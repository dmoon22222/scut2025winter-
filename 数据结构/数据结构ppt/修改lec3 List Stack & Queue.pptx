
<file path=[Content_Types].xml><?xml version="1.0" encoding="utf-8"?>
<Types xmlns="http://schemas.openxmlformats.org/package/2006/content-types">
  <Default Extension="emf" ContentType="image/x-emf"/>
  <Default Extension="jpe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tags/tag1.xml" ContentType="application/vnd.openxmlformats-officedocument.presentationml.tag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ags/tag2.xml" ContentType="application/vnd.openxmlformats-officedocument.presentationml.tags+xml"/>
  <Override PartName="/ppt/theme/theme2.xml" ContentType="application/vnd.openxmlformats-officedocument.theme+xml"/>
  <Override PartName="/ppt/theme/theme3.xml" ContentType="application/vnd.openxmlformats-officedocument.theme+xml"/>
  <Override PartName="/ppt/tags/tag3.xml" ContentType="application/vnd.openxmlformats-officedocument.presentationml.tags+xml"/>
  <Override PartName="/ppt/tags/tag4.xml" ContentType="application/vnd.openxmlformats-officedocument.presentationml.tags+xml"/>
  <Override PartName="/ppt/tags/tag5.xml" ContentType="application/vnd.openxmlformats-officedocument.presentationml.tags+xml"/>
  <Override PartName="/ppt/tags/tag6.xml" ContentType="application/vnd.openxmlformats-officedocument.presentationml.tags+xml"/>
  <Override PartName="/ppt/tags/tag7.xml" ContentType="application/vnd.openxmlformats-officedocument.presentationml.tags+xml"/>
  <Override PartName="/ppt/tags/tag8.xml" ContentType="application/vnd.openxmlformats-officedocument.presentationml.tags+xml"/>
  <Override PartName="/ppt/tags/tag9.xml" ContentType="application/vnd.openxmlformats-officedocument.presentationml.tags+xml"/>
  <Override PartName="/ppt/tags/tag10.xml" ContentType="application/vnd.openxmlformats-officedocument.presentationml.tags+xml"/>
  <Override PartName="/ppt/tags/tag11.xml" ContentType="application/vnd.openxmlformats-officedocument.presentationml.tags+xml"/>
  <Override PartName="/ppt/tags/tag12.xml" ContentType="application/vnd.openxmlformats-officedocument.presentationml.tags+xml"/>
  <Override PartName="/ppt/tags/tag13.xml" ContentType="application/vnd.openxmlformats-officedocument.presentationml.tags+xml"/>
  <Override PartName="/ppt/tags/tag14.xml" ContentType="application/vnd.openxmlformats-officedocument.presentationml.tags+xml"/>
  <Override PartName="/ppt/tags/tag15.xml" ContentType="application/vnd.openxmlformats-officedocument.presentationml.tags+xml"/>
  <Override PartName="/ppt/tags/tag16.xml" ContentType="application/vnd.openxmlformats-officedocument.presentationml.tags+xml"/>
  <Override PartName="/ppt/tags/tag17.xml" ContentType="application/vnd.openxmlformats-officedocument.presentationml.tags+xml"/>
  <Override PartName="/ppt/tags/tag18.xml" ContentType="application/vnd.openxmlformats-officedocument.presentationml.tags+xml"/>
  <Override PartName="/ppt/tags/tag19.xml" ContentType="application/vnd.openxmlformats-officedocument.presentationml.tags+xml"/>
  <Override PartName="/ppt/tags/tag20.xml" ContentType="application/vnd.openxmlformats-officedocument.presentationml.tags+xml"/>
  <Override PartName="/ppt/tags/tag21.xml" ContentType="application/vnd.openxmlformats-officedocument.presentationml.tags+xml"/>
  <Override PartName="/ppt/tags/tag22.xml" ContentType="application/vnd.openxmlformats-officedocument.presentationml.tags+xml"/>
  <Override PartName="/ppt/tags/tag23.xml" ContentType="application/vnd.openxmlformats-officedocument.presentationml.tags+xml"/>
  <Override PartName="/ppt/tags/tag24.xml" ContentType="application/vnd.openxmlformats-officedocument.presentationml.tags+xml"/>
  <Override PartName="/ppt/tags/tag25.xml" ContentType="application/vnd.openxmlformats-officedocument.presentationml.tags+xml"/>
  <Override PartName="/ppt/tags/tag26.xml" ContentType="application/vnd.openxmlformats-officedocument.presentationml.tags+xml"/>
  <Override PartName="/ppt/tags/tag27.xml" ContentType="application/vnd.openxmlformats-officedocument.presentationml.tags+xml"/>
  <Override PartName="/ppt/tags/tag28.xml" ContentType="application/vnd.openxmlformats-officedocument.presentationml.tags+xml"/>
  <Override PartName="/ppt/tags/tag29.xml" ContentType="application/vnd.openxmlformats-officedocument.presentationml.tags+xml"/>
  <Override PartName="/ppt/tags/tag30.xml" ContentType="application/vnd.openxmlformats-officedocument.presentationml.tags+xml"/>
  <Override PartName="/ppt/tags/tag31.xml" ContentType="application/vnd.openxmlformats-officedocument.presentationml.tags+xml"/>
  <Override PartName="/ppt/tags/tag32.xml" ContentType="application/vnd.openxmlformats-officedocument.presentationml.tags+xml"/>
  <Override PartName="/ppt/tags/tag33.xml" ContentType="application/vnd.openxmlformats-officedocument.presentationml.tags+xml"/>
  <Override PartName="/ppt/tags/tag34.xml" ContentType="application/vnd.openxmlformats-officedocument.presentationml.tags+xml"/>
  <Override PartName="/ppt/tags/tag35.xml" ContentType="application/vnd.openxmlformats-officedocument.presentationml.tags+xml"/>
  <Override PartName="/ppt/tags/tag36.xml" ContentType="application/vnd.openxmlformats-officedocument.presentationml.tags+xml"/>
  <Override PartName="/ppt/tags/tag37.xml" ContentType="application/vnd.openxmlformats-officedocument.presentationml.tags+xml"/>
  <Override PartName="/ppt/tags/tag38.xml" ContentType="application/vnd.openxmlformats-officedocument.presentationml.tags+xml"/>
  <Override PartName="/ppt/tags/tag39.xml" ContentType="application/vnd.openxmlformats-officedocument.presentationml.tags+xml"/>
  <Override PartName="/ppt/tags/tag40.xml" ContentType="application/vnd.openxmlformats-officedocument.presentationml.tags+xml"/>
  <Override PartName="/ppt/tags/tag41.xml" ContentType="application/vnd.openxmlformats-officedocument.presentationml.tags+xml"/>
  <Override PartName="/ppt/tags/tag42.xml" ContentType="application/vnd.openxmlformats-officedocument.presentationml.tags+xml"/>
  <Override PartName="/ppt/tags/tag43.xml" ContentType="application/vnd.openxmlformats-officedocument.presentationml.tags+xml"/>
  <Override PartName="/ppt/tags/tag44.xml" ContentType="application/vnd.openxmlformats-officedocument.presentationml.tags+xml"/>
  <Override PartName="/ppt/tags/tag45.xml" ContentType="application/vnd.openxmlformats-officedocument.presentationml.tags+xml"/>
  <Override PartName="/ppt/tags/tag46.xml" ContentType="application/vnd.openxmlformats-officedocument.presentationml.tags+xml"/>
  <Override PartName="/ppt/tags/tag47.xml" ContentType="application/vnd.openxmlformats-officedocument.presentationml.tags+xml"/>
  <Override PartName="/ppt/tags/tag48.xml" ContentType="application/vnd.openxmlformats-officedocument.presentationml.tags+xml"/>
  <Override PartName="/ppt/tags/tag49.xml" ContentType="application/vnd.openxmlformats-officedocument.presentationml.tags+xml"/>
  <Override PartName="/ppt/tags/tag50.xml" ContentType="application/vnd.openxmlformats-officedocument.presentationml.tags+xml"/>
  <Override PartName="/ppt/tags/tag51.xml" ContentType="application/vnd.openxmlformats-officedocument.presentationml.tags+xml"/>
  <Override PartName="/ppt/tags/tag52.xml" ContentType="application/vnd.openxmlformats-officedocument.presentationml.tags+xml"/>
  <Override PartName="/ppt/tags/tag53.xml" ContentType="application/vnd.openxmlformats-officedocument.presentationml.tags+xml"/>
  <Override PartName="/ppt/tags/tag54.xml" ContentType="application/vnd.openxmlformats-officedocument.presentationml.tags+xml"/>
  <Override PartName="/ppt/tags/tag55.xml" ContentType="application/vnd.openxmlformats-officedocument.presentationml.tags+xml"/>
  <Override PartName="/ppt/tags/tag56.xml" ContentType="application/vnd.openxmlformats-officedocument.presentationml.tags+xml"/>
  <Override PartName="/ppt/tags/tag57.xml" ContentType="application/vnd.openxmlformats-officedocument.presentationml.tags+xml"/>
  <Override PartName="/ppt/tags/tag58.xml" ContentType="application/vnd.openxmlformats-officedocument.presentationml.tags+xml"/>
  <Override PartName="/ppt/tags/tag59.xml" ContentType="application/vnd.openxmlformats-officedocument.presentationml.tags+xml"/>
  <Override PartName="/ppt/tags/tag60.xml" ContentType="application/vnd.openxmlformats-officedocument.presentationml.tags+xml"/>
  <Override PartName="/ppt/tags/tag61.xml" ContentType="application/vnd.openxmlformats-officedocument.presentationml.tags+xml"/>
  <Override PartName="/ppt/tags/tag62.xml" ContentType="application/vnd.openxmlformats-officedocument.presentationml.tags+xml"/>
  <Override PartName="/ppt/tags/tag63.xml" ContentType="application/vnd.openxmlformats-officedocument.presentationml.tags+xml"/>
  <Override PartName="/ppt/tags/tag64.xml" ContentType="application/vnd.openxmlformats-officedocument.presentationml.tags+xml"/>
  <Override PartName="/ppt/tags/tag65.xml" ContentType="application/vnd.openxmlformats-officedocument.presentationml.tags+xml"/>
  <Override PartName="/ppt/tags/tag66.xml" ContentType="application/vnd.openxmlformats-officedocument.presentationml.tags+xml"/>
  <Override PartName="/ppt/tags/tag67.xml" ContentType="application/vnd.openxmlformats-officedocument.presentationml.tags+xml"/>
  <Override PartName="/ppt/tags/tag68.xml" ContentType="application/vnd.openxmlformats-officedocument.presentationml.tags+xml"/>
  <Override PartName="/ppt/tags/tag69.xml" ContentType="application/vnd.openxmlformats-officedocument.presentationml.tags+xml"/>
  <Override PartName="/ppt/tags/tag70.xml" ContentType="application/vnd.openxmlformats-officedocument.presentationml.tags+xml"/>
  <Override PartName="/ppt/tags/tag71.xml" ContentType="application/vnd.openxmlformats-officedocument.presentationml.tags+xml"/>
  <Override PartName="/ppt/tags/tag72.xml" ContentType="application/vnd.openxmlformats-officedocument.presentationml.tags+xml"/>
  <Override PartName="/ppt/tags/tag73.xml" ContentType="application/vnd.openxmlformats-officedocument.presentationml.tags+xml"/>
  <Override PartName="/ppt/tags/tag74.xml" ContentType="application/vnd.openxmlformats-officedocument.presentationml.tags+xml"/>
  <Override PartName="/ppt/tags/tag75.xml" ContentType="application/vnd.openxmlformats-officedocument.presentationml.tags+xml"/>
  <Override PartName="/ppt/tags/tag76.xml" ContentType="application/vnd.openxmlformats-officedocument.presentationml.tags+xml"/>
  <Override PartName="/ppt/tags/tag77.xml" ContentType="application/vnd.openxmlformats-officedocument.presentationml.tags+xml"/>
  <Override PartName="/ppt/tags/tag78.xml" ContentType="application/vnd.openxmlformats-officedocument.presentationml.tags+xml"/>
  <Override PartName="/ppt/tags/tag79.xml" ContentType="application/vnd.openxmlformats-officedocument.presentationml.tags+xml"/>
  <Override PartName="/ppt/tags/tag80.xml" ContentType="application/vnd.openxmlformats-officedocument.presentationml.tags+xml"/>
  <Override PartName="/ppt/tags/tag81.xml" ContentType="application/vnd.openxmlformats-officedocument.presentationml.tags+xml"/>
  <Override PartName="/ppt/tags/tag82.xml" ContentType="application/vnd.openxmlformats-officedocument.presentationml.tags+xml"/>
  <Override PartName="/ppt/tags/tag83.xml" ContentType="application/vnd.openxmlformats-officedocument.presentationml.tags+xml"/>
  <Override PartName="/ppt/tags/tag84.xml" ContentType="application/vnd.openxmlformats-officedocument.presentationml.tags+xml"/>
  <Override PartName="/ppt/tags/tag85.xml" ContentType="application/vnd.openxmlformats-officedocument.presentationml.tags+xml"/>
  <Override PartName="/ppt/tags/tag86.xml" ContentType="application/vnd.openxmlformats-officedocument.presentationml.tags+xml"/>
  <Override PartName="/ppt/tags/tag87.xml" ContentType="application/vnd.openxmlformats-officedocument.presentationml.tags+xml"/>
  <Override PartName="/ppt/tags/tag88.xml" ContentType="application/vnd.openxmlformats-officedocument.presentationml.tags+xml"/>
  <Override PartName="/ppt/tags/tag89.xml" ContentType="application/vnd.openxmlformats-officedocument.presentationml.tags+xml"/>
  <Override PartName="/ppt/tags/tag90.xml" ContentType="application/vnd.openxmlformats-officedocument.presentationml.tags+xml"/>
  <Override PartName="/ppt/tags/tag91.xml" ContentType="application/vnd.openxmlformats-officedocument.presentationml.tags+xml"/>
  <Override PartName="/ppt/tags/tag92.xml" ContentType="application/vnd.openxmlformats-officedocument.presentationml.tags+xml"/>
  <Override PartName="/ppt/tags/tag93.xml" ContentType="application/vnd.openxmlformats-officedocument.presentationml.tags+xml"/>
  <Override PartName="/ppt/tags/tag94.xml" ContentType="application/vnd.openxmlformats-officedocument.presentationml.tags+xml"/>
  <Override PartName="/ppt/tags/tag95.xml" ContentType="application/vnd.openxmlformats-officedocument.presentationml.tags+xml"/>
  <Override PartName="/ppt/tags/tag96.xml" ContentType="application/vnd.openxmlformats-officedocument.presentationml.tags+xml"/>
  <Override PartName="/ppt/tags/tag97.xml" ContentType="application/vnd.openxmlformats-officedocument.presentationml.tags+xml"/>
  <Override PartName="/ppt/tags/tag98.xml" ContentType="application/vnd.openxmlformats-officedocument.presentationml.tags+xml"/>
  <Override PartName="/ppt/tags/tag99.xml" ContentType="application/vnd.openxmlformats-officedocument.presentationml.tags+xml"/>
  <Override PartName="/ppt/tags/tag100.xml" ContentType="application/vnd.openxmlformats-officedocument.presentationml.tags+xml"/>
  <Override PartName="/ppt/tags/tag101.xml" ContentType="application/vnd.openxmlformats-officedocument.presentationml.tags+xml"/>
  <Override PartName="/ppt/tags/tag102.xml" ContentType="application/vnd.openxmlformats-officedocument.presentationml.tags+xml"/>
  <Override PartName="/ppt/tags/tag103.xml" ContentType="application/vnd.openxmlformats-officedocument.presentationml.tags+xml"/>
  <Override PartName="/ppt/tags/tag104.xml" ContentType="application/vnd.openxmlformats-officedocument.presentationml.tags+xml"/>
  <Override PartName="/ppt/tags/tag105.xml" ContentType="application/vnd.openxmlformats-officedocument.presentationml.tags+xml"/>
  <Override PartName="/ppt/tags/tag106.xml" ContentType="application/vnd.openxmlformats-officedocument.presentationml.tags+xml"/>
  <Override PartName="/ppt/tags/tag107.xml" ContentType="application/vnd.openxmlformats-officedocument.presentationml.tags+xml"/>
  <Override PartName="/ppt/tags/tag108.xml" ContentType="application/vnd.openxmlformats-officedocument.presentationml.tags+xml"/>
  <Override PartName="/ppt/tags/tag109.xml" ContentType="application/vnd.openxmlformats-officedocument.presentationml.tags+xml"/>
  <Override PartName="/ppt/tags/tag110.xml" ContentType="application/vnd.openxmlformats-officedocument.presentationml.tags+xml"/>
  <Override PartName="/ppt/tags/tag111.xml" ContentType="application/vnd.openxmlformats-officedocument.presentationml.tags+xml"/>
  <Override PartName="/ppt/tags/tag112.xml" ContentType="application/vnd.openxmlformats-officedocument.presentationml.tags+xml"/>
  <Override PartName="/ppt/tags/tag113.xml" ContentType="application/vnd.openxmlformats-officedocument.presentationml.tags+xml"/>
  <Override PartName="/ppt/tags/tag114.xml" ContentType="application/vnd.openxmlformats-officedocument.presentationml.tags+xml"/>
  <Override PartName="/ppt/tags/tag115.xml" ContentType="application/vnd.openxmlformats-officedocument.presentationml.tags+xml"/>
  <Override PartName="/ppt/tags/tag116.xml" ContentType="application/vnd.openxmlformats-officedocument.presentationml.tags+xml"/>
  <Override PartName="/ppt/tags/tag117.xml" ContentType="application/vnd.openxmlformats-officedocument.presentationml.tags+xml"/>
  <Override PartName="/ppt/tags/tag118.xml" ContentType="application/vnd.openxmlformats-officedocument.presentationml.tags+xml"/>
  <Override PartName="/ppt/tags/tag119.xml" ContentType="application/vnd.openxmlformats-officedocument.presentationml.tags+xml"/>
  <Override PartName="/ppt/tags/tag120.xml" ContentType="application/vnd.openxmlformats-officedocument.presentationml.tags+xml"/>
  <Override PartName="/ppt/tags/tag121.xml" ContentType="application/vnd.openxmlformats-officedocument.presentationml.tags+xml"/>
  <Override PartName="/ppt/tags/tag122.xml" ContentType="application/vnd.openxmlformats-officedocument.presentationml.tags+xml"/>
  <Override PartName="/ppt/tags/tag123.xml" ContentType="application/vnd.openxmlformats-officedocument.presentationml.tags+xml"/>
  <Override PartName="/ppt/tags/tag124.xml" ContentType="application/vnd.openxmlformats-officedocument.presentationml.tags+xml"/>
  <Override PartName="/ppt/tags/tag125.xml" ContentType="application/vnd.openxmlformats-officedocument.presentationml.tags+xml"/>
  <Override PartName="/ppt/tags/tag126.xml" ContentType="application/vnd.openxmlformats-officedocument.presentationml.tags+xml"/>
  <Override PartName="/ppt/tags/tag127.xml" ContentType="application/vnd.openxmlformats-officedocument.presentationml.tags+xml"/>
  <Override PartName="/ppt/tags/tag128.xml" ContentType="application/vnd.openxmlformats-officedocument.presentationml.tags+xml"/>
  <Override PartName="/ppt/tags/tag129.xml" ContentType="application/vnd.openxmlformats-officedocument.presentationml.tags+xml"/>
  <Override PartName="/ppt/tags/tag130.xml" ContentType="application/vnd.openxmlformats-officedocument.presentationml.tags+xml"/>
  <Override PartName="/ppt/tags/tag131.xml" ContentType="application/vnd.openxmlformats-officedocument.presentationml.tags+xml"/>
  <Override PartName="/ppt/tags/tag132.xml" ContentType="application/vnd.openxmlformats-officedocument.presentationml.tags+xml"/>
  <Override PartName="/ppt/tags/tag133.xml" ContentType="application/vnd.openxmlformats-officedocument.presentationml.tags+xml"/>
  <Override PartName="/ppt/tags/tag134.xml" ContentType="application/vnd.openxmlformats-officedocument.presentationml.tags+xml"/>
  <Override PartName="/ppt/tags/tag135.xml" ContentType="application/vnd.openxmlformats-officedocument.presentationml.tags+xml"/>
  <Override PartName="/ppt/tags/tag136.xml" ContentType="application/vnd.openxmlformats-officedocument.presentationml.tags+xml"/>
  <Override PartName="/ppt/tags/tag137.xml" ContentType="application/vnd.openxmlformats-officedocument.presentationml.tags+xml"/>
  <Override PartName="/ppt/tags/tag138.xml" ContentType="application/vnd.openxmlformats-officedocument.presentationml.tags+xml"/>
  <Override PartName="/ppt/tags/tag139.xml" ContentType="application/vnd.openxmlformats-officedocument.presentationml.tags+xml"/>
  <Override PartName="/ppt/tags/tag140.xml" ContentType="application/vnd.openxmlformats-officedocument.presentationml.tags+xml"/>
  <Override PartName="/ppt/tags/tag141.xml" ContentType="application/vnd.openxmlformats-officedocument.presentationml.tags+xml"/>
  <Override PartName="/ppt/tags/tag142.xml" ContentType="application/vnd.openxmlformats-officedocument.presentationml.tags+xml"/>
  <Override PartName="/ppt/tags/tag143.xml" ContentType="application/vnd.openxmlformats-officedocument.presentationml.tags+xml"/>
  <Override PartName="/ppt/tags/tag144.xml" ContentType="application/vnd.openxmlformats-officedocument.presentationml.tags+xml"/>
  <Override PartName="/ppt/tags/tag145.xml" ContentType="application/vnd.openxmlformats-officedocument.presentationml.tags+xml"/>
  <Override PartName="/ppt/tags/tag146.xml" ContentType="application/vnd.openxmlformats-officedocument.presentationml.tags+xml"/>
  <Override PartName="/ppt/tags/tag147.xml" ContentType="application/vnd.openxmlformats-officedocument.presentationml.tags+xml"/>
  <Override PartName="/ppt/tags/tag148.xml" ContentType="application/vnd.openxmlformats-officedocument.presentationml.tags+xml"/>
  <Override PartName="/ppt/tags/tag149.xml" ContentType="application/vnd.openxmlformats-officedocument.presentationml.tags+xml"/>
  <Override PartName="/ppt/tags/tag150.xml" ContentType="application/vnd.openxmlformats-officedocument.presentationml.tags+xml"/>
  <Override PartName="/ppt/tags/tag151.xml" ContentType="application/vnd.openxmlformats-officedocument.presentationml.tags+xml"/>
  <Override PartName="/ppt/tags/tag152.xml" ContentType="application/vnd.openxmlformats-officedocument.presentationml.tags+xml"/>
  <Override PartName="/ppt/tags/tag153.xml" ContentType="application/vnd.openxmlformats-officedocument.presentationml.tags+xml"/>
  <Override PartName="/ppt/tags/tag154.xml" ContentType="application/vnd.openxmlformats-officedocument.presentationml.tags+xml"/>
  <Override PartName="/ppt/tags/tag155.xml" ContentType="application/vnd.openxmlformats-officedocument.presentationml.tags+xml"/>
  <Override PartName="/ppt/tags/tag156.xml" ContentType="application/vnd.openxmlformats-officedocument.presentationml.tags+xml"/>
  <Override PartName="/ppt/tags/tag157.xml" ContentType="application/vnd.openxmlformats-officedocument.presentationml.tags+xml"/>
  <Override PartName="/ppt/tags/tag158.xml" ContentType="application/vnd.openxmlformats-officedocument.presentationml.tags+xml"/>
  <Override PartName="/ppt/tags/tag159.xml" ContentType="application/vnd.openxmlformats-officedocument.presentationml.tags+xml"/>
  <Override PartName="/ppt/tags/tag160.xml" ContentType="application/vnd.openxmlformats-officedocument.presentationml.tags+xml"/>
  <Override PartName="/ppt/tags/tag161.xml" ContentType="application/vnd.openxmlformats-officedocument.presentationml.tags+xml"/>
  <Override PartName="/ppt/tags/tag162.xml" ContentType="application/vnd.openxmlformats-officedocument.presentationml.tags+xml"/>
  <Override PartName="/ppt/tags/tag163.xml" ContentType="application/vnd.openxmlformats-officedocument.presentationml.tags+xml"/>
  <Override PartName="/ppt/tags/tag164.xml" ContentType="application/vnd.openxmlformats-officedocument.presentationml.tags+xml"/>
  <Override PartName="/ppt/tags/tag165.xml" ContentType="application/vnd.openxmlformats-officedocument.presentationml.tags+xml"/>
  <Override PartName="/ppt/tags/tag166.xml" ContentType="application/vnd.openxmlformats-officedocument.presentationml.tags+xml"/>
  <Override PartName="/ppt/tags/tag167.xml" ContentType="application/vnd.openxmlformats-officedocument.presentationml.tags+xml"/>
  <Override PartName="/ppt/tags/tag168.xml" ContentType="application/vnd.openxmlformats-officedocument.presentationml.tags+xml"/>
  <Override PartName="/ppt/tags/tag169.xml" ContentType="application/vnd.openxmlformats-officedocument.presentationml.tags+xml"/>
  <Override PartName="/ppt/tags/tag170.xml" ContentType="application/vnd.openxmlformats-officedocument.presentationml.tags+xml"/>
  <Override PartName="/ppt/tags/tag171.xml" ContentType="application/vnd.openxmlformats-officedocument.presentationml.tags+xml"/>
  <Override PartName="/ppt/tags/tag172.xml" ContentType="application/vnd.openxmlformats-officedocument.presentationml.tags+xml"/>
  <Override PartName="/ppt/tags/tag173.xml" ContentType="application/vnd.openxmlformats-officedocument.presentationml.tags+xml"/>
  <Override PartName="/ppt/tags/tag174.xml" ContentType="application/vnd.openxmlformats-officedocument.presentationml.tags+xml"/>
  <Override PartName="/ppt/tags/tag175.xml" ContentType="application/vnd.openxmlformats-officedocument.presentationml.tags+xml"/>
  <Override PartName="/ppt/tags/tag176.xml" ContentType="application/vnd.openxmlformats-officedocument.presentationml.tags+xml"/>
  <Override PartName="/ppt/tags/tag177.xml" ContentType="application/vnd.openxmlformats-officedocument.presentationml.tags+xml"/>
  <Override PartName="/ppt/tags/tag178.xml" ContentType="application/vnd.openxmlformats-officedocument.presentationml.tags+xml"/>
  <Override PartName="/ppt/tags/tag179.xml" ContentType="application/vnd.openxmlformats-officedocument.presentationml.tags+xml"/>
  <Override PartName="/ppt/tags/tag180.xml" ContentType="application/vnd.openxmlformats-officedocument.presentationml.tags+xml"/>
  <Override PartName="/ppt/tags/tag181.xml" ContentType="application/vnd.openxmlformats-officedocument.presentationml.tags+xml"/>
  <Override PartName="/ppt/tags/tag182.xml" ContentType="application/vnd.openxmlformats-officedocument.presentationml.tags+xml"/>
  <Override PartName="/ppt/tags/tag183.xml" ContentType="application/vnd.openxmlformats-officedocument.presentationml.tags+xml"/>
  <Override PartName="/ppt/tags/tag184.xml" ContentType="application/vnd.openxmlformats-officedocument.presentationml.tags+xml"/>
  <Override PartName="/ppt/tags/tag185.xml" ContentType="application/vnd.openxmlformats-officedocument.presentationml.tags+xml"/>
  <Override PartName="/ppt/tags/tag186.xml" ContentType="application/vnd.openxmlformats-officedocument.presentationml.tags+xml"/>
  <Override PartName="/ppt/tags/tag187.xml" ContentType="application/vnd.openxmlformats-officedocument.presentationml.tags+xml"/>
  <Override PartName="/ppt/tags/tag188.xml" ContentType="application/vnd.openxmlformats-officedocument.presentationml.tags+xml"/>
  <Override PartName="/ppt/tags/tag189.xml" ContentType="application/vnd.openxmlformats-officedocument.presentationml.tags+xml"/>
  <Override PartName="/ppt/tags/tag190.xml" ContentType="application/vnd.openxmlformats-officedocument.presentationml.tags+xml"/>
  <Override PartName="/ppt/tags/tag191.xml" ContentType="application/vnd.openxmlformats-officedocument.presentationml.tags+xml"/>
  <Override PartName="/ppt/tags/tag192.xml" ContentType="application/vnd.openxmlformats-officedocument.presentationml.tags+xml"/>
  <Override PartName="/ppt/tags/tag193.xml" ContentType="application/vnd.openxmlformats-officedocument.presentationml.tags+xml"/>
  <Override PartName="/ppt/tags/tag194.xml" ContentType="application/vnd.openxmlformats-officedocument.presentationml.tags+xml"/>
  <Override PartName="/ppt/tags/tag195.xml" ContentType="application/vnd.openxmlformats-officedocument.presentationml.tags+xml"/>
  <Override PartName="/ppt/tags/tag196.xml" ContentType="application/vnd.openxmlformats-officedocument.presentationml.tags+xml"/>
  <Override PartName="/ppt/tags/tag197.xml" ContentType="application/vnd.openxmlformats-officedocument.presentationml.tags+xml"/>
  <Override PartName="/ppt/tags/tag198.xml" ContentType="application/vnd.openxmlformats-officedocument.presentationml.tags+xml"/>
  <Override PartName="/ppt/tags/tag199.xml" ContentType="application/vnd.openxmlformats-officedocument.presentationml.tags+xml"/>
  <Override PartName="/ppt/tags/tag200.xml" ContentType="application/vnd.openxmlformats-officedocument.presentationml.tags+xml"/>
  <Override PartName="/ppt/tags/tag201.xml" ContentType="application/vnd.openxmlformats-officedocument.presentationml.tags+xml"/>
  <Override PartName="/ppt/tags/tag202.xml" ContentType="application/vnd.openxmlformats-officedocument.presentationml.tags+xml"/>
  <Override PartName="/ppt/tags/tag203.xml" ContentType="application/vnd.openxmlformats-officedocument.presentationml.tags+xml"/>
  <Override PartName="/ppt/tags/tag204.xml" ContentType="application/vnd.openxmlformats-officedocument.presentationml.tags+xml"/>
  <Override PartName="/ppt/tags/tag205.xml" ContentType="application/vnd.openxmlformats-officedocument.presentationml.tags+xml"/>
  <Override PartName="/ppt/tags/tag206.xml" ContentType="application/vnd.openxmlformats-officedocument.presentationml.tags+xml"/>
  <Override PartName="/ppt/tags/tag207.xml" ContentType="application/vnd.openxmlformats-officedocument.presentationml.tags+xml"/>
  <Override PartName="/ppt/tags/tag208.xml" ContentType="application/vnd.openxmlformats-officedocument.presentationml.tags+xml"/>
  <Override PartName="/ppt/tags/tag209.xml" ContentType="application/vnd.openxmlformats-officedocument.presentationml.tags+xml"/>
  <Override PartName="/ppt/tags/tag210.xml" ContentType="application/vnd.openxmlformats-officedocument.presentationml.tags+xml"/>
  <Override PartName="/ppt/tags/tag211.xml" ContentType="application/vnd.openxmlformats-officedocument.presentationml.tags+xml"/>
  <Override PartName="/ppt/tags/tag212.xml" ContentType="application/vnd.openxmlformats-officedocument.presentationml.tags+xml"/>
  <Override PartName="/ppt/tags/tag213.xml" ContentType="application/vnd.openxmlformats-officedocument.presentationml.tags+xml"/>
  <Override PartName="/ppt/tags/tag214.xml" ContentType="application/vnd.openxmlformats-officedocument.presentationml.tags+xml"/>
  <Override PartName="/ppt/tags/tag215.xml" ContentType="application/vnd.openxmlformats-officedocument.presentationml.tags+xml"/>
  <Override PartName="/ppt/tags/tag216.xml" ContentType="application/vnd.openxmlformats-officedocument.presentationml.tags+xml"/>
  <Override PartName="/ppt/tags/tag217.xml" ContentType="application/vnd.openxmlformats-officedocument.presentationml.tags+xml"/>
  <Override PartName="/ppt/tags/tag218.xml" ContentType="application/vnd.openxmlformats-officedocument.presentationml.tags+xml"/>
  <Override PartName="/ppt/tags/tag219.xml" ContentType="application/vnd.openxmlformats-officedocument.presentationml.tags+xml"/>
  <Override PartName="/ppt/tags/tag220.xml" ContentType="application/vnd.openxmlformats-officedocument.presentationml.tags+xml"/>
  <Override PartName="/ppt/tags/tag221.xml" ContentType="application/vnd.openxmlformats-officedocument.presentationml.tags+xml"/>
  <Override PartName="/ppt/tags/tag222.xml" ContentType="application/vnd.openxmlformats-officedocument.presentationml.tags+xml"/>
  <Override PartName="/ppt/tags/tag223.xml" ContentType="application/vnd.openxmlformats-officedocument.presentationml.tags+xml"/>
  <Override PartName="/ppt/tags/tag224.xml" ContentType="application/vnd.openxmlformats-officedocument.presentationml.tags+xml"/>
  <Override PartName="/ppt/tags/tag225.xml" ContentType="application/vnd.openxmlformats-officedocument.presentationml.tags+xml"/>
  <Override PartName="/ppt/tags/tag226.xml" ContentType="application/vnd.openxmlformats-officedocument.presentationml.tags+xml"/>
  <Override PartName="/ppt/tags/tag227.xml" ContentType="application/vnd.openxmlformats-officedocument.presentationml.tags+xml"/>
  <Override PartName="/ppt/tags/tag228.xml" ContentType="application/vnd.openxmlformats-officedocument.presentationml.tags+xml"/>
  <Override PartName="/ppt/tags/tag229.xml" ContentType="application/vnd.openxmlformats-officedocument.presentationml.tags+xml"/>
  <Override PartName="/ppt/tags/tag230.xml" ContentType="application/vnd.openxmlformats-officedocument.presentationml.tags+xml"/>
  <Override PartName="/ppt/tags/tag231.xml" ContentType="application/vnd.openxmlformats-officedocument.presentationml.tags+xml"/>
  <Override PartName="/ppt/tags/tag232.xml" ContentType="application/vnd.openxmlformats-officedocument.presentationml.tags+xml"/>
  <Override PartName="/ppt/tags/tag233.xml" ContentType="application/vnd.openxmlformats-officedocument.presentationml.tags+xml"/>
  <Override PartName="/ppt/tags/tag234.xml" ContentType="application/vnd.openxmlformats-officedocument.presentationml.tags+xml"/>
  <Override PartName="/ppt/tags/tag235.xml" ContentType="application/vnd.openxmlformats-officedocument.presentationml.tags+xml"/>
  <Override PartName="/ppt/tags/tag236.xml" ContentType="application/vnd.openxmlformats-officedocument.presentationml.tags+xml"/>
  <Override PartName="/ppt/tags/tag237.xml" ContentType="application/vnd.openxmlformats-officedocument.presentationml.tags+xml"/>
  <Override PartName="/ppt/tags/tag238.xml" ContentType="application/vnd.openxmlformats-officedocument.presentationml.tags+xml"/>
  <Override PartName="/ppt/tags/tag239.xml" ContentType="application/vnd.openxmlformats-officedocument.presentationml.tags+xml"/>
  <Override PartName="/ppt/tags/tag240.xml" ContentType="application/vnd.openxmlformats-officedocument.presentationml.tags+xml"/>
  <Override PartName="/ppt/tags/tag241.xml" ContentType="application/vnd.openxmlformats-officedocument.presentationml.tags+xml"/>
  <Override PartName="/ppt/tags/tag242.xml" ContentType="application/vnd.openxmlformats-officedocument.presentationml.tags+xml"/>
  <Override PartName="/ppt/tags/tag243.xml" ContentType="application/vnd.openxmlformats-officedocument.presentationml.tags+xml"/>
  <Override PartName="/ppt/tags/tag244.xml" ContentType="application/vnd.openxmlformats-officedocument.presentationml.tags+xml"/>
  <Override PartName="/ppt/tags/tag245.xml" ContentType="application/vnd.openxmlformats-officedocument.presentationml.tags+xml"/>
  <Override PartName="/ppt/tags/tag246.xml" ContentType="application/vnd.openxmlformats-officedocument.presentationml.tags+xml"/>
  <Override PartName="/ppt/tags/tag247.xml" ContentType="application/vnd.openxmlformats-officedocument.presentationml.tags+xml"/>
  <Override PartName="/ppt/tags/tag248.xml" ContentType="application/vnd.openxmlformats-officedocument.presentationml.tags+xml"/>
  <Override PartName="/ppt/tags/tag249.xml" ContentType="application/vnd.openxmlformats-officedocument.presentationml.tags+xml"/>
  <Override PartName="/ppt/tags/tag250.xml" ContentType="application/vnd.openxmlformats-officedocument.presentationml.tags+xml"/>
  <Override PartName="/ppt/tags/tag251.xml" ContentType="application/vnd.openxmlformats-officedocument.presentationml.tags+xml"/>
  <Override PartName="/ppt/tags/tag252.xml" ContentType="application/vnd.openxmlformats-officedocument.presentationml.tags+xml"/>
  <Override PartName="/ppt/tags/tag253.xml" ContentType="application/vnd.openxmlformats-officedocument.presentationml.tags+xml"/>
  <Override PartName="/ppt/tags/tag254.xml" ContentType="application/vnd.openxmlformats-officedocument.presentationml.tags+xml"/>
  <Override PartName="/ppt/tags/tag255.xml" ContentType="application/vnd.openxmlformats-officedocument.presentationml.tags+xml"/>
  <Override PartName="/ppt/tags/tag256.xml" ContentType="application/vnd.openxmlformats-officedocument.presentationml.tags+xml"/>
  <Override PartName="/ppt/tags/tag257.xml" ContentType="application/vnd.openxmlformats-officedocument.presentationml.tags+xml"/>
  <Override PartName="/ppt/tags/tag258.xml" ContentType="application/vnd.openxmlformats-officedocument.presentationml.tags+xml"/>
  <Override PartName="/ppt/tags/tag259.xml" ContentType="application/vnd.openxmlformats-officedocument.presentationml.tags+xml"/>
  <Override PartName="/ppt/tags/tag260.xml" ContentType="application/vnd.openxmlformats-officedocument.presentationml.tags+xml"/>
  <Override PartName="/ppt/tags/tag261.xml" ContentType="application/vnd.openxmlformats-officedocument.presentationml.tags+xml"/>
  <Override PartName="/ppt/tags/tag262.xml" ContentType="application/vnd.openxmlformats-officedocument.presentationml.tags+xml"/>
  <Override PartName="/ppt/tags/tag263.xml" ContentType="application/vnd.openxmlformats-officedocument.presentationml.tags+xml"/>
  <Override PartName="/ppt/tags/tag264.xml" ContentType="application/vnd.openxmlformats-officedocument.presentationml.tags+xml"/>
  <Override PartName="/ppt/tags/tag265.xml" ContentType="application/vnd.openxmlformats-officedocument.presentationml.tags+xml"/>
  <Override PartName="/ppt/tags/tag266.xml" ContentType="application/vnd.openxmlformats-officedocument.presentationml.tags+xml"/>
  <Override PartName="/ppt/tags/tag267.xml" ContentType="application/vnd.openxmlformats-officedocument.presentationml.tags+xml"/>
  <Override PartName="/ppt/tags/tag268.xml" ContentType="application/vnd.openxmlformats-officedocument.presentationml.tags+xml"/>
  <Override PartName="/ppt/tags/tag269.xml" ContentType="application/vnd.openxmlformats-officedocument.presentationml.tags+xml"/>
  <Override PartName="/ppt/tags/tag270.xml" ContentType="application/vnd.openxmlformats-officedocument.presentationml.tags+xml"/>
  <Override PartName="/ppt/tags/tag271.xml" ContentType="application/vnd.openxmlformats-officedocument.presentationml.tags+xml"/>
  <Override PartName="/ppt/tags/tag272.xml" ContentType="application/vnd.openxmlformats-officedocument.presentationml.tags+xml"/>
  <Override PartName="/ppt/tags/tag273.xml" ContentType="application/vnd.openxmlformats-officedocument.presentationml.tags+xml"/>
  <Override PartName="/ppt/tags/tag274.xml" ContentType="application/vnd.openxmlformats-officedocument.presentationml.tags+xml"/>
  <Override PartName="/ppt/tags/tag275.xml" ContentType="application/vnd.openxmlformats-officedocument.presentationml.tags+xml"/>
  <Override PartName="/ppt/tags/tag276.xml" ContentType="application/vnd.openxmlformats-officedocument.presentationml.tags+xml"/>
  <Override PartName="/ppt/tags/tag277.xml" ContentType="application/vnd.openxmlformats-officedocument.presentationml.tags+xml"/>
  <Override PartName="/ppt/tags/tag278.xml" ContentType="application/vnd.openxmlformats-officedocument.presentationml.tags+xml"/>
  <Override PartName="/ppt/tags/tag279.xml" ContentType="application/vnd.openxmlformats-officedocument.presentationml.tags+xml"/>
  <Override PartName="/ppt/tags/tag280.xml" ContentType="application/vnd.openxmlformats-officedocument.presentationml.tags+xml"/>
  <Override PartName="/ppt/tags/tag281.xml" ContentType="application/vnd.openxmlformats-officedocument.presentationml.tags+xml"/>
  <Override PartName="/ppt/tags/tag282.xml" ContentType="application/vnd.openxmlformats-officedocument.presentationml.tags+xml"/>
  <Override PartName="/ppt/tags/tag283.xml" ContentType="application/vnd.openxmlformats-officedocument.presentationml.tags+xml"/>
  <Override PartName="/ppt/tags/tag284.xml" ContentType="application/vnd.openxmlformats-officedocument.presentationml.tags+xml"/>
  <Override PartName="/ppt/tags/tag285.xml" ContentType="application/vnd.openxmlformats-officedocument.presentationml.tags+xml"/>
  <Override PartName="/ppt/tags/tag286.xml" ContentType="application/vnd.openxmlformats-officedocument.presentationml.tags+xml"/>
  <Override PartName="/ppt/tags/tag287.xml" ContentType="application/vnd.openxmlformats-officedocument.presentationml.tags+xml"/>
  <Override PartName="/ppt/tags/tag288.xml" ContentType="application/vnd.openxmlformats-officedocument.presentationml.tags+xml"/>
  <Override PartName="/ppt/tags/tag289.xml" ContentType="application/vnd.openxmlformats-officedocument.presentationml.tags+xml"/>
  <Override PartName="/ppt/tags/tag290.xml" ContentType="application/vnd.openxmlformats-officedocument.presentationml.tags+xml"/>
  <Override PartName="/ppt/tags/tag291.xml" ContentType="application/vnd.openxmlformats-officedocument.presentationml.tags+xml"/>
  <Override PartName="/ppt/tags/tag292.xml" ContentType="application/vnd.openxmlformats-officedocument.presentationml.tags+xml"/>
  <Override PartName="/ppt/tags/tag293.xml" ContentType="application/vnd.openxmlformats-officedocument.presentationml.tags+xml"/>
  <Override PartName="/ppt/tags/tag294.xml" ContentType="application/vnd.openxmlformats-officedocument.presentationml.tags+xml"/>
  <Override PartName="/ppt/tags/tag295.xml" ContentType="application/vnd.openxmlformats-officedocument.presentationml.tags+xml"/>
  <Override PartName="/ppt/tags/tag296.xml" ContentType="application/vnd.openxmlformats-officedocument.presentationml.tags+xml"/>
  <Override PartName="/ppt/tags/tag297.xml" ContentType="application/vnd.openxmlformats-officedocument.presentationml.tags+xml"/>
  <Override PartName="/ppt/tags/tag298.xml" ContentType="application/vnd.openxmlformats-officedocument.presentationml.tags+xml"/>
  <Override PartName="/ppt/tags/tag299.xml" ContentType="application/vnd.openxmlformats-officedocument.presentationml.tags+xml"/>
  <Override PartName="/ppt/tags/tag300.xml" ContentType="application/vnd.openxmlformats-officedocument.presentationml.tags+xml"/>
  <Override PartName="/ppt/tags/tag301.xml" ContentType="application/vnd.openxmlformats-officedocument.presentationml.tags+xml"/>
  <Override PartName="/ppt/tags/tag302.xml" ContentType="application/vnd.openxmlformats-officedocument.presentationml.tags+xml"/>
  <Override PartName="/ppt/tags/tag303.xml" ContentType="application/vnd.openxmlformats-officedocument.presentationml.tags+xml"/>
  <Override PartName="/ppt/tags/tag304.xml" ContentType="application/vnd.openxmlformats-officedocument.presentationml.tags+xml"/>
  <Override PartName="/ppt/tags/tag305.xml" ContentType="application/vnd.openxmlformats-officedocument.presentationml.tags+xml"/>
  <Override PartName="/ppt/tags/tag306.xml" ContentType="application/vnd.openxmlformats-officedocument.presentationml.tags+xml"/>
  <Override PartName="/ppt/tags/tag307.xml" ContentType="application/vnd.openxmlformats-officedocument.presentationml.tags+xml"/>
  <Override PartName="/ppt/tags/tag308.xml" ContentType="application/vnd.openxmlformats-officedocument.presentationml.tags+xml"/>
  <Override PartName="/ppt/tags/tag309.xml" ContentType="application/vnd.openxmlformats-officedocument.presentationml.tags+xml"/>
  <Override PartName="/ppt/tags/tag310.xml" ContentType="application/vnd.openxmlformats-officedocument.presentationml.tags+xml"/>
  <Override PartName="/ppt/tags/tag311.xml" ContentType="application/vnd.openxmlformats-officedocument.presentationml.tags+xml"/>
  <Override PartName="/ppt/tags/tag312.xml" ContentType="application/vnd.openxmlformats-officedocument.presentationml.tags+xml"/>
  <Override PartName="/ppt/tags/tag313.xml" ContentType="application/vnd.openxmlformats-officedocument.presentationml.tags+xml"/>
  <Override PartName="/ppt/tags/tag314.xml" ContentType="application/vnd.openxmlformats-officedocument.presentationml.tags+xml"/>
  <Override PartName="/ppt/tags/tag315.xml" ContentType="application/vnd.openxmlformats-officedocument.presentationml.tags+xml"/>
  <Override PartName="/ppt/tags/tag316.xml" ContentType="application/vnd.openxmlformats-officedocument.presentationml.tags+xml"/>
  <Override PartName="/ppt/tags/tag317.xml" ContentType="application/vnd.openxmlformats-officedocument.presentationml.tags+xml"/>
  <Override PartName="/ppt/tags/tag318.xml" ContentType="application/vnd.openxmlformats-officedocument.presentationml.tags+xml"/>
  <Override PartName="/ppt/tags/tag319.xml" ContentType="application/vnd.openxmlformats-officedocument.presentationml.tags+xml"/>
  <Override PartName="/ppt/tags/tag320.xml" ContentType="application/vnd.openxmlformats-officedocument.presentationml.tags+xml"/>
  <Override PartName="/ppt/tags/tag321.xml" ContentType="application/vnd.openxmlformats-officedocument.presentationml.tags+xml"/>
  <Override PartName="/ppt/tags/tag322.xml" ContentType="application/vnd.openxmlformats-officedocument.presentationml.tags+xml"/>
  <Override PartName="/ppt/tags/tag323.xml" ContentType="application/vnd.openxmlformats-officedocument.presentationml.tags+xml"/>
  <Override PartName="/ppt/tags/tag324.xml" ContentType="application/vnd.openxmlformats-officedocument.presentationml.tags+xml"/>
  <Override PartName="/ppt/tags/tag325.xml" ContentType="application/vnd.openxmlformats-officedocument.presentationml.tags+xml"/>
  <Override PartName="/ppt/tags/tag326.xml" ContentType="application/vnd.openxmlformats-officedocument.presentationml.tags+xml"/>
  <Override PartName="/ppt/tags/tag327.xml" ContentType="application/vnd.openxmlformats-officedocument.presentationml.tags+xml"/>
  <Override PartName="/ppt/tags/tag328.xml" ContentType="application/vnd.openxmlformats-officedocument.presentationml.tags+xml"/>
  <Override PartName="/ppt/tags/tag329.xml" ContentType="application/vnd.openxmlformats-officedocument.presentationml.tags+xml"/>
  <Override PartName="/ppt/tags/tag330.xml" ContentType="application/vnd.openxmlformats-officedocument.presentationml.tags+xml"/>
  <Override PartName="/ppt/tags/tag331.xml" ContentType="application/vnd.openxmlformats-officedocument.presentationml.tags+xml"/>
  <Override PartName="/ppt/tags/tag332.xml" ContentType="application/vnd.openxmlformats-officedocument.presentationml.tags+xml"/>
  <Override PartName="/ppt/tags/tag333.xml" ContentType="application/vnd.openxmlformats-officedocument.presentationml.tags+xml"/>
  <Override PartName="/ppt/tags/tag334.xml" ContentType="application/vnd.openxmlformats-officedocument.presentationml.tags+xml"/>
  <Override PartName="/ppt/tags/tag335.xml" ContentType="application/vnd.openxmlformats-officedocument.presentationml.tags+xml"/>
  <Override PartName="/ppt/tags/tag336.xml" ContentType="application/vnd.openxmlformats-officedocument.presentationml.tags+xml"/>
  <Override PartName="/ppt/tags/tag337.xml" ContentType="application/vnd.openxmlformats-officedocument.presentationml.tags+xml"/>
  <Override PartName="/ppt/tags/tag338.xml" ContentType="application/vnd.openxmlformats-officedocument.presentationml.tags+xml"/>
  <Override PartName="/ppt/tags/tag339.xml" ContentType="application/vnd.openxmlformats-officedocument.presentationml.tags+xml"/>
  <Override PartName="/ppt/tags/tag340.xml" ContentType="application/vnd.openxmlformats-officedocument.presentationml.tags+xml"/>
  <Override PartName="/ppt/tags/tag341.xml" ContentType="application/vnd.openxmlformats-officedocument.presentationml.tags+xml"/>
  <Override PartName="/ppt/tags/tag342.xml" ContentType="application/vnd.openxmlformats-officedocument.presentationml.tags+xml"/>
  <Override PartName="/ppt/tags/tag343.xml" ContentType="application/vnd.openxmlformats-officedocument.presentationml.tags+xml"/>
  <Override PartName="/ppt/tags/tag344.xml" ContentType="application/vnd.openxmlformats-officedocument.presentationml.tags+xml"/>
  <Override PartName="/ppt/tags/tag345.xml" ContentType="application/vnd.openxmlformats-officedocument.presentationml.tags+xml"/>
  <Override PartName="/ppt/tags/tag346.xml" ContentType="application/vnd.openxmlformats-officedocument.presentationml.tags+xml"/>
  <Override PartName="/ppt/tags/tag347.xml" ContentType="application/vnd.openxmlformats-officedocument.presentationml.tags+xml"/>
  <Override PartName="/ppt/tags/tag348.xml" ContentType="application/vnd.openxmlformats-officedocument.presentationml.tags+xml"/>
  <Override PartName="/ppt/tags/tag349.xml" ContentType="application/vnd.openxmlformats-officedocument.presentationml.tags+xml"/>
  <Override PartName="/ppt/tags/tag350.xml" ContentType="application/vnd.openxmlformats-officedocument.presentationml.tags+xml"/>
  <Override PartName="/ppt/tags/tag351.xml" ContentType="application/vnd.openxmlformats-officedocument.presentationml.tags+xml"/>
  <Override PartName="/ppt/tags/tag352.xml" ContentType="application/vnd.openxmlformats-officedocument.presentationml.tags+xml"/>
  <Override PartName="/ppt/tags/tag353.xml" ContentType="application/vnd.openxmlformats-officedocument.presentationml.tags+xml"/>
  <Override PartName="/ppt/tags/tag354.xml" ContentType="application/vnd.openxmlformats-officedocument.presentationml.tags+xml"/>
  <Override PartName="/ppt/tags/tag355.xml" ContentType="application/vnd.openxmlformats-officedocument.presentationml.tags+xml"/>
  <Override PartName="/ppt/tags/tag356.xml" ContentType="application/vnd.openxmlformats-officedocument.presentationml.tags+xml"/>
  <Override PartName="/ppt/tags/tag357.xml" ContentType="application/vnd.openxmlformats-officedocument.presentationml.tags+xml"/>
  <Override PartName="/ppt/tags/tag358.xml" ContentType="application/vnd.openxmlformats-officedocument.presentationml.tags+xml"/>
  <Override PartName="/ppt/tags/tag359.xml" ContentType="application/vnd.openxmlformats-officedocument.presentationml.tags+xml"/>
  <Override PartName="/ppt/tags/tag360.xml" ContentType="application/vnd.openxmlformats-officedocument.presentationml.tags+xml"/>
  <Override PartName="/ppt/tags/tag361.xml" ContentType="application/vnd.openxmlformats-officedocument.presentationml.tags+xml"/>
  <Override PartName="/ppt/tags/tag362.xml" ContentType="application/vnd.openxmlformats-officedocument.presentationml.tags+xml"/>
  <Override PartName="/ppt/tags/tag363.xml" ContentType="application/vnd.openxmlformats-officedocument.presentationml.tags+xml"/>
  <Override PartName="/ppt/tags/tag364.xml" ContentType="application/vnd.openxmlformats-officedocument.presentationml.tags+xml"/>
  <Override PartName="/ppt/tags/tag365.xml" ContentType="application/vnd.openxmlformats-officedocument.presentationml.tags+xml"/>
  <Override PartName="/ppt/tags/tag366.xml" ContentType="application/vnd.openxmlformats-officedocument.presentationml.tags+xml"/>
  <Override PartName="/ppt/tags/tag367.xml" ContentType="application/vnd.openxmlformats-officedocument.presentationml.tags+xml"/>
  <Override PartName="/ppt/tags/tag368.xml" ContentType="application/vnd.openxmlformats-officedocument.presentationml.tags+xml"/>
  <Override PartName="/ppt/tags/tag369.xml" ContentType="application/vnd.openxmlformats-officedocument.presentationml.tags+xml"/>
  <Override PartName="/ppt/tags/tag370.xml" ContentType="application/vnd.openxmlformats-officedocument.presentationml.tags+xml"/>
  <Override PartName="/ppt/tags/tag371.xml" ContentType="application/vnd.openxmlformats-officedocument.presentationml.tags+xml"/>
  <Override PartName="/ppt/tags/tag372.xml" ContentType="application/vnd.openxmlformats-officedocument.presentationml.tags+xml"/>
  <Override PartName="/ppt/tags/tag373.xml" ContentType="application/vnd.openxmlformats-officedocument.presentationml.tags+xml"/>
  <Override PartName="/ppt/tags/tag374.xml" ContentType="application/vnd.openxmlformats-officedocument.presentationml.tags+xml"/>
  <Override PartName="/ppt/tags/tag375.xml" ContentType="application/vnd.openxmlformats-officedocument.presentationml.tags+xml"/>
  <Override PartName="/ppt/tags/tag376.xml" ContentType="application/vnd.openxmlformats-officedocument.presentationml.tags+xml"/>
  <Override PartName="/ppt/tags/tag377.xml" ContentType="application/vnd.openxmlformats-officedocument.presentationml.tags+xml"/>
  <Override PartName="/ppt/tags/tag378.xml" ContentType="application/vnd.openxmlformats-officedocument.presentationml.tags+xml"/>
  <Override PartName="/ppt/tags/tag379.xml" ContentType="application/vnd.openxmlformats-officedocument.presentationml.tags+xml"/>
  <Override PartName="/ppt/tags/tag380.xml" ContentType="application/vnd.openxmlformats-officedocument.presentationml.tags+xml"/>
  <Override PartName="/ppt/tags/tag381.xml" ContentType="application/vnd.openxmlformats-officedocument.presentationml.tags+xml"/>
  <Override PartName="/ppt/tags/tag382.xml" ContentType="application/vnd.openxmlformats-officedocument.presentationml.tags+xml"/>
  <Override PartName="/ppt/tags/tag383.xml" ContentType="application/vnd.openxmlformats-officedocument.presentationml.tags+xml"/>
  <Override PartName="/ppt/tags/tag384.xml" ContentType="application/vnd.openxmlformats-officedocument.presentationml.tags+xml"/>
  <Override PartName="/ppt/tags/tag385.xml" ContentType="application/vnd.openxmlformats-officedocument.presentationml.tags+xml"/>
  <Override PartName="/ppt/tags/tag386.xml" ContentType="application/vnd.openxmlformats-officedocument.presentationml.tags+xml"/>
  <Override PartName="/ppt/tags/tag387.xml" ContentType="application/vnd.openxmlformats-officedocument.presentationml.tags+xml"/>
  <Override PartName="/ppt/tags/tag388.xml" ContentType="application/vnd.openxmlformats-officedocument.presentationml.tags+xml"/>
  <Override PartName="/ppt/tags/tag389.xml" ContentType="application/vnd.openxmlformats-officedocument.presentationml.tags+xml"/>
  <Override PartName="/ppt/tags/tag390.xml" ContentType="application/vnd.openxmlformats-officedocument.presentationml.tags+xml"/>
  <Override PartName="/ppt/tags/tag391.xml" ContentType="application/vnd.openxmlformats-officedocument.presentationml.tags+xml"/>
  <Override PartName="/ppt/tags/tag392.xml" ContentType="application/vnd.openxmlformats-officedocument.presentationml.tags+xml"/>
  <Override PartName="/ppt/tags/tag393.xml" ContentType="application/vnd.openxmlformats-officedocument.presentationml.tags+xml"/>
  <Override PartName="/ppt/tags/tag394.xml" ContentType="application/vnd.openxmlformats-officedocument.presentationml.tags+xml"/>
  <Override PartName="/ppt/tags/tag395.xml" ContentType="application/vnd.openxmlformats-officedocument.presentationml.tags+xml"/>
  <Override PartName="/ppt/tags/tag396.xml" ContentType="application/vnd.openxmlformats-officedocument.presentationml.tags+xml"/>
  <Override PartName="/ppt/tags/tag397.xml" ContentType="application/vnd.openxmlformats-officedocument.presentationml.tags+xml"/>
  <Override PartName="/ppt/tags/tag398.xml" ContentType="application/vnd.openxmlformats-officedocument.presentationml.tags+xml"/>
  <Override PartName="/ppt/tags/tag399.xml" ContentType="application/vnd.openxmlformats-officedocument.presentationml.tags+xml"/>
  <Override PartName="/ppt/tags/tag400.xml" ContentType="application/vnd.openxmlformats-officedocument.presentationml.tags+xml"/>
  <Override PartName="/ppt/tags/tag401.xml" ContentType="application/vnd.openxmlformats-officedocument.presentationml.tags+xml"/>
  <Override PartName="/ppt/tags/tag402.xml" ContentType="application/vnd.openxmlformats-officedocument.presentationml.tags+xml"/>
  <Override PartName="/ppt/tags/tag403.xml" ContentType="application/vnd.openxmlformats-officedocument.presentationml.tags+xml"/>
  <Override PartName="/ppt/tags/tag404.xml" ContentType="application/vnd.openxmlformats-officedocument.presentationml.tags+xml"/>
  <Override PartName="/ppt/tags/tag405.xml" ContentType="application/vnd.openxmlformats-officedocument.presentationml.tags+xml"/>
  <Override PartName="/ppt/tags/tag406.xml" ContentType="application/vnd.openxmlformats-officedocument.presentationml.tags+xml"/>
  <Override PartName="/ppt/tags/tag407.xml" ContentType="application/vnd.openxmlformats-officedocument.presentationml.tags+xml"/>
  <Override PartName="/ppt/tags/tag408.xml" ContentType="application/vnd.openxmlformats-officedocument.presentationml.tags+xml"/>
  <Override PartName="/ppt/tags/tag409.xml" ContentType="application/vnd.openxmlformats-officedocument.presentationml.tags+xml"/>
  <Override PartName="/ppt/tags/tag410.xml" ContentType="application/vnd.openxmlformats-officedocument.presentationml.tags+xml"/>
  <Override PartName="/ppt/tags/tag411.xml" ContentType="application/vnd.openxmlformats-officedocument.presentationml.tags+xml"/>
  <Override PartName="/ppt/tags/tag412.xml" ContentType="application/vnd.openxmlformats-officedocument.presentationml.tags+xml"/>
  <Override PartName="/ppt/tags/tag413.xml" ContentType="application/vnd.openxmlformats-officedocument.presentationml.tags+xml"/>
  <Override PartName="/ppt/tags/tag414.xml" ContentType="application/vnd.openxmlformats-officedocument.presentationml.tags+xml"/>
  <Override PartName="/ppt/tags/tag415.xml" ContentType="application/vnd.openxmlformats-officedocument.presentationml.tags+xml"/>
  <Override PartName="/ppt/tags/tag416.xml" ContentType="application/vnd.openxmlformats-officedocument.presentationml.tags+xml"/>
  <Override PartName="/ppt/tags/tag417.xml" ContentType="application/vnd.openxmlformats-officedocument.presentationml.tags+xml"/>
  <Override PartName="/ppt/tags/tag418.xml" ContentType="application/vnd.openxmlformats-officedocument.presentationml.tags+xml"/>
  <Override PartName="/ppt/tags/tag419.xml" ContentType="application/vnd.openxmlformats-officedocument.presentationml.tags+xml"/>
  <Override PartName="/ppt/tags/tag420.xml" ContentType="application/vnd.openxmlformats-officedocument.presentationml.tags+xml"/>
  <Override PartName="/ppt/tags/tag421.xml" ContentType="application/vnd.openxmlformats-officedocument.presentationml.tags+xml"/>
  <Override PartName="/ppt/tags/tag422.xml" ContentType="application/vnd.openxmlformats-officedocument.presentationml.tags+xml"/>
  <Override PartName="/ppt/tags/tag423.xml" ContentType="application/vnd.openxmlformats-officedocument.presentationml.tags+xml"/>
  <Override PartName="/ppt/tags/tag424.xml" ContentType="application/vnd.openxmlformats-officedocument.presentationml.tags+xml"/>
  <Override PartName="/ppt/tags/tag425.xml" ContentType="application/vnd.openxmlformats-officedocument.presentationml.tags+xml"/>
  <Override PartName="/ppt/tags/tag426.xml" ContentType="application/vnd.openxmlformats-officedocument.presentationml.tags+xml"/>
  <Override PartName="/ppt/tags/tag427.xml" ContentType="application/vnd.openxmlformats-officedocument.presentationml.tags+xml"/>
  <Override PartName="/ppt/tags/tag428.xml" ContentType="application/vnd.openxmlformats-officedocument.presentationml.tags+xml"/>
  <Override PartName="/ppt/tags/tag429.xml" ContentType="application/vnd.openxmlformats-officedocument.presentationml.tags+xml"/>
  <Override PartName="/ppt/tags/tag430.xml" ContentType="application/vnd.openxmlformats-officedocument.presentationml.tags+xml"/>
  <Override PartName="/ppt/tags/tag431.xml" ContentType="application/vnd.openxmlformats-officedocument.presentationml.tags+xml"/>
  <Override PartName="/ppt/tags/tag432.xml" ContentType="application/vnd.openxmlformats-officedocument.presentationml.tags+xml"/>
  <Override PartName="/ppt/tags/tag433.xml" ContentType="application/vnd.openxmlformats-officedocument.presentationml.tags+xml"/>
  <Override PartName="/ppt/tags/tag434.xml" ContentType="application/vnd.openxmlformats-officedocument.presentationml.tags+xml"/>
  <Override PartName="/ppt/tags/tag435.xml" ContentType="application/vnd.openxmlformats-officedocument.presentationml.tags+xml"/>
  <Override PartName="/ppt/tags/tag436.xml" ContentType="application/vnd.openxmlformats-officedocument.presentationml.tags+xml"/>
  <Override PartName="/ppt/tags/tag437.xml" ContentType="application/vnd.openxmlformats-officedocument.presentationml.tags+xml"/>
  <Override PartName="/ppt/tags/tag438.xml" ContentType="application/vnd.openxmlformats-officedocument.presentationml.tags+xml"/>
  <Override PartName="/ppt/tags/tag439.xml" ContentType="application/vnd.openxmlformats-officedocument.presentationml.tags+xml"/>
  <Override PartName="/ppt/tags/tag440.xml" ContentType="application/vnd.openxmlformats-officedocument.presentationml.tags+xml"/>
  <Override PartName="/ppt/tags/tag441.xml" ContentType="application/vnd.openxmlformats-officedocument.presentationml.tags+xml"/>
  <Override PartName="/ppt/tags/tag442.xml" ContentType="application/vnd.openxmlformats-officedocument.presentationml.tags+xml"/>
  <Override PartName="/ppt/tags/tag443.xml" ContentType="application/vnd.openxmlformats-officedocument.presentationml.tags+xml"/>
  <Override PartName="/ppt/tags/tag444.xml" ContentType="application/vnd.openxmlformats-officedocument.presentationml.tags+xml"/>
  <Override PartName="/ppt/tags/tag445.xml" ContentType="application/vnd.openxmlformats-officedocument.presentationml.tags+xml"/>
  <Override PartName="/ppt/tags/tag446.xml" ContentType="application/vnd.openxmlformats-officedocument.presentationml.tags+xml"/>
  <Override PartName="/ppt/tags/tag447.xml" ContentType="application/vnd.openxmlformats-officedocument.presentationml.tags+xml"/>
  <Override PartName="/ppt/tags/tag448.xml" ContentType="application/vnd.openxmlformats-officedocument.presentationml.tags+xml"/>
  <Override PartName="/ppt/tags/tag449.xml" ContentType="application/vnd.openxmlformats-officedocument.presentationml.tags+xml"/>
  <Override PartName="/ppt/tags/tag450.xml" ContentType="application/vnd.openxmlformats-officedocument.presentationml.tags+xml"/>
  <Override PartName="/ppt/tags/tag451.xml" ContentType="application/vnd.openxmlformats-officedocument.presentationml.tags+xml"/>
  <Override PartName="/ppt/tags/tag452.xml" ContentType="application/vnd.openxmlformats-officedocument.presentationml.tags+xml"/>
  <Override PartName="/ppt/tags/tag453.xml" ContentType="application/vnd.openxmlformats-officedocument.presentationml.tags+xml"/>
  <Override PartName="/ppt/tags/tag454.xml" ContentType="application/vnd.openxmlformats-officedocument.presentationml.tags+xml"/>
  <Override PartName="/ppt/tags/tag455.xml" ContentType="application/vnd.openxmlformats-officedocument.presentationml.tags+xml"/>
  <Override PartName="/ppt/tags/tag456.xml" ContentType="application/vnd.openxmlformats-officedocument.presentationml.tags+xml"/>
  <Override PartName="/ppt/tags/tag457.xml" ContentType="application/vnd.openxmlformats-officedocument.presentationml.tags+xml"/>
  <Override PartName="/ppt/tags/tag458.xml" ContentType="application/vnd.openxmlformats-officedocument.presentationml.tags+xml"/>
  <Override PartName="/ppt/tags/tag459.xml" ContentType="application/vnd.openxmlformats-officedocument.presentationml.tags+xml"/>
  <Override PartName="/ppt/tags/tag460.xml" ContentType="application/vnd.openxmlformats-officedocument.presentationml.tags+xml"/>
  <Override PartName="/ppt/tags/tag461.xml" ContentType="application/vnd.openxmlformats-officedocument.presentationml.tags+xml"/>
  <Override PartName="/ppt/tags/tag462.xml" ContentType="application/vnd.openxmlformats-officedocument.presentationml.tags+xml"/>
  <Override PartName="/ppt/tags/tag463.xml" ContentType="application/vnd.openxmlformats-officedocument.presentationml.tags+xml"/>
  <Override PartName="/ppt/tags/tag464.xml" ContentType="application/vnd.openxmlformats-officedocument.presentationml.tags+xml"/>
  <Override PartName="/ppt/tags/tag465.xml" ContentType="application/vnd.openxmlformats-officedocument.presentationml.tags+xml"/>
  <Override PartName="/ppt/tags/tag466.xml" ContentType="application/vnd.openxmlformats-officedocument.presentationml.tags+xml"/>
  <Override PartName="/ppt/tags/tag467.xml" ContentType="application/vnd.openxmlformats-officedocument.presentationml.tags+xml"/>
  <Override PartName="/ppt/tags/tag468.xml" ContentType="application/vnd.openxmlformats-officedocument.presentationml.tags+xml"/>
  <Override PartName="/ppt/tags/tag469.xml" ContentType="application/vnd.openxmlformats-officedocument.presentationml.tags+xml"/>
  <Override PartName="/ppt/tags/tag470.xml" ContentType="application/vnd.openxmlformats-officedocument.presentationml.tags+xml"/>
  <Override PartName="/ppt/tags/tag471.xml" ContentType="application/vnd.openxmlformats-officedocument.presentationml.tags+xml"/>
  <Override PartName="/ppt/tags/tag472.xml" ContentType="application/vnd.openxmlformats-officedocument.presentationml.tags+xml"/>
  <Override PartName="/ppt/tags/tag473.xml" ContentType="application/vnd.openxmlformats-officedocument.presentationml.tags+xml"/>
  <Override PartName="/ppt/tags/tag474.xml" ContentType="application/vnd.openxmlformats-officedocument.presentationml.tags+xml"/>
  <Override PartName="/ppt/tags/tag475.xml" ContentType="application/vnd.openxmlformats-officedocument.presentationml.tags+xml"/>
  <Override PartName="/ppt/tags/tag476.xml" ContentType="application/vnd.openxmlformats-officedocument.presentationml.tags+xml"/>
  <Override PartName="/ppt/tags/tag477.xml" ContentType="application/vnd.openxmlformats-officedocument.presentationml.tags+xml"/>
  <Override PartName="/ppt/tags/tag478.xml" ContentType="application/vnd.openxmlformats-officedocument.presentationml.tags+xml"/>
  <Override PartName="/ppt/tags/tag479.xml" ContentType="application/vnd.openxmlformats-officedocument.presentationml.tags+xml"/>
  <Override PartName="/ppt/tags/tag480.xml" ContentType="application/vnd.openxmlformats-officedocument.presentationml.tags+xml"/>
  <Override PartName="/ppt/tags/tag481.xml" ContentType="application/vnd.openxmlformats-officedocument.presentationml.tags+xml"/>
  <Override PartName="/ppt/tags/tag482.xml" ContentType="application/vnd.openxmlformats-officedocument.presentationml.tags+xml"/>
  <Override PartName="/ppt/tags/tag483.xml" ContentType="application/vnd.openxmlformats-officedocument.presentationml.tags+xml"/>
  <Override PartName="/ppt/tags/tag484.xml" ContentType="application/vnd.openxmlformats-officedocument.presentationml.tags+xml"/>
  <Override PartName="/ppt/tags/tag485.xml" ContentType="application/vnd.openxmlformats-officedocument.presentationml.tags+xml"/>
  <Override PartName="/ppt/tags/tag486.xml" ContentType="application/vnd.openxmlformats-officedocument.presentationml.tags+xml"/>
  <Override PartName="/ppt/tags/tag487.xml" ContentType="application/vnd.openxmlformats-officedocument.presentationml.tags+xml"/>
  <Override PartName="/ppt/tags/tag488.xml" ContentType="application/vnd.openxmlformats-officedocument.presentationml.tags+xml"/>
  <Override PartName="/ppt/tags/tag489.xml" ContentType="application/vnd.openxmlformats-officedocument.presentationml.tags+xml"/>
  <Override PartName="/ppt/tags/tag490.xml" ContentType="application/vnd.openxmlformats-officedocument.presentationml.tags+xml"/>
  <Override PartName="/ppt/tags/tag491.xml" ContentType="application/vnd.openxmlformats-officedocument.presentationml.tags+xml"/>
  <Override PartName="/ppt/tags/tag492.xml" ContentType="application/vnd.openxmlformats-officedocument.presentationml.tags+xml"/>
  <Override PartName="/ppt/tags/tag493.xml" ContentType="application/vnd.openxmlformats-officedocument.presentationml.tags+xml"/>
  <Override PartName="/ppt/tags/tag494.xml" ContentType="application/vnd.openxmlformats-officedocument.presentationml.tags+xml"/>
  <Override PartName="/ppt/tags/tag495.xml" ContentType="application/vnd.openxmlformats-officedocument.presentationml.tags+xml"/>
  <Override PartName="/ppt/tags/tag496.xml" ContentType="application/vnd.openxmlformats-officedocument.presentationml.tags+xml"/>
  <Override PartName="/ppt/tags/tag497.xml" ContentType="application/vnd.openxmlformats-officedocument.presentationml.tags+xml"/>
  <Override PartName="/ppt/tags/tag498.xml" ContentType="application/vnd.openxmlformats-officedocument.presentationml.tags+xml"/>
  <Override PartName="/ppt/tags/tag499.xml" ContentType="application/vnd.openxmlformats-officedocument.presentationml.tags+xml"/>
  <Override PartName="/ppt/tags/tag500.xml" ContentType="application/vnd.openxmlformats-officedocument.presentationml.tags+xml"/>
  <Override PartName="/ppt/tags/tag501.xml" ContentType="application/vnd.openxmlformats-officedocument.presentationml.tags+xml"/>
  <Override PartName="/ppt/tags/tag502.xml" ContentType="application/vnd.openxmlformats-officedocument.presentationml.tags+xml"/>
  <Override PartName="/ppt/tags/tag503.xml" ContentType="application/vnd.openxmlformats-officedocument.presentationml.tags+xml"/>
  <Override PartName="/ppt/tags/tag504.xml" ContentType="application/vnd.openxmlformats-officedocument.presentationml.tags+xml"/>
  <Override PartName="/ppt/tags/tag505.xml" ContentType="application/vnd.openxmlformats-officedocument.presentationml.tags+xml"/>
  <Override PartName="/ppt/tags/tag506.xml" ContentType="application/vnd.openxmlformats-officedocument.presentationml.tags+xml"/>
  <Override PartName="/ppt/tags/tag507.xml" ContentType="application/vnd.openxmlformats-officedocument.presentationml.tags+xml"/>
  <Override PartName="/ppt/tags/tag508.xml" ContentType="application/vnd.openxmlformats-officedocument.presentationml.tags+xml"/>
  <Override PartName="/ppt/tags/tag509.xml" ContentType="application/vnd.openxmlformats-officedocument.presentationml.tags+xml"/>
  <Override PartName="/ppt/tags/tag510.xml" ContentType="application/vnd.openxmlformats-officedocument.presentationml.tags+xml"/>
  <Override PartName="/ppt/tags/tag511.xml" ContentType="application/vnd.openxmlformats-officedocument.presentationml.tags+xml"/>
  <Override PartName="/ppt/tags/tag512.xml" ContentType="application/vnd.openxmlformats-officedocument.presentationml.tags+xml"/>
  <Override PartName="/ppt/tags/tag513.xml" ContentType="application/vnd.openxmlformats-officedocument.presentationml.tags+xml"/>
  <Override PartName="/ppt/tags/tag514.xml" ContentType="application/vnd.openxmlformats-officedocument.presentationml.tags+xml"/>
  <Override PartName="/ppt/tags/tag515.xml" ContentType="application/vnd.openxmlformats-officedocument.presentationml.tags+xml"/>
  <Override PartName="/ppt/tags/tag516.xml" ContentType="application/vnd.openxmlformats-officedocument.presentationml.tags+xml"/>
  <Override PartName="/ppt/tags/tag517.xml" ContentType="application/vnd.openxmlformats-officedocument.presentationml.tags+xml"/>
  <Override PartName="/ppt/tags/tag518.xml" ContentType="application/vnd.openxmlformats-officedocument.presentationml.tags+xml"/>
  <Override PartName="/ppt/tags/tag519.xml" ContentType="application/vnd.openxmlformats-officedocument.presentationml.tags+xml"/>
  <Override PartName="/ppt/tags/tag520.xml" ContentType="application/vnd.openxmlformats-officedocument.presentationml.tags+xml"/>
  <Override PartName="/ppt/tags/tag521.xml" ContentType="application/vnd.openxmlformats-officedocument.presentationml.tags+xml"/>
  <Override PartName="/ppt/tags/tag522.xml" ContentType="application/vnd.openxmlformats-officedocument.presentationml.tags+xml"/>
  <Override PartName="/ppt/tags/tag523.xml" ContentType="application/vnd.openxmlformats-officedocument.presentationml.tags+xml"/>
  <Override PartName="/ppt/tags/tag524.xml" ContentType="application/vnd.openxmlformats-officedocument.presentationml.tags+xml"/>
  <Override PartName="/ppt/tags/tag525.xml" ContentType="application/vnd.openxmlformats-officedocument.presentationml.tags+xml"/>
  <Override PartName="/ppt/tags/tag526.xml" ContentType="application/vnd.openxmlformats-officedocument.presentationml.tags+xml"/>
  <Override PartName="/ppt/tags/tag527.xml" ContentType="application/vnd.openxmlformats-officedocument.presentationml.tags+xml"/>
  <Override PartName="/ppt/tags/tag528.xml" ContentType="application/vnd.openxmlformats-officedocument.presentationml.tags+xml"/>
  <Override PartName="/ppt/tags/tag529.xml" ContentType="application/vnd.openxmlformats-officedocument.presentationml.tags+xml"/>
  <Override PartName="/ppt/tags/tag530.xml" ContentType="application/vnd.openxmlformats-officedocument.presentationml.tags+xml"/>
  <Override PartName="/ppt/tags/tag531.xml" ContentType="application/vnd.openxmlformats-officedocument.presentationml.tags+xml"/>
  <Override PartName="/ppt/tags/tag532.xml" ContentType="application/vnd.openxmlformats-officedocument.presentationml.tags+xml"/>
  <Override PartName="/ppt/tags/tag533.xml" ContentType="application/vnd.openxmlformats-officedocument.presentationml.tags+xml"/>
  <Override PartName="/ppt/tags/tag534.xml" ContentType="application/vnd.openxmlformats-officedocument.presentationml.tags+xml"/>
  <Override PartName="/ppt/tags/tag535.xml" ContentType="application/vnd.openxmlformats-officedocument.presentationml.tags+xml"/>
  <Override PartName="/ppt/tags/tag536.xml" ContentType="application/vnd.openxmlformats-officedocument.presentationml.tags+xml"/>
  <Override PartName="/ppt/tags/tag537.xml" ContentType="application/vnd.openxmlformats-officedocument.presentationml.tags+xml"/>
  <Override PartName="/ppt/tags/tag538.xml" ContentType="application/vnd.openxmlformats-officedocument.presentationml.tags+xml"/>
  <Override PartName="/ppt/tags/tag539.xml" ContentType="application/vnd.openxmlformats-officedocument.presentationml.tags+xml"/>
  <Override PartName="/ppt/tags/tag540.xml" ContentType="application/vnd.openxmlformats-officedocument.presentationml.tags+xml"/>
  <Override PartName="/ppt/tags/tag541.xml" ContentType="application/vnd.openxmlformats-officedocument.presentationml.tags+xml"/>
  <Override PartName="/ppt/tags/tag542.xml" ContentType="application/vnd.openxmlformats-officedocument.presentationml.tags+xml"/>
  <Override PartName="/ppt/tags/tag543.xml" ContentType="application/vnd.openxmlformats-officedocument.presentationml.tags+xml"/>
  <Override PartName="/ppt/tags/tag544.xml" ContentType="application/vnd.openxmlformats-officedocument.presentationml.tags+xml"/>
  <Override PartName="/ppt/tags/tag545.xml" ContentType="application/vnd.openxmlformats-officedocument.presentationml.tags+xml"/>
  <Override PartName="/ppt/tags/tag546.xml" ContentType="application/vnd.openxmlformats-officedocument.presentationml.tags+xml"/>
  <Override PartName="/ppt/tags/tag547.xml" ContentType="application/vnd.openxmlformats-officedocument.presentationml.tags+xml"/>
  <Override PartName="/ppt/tags/tag548.xml" ContentType="application/vnd.openxmlformats-officedocument.presentationml.tags+xml"/>
  <Override PartName="/ppt/tags/tag549.xml" ContentType="application/vnd.openxmlformats-officedocument.presentationml.tags+xml"/>
  <Override PartName="/ppt/tags/tag550.xml" ContentType="application/vnd.openxmlformats-officedocument.presentationml.tags+xml"/>
  <Override PartName="/ppt/tags/tag551.xml" ContentType="application/vnd.openxmlformats-officedocument.presentationml.tags+xml"/>
  <Override PartName="/ppt/tags/tag552.xml" ContentType="application/vnd.openxmlformats-officedocument.presentationml.tags+xml"/>
  <Override PartName="/ppt/tags/tag553.xml" ContentType="application/vnd.openxmlformats-officedocument.presentationml.tags+xml"/>
  <Override PartName="/ppt/tags/tag554.xml" ContentType="application/vnd.openxmlformats-officedocument.presentationml.tags+xml"/>
  <Override PartName="/ppt/tags/tag555.xml" ContentType="application/vnd.openxmlformats-officedocument.presentationml.tags+xml"/>
  <Override PartName="/ppt/tags/tag556.xml" ContentType="application/vnd.openxmlformats-officedocument.presentationml.tags+xml"/>
  <Override PartName="/ppt/tags/tag557.xml" ContentType="application/vnd.openxmlformats-officedocument.presentationml.tags+xml"/>
  <Override PartName="/ppt/tags/tag558.xml" ContentType="application/vnd.openxmlformats-officedocument.presentationml.tags+xml"/>
  <Override PartName="/ppt/tags/tag559.xml" ContentType="application/vnd.openxmlformats-officedocument.presentationml.tags+xml"/>
  <Override PartName="/ppt/tags/tag560.xml" ContentType="application/vnd.openxmlformats-officedocument.presentationml.tags+xml"/>
  <Override PartName="/ppt/tags/tag561.xml" ContentType="application/vnd.openxmlformats-officedocument.presentationml.tags+xml"/>
  <Override PartName="/ppt/tags/tag562.xml" ContentType="application/vnd.openxmlformats-officedocument.presentationml.tags+xml"/>
  <Override PartName="/ppt/tags/tag563.xml" ContentType="application/vnd.openxmlformats-officedocument.presentationml.tags+xml"/>
  <Override PartName="/ppt/tags/tag564.xml" ContentType="application/vnd.openxmlformats-officedocument.presentationml.tags+xml"/>
  <Override PartName="/ppt/tags/tag565.xml" ContentType="application/vnd.openxmlformats-officedocument.presentationml.tags+xml"/>
  <Override PartName="/ppt/tags/tag566.xml" ContentType="application/vnd.openxmlformats-officedocument.presentationml.tags+xml"/>
  <Override PartName="/ppt/tags/tag567.xml" ContentType="application/vnd.openxmlformats-officedocument.presentationml.tags+xml"/>
  <Override PartName="/ppt/tags/tag568.xml" ContentType="application/vnd.openxmlformats-officedocument.presentationml.tags+xml"/>
  <Override PartName="/ppt/tags/tag569.xml" ContentType="application/vnd.openxmlformats-officedocument.presentationml.tags+xml"/>
  <Override PartName="/ppt/tags/tag570.xml" ContentType="application/vnd.openxmlformats-officedocument.presentationml.tags+xml"/>
  <Override PartName="/ppt/tags/tag571.xml" ContentType="application/vnd.openxmlformats-officedocument.presentationml.tags+xml"/>
  <Override PartName="/ppt/tags/tag572.xml" ContentType="application/vnd.openxmlformats-officedocument.presentationml.tags+xml"/>
  <Override PartName="/ppt/tags/tag573.xml" ContentType="application/vnd.openxmlformats-officedocument.presentationml.tags+xml"/>
  <Override PartName="/ppt/tags/tag574.xml" ContentType="application/vnd.openxmlformats-officedocument.presentationml.tags+xml"/>
  <Override PartName="/ppt/tags/tag575.xml" ContentType="application/vnd.openxmlformats-officedocument.presentationml.tags+xml"/>
  <Override PartName="/ppt/tags/tag576.xml" ContentType="application/vnd.openxmlformats-officedocument.presentationml.tags+xml"/>
  <Override PartName="/ppt/tags/tag577.xml" ContentType="application/vnd.openxmlformats-officedocument.presentationml.tags+xml"/>
  <Override PartName="/ppt/tags/tag578.xml" ContentType="application/vnd.openxmlformats-officedocument.presentationml.tags+xml"/>
  <Override PartName="/ppt/tags/tag579.xml" ContentType="application/vnd.openxmlformats-officedocument.presentationml.tags+xml"/>
  <Override PartName="/ppt/tags/tag580.xml" ContentType="application/vnd.openxmlformats-officedocument.presentationml.tags+xml"/>
  <Override PartName="/ppt/tags/tag581.xml" ContentType="application/vnd.openxmlformats-officedocument.presentationml.tags+xml"/>
  <Override PartName="/ppt/tags/tag582.xml" ContentType="application/vnd.openxmlformats-officedocument.presentationml.tags+xml"/>
  <Override PartName="/ppt/tags/tag583.xml" ContentType="application/vnd.openxmlformats-officedocument.presentationml.tags+xml"/>
  <Override PartName="/ppt/tags/tag584.xml" ContentType="application/vnd.openxmlformats-officedocument.presentationml.tags+xml"/>
  <Override PartName="/ppt/tags/tag585.xml" ContentType="application/vnd.openxmlformats-officedocument.presentationml.tags+xml"/>
  <Override PartName="/ppt/tags/tag586.xml" ContentType="application/vnd.openxmlformats-officedocument.presentationml.tags+xml"/>
  <Override PartName="/ppt/tags/tag587.xml" ContentType="application/vnd.openxmlformats-officedocument.presentationml.tags+xml"/>
  <Override PartName="/ppt/tags/tag588.xml" ContentType="application/vnd.openxmlformats-officedocument.presentationml.tags+xml"/>
  <Override PartName="/ppt/tags/tag589.xml" ContentType="application/vnd.openxmlformats-officedocument.presentationml.tags+xml"/>
  <Override PartName="/ppt/tags/tag590.xml" ContentType="application/vnd.openxmlformats-officedocument.presentationml.tags+xml"/>
  <Override PartName="/ppt/tags/tag591.xml" ContentType="application/vnd.openxmlformats-officedocument.presentationml.tags+xml"/>
  <Override PartName="/ppt/tags/tag592.xml" ContentType="application/vnd.openxmlformats-officedocument.presentationml.tags+xml"/>
  <Override PartName="/ppt/tags/tag593.xml" ContentType="application/vnd.openxmlformats-officedocument.presentationml.tags+xml"/>
  <Override PartName="/ppt/tags/tag594.xml" ContentType="application/vnd.openxmlformats-officedocument.presentationml.tags+xml"/>
  <Override PartName="/ppt/tags/tag595.xml" ContentType="application/vnd.openxmlformats-officedocument.presentationml.tags+xml"/>
  <Override PartName="/ppt/tags/tag596.xml" ContentType="application/vnd.openxmlformats-officedocument.presentationml.tags+xml"/>
  <Override PartName="/ppt/tags/tag597.xml" ContentType="application/vnd.openxmlformats-officedocument.presentationml.tags+xml"/>
  <Override PartName="/ppt/tags/tag598.xml" ContentType="application/vnd.openxmlformats-officedocument.presentationml.tags+xml"/>
  <Override PartName="/ppt/tags/tag599.xml" ContentType="application/vnd.openxmlformats-officedocument.presentationml.tags+xml"/>
  <Override PartName="/ppt/tags/tag600.xml" ContentType="application/vnd.openxmlformats-officedocument.presentationml.tags+xml"/>
  <Override PartName="/ppt/tags/tag601.xml" ContentType="application/vnd.openxmlformats-officedocument.presentationml.tags+xml"/>
  <Override PartName="/ppt/tags/tag602.xml" ContentType="application/vnd.openxmlformats-officedocument.presentationml.tags+xml"/>
  <Override PartName="/ppt/tags/tag603.xml" ContentType="application/vnd.openxmlformats-officedocument.presentationml.tags+xml"/>
  <Override PartName="/ppt/tags/tag604.xml" ContentType="application/vnd.openxmlformats-officedocument.presentationml.tags+xml"/>
  <Override PartName="/ppt/tags/tag605.xml" ContentType="application/vnd.openxmlformats-officedocument.presentationml.tags+xml"/>
  <Override PartName="/ppt/tags/tag606.xml" ContentType="application/vnd.openxmlformats-officedocument.presentationml.tags+xml"/>
  <Override PartName="/ppt/tags/tag607.xml" ContentType="application/vnd.openxmlformats-officedocument.presentationml.tags+xml"/>
  <Override PartName="/ppt/tags/tag608.xml" ContentType="application/vnd.openxmlformats-officedocument.presentationml.tags+xml"/>
  <Override PartName="/ppt/tags/tag609.xml" ContentType="application/vnd.openxmlformats-officedocument.presentationml.tags+xml"/>
  <Override PartName="/ppt/tags/tag610.xml" ContentType="application/vnd.openxmlformats-officedocument.presentationml.tags+xml"/>
  <Override PartName="/ppt/tags/tag611.xml" ContentType="application/vnd.openxmlformats-officedocument.presentationml.tags+xml"/>
  <Override PartName="/ppt/tags/tag612.xml" ContentType="application/vnd.openxmlformats-officedocument.presentationml.tags+xml"/>
  <Override PartName="/ppt/tags/tag613.xml" ContentType="application/vnd.openxmlformats-officedocument.presentationml.tags+xml"/>
  <Override PartName="/ppt/tags/tag614.xml" ContentType="application/vnd.openxmlformats-officedocument.presentationml.tags+xml"/>
  <Override PartName="/ppt/tags/tag615.xml" ContentType="application/vnd.openxmlformats-officedocument.presentationml.tags+xml"/>
  <Override PartName="/ppt/tags/tag616.xml" ContentType="application/vnd.openxmlformats-officedocument.presentationml.tags+xml"/>
  <Override PartName="/ppt/tags/tag617.xml" ContentType="application/vnd.openxmlformats-officedocument.presentationml.tags+xml"/>
  <Override PartName="/ppt/tags/tag618.xml" ContentType="application/vnd.openxmlformats-officedocument.presentationml.tags+xml"/>
  <Override PartName="/ppt/tags/tag619.xml" ContentType="application/vnd.openxmlformats-officedocument.presentationml.tags+xml"/>
  <Override PartName="/ppt/tags/tag620.xml" ContentType="application/vnd.openxmlformats-officedocument.presentationml.tags+xml"/>
  <Override PartName="/ppt/tags/tag621.xml" ContentType="application/vnd.openxmlformats-officedocument.presentationml.tags+xml"/>
  <Override PartName="/ppt/tags/tag622.xml" ContentType="application/vnd.openxmlformats-officedocument.presentationml.tags+xml"/>
  <Override PartName="/ppt/tags/tag623.xml" ContentType="application/vnd.openxmlformats-officedocument.presentationml.tags+xml"/>
  <Override PartName="/ppt/tags/tag624.xml" ContentType="application/vnd.openxmlformats-officedocument.presentationml.tags+xml"/>
  <Override PartName="/ppt/tags/tag625.xml" ContentType="application/vnd.openxmlformats-officedocument.presentationml.tags+xml"/>
  <Override PartName="/ppt/tags/tag626.xml" ContentType="application/vnd.openxmlformats-officedocument.presentationml.tags+xml"/>
  <Override PartName="/ppt/tags/tag627.xml" ContentType="application/vnd.openxmlformats-officedocument.presentationml.tags+xml"/>
  <Override PartName="/ppt/tags/tag628.xml" ContentType="application/vnd.openxmlformats-officedocument.presentationml.tags+xml"/>
  <Override PartName="/ppt/tags/tag629.xml" ContentType="application/vnd.openxmlformats-officedocument.presentationml.tags+xml"/>
  <Override PartName="/ppt/tags/tag630.xml" ContentType="application/vnd.openxmlformats-officedocument.presentationml.tags+xml"/>
  <Override PartName="/ppt/tags/tag631.xml" ContentType="application/vnd.openxmlformats-officedocument.presentationml.tags+xml"/>
  <Override PartName="/ppt/tags/tag632.xml" ContentType="application/vnd.openxmlformats-officedocument.presentationml.tags+xml"/>
  <Override PartName="/ppt/tags/tag633.xml" ContentType="application/vnd.openxmlformats-officedocument.presentationml.tags+xml"/>
  <Override PartName="/ppt/tags/tag634.xml" ContentType="application/vnd.openxmlformats-officedocument.presentationml.tags+xml"/>
  <Override PartName="/ppt/tags/tag635.xml" ContentType="application/vnd.openxmlformats-officedocument.presentationml.tags+xml"/>
  <Override PartName="/ppt/tags/tag636.xml" ContentType="application/vnd.openxmlformats-officedocument.presentationml.tags+xml"/>
  <Override PartName="/ppt/tags/tag637.xml" ContentType="application/vnd.openxmlformats-officedocument.presentationml.tags+xml"/>
  <Override PartName="/ppt/tags/tag638.xml" ContentType="application/vnd.openxmlformats-officedocument.presentationml.tags+xml"/>
  <Override PartName="/ppt/tags/tag639.xml" ContentType="application/vnd.openxmlformats-officedocument.presentationml.tags+xml"/>
  <Override PartName="/ppt/tags/tag640.xml" ContentType="application/vnd.openxmlformats-officedocument.presentationml.tags+xml"/>
  <Override PartName="/ppt/tags/tag641.xml" ContentType="application/vnd.openxmlformats-officedocument.presentationml.tags+xml"/>
  <Override PartName="/ppt/tags/tag642.xml" ContentType="application/vnd.openxmlformats-officedocument.presentationml.tags+xml"/>
  <Override PartName="/ppt/tags/tag643.xml" ContentType="application/vnd.openxmlformats-officedocument.presentationml.tags+xml"/>
  <Override PartName="/ppt/tags/tag644.xml" ContentType="application/vnd.openxmlformats-officedocument.presentationml.tags+xml"/>
  <Override PartName="/ppt/tags/tag645.xml" ContentType="application/vnd.openxmlformats-officedocument.presentationml.tags+xml"/>
  <Override PartName="/ppt/tags/tag646.xml" ContentType="application/vnd.openxmlformats-officedocument.presentationml.tags+xml"/>
  <Override PartName="/ppt/tags/tag647.xml" ContentType="application/vnd.openxmlformats-officedocument.presentationml.tags+xml"/>
  <Override PartName="/ppt/tags/tag648.xml" ContentType="application/vnd.openxmlformats-officedocument.presentationml.tags+xml"/>
  <Override PartName="/ppt/tags/tag649.xml" ContentType="application/vnd.openxmlformats-officedocument.presentationml.tags+xml"/>
  <Override PartName="/ppt/tags/tag650.xml" ContentType="application/vnd.openxmlformats-officedocument.presentationml.tags+xml"/>
  <Override PartName="/ppt/tags/tag651.xml" ContentType="application/vnd.openxmlformats-officedocument.presentationml.tags+xml"/>
  <Override PartName="/ppt/tags/tag652.xml" ContentType="application/vnd.openxmlformats-officedocument.presentationml.tags+xml"/>
  <Override PartName="/ppt/tags/tag653.xml" ContentType="application/vnd.openxmlformats-officedocument.presentationml.tags+xml"/>
  <Override PartName="/ppt/tags/tag654.xml" ContentType="application/vnd.openxmlformats-officedocument.presentationml.tags+xml"/>
  <Override PartName="/ppt/tags/tag655.xml" ContentType="application/vnd.openxmlformats-officedocument.presentationml.tags+xml"/>
  <Override PartName="/ppt/tags/tag656.xml" ContentType="application/vnd.openxmlformats-officedocument.presentationml.tags+xml"/>
  <Override PartName="/ppt/tags/tag657.xml" ContentType="application/vnd.openxmlformats-officedocument.presentationml.tags+xml"/>
  <Override PartName="/ppt/tags/tag658.xml" ContentType="application/vnd.openxmlformats-officedocument.presentationml.tags+xml"/>
  <Override PartName="/ppt/tags/tag659.xml" ContentType="application/vnd.openxmlformats-officedocument.presentationml.tags+xml"/>
  <Override PartName="/ppt/tags/tag660.xml" ContentType="application/vnd.openxmlformats-officedocument.presentationml.tags+xml"/>
  <Override PartName="/ppt/tags/tag661.xml" ContentType="application/vnd.openxmlformats-officedocument.presentationml.tags+xml"/>
  <Override PartName="/ppt/tags/tag662.xml" ContentType="application/vnd.openxmlformats-officedocument.presentationml.tags+xml"/>
  <Override PartName="/ppt/tags/tag663.xml" ContentType="application/vnd.openxmlformats-officedocument.presentationml.tags+xml"/>
  <Override PartName="/ppt/tags/tag664.xml" ContentType="application/vnd.openxmlformats-officedocument.presentationml.tags+xml"/>
  <Override PartName="/ppt/tags/tag665.xml" ContentType="application/vnd.openxmlformats-officedocument.presentationml.tags+xml"/>
  <Override PartName="/ppt/tags/tag666.xml" ContentType="application/vnd.openxmlformats-officedocument.presentationml.tags+xml"/>
  <Override PartName="/ppt/tags/tag667.xml" ContentType="application/vnd.openxmlformats-officedocument.presentationml.tags+xml"/>
  <Override PartName="/ppt/tags/tag668.xml" ContentType="application/vnd.openxmlformats-officedocument.presentationml.tags+xml"/>
  <Override PartName="/ppt/tags/tag669.xml" ContentType="application/vnd.openxmlformats-officedocument.presentationml.tags+xml"/>
  <Override PartName="/ppt/tags/tag670.xml" ContentType="application/vnd.openxmlformats-officedocument.presentationml.tags+xml"/>
  <Override PartName="/ppt/tags/tag671.xml" ContentType="application/vnd.openxmlformats-officedocument.presentationml.tags+xml"/>
  <Override PartName="/ppt/tags/tag672.xml" ContentType="application/vnd.openxmlformats-officedocument.presentationml.tags+xml"/>
  <Override PartName="/ppt/tags/tag673.xml" ContentType="application/vnd.openxmlformats-officedocument.presentationml.tags+xml"/>
  <Override PartName="/ppt/tags/tag674.xml" ContentType="application/vnd.openxmlformats-officedocument.presentationml.tags+xml"/>
  <Override PartName="/ppt/tags/tag675.xml" ContentType="application/vnd.openxmlformats-officedocument.presentationml.tags+xml"/>
  <Override PartName="/ppt/tags/tag676.xml" ContentType="application/vnd.openxmlformats-officedocument.presentationml.tags+xml"/>
  <Override PartName="/ppt/tags/tag677.xml" ContentType="application/vnd.openxmlformats-officedocument.presentationml.tags+xml"/>
  <Override PartName="/ppt/tags/tag678.xml" ContentType="application/vnd.openxmlformats-officedocument.presentationml.tags+xml"/>
  <Override PartName="/ppt/tags/tag679.xml" ContentType="application/vnd.openxmlformats-officedocument.presentationml.tags+xml"/>
  <Override PartName="/ppt/tags/tag680.xml" ContentType="application/vnd.openxmlformats-officedocument.presentationml.tags+xml"/>
  <Override PartName="/ppt/tags/tag681.xml" ContentType="application/vnd.openxmlformats-officedocument.presentationml.tags+xml"/>
  <Override PartName="/ppt/tags/tag682.xml" ContentType="application/vnd.openxmlformats-officedocument.presentationml.tags+xml"/>
  <Override PartName="/ppt/tags/tag683.xml" ContentType="application/vnd.openxmlformats-officedocument.presentationml.tags+xml"/>
  <Override PartName="/ppt/tags/tag684.xml" ContentType="application/vnd.openxmlformats-officedocument.presentationml.tags+xml"/>
  <Override PartName="/ppt/tags/tag685.xml" ContentType="application/vnd.openxmlformats-officedocument.presentationml.tags+xml"/>
  <Override PartName="/ppt/tags/tag686.xml" ContentType="application/vnd.openxmlformats-officedocument.presentationml.tags+xml"/>
  <Override PartName="/ppt/tags/tag687.xml" ContentType="application/vnd.openxmlformats-officedocument.presentationml.tags+xml"/>
  <Override PartName="/ppt/tags/tag688.xml" ContentType="application/vnd.openxmlformats-officedocument.presentationml.tags+xml"/>
  <Override PartName="/ppt/tags/tag689.xml" ContentType="application/vnd.openxmlformats-officedocument.presentationml.tags+xml"/>
  <Override PartName="/ppt/tags/tag690.xml" ContentType="application/vnd.openxmlformats-officedocument.presentationml.tags+xml"/>
  <Override PartName="/ppt/tags/tag691.xml" ContentType="application/vnd.openxmlformats-officedocument.presentationml.tags+xml"/>
  <Override PartName="/ppt/tags/tag692.xml" ContentType="application/vnd.openxmlformats-officedocument.presentationml.tags+xml"/>
  <Override PartName="/ppt/tags/tag693.xml" ContentType="application/vnd.openxmlformats-officedocument.presentationml.tags+xml"/>
  <Override PartName="/ppt/tags/tag694.xml" ContentType="application/vnd.openxmlformats-officedocument.presentationml.tags+xml"/>
  <Override PartName="/ppt/tags/tag695.xml" ContentType="application/vnd.openxmlformats-officedocument.presentationml.tags+xml"/>
  <Override PartName="/ppt/tags/tag696.xml" ContentType="application/vnd.openxmlformats-officedocument.presentationml.tags+xml"/>
  <Override PartName="/ppt/tags/tag697.xml" ContentType="application/vnd.openxmlformats-officedocument.presentationml.tags+xml"/>
  <Override PartName="/ppt/tags/tag698.xml" ContentType="application/vnd.openxmlformats-officedocument.presentationml.tags+xml"/>
  <Override PartName="/ppt/tags/tag699.xml" ContentType="application/vnd.openxmlformats-officedocument.presentationml.tags+xml"/>
  <Override PartName="/ppt/tags/tag700.xml" ContentType="application/vnd.openxmlformats-officedocument.presentationml.tags+xml"/>
  <Override PartName="/ppt/tags/tag701.xml" ContentType="application/vnd.openxmlformats-officedocument.presentationml.tags+xml"/>
  <Override PartName="/ppt/tags/tag702.xml" ContentType="application/vnd.openxmlformats-officedocument.presentationml.tags+xml"/>
  <Override PartName="/ppt/tags/tag703.xml" ContentType="application/vnd.openxmlformats-officedocument.presentationml.tags+xml"/>
  <Override PartName="/ppt/tags/tag704.xml" ContentType="application/vnd.openxmlformats-officedocument.presentationml.tags+xml"/>
  <Override PartName="/ppt/tags/tag705.xml" ContentType="application/vnd.openxmlformats-officedocument.presentationml.tags+xml"/>
  <Override PartName="/ppt/tags/tag706.xml" ContentType="application/vnd.openxmlformats-officedocument.presentationml.tags+xml"/>
  <Override PartName="/ppt/tags/tag707.xml" ContentType="application/vnd.openxmlformats-officedocument.presentationml.tags+xml"/>
  <Override PartName="/ppt/tags/tag708.xml" ContentType="application/vnd.openxmlformats-officedocument.presentationml.tags+xml"/>
  <Override PartName="/ppt/tags/tag709.xml" ContentType="application/vnd.openxmlformats-officedocument.presentationml.tags+xml"/>
  <Override PartName="/ppt/tags/tag710.xml" ContentType="application/vnd.openxmlformats-officedocument.presentationml.tags+xml"/>
  <Override PartName="/ppt/tags/tag711.xml" ContentType="application/vnd.openxmlformats-officedocument.presentationml.tags+xml"/>
  <Override PartName="/ppt/tags/tag712.xml" ContentType="application/vnd.openxmlformats-officedocument.presentationml.tags+xml"/>
  <Override PartName="/ppt/tags/tag713.xml" ContentType="application/vnd.openxmlformats-officedocument.presentationml.tags+xml"/>
  <Override PartName="/ppt/tags/tag714.xml" ContentType="application/vnd.openxmlformats-officedocument.presentationml.tags+xml"/>
  <Override PartName="/ppt/tags/tag715.xml" ContentType="application/vnd.openxmlformats-officedocument.presentationml.tags+xml"/>
  <Override PartName="/ppt/tags/tag716.xml" ContentType="application/vnd.openxmlformats-officedocument.presentationml.tags+xml"/>
  <Override PartName="/ppt/tags/tag717.xml" ContentType="application/vnd.openxmlformats-officedocument.presentationml.tags+xml"/>
  <Override PartName="/ppt/tags/tag718.xml" ContentType="application/vnd.openxmlformats-officedocument.presentationml.tags+xml"/>
  <Override PartName="/ppt/tags/tag719.xml" ContentType="application/vnd.openxmlformats-officedocument.presentationml.tags+xml"/>
  <Override PartName="/ppt/tags/tag720.xml" ContentType="application/vnd.openxmlformats-officedocument.presentationml.tags+xml"/>
  <Override PartName="/ppt/tags/tag721.xml" ContentType="application/vnd.openxmlformats-officedocument.presentationml.tags+xml"/>
  <Override PartName="/ppt/tags/tag722.xml" ContentType="application/vnd.openxmlformats-officedocument.presentationml.tags+xml"/>
  <Override PartName="/ppt/tags/tag723.xml" ContentType="application/vnd.openxmlformats-officedocument.presentationml.tags+xml"/>
  <Override PartName="/ppt/tags/tag724.xml" ContentType="application/vnd.openxmlformats-officedocument.presentationml.tags+xml"/>
  <Override PartName="/ppt/tags/tag725.xml" ContentType="application/vnd.openxmlformats-officedocument.presentationml.tags+xml"/>
  <Override PartName="/ppt/tags/tag726.xml" ContentType="application/vnd.openxmlformats-officedocument.presentationml.tags+xml"/>
  <Override PartName="/ppt/tags/tag727.xml" ContentType="application/vnd.openxmlformats-officedocument.presentationml.tags+xml"/>
  <Override PartName="/ppt/tags/tag728.xml" ContentType="application/vnd.openxmlformats-officedocument.presentationml.tags+xml"/>
  <Override PartName="/ppt/tags/tag729.xml" ContentType="application/vnd.openxmlformats-officedocument.presentationml.tags+xml"/>
  <Override PartName="/ppt/tags/tag730.xml" ContentType="application/vnd.openxmlformats-officedocument.presentationml.tags+xml"/>
  <Override PartName="/ppt/tags/tag731.xml" ContentType="application/vnd.openxmlformats-officedocument.presentationml.tags+xml"/>
  <Override PartName="/ppt/tags/tag732.xml" ContentType="application/vnd.openxmlformats-officedocument.presentationml.tags+xml"/>
  <Override PartName="/ppt/tags/tag733.xml" ContentType="application/vnd.openxmlformats-officedocument.presentationml.tags+xml"/>
  <Override PartName="/ppt/tags/tag734.xml" ContentType="application/vnd.openxmlformats-officedocument.presentationml.tags+xml"/>
  <Override PartName="/ppt/tags/tag735.xml" ContentType="application/vnd.openxmlformats-officedocument.presentationml.tags+xml"/>
  <Override PartName="/ppt/tags/tag736.xml" ContentType="application/vnd.openxmlformats-officedocument.presentationml.tags+xml"/>
  <Override PartName="/ppt/tags/tag737.xml" ContentType="application/vnd.openxmlformats-officedocument.presentationml.tags+xml"/>
  <Override PartName="/ppt/tags/tag738.xml" ContentType="application/vnd.openxmlformats-officedocument.presentationml.tags+xml"/>
  <Override PartName="/ppt/tags/tag739.xml" ContentType="application/vnd.openxmlformats-officedocument.presentationml.tags+xml"/>
  <Override PartName="/ppt/tags/tag740.xml" ContentType="application/vnd.openxmlformats-officedocument.presentationml.tags+xml"/>
  <Override PartName="/ppt/tags/tag741.xml" ContentType="application/vnd.openxmlformats-officedocument.presentationml.tags+xml"/>
  <Override PartName="/ppt/tags/tag742.xml" ContentType="application/vnd.openxmlformats-officedocument.presentationml.tags+xml"/>
  <Override PartName="/ppt/tags/tag743.xml" ContentType="application/vnd.openxmlformats-officedocument.presentationml.tags+xml"/>
  <Override PartName="/ppt/tags/tag744.xml" ContentType="application/vnd.openxmlformats-officedocument.presentationml.tags+xml"/>
  <Override PartName="/ppt/tags/tag745.xml" ContentType="application/vnd.openxmlformats-officedocument.presentationml.tags+xml"/>
  <Override PartName="/ppt/tags/tag746.xml" ContentType="application/vnd.openxmlformats-officedocument.presentationml.tags+xml"/>
  <Override PartName="/ppt/tags/tag747.xml" ContentType="application/vnd.openxmlformats-officedocument.presentationml.tags+xml"/>
  <Override PartName="/ppt/tags/tag748.xml" ContentType="application/vnd.openxmlformats-officedocument.presentationml.tags+xml"/>
  <Override PartName="/ppt/tags/tag749.xml" ContentType="application/vnd.openxmlformats-officedocument.presentationml.tags+xml"/>
  <Override PartName="/ppt/tags/tag750.xml" ContentType="application/vnd.openxmlformats-officedocument.presentationml.tags+xml"/>
  <Override PartName="/ppt/tags/tag751.xml" ContentType="application/vnd.openxmlformats-officedocument.presentationml.tags+xml"/>
  <Override PartName="/ppt/tags/tag752.xml" ContentType="application/vnd.openxmlformats-officedocument.presentationml.tags+xml"/>
  <Override PartName="/ppt/tags/tag753.xml" ContentType="application/vnd.openxmlformats-officedocument.presentationml.tags+xml"/>
  <Override PartName="/ppt/tags/tag754.xml" ContentType="application/vnd.openxmlformats-officedocument.presentationml.tags+xml"/>
  <Override PartName="/ppt/tags/tag755.xml" ContentType="application/vnd.openxmlformats-officedocument.presentationml.tags+xml"/>
  <Override PartName="/ppt/tags/tag756.xml" ContentType="application/vnd.openxmlformats-officedocument.presentationml.tags+xml"/>
  <Override PartName="/ppt/tags/tag757.xml" ContentType="application/vnd.openxmlformats-officedocument.presentationml.tags+xml"/>
  <Override PartName="/ppt/tags/tag758.xml" ContentType="application/vnd.openxmlformats-officedocument.presentationml.tags+xml"/>
  <Override PartName="/ppt/tags/tag759.xml" ContentType="application/vnd.openxmlformats-officedocument.presentationml.tags+xml"/>
  <Override PartName="/ppt/tags/tag760.xml" ContentType="application/vnd.openxmlformats-officedocument.presentationml.tags+xml"/>
  <Override PartName="/ppt/tags/tag761.xml" ContentType="application/vnd.openxmlformats-officedocument.presentationml.tags+xml"/>
  <Override PartName="/ppt/tags/tag762.xml" ContentType="application/vnd.openxmlformats-officedocument.presentationml.tags+xml"/>
  <Override PartName="/ppt/tags/tag763.xml" ContentType="application/vnd.openxmlformats-officedocument.presentationml.tags+xml"/>
  <Override PartName="/ppt/tags/tag764.xml" ContentType="application/vnd.openxmlformats-officedocument.presentationml.tags+xml"/>
  <Override PartName="/ppt/tags/tag765.xml" ContentType="application/vnd.openxmlformats-officedocument.presentationml.tags+xml"/>
  <Override PartName="/ppt/tags/tag766.xml" ContentType="application/vnd.openxmlformats-officedocument.presentationml.tags+xml"/>
  <Override PartName="/ppt/tags/tag767.xml" ContentType="application/vnd.openxmlformats-officedocument.presentationml.tags+xml"/>
  <Override PartName="/ppt/tags/tag768.xml" ContentType="application/vnd.openxmlformats-officedocument.presentationml.tags+xml"/>
  <Override PartName="/ppt/tags/tag769.xml" ContentType="application/vnd.openxmlformats-officedocument.presentationml.tags+xml"/>
  <Override PartName="/ppt/tags/tag770.xml" ContentType="application/vnd.openxmlformats-officedocument.presentationml.tags+xml"/>
  <Override PartName="/ppt/tags/tag771.xml" ContentType="application/vnd.openxmlformats-officedocument.presentationml.tags+xml"/>
  <Override PartName="/ppt/tags/tag772.xml" ContentType="application/vnd.openxmlformats-officedocument.presentationml.tags+xml"/>
  <Override PartName="/ppt/tags/tag773.xml" ContentType="application/vnd.openxmlformats-officedocument.presentationml.tags+xml"/>
  <Override PartName="/ppt/tags/tag774.xml" ContentType="application/vnd.openxmlformats-officedocument.presentationml.tags+xml"/>
  <Override PartName="/ppt/tags/tag775.xml" ContentType="application/vnd.openxmlformats-officedocument.presentationml.tags+xml"/>
  <Override PartName="/ppt/tags/tag776.xml" ContentType="application/vnd.openxmlformats-officedocument.presentationml.tags+xml"/>
  <Override PartName="/ppt/tags/tag777.xml" ContentType="application/vnd.openxmlformats-officedocument.presentationml.tags+xml"/>
  <Override PartName="/ppt/tags/tag778.xml" ContentType="application/vnd.openxmlformats-officedocument.presentationml.tags+xml"/>
  <Override PartName="/ppt/tags/tag779.xml" ContentType="application/vnd.openxmlformats-officedocument.presentationml.tags+xml"/>
  <Override PartName="/ppt/tags/tag780.xml" ContentType="application/vnd.openxmlformats-officedocument.presentationml.tags+xml"/>
  <Override PartName="/ppt/tags/tag781.xml" ContentType="application/vnd.openxmlformats-officedocument.presentationml.tags+xml"/>
  <Override PartName="/ppt/tags/tag782.xml" ContentType="application/vnd.openxmlformats-officedocument.presentationml.tags+xml"/>
  <Override PartName="/ppt/tags/tag783.xml" ContentType="application/vnd.openxmlformats-officedocument.presentationml.tags+xml"/>
  <Override PartName="/ppt/tags/tag784.xml" ContentType="application/vnd.openxmlformats-officedocument.presentationml.tags+xml"/>
  <Override PartName="/ppt/tags/tag785.xml" ContentType="application/vnd.openxmlformats-officedocument.presentationml.tags+xml"/>
  <Override PartName="/ppt/tags/tag786.xml" ContentType="application/vnd.openxmlformats-officedocument.presentationml.tags+xml"/>
  <Override PartName="/ppt/tags/tag787.xml" ContentType="application/vnd.openxmlformats-officedocument.presentationml.tags+xml"/>
  <Override PartName="/ppt/tags/tag788.xml" ContentType="application/vnd.openxmlformats-officedocument.presentationml.tags+xml"/>
  <Override PartName="/ppt/tags/tag789.xml" ContentType="application/vnd.openxmlformats-officedocument.presentationml.tags+xml"/>
  <Override PartName="/ppt/tags/tag790.xml" ContentType="application/vnd.openxmlformats-officedocument.presentationml.tags+xml"/>
  <Override PartName="/ppt/tags/tag791.xml" ContentType="application/vnd.openxmlformats-officedocument.presentationml.tags+xml"/>
  <Override PartName="/ppt/tags/tag792.xml" ContentType="application/vnd.openxmlformats-officedocument.presentationml.tags+xml"/>
  <Override PartName="/ppt/tags/tag793.xml" ContentType="application/vnd.openxmlformats-officedocument.presentationml.tags+xml"/>
  <Override PartName="/ppt/tags/tag794.xml" ContentType="application/vnd.openxmlformats-officedocument.presentationml.tags+xml"/>
  <Override PartName="/ppt/tags/tag795.xml" ContentType="application/vnd.openxmlformats-officedocument.presentationml.tags+xml"/>
  <Override PartName="/ppt/tags/tag796.xml" ContentType="application/vnd.openxmlformats-officedocument.presentationml.tags+xml"/>
  <Override PartName="/ppt/tags/tag797.xml" ContentType="application/vnd.openxmlformats-officedocument.presentationml.tags+xml"/>
  <Override PartName="/ppt/tags/tag798.xml" ContentType="application/vnd.openxmlformats-officedocument.presentationml.tags+xml"/>
  <Override PartName="/ppt/tags/tag799.xml" ContentType="application/vnd.openxmlformats-officedocument.presentationml.tags+xml"/>
  <Override PartName="/ppt/tags/tag800.xml" ContentType="application/vnd.openxmlformats-officedocument.presentationml.tags+xml"/>
  <Override PartName="/ppt/tags/tag801.xml" ContentType="application/vnd.openxmlformats-officedocument.presentationml.tags+xml"/>
  <Override PartName="/ppt/tags/tag802.xml" ContentType="application/vnd.openxmlformats-officedocument.presentationml.tags+xml"/>
  <Override PartName="/ppt/tags/tag803.xml" ContentType="application/vnd.openxmlformats-officedocument.presentationml.tags+xml"/>
  <Override PartName="/ppt/tags/tag804.xml" ContentType="application/vnd.openxmlformats-officedocument.presentationml.tags+xml"/>
  <Override PartName="/ppt/tags/tag805.xml" ContentType="application/vnd.openxmlformats-officedocument.presentationml.tags+xml"/>
  <Override PartName="/ppt/tags/tag806.xml" ContentType="application/vnd.openxmlformats-officedocument.presentationml.tags+xml"/>
  <Override PartName="/ppt/tags/tag807.xml" ContentType="application/vnd.openxmlformats-officedocument.presentationml.tags+xml"/>
  <Override PartName="/ppt/tags/tag808.xml" ContentType="application/vnd.openxmlformats-officedocument.presentationml.tags+xml"/>
  <Override PartName="/ppt/tags/tag809.xml" ContentType="application/vnd.openxmlformats-officedocument.presentationml.tags+xml"/>
  <Override PartName="/ppt/tags/tag810.xml" ContentType="application/vnd.openxmlformats-officedocument.presentationml.tags+xml"/>
  <Override PartName="/ppt/tags/tag811.xml" ContentType="application/vnd.openxmlformats-officedocument.presentationml.tags+xml"/>
  <Override PartName="/ppt/tags/tag812.xml" ContentType="application/vnd.openxmlformats-officedocument.presentationml.tags+xml"/>
  <Override PartName="/ppt/tags/tag813.xml" ContentType="application/vnd.openxmlformats-officedocument.presentationml.tags+xml"/>
  <Override PartName="/ppt/tags/tag814.xml" ContentType="application/vnd.openxmlformats-officedocument.presentationml.tags+xml"/>
  <Override PartName="/ppt/tags/tag815.xml" ContentType="application/vnd.openxmlformats-officedocument.presentationml.tags+xml"/>
  <Override PartName="/ppt/tags/tag816.xml" ContentType="application/vnd.openxmlformats-officedocument.presentationml.tags+xml"/>
  <Override PartName="/ppt/tags/tag817.xml" ContentType="application/vnd.openxmlformats-officedocument.presentationml.tags+xml"/>
  <Override PartName="/ppt/tags/tag818.xml" ContentType="application/vnd.openxmlformats-officedocument.presentationml.tags+xml"/>
  <Override PartName="/ppt/tags/tag819.xml" ContentType="application/vnd.openxmlformats-officedocument.presentationml.tags+xml"/>
  <Override PartName="/ppt/tags/tag820.xml" ContentType="application/vnd.openxmlformats-officedocument.presentationml.tags+xml"/>
  <Override PartName="/ppt/tags/tag821.xml" ContentType="application/vnd.openxmlformats-officedocument.presentationml.tags+xml"/>
  <Override PartName="/ppt/tags/tag822.xml" ContentType="application/vnd.openxmlformats-officedocument.presentationml.tags+xml"/>
  <Override PartName="/ppt/tags/tag823.xml" ContentType="application/vnd.openxmlformats-officedocument.presentationml.tags+xml"/>
  <Override PartName="/ppt/tags/tag824.xml" ContentType="application/vnd.openxmlformats-officedocument.presentationml.tags+xml"/>
  <Override PartName="/ppt/tags/tag825.xml" ContentType="application/vnd.openxmlformats-officedocument.presentationml.tags+xml"/>
  <Override PartName="/ppt/tags/tag826.xml" ContentType="application/vnd.openxmlformats-officedocument.presentationml.tags+xml"/>
  <Override PartName="/ppt/tags/tag827.xml" ContentType="application/vnd.openxmlformats-officedocument.presentationml.tags+xml"/>
  <Override PartName="/ppt/tags/tag828.xml" ContentType="application/vnd.openxmlformats-officedocument.presentationml.tags+xml"/>
  <Override PartName="/ppt/tags/tag829.xml" ContentType="application/vnd.openxmlformats-officedocument.presentationml.tags+xml"/>
  <Override PartName="/ppt/tags/tag830.xml" ContentType="application/vnd.openxmlformats-officedocument.presentationml.tags+xml"/>
  <Override PartName="/ppt/tags/tag831.xml" ContentType="application/vnd.openxmlformats-officedocument.presentationml.tags+xml"/>
  <Override PartName="/ppt/tags/tag832.xml" ContentType="application/vnd.openxmlformats-officedocument.presentationml.tags+xml"/>
  <Override PartName="/ppt/tags/tag833.xml" ContentType="application/vnd.openxmlformats-officedocument.presentationml.tags+xml"/>
  <Override PartName="/ppt/tags/tag834.xml" ContentType="application/vnd.openxmlformats-officedocument.presentationml.tags+xml"/>
  <Override PartName="/ppt/tags/tag835.xml" ContentType="application/vnd.openxmlformats-officedocument.presentationml.tags+xml"/>
  <Override PartName="/ppt/tags/tag836.xml" ContentType="application/vnd.openxmlformats-officedocument.presentationml.tags+xml"/>
  <Override PartName="/ppt/tags/tag837.xml" ContentType="application/vnd.openxmlformats-officedocument.presentationml.tags+xml"/>
  <Override PartName="/ppt/tags/tag838.xml" ContentType="application/vnd.openxmlformats-officedocument.presentationml.tags+xml"/>
  <Override PartName="/ppt/tags/tag839.xml" ContentType="application/vnd.openxmlformats-officedocument.presentationml.tags+xml"/>
  <Override PartName="/ppt/tags/tag840.xml" ContentType="application/vnd.openxmlformats-officedocument.presentationml.tags+xml"/>
  <Override PartName="/ppt/tags/tag841.xml" ContentType="application/vnd.openxmlformats-officedocument.presentationml.tags+xml"/>
  <Override PartName="/ppt/tags/tag842.xml" ContentType="application/vnd.openxmlformats-officedocument.presentationml.tags+xml"/>
  <Override PartName="/ppt/tags/tag843.xml" ContentType="application/vnd.openxmlformats-officedocument.presentationml.tags+xml"/>
  <Override PartName="/ppt/tags/tag844.xml" ContentType="application/vnd.openxmlformats-officedocument.presentationml.tags+xml"/>
  <Override PartName="/ppt/tags/tag845.xml" ContentType="application/vnd.openxmlformats-officedocument.presentationml.tags+xml"/>
  <Override PartName="/ppt/tags/tag846.xml" ContentType="application/vnd.openxmlformats-officedocument.presentationml.tags+xml"/>
  <Override PartName="/ppt/tags/tag847.xml" ContentType="application/vnd.openxmlformats-officedocument.presentationml.tags+xml"/>
  <Override PartName="/ppt/tags/tag848.xml" ContentType="application/vnd.openxmlformats-officedocument.presentationml.tags+xml"/>
  <Override PartName="/ppt/tags/tag849.xml" ContentType="application/vnd.openxmlformats-officedocument.presentationml.tags+xml"/>
  <Override PartName="/ppt/tags/tag850.xml" ContentType="application/vnd.openxmlformats-officedocument.presentationml.tags+xml"/>
  <Override PartName="/ppt/tags/tag851.xml" ContentType="application/vnd.openxmlformats-officedocument.presentationml.tags+xml"/>
  <Override PartName="/ppt/tags/tag852.xml" ContentType="application/vnd.openxmlformats-officedocument.presentationml.tags+xml"/>
  <Override PartName="/ppt/tags/tag853.xml" ContentType="application/vnd.openxmlformats-officedocument.presentationml.tags+xml"/>
  <Override PartName="/ppt/tags/tag854.xml" ContentType="application/vnd.openxmlformats-officedocument.presentationml.tags+xml"/>
  <Override PartName="/ppt/tags/tag855.xml" ContentType="application/vnd.openxmlformats-officedocument.presentationml.tags+xml"/>
  <Override PartName="/ppt/tags/tag856.xml" ContentType="application/vnd.openxmlformats-officedocument.presentationml.tags+xml"/>
  <Override PartName="/ppt/tags/tag857.xml" ContentType="application/vnd.openxmlformats-officedocument.presentationml.tags+xml"/>
  <Override PartName="/ppt/tags/tag858.xml" ContentType="application/vnd.openxmlformats-officedocument.presentationml.tags+xml"/>
  <Override PartName="/ppt/tags/tag859.xml" ContentType="application/vnd.openxmlformats-officedocument.presentationml.tags+xml"/>
  <Override PartName="/ppt/tags/tag860.xml" ContentType="application/vnd.openxmlformats-officedocument.presentationml.tags+xml"/>
  <Override PartName="/ppt/tags/tag861.xml" ContentType="application/vnd.openxmlformats-officedocument.presentationml.tags+xml"/>
  <Override PartName="/ppt/tags/tag862.xml" ContentType="application/vnd.openxmlformats-officedocument.presentationml.tags+xml"/>
  <Override PartName="/ppt/tags/tag863.xml" ContentType="application/vnd.openxmlformats-officedocument.presentationml.tags+xml"/>
  <Override PartName="/ppt/tags/tag864.xml" ContentType="application/vnd.openxmlformats-officedocument.presentationml.tags+xml"/>
  <Override PartName="/ppt/tags/tag865.xml" ContentType="application/vnd.openxmlformats-officedocument.presentationml.tags+xml"/>
  <Override PartName="/ppt/tags/tag866.xml" ContentType="application/vnd.openxmlformats-officedocument.presentationml.tags+xml"/>
  <Override PartName="/ppt/tags/tag867.xml" ContentType="application/vnd.openxmlformats-officedocument.presentationml.tags+xml"/>
  <Override PartName="/ppt/tags/tag868.xml" ContentType="application/vnd.openxmlformats-officedocument.presentationml.tags+xml"/>
  <Override PartName="/ppt/tags/tag869.xml" ContentType="application/vnd.openxmlformats-officedocument.presentationml.tags+xml"/>
  <Override PartName="/ppt/tags/tag870.xml" ContentType="application/vnd.openxmlformats-officedocument.presentationml.tags+xml"/>
  <Override PartName="/ppt/tags/tag871.xml" ContentType="application/vnd.openxmlformats-officedocument.presentationml.tags+xml"/>
  <Override PartName="/ppt/tags/tag872.xml" ContentType="application/vnd.openxmlformats-officedocument.presentationml.tags+xml"/>
  <Override PartName="/ppt/tags/tag873.xml" ContentType="application/vnd.openxmlformats-officedocument.presentationml.tags+xml"/>
  <Override PartName="/ppt/tags/tag874.xml" ContentType="application/vnd.openxmlformats-officedocument.presentationml.tags+xml"/>
  <Override PartName="/ppt/tags/tag875.xml" ContentType="application/vnd.openxmlformats-officedocument.presentationml.tags+xml"/>
  <Override PartName="/ppt/tags/tag876.xml" ContentType="application/vnd.openxmlformats-officedocument.presentationml.tags+xml"/>
  <Override PartName="/ppt/tags/tag877.xml" ContentType="application/vnd.openxmlformats-officedocument.presentationml.tags+xml"/>
  <Override PartName="/ppt/tags/tag878.xml" ContentType="application/vnd.openxmlformats-officedocument.presentationml.tags+xml"/>
  <Override PartName="/ppt/tags/tag879.xml" ContentType="application/vnd.openxmlformats-officedocument.presentationml.tags+xml"/>
  <Override PartName="/ppt/tags/tag880.xml" ContentType="application/vnd.openxmlformats-officedocument.presentationml.tags+xml"/>
  <Override PartName="/ppt/tags/tag881.xml" ContentType="application/vnd.openxmlformats-officedocument.presentationml.tags+xml"/>
  <Override PartName="/ppt/tags/tag882.xml" ContentType="application/vnd.openxmlformats-officedocument.presentationml.tags+xml"/>
  <Override PartName="/ppt/tags/tag883.xml" ContentType="application/vnd.openxmlformats-officedocument.presentationml.tags+xml"/>
  <Override PartName="/ppt/tags/tag884.xml" ContentType="application/vnd.openxmlformats-officedocument.presentationml.tags+xml"/>
  <Override PartName="/ppt/tags/tag885.xml" ContentType="application/vnd.openxmlformats-officedocument.presentationml.tags+xml"/>
  <Override PartName="/ppt/tags/tag886.xml" ContentType="application/vnd.openxmlformats-officedocument.presentationml.tags+xml"/>
  <Override PartName="/ppt/tags/tag887.xml" ContentType="application/vnd.openxmlformats-officedocument.presentationml.tags+xml"/>
  <Override PartName="/ppt/tags/tag888.xml" ContentType="application/vnd.openxmlformats-officedocument.presentationml.tags+xml"/>
  <Override PartName="/ppt/tags/tag889.xml" ContentType="application/vnd.openxmlformats-officedocument.presentationml.tags+xml"/>
  <Override PartName="/ppt/tags/tag890.xml" ContentType="application/vnd.openxmlformats-officedocument.presentationml.tags+xml"/>
  <Override PartName="/ppt/tags/tag891.xml" ContentType="application/vnd.openxmlformats-officedocument.presentationml.tags+xml"/>
  <Override PartName="/ppt/tags/tag892.xml" ContentType="application/vnd.openxmlformats-officedocument.presentationml.tags+xml"/>
  <Override PartName="/ppt/tags/tag893.xml" ContentType="application/vnd.openxmlformats-officedocument.presentationml.tags+xml"/>
  <Override PartName="/ppt/tags/tag894.xml" ContentType="application/vnd.openxmlformats-officedocument.presentationml.tags+xml"/>
  <Override PartName="/ppt/tags/tag895.xml" ContentType="application/vnd.openxmlformats-officedocument.presentationml.tags+xml"/>
  <Override PartName="/ppt/tags/tag896.xml" ContentType="application/vnd.openxmlformats-officedocument.presentationml.tags+xml"/>
  <Override PartName="/ppt/tags/tag897.xml" ContentType="application/vnd.openxmlformats-officedocument.presentationml.tags+xml"/>
  <Override PartName="/ppt/tags/tag898.xml" ContentType="application/vnd.openxmlformats-officedocument.presentationml.tags+xml"/>
  <Override PartName="/ppt/tags/tag899.xml" ContentType="application/vnd.openxmlformats-officedocument.presentationml.tags+xml"/>
  <Override PartName="/ppt/tags/tag900.xml" ContentType="application/vnd.openxmlformats-officedocument.presentationml.tags+xml"/>
  <Override PartName="/ppt/tags/tag901.xml" ContentType="application/vnd.openxmlformats-officedocument.presentationml.tags+xml"/>
  <Override PartName="/ppt/tags/tag902.xml" ContentType="application/vnd.openxmlformats-officedocument.presentationml.tags+xml"/>
  <Override PartName="/ppt/tags/tag903.xml" ContentType="application/vnd.openxmlformats-officedocument.presentationml.tags+xml"/>
  <Override PartName="/ppt/tags/tag904.xml" ContentType="application/vnd.openxmlformats-officedocument.presentationml.tags+xml"/>
  <Override PartName="/ppt/tags/tag905.xml" ContentType="application/vnd.openxmlformats-officedocument.presentationml.tags+xml"/>
  <Override PartName="/ppt/tags/tag906.xml" ContentType="application/vnd.openxmlformats-officedocument.presentationml.tags+xml"/>
  <Override PartName="/ppt/tags/tag907.xml" ContentType="application/vnd.openxmlformats-officedocument.presentationml.tags+xml"/>
  <Override PartName="/ppt/tags/tag908.xml" ContentType="application/vnd.openxmlformats-officedocument.presentationml.tags+xml"/>
  <Override PartName="/ppt/tags/tag909.xml" ContentType="application/vnd.openxmlformats-officedocument.presentationml.tags+xml"/>
  <Override PartName="/ppt/tags/tag910.xml" ContentType="application/vnd.openxmlformats-officedocument.presentationml.tags+xml"/>
  <Override PartName="/ppt/tags/tag911.xml" ContentType="application/vnd.openxmlformats-officedocument.presentationml.tags+xml"/>
  <Override PartName="/ppt/tags/tag912.xml" ContentType="application/vnd.openxmlformats-officedocument.presentationml.tags+xml"/>
  <Override PartName="/ppt/tags/tag913.xml" ContentType="application/vnd.openxmlformats-officedocument.presentationml.tags+xml"/>
  <Override PartName="/ppt/tags/tag914.xml" ContentType="application/vnd.openxmlformats-officedocument.presentationml.tags+xml"/>
  <Override PartName="/ppt/tags/tag915.xml" ContentType="application/vnd.openxmlformats-officedocument.presentationml.tags+xml"/>
  <Override PartName="/ppt/tags/tag916.xml" ContentType="application/vnd.openxmlformats-officedocument.presentationml.tags+xml"/>
  <Override PartName="/ppt/tags/tag917.xml" ContentType="application/vnd.openxmlformats-officedocument.presentationml.tags+xml"/>
  <Override PartName="/ppt/tags/tag918.xml" ContentType="application/vnd.openxmlformats-officedocument.presentationml.tags+xml"/>
  <Override PartName="/ppt/tags/tag919.xml" ContentType="application/vnd.openxmlformats-officedocument.presentationml.tags+xml"/>
  <Override PartName="/ppt/tags/tag920.xml" ContentType="application/vnd.openxmlformats-officedocument.presentationml.tags+xml"/>
  <Override PartName="/ppt/tags/tag921.xml" ContentType="application/vnd.openxmlformats-officedocument.presentationml.tags+xml"/>
  <Override PartName="/ppt/tags/tag922.xml" ContentType="application/vnd.openxmlformats-officedocument.presentationml.tags+xml"/>
  <Override PartName="/ppt/tags/tag923.xml" ContentType="application/vnd.openxmlformats-officedocument.presentationml.tags+xml"/>
  <Override PartName="/ppt/tags/tag924.xml" ContentType="application/vnd.openxmlformats-officedocument.presentationml.tags+xml"/>
  <Override PartName="/ppt/tags/tag925.xml" ContentType="application/vnd.openxmlformats-officedocument.presentationml.tags+xml"/>
  <Override PartName="/ppt/tags/tag926.xml" ContentType="application/vnd.openxmlformats-officedocument.presentationml.tags+xml"/>
  <Override PartName="/ppt/tags/tag927.xml" ContentType="application/vnd.openxmlformats-officedocument.presentationml.tags+xml"/>
  <Override PartName="/ppt/tags/tag928.xml" ContentType="application/vnd.openxmlformats-officedocument.presentationml.tags+xml"/>
  <Override PartName="/ppt/tags/tag929.xml" ContentType="application/vnd.openxmlformats-officedocument.presentationml.tags+xml"/>
  <Override PartName="/ppt/tags/tag930.xml" ContentType="application/vnd.openxmlformats-officedocument.presentationml.tags+xml"/>
  <Override PartName="/ppt/tags/tag931.xml" ContentType="application/vnd.openxmlformats-officedocument.presentationml.tags+xml"/>
  <Override PartName="/ppt/tags/tag932.xml" ContentType="application/vnd.openxmlformats-officedocument.presentationml.tags+xml"/>
  <Override PartName="/ppt/tags/tag933.xml" ContentType="application/vnd.openxmlformats-officedocument.presentationml.tags+xml"/>
  <Override PartName="/ppt/tags/tag934.xml" ContentType="application/vnd.openxmlformats-officedocument.presentationml.tags+xml"/>
  <Override PartName="/ppt/tags/tag935.xml" ContentType="application/vnd.openxmlformats-officedocument.presentationml.tags+xml"/>
  <Override PartName="/ppt/tags/tag936.xml" ContentType="application/vnd.openxmlformats-officedocument.presentationml.tags+xml"/>
  <Override PartName="/ppt/tags/tag937.xml" ContentType="application/vnd.openxmlformats-officedocument.presentationml.tags+xml"/>
  <Override PartName="/ppt/tags/tag938.xml" ContentType="application/vnd.openxmlformats-officedocument.presentationml.tags+xml"/>
  <Override PartName="/ppt/tags/tag939.xml" ContentType="application/vnd.openxmlformats-officedocument.presentationml.tags+xml"/>
  <Override PartName="/ppt/tags/tag940.xml" ContentType="application/vnd.openxmlformats-officedocument.presentationml.tags+xml"/>
  <Override PartName="/ppt/tags/tag941.xml" ContentType="application/vnd.openxmlformats-officedocument.presentationml.tags+xml"/>
  <Override PartName="/ppt/tags/tag942.xml" ContentType="application/vnd.openxmlformats-officedocument.presentationml.tags+xml"/>
  <Override PartName="/ppt/tags/tag943.xml" ContentType="application/vnd.openxmlformats-officedocument.presentationml.tags+xml"/>
  <Override PartName="/ppt/tags/tag944.xml" ContentType="application/vnd.openxmlformats-officedocument.presentationml.tags+xml"/>
  <Override PartName="/ppt/tags/tag945.xml" ContentType="application/vnd.openxmlformats-officedocument.presentationml.tags+xml"/>
  <Override PartName="/ppt/tags/tag946.xml" ContentType="application/vnd.openxmlformats-officedocument.presentationml.tags+xml"/>
  <Override PartName="/ppt/tags/tag947.xml" ContentType="application/vnd.openxmlformats-officedocument.presentationml.tags+xml"/>
  <Override PartName="/ppt/tags/tag948.xml" ContentType="application/vnd.openxmlformats-officedocument.presentationml.tags+xml"/>
  <Override PartName="/ppt/tags/tag949.xml" ContentType="application/vnd.openxmlformats-officedocument.presentationml.tags+xml"/>
  <Override PartName="/ppt/tags/tag950.xml" ContentType="application/vnd.openxmlformats-officedocument.presentationml.tags+xml"/>
  <Override PartName="/ppt/tags/tag951.xml" ContentType="application/vnd.openxmlformats-officedocument.presentationml.tags+xml"/>
  <Override PartName="/ppt/tags/tag952.xml" ContentType="application/vnd.openxmlformats-officedocument.presentationml.tags+xml"/>
  <Override PartName="/ppt/tags/tag953.xml" ContentType="application/vnd.openxmlformats-officedocument.presentationml.tags+xml"/>
  <Override PartName="/ppt/tags/tag954.xml" ContentType="application/vnd.openxmlformats-officedocument.presentationml.tags+xml"/>
  <Override PartName="/ppt/tags/tag955.xml" ContentType="application/vnd.openxmlformats-officedocument.presentationml.tags+xml"/>
  <Override PartName="/ppt/tags/tag956.xml" ContentType="application/vnd.openxmlformats-officedocument.presentationml.tags+xml"/>
  <Override PartName="/ppt/tags/tag957.xml" ContentType="application/vnd.openxmlformats-officedocument.presentationml.tags+xml"/>
  <Override PartName="/ppt/tags/tag958.xml" ContentType="application/vnd.openxmlformats-officedocument.presentationml.tags+xml"/>
  <Override PartName="/ppt/tags/tag959.xml" ContentType="application/vnd.openxmlformats-officedocument.presentationml.tags+xml"/>
  <Override PartName="/ppt/tags/tag960.xml" ContentType="application/vnd.openxmlformats-officedocument.presentationml.tags+xml"/>
  <Override PartName="/ppt/tags/tag961.xml" ContentType="application/vnd.openxmlformats-officedocument.presentationml.tags+xml"/>
  <Override PartName="/ppt/tags/tag962.xml" ContentType="application/vnd.openxmlformats-officedocument.presentationml.tags+xml"/>
  <Override PartName="/ppt/tags/tag963.xml" ContentType="application/vnd.openxmlformats-officedocument.presentationml.tags+xml"/>
  <Override PartName="/ppt/tags/tag964.xml" ContentType="application/vnd.openxmlformats-officedocument.presentationml.tags+xml"/>
  <Override PartName="/ppt/tags/tag965.xml" ContentType="application/vnd.openxmlformats-officedocument.presentationml.tags+xml"/>
  <Override PartName="/ppt/tags/tag966.xml" ContentType="application/vnd.openxmlformats-officedocument.presentationml.tags+xml"/>
  <Override PartName="/ppt/tags/tag967.xml" ContentType="application/vnd.openxmlformats-officedocument.presentationml.tags+xml"/>
  <Override PartName="/ppt/tags/tag968.xml" ContentType="application/vnd.openxmlformats-officedocument.presentationml.tags+xml"/>
  <Override PartName="/ppt/tags/tag969.xml" ContentType="application/vnd.openxmlformats-officedocument.presentationml.tags+xml"/>
  <Override PartName="/ppt/tags/tag970.xml" ContentType="application/vnd.openxmlformats-officedocument.presentationml.tags+xml"/>
  <Override PartName="/ppt/tags/tag971.xml" ContentType="application/vnd.openxmlformats-officedocument.presentationml.tags+xml"/>
  <Override PartName="/ppt/tags/tag972.xml" ContentType="application/vnd.openxmlformats-officedocument.presentationml.tags+xml"/>
  <Override PartName="/ppt/tags/tag973.xml" ContentType="application/vnd.openxmlformats-officedocument.presentationml.tags+xml"/>
  <Override PartName="/ppt/tags/tag974.xml" ContentType="application/vnd.openxmlformats-officedocument.presentationml.tags+xml"/>
  <Override PartName="/ppt/tags/tag975.xml" ContentType="application/vnd.openxmlformats-officedocument.presentationml.tags+xml"/>
  <Override PartName="/ppt/tags/tag976.xml" ContentType="application/vnd.openxmlformats-officedocument.presentationml.tags+xml"/>
  <Override PartName="/ppt/tags/tag977.xml" ContentType="application/vnd.openxmlformats-officedocument.presentationml.tags+xml"/>
  <Override PartName="/ppt/tags/tag978.xml" ContentType="application/vnd.openxmlformats-officedocument.presentationml.tags+xml"/>
  <Override PartName="/ppt/tags/tag979.xml" ContentType="application/vnd.openxmlformats-officedocument.presentationml.tags+xml"/>
  <Override PartName="/ppt/tags/tag980.xml" ContentType="application/vnd.openxmlformats-officedocument.presentationml.tags+xml"/>
  <Override PartName="/ppt/tags/tag981.xml" ContentType="application/vnd.openxmlformats-officedocument.presentationml.tags+xml"/>
  <Override PartName="/ppt/tags/tag982.xml" ContentType="application/vnd.openxmlformats-officedocument.presentationml.tags+xml"/>
  <Override PartName="/ppt/tags/tag983.xml" ContentType="application/vnd.openxmlformats-officedocument.presentationml.tags+xml"/>
  <Override PartName="/ppt/tags/tag984.xml" ContentType="application/vnd.openxmlformats-officedocument.presentationml.tags+xml"/>
  <Override PartName="/ppt/tags/tag985.xml" ContentType="application/vnd.openxmlformats-officedocument.presentationml.tags+xml"/>
  <Override PartName="/ppt/tags/tag986.xml" ContentType="application/vnd.openxmlformats-officedocument.presentationml.tags+xml"/>
  <Override PartName="/ppt/tags/tag987.xml" ContentType="application/vnd.openxmlformats-officedocument.presentationml.tags+xml"/>
  <Override PartName="/ppt/tags/tag988.xml" ContentType="application/vnd.openxmlformats-officedocument.presentationml.tags+xml"/>
  <Override PartName="/ppt/tags/tag989.xml" ContentType="application/vnd.openxmlformats-officedocument.presentationml.tags+xml"/>
  <Override PartName="/ppt/tags/tag990.xml" ContentType="application/vnd.openxmlformats-officedocument.presentationml.tags+xml"/>
  <Override PartName="/ppt/tags/tag991.xml" ContentType="application/vnd.openxmlformats-officedocument.presentationml.tags+xml"/>
  <Override PartName="/ppt/tags/tag992.xml" ContentType="application/vnd.openxmlformats-officedocument.presentationml.tags+xml"/>
  <Override PartName="/ppt/tags/tag993.xml" ContentType="application/vnd.openxmlformats-officedocument.presentationml.tags+xml"/>
  <Override PartName="/ppt/tags/tag994.xml" ContentType="application/vnd.openxmlformats-officedocument.presentationml.tags+xml"/>
  <Override PartName="/ppt/tags/tag995.xml" ContentType="application/vnd.openxmlformats-officedocument.presentationml.tags+xml"/>
  <Override PartName="/ppt/tags/tag996.xml" ContentType="application/vnd.openxmlformats-officedocument.presentationml.tags+xml"/>
  <Override PartName="/ppt/tags/tag997.xml" ContentType="application/vnd.openxmlformats-officedocument.presentationml.tags+xml"/>
  <Override PartName="/ppt/tags/tag998.xml" ContentType="application/vnd.openxmlformats-officedocument.presentationml.tags+xml"/>
  <Override PartName="/ppt/tags/tag999.xml" ContentType="application/vnd.openxmlformats-officedocument.presentationml.tags+xml"/>
  <Override PartName="/ppt/tags/tag1000.xml" ContentType="application/vnd.openxmlformats-officedocument.presentationml.tags+xml"/>
  <Override PartName="/ppt/tags/tag1001.xml" ContentType="application/vnd.openxmlformats-officedocument.presentationml.tags+xml"/>
  <Override PartName="/ppt/tags/tag1002.xml" ContentType="application/vnd.openxmlformats-officedocument.presentationml.tags+xml"/>
  <Override PartName="/ppt/tags/tag1003.xml" ContentType="application/vnd.openxmlformats-officedocument.presentationml.tags+xml"/>
  <Override PartName="/ppt/tags/tag1004.xml" ContentType="application/vnd.openxmlformats-officedocument.presentationml.tags+xml"/>
  <Override PartName="/ppt/tags/tag1005.xml" ContentType="application/vnd.openxmlformats-officedocument.presentationml.tags+xml"/>
  <Override PartName="/ppt/tags/tag1006.xml" ContentType="application/vnd.openxmlformats-officedocument.presentationml.tags+xml"/>
  <Override PartName="/ppt/tags/tag1007.xml" ContentType="application/vnd.openxmlformats-officedocument.presentationml.tags+xml"/>
  <Override PartName="/ppt/tags/tag1008.xml" ContentType="application/vnd.openxmlformats-officedocument.presentationml.tags+xml"/>
  <Override PartName="/ppt/tags/tag1009.xml" ContentType="application/vnd.openxmlformats-officedocument.presentationml.tags+xml"/>
  <Override PartName="/ppt/tags/tag1010.xml" ContentType="application/vnd.openxmlformats-officedocument.presentationml.tags+xml"/>
  <Override PartName="/ppt/tags/tag1011.xml" ContentType="application/vnd.openxmlformats-officedocument.presentationml.tags+xml"/>
  <Override PartName="/ppt/tags/tag1012.xml" ContentType="application/vnd.openxmlformats-officedocument.presentationml.tags+xml"/>
  <Override PartName="/ppt/tags/tag1013.xml" ContentType="application/vnd.openxmlformats-officedocument.presentationml.tags+xml"/>
  <Override PartName="/ppt/tags/tag1014.xml" ContentType="application/vnd.openxmlformats-officedocument.presentationml.tags+xml"/>
  <Override PartName="/ppt/tags/tag1015.xml" ContentType="application/vnd.openxmlformats-officedocument.presentationml.tags+xml"/>
  <Override PartName="/ppt/tags/tag1016.xml" ContentType="application/vnd.openxmlformats-officedocument.presentationml.tags+xml"/>
  <Override PartName="/ppt/tags/tag1017.xml" ContentType="application/vnd.openxmlformats-officedocument.presentationml.tags+xml"/>
  <Override PartName="/ppt/tags/tag1018.xml" ContentType="application/vnd.openxmlformats-officedocument.presentationml.tags+xml"/>
  <Override PartName="/ppt/tags/tag1019.xml" ContentType="application/vnd.openxmlformats-officedocument.presentationml.tags+xml"/>
  <Override PartName="/ppt/tags/tag1020.xml" ContentType="application/vnd.openxmlformats-officedocument.presentationml.tags+xml"/>
  <Override PartName="/ppt/tags/tag1021.xml" ContentType="application/vnd.openxmlformats-officedocument.presentationml.tags+xml"/>
  <Override PartName="/ppt/tags/tag1022.xml" ContentType="application/vnd.openxmlformats-officedocument.presentationml.tags+xml"/>
  <Override PartName="/ppt/tags/tag1023.xml" ContentType="application/vnd.openxmlformats-officedocument.presentationml.tags+xml"/>
  <Override PartName="/ppt/tags/tag1024.xml" ContentType="application/vnd.openxmlformats-officedocument.presentationml.tags+xml"/>
  <Override PartName="/ppt/tags/tag1025.xml" ContentType="application/vnd.openxmlformats-officedocument.presentationml.tags+xml"/>
  <Override PartName="/ppt/tags/tag1026.xml" ContentType="application/vnd.openxmlformats-officedocument.presentationml.tags+xml"/>
  <Override PartName="/ppt/tags/tag1027.xml" ContentType="application/vnd.openxmlformats-officedocument.presentationml.tags+xml"/>
  <Override PartName="/ppt/tags/tag1028.xml" ContentType="application/vnd.openxmlformats-officedocument.presentationml.tags+xml"/>
  <Override PartName="/ppt/tags/tag1029.xml" ContentType="application/vnd.openxmlformats-officedocument.presentationml.tags+xml"/>
  <Override PartName="/ppt/tags/tag1030.xml" ContentType="application/vnd.openxmlformats-officedocument.presentationml.tags+xml"/>
  <Override PartName="/ppt/tags/tag1031.xml" ContentType="application/vnd.openxmlformats-officedocument.presentationml.tags+xml"/>
  <Override PartName="/ppt/tags/tag1032.xml" ContentType="application/vnd.openxmlformats-officedocument.presentationml.tags+xml"/>
  <Override PartName="/ppt/tags/tag1033.xml" ContentType="application/vnd.openxmlformats-officedocument.presentationml.tags+xml"/>
  <Override PartName="/ppt/tags/tag1034.xml" ContentType="application/vnd.openxmlformats-officedocument.presentationml.tags+xml"/>
  <Override PartName="/ppt/tags/tag1035.xml" ContentType="application/vnd.openxmlformats-officedocument.presentationml.tags+xml"/>
  <Override PartName="/ppt/tags/tag1036.xml" ContentType="application/vnd.openxmlformats-officedocument.presentationml.tags+xml"/>
  <Override PartName="/ppt/tags/tag1037.xml" ContentType="application/vnd.openxmlformats-officedocument.presentationml.tags+xml"/>
  <Override PartName="/ppt/tags/tag1038.xml" ContentType="application/vnd.openxmlformats-officedocument.presentationml.tags+xml"/>
  <Override PartName="/ppt/tags/tag1039.xml" ContentType="application/vnd.openxmlformats-officedocument.presentationml.tags+xml"/>
  <Override PartName="/ppt/tags/tag1040.xml" ContentType="application/vnd.openxmlformats-officedocument.presentationml.tags+xml"/>
  <Override PartName="/ppt/tags/tag1041.xml" ContentType="application/vnd.openxmlformats-officedocument.presentationml.tags+xml"/>
  <Override PartName="/ppt/tags/tag1042.xml" ContentType="application/vnd.openxmlformats-officedocument.presentationml.tags+xml"/>
  <Override PartName="/ppt/tags/tag1043.xml" ContentType="application/vnd.openxmlformats-officedocument.presentationml.tags+xml"/>
  <Override PartName="/ppt/tags/tag1044.xml" ContentType="application/vnd.openxmlformats-officedocument.presentationml.tags+xml"/>
  <Override PartName="/ppt/tags/tag1045.xml" ContentType="application/vnd.openxmlformats-officedocument.presentationml.tags+xml"/>
  <Override PartName="/ppt/tags/tag1046.xml" ContentType="application/vnd.openxmlformats-officedocument.presentationml.tags+xml"/>
  <Override PartName="/ppt/tags/tag1047.xml" ContentType="application/vnd.openxmlformats-officedocument.presentationml.tags+xml"/>
  <Override PartName="/ppt/tags/tag1048.xml" ContentType="application/vnd.openxmlformats-officedocument.presentationml.tags+xml"/>
  <Override PartName="/ppt/tags/tag1049.xml" ContentType="application/vnd.openxmlformats-officedocument.presentationml.tags+xml"/>
  <Override PartName="/ppt/tags/tag1050.xml" ContentType="application/vnd.openxmlformats-officedocument.presentationml.tags+xml"/>
  <Override PartName="/ppt/tags/tag1051.xml" ContentType="application/vnd.openxmlformats-officedocument.presentationml.tags+xml"/>
  <Override PartName="/ppt/tags/tag1052.xml" ContentType="application/vnd.openxmlformats-officedocument.presentationml.tags+xml"/>
  <Override PartName="/ppt/tags/tag1053.xml" ContentType="application/vnd.openxmlformats-officedocument.presentationml.tags+xml"/>
  <Override PartName="/ppt/tags/tag1054.xml" ContentType="application/vnd.openxmlformats-officedocument.presentationml.tags+xml"/>
  <Override PartName="/ppt/tags/tag1055.xml" ContentType="application/vnd.openxmlformats-officedocument.presentationml.tags+xml"/>
  <Override PartName="/ppt/tags/tag1056.xml" ContentType="application/vnd.openxmlformats-officedocument.presentationml.tags+xml"/>
  <Override PartName="/ppt/tags/tag1057.xml" ContentType="application/vnd.openxmlformats-officedocument.presentationml.tags+xml"/>
  <Override PartName="/ppt/tags/tag1058.xml" ContentType="application/vnd.openxmlformats-officedocument.presentationml.tags+xml"/>
  <Override PartName="/ppt/tags/tag1059.xml" ContentType="application/vnd.openxmlformats-officedocument.presentationml.tags+xml"/>
  <Override PartName="/ppt/tags/tag1060.xml" ContentType="application/vnd.openxmlformats-officedocument.presentationml.tags+xml"/>
  <Override PartName="/ppt/tags/tag1061.xml" ContentType="application/vnd.openxmlformats-officedocument.presentationml.tags+xml"/>
  <Override PartName="/ppt/tags/tag1062.xml" ContentType="application/vnd.openxmlformats-officedocument.presentationml.tags+xml"/>
  <Override PartName="/ppt/tags/tag1063.xml" ContentType="application/vnd.openxmlformats-officedocument.presentationml.tags+xml"/>
  <Override PartName="/ppt/tags/tag1064.xml" ContentType="application/vnd.openxmlformats-officedocument.presentationml.tags+xml"/>
  <Override PartName="/ppt/tags/tag1065.xml" ContentType="application/vnd.openxmlformats-officedocument.presentationml.tags+xml"/>
  <Override PartName="/ppt/tags/tag1066.xml" ContentType="application/vnd.openxmlformats-officedocument.presentationml.tags+xml"/>
  <Override PartName="/ppt/tags/tag1067.xml" ContentType="application/vnd.openxmlformats-officedocument.presentationml.tags+xml"/>
  <Override PartName="/ppt/tags/tag1068.xml" ContentType="application/vnd.openxmlformats-officedocument.presentationml.tags+xml"/>
  <Override PartName="/ppt/tags/tag1069.xml" ContentType="application/vnd.openxmlformats-officedocument.presentationml.tags+xml"/>
  <Override PartName="/ppt/tags/tag1070.xml" ContentType="application/vnd.openxmlformats-officedocument.presentationml.tags+xml"/>
  <Override PartName="/ppt/tags/tag1071.xml" ContentType="application/vnd.openxmlformats-officedocument.presentationml.tags+xml"/>
  <Override PartName="/ppt/tags/tag1072.xml" ContentType="application/vnd.openxmlformats-officedocument.presentationml.tags+xml"/>
  <Override PartName="/ppt/tags/tag1073.xml" ContentType="application/vnd.openxmlformats-officedocument.presentationml.tags+xml"/>
  <Override PartName="/ppt/tags/tag1074.xml" ContentType="application/vnd.openxmlformats-officedocument.presentationml.tags+xml"/>
  <Override PartName="/ppt/tags/tag1075.xml" ContentType="application/vnd.openxmlformats-officedocument.presentationml.tags+xml"/>
  <Override PartName="/ppt/tags/tag1076.xml" ContentType="application/vnd.openxmlformats-officedocument.presentationml.tags+xml"/>
  <Override PartName="/ppt/tags/tag1077.xml" ContentType="application/vnd.openxmlformats-officedocument.presentationml.tags+xml"/>
  <Override PartName="/ppt/tags/tag1078.xml" ContentType="application/vnd.openxmlformats-officedocument.presentationml.tags+xml"/>
  <Override PartName="/ppt/tags/tag1079.xml" ContentType="application/vnd.openxmlformats-officedocument.presentationml.tags+xml"/>
  <Override PartName="/ppt/tags/tag1080.xml" ContentType="application/vnd.openxmlformats-officedocument.presentationml.tags+xml"/>
  <Override PartName="/ppt/tags/tag1081.xml" ContentType="application/vnd.openxmlformats-officedocument.presentationml.tags+xml"/>
  <Override PartName="/ppt/tags/tag1082.xml" ContentType="application/vnd.openxmlformats-officedocument.presentationml.tags+xml"/>
  <Override PartName="/ppt/tags/tag1083.xml" ContentType="application/vnd.openxmlformats-officedocument.presentationml.tags+xml"/>
  <Override PartName="/ppt/tags/tag1084.xml" ContentType="application/vnd.openxmlformats-officedocument.presentationml.tags+xml"/>
  <Override PartName="/ppt/tags/tag1085.xml" ContentType="application/vnd.openxmlformats-officedocument.presentationml.tags+xml"/>
  <Override PartName="/ppt/tags/tag1086.xml" ContentType="application/vnd.openxmlformats-officedocument.presentationml.tags+xml"/>
  <Override PartName="/ppt/tags/tag1087.xml" ContentType="application/vnd.openxmlformats-officedocument.presentationml.tags+xml"/>
  <Override PartName="/ppt/tags/tag1088.xml" ContentType="application/vnd.openxmlformats-officedocument.presentationml.tags+xml"/>
  <Override PartName="/ppt/tags/tag1089.xml" ContentType="application/vnd.openxmlformats-officedocument.presentationml.tags+xml"/>
  <Override PartName="/ppt/tags/tag1090.xml" ContentType="application/vnd.openxmlformats-officedocument.presentationml.tags+xml"/>
  <Override PartName="/ppt/tags/tag1091.xml" ContentType="application/vnd.openxmlformats-officedocument.presentationml.tags+xml"/>
  <Override PartName="/ppt/tags/tag1092.xml" ContentType="application/vnd.openxmlformats-officedocument.presentationml.tags+xml"/>
  <Override PartName="/ppt/tags/tag1093.xml" ContentType="application/vnd.openxmlformats-officedocument.presentationml.tags+xml"/>
  <Override PartName="/ppt/tags/tag1094.xml" ContentType="application/vnd.openxmlformats-officedocument.presentationml.tags+xml"/>
  <Override PartName="/ppt/tags/tag1095.xml" ContentType="application/vnd.openxmlformats-officedocument.presentationml.tags+xml"/>
  <Override PartName="/ppt/tags/tag1096.xml" ContentType="application/vnd.openxmlformats-officedocument.presentationml.tags+xml"/>
  <Override PartName="/ppt/tags/tag1097.xml" ContentType="application/vnd.openxmlformats-officedocument.presentationml.tags+xml"/>
  <Override PartName="/ppt/tags/tag1098.xml" ContentType="application/vnd.openxmlformats-officedocument.presentationml.tags+xml"/>
  <Override PartName="/ppt/tags/tag1099.xml" ContentType="application/vnd.openxmlformats-officedocument.presentationml.tags+xml"/>
  <Override PartName="/ppt/tags/tag1100.xml" ContentType="application/vnd.openxmlformats-officedocument.presentationml.tags+xml"/>
  <Override PartName="/ppt/tags/tag1101.xml" ContentType="application/vnd.openxmlformats-officedocument.presentationml.tags+xml"/>
  <Override PartName="/ppt/tags/tag1102.xml" ContentType="application/vnd.openxmlformats-officedocument.presentationml.tags+xml"/>
  <Override PartName="/ppt/tags/tag1103.xml" ContentType="application/vnd.openxmlformats-officedocument.presentationml.tags+xml"/>
  <Override PartName="/ppt/tags/tag1104.xml" ContentType="application/vnd.openxmlformats-officedocument.presentationml.tags+xml"/>
  <Override PartName="/ppt/tags/tag1105.xml" ContentType="application/vnd.openxmlformats-officedocument.presentationml.tags+xml"/>
  <Override PartName="/ppt/tags/tag1106.xml" ContentType="application/vnd.openxmlformats-officedocument.presentationml.tags+xml"/>
  <Override PartName="/ppt/tags/tag1107.xml" ContentType="application/vnd.openxmlformats-officedocument.presentationml.tags+xml"/>
  <Override PartName="/ppt/tags/tag1108.xml" ContentType="application/vnd.openxmlformats-officedocument.presentationml.tags+xml"/>
  <Override PartName="/ppt/tags/tag1109.xml" ContentType="application/vnd.openxmlformats-officedocument.presentationml.tags+xml"/>
  <Override PartName="/ppt/tags/tag1110.xml" ContentType="application/vnd.openxmlformats-officedocument.presentationml.tags+xml"/>
  <Override PartName="/ppt/tags/tag1111.xml" ContentType="application/vnd.openxmlformats-officedocument.presentationml.tags+xml"/>
  <Override PartName="/ppt/tags/tag1112.xml" ContentType="application/vnd.openxmlformats-officedocument.presentationml.tags+xml"/>
  <Override PartName="/ppt/tags/tag1113.xml" ContentType="application/vnd.openxmlformats-officedocument.presentationml.tags+xml"/>
  <Override PartName="/ppt/tags/tag1114.xml" ContentType="application/vnd.openxmlformats-officedocument.presentationml.tags+xml"/>
  <Override PartName="/ppt/tags/tag1115.xml" ContentType="application/vnd.openxmlformats-officedocument.presentationml.tags+xml"/>
  <Override PartName="/ppt/tags/tag1116.xml" ContentType="application/vnd.openxmlformats-officedocument.presentationml.tags+xml"/>
  <Override PartName="/ppt/tags/tag1117.xml" ContentType="application/vnd.openxmlformats-officedocument.presentationml.tags+xml"/>
  <Override PartName="/ppt/tags/tag1118.xml" ContentType="application/vnd.openxmlformats-officedocument.presentationml.tags+xml"/>
  <Override PartName="/ppt/tags/tag1119.xml" ContentType="application/vnd.openxmlformats-officedocument.presentationml.tags+xml"/>
  <Override PartName="/ppt/tags/tag1120.xml" ContentType="application/vnd.openxmlformats-officedocument.presentationml.tags+xml"/>
  <Override PartName="/ppt/tags/tag1121.xml" ContentType="application/vnd.openxmlformats-officedocument.presentationml.tags+xml"/>
  <Override PartName="/ppt/tags/tag1122.xml" ContentType="application/vnd.openxmlformats-officedocument.presentationml.tags+xml"/>
  <Override PartName="/ppt/tags/tag1123.xml" ContentType="application/vnd.openxmlformats-officedocument.presentationml.tags+xml"/>
  <Override PartName="/ppt/tags/tag1124.xml" ContentType="application/vnd.openxmlformats-officedocument.presentationml.tags+xml"/>
  <Override PartName="/ppt/tags/tag1125.xml" ContentType="application/vnd.openxmlformats-officedocument.presentationml.tags+xml"/>
  <Override PartName="/ppt/tags/tag1126.xml" ContentType="application/vnd.openxmlformats-officedocument.presentationml.tags+xml"/>
  <Override PartName="/ppt/tags/tag1127.xml" ContentType="application/vnd.openxmlformats-officedocument.presentationml.tags+xml"/>
  <Override PartName="/ppt/tags/tag1128.xml" ContentType="application/vnd.openxmlformats-officedocument.presentationml.tags+xml"/>
  <Override PartName="/ppt/tags/tag1129.xml" ContentType="application/vnd.openxmlformats-officedocument.presentationml.tags+xml"/>
  <Override PartName="/ppt/tags/tag1130.xml" ContentType="application/vnd.openxmlformats-officedocument.presentationml.tags+xml"/>
  <Override PartName="/ppt/tags/tag1131.xml" ContentType="application/vnd.openxmlformats-officedocument.presentationml.tags+xml"/>
  <Override PartName="/ppt/tags/tag1132.xml" ContentType="application/vnd.openxmlformats-officedocument.presentationml.tags+xml"/>
  <Override PartName="/ppt/tags/tag1133.xml" ContentType="application/vnd.openxmlformats-officedocument.presentationml.tags+xml"/>
  <Override PartName="/ppt/tags/tag1134.xml" ContentType="application/vnd.openxmlformats-officedocument.presentationml.tags+xml"/>
  <Override PartName="/ppt/tags/tag1135.xml" ContentType="application/vnd.openxmlformats-officedocument.presentationml.tags+xml"/>
  <Override PartName="/ppt/tags/tag1136.xml" ContentType="application/vnd.openxmlformats-officedocument.presentationml.tags+xml"/>
  <Override PartName="/ppt/tags/tag1137.xml" ContentType="application/vnd.openxmlformats-officedocument.presentationml.tags+xml"/>
  <Override PartName="/ppt/tags/tag1138.xml" ContentType="application/vnd.openxmlformats-officedocument.presentationml.tags+xml"/>
  <Override PartName="/ppt/tags/tag1139.xml" ContentType="application/vnd.openxmlformats-officedocument.presentationml.tags+xml"/>
  <Override PartName="/ppt/tags/tag1140.xml" ContentType="application/vnd.openxmlformats-officedocument.presentationml.tags+xml"/>
  <Override PartName="/ppt/tags/tag1141.xml" ContentType="application/vnd.openxmlformats-officedocument.presentationml.tags+xml"/>
  <Override PartName="/ppt/tags/tag1142.xml" ContentType="application/vnd.openxmlformats-officedocument.presentationml.tags+xml"/>
  <Override PartName="/ppt/tags/tag1143.xml" ContentType="application/vnd.openxmlformats-officedocument.presentationml.tags+xml"/>
  <Override PartName="/ppt/tags/tag1144.xml" ContentType="application/vnd.openxmlformats-officedocument.presentationml.tags+xml"/>
  <Override PartName="/ppt/tags/tag1145.xml" ContentType="application/vnd.openxmlformats-officedocument.presentationml.tags+xml"/>
  <Override PartName="/ppt/tags/tag1146.xml" ContentType="application/vnd.openxmlformats-officedocument.presentationml.tags+xml"/>
  <Override PartName="/ppt/tags/tag1147.xml" ContentType="application/vnd.openxmlformats-officedocument.presentationml.tags+xml"/>
  <Override PartName="/ppt/tags/tag1148.xml" ContentType="application/vnd.openxmlformats-officedocument.presentationml.tags+xml"/>
  <Override PartName="/ppt/tags/tag1149.xml" ContentType="application/vnd.openxmlformats-officedocument.presentationml.tags+xml"/>
  <Override PartName="/ppt/tags/tag1150.xml" ContentType="application/vnd.openxmlformats-officedocument.presentationml.tags+xml"/>
  <Override PartName="/ppt/tags/tag1151.xml" ContentType="application/vnd.openxmlformats-officedocument.presentationml.tags+xml"/>
  <Override PartName="/ppt/tags/tag1152.xml" ContentType="application/vnd.openxmlformats-officedocument.presentationml.tags+xml"/>
  <Override PartName="/ppt/tags/tag1153.xml" ContentType="application/vnd.openxmlformats-officedocument.presentationml.tags+xml"/>
  <Override PartName="/ppt/tags/tag1154.xml" ContentType="application/vnd.openxmlformats-officedocument.presentationml.tags+xml"/>
  <Override PartName="/ppt/tags/tag1155.xml" ContentType="application/vnd.openxmlformats-officedocument.presentationml.tags+xml"/>
  <Override PartName="/ppt/tags/tag1156.xml" ContentType="application/vnd.openxmlformats-officedocument.presentationml.tags+xml"/>
  <Override PartName="/ppt/tags/tag1157.xml" ContentType="application/vnd.openxmlformats-officedocument.presentationml.tags+xml"/>
  <Override PartName="/ppt/tags/tag1158.xml" ContentType="application/vnd.openxmlformats-officedocument.presentationml.tags+xml"/>
  <Override PartName="/ppt/tags/tag1159.xml" ContentType="application/vnd.openxmlformats-officedocument.presentationml.tags+xml"/>
  <Override PartName="/ppt/tags/tag1160.xml" ContentType="application/vnd.openxmlformats-officedocument.presentationml.tags+xml"/>
  <Override PartName="/ppt/tags/tag1161.xml" ContentType="application/vnd.openxmlformats-officedocument.presentationml.tags+xml"/>
  <Override PartName="/ppt/tags/tag1162.xml" ContentType="application/vnd.openxmlformats-officedocument.presentationml.tags+xml"/>
  <Override PartName="/ppt/tags/tag1163.xml" ContentType="application/vnd.openxmlformats-officedocument.presentationml.tags+xml"/>
  <Override PartName="/ppt/tags/tag1164.xml" ContentType="application/vnd.openxmlformats-officedocument.presentationml.tags+xml"/>
  <Override PartName="/ppt/tags/tag1165.xml" ContentType="application/vnd.openxmlformats-officedocument.presentationml.tags+xml"/>
  <Override PartName="/ppt/tags/tag1166.xml" ContentType="application/vnd.openxmlformats-officedocument.presentationml.tags+xml"/>
  <Override PartName="/ppt/tags/tag1167.xml" ContentType="application/vnd.openxmlformats-officedocument.presentationml.tags+xml"/>
  <Override PartName="/ppt/tags/tag1168.xml" ContentType="application/vnd.openxmlformats-officedocument.presentationml.tags+xml"/>
  <Override PartName="/ppt/tags/tag1169.xml" ContentType="application/vnd.openxmlformats-officedocument.presentationml.tags+xml"/>
  <Override PartName="/ppt/tags/tag1170.xml" ContentType="application/vnd.openxmlformats-officedocument.presentationml.tags+xml"/>
  <Override PartName="/ppt/tags/tag1171.xml" ContentType="application/vnd.openxmlformats-officedocument.presentationml.tags+xml"/>
  <Override PartName="/ppt/tags/tag1172.xml" ContentType="application/vnd.openxmlformats-officedocument.presentationml.tags+xml"/>
  <Override PartName="/ppt/tags/tag1173.xml" ContentType="application/vnd.openxmlformats-officedocument.presentationml.tags+xml"/>
  <Override PartName="/ppt/tags/tag1174.xml" ContentType="application/vnd.openxmlformats-officedocument.presentationml.tags+xml"/>
  <Override PartName="/ppt/tags/tag1175.xml" ContentType="application/vnd.openxmlformats-officedocument.presentationml.tags+xml"/>
  <Override PartName="/ppt/tags/tag1176.xml" ContentType="application/vnd.openxmlformats-officedocument.presentationml.tags+xml"/>
  <Override PartName="/ppt/tags/tag1177.xml" ContentType="application/vnd.openxmlformats-officedocument.presentationml.tags+xml"/>
  <Override PartName="/ppt/tags/tag1178.xml" ContentType="application/vnd.openxmlformats-officedocument.presentationml.tags+xml"/>
  <Override PartName="/ppt/tags/tag1179.xml" ContentType="application/vnd.openxmlformats-officedocument.presentationml.tags+xml"/>
  <Override PartName="/ppt/tags/tag1180.xml" ContentType="application/vnd.openxmlformats-officedocument.presentationml.tags+xml"/>
  <Override PartName="/ppt/tags/tag1181.xml" ContentType="application/vnd.openxmlformats-officedocument.presentationml.tags+xml"/>
  <Override PartName="/ppt/tags/tag1182.xml" ContentType="application/vnd.openxmlformats-officedocument.presentationml.tags+xml"/>
  <Override PartName="/ppt/tags/tag1183.xml" ContentType="application/vnd.openxmlformats-officedocument.presentationml.tags+xml"/>
  <Override PartName="/ppt/tags/tag1184.xml" ContentType="application/vnd.openxmlformats-officedocument.presentationml.tags+xml"/>
  <Override PartName="/ppt/tags/tag1185.xml" ContentType="application/vnd.openxmlformats-officedocument.presentationml.tags+xml"/>
  <Override PartName="/ppt/tags/tag1186.xml" ContentType="application/vnd.openxmlformats-officedocument.presentationml.tags+xml"/>
  <Override PartName="/ppt/tags/tag1187.xml" ContentType="application/vnd.openxmlformats-officedocument.presentationml.tags+xml"/>
  <Override PartName="/ppt/tags/tag1188.xml" ContentType="application/vnd.openxmlformats-officedocument.presentationml.tags+xml"/>
  <Override PartName="/ppt/tags/tag1189.xml" ContentType="application/vnd.openxmlformats-officedocument.presentationml.tags+xml"/>
  <Override PartName="/ppt/tags/tag1190.xml" ContentType="application/vnd.openxmlformats-officedocument.presentationml.tags+xml"/>
  <Override PartName="/ppt/tags/tag1191.xml" ContentType="application/vnd.openxmlformats-officedocument.presentationml.tags+xml"/>
  <Override PartName="/ppt/tags/tag1192.xml" ContentType="application/vnd.openxmlformats-officedocument.presentationml.tags+xml"/>
  <Override PartName="/ppt/tags/tag1193.xml" ContentType="application/vnd.openxmlformats-officedocument.presentationml.tags+xml"/>
  <Override PartName="/ppt/tags/tag1194.xml" ContentType="application/vnd.openxmlformats-officedocument.presentationml.tags+xml"/>
  <Override PartName="/ppt/tags/tag1195.xml" ContentType="application/vnd.openxmlformats-officedocument.presentationml.tags+xml"/>
  <Override PartName="/ppt/tags/tag1196.xml" ContentType="application/vnd.openxmlformats-officedocument.presentationml.tags+xml"/>
  <Override PartName="/ppt/tags/tag1197.xml" ContentType="application/vnd.openxmlformats-officedocument.presentationml.tags+xml"/>
  <Override PartName="/ppt/tags/tag1198.xml" ContentType="application/vnd.openxmlformats-officedocument.presentationml.tags+xml"/>
  <Override PartName="/ppt/tags/tag1199.xml" ContentType="application/vnd.openxmlformats-officedocument.presentationml.tags+xml"/>
  <Override PartName="/ppt/tags/tag1200.xml" ContentType="application/vnd.openxmlformats-officedocument.presentationml.tags+xml"/>
  <Override PartName="/ppt/tags/tag1201.xml" ContentType="application/vnd.openxmlformats-officedocument.presentationml.tags+xml"/>
  <Override PartName="/ppt/tags/tag1202.xml" ContentType="application/vnd.openxmlformats-officedocument.presentationml.tags+xml"/>
  <Override PartName="/ppt/tags/tag1203.xml" ContentType="application/vnd.openxmlformats-officedocument.presentationml.tags+xml"/>
  <Override PartName="/ppt/tags/tag1204.xml" ContentType="application/vnd.openxmlformats-officedocument.presentationml.tags+xml"/>
  <Override PartName="/ppt/tags/tag1205.xml" ContentType="application/vnd.openxmlformats-officedocument.presentationml.tags+xml"/>
  <Override PartName="/ppt/tags/tag1206.xml" ContentType="application/vnd.openxmlformats-officedocument.presentationml.tags+xml"/>
  <Override PartName="/ppt/tags/tag1207.xml" ContentType="application/vnd.openxmlformats-officedocument.presentationml.tags+xml"/>
  <Override PartName="/ppt/tags/tag1208.xml" ContentType="application/vnd.openxmlformats-officedocument.presentationml.tags+xml"/>
  <Override PartName="/ppt/tags/tag1209.xml" ContentType="application/vnd.openxmlformats-officedocument.presentationml.tags+xml"/>
  <Override PartName="/ppt/tags/tag1210.xml" ContentType="application/vnd.openxmlformats-officedocument.presentationml.tags+xml"/>
  <Override PartName="/ppt/tags/tag1211.xml" ContentType="application/vnd.openxmlformats-officedocument.presentationml.tags+xml"/>
  <Override PartName="/ppt/tags/tag1212.xml" ContentType="application/vnd.openxmlformats-officedocument.presentationml.tags+xml"/>
  <Override PartName="/ppt/tags/tag1213.xml" ContentType="application/vnd.openxmlformats-officedocument.presentationml.tags+xml"/>
  <Override PartName="/ppt/tags/tag1214.xml" ContentType="application/vnd.openxmlformats-officedocument.presentationml.tags+xml"/>
  <Override PartName="/ppt/tags/tag1215.xml" ContentType="application/vnd.openxmlformats-officedocument.presentationml.tags+xml"/>
  <Override PartName="/ppt/tags/tag1216.xml" ContentType="application/vnd.openxmlformats-officedocument.presentationml.tags+xml"/>
  <Override PartName="/ppt/tags/tag1217.xml" ContentType="application/vnd.openxmlformats-officedocument.presentationml.tags+xml"/>
  <Override PartName="/ppt/tags/tag1218.xml" ContentType="application/vnd.openxmlformats-officedocument.presentationml.tags+xml"/>
  <Override PartName="/ppt/tags/tag1219.xml" ContentType="application/vnd.openxmlformats-officedocument.presentationml.tags+xml"/>
  <Override PartName="/ppt/tags/tag1220.xml" ContentType="application/vnd.openxmlformats-officedocument.presentationml.tags+xml"/>
  <Override PartName="/ppt/tags/tag1221.xml" ContentType="application/vnd.openxmlformats-officedocument.presentationml.tags+xml"/>
  <Override PartName="/ppt/tags/tag1222.xml" ContentType="application/vnd.openxmlformats-officedocument.presentationml.tags+xml"/>
  <Override PartName="/ppt/tags/tag1223.xml" ContentType="application/vnd.openxmlformats-officedocument.presentationml.tags+xml"/>
  <Override PartName="/ppt/tags/tag1224.xml" ContentType="application/vnd.openxmlformats-officedocument.presentationml.tags+xml"/>
  <Override PartName="/ppt/tags/tag1225.xml" ContentType="application/vnd.openxmlformats-officedocument.presentationml.tags+xml"/>
  <Override PartName="/ppt/tags/tag1226.xml" ContentType="application/vnd.openxmlformats-officedocument.presentationml.tags+xml"/>
  <Override PartName="/ppt/tags/tag1227.xml" ContentType="application/vnd.openxmlformats-officedocument.presentationml.tags+xml"/>
  <Override PartName="/ppt/tags/tag1228.xml" ContentType="application/vnd.openxmlformats-officedocument.presentationml.tags+xml"/>
  <Override PartName="/ppt/tags/tag1229.xml" ContentType="application/vnd.openxmlformats-officedocument.presentationml.tags+xml"/>
  <Override PartName="/ppt/tags/tag1230.xml" ContentType="application/vnd.openxmlformats-officedocument.presentationml.tags+xml"/>
  <Override PartName="/ppt/tags/tag1231.xml" ContentType="application/vnd.openxmlformats-officedocument.presentationml.tags+xml"/>
  <Override PartName="/ppt/tags/tag1232.xml" ContentType="application/vnd.openxmlformats-officedocument.presentationml.tags+xml"/>
  <Override PartName="/ppt/tags/tag1233.xml" ContentType="application/vnd.openxmlformats-officedocument.presentationml.tags+xml"/>
  <Override PartName="/ppt/tags/tag1234.xml" ContentType="application/vnd.openxmlformats-officedocument.presentationml.tags+xml"/>
  <Override PartName="/ppt/tags/tag1235.xml" ContentType="application/vnd.openxmlformats-officedocument.presentationml.tags+xml"/>
  <Override PartName="/ppt/tags/tag1236.xml" ContentType="application/vnd.openxmlformats-officedocument.presentationml.tags+xml"/>
  <Override PartName="/ppt/tags/tag1237.xml" ContentType="application/vnd.openxmlformats-officedocument.presentationml.tags+xml"/>
  <Override PartName="/ppt/tags/tag1238.xml" ContentType="application/vnd.openxmlformats-officedocument.presentationml.tags+xml"/>
  <Override PartName="/ppt/tags/tag1239.xml" ContentType="application/vnd.openxmlformats-officedocument.presentationml.tags+xml"/>
  <Override PartName="/ppt/tags/tag1240.xml" ContentType="application/vnd.openxmlformats-officedocument.presentationml.tags+xml"/>
  <Override PartName="/ppt/tags/tag1241.xml" ContentType="application/vnd.openxmlformats-officedocument.presentationml.tags+xml"/>
  <Override PartName="/ppt/tags/tag1242.xml" ContentType="application/vnd.openxmlformats-officedocument.presentationml.tags+xml"/>
  <Override PartName="/ppt/tags/tag1243.xml" ContentType="application/vnd.openxmlformats-officedocument.presentationml.tags+xml"/>
  <Override PartName="/ppt/tags/tag1244.xml" ContentType="application/vnd.openxmlformats-officedocument.presentationml.tags+xml"/>
  <Override PartName="/ppt/tags/tag1245.xml" ContentType="application/vnd.openxmlformats-officedocument.presentationml.tags+xml"/>
  <Override PartName="/ppt/tags/tag1246.xml" ContentType="application/vnd.openxmlformats-officedocument.presentationml.tags+xml"/>
  <Override PartName="/ppt/tags/tag1247.xml" ContentType="application/vnd.openxmlformats-officedocument.presentationml.tags+xml"/>
  <Override PartName="/ppt/tags/tag1248.xml" ContentType="application/vnd.openxmlformats-officedocument.presentationml.tags+xml"/>
  <Override PartName="/ppt/tags/tag1249.xml" ContentType="application/vnd.openxmlformats-officedocument.presentationml.tags+xml"/>
  <Override PartName="/ppt/tags/tag1250.xml" ContentType="application/vnd.openxmlformats-officedocument.presentationml.tags+xml"/>
  <Override PartName="/ppt/tags/tag1251.xml" ContentType="application/vnd.openxmlformats-officedocument.presentationml.tags+xml"/>
  <Override PartName="/ppt/tags/tag1252.xml" ContentType="application/vnd.openxmlformats-officedocument.presentationml.tags+xml"/>
  <Override PartName="/ppt/tags/tag1253.xml" ContentType="application/vnd.openxmlformats-officedocument.presentationml.tags+xml"/>
  <Override PartName="/ppt/tags/tag1254.xml" ContentType="application/vnd.openxmlformats-officedocument.presentationml.tags+xml"/>
  <Override PartName="/ppt/tags/tag1255.xml" ContentType="application/vnd.openxmlformats-officedocument.presentationml.tags+xml"/>
  <Override PartName="/ppt/tags/tag1256.xml" ContentType="application/vnd.openxmlformats-officedocument.presentationml.tags+xml"/>
  <Override PartName="/ppt/tags/tag1257.xml" ContentType="application/vnd.openxmlformats-officedocument.presentationml.tags+xml"/>
  <Override PartName="/ppt/tags/tag1258.xml" ContentType="application/vnd.openxmlformats-officedocument.presentationml.tags+xml"/>
  <Override PartName="/ppt/tags/tag1259.xml" ContentType="application/vnd.openxmlformats-officedocument.presentationml.tags+xml"/>
  <Override PartName="/ppt/tags/tag1260.xml" ContentType="application/vnd.openxmlformats-officedocument.presentationml.tags+xml"/>
  <Override PartName="/ppt/tags/tag1261.xml" ContentType="application/vnd.openxmlformats-officedocument.presentationml.tags+xml"/>
  <Override PartName="/ppt/tags/tag1262.xml" ContentType="application/vnd.openxmlformats-officedocument.presentationml.tags+xml"/>
  <Override PartName="/ppt/tags/tag1263.xml" ContentType="application/vnd.openxmlformats-officedocument.presentationml.tags+xml"/>
  <Override PartName="/ppt/tags/tag1264.xml" ContentType="application/vnd.openxmlformats-officedocument.presentationml.tags+xml"/>
  <Override PartName="/ppt/tags/tag1265.xml" ContentType="application/vnd.openxmlformats-officedocument.presentationml.tags+xml"/>
  <Override PartName="/ppt/tags/tag1266.xml" ContentType="application/vnd.openxmlformats-officedocument.presentationml.tags+xml"/>
  <Override PartName="/ppt/tags/tag1267.xml" ContentType="application/vnd.openxmlformats-officedocument.presentationml.tags+xml"/>
  <Override PartName="/ppt/tags/tag1268.xml" ContentType="application/vnd.openxmlformats-officedocument.presentationml.tags+xml"/>
  <Override PartName="/ppt/tags/tag1269.xml" ContentType="application/vnd.openxmlformats-officedocument.presentationml.tags+xml"/>
  <Override PartName="/ppt/tags/tag1270.xml" ContentType="application/vnd.openxmlformats-officedocument.presentationml.tags+xml"/>
  <Override PartName="/ppt/tags/tag1271.xml" ContentType="application/vnd.openxmlformats-officedocument.presentationml.tags+xml"/>
  <Override PartName="/ppt/tags/tag1272.xml" ContentType="application/vnd.openxmlformats-officedocument.presentationml.tags+xml"/>
  <Override PartName="/ppt/tags/tag1273.xml" ContentType="application/vnd.openxmlformats-officedocument.presentationml.tags+xml"/>
  <Override PartName="/ppt/tags/tag1274.xml" ContentType="application/vnd.openxmlformats-officedocument.presentationml.tags+xml"/>
  <Override PartName="/ppt/tags/tag1275.xml" ContentType="application/vnd.openxmlformats-officedocument.presentationml.tags+xml"/>
  <Override PartName="/ppt/tags/tag1276.xml" ContentType="application/vnd.openxmlformats-officedocument.presentationml.tags+xml"/>
  <Override PartName="/ppt/tags/tag1277.xml" ContentType="application/vnd.openxmlformats-officedocument.presentationml.tags+xml"/>
  <Override PartName="/ppt/tags/tag1278.xml" ContentType="application/vnd.openxmlformats-officedocument.presentationml.tags+xml"/>
  <Override PartName="/ppt/tags/tag1279.xml" ContentType="application/vnd.openxmlformats-officedocument.presentationml.tags+xml"/>
  <Override PartName="/ppt/tags/tag1280.xml" ContentType="application/vnd.openxmlformats-officedocument.presentationml.tags+xml"/>
  <Override PartName="/ppt/tags/tag1281.xml" ContentType="application/vnd.openxmlformats-officedocument.presentationml.tags+xml"/>
  <Override PartName="/ppt/tags/tag1282.xml" ContentType="application/vnd.openxmlformats-officedocument.presentationml.tags+xml"/>
  <Override PartName="/ppt/tags/tag1283.xml" ContentType="application/vnd.openxmlformats-officedocument.presentationml.tags+xml"/>
  <Override PartName="/ppt/tags/tag1284.xml" ContentType="application/vnd.openxmlformats-officedocument.presentationml.tags+xml"/>
  <Override PartName="/ppt/tags/tag1285.xml" ContentType="application/vnd.openxmlformats-officedocument.presentationml.tags+xml"/>
  <Override PartName="/ppt/tags/tag1286.xml" ContentType="application/vnd.openxmlformats-officedocument.presentationml.tags+xml"/>
  <Override PartName="/ppt/tags/tag1287.xml" ContentType="application/vnd.openxmlformats-officedocument.presentationml.tags+xml"/>
  <Override PartName="/ppt/tags/tag1288.xml" ContentType="application/vnd.openxmlformats-officedocument.presentationml.tags+xml"/>
  <Override PartName="/ppt/tags/tag1289.xml" ContentType="application/vnd.openxmlformats-officedocument.presentationml.tags+xml"/>
  <Override PartName="/ppt/tags/tag1290.xml" ContentType="application/vnd.openxmlformats-officedocument.presentationml.tags+xml"/>
  <Override PartName="/ppt/tags/tag1291.xml" ContentType="application/vnd.openxmlformats-officedocument.presentationml.tags+xml"/>
  <Override PartName="/ppt/tags/tag1292.xml" ContentType="application/vnd.openxmlformats-officedocument.presentationml.tags+xml"/>
  <Override PartName="/ppt/tags/tag1293.xml" ContentType="application/vnd.openxmlformats-officedocument.presentationml.tags+xml"/>
  <Override PartName="/ppt/tags/tag1294.xml" ContentType="application/vnd.openxmlformats-officedocument.presentationml.tags+xml"/>
  <Override PartName="/ppt/tags/tag1295.xml" ContentType="application/vnd.openxmlformats-officedocument.presentationml.tags+xml"/>
  <Override PartName="/ppt/tags/tag1296.xml" ContentType="application/vnd.openxmlformats-officedocument.presentationml.tags+xml"/>
  <Override PartName="/ppt/tags/tag1297.xml" ContentType="application/vnd.openxmlformats-officedocument.presentationml.tags+xml"/>
  <Override PartName="/ppt/tags/tag1298.xml" ContentType="application/vnd.openxmlformats-officedocument.presentationml.tags+xml"/>
  <Override PartName="/ppt/tags/tag1299.xml" ContentType="application/vnd.openxmlformats-officedocument.presentationml.tags+xml"/>
  <Override PartName="/ppt/tags/tag1300.xml" ContentType="application/vnd.openxmlformats-officedocument.presentationml.tags+xml"/>
  <Override PartName="/ppt/tags/tag1301.xml" ContentType="application/vnd.openxmlformats-officedocument.presentationml.tags+xml"/>
  <Override PartName="/ppt/tags/tag1302.xml" ContentType="application/vnd.openxmlformats-officedocument.presentationml.tags+xml"/>
  <Override PartName="/ppt/tags/tag1303.xml" ContentType="application/vnd.openxmlformats-officedocument.presentationml.tags+xml"/>
  <Override PartName="/ppt/tags/tag1304.xml" ContentType="application/vnd.openxmlformats-officedocument.presentationml.tags+xml"/>
  <Override PartName="/ppt/tags/tag1305.xml" ContentType="application/vnd.openxmlformats-officedocument.presentationml.tags+xml"/>
  <Override PartName="/ppt/tags/tag1306.xml" ContentType="application/vnd.openxmlformats-officedocument.presentationml.tags+xml"/>
  <Override PartName="/ppt/tags/tag1307.xml" ContentType="application/vnd.openxmlformats-officedocument.presentationml.tags+xml"/>
  <Override PartName="/ppt/tags/tag1308.xml" ContentType="application/vnd.openxmlformats-officedocument.presentationml.tags+xml"/>
  <Override PartName="/ppt/tags/tag1309.xml" ContentType="application/vnd.openxmlformats-officedocument.presentationml.tags+xml"/>
  <Override PartName="/ppt/tags/tag1310.xml" ContentType="application/vnd.openxmlformats-officedocument.presentationml.tags+xml"/>
  <Override PartName="/ppt/tags/tag1311.xml" ContentType="application/vnd.openxmlformats-officedocument.presentationml.tags+xml"/>
  <Override PartName="/ppt/tags/tag1312.xml" ContentType="application/vnd.openxmlformats-officedocument.presentationml.tags+xml"/>
  <Override PartName="/ppt/tags/tag1313.xml" ContentType="application/vnd.openxmlformats-officedocument.presentationml.tags+xml"/>
  <Override PartName="/ppt/tags/tag1314.xml" ContentType="application/vnd.openxmlformats-officedocument.presentationml.tags+xml"/>
  <Override PartName="/ppt/tags/tag1315.xml" ContentType="application/vnd.openxmlformats-officedocument.presentationml.tags+xml"/>
  <Override PartName="/ppt/tags/tag1316.xml" ContentType="application/vnd.openxmlformats-officedocument.presentationml.tags+xml"/>
  <Override PartName="/ppt/tags/tag1317.xml" ContentType="application/vnd.openxmlformats-officedocument.presentationml.tags+xml"/>
  <Override PartName="/ppt/tags/tag1318.xml" ContentType="application/vnd.openxmlformats-officedocument.presentationml.tags+xml"/>
  <Override PartName="/ppt/tags/tag1319.xml" ContentType="application/vnd.openxmlformats-officedocument.presentationml.tags+xml"/>
  <Override PartName="/ppt/tags/tag1320.xml" ContentType="application/vnd.openxmlformats-officedocument.presentationml.tags+xml"/>
  <Override PartName="/ppt/tags/tag1321.xml" ContentType="application/vnd.openxmlformats-officedocument.presentationml.tags+xml"/>
  <Override PartName="/ppt/tags/tag1322.xml" ContentType="application/vnd.openxmlformats-officedocument.presentationml.tags+xml"/>
  <Override PartName="/ppt/tags/tag1323.xml" ContentType="application/vnd.openxmlformats-officedocument.presentationml.tags+xml"/>
  <Override PartName="/ppt/tags/tag1324.xml" ContentType="application/vnd.openxmlformats-officedocument.presentationml.tags+xml"/>
  <Override PartName="/ppt/tags/tag1325.xml" ContentType="application/vnd.openxmlformats-officedocument.presentationml.tags+xml"/>
  <Override PartName="/ppt/tags/tag1326.xml" ContentType="application/vnd.openxmlformats-officedocument.presentationml.tags+xml"/>
  <Override PartName="/ppt/tags/tag1327.xml" ContentType="application/vnd.openxmlformats-officedocument.presentationml.tags+xml"/>
  <Override PartName="/ppt/tags/tag1328.xml" ContentType="application/vnd.openxmlformats-officedocument.presentationml.tags+xml"/>
  <Override PartName="/ppt/tags/tag1329.xml" ContentType="application/vnd.openxmlformats-officedocument.presentationml.tags+xml"/>
  <Override PartName="/ppt/tags/tag1330.xml" ContentType="application/vnd.openxmlformats-officedocument.presentationml.tags+xml"/>
  <Override PartName="/ppt/tags/tag1331.xml" ContentType="application/vnd.openxmlformats-officedocument.presentationml.tags+xml"/>
  <Override PartName="/ppt/tags/tag1332.xml" ContentType="application/vnd.openxmlformats-officedocument.presentationml.tags+xml"/>
  <Override PartName="/ppt/tags/tag1333.xml" ContentType="application/vnd.openxmlformats-officedocument.presentationml.tags+xml"/>
  <Override PartName="/ppt/tags/tag1334.xml" ContentType="application/vnd.openxmlformats-officedocument.presentationml.tags+xml"/>
  <Override PartName="/ppt/tags/tag1335.xml" ContentType="application/vnd.openxmlformats-officedocument.presentationml.tags+xml"/>
  <Override PartName="/ppt/tags/tag1336.xml" ContentType="application/vnd.openxmlformats-officedocument.presentationml.tags+xml"/>
  <Override PartName="/ppt/tags/tag1337.xml" ContentType="application/vnd.openxmlformats-officedocument.presentationml.tags+xml"/>
  <Override PartName="/ppt/tags/tag1338.xml" ContentType="application/vnd.openxmlformats-officedocument.presentationml.tags+xml"/>
  <Override PartName="/ppt/tags/tag1339.xml" ContentType="application/vnd.openxmlformats-officedocument.presentationml.tags+xml"/>
  <Override PartName="/ppt/tags/tag1340.xml" ContentType="application/vnd.openxmlformats-officedocument.presentationml.tags+xml"/>
  <Override PartName="/ppt/tags/tag1341.xml" ContentType="application/vnd.openxmlformats-officedocument.presentationml.tags+xml"/>
  <Override PartName="/ppt/tags/tag1342.xml" ContentType="application/vnd.openxmlformats-officedocument.presentationml.tags+xml"/>
  <Override PartName="/ppt/tags/tag1343.xml" ContentType="application/vnd.openxmlformats-officedocument.presentationml.tags+xml"/>
  <Override PartName="/ppt/tags/tag1344.xml" ContentType="application/vnd.openxmlformats-officedocument.presentationml.tags+xml"/>
  <Override PartName="/ppt/tags/tag1345.xml" ContentType="application/vnd.openxmlformats-officedocument.presentationml.tags+xml"/>
  <Override PartName="/ppt/tags/tag1346.xml" ContentType="application/vnd.openxmlformats-officedocument.presentationml.tags+xml"/>
  <Override PartName="/ppt/tags/tag1347.xml" ContentType="application/vnd.openxmlformats-officedocument.presentationml.tags+xml"/>
  <Override PartName="/ppt/tags/tag1348.xml" ContentType="application/vnd.openxmlformats-officedocument.presentationml.tags+xml"/>
  <Override PartName="/ppt/tags/tag1349.xml" ContentType="application/vnd.openxmlformats-officedocument.presentationml.tags+xml"/>
  <Override PartName="/ppt/tags/tag1350.xml" ContentType="application/vnd.openxmlformats-officedocument.presentationml.tags+xml"/>
  <Override PartName="/ppt/tags/tag1351.xml" ContentType="application/vnd.openxmlformats-officedocument.presentationml.tags+xml"/>
  <Override PartName="/ppt/tags/tag1352.xml" ContentType="application/vnd.openxmlformats-officedocument.presentationml.tags+xml"/>
  <Override PartName="/ppt/tags/tag1353.xml" ContentType="application/vnd.openxmlformats-officedocument.presentationml.tags+xml"/>
  <Override PartName="/ppt/tags/tag1354.xml" ContentType="application/vnd.openxmlformats-officedocument.presentationml.tags+xml"/>
  <Override PartName="/ppt/tags/tag1355.xml" ContentType="application/vnd.openxmlformats-officedocument.presentationml.tags+xml"/>
  <Override PartName="/ppt/tags/tag1356.xml" ContentType="application/vnd.openxmlformats-officedocument.presentationml.tags+xml"/>
  <Override PartName="/ppt/tags/tag1357.xml" ContentType="application/vnd.openxmlformats-officedocument.presentationml.tags+xml"/>
  <Override PartName="/ppt/tags/tag1358.xml" ContentType="application/vnd.openxmlformats-officedocument.presentationml.tags+xml"/>
  <Override PartName="/ppt/tags/tag1359.xml" ContentType="application/vnd.openxmlformats-officedocument.presentationml.tags+xml"/>
  <Override PartName="/ppt/tags/tag1360.xml" ContentType="application/vnd.openxmlformats-officedocument.presentationml.tags+xml"/>
  <Override PartName="/ppt/tags/tag1361.xml" ContentType="application/vnd.openxmlformats-officedocument.presentationml.tags+xml"/>
  <Override PartName="/ppt/tags/tag1362.xml" ContentType="application/vnd.openxmlformats-officedocument.presentationml.tags+xml"/>
  <Override PartName="/ppt/tags/tag1363.xml" ContentType="application/vnd.openxmlformats-officedocument.presentationml.tags+xml"/>
  <Override PartName="/ppt/tags/tag1364.xml" ContentType="application/vnd.openxmlformats-officedocument.presentationml.tags+xml"/>
  <Override PartName="/ppt/tags/tag1365.xml" ContentType="application/vnd.openxmlformats-officedocument.presentationml.tags+xml"/>
  <Override PartName="/ppt/tags/tag1366.xml" ContentType="application/vnd.openxmlformats-officedocument.presentationml.tags+xml"/>
  <Override PartName="/ppt/tags/tag1367.xml" ContentType="application/vnd.openxmlformats-officedocument.presentationml.tags+xml"/>
  <Override PartName="/ppt/tags/tag1368.xml" ContentType="application/vnd.openxmlformats-officedocument.presentationml.tags+xml"/>
  <Override PartName="/ppt/tags/tag1369.xml" ContentType="application/vnd.openxmlformats-officedocument.presentationml.tags+xml"/>
  <Override PartName="/ppt/tags/tag1370.xml" ContentType="application/vnd.openxmlformats-officedocument.presentationml.tags+xml"/>
  <Override PartName="/ppt/tags/tag1371.xml" ContentType="application/vnd.openxmlformats-officedocument.presentationml.tags+xml"/>
  <Override PartName="/ppt/tags/tag1372.xml" ContentType="application/vnd.openxmlformats-officedocument.presentationml.tags+xml"/>
  <Override PartName="/ppt/tags/tag1373.xml" ContentType="application/vnd.openxmlformats-officedocument.presentationml.tags+xml"/>
  <Override PartName="/ppt/tags/tag1374.xml" ContentType="application/vnd.openxmlformats-officedocument.presentationml.tags+xml"/>
  <Override PartName="/ppt/tags/tag1375.xml" ContentType="application/vnd.openxmlformats-officedocument.presentationml.tags+xml"/>
  <Override PartName="/ppt/tags/tag1376.xml" ContentType="application/vnd.openxmlformats-officedocument.presentationml.tags+xml"/>
  <Override PartName="/ppt/tags/tag1377.xml" ContentType="application/vnd.openxmlformats-officedocument.presentationml.tags+xml"/>
  <Override PartName="/ppt/tags/tag1378.xml" ContentType="application/vnd.openxmlformats-officedocument.presentationml.tags+xml"/>
  <Override PartName="/ppt/tags/tag1379.xml" ContentType="application/vnd.openxmlformats-officedocument.presentationml.tags+xml"/>
  <Override PartName="/ppt/tags/tag1380.xml" ContentType="application/vnd.openxmlformats-officedocument.presentationml.tags+xml"/>
  <Override PartName="/ppt/tags/tag1381.xml" ContentType="application/vnd.openxmlformats-officedocument.presentationml.tags+xml"/>
  <Override PartName="/ppt/tags/tag1382.xml" ContentType="application/vnd.openxmlformats-officedocument.presentationml.tags+xml"/>
  <Override PartName="/ppt/tags/tag1383.xml" ContentType="application/vnd.openxmlformats-officedocument.presentationml.tags+xml"/>
  <Override PartName="/ppt/tags/tag1384.xml" ContentType="application/vnd.openxmlformats-officedocument.presentationml.tags+xml"/>
  <Override PartName="/ppt/tags/tag1385.xml" ContentType="application/vnd.openxmlformats-officedocument.presentationml.tags+xml"/>
  <Override PartName="/ppt/tags/tag1386.xml" ContentType="application/vnd.openxmlformats-officedocument.presentationml.tags+xml"/>
  <Override PartName="/ppt/tags/tag1387.xml" ContentType="application/vnd.openxmlformats-officedocument.presentationml.tags+xml"/>
  <Override PartName="/ppt/tags/tag1388.xml" ContentType="application/vnd.openxmlformats-officedocument.presentationml.tags+xml"/>
  <Override PartName="/ppt/tags/tag1389.xml" ContentType="application/vnd.openxmlformats-officedocument.presentationml.tags+xml"/>
  <Override PartName="/ppt/tags/tag1390.xml" ContentType="application/vnd.openxmlformats-officedocument.presentationml.tags+xml"/>
  <Override PartName="/ppt/tags/tag1391.xml" ContentType="application/vnd.openxmlformats-officedocument.presentationml.tags+xml"/>
  <Override PartName="/ppt/tags/tag1392.xml" ContentType="application/vnd.openxmlformats-officedocument.presentationml.tags+xml"/>
  <Override PartName="/ppt/tags/tag1393.xml" ContentType="application/vnd.openxmlformats-officedocument.presentationml.tags+xml"/>
  <Override PartName="/ppt/tags/tag1394.xml" ContentType="application/vnd.openxmlformats-officedocument.presentationml.tags+xml"/>
  <Override PartName="/ppt/tags/tag1395.xml" ContentType="application/vnd.openxmlformats-officedocument.presentationml.tags+xml"/>
  <Override PartName="/ppt/tags/tag1396.xml" ContentType="application/vnd.openxmlformats-officedocument.presentationml.tags+xml"/>
  <Override PartName="/ppt/tags/tag1397.xml" ContentType="application/vnd.openxmlformats-officedocument.presentationml.tags+xml"/>
  <Override PartName="/ppt/tags/tag1398.xml" ContentType="application/vnd.openxmlformats-officedocument.presentationml.tags+xml"/>
  <Override PartName="/ppt/tags/tag1399.xml" ContentType="application/vnd.openxmlformats-officedocument.presentationml.tags+xml"/>
  <Override PartName="/ppt/tags/tag1400.xml" ContentType="application/vnd.openxmlformats-officedocument.presentationml.tags+xml"/>
  <Override PartName="/ppt/tags/tag1401.xml" ContentType="application/vnd.openxmlformats-officedocument.presentationml.tags+xml"/>
  <Override PartName="/ppt/tags/tag1402.xml" ContentType="application/vnd.openxmlformats-officedocument.presentationml.tags+xml"/>
  <Override PartName="/ppt/tags/tag1403.xml" ContentType="application/vnd.openxmlformats-officedocument.presentationml.tags+xml"/>
  <Override PartName="/ppt/tags/tag1404.xml" ContentType="application/vnd.openxmlformats-officedocument.presentationml.tags+xml"/>
  <Override PartName="/ppt/tags/tag1405.xml" ContentType="application/vnd.openxmlformats-officedocument.presentationml.tags+xml"/>
  <Override PartName="/ppt/tags/tag1406.xml" ContentType="application/vnd.openxmlformats-officedocument.presentationml.tags+xml"/>
  <Override PartName="/ppt/tags/tag1407.xml" ContentType="application/vnd.openxmlformats-officedocument.presentationml.tags+xml"/>
  <Override PartName="/ppt/tags/tag1408.xml" ContentType="application/vnd.openxmlformats-officedocument.presentationml.tags+xml"/>
  <Override PartName="/ppt/tags/tag1409.xml" ContentType="application/vnd.openxmlformats-officedocument.presentationml.tags+xml"/>
  <Override PartName="/ppt/tags/tag1410.xml" ContentType="application/vnd.openxmlformats-officedocument.presentationml.tags+xml"/>
  <Override PartName="/ppt/tags/tag1411.xml" ContentType="application/vnd.openxmlformats-officedocument.presentationml.tags+xml"/>
  <Override PartName="/ppt/tags/tag1412.xml" ContentType="application/vnd.openxmlformats-officedocument.presentationml.tags+xml"/>
  <Override PartName="/ppt/tags/tag1413.xml" ContentType="application/vnd.openxmlformats-officedocument.presentationml.tags+xml"/>
  <Override PartName="/ppt/tags/tag1414.xml" ContentType="application/vnd.openxmlformats-officedocument.presentationml.tags+xml"/>
  <Override PartName="/ppt/tags/tag1415.xml" ContentType="application/vnd.openxmlformats-officedocument.presentationml.tags+xml"/>
  <Override PartName="/ppt/tags/tag1416.xml" ContentType="application/vnd.openxmlformats-officedocument.presentationml.tags+xml"/>
  <Override PartName="/ppt/tags/tag1417.xml" ContentType="application/vnd.openxmlformats-officedocument.presentationml.tags+xml"/>
  <Override PartName="/ppt/tags/tag1418.xml" ContentType="application/vnd.openxmlformats-officedocument.presentationml.tags+xml"/>
  <Override PartName="/ppt/tags/tag1419.xml" ContentType="application/vnd.openxmlformats-officedocument.presentationml.tags+xml"/>
  <Override PartName="/ppt/tags/tag1420.xml" ContentType="application/vnd.openxmlformats-officedocument.presentationml.tags+xml"/>
  <Override PartName="/ppt/tags/tag1421.xml" ContentType="application/vnd.openxmlformats-officedocument.presentationml.tags+xml"/>
  <Override PartName="/ppt/tags/tag1422.xml" ContentType="application/vnd.openxmlformats-officedocument.presentationml.tags+xml"/>
  <Override PartName="/ppt/tags/tag1423.xml" ContentType="application/vnd.openxmlformats-officedocument.presentationml.tags+xml"/>
  <Override PartName="/ppt/tags/tag1424.xml" ContentType="application/vnd.openxmlformats-officedocument.presentationml.tags+xml"/>
  <Override PartName="/ppt/tags/tag1425.xml" ContentType="application/vnd.openxmlformats-officedocument.presentationml.tags+xml"/>
  <Override PartName="/ppt/tags/tag1426.xml" ContentType="application/vnd.openxmlformats-officedocument.presentationml.tags+xml"/>
  <Override PartName="/ppt/tags/tag1427.xml" ContentType="application/vnd.openxmlformats-officedocument.presentationml.tags+xml"/>
  <Override PartName="/ppt/tags/tag1428.xml" ContentType="application/vnd.openxmlformats-officedocument.presentationml.tags+xml"/>
  <Override PartName="/ppt/tags/tag1429.xml" ContentType="application/vnd.openxmlformats-officedocument.presentationml.tags+xml"/>
  <Override PartName="/ppt/tags/tag1430.xml" ContentType="application/vnd.openxmlformats-officedocument.presentationml.tags+xml"/>
  <Override PartName="/ppt/tags/tag1431.xml" ContentType="application/vnd.openxmlformats-officedocument.presentationml.tags+xml"/>
  <Override PartName="/ppt/tags/tag1432.xml" ContentType="application/vnd.openxmlformats-officedocument.presentationml.tags+xml"/>
  <Override PartName="/ppt/tags/tag1433.xml" ContentType="application/vnd.openxmlformats-officedocument.presentationml.tags+xml"/>
  <Override PartName="/ppt/tags/tag1434.xml" ContentType="application/vnd.openxmlformats-officedocument.presentationml.tags+xml"/>
  <Override PartName="/ppt/tags/tag1435.xml" ContentType="application/vnd.openxmlformats-officedocument.presentationml.tags+xml"/>
  <Override PartName="/ppt/tags/tag1436.xml" ContentType="application/vnd.openxmlformats-officedocument.presentationml.tags+xml"/>
  <Override PartName="/ppt/tags/tag1437.xml" ContentType="application/vnd.openxmlformats-officedocument.presentationml.tags+xml"/>
  <Override PartName="/ppt/tags/tag1438.xml" ContentType="application/vnd.openxmlformats-officedocument.presentationml.tags+xml"/>
  <Override PartName="/ppt/tags/tag1439.xml" ContentType="application/vnd.openxmlformats-officedocument.presentationml.tags+xml"/>
  <Override PartName="/ppt/tags/tag1440.xml" ContentType="application/vnd.openxmlformats-officedocument.presentationml.tags+xml"/>
  <Override PartName="/ppt/tags/tag1441.xml" ContentType="application/vnd.openxmlformats-officedocument.presentationml.tags+xml"/>
  <Override PartName="/ppt/tags/tag1442.xml" ContentType="application/vnd.openxmlformats-officedocument.presentationml.tags+xml"/>
  <Override PartName="/ppt/tags/tag1443.xml" ContentType="application/vnd.openxmlformats-officedocument.presentationml.tags+xml"/>
  <Override PartName="/ppt/tags/tag1444.xml" ContentType="application/vnd.openxmlformats-officedocument.presentationml.tags+xml"/>
  <Override PartName="/ppt/tags/tag1445.xml" ContentType="application/vnd.openxmlformats-officedocument.presentationml.tags+xml"/>
  <Override PartName="/ppt/tags/tag1446.xml" ContentType="application/vnd.openxmlformats-officedocument.presentationml.tags+xml"/>
  <Override PartName="/ppt/tags/tag1447.xml" ContentType="application/vnd.openxmlformats-officedocument.presentationml.tags+xml"/>
  <Override PartName="/ppt/tags/tag1448.xml" ContentType="application/vnd.openxmlformats-officedocument.presentationml.tags+xml"/>
  <Override PartName="/ppt/tags/tag1449.xml" ContentType="application/vnd.openxmlformats-officedocument.presentationml.tags+xml"/>
  <Override PartName="/ppt/tags/tag1450.xml" ContentType="application/vnd.openxmlformats-officedocument.presentationml.tags+xml"/>
  <Override PartName="/ppt/tags/tag1451.xml" ContentType="application/vnd.openxmlformats-officedocument.presentationml.tags+xml"/>
  <Override PartName="/ppt/tags/tag1452.xml" ContentType="application/vnd.openxmlformats-officedocument.presentationml.tags+xml"/>
  <Override PartName="/ppt/tags/tag1453.xml" ContentType="application/vnd.openxmlformats-officedocument.presentationml.tags+xml"/>
  <Override PartName="/ppt/tags/tag1454.xml" ContentType="application/vnd.openxmlformats-officedocument.presentationml.tags+xml"/>
  <Override PartName="/ppt/tags/tag1455.xml" ContentType="application/vnd.openxmlformats-officedocument.presentationml.tags+xml"/>
  <Override PartName="/ppt/tags/tag1456.xml" ContentType="application/vnd.openxmlformats-officedocument.presentationml.tags+xml"/>
  <Override PartName="/ppt/tags/tag1457.xml" ContentType="application/vnd.openxmlformats-officedocument.presentationml.tags+xml"/>
  <Override PartName="/ppt/tags/tag1458.xml" ContentType="application/vnd.openxmlformats-officedocument.presentationml.tags+xml"/>
  <Override PartName="/ppt/tags/tag1459.xml" ContentType="application/vnd.openxmlformats-officedocument.presentationml.tags+xml"/>
  <Override PartName="/ppt/tags/tag1460.xml" ContentType="application/vnd.openxmlformats-officedocument.presentationml.tags+xml"/>
  <Override PartName="/ppt/tags/tag1461.xml" ContentType="application/vnd.openxmlformats-officedocument.presentationml.tags+xml"/>
  <Override PartName="/ppt/tags/tag1462.xml" ContentType="application/vnd.openxmlformats-officedocument.presentationml.tags+xml"/>
  <Override PartName="/ppt/tags/tag1463.xml" ContentType="application/vnd.openxmlformats-officedocument.presentationml.tags+xml"/>
  <Override PartName="/ppt/tags/tag1464.xml" ContentType="application/vnd.openxmlformats-officedocument.presentationml.tags+xml"/>
  <Override PartName="/ppt/tags/tag1465.xml" ContentType="application/vnd.openxmlformats-officedocument.presentationml.tags+xml"/>
  <Override PartName="/ppt/tags/tag1466.xml" ContentType="application/vnd.openxmlformats-officedocument.presentationml.tags+xml"/>
  <Override PartName="/ppt/tags/tag1467.xml" ContentType="application/vnd.openxmlformats-officedocument.presentationml.tags+xml"/>
  <Override PartName="/ppt/tags/tag1468.xml" ContentType="application/vnd.openxmlformats-officedocument.presentationml.tags+xml"/>
  <Override PartName="/ppt/tags/tag1469.xml" ContentType="application/vnd.openxmlformats-officedocument.presentationml.tags+xml"/>
  <Override PartName="/ppt/tags/tag1470.xml" ContentType="application/vnd.openxmlformats-officedocument.presentationml.tags+xml"/>
  <Override PartName="/ppt/tags/tag1471.xml" ContentType="application/vnd.openxmlformats-officedocument.presentationml.tags+xml"/>
  <Override PartName="/ppt/tags/tag1472.xml" ContentType="application/vnd.openxmlformats-officedocument.presentationml.tags+xml"/>
  <Override PartName="/ppt/tags/tag1473.xml" ContentType="application/vnd.openxmlformats-officedocument.presentationml.tags+xml"/>
  <Override PartName="/ppt/tags/tag1474.xml" ContentType="application/vnd.openxmlformats-officedocument.presentationml.tags+xml"/>
  <Override PartName="/ppt/tags/tag1475.xml" ContentType="application/vnd.openxmlformats-officedocument.presentationml.tags+xml"/>
  <Override PartName="/ppt/tags/tag1476.xml" ContentType="application/vnd.openxmlformats-officedocument.presentationml.tags+xml"/>
  <Override PartName="/ppt/tags/tag1477.xml" ContentType="application/vnd.openxmlformats-officedocument.presentationml.tags+xml"/>
  <Override PartName="/ppt/tags/tag1478.xml" ContentType="application/vnd.openxmlformats-officedocument.presentationml.tags+xml"/>
  <Override PartName="/ppt/tags/tag1479.xml" ContentType="application/vnd.openxmlformats-officedocument.presentationml.tags+xml"/>
  <Override PartName="/ppt/tags/tag1480.xml" ContentType="application/vnd.openxmlformats-officedocument.presentationml.tags+xml"/>
  <Override PartName="/ppt/tags/tag1481.xml" ContentType="application/vnd.openxmlformats-officedocument.presentationml.tags+xml"/>
  <Override PartName="/ppt/tags/tag1482.xml" ContentType="application/vnd.openxmlformats-officedocument.presentationml.tags+xml"/>
  <Override PartName="/ppt/tags/tag1483.xml" ContentType="application/vnd.openxmlformats-officedocument.presentationml.tags+xml"/>
  <Override PartName="/ppt/tags/tag1484.xml" ContentType="application/vnd.openxmlformats-officedocument.presentationml.tags+xml"/>
  <Override PartName="/ppt/tags/tag1485.xml" ContentType="application/vnd.openxmlformats-officedocument.presentationml.tags+xml"/>
  <Override PartName="/ppt/tags/tag1486.xml" ContentType="application/vnd.openxmlformats-officedocument.presentationml.tags+xml"/>
  <Override PartName="/ppt/tags/tag1487.xml" ContentType="application/vnd.openxmlformats-officedocument.presentationml.tags+xml"/>
  <Override PartName="/ppt/tags/tag1488.xml" ContentType="application/vnd.openxmlformats-officedocument.presentationml.tags+xml"/>
  <Override PartName="/ppt/tags/tag1489.xml" ContentType="application/vnd.openxmlformats-officedocument.presentationml.tags+xml"/>
  <Override PartName="/ppt/tags/tag1490.xml" ContentType="application/vnd.openxmlformats-officedocument.presentationml.tags+xml"/>
  <Override PartName="/ppt/tags/tag1491.xml" ContentType="application/vnd.openxmlformats-officedocument.presentationml.tags+xml"/>
  <Override PartName="/ppt/tags/tag1492.xml" ContentType="application/vnd.openxmlformats-officedocument.presentationml.tags+xml"/>
  <Override PartName="/ppt/tags/tag1493.xml" ContentType="application/vnd.openxmlformats-officedocument.presentationml.tags+xml"/>
  <Override PartName="/ppt/tags/tag1494.xml" ContentType="application/vnd.openxmlformats-officedocument.presentationml.tags+xml"/>
  <Override PartName="/ppt/tags/tag1495.xml" ContentType="application/vnd.openxmlformats-officedocument.presentationml.tags+xml"/>
  <Override PartName="/ppt/tags/tag1496.xml" ContentType="application/vnd.openxmlformats-officedocument.presentationml.tags+xml"/>
  <Override PartName="/ppt/tags/tag1497.xml" ContentType="application/vnd.openxmlformats-officedocument.presentationml.tags+xml"/>
  <Override PartName="/ppt/tags/tag1498.xml" ContentType="application/vnd.openxmlformats-officedocument.presentationml.tags+xml"/>
  <Override PartName="/ppt/tags/tag1499.xml" ContentType="application/vnd.openxmlformats-officedocument.presentationml.tags+xml"/>
  <Override PartName="/ppt/tags/tag1500.xml" ContentType="application/vnd.openxmlformats-officedocument.presentationml.tags+xml"/>
  <Override PartName="/ppt/tags/tag1501.xml" ContentType="application/vnd.openxmlformats-officedocument.presentationml.tags+xml"/>
  <Override PartName="/ppt/tags/tag1502.xml" ContentType="application/vnd.openxmlformats-officedocument.presentationml.tags+xml"/>
  <Override PartName="/ppt/tags/tag1503.xml" ContentType="application/vnd.openxmlformats-officedocument.presentationml.tags+xml"/>
  <Override PartName="/ppt/tags/tag1504.xml" ContentType="application/vnd.openxmlformats-officedocument.presentationml.tags+xml"/>
  <Override PartName="/ppt/tags/tag1505.xml" ContentType="application/vnd.openxmlformats-officedocument.presentationml.tags+xml"/>
  <Override PartName="/ppt/tags/tag1506.xml" ContentType="application/vnd.openxmlformats-officedocument.presentationml.tags+xml"/>
  <Override PartName="/ppt/tags/tag1507.xml" ContentType="application/vnd.openxmlformats-officedocument.presentationml.tags+xml"/>
  <Override PartName="/ppt/tags/tag1508.xml" ContentType="application/vnd.openxmlformats-officedocument.presentationml.tags+xml"/>
  <Override PartName="/ppt/tags/tag1509.xml" ContentType="application/vnd.openxmlformats-officedocument.presentationml.tags+xml"/>
  <Override PartName="/ppt/tags/tag1510.xml" ContentType="application/vnd.openxmlformats-officedocument.presentationml.tags+xml"/>
  <Override PartName="/ppt/tags/tag1511.xml" ContentType="application/vnd.openxmlformats-officedocument.presentationml.tags+xml"/>
  <Override PartName="/ppt/tags/tag1512.xml" ContentType="application/vnd.openxmlformats-officedocument.presentationml.tags+xml"/>
  <Override PartName="/ppt/tags/tag1513.xml" ContentType="application/vnd.openxmlformats-officedocument.presentationml.tags+xml"/>
  <Override PartName="/ppt/tags/tag1514.xml" ContentType="application/vnd.openxmlformats-officedocument.presentationml.tags+xml"/>
  <Override PartName="/ppt/tags/tag1515.xml" ContentType="application/vnd.openxmlformats-officedocument.presentationml.tags+xml"/>
  <Override PartName="/ppt/tags/tag1516.xml" ContentType="application/vnd.openxmlformats-officedocument.presentationml.tags+xml"/>
  <Override PartName="/ppt/tags/tag1517.xml" ContentType="application/vnd.openxmlformats-officedocument.presentationml.tags+xml"/>
  <Override PartName="/ppt/tags/tag1518.xml" ContentType="application/vnd.openxmlformats-officedocument.presentationml.tags+xml"/>
  <Override PartName="/ppt/tags/tag1519.xml" ContentType="application/vnd.openxmlformats-officedocument.presentationml.tags+xml"/>
  <Override PartName="/ppt/tags/tag1520.xml" ContentType="application/vnd.openxmlformats-officedocument.presentationml.tags+xml"/>
  <Override PartName="/ppt/tags/tag1521.xml" ContentType="application/vnd.openxmlformats-officedocument.presentationml.tags+xml"/>
  <Override PartName="/ppt/tags/tag1522.xml" ContentType="application/vnd.openxmlformats-officedocument.presentationml.tags+xml"/>
  <Override PartName="/ppt/tags/tag1523.xml" ContentType="application/vnd.openxmlformats-officedocument.presentationml.tags+xml"/>
  <Override PartName="/ppt/tags/tag1524.xml" ContentType="application/vnd.openxmlformats-officedocument.presentationml.tags+xml"/>
  <Override PartName="/ppt/tags/tag1525.xml" ContentType="application/vnd.openxmlformats-officedocument.presentationml.tags+xml"/>
  <Override PartName="/ppt/tags/tag1526.xml" ContentType="application/vnd.openxmlformats-officedocument.presentationml.tags+xml"/>
  <Override PartName="/ppt/tags/tag1527.xml" ContentType="application/vnd.openxmlformats-officedocument.presentationml.tags+xml"/>
  <Override PartName="/ppt/tags/tag1528.xml" ContentType="application/vnd.openxmlformats-officedocument.presentationml.tags+xml"/>
  <Override PartName="/ppt/tags/tag1529.xml" ContentType="application/vnd.openxmlformats-officedocument.presentationml.tags+xml"/>
  <Override PartName="/ppt/tags/tag1530.xml" ContentType="application/vnd.openxmlformats-officedocument.presentationml.tags+xml"/>
  <Override PartName="/ppt/tags/tag1531.xml" ContentType="application/vnd.openxmlformats-officedocument.presentationml.tags+xml"/>
  <Override PartName="/ppt/tags/tag1532.xml" ContentType="application/vnd.openxmlformats-officedocument.presentationml.tags+xml"/>
  <Override PartName="/ppt/tags/tag1533.xml" ContentType="application/vnd.openxmlformats-officedocument.presentationml.tags+xml"/>
  <Override PartName="/ppt/tags/tag1534.xml" ContentType="application/vnd.openxmlformats-officedocument.presentationml.tags+xml"/>
  <Override PartName="/ppt/tags/tag1535.xml" ContentType="application/vnd.openxmlformats-officedocument.presentationml.tags+xml"/>
  <Override PartName="/ppt/tags/tag1536.xml" ContentType="application/vnd.openxmlformats-officedocument.presentationml.tags+xml"/>
  <Override PartName="/ppt/tags/tag1537.xml" ContentType="application/vnd.openxmlformats-officedocument.presentationml.tags+xml"/>
  <Override PartName="/ppt/tags/tag1538.xml" ContentType="application/vnd.openxmlformats-officedocument.presentationml.tags+xml"/>
  <Override PartName="/ppt/tags/tag1539.xml" ContentType="application/vnd.openxmlformats-officedocument.presentationml.tags+xml"/>
  <Override PartName="/ppt/tags/tag1540.xml" ContentType="application/vnd.openxmlformats-officedocument.presentationml.tags+xml"/>
  <Override PartName="/ppt/tags/tag1541.xml" ContentType="application/vnd.openxmlformats-officedocument.presentationml.tags+xml"/>
  <Override PartName="/ppt/tags/tag1542.xml" ContentType="application/vnd.openxmlformats-officedocument.presentationml.tags+xml"/>
  <Override PartName="/ppt/tags/tag1543.xml" ContentType="application/vnd.openxmlformats-officedocument.presentationml.tags+xml"/>
  <Override PartName="/ppt/tags/tag1544.xml" ContentType="application/vnd.openxmlformats-officedocument.presentationml.tags+xml"/>
  <Override PartName="/ppt/tags/tag1545.xml" ContentType="application/vnd.openxmlformats-officedocument.presentationml.tags+xml"/>
  <Override PartName="/ppt/tags/tag1546.xml" ContentType="application/vnd.openxmlformats-officedocument.presentationml.tags+xml"/>
  <Override PartName="/ppt/tags/tag1547.xml" ContentType="application/vnd.openxmlformats-officedocument.presentationml.tags+xml"/>
  <Override PartName="/ppt/tags/tag1548.xml" ContentType="application/vnd.openxmlformats-officedocument.presentationml.tags+xml"/>
  <Override PartName="/ppt/tags/tag1549.xml" ContentType="application/vnd.openxmlformats-officedocument.presentationml.tags+xml"/>
  <Override PartName="/ppt/tags/tag1550.xml" ContentType="application/vnd.openxmlformats-officedocument.presentationml.tags+xml"/>
  <Override PartName="/ppt/tags/tag1551.xml" ContentType="application/vnd.openxmlformats-officedocument.presentationml.tags+xml"/>
  <Override PartName="/ppt/tags/tag1552.xml" ContentType="application/vnd.openxmlformats-officedocument.presentationml.tags+xml"/>
  <Override PartName="/ppt/tags/tag1553.xml" ContentType="application/vnd.openxmlformats-officedocument.presentationml.tags+xml"/>
  <Override PartName="/ppt/tags/tag1554.xml" ContentType="application/vnd.openxmlformats-officedocument.presentationml.tags+xml"/>
  <Override PartName="/ppt/tags/tag1555.xml" ContentType="application/vnd.openxmlformats-officedocument.presentationml.tags+xml"/>
  <Override PartName="/ppt/tags/tag1556.xml" ContentType="application/vnd.openxmlformats-officedocument.presentationml.tags+xml"/>
  <Override PartName="/ppt/tags/tag1557.xml" ContentType="application/vnd.openxmlformats-officedocument.presentationml.tags+xml"/>
  <Override PartName="/ppt/tags/tag1558.xml" ContentType="application/vnd.openxmlformats-officedocument.presentationml.tags+xml"/>
  <Override PartName="/ppt/tags/tag1559.xml" ContentType="application/vnd.openxmlformats-officedocument.presentationml.tags+xml"/>
  <Override PartName="/ppt/tags/tag1560.xml" ContentType="application/vnd.openxmlformats-officedocument.presentationml.tags+xml"/>
  <Override PartName="/ppt/tags/tag1561.xml" ContentType="application/vnd.openxmlformats-officedocument.presentationml.tags+xml"/>
  <Override PartName="/ppt/tags/tag1562.xml" ContentType="application/vnd.openxmlformats-officedocument.presentationml.tags+xml"/>
  <Override PartName="/ppt/tags/tag1563.xml" ContentType="application/vnd.openxmlformats-officedocument.presentationml.tags+xml"/>
  <Override PartName="/ppt/tags/tag1564.xml" ContentType="application/vnd.openxmlformats-officedocument.presentationml.tags+xml"/>
  <Override PartName="/ppt/tags/tag1565.xml" ContentType="application/vnd.openxmlformats-officedocument.presentationml.tags+xml"/>
  <Override PartName="/ppt/tags/tag1566.xml" ContentType="application/vnd.openxmlformats-officedocument.presentationml.tags+xml"/>
  <Override PartName="/ppt/tags/tag1567.xml" ContentType="application/vnd.openxmlformats-officedocument.presentationml.tags+xml"/>
  <Override PartName="/ppt/tags/tag1568.xml" ContentType="application/vnd.openxmlformats-officedocument.presentationml.tags+xml"/>
  <Override PartName="/ppt/tags/tag1569.xml" ContentType="application/vnd.openxmlformats-officedocument.presentationml.tags+xml"/>
  <Override PartName="/ppt/tags/tag1570.xml" ContentType="application/vnd.openxmlformats-officedocument.presentationml.tags+xml"/>
  <Override PartName="/ppt/tags/tag1571.xml" ContentType="application/vnd.openxmlformats-officedocument.presentationml.tags+xml"/>
  <Override PartName="/ppt/tags/tag1572.xml" ContentType="application/vnd.openxmlformats-officedocument.presentationml.tags+xml"/>
  <Override PartName="/ppt/tags/tag1573.xml" ContentType="application/vnd.openxmlformats-officedocument.presentationml.tags+xml"/>
  <Override PartName="/ppt/tags/tag1574.xml" ContentType="application/vnd.openxmlformats-officedocument.presentationml.tags+xml"/>
  <Override PartName="/ppt/tags/tag1575.xml" ContentType="application/vnd.openxmlformats-officedocument.presentationml.tags+xml"/>
  <Override PartName="/ppt/tags/tag1576.xml" ContentType="application/vnd.openxmlformats-officedocument.presentationml.tags+xml"/>
  <Override PartName="/ppt/tags/tag1577.xml" ContentType="application/vnd.openxmlformats-officedocument.presentationml.tags+xml"/>
  <Override PartName="/ppt/tags/tag1578.xml" ContentType="application/vnd.openxmlformats-officedocument.presentationml.tags+xml"/>
  <Override PartName="/ppt/tags/tag1579.xml" ContentType="application/vnd.openxmlformats-officedocument.presentationml.tags+xml"/>
  <Override PartName="/ppt/tags/tag1580.xml" ContentType="application/vnd.openxmlformats-officedocument.presentationml.tags+xml"/>
  <Override PartName="/ppt/tags/tag1581.xml" ContentType="application/vnd.openxmlformats-officedocument.presentationml.tags+xml"/>
  <Override PartName="/ppt/tags/tag1582.xml" ContentType="application/vnd.openxmlformats-officedocument.presentationml.tags+xml"/>
  <Override PartName="/ppt/tags/tag1583.xml" ContentType="application/vnd.openxmlformats-officedocument.presentationml.tags+xml"/>
  <Override PartName="/ppt/tags/tag1584.xml" ContentType="application/vnd.openxmlformats-officedocument.presentationml.tags+xml"/>
  <Override PartName="/ppt/tags/tag1585.xml" ContentType="application/vnd.openxmlformats-officedocument.presentationml.tags+xml"/>
  <Override PartName="/ppt/tags/tag1586.xml" ContentType="application/vnd.openxmlformats-officedocument.presentationml.tags+xml"/>
  <Override PartName="/ppt/tags/tag1587.xml" ContentType="application/vnd.openxmlformats-officedocument.presentationml.tags+xml"/>
  <Override PartName="/ppt/tags/tag1588.xml" ContentType="application/vnd.openxmlformats-officedocument.presentationml.tags+xml"/>
  <Override PartName="/ppt/tags/tag1589.xml" ContentType="application/vnd.openxmlformats-officedocument.presentationml.tags+xml"/>
  <Override PartName="/ppt/tags/tag1590.xml" ContentType="application/vnd.openxmlformats-officedocument.presentationml.tags+xml"/>
  <Override PartName="/ppt/tags/tag1591.xml" ContentType="application/vnd.openxmlformats-officedocument.presentationml.tags+xml"/>
  <Override PartName="/ppt/tags/tag1592.xml" ContentType="application/vnd.openxmlformats-officedocument.presentationml.tags+xml"/>
  <Override PartName="/ppt/tags/tag1593.xml" ContentType="application/vnd.openxmlformats-officedocument.presentationml.tags+xml"/>
  <Override PartName="/ppt/tags/tag1594.xml" ContentType="application/vnd.openxmlformats-officedocument.presentationml.tags+xml"/>
  <Override PartName="/ppt/tags/tag1595.xml" ContentType="application/vnd.openxmlformats-officedocument.presentationml.tags+xml"/>
  <Override PartName="/ppt/tags/tag1596.xml" ContentType="application/vnd.openxmlformats-officedocument.presentationml.tags+xml"/>
  <Override PartName="/ppt/tags/tag1597.xml" ContentType="application/vnd.openxmlformats-officedocument.presentationml.tags+xml"/>
  <Override PartName="/ppt/tags/tag1598.xml" ContentType="application/vnd.openxmlformats-officedocument.presentationml.tags+xml"/>
  <Override PartName="/ppt/tags/tag1599.xml" ContentType="application/vnd.openxmlformats-officedocument.presentationml.tags+xml"/>
  <Override PartName="/ppt/tags/tag1600.xml" ContentType="application/vnd.openxmlformats-officedocument.presentationml.tags+xml"/>
  <Override PartName="/ppt/tags/tag1601.xml" ContentType="application/vnd.openxmlformats-officedocument.presentationml.tags+xml"/>
  <Override PartName="/ppt/tags/tag1602.xml" ContentType="application/vnd.openxmlformats-officedocument.presentationml.tags+xml"/>
  <Override PartName="/ppt/tags/tag1603.xml" ContentType="application/vnd.openxmlformats-officedocument.presentationml.tags+xml"/>
  <Override PartName="/ppt/tags/tag1604.xml" ContentType="application/vnd.openxmlformats-officedocument.presentationml.tags+xml"/>
  <Override PartName="/ppt/tags/tag1605.xml" ContentType="application/vnd.openxmlformats-officedocument.presentationml.tags+xml"/>
  <Override PartName="/ppt/tags/tag1606.xml" ContentType="application/vnd.openxmlformats-officedocument.presentationml.tags+xml"/>
  <Override PartName="/ppt/tags/tag1607.xml" ContentType="application/vnd.openxmlformats-officedocument.presentationml.tags+xml"/>
  <Override PartName="/ppt/tags/tag1608.xml" ContentType="application/vnd.openxmlformats-officedocument.presentationml.tags+xml"/>
  <Override PartName="/ppt/tags/tag1609.xml" ContentType="application/vnd.openxmlformats-officedocument.presentationml.tags+xml"/>
  <Override PartName="/ppt/tags/tag1610.xml" ContentType="application/vnd.openxmlformats-officedocument.presentationml.tags+xml"/>
  <Override PartName="/ppt/tags/tag1611.xml" ContentType="application/vnd.openxmlformats-officedocument.presentationml.tags+xml"/>
  <Override PartName="/ppt/tags/tag1612.xml" ContentType="application/vnd.openxmlformats-officedocument.presentationml.tags+xml"/>
  <Override PartName="/ppt/tags/tag1613.xml" ContentType="application/vnd.openxmlformats-officedocument.presentationml.tags+xml"/>
  <Override PartName="/ppt/tags/tag1614.xml" ContentType="application/vnd.openxmlformats-officedocument.presentationml.tags+xml"/>
  <Override PartName="/ppt/tags/tag1615.xml" ContentType="application/vnd.openxmlformats-officedocument.presentationml.tags+xml"/>
  <Override PartName="/ppt/tags/tag1616.xml" ContentType="application/vnd.openxmlformats-officedocument.presentationml.tags+xml"/>
  <Override PartName="/ppt/tags/tag1617.xml" ContentType="application/vnd.openxmlformats-officedocument.presentationml.tags+xml"/>
  <Override PartName="/ppt/tags/tag1618.xml" ContentType="application/vnd.openxmlformats-officedocument.presentationml.tags+xml"/>
  <Override PartName="/ppt/tags/tag1619.xml" ContentType="application/vnd.openxmlformats-officedocument.presentationml.tags+xml"/>
  <Override PartName="/ppt/tags/tag1620.xml" ContentType="application/vnd.openxmlformats-officedocument.presentationml.tags+xml"/>
  <Override PartName="/ppt/tags/tag1621.xml" ContentType="application/vnd.openxmlformats-officedocument.presentationml.tags+xml"/>
  <Override PartName="/ppt/tags/tag1622.xml" ContentType="application/vnd.openxmlformats-officedocument.presentationml.tags+xml"/>
  <Override PartName="/ppt/tags/tag1623.xml" ContentType="application/vnd.openxmlformats-officedocument.presentationml.tags+xml"/>
  <Override PartName="/ppt/tags/tag1624.xml" ContentType="application/vnd.openxmlformats-officedocument.presentationml.tags+xml"/>
  <Override PartName="/ppt/tags/tag1625.xml" ContentType="application/vnd.openxmlformats-officedocument.presentationml.tags+xml"/>
  <Override PartName="/ppt/tags/tag1626.xml" ContentType="application/vnd.openxmlformats-officedocument.presentationml.tags+xml"/>
  <Override PartName="/ppt/tags/tag1627.xml" ContentType="application/vnd.openxmlformats-officedocument.presentationml.tags+xml"/>
  <Override PartName="/ppt/tags/tag1628.xml" ContentType="application/vnd.openxmlformats-officedocument.presentationml.tags+xml"/>
  <Override PartName="/ppt/tags/tag1629.xml" ContentType="application/vnd.openxmlformats-officedocument.presentationml.tags+xml"/>
  <Override PartName="/ppt/tags/tag1630.xml" ContentType="application/vnd.openxmlformats-officedocument.presentationml.tags+xml"/>
  <Override PartName="/ppt/tags/tag1631.xml" ContentType="application/vnd.openxmlformats-officedocument.presentationml.tags+xml"/>
  <Override PartName="/ppt/tags/tag1632.xml" ContentType="application/vnd.openxmlformats-officedocument.presentationml.tags+xml"/>
  <Override PartName="/ppt/tags/tag1633.xml" ContentType="application/vnd.openxmlformats-officedocument.presentationml.tags+xml"/>
  <Override PartName="/ppt/tags/tag1634.xml" ContentType="application/vnd.openxmlformats-officedocument.presentationml.tags+xml"/>
  <Override PartName="/ppt/tags/tag1635.xml" ContentType="application/vnd.openxmlformats-officedocument.presentationml.tags+xml"/>
  <Override PartName="/ppt/tags/tag1636.xml" ContentType="application/vnd.openxmlformats-officedocument.presentationml.tags+xml"/>
  <Override PartName="/ppt/tags/tag1637.xml" ContentType="application/vnd.openxmlformats-officedocument.presentationml.tags+xml"/>
  <Override PartName="/ppt/tags/tag1638.xml" ContentType="application/vnd.openxmlformats-officedocument.presentationml.tags+xml"/>
  <Override PartName="/ppt/tags/tag1639.xml" ContentType="application/vnd.openxmlformats-officedocument.presentationml.tags+xml"/>
  <Override PartName="/ppt/tags/tag1640.xml" ContentType="application/vnd.openxmlformats-officedocument.presentationml.tags+xml"/>
  <Override PartName="/ppt/tags/tag1641.xml" ContentType="application/vnd.openxmlformats-officedocument.presentationml.tags+xml"/>
  <Override PartName="/ppt/tags/tag1642.xml" ContentType="application/vnd.openxmlformats-officedocument.presentationml.tags+xml"/>
  <Override PartName="/ppt/tags/tag1643.xml" ContentType="application/vnd.openxmlformats-officedocument.presentationml.tags+xml"/>
  <Override PartName="/ppt/tags/tag1644.xml" ContentType="application/vnd.openxmlformats-officedocument.presentationml.tags+xml"/>
  <Override PartName="/ppt/tags/tag1645.xml" ContentType="application/vnd.openxmlformats-officedocument.presentationml.tags+xml"/>
  <Override PartName="/ppt/tags/tag1646.xml" ContentType="application/vnd.openxmlformats-officedocument.presentationml.tags+xml"/>
  <Override PartName="/ppt/tags/tag1647.xml" ContentType="application/vnd.openxmlformats-officedocument.presentationml.tags+xml"/>
  <Override PartName="/ppt/tags/tag1648.xml" ContentType="application/vnd.openxmlformats-officedocument.presentationml.tags+xml"/>
  <Override PartName="/ppt/tags/tag1649.xml" ContentType="application/vnd.openxmlformats-officedocument.presentationml.tags+xml"/>
  <Override PartName="/ppt/tags/tag1650.xml" ContentType="application/vnd.openxmlformats-officedocument.presentationml.tags+xml"/>
  <Override PartName="/ppt/tags/tag1651.xml" ContentType="application/vnd.openxmlformats-officedocument.presentationml.tags+xml"/>
  <Override PartName="/ppt/tags/tag1652.xml" ContentType="application/vnd.openxmlformats-officedocument.presentationml.tags+xml"/>
  <Override PartName="/ppt/tags/tag1653.xml" ContentType="application/vnd.openxmlformats-officedocument.presentationml.tags+xml"/>
  <Override PartName="/ppt/tags/tag1654.xml" ContentType="application/vnd.openxmlformats-officedocument.presentationml.tags+xml"/>
  <Override PartName="/ppt/tags/tag1655.xml" ContentType="application/vnd.openxmlformats-officedocument.presentationml.tags+xml"/>
  <Override PartName="/ppt/tags/tag1656.xml" ContentType="application/vnd.openxmlformats-officedocument.presentationml.tags+xml"/>
  <Override PartName="/ppt/tags/tag1657.xml" ContentType="application/vnd.openxmlformats-officedocument.presentationml.tags+xml"/>
  <Override PartName="/ppt/tags/tag1658.xml" ContentType="application/vnd.openxmlformats-officedocument.presentationml.tags+xml"/>
  <Override PartName="/ppt/tags/tag1659.xml" ContentType="application/vnd.openxmlformats-officedocument.presentationml.tags+xml"/>
  <Override PartName="/ppt/tags/tag1660.xml" ContentType="application/vnd.openxmlformats-officedocument.presentationml.tags+xml"/>
  <Override PartName="/ppt/tags/tag1661.xml" ContentType="application/vnd.openxmlformats-officedocument.presentationml.tags+xml"/>
  <Override PartName="/ppt/tags/tag1662.xml" ContentType="application/vnd.openxmlformats-officedocument.presentationml.tags+xml"/>
  <Override PartName="/ppt/tags/tag1663.xml" ContentType="application/vnd.openxmlformats-officedocument.presentationml.tags+xml"/>
  <Override PartName="/ppt/tags/tag1664.xml" ContentType="application/vnd.openxmlformats-officedocument.presentationml.tags+xml"/>
  <Override PartName="/ppt/tags/tag1665.xml" ContentType="application/vnd.openxmlformats-officedocument.presentationml.tags+xml"/>
  <Override PartName="/ppt/tags/tag1666.xml" ContentType="application/vnd.openxmlformats-officedocument.presentationml.tags+xml"/>
  <Override PartName="/ppt/tags/tag1667.xml" ContentType="application/vnd.openxmlformats-officedocument.presentationml.tags+xml"/>
  <Override PartName="/ppt/tags/tag1668.xml" ContentType="application/vnd.openxmlformats-officedocument.presentationml.tags+xml"/>
  <Override PartName="/ppt/tags/tag1669.xml" ContentType="application/vnd.openxmlformats-officedocument.presentationml.tags+xml"/>
  <Override PartName="/ppt/tags/tag1670.xml" ContentType="application/vnd.openxmlformats-officedocument.presentationml.tags+xml"/>
  <Override PartName="/ppt/tags/tag1671.xml" ContentType="application/vnd.openxmlformats-officedocument.presentationml.tags+xml"/>
  <Override PartName="/ppt/tags/tag1672.xml" ContentType="application/vnd.openxmlformats-officedocument.presentationml.tags+xml"/>
  <Override PartName="/ppt/tags/tag1673.xml" ContentType="application/vnd.openxmlformats-officedocument.presentationml.tags+xml"/>
  <Override PartName="/ppt/tags/tag1674.xml" ContentType="application/vnd.openxmlformats-officedocument.presentationml.tags+xml"/>
  <Override PartName="/ppt/tags/tag1675.xml" ContentType="application/vnd.openxmlformats-officedocument.presentationml.tags+xml"/>
  <Override PartName="/ppt/tags/tag1676.xml" ContentType="application/vnd.openxmlformats-officedocument.presentationml.tags+xml"/>
  <Override PartName="/ppt/tags/tag1677.xml" ContentType="application/vnd.openxmlformats-officedocument.presentationml.tags+xml"/>
  <Override PartName="/ppt/tags/tag1678.xml" ContentType="application/vnd.openxmlformats-officedocument.presentationml.tags+xml"/>
  <Override PartName="/ppt/tags/tag1679.xml" ContentType="application/vnd.openxmlformats-officedocument.presentationml.tags+xml"/>
  <Override PartName="/ppt/tags/tag1680.xml" ContentType="application/vnd.openxmlformats-officedocument.presentationml.tags+xml"/>
  <Override PartName="/ppt/tags/tag1681.xml" ContentType="application/vnd.openxmlformats-officedocument.presentationml.tags+xml"/>
  <Override PartName="/ppt/tags/tag1682.xml" ContentType="application/vnd.openxmlformats-officedocument.presentationml.tags+xml"/>
  <Override PartName="/ppt/tags/tag1683.xml" ContentType="application/vnd.openxmlformats-officedocument.presentationml.tags+xml"/>
  <Override PartName="/ppt/tags/tag1684.xml" ContentType="application/vnd.openxmlformats-officedocument.presentationml.tags+xml"/>
  <Override PartName="/ppt/tags/tag1685.xml" ContentType="application/vnd.openxmlformats-officedocument.presentationml.tags+xml"/>
  <Override PartName="/ppt/tags/tag1686.xml" ContentType="application/vnd.openxmlformats-officedocument.presentationml.tags+xml"/>
  <Override PartName="/ppt/tags/tag1687.xml" ContentType="application/vnd.openxmlformats-officedocument.presentationml.tags+xml"/>
  <Override PartName="/ppt/tags/tag1688.xml" ContentType="application/vnd.openxmlformats-officedocument.presentationml.tags+xml"/>
  <Override PartName="/ppt/tags/tag1689.xml" ContentType="application/vnd.openxmlformats-officedocument.presentationml.tags+xml"/>
  <Override PartName="/ppt/tags/tag1690.xml" ContentType="application/vnd.openxmlformats-officedocument.presentationml.tags+xml"/>
  <Override PartName="/ppt/tags/tag1691.xml" ContentType="application/vnd.openxmlformats-officedocument.presentationml.tags+xml"/>
  <Override PartName="/ppt/tags/tag1692.xml" ContentType="application/vnd.openxmlformats-officedocument.presentationml.tags+xml"/>
  <Override PartName="/ppt/tags/tag1693.xml" ContentType="application/vnd.openxmlformats-officedocument.presentationml.tags+xml"/>
  <Override PartName="/ppt/tags/tag1694.xml" ContentType="application/vnd.openxmlformats-officedocument.presentationml.tags+xml"/>
  <Override PartName="/ppt/tags/tag1695.xml" ContentType="application/vnd.openxmlformats-officedocument.presentationml.tags+xml"/>
  <Override PartName="/ppt/tags/tag1696.xml" ContentType="application/vnd.openxmlformats-officedocument.presentationml.tags+xml"/>
  <Override PartName="/ppt/tags/tag1697.xml" ContentType="application/vnd.openxmlformats-officedocument.presentationml.tags+xml"/>
  <Override PartName="/ppt/tags/tag1698.xml" ContentType="application/vnd.openxmlformats-officedocument.presentationml.tags+xml"/>
  <Override PartName="/ppt/tags/tag1699.xml" ContentType="application/vnd.openxmlformats-officedocument.presentationml.tags+xml"/>
  <Override PartName="/ppt/tags/tag1700.xml" ContentType="application/vnd.openxmlformats-officedocument.presentationml.tags+xml"/>
  <Override PartName="/ppt/tags/tag1701.xml" ContentType="application/vnd.openxmlformats-officedocument.presentationml.tags+xml"/>
  <Override PartName="/ppt/tags/tag1702.xml" ContentType="application/vnd.openxmlformats-officedocument.presentationml.tags+xml"/>
  <Override PartName="/ppt/tags/tag1703.xml" ContentType="application/vnd.openxmlformats-officedocument.presentationml.tags+xml"/>
  <Override PartName="/ppt/tags/tag1704.xml" ContentType="application/vnd.openxmlformats-officedocument.presentationml.tags+xml"/>
  <Override PartName="/ppt/tags/tag1705.xml" ContentType="application/vnd.openxmlformats-officedocument.presentationml.tags+xml"/>
  <Override PartName="/ppt/tags/tag1706.xml" ContentType="application/vnd.openxmlformats-officedocument.presentationml.tags+xml"/>
  <Override PartName="/ppt/tags/tag1707.xml" ContentType="application/vnd.openxmlformats-officedocument.presentationml.tags+xml"/>
  <Override PartName="/ppt/tags/tag1708.xml" ContentType="application/vnd.openxmlformats-officedocument.presentationml.tags+xml"/>
  <Override PartName="/ppt/tags/tag1709.xml" ContentType="application/vnd.openxmlformats-officedocument.presentationml.tags+xml"/>
  <Override PartName="/ppt/tags/tag1710.xml" ContentType="application/vnd.openxmlformats-officedocument.presentationml.tags+xml"/>
  <Override PartName="/ppt/tags/tag1711.xml" ContentType="application/vnd.openxmlformats-officedocument.presentationml.tags+xml"/>
  <Override PartName="/ppt/tags/tag1712.xml" ContentType="application/vnd.openxmlformats-officedocument.presentationml.tags+xml"/>
  <Override PartName="/ppt/tags/tag1713.xml" ContentType="application/vnd.openxmlformats-officedocument.presentationml.tags+xml"/>
  <Override PartName="/ppt/tags/tag1714.xml" ContentType="application/vnd.openxmlformats-officedocument.presentationml.tags+xml"/>
  <Override PartName="/ppt/tags/tag1715.xml" ContentType="application/vnd.openxmlformats-officedocument.presentationml.tags+xml"/>
  <Override PartName="/ppt/tags/tag1716.xml" ContentType="application/vnd.openxmlformats-officedocument.presentationml.tags+xml"/>
  <Override PartName="/ppt/tags/tag1717.xml" ContentType="application/vnd.openxmlformats-officedocument.presentationml.tags+xml"/>
  <Override PartName="/ppt/tags/tag1718.xml" ContentType="application/vnd.openxmlformats-officedocument.presentationml.tags+xml"/>
  <Override PartName="/ppt/tags/tag1719.xml" ContentType="application/vnd.openxmlformats-officedocument.presentationml.tags+xml"/>
  <Override PartName="/ppt/tags/tag1720.xml" ContentType="application/vnd.openxmlformats-officedocument.presentationml.tags+xml"/>
  <Override PartName="/ppt/tags/tag1721.xml" ContentType="application/vnd.openxmlformats-officedocument.presentationml.tags+xml"/>
  <Override PartName="/ppt/tags/tag1722.xml" ContentType="application/vnd.openxmlformats-officedocument.presentationml.tags+xml"/>
  <Override PartName="/ppt/tags/tag1723.xml" ContentType="application/vnd.openxmlformats-officedocument.presentationml.tags+xml"/>
  <Override PartName="/ppt/tags/tag1724.xml" ContentType="application/vnd.openxmlformats-officedocument.presentationml.tags+xml"/>
  <Override PartName="/ppt/tags/tag1725.xml" ContentType="application/vnd.openxmlformats-officedocument.presentationml.tags+xml"/>
  <Override PartName="/ppt/tags/tag1726.xml" ContentType="application/vnd.openxmlformats-officedocument.presentationml.tags+xml"/>
  <Override PartName="/ppt/tags/tag1727.xml" ContentType="application/vnd.openxmlformats-officedocument.presentationml.tags+xml"/>
  <Override PartName="/ppt/tags/tag1728.xml" ContentType="application/vnd.openxmlformats-officedocument.presentationml.tags+xml"/>
  <Override PartName="/ppt/tags/tag1729.xml" ContentType="application/vnd.openxmlformats-officedocument.presentationml.tags+xml"/>
  <Override PartName="/ppt/tags/tag1730.xml" ContentType="application/vnd.openxmlformats-officedocument.presentationml.tags+xml"/>
  <Override PartName="/ppt/tags/tag1731.xml" ContentType="application/vnd.openxmlformats-officedocument.presentationml.tags+xml"/>
  <Override PartName="/ppt/tags/tag1732.xml" ContentType="application/vnd.openxmlformats-officedocument.presentationml.tags+xml"/>
  <Override PartName="/ppt/tags/tag1733.xml" ContentType="application/vnd.openxmlformats-officedocument.presentationml.tags+xml"/>
  <Override PartName="/ppt/tags/tag1734.xml" ContentType="application/vnd.openxmlformats-officedocument.presentationml.tags+xml"/>
  <Override PartName="/ppt/tags/tag1735.xml" ContentType="application/vnd.openxmlformats-officedocument.presentationml.tags+xml"/>
  <Override PartName="/ppt/tags/tag1736.xml" ContentType="application/vnd.openxmlformats-officedocument.presentationml.tags+xml"/>
  <Override PartName="/ppt/tags/tag1737.xml" ContentType="application/vnd.openxmlformats-officedocument.presentationml.tags+xml"/>
  <Override PartName="/ppt/tags/tag1738.xml" ContentType="application/vnd.openxmlformats-officedocument.presentationml.tags+xml"/>
  <Override PartName="/ppt/tags/tag1739.xml" ContentType="application/vnd.openxmlformats-officedocument.presentationml.tags+xml"/>
  <Override PartName="/ppt/tags/tag1740.xml" ContentType="application/vnd.openxmlformats-officedocument.presentationml.tags+xml"/>
  <Override PartName="/ppt/tags/tag1741.xml" ContentType="application/vnd.openxmlformats-officedocument.presentationml.tags+xml"/>
  <Override PartName="/ppt/tags/tag1742.xml" ContentType="application/vnd.openxmlformats-officedocument.presentationml.tags+xml"/>
  <Override PartName="/ppt/tags/tag1743.xml" ContentType="application/vnd.openxmlformats-officedocument.presentationml.tags+xml"/>
  <Override PartName="/ppt/tags/tag1744.xml" ContentType="application/vnd.openxmlformats-officedocument.presentationml.tags+xml"/>
  <Override PartName="/ppt/tags/tag1745.xml" ContentType="application/vnd.openxmlformats-officedocument.presentationml.tags+xml"/>
  <Override PartName="/ppt/tags/tag1746.xml" ContentType="application/vnd.openxmlformats-officedocument.presentationml.tags+xml"/>
  <Override PartName="/ppt/tags/tag1747.xml" ContentType="application/vnd.openxmlformats-officedocument.presentationml.tags+xml"/>
  <Override PartName="/ppt/tags/tag1748.xml" ContentType="application/vnd.openxmlformats-officedocument.presentationml.tags+xml"/>
  <Override PartName="/ppt/tags/tag1749.xml" ContentType="application/vnd.openxmlformats-officedocument.presentationml.tags+xml"/>
  <Override PartName="/ppt/tags/tag1750.xml" ContentType="application/vnd.openxmlformats-officedocument.presentationml.tags+xml"/>
  <Override PartName="/ppt/tags/tag1751.xml" ContentType="application/vnd.openxmlformats-officedocument.presentationml.tags+xml"/>
  <Override PartName="/ppt/tags/tag1752.xml" ContentType="application/vnd.openxmlformats-officedocument.presentationml.tags+xml"/>
  <Override PartName="/ppt/tags/tag1753.xml" ContentType="application/vnd.openxmlformats-officedocument.presentationml.tags+xml"/>
  <Override PartName="/ppt/tags/tag1754.xml" ContentType="application/vnd.openxmlformats-officedocument.presentationml.tags+xml"/>
  <Override PartName="/ppt/tags/tag1755.xml" ContentType="application/vnd.openxmlformats-officedocument.presentationml.tags+xml"/>
  <Override PartName="/ppt/tags/tag1756.xml" ContentType="application/vnd.openxmlformats-officedocument.presentationml.tags+xml"/>
  <Override PartName="/ppt/tags/tag1757.xml" ContentType="application/vnd.openxmlformats-officedocument.presentationml.tags+xml"/>
  <Override PartName="/ppt/tags/tag1758.xml" ContentType="application/vnd.openxmlformats-officedocument.presentationml.tags+xml"/>
  <Override PartName="/ppt/tags/tag1759.xml" ContentType="application/vnd.openxmlformats-officedocument.presentationml.tags+xml"/>
  <Override PartName="/ppt/tags/tag1760.xml" ContentType="application/vnd.openxmlformats-officedocument.presentationml.tags+xml"/>
  <Override PartName="/ppt/tags/tag1761.xml" ContentType="application/vnd.openxmlformats-officedocument.presentationml.tags+xml"/>
  <Override PartName="/ppt/tags/tag1762.xml" ContentType="application/vnd.openxmlformats-officedocument.presentationml.tags+xml"/>
  <Override PartName="/ppt/tags/tag1763.xml" ContentType="application/vnd.openxmlformats-officedocument.presentationml.tags+xml"/>
  <Override PartName="/ppt/tags/tag1764.xml" ContentType="application/vnd.openxmlformats-officedocument.presentationml.tags+xml"/>
  <Override PartName="/ppt/tags/tag1765.xml" ContentType="application/vnd.openxmlformats-officedocument.presentationml.tags+xml"/>
  <Override PartName="/ppt/tags/tag1766.xml" ContentType="application/vnd.openxmlformats-officedocument.presentationml.tags+xml"/>
  <Override PartName="/ppt/tags/tag1767.xml" ContentType="application/vnd.openxmlformats-officedocument.presentationml.tags+xml"/>
  <Override PartName="/ppt/tags/tag1768.xml" ContentType="application/vnd.openxmlformats-officedocument.presentationml.tags+xml"/>
  <Override PartName="/ppt/tags/tag1769.xml" ContentType="application/vnd.openxmlformats-officedocument.presentationml.tags+xml"/>
  <Override PartName="/ppt/tags/tag1770.xml" ContentType="application/vnd.openxmlformats-officedocument.presentationml.tags+xml"/>
  <Override PartName="/ppt/tags/tag1771.xml" ContentType="application/vnd.openxmlformats-officedocument.presentationml.tags+xml"/>
  <Override PartName="/ppt/tags/tag1772.xml" ContentType="application/vnd.openxmlformats-officedocument.presentationml.tags+xml"/>
  <Override PartName="/ppt/tags/tag1773.xml" ContentType="application/vnd.openxmlformats-officedocument.presentationml.tags+xml"/>
  <Override PartName="/ppt/tags/tag1774.xml" ContentType="application/vnd.openxmlformats-officedocument.presentationml.tags+xml"/>
  <Override PartName="/ppt/tags/tag1775.xml" ContentType="application/vnd.openxmlformats-officedocument.presentationml.tags+xml"/>
  <Override PartName="/ppt/tags/tag1776.xml" ContentType="application/vnd.openxmlformats-officedocument.presentationml.tags+xml"/>
  <Override PartName="/ppt/tags/tag1777.xml" ContentType="application/vnd.openxmlformats-officedocument.presentationml.tags+xml"/>
  <Override PartName="/ppt/tags/tag1778.xml" ContentType="application/vnd.openxmlformats-officedocument.presentationml.tags+xml"/>
  <Override PartName="/ppt/tags/tag1779.xml" ContentType="application/vnd.openxmlformats-officedocument.presentationml.tags+xml"/>
  <Override PartName="/ppt/tags/tag1780.xml" ContentType="application/vnd.openxmlformats-officedocument.presentationml.tags+xml"/>
  <Override PartName="/ppt/tags/tag1781.xml" ContentType="application/vnd.openxmlformats-officedocument.presentationml.tags+xml"/>
  <Override PartName="/ppt/tags/tag1782.xml" ContentType="application/vnd.openxmlformats-officedocument.presentationml.tags+xml"/>
  <Override PartName="/ppt/tags/tag1783.xml" ContentType="application/vnd.openxmlformats-officedocument.presentationml.tags+xml"/>
  <Override PartName="/ppt/tags/tag1784.xml" ContentType="application/vnd.openxmlformats-officedocument.presentationml.tags+xml"/>
  <Override PartName="/ppt/tags/tag1785.xml" ContentType="application/vnd.openxmlformats-officedocument.presentationml.tags+xml"/>
  <Override PartName="/ppt/tags/tag1786.xml" ContentType="application/vnd.openxmlformats-officedocument.presentationml.tags+xml"/>
  <Override PartName="/ppt/tags/tag1787.xml" ContentType="application/vnd.openxmlformats-officedocument.presentationml.tags+xml"/>
  <Override PartName="/ppt/tags/tag1788.xml" ContentType="application/vnd.openxmlformats-officedocument.presentationml.tags+xml"/>
  <Override PartName="/ppt/tags/tag1789.xml" ContentType="application/vnd.openxmlformats-officedocument.presentationml.tags+xml"/>
  <Override PartName="/ppt/tags/tag1790.xml" ContentType="application/vnd.openxmlformats-officedocument.presentationml.tags+xml"/>
  <Override PartName="/ppt/tags/tag1791.xml" ContentType="application/vnd.openxmlformats-officedocument.presentationml.tags+xml"/>
  <Override PartName="/ppt/tags/tag1792.xml" ContentType="application/vnd.openxmlformats-officedocument.presentationml.tags+xml"/>
  <Override PartName="/ppt/tags/tag1793.xml" ContentType="application/vnd.openxmlformats-officedocument.presentationml.tags+xml"/>
  <Override PartName="/ppt/tags/tag1794.xml" ContentType="application/vnd.openxmlformats-officedocument.presentationml.tags+xml"/>
  <Override PartName="/ppt/tags/tag1795.xml" ContentType="application/vnd.openxmlformats-officedocument.presentationml.tags+xml"/>
  <Override PartName="/ppt/tags/tag1796.xml" ContentType="application/vnd.openxmlformats-officedocument.presentationml.tags+xml"/>
  <Override PartName="/ppt/tags/tag1797.xml" ContentType="application/vnd.openxmlformats-officedocument.presentationml.tags+xml"/>
  <Override PartName="/ppt/tags/tag1798.xml" ContentType="application/vnd.openxmlformats-officedocument.presentationml.tags+xml"/>
  <Override PartName="/ppt/tags/tag1799.xml" ContentType="application/vnd.openxmlformats-officedocument.presentationml.tags+xml"/>
  <Override PartName="/ppt/tags/tag1800.xml" ContentType="application/vnd.openxmlformats-officedocument.presentationml.tags+xml"/>
  <Override PartName="/ppt/tags/tag1801.xml" ContentType="application/vnd.openxmlformats-officedocument.presentationml.tags+xml"/>
  <Override PartName="/ppt/tags/tag1802.xml" ContentType="application/vnd.openxmlformats-officedocument.presentationml.tags+xml"/>
  <Override PartName="/ppt/tags/tag1803.xml" ContentType="application/vnd.openxmlformats-officedocument.presentationml.tags+xml"/>
  <Override PartName="/ppt/tags/tag1804.xml" ContentType="application/vnd.openxmlformats-officedocument.presentationml.tags+xml"/>
  <Override PartName="/ppt/tags/tag1805.xml" ContentType="application/vnd.openxmlformats-officedocument.presentationml.tags+xml"/>
  <Override PartName="/ppt/tags/tag1806.xml" ContentType="application/vnd.openxmlformats-officedocument.presentationml.tags+xml"/>
  <Override PartName="/ppt/tags/tag1807.xml" ContentType="application/vnd.openxmlformats-officedocument.presentationml.tags+xml"/>
  <Override PartName="/ppt/tags/tag1808.xml" ContentType="application/vnd.openxmlformats-officedocument.presentationml.tags+xml"/>
  <Override PartName="/ppt/tags/tag1809.xml" ContentType="application/vnd.openxmlformats-officedocument.presentationml.tags+xml"/>
  <Override PartName="/ppt/tags/tag1810.xml" ContentType="application/vnd.openxmlformats-officedocument.presentationml.tags+xml"/>
  <Override PartName="/ppt/tags/tag1811.xml" ContentType="application/vnd.openxmlformats-officedocument.presentationml.tags+xml"/>
  <Override PartName="/ppt/tags/tag1812.xml" ContentType="application/vnd.openxmlformats-officedocument.presentationml.tags+xml"/>
  <Override PartName="/ppt/tags/tag1813.xml" ContentType="application/vnd.openxmlformats-officedocument.presentationml.tags+xml"/>
  <Override PartName="/ppt/tags/tag1814.xml" ContentType="application/vnd.openxmlformats-officedocument.presentationml.tags+xml"/>
  <Override PartName="/ppt/tags/tag1815.xml" ContentType="application/vnd.openxmlformats-officedocument.presentationml.tags+xml"/>
  <Override PartName="/ppt/tags/tag1816.xml" ContentType="application/vnd.openxmlformats-officedocument.presentationml.tags+xml"/>
  <Override PartName="/ppt/tags/tag1817.xml" ContentType="application/vnd.openxmlformats-officedocument.presentationml.tags+xml"/>
  <Override PartName="/ppt/tags/tag1818.xml" ContentType="application/vnd.openxmlformats-officedocument.presentationml.tags+xml"/>
  <Override PartName="/ppt/tags/tag1819.xml" ContentType="application/vnd.openxmlformats-officedocument.presentationml.tags+xml"/>
  <Override PartName="/ppt/tags/tag1820.xml" ContentType="application/vnd.openxmlformats-officedocument.presentationml.tags+xml"/>
  <Override PartName="/ppt/tags/tag1821.xml" ContentType="application/vnd.openxmlformats-officedocument.presentationml.tags+xml"/>
  <Override PartName="/ppt/tags/tag1822.xml" ContentType="application/vnd.openxmlformats-officedocument.presentationml.tags+xml"/>
  <Override PartName="/ppt/tags/tag1823.xml" ContentType="application/vnd.openxmlformats-officedocument.presentationml.tags+xml"/>
  <Override PartName="/ppt/tags/tag1824.xml" ContentType="application/vnd.openxmlformats-officedocument.presentationml.tags+xml"/>
  <Override PartName="/ppt/tags/tag1825.xml" ContentType="application/vnd.openxmlformats-officedocument.presentationml.tags+xml"/>
  <Override PartName="/ppt/tags/tag1826.xml" ContentType="application/vnd.openxmlformats-officedocument.presentationml.tags+xml"/>
  <Override PartName="/ppt/tags/tag1827.xml" ContentType="application/vnd.openxmlformats-officedocument.presentationml.tags+xml"/>
  <Override PartName="/ppt/tags/tag1828.xml" ContentType="application/vnd.openxmlformats-officedocument.presentationml.tags+xml"/>
  <Override PartName="/ppt/tags/tag1829.xml" ContentType="application/vnd.openxmlformats-officedocument.presentationml.tags+xml"/>
  <Override PartName="/ppt/tags/tag1830.xml" ContentType="application/vnd.openxmlformats-officedocument.presentationml.tags+xml"/>
  <Override PartName="/ppt/tags/tag1831.xml" ContentType="application/vnd.openxmlformats-officedocument.presentationml.tags+xml"/>
  <Override PartName="/ppt/tags/tag1832.xml" ContentType="application/vnd.openxmlformats-officedocument.presentationml.tags+xml"/>
  <Override PartName="/ppt/tags/tag1833.xml" ContentType="application/vnd.openxmlformats-officedocument.presentationml.tags+xml"/>
  <Override PartName="/ppt/tags/tag1834.xml" ContentType="application/vnd.openxmlformats-officedocument.presentationml.tags+xml"/>
  <Override PartName="/ppt/tags/tag1835.xml" ContentType="application/vnd.openxmlformats-officedocument.presentationml.tags+xml"/>
  <Override PartName="/ppt/tags/tag1836.xml" ContentType="application/vnd.openxmlformats-officedocument.presentationml.tags+xml"/>
  <Override PartName="/ppt/tags/tag1837.xml" ContentType="application/vnd.openxmlformats-officedocument.presentationml.tags+xml"/>
  <Override PartName="/ppt/tags/tag1838.xml" ContentType="application/vnd.openxmlformats-officedocument.presentationml.tags+xml"/>
  <Override PartName="/ppt/tags/tag1839.xml" ContentType="application/vnd.openxmlformats-officedocument.presentationml.tags+xml"/>
  <Override PartName="/ppt/tags/tag1840.xml" ContentType="application/vnd.openxmlformats-officedocument.presentationml.tags+xml"/>
  <Override PartName="/ppt/tags/tag1841.xml" ContentType="application/vnd.openxmlformats-officedocument.presentationml.tags+xml"/>
  <Override PartName="/ppt/tags/tag1842.xml" ContentType="application/vnd.openxmlformats-officedocument.presentationml.tags+xml"/>
  <Override PartName="/ppt/tags/tag1843.xml" ContentType="application/vnd.openxmlformats-officedocument.presentationml.tags+xml"/>
  <Override PartName="/ppt/tags/tag1844.xml" ContentType="application/vnd.openxmlformats-officedocument.presentationml.tags+xml"/>
  <Override PartName="/ppt/tags/tag1845.xml" ContentType="application/vnd.openxmlformats-officedocument.presentationml.tags+xml"/>
  <Override PartName="/ppt/tags/tag1846.xml" ContentType="application/vnd.openxmlformats-officedocument.presentationml.tags+xml"/>
  <Override PartName="/ppt/tags/tag1847.xml" ContentType="application/vnd.openxmlformats-officedocument.presentationml.tags+xml"/>
  <Override PartName="/ppt/tags/tag1848.xml" ContentType="application/vnd.openxmlformats-officedocument.presentationml.tags+xml"/>
  <Override PartName="/ppt/tags/tag1849.xml" ContentType="application/vnd.openxmlformats-officedocument.presentationml.tags+xml"/>
  <Override PartName="/ppt/tags/tag1850.xml" ContentType="application/vnd.openxmlformats-officedocument.presentationml.tags+xml"/>
  <Override PartName="/ppt/tags/tag1851.xml" ContentType="application/vnd.openxmlformats-officedocument.presentationml.tags+xml"/>
  <Override PartName="/ppt/tags/tag1852.xml" ContentType="application/vnd.openxmlformats-officedocument.presentationml.tags+xml"/>
  <Override PartName="/ppt/tags/tag1853.xml" ContentType="application/vnd.openxmlformats-officedocument.presentationml.tags+xml"/>
  <Override PartName="/ppt/tags/tag1854.xml" ContentType="application/vnd.openxmlformats-officedocument.presentationml.tags+xml"/>
  <Override PartName="/ppt/tags/tag1855.xml" ContentType="application/vnd.openxmlformats-officedocument.presentationml.tags+xml"/>
  <Override PartName="/ppt/tags/tag1856.xml" ContentType="application/vnd.openxmlformats-officedocument.presentationml.tags+xml"/>
  <Override PartName="/ppt/tags/tag1857.xml" ContentType="application/vnd.openxmlformats-officedocument.presentationml.tags+xml"/>
  <Override PartName="/ppt/tags/tag1858.xml" ContentType="application/vnd.openxmlformats-officedocument.presentationml.tags+xml"/>
  <Override PartName="/ppt/tags/tag1859.xml" ContentType="application/vnd.openxmlformats-officedocument.presentationml.tags+xml"/>
  <Override PartName="/ppt/tags/tag1860.xml" ContentType="application/vnd.openxmlformats-officedocument.presentationml.tags+xml"/>
  <Override PartName="/ppt/tags/tag1861.xml" ContentType="application/vnd.openxmlformats-officedocument.presentationml.tags+xml"/>
  <Override PartName="/ppt/tags/tag1862.xml" ContentType="application/vnd.openxmlformats-officedocument.presentationml.tags+xml"/>
  <Override PartName="/ppt/tags/tag1863.xml" ContentType="application/vnd.openxmlformats-officedocument.presentationml.tags+xml"/>
  <Override PartName="/ppt/tags/tag1864.xml" ContentType="application/vnd.openxmlformats-officedocument.presentationml.tags+xml"/>
  <Override PartName="/ppt/tags/tag1865.xml" ContentType="application/vnd.openxmlformats-officedocument.presentationml.tags+xml"/>
  <Override PartName="/ppt/tags/tag1866.xml" ContentType="application/vnd.openxmlformats-officedocument.presentationml.tags+xml"/>
  <Override PartName="/ppt/tags/tag1867.xml" ContentType="application/vnd.openxmlformats-officedocument.presentationml.tags+xml"/>
  <Override PartName="/ppt/tags/tag1868.xml" ContentType="application/vnd.openxmlformats-officedocument.presentationml.tags+xml"/>
  <Override PartName="/ppt/tags/tag1869.xml" ContentType="application/vnd.openxmlformats-officedocument.presentationml.tags+xml"/>
  <Override PartName="/ppt/tags/tag1870.xml" ContentType="application/vnd.openxmlformats-officedocument.presentationml.tags+xml"/>
  <Override PartName="/ppt/tags/tag1871.xml" ContentType="application/vnd.openxmlformats-officedocument.presentationml.tags+xml"/>
  <Override PartName="/ppt/tags/tag1872.xml" ContentType="application/vnd.openxmlformats-officedocument.presentationml.tags+xml"/>
  <Override PartName="/ppt/tags/tag1873.xml" ContentType="application/vnd.openxmlformats-officedocument.presentationml.tags+xml"/>
  <Override PartName="/ppt/tags/tag1874.xml" ContentType="application/vnd.openxmlformats-officedocument.presentationml.tags+xml"/>
  <Override PartName="/ppt/tags/tag1875.xml" ContentType="application/vnd.openxmlformats-officedocument.presentationml.tags+xml"/>
  <Override PartName="/ppt/tags/tag1876.xml" ContentType="application/vnd.openxmlformats-officedocument.presentationml.tags+xml"/>
  <Override PartName="/ppt/tags/tag1877.xml" ContentType="application/vnd.openxmlformats-officedocument.presentationml.tags+xml"/>
  <Override PartName="/ppt/tags/tag1878.xml" ContentType="application/vnd.openxmlformats-officedocument.presentationml.tags+xml"/>
  <Override PartName="/ppt/tags/tag1879.xml" ContentType="application/vnd.openxmlformats-officedocument.presentationml.tags+xml"/>
  <Override PartName="/ppt/tags/tag1880.xml" ContentType="application/vnd.openxmlformats-officedocument.presentationml.tags+xml"/>
  <Override PartName="/ppt/tags/tag1881.xml" ContentType="application/vnd.openxmlformats-officedocument.presentationml.tags+xml"/>
  <Override PartName="/ppt/tags/tag1882.xml" ContentType="application/vnd.openxmlformats-officedocument.presentationml.tags+xml"/>
  <Override PartName="/ppt/tags/tag1883.xml" ContentType="application/vnd.openxmlformats-officedocument.presentationml.tags+xml"/>
  <Override PartName="/ppt/tags/tag1884.xml" ContentType="application/vnd.openxmlformats-officedocument.presentationml.tags+xml"/>
  <Override PartName="/ppt/tags/tag1885.xml" ContentType="application/vnd.openxmlformats-officedocument.presentationml.tags+xml"/>
  <Override PartName="/ppt/tags/tag1886.xml" ContentType="application/vnd.openxmlformats-officedocument.presentationml.tags+xml"/>
  <Override PartName="/ppt/tags/tag1887.xml" ContentType="application/vnd.openxmlformats-officedocument.presentationml.tags+xml"/>
  <Override PartName="/ppt/tags/tag1888.xml" ContentType="application/vnd.openxmlformats-officedocument.presentationml.tags+xml"/>
  <Override PartName="/ppt/tags/tag1889.xml" ContentType="application/vnd.openxmlformats-officedocument.presentationml.tags+xml"/>
  <Override PartName="/ppt/tags/tag1890.xml" ContentType="application/vnd.openxmlformats-officedocument.presentationml.tags+xml"/>
  <Override PartName="/ppt/tags/tag1891.xml" ContentType="application/vnd.openxmlformats-officedocument.presentationml.tags+xml"/>
  <Override PartName="/ppt/tags/tag1892.xml" ContentType="application/vnd.openxmlformats-officedocument.presentationml.tags+xml"/>
  <Override PartName="/ppt/tags/tag1893.xml" ContentType="application/vnd.openxmlformats-officedocument.presentationml.tags+xml"/>
  <Override PartName="/ppt/tags/tag1894.xml" ContentType="application/vnd.openxmlformats-officedocument.presentationml.tags+xml"/>
  <Override PartName="/ppt/tags/tag1895.xml" ContentType="application/vnd.openxmlformats-officedocument.presentationml.tags+xml"/>
  <Override PartName="/ppt/tags/tag1896.xml" ContentType="application/vnd.openxmlformats-officedocument.presentationml.tags+xml"/>
  <Override PartName="/ppt/tags/tag1897.xml" ContentType="application/vnd.openxmlformats-officedocument.presentationml.tags+xml"/>
  <Override PartName="/ppt/tags/tag1898.xml" ContentType="application/vnd.openxmlformats-officedocument.presentationml.tags+xml"/>
  <Override PartName="/ppt/tags/tag1899.xml" ContentType="application/vnd.openxmlformats-officedocument.presentationml.tags+xml"/>
  <Override PartName="/ppt/tags/tag1900.xml" ContentType="application/vnd.openxmlformats-officedocument.presentationml.tags+xml"/>
  <Override PartName="/ppt/tags/tag1901.xml" ContentType="application/vnd.openxmlformats-officedocument.presentationml.tags+xml"/>
  <Override PartName="/ppt/tags/tag1902.xml" ContentType="application/vnd.openxmlformats-officedocument.presentationml.tags+xml"/>
  <Override PartName="/ppt/tags/tag1903.xml" ContentType="application/vnd.openxmlformats-officedocument.presentationml.tags+xml"/>
  <Override PartName="/ppt/tags/tag1904.xml" ContentType="application/vnd.openxmlformats-officedocument.presentationml.tags+xml"/>
  <Override PartName="/ppt/tags/tag1905.xml" ContentType="application/vnd.openxmlformats-officedocument.presentationml.tags+xml"/>
  <Override PartName="/ppt/tags/tag1906.xml" ContentType="application/vnd.openxmlformats-officedocument.presentationml.tags+xml"/>
  <Override PartName="/ppt/tags/tag1907.xml" ContentType="application/vnd.openxmlformats-officedocument.presentationml.tags+xml"/>
  <Override PartName="/ppt/tags/tag1908.xml" ContentType="application/vnd.openxmlformats-officedocument.presentationml.tags+xml"/>
  <Override PartName="/ppt/tags/tag1909.xml" ContentType="application/vnd.openxmlformats-officedocument.presentationml.tags+xml"/>
  <Override PartName="/ppt/tags/tag1910.xml" ContentType="application/vnd.openxmlformats-officedocument.presentationml.tags+xml"/>
  <Override PartName="/ppt/tags/tag1911.xml" ContentType="application/vnd.openxmlformats-officedocument.presentationml.tags+xml"/>
  <Override PartName="/ppt/tags/tag1912.xml" ContentType="application/vnd.openxmlformats-officedocument.presentationml.tags+xml"/>
  <Override PartName="/ppt/tags/tag1913.xml" ContentType="application/vnd.openxmlformats-officedocument.presentationml.tags+xml"/>
  <Override PartName="/ppt/tags/tag1914.xml" ContentType="application/vnd.openxmlformats-officedocument.presentationml.tags+xml"/>
  <Override PartName="/ppt/tags/tag1915.xml" ContentType="application/vnd.openxmlformats-officedocument.presentationml.tags+xml"/>
  <Override PartName="/ppt/tags/tag1916.xml" ContentType="application/vnd.openxmlformats-officedocument.presentationml.tags+xml"/>
  <Override PartName="/ppt/tags/tag1917.xml" ContentType="application/vnd.openxmlformats-officedocument.presentationml.tags+xml"/>
  <Override PartName="/ppt/tags/tag1918.xml" ContentType="application/vnd.openxmlformats-officedocument.presentationml.tags+xml"/>
  <Override PartName="/ppt/tags/tag1919.xml" ContentType="application/vnd.openxmlformats-officedocument.presentationml.tags+xml"/>
  <Override PartName="/ppt/tags/tag1920.xml" ContentType="application/vnd.openxmlformats-officedocument.presentationml.tags+xml"/>
  <Override PartName="/ppt/tags/tag1921.xml" ContentType="application/vnd.openxmlformats-officedocument.presentationml.tags+xml"/>
  <Override PartName="/ppt/tags/tag1922.xml" ContentType="application/vnd.openxmlformats-officedocument.presentationml.tags+xml"/>
  <Override PartName="/ppt/tags/tag1923.xml" ContentType="application/vnd.openxmlformats-officedocument.presentationml.tags+xml"/>
  <Override PartName="/ppt/tags/tag1924.xml" ContentType="application/vnd.openxmlformats-officedocument.presentationml.tags+xml"/>
  <Override PartName="/ppt/tags/tag1925.xml" ContentType="application/vnd.openxmlformats-officedocument.presentationml.tags+xml"/>
  <Override PartName="/ppt/tags/tag1926.xml" ContentType="application/vnd.openxmlformats-officedocument.presentationml.tags+xml"/>
  <Override PartName="/ppt/tags/tag1927.xml" ContentType="application/vnd.openxmlformats-officedocument.presentationml.tags+xml"/>
  <Override PartName="/ppt/tags/tag1928.xml" ContentType="application/vnd.openxmlformats-officedocument.presentationml.tags+xml"/>
  <Override PartName="/ppt/tags/tag1929.xml" ContentType="application/vnd.openxmlformats-officedocument.presentationml.tags+xml"/>
  <Override PartName="/ppt/tags/tag1930.xml" ContentType="application/vnd.openxmlformats-officedocument.presentationml.tags+xml"/>
  <Override PartName="/ppt/tags/tag1931.xml" ContentType="application/vnd.openxmlformats-officedocument.presentationml.tags+xml"/>
  <Override PartName="/ppt/tags/tag1932.xml" ContentType="application/vnd.openxmlformats-officedocument.presentationml.tags+xml"/>
  <Override PartName="/ppt/tags/tag1933.xml" ContentType="application/vnd.openxmlformats-officedocument.presentationml.tags+xml"/>
  <Override PartName="/ppt/tags/tag1934.xml" ContentType="application/vnd.openxmlformats-officedocument.presentationml.tags+xml"/>
  <Override PartName="/ppt/tags/tag1935.xml" ContentType="application/vnd.openxmlformats-officedocument.presentationml.tags+xml"/>
  <Override PartName="/ppt/tags/tag1936.xml" ContentType="application/vnd.openxmlformats-officedocument.presentationml.tags+xml"/>
  <Override PartName="/ppt/tags/tag1937.xml" ContentType="application/vnd.openxmlformats-officedocument.presentationml.tags+xml"/>
  <Override PartName="/ppt/tags/tag1938.xml" ContentType="application/vnd.openxmlformats-officedocument.presentationml.tags+xml"/>
  <Override PartName="/ppt/tags/tag1939.xml" ContentType="application/vnd.openxmlformats-officedocument.presentationml.tags+xml"/>
  <Override PartName="/ppt/tags/tag1940.xml" ContentType="application/vnd.openxmlformats-officedocument.presentationml.tags+xml"/>
  <Override PartName="/ppt/tags/tag1941.xml" ContentType="application/vnd.openxmlformats-officedocument.presentationml.tags+xml"/>
  <Override PartName="/ppt/tags/tag1942.xml" ContentType="application/vnd.openxmlformats-officedocument.presentationml.tags+xml"/>
  <Override PartName="/ppt/tags/tag1943.xml" ContentType="application/vnd.openxmlformats-officedocument.presentationml.tags+xml"/>
  <Override PartName="/ppt/tags/tag1944.xml" ContentType="application/vnd.openxmlformats-officedocument.presentationml.tags+xml"/>
  <Override PartName="/ppt/tags/tag1945.xml" ContentType="application/vnd.openxmlformats-officedocument.presentationml.tags+xml"/>
  <Override PartName="/ppt/tags/tag1946.xml" ContentType="application/vnd.openxmlformats-officedocument.presentationml.tags+xml"/>
  <Override PartName="/ppt/tags/tag1947.xml" ContentType="application/vnd.openxmlformats-officedocument.presentationml.tags+xml"/>
  <Override PartName="/ppt/tags/tag1948.xml" ContentType="application/vnd.openxmlformats-officedocument.presentationml.tags+xml"/>
  <Override PartName="/ppt/tags/tag1949.xml" ContentType="application/vnd.openxmlformats-officedocument.presentationml.tags+xml"/>
  <Override PartName="/ppt/tags/tag1950.xml" ContentType="application/vnd.openxmlformats-officedocument.presentationml.tags+xml"/>
  <Override PartName="/ppt/tags/tag1951.xml" ContentType="application/vnd.openxmlformats-officedocument.presentationml.tags+xml"/>
  <Override PartName="/ppt/tags/tag1952.xml" ContentType="application/vnd.openxmlformats-officedocument.presentationml.tags+xml"/>
  <Override PartName="/ppt/tags/tag1953.xml" ContentType="application/vnd.openxmlformats-officedocument.presentationml.tags+xml"/>
  <Override PartName="/ppt/tags/tag1954.xml" ContentType="application/vnd.openxmlformats-officedocument.presentationml.tags+xml"/>
  <Override PartName="/ppt/tags/tag1955.xml" ContentType="application/vnd.openxmlformats-officedocument.presentationml.tags+xml"/>
  <Override PartName="/ppt/tags/tag1956.xml" ContentType="application/vnd.openxmlformats-officedocument.presentationml.tags+xml"/>
  <Override PartName="/ppt/tags/tag1957.xml" ContentType="application/vnd.openxmlformats-officedocument.presentationml.tags+xml"/>
  <Override PartName="/ppt/tags/tag1958.xml" ContentType="application/vnd.openxmlformats-officedocument.presentationml.tags+xml"/>
  <Override PartName="/ppt/tags/tag1959.xml" ContentType="application/vnd.openxmlformats-officedocument.presentationml.tags+xml"/>
  <Override PartName="/ppt/tags/tag1960.xml" ContentType="application/vnd.openxmlformats-officedocument.presentationml.tags+xml"/>
  <Override PartName="/ppt/tags/tag1961.xml" ContentType="application/vnd.openxmlformats-officedocument.presentationml.tags+xml"/>
  <Override PartName="/ppt/tags/tag1962.xml" ContentType="application/vnd.openxmlformats-officedocument.presentationml.tags+xml"/>
  <Override PartName="/ppt/tags/tag1963.xml" ContentType="application/vnd.openxmlformats-officedocument.presentationml.tags+xml"/>
  <Override PartName="/ppt/tags/tag1964.xml" ContentType="application/vnd.openxmlformats-officedocument.presentationml.tags+xml"/>
  <Override PartName="/ppt/tags/tag1965.xml" ContentType="application/vnd.openxmlformats-officedocument.presentationml.tags+xml"/>
  <Override PartName="/ppt/tags/tag1966.xml" ContentType="application/vnd.openxmlformats-officedocument.presentationml.tags+xml"/>
  <Override PartName="/ppt/tags/tag1967.xml" ContentType="application/vnd.openxmlformats-officedocument.presentationml.tags+xml"/>
  <Override PartName="/ppt/tags/tag1968.xml" ContentType="application/vnd.openxmlformats-officedocument.presentationml.tags+xml"/>
  <Override PartName="/ppt/tags/tag1969.xml" ContentType="application/vnd.openxmlformats-officedocument.presentationml.tags+xml"/>
  <Override PartName="/ppt/tags/tag1970.xml" ContentType="application/vnd.openxmlformats-officedocument.presentationml.tags+xml"/>
  <Override PartName="/ppt/tags/tag1971.xml" ContentType="application/vnd.openxmlformats-officedocument.presentationml.tags+xml"/>
  <Override PartName="/ppt/tags/tag1972.xml" ContentType="application/vnd.openxmlformats-officedocument.presentationml.tags+xml"/>
  <Override PartName="/ppt/tags/tag1973.xml" ContentType="application/vnd.openxmlformats-officedocument.presentationml.tags+xml"/>
  <Override PartName="/ppt/tags/tag1974.xml" ContentType="application/vnd.openxmlformats-officedocument.presentationml.tags+xml"/>
  <Override PartName="/ppt/tags/tag1975.xml" ContentType="application/vnd.openxmlformats-officedocument.presentationml.tags+xml"/>
  <Override PartName="/ppt/tags/tag1976.xml" ContentType="application/vnd.openxmlformats-officedocument.presentationml.tags+xml"/>
  <Override PartName="/ppt/tags/tag1977.xml" ContentType="application/vnd.openxmlformats-officedocument.presentationml.tags+xml"/>
  <Override PartName="/ppt/tags/tag1978.xml" ContentType="application/vnd.openxmlformats-officedocument.presentationml.tags+xml"/>
  <Override PartName="/ppt/tags/tag1979.xml" ContentType="application/vnd.openxmlformats-officedocument.presentationml.tags+xml"/>
  <Override PartName="/ppt/tags/tag1980.xml" ContentType="application/vnd.openxmlformats-officedocument.presentationml.tags+xml"/>
  <Override PartName="/ppt/tags/tag1981.xml" ContentType="application/vnd.openxmlformats-officedocument.presentationml.tags+xml"/>
  <Override PartName="/ppt/tags/tag1982.xml" ContentType="application/vnd.openxmlformats-officedocument.presentationml.tags+xml"/>
  <Override PartName="/ppt/tags/tag1983.xml" ContentType="application/vnd.openxmlformats-officedocument.presentationml.tags+xml"/>
  <Override PartName="/ppt/tags/tag1984.xml" ContentType="application/vnd.openxmlformats-officedocument.presentationml.tags+xml"/>
  <Override PartName="/ppt/tags/tag1985.xml" ContentType="application/vnd.openxmlformats-officedocument.presentationml.tags+xml"/>
  <Override PartName="/ppt/tags/tag1986.xml" ContentType="application/vnd.openxmlformats-officedocument.presentationml.tags+xml"/>
  <Override PartName="/ppt/tags/tag1987.xml" ContentType="application/vnd.openxmlformats-officedocument.presentationml.tags+xml"/>
  <Override PartName="/ppt/tags/tag1988.xml" ContentType="application/vnd.openxmlformats-officedocument.presentationml.tags+xml"/>
  <Override PartName="/ppt/tags/tag1989.xml" ContentType="application/vnd.openxmlformats-officedocument.presentationml.tags+xml"/>
  <Override PartName="/ppt/tags/tag1990.xml" ContentType="application/vnd.openxmlformats-officedocument.presentationml.tags+xml"/>
  <Override PartName="/ppt/tags/tag1991.xml" ContentType="application/vnd.openxmlformats-officedocument.presentationml.tags+xml"/>
  <Override PartName="/ppt/tags/tag1992.xml" ContentType="application/vnd.openxmlformats-officedocument.presentationml.tags+xml"/>
  <Override PartName="/ppt/tags/tag1993.xml" ContentType="application/vnd.openxmlformats-officedocument.presentationml.tags+xml"/>
  <Override PartName="/ppt/tags/tag1994.xml" ContentType="application/vnd.openxmlformats-officedocument.presentationml.tags+xml"/>
  <Override PartName="/ppt/tags/tag1995.xml" ContentType="application/vnd.openxmlformats-officedocument.presentationml.tags+xml"/>
  <Override PartName="/ppt/tags/tag1996.xml" ContentType="application/vnd.openxmlformats-officedocument.presentationml.tags+xml"/>
  <Override PartName="/ppt/tags/tag1997.xml" ContentType="application/vnd.openxmlformats-officedocument.presentationml.tags+xml"/>
  <Override PartName="/ppt/tags/tag1998.xml" ContentType="application/vnd.openxmlformats-officedocument.presentationml.tags+xml"/>
  <Override PartName="/ppt/tags/tag1999.xml" ContentType="application/vnd.openxmlformats-officedocument.presentationml.tags+xml"/>
  <Override PartName="/ppt/tags/tag2000.xml" ContentType="application/vnd.openxmlformats-officedocument.presentationml.tags+xml"/>
  <Override PartName="/ppt/tags/tag2001.xml" ContentType="application/vnd.openxmlformats-officedocument.presentationml.tags+xml"/>
  <Override PartName="/ppt/tags/tag2002.xml" ContentType="application/vnd.openxmlformats-officedocument.presentationml.tags+xml"/>
  <Override PartName="/ppt/tags/tag2003.xml" ContentType="application/vnd.openxmlformats-officedocument.presentationml.tags+xml"/>
  <Override PartName="/ppt/tags/tag2004.xml" ContentType="application/vnd.openxmlformats-officedocument.presentationml.tags+xml"/>
  <Override PartName="/ppt/tags/tag2005.xml" ContentType="application/vnd.openxmlformats-officedocument.presentationml.tags+xml"/>
  <Override PartName="/ppt/tags/tag2006.xml" ContentType="application/vnd.openxmlformats-officedocument.presentationml.tags+xml"/>
  <Override PartName="/ppt/tags/tag2007.xml" ContentType="application/vnd.openxmlformats-officedocument.presentationml.tags+xml"/>
  <Override PartName="/ppt/tags/tag2008.xml" ContentType="application/vnd.openxmlformats-officedocument.presentationml.tags+xml"/>
  <Override PartName="/ppt/tags/tag2009.xml" ContentType="application/vnd.openxmlformats-officedocument.presentationml.tags+xml"/>
  <Override PartName="/ppt/tags/tag2010.xml" ContentType="application/vnd.openxmlformats-officedocument.presentationml.tags+xml"/>
  <Override PartName="/ppt/tags/tag2011.xml" ContentType="application/vnd.openxmlformats-officedocument.presentationml.tags+xml"/>
  <Override PartName="/ppt/tags/tag2012.xml" ContentType="application/vnd.openxmlformats-officedocument.presentationml.tags+xml"/>
  <Override PartName="/ppt/tags/tag2013.xml" ContentType="application/vnd.openxmlformats-officedocument.presentationml.tags+xml"/>
  <Override PartName="/ppt/tags/tag2014.xml" ContentType="application/vnd.openxmlformats-officedocument.presentationml.tags+xml"/>
  <Override PartName="/ppt/tags/tag2015.xml" ContentType="application/vnd.openxmlformats-officedocument.presentationml.tags+xml"/>
  <Override PartName="/ppt/tags/tag2016.xml" ContentType="application/vnd.openxmlformats-officedocument.presentationml.tags+xml"/>
  <Override PartName="/ppt/tags/tag2017.xml" ContentType="application/vnd.openxmlformats-officedocument.presentationml.tags+xml"/>
  <Override PartName="/ppt/tags/tag2018.xml" ContentType="application/vnd.openxmlformats-officedocument.presentationml.tags+xml"/>
  <Override PartName="/ppt/tags/tag2019.xml" ContentType="application/vnd.openxmlformats-officedocument.presentationml.tags+xml"/>
  <Override PartName="/ppt/tags/tag2020.xml" ContentType="application/vnd.openxmlformats-officedocument.presentationml.tags+xml"/>
  <Override PartName="/ppt/tags/tag2021.xml" ContentType="application/vnd.openxmlformats-officedocument.presentationml.tags+xml"/>
  <Override PartName="/ppt/tags/tag2022.xml" ContentType="application/vnd.openxmlformats-officedocument.presentationml.tags+xml"/>
  <Override PartName="/ppt/tags/tag2023.xml" ContentType="application/vnd.openxmlformats-officedocument.presentationml.tags+xml"/>
  <Override PartName="/ppt/tags/tag2024.xml" ContentType="application/vnd.openxmlformats-officedocument.presentationml.tags+xml"/>
  <Override PartName="/ppt/tags/tag2025.xml" ContentType="application/vnd.openxmlformats-officedocument.presentationml.tags+xml"/>
  <Override PartName="/ppt/tags/tag2026.xml" ContentType="application/vnd.openxmlformats-officedocument.presentationml.tags+xml"/>
  <Override PartName="/ppt/tags/tag2027.xml" ContentType="application/vnd.openxmlformats-officedocument.presentationml.tags+xml"/>
  <Override PartName="/ppt/tags/tag2028.xml" ContentType="application/vnd.openxmlformats-officedocument.presentationml.tags+xml"/>
  <Override PartName="/ppt/tags/tag2029.xml" ContentType="application/vnd.openxmlformats-officedocument.presentationml.tags+xml"/>
  <Override PartName="/ppt/tags/tag2030.xml" ContentType="application/vnd.openxmlformats-officedocument.presentationml.tags+xml"/>
  <Override PartName="/ppt/tags/tag2031.xml" ContentType="application/vnd.openxmlformats-officedocument.presentationml.tags+xml"/>
  <Override PartName="/ppt/tags/tag2032.xml" ContentType="application/vnd.openxmlformats-officedocument.presentationml.tags+xml"/>
  <Override PartName="/ppt/tags/tag2033.xml" ContentType="application/vnd.openxmlformats-officedocument.presentationml.tags+xml"/>
  <Override PartName="/ppt/tags/tag2034.xml" ContentType="application/vnd.openxmlformats-officedocument.presentationml.tags+xml"/>
  <Override PartName="/ppt/tags/tag2035.xml" ContentType="application/vnd.openxmlformats-officedocument.presentationml.tags+xml"/>
  <Override PartName="/ppt/tags/tag2036.xml" ContentType="application/vnd.openxmlformats-officedocument.presentationml.tags+xml"/>
  <Override PartName="/ppt/tags/tag2037.xml" ContentType="application/vnd.openxmlformats-officedocument.presentationml.tags+xml"/>
  <Override PartName="/ppt/tags/tag2038.xml" ContentType="application/vnd.openxmlformats-officedocument.presentationml.tags+xml"/>
  <Override PartName="/ppt/tags/tag2039.xml" ContentType="application/vnd.openxmlformats-officedocument.presentationml.tags+xml"/>
  <Override PartName="/ppt/tags/tag2040.xml" ContentType="application/vnd.openxmlformats-officedocument.presentationml.tags+xml"/>
  <Override PartName="/ppt/tags/tag2041.xml" ContentType="application/vnd.openxmlformats-officedocument.presentationml.tags+xml"/>
  <Override PartName="/ppt/tags/tag2042.xml" ContentType="application/vnd.openxmlformats-officedocument.presentationml.tags+xml"/>
  <Override PartName="/ppt/tags/tag2043.xml" ContentType="application/vnd.openxmlformats-officedocument.presentationml.tags+xml"/>
  <Override PartName="/ppt/tags/tag2044.xml" ContentType="application/vnd.openxmlformats-officedocument.presentationml.tags+xml"/>
  <Override PartName="/ppt/tags/tag2045.xml" ContentType="application/vnd.openxmlformats-officedocument.presentationml.tags+xml"/>
  <Override PartName="/ppt/tags/tag2046.xml" ContentType="application/vnd.openxmlformats-officedocument.presentationml.tags+xml"/>
  <Override PartName="/ppt/tags/tag2047.xml" ContentType="application/vnd.openxmlformats-officedocument.presentationml.tags+xml"/>
  <Override PartName="/ppt/tags/tag2048.xml" ContentType="application/vnd.openxmlformats-officedocument.presentationml.tags+xml"/>
  <Override PartName="/ppt/tags/tag2049.xml" ContentType="application/vnd.openxmlformats-officedocument.presentationml.tags+xml"/>
  <Override PartName="/ppt/tags/tag2050.xml" ContentType="application/vnd.openxmlformats-officedocument.presentationml.tags+xml"/>
  <Override PartName="/ppt/tags/tag2051.xml" ContentType="application/vnd.openxmlformats-officedocument.presentationml.tags+xml"/>
  <Override PartName="/ppt/tags/tag2052.xml" ContentType="application/vnd.openxmlformats-officedocument.presentationml.tags+xml"/>
  <Override PartName="/ppt/tags/tag2053.xml" ContentType="application/vnd.openxmlformats-officedocument.presentationml.tags+xml"/>
  <Override PartName="/ppt/tags/tag2054.xml" ContentType="application/vnd.openxmlformats-officedocument.presentationml.tags+xml"/>
  <Override PartName="/ppt/tags/tag2055.xml" ContentType="application/vnd.openxmlformats-officedocument.presentationml.tags+xml"/>
  <Override PartName="/ppt/tags/tag2056.xml" ContentType="application/vnd.openxmlformats-officedocument.presentationml.tags+xml"/>
  <Override PartName="/ppt/tags/tag2057.xml" ContentType="application/vnd.openxmlformats-officedocument.presentationml.tags+xml"/>
  <Override PartName="/ppt/tags/tag2058.xml" ContentType="application/vnd.openxmlformats-officedocument.presentationml.tags+xml"/>
  <Override PartName="/ppt/tags/tag2059.xml" ContentType="application/vnd.openxmlformats-officedocument.presentationml.tags+xml"/>
  <Override PartName="/ppt/tags/tag2060.xml" ContentType="application/vnd.openxmlformats-officedocument.presentationml.tags+xml"/>
  <Override PartName="/ppt/tags/tag2061.xml" ContentType="application/vnd.openxmlformats-officedocument.presentationml.tags+xml"/>
  <Override PartName="/ppt/tags/tag2062.xml" ContentType="application/vnd.openxmlformats-officedocument.presentationml.tags+xml"/>
  <Override PartName="/ppt/tags/tag2063.xml" ContentType="application/vnd.openxmlformats-officedocument.presentationml.tags+xml"/>
  <Override PartName="/ppt/tags/tag2064.xml" ContentType="application/vnd.openxmlformats-officedocument.presentationml.tags+xml"/>
  <Override PartName="/ppt/tags/tag2065.xml" ContentType="application/vnd.openxmlformats-officedocument.presentationml.tags+xml"/>
  <Override PartName="/ppt/tags/tag2066.xml" ContentType="application/vnd.openxmlformats-officedocument.presentationml.tags+xml"/>
  <Override PartName="/ppt/tags/tag2067.xml" ContentType="application/vnd.openxmlformats-officedocument.presentationml.tags+xml"/>
  <Override PartName="/ppt/tags/tag2068.xml" ContentType="application/vnd.openxmlformats-officedocument.presentationml.tags+xml"/>
  <Override PartName="/ppt/tags/tag2069.xml" ContentType="application/vnd.openxmlformats-officedocument.presentationml.tags+xml"/>
  <Override PartName="/ppt/tags/tag2070.xml" ContentType="application/vnd.openxmlformats-officedocument.presentationml.tags+xml"/>
  <Override PartName="/ppt/tags/tag2071.xml" ContentType="application/vnd.openxmlformats-officedocument.presentationml.tags+xml"/>
  <Override PartName="/ppt/tags/tag2072.xml" ContentType="application/vnd.openxmlformats-officedocument.presentationml.tags+xml"/>
  <Override PartName="/ppt/tags/tag2073.xml" ContentType="application/vnd.openxmlformats-officedocument.presentationml.tags+xml"/>
  <Override PartName="/ppt/tags/tag2074.xml" ContentType="application/vnd.openxmlformats-officedocument.presentationml.tags+xml"/>
  <Override PartName="/ppt/tags/tag2075.xml" ContentType="application/vnd.openxmlformats-officedocument.presentationml.tags+xml"/>
  <Override PartName="/ppt/tags/tag2076.xml" ContentType="application/vnd.openxmlformats-officedocument.presentationml.tags+xml"/>
  <Override PartName="/ppt/tags/tag2077.xml" ContentType="application/vnd.openxmlformats-officedocument.presentationml.tags+xml"/>
  <Override PartName="/ppt/tags/tag2078.xml" ContentType="application/vnd.openxmlformats-officedocument.presentationml.tags+xml"/>
  <Override PartName="/ppt/tags/tag2079.xml" ContentType="application/vnd.openxmlformats-officedocument.presentationml.tags+xml"/>
  <Override PartName="/ppt/tags/tag2080.xml" ContentType="application/vnd.openxmlformats-officedocument.presentationml.tags+xml"/>
  <Override PartName="/ppt/tags/tag2081.xml" ContentType="application/vnd.openxmlformats-officedocument.presentationml.tags+xml"/>
  <Override PartName="/ppt/tags/tag2082.xml" ContentType="application/vnd.openxmlformats-officedocument.presentationml.tags+xml"/>
  <Override PartName="/ppt/tags/tag2083.xml" ContentType="application/vnd.openxmlformats-officedocument.presentationml.tags+xml"/>
  <Override PartName="/ppt/tags/tag2084.xml" ContentType="application/vnd.openxmlformats-officedocument.presentationml.tags+xml"/>
  <Override PartName="/ppt/tags/tag2085.xml" ContentType="application/vnd.openxmlformats-officedocument.presentationml.tags+xml"/>
  <Override PartName="/ppt/tags/tag2086.xml" ContentType="application/vnd.openxmlformats-officedocument.presentationml.tags+xml"/>
  <Override PartName="/ppt/tags/tag2087.xml" ContentType="application/vnd.openxmlformats-officedocument.presentationml.tags+xml"/>
  <Override PartName="/ppt/tags/tag2088.xml" ContentType="application/vnd.openxmlformats-officedocument.presentationml.tags+xml"/>
  <Override PartName="/ppt/tags/tag2089.xml" ContentType="application/vnd.openxmlformats-officedocument.presentationml.tags+xml"/>
  <Override PartName="/ppt/tags/tag2090.xml" ContentType="application/vnd.openxmlformats-officedocument.presentationml.tags+xml"/>
  <Override PartName="/ppt/tags/tag2091.xml" ContentType="application/vnd.openxmlformats-officedocument.presentationml.tags+xml"/>
  <Override PartName="/ppt/tags/tag2092.xml" ContentType="application/vnd.openxmlformats-officedocument.presentationml.tags+xml"/>
  <Override PartName="/ppt/tags/tag2093.xml" ContentType="application/vnd.openxmlformats-officedocument.presentationml.tags+xml"/>
  <Override PartName="/ppt/tags/tag2094.xml" ContentType="application/vnd.openxmlformats-officedocument.presentationml.tags+xml"/>
  <Override PartName="/ppt/tags/tag2095.xml" ContentType="application/vnd.openxmlformats-officedocument.presentationml.tags+xml"/>
  <Override PartName="/ppt/tags/tag2096.xml" ContentType="application/vnd.openxmlformats-officedocument.presentationml.tags+xml"/>
  <Override PartName="/ppt/tags/tag2097.xml" ContentType="application/vnd.openxmlformats-officedocument.presentationml.tags+xml"/>
  <Override PartName="/ppt/tags/tag2098.xml" ContentType="application/vnd.openxmlformats-officedocument.presentationml.tags+xml"/>
  <Override PartName="/ppt/tags/tag2099.xml" ContentType="application/vnd.openxmlformats-officedocument.presentationml.tags+xml"/>
  <Override PartName="/ppt/tags/tag2100.xml" ContentType="application/vnd.openxmlformats-officedocument.presentationml.tags+xml"/>
  <Override PartName="/ppt/tags/tag2101.xml" ContentType="application/vnd.openxmlformats-officedocument.presentationml.tags+xml"/>
  <Override PartName="/ppt/tags/tag2102.xml" ContentType="application/vnd.openxmlformats-officedocument.presentationml.tags+xml"/>
  <Override PartName="/ppt/tags/tag2103.xml" ContentType="application/vnd.openxmlformats-officedocument.presentationml.tags+xml"/>
  <Override PartName="/ppt/tags/tag2104.xml" ContentType="application/vnd.openxmlformats-officedocument.presentationml.tags+xml"/>
  <Override PartName="/ppt/tags/tag2105.xml" ContentType="application/vnd.openxmlformats-officedocument.presentationml.tags+xml"/>
  <Override PartName="/ppt/tags/tag2106.xml" ContentType="application/vnd.openxmlformats-officedocument.presentationml.tags+xml"/>
  <Override PartName="/ppt/tags/tag2107.xml" ContentType="application/vnd.openxmlformats-officedocument.presentationml.tags+xml"/>
  <Override PartName="/ppt/tags/tag2108.xml" ContentType="application/vnd.openxmlformats-officedocument.presentationml.tags+xml"/>
  <Override PartName="/ppt/tags/tag2109.xml" ContentType="application/vnd.openxmlformats-officedocument.presentationml.tags+xml"/>
  <Override PartName="/ppt/tags/tag2110.xml" ContentType="application/vnd.openxmlformats-officedocument.presentationml.tags+xml"/>
  <Override PartName="/ppt/tags/tag2111.xml" ContentType="application/vnd.openxmlformats-officedocument.presentationml.tags+xml"/>
  <Override PartName="/ppt/tags/tag2112.xml" ContentType="application/vnd.openxmlformats-officedocument.presentationml.tags+xml"/>
  <Override PartName="/ppt/tags/tag2113.xml" ContentType="application/vnd.openxmlformats-officedocument.presentationml.tags+xml"/>
  <Override PartName="/ppt/tags/tag2114.xml" ContentType="application/vnd.openxmlformats-officedocument.presentationml.tags+xml"/>
  <Override PartName="/ppt/tags/tag2115.xml" ContentType="application/vnd.openxmlformats-officedocument.presentationml.tags+xml"/>
  <Override PartName="/ppt/tags/tag2116.xml" ContentType="application/vnd.openxmlformats-officedocument.presentationml.tags+xml"/>
  <Override PartName="/ppt/tags/tag2117.xml" ContentType="application/vnd.openxmlformats-officedocument.presentationml.tags+xml"/>
  <Override PartName="/ppt/tags/tag2118.xml" ContentType="application/vnd.openxmlformats-officedocument.presentationml.tags+xml"/>
  <Override PartName="/ppt/tags/tag2119.xml" ContentType="application/vnd.openxmlformats-officedocument.presentationml.tags+xml"/>
  <Override PartName="/ppt/tags/tag2120.xml" ContentType="application/vnd.openxmlformats-officedocument.presentationml.tags+xml"/>
  <Override PartName="/ppt/tags/tag2121.xml" ContentType="application/vnd.openxmlformats-officedocument.presentationml.tags+xml"/>
  <Override PartName="/ppt/tags/tag2122.xml" ContentType="application/vnd.openxmlformats-officedocument.presentationml.tags+xml"/>
  <Override PartName="/ppt/tags/tag2123.xml" ContentType="application/vnd.openxmlformats-officedocument.presentationml.tags+xml"/>
  <Override PartName="/ppt/tags/tag2124.xml" ContentType="application/vnd.openxmlformats-officedocument.presentationml.tags+xml"/>
  <Override PartName="/ppt/tags/tag2125.xml" ContentType="application/vnd.openxmlformats-officedocument.presentationml.tags+xml"/>
  <Override PartName="/ppt/tags/tag2126.xml" ContentType="application/vnd.openxmlformats-officedocument.presentationml.tags+xml"/>
  <Override PartName="/ppt/tags/tag2127.xml" ContentType="application/vnd.openxmlformats-officedocument.presentationml.tags+xml"/>
  <Override PartName="/ppt/tags/tag2128.xml" ContentType="application/vnd.openxmlformats-officedocument.presentationml.tags+xml"/>
  <Override PartName="/ppt/tags/tag2129.xml" ContentType="application/vnd.openxmlformats-officedocument.presentationml.tags+xml"/>
  <Override PartName="/ppt/tags/tag2130.xml" ContentType="application/vnd.openxmlformats-officedocument.presentationml.tags+xml"/>
  <Override PartName="/ppt/tags/tag2131.xml" ContentType="application/vnd.openxmlformats-officedocument.presentationml.tags+xml"/>
  <Override PartName="/ppt/tags/tag2132.xml" ContentType="application/vnd.openxmlformats-officedocument.presentationml.tags+xml"/>
  <Override PartName="/ppt/tags/tag2133.xml" ContentType="application/vnd.openxmlformats-officedocument.presentationml.tags+xml"/>
  <Override PartName="/ppt/tags/tag2134.xml" ContentType="application/vnd.openxmlformats-officedocument.presentationml.tags+xml"/>
  <Override PartName="/ppt/tags/tag2135.xml" ContentType="application/vnd.openxmlformats-officedocument.presentationml.tags+xml"/>
  <Override PartName="/ppt/tags/tag2136.xml" ContentType="application/vnd.openxmlformats-officedocument.presentationml.tags+xml"/>
  <Override PartName="/ppt/tags/tag2137.xml" ContentType="application/vnd.openxmlformats-officedocument.presentationml.tags+xml"/>
  <Override PartName="/ppt/tags/tag2138.xml" ContentType="application/vnd.openxmlformats-officedocument.presentationml.tags+xml"/>
  <Override PartName="/ppt/tags/tag2139.xml" ContentType="application/vnd.openxmlformats-officedocument.presentationml.tags+xml"/>
  <Override PartName="/ppt/tags/tag2140.xml" ContentType="application/vnd.openxmlformats-officedocument.presentationml.tags+xml"/>
  <Override PartName="/ppt/tags/tag2141.xml" ContentType="application/vnd.openxmlformats-officedocument.presentationml.tags+xml"/>
  <Override PartName="/ppt/tags/tag2142.xml" ContentType="application/vnd.openxmlformats-officedocument.presentationml.tags+xml"/>
  <Override PartName="/ppt/tags/tag2143.xml" ContentType="application/vnd.openxmlformats-officedocument.presentationml.tags+xml"/>
  <Override PartName="/ppt/tags/tag2144.xml" ContentType="application/vnd.openxmlformats-officedocument.presentationml.tags+xml"/>
  <Override PartName="/ppt/tags/tag2145.xml" ContentType="application/vnd.openxmlformats-officedocument.presentationml.tags+xml"/>
  <Override PartName="/ppt/tags/tag2146.xml" ContentType="application/vnd.openxmlformats-officedocument.presentationml.tags+xml"/>
  <Override PartName="/ppt/tags/tag2147.xml" ContentType="application/vnd.openxmlformats-officedocument.presentationml.tags+xml"/>
  <Override PartName="/ppt/tags/tag2148.xml" ContentType="application/vnd.openxmlformats-officedocument.presentationml.tags+xml"/>
  <Override PartName="/ppt/tags/tag2149.xml" ContentType="application/vnd.openxmlformats-officedocument.presentationml.tags+xml"/>
  <Override PartName="/ppt/tags/tag2150.xml" ContentType="application/vnd.openxmlformats-officedocument.presentationml.tags+xml"/>
  <Override PartName="/ppt/tags/tag2151.xml" ContentType="application/vnd.openxmlformats-officedocument.presentationml.tags+xml"/>
  <Override PartName="/ppt/tags/tag2152.xml" ContentType="application/vnd.openxmlformats-officedocument.presentationml.tags+xml"/>
  <Override PartName="/ppt/tags/tag2153.xml" ContentType="application/vnd.openxmlformats-officedocument.presentationml.tags+xml"/>
  <Override PartName="/ppt/tags/tag2154.xml" ContentType="application/vnd.openxmlformats-officedocument.presentationml.tags+xml"/>
  <Override PartName="/ppt/tags/tag2155.xml" ContentType="application/vnd.openxmlformats-officedocument.presentationml.tags+xml"/>
  <Override PartName="/ppt/tags/tag2156.xml" ContentType="application/vnd.openxmlformats-officedocument.presentationml.tags+xml"/>
  <Override PartName="/ppt/tags/tag2157.xml" ContentType="application/vnd.openxmlformats-officedocument.presentationml.tags+xml"/>
  <Override PartName="/ppt/tags/tag2158.xml" ContentType="application/vnd.openxmlformats-officedocument.presentationml.tags+xml"/>
  <Override PartName="/ppt/tags/tag2159.xml" ContentType="application/vnd.openxmlformats-officedocument.presentationml.tags+xml"/>
  <Override PartName="/ppt/tags/tag2160.xml" ContentType="application/vnd.openxmlformats-officedocument.presentationml.tags+xml"/>
  <Override PartName="/ppt/tags/tag2161.xml" ContentType="application/vnd.openxmlformats-officedocument.presentationml.tags+xml"/>
  <Override PartName="/ppt/tags/tag2162.xml" ContentType="application/vnd.openxmlformats-officedocument.presentationml.tags+xml"/>
  <Override PartName="/ppt/tags/tag2163.xml" ContentType="application/vnd.openxmlformats-officedocument.presentationml.tags+xml"/>
  <Override PartName="/ppt/tags/tag2164.xml" ContentType="application/vnd.openxmlformats-officedocument.presentationml.tags+xml"/>
  <Override PartName="/ppt/tags/tag2165.xml" ContentType="application/vnd.openxmlformats-officedocument.presentationml.tags+xml"/>
  <Override PartName="/ppt/tags/tag2166.xml" ContentType="application/vnd.openxmlformats-officedocument.presentationml.tags+xml"/>
  <Override PartName="/ppt/tags/tag2167.xml" ContentType="application/vnd.openxmlformats-officedocument.presentationml.tags+xml"/>
  <Override PartName="/ppt/tags/tag2168.xml" ContentType="application/vnd.openxmlformats-officedocument.presentationml.tags+xml"/>
  <Override PartName="/ppt/tags/tag2169.xml" ContentType="application/vnd.openxmlformats-officedocument.presentationml.tags+xml"/>
  <Override PartName="/ppt/tags/tag2170.xml" ContentType="application/vnd.openxmlformats-officedocument.presentationml.tags+xml"/>
  <Override PartName="/ppt/tags/tag2171.xml" ContentType="application/vnd.openxmlformats-officedocument.presentationml.tags+xml"/>
  <Override PartName="/ppt/tags/tag2172.xml" ContentType="application/vnd.openxmlformats-officedocument.presentationml.tags+xml"/>
  <Override PartName="/ppt/tags/tag2173.xml" ContentType="application/vnd.openxmlformats-officedocument.presentationml.tags+xml"/>
  <Override PartName="/ppt/tags/tag2174.xml" ContentType="application/vnd.openxmlformats-officedocument.presentationml.tags+xml"/>
  <Override PartName="/ppt/tags/tag2175.xml" ContentType="application/vnd.openxmlformats-officedocument.presentationml.tags+xml"/>
  <Override PartName="/ppt/tags/tag2176.xml" ContentType="application/vnd.openxmlformats-officedocument.presentationml.tags+xml"/>
  <Override PartName="/ppt/tags/tag2177.xml" ContentType="application/vnd.openxmlformats-officedocument.presentationml.tags+xml"/>
  <Override PartName="/ppt/tags/tag2178.xml" ContentType="application/vnd.openxmlformats-officedocument.presentationml.tags+xml"/>
  <Override PartName="/ppt/tags/tag2179.xml" ContentType="application/vnd.openxmlformats-officedocument.presentationml.tags+xml"/>
  <Override PartName="/ppt/tags/tag2180.xml" ContentType="application/vnd.openxmlformats-officedocument.presentationml.tags+xml"/>
  <Override PartName="/ppt/tags/tag2181.xml" ContentType="application/vnd.openxmlformats-officedocument.presentationml.tags+xml"/>
  <Override PartName="/ppt/tags/tag2182.xml" ContentType="application/vnd.openxmlformats-officedocument.presentationml.tags+xml"/>
  <Override PartName="/ppt/tags/tag2183.xml" ContentType="application/vnd.openxmlformats-officedocument.presentationml.tags+xml"/>
  <Override PartName="/ppt/tags/tag2184.xml" ContentType="application/vnd.openxmlformats-officedocument.presentationml.tags+xml"/>
  <Override PartName="/ppt/tags/tag2185.xml" ContentType="application/vnd.openxmlformats-officedocument.presentationml.tags+xml"/>
  <Override PartName="/ppt/tags/tag2186.xml" ContentType="application/vnd.openxmlformats-officedocument.presentationml.tags+xml"/>
  <Override PartName="/ppt/tags/tag2187.xml" ContentType="application/vnd.openxmlformats-officedocument.presentationml.tags+xml"/>
  <Override PartName="/ppt/tags/tag2188.xml" ContentType="application/vnd.openxmlformats-officedocument.presentationml.tags+xml"/>
  <Override PartName="/ppt/tags/tag2189.xml" ContentType="application/vnd.openxmlformats-officedocument.presentationml.tags+xml"/>
  <Override PartName="/ppt/tags/tag2190.xml" ContentType="application/vnd.openxmlformats-officedocument.presentationml.tags+xml"/>
  <Override PartName="/ppt/tags/tag2191.xml" ContentType="application/vnd.openxmlformats-officedocument.presentationml.tags+xml"/>
  <Override PartName="/ppt/tags/tag2192.xml" ContentType="application/vnd.openxmlformats-officedocument.presentationml.tags+xml"/>
  <Override PartName="/ppt/tags/tag2193.xml" ContentType="application/vnd.openxmlformats-officedocument.presentationml.tags+xml"/>
  <Override PartName="/ppt/tags/tag2194.xml" ContentType="application/vnd.openxmlformats-officedocument.presentationml.tags+xml"/>
  <Override PartName="/ppt/tags/tag2195.xml" ContentType="application/vnd.openxmlformats-officedocument.presentationml.tags+xml"/>
  <Override PartName="/ppt/tags/tag2196.xml" ContentType="application/vnd.openxmlformats-officedocument.presentationml.tags+xml"/>
  <Override PartName="/ppt/tags/tag2197.xml" ContentType="application/vnd.openxmlformats-officedocument.presentationml.tags+xml"/>
  <Override PartName="/ppt/tags/tag2198.xml" ContentType="application/vnd.openxmlformats-officedocument.presentationml.tags+xml"/>
  <Override PartName="/ppt/tags/tag2199.xml" ContentType="application/vnd.openxmlformats-officedocument.presentationml.tags+xml"/>
  <Override PartName="/ppt/tags/tag2200.xml" ContentType="application/vnd.openxmlformats-officedocument.presentationml.tags+xml"/>
  <Override PartName="/ppt/tags/tag2201.xml" ContentType="application/vnd.openxmlformats-officedocument.presentationml.tags+xml"/>
  <Override PartName="/ppt/tags/tag2202.xml" ContentType="application/vnd.openxmlformats-officedocument.presentationml.tags+xml"/>
  <Override PartName="/ppt/tags/tag2203.xml" ContentType="application/vnd.openxmlformats-officedocument.presentationml.tags+xml"/>
  <Override PartName="/ppt/tags/tag2204.xml" ContentType="application/vnd.openxmlformats-officedocument.presentationml.tags+xml"/>
  <Override PartName="/ppt/tags/tag2205.xml" ContentType="application/vnd.openxmlformats-officedocument.presentationml.tags+xml"/>
  <Override PartName="/ppt/tags/tag2206.xml" ContentType="application/vnd.openxmlformats-officedocument.presentationml.tags+xml"/>
  <Override PartName="/ppt/tags/tag2207.xml" ContentType="application/vnd.openxmlformats-officedocument.presentationml.tags+xml"/>
  <Override PartName="/ppt/tags/tag2208.xml" ContentType="application/vnd.openxmlformats-officedocument.presentationml.tags+xml"/>
  <Override PartName="/ppt/tags/tag2209.xml" ContentType="application/vnd.openxmlformats-officedocument.presentationml.tags+xml"/>
  <Override PartName="/ppt/tags/tag2210.xml" ContentType="application/vnd.openxmlformats-officedocument.presentationml.tags+xml"/>
  <Override PartName="/ppt/tags/tag2211.xml" ContentType="application/vnd.openxmlformats-officedocument.presentationml.tags+xml"/>
  <Override PartName="/ppt/tags/tag2212.xml" ContentType="application/vnd.openxmlformats-officedocument.presentationml.tags+xml"/>
  <Override PartName="/ppt/tags/tag2213.xml" ContentType="application/vnd.openxmlformats-officedocument.presentationml.tags+xml"/>
  <Override PartName="/ppt/tags/tag2214.xml" ContentType="application/vnd.openxmlformats-officedocument.presentationml.tags+xml"/>
  <Override PartName="/ppt/tags/tag2215.xml" ContentType="application/vnd.openxmlformats-officedocument.presentationml.tags+xml"/>
  <Override PartName="/ppt/tags/tag2216.xml" ContentType="application/vnd.openxmlformats-officedocument.presentationml.tags+xml"/>
  <Override PartName="/ppt/tags/tag2217.xml" ContentType="application/vnd.openxmlformats-officedocument.presentationml.tags+xml"/>
  <Override PartName="/ppt/tags/tag2218.xml" ContentType="application/vnd.openxmlformats-officedocument.presentationml.tags+xml"/>
  <Override PartName="/ppt/tags/tag2219.xml" ContentType="application/vnd.openxmlformats-officedocument.presentationml.tags+xml"/>
  <Override PartName="/ppt/tags/tag2220.xml" ContentType="application/vnd.openxmlformats-officedocument.presentationml.tags+xml"/>
  <Override PartName="/ppt/tags/tag2221.xml" ContentType="application/vnd.openxmlformats-officedocument.presentationml.tags+xml"/>
  <Override PartName="/ppt/tags/tag2222.xml" ContentType="application/vnd.openxmlformats-officedocument.presentationml.tags+xml"/>
  <Override PartName="/ppt/tags/tag2223.xml" ContentType="application/vnd.openxmlformats-officedocument.presentationml.tags+xml"/>
  <Override PartName="/ppt/tags/tag2224.xml" ContentType="application/vnd.openxmlformats-officedocument.presentationml.tags+xml"/>
  <Override PartName="/ppt/tags/tag2225.xml" ContentType="application/vnd.openxmlformats-officedocument.presentationml.tags+xml"/>
  <Override PartName="/ppt/tags/tag2226.xml" ContentType="application/vnd.openxmlformats-officedocument.presentationml.tags+xml"/>
  <Override PartName="/ppt/tags/tag2227.xml" ContentType="application/vnd.openxmlformats-officedocument.presentationml.tags+xml"/>
  <Override PartName="/ppt/tags/tag2228.xml" ContentType="application/vnd.openxmlformats-officedocument.presentationml.tags+xml"/>
  <Override PartName="/ppt/tags/tag2229.xml" ContentType="application/vnd.openxmlformats-officedocument.presentationml.tags+xml"/>
  <Override PartName="/ppt/tags/tag2230.xml" ContentType="application/vnd.openxmlformats-officedocument.presentationml.tags+xml"/>
  <Override PartName="/ppt/tags/tag2231.xml" ContentType="application/vnd.openxmlformats-officedocument.presentationml.tags+xml"/>
  <Override PartName="/ppt/tags/tag2232.xml" ContentType="application/vnd.openxmlformats-officedocument.presentationml.tags+xml"/>
  <Override PartName="/ppt/tags/tag2233.xml" ContentType="application/vnd.openxmlformats-officedocument.presentationml.tags+xml"/>
  <Override PartName="/ppt/tags/tag2234.xml" ContentType="application/vnd.openxmlformats-officedocument.presentationml.tags+xml"/>
  <Override PartName="/ppt/tags/tag2235.xml" ContentType="application/vnd.openxmlformats-officedocument.presentationml.tags+xml"/>
  <Override PartName="/ppt/tags/tag2236.xml" ContentType="application/vnd.openxmlformats-officedocument.presentationml.tags+xml"/>
  <Override PartName="/ppt/tags/tag2237.xml" ContentType="application/vnd.openxmlformats-officedocument.presentationml.tags+xml"/>
  <Override PartName="/ppt/tags/tag2238.xml" ContentType="application/vnd.openxmlformats-officedocument.presentationml.tags+xml"/>
  <Override PartName="/ppt/tags/tag2239.xml" ContentType="application/vnd.openxmlformats-officedocument.presentationml.tags+xml"/>
  <Override PartName="/ppt/tags/tag2240.xml" ContentType="application/vnd.openxmlformats-officedocument.presentationml.tags+xml"/>
  <Override PartName="/ppt/tags/tag2241.xml" ContentType="application/vnd.openxmlformats-officedocument.presentationml.tags+xml"/>
  <Override PartName="/ppt/tags/tag2242.xml" ContentType="application/vnd.openxmlformats-officedocument.presentationml.tags+xml"/>
  <Override PartName="/ppt/tags/tag2243.xml" ContentType="application/vnd.openxmlformats-officedocument.presentationml.tags+xml"/>
  <Override PartName="/ppt/tags/tag2244.xml" ContentType="application/vnd.openxmlformats-officedocument.presentationml.tags+xml"/>
  <Override PartName="/ppt/tags/tag2245.xml" ContentType="application/vnd.openxmlformats-officedocument.presentationml.tags+xml"/>
  <Override PartName="/ppt/tags/tag2246.xml" ContentType="application/vnd.openxmlformats-officedocument.presentationml.tags+xml"/>
  <Override PartName="/ppt/tags/tag2247.xml" ContentType="application/vnd.openxmlformats-officedocument.presentationml.tags+xml"/>
  <Override PartName="/ppt/tags/tag2248.xml" ContentType="application/vnd.openxmlformats-officedocument.presentationml.tags+xml"/>
  <Override PartName="/ppt/tags/tag2249.xml" ContentType="application/vnd.openxmlformats-officedocument.presentationml.tags+xml"/>
  <Override PartName="/ppt/tags/tag2250.xml" ContentType="application/vnd.openxmlformats-officedocument.presentationml.tags+xml"/>
  <Override PartName="/ppt/tags/tag2251.xml" ContentType="application/vnd.openxmlformats-officedocument.presentationml.tags+xml"/>
  <Override PartName="/ppt/tags/tag2252.xml" ContentType="application/vnd.openxmlformats-officedocument.presentationml.tags+xml"/>
  <Override PartName="/ppt/tags/tag2253.xml" ContentType="application/vnd.openxmlformats-officedocument.presentationml.tags+xml"/>
  <Override PartName="/ppt/tags/tag2254.xml" ContentType="application/vnd.openxmlformats-officedocument.presentationml.tags+xml"/>
  <Override PartName="/ppt/tags/tag2255.xml" ContentType="application/vnd.openxmlformats-officedocument.presentationml.tags+xml"/>
  <Override PartName="/ppt/tags/tag2256.xml" ContentType="application/vnd.openxmlformats-officedocument.presentationml.tags+xml"/>
  <Override PartName="/ppt/tags/tag2257.xml" ContentType="application/vnd.openxmlformats-officedocument.presentationml.tags+xml"/>
  <Override PartName="/ppt/tags/tag2258.xml" ContentType="application/vnd.openxmlformats-officedocument.presentationml.tags+xml"/>
  <Override PartName="/ppt/tags/tag2259.xml" ContentType="application/vnd.openxmlformats-officedocument.presentationml.tags+xml"/>
  <Override PartName="/ppt/tags/tag2260.xml" ContentType="application/vnd.openxmlformats-officedocument.presentationml.tags+xml"/>
  <Override PartName="/ppt/tags/tag2261.xml" ContentType="application/vnd.openxmlformats-officedocument.presentationml.tags+xml"/>
  <Override PartName="/ppt/tags/tag2262.xml" ContentType="application/vnd.openxmlformats-officedocument.presentationml.tags+xml"/>
  <Override PartName="/ppt/tags/tag2263.xml" ContentType="application/vnd.openxmlformats-officedocument.presentationml.tags+xml"/>
  <Override PartName="/ppt/tags/tag2264.xml" ContentType="application/vnd.openxmlformats-officedocument.presentationml.tags+xml"/>
  <Override PartName="/ppt/tags/tag2265.xml" ContentType="application/vnd.openxmlformats-officedocument.presentationml.tags+xml"/>
  <Override PartName="/ppt/tags/tag2266.xml" ContentType="application/vnd.openxmlformats-officedocument.presentationml.tags+xml"/>
  <Override PartName="/ppt/tags/tag2267.xml" ContentType="application/vnd.openxmlformats-officedocument.presentationml.tags+xml"/>
  <Override PartName="/ppt/tags/tag2268.xml" ContentType="application/vnd.openxmlformats-officedocument.presentationml.tags+xml"/>
  <Override PartName="/ppt/tags/tag2269.xml" ContentType="application/vnd.openxmlformats-officedocument.presentationml.tags+xml"/>
  <Override PartName="/ppt/tags/tag2270.xml" ContentType="application/vnd.openxmlformats-officedocument.presentationml.tags+xml"/>
  <Override PartName="/ppt/tags/tag2271.xml" ContentType="application/vnd.openxmlformats-officedocument.presentationml.tags+xml"/>
  <Override PartName="/ppt/tags/tag2272.xml" ContentType="application/vnd.openxmlformats-officedocument.presentationml.tags+xml"/>
  <Override PartName="/ppt/tags/tag2273.xml" ContentType="application/vnd.openxmlformats-officedocument.presentationml.tags+xml"/>
  <Override PartName="/ppt/tags/tag2274.xml" ContentType="application/vnd.openxmlformats-officedocument.presentationml.tags+xml"/>
  <Override PartName="/ppt/tags/tag2275.xml" ContentType="application/vnd.openxmlformats-officedocument.presentationml.tags+xml"/>
  <Override PartName="/ppt/tags/tag2276.xml" ContentType="application/vnd.openxmlformats-officedocument.presentationml.tags+xml"/>
  <Override PartName="/ppt/tags/tag2277.xml" ContentType="application/vnd.openxmlformats-officedocument.presentationml.tags+xml"/>
  <Override PartName="/ppt/tags/tag2278.xml" ContentType="application/vnd.openxmlformats-officedocument.presentationml.tags+xml"/>
  <Override PartName="/ppt/tags/tag2279.xml" ContentType="application/vnd.openxmlformats-officedocument.presentationml.tags+xml"/>
  <Override PartName="/ppt/tags/tag2280.xml" ContentType="application/vnd.openxmlformats-officedocument.presentationml.tags+xml"/>
  <Override PartName="/ppt/tags/tag2281.xml" ContentType="application/vnd.openxmlformats-officedocument.presentationml.tags+xml"/>
  <Override PartName="/ppt/tags/tag2282.xml" ContentType="application/vnd.openxmlformats-officedocument.presentationml.tags+xml"/>
  <Override PartName="/ppt/tags/tag2283.xml" ContentType="application/vnd.openxmlformats-officedocument.presentationml.tags+xml"/>
  <Override PartName="/ppt/tags/tag2284.xml" ContentType="application/vnd.openxmlformats-officedocument.presentationml.tags+xml"/>
  <Override PartName="/ppt/tags/tag2285.xml" ContentType="application/vnd.openxmlformats-officedocument.presentationml.tags+xml"/>
  <Override PartName="/ppt/tags/tag2286.xml" ContentType="application/vnd.openxmlformats-officedocument.presentationml.tags+xml"/>
  <Override PartName="/ppt/tags/tag2287.xml" ContentType="application/vnd.openxmlformats-officedocument.presentationml.tags+xml"/>
  <Override PartName="/ppt/tags/tag2288.xml" ContentType="application/vnd.openxmlformats-officedocument.presentationml.tags+xml"/>
  <Override PartName="/ppt/tags/tag2289.xml" ContentType="application/vnd.openxmlformats-officedocument.presentationml.tags+xml"/>
  <Override PartName="/ppt/tags/tag2290.xml" ContentType="application/vnd.openxmlformats-officedocument.presentationml.tags+xml"/>
  <Override PartName="/ppt/tags/tag2291.xml" ContentType="application/vnd.openxmlformats-officedocument.presentationml.tags+xml"/>
  <Override PartName="/ppt/tags/tag2292.xml" ContentType="application/vnd.openxmlformats-officedocument.presentationml.tags+xml"/>
  <Override PartName="/ppt/tags/tag2293.xml" ContentType="application/vnd.openxmlformats-officedocument.presentationml.tags+xml"/>
  <Override PartName="/ppt/tags/tag2294.xml" ContentType="application/vnd.openxmlformats-officedocument.presentationml.tags+xml"/>
  <Override PartName="/ppt/tags/tag2295.xml" ContentType="application/vnd.openxmlformats-officedocument.presentationml.tags+xml"/>
  <Override PartName="/ppt/tags/tag2296.xml" ContentType="application/vnd.openxmlformats-officedocument.presentationml.tags+xml"/>
  <Override PartName="/ppt/tags/tag2297.xml" ContentType="application/vnd.openxmlformats-officedocument.presentationml.tags+xml"/>
  <Override PartName="/ppt/tags/tag2298.xml" ContentType="application/vnd.openxmlformats-officedocument.presentationml.tags+xml"/>
  <Override PartName="/ppt/tags/tag2299.xml" ContentType="application/vnd.openxmlformats-officedocument.presentationml.tags+xml"/>
  <Override PartName="/ppt/tags/tag2300.xml" ContentType="application/vnd.openxmlformats-officedocument.presentationml.tags+xml"/>
  <Override PartName="/ppt/tags/tag2301.xml" ContentType="application/vnd.openxmlformats-officedocument.presentationml.tags+xml"/>
  <Override PartName="/ppt/tags/tag2302.xml" ContentType="application/vnd.openxmlformats-officedocument.presentationml.tags+xml"/>
  <Override PartName="/ppt/tags/tag2303.xml" ContentType="application/vnd.openxmlformats-officedocument.presentationml.tags+xml"/>
  <Override PartName="/ppt/tags/tag2304.xml" ContentType="application/vnd.openxmlformats-officedocument.presentationml.tags+xml"/>
  <Override PartName="/ppt/tags/tag2305.xml" ContentType="application/vnd.openxmlformats-officedocument.presentationml.tags+xml"/>
  <Override PartName="/ppt/tags/tag2306.xml" ContentType="application/vnd.openxmlformats-officedocument.presentationml.tags+xml"/>
  <Override PartName="/ppt/tags/tag2307.xml" ContentType="application/vnd.openxmlformats-officedocument.presentationml.tags+xml"/>
  <Override PartName="/ppt/tags/tag2308.xml" ContentType="application/vnd.openxmlformats-officedocument.presentationml.tags+xml"/>
  <Override PartName="/ppt/tags/tag2309.xml" ContentType="application/vnd.openxmlformats-officedocument.presentationml.tags+xml"/>
  <Override PartName="/ppt/tags/tag2310.xml" ContentType="application/vnd.openxmlformats-officedocument.presentationml.tags+xml"/>
  <Override PartName="/ppt/tags/tag2311.xml" ContentType="application/vnd.openxmlformats-officedocument.presentationml.tags+xml"/>
  <Override PartName="/ppt/tags/tag2312.xml" ContentType="application/vnd.openxmlformats-officedocument.presentationml.tags+xml"/>
  <Override PartName="/ppt/tags/tag2313.xml" ContentType="application/vnd.openxmlformats-officedocument.presentationml.tags+xml"/>
  <Override PartName="/ppt/tags/tag2314.xml" ContentType="application/vnd.openxmlformats-officedocument.presentationml.tags+xml"/>
  <Override PartName="/ppt/tags/tag2315.xml" ContentType="application/vnd.openxmlformats-officedocument.presentationml.tags+xml"/>
  <Override PartName="/ppt/tags/tag2316.xml" ContentType="application/vnd.openxmlformats-officedocument.presentationml.tags+xml"/>
  <Override PartName="/ppt/tags/tag2317.xml" ContentType="application/vnd.openxmlformats-officedocument.presentationml.tags+xml"/>
  <Override PartName="/ppt/tags/tag2318.xml" ContentType="application/vnd.openxmlformats-officedocument.presentationml.tags+xml"/>
  <Override PartName="/ppt/tags/tag2319.xml" ContentType="application/vnd.openxmlformats-officedocument.presentationml.tags+xml"/>
  <Override PartName="/ppt/tags/tag2320.xml" ContentType="application/vnd.openxmlformats-officedocument.presentationml.tags+xml"/>
  <Override PartName="/ppt/tags/tag2321.xml" ContentType="application/vnd.openxmlformats-officedocument.presentationml.tags+xml"/>
  <Override PartName="/ppt/tags/tag2322.xml" ContentType="application/vnd.openxmlformats-officedocument.presentationml.tags+xml"/>
  <Override PartName="/ppt/tags/tag2323.xml" ContentType="application/vnd.openxmlformats-officedocument.presentationml.tags+xml"/>
  <Override PartName="/ppt/tags/tag2324.xml" ContentType="application/vnd.openxmlformats-officedocument.presentationml.tags+xml"/>
  <Override PartName="/ppt/tags/tag2325.xml" ContentType="application/vnd.openxmlformats-officedocument.presentationml.tags+xml"/>
  <Override PartName="/ppt/tags/tag2326.xml" ContentType="application/vnd.openxmlformats-officedocument.presentationml.tags+xml"/>
  <Override PartName="/ppt/tags/tag2327.xml" ContentType="application/vnd.openxmlformats-officedocument.presentationml.tags+xml"/>
  <Override PartName="/ppt/tags/tag2328.xml" ContentType="application/vnd.openxmlformats-officedocument.presentationml.tags+xml"/>
  <Override PartName="/ppt/tags/tag2329.xml" ContentType="application/vnd.openxmlformats-officedocument.presentationml.tags+xml"/>
  <Override PartName="/ppt/tags/tag2330.xml" ContentType="application/vnd.openxmlformats-officedocument.presentationml.tags+xml"/>
  <Override PartName="/ppt/tags/tag2331.xml" ContentType="application/vnd.openxmlformats-officedocument.presentationml.tags+xml"/>
  <Override PartName="/ppt/tags/tag2332.xml" ContentType="application/vnd.openxmlformats-officedocument.presentationml.tags+xml"/>
  <Override PartName="/ppt/tags/tag2333.xml" ContentType="application/vnd.openxmlformats-officedocument.presentationml.tags+xml"/>
  <Override PartName="/ppt/tags/tag2334.xml" ContentType="application/vnd.openxmlformats-officedocument.presentationml.tags+xml"/>
  <Override PartName="/ppt/tags/tag2335.xml" ContentType="application/vnd.openxmlformats-officedocument.presentationml.tags+xml"/>
  <Override PartName="/ppt/tags/tag2336.xml" ContentType="application/vnd.openxmlformats-officedocument.presentationml.tags+xml"/>
  <Override PartName="/ppt/tags/tag2337.xml" ContentType="application/vnd.openxmlformats-officedocument.presentationml.tags+xml"/>
  <Override PartName="/ppt/tags/tag2338.xml" ContentType="application/vnd.openxmlformats-officedocument.presentationml.tags+xml"/>
  <Override PartName="/ppt/tags/tag2339.xml" ContentType="application/vnd.openxmlformats-officedocument.presentationml.tags+xml"/>
  <Override PartName="/ppt/tags/tag2340.xml" ContentType="application/vnd.openxmlformats-officedocument.presentationml.tags+xml"/>
  <Override PartName="/ppt/tags/tag2341.xml" ContentType="application/vnd.openxmlformats-officedocument.presentationml.tags+xml"/>
  <Override PartName="/ppt/tags/tag2342.xml" ContentType="application/vnd.openxmlformats-officedocument.presentationml.tags+xml"/>
  <Override PartName="/ppt/tags/tag2343.xml" ContentType="application/vnd.openxmlformats-officedocument.presentationml.tags+xml"/>
  <Override PartName="/ppt/tags/tag2344.xml" ContentType="application/vnd.openxmlformats-officedocument.presentationml.tags+xml"/>
  <Override PartName="/ppt/tags/tag2345.xml" ContentType="application/vnd.openxmlformats-officedocument.presentationml.tags+xml"/>
  <Override PartName="/ppt/tags/tag2346.xml" ContentType="application/vnd.openxmlformats-officedocument.presentationml.tags+xml"/>
  <Override PartName="/ppt/tags/tag2347.xml" ContentType="application/vnd.openxmlformats-officedocument.presentationml.tags+xml"/>
  <Override PartName="/ppt/tags/tag2348.xml" ContentType="application/vnd.openxmlformats-officedocument.presentationml.tags+xml"/>
  <Override PartName="/ppt/tags/tag2349.xml" ContentType="application/vnd.openxmlformats-officedocument.presentationml.tags+xml"/>
  <Override PartName="/ppt/tags/tag2350.xml" ContentType="application/vnd.openxmlformats-officedocument.presentationml.tags+xml"/>
  <Override PartName="/ppt/tags/tag2351.xml" ContentType="application/vnd.openxmlformats-officedocument.presentationml.tags+xml"/>
  <Override PartName="/ppt/tags/tag2352.xml" ContentType="application/vnd.openxmlformats-officedocument.presentationml.tags+xml"/>
  <Override PartName="/ppt/tags/tag2353.xml" ContentType="application/vnd.openxmlformats-officedocument.presentationml.tags+xml"/>
  <Override PartName="/ppt/tags/tag2354.xml" ContentType="application/vnd.openxmlformats-officedocument.presentationml.tags+xml"/>
  <Override PartName="/ppt/tags/tag2355.xml" ContentType="application/vnd.openxmlformats-officedocument.presentationml.tags+xml"/>
  <Override PartName="/ppt/tags/tag2356.xml" ContentType="application/vnd.openxmlformats-officedocument.presentationml.tags+xml"/>
  <Override PartName="/ppt/tags/tag2357.xml" ContentType="application/vnd.openxmlformats-officedocument.presentationml.tags+xml"/>
  <Override PartName="/ppt/tags/tag2358.xml" ContentType="application/vnd.openxmlformats-officedocument.presentationml.tags+xml"/>
  <Override PartName="/ppt/tags/tag2359.xml" ContentType="application/vnd.openxmlformats-officedocument.presentationml.tags+xml"/>
  <Override PartName="/ppt/tags/tag2360.xml" ContentType="application/vnd.openxmlformats-officedocument.presentationml.tags+xml"/>
  <Override PartName="/ppt/tags/tag2361.xml" ContentType="application/vnd.openxmlformats-officedocument.presentationml.tags+xml"/>
  <Override PartName="/ppt/tags/tag2362.xml" ContentType="application/vnd.openxmlformats-officedocument.presentationml.tags+xml"/>
  <Override PartName="/ppt/tags/tag2363.xml" ContentType="application/vnd.openxmlformats-officedocument.presentationml.tags+xml"/>
  <Override PartName="/ppt/tags/tag2364.xml" ContentType="application/vnd.openxmlformats-officedocument.presentationml.tags+xml"/>
  <Override PartName="/ppt/tags/tag2365.xml" ContentType="application/vnd.openxmlformats-officedocument.presentationml.tags+xml"/>
  <Override PartName="/ppt/tags/tag2366.xml" ContentType="application/vnd.openxmlformats-officedocument.presentationml.tags+xml"/>
  <Override PartName="/ppt/tags/tag2367.xml" ContentType="application/vnd.openxmlformats-officedocument.presentationml.tags+xml"/>
  <Override PartName="/ppt/tags/tag2368.xml" ContentType="application/vnd.openxmlformats-officedocument.presentationml.tags+xml"/>
  <Override PartName="/ppt/tags/tag2369.xml" ContentType="application/vnd.openxmlformats-officedocument.presentationml.tags+xml"/>
  <Override PartName="/ppt/tags/tag2370.xml" ContentType="application/vnd.openxmlformats-officedocument.presentationml.tags+xml"/>
  <Override PartName="/ppt/tags/tag2371.xml" ContentType="application/vnd.openxmlformats-officedocument.presentationml.tags+xml"/>
  <Override PartName="/ppt/tags/tag2372.xml" ContentType="application/vnd.openxmlformats-officedocument.presentationml.tags+xml"/>
  <Override PartName="/ppt/tags/tag2373.xml" ContentType="application/vnd.openxmlformats-officedocument.presentationml.tags+xml"/>
  <Override PartName="/ppt/tags/tag2374.xml" ContentType="application/vnd.openxmlformats-officedocument.presentationml.tags+xml"/>
  <Override PartName="/ppt/tags/tag2375.xml" ContentType="application/vnd.openxmlformats-officedocument.presentationml.tags+xml"/>
  <Override PartName="/ppt/tags/tag2376.xml" ContentType="application/vnd.openxmlformats-officedocument.presentationml.tags+xml"/>
  <Override PartName="/ppt/tags/tag2377.xml" ContentType="application/vnd.openxmlformats-officedocument.presentationml.tags+xml"/>
  <Override PartName="/ppt/tags/tag2378.xml" ContentType="application/vnd.openxmlformats-officedocument.presentationml.tags+xml"/>
  <Override PartName="/ppt/tags/tag2379.xml" ContentType="application/vnd.openxmlformats-officedocument.presentationml.tags+xml"/>
  <Override PartName="/ppt/tags/tag2380.xml" ContentType="application/vnd.openxmlformats-officedocument.presentationml.tags+xml"/>
  <Override PartName="/ppt/tags/tag2381.xml" ContentType="application/vnd.openxmlformats-officedocument.presentationml.tags+xml"/>
  <Override PartName="/ppt/tags/tag2382.xml" ContentType="application/vnd.openxmlformats-officedocument.presentationml.tags+xml"/>
  <Override PartName="/ppt/tags/tag2383.xml" ContentType="application/vnd.openxmlformats-officedocument.presentationml.tags+xml"/>
  <Override PartName="/ppt/tags/tag2384.xml" ContentType="application/vnd.openxmlformats-officedocument.presentationml.tags+xml"/>
  <Override PartName="/ppt/tags/tag2385.xml" ContentType="application/vnd.openxmlformats-officedocument.presentationml.tags+xml"/>
  <Override PartName="/ppt/tags/tag2386.xml" ContentType="application/vnd.openxmlformats-officedocument.presentationml.tags+xml"/>
  <Override PartName="/ppt/tags/tag2387.xml" ContentType="application/vnd.openxmlformats-officedocument.presentationml.tags+xml"/>
  <Override PartName="/ppt/tags/tag2388.xml" ContentType="application/vnd.openxmlformats-officedocument.presentationml.tags+xml"/>
  <Override PartName="/ppt/tags/tag2389.xml" ContentType="application/vnd.openxmlformats-officedocument.presentationml.tags+xml"/>
  <Override PartName="/ppt/tags/tag2390.xml" ContentType="application/vnd.openxmlformats-officedocument.presentationml.tags+xml"/>
  <Override PartName="/ppt/tags/tag2391.xml" ContentType="application/vnd.openxmlformats-officedocument.presentationml.tags+xml"/>
  <Override PartName="/ppt/tags/tag2392.xml" ContentType="application/vnd.openxmlformats-officedocument.presentationml.tags+xml"/>
  <Override PartName="/ppt/tags/tag2393.xml" ContentType="application/vnd.openxmlformats-officedocument.presentationml.tags+xml"/>
  <Override PartName="/ppt/tags/tag2394.xml" ContentType="application/vnd.openxmlformats-officedocument.presentationml.tags+xml"/>
  <Override PartName="/ppt/tags/tag2395.xml" ContentType="application/vnd.openxmlformats-officedocument.presentationml.tags+xml"/>
  <Override PartName="/ppt/tags/tag2396.xml" ContentType="application/vnd.openxmlformats-officedocument.presentationml.tags+xml"/>
  <Override PartName="/ppt/tags/tag2397.xml" ContentType="application/vnd.openxmlformats-officedocument.presentationml.tags+xml"/>
  <Override PartName="/ppt/tags/tag2398.xml" ContentType="application/vnd.openxmlformats-officedocument.presentationml.tags+xml"/>
  <Override PartName="/ppt/tags/tag2399.xml" ContentType="application/vnd.openxmlformats-officedocument.presentationml.tags+xml"/>
  <Override PartName="/ppt/tags/tag2400.xml" ContentType="application/vnd.openxmlformats-officedocument.presentationml.tags+xml"/>
  <Override PartName="/ppt/tags/tag2401.xml" ContentType="application/vnd.openxmlformats-officedocument.presentationml.tags+xml"/>
  <Override PartName="/ppt/tags/tag2402.xml" ContentType="application/vnd.openxmlformats-officedocument.presentationml.tags+xml"/>
  <Override PartName="/ppt/tags/tag2403.xml" ContentType="application/vnd.openxmlformats-officedocument.presentationml.tags+xml"/>
  <Override PartName="/ppt/tags/tag2404.xml" ContentType="application/vnd.openxmlformats-officedocument.presentationml.tags+xml"/>
  <Override PartName="/ppt/tags/tag2405.xml" ContentType="application/vnd.openxmlformats-officedocument.presentationml.tags+xml"/>
  <Override PartName="/ppt/tags/tag2406.xml" ContentType="application/vnd.openxmlformats-officedocument.presentationml.tags+xml"/>
  <Override PartName="/ppt/tags/tag2407.xml" ContentType="application/vnd.openxmlformats-officedocument.presentationml.tags+xml"/>
  <Override PartName="/ppt/tags/tag2408.xml" ContentType="application/vnd.openxmlformats-officedocument.presentationml.tags+xml"/>
  <Override PartName="/ppt/tags/tag2409.xml" ContentType="application/vnd.openxmlformats-officedocument.presentationml.tags+xml"/>
  <Override PartName="/ppt/tags/tag2410.xml" ContentType="application/vnd.openxmlformats-officedocument.presentationml.tags+xml"/>
  <Override PartName="/ppt/tags/tag2411.xml" ContentType="application/vnd.openxmlformats-officedocument.presentationml.tags+xml"/>
  <Override PartName="/ppt/tags/tag2412.xml" ContentType="application/vnd.openxmlformats-officedocument.presentationml.tags+xml"/>
  <Override PartName="/ppt/tags/tag2413.xml" ContentType="application/vnd.openxmlformats-officedocument.presentationml.tags+xml"/>
  <Override PartName="/ppt/tags/tag2414.xml" ContentType="application/vnd.openxmlformats-officedocument.presentationml.tags+xml"/>
  <Override PartName="/ppt/tags/tag2415.xml" ContentType="application/vnd.openxmlformats-officedocument.presentationml.tags+xml"/>
  <Override PartName="/ppt/tags/tag2416.xml" ContentType="application/vnd.openxmlformats-officedocument.presentationml.tags+xml"/>
  <Override PartName="/ppt/tags/tag2417.xml" ContentType="application/vnd.openxmlformats-officedocument.presentationml.tags+xml"/>
  <Override PartName="/ppt/tags/tag2418.xml" ContentType="application/vnd.openxmlformats-officedocument.presentationml.tags+xml"/>
  <Override PartName="/ppt/tags/tag2419.xml" ContentType="application/vnd.openxmlformats-officedocument.presentationml.tags+xml"/>
  <Override PartName="/ppt/tags/tag2420.xml" ContentType="application/vnd.openxmlformats-officedocument.presentationml.tags+xml"/>
  <Override PartName="/ppt/tags/tag2421.xml" ContentType="application/vnd.openxmlformats-officedocument.presentationml.tags+xml"/>
  <Override PartName="/ppt/tags/tag2422.xml" ContentType="application/vnd.openxmlformats-officedocument.presentationml.tags+xml"/>
  <Override PartName="/ppt/tags/tag2423.xml" ContentType="application/vnd.openxmlformats-officedocument.presentationml.tags+xml"/>
  <Override PartName="/ppt/tags/tag2424.xml" ContentType="application/vnd.openxmlformats-officedocument.presentationml.tags+xml"/>
  <Override PartName="/ppt/tags/tag2425.xml" ContentType="application/vnd.openxmlformats-officedocument.presentationml.tags+xml"/>
  <Override PartName="/ppt/tags/tag2426.xml" ContentType="application/vnd.openxmlformats-officedocument.presentationml.tags+xml"/>
  <Override PartName="/ppt/tags/tag2427.xml" ContentType="application/vnd.openxmlformats-officedocument.presentationml.tags+xml"/>
  <Override PartName="/ppt/tags/tag2428.xml" ContentType="application/vnd.openxmlformats-officedocument.presentationml.tags+xml"/>
  <Override PartName="/ppt/tags/tag2429.xml" ContentType="application/vnd.openxmlformats-officedocument.presentationml.tags+xml"/>
  <Override PartName="/ppt/tags/tag2430.xml" ContentType="application/vnd.openxmlformats-officedocument.presentationml.tags+xml"/>
  <Override PartName="/ppt/tags/tag2431.xml" ContentType="application/vnd.openxmlformats-officedocument.presentationml.tags+xml"/>
  <Override PartName="/ppt/tags/tag2432.xml" ContentType="application/vnd.openxmlformats-officedocument.presentationml.tags+xml"/>
  <Override PartName="/ppt/tags/tag2433.xml" ContentType="application/vnd.openxmlformats-officedocument.presentationml.tags+xml"/>
  <Override PartName="/ppt/tags/tag2434.xml" ContentType="application/vnd.openxmlformats-officedocument.presentationml.tags+xml"/>
  <Override PartName="/ppt/tags/tag2435.xml" ContentType="application/vnd.openxmlformats-officedocument.presentationml.tags+xml"/>
  <Override PartName="/ppt/tags/tag2436.xml" ContentType="application/vnd.openxmlformats-officedocument.presentationml.tags+xml"/>
  <Override PartName="/ppt/tags/tag2437.xml" ContentType="application/vnd.openxmlformats-officedocument.presentationml.tags+xml"/>
  <Override PartName="/ppt/tags/tag2438.xml" ContentType="application/vnd.openxmlformats-officedocument.presentationml.tags+xml"/>
  <Override PartName="/ppt/tags/tag2439.xml" ContentType="application/vnd.openxmlformats-officedocument.presentationml.tags+xml"/>
  <Override PartName="/ppt/tags/tag2440.xml" ContentType="application/vnd.openxmlformats-officedocument.presentationml.tags+xml"/>
  <Override PartName="/ppt/tags/tag2441.xml" ContentType="application/vnd.openxmlformats-officedocument.presentationml.tags+xml"/>
  <Override PartName="/ppt/tags/tag2442.xml" ContentType="application/vnd.openxmlformats-officedocument.presentationml.tags+xml"/>
  <Override PartName="/ppt/tags/tag2443.xml" ContentType="application/vnd.openxmlformats-officedocument.presentationml.tags+xml"/>
  <Override PartName="/ppt/tags/tag2444.xml" ContentType="application/vnd.openxmlformats-officedocument.presentationml.tags+xml"/>
  <Override PartName="/ppt/tags/tag2445.xml" ContentType="application/vnd.openxmlformats-officedocument.presentationml.tags+xml"/>
  <Override PartName="/ppt/tags/tag2446.xml" ContentType="application/vnd.openxmlformats-officedocument.presentationml.tags+xml"/>
  <Override PartName="/ppt/tags/tag2447.xml" ContentType="application/vnd.openxmlformats-officedocument.presentationml.tags+xml"/>
  <Override PartName="/ppt/tags/tag2448.xml" ContentType="application/vnd.openxmlformats-officedocument.presentationml.tags+xml"/>
  <Override PartName="/ppt/tags/tag2449.xml" ContentType="application/vnd.openxmlformats-officedocument.presentationml.tags+xml"/>
  <Override PartName="/ppt/tags/tag2450.xml" ContentType="application/vnd.openxmlformats-officedocument.presentationml.tags+xml"/>
  <Override PartName="/ppt/tags/tag2451.xml" ContentType="application/vnd.openxmlformats-officedocument.presentationml.tags+xml"/>
  <Override PartName="/ppt/tags/tag2452.xml" ContentType="application/vnd.openxmlformats-officedocument.presentationml.tags+xml"/>
  <Override PartName="/ppt/tags/tag2453.xml" ContentType="application/vnd.openxmlformats-officedocument.presentationml.tags+xml"/>
  <Override PartName="/ppt/tags/tag2454.xml" ContentType="application/vnd.openxmlformats-officedocument.presentationml.tags+xml"/>
  <Override PartName="/ppt/tags/tag2455.xml" ContentType="application/vnd.openxmlformats-officedocument.presentationml.tags+xml"/>
  <Override PartName="/ppt/tags/tag2456.xml" ContentType="application/vnd.openxmlformats-officedocument.presentationml.tags+xml"/>
  <Override PartName="/ppt/tags/tag2457.xml" ContentType="application/vnd.openxmlformats-officedocument.presentationml.tags+xml"/>
  <Override PartName="/ppt/tags/tag2458.xml" ContentType="application/vnd.openxmlformats-officedocument.presentationml.tags+xml"/>
  <Override PartName="/ppt/tags/tag2459.xml" ContentType="application/vnd.openxmlformats-officedocument.presentationml.tags+xml"/>
  <Override PartName="/ppt/tags/tag2460.xml" ContentType="application/vnd.openxmlformats-officedocument.presentationml.tags+xml"/>
  <Override PartName="/ppt/tags/tag2461.xml" ContentType="application/vnd.openxmlformats-officedocument.presentationml.tags+xml"/>
  <Override PartName="/ppt/tags/tag2462.xml" ContentType="application/vnd.openxmlformats-officedocument.presentationml.tags+xml"/>
  <Override PartName="/ppt/tags/tag2463.xml" ContentType="application/vnd.openxmlformats-officedocument.presentationml.tags+xml"/>
  <Override PartName="/ppt/tags/tag2464.xml" ContentType="application/vnd.openxmlformats-officedocument.presentationml.tags+xml"/>
  <Override PartName="/ppt/tags/tag2465.xml" ContentType="application/vnd.openxmlformats-officedocument.presentationml.tags+xml"/>
  <Override PartName="/ppt/tags/tag2466.xml" ContentType="application/vnd.openxmlformats-officedocument.presentationml.tags+xml"/>
  <Override PartName="/ppt/tags/tag2467.xml" ContentType="application/vnd.openxmlformats-officedocument.presentationml.tags+xml"/>
  <Override PartName="/ppt/tags/tag2468.xml" ContentType="application/vnd.openxmlformats-officedocument.presentationml.tags+xml"/>
  <Override PartName="/ppt/tags/tag2469.xml" ContentType="application/vnd.openxmlformats-officedocument.presentationml.tags+xml"/>
  <Override PartName="/ppt/tags/tag2470.xml" ContentType="application/vnd.openxmlformats-officedocument.presentationml.tags+xml"/>
  <Override PartName="/ppt/tags/tag2471.xml" ContentType="application/vnd.openxmlformats-officedocument.presentationml.tags+xml"/>
  <Override PartName="/ppt/tags/tag2472.xml" ContentType="application/vnd.openxmlformats-officedocument.presentationml.tags+xml"/>
  <Override PartName="/ppt/tags/tag2473.xml" ContentType="application/vnd.openxmlformats-officedocument.presentationml.tags+xml"/>
  <Override PartName="/ppt/tags/tag2474.xml" ContentType="application/vnd.openxmlformats-officedocument.presentationml.tags+xml"/>
  <Override PartName="/ppt/tags/tag2475.xml" ContentType="application/vnd.openxmlformats-officedocument.presentationml.tags+xml"/>
  <Override PartName="/ppt/tags/tag2476.xml" ContentType="application/vnd.openxmlformats-officedocument.presentationml.tags+xml"/>
  <Override PartName="/ppt/tags/tag2477.xml" ContentType="application/vnd.openxmlformats-officedocument.presentationml.tags+xml"/>
  <Override PartName="/ppt/tags/tag2478.xml" ContentType="application/vnd.openxmlformats-officedocument.presentationml.tags+xml"/>
  <Override PartName="/ppt/tags/tag2479.xml" ContentType="application/vnd.openxmlformats-officedocument.presentationml.tags+xml"/>
  <Override PartName="/ppt/tags/tag2480.xml" ContentType="application/vnd.openxmlformats-officedocument.presentationml.tags+xml"/>
  <Override PartName="/ppt/tags/tag2481.xml" ContentType="application/vnd.openxmlformats-officedocument.presentationml.tags+xml"/>
  <Override PartName="/ppt/tags/tag2482.xml" ContentType="application/vnd.openxmlformats-officedocument.presentationml.tags+xml"/>
  <Override PartName="/ppt/tags/tag2483.xml" ContentType="application/vnd.openxmlformats-officedocument.presentationml.tags+xml"/>
  <Override PartName="/ppt/tags/tag2484.xml" ContentType="application/vnd.openxmlformats-officedocument.presentationml.tags+xml"/>
  <Override PartName="/ppt/tags/tag2485.xml" ContentType="application/vnd.openxmlformats-officedocument.presentationml.tags+xml"/>
  <Override PartName="/ppt/tags/tag2486.xml" ContentType="application/vnd.openxmlformats-officedocument.presentationml.tags+xml"/>
  <Override PartName="/ppt/tags/tag2487.xml" ContentType="application/vnd.openxmlformats-officedocument.presentationml.tags+xml"/>
  <Override PartName="/ppt/tags/tag2488.xml" ContentType="application/vnd.openxmlformats-officedocument.presentationml.tags+xml"/>
  <Override PartName="/ppt/tags/tag2489.xml" ContentType="application/vnd.openxmlformats-officedocument.presentationml.tags+xml"/>
  <Override PartName="/ppt/tags/tag2490.xml" ContentType="application/vnd.openxmlformats-officedocument.presentationml.tags+xml"/>
  <Override PartName="/ppt/tags/tag2491.xml" ContentType="application/vnd.openxmlformats-officedocument.presentationml.tags+xml"/>
  <Override PartName="/ppt/tags/tag2492.xml" ContentType="application/vnd.openxmlformats-officedocument.presentationml.tags+xml"/>
  <Override PartName="/ppt/tags/tag2493.xml" ContentType="application/vnd.openxmlformats-officedocument.presentationml.tags+xml"/>
  <Override PartName="/ppt/tags/tag2494.xml" ContentType="application/vnd.openxmlformats-officedocument.presentationml.tags+xml"/>
  <Override PartName="/ppt/tags/tag2495.xml" ContentType="application/vnd.openxmlformats-officedocument.presentationml.tags+xml"/>
  <Override PartName="/ppt/tags/tag2496.xml" ContentType="application/vnd.openxmlformats-officedocument.presentationml.tags+xml"/>
  <Override PartName="/ppt/tags/tag2497.xml" ContentType="application/vnd.openxmlformats-officedocument.presentationml.tags+xml"/>
  <Override PartName="/ppt/tags/tag2498.xml" ContentType="application/vnd.openxmlformats-officedocument.presentationml.tags+xml"/>
  <Override PartName="/ppt/tags/tag2499.xml" ContentType="application/vnd.openxmlformats-officedocument.presentationml.tags+xml"/>
  <Override PartName="/ppt/tags/tag2500.xml" ContentType="application/vnd.openxmlformats-officedocument.presentationml.tags+xml"/>
  <Override PartName="/ppt/tags/tag2501.xml" ContentType="application/vnd.openxmlformats-officedocument.presentationml.tags+xml"/>
  <Override PartName="/ppt/tags/tag2502.xml" ContentType="application/vnd.openxmlformats-officedocument.presentationml.tags+xml"/>
  <Override PartName="/ppt/tags/tag2503.xml" ContentType="application/vnd.openxmlformats-officedocument.presentationml.tags+xml"/>
  <Override PartName="/ppt/tags/tag2504.xml" ContentType="application/vnd.openxmlformats-officedocument.presentationml.tags+xml"/>
  <Override PartName="/ppt/tags/tag2505.xml" ContentType="application/vnd.openxmlformats-officedocument.presentationml.tags+xml"/>
  <Override PartName="/ppt/tags/tag2506.xml" ContentType="application/vnd.openxmlformats-officedocument.presentationml.tags+xml"/>
  <Override PartName="/ppt/tags/tag2507.xml" ContentType="application/vnd.openxmlformats-officedocument.presentationml.tags+xml"/>
  <Override PartName="/ppt/tags/tag2508.xml" ContentType="application/vnd.openxmlformats-officedocument.presentationml.tags+xml"/>
  <Override PartName="/ppt/tags/tag2509.xml" ContentType="application/vnd.openxmlformats-officedocument.presentationml.tags+xml"/>
  <Override PartName="/ppt/tags/tag2510.xml" ContentType="application/vnd.openxmlformats-officedocument.presentationml.tags+xml"/>
  <Override PartName="/ppt/tags/tag2511.xml" ContentType="application/vnd.openxmlformats-officedocument.presentationml.tags+xml"/>
  <Override PartName="/ppt/tags/tag2512.xml" ContentType="application/vnd.openxmlformats-officedocument.presentationml.tags+xml"/>
  <Override PartName="/ppt/tags/tag2513.xml" ContentType="application/vnd.openxmlformats-officedocument.presentationml.tags+xml"/>
  <Override PartName="/ppt/tags/tag2514.xml" ContentType="application/vnd.openxmlformats-officedocument.presentationml.tags+xml"/>
  <Override PartName="/ppt/tags/tag2515.xml" ContentType="application/vnd.openxmlformats-officedocument.presentationml.tags+xml"/>
  <Override PartName="/ppt/tags/tag2516.xml" ContentType="application/vnd.openxmlformats-officedocument.presentationml.tags+xml"/>
  <Override PartName="/ppt/tags/tag2517.xml" ContentType="application/vnd.openxmlformats-officedocument.presentationml.tags+xml"/>
  <Override PartName="/ppt/tags/tag2518.xml" ContentType="application/vnd.openxmlformats-officedocument.presentationml.tags+xml"/>
  <Override PartName="/ppt/tags/tag2519.xml" ContentType="application/vnd.openxmlformats-officedocument.presentationml.tags+xml"/>
  <Override PartName="/ppt/tags/tag2520.xml" ContentType="application/vnd.openxmlformats-officedocument.presentationml.tags+xml"/>
  <Override PartName="/ppt/tags/tag2521.xml" ContentType="application/vnd.openxmlformats-officedocument.presentationml.tags+xml"/>
  <Override PartName="/ppt/tags/tag2522.xml" ContentType="application/vnd.openxmlformats-officedocument.presentationml.tags+xml"/>
  <Override PartName="/ppt/tags/tag2523.xml" ContentType="application/vnd.openxmlformats-officedocument.presentationml.tags+xml"/>
  <Override PartName="/ppt/tags/tag2524.xml" ContentType="application/vnd.openxmlformats-officedocument.presentationml.tags+xml"/>
  <Override PartName="/ppt/tags/tag2525.xml" ContentType="application/vnd.openxmlformats-officedocument.presentationml.tags+xml"/>
  <Override PartName="/ppt/tags/tag2526.xml" ContentType="application/vnd.openxmlformats-officedocument.presentationml.tags+xml"/>
  <Override PartName="/ppt/tags/tag2527.xml" ContentType="application/vnd.openxmlformats-officedocument.presentationml.tags+xml"/>
  <Override PartName="/ppt/tags/tag2528.xml" ContentType="application/vnd.openxmlformats-officedocument.presentationml.tags+xml"/>
  <Override PartName="/ppt/tags/tag2529.xml" ContentType="application/vnd.openxmlformats-officedocument.presentationml.tags+xml"/>
  <Override PartName="/ppt/tags/tag2530.xml" ContentType="application/vnd.openxmlformats-officedocument.presentationml.tags+xml"/>
  <Override PartName="/ppt/tags/tag2531.xml" ContentType="application/vnd.openxmlformats-officedocument.presentationml.tags+xml"/>
  <Override PartName="/ppt/tags/tag2532.xml" ContentType="application/vnd.openxmlformats-officedocument.presentationml.tags+xml"/>
  <Override PartName="/ppt/tags/tag2533.xml" ContentType="application/vnd.openxmlformats-officedocument.presentationml.tags+xml"/>
  <Override PartName="/ppt/tags/tag2534.xml" ContentType="application/vnd.openxmlformats-officedocument.presentationml.tags+xml"/>
  <Override PartName="/ppt/tags/tag2535.xml" ContentType="application/vnd.openxmlformats-officedocument.presentationml.tags+xml"/>
  <Override PartName="/ppt/tags/tag2536.xml" ContentType="application/vnd.openxmlformats-officedocument.presentationml.tags+xml"/>
  <Override PartName="/ppt/tags/tag2537.xml" ContentType="application/vnd.openxmlformats-officedocument.presentationml.tags+xml"/>
  <Override PartName="/ppt/tags/tag2538.xml" ContentType="application/vnd.openxmlformats-officedocument.presentationml.tags+xml"/>
  <Override PartName="/ppt/tags/tag2539.xml" ContentType="application/vnd.openxmlformats-officedocument.presentationml.tags+xml"/>
  <Override PartName="/ppt/tags/tag2540.xml" ContentType="application/vnd.openxmlformats-officedocument.presentationml.tags+xml"/>
  <Override PartName="/ppt/tags/tag2541.xml" ContentType="application/vnd.openxmlformats-officedocument.presentationml.tags+xml"/>
  <Override PartName="/ppt/tags/tag2542.xml" ContentType="application/vnd.openxmlformats-officedocument.presentationml.tags+xml"/>
  <Override PartName="/ppt/tags/tag2543.xml" ContentType="application/vnd.openxmlformats-officedocument.presentationml.tags+xml"/>
  <Override PartName="/ppt/tags/tag2544.xml" ContentType="application/vnd.openxmlformats-officedocument.presentationml.tags+xml"/>
  <Override PartName="/ppt/tags/tag2545.xml" ContentType="application/vnd.openxmlformats-officedocument.presentationml.tags+xml"/>
  <Override PartName="/ppt/tags/tag2546.xml" ContentType="application/vnd.openxmlformats-officedocument.presentationml.tags+xml"/>
  <Override PartName="/ppt/tags/tag2547.xml" ContentType="application/vnd.openxmlformats-officedocument.presentationml.tags+xml"/>
  <Override PartName="/ppt/tags/tag2548.xml" ContentType="application/vnd.openxmlformats-officedocument.presentationml.tags+xml"/>
  <Override PartName="/ppt/tags/tag2549.xml" ContentType="application/vnd.openxmlformats-officedocument.presentationml.tags+xml"/>
  <Override PartName="/ppt/tags/tag2550.xml" ContentType="application/vnd.openxmlformats-officedocument.presentationml.tags+xml"/>
  <Override PartName="/ppt/tags/tag2551.xml" ContentType="application/vnd.openxmlformats-officedocument.presentationml.tags+xml"/>
  <Override PartName="/ppt/tags/tag2552.xml" ContentType="application/vnd.openxmlformats-officedocument.presentationml.tags+xml"/>
  <Override PartName="/ppt/tags/tag2553.xml" ContentType="application/vnd.openxmlformats-officedocument.presentationml.tags+xml"/>
  <Override PartName="/ppt/tags/tag2554.xml" ContentType="application/vnd.openxmlformats-officedocument.presentationml.tags+xml"/>
  <Override PartName="/ppt/tags/tag2555.xml" ContentType="application/vnd.openxmlformats-officedocument.presentationml.tags+xml"/>
  <Override PartName="/ppt/tags/tag2556.xml" ContentType="application/vnd.openxmlformats-officedocument.presentationml.tags+xml"/>
  <Override PartName="/ppt/tags/tag2557.xml" ContentType="application/vnd.openxmlformats-officedocument.presentationml.tags+xml"/>
  <Override PartName="/ppt/tags/tag2558.xml" ContentType="application/vnd.openxmlformats-officedocument.presentationml.tags+xml"/>
  <Override PartName="/ppt/tags/tag2559.xml" ContentType="application/vnd.openxmlformats-officedocument.presentationml.tags+xml"/>
  <Override PartName="/ppt/tags/tag2560.xml" ContentType="application/vnd.openxmlformats-officedocument.presentationml.tags+xml"/>
  <Override PartName="/ppt/tags/tag2561.xml" ContentType="application/vnd.openxmlformats-officedocument.presentationml.tags+xml"/>
  <Override PartName="/ppt/tags/tag2562.xml" ContentType="application/vnd.openxmlformats-officedocument.presentationml.tags+xml"/>
  <Override PartName="/ppt/tags/tag2563.xml" ContentType="application/vnd.openxmlformats-officedocument.presentationml.tags+xml"/>
  <Override PartName="/ppt/tags/tag2564.xml" ContentType="application/vnd.openxmlformats-officedocument.presentationml.tags+xml"/>
  <Override PartName="/ppt/tags/tag2565.xml" ContentType="application/vnd.openxmlformats-officedocument.presentationml.tags+xml"/>
  <Override PartName="/ppt/tags/tag2566.xml" ContentType="application/vnd.openxmlformats-officedocument.presentationml.tags+xml"/>
  <Override PartName="/ppt/tags/tag2567.xml" ContentType="application/vnd.openxmlformats-officedocument.presentationml.tags+xml"/>
  <Override PartName="/ppt/tags/tag2568.xml" ContentType="application/vnd.openxmlformats-officedocument.presentationml.tags+xml"/>
  <Override PartName="/ppt/tags/tag2569.xml" ContentType="application/vnd.openxmlformats-officedocument.presentationml.tags+xml"/>
  <Override PartName="/ppt/tags/tag2570.xml" ContentType="application/vnd.openxmlformats-officedocument.presentationml.tags+xml"/>
  <Override PartName="/ppt/tags/tag2571.xml" ContentType="application/vnd.openxmlformats-officedocument.presentationml.tags+xml"/>
  <Override PartName="/ppt/tags/tag2572.xml" ContentType="application/vnd.openxmlformats-officedocument.presentationml.tags+xml"/>
  <Override PartName="/ppt/tags/tag2573.xml" ContentType="application/vnd.openxmlformats-officedocument.presentationml.tags+xml"/>
  <Override PartName="/ppt/tags/tag2574.xml" ContentType="application/vnd.openxmlformats-officedocument.presentationml.tags+xml"/>
  <Override PartName="/ppt/tags/tag2575.xml" ContentType="application/vnd.openxmlformats-officedocument.presentationml.tags+xml"/>
  <Override PartName="/ppt/tags/tag2576.xml" ContentType="application/vnd.openxmlformats-officedocument.presentationml.tags+xml"/>
  <Override PartName="/ppt/tags/tag2577.xml" ContentType="application/vnd.openxmlformats-officedocument.presentationml.tags+xml"/>
  <Override PartName="/ppt/tags/tag2578.xml" ContentType="application/vnd.openxmlformats-officedocument.presentationml.tags+xml"/>
  <Override PartName="/ppt/tags/tag2579.xml" ContentType="application/vnd.openxmlformats-officedocument.presentationml.tags+xml"/>
  <Override PartName="/ppt/tags/tag2580.xml" ContentType="application/vnd.openxmlformats-officedocument.presentationml.tags+xml"/>
  <Override PartName="/ppt/tags/tag2581.xml" ContentType="application/vnd.openxmlformats-officedocument.presentationml.tags+xml"/>
  <Override PartName="/ppt/tags/tag2582.xml" ContentType="application/vnd.openxmlformats-officedocument.presentationml.tags+xml"/>
  <Override PartName="/ppt/tags/tag2583.xml" ContentType="application/vnd.openxmlformats-officedocument.presentationml.tags+xml"/>
  <Override PartName="/ppt/tags/tag2584.xml" ContentType="application/vnd.openxmlformats-officedocument.presentationml.tags+xml"/>
  <Override PartName="/ppt/tags/tag2585.xml" ContentType="application/vnd.openxmlformats-officedocument.presentationml.tags+xml"/>
  <Override PartName="/ppt/tags/tag2586.xml" ContentType="application/vnd.openxmlformats-officedocument.presentationml.tags+xml"/>
  <Override PartName="/ppt/tags/tag2587.xml" ContentType="application/vnd.openxmlformats-officedocument.presentationml.tags+xml"/>
  <Override PartName="/ppt/tags/tag2588.xml" ContentType="application/vnd.openxmlformats-officedocument.presentationml.tags+xml"/>
  <Override PartName="/ppt/tags/tag2589.xml" ContentType="application/vnd.openxmlformats-officedocument.presentationml.tags+xml"/>
  <Override PartName="/ppt/tags/tag2590.xml" ContentType="application/vnd.openxmlformats-officedocument.presentationml.tags+xml"/>
  <Override PartName="/ppt/tags/tag2591.xml" ContentType="application/vnd.openxmlformats-officedocument.presentationml.tags+xml"/>
  <Override PartName="/ppt/tags/tag2592.xml" ContentType="application/vnd.openxmlformats-officedocument.presentationml.tags+xml"/>
  <Override PartName="/ppt/tags/tag2593.xml" ContentType="application/vnd.openxmlformats-officedocument.presentationml.tags+xml"/>
  <Override PartName="/ppt/tags/tag2594.xml" ContentType="application/vnd.openxmlformats-officedocument.presentationml.tags+xml"/>
  <Override PartName="/ppt/tags/tag2595.xml" ContentType="application/vnd.openxmlformats-officedocument.presentationml.tags+xml"/>
  <Override PartName="/ppt/tags/tag2596.xml" ContentType="application/vnd.openxmlformats-officedocument.presentationml.tags+xml"/>
  <Override PartName="/ppt/tags/tag2597.xml" ContentType="application/vnd.openxmlformats-officedocument.presentationml.tags+xml"/>
  <Override PartName="/ppt/tags/tag2598.xml" ContentType="application/vnd.openxmlformats-officedocument.presentationml.tags+xml"/>
  <Override PartName="/ppt/tags/tag2599.xml" ContentType="application/vnd.openxmlformats-officedocument.presentationml.tags+xml"/>
  <Override PartName="/ppt/tags/tag2600.xml" ContentType="application/vnd.openxmlformats-officedocument.presentationml.tags+xml"/>
  <Override PartName="/ppt/tags/tag2601.xml" ContentType="application/vnd.openxmlformats-officedocument.presentationml.tags+xml"/>
  <Override PartName="/ppt/tags/tag2602.xml" ContentType="application/vnd.openxmlformats-officedocument.presentationml.tags+xml"/>
  <Override PartName="/ppt/tags/tag2603.xml" ContentType="application/vnd.openxmlformats-officedocument.presentationml.tags+xml"/>
  <Override PartName="/ppt/tags/tag2604.xml" ContentType="application/vnd.openxmlformats-officedocument.presentationml.tags+xml"/>
  <Override PartName="/ppt/tags/tag2605.xml" ContentType="application/vnd.openxmlformats-officedocument.presentationml.tags+xml"/>
  <Override PartName="/ppt/tags/tag2606.xml" ContentType="application/vnd.openxmlformats-officedocument.presentationml.tags+xml"/>
  <Override PartName="/ppt/tags/tag2607.xml" ContentType="application/vnd.openxmlformats-officedocument.presentationml.tags+xml"/>
  <Override PartName="/ppt/tags/tag2608.xml" ContentType="application/vnd.openxmlformats-officedocument.presentationml.tags+xml"/>
  <Override PartName="/ppt/tags/tag2609.xml" ContentType="application/vnd.openxmlformats-officedocument.presentationml.tags+xml"/>
  <Override PartName="/ppt/tags/tag2610.xml" ContentType="application/vnd.openxmlformats-officedocument.presentationml.tags+xml"/>
  <Override PartName="/ppt/tags/tag2611.xml" ContentType="application/vnd.openxmlformats-officedocument.presentationml.tags+xml"/>
  <Override PartName="/ppt/tags/tag2612.xml" ContentType="application/vnd.openxmlformats-officedocument.presentationml.tags+xml"/>
  <Override PartName="/ppt/tags/tag2613.xml" ContentType="application/vnd.openxmlformats-officedocument.presentationml.tags+xml"/>
  <Override PartName="/ppt/tags/tag2614.xml" ContentType="application/vnd.openxmlformats-officedocument.presentationml.tags+xml"/>
  <Override PartName="/ppt/tags/tag2615.xml" ContentType="application/vnd.openxmlformats-officedocument.presentationml.tags+xml"/>
  <Override PartName="/ppt/tags/tag2616.xml" ContentType="application/vnd.openxmlformats-officedocument.presentationml.tags+xml"/>
  <Override PartName="/ppt/tags/tag2617.xml" ContentType="application/vnd.openxmlformats-officedocument.presentationml.tags+xml"/>
  <Override PartName="/ppt/tags/tag2618.xml" ContentType="application/vnd.openxmlformats-officedocument.presentationml.tags+xml"/>
  <Override PartName="/ppt/tags/tag2619.xml" ContentType="application/vnd.openxmlformats-officedocument.presentationml.tags+xml"/>
  <Override PartName="/ppt/tags/tag2620.xml" ContentType="application/vnd.openxmlformats-officedocument.presentationml.tags+xml"/>
  <Override PartName="/ppt/tags/tag2621.xml" ContentType="application/vnd.openxmlformats-officedocument.presentationml.tags+xml"/>
  <Override PartName="/ppt/tags/tag2622.xml" ContentType="application/vnd.openxmlformats-officedocument.presentationml.tags+xml"/>
  <Override PartName="/ppt/tags/tag2623.xml" ContentType="application/vnd.openxmlformats-officedocument.presentationml.tags+xml"/>
  <Override PartName="/ppt/tags/tag2624.xml" ContentType="application/vnd.openxmlformats-officedocument.presentationml.tags+xml"/>
  <Override PartName="/ppt/tags/tag2625.xml" ContentType="application/vnd.openxmlformats-officedocument.presentationml.tags+xml"/>
  <Override PartName="/ppt/tags/tag2626.xml" ContentType="application/vnd.openxmlformats-officedocument.presentationml.tags+xml"/>
  <Override PartName="/ppt/tags/tag2627.xml" ContentType="application/vnd.openxmlformats-officedocument.presentationml.tags+xml"/>
  <Override PartName="/ppt/tags/tag2628.xml" ContentType="application/vnd.openxmlformats-officedocument.presentationml.tags+xml"/>
  <Override PartName="/ppt/tags/tag2629.xml" ContentType="application/vnd.openxmlformats-officedocument.presentationml.tags+xml"/>
  <Override PartName="/ppt/tags/tag2630.xml" ContentType="application/vnd.openxmlformats-officedocument.presentationml.tags+xml"/>
  <Override PartName="/ppt/tags/tag2631.xml" ContentType="application/vnd.openxmlformats-officedocument.presentationml.tags+xml"/>
  <Override PartName="/ppt/tags/tag2632.xml" ContentType="application/vnd.openxmlformats-officedocument.presentationml.tags+xml"/>
  <Override PartName="/ppt/tags/tag2633.xml" ContentType="application/vnd.openxmlformats-officedocument.presentationml.tags+xml"/>
  <Override PartName="/ppt/tags/tag2634.xml" ContentType="application/vnd.openxmlformats-officedocument.presentationml.tags+xml"/>
  <Override PartName="/ppt/tags/tag2635.xml" ContentType="application/vnd.openxmlformats-officedocument.presentationml.tags+xml"/>
  <Override PartName="/ppt/tags/tag2636.xml" ContentType="application/vnd.openxmlformats-officedocument.presentationml.tags+xml"/>
  <Override PartName="/ppt/tags/tag2637.xml" ContentType="application/vnd.openxmlformats-officedocument.presentationml.tags+xml"/>
  <Override PartName="/ppt/tags/tag2638.xml" ContentType="application/vnd.openxmlformats-officedocument.presentationml.tags+xml"/>
  <Override PartName="/ppt/tags/tag2639.xml" ContentType="application/vnd.openxmlformats-officedocument.presentationml.tags+xml"/>
  <Override PartName="/ppt/tags/tag2640.xml" ContentType="application/vnd.openxmlformats-officedocument.presentationml.tags+xml"/>
  <Override PartName="/ppt/tags/tag2641.xml" ContentType="application/vnd.openxmlformats-officedocument.presentationml.tags+xml"/>
  <Override PartName="/ppt/tags/tag2642.xml" ContentType="application/vnd.openxmlformats-officedocument.presentationml.tags+xml"/>
  <Override PartName="/ppt/tags/tag2643.xml" ContentType="application/vnd.openxmlformats-officedocument.presentationml.tags+xml"/>
  <Override PartName="/ppt/tags/tag2644.xml" ContentType="application/vnd.openxmlformats-officedocument.presentationml.tags+xml"/>
  <Override PartName="/ppt/tags/tag2645.xml" ContentType="application/vnd.openxmlformats-officedocument.presentationml.tags+xml"/>
  <Override PartName="/ppt/tags/tag2646.xml" ContentType="application/vnd.openxmlformats-officedocument.presentationml.tags+xml"/>
  <Override PartName="/ppt/tags/tag2647.xml" ContentType="application/vnd.openxmlformats-officedocument.presentationml.tags+xml"/>
  <Override PartName="/ppt/tags/tag2648.xml" ContentType="application/vnd.openxmlformats-officedocument.presentationml.tags+xml"/>
  <Override PartName="/ppt/tags/tag2649.xml" ContentType="application/vnd.openxmlformats-officedocument.presentationml.tags+xml"/>
  <Override PartName="/ppt/tags/tag2650.xml" ContentType="application/vnd.openxmlformats-officedocument.presentationml.tags+xml"/>
  <Override PartName="/ppt/tags/tag2651.xml" ContentType="application/vnd.openxmlformats-officedocument.presentationml.tags+xml"/>
  <Override PartName="/ppt/tags/tag2652.xml" ContentType="application/vnd.openxmlformats-officedocument.presentationml.tags+xml"/>
  <Override PartName="/ppt/tags/tag2653.xml" ContentType="application/vnd.openxmlformats-officedocument.presentationml.tags+xml"/>
  <Override PartName="/ppt/tags/tag2654.xml" ContentType="application/vnd.openxmlformats-officedocument.presentationml.tags+xml"/>
  <Override PartName="/ppt/tags/tag2655.xml" ContentType="application/vnd.openxmlformats-officedocument.presentationml.tags+xml"/>
  <Override PartName="/ppt/tags/tag2656.xml" ContentType="application/vnd.openxmlformats-officedocument.presentationml.tags+xml"/>
  <Override PartName="/ppt/tags/tag2657.xml" ContentType="application/vnd.openxmlformats-officedocument.presentationml.tags+xml"/>
  <Override PartName="/ppt/tags/tag2658.xml" ContentType="application/vnd.openxmlformats-officedocument.presentationml.tags+xml"/>
  <Override PartName="/ppt/tags/tag2659.xml" ContentType="application/vnd.openxmlformats-officedocument.presentationml.tags+xml"/>
  <Override PartName="/ppt/tags/tag2660.xml" ContentType="application/vnd.openxmlformats-officedocument.presentationml.tags+xml"/>
  <Override PartName="/ppt/tags/tag2661.xml" ContentType="application/vnd.openxmlformats-officedocument.presentationml.tags+xml"/>
  <Override PartName="/ppt/tags/tag2662.xml" ContentType="application/vnd.openxmlformats-officedocument.presentationml.tags+xml"/>
  <Override PartName="/ppt/tags/tag2663.xml" ContentType="application/vnd.openxmlformats-officedocument.presentationml.tags+xml"/>
  <Override PartName="/ppt/tags/tag2664.xml" ContentType="application/vnd.openxmlformats-officedocument.presentationml.tags+xml"/>
  <Override PartName="/ppt/tags/tag2665.xml" ContentType="application/vnd.openxmlformats-officedocument.presentationml.tags+xml"/>
  <Override PartName="/ppt/tags/tag2666.xml" ContentType="application/vnd.openxmlformats-officedocument.presentationml.tags+xml"/>
  <Override PartName="/ppt/tags/tag2667.xml" ContentType="application/vnd.openxmlformats-officedocument.presentationml.tags+xml"/>
  <Override PartName="/ppt/tags/tag2668.xml" ContentType="application/vnd.openxmlformats-officedocument.presentationml.tags+xml"/>
  <Override PartName="/ppt/tags/tag2669.xml" ContentType="application/vnd.openxmlformats-officedocument.presentationml.tags+xml"/>
  <Override PartName="/ppt/tags/tag2670.xml" ContentType="application/vnd.openxmlformats-officedocument.presentationml.tags+xml"/>
  <Override PartName="/ppt/tags/tag2671.xml" ContentType="application/vnd.openxmlformats-officedocument.presentationml.tags+xml"/>
  <Override PartName="/ppt/tags/tag2672.xml" ContentType="application/vnd.openxmlformats-officedocument.presentationml.tags+xml"/>
  <Override PartName="/ppt/tags/tag2673.xml" ContentType="application/vnd.openxmlformats-officedocument.presentationml.tags+xml"/>
  <Override PartName="/ppt/tags/tag2674.xml" ContentType="application/vnd.openxmlformats-officedocument.presentationml.tags+xml"/>
  <Override PartName="/ppt/tags/tag2675.xml" ContentType="application/vnd.openxmlformats-officedocument.presentationml.tags+xml"/>
  <Override PartName="/ppt/tags/tag2676.xml" ContentType="application/vnd.openxmlformats-officedocument.presentationml.tags+xml"/>
  <Override PartName="/ppt/tags/tag2677.xml" ContentType="application/vnd.openxmlformats-officedocument.presentationml.tags+xml"/>
  <Override PartName="/ppt/tags/tag2678.xml" ContentType="application/vnd.openxmlformats-officedocument.presentationml.tags+xml"/>
  <Override PartName="/ppt/tags/tag2679.xml" ContentType="application/vnd.openxmlformats-officedocument.presentationml.tags+xml"/>
  <Override PartName="/ppt/tags/tag2680.xml" ContentType="application/vnd.openxmlformats-officedocument.presentationml.tags+xml"/>
  <Override PartName="/ppt/tags/tag2681.xml" ContentType="application/vnd.openxmlformats-officedocument.presentationml.tags+xml"/>
  <Override PartName="/ppt/tags/tag2682.xml" ContentType="application/vnd.openxmlformats-officedocument.presentationml.tags+xml"/>
  <Override PartName="/ppt/tags/tag2683.xml" ContentType="application/vnd.openxmlformats-officedocument.presentationml.tags+xml"/>
  <Override PartName="/ppt/tags/tag2684.xml" ContentType="application/vnd.openxmlformats-officedocument.presentationml.tags+xml"/>
  <Override PartName="/ppt/tags/tag2685.xml" ContentType="application/vnd.openxmlformats-officedocument.presentationml.tags+xml"/>
  <Override PartName="/ppt/tags/tag2686.xml" ContentType="application/vnd.openxmlformats-officedocument.presentationml.tags+xml"/>
  <Override PartName="/ppt/tags/tag2687.xml" ContentType="application/vnd.openxmlformats-officedocument.presentationml.tags+xml"/>
  <Override PartName="/ppt/tags/tag2688.xml" ContentType="application/vnd.openxmlformats-officedocument.presentationml.tags+xml"/>
  <Override PartName="/ppt/tags/tag2689.xml" ContentType="application/vnd.openxmlformats-officedocument.presentationml.tags+xml"/>
  <Override PartName="/ppt/tags/tag2690.xml" ContentType="application/vnd.openxmlformats-officedocument.presentationml.tags+xml"/>
  <Override PartName="/ppt/tags/tag2691.xml" ContentType="application/vnd.openxmlformats-officedocument.presentationml.tags+xml"/>
  <Override PartName="/ppt/tags/tag2692.xml" ContentType="application/vnd.openxmlformats-officedocument.presentationml.tags+xml"/>
  <Override PartName="/ppt/tags/tag2693.xml" ContentType="application/vnd.openxmlformats-officedocument.presentationml.tags+xml"/>
  <Override PartName="/ppt/tags/tag2694.xml" ContentType="application/vnd.openxmlformats-officedocument.presentationml.tags+xml"/>
  <Override PartName="/ppt/tags/tag2695.xml" ContentType="application/vnd.openxmlformats-officedocument.presentationml.tags+xml"/>
  <Override PartName="/ppt/tags/tag2696.xml" ContentType="application/vnd.openxmlformats-officedocument.presentationml.tags+xml"/>
  <Override PartName="/ppt/tags/tag2697.xml" ContentType="application/vnd.openxmlformats-officedocument.presentationml.tags+xml"/>
  <Override PartName="/ppt/tags/tag2698.xml" ContentType="application/vnd.openxmlformats-officedocument.presentationml.tags+xml"/>
  <Override PartName="/ppt/tags/tag2699.xml" ContentType="application/vnd.openxmlformats-officedocument.presentationml.tags+xml"/>
  <Override PartName="/ppt/tags/tag2700.xml" ContentType="application/vnd.openxmlformats-officedocument.presentationml.tags+xml"/>
  <Override PartName="/ppt/tags/tag2701.xml" ContentType="application/vnd.openxmlformats-officedocument.presentationml.tags+xml"/>
  <Override PartName="/ppt/tags/tag2702.xml" ContentType="application/vnd.openxmlformats-officedocument.presentationml.tags+xml"/>
  <Override PartName="/ppt/tags/tag2703.xml" ContentType="application/vnd.openxmlformats-officedocument.presentationml.tags+xml"/>
  <Override PartName="/ppt/tags/tag2704.xml" ContentType="application/vnd.openxmlformats-officedocument.presentationml.tags+xml"/>
  <Override PartName="/ppt/tags/tag2705.xml" ContentType="application/vnd.openxmlformats-officedocument.presentationml.tags+xml"/>
  <Override PartName="/ppt/tags/tag2706.xml" ContentType="application/vnd.openxmlformats-officedocument.presentationml.tags+xml"/>
  <Override PartName="/ppt/tags/tag2707.xml" ContentType="application/vnd.openxmlformats-officedocument.presentationml.tags+xml"/>
  <Override PartName="/ppt/tags/tag2708.xml" ContentType="application/vnd.openxmlformats-officedocument.presentationml.tags+xml"/>
  <Override PartName="/ppt/tags/tag2709.xml" ContentType="application/vnd.openxmlformats-officedocument.presentationml.tags+xml"/>
  <Override PartName="/ppt/tags/tag2710.xml" ContentType="application/vnd.openxmlformats-officedocument.presentationml.tags+xml"/>
  <Override PartName="/ppt/tags/tag2711.xml" ContentType="application/vnd.openxmlformats-officedocument.presentationml.tags+xml"/>
  <Override PartName="/ppt/tags/tag2712.xml" ContentType="application/vnd.openxmlformats-officedocument.presentationml.tags+xml"/>
  <Override PartName="/ppt/tags/tag2713.xml" ContentType="application/vnd.openxmlformats-officedocument.presentationml.tags+xml"/>
  <Override PartName="/ppt/tags/tag2714.xml" ContentType="application/vnd.openxmlformats-officedocument.presentationml.tags+xml"/>
  <Override PartName="/ppt/tags/tag2715.xml" ContentType="application/vnd.openxmlformats-officedocument.presentationml.tags+xml"/>
  <Override PartName="/ppt/tags/tag2716.xml" ContentType="application/vnd.openxmlformats-officedocument.presentationml.tags+xml"/>
  <Override PartName="/ppt/tags/tag2717.xml" ContentType="application/vnd.openxmlformats-officedocument.presentationml.tags+xml"/>
  <Override PartName="/ppt/tags/tag2718.xml" ContentType="application/vnd.openxmlformats-officedocument.presentationml.tags+xml"/>
  <Override PartName="/ppt/tags/tag2719.xml" ContentType="application/vnd.openxmlformats-officedocument.presentationml.tags+xml"/>
  <Override PartName="/ppt/tags/tag2720.xml" ContentType="application/vnd.openxmlformats-officedocument.presentationml.tags+xml"/>
  <Override PartName="/ppt/tags/tag2721.xml" ContentType="application/vnd.openxmlformats-officedocument.presentationml.tags+xml"/>
  <Override PartName="/ppt/tags/tag2722.xml" ContentType="application/vnd.openxmlformats-officedocument.presentationml.tags+xml"/>
  <Override PartName="/ppt/tags/tag2723.xml" ContentType="application/vnd.openxmlformats-officedocument.presentationml.tags+xml"/>
  <Override PartName="/ppt/tags/tag2724.xml" ContentType="application/vnd.openxmlformats-officedocument.presentationml.tags+xml"/>
  <Override PartName="/ppt/tags/tag2725.xml" ContentType="application/vnd.openxmlformats-officedocument.presentationml.tags+xml"/>
  <Override PartName="/ppt/tags/tag2726.xml" ContentType="application/vnd.openxmlformats-officedocument.presentationml.tags+xml"/>
  <Override PartName="/ppt/tags/tag2727.xml" ContentType="application/vnd.openxmlformats-officedocument.presentationml.tags+xml"/>
  <Override PartName="/ppt/tags/tag2728.xml" ContentType="application/vnd.openxmlformats-officedocument.presentationml.tags+xml"/>
  <Override PartName="/ppt/tags/tag2729.xml" ContentType="application/vnd.openxmlformats-officedocument.presentationml.tags+xml"/>
  <Override PartName="/ppt/tags/tag2730.xml" ContentType="application/vnd.openxmlformats-officedocument.presentationml.tags+xml"/>
  <Override PartName="/ppt/tags/tag2731.xml" ContentType="application/vnd.openxmlformats-officedocument.presentationml.tags+xml"/>
  <Override PartName="/ppt/tags/tag2732.xml" ContentType="application/vnd.openxmlformats-officedocument.presentationml.tags+xml"/>
  <Override PartName="/ppt/tags/tag2733.xml" ContentType="application/vnd.openxmlformats-officedocument.presentationml.tags+xml"/>
  <Override PartName="/ppt/tags/tag2734.xml" ContentType="application/vnd.openxmlformats-officedocument.presentationml.tags+xml"/>
  <Override PartName="/ppt/tags/tag2735.xml" ContentType="application/vnd.openxmlformats-officedocument.presentationml.tags+xml"/>
  <Override PartName="/ppt/tags/tag2736.xml" ContentType="application/vnd.openxmlformats-officedocument.presentationml.tags+xml"/>
  <Override PartName="/ppt/tags/tag2737.xml" ContentType="application/vnd.openxmlformats-officedocument.presentationml.tags+xml"/>
  <Override PartName="/ppt/tags/tag2738.xml" ContentType="application/vnd.openxmlformats-officedocument.presentationml.tags+xml"/>
  <Override PartName="/ppt/tags/tag2739.xml" ContentType="application/vnd.openxmlformats-officedocument.presentationml.tags+xml"/>
  <Override PartName="/ppt/tags/tag2740.xml" ContentType="application/vnd.openxmlformats-officedocument.presentationml.tags+xml"/>
  <Override PartName="/ppt/tags/tag2741.xml" ContentType="application/vnd.openxmlformats-officedocument.presentationml.tags+xml"/>
  <Override PartName="/ppt/tags/tag2742.xml" ContentType="application/vnd.openxmlformats-officedocument.presentationml.tags+xml"/>
  <Override PartName="/ppt/tags/tag2743.xml" ContentType="application/vnd.openxmlformats-officedocument.presentationml.tags+xml"/>
  <Override PartName="/ppt/tags/tag2744.xml" ContentType="application/vnd.openxmlformats-officedocument.presentationml.tags+xml"/>
  <Override PartName="/ppt/tags/tag2745.xml" ContentType="application/vnd.openxmlformats-officedocument.presentationml.tags+xml"/>
  <Override PartName="/ppt/tags/tag2746.xml" ContentType="application/vnd.openxmlformats-officedocument.presentationml.tags+xml"/>
  <Override PartName="/ppt/tags/tag2747.xml" ContentType="application/vnd.openxmlformats-officedocument.presentationml.tags+xml"/>
  <Override PartName="/ppt/tags/tag2748.xml" ContentType="application/vnd.openxmlformats-officedocument.presentationml.tags+xml"/>
  <Override PartName="/ppt/tags/tag2749.xml" ContentType="application/vnd.openxmlformats-officedocument.presentationml.tags+xml"/>
  <Override PartName="/ppt/tags/tag2750.xml" ContentType="application/vnd.openxmlformats-officedocument.presentationml.tags+xml"/>
  <Override PartName="/ppt/tags/tag2751.xml" ContentType="application/vnd.openxmlformats-officedocument.presentationml.tags+xml"/>
  <Override PartName="/ppt/tags/tag2752.xml" ContentType="application/vnd.openxmlformats-officedocument.presentationml.tags+xml"/>
  <Override PartName="/ppt/tags/tag2753.xml" ContentType="application/vnd.openxmlformats-officedocument.presentationml.tags+xml"/>
  <Override PartName="/ppt/tags/tag2754.xml" ContentType="application/vnd.openxmlformats-officedocument.presentationml.tags+xml"/>
  <Override PartName="/ppt/tags/tag2755.xml" ContentType="application/vnd.openxmlformats-officedocument.presentationml.tags+xml"/>
  <Override PartName="/ppt/tags/tag2756.xml" ContentType="application/vnd.openxmlformats-officedocument.presentationml.tags+xml"/>
  <Override PartName="/ppt/tags/tag2757.xml" ContentType="application/vnd.openxmlformats-officedocument.presentationml.tags+xml"/>
  <Override PartName="/ppt/tags/tag2758.xml" ContentType="application/vnd.openxmlformats-officedocument.presentationml.tags+xml"/>
  <Override PartName="/ppt/tags/tag2759.xml" ContentType="application/vnd.openxmlformats-officedocument.presentationml.tags+xml"/>
  <Override PartName="/ppt/tags/tag2760.xml" ContentType="application/vnd.openxmlformats-officedocument.presentationml.tags+xml"/>
  <Override PartName="/ppt/tags/tag2761.xml" ContentType="application/vnd.openxmlformats-officedocument.presentationml.tags+xml"/>
  <Override PartName="/ppt/tags/tag2762.xml" ContentType="application/vnd.openxmlformats-officedocument.presentationml.tags+xml"/>
  <Override PartName="/ppt/tags/tag2763.xml" ContentType="application/vnd.openxmlformats-officedocument.presentationml.tags+xml"/>
  <Override PartName="/ppt/tags/tag2764.xml" ContentType="application/vnd.openxmlformats-officedocument.presentationml.tags+xml"/>
  <Override PartName="/ppt/tags/tag2765.xml" ContentType="application/vnd.openxmlformats-officedocument.presentationml.tags+xml"/>
  <Override PartName="/ppt/tags/tag2766.xml" ContentType="application/vnd.openxmlformats-officedocument.presentationml.tags+xml"/>
  <Override PartName="/ppt/tags/tag2767.xml" ContentType="application/vnd.openxmlformats-officedocument.presentationml.tags+xml"/>
  <Override PartName="/ppt/tags/tag2768.xml" ContentType="application/vnd.openxmlformats-officedocument.presentationml.tags+xml"/>
  <Override PartName="/ppt/tags/tag2769.xml" ContentType="application/vnd.openxmlformats-officedocument.presentationml.tags+xml"/>
  <Override PartName="/ppt/tags/tag2770.xml" ContentType="application/vnd.openxmlformats-officedocument.presentationml.tags+xml"/>
  <Override PartName="/ppt/tags/tag2771.xml" ContentType="application/vnd.openxmlformats-officedocument.presentationml.tags+xml"/>
  <Override PartName="/ppt/tags/tag2772.xml" ContentType="application/vnd.openxmlformats-officedocument.presentationml.tags+xml"/>
  <Override PartName="/ppt/tags/tag2773.xml" ContentType="application/vnd.openxmlformats-officedocument.presentationml.tags+xml"/>
  <Override PartName="/ppt/tags/tag2774.xml" ContentType="application/vnd.openxmlformats-officedocument.presentationml.tags+xml"/>
  <Override PartName="/ppt/tags/tag2775.xml" ContentType="application/vnd.openxmlformats-officedocument.presentationml.tags+xml"/>
  <Override PartName="/ppt/tags/tag2776.xml" ContentType="application/vnd.openxmlformats-officedocument.presentationml.tags+xml"/>
  <Override PartName="/ppt/tags/tag2777.xml" ContentType="application/vnd.openxmlformats-officedocument.presentationml.tags+xml"/>
  <Override PartName="/ppt/tags/tag2778.xml" ContentType="application/vnd.openxmlformats-officedocument.presentationml.tags+xml"/>
  <Override PartName="/ppt/tags/tag2779.xml" ContentType="application/vnd.openxmlformats-officedocument.presentationml.tags+xml"/>
  <Override PartName="/ppt/tags/tag2780.xml" ContentType="application/vnd.openxmlformats-officedocument.presentationml.tags+xml"/>
  <Override PartName="/ppt/tags/tag2781.xml" ContentType="application/vnd.openxmlformats-officedocument.presentationml.tags+xml"/>
  <Override PartName="/ppt/tags/tag2782.xml" ContentType="application/vnd.openxmlformats-officedocument.presentationml.tags+xml"/>
  <Override PartName="/ppt/tags/tag2783.xml" ContentType="application/vnd.openxmlformats-officedocument.presentationml.tags+xml"/>
  <Override PartName="/ppt/tags/tag2784.xml" ContentType="application/vnd.openxmlformats-officedocument.presentationml.tags+xml"/>
  <Override PartName="/ppt/tags/tag2785.xml" ContentType="application/vnd.openxmlformats-officedocument.presentationml.tags+xml"/>
  <Override PartName="/ppt/tags/tag2786.xml" ContentType="application/vnd.openxmlformats-officedocument.presentationml.tags+xml"/>
  <Override PartName="/ppt/tags/tag2787.xml" ContentType="application/vnd.openxmlformats-officedocument.presentationml.tags+xml"/>
  <Override PartName="/ppt/tags/tag2788.xml" ContentType="application/vnd.openxmlformats-officedocument.presentationml.tags+xml"/>
  <Override PartName="/ppt/tags/tag2789.xml" ContentType="application/vnd.openxmlformats-officedocument.presentationml.tags+xml"/>
  <Override PartName="/ppt/tags/tag2790.xml" ContentType="application/vnd.openxmlformats-officedocument.presentationml.tags+xml"/>
  <Override PartName="/ppt/tags/tag2791.xml" ContentType="application/vnd.openxmlformats-officedocument.presentationml.tags+xml"/>
  <Override PartName="/ppt/tags/tag2792.xml" ContentType="application/vnd.openxmlformats-officedocument.presentationml.tags+xml"/>
  <Override PartName="/ppt/tags/tag2793.xml" ContentType="application/vnd.openxmlformats-officedocument.presentationml.tags+xml"/>
  <Override PartName="/ppt/tags/tag2794.xml" ContentType="application/vnd.openxmlformats-officedocument.presentationml.tags+xml"/>
  <Override PartName="/ppt/tags/tag2795.xml" ContentType="application/vnd.openxmlformats-officedocument.presentationml.tags+xml"/>
  <Override PartName="/ppt/tags/tag2796.xml" ContentType="application/vnd.openxmlformats-officedocument.presentationml.tags+xml"/>
  <Override PartName="/ppt/tags/tag2797.xml" ContentType="application/vnd.openxmlformats-officedocument.presentationml.tags+xml"/>
  <Override PartName="/ppt/tags/tag2798.xml" ContentType="application/vnd.openxmlformats-officedocument.presentationml.tags+xml"/>
  <Override PartName="/ppt/tags/tag2799.xml" ContentType="application/vnd.openxmlformats-officedocument.presentationml.tags+xml"/>
  <Override PartName="/ppt/tags/tag2800.xml" ContentType="application/vnd.openxmlformats-officedocument.presentationml.tags+xml"/>
  <Override PartName="/ppt/tags/tag2801.xml" ContentType="application/vnd.openxmlformats-officedocument.presentationml.tags+xml"/>
  <Override PartName="/ppt/tags/tag2802.xml" ContentType="application/vnd.openxmlformats-officedocument.presentationml.tags+xml"/>
  <Override PartName="/ppt/tags/tag2803.xml" ContentType="application/vnd.openxmlformats-officedocument.presentationml.tags+xml"/>
  <Override PartName="/ppt/tags/tag2804.xml" ContentType="application/vnd.openxmlformats-officedocument.presentationml.tags+xml"/>
  <Override PartName="/ppt/tags/tag2805.xml" ContentType="application/vnd.openxmlformats-officedocument.presentationml.tags+xml"/>
  <Override PartName="/ppt/tags/tag2806.xml" ContentType="application/vnd.openxmlformats-officedocument.presentationml.tags+xml"/>
  <Override PartName="/ppt/tags/tag2807.xml" ContentType="application/vnd.openxmlformats-officedocument.presentationml.tags+xml"/>
  <Override PartName="/ppt/tags/tag2808.xml" ContentType="application/vnd.openxmlformats-officedocument.presentationml.tags+xml"/>
  <Override PartName="/ppt/tags/tag2809.xml" ContentType="application/vnd.openxmlformats-officedocument.presentationml.tags+xml"/>
  <Override PartName="/ppt/tags/tag2810.xml" ContentType="application/vnd.openxmlformats-officedocument.presentationml.tags+xml"/>
  <Override PartName="/ppt/tags/tag2811.xml" ContentType="application/vnd.openxmlformats-officedocument.presentationml.tags+xml"/>
  <Override PartName="/ppt/tags/tag2812.xml" ContentType="application/vnd.openxmlformats-officedocument.presentationml.tags+xml"/>
  <Override PartName="/ppt/tags/tag2813.xml" ContentType="application/vnd.openxmlformats-officedocument.presentationml.tags+xml"/>
  <Override PartName="/ppt/tags/tag2814.xml" ContentType="application/vnd.openxmlformats-officedocument.presentationml.tags+xml"/>
  <Override PartName="/ppt/tags/tag2815.xml" ContentType="application/vnd.openxmlformats-officedocument.presentationml.tags+xml"/>
  <Override PartName="/ppt/tags/tag2816.xml" ContentType="application/vnd.openxmlformats-officedocument.presentationml.tags+xml"/>
  <Override PartName="/ppt/tags/tag2817.xml" ContentType="application/vnd.openxmlformats-officedocument.presentationml.tags+xml"/>
  <Override PartName="/ppt/tags/tag2818.xml" ContentType="application/vnd.openxmlformats-officedocument.presentationml.tags+xml"/>
  <Override PartName="/ppt/tags/tag2819.xml" ContentType="application/vnd.openxmlformats-officedocument.presentationml.tags+xml"/>
  <Override PartName="/ppt/tags/tag2820.xml" ContentType="application/vnd.openxmlformats-officedocument.presentationml.tags+xml"/>
  <Override PartName="/ppt/tags/tag2821.xml" ContentType="application/vnd.openxmlformats-officedocument.presentationml.tags+xml"/>
  <Override PartName="/ppt/tags/tag2822.xml" ContentType="application/vnd.openxmlformats-officedocument.presentationml.tags+xml"/>
  <Override PartName="/ppt/tags/tag2823.xml" ContentType="application/vnd.openxmlformats-officedocument.presentationml.tags+xml"/>
  <Override PartName="/ppt/tags/tag2824.xml" ContentType="application/vnd.openxmlformats-officedocument.presentationml.tags+xml"/>
  <Override PartName="/ppt/tags/tag2825.xml" ContentType="application/vnd.openxmlformats-officedocument.presentationml.tags+xml"/>
  <Override PartName="/ppt/tags/tag2826.xml" ContentType="application/vnd.openxmlformats-officedocument.presentationml.tags+xml"/>
  <Override PartName="/ppt/tags/tag2827.xml" ContentType="application/vnd.openxmlformats-officedocument.presentationml.tags+xml"/>
  <Override PartName="/ppt/tags/tag2828.xml" ContentType="application/vnd.openxmlformats-officedocument.presentationml.tags+xml"/>
  <Override PartName="/ppt/tags/tag2829.xml" ContentType="application/vnd.openxmlformats-officedocument.presentationml.tags+xml"/>
  <Override PartName="/ppt/tags/tag2830.xml" ContentType="application/vnd.openxmlformats-officedocument.presentationml.tags+xml"/>
  <Override PartName="/ppt/tags/tag2831.xml" ContentType="application/vnd.openxmlformats-officedocument.presentationml.tags+xml"/>
  <Override PartName="/ppt/tags/tag2832.xml" ContentType="application/vnd.openxmlformats-officedocument.presentationml.tags+xml"/>
  <Override PartName="/ppt/tags/tag2833.xml" ContentType="application/vnd.openxmlformats-officedocument.presentationml.tags+xml"/>
  <Override PartName="/ppt/tags/tag2834.xml" ContentType="application/vnd.openxmlformats-officedocument.presentationml.tags+xml"/>
  <Override PartName="/ppt/tags/tag2835.xml" ContentType="application/vnd.openxmlformats-officedocument.presentationml.tags+xml"/>
  <Override PartName="/ppt/tags/tag2836.xml" ContentType="application/vnd.openxmlformats-officedocument.presentationml.tags+xml"/>
  <Override PartName="/ppt/tags/tag2837.xml" ContentType="application/vnd.openxmlformats-officedocument.presentationml.tags+xml"/>
  <Override PartName="/ppt/tags/tag2838.xml" ContentType="application/vnd.openxmlformats-officedocument.presentationml.tags+xml"/>
  <Override PartName="/ppt/tags/tag2839.xml" ContentType="application/vnd.openxmlformats-officedocument.presentationml.tags+xml"/>
  <Override PartName="/ppt/tags/tag2840.xml" ContentType="application/vnd.openxmlformats-officedocument.presentationml.tags+xml"/>
  <Override PartName="/ppt/tags/tag2841.xml" ContentType="application/vnd.openxmlformats-officedocument.presentationml.tags+xml"/>
  <Override PartName="/ppt/tags/tag2842.xml" ContentType="application/vnd.openxmlformats-officedocument.presentationml.tags+xml"/>
  <Override PartName="/ppt/tags/tag2843.xml" ContentType="application/vnd.openxmlformats-officedocument.presentationml.tags+xml"/>
  <Override PartName="/ppt/tags/tag2844.xml" ContentType="application/vnd.openxmlformats-officedocument.presentationml.tags+xml"/>
  <Override PartName="/ppt/tags/tag2845.xml" ContentType="application/vnd.openxmlformats-officedocument.presentationml.tags+xml"/>
  <Override PartName="/ppt/tags/tag2846.xml" ContentType="application/vnd.openxmlformats-officedocument.presentationml.tags+xml"/>
  <Override PartName="/ppt/tags/tag2847.xml" ContentType="application/vnd.openxmlformats-officedocument.presentationml.tags+xml"/>
  <Override PartName="/ppt/tags/tag2848.xml" ContentType="application/vnd.openxmlformats-officedocument.presentationml.tags+xml"/>
  <Override PartName="/ppt/tags/tag2849.xml" ContentType="application/vnd.openxmlformats-officedocument.presentationml.tags+xml"/>
  <Override PartName="/ppt/tags/tag2850.xml" ContentType="application/vnd.openxmlformats-officedocument.presentationml.tags+xml"/>
  <Override PartName="/ppt/tags/tag2851.xml" ContentType="application/vnd.openxmlformats-officedocument.presentationml.tags+xml"/>
  <Override PartName="/ppt/tags/tag2852.xml" ContentType="application/vnd.openxmlformats-officedocument.presentationml.tags+xml"/>
  <Override PartName="/ppt/tags/tag2853.xml" ContentType="application/vnd.openxmlformats-officedocument.presentationml.tags+xml"/>
  <Override PartName="/ppt/tags/tag2854.xml" ContentType="application/vnd.openxmlformats-officedocument.presentationml.tags+xml"/>
  <Override PartName="/ppt/tags/tag2855.xml" ContentType="application/vnd.openxmlformats-officedocument.presentationml.tags+xml"/>
  <Override PartName="/ppt/tags/tag2856.xml" ContentType="application/vnd.openxmlformats-officedocument.presentationml.tags+xml"/>
  <Override PartName="/ppt/tags/tag2857.xml" ContentType="application/vnd.openxmlformats-officedocument.presentationml.tags+xml"/>
  <Override PartName="/ppt/tags/tag2858.xml" ContentType="application/vnd.openxmlformats-officedocument.presentationml.tags+xml"/>
  <Override PartName="/ppt/tags/tag2859.xml" ContentType="application/vnd.openxmlformats-officedocument.presentationml.tags+xml"/>
  <Override PartName="/ppt/tags/tag2860.xml" ContentType="application/vnd.openxmlformats-officedocument.presentationml.tags+xml"/>
  <Override PartName="/ppt/tags/tag2861.xml" ContentType="application/vnd.openxmlformats-officedocument.presentationml.tags+xml"/>
  <Override PartName="/ppt/tags/tag2862.xml" ContentType="application/vnd.openxmlformats-officedocument.presentationml.tags+xml"/>
  <Override PartName="/ppt/tags/tag2863.xml" ContentType="application/vnd.openxmlformats-officedocument.presentationml.tags+xml"/>
  <Override PartName="/ppt/tags/tag2864.xml" ContentType="application/vnd.openxmlformats-officedocument.presentationml.tags+xml"/>
  <Override PartName="/ppt/tags/tag2865.xml" ContentType="application/vnd.openxmlformats-officedocument.presentationml.tags+xml"/>
  <Override PartName="/ppt/tags/tag2866.xml" ContentType="application/vnd.openxmlformats-officedocument.presentationml.tags+xml"/>
  <Override PartName="/ppt/tags/tag2867.xml" ContentType="application/vnd.openxmlformats-officedocument.presentationml.tags+xml"/>
  <Override PartName="/ppt/tags/tag2868.xml" ContentType="application/vnd.openxmlformats-officedocument.presentationml.tags+xml"/>
  <Override PartName="/ppt/tags/tag2869.xml" ContentType="application/vnd.openxmlformats-officedocument.presentationml.tags+xml"/>
  <Override PartName="/ppt/tags/tag2870.xml" ContentType="application/vnd.openxmlformats-officedocument.presentationml.tags+xml"/>
  <Override PartName="/ppt/tags/tag2871.xml" ContentType="application/vnd.openxmlformats-officedocument.presentationml.tags+xml"/>
  <Override PartName="/ppt/tags/tag2872.xml" ContentType="application/vnd.openxmlformats-officedocument.presentationml.tags+xml"/>
  <Override PartName="/ppt/tags/tag2873.xml" ContentType="application/vnd.openxmlformats-officedocument.presentationml.tags+xml"/>
  <Override PartName="/ppt/tags/tag2874.xml" ContentType="application/vnd.openxmlformats-officedocument.presentationml.tags+xml"/>
  <Override PartName="/ppt/tags/tag2875.xml" ContentType="application/vnd.openxmlformats-officedocument.presentationml.tags+xml"/>
  <Override PartName="/ppt/tags/tag2876.xml" ContentType="application/vnd.openxmlformats-officedocument.presentationml.tags+xml"/>
  <Override PartName="/ppt/tags/tag2877.xml" ContentType="application/vnd.openxmlformats-officedocument.presentationml.tags+xml"/>
  <Override PartName="/ppt/tags/tag2878.xml" ContentType="application/vnd.openxmlformats-officedocument.presentationml.tags+xml"/>
  <Override PartName="/ppt/tags/tag2879.xml" ContentType="application/vnd.openxmlformats-officedocument.presentationml.tags+xml"/>
  <Override PartName="/ppt/tags/tag2880.xml" ContentType="application/vnd.openxmlformats-officedocument.presentationml.tags+xml"/>
  <Override PartName="/ppt/tags/tag2881.xml" ContentType="application/vnd.openxmlformats-officedocument.presentationml.tags+xml"/>
  <Override PartName="/ppt/tags/tag2882.xml" ContentType="application/vnd.openxmlformats-officedocument.presentationml.tags+xml"/>
  <Override PartName="/ppt/tags/tag2883.xml" ContentType="application/vnd.openxmlformats-officedocument.presentationml.tags+xml"/>
  <Override PartName="/ppt/tags/tag2884.xml" ContentType="application/vnd.openxmlformats-officedocument.presentationml.tags+xml"/>
  <Override PartName="/ppt/tags/tag2885.xml" ContentType="application/vnd.openxmlformats-officedocument.presentationml.tags+xml"/>
  <Override PartName="/ppt/tags/tag2886.xml" ContentType="application/vnd.openxmlformats-officedocument.presentationml.tags+xml"/>
  <Override PartName="/ppt/tags/tag2887.xml" ContentType="application/vnd.openxmlformats-officedocument.presentationml.tags+xml"/>
  <Override PartName="/ppt/tags/tag2888.xml" ContentType="application/vnd.openxmlformats-officedocument.presentationml.tags+xml"/>
  <Override PartName="/ppt/tags/tag2889.xml" ContentType="application/vnd.openxmlformats-officedocument.presentationml.tags+xml"/>
  <Override PartName="/ppt/tags/tag2890.xml" ContentType="application/vnd.openxmlformats-officedocument.presentationml.tags+xml"/>
  <Override PartName="/ppt/tags/tag2891.xml" ContentType="application/vnd.openxmlformats-officedocument.presentationml.tags+xml"/>
  <Override PartName="/ppt/tags/tag2892.xml" ContentType="application/vnd.openxmlformats-officedocument.presentationml.tags+xml"/>
  <Override PartName="/ppt/tags/tag2893.xml" ContentType="application/vnd.openxmlformats-officedocument.presentationml.tags+xml"/>
  <Override PartName="/ppt/tags/tag2894.xml" ContentType="application/vnd.openxmlformats-officedocument.presentationml.tags+xml"/>
  <Override PartName="/ppt/tags/tag2895.xml" ContentType="application/vnd.openxmlformats-officedocument.presentationml.tags+xml"/>
  <Override PartName="/ppt/tags/tag2896.xml" ContentType="application/vnd.openxmlformats-officedocument.presentationml.tags+xml"/>
  <Override PartName="/ppt/tags/tag2897.xml" ContentType="application/vnd.openxmlformats-officedocument.presentationml.tags+xml"/>
  <Override PartName="/ppt/tags/tag2898.xml" ContentType="application/vnd.openxmlformats-officedocument.presentationml.tags+xml"/>
  <Override PartName="/ppt/tags/tag2899.xml" ContentType="application/vnd.openxmlformats-officedocument.presentationml.tags+xml"/>
  <Override PartName="/ppt/tags/tag2900.xml" ContentType="application/vnd.openxmlformats-officedocument.presentationml.tags+xml"/>
  <Override PartName="/ppt/tags/tag2901.xml" ContentType="application/vnd.openxmlformats-officedocument.presentationml.tags+xml"/>
  <Override PartName="/ppt/tags/tag2902.xml" ContentType="application/vnd.openxmlformats-officedocument.presentationml.tags+xml"/>
  <Override PartName="/ppt/tags/tag2903.xml" ContentType="application/vnd.openxmlformats-officedocument.presentationml.tags+xml"/>
  <Override PartName="/ppt/tags/tag2904.xml" ContentType="application/vnd.openxmlformats-officedocument.presentationml.tags+xml"/>
  <Override PartName="/ppt/tags/tag2905.xml" ContentType="application/vnd.openxmlformats-officedocument.presentationml.tags+xml"/>
  <Override PartName="/ppt/tags/tag2906.xml" ContentType="application/vnd.openxmlformats-officedocument.presentationml.tags+xml"/>
  <Override PartName="/ppt/tags/tag2907.xml" ContentType="application/vnd.openxmlformats-officedocument.presentationml.tags+xml"/>
  <Override PartName="/ppt/tags/tag2908.xml" ContentType="application/vnd.openxmlformats-officedocument.presentationml.tags+xml"/>
  <Override PartName="/ppt/tags/tag2909.xml" ContentType="application/vnd.openxmlformats-officedocument.presentationml.tags+xml"/>
  <Override PartName="/ppt/tags/tag2910.xml" ContentType="application/vnd.openxmlformats-officedocument.presentationml.tags+xml"/>
  <Override PartName="/ppt/tags/tag2911.xml" ContentType="application/vnd.openxmlformats-officedocument.presentationml.tags+xml"/>
  <Override PartName="/ppt/tags/tag2912.xml" ContentType="application/vnd.openxmlformats-officedocument.presentationml.tags+xml"/>
  <Override PartName="/ppt/tags/tag2913.xml" ContentType="application/vnd.openxmlformats-officedocument.presentationml.tags+xml"/>
  <Override PartName="/ppt/tags/tag2914.xml" ContentType="application/vnd.openxmlformats-officedocument.presentationml.tags+xml"/>
  <Override PartName="/ppt/tags/tag2915.xml" ContentType="application/vnd.openxmlformats-officedocument.presentationml.tags+xml"/>
  <Override PartName="/ppt/tags/tag2916.xml" ContentType="application/vnd.openxmlformats-officedocument.presentationml.tags+xml"/>
  <Override PartName="/ppt/tags/tag2917.xml" ContentType="application/vnd.openxmlformats-officedocument.presentationml.tags+xml"/>
  <Override PartName="/ppt/tags/tag2918.xml" ContentType="application/vnd.openxmlformats-officedocument.presentationml.tags+xml"/>
  <Override PartName="/ppt/tags/tag2919.xml" ContentType="application/vnd.openxmlformats-officedocument.presentationml.tags+xml"/>
  <Override PartName="/ppt/tags/tag2920.xml" ContentType="application/vnd.openxmlformats-officedocument.presentationml.tags+xml"/>
  <Override PartName="/ppt/tags/tag2921.xml" ContentType="application/vnd.openxmlformats-officedocument.presentationml.tags+xml"/>
  <Override PartName="/ppt/tags/tag2922.xml" ContentType="application/vnd.openxmlformats-officedocument.presentationml.tags+xml"/>
  <Override PartName="/ppt/tags/tag2923.xml" ContentType="application/vnd.openxmlformats-officedocument.presentationml.tags+xml"/>
  <Override PartName="/ppt/tags/tag2924.xml" ContentType="application/vnd.openxmlformats-officedocument.presentationml.tags+xml"/>
  <Override PartName="/ppt/tags/tag2925.xml" ContentType="application/vnd.openxmlformats-officedocument.presentationml.tags+xml"/>
  <Override PartName="/ppt/tags/tag2926.xml" ContentType="application/vnd.openxmlformats-officedocument.presentationml.tags+xml"/>
  <Override PartName="/ppt/tags/tag2927.xml" ContentType="application/vnd.openxmlformats-officedocument.presentationml.tags+xml"/>
  <Override PartName="/ppt/tags/tag2928.xml" ContentType="application/vnd.openxmlformats-officedocument.presentationml.tags+xml"/>
  <Override PartName="/ppt/tags/tag2929.xml" ContentType="application/vnd.openxmlformats-officedocument.presentationml.tags+xml"/>
  <Override PartName="/ppt/tags/tag2930.xml" ContentType="application/vnd.openxmlformats-officedocument.presentationml.tags+xml"/>
  <Override PartName="/ppt/tags/tag2931.xml" ContentType="application/vnd.openxmlformats-officedocument.presentationml.tags+xml"/>
  <Override PartName="/ppt/tags/tag2932.xml" ContentType="application/vnd.openxmlformats-officedocument.presentationml.tags+xml"/>
  <Override PartName="/ppt/tags/tag2933.xml" ContentType="application/vnd.openxmlformats-officedocument.presentationml.tags+xml"/>
  <Override PartName="/ppt/tags/tag2934.xml" ContentType="application/vnd.openxmlformats-officedocument.presentationml.tags+xml"/>
  <Override PartName="/ppt/tags/tag2935.xml" ContentType="application/vnd.openxmlformats-officedocument.presentationml.tags+xml"/>
  <Override PartName="/ppt/tags/tag2936.xml" ContentType="application/vnd.openxmlformats-officedocument.presentationml.tags+xml"/>
  <Override PartName="/ppt/tags/tag2937.xml" ContentType="application/vnd.openxmlformats-officedocument.presentationml.tags+xml"/>
  <Override PartName="/ppt/tags/tag2938.xml" ContentType="application/vnd.openxmlformats-officedocument.presentationml.tags+xml"/>
  <Override PartName="/ppt/tags/tag2939.xml" ContentType="application/vnd.openxmlformats-officedocument.presentationml.tags+xml"/>
  <Override PartName="/ppt/tags/tag2940.xml" ContentType="application/vnd.openxmlformats-officedocument.presentationml.tags+xml"/>
  <Override PartName="/ppt/tags/tag2941.xml" ContentType="application/vnd.openxmlformats-officedocument.presentationml.tags+xml"/>
  <Override PartName="/ppt/tags/tag2942.xml" ContentType="application/vnd.openxmlformats-officedocument.presentationml.tags+xml"/>
  <Override PartName="/ppt/tags/tag2943.xml" ContentType="application/vnd.openxmlformats-officedocument.presentationml.tags+xml"/>
  <Override PartName="/ppt/tags/tag2944.xml" ContentType="application/vnd.openxmlformats-officedocument.presentationml.tags+xml"/>
  <Override PartName="/ppt/tags/tag2945.xml" ContentType="application/vnd.openxmlformats-officedocument.presentationml.tags+xml"/>
  <Override PartName="/ppt/tags/tag2946.xml" ContentType="application/vnd.openxmlformats-officedocument.presentationml.tags+xml"/>
  <Override PartName="/ppt/tags/tag2947.xml" ContentType="application/vnd.openxmlformats-officedocument.presentationml.tags+xml"/>
  <Override PartName="/ppt/tags/tag2948.xml" ContentType="application/vnd.openxmlformats-officedocument.presentationml.tags+xml"/>
  <Override PartName="/ppt/tags/tag2949.xml" ContentType="application/vnd.openxmlformats-officedocument.presentationml.tags+xml"/>
  <Override PartName="/ppt/tags/tag2950.xml" ContentType="application/vnd.openxmlformats-officedocument.presentationml.tags+xml"/>
  <Override PartName="/ppt/tags/tag2951.xml" ContentType="application/vnd.openxmlformats-officedocument.presentationml.tags+xml"/>
  <Override PartName="/ppt/tags/tag2952.xml" ContentType="application/vnd.openxmlformats-officedocument.presentationml.tags+xml"/>
  <Override PartName="/ppt/tags/tag2953.xml" ContentType="application/vnd.openxmlformats-officedocument.presentationml.tags+xml"/>
  <Override PartName="/ppt/tags/tag2954.xml" ContentType="application/vnd.openxmlformats-officedocument.presentationml.tags+xml"/>
  <Override PartName="/ppt/tags/tag2955.xml" ContentType="application/vnd.openxmlformats-officedocument.presentationml.tags+xml"/>
  <Override PartName="/ppt/tags/tag2956.xml" ContentType="application/vnd.openxmlformats-officedocument.presentationml.tags+xml"/>
  <Override PartName="/ppt/tags/tag2957.xml" ContentType="application/vnd.openxmlformats-officedocument.presentationml.tags+xml"/>
  <Override PartName="/ppt/tags/tag2958.xml" ContentType="application/vnd.openxmlformats-officedocument.presentationml.tags+xml"/>
  <Override PartName="/ppt/tags/tag2959.xml" ContentType="application/vnd.openxmlformats-officedocument.presentationml.tags+xml"/>
  <Override PartName="/ppt/tags/tag2960.xml" ContentType="application/vnd.openxmlformats-officedocument.presentationml.tags+xml"/>
  <Override PartName="/ppt/tags/tag2961.xml" ContentType="application/vnd.openxmlformats-officedocument.presentationml.tags+xml"/>
  <Override PartName="/ppt/tags/tag2962.xml" ContentType="application/vnd.openxmlformats-officedocument.presentationml.tags+xml"/>
  <Override PartName="/ppt/tags/tag2963.xml" ContentType="application/vnd.openxmlformats-officedocument.presentationml.tags+xml"/>
  <Override PartName="/ppt/tags/tag2964.xml" ContentType="application/vnd.openxmlformats-officedocument.presentationml.tags+xml"/>
  <Override PartName="/ppt/tags/tag2965.xml" ContentType="application/vnd.openxmlformats-officedocument.presentationml.tags+xml"/>
  <Override PartName="/ppt/tags/tag2966.xml" ContentType="application/vnd.openxmlformats-officedocument.presentationml.tags+xml"/>
  <Override PartName="/ppt/tags/tag2967.xml" ContentType="application/vnd.openxmlformats-officedocument.presentationml.tags+xml"/>
  <Override PartName="/ppt/tags/tag2968.xml" ContentType="application/vnd.openxmlformats-officedocument.presentationml.tags+xml"/>
  <Override PartName="/ppt/tags/tag2969.xml" ContentType="application/vnd.openxmlformats-officedocument.presentationml.tags+xml"/>
  <Override PartName="/ppt/tags/tag2970.xml" ContentType="application/vnd.openxmlformats-officedocument.presentationml.tags+xml"/>
  <Override PartName="/ppt/tags/tag2971.xml" ContentType="application/vnd.openxmlformats-officedocument.presentationml.tags+xml"/>
  <Override PartName="/ppt/tags/tag2972.xml" ContentType="application/vnd.openxmlformats-officedocument.presentationml.tags+xml"/>
  <Override PartName="/ppt/tags/tag2973.xml" ContentType="application/vnd.openxmlformats-officedocument.presentationml.tags+xml"/>
  <Override PartName="/ppt/tags/tag2974.xml" ContentType="application/vnd.openxmlformats-officedocument.presentationml.tags+xml"/>
  <Override PartName="/ppt/tags/tag2975.xml" ContentType="application/vnd.openxmlformats-officedocument.presentationml.tags+xml"/>
  <Override PartName="/ppt/tags/tag2976.xml" ContentType="application/vnd.openxmlformats-officedocument.presentationml.tags+xml"/>
  <Override PartName="/ppt/tags/tag2977.xml" ContentType="application/vnd.openxmlformats-officedocument.presentationml.tags+xml"/>
  <Override PartName="/ppt/tags/tag2978.xml" ContentType="application/vnd.openxmlformats-officedocument.presentationml.tags+xml"/>
  <Override PartName="/ppt/tags/tag2979.xml" ContentType="application/vnd.openxmlformats-officedocument.presentationml.tags+xml"/>
  <Override PartName="/ppt/tags/tag2980.xml" ContentType="application/vnd.openxmlformats-officedocument.presentationml.tags+xml"/>
  <Override PartName="/ppt/tags/tag2981.xml" ContentType="application/vnd.openxmlformats-officedocument.presentationml.tags+xml"/>
  <Override PartName="/ppt/tags/tag2982.xml" ContentType="application/vnd.openxmlformats-officedocument.presentationml.tags+xml"/>
  <Override PartName="/ppt/tags/tag2983.xml" ContentType="application/vnd.openxmlformats-officedocument.presentationml.tags+xml"/>
  <Override PartName="/ppt/tags/tag2984.xml" ContentType="application/vnd.openxmlformats-officedocument.presentationml.tags+xml"/>
  <Override PartName="/ppt/tags/tag2985.xml" ContentType="application/vnd.openxmlformats-officedocument.presentationml.tags+xml"/>
  <Override PartName="/ppt/tags/tag2986.xml" ContentType="application/vnd.openxmlformats-officedocument.presentationml.tags+xml"/>
  <Override PartName="/ppt/tags/tag2987.xml" ContentType="application/vnd.openxmlformats-officedocument.presentationml.tags+xml"/>
  <Override PartName="/ppt/tags/tag2988.xml" ContentType="application/vnd.openxmlformats-officedocument.presentationml.tags+xml"/>
  <Override PartName="/ppt/tags/tag2989.xml" ContentType="application/vnd.openxmlformats-officedocument.presentationml.tags+xml"/>
  <Override PartName="/ppt/tags/tag2990.xml" ContentType="application/vnd.openxmlformats-officedocument.presentationml.tags+xml"/>
  <Override PartName="/ppt/tags/tag2991.xml" ContentType="application/vnd.openxmlformats-officedocument.presentationml.tags+xml"/>
  <Override PartName="/ppt/tags/tag2992.xml" ContentType="application/vnd.openxmlformats-officedocument.presentationml.tags+xml"/>
  <Override PartName="/ppt/tags/tag2993.xml" ContentType="application/vnd.openxmlformats-officedocument.presentationml.tags+xml"/>
  <Override PartName="/ppt/tags/tag2994.xml" ContentType="application/vnd.openxmlformats-officedocument.presentationml.tags+xml"/>
  <Override PartName="/ppt/tags/tag2995.xml" ContentType="application/vnd.openxmlformats-officedocument.presentationml.tags+xml"/>
  <Override PartName="/ppt/tags/tag2996.xml" ContentType="application/vnd.openxmlformats-officedocument.presentationml.tags+xml"/>
  <Override PartName="/ppt/tags/tag2997.xml" ContentType="application/vnd.openxmlformats-officedocument.presentationml.tags+xml"/>
  <Override PartName="/ppt/tags/tag2998.xml" ContentType="application/vnd.openxmlformats-officedocument.presentationml.tags+xml"/>
  <Override PartName="/ppt/tags/tag2999.xml" ContentType="application/vnd.openxmlformats-officedocument.presentationml.tags+xml"/>
  <Override PartName="/ppt/tags/tag3000.xml" ContentType="application/vnd.openxmlformats-officedocument.presentationml.tags+xml"/>
  <Override PartName="/ppt/tags/tag3001.xml" ContentType="application/vnd.openxmlformats-officedocument.presentationml.tags+xml"/>
  <Override PartName="/ppt/tags/tag3002.xml" ContentType="application/vnd.openxmlformats-officedocument.presentationml.tags+xml"/>
  <Override PartName="/ppt/tags/tag3003.xml" ContentType="application/vnd.openxmlformats-officedocument.presentationml.tags+xml"/>
  <Override PartName="/ppt/tags/tag3004.xml" ContentType="application/vnd.openxmlformats-officedocument.presentationml.tags+xml"/>
  <Override PartName="/ppt/tags/tag3005.xml" ContentType="application/vnd.openxmlformats-officedocument.presentationml.tags+xml"/>
  <Override PartName="/ppt/tags/tag3006.xml" ContentType="application/vnd.openxmlformats-officedocument.presentationml.tags+xml"/>
  <Override PartName="/ppt/tags/tag3007.xml" ContentType="application/vnd.openxmlformats-officedocument.presentationml.tags+xml"/>
  <Override PartName="/ppt/tags/tag3008.xml" ContentType="application/vnd.openxmlformats-officedocument.presentationml.tags+xml"/>
  <Override PartName="/ppt/tags/tag3009.xml" ContentType="application/vnd.openxmlformats-officedocument.presentationml.tags+xml"/>
  <Override PartName="/ppt/tags/tag3010.xml" ContentType="application/vnd.openxmlformats-officedocument.presentationml.tags+xml"/>
  <Override PartName="/ppt/tags/tag3011.xml" ContentType="application/vnd.openxmlformats-officedocument.presentationml.tags+xml"/>
  <Override PartName="/ppt/tags/tag3012.xml" ContentType="application/vnd.openxmlformats-officedocument.presentationml.tags+xml"/>
  <Override PartName="/ppt/tags/tag3013.xml" ContentType="application/vnd.openxmlformats-officedocument.presentationml.tags+xml"/>
  <Override PartName="/ppt/tags/tag3014.xml" ContentType="application/vnd.openxmlformats-officedocument.presentationml.tags+xml"/>
  <Override PartName="/ppt/tags/tag3015.xml" ContentType="application/vnd.openxmlformats-officedocument.presentationml.tags+xml"/>
  <Override PartName="/ppt/tags/tag3016.xml" ContentType="application/vnd.openxmlformats-officedocument.presentationml.tags+xml"/>
  <Override PartName="/ppt/tags/tag3017.xml" ContentType="application/vnd.openxmlformats-officedocument.presentationml.tags+xml"/>
  <Override PartName="/ppt/tags/tag3018.xml" ContentType="application/vnd.openxmlformats-officedocument.presentationml.tags+xml"/>
  <Override PartName="/ppt/tags/tag3019.xml" ContentType="application/vnd.openxmlformats-officedocument.presentationml.tags+xml"/>
  <Override PartName="/ppt/tags/tag3020.xml" ContentType="application/vnd.openxmlformats-officedocument.presentationml.tags+xml"/>
  <Override PartName="/ppt/tags/tag3021.xml" ContentType="application/vnd.openxmlformats-officedocument.presentationml.tags+xml"/>
  <Override PartName="/ppt/tags/tag3022.xml" ContentType="application/vnd.openxmlformats-officedocument.presentationml.tags+xml"/>
  <Override PartName="/ppt/tags/tag3023.xml" ContentType="application/vnd.openxmlformats-officedocument.presentationml.tags+xml"/>
  <Override PartName="/ppt/tags/tag3024.xml" ContentType="application/vnd.openxmlformats-officedocument.presentationml.tags+xml"/>
  <Override PartName="/ppt/tags/tag3025.xml" ContentType="application/vnd.openxmlformats-officedocument.presentationml.tags+xml"/>
  <Override PartName="/ppt/tags/tag3026.xml" ContentType="application/vnd.openxmlformats-officedocument.presentationml.tags+xml"/>
  <Override PartName="/ppt/tags/tag3027.xml" ContentType="application/vnd.openxmlformats-officedocument.presentationml.tags+xml"/>
  <Override PartName="/ppt/tags/tag3028.xml" ContentType="application/vnd.openxmlformats-officedocument.presentationml.tags+xml"/>
  <Override PartName="/ppt/tags/tag3029.xml" ContentType="application/vnd.openxmlformats-officedocument.presentationml.tags+xml"/>
  <Override PartName="/ppt/tags/tag3030.xml" ContentType="application/vnd.openxmlformats-officedocument.presentationml.tags+xml"/>
  <Override PartName="/ppt/tags/tag3031.xml" ContentType="application/vnd.openxmlformats-officedocument.presentationml.tags+xml"/>
  <Override PartName="/ppt/tags/tag3032.xml" ContentType="application/vnd.openxmlformats-officedocument.presentationml.tags+xml"/>
  <Override PartName="/ppt/tags/tag3033.xml" ContentType="application/vnd.openxmlformats-officedocument.presentationml.tags+xml"/>
  <Override PartName="/ppt/tags/tag3034.xml" ContentType="application/vnd.openxmlformats-officedocument.presentationml.tags+xml"/>
  <Override PartName="/ppt/tags/tag3035.xml" ContentType="application/vnd.openxmlformats-officedocument.presentationml.tags+xml"/>
  <Override PartName="/ppt/tags/tag3036.xml" ContentType="application/vnd.openxmlformats-officedocument.presentationml.tags+xml"/>
  <Override PartName="/ppt/tags/tag3037.xml" ContentType="application/vnd.openxmlformats-officedocument.presentationml.tags+xml"/>
  <Override PartName="/ppt/tags/tag3038.xml" ContentType="application/vnd.openxmlformats-officedocument.presentationml.tags+xml"/>
  <Override PartName="/ppt/tags/tag3039.xml" ContentType="application/vnd.openxmlformats-officedocument.presentationml.tags+xml"/>
  <Override PartName="/ppt/tags/tag3040.xml" ContentType="application/vnd.openxmlformats-officedocument.presentationml.tags+xml"/>
  <Override PartName="/ppt/tags/tag3041.xml" ContentType="application/vnd.openxmlformats-officedocument.presentationml.tags+xml"/>
  <Override PartName="/ppt/tags/tag3042.xml" ContentType="application/vnd.openxmlformats-officedocument.presentationml.tags+xml"/>
  <Override PartName="/ppt/tags/tag3043.xml" ContentType="application/vnd.openxmlformats-officedocument.presentationml.tags+xml"/>
  <Override PartName="/ppt/tags/tag3044.xml" ContentType="application/vnd.openxmlformats-officedocument.presentationml.tags+xml"/>
  <Override PartName="/ppt/tags/tag3045.xml" ContentType="application/vnd.openxmlformats-officedocument.presentationml.tags+xml"/>
  <Override PartName="/ppt/tags/tag3046.xml" ContentType="application/vnd.openxmlformats-officedocument.presentationml.tags+xml"/>
  <Override PartName="/ppt/tags/tag3047.xml" ContentType="application/vnd.openxmlformats-officedocument.presentationml.tags+xml"/>
  <Override PartName="/ppt/tags/tag3048.xml" ContentType="application/vnd.openxmlformats-officedocument.presentationml.tags+xml"/>
  <Override PartName="/ppt/tags/tag3049.xml" ContentType="application/vnd.openxmlformats-officedocument.presentationml.tags+xml"/>
  <Override PartName="/ppt/tags/tag3050.xml" ContentType="application/vnd.openxmlformats-officedocument.presentationml.tags+xml"/>
  <Override PartName="/ppt/tags/tag3051.xml" ContentType="application/vnd.openxmlformats-officedocument.presentationml.tags+xml"/>
  <Override PartName="/ppt/tags/tag3052.xml" ContentType="application/vnd.openxmlformats-officedocument.presentationml.tags+xml"/>
  <Override PartName="/ppt/tags/tag3053.xml" ContentType="application/vnd.openxmlformats-officedocument.presentationml.tags+xml"/>
  <Override PartName="/ppt/tags/tag3054.xml" ContentType="application/vnd.openxmlformats-officedocument.presentationml.tags+xml"/>
  <Override PartName="/ppt/tags/tag3055.xml" ContentType="application/vnd.openxmlformats-officedocument.presentationml.tags+xml"/>
  <Override PartName="/ppt/tags/tag3056.xml" ContentType="application/vnd.openxmlformats-officedocument.presentationml.tags+xml"/>
  <Override PartName="/ppt/tags/tag3057.xml" ContentType="application/vnd.openxmlformats-officedocument.presentationml.tags+xml"/>
  <Override PartName="/ppt/tags/tag3058.xml" ContentType="application/vnd.openxmlformats-officedocument.presentationml.tags+xml"/>
  <Override PartName="/ppt/tags/tag3059.xml" ContentType="application/vnd.openxmlformats-officedocument.presentationml.tags+xml"/>
  <Override PartName="/ppt/tags/tag3060.xml" ContentType="application/vnd.openxmlformats-officedocument.presentationml.tags+xml"/>
  <Override PartName="/ppt/tags/tag3061.xml" ContentType="application/vnd.openxmlformats-officedocument.presentationml.tags+xml"/>
  <Override PartName="/ppt/tags/tag3062.xml" ContentType="application/vnd.openxmlformats-officedocument.presentationml.tags+xml"/>
  <Override PartName="/ppt/tags/tag3063.xml" ContentType="application/vnd.openxmlformats-officedocument.presentationml.tags+xml"/>
  <Override PartName="/ppt/tags/tag3064.xml" ContentType="application/vnd.openxmlformats-officedocument.presentationml.tags+xml"/>
  <Override PartName="/ppt/tags/tag3065.xml" ContentType="application/vnd.openxmlformats-officedocument.presentationml.tags+xml"/>
  <Override PartName="/ppt/tags/tag3066.xml" ContentType="application/vnd.openxmlformats-officedocument.presentationml.tags+xml"/>
  <Override PartName="/ppt/tags/tag3067.xml" ContentType="application/vnd.openxmlformats-officedocument.presentationml.tags+xml"/>
  <Override PartName="/ppt/tags/tag3068.xml" ContentType="application/vnd.openxmlformats-officedocument.presentationml.tags+xml"/>
  <Override PartName="/ppt/tags/tag3069.xml" ContentType="application/vnd.openxmlformats-officedocument.presentationml.tags+xml"/>
  <Override PartName="/ppt/tags/tag3070.xml" ContentType="application/vnd.openxmlformats-officedocument.presentationml.tags+xml"/>
  <Override PartName="/ppt/tags/tag3071.xml" ContentType="application/vnd.openxmlformats-officedocument.presentationml.tags+xml"/>
  <Override PartName="/ppt/tags/tag3072.xml" ContentType="application/vnd.openxmlformats-officedocument.presentationml.tags+xml"/>
  <Override PartName="/ppt/tags/tag3073.xml" ContentType="application/vnd.openxmlformats-officedocument.presentationml.tags+xml"/>
  <Override PartName="/ppt/tags/tag3074.xml" ContentType="application/vnd.openxmlformats-officedocument.presentationml.tags+xml"/>
  <Override PartName="/ppt/tags/tag3075.xml" ContentType="application/vnd.openxmlformats-officedocument.presentationml.tags+xml"/>
  <Override PartName="/ppt/tags/tag3076.xml" ContentType="application/vnd.openxmlformats-officedocument.presentationml.tags+xml"/>
  <Override PartName="/ppt/tags/tag3077.xml" ContentType="application/vnd.openxmlformats-officedocument.presentationml.tags+xml"/>
  <Override PartName="/ppt/tags/tag3078.xml" ContentType="application/vnd.openxmlformats-officedocument.presentationml.tags+xml"/>
  <Override PartName="/ppt/tags/tag3079.xml" ContentType="application/vnd.openxmlformats-officedocument.presentationml.tags+xml"/>
  <Override PartName="/ppt/tags/tag3080.xml" ContentType="application/vnd.openxmlformats-officedocument.presentationml.tags+xml"/>
  <Override PartName="/ppt/tags/tag3081.xml" ContentType="application/vnd.openxmlformats-officedocument.presentationml.tags+xml"/>
  <Override PartName="/ppt/tags/tag3082.xml" ContentType="application/vnd.openxmlformats-officedocument.presentationml.tags+xml"/>
  <Override PartName="/ppt/tags/tag3083.xml" ContentType="application/vnd.openxmlformats-officedocument.presentationml.tags+xml"/>
  <Override PartName="/ppt/tags/tag3084.xml" ContentType="application/vnd.openxmlformats-officedocument.presentationml.tags+xml"/>
  <Override PartName="/ppt/tags/tag3085.xml" ContentType="application/vnd.openxmlformats-officedocument.presentationml.tags+xml"/>
  <Override PartName="/ppt/tags/tag3086.xml" ContentType="application/vnd.openxmlformats-officedocument.presentationml.tags+xml"/>
  <Override PartName="/ppt/tags/tag3087.xml" ContentType="application/vnd.openxmlformats-officedocument.presentationml.tags+xml"/>
  <Override PartName="/ppt/tags/tag3088.xml" ContentType="application/vnd.openxmlformats-officedocument.presentationml.tags+xml"/>
  <Override PartName="/ppt/tags/tag3089.xml" ContentType="application/vnd.openxmlformats-officedocument.presentationml.tags+xml"/>
  <Override PartName="/ppt/tags/tag3090.xml" ContentType="application/vnd.openxmlformats-officedocument.presentationml.tags+xml"/>
  <Override PartName="/ppt/tags/tag3091.xml" ContentType="application/vnd.openxmlformats-officedocument.presentationml.tags+xml"/>
  <Override PartName="/ppt/tags/tag3092.xml" ContentType="application/vnd.openxmlformats-officedocument.presentationml.tags+xml"/>
  <Override PartName="/ppt/tags/tag3093.xml" ContentType="application/vnd.openxmlformats-officedocument.presentationml.tags+xml"/>
  <Override PartName="/ppt/tags/tag3094.xml" ContentType="application/vnd.openxmlformats-officedocument.presentationml.tags+xml"/>
  <Override PartName="/ppt/tags/tag3095.xml" ContentType="application/vnd.openxmlformats-officedocument.presentationml.tags+xml"/>
  <Override PartName="/ppt/tags/tag3096.xml" ContentType="application/vnd.openxmlformats-officedocument.presentationml.tags+xml"/>
  <Override PartName="/ppt/tags/tag3097.xml" ContentType="application/vnd.openxmlformats-officedocument.presentationml.tags+xml"/>
  <Override PartName="/ppt/tags/tag3098.xml" ContentType="application/vnd.openxmlformats-officedocument.presentationml.tags+xml"/>
  <Override PartName="/ppt/tags/tag3099.xml" ContentType="application/vnd.openxmlformats-officedocument.presentationml.tags+xml"/>
  <Override PartName="/ppt/tags/tag3100.xml" ContentType="application/vnd.openxmlformats-officedocument.presentationml.tags+xml"/>
  <Override PartName="/ppt/tags/tag3101.xml" ContentType="application/vnd.openxmlformats-officedocument.presentationml.tags+xml"/>
  <Override PartName="/ppt/tags/tag3102.xml" ContentType="application/vnd.openxmlformats-officedocument.presentationml.tags+xml"/>
  <Override PartName="/ppt/tags/tag3103.xml" ContentType="application/vnd.openxmlformats-officedocument.presentationml.tags+xml"/>
  <Override PartName="/ppt/tags/tag3104.xml" ContentType="application/vnd.openxmlformats-officedocument.presentationml.tags+xml"/>
  <Override PartName="/ppt/tags/tag3105.xml" ContentType="application/vnd.openxmlformats-officedocument.presentationml.tags+xml"/>
  <Override PartName="/ppt/tags/tag3106.xml" ContentType="application/vnd.openxmlformats-officedocument.presentationml.tags+xml"/>
  <Override PartName="/ppt/tags/tag3107.xml" ContentType="application/vnd.openxmlformats-officedocument.presentationml.tags+xml"/>
  <Override PartName="/ppt/tags/tag3108.xml" ContentType="application/vnd.openxmlformats-officedocument.presentationml.tags+xml"/>
  <Override PartName="/ppt/tags/tag3109.xml" ContentType="application/vnd.openxmlformats-officedocument.presentationml.tags+xml"/>
  <Override PartName="/ppt/tags/tag3110.xml" ContentType="application/vnd.openxmlformats-officedocument.presentationml.tags+xml"/>
  <Override PartName="/ppt/tags/tag3111.xml" ContentType="application/vnd.openxmlformats-officedocument.presentationml.tags+xml"/>
  <Override PartName="/ppt/tags/tag3112.xml" ContentType="application/vnd.openxmlformats-officedocument.presentationml.tags+xml"/>
  <Override PartName="/ppt/tags/tag3113.xml" ContentType="application/vnd.openxmlformats-officedocument.presentationml.tags+xml"/>
  <Override PartName="/ppt/tags/tag3114.xml" ContentType="application/vnd.openxmlformats-officedocument.presentationml.tags+xml"/>
  <Override PartName="/ppt/tags/tag3115.xml" ContentType="application/vnd.openxmlformats-officedocument.presentationml.tags+xml"/>
  <Override PartName="/ppt/tags/tag3116.xml" ContentType="application/vnd.openxmlformats-officedocument.presentationml.tags+xml"/>
  <Override PartName="/ppt/tags/tag3117.xml" ContentType="application/vnd.openxmlformats-officedocument.presentationml.tags+xml"/>
  <Override PartName="/ppt/tags/tag3118.xml" ContentType="application/vnd.openxmlformats-officedocument.presentationml.tags+xml"/>
  <Override PartName="/ppt/tags/tag3119.xml" ContentType="application/vnd.openxmlformats-officedocument.presentationml.tags+xml"/>
  <Override PartName="/ppt/tags/tag3120.xml" ContentType="application/vnd.openxmlformats-officedocument.presentationml.tags+xml"/>
  <Override PartName="/ppt/tags/tag3121.xml" ContentType="application/vnd.openxmlformats-officedocument.presentationml.tags+xml"/>
  <Override PartName="/ppt/tags/tag3122.xml" ContentType="application/vnd.openxmlformats-officedocument.presentationml.tags+xml"/>
  <Override PartName="/ppt/tags/tag3123.xml" ContentType="application/vnd.openxmlformats-officedocument.presentationml.tags+xml"/>
  <Override PartName="/ppt/tags/tag3124.xml" ContentType="application/vnd.openxmlformats-officedocument.presentationml.tags+xml"/>
  <Override PartName="/ppt/tags/tag3125.xml" ContentType="application/vnd.openxmlformats-officedocument.presentationml.tags+xml"/>
  <Override PartName="/ppt/tags/tag3126.xml" ContentType="application/vnd.openxmlformats-officedocument.presentationml.tags+xml"/>
  <Override PartName="/ppt/tags/tag3127.xml" ContentType="application/vnd.openxmlformats-officedocument.presentationml.tags+xml"/>
  <Override PartName="/ppt/tags/tag3128.xml" ContentType="application/vnd.openxmlformats-officedocument.presentationml.tags+xml"/>
  <Override PartName="/ppt/tags/tag3129.xml" ContentType="application/vnd.openxmlformats-officedocument.presentationml.tags+xml"/>
  <Override PartName="/ppt/tags/tag3130.xml" ContentType="application/vnd.openxmlformats-officedocument.presentationml.tags+xml"/>
  <Override PartName="/ppt/tags/tag3131.xml" ContentType="application/vnd.openxmlformats-officedocument.presentationml.tags+xml"/>
  <Override PartName="/ppt/tags/tag3132.xml" ContentType="application/vnd.openxmlformats-officedocument.presentationml.tags+xml"/>
  <Override PartName="/ppt/tags/tag3133.xml" ContentType="application/vnd.openxmlformats-officedocument.presentationml.tags+xml"/>
  <Override PartName="/ppt/tags/tag3134.xml" ContentType="application/vnd.openxmlformats-officedocument.presentationml.tags+xml"/>
  <Override PartName="/ppt/tags/tag3135.xml" ContentType="application/vnd.openxmlformats-officedocument.presentationml.tags+xml"/>
  <Override PartName="/ppt/tags/tag3136.xml" ContentType="application/vnd.openxmlformats-officedocument.presentationml.tags+xml"/>
  <Override PartName="/ppt/tags/tag3137.xml" ContentType="application/vnd.openxmlformats-officedocument.presentationml.tags+xml"/>
  <Override PartName="/ppt/tags/tag3138.xml" ContentType="application/vnd.openxmlformats-officedocument.presentationml.tags+xml"/>
  <Override PartName="/ppt/tags/tag3139.xml" ContentType="application/vnd.openxmlformats-officedocument.presentationml.tags+xml"/>
  <Override PartName="/ppt/tags/tag3140.xml" ContentType="application/vnd.openxmlformats-officedocument.presentationml.tags+xml"/>
  <Override PartName="/ppt/tags/tag3141.xml" ContentType="application/vnd.openxmlformats-officedocument.presentationml.tags+xml"/>
  <Override PartName="/ppt/tags/tag3142.xml" ContentType="application/vnd.openxmlformats-officedocument.presentationml.tags+xml"/>
  <Override PartName="/ppt/tags/tag3143.xml" ContentType="application/vnd.openxmlformats-officedocument.presentationml.tags+xml"/>
  <Override PartName="/ppt/tags/tag3144.xml" ContentType="application/vnd.openxmlformats-officedocument.presentationml.tags+xml"/>
  <Override PartName="/ppt/tags/tag3145.xml" ContentType="application/vnd.openxmlformats-officedocument.presentationml.tags+xml"/>
  <Override PartName="/ppt/tags/tag3146.xml" ContentType="application/vnd.openxmlformats-officedocument.presentationml.tags+xml"/>
  <Override PartName="/ppt/tags/tag3147.xml" ContentType="application/vnd.openxmlformats-officedocument.presentationml.tags+xml"/>
  <Override PartName="/ppt/tags/tag3148.xml" ContentType="application/vnd.openxmlformats-officedocument.presentationml.tags+xml"/>
  <Override PartName="/ppt/tags/tag3149.xml" ContentType="application/vnd.openxmlformats-officedocument.presentationml.tags+xml"/>
  <Override PartName="/ppt/tags/tag3150.xml" ContentType="application/vnd.openxmlformats-officedocument.presentationml.tags+xml"/>
  <Override PartName="/ppt/tags/tag3151.xml" ContentType="application/vnd.openxmlformats-officedocument.presentationml.tags+xml"/>
  <Override PartName="/ppt/tags/tag3152.xml" ContentType="application/vnd.openxmlformats-officedocument.presentationml.tags+xml"/>
  <Override PartName="/ppt/tags/tag3153.xml" ContentType="application/vnd.openxmlformats-officedocument.presentationml.tags+xml"/>
  <Override PartName="/ppt/tags/tag3154.xml" ContentType="application/vnd.openxmlformats-officedocument.presentationml.tags+xml"/>
  <Override PartName="/ppt/tags/tag3155.xml" ContentType="application/vnd.openxmlformats-officedocument.presentationml.tags+xml"/>
  <Override PartName="/ppt/tags/tag3156.xml" ContentType="application/vnd.openxmlformats-officedocument.presentationml.tags+xml"/>
  <Override PartName="/ppt/tags/tag3157.xml" ContentType="application/vnd.openxmlformats-officedocument.presentationml.tags+xml"/>
  <Override PartName="/ppt/tags/tag3158.xml" ContentType="application/vnd.openxmlformats-officedocument.presentationml.tags+xml"/>
  <Override PartName="/ppt/tags/tag3159.xml" ContentType="application/vnd.openxmlformats-officedocument.presentationml.tags+xml"/>
  <Override PartName="/ppt/tags/tag3160.xml" ContentType="application/vnd.openxmlformats-officedocument.presentationml.tags+xml"/>
  <Override PartName="/ppt/tags/tag3161.xml" ContentType="application/vnd.openxmlformats-officedocument.presentationml.tags+xml"/>
  <Override PartName="/ppt/tags/tag3162.xml" ContentType="application/vnd.openxmlformats-officedocument.presentationml.tags+xml"/>
  <Override PartName="/ppt/tags/tag3163.xml" ContentType="application/vnd.openxmlformats-officedocument.presentationml.tags+xml"/>
  <Override PartName="/ppt/tags/tag3164.xml" ContentType="application/vnd.openxmlformats-officedocument.presentationml.tags+xml"/>
  <Override PartName="/ppt/tags/tag3165.xml" ContentType="application/vnd.openxmlformats-officedocument.presentationml.tags+xml"/>
  <Override PartName="/ppt/tags/tag3166.xml" ContentType="application/vnd.openxmlformats-officedocument.presentationml.tags+xml"/>
  <Override PartName="/ppt/tags/tag3167.xml" ContentType="application/vnd.openxmlformats-officedocument.presentationml.tags+xml"/>
  <Override PartName="/ppt/tags/tag3168.xml" ContentType="application/vnd.openxmlformats-officedocument.presentationml.tags+xml"/>
  <Override PartName="/ppt/tags/tag3169.xml" ContentType="application/vnd.openxmlformats-officedocument.presentationml.tags+xml"/>
  <Override PartName="/ppt/tags/tag3170.xml" ContentType="application/vnd.openxmlformats-officedocument.presentationml.tags+xml"/>
  <Override PartName="/ppt/tags/tag3171.xml" ContentType="application/vnd.openxmlformats-officedocument.presentationml.tags+xml"/>
  <Override PartName="/ppt/tags/tag3172.xml" ContentType="application/vnd.openxmlformats-officedocument.presentationml.tags+xml"/>
  <Override PartName="/ppt/tags/tag3173.xml" ContentType="application/vnd.openxmlformats-officedocument.presentationml.tags+xml"/>
  <Override PartName="/ppt/tags/tag3174.xml" ContentType="application/vnd.openxmlformats-officedocument.presentationml.tags+xml"/>
  <Override PartName="/ppt/tags/tag3175.xml" ContentType="application/vnd.openxmlformats-officedocument.presentationml.tags+xml"/>
  <Override PartName="/ppt/tags/tag3176.xml" ContentType="application/vnd.openxmlformats-officedocument.presentationml.tags+xml"/>
  <Override PartName="/ppt/tags/tag3177.xml" ContentType="application/vnd.openxmlformats-officedocument.presentationml.tags+xml"/>
  <Override PartName="/ppt/tags/tag3178.xml" ContentType="application/vnd.openxmlformats-officedocument.presentationml.tags+xml"/>
  <Override PartName="/ppt/tags/tag3179.xml" ContentType="application/vnd.openxmlformats-officedocument.presentationml.tags+xml"/>
  <Override PartName="/ppt/tags/tag3180.xml" ContentType="application/vnd.openxmlformats-officedocument.presentationml.tags+xml"/>
  <Override PartName="/ppt/tags/tag3181.xml" ContentType="application/vnd.openxmlformats-officedocument.presentationml.tags+xml"/>
  <Override PartName="/ppt/tags/tag3182.xml" ContentType="application/vnd.openxmlformats-officedocument.presentationml.tags+xml"/>
  <Override PartName="/ppt/tags/tag3183.xml" ContentType="application/vnd.openxmlformats-officedocument.presentationml.tags+xml"/>
  <Override PartName="/ppt/tags/tag3184.xml" ContentType="application/vnd.openxmlformats-officedocument.presentationml.tags+xml"/>
  <Override PartName="/ppt/tags/tag3185.xml" ContentType="application/vnd.openxmlformats-officedocument.presentationml.tags+xml"/>
  <Override PartName="/ppt/tags/tag3186.xml" ContentType="application/vnd.openxmlformats-officedocument.presentationml.tags+xml"/>
  <Override PartName="/ppt/tags/tag3187.xml" ContentType="application/vnd.openxmlformats-officedocument.presentationml.tags+xml"/>
  <Override PartName="/ppt/tags/tag3188.xml" ContentType="application/vnd.openxmlformats-officedocument.presentationml.tags+xml"/>
  <Override PartName="/ppt/tags/tag3189.xml" ContentType="application/vnd.openxmlformats-officedocument.presentationml.tags+xml"/>
  <Override PartName="/ppt/tags/tag3190.xml" ContentType="application/vnd.openxmlformats-officedocument.presentationml.tags+xml"/>
  <Override PartName="/ppt/tags/tag3191.xml" ContentType="application/vnd.openxmlformats-officedocument.presentationml.tags+xml"/>
  <Override PartName="/ppt/tags/tag3192.xml" ContentType="application/vnd.openxmlformats-officedocument.presentationml.tags+xml"/>
  <Override PartName="/ppt/tags/tag3193.xml" ContentType="application/vnd.openxmlformats-officedocument.presentationml.tags+xml"/>
  <Override PartName="/ppt/tags/tag3194.xml" ContentType="application/vnd.openxmlformats-officedocument.presentationml.tags+xml"/>
  <Override PartName="/ppt/tags/tag3195.xml" ContentType="application/vnd.openxmlformats-officedocument.presentationml.tags+xml"/>
  <Override PartName="/ppt/tags/tag3196.xml" ContentType="application/vnd.openxmlformats-officedocument.presentationml.tags+xml"/>
  <Override PartName="/ppt/tags/tag3197.xml" ContentType="application/vnd.openxmlformats-officedocument.presentationml.tags+xml"/>
  <Override PartName="/ppt/tags/tag3198.xml" ContentType="application/vnd.openxmlformats-officedocument.presentationml.tags+xml"/>
  <Override PartName="/ppt/tags/tag3199.xml" ContentType="application/vnd.openxmlformats-officedocument.presentationml.tags+xml"/>
  <Override PartName="/ppt/tags/tag3200.xml" ContentType="application/vnd.openxmlformats-officedocument.presentationml.tags+xml"/>
  <Override PartName="/ppt/tags/tag3201.xml" ContentType="application/vnd.openxmlformats-officedocument.presentationml.tags+xml"/>
  <Override PartName="/ppt/tags/tag3202.xml" ContentType="application/vnd.openxmlformats-officedocument.presentationml.tags+xml"/>
  <Override PartName="/ppt/tags/tag3203.xml" ContentType="application/vnd.openxmlformats-officedocument.presentationml.tags+xml"/>
  <Override PartName="/ppt/tags/tag3204.xml" ContentType="application/vnd.openxmlformats-officedocument.presentationml.tags+xml"/>
  <Override PartName="/ppt/tags/tag3205.xml" ContentType="application/vnd.openxmlformats-officedocument.presentationml.tags+xml"/>
  <Override PartName="/ppt/tags/tag3206.xml" ContentType="application/vnd.openxmlformats-officedocument.presentationml.tags+xml"/>
  <Override PartName="/ppt/tags/tag3207.xml" ContentType="application/vnd.openxmlformats-officedocument.presentationml.tags+xml"/>
  <Override PartName="/ppt/tags/tag3208.xml" ContentType="application/vnd.openxmlformats-officedocument.presentationml.tags+xml"/>
  <Override PartName="/ppt/tags/tag3209.xml" ContentType="application/vnd.openxmlformats-officedocument.presentationml.tags+xml"/>
  <Override PartName="/ppt/tags/tag3210.xml" ContentType="application/vnd.openxmlformats-officedocument.presentationml.tags+xml"/>
  <Override PartName="/ppt/tags/tag3211.xml" ContentType="application/vnd.openxmlformats-officedocument.presentationml.tags+xml"/>
  <Override PartName="/ppt/tags/tag3212.xml" ContentType="application/vnd.openxmlformats-officedocument.presentationml.tags+xml"/>
  <Override PartName="/ppt/tags/tag3213.xml" ContentType="application/vnd.openxmlformats-officedocument.presentationml.tags+xml"/>
  <Override PartName="/ppt/tags/tag3214.xml" ContentType="application/vnd.openxmlformats-officedocument.presentationml.tags+xml"/>
  <Override PartName="/ppt/tags/tag3215.xml" ContentType="application/vnd.openxmlformats-officedocument.presentationml.tags+xml"/>
  <Override PartName="/ppt/tags/tag3216.xml" ContentType="application/vnd.openxmlformats-officedocument.presentationml.tags+xml"/>
  <Override PartName="/ppt/tags/tag3217.xml" ContentType="application/vnd.openxmlformats-officedocument.presentationml.tags+xml"/>
  <Override PartName="/ppt/tags/tag3218.xml" ContentType="application/vnd.openxmlformats-officedocument.presentationml.tags+xml"/>
  <Override PartName="/ppt/tags/tag3219.xml" ContentType="application/vnd.openxmlformats-officedocument.presentationml.tags+xml"/>
  <Override PartName="/ppt/tags/tag3220.xml" ContentType="application/vnd.openxmlformats-officedocument.presentationml.tags+xml"/>
  <Override PartName="/ppt/tags/tag3221.xml" ContentType="application/vnd.openxmlformats-officedocument.presentationml.tags+xml"/>
  <Override PartName="/ppt/tags/tag3222.xml" ContentType="application/vnd.openxmlformats-officedocument.presentationml.tags+xml"/>
  <Override PartName="/ppt/tags/tag3223.xml" ContentType="application/vnd.openxmlformats-officedocument.presentationml.tags+xml"/>
  <Override PartName="/ppt/tags/tag3224.xml" ContentType="application/vnd.openxmlformats-officedocument.presentationml.tags+xml"/>
  <Override PartName="/ppt/tags/tag3225.xml" ContentType="application/vnd.openxmlformats-officedocument.presentationml.tags+xml"/>
  <Override PartName="/ppt/tags/tag3226.xml" ContentType="application/vnd.openxmlformats-officedocument.presentationml.tags+xml"/>
  <Override PartName="/ppt/tags/tag3227.xml" ContentType="application/vnd.openxmlformats-officedocument.presentationml.tags+xml"/>
  <Override PartName="/ppt/tags/tag3228.xml" ContentType="application/vnd.openxmlformats-officedocument.presentationml.tags+xml"/>
  <Override PartName="/ppt/tags/tag3229.xml" ContentType="application/vnd.openxmlformats-officedocument.presentationml.tags+xml"/>
  <Override PartName="/ppt/tags/tag3230.xml" ContentType="application/vnd.openxmlformats-officedocument.presentationml.tags+xml"/>
  <Override PartName="/ppt/tags/tag3231.xml" ContentType="application/vnd.openxmlformats-officedocument.presentationml.tags+xml"/>
  <Override PartName="/ppt/tags/tag3232.xml" ContentType="application/vnd.openxmlformats-officedocument.presentationml.tags+xml"/>
  <Override PartName="/ppt/tags/tag3233.xml" ContentType="application/vnd.openxmlformats-officedocument.presentationml.tags+xml"/>
  <Override PartName="/ppt/tags/tag3234.xml" ContentType="application/vnd.openxmlformats-officedocument.presentationml.tags+xml"/>
  <Override PartName="/ppt/tags/tag3235.xml" ContentType="application/vnd.openxmlformats-officedocument.presentationml.tags+xml"/>
  <Override PartName="/ppt/tags/tag3236.xml" ContentType="application/vnd.openxmlformats-officedocument.presentationml.tags+xml"/>
  <Override PartName="/ppt/tags/tag3237.xml" ContentType="application/vnd.openxmlformats-officedocument.presentationml.tags+xml"/>
  <Override PartName="/ppt/tags/tag3238.xml" ContentType="application/vnd.openxmlformats-officedocument.presentationml.tags+xml"/>
  <Override PartName="/ppt/tags/tag3239.xml" ContentType="application/vnd.openxmlformats-officedocument.presentationml.tags+xml"/>
  <Override PartName="/ppt/tags/tag3240.xml" ContentType="application/vnd.openxmlformats-officedocument.presentationml.tags+xml"/>
  <Override PartName="/ppt/tags/tag3241.xml" ContentType="application/vnd.openxmlformats-officedocument.presentationml.tags+xml"/>
  <Override PartName="/ppt/tags/tag3242.xml" ContentType="application/vnd.openxmlformats-officedocument.presentationml.tags+xml"/>
  <Override PartName="/ppt/tags/tag3243.xml" ContentType="application/vnd.openxmlformats-officedocument.presentationml.tags+xml"/>
  <Override PartName="/ppt/tags/tag3244.xml" ContentType="application/vnd.openxmlformats-officedocument.presentationml.tags+xml"/>
  <Override PartName="/ppt/tags/tag3245.xml" ContentType="application/vnd.openxmlformats-officedocument.presentationml.tags+xml"/>
  <Override PartName="/ppt/tags/tag3246.xml" ContentType="application/vnd.openxmlformats-officedocument.presentationml.tags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Relationship Id="rId4" Type="http://schemas.openxmlformats.org/officeDocument/2006/relationships/custom-properties" Target="docProps/custom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howSpecialPlsOnTitleSld="0">
  <p:sldMasterIdLst>
    <p:sldMasterId id="2147483648" r:id="rId1"/>
  </p:sldMasterIdLst>
  <p:notesMasterIdLst>
    <p:notesMasterId r:id="rId61"/>
  </p:notesMasterIdLst>
  <p:handoutMasterIdLst>
    <p:handoutMasterId r:id="rId62"/>
  </p:handoutMasterIdLst>
  <p:sldIdLst>
    <p:sldId id="651" r:id="rId2"/>
    <p:sldId id="869" r:id="rId3"/>
    <p:sldId id="753" r:id="rId4"/>
    <p:sldId id="652" r:id="rId5"/>
    <p:sldId id="756" r:id="rId6"/>
    <p:sldId id="757" r:id="rId7"/>
    <p:sldId id="758" r:id="rId8"/>
    <p:sldId id="759" r:id="rId9"/>
    <p:sldId id="761" r:id="rId10"/>
    <p:sldId id="760" r:id="rId11"/>
    <p:sldId id="762" r:id="rId12"/>
    <p:sldId id="763" r:id="rId13"/>
    <p:sldId id="764" r:id="rId14"/>
    <p:sldId id="765" r:id="rId15"/>
    <p:sldId id="766" r:id="rId16"/>
    <p:sldId id="767" r:id="rId17"/>
    <p:sldId id="770" r:id="rId18"/>
    <p:sldId id="772" r:id="rId19"/>
    <p:sldId id="771" r:id="rId20"/>
    <p:sldId id="774" r:id="rId21"/>
    <p:sldId id="773" r:id="rId22"/>
    <p:sldId id="775" r:id="rId23"/>
    <p:sldId id="779" r:id="rId24"/>
    <p:sldId id="776" r:id="rId25"/>
    <p:sldId id="777" r:id="rId26"/>
    <p:sldId id="778" r:id="rId27"/>
    <p:sldId id="811" r:id="rId28"/>
    <p:sldId id="754" r:id="rId29"/>
    <p:sldId id="780" r:id="rId30"/>
    <p:sldId id="781" r:id="rId31"/>
    <p:sldId id="782" r:id="rId32"/>
    <p:sldId id="784" r:id="rId33"/>
    <p:sldId id="785" r:id="rId34"/>
    <p:sldId id="786" r:id="rId35"/>
    <p:sldId id="787" r:id="rId36"/>
    <p:sldId id="788" r:id="rId37"/>
    <p:sldId id="789" r:id="rId38"/>
    <p:sldId id="790" r:id="rId39"/>
    <p:sldId id="755" r:id="rId40"/>
    <p:sldId id="791" r:id="rId41"/>
    <p:sldId id="792" r:id="rId42"/>
    <p:sldId id="802" r:id="rId43"/>
    <p:sldId id="801" r:id="rId44"/>
    <p:sldId id="793" r:id="rId45"/>
    <p:sldId id="804" r:id="rId46"/>
    <p:sldId id="803" r:id="rId47"/>
    <p:sldId id="795" r:id="rId48"/>
    <p:sldId id="806" r:id="rId49"/>
    <p:sldId id="807" r:id="rId50"/>
    <p:sldId id="870" r:id="rId51"/>
    <p:sldId id="871" r:id="rId52"/>
    <p:sldId id="872" r:id="rId53"/>
    <p:sldId id="805" r:id="rId54"/>
    <p:sldId id="797" r:id="rId55"/>
    <p:sldId id="799" r:id="rId56"/>
    <p:sldId id="800" r:id="rId57"/>
    <p:sldId id="808" r:id="rId58"/>
    <p:sldId id="809" r:id="rId59"/>
    <p:sldId id="810" r:id="rId60"/>
  </p:sldIdLst>
  <p:sldSz cx="9144000" cy="6858000" type="screen4x3"/>
  <p:notesSz cx="9180513" cy="6858000"/>
  <p:custDataLst>
    <p:tags r:id="rId63"/>
  </p:custDataLst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34" userDrawn="1">
          <p15:clr>
            <a:srgbClr val="A4A3A4"/>
          </p15:clr>
        </p15:guide>
        <p15:guide id="2" pos="2880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0"/>
      </p:ext>
    </p:extLst>
  </p:showPr>
  <p:clrMru>
    <a:srgbClr val="1E7AB6"/>
    <a:srgbClr val="3A3AB9"/>
    <a:srgbClr val="008000"/>
    <a:srgbClr val="CC0000"/>
    <a:srgbClr val="5252D4"/>
    <a:srgbClr val="B545B5"/>
    <a:srgbClr val="339966"/>
    <a:srgbClr val="669900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中度样式 2 - 强调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6E25E649-3F16-4E02-A733-19D2CDBF48F0}" styleName="中度样式 3 - 强调 1">
    <a:wholeTbl>
      <a:tcTxStyle>
        <a:fontRef idx="minor">
          <a:scrgbClr r="0" g="0" b="0"/>
        </a:fontRef>
        <a:schemeClr val="dk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25400" cmpd="sng">
              <a:solidFill>
                <a:schemeClr val="dk1"/>
              </a:solidFill>
            </a:ln>
          </a:top>
          <a:bottom>
            <a:ln w="25400" cmpd="sng">
              <a:solidFill>
                <a:schemeClr val="dk1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lt1"/>
          </a:solidFill>
        </a:fill>
      </a:tcStyle>
    </a:wholeTbl>
    <a:band1H>
      <a:tcStyle>
        <a:tcBdr/>
        <a:fill>
          <a:solidFill>
            <a:schemeClr val="dk1">
              <a:tint val="20000"/>
            </a:schemeClr>
          </a:solidFill>
        </a:fill>
      </a:tcStyle>
    </a:band1H>
    <a:band1V>
      <a:tcStyle>
        <a:tcBdr/>
        <a:fill>
          <a:solidFill>
            <a:schemeClr val="dk1">
              <a:tint val="20000"/>
            </a:schemeClr>
          </a:solidFill>
        </a:fill>
      </a:tcStyle>
    </a:band1V>
    <a:lastCol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/>
      <a:tcStyle>
        <a:tcBdr>
          <a:top>
            <a:ln w="50800" cmpd="dbl">
              <a:solidFill>
                <a:schemeClr val="dk1"/>
              </a:solidFill>
            </a:ln>
          </a:top>
        </a:tcBdr>
        <a:fill>
          <a:solidFill>
            <a:schemeClr val="lt1"/>
          </a:solidFill>
        </a:fill>
      </a:tcStyle>
    </a:lastRow>
    <a:seCell>
      <a:tcTxStyle b="on">
        <a:fontRef idx="minor">
          <a:scrgbClr r="0" g="0" b="0"/>
        </a:fontRef>
        <a:schemeClr val="dk1"/>
      </a:tcTxStyle>
      <a:tcStyle>
        <a:tcBdr/>
      </a:tcStyle>
    </a:seCell>
    <a:swCell>
      <a:tcTxStyle b="on">
        <a:fontRef idx="minor">
          <a:scrgbClr r="0" g="0" b="0"/>
        </a:fontRef>
        <a:schemeClr val="dk1"/>
      </a:tcTxStyle>
      <a:tcStyle>
        <a:tcBdr/>
      </a:tcStyle>
    </a:swCell>
    <a:firstRow>
      <a:tcTxStyle b="on">
        <a:fontRef idx="minor">
          <a:scrgbClr r="0" g="0" b="0"/>
        </a:fontRef>
        <a:schemeClr val="lt1"/>
      </a:tcTxStyle>
      <a:tcStyle>
        <a:tcBdr>
          <a:bottom>
            <a:ln w="25400" cmpd="sng">
              <a:solidFill>
                <a:schemeClr val="dk1"/>
              </a:solidFill>
            </a:ln>
          </a:bottom>
        </a:tcBdr>
        <a:fill>
          <a:solidFill>
            <a:schemeClr val="accent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15987" autoAdjust="0"/>
    <p:restoredTop sz="96429" autoAdjust="0"/>
  </p:normalViewPr>
  <p:slideViewPr>
    <p:cSldViewPr showGuides="1">
      <p:cViewPr varScale="1">
        <p:scale>
          <a:sx n="99" d="100"/>
          <a:sy n="99" d="100"/>
        </p:scale>
        <p:origin x="96" y="498"/>
      </p:cViewPr>
      <p:guideLst>
        <p:guide orient="horz" pos="2134"/>
        <p:guide pos="2880"/>
      </p:guideLst>
    </p:cSldViewPr>
  </p:slideViewPr>
  <p:outlineViewPr>
    <p:cViewPr>
      <p:scale>
        <a:sx n="33" d="100"/>
        <a:sy n="33" d="100"/>
      </p:scale>
      <p:origin x="0" y="0"/>
    </p:cViewPr>
  </p:outlineViewPr>
  <p:notesTextViewPr>
    <p:cViewPr>
      <p:scale>
        <a:sx n="100" d="100"/>
        <a:sy n="100" d="100"/>
      </p:scale>
      <p:origin x="0" y="0"/>
    </p:cViewPr>
  </p:notesTextViewPr>
  <p:sorterViewPr>
    <p:cViewPr>
      <p:scale>
        <a:sx n="66" d="100"/>
        <a:sy n="66" d="100"/>
      </p:scale>
      <p:origin x="0" y="6966"/>
    </p:cViewPr>
  </p:sorterViewPr>
  <p:gridSpacing cx="72008" cy="72008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5.xml"/><Relationship Id="rId21" Type="http://schemas.openxmlformats.org/officeDocument/2006/relationships/slide" Target="slides/slide20.xml"/><Relationship Id="rId34" Type="http://schemas.openxmlformats.org/officeDocument/2006/relationships/slide" Target="slides/slide33.xml"/><Relationship Id="rId42" Type="http://schemas.openxmlformats.org/officeDocument/2006/relationships/slide" Target="slides/slide41.xml"/><Relationship Id="rId47" Type="http://schemas.openxmlformats.org/officeDocument/2006/relationships/slide" Target="slides/slide46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63" Type="http://schemas.openxmlformats.org/officeDocument/2006/relationships/tags" Target="tags/tag1.xml"/><Relationship Id="rId7" Type="http://schemas.openxmlformats.org/officeDocument/2006/relationships/slide" Target="slides/slide6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9" Type="http://schemas.openxmlformats.org/officeDocument/2006/relationships/slide" Target="slides/slide28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53" Type="http://schemas.openxmlformats.org/officeDocument/2006/relationships/slide" Target="slides/slide52.xml"/><Relationship Id="rId58" Type="http://schemas.openxmlformats.org/officeDocument/2006/relationships/slide" Target="slides/slide57.xml"/><Relationship Id="rId66" Type="http://schemas.openxmlformats.org/officeDocument/2006/relationships/theme" Target="theme/theme1.xml"/><Relationship Id="rId5" Type="http://schemas.openxmlformats.org/officeDocument/2006/relationships/slide" Target="slides/slide4.xml"/><Relationship Id="rId61" Type="http://schemas.openxmlformats.org/officeDocument/2006/relationships/notesMaster" Target="notesMasters/notesMaster1.xml"/><Relationship Id="rId19" Type="http://schemas.openxmlformats.org/officeDocument/2006/relationships/slide" Target="slides/slide1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56" Type="http://schemas.openxmlformats.org/officeDocument/2006/relationships/slide" Target="slides/slide55.xml"/><Relationship Id="rId64" Type="http://schemas.openxmlformats.org/officeDocument/2006/relationships/presProps" Target="presProps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3" Type="http://schemas.openxmlformats.org/officeDocument/2006/relationships/slide" Target="slides/slide2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46" Type="http://schemas.openxmlformats.org/officeDocument/2006/relationships/slide" Target="slides/slide45.xml"/><Relationship Id="rId59" Type="http://schemas.openxmlformats.org/officeDocument/2006/relationships/slide" Target="slides/slide58.xml"/><Relationship Id="rId67" Type="http://schemas.openxmlformats.org/officeDocument/2006/relationships/tableStyles" Target="tableStyles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54" Type="http://schemas.openxmlformats.org/officeDocument/2006/relationships/slide" Target="slides/slide53.xml"/><Relationship Id="rId62" Type="http://schemas.openxmlformats.org/officeDocument/2006/relationships/handoutMaster" Target="handoutMasters/handoutMaster1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49" Type="http://schemas.openxmlformats.org/officeDocument/2006/relationships/slide" Target="slides/slide48.xml"/><Relationship Id="rId57" Type="http://schemas.openxmlformats.org/officeDocument/2006/relationships/slide" Target="slides/slide56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44" Type="http://schemas.openxmlformats.org/officeDocument/2006/relationships/slide" Target="slides/slide43.xml"/><Relationship Id="rId52" Type="http://schemas.openxmlformats.org/officeDocument/2006/relationships/slide" Target="slides/slide51.xml"/><Relationship Id="rId60" Type="http://schemas.openxmlformats.org/officeDocument/2006/relationships/slide" Target="slides/slide59.xml"/><Relationship Id="rId65" Type="http://schemas.openxmlformats.org/officeDocument/2006/relationships/viewProps" Target="viewProps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39" Type="http://schemas.openxmlformats.org/officeDocument/2006/relationships/slide" Target="slides/slide38.xml"/></Relationship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506" name="Rectangle 2"/>
          <p:cNvSpPr>
            <a:spLocks noGrp="1" noChangeArrowheads="1"/>
          </p:cNvSpPr>
          <p:nvPr>
            <p:ph type="hdr" sz="quarter"/>
          </p:nvPr>
        </p:nvSpPr>
        <p:spPr bwMode="auto">
          <a:xfrm>
            <a:off x="0" y="0"/>
            <a:ext cx="3978085" cy="342734"/>
          </a:xfrm>
          <a:prstGeom prst="rect">
            <a:avLst/>
          </a:prstGeom>
          <a:noFill/>
          <a:ln>
            <a:noFill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eaLnBrk="1" hangingPunct="1">
              <a:lnSpc>
                <a:spcPct val="100000"/>
              </a:lnSpc>
              <a:spcBef>
                <a:spcPct val="0"/>
              </a:spcBef>
              <a:defRPr sz="1600">
                <a:latin typeface="Times New Roman" panose="02020603050405020304" pitchFamily="18" charset="0"/>
                <a:ea typeface="宋体" panose="02010600030101010101" pitchFamily="2" charset="-122"/>
              </a:defRPr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21507" name="Rectangle 3"/>
          <p:cNvSpPr>
            <a:spLocks noGrp="1" noChangeArrowheads="1"/>
          </p:cNvSpPr>
          <p:nvPr>
            <p:ph type="dt" sz="quarter" idx="1"/>
          </p:nvPr>
        </p:nvSpPr>
        <p:spPr bwMode="auto">
          <a:xfrm>
            <a:off x="5202111" y="0"/>
            <a:ext cx="3978085" cy="342734"/>
          </a:xfrm>
          <a:prstGeom prst="rect">
            <a:avLst/>
          </a:prstGeom>
          <a:noFill/>
          <a:ln>
            <a:noFill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 eaLnBrk="1" hangingPunct="1">
              <a:lnSpc>
                <a:spcPct val="100000"/>
              </a:lnSpc>
              <a:spcBef>
                <a:spcPct val="0"/>
              </a:spcBef>
              <a:defRPr sz="1600">
                <a:latin typeface="Times New Roman" panose="02020603050405020304" pitchFamily="18" charset="0"/>
                <a:ea typeface="宋体" panose="02010600030101010101" pitchFamily="2" charset="-122"/>
              </a:defRPr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21508" name="Rectangle 4"/>
          <p:cNvSpPr>
            <a:spLocks noGrp="1" noChangeArrowheads="1"/>
          </p:cNvSpPr>
          <p:nvPr>
            <p:ph type="ftr" sz="quarter" idx="2"/>
          </p:nvPr>
        </p:nvSpPr>
        <p:spPr bwMode="auto">
          <a:xfrm>
            <a:off x="0" y="6515503"/>
            <a:ext cx="3978085" cy="342734"/>
          </a:xfrm>
          <a:prstGeom prst="rect">
            <a:avLst/>
          </a:prstGeom>
          <a:noFill/>
          <a:ln>
            <a:noFill/>
          </a:ln>
          <a:effectLst/>
        </p:spPr>
        <p:txBody>
          <a:bodyPr vert="horz" wrap="square" lIns="91440" tIns="45720" rIns="91440" bIns="45720" numCol="1" anchor="b" anchorCtr="0" compatLnSpc="1"/>
          <a:lstStyle>
            <a:lvl1pPr eaLnBrk="1" hangingPunct="1">
              <a:lnSpc>
                <a:spcPct val="100000"/>
              </a:lnSpc>
              <a:spcBef>
                <a:spcPct val="0"/>
              </a:spcBef>
              <a:defRPr sz="1600">
                <a:latin typeface="Times New Roman" panose="02020603050405020304" pitchFamily="18" charset="0"/>
                <a:ea typeface="宋体" panose="02010600030101010101" pitchFamily="2" charset="-122"/>
              </a:defRPr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21509" name="Rectangle 5"/>
          <p:cNvSpPr>
            <a:spLocks noGrp="1" noChangeArrowheads="1"/>
          </p:cNvSpPr>
          <p:nvPr>
            <p:ph type="sldNum" sz="quarter" idx="3"/>
          </p:nvPr>
        </p:nvSpPr>
        <p:spPr bwMode="auto">
          <a:xfrm>
            <a:off x="5202111" y="6515503"/>
            <a:ext cx="3978085" cy="342734"/>
          </a:xfrm>
          <a:prstGeom prst="rect">
            <a:avLst/>
          </a:prstGeom>
          <a:noFill/>
          <a:ln>
            <a:noFill/>
          </a:ln>
          <a:effectLst/>
        </p:spPr>
        <p:txBody>
          <a:bodyPr vert="horz" wrap="square" lIns="91440" tIns="45720" rIns="91440" bIns="45720" numCol="1" anchor="b" anchorCtr="0" compatLnSpc="1"/>
          <a:lstStyle>
            <a:lvl1pPr algn="r" eaLnBrk="1" hangingPunct="1">
              <a:defRPr sz="1600">
                <a:latin typeface="Times New Roman" panose="02020603050405020304" pitchFamily="18" charset="0"/>
              </a:defRPr>
            </a:lvl1pPr>
          </a:lstStyle>
          <a:p>
            <a:pPr>
              <a:defRPr/>
            </a:pPr>
            <a:fld id="{6025CC5D-31DA-4F4B-89AE-356C3429DFE9}" type="slidenum">
              <a:rPr lang="zh-CN" altLang="en-US"/>
              <a:pPr>
                <a:defRPr/>
              </a:pPr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6" name="Rectangle 2"/>
          <p:cNvSpPr>
            <a:spLocks noGrp="1" noChangeArrowheads="1"/>
          </p:cNvSpPr>
          <p:nvPr>
            <p:ph type="hdr" sz="quarter"/>
          </p:nvPr>
        </p:nvSpPr>
        <p:spPr bwMode="auto">
          <a:xfrm>
            <a:off x="0" y="0"/>
            <a:ext cx="3978085" cy="342734"/>
          </a:xfrm>
          <a:prstGeom prst="rect">
            <a:avLst/>
          </a:prstGeom>
          <a:noFill/>
          <a:ln>
            <a:noFill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eaLnBrk="1" hangingPunct="1">
              <a:lnSpc>
                <a:spcPct val="100000"/>
              </a:lnSpc>
              <a:spcBef>
                <a:spcPct val="0"/>
              </a:spcBef>
              <a:defRPr sz="1200">
                <a:latin typeface="Times New Roman" panose="02020603050405020304" pitchFamily="18" charset="0"/>
                <a:ea typeface="宋体" panose="02010600030101010101" pitchFamily="2" charset="-122"/>
              </a:defRPr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6147" name="Rectangle 3"/>
          <p:cNvSpPr>
            <a:spLocks noGrp="1" noChangeArrowheads="1"/>
          </p:cNvSpPr>
          <p:nvPr>
            <p:ph type="dt" idx="1"/>
          </p:nvPr>
        </p:nvSpPr>
        <p:spPr bwMode="auto">
          <a:xfrm>
            <a:off x="5202111" y="0"/>
            <a:ext cx="3978085" cy="342734"/>
          </a:xfrm>
          <a:prstGeom prst="rect">
            <a:avLst/>
          </a:prstGeom>
          <a:noFill/>
          <a:ln>
            <a:noFill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 eaLnBrk="1" hangingPunct="1">
              <a:lnSpc>
                <a:spcPct val="100000"/>
              </a:lnSpc>
              <a:spcBef>
                <a:spcPct val="0"/>
              </a:spcBef>
              <a:defRPr sz="1200">
                <a:latin typeface="Times New Roman" panose="02020603050405020304" pitchFamily="18" charset="0"/>
                <a:ea typeface="宋体" panose="02010600030101010101" pitchFamily="2" charset="-122"/>
              </a:defRPr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5124" name="Rectangle 4"/>
          <p:cNvSpPr>
            <a:spLocks noGrp="1" noRot="1" noChangeAspect="1" noChangeArrowheads="1" noTextEdit="1"/>
          </p:cNvSpPr>
          <p:nvPr>
            <p:ph type="sldImg" idx="2"/>
          </p:nvPr>
        </p:nvSpPr>
        <p:spPr bwMode="auto">
          <a:xfrm>
            <a:off x="2877095" y="514694"/>
            <a:ext cx="3428130" cy="2571098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6149" name="Rectangle 5"/>
          <p:cNvSpPr>
            <a:spLocks noGrp="1" noChangeArrowheads="1"/>
          </p:cNvSpPr>
          <p:nvPr>
            <p:ph type="body" sz="quarter" idx="3"/>
          </p:nvPr>
        </p:nvSpPr>
        <p:spPr bwMode="auto">
          <a:xfrm>
            <a:off x="1224026" y="3257752"/>
            <a:ext cx="6732143" cy="3085792"/>
          </a:xfrm>
          <a:prstGeom prst="rect">
            <a:avLst/>
          </a:prstGeom>
          <a:noFill/>
          <a:ln>
            <a:noFill/>
          </a:ln>
          <a:effectLst/>
        </p:spPr>
        <p:txBody>
          <a:bodyPr vert="horz" wrap="square" lIns="91440" tIns="45720" rIns="91440" bIns="45720" numCol="1" anchor="t" anchorCtr="0" compatLnSpc="1"/>
          <a:lstStyle/>
          <a:p>
            <a:pPr lvl="0"/>
            <a:r>
              <a:rPr lang="en-US" altLang="zh-CN" noProof="0"/>
              <a:t>Click to edit Master text styles</a:t>
            </a:r>
          </a:p>
          <a:p>
            <a:pPr lvl="1"/>
            <a:r>
              <a:rPr lang="en-US" altLang="zh-CN" noProof="0"/>
              <a:t>Second level</a:t>
            </a:r>
          </a:p>
          <a:p>
            <a:pPr lvl="2"/>
            <a:r>
              <a:rPr lang="en-US" altLang="zh-CN" noProof="0"/>
              <a:t>Third level</a:t>
            </a:r>
          </a:p>
          <a:p>
            <a:pPr lvl="3"/>
            <a:r>
              <a:rPr lang="en-US" altLang="zh-CN" noProof="0"/>
              <a:t>Fourth level</a:t>
            </a:r>
          </a:p>
          <a:p>
            <a:pPr lvl="4"/>
            <a:r>
              <a:rPr lang="en-US" altLang="zh-CN" noProof="0"/>
              <a:t>Fifth level</a:t>
            </a:r>
          </a:p>
        </p:txBody>
      </p:sp>
      <p:sp>
        <p:nvSpPr>
          <p:cNvPr id="6150" name="Rectangle 6"/>
          <p:cNvSpPr>
            <a:spLocks noGrp="1" noChangeArrowheads="1"/>
          </p:cNvSpPr>
          <p:nvPr>
            <p:ph type="ftr" sz="quarter" idx="4"/>
          </p:nvPr>
        </p:nvSpPr>
        <p:spPr bwMode="auto">
          <a:xfrm>
            <a:off x="0" y="6515503"/>
            <a:ext cx="3978085" cy="342734"/>
          </a:xfrm>
          <a:prstGeom prst="rect">
            <a:avLst/>
          </a:prstGeom>
          <a:noFill/>
          <a:ln>
            <a:noFill/>
          </a:ln>
          <a:effectLst/>
        </p:spPr>
        <p:txBody>
          <a:bodyPr vert="horz" wrap="square" lIns="91440" tIns="45720" rIns="91440" bIns="45720" numCol="1" anchor="b" anchorCtr="0" compatLnSpc="1"/>
          <a:lstStyle>
            <a:lvl1pPr eaLnBrk="1" hangingPunct="1">
              <a:lnSpc>
                <a:spcPct val="100000"/>
              </a:lnSpc>
              <a:spcBef>
                <a:spcPct val="0"/>
              </a:spcBef>
              <a:defRPr sz="1200">
                <a:latin typeface="Times New Roman" panose="02020603050405020304" pitchFamily="18" charset="0"/>
                <a:ea typeface="宋体" panose="02010600030101010101" pitchFamily="2" charset="-122"/>
              </a:defRPr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6151" name="Rectangle 7"/>
          <p:cNvSpPr>
            <a:spLocks noGrp="1" noChangeArrowheads="1"/>
          </p:cNvSpPr>
          <p:nvPr>
            <p:ph type="sldNum" sz="quarter" idx="5"/>
          </p:nvPr>
        </p:nvSpPr>
        <p:spPr bwMode="auto">
          <a:xfrm>
            <a:off x="5202111" y="6515503"/>
            <a:ext cx="3978085" cy="342734"/>
          </a:xfrm>
          <a:prstGeom prst="rect">
            <a:avLst/>
          </a:prstGeom>
          <a:noFill/>
          <a:ln>
            <a:noFill/>
          </a:ln>
          <a:effectLst/>
        </p:spPr>
        <p:txBody>
          <a:bodyPr vert="horz" wrap="square" lIns="91440" tIns="45720" rIns="91440" bIns="45720" numCol="1" anchor="b" anchorCtr="0" compatLnSpc="1"/>
          <a:lstStyle>
            <a:lvl1pPr algn="r" eaLnBrk="1" hangingPunct="1">
              <a:defRPr sz="1200">
                <a:latin typeface="Times New Roman" panose="02020603050405020304" pitchFamily="18" charset="0"/>
              </a:defRPr>
            </a:lvl1pPr>
          </a:lstStyle>
          <a:p>
            <a:pPr>
              <a:defRPr/>
            </a:pPr>
            <a:fld id="{2DA164DF-2D1A-4652-9C0E-EA404900A304}" type="slidenum">
              <a:rPr lang="zh-CN" altLang="en-US"/>
              <a:pPr>
                <a:defRPr/>
              </a:pPr>
              <a:t>‹#›</a:t>
            </a:fld>
            <a:endParaRPr lang="zh-CN" alt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notesStyle>
    <a:lvl1pPr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 New Roman" panose="02020603050405020304" pitchFamily="18" charset="0"/>
        <a:ea typeface="+mn-ea"/>
        <a:cs typeface="+mn-cs"/>
      </a:defRPr>
    </a:lvl1pPr>
    <a:lvl2pPr marL="4572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 New Roman" panose="02020603050405020304" pitchFamily="18" charset="0"/>
        <a:ea typeface="+mn-ea"/>
        <a:cs typeface="+mn-cs"/>
      </a:defRPr>
    </a:lvl2pPr>
    <a:lvl3pPr marL="9144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 New Roman" panose="02020603050405020304" pitchFamily="18" charset="0"/>
        <a:ea typeface="+mn-ea"/>
        <a:cs typeface="+mn-cs"/>
      </a:defRPr>
    </a:lvl3pPr>
    <a:lvl4pPr marL="13716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 New Roman" panose="02020603050405020304" pitchFamily="18" charset="0"/>
        <a:ea typeface="+mn-ea"/>
        <a:cs typeface="+mn-cs"/>
      </a:defRPr>
    </a:lvl4pPr>
    <a:lvl5pPr marL="18288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 New Roman" panose="02020603050405020304" pitchFamily="18" charset="0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slideLayouts/_rels/slideLayout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slideMaster" Target="../slideMasters/slideMaster1.xml"/><Relationship Id="rId1" Type="http://schemas.openxmlformats.org/officeDocument/2006/relationships/tags" Target="../tags/tag2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143000" y="1124530"/>
            <a:ext cx="6858000" cy="2387600"/>
          </a:xfrm>
        </p:spPr>
        <p:txBody>
          <a:bodyPr anchor="b">
            <a:normAutofit/>
          </a:bodyPr>
          <a:lstStyle>
            <a:lvl1pPr algn="ctr">
              <a:defRPr sz="6400"/>
            </a:lvl1pPr>
          </a:lstStyle>
          <a:p>
            <a:r>
              <a:rPr lang="zh-CN" altLang="en-US"/>
              <a:t>单击此处编辑母版标题样式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 hasCustomPrompt="1"/>
          </p:nvPr>
        </p:nvSpPr>
        <p:spPr>
          <a:xfrm>
            <a:off x="1143000" y="3602038"/>
            <a:ext cx="6858000" cy="1655762"/>
          </a:xfrm>
        </p:spPr>
        <p:txBody>
          <a:bodyPr>
            <a:normAutofit/>
          </a:bodyPr>
          <a:lstStyle>
            <a:lvl1pPr marL="0" indent="0" algn="ctr">
              <a:buNone/>
              <a:defRPr sz="32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 marL="342900" indent="0" algn="ctr">
              <a:buNone/>
              <a:defRPr sz="2100"/>
            </a:lvl2pPr>
            <a:lvl3pPr marL="685800" indent="0" algn="ctr">
              <a:buNone/>
              <a:defRPr sz="1800"/>
            </a:lvl3pPr>
            <a:lvl4pPr marL="1028700" indent="0" algn="ctr">
              <a:buNone/>
              <a:defRPr sz="1500"/>
            </a:lvl4pPr>
            <a:lvl5pPr marL="1371600" indent="0" algn="ctr">
              <a:buNone/>
              <a:defRPr sz="1500"/>
            </a:lvl5pPr>
            <a:lvl6pPr marL="1714500" indent="0" algn="ctr">
              <a:buNone/>
              <a:defRPr sz="1500"/>
            </a:lvl6pPr>
            <a:lvl7pPr marL="2057400" indent="0" algn="ctr">
              <a:buNone/>
              <a:defRPr sz="1500"/>
            </a:lvl7pPr>
            <a:lvl8pPr marL="2400300" indent="0" algn="ctr">
              <a:buNone/>
              <a:defRPr sz="1500"/>
            </a:lvl8pPr>
            <a:lvl9pPr marL="2743200" indent="0" algn="ctr">
              <a:buNone/>
              <a:defRPr sz="1500"/>
            </a:lvl9pPr>
          </a:lstStyle>
          <a:p>
            <a:r>
              <a:rPr lang="zh-CN" altLang="en-US" dirty="0"/>
              <a:t>单击以编辑母版副标题样式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fld id="{7FE3E701-5BA4-4DE2-A63D-1A1B32754695}" type="datetime1">
              <a:rPr lang="zh-CN" altLang="en-US" smtClean="0"/>
              <a:pPr>
                <a:defRPr/>
              </a:pPr>
              <a:t>2025/12/16</a:t>
            </a:fld>
            <a:endParaRPr lang="zh-CN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altLang="zh-CN"/>
              <a:t>Stacks and Queues - Lecture 6</a:t>
            </a:r>
            <a:endParaRPr lang="zh-CN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1729B4B7-6FC4-46C7-B312-FF4DD7F8F95F}" type="slidenum">
              <a:rPr lang="zh-CN" altLang="en-US" smtClean="0"/>
              <a:pPr>
                <a:defRPr/>
              </a:pPr>
              <a:t>‹#›</a:t>
            </a:fld>
            <a:endParaRPr lang="zh-CN" altLang="en-US"/>
          </a:p>
        </p:txBody>
      </p:sp>
      <p:pic>
        <p:nvPicPr>
          <p:cNvPr id="8" name="图片 7" descr="华工标志（透明版"/>
          <p:cNvPicPr>
            <a:picLocks noChangeAspect="1"/>
          </p:cNvPicPr>
          <p:nvPr userDrawn="1">
            <p:custDataLst>
              <p:tags r:id="rId1"/>
            </p:custDataLst>
          </p:nvPr>
        </p:nvPicPr>
        <p:blipFill>
          <a:blip r:embed="rId3" cstate="print"/>
          <a:stretch>
            <a:fillRect/>
          </a:stretch>
        </p:blipFill>
        <p:spPr>
          <a:xfrm>
            <a:off x="7740015" y="116205"/>
            <a:ext cx="1230630" cy="1230630"/>
          </a:xfrm>
          <a:prstGeom prst="rect">
            <a:avLst/>
          </a:prstGeom>
        </p:spPr>
      </p:pic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>
            <a:lvl1pPr>
              <a:defRPr sz="5335"/>
            </a:lvl1pPr>
          </a:lstStyle>
          <a:p>
            <a:r>
              <a:rPr lang="zh-CN" altLang="en-US" dirty="0"/>
              <a:t>单击此处编辑母版标题样式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 hasCustomPrompt="1"/>
          </p:nvPr>
        </p:nvSpPr>
        <p:spPr/>
        <p:txBody>
          <a:bodyPr>
            <a:normAutofit/>
          </a:bodyPr>
          <a:lstStyle>
            <a:lvl1pPr>
              <a:defRPr sz="3200"/>
            </a:lvl1pPr>
            <a:lvl2pPr>
              <a:defRPr sz="2665"/>
            </a:lvl2pPr>
            <a:lvl3pPr>
              <a:defRPr sz="2400"/>
            </a:lvl3pPr>
            <a:lvl4pPr>
              <a:defRPr sz="1865"/>
            </a:lvl4pPr>
            <a:lvl5pPr>
              <a:defRPr sz="1865"/>
            </a:lvl5pPr>
          </a:lstStyle>
          <a:p>
            <a:pPr lvl="0"/>
            <a:r>
              <a:rPr lang="zh-CN" altLang="en-US" dirty="0"/>
              <a:t>编辑母版文本样式</a:t>
            </a:r>
          </a:p>
          <a:p>
            <a:pPr lvl="1"/>
            <a:r>
              <a:rPr lang="zh-CN" altLang="en-US" dirty="0"/>
              <a:t>第二级</a:t>
            </a:r>
          </a:p>
          <a:p>
            <a:pPr lvl="2"/>
            <a:r>
              <a:rPr lang="zh-CN" altLang="en-US" dirty="0"/>
              <a:t>第三级</a:t>
            </a:r>
          </a:p>
          <a:p>
            <a:pPr lvl="3"/>
            <a:r>
              <a:rPr lang="zh-CN" altLang="en-US" dirty="0"/>
              <a:t>第四级</a:t>
            </a:r>
          </a:p>
          <a:p>
            <a:pPr lvl="4"/>
            <a:r>
              <a:rPr lang="zh-CN" altLang="en-US" dirty="0"/>
              <a:t>第五级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fld id="{EC385595-AADE-426B-AFF7-A25D79E294DA}" type="datetime1">
              <a:rPr lang="zh-CN" altLang="en-US" smtClean="0"/>
              <a:pPr>
                <a:defRPr/>
              </a:pPr>
              <a:t>2025/12/16</a:t>
            </a:fld>
            <a:endParaRPr lang="zh-CN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altLang="zh-CN"/>
              <a:t>Stacks and Queues - Lecture 6</a:t>
            </a:r>
            <a:endParaRPr lang="zh-CN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6E94D89D-F5C8-4ADB-91AC-94D7A8C47A12}" type="slidenum">
              <a:rPr lang="zh-CN" altLang="en-US" smtClean="0"/>
              <a:pPr>
                <a:defRPr/>
              </a:pPr>
              <a:t>‹#›</a:t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3891" y="1712425"/>
            <a:ext cx="7886700" cy="2851208"/>
          </a:xfrm>
        </p:spPr>
        <p:txBody>
          <a:bodyPr anchor="b">
            <a:normAutofit/>
          </a:bodyPr>
          <a:lstStyle>
            <a:lvl1pPr>
              <a:defRPr sz="4500" b="0"/>
            </a:lvl1pPr>
          </a:lstStyle>
          <a:p>
            <a:r>
              <a:rPr lang="zh-CN" altLang="en-US"/>
              <a:t>单击此处编辑母版标题样式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 hasCustomPrompt="1"/>
          </p:nvPr>
        </p:nvSpPr>
        <p:spPr>
          <a:xfrm>
            <a:off x="623891" y="4552636"/>
            <a:ext cx="7886700" cy="1500187"/>
          </a:xfrm>
        </p:spPr>
        <p:txBody>
          <a:bodyPr anchor="t">
            <a:normAutofit/>
          </a:bodyPr>
          <a:lstStyle>
            <a:lvl1pPr marL="0" indent="0">
              <a:buNone/>
              <a:defRPr sz="18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 marL="342900" indent="0">
              <a:buNone/>
              <a:defRPr sz="1355">
                <a:solidFill>
                  <a:schemeClr val="tx1">
                    <a:tint val="75000"/>
                  </a:schemeClr>
                </a:solidFill>
              </a:defRPr>
            </a:lvl2pPr>
            <a:lvl3pPr marL="68580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>
              <a:buNone/>
              <a:defRPr sz="1055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>
              <a:buNone/>
              <a:defRPr sz="1055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>
              <a:buNone/>
              <a:defRPr sz="1055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>
              <a:buNone/>
              <a:defRPr sz="1055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>
              <a:buNone/>
              <a:defRPr sz="1055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>
              <a:buNone/>
              <a:defRPr sz="1055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zh-CN" altLang="en-US"/>
              <a:t>编辑母版文本样式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fld id="{DA50CB88-A008-4886-BB96-6668F6D4A7C3}" type="datetime1">
              <a:rPr lang="zh-CN" altLang="en-US" smtClean="0"/>
              <a:pPr>
                <a:defRPr/>
              </a:pPr>
              <a:t>2025/12/16</a:t>
            </a:fld>
            <a:endParaRPr lang="zh-CN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altLang="zh-CN"/>
              <a:t>Stacks and Queues - Lecture 6</a:t>
            </a:r>
            <a:endParaRPr lang="zh-CN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FD752B5B-A998-4951-B51D-36F673174679}" type="slidenum">
              <a:rPr lang="zh-CN" altLang="en-US" smtClean="0"/>
              <a:pPr>
                <a:defRPr/>
              </a:pPr>
              <a:t>‹#›</a:t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633845" y="1828802"/>
            <a:ext cx="3886200" cy="4351337"/>
          </a:xfrm>
        </p:spPr>
        <p:txBody>
          <a:bodyPr/>
          <a:lstStyle/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4629151" y="1828802"/>
            <a:ext cx="3886200" cy="4351337"/>
          </a:xfrm>
        </p:spPr>
        <p:txBody>
          <a:bodyPr/>
          <a:lstStyle/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fld id="{FF963702-0127-4ADE-BCF8-AF7A34F3C0EA}" type="datetime1">
              <a:rPr lang="zh-CN" altLang="en-US" smtClean="0"/>
              <a:pPr>
                <a:defRPr/>
              </a:pPr>
              <a:t>2025/12/16</a:t>
            </a:fld>
            <a:endParaRPr lang="zh-CN" alt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altLang="zh-CN"/>
              <a:t>Stacks and Queues - Lecture 6</a:t>
            </a:r>
            <a:endParaRPr lang="zh-CN" alt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9BAB17B5-A930-4446-BA1F-272BF9AC3846}" type="slidenum">
              <a:rPr lang="zh-CN" altLang="en-US" smtClean="0"/>
              <a:pPr>
                <a:defRPr/>
              </a:pPr>
              <a:t>‹#›</a:t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/>
          <p:cNvSpPr>
            <a:spLocks noGrp="1"/>
          </p:cNvSpPr>
          <p:nvPr>
            <p:ph type="body" idx="1" hasCustomPrompt="1"/>
          </p:nvPr>
        </p:nvSpPr>
        <p:spPr>
          <a:xfrm>
            <a:off x="633848" y="1681850"/>
            <a:ext cx="3867151" cy="825699"/>
          </a:xfrm>
        </p:spPr>
        <p:txBody>
          <a:bodyPr anchor="b">
            <a:normAutofit/>
          </a:bodyPr>
          <a:lstStyle>
            <a:lvl1pPr marL="0" indent="0">
              <a:spcBef>
                <a:spcPts val="0"/>
              </a:spcBef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5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zh-CN" altLang="en-US"/>
              <a:t>编辑母版文本样式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633848" y="2507552"/>
            <a:ext cx="3867151" cy="3680525"/>
          </a:xfrm>
        </p:spPr>
        <p:txBody>
          <a:bodyPr/>
          <a:lstStyle/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 hasCustomPrompt="1"/>
          </p:nvPr>
        </p:nvSpPr>
        <p:spPr>
          <a:xfrm>
            <a:off x="4629153" y="1681852"/>
            <a:ext cx="3886201" cy="825698"/>
          </a:xfrm>
        </p:spPr>
        <p:txBody>
          <a:bodyPr anchor="b"/>
          <a:lstStyle>
            <a:lvl1pPr marL="0" indent="0">
              <a:spcBef>
                <a:spcPts val="0"/>
              </a:spcBef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5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zh-CN" altLang="en-US"/>
              <a:t>编辑母版文本样式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 hasCustomPrompt="1"/>
          </p:nvPr>
        </p:nvSpPr>
        <p:spPr>
          <a:xfrm>
            <a:off x="4629153" y="2507552"/>
            <a:ext cx="3886201" cy="3680525"/>
          </a:xfrm>
        </p:spPr>
        <p:txBody>
          <a:bodyPr/>
          <a:lstStyle/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  <a:endParaRPr lang="en-US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fld id="{3DA46E1B-B889-4C09-A711-70D3C44317B0}" type="datetime1">
              <a:rPr lang="zh-CN" altLang="en-US" smtClean="0"/>
              <a:pPr>
                <a:defRPr/>
              </a:pPr>
              <a:t>2025/12/16</a:t>
            </a:fld>
            <a:endParaRPr lang="zh-CN" alt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altLang="zh-CN"/>
              <a:t>Stacks and Queues - Lecture 6</a:t>
            </a:r>
            <a:endParaRPr lang="zh-CN" altLang="en-US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96624403-EF1A-4B6F-946B-A6E534429E50}" type="slidenum">
              <a:rPr lang="zh-CN" altLang="en-US" smtClean="0"/>
              <a:pPr>
                <a:defRPr/>
              </a:pPr>
              <a:t>‹#›</a:t>
            </a:fld>
            <a:endParaRPr lang="zh-CN" altLang="en-US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en-US" dirty="0"/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fld id="{8CBC138B-5A8D-4FFB-9C6A-9D8C37A09175}" type="datetime1">
              <a:rPr lang="zh-CN" altLang="en-US" smtClean="0"/>
              <a:pPr>
                <a:defRPr/>
              </a:pPr>
              <a:t>2025/12/16</a:t>
            </a:fld>
            <a:endParaRPr lang="zh-CN" alt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altLang="zh-CN"/>
              <a:t>Stacks and Queues - Lecture 6</a:t>
            </a:r>
            <a:endParaRPr lang="zh-CN" alt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934C8C6E-2ECC-4C4B-9171-1828715EE89A}" type="slidenum">
              <a:rPr lang="zh-CN" altLang="en-US" smtClean="0"/>
              <a:pPr>
                <a:defRPr/>
              </a:pPr>
              <a:t>‹#›</a:t>
            </a:fld>
            <a:endParaRPr lang="zh-CN" altLang="en-US"/>
          </a:p>
        </p:txBody>
      </p:sp>
      <p:sp>
        <p:nvSpPr>
          <p:cNvPr id="6" name="Title 5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en-US"/>
          </a:p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fld id="{42E62767-F01E-49A0-BE15-9928F01978C9}" type="datetime1">
              <a:rPr lang="zh-CN" altLang="en-US" smtClean="0"/>
              <a:pPr>
                <a:defRPr/>
              </a:pPr>
              <a:t>2025/12/16</a:t>
            </a:fld>
            <a:endParaRPr lang="zh-CN" alt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altLang="zh-CN"/>
              <a:t>Stacks and Queues - Lecture 6</a:t>
            </a:r>
            <a:endParaRPr lang="zh-CN" alt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7BA7ABA4-88C9-4138-B5CD-00AB99C8AB8D}" type="slidenum">
              <a:rPr lang="zh-CN" altLang="en-US" smtClean="0"/>
              <a:pPr>
                <a:defRPr/>
              </a:pPr>
              <a:t>‹#›</a:t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30939" y="457202"/>
            <a:ext cx="2948940" cy="1600197"/>
          </a:xfrm>
        </p:spPr>
        <p:txBody>
          <a:bodyPr anchor="b">
            <a:normAutofit/>
          </a:bodyPr>
          <a:lstStyle>
            <a:lvl1pPr>
              <a:defRPr sz="2400" b="0"/>
            </a:lvl1pPr>
          </a:lstStyle>
          <a:p>
            <a:r>
              <a:rPr lang="zh-CN" altLang="en-US"/>
              <a:t>单击此处编辑母版标题样式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 hasCustomPrompt="1"/>
          </p:nvPr>
        </p:nvSpPr>
        <p:spPr>
          <a:xfrm>
            <a:off x="3886203" y="990600"/>
            <a:ext cx="4629151" cy="4876800"/>
          </a:xfrm>
        </p:spPr>
        <p:txBody>
          <a:bodyPr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500"/>
            </a:lvl4pPr>
            <a:lvl5pPr>
              <a:defRPr sz="1500"/>
            </a:lvl5pPr>
            <a:lvl6pPr>
              <a:defRPr sz="1500"/>
            </a:lvl6pPr>
            <a:lvl7pPr>
              <a:defRPr sz="1500"/>
            </a:lvl7pPr>
            <a:lvl8pPr>
              <a:defRPr sz="1500"/>
            </a:lvl8pPr>
            <a:lvl9pPr>
              <a:defRPr sz="1500"/>
            </a:lvl9pPr>
          </a:lstStyle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 hasCustomPrompt="1"/>
          </p:nvPr>
        </p:nvSpPr>
        <p:spPr>
          <a:xfrm>
            <a:off x="630939" y="2057399"/>
            <a:ext cx="2948940" cy="3810001"/>
          </a:xfrm>
        </p:spPr>
        <p:txBody>
          <a:bodyPr>
            <a:normAutofit/>
          </a:bodyPr>
          <a:lstStyle>
            <a:lvl1pPr marL="0" indent="0">
              <a:lnSpc>
                <a:spcPct val="90000"/>
              </a:lnSpc>
              <a:buNone/>
              <a:defRPr sz="1200"/>
            </a:lvl1pPr>
            <a:lvl2pPr marL="342900" indent="0">
              <a:buNone/>
              <a:defRPr sz="900"/>
            </a:lvl2pPr>
            <a:lvl3pPr marL="685800" indent="0">
              <a:buNone/>
              <a:defRPr sz="755"/>
            </a:lvl3pPr>
            <a:lvl4pPr marL="1028700" indent="0">
              <a:buNone/>
              <a:defRPr sz="675"/>
            </a:lvl4pPr>
            <a:lvl5pPr marL="1371600" indent="0">
              <a:buNone/>
              <a:defRPr sz="675"/>
            </a:lvl5pPr>
            <a:lvl6pPr marL="1714500" indent="0">
              <a:buNone/>
              <a:defRPr sz="675"/>
            </a:lvl6pPr>
            <a:lvl7pPr marL="2057400" indent="0">
              <a:buNone/>
              <a:defRPr sz="675"/>
            </a:lvl7pPr>
            <a:lvl8pPr marL="2400300" indent="0">
              <a:buNone/>
              <a:defRPr sz="675"/>
            </a:lvl8pPr>
            <a:lvl9pPr marL="2743200" indent="0">
              <a:buNone/>
              <a:defRPr sz="675"/>
            </a:lvl9pPr>
          </a:lstStyle>
          <a:p>
            <a:pPr lvl="0"/>
            <a:r>
              <a:rPr lang="zh-CN" altLang="en-US"/>
              <a:t>编辑母版文本样式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fld id="{87B85637-B9BC-42B3-AD76-76FD70761EF2}" type="datetime1">
              <a:rPr lang="zh-CN" altLang="en-US" smtClean="0"/>
              <a:pPr>
                <a:defRPr/>
              </a:pPr>
              <a:t>2025/12/16</a:t>
            </a:fld>
            <a:endParaRPr lang="zh-CN" alt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altLang="zh-CN"/>
              <a:t>Stacks and Queues - Lecture 6</a:t>
            </a:r>
            <a:endParaRPr lang="zh-CN" alt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987196B7-B9C7-42B1-8A5A-00AAACE51B94}" type="slidenum">
              <a:rPr lang="zh-CN" altLang="en-US" smtClean="0"/>
              <a:pPr>
                <a:defRPr/>
              </a:pPr>
              <a:t>‹#›</a:t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30939" y="457200"/>
            <a:ext cx="2948940" cy="1600200"/>
          </a:xfrm>
        </p:spPr>
        <p:txBody>
          <a:bodyPr anchor="b">
            <a:normAutofit/>
          </a:bodyPr>
          <a:lstStyle>
            <a:lvl1pPr>
              <a:defRPr sz="2400" b="0"/>
            </a:lvl1pPr>
          </a:lstStyle>
          <a:p>
            <a:r>
              <a:rPr lang="zh-CN" altLang="en-US"/>
              <a:t>单击此处编辑母版标题样式</a:t>
            </a:r>
            <a:endParaRPr lang="en-US" dirty="0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3886203" y="990600"/>
            <a:ext cx="4629151" cy="4876800"/>
          </a:xfrm>
        </p:spPr>
        <p:txBody>
          <a:bodyPr/>
          <a:lstStyle>
            <a:lvl1pPr marL="0" indent="0">
              <a:buNone/>
              <a:defRPr sz="2400"/>
            </a:lvl1pPr>
            <a:lvl2pPr marL="342900" indent="0">
              <a:buNone/>
              <a:defRPr sz="2100"/>
            </a:lvl2pPr>
            <a:lvl3pPr marL="685800" indent="0">
              <a:buNone/>
              <a:defRPr sz="1800"/>
            </a:lvl3pPr>
            <a:lvl4pPr marL="1028700" indent="0">
              <a:buNone/>
              <a:defRPr sz="1500"/>
            </a:lvl4pPr>
            <a:lvl5pPr marL="1371600" indent="0">
              <a:buNone/>
              <a:defRPr sz="1500"/>
            </a:lvl5pPr>
            <a:lvl6pPr marL="1714500" indent="0">
              <a:buNone/>
              <a:defRPr sz="1500"/>
            </a:lvl6pPr>
            <a:lvl7pPr marL="2057400" indent="0">
              <a:buNone/>
              <a:defRPr sz="1500"/>
            </a:lvl7pPr>
            <a:lvl8pPr marL="2400300" indent="0">
              <a:buNone/>
              <a:defRPr sz="1500"/>
            </a:lvl8pPr>
            <a:lvl9pPr marL="2743200" indent="0">
              <a:buNone/>
              <a:defRPr sz="1500"/>
            </a:lvl9pPr>
          </a:lstStyle>
          <a:p>
            <a:r>
              <a:rPr lang="zh-CN" altLang="en-US"/>
              <a:t>单击图标添加图片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 hasCustomPrompt="1"/>
          </p:nvPr>
        </p:nvSpPr>
        <p:spPr>
          <a:xfrm>
            <a:off x="630939" y="2057400"/>
            <a:ext cx="2948940" cy="3810000"/>
          </a:xfrm>
        </p:spPr>
        <p:txBody>
          <a:bodyPr>
            <a:normAutofit/>
          </a:bodyPr>
          <a:lstStyle>
            <a:lvl1pPr marL="0" indent="0">
              <a:lnSpc>
                <a:spcPct val="90000"/>
              </a:lnSpc>
              <a:buNone/>
              <a:defRPr sz="1200"/>
            </a:lvl1pPr>
            <a:lvl2pPr marL="342900" indent="0">
              <a:buNone/>
              <a:defRPr sz="900"/>
            </a:lvl2pPr>
            <a:lvl3pPr marL="685800" indent="0">
              <a:buNone/>
              <a:defRPr sz="755"/>
            </a:lvl3pPr>
            <a:lvl4pPr marL="1028700" indent="0">
              <a:buNone/>
              <a:defRPr sz="675"/>
            </a:lvl4pPr>
            <a:lvl5pPr marL="1371600" indent="0">
              <a:buNone/>
              <a:defRPr sz="675"/>
            </a:lvl5pPr>
            <a:lvl6pPr marL="1714500" indent="0">
              <a:buNone/>
              <a:defRPr sz="675"/>
            </a:lvl6pPr>
            <a:lvl7pPr marL="2057400" indent="0">
              <a:buNone/>
              <a:defRPr sz="675"/>
            </a:lvl7pPr>
            <a:lvl8pPr marL="2400300" indent="0">
              <a:buNone/>
              <a:defRPr sz="675"/>
            </a:lvl8pPr>
            <a:lvl9pPr marL="2743200" indent="0">
              <a:buNone/>
              <a:defRPr sz="675"/>
            </a:lvl9pPr>
          </a:lstStyle>
          <a:p>
            <a:pPr lvl="0"/>
            <a:r>
              <a:rPr lang="zh-CN" altLang="en-US"/>
              <a:t>编辑母版文本样式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fld id="{FC1ACB7F-F092-44E1-94B8-33C3505B5A6B}" type="datetime1">
              <a:rPr lang="zh-CN" altLang="en-US" smtClean="0"/>
              <a:pPr>
                <a:defRPr/>
              </a:pPr>
              <a:t>2025/12/16</a:t>
            </a:fld>
            <a:endParaRPr lang="zh-CN" alt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altLang="zh-CN"/>
              <a:t>Stacks and Queues - Lecture 6</a:t>
            </a:r>
            <a:endParaRPr lang="zh-CN" alt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78CC1FAD-2A9A-4887-9496-291ED06DDAC3}" type="slidenum">
              <a:rPr lang="zh-CN" altLang="en-US" smtClean="0"/>
              <a:pPr>
                <a:defRPr/>
              </a:pPr>
              <a:t>‹#›</a:t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 hasCustomPrompt="1"/>
          </p:nvPr>
        </p:nvSpPr>
        <p:spPr/>
        <p:txBody>
          <a:bodyPr vert="eaVert"/>
          <a:lstStyle/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fld id="{4A4547A5-7376-4E5C-8102-C5783B19CE68}" type="datetime1">
              <a:rPr lang="zh-CN" altLang="en-US" smtClean="0"/>
              <a:pPr>
                <a:defRPr/>
              </a:pPr>
              <a:t>2025/12/16</a:t>
            </a:fld>
            <a:endParaRPr lang="zh-CN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altLang="zh-CN"/>
              <a:t>Stacks and Queues - Lecture 6</a:t>
            </a:r>
            <a:endParaRPr lang="zh-CN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5760E623-7BE8-433A-A2F9-07576491169E}" type="slidenum">
              <a:rPr lang="zh-CN" altLang="en-US" smtClean="0"/>
              <a:pPr>
                <a:defRPr/>
              </a:pPr>
              <a:t>‹#›</a:t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竖排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543677" y="360363"/>
            <a:ext cx="1971675" cy="5811838"/>
          </a:xfrm>
        </p:spPr>
        <p:txBody>
          <a:bodyPr vert="eaVert"/>
          <a:lstStyle/>
          <a:p>
            <a:r>
              <a:rPr lang="zh-CN" altLang="en-US"/>
              <a:t>单击此处编辑母版标题样式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 hasCustomPrompt="1"/>
          </p:nvPr>
        </p:nvSpPr>
        <p:spPr>
          <a:xfrm>
            <a:off x="628652" y="360362"/>
            <a:ext cx="5800725" cy="5811837"/>
          </a:xfrm>
        </p:spPr>
        <p:txBody>
          <a:bodyPr vert="eaVert"/>
          <a:lstStyle/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fld id="{B24D2AE1-7A0E-40E5-AD72-1D7C3591CF86}" type="datetime1">
              <a:rPr lang="zh-CN" altLang="en-US" smtClean="0"/>
              <a:pPr>
                <a:defRPr/>
              </a:pPr>
              <a:t>2025/12/16</a:t>
            </a:fld>
            <a:endParaRPr lang="zh-CN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altLang="zh-CN"/>
              <a:t>Stacks and Queues - Lecture 6</a:t>
            </a:r>
            <a:endParaRPr lang="zh-CN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BEDFF39B-38BA-4A28-8FBF-A3AD744757DA}" type="slidenum">
              <a:rPr lang="zh-CN" altLang="en-US" smtClean="0"/>
              <a:pPr>
                <a:defRPr/>
              </a:pPr>
              <a:t>‹#›</a:t>
            </a:fld>
            <a:endParaRPr lang="zh-CN" altLang="en-US"/>
          </a:p>
        </p:txBody>
      </p: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669939" y="350658"/>
            <a:ext cx="7886700" cy="132556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zh-CN" altLang="en-US" dirty="0"/>
              <a:t>单击此处编辑母版标题样式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33847" y="1828802"/>
            <a:ext cx="7886700" cy="4351337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zh-CN" altLang="en-US" dirty="0"/>
              <a:t>编辑母版文本样式</a:t>
            </a:r>
          </a:p>
          <a:p>
            <a:pPr lvl="1"/>
            <a:r>
              <a:rPr lang="zh-CN" altLang="en-US" dirty="0"/>
              <a:t>第二级</a:t>
            </a:r>
          </a:p>
          <a:p>
            <a:pPr lvl="2"/>
            <a:r>
              <a:rPr lang="zh-CN" altLang="en-US" dirty="0"/>
              <a:t>第三级</a:t>
            </a:r>
          </a:p>
          <a:p>
            <a:pPr lvl="3"/>
            <a:r>
              <a:rPr lang="zh-CN" altLang="en-US" dirty="0"/>
              <a:t>第四级</a:t>
            </a:r>
          </a:p>
          <a:p>
            <a:pPr lvl="4"/>
            <a:r>
              <a:rPr lang="zh-CN" altLang="en-US" dirty="0"/>
              <a:t>第五级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628651" y="6356353"/>
            <a:ext cx="20574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825">
                <a:solidFill>
                  <a:schemeClr val="tx1">
                    <a:lumMod val="65000"/>
                    <a:lumOff val="35000"/>
                  </a:schemeClr>
                </a:solidFill>
              </a:defRPr>
            </a:lvl1pPr>
          </a:lstStyle>
          <a:p>
            <a:pPr>
              <a:defRPr/>
            </a:pPr>
            <a:fld id="{704FE210-DC7A-4320-8C56-FABA7BC73D4A}" type="datetime1">
              <a:rPr lang="zh-CN" altLang="en-US" smtClean="0"/>
              <a:pPr>
                <a:defRPr/>
              </a:pPr>
              <a:t>2025/12/16</a:t>
            </a:fld>
            <a:endParaRPr lang="zh-CN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028951" y="6356353"/>
            <a:ext cx="30861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825">
                <a:solidFill>
                  <a:schemeClr val="tx1">
                    <a:lumMod val="65000"/>
                    <a:lumOff val="35000"/>
                  </a:schemeClr>
                </a:solidFill>
              </a:defRPr>
            </a:lvl1pPr>
          </a:lstStyle>
          <a:p>
            <a:pPr>
              <a:defRPr/>
            </a:pPr>
            <a:r>
              <a:rPr lang="en-US" altLang="zh-CN"/>
              <a:t>Stacks and Queues - Lecture 6</a:t>
            </a:r>
            <a:endParaRPr lang="zh-CN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463145" y="6356353"/>
            <a:ext cx="20574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825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>
              <a:defRPr/>
            </a:pPr>
            <a:fld id="{BEDFF39B-38BA-4A28-8FBF-A3AD744757DA}" type="slidenum">
              <a:rPr lang="zh-CN" altLang="en-US" smtClean="0"/>
              <a:pPr>
                <a:defRPr/>
              </a:pPr>
              <a:t>‹#›</a:t>
            </a:fld>
            <a:endParaRPr lang="zh-CN" alt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hf hdr="0"/>
  <p:txStyles>
    <p:titleStyle>
      <a:lvl1pPr algn="l" defTabSz="685800" rtl="0" eaLnBrk="1" latinLnBrk="0" hangingPunct="1">
        <a:lnSpc>
          <a:spcPct val="90000"/>
        </a:lnSpc>
        <a:spcBef>
          <a:spcPct val="0"/>
        </a:spcBef>
        <a:buNone/>
        <a:defRPr sz="5335" kern="1200">
          <a:solidFill>
            <a:schemeClr val="tx1"/>
          </a:solidFill>
          <a:effectLst>
            <a:outerShdw blurRad="38100" dist="38100" dir="2700000" algn="tl">
              <a:srgbClr val="000000">
                <a:alpha val="43137"/>
              </a:srgbClr>
            </a:outerShdw>
          </a:effectLst>
          <a:latin typeface="Times New Roman" panose="02020603050405020304" pitchFamily="18" charset="0"/>
          <a:ea typeface="+mj-ea"/>
          <a:cs typeface="Times New Roman" panose="02020603050405020304" pitchFamily="18" charset="0"/>
        </a:defRPr>
      </a:lvl1pPr>
    </p:titleStyle>
    <p:bodyStyle>
      <a:lvl1pPr marL="170815" indent="-170815" algn="l" defTabSz="685800" rtl="0" eaLnBrk="1" latinLnBrk="0" hangingPunct="1">
        <a:lnSpc>
          <a:spcPct val="90000"/>
        </a:lnSpc>
        <a:spcBef>
          <a:spcPct val="151000"/>
        </a:spcBef>
        <a:buFont typeface="Wingdings 2" panose="05020102010507070707" pitchFamily="18" charset="2"/>
        <a:buChar char=""/>
        <a:defRPr sz="3200" kern="1200">
          <a:solidFill>
            <a:schemeClr val="tx1"/>
          </a:solidFill>
          <a:latin typeface="Times New Roman" panose="02020603050405020304" pitchFamily="18" charset="0"/>
          <a:ea typeface="+mn-ea"/>
          <a:cs typeface="Times New Roman" panose="02020603050405020304" pitchFamily="18" charset="0"/>
        </a:defRPr>
      </a:lvl1pPr>
      <a:lvl2pPr marL="513715" indent="-170815" algn="l" defTabSz="685800" rtl="0" eaLnBrk="1" latinLnBrk="0" hangingPunct="1">
        <a:lnSpc>
          <a:spcPct val="90000"/>
        </a:lnSpc>
        <a:spcBef>
          <a:spcPct val="75000"/>
        </a:spcBef>
        <a:buFont typeface="Wingdings 2" panose="05020102010507070707" pitchFamily="18" charset="2"/>
        <a:buChar char=""/>
        <a:defRPr sz="2665" kern="1200">
          <a:solidFill>
            <a:schemeClr val="tx1"/>
          </a:solidFill>
          <a:latin typeface="Times New Roman" panose="02020603050405020304" pitchFamily="18" charset="0"/>
          <a:ea typeface="+mn-ea"/>
          <a:cs typeface="Times New Roman" panose="02020603050405020304" pitchFamily="18" charset="0"/>
        </a:defRPr>
      </a:lvl2pPr>
      <a:lvl3pPr marL="856615" indent="-170815" algn="l" defTabSz="685800" rtl="0" eaLnBrk="1" latinLnBrk="0" hangingPunct="1">
        <a:lnSpc>
          <a:spcPct val="90000"/>
        </a:lnSpc>
        <a:spcBef>
          <a:spcPct val="75000"/>
        </a:spcBef>
        <a:buFont typeface="Wingdings 2" panose="05020102010507070707" pitchFamily="18" charset="2"/>
        <a:buChar char=""/>
        <a:defRPr sz="2400" kern="1200">
          <a:solidFill>
            <a:schemeClr val="tx1"/>
          </a:solidFill>
          <a:latin typeface="Times New Roman" panose="02020603050405020304" pitchFamily="18" charset="0"/>
          <a:ea typeface="+mn-ea"/>
          <a:cs typeface="Times New Roman" panose="02020603050405020304" pitchFamily="18" charset="0"/>
        </a:defRPr>
      </a:lvl3pPr>
      <a:lvl4pPr marL="1199515" indent="-170815" algn="l" defTabSz="685800" rtl="0" eaLnBrk="1" latinLnBrk="0" hangingPunct="1">
        <a:lnSpc>
          <a:spcPct val="90000"/>
        </a:lnSpc>
        <a:spcBef>
          <a:spcPct val="75000"/>
        </a:spcBef>
        <a:buFont typeface="Wingdings 2" panose="05020102010507070707" pitchFamily="18" charset="2"/>
        <a:buChar char=""/>
        <a:defRPr sz="1865" kern="1200">
          <a:solidFill>
            <a:schemeClr val="tx1"/>
          </a:solidFill>
          <a:latin typeface="Times New Roman" panose="02020603050405020304" pitchFamily="18" charset="0"/>
          <a:ea typeface="+mn-ea"/>
          <a:cs typeface="Times New Roman" panose="02020603050405020304" pitchFamily="18" charset="0"/>
        </a:defRPr>
      </a:lvl4pPr>
      <a:lvl5pPr marL="1542415" indent="-170815" algn="l" defTabSz="685800" rtl="0" eaLnBrk="1" latinLnBrk="0" hangingPunct="1">
        <a:lnSpc>
          <a:spcPct val="90000"/>
        </a:lnSpc>
        <a:spcBef>
          <a:spcPct val="75000"/>
        </a:spcBef>
        <a:buFont typeface="Wingdings 2" panose="05020102010507070707" pitchFamily="18" charset="2"/>
        <a:buChar char=""/>
        <a:defRPr sz="1865" kern="1200">
          <a:solidFill>
            <a:schemeClr val="tx1"/>
          </a:solidFill>
          <a:latin typeface="Times New Roman" panose="02020603050405020304" pitchFamily="18" charset="0"/>
          <a:ea typeface="+mn-ea"/>
          <a:cs typeface="Times New Roman" panose="02020603050405020304" pitchFamily="18" charset="0"/>
        </a:defRPr>
      </a:lvl5pPr>
      <a:lvl6pPr marL="1885315" indent="-170815" algn="l" defTabSz="685800" rtl="0" eaLnBrk="1" latinLnBrk="0" hangingPunct="1">
        <a:spcBef>
          <a:spcPts val="130"/>
        </a:spcBef>
        <a:buFont typeface="Wingdings 2" panose="05020102010507070707" pitchFamily="18" charset="2"/>
        <a:buChar char=""/>
        <a:defRPr sz="1355" kern="1200">
          <a:solidFill>
            <a:schemeClr val="tx1"/>
          </a:solidFill>
          <a:latin typeface="+mn-lt"/>
          <a:ea typeface="+mn-ea"/>
          <a:cs typeface="+mn-cs"/>
        </a:defRPr>
      </a:lvl6pPr>
      <a:lvl7pPr marL="2228215" indent="-170815" algn="l" defTabSz="685800" rtl="0" eaLnBrk="1" latinLnBrk="0" hangingPunct="1">
        <a:spcBef>
          <a:spcPts val="130"/>
        </a:spcBef>
        <a:buFont typeface="Wingdings 2" panose="05020102010507070707" pitchFamily="18" charset="2"/>
        <a:buChar char=""/>
        <a:defRPr sz="1355" kern="1200">
          <a:solidFill>
            <a:schemeClr val="tx1"/>
          </a:solidFill>
          <a:latin typeface="+mn-lt"/>
          <a:ea typeface="+mn-ea"/>
          <a:cs typeface="+mn-cs"/>
        </a:defRPr>
      </a:lvl7pPr>
      <a:lvl8pPr marL="2571115" indent="-170815" algn="l" defTabSz="685800" rtl="0" eaLnBrk="1" latinLnBrk="0" hangingPunct="1">
        <a:spcBef>
          <a:spcPts val="130"/>
        </a:spcBef>
        <a:buFont typeface="Wingdings 2" panose="05020102010507070707" pitchFamily="18" charset="2"/>
        <a:buChar char=""/>
        <a:defRPr sz="1355" kern="1200">
          <a:solidFill>
            <a:schemeClr val="tx1"/>
          </a:solidFill>
          <a:latin typeface="+mn-lt"/>
          <a:ea typeface="+mn-ea"/>
          <a:cs typeface="+mn-cs"/>
        </a:defRPr>
      </a:lvl8pPr>
      <a:lvl9pPr marL="2914015" indent="-170815" algn="l" defTabSz="685800" rtl="0" eaLnBrk="1" latinLnBrk="0" hangingPunct="1">
        <a:spcBef>
          <a:spcPts val="130"/>
        </a:spcBef>
        <a:buFont typeface="Wingdings 2" panose="05020102010507070707" pitchFamily="18" charset="2"/>
        <a:buChar char=""/>
        <a:defRPr sz="1355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685800" rtl="0" eaLnBrk="1" latinLnBrk="0" hangingPunct="1">
        <a:defRPr sz="1355" kern="1200">
          <a:solidFill>
            <a:schemeClr val="tx1"/>
          </a:solidFill>
          <a:latin typeface="+mn-lt"/>
          <a:ea typeface="+mn-ea"/>
          <a:cs typeface="+mn-cs"/>
        </a:defRPr>
      </a:lvl1pPr>
      <a:lvl2pPr marL="342900" algn="l" defTabSz="685800" rtl="0" eaLnBrk="1" latinLnBrk="0" hangingPunct="1">
        <a:defRPr sz="1355" kern="1200">
          <a:solidFill>
            <a:schemeClr val="tx1"/>
          </a:solidFill>
          <a:latin typeface="+mn-lt"/>
          <a:ea typeface="+mn-ea"/>
          <a:cs typeface="+mn-cs"/>
        </a:defRPr>
      </a:lvl2pPr>
      <a:lvl3pPr marL="685800" algn="l" defTabSz="685800" rtl="0" eaLnBrk="1" latinLnBrk="0" hangingPunct="1">
        <a:defRPr sz="1355" kern="1200">
          <a:solidFill>
            <a:schemeClr val="tx1"/>
          </a:solidFill>
          <a:latin typeface="+mn-lt"/>
          <a:ea typeface="+mn-ea"/>
          <a:cs typeface="+mn-cs"/>
        </a:defRPr>
      </a:lvl3pPr>
      <a:lvl4pPr marL="1028700" algn="l" defTabSz="685800" rtl="0" eaLnBrk="1" latinLnBrk="0" hangingPunct="1">
        <a:defRPr sz="1355" kern="1200">
          <a:solidFill>
            <a:schemeClr val="tx1"/>
          </a:solidFill>
          <a:latin typeface="+mn-lt"/>
          <a:ea typeface="+mn-ea"/>
          <a:cs typeface="+mn-cs"/>
        </a:defRPr>
      </a:lvl4pPr>
      <a:lvl5pPr marL="1371600" algn="l" defTabSz="685800" rtl="0" eaLnBrk="1" latinLnBrk="0" hangingPunct="1">
        <a:defRPr sz="1355" kern="1200">
          <a:solidFill>
            <a:schemeClr val="tx1"/>
          </a:solidFill>
          <a:latin typeface="+mn-lt"/>
          <a:ea typeface="+mn-ea"/>
          <a:cs typeface="+mn-cs"/>
        </a:defRPr>
      </a:lvl5pPr>
      <a:lvl6pPr marL="1714500" algn="l" defTabSz="685800" rtl="0" eaLnBrk="1" latinLnBrk="0" hangingPunct="1">
        <a:defRPr sz="1355" kern="1200">
          <a:solidFill>
            <a:schemeClr val="tx1"/>
          </a:solidFill>
          <a:latin typeface="+mn-lt"/>
          <a:ea typeface="+mn-ea"/>
          <a:cs typeface="+mn-cs"/>
        </a:defRPr>
      </a:lvl6pPr>
      <a:lvl7pPr marL="2057400" algn="l" defTabSz="685800" rtl="0" eaLnBrk="1" latinLnBrk="0" hangingPunct="1">
        <a:defRPr sz="1355" kern="1200">
          <a:solidFill>
            <a:schemeClr val="tx1"/>
          </a:solidFill>
          <a:latin typeface="+mn-lt"/>
          <a:ea typeface="+mn-ea"/>
          <a:cs typeface="+mn-cs"/>
        </a:defRPr>
      </a:lvl7pPr>
      <a:lvl8pPr marL="2400300" algn="l" defTabSz="685800" rtl="0" eaLnBrk="1" latinLnBrk="0" hangingPunct="1">
        <a:defRPr sz="1355" kern="1200">
          <a:solidFill>
            <a:schemeClr val="tx1"/>
          </a:solidFill>
          <a:latin typeface="+mn-lt"/>
          <a:ea typeface="+mn-ea"/>
          <a:cs typeface="+mn-cs"/>
        </a:defRPr>
      </a:lvl8pPr>
      <a:lvl9pPr marL="2743200" algn="l" defTabSz="685800" rtl="0" eaLnBrk="1" latinLnBrk="0" hangingPunct="1">
        <a:defRPr sz="1355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1.xml"/><Relationship Id="rId1" Type="http://schemas.openxmlformats.org/officeDocument/2006/relationships/tags" Target="../tags/tag3.xml"/></Relationships>
</file>

<file path=ppt/slides/_rels/slide2.xml.rels><?xml version="1.0" encoding="UTF-8" standalone="yes"?>
<Relationships xmlns="http://schemas.openxmlformats.org/package/2006/relationships"><Relationship Id="rId13" Type="http://schemas.openxmlformats.org/officeDocument/2006/relationships/tags" Target="../tags/tag16.xml"/><Relationship Id="rId18" Type="http://schemas.openxmlformats.org/officeDocument/2006/relationships/tags" Target="../tags/tag21.xml"/><Relationship Id="rId26" Type="http://schemas.openxmlformats.org/officeDocument/2006/relationships/tags" Target="../tags/tag29.xml"/><Relationship Id="rId21" Type="http://schemas.openxmlformats.org/officeDocument/2006/relationships/tags" Target="../tags/tag24.xml"/><Relationship Id="rId34" Type="http://schemas.openxmlformats.org/officeDocument/2006/relationships/tags" Target="../tags/tag37.xml"/><Relationship Id="rId7" Type="http://schemas.openxmlformats.org/officeDocument/2006/relationships/tags" Target="../tags/tag10.xml"/><Relationship Id="rId12" Type="http://schemas.openxmlformats.org/officeDocument/2006/relationships/tags" Target="../tags/tag15.xml"/><Relationship Id="rId17" Type="http://schemas.openxmlformats.org/officeDocument/2006/relationships/tags" Target="../tags/tag20.xml"/><Relationship Id="rId25" Type="http://schemas.openxmlformats.org/officeDocument/2006/relationships/tags" Target="../tags/tag28.xml"/><Relationship Id="rId33" Type="http://schemas.openxmlformats.org/officeDocument/2006/relationships/tags" Target="../tags/tag36.xml"/><Relationship Id="rId2" Type="http://schemas.openxmlformats.org/officeDocument/2006/relationships/tags" Target="../tags/tag5.xml"/><Relationship Id="rId16" Type="http://schemas.openxmlformats.org/officeDocument/2006/relationships/tags" Target="../tags/tag19.xml"/><Relationship Id="rId20" Type="http://schemas.openxmlformats.org/officeDocument/2006/relationships/tags" Target="../tags/tag23.xml"/><Relationship Id="rId29" Type="http://schemas.openxmlformats.org/officeDocument/2006/relationships/tags" Target="../tags/tag32.xml"/><Relationship Id="rId1" Type="http://schemas.openxmlformats.org/officeDocument/2006/relationships/tags" Target="../tags/tag4.xml"/><Relationship Id="rId6" Type="http://schemas.openxmlformats.org/officeDocument/2006/relationships/tags" Target="../tags/tag9.xml"/><Relationship Id="rId11" Type="http://schemas.openxmlformats.org/officeDocument/2006/relationships/tags" Target="../tags/tag14.xml"/><Relationship Id="rId24" Type="http://schemas.openxmlformats.org/officeDocument/2006/relationships/tags" Target="../tags/tag27.xml"/><Relationship Id="rId32" Type="http://schemas.openxmlformats.org/officeDocument/2006/relationships/tags" Target="../tags/tag35.xml"/><Relationship Id="rId37" Type="http://schemas.openxmlformats.org/officeDocument/2006/relationships/image" Target="../media/image3.png"/><Relationship Id="rId5" Type="http://schemas.openxmlformats.org/officeDocument/2006/relationships/tags" Target="../tags/tag8.xml"/><Relationship Id="rId15" Type="http://schemas.openxmlformats.org/officeDocument/2006/relationships/tags" Target="../tags/tag18.xml"/><Relationship Id="rId23" Type="http://schemas.openxmlformats.org/officeDocument/2006/relationships/tags" Target="../tags/tag26.xml"/><Relationship Id="rId28" Type="http://schemas.openxmlformats.org/officeDocument/2006/relationships/tags" Target="../tags/tag31.xml"/><Relationship Id="rId36" Type="http://schemas.openxmlformats.org/officeDocument/2006/relationships/image" Target="../media/image2.png"/><Relationship Id="rId10" Type="http://schemas.openxmlformats.org/officeDocument/2006/relationships/tags" Target="../tags/tag13.xml"/><Relationship Id="rId19" Type="http://schemas.openxmlformats.org/officeDocument/2006/relationships/tags" Target="../tags/tag22.xml"/><Relationship Id="rId31" Type="http://schemas.openxmlformats.org/officeDocument/2006/relationships/tags" Target="../tags/tag34.xml"/><Relationship Id="rId4" Type="http://schemas.openxmlformats.org/officeDocument/2006/relationships/tags" Target="../tags/tag7.xml"/><Relationship Id="rId9" Type="http://schemas.openxmlformats.org/officeDocument/2006/relationships/tags" Target="../tags/tag12.xml"/><Relationship Id="rId14" Type="http://schemas.openxmlformats.org/officeDocument/2006/relationships/tags" Target="../tags/tag17.xml"/><Relationship Id="rId22" Type="http://schemas.openxmlformats.org/officeDocument/2006/relationships/tags" Target="../tags/tag25.xml"/><Relationship Id="rId27" Type="http://schemas.openxmlformats.org/officeDocument/2006/relationships/tags" Target="../tags/tag30.xml"/><Relationship Id="rId30" Type="http://schemas.openxmlformats.org/officeDocument/2006/relationships/tags" Target="../tags/tag33.xml"/><Relationship Id="rId35" Type="http://schemas.openxmlformats.org/officeDocument/2006/relationships/slideLayout" Target="../slideLayouts/slideLayout2.xml"/><Relationship Id="rId8" Type="http://schemas.openxmlformats.org/officeDocument/2006/relationships/tags" Target="../tags/tag11.xml"/><Relationship Id="rId3" Type="http://schemas.openxmlformats.org/officeDocument/2006/relationships/tags" Target="../tags/tag6.xml"/></Relationships>
</file>

<file path=ppt/slides/_rels/slide3.xml.rels><?xml version="1.0" encoding="UTF-8" standalone="yes"?>
<Relationships xmlns="http://schemas.openxmlformats.org/package/2006/relationships"><Relationship Id="rId8" Type="http://schemas.openxmlformats.org/officeDocument/2006/relationships/tags" Target="../tags/tag45.xml"/><Relationship Id="rId13" Type="http://schemas.openxmlformats.org/officeDocument/2006/relationships/tags" Target="../tags/tag50.xml"/><Relationship Id="rId3" Type="http://schemas.openxmlformats.org/officeDocument/2006/relationships/tags" Target="../tags/tag40.xml"/><Relationship Id="rId7" Type="http://schemas.openxmlformats.org/officeDocument/2006/relationships/tags" Target="../tags/tag44.xml"/><Relationship Id="rId12" Type="http://schemas.openxmlformats.org/officeDocument/2006/relationships/tags" Target="../tags/tag49.xml"/><Relationship Id="rId17" Type="http://schemas.openxmlformats.org/officeDocument/2006/relationships/image" Target="../media/image4.png"/><Relationship Id="rId2" Type="http://schemas.openxmlformats.org/officeDocument/2006/relationships/tags" Target="../tags/tag39.xml"/><Relationship Id="rId16" Type="http://schemas.openxmlformats.org/officeDocument/2006/relationships/slideLayout" Target="../slideLayouts/slideLayout3.xml"/><Relationship Id="rId1" Type="http://schemas.openxmlformats.org/officeDocument/2006/relationships/tags" Target="../tags/tag38.xml"/><Relationship Id="rId6" Type="http://schemas.openxmlformats.org/officeDocument/2006/relationships/tags" Target="../tags/tag43.xml"/><Relationship Id="rId11" Type="http://schemas.openxmlformats.org/officeDocument/2006/relationships/tags" Target="../tags/tag48.xml"/><Relationship Id="rId5" Type="http://schemas.openxmlformats.org/officeDocument/2006/relationships/tags" Target="../tags/tag42.xml"/><Relationship Id="rId15" Type="http://schemas.openxmlformats.org/officeDocument/2006/relationships/tags" Target="../tags/tag52.xml"/><Relationship Id="rId10" Type="http://schemas.openxmlformats.org/officeDocument/2006/relationships/tags" Target="../tags/tag47.xml"/><Relationship Id="rId4" Type="http://schemas.openxmlformats.org/officeDocument/2006/relationships/tags" Target="../tags/tag41.xml"/><Relationship Id="rId9" Type="http://schemas.openxmlformats.org/officeDocument/2006/relationships/tags" Target="../tags/tag46.xml"/><Relationship Id="rId14" Type="http://schemas.openxmlformats.org/officeDocument/2006/relationships/tags" Target="../tags/tag51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tags" Target="../tags/tag55.xml"/><Relationship Id="rId2" Type="http://schemas.openxmlformats.org/officeDocument/2006/relationships/tags" Target="../tags/tag54.xml"/><Relationship Id="rId1" Type="http://schemas.openxmlformats.org/officeDocument/2006/relationships/tags" Target="../tags/tag53.xml"/><Relationship Id="rId6" Type="http://schemas.openxmlformats.org/officeDocument/2006/relationships/image" Target="../media/image1.png"/><Relationship Id="rId5" Type="http://schemas.openxmlformats.org/officeDocument/2006/relationships/slideLayout" Target="../slideLayouts/slideLayout2.xml"/><Relationship Id="rId4" Type="http://schemas.openxmlformats.org/officeDocument/2006/relationships/tags" Target="../tags/tag56.xml"/></Relationships>
</file>

<file path=ppt/slides/_rels/slide5.xml.rels><?xml version="1.0" encoding="UTF-8" standalone="yes"?>
<Relationships xmlns="http://schemas.openxmlformats.org/package/2006/relationships"><Relationship Id="rId13" Type="http://schemas.openxmlformats.org/officeDocument/2006/relationships/tags" Target="../tags/tag69.xml"/><Relationship Id="rId18" Type="http://schemas.openxmlformats.org/officeDocument/2006/relationships/tags" Target="../tags/tag74.xml"/><Relationship Id="rId26" Type="http://schemas.openxmlformats.org/officeDocument/2006/relationships/tags" Target="../tags/tag82.xml"/><Relationship Id="rId39" Type="http://schemas.openxmlformats.org/officeDocument/2006/relationships/tags" Target="../tags/tag95.xml"/><Relationship Id="rId21" Type="http://schemas.openxmlformats.org/officeDocument/2006/relationships/tags" Target="../tags/tag77.xml"/><Relationship Id="rId34" Type="http://schemas.openxmlformats.org/officeDocument/2006/relationships/tags" Target="../tags/tag90.xml"/><Relationship Id="rId42" Type="http://schemas.openxmlformats.org/officeDocument/2006/relationships/tags" Target="../tags/tag98.xml"/><Relationship Id="rId47" Type="http://schemas.openxmlformats.org/officeDocument/2006/relationships/tags" Target="../tags/tag103.xml"/><Relationship Id="rId50" Type="http://schemas.openxmlformats.org/officeDocument/2006/relationships/tags" Target="../tags/tag106.xml"/><Relationship Id="rId7" Type="http://schemas.openxmlformats.org/officeDocument/2006/relationships/tags" Target="../tags/tag63.xml"/><Relationship Id="rId2" Type="http://schemas.openxmlformats.org/officeDocument/2006/relationships/tags" Target="../tags/tag58.xml"/><Relationship Id="rId16" Type="http://schemas.openxmlformats.org/officeDocument/2006/relationships/tags" Target="../tags/tag72.xml"/><Relationship Id="rId29" Type="http://schemas.openxmlformats.org/officeDocument/2006/relationships/tags" Target="../tags/tag85.xml"/><Relationship Id="rId11" Type="http://schemas.openxmlformats.org/officeDocument/2006/relationships/tags" Target="../tags/tag67.xml"/><Relationship Id="rId24" Type="http://schemas.openxmlformats.org/officeDocument/2006/relationships/tags" Target="../tags/tag80.xml"/><Relationship Id="rId32" Type="http://schemas.openxmlformats.org/officeDocument/2006/relationships/tags" Target="../tags/tag88.xml"/><Relationship Id="rId37" Type="http://schemas.openxmlformats.org/officeDocument/2006/relationships/tags" Target="../tags/tag93.xml"/><Relationship Id="rId40" Type="http://schemas.openxmlformats.org/officeDocument/2006/relationships/tags" Target="../tags/tag96.xml"/><Relationship Id="rId45" Type="http://schemas.openxmlformats.org/officeDocument/2006/relationships/tags" Target="../tags/tag101.xml"/><Relationship Id="rId5" Type="http://schemas.openxmlformats.org/officeDocument/2006/relationships/tags" Target="../tags/tag61.xml"/><Relationship Id="rId15" Type="http://schemas.openxmlformats.org/officeDocument/2006/relationships/tags" Target="../tags/tag71.xml"/><Relationship Id="rId23" Type="http://schemas.openxmlformats.org/officeDocument/2006/relationships/tags" Target="../tags/tag79.xml"/><Relationship Id="rId28" Type="http://schemas.openxmlformats.org/officeDocument/2006/relationships/tags" Target="../tags/tag84.xml"/><Relationship Id="rId36" Type="http://schemas.openxmlformats.org/officeDocument/2006/relationships/tags" Target="../tags/tag92.xml"/><Relationship Id="rId49" Type="http://schemas.openxmlformats.org/officeDocument/2006/relationships/tags" Target="../tags/tag105.xml"/><Relationship Id="rId10" Type="http://schemas.openxmlformats.org/officeDocument/2006/relationships/tags" Target="../tags/tag66.xml"/><Relationship Id="rId19" Type="http://schemas.openxmlformats.org/officeDocument/2006/relationships/tags" Target="../tags/tag75.xml"/><Relationship Id="rId31" Type="http://schemas.openxmlformats.org/officeDocument/2006/relationships/tags" Target="../tags/tag87.xml"/><Relationship Id="rId44" Type="http://schemas.openxmlformats.org/officeDocument/2006/relationships/tags" Target="../tags/tag100.xml"/><Relationship Id="rId52" Type="http://schemas.openxmlformats.org/officeDocument/2006/relationships/image" Target="../media/image1.png"/><Relationship Id="rId4" Type="http://schemas.openxmlformats.org/officeDocument/2006/relationships/tags" Target="../tags/tag60.xml"/><Relationship Id="rId9" Type="http://schemas.openxmlformats.org/officeDocument/2006/relationships/tags" Target="../tags/tag65.xml"/><Relationship Id="rId14" Type="http://schemas.openxmlformats.org/officeDocument/2006/relationships/tags" Target="../tags/tag70.xml"/><Relationship Id="rId22" Type="http://schemas.openxmlformats.org/officeDocument/2006/relationships/tags" Target="../tags/tag78.xml"/><Relationship Id="rId27" Type="http://schemas.openxmlformats.org/officeDocument/2006/relationships/tags" Target="../tags/tag83.xml"/><Relationship Id="rId30" Type="http://schemas.openxmlformats.org/officeDocument/2006/relationships/tags" Target="../tags/tag86.xml"/><Relationship Id="rId35" Type="http://schemas.openxmlformats.org/officeDocument/2006/relationships/tags" Target="../tags/tag91.xml"/><Relationship Id="rId43" Type="http://schemas.openxmlformats.org/officeDocument/2006/relationships/tags" Target="../tags/tag99.xml"/><Relationship Id="rId48" Type="http://schemas.openxmlformats.org/officeDocument/2006/relationships/tags" Target="../tags/tag104.xml"/><Relationship Id="rId8" Type="http://schemas.openxmlformats.org/officeDocument/2006/relationships/tags" Target="../tags/tag64.xml"/><Relationship Id="rId51" Type="http://schemas.openxmlformats.org/officeDocument/2006/relationships/slideLayout" Target="../slideLayouts/slideLayout2.xml"/><Relationship Id="rId3" Type="http://schemas.openxmlformats.org/officeDocument/2006/relationships/tags" Target="../tags/tag59.xml"/><Relationship Id="rId12" Type="http://schemas.openxmlformats.org/officeDocument/2006/relationships/tags" Target="../tags/tag68.xml"/><Relationship Id="rId17" Type="http://schemas.openxmlformats.org/officeDocument/2006/relationships/tags" Target="../tags/tag73.xml"/><Relationship Id="rId25" Type="http://schemas.openxmlformats.org/officeDocument/2006/relationships/tags" Target="../tags/tag81.xml"/><Relationship Id="rId33" Type="http://schemas.openxmlformats.org/officeDocument/2006/relationships/tags" Target="../tags/tag89.xml"/><Relationship Id="rId38" Type="http://schemas.openxmlformats.org/officeDocument/2006/relationships/tags" Target="../tags/tag94.xml"/><Relationship Id="rId46" Type="http://schemas.openxmlformats.org/officeDocument/2006/relationships/tags" Target="../tags/tag102.xml"/><Relationship Id="rId20" Type="http://schemas.openxmlformats.org/officeDocument/2006/relationships/tags" Target="../tags/tag76.xml"/><Relationship Id="rId41" Type="http://schemas.openxmlformats.org/officeDocument/2006/relationships/tags" Target="../tags/tag97.xml"/><Relationship Id="rId1" Type="http://schemas.openxmlformats.org/officeDocument/2006/relationships/tags" Target="../tags/tag57.xml"/><Relationship Id="rId6" Type="http://schemas.openxmlformats.org/officeDocument/2006/relationships/tags" Target="../tags/tag62.xml"/></Relationships>
</file>

<file path=ppt/slides/_rels/slide6.xml.rels><?xml version="1.0" encoding="UTF-8" standalone="yes"?>
<Relationships xmlns="http://schemas.openxmlformats.org/package/2006/relationships"><Relationship Id="rId13" Type="http://schemas.openxmlformats.org/officeDocument/2006/relationships/tags" Target="../tags/tag119.xml"/><Relationship Id="rId18" Type="http://schemas.openxmlformats.org/officeDocument/2006/relationships/tags" Target="../tags/tag124.xml"/><Relationship Id="rId26" Type="http://schemas.openxmlformats.org/officeDocument/2006/relationships/tags" Target="../tags/tag132.xml"/><Relationship Id="rId39" Type="http://schemas.openxmlformats.org/officeDocument/2006/relationships/tags" Target="../tags/tag145.xml"/><Relationship Id="rId21" Type="http://schemas.openxmlformats.org/officeDocument/2006/relationships/tags" Target="../tags/tag127.xml"/><Relationship Id="rId34" Type="http://schemas.openxmlformats.org/officeDocument/2006/relationships/tags" Target="../tags/tag140.xml"/><Relationship Id="rId42" Type="http://schemas.openxmlformats.org/officeDocument/2006/relationships/tags" Target="../tags/tag148.xml"/><Relationship Id="rId47" Type="http://schemas.openxmlformats.org/officeDocument/2006/relationships/tags" Target="../tags/tag153.xml"/><Relationship Id="rId50" Type="http://schemas.openxmlformats.org/officeDocument/2006/relationships/tags" Target="../tags/tag156.xml"/><Relationship Id="rId7" Type="http://schemas.openxmlformats.org/officeDocument/2006/relationships/tags" Target="../tags/tag113.xml"/><Relationship Id="rId2" Type="http://schemas.openxmlformats.org/officeDocument/2006/relationships/tags" Target="../tags/tag108.xml"/><Relationship Id="rId16" Type="http://schemas.openxmlformats.org/officeDocument/2006/relationships/tags" Target="../tags/tag122.xml"/><Relationship Id="rId29" Type="http://schemas.openxmlformats.org/officeDocument/2006/relationships/tags" Target="../tags/tag135.xml"/><Relationship Id="rId11" Type="http://schemas.openxmlformats.org/officeDocument/2006/relationships/tags" Target="../tags/tag117.xml"/><Relationship Id="rId24" Type="http://schemas.openxmlformats.org/officeDocument/2006/relationships/tags" Target="../tags/tag130.xml"/><Relationship Id="rId32" Type="http://schemas.openxmlformats.org/officeDocument/2006/relationships/tags" Target="../tags/tag138.xml"/><Relationship Id="rId37" Type="http://schemas.openxmlformats.org/officeDocument/2006/relationships/tags" Target="../tags/tag143.xml"/><Relationship Id="rId40" Type="http://schemas.openxmlformats.org/officeDocument/2006/relationships/tags" Target="../tags/tag146.xml"/><Relationship Id="rId45" Type="http://schemas.openxmlformats.org/officeDocument/2006/relationships/tags" Target="../tags/tag151.xml"/><Relationship Id="rId5" Type="http://schemas.openxmlformats.org/officeDocument/2006/relationships/tags" Target="../tags/tag111.xml"/><Relationship Id="rId15" Type="http://schemas.openxmlformats.org/officeDocument/2006/relationships/tags" Target="../tags/tag121.xml"/><Relationship Id="rId23" Type="http://schemas.openxmlformats.org/officeDocument/2006/relationships/tags" Target="../tags/tag129.xml"/><Relationship Id="rId28" Type="http://schemas.openxmlformats.org/officeDocument/2006/relationships/tags" Target="../tags/tag134.xml"/><Relationship Id="rId36" Type="http://schemas.openxmlformats.org/officeDocument/2006/relationships/tags" Target="../tags/tag142.xml"/><Relationship Id="rId49" Type="http://schemas.openxmlformats.org/officeDocument/2006/relationships/tags" Target="../tags/tag155.xml"/><Relationship Id="rId10" Type="http://schemas.openxmlformats.org/officeDocument/2006/relationships/tags" Target="../tags/tag116.xml"/><Relationship Id="rId19" Type="http://schemas.openxmlformats.org/officeDocument/2006/relationships/tags" Target="../tags/tag125.xml"/><Relationship Id="rId31" Type="http://schemas.openxmlformats.org/officeDocument/2006/relationships/tags" Target="../tags/tag137.xml"/><Relationship Id="rId44" Type="http://schemas.openxmlformats.org/officeDocument/2006/relationships/tags" Target="../tags/tag150.xml"/><Relationship Id="rId52" Type="http://schemas.openxmlformats.org/officeDocument/2006/relationships/image" Target="../media/image1.png"/><Relationship Id="rId4" Type="http://schemas.openxmlformats.org/officeDocument/2006/relationships/tags" Target="../tags/tag110.xml"/><Relationship Id="rId9" Type="http://schemas.openxmlformats.org/officeDocument/2006/relationships/tags" Target="../tags/tag115.xml"/><Relationship Id="rId14" Type="http://schemas.openxmlformats.org/officeDocument/2006/relationships/tags" Target="../tags/tag120.xml"/><Relationship Id="rId22" Type="http://schemas.openxmlformats.org/officeDocument/2006/relationships/tags" Target="../tags/tag128.xml"/><Relationship Id="rId27" Type="http://schemas.openxmlformats.org/officeDocument/2006/relationships/tags" Target="../tags/tag133.xml"/><Relationship Id="rId30" Type="http://schemas.openxmlformats.org/officeDocument/2006/relationships/tags" Target="../tags/tag136.xml"/><Relationship Id="rId35" Type="http://schemas.openxmlformats.org/officeDocument/2006/relationships/tags" Target="../tags/tag141.xml"/><Relationship Id="rId43" Type="http://schemas.openxmlformats.org/officeDocument/2006/relationships/tags" Target="../tags/tag149.xml"/><Relationship Id="rId48" Type="http://schemas.openxmlformats.org/officeDocument/2006/relationships/tags" Target="../tags/tag154.xml"/><Relationship Id="rId8" Type="http://schemas.openxmlformats.org/officeDocument/2006/relationships/tags" Target="../tags/tag114.xml"/><Relationship Id="rId51" Type="http://schemas.openxmlformats.org/officeDocument/2006/relationships/slideLayout" Target="../slideLayouts/slideLayout2.xml"/><Relationship Id="rId3" Type="http://schemas.openxmlformats.org/officeDocument/2006/relationships/tags" Target="../tags/tag109.xml"/><Relationship Id="rId12" Type="http://schemas.openxmlformats.org/officeDocument/2006/relationships/tags" Target="../tags/tag118.xml"/><Relationship Id="rId17" Type="http://schemas.openxmlformats.org/officeDocument/2006/relationships/tags" Target="../tags/tag123.xml"/><Relationship Id="rId25" Type="http://schemas.openxmlformats.org/officeDocument/2006/relationships/tags" Target="../tags/tag131.xml"/><Relationship Id="rId33" Type="http://schemas.openxmlformats.org/officeDocument/2006/relationships/tags" Target="../tags/tag139.xml"/><Relationship Id="rId38" Type="http://schemas.openxmlformats.org/officeDocument/2006/relationships/tags" Target="../tags/tag144.xml"/><Relationship Id="rId46" Type="http://schemas.openxmlformats.org/officeDocument/2006/relationships/tags" Target="../tags/tag152.xml"/><Relationship Id="rId20" Type="http://schemas.openxmlformats.org/officeDocument/2006/relationships/tags" Target="../tags/tag126.xml"/><Relationship Id="rId41" Type="http://schemas.openxmlformats.org/officeDocument/2006/relationships/tags" Target="../tags/tag147.xml"/><Relationship Id="rId1" Type="http://schemas.openxmlformats.org/officeDocument/2006/relationships/tags" Target="../tags/tag107.xml"/><Relationship Id="rId6" Type="http://schemas.openxmlformats.org/officeDocument/2006/relationships/tags" Target="../tags/tag112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tags" Target="../tags/tag159.xml"/><Relationship Id="rId2" Type="http://schemas.openxmlformats.org/officeDocument/2006/relationships/tags" Target="../tags/tag158.xml"/><Relationship Id="rId1" Type="http://schemas.openxmlformats.org/officeDocument/2006/relationships/tags" Target="../tags/tag157.xml"/><Relationship Id="rId6" Type="http://schemas.openxmlformats.org/officeDocument/2006/relationships/image" Target="../media/image1.png"/><Relationship Id="rId5" Type="http://schemas.openxmlformats.org/officeDocument/2006/relationships/slideLayout" Target="../slideLayouts/slideLayout2.xml"/><Relationship Id="rId4" Type="http://schemas.openxmlformats.org/officeDocument/2006/relationships/tags" Target="../tags/tag160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tags" Target="../tags/tag163.xml"/><Relationship Id="rId2" Type="http://schemas.openxmlformats.org/officeDocument/2006/relationships/tags" Target="../tags/tag162.xml"/><Relationship Id="rId1" Type="http://schemas.openxmlformats.org/officeDocument/2006/relationships/tags" Target="../tags/tag161.xml"/><Relationship Id="rId6" Type="http://schemas.openxmlformats.org/officeDocument/2006/relationships/image" Target="../media/image1.png"/><Relationship Id="rId5" Type="http://schemas.openxmlformats.org/officeDocument/2006/relationships/slideLayout" Target="../slideLayouts/slideLayout6.xml"/><Relationship Id="rId4" Type="http://schemas.openxmlformats.org/officeDocument/2006/relationships/tags" Target="../tags/tag164.xml"/></Relationships>
</file>

<file path=ppt/slides/_rels/slide9.xml.rels><?xml version="1.0" encoding="UTF-8" standalone="yes"?>
<Relationships xmlns="http://schemas.openxmlformats.org/package/2006/relationships"><Relationship Id="rId13" Type="http://schemas.openxmlformats.org/officeDocument/2006/relationships/tags" Target="../tags/tag177.xml"/><Relationship Id="rId18" Type="http://schemas.openxmlformats.org/officeDocument/2006/relationships/tags" Target="../tags/tag182.xml"/><Relationship Id="rId26" Type="http://schemas.openxmlformats.org/officeDocument/2006/relationships/tags" Target="../tags/tag190.xml"/><Relationship Id="rId39" Type="http://schemas.openxmlformats.org/officeDocument/2006/relationships/tags" Target="../tags/tag203.xml"/><Relationship Id="rId21" Type="http://schemas.openxmlformats.org/officeDocument/2006/relationships/tags" Target="../tags/tag185.xml"/><Relationship Id="rId34" Type="http://schemas.openxmlformats.org/officeDocument/2006/relationships/tags" Target="../tags/tag198.xml"/><Relationship Id="rId42" Type="http://schemas.openxmlformats.org/officeDocument/2006/relationships/tags" Target="../tags/tag206.xml"/><Relationship Id="rId47" Type="http://schemas.openxmlformats.org/officeDocument/2006/relationships/tags" Target="../tags/tag211.xml"/><Relationship Id="rId50" Type="http://schemas.openxmlformats.org/officeDocument/2006/relationships/tags" Target="../tags/tag214.xml"/><Relationship Id="rId7" Type="http://schemas.openxmlformats.org/officeDocument/2006/relationships/tags" Target="../tags/tag171.xml"/><Relationship Id="rId2" Type="http://schemas.openxmlformats.org/officeDocument/2006/relationships/tags" Target="../tags/tag166.xml"/><Relationship Id="rId16" Type="http://schemas.openxmlformats.org/officeDocument/2006/relationships/tags" Target="../tags/tag180.xml"/><Relationship Id="rId29" Type="http://schemas.openxmlformats.org/officeDocument/2006/relationships/tags" Target="../tags/tag193.xml"/><Relationship Id="rId11" Type="http://schemas.openxmlformats.org/officeDocument/2006/relationships/tags" Target="../tags/tag175.xml"/><Relationship Id="rId24" Type="http://schemas.openxmlformats.org/officeDocument/2006/relationships/tags" Target="../tags/tag188.xml"/><Relationship Id="rId32" Type="http://schemas.openxmlformats.org/officeDocument/2006/relationships/tags" Target="../tags/tag196.xml"/><Relationship Id="rId37" Type="http://schemas.openxmlformats.org/officeDocument/2006/relationships/tags" Target="../tags/tag201.xml"/><Relationship Id="rId40" Type="http://schemas.openxmlformats.org/officeDocument/2006/relationships/tags" Target="../tags/tag204.xml"/><Relationship Id="rId45" Type="http://schemas.openxmlformats.org/officeDocument/2006/relationships/tags" Target="../tags/tag209.xml"/><Relationship Id="rId5" Type="http://schemas.openxmlformats.org/officeDocument/2006/relationships/tags" Target="../tags/tag169.xml"/><Relationship Id="rId15" Type="http://schemas.openxmlformats.org/officeDocument/2006/relationships/tags" Target="../tags/tag179.xml"/><Relationship Id="rId23" Type="http://schemas.openxmlformats.org/officeDocument/2006/relationships/tags" Target="../tags/tag187.xml"/><Relationship Id="rId28" Type="http://schemas.openxmlformats.org/officeDocument/2006/relationships/tags" Target="../tags/tag192.xml"/><Relationship Id="rId36" Type="http://schemas.openxmlformats.org/officeDocument/2006/relationships/tags" Target="../tags/tag200.xml"/><Relationship Id="rId49" Type="http://schemas.openxmlformats.org/officeDocument/2006/relationships/tags" Target="../tags/tag213.xml"/><Relationship Id="rId10" Type="http://schemas.openxmlformats.org/officeDocument/2006/relationships/tags" Target="../tags/tag174.xml"/><Relationship Id="rId19" Type="http://schemas.openxmlformats.org/officeDocument/2006/relationships/tags" Target="../tags/tag183.xml"/><Relationship Id="rId31" Type="http://schemas.openxmlformats.org/officeDocument/2006/relationships/tags" Target="../tags/tag195.xml"/><Relationship Id="rId44" Type="http://schemas.openxmlformats.org/officeDocument/2006/relationships/tags" Target="../tags/tag208.xml"/><Relationship Id="rId52" Type="http://schemas.openxmlformats.org/officeDocument/2006/relationships/image" Target="../media/image1.png"/><Relationship Id="rId4" Type="http://schemas.openxmlformats.org/officeDocument/2006/relationships/tags" Target="../tags/tag168.xml"/><Relationship Id="rId9" Type="http://schemas.openxmlformats.org/officeDocument/2006/relationships/tags" Target="../tags/tag173.xml"/><Relationship Id="rId14" Type="http://schemas.openxmlformats.org/officeDocument/2006/relationships/tags" Target="../tags/tag178.xml"/><Relationship Id="rId22" Type="http://schemas.openxmlformats.org/officeDocument/2006/relationships/tags" Target="../tags/tag186.xml"/><Relationship Id="rId27" Type="http://schemas.openxmlformats.org/officeDocument/2006/relationships/tags" Target="../tags/tag191.xml"/><Relationship Id="rId30" Type="http://schemas.openxmlformats.org/officeDocument/2006/relationships/tags" Target="../tags/tag194.xml"/><Relationship Id="rId35" Type="http://schemas.openxmlformats.org/officeDocument/2006/relationships/tags" Target="../tags/tag199.xml"/><Relationship Id="rId43" Type="http://schemas.openxmlformats.org/officeDocument/2006/relationships/tags" Target="../tags/tag207.xml"/><Relationship Id="rId48" Type="http://schemas.openxmlformats.org/officeDocument/2006/relationships/tags" Target="../tags/tag212.xml"/><Relationship Id="rId8" Type="http://schemas.openxmlformats.org/officeDocument/2006/relationships/tags" Target="../tags/tag172.xml"/><Relationship Id="rId51" Type="http://schemas.openxmlformats.org/officeDocument/2006/relationships/slideLayout" Target="../slideLayouts/slideLayout2.xml"/><Relationship Id="rId3" Type="http://schemas.openxmlformats.org/officeDocument/2006/relationships/tags" Target="../tags/tag167.xml"/><Relationship Id="rId12" Type="http://schemas.openxmlformats.org/officeDocument/2006/relationships/tags" Target="../tags/tag176.xml"/><Relationship Id="rId17" Type="http://schemas.openxmlformats.org/officeDocument/2006/relationships/tags" Target="../tags/tag181.xml"/><Relationship Id="rId25" Type="http://schemas.openxmlformats.org/officeDocument/2006/relationships/tags" Target="../tags/tag189.xml"/><Relationship Id="rId33" Type="http://schemas.openxmlformats.org/officeDocument/2006/relationships/tags" Target="../tags/tag197.xml"/><Relationship Id="rId38" Type="http://schemas.openxmlformats.org/officeDocument/2006/relationships/tags" Target="../tags/tag202.xml"/><Relationship Id="rId46" Type="http://schemas.openxmlformats.org/officeDocument/2006/relationships/tags" Target="../tags/tag210.xml"/><Relationship Id="rId20" Type="http://schemas.openxmlformats.org/officeDocument/2006/relationships/tags" Target="../tags/tag184.xml"/><Relationship Id="rId41" Type="http://schemas.openxmlformats.org/officeDocument/2006/relationships/tags" Target="../tags/tag205.xml"/><Relationship Id="rId1" Type="http://schemas.openxmlformats.org/officeDocument/2006/relationships/tags" Target="../tags/tag165.xml"/><Relationship Id="rId6" Type="http://schemas.openxmlformats.org/officeDocument/2006/relationships/tags" Target="../tags/tag170.xml"/></Relationships>
</file>

<file path=ppt/slides/_rels/slide10.xml.rels><?xml version="1.0" encoding="UTF-8" standalone="yes"?>
<Relationships xmlns="http://schemas.openxmlformats.org/package/2006/relationships"><Relationship Id="rId13" Type="http://schemas.openxmlformats.org/officeDocument/2006/relationships/tags" Target="../tags/tag227.xml"/><Relationship Id="rId18" Type="http://schemas.openxmlformats.org/officeDocument/2006/relationships/tags" Target="../tags/tag232.xml"/><Relationship Id="rId26" Type="http://schemas.openxmlformats.org/officeDocument/2006/relationships/tags" Target="../tags/tag240.xml"/><Relationship Id="rId39" Type="http://schemas.openxmlformats.org/officeDocument/2006/relationships/tags" Target="../tags/tag253.xml"/><Relationship Id="rId21" Type="http://schemas.openxmlformats.org/officeDocument/2006/relationships/tags" Target="../tags/tag235.xml"/><Relationship Id="rId34" Type="http://schemas.openxmlformats.org/officeDocument/2006/relationships/tags" Target="../tags/tag248.xml"/><Relationship Id="rId42" Type="http://schemas.openxmlformats.org/officeDocument/2006/relationships/tags" Target="../tags/tag256.xml"/><Relationship Id="rId47" Type="http://schemas.openxmlformats.org/officeDocument/2006/relationships/tags" Target="../tags/tag261.xml"/><Relationship Id="rId50" Type="http://schemas.openxmlformats.org/officeDocument/2006/relationships/tags" Target="../tags/tag264.xml"/><Relationship Id="rId7" Type="http://schemas.openxmlformats.org/officeDocument/2006/relationships/tags" Target="../tags/tag221.xml"/><Relationship Id="rId2" Type="http://schemas.openxmlformats.org/officeDocument/2006/relationships/tags" Target="../tags/tag216.xml"/><Relationship Id="rId16" Type="http://schemas.openxmlformats.org/officeDocument/2006/relationships/tags" Target="../tags/tag230.xml"/><Relationship Id="rId29" Type="http://schemas.openxmlformats.org/officeDocument/2006/relationships/tags" Target="../tags/tag243.xml"/><Relationship Id="rId11" Type="http://schemas.openxmlformats.org/officeDocument/2006/relationships/tags" Target="../tags/tag225.xml"/><Relationship Id="rId24" Type="http://schemas.openxmlformats.org/officeDocument/2006/relationships/tags" Target="../tags/tag238.xml"/><Relationship Id="rId32" Type="http://schemas.openxmlformats.org/officeDocument/2006/relationships/tags" Target="../tags/tag246.xml"/><Relationship Id="rId37" Type="http://schemas.openxmlformats.org/officeDocument/2006/relationships/tags" Target="../tags/tag251.xml"/><Relationship Id="rId40" Type="http://schemas.openxmlformats.org/officeDocument/2006/relationships/tags" Target="../tags/tag254.xml"/><Relationship Id="rId45" Type="http://schemas.openxmlformats.org/officeDocument/2006/relationships/tags" Target="../tags/tag259.xml"/><Relationship Id="rId5" Type="http://schemas.openxmlformats.org/officeDocument/2006/relationships/tags" Target="../tags/tag219.xml"/><Relationship Id="rId15" Type="http://schemas.openxmlformats.org/officeDocument/2006/relationships/tags" Target="../tags/tag229.xml"/><Relationship Id="rId23" Type="http://schemas.openxmlformats.org/officeDocument/2006/relationships/tags" Target="../tags/tag237.xml"/><Relationship Id="rId28" Type="http://schemas.openxmlformats.org/officeDocument/2006/relationships/tags" Target="../tags/tag242.xml"/><Relationship Id="rId36" Type="http://schemas.openxmlformats.org/officeDocument/2006/relationships/tags" Target="../tags/tag250.xml"/><Relationship Id="rId49" Type="http://schemas.openxmlformats.org/officeDocument/2006/relationships/tags" Target="../tags/tag263.xml"/><Relationship Id="rId10" Type="http://schemas.openxmlformats.org/officeDocument/2006/relationships/tags" Target="../tags/tag224.xml"/><Relationship Id="rId19" Type="http://schemas.openxmlformats.org/officeDocument/2006/relationships/tags" Target="../tags/tag233.xml"/><Relationship Id="rId31" Type="http://schemas.openxmlformats.org/officeDocument/2006/relationships/tags" Target="../tags/tag245.xml"/><Relationship Id="rId44" Type="http://schemas.openxmlformats.org/officeDocument/2006/relationships/tags" Target="../tags/tag258.xml"/><Relationship Id="rId52" Type="http://schemas.openxmlformats.org/officeDocument/2006/relationships/image" Target="../media/image1.png"/><Relationship Id="rId4" Type="http://schemas.openxmlformats.org/officeDocument/2006/relationships/tags" Target="../tags/tag218.xml"/><Relationship Id="rId9" Type="http://schemas.openxmlformats.org/officeDocument/2006/relationships/tags" Target="../tags/tag223.xml"/><Relationship Id="rId14" Type="http://schemas.openxmlformats.org/officeDocument/2006/relationships/tags" Target="../tags/tag228.xml"/><Relationship Id="rId22" Type="http://schemas.openxmlformats.org/officeDocument/2006/relationships/tags" Target="../tags/tag236.xml"/><Relationship Id="rId27" Type="http://schemas.openxmlformats.org/officeDocument/2006/relationships/tags" Target="../tags/tag241.xml"/><Relationship Id="rId30" Type="http://schemas.openxmlformats.org/officeDocument/2006/relationships/tags" Target="../tags/tag244.xml"/><Relationship Id="rId35" Type="http://schemas.openxmlformats.org/officeDocument/2006/relationships/tags" Target="../tags/tag249.xml"/><Relationship Id="rId43" Type="http://schemas.openxmlformats.org/officeDocument/2006/relationships/tags" Target="../tags/tag257.xml"/><Relationship Id="rId48" Type="http://schemas.openxmlformats.org/officeDocument/2006/relationships/tags" Target="../tags/tag262.xml"/><Relationship Id="rId8" Type="http://schemas.openxmlformats.org/officeDocument/2006/relationships/tags" Target="../tags/tag222.xml"/><Relationship Id="rId51" Type="http://schemas.openxmlformats.org/officeDocument/2006/relationships/slideLayout" Target="../slideLayouts/slideLayout2.xml"/><Relationship Id="rId3" Type="http://schemas.openxmlformats.org/officeDocument/2006/relationships/tags" Target="../tags/tag217.xml"/><Relationship Id="rId12" Type="http://schemas.openxmlformats.org/officeDocument/2006/relationships/tags" Target="../tags/tag226.xml"/><Relationship Id="rId17" Type="http://schemas.openxmlformats.org/officeDocument/2006/relationships/tags" Target="../tags/tag231.xml"/><Relationship Id="rId25" Type="http://schemas.openxmlformats.org/officeDocument/2006/relationships/tags" Target="../tags/tag239.xml"/><Relationship Id="rId33" Type="http://schemas.openxmlformats.org/officeDocument/2006/relationships/tags" Target="../tags/tag247.xml"/><Relationship Id="rId38" Type="http://schemas.openxmlformats.org/officeDocument/2006/relationships/tags" Target="../tags/tag252.xml"/><Relationship Id="rId46" Type="http://schemas.openxmlformats.org/officeDocument/2006/relationships/tags" Target="../tags/tag260.xml"/><Relationship Id="rId20" Type="http://schemas.openxmlformats.org/officeDocument/2006/relationships/tags" Target="../tags/tag234.xml"/><Relationship Id="rId41" Type="http://schemas.openxmlformats.org/officeDocument/2006/relationships/tags" Target="../tags/tag255.xml"/><Relationship Id="rId1" Type="http://schemas.openxmlformats.org/officeDocument/2006/relationships/tags" Target="../tags/tag215.xml"/><Relationship Id="rId6" Type="http://schemas.openxmlformats.org/officeDocument/2006/relationships/tags" Target="../tags/tag220.xml"/></Relationships>
</file>

<file path=ppt/slides/_rels/slide11.xml.rels><?xml version="1.0" encoding="UTF-8" standalone="yes"?>
<Relationships xmlns="http://schemas.openxmlformats.org/package/2006/relationships"><Relationship Id="rId13" Type="http://schemas.openxmlformats.org/officeDocument/2006/relationships/tags" Target="../tags/tag277.xml"/><Relationship Id="rId18" Type="http://schemas.openxmlformats.org/officeDocument/2006/relationships/tags" Target="../tags/tag282.xml"/><Relationship Id="rId26" Type="http://schemas.openxmlformats.org/officeDocument/2006/relationships/tags" Target="../tags/tag290.xml"/><Relationship Id="rId39" Type="http://schemas.openxmlformats.org/officeDocument/2006/relationships/tags" Target="../tags/tag303.xml"/><Relationship Id="rId21" Type="http://schemas.openxmlformats.org/officeDocument/2006/relationships/tags" Target="../tags/tag285.xml"/><Relationship Id="rId34" Type="http://schemas.openxmlformats.org/officeDocument/2006/relationships/tags" Target="../tags/tag298.xml"/><Relationship Id="rId42" Type="http://schemas.openxmlformats.org/officeDocument/2006/relationships/tags" Target="../tags/tag306.xml"/><Relationship Id="rId47" Type="http://schemas.openxmlformats.org/officeDocument/2006/relationships/tags" Target="../tags/tag311.xml"/><Relationship Id="rId50" Type="http://schemas.openxmlformats.org/officeDocument/2006/relationships/tags" Target="../tags/tag314.xml"/><Relationship Id="rId7" Type="http://schemas.openxmlformats.org/officeDocument/2006/relationships/tags" Target="../tags/tag271.xml"/><Relationship Id="rId2" Type="http://schemas.openxmlformats.org/officeDocument/2006/relationships/tags" Target="../tags/tag266.xml"/><Relationship Id="rId16" Type="http://schemas.openxmlformats.org/officeDocument/2006/relationships/tags" Target="../tags/tag280.xml"/><Relationship Id="rId29" Type="http://schemas.openxmlformats.org/officeDocument/2006/relationships/tags" Target="../tags/tag293.xml"/><Relationship Id="rId11" Type="http://schemas.openxmlformats.org/officeDocument/2006/relationships/tags" Target="../tags/tag275.xml"/><Relationship Id="rId24" Type="http://schemas.openxmlformats.org/officeDocument/2006/relationships/tags" Target="../tags/tag288.xml"/><Relationship Id="rId32" Type="http://schemas.openxmlformats.org/officeDocument/2006/relationships/tags" Target="../tags/tag296.xml"/><Relationship Id="rId37" Type="http://schemas.openxmlformats.org/officeDocument/2006/relationships/tags" Target="../tags/tag301.xml"/><Relationship Id="rId40" Type="http://schemas.openxmlformats.org/officeDocument/2006/relationships/tags" Target="../tags/tag304.xml"/><Relationship Id="rId45" Type="http://schemas.openxmlformats.org/officeDocument/2006/relationships/tags" Target="../tags/tag309.xml"/><Relationship Id="rId5" Type="http://schemas.openxmlformats.org/officeDocument/2006/relationships/tags" Target="../tags/tag269.xml"/><Relationship Id="rId15" Type="http://schemas.openxmlformats.org/officeDocument/2006/relationships/tags" Target="../tags/tag279.xml"/><Relationship Id="rId23" Type="http://schemas.openxmlformats.org/officeDocument/2006/relationships/tags" Target="../tags/tag287.xml"/><Relationship Id="rId28" Type="http://schemas.openxmlformats.org/officeDocument/2006/relationships/tags" Target="../tags/tag292.xml"/><Relationship Id="rId36" Type="http://schemas.openxmlformats.org/officeDocument/2006/relationships/tags" Target="../tags/tag300.xml"/><Relationship Id="rId49" Type="http://schemas.openxmlformats.org/officeDocument/2006/relationships/tags" Target="../tags/tag313.xml"/><Relationship Id="rId10" Type="http://schemas.openxmlformats.org/officeDocument/2006/relationships/tags" Target="../tags/tag274.xml"/><Relationship Id="rId19" Type="http://schemas.openxmlformats.org/officeDocument/2006/relationships/tags" Target="../tags/tag283.xml"/><Relationship Id="rId31" Type="http://schemas.openxmlformats.org/officeDocument/2006/relationships/tags" Target="../tags/tag295.xml"/><Relationship Id="rId44" Type="http://schemas.openxmlformats.org/officeDocument/2006/relationships/tags" Target="../tags/tag308.xml"/><Relationship Id="rId52" Type="http://schemas.openxmlformats.org/officeDocument/2006/relationships/image" Target="../media/image1.png"/><Relationship Id="rId4" Type="http://schemas.openxmlformats.org/officeDocument/2006/relationships/tags" Target="../tags/tag268.xml"/><Relationship Id="rId9" Type="http://schemas.openxmlformats.org/officeDocument/2006/relationships/tags" Target="../tags/tag273.xml"/><Relationship Id="rId14" Type="http://schemas.openxmlformats.org/officeDocument/2006/relationships/tags" Target="../tags/tag278.xml"/><Relationship Id="rId22" Type="http://schemas.openxmlformats.org/officeDocument/2006/relationships/tags" Target="../tags/tag286.xml"/><Relationship Id="rId27" Type="http://schemas.openxmlformats.org/officeDocument/2006/relationships/tags" Target="../tags/tag291.xml"/><Relationship Id="rId30" Type="http://schemas.openxmlformats.org/officeDocument/2006/relationships/tags" Target="../tags/tag294.xml"/><Relationship Id="rId35" Type="http://schemas.openxmlformats.org/officeDocument/2006/relationships/tags" Target="../tags/tag299.xml"/><Relationship Id="rId43" Type="http://schemas.openxmlformats.org/officeDocument/2006/relationships/tags" Target="../tags/tag307.xml"/><Relationship Id="rId48" Type="http://schemas.openxmlformats.org/officeDocument/2006/relationships/tags" Target="../tags/tag312.xml"/><Relationship Id="rId8" Type="http://schemas.openxmlformats.org/officeDocument/2006/relationships/tags" Target="../tags/tag272.xml"/><Relationship Id="rId51" Type="http://schemas.openxmlformats.org/officeDocument/2006/relationships/slideLayout" Target="../slideLayouts/slideLayout2.xml"/><Relationship Id="rId3" Type="http://schemas.openxmlformats.org/officeDocument/2006/relationships/tags" Target="../tags/tag267.xml"/><Relationship Id="rId12" Type="http://schemas.openxmlformats.org/officeDocument/2006/relationships/tags" Target="../tags/tag276.xml"/><Relationship Id="rId17" Type="http://schemas.openxmlformats.org/officeDocument/2006/relationships/tags" Target="../tags/tag281.xml"/><Relationship Id="rId25" Type="http://schemas.openxmlformats.org/officeDocument/2006/relationships/tags" Target="../tags/tag289.xml"/><Relationship Id="rId33" Type="http://schemas.openxmlformats.org/officeDocument/2006/relationships/tags" Target="../tags/tag297.xml"/><Relationship Id="rId38" Type="http://schemas.openxmlformats.org/officeDocument/2006/relationships/tags" Target="../tags/tag302.xml"/><Relationship Id="rId46" Type="http://schemas.openxmlformats.org/officeDocument/2006/relationships/tags" Target="../tags/tag310.xml"/><Relationship Id="rId20" Type="http://schemas.openxmlformats.org/officeDocument/2006/relationships/tags" Target="../tags/tag284.xml"/><Relationship Id="rId41" Type="http://schemas.openxmlformats.org/officeDocument/2006/relationships/tags" Target="../tags/tag305.xml"/><Relationship Id="rId1" Type="http://schemas.openxmlformats.org/officeDocument/2006/relationships/tags" Target="../tags/tag265.xml"/><Relationship Id="rId6" Type="http://schemas.openxmlformats.org/officeDocument/2006/relationships/tags" Target="../tags/tag270.xml"/></Relationships>
</file>

<file path=ppt/slides/_rels/slide12.xml.rels><?xml version="1.0" encoding="UTF-8" standalone="yes"?>
<Relationships xmlns="http://schemas.openxmlformats.org/package/2006/relationships"><Relationship Id="rId13" Type="http://schemas.openxmlformats.org/officeDocument/2006/relationships/tags" Target="../tags/tag327.xml"/><Relationship Id="rId18" Type="http://schemas.openxmlformats.org/officeDocument/2006/relationships/tags" Target="../tags/tag332.xml"/><Relationship Id="rId26" Type="http://schemas.openxmlformats.org/officeDocument/2006/relationships/tags" Target="../tags/tag340.xml"/><Relationship Id="rId39" Type="http://schemas.openxmlformats.org/officeDocument/2006/relationships/tags" Target="../tags/tag353.xml"/><Relationship Id="rId21" Type="http://schemas.openxmlformats.org/officeDocument/2006/relationships/tags" Target="../tags/tag335.xml"/><Relationship Id="rId34" Type="http://schemas.openxmlformats.org/officeDocument/2006/relationships/tags" Target="../tags/tag348.xml"/><Relationship Id="rId42" Type="http://schemas.openxmlformats.org/officeDocument/2006/relationships/tags" Target="../tags/tag356.xml"/><Relationship Id="rId47" Type="http://schemas.openxmlformats.org/officeDocument/2006/relationships/tags" Target="../tags/tag361.xml"/><Relationship Id="rId50" Type="http://schemas.openxmlformats.org/officeDocument/2006/relationships/tags" Target="../tags/tag364.xml"/><Relationship Id="rId7" Type="http://schemas.openxmlformats.org/officeDocument/2006/relationships/tags" Target="../tags/tag321.xml"/><Relationship Id="rId2" Type="http://schemas.openxmlformats.org/officeDocument/2006/relationships/tags" Target="../tags/tag316.xml"/><Relationship Id="rId16" Type="http://schemas.openxmlformats.org/officeDocument/2006/relationships/tags" Target="../tags/tag330.xml"/><Relationship Id="rId29" Type="http://schemas.openxmlformats.org/officeDocument/2006/relationships/tags" Target="../tags/tag343.xml"/><Relationship Id="rId11" Type="http://schemas.openxmlformats.org/officeDocument/2006/relationships/tags" Target="../tags/tag325.xml"/><Relationship Id="rId24" Type="http://schemas.openxmlformats.org/officeDocument/2006/relationships/tags" Target="../tags/tag338.xml"/><Relationship Id="rId32" Type="http://schemas.openxmlformats.org/officeDocument/2006/relationships/tags" Target="../tags/tag346.xml"/><Relationship Id="rId37" Type="http://schemas.openxmlformats.org/officeDocument/2006/relationships/tags" Target="../tags/tag351.xml"/><Relationship Id="rId40" Type="http://schemas.openxmlformats.org/officeDocument/2006/relationships/tags" Target="../tags/tag354.xml"/><Relationship Id="rId45" Type="http://schemas.openxmlformats.org/officeDocument/2006/relationships/tags" Target="../tags/tag359.xml"/><Relationship Id="rId5" Type="http://schemas.openxmlformats.org/officeDocument/2006/relationships/tags" Target="../tags/tag319.xml"/><Relationship Id="rId15" Type="http://schemas.openxmlformats.org/officeDocument/2006/relationships/tags" Target="../tags/tag329.xml"/><Relationship Id="rId23" Type="http://schemas.openxmlformats.org/officeDocument/2006/relationships/tags" Target="../tags/tag337.xml"/><Relationship Id="rId28" Type="http://schemas.openxmlformats.org/officeDocument/2006/relationships/tags" Target="../tags/tag342.xml"/><Relationship Id="rId36" Type="http://schemas.openxmlformats.org/officeDocument/2006/relationships/tags" Target="../tags/tag350.xml"/><Relationship Id="rId49" Type="http://schemas.openxmlformats.org/officeDocument/2006/relationships/tags" Target="../tags/tag363.xml"/><Relationship Id="rId10" Type="http://schemas.openxmlformats.org/officeDocument/2006/relationships/tags" Target="../tags/tag324.xml"/><Relationship Id="rId19" Type="http://schemas.openxmlformats.org/officeDocument/2006/relationships/tags" Target="../tags/tag333.xml"/><Relationship Id="rId31" Type="http://schemas.openxmlformats.org/officeDocument/2006/relationships/tags" Target="../tags/tag345.xml"/><Relationship Id="rId44" Type="http://schemas.openxmlformats.org/officeDocument/2006/relationships/tags" Target="../tags/tag358.xml"/><Relationship Id="rId52" Type="http://schemas.openxmlformats.org/officeDocument/2006/relationships/image" Target="../media/image1.png"/><Relationship Id="rId4" Type="http://schemas.openxmlformats.org/officeDocument/2006/relationships/tags" Target="../tags/tag318.xml"/><Relationship Id="rId9" Type="http://schemas.openxmlformats.org/officeDocument/2006/relationships/tags" Target="../tags/tag323.xml"/><Relationship Id="rId14" Type="http://schemas.openxmlformats.org/officeDocument/2006/relationships/tags" Target="../tags/tag328.xml"/><Relationship Id="rId22" Type="http://schemas.openxmlformats.org/officeDocument/2006/relationships/tags" Target="../tags/tag336.xml"/><Relationship Id="rId27" Type="http://schemas.openxmlformats.org/officeDocument/2006/relationships/tags" Target="../tags/tag341.xml"/><Relationship Id="rId30" Type="http://schemas.openxmlformats.org/officeDocument/2006/relationships/tags" Target="../tags/tag344.xml"/><Relationship Id="rId35" Type="http://schemas.openxmlformats.org/officeDocument/2006/relationships/tags" Target="../tags/tag349.xml"/><Relationship Id="rId43" Type="http://schemas.openxmlformats.org/officeDocument/2006/relationships/tags" Target="../tags/tag357.xml"/><Relationship Id="rId48" Type="http://schemas.openxmlformats.org/officeDocument/2006/relationships/tags" Target="../tags/tag362.xml"/><Relationship Id="rId8" Type="http://schemas.openxmlformats.org/officeDocument/2006/relationships/tags" Target="../tags/tag322.xml"/><Relationship Id="rId51" Type="http://schemas.openxmlformats.org/officeDocument/2006/relationships/slideLayout" Target="../slideLayouts/slideLayout2.xml"/><Relationship Id="rId3" Type="http://schemas.openxmlformats.org/officeDocument/2006/relationships/tags" Target="../tags/tag317.xml"/><Relationship Id="rId12" Type="http://schemas.openxmlformats.org/officeDocument/2006/relationships/tags" Target="../tags/tag326.xml"/><Relationship Id="rId17" Type="http://schemas.openxmlformats.org/officeDocument/2006/relationships/tags" Target="../tags/tag331.xml"/><Relationship Id="rId25" Type="http://schemas.openxmlformats.org/officeDocument/2006/relationships/tags" Target="../tags/tag339.xml"/><Relationship Id="rId33" Type="http://schemas.openxmlformats.org/officeDocument/2006/relationships/tags" Target="../tags/tag347.xml"/><Relationship Id="rId38" Type="http://schemas.openxmlformats.org/officeDocument/2006/relationships/tags" Target="../tags/tag352.xml"/><Relationship Id="rId46" Type="http://schemas.openxmlformats.org/officeDocument/2006/relationships/tags" Target="../tags/tag360.xml"/><Relationship Id="rId20" Type="http://schemas.openxmlformats.org/officeDocument/2006/relationships/tags" Target="../tags/tag334.xml"/><Relationship Id="rId41" Type="http://schemas.openxmlformats.org/officeDocument/2006/relationships/tags" Target="../tags/tag355.xml"/><Relationship Id="rId1" Type="http://schemas.openxmlformats.org/officeDocument/2006/relationships/tags" Target="../tags/tag315.xml"/><Relationship Id="rId6" Type="http://schemas.openxmlformats.org/officeDocument/2006/relationships/tags" Target="../tags/tag320.xml"/></Relationships>
</file>

<file path=ppt/slides/_rels/slide13.xml.rels><?xml version="1.0" encoding="UTF-8" standalone="yes"?>
<Relationships xmlns="http://schemas.openxmlformats.org/package/2006/relationships"><Relationship Id="rId13" Type="http://schemas.openxmlformats.org/officeDocument/2006/relationships/tags" Target="../tags/tag377.xml"/><Relationship Id="rId18" Type="http://schemas.openxmlformats.org/officeDocument/2006/relationships/tags" Target="../tags/tag382.xml"/><Relationship Id="rId26" Type="http://schemas.openxmlformats.org/officeDocument/2006/relationships/tags" Target="../tags/tag390.xml"/><Relationship Id="rId39" Type="http://schemas.openxmlformats.org/officeDocument/2006/relationships/tags" Target="../tags/tag403.xml"/><Relationship Id="rId21" Type="http://schemas.openxmlformats.org/officeDocument/2006/relationships/tags" Target="../tags/tag385.xml"/><Relationship Id="rId34" Type="http://schemas.openxmlformats.org/officeDocument/2006/relationships/tags" Target="../tags/tag398.xml"/><Relationship Id="rId42" Type="http://schemas.openxmlformats.org/officeDocument/2006/relationships/tags" Target="../tags/tag406.xml"/><Relationship Id="rId47" Type="http://schemas.openxmlformats.org/officeDocument/2006/relationships/tags" Target="../tags/tag411.xml"/><Relationship Id="rId50" Type="http://schemas.openxmlformats.org/officeDocument/2006/relationships/tags" Target="../tags/tag414.xml"/><Relationship Id="rId7" Type="http://schemas.openxmlformats.org/officeDocument/2006/relationships/tags" Target="../tags/tag371.xml"/><Relationship Id="rId2" Type="http://schemas.openxmlformats.org/officeDocument/2006/relationships/tags" Target="../tags/tag366.xml"/><Relationship Id="rId16" Type="http://schemas.openxmlformats.org/officeDocument/2006/relationships/tags" Target="../tags/tag380.xml"/><Relationship Id="rId29" Type="http://schemas.openxmlformats.org/officeDocument/2006/relationships/tags" Target="../tags/tag393.xml"/><Relationship Id="rId11" Type="http://schemas.openxmlformats.org/officeDocument/2006/relationships/tags" Target="../tags/tag375.xml"/><Relationship Id="rId24" Type="http://schemas.openxmlformats.org/officeDocument/2006/relationships/tags" Target="../tags/tag388.xml"/><Relationship Id="rId32" Type="http://schemas.openxmlformats.org/officeDocument/2006/relationships/tags" Target="../tags/tag396.xml"/><Relationship Id="rId37" Type="http://schemas.openxmlformats.org/officeDocument/2006/relationships/tags" Target="../tags/tag401.xml"/><Relationship Id="rId40" Type="http://schemas.openxmlformats.org/officeDocument/2006/relationships/tags" Target="../tags/tag404.xml"/><Relationship Id="rId45" Type="http://schemas.openxmlformats.org/officeDocument/2006/relationships/tags" Target="../tags/tag409.xml"/><Relationship Id="rId5" Type="http://schemas.openxmlformats.org/officeDocument/2006/relationships/tags" Target="../tags/tag369.xml"/><Relationship Id="rId15" Type="http://schemas.openxmlformats.org/officeDocument/2006/relationships/tags" Target="../tags/tag379.xml"/><Relationship Id="rId23" Type="http://schemas.openxmlformats.org/officeDocument/2006/relationships/tags" Target="../tags/tag387.xml"/><Relationship Id="rId28" Type="http://schemas.openxmlformats.org/officeDocument/2006/relationships/tags" Target="../tags/tag392.xml"/><Relationship Id="rId36" Type="http://schemas.openxmlformats.org/officeDocument/2006/relationships/tags" Target="../tags/tag400.xml"/><Relationship Id="rId49" Type="http://schemas.openxmlformats.org/officeDocument/2006/relationships/tags" Target="../tags/tag413.xml"/><Relationship Id="rId10" Type="http://schemas.openxmlformats.org/officeDocument/2006/relationships/tags" Target="../tags/tag374.xml"/><Relationship Id="rId19" Type="http://schemas.openxmlformats.org/officeDocument/2006/relationships/tags" Target="../tags/tag383.xml"/><Relationship Id="rId31" Type="http://schemas.openxmlformats.org/officeDocument/2006/relationships/tags" Target="../tags/tag395.xml"/><Relationship Id="rId44" Type="http://schemas.openxmlformats.org/officeDocument/2006/relationships/tags" Target="../tags/tag408.xml"/><Relationship Id="rId52" Type="http://schemas.openxmlformats.org/officeDocument/2006/relationships/image" Target="../media/image1.png"/><Relationship Id="rId4" Type="http://schemas.openxmlformats.org/officeDocument/2006/relationships/tags" Target="../tags/tag368.xml"/><Relationship Id="rId9" Type="http://schemas.openxmlformats.org/officeDocument/2006/relationships/tags" Target="../tags/tag373.xml"/><Relationship Id="rId14" Type="http://schemas.openxmlformats.org/officeDocument/2006/relationships/tags" Target="../tags/tag378.xml"/><Relationship Id="rId22" Type="http://schemas.openxmlformats.org/officeDocument/2006/relationships/tags" Target="../tags/tag386.xml"/><Relationship Id="rId27" Type="http://schemas.openxmlformats.org/officeDocument/2006/relationships/tags" Target="../tags/tag391.xml"/><Relationship Id="rId30" Type="http://schemas.openxmlformats.org/officeDocument/2006/relationships/tags" Target="../tags/tag394.xml"/><Relationship Id="rId35" Type="http://schemas.openxmlformats.org/officeDocument/2006/relationships/tags" Target="../tags/tag399.xml"/><Relationship Id="rId43" Type="http://schemas.openxmlformats.org/officeDocument/2006/relationships/tags" Target="../tags/tag407.xml"/><Relationship Id="rId48" Type="http://schemas.openxmlformats.org/officeDocument/2006/relationships/tags" Target="../tags/tag412.xml"/><Relationship Id="rId8" Type="http://schemas.openxmlformats.org/officeDocument/2006/relationships/tags" Target="../tags/tag372.xml"/><Relationship Id="rId51" Type="http://schemas.openxmlformats.org/officeDocument/2006/relationships/slideLayout" Target="../slideLayouts/slideLayout2.xml"/><Relationship Id="rId3" Type="http://schemas.openxmlformats.org/officeDocument/2006/relationships/tags" Target="../tags/tag367.xml"/><Relationship Id="rId12" Type="http://schemas.openxmlformats.org/officeDocument/2006/relationships/tags" Target="../tags/tag376.xml"/><Relationship Id="rId17" Type="http://schemas.openxmlformats.org/officeDocument/2006/relationships/tags" Target="../tags/tag381.xml"/><Relationship Id="rId25" Type="http://schemas.openxmlformats.org/officeDocument/2006/relationships/tags" Target="../tags/tag389.xml"/><Relationship Id="rId33" Type="http://schemas.openxmlformats.org/officeDocument/2006/relationships/tags" Target="../tags/tag397.xml"/><Relationship Id="rId38" Type="http://schemas.openxmlformats.org/officeDocument/2006/relationships/tags" Target="../tags/tag402.xml"/><Relationship Id="rId46" Type="http://schemas.openxmlformats.org/officeDocument/2006/relationships/tags" Target="../tags/tag410.xml"/><Relationship Id="rId20" Type="http://schemas.openxmlformats.org/officeDocument/2006/relationships/tags" Target="../tags/tag384.xml"/><Relationship Id="rId41" Type="http://schemas.openxmlformats.org/officeDocument/2006/relationships/tags" Target="../tags/tag405.xml"/><Relationship Id="rId1" Type="http://schemas.openxmlformats.org/officeDocument/2006/relationships/tags" Target="../tags/tag365.xml"/><Relationship Id="rId6" Type="http://schemas.openxmlformats.org/officeDocument/2006/relationships/tags" Target="../tags/tag370.xml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tags" Target="../tags/tag417.xml"/><Relationship Id="rId7" Type="http://schemas.openxmlformats.org/officeDocument/2006/relationships/image" Target="../media/image5.png"/><Relationship Id="rId2" Type="http://schemas.openxmlformats.org/officeDocument/2006/relationships/tags" Target="../tags/tag416.xml"/><Relationship Id="rId1" Type="http://schemas.openxmlformats.org/officeDocument/2006/relationships/tags" Target="../tags/tag415.xml"/><Relationship Id="rId6" Type="http://schemas.openxmlformats.org/officeDocument/2006/relationships/image" Target="../media/image1.png"/><Relationship Id="rId5" Type="http://schemas.openxmlformats.org/officeDocument/2006/relationships/slideLayout" Target="../slideLayouts/slideLayout2.xml"/><Relationship Id="rId4" Type="http://schemas.openxmlformats.org/officeDocument/2006/relationships/tags" Target="../tags/tag418.xml"/></Relationships>
</file>

<file path=ppt/slides/_rels/slide15.xml.rels><?xml version="1.0" encoding="UTF-8" standalone="yes"?>
<Relationships xmlns="http://schemas.openxmlformats.org/package/2006/relationships"><Relationship Id="rId13" Type="http://schemas.openxmlformats.org/officeDocument/2006/relationships/tags" Target="../tags/tag431.xml"/><Relationship Id="rId18" Type="http://schemas.openxmlformats.org/officeDocument/2006/relationships/tags" Target="../tags/tag436.xml"/><Relationship Id="rId26" Type="http://schemas.openxmlformats.org/officeDocument/2006/relationships/tags" Target="../tags/tag444.xml"/><Relationship Id="rId39" Type="http://schemas.openxmlformats.org/officeDocument/2006/relationships/tags" Target="../tags/tag457.xml"/><Relationship Id="rId21" Type="http://schemas.openxmlformats.org/officeDocument/2006/relationships/tags" Target="../tags/tag439.xml"/><Relationship Id="rId34" Type="http://schemas.openxmlformats.org/officeDocument/2006/relationships/tags" Target="../tags/tag452.xml"/><Relationship Id="rId42" Type="http://schemas.openxmlformats.org/officeDocument/2006/relationships/slideLayout" Target="../slideLayouts/slideLayout2.xml"/><Relationship Id="rId7" Type="http://schemas.openxmlformats.org/officeDocument/2006/relationships/tags" Target="../tags/tag425.xml"/><Relationship Id="rId2" Type="http://schemas.openxmlformats.org/officeDocument/2006/relationships/tags" Target="../tags/tag420.xml"/><Relationship Id="rId16" Type="http://schemas.openxmlformats.org/officeDocument/2006/relationships/tags" Target="../tags/tag434.xml"/><Relationship Id="rId20" Type="http://schemas.openxmlformats.org/officeDocument/2006/relationships/tags" Target="../tags/tag438.xml"/><Relationship Id="rId29" Type="http://schemas.openxmlformats.org/officeDocument/2006/relationships/tags" Target="../tags/tag447.xml"/><Relationship Id="rId41" Type="http://schemas.openxmlformats.org/officeDocument/2006/relationships/tags" Target="../tags/tag459.xml"/><Relationship Id="rId1" Type="http://schemas.openxmlformats.org/officeDocument/2006/relationships/tags" Target="../tags/tag419.xml"/><Relationship Id="rId6" Type="http://schemas.openxmlformats.org/officeDocument/2006/relationships/tags" Target="../tags/tag424.xml"/><Relationship Id="rId11" Type="http://schemas.openxmlformats.org/officeDocument/2006/relationships/tags" Target="../tags/tag429.xml"/><Relationship Id="rId24" Type="http://schemas.openxmlformats.org/officeDocument/2006/relationships/tags" Target="../tags/tag442.xml"/><Relationship Id="rId32" Type="http://schemas.openxmlformats.org/officeDocument/2006/relationships/tags" Target="../tags/tag450.xml"/><Relationship Id="rId37" Type="http://schemas.openxmlformats.org/officeDocument/2006/relationships/tags" Target="../tags/tag455.xml"/><Relationship Id="rId40" Type="http://schemas.openxmlformats.org/officeDocument/2006/relationships/tags" Target="../tags/tag458.xml"/><Relationship Id="rId5" Type="http://schemas.openxmlformats.org/officeDocument/2006/relationships/tags" Target="../tags/tag423.xml"/><Relationship Id="rId15" Type="http://schemas.openxmlformats.org/officeDocument/2006/relationships/tags" Target="../tags/tag433.xml"/><Relationship Id="rId23" Type="http://schemas.openxmlformats.org/officeDocument/2006/relationships/tags" Target="../tags/tag441.xml"/><Relationship Id="rId28" Type="http://schemas.openxmlformats.org/officeDocument/2006/relationships/tags" Target="../tags/tag446.xml"/><Relationship Id="rId36" Type="http://schemas.openxmlformats.org/officeDocument/2006/relationships/tags" Target="../tags/tag454.xml"/><Relationship Id="rId10" Type="http://schemas.openxmlformats.org/officeDocument/2006/relationships/tags" Target="../tags/tag428.xml"/><Relationship Id="rId19" Type="http://schemas.openxmlformats.org/officeDocument/2006/relationships/tags" Target="../tags/tag437.xml"/><Relationship Id="rId31" Type="http://schemas.openxmlformats.org/officeDocument/2006/relationships/tags" Target="../tags/tag449.xml"/><Relationship Id="rId4" Type="http://schemas.openxmlformats.org/officeDocument/2006/relationships/tags" Target="../tags/tag422.xml"/><Relationship Id="rId9" Type="http://schemas.openxmlformats.org/officeDocument/2006/relationships/tags" Target="../tags/tag427.xml"/><Relationship Id="rId14" Type="http://schemas.openxmlformats.org/officeDocument/2006/relationships/tags" Target="../tags/tag432.xml"/><Relationship Id="rId22" Type="http://schemas.openxmlformats.org/officeDocument/2006/relationships/tags" Target="../tags/tag440.xml"/><Relationship Id="rId27" Type="http://schemas.openxmlformats.org/officeDocument/2006/relationships/tags" Target="../tags/tag445.xml"/><Relationship Id="rId30" Type="http://schemas.openxmlformats.org/officeDocument/2006/relationships/tags" Target="../tags/tag448.xml"/><Relationship Id="rId35" Type="http://schemas.openxmlformats.org/officeDocument/2006/relationships/tags" Target="../tags/tag453.xml"/><Relationship Id="rId43" Type="http://schemas.openxmlformats.org/officeDocument/2006/relationships/image" Target="../media/image1.png"/><Relationship Id="rId8" Type="http://schemas.openxmlformats.org/officeDocument/2006/relationships/tags" Target="../tags/tag426.xml"/><Relationship Id="rId3" Type="http://schemas.openxmlformats.org/officeDocument/2006/relationships/tags" Target="../tags/tag421.xml"/><Relationship Id="rId12" Type="http://schemas.openxmlformats.org/officeDocument/2006/relationships/tags" Target="../tags/tag430.xml"/><Relationship Id="rId17" Type="http://schemas.openxmlformats.org/officeDocument/2006/relationships/tags" Target="../tags/tag435.xml"/><Relationship Id="rId25" Type="http://schemas.openxmlformats.org/officeDocument/2006/relationships/tags" Target="../tags/tag443.xml"/><Relationship Id="rId33" Type="http://schemas.openxmlformats.org/officeDocument/2006/relationships/tags" Target="../tags/tag451.xml"/><Relationship Id="rId38" Type="http://schemas.openxmlformats.org/officeDocument/2006/relationships/tags" Target="../tags/tag456.xml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tags" Target="../tags/tag462.xml"/><Relationship Id="rId7" Type="http://schemas.openxmlformats.org/officeDocument/2006/relationships/image" Target="../media/image6.emf"/><Relationship Id="rId2" Type="http://schemas.openxmlformats.org/officeDocument/2006/relationships/tags" Target="../tags/tag461.xml"/><Relationship Id="rId1" Type="http://schemas.openxmlformats.org/officeDocument/2006/relationships/tags" Target="../tags/tag460.xml"/><Relationship Id="rId6" Type="http://schemas.openxmlformats.org/officeDocument/2006/relationships/image" Target="../media/image1.png"/><Relationship Id="rId5" Type="http://schemas.openxmlformats.org/officeDocument/2006/relationships/slideLayout" Target="../slideLayouts/slideLayout2.xml"/><Relationship Id="rId4" Type="http://schemas.openxmlformats.org/officeDocument/2006/relationships/tags" Target="../tags/tag463.xml"/></Relationships>
</file>

<file path=ppt/slides/_rels/slide17.xml.rels><?xml version="1.0" encoding="UTF-8" standalone="yes"?>
<Relationships xmlns="http://schemas.openxmlformats.org/package/2006/relationships"><Relationship Id="rId13" Type="http://schemas.openxmlformats.org/officeDocument/2006/relationships/tags" Target="../tags/tag476.xml"/><Relationship Id="rId18" Type="http://schemas.openxmlformats.org/officeDocument/2006/relationships/tags" Target="../tags/tag481.xml"/><Relationship Id="rId26" Type="http://schemas.openxmlformats.org/officeDocument/2006/relationships/tags" Target="../tags/tag489.xml"/><Relationship Id="rId39" Type="http://schemas.openxmlformats.org/officeDocument/2006/relationships/tags" Target="../tags/tag502.xml"/><Relationship Id="rId21" Type="http://schemas.openxmlformats.org/officeDocument/2006/relationships/tags" Target="../tags/tag484.xml"/><Relationship Id="rId34" Type="http://schemas.openxmlformats.org/officeDocument/2006/relationships/tags" Target="../tags/tag497.xml"/><Relationship Id="rId42" Type="http://schemas.openxmlformats.org/officeDocument/2006/relationships/slideLayout" Target="../slideLayouts/slideLayout2.xml"/><Relationship Id="rId7" Type="http://schemas.openxmlformats.org/officeDocument/2006/relationships/tags" Target="../tags/tag470.xml"/><Relationship Id="rId2" Type="http://schemas.openxmlformats.org/officeDocument/2006/relationships/tags" Target="../tags/tag465.xml"/><Relationship Id="rId16" Type="http://schemas.openxmlformats.org/officeDocument/2006/relationships/tags" Target="../tags/tag479.xml"/><Relationship Id="rId20" Type="http://schemas.openxmlformats.org/officeDocument/2006/relationships/tags" Target="../tags/tag483.xml"/><Relationship Id="rId29" Type="http://schemas.openxmlformats.org/officeDocument/2006/relationships/tags" Target="../tags/tag492.xml"/><Relationship Id="rId41" Type="http://schemas.openxmlformats.org/officeDocument/2006/relationships/tags" Target="../tags/tag504.xml"/><Relationship Id="rId1" Type="http://schemas.openxmlformats.org/officeDocument/2006/relationships/tags" Target="../tags/tag464.xml"/><Relationship Id="rId6" Type="http://schemas.openxmlformats.org/officeDocument/2006/relationships/tags" Target="../tags/tag469.xml"/><Relationship Id="rId11" Type="http://schemas.openxmlformats.org/officeDocument/2006/relationships/tags" Target="../tags/tag474.xml"/><Relationship Id="rId24" Type="http://schemas.openxmlformats.org/officeDocument/2006/relationships/tags" Target="../tags/tag487.xml"/><Relationship Id="rId32" Type="http://schemas.openxmlformats.org/officeDocument/2006/relationships/tags" Target="../tags/tag495.xml"/><Relationship Id="rId37" Type="http://schemas.openxmlformats.org/officeDocument/2006/relationships/tags" Target="../tags/tag500.xml"/><Relationship Id="rId40" Type="http://schemas.openxmlformats.org/officeDocument/2006/relationships/tags" Target="../tags/tag503.xml"/><Relationship Id="rId5" Type="http://schemas.openxmlformats.org/officeDocument/2006/relationships/tags" Target="../tags/tag468.xml"/><Relationship Id="rId15" Type="http://schemas.openxmlformats.org/officeDocument/2006/relationships/tags" Target="../tags/tag478.xml"/><Relationship Id="rId23" Type="http://schemas.openxmlformats.org/officeDocument/2006/relationships/tags" Target="../tags/tag486.xml"/><Relationship Id="rId28" Type="http://schemas.openxmlformats.org/officeDocument/2006/relationships/tags" Target="../tags/tag491.xml"/><Relationship Id="rId36" Type="http://schemas.openxmlformats.org/officeDocument/2006/relationships/tags" Target="../tags/tag499.xml"/><Relationship Id="rId10" Type="http://schemas.openxmlformats.org/officeDocument/2006/relationships/tags" Target="../tags/tag473.xml"/><Relationship Id="rId19" Type="http://schemas.openxmlformats.org/officeDocument/2006/relationships/tags" Target="../tags/tag482.xml"/><Relationship Id="rId31" Type="http://schemas.openxmlformats.org/officeDocument/2006/relationships/tags" Target="../tags/tag494.xml"/><Relationship Id="rId4" Type="http://schemas.openxmlformats.org/officeDocument/2006/relationships/tags" Target="../tags/tag467.xml"/><Relationship Id="rId9" Type="http://schemas.openxmlformats.org/officeDocument/2006/relationships/tags" Target="../tags/tag472.xml"/><Relationship Id="rId14" Type="http://schemas.openxmlformats.org/officeDocument/2006/relationships/tags" Target="../tags/tag477.xml"/><Relationship Id="rId22" Type="http://schemas.openxmlformats.org/officeDocument/2006/relationships/tags" Target="../tags/tag485.xml"/><Relationship Id="rId27" Type="http://schemas.openxmlformats.org/officeDocument/2006/relationships/tags" Target="../tags/tag490.xml"/><Relationship Id="rId30" Type="http://schemas.openxmlformats.org/officeDocument/2006/relationships/tags" Target="../tags/tag493.xml"/><Relationship Id="rId35" Type="http://schemas.openxmlformats.org/officeDocument/2006/relationships/tags" Target="../tags/tag498.xml"/><Relationship Id="rId43" Type="http://schemas.openxmlformats.org/officeDocument/2006/relationships/image" Target="../media/image1.png"/><Relationship Id="rId8" Type="http://schemas.openxmlformats.org/officeDocument/2006/relationships/tags" Target="../tags/tag471.xml"/><Relationship Id="rId3" Type="http://schemas.openxmlformats.org/officeDocument/2006/relationships/tags" Target="../tags/tag466.xml"/><Relationship Id="rId12" Type="http://schemas.openxmlformats.org/officeDocument/2006/relationships/tags" Target="../tags/tag475.xml"/><Relationship Id="rId17" Type="http://schemas.openxmlformats.org/officeDocument/2006/relationships/tags" Target="../tags/tag480.xml"/><Relationship Id="rId25" Type="http://schemas.openxmlformats.org/officeDocument/2006/relationships/tags" Target="../tags/tag488.xml"/><Relationship Id="rId33" Type="http://schemas.openxmlformats.org/officeDocument/2006/relationships/tags" Target="../tags/tag496.xml"/><Relationship Id="rId38" Type="http://schemas.openxmlformats.org/officeDocument/2006/relationships/tags" Target="../tags/tag501.xml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tags" Target="../tags/tag507.xml"/><Relationship Id="rId7" Type="http://schemas.openxmlformats.org/officeDocument/2006/relationships/image" Target="../media/image7.emf"/><Relationship Id="rId2" Type="http://schemas.openxmlformats.org/officeDocument/2006/relationships/tags" Target="../tags/tag506.xml"/><Relationship Id="rId1" Type="http://schemas.openxmlformats.org/officeDocument/2006/relationships/tags" Target="../tags/tag505.xml"/><Relationship Id="rId6" Type="http://schemas.openxmlformats.org/officeDocument/2006/relationships/image" Target="../media/image1.png"/><Relationship Id="rId5" Type="http://schemas.openxmlformats.org/officeDocument/2006/relationships/slideLayout" Target="../slideLayouts/slideLayout2.xml"/><Relationship Id="rId4" Type="http://schemas.openxmlformats.org/officeDocument/2006/relationships/tags" Target="../tags/tag508.xml"/></Relationships>
</file>

<file path=ppt/slides/_rels/slide19.xml.rels><?xml version="1.0" encoding="UTF-8" standalone="yes"?>
<Relationships xmlns="http://schemas.openxmlformats.org/package/2006/relationships"><Relationship Id="rId13" Type="http://schemas.openxmlformats.org/officeDocument/2006/relationships/tags" Target="../tags/tag521.xml"/><Relationship Id="rId18" Type="http://schemas.openxmlformats.org/officeDocument/2006/relationships/tags" Target="../tags/tag526.xml"/><Relationship Id="rId26" Type="http://schemas.openxmlformats.org/officeDocument/2006/relationships/tags" Target="../tags/tag534.xml"/><Relationship Id="rId39" Type="http://schemas.openxmlformats.org/officeDocument/2006/relationships/tags" Target="../tags/tag547.xml"/><Relationship Id="rId21" Type="http://schemas.openxmlformats.org/officeDocument/2006/relationships/tags" Target="../tags/tag529.xml"/><Relationship Id="rId34" Type="http://schemas.openxmlformats.org/officeDocument/2006/relationships/tags" Target="../tags/tag542.xml"/><Relationship Id="rId42" Type="http://schemas.openxmlformats.org/officeDocument/2006/relationships/slideLayout" Target="../slideLayouts/slideLayout2.xml"/><Relationship Id="rId7" Type="http://schemas.openxmlformats.org/officeDocument/2006/relationships/tags" Target="../tags/tag515.xml"/><Relationship Id="rId2" Type="http://schemas.openxmlformats.org/officeDocument/2006/relationships/tags" Target="../tags/tag510.xml"/><Relationship Id="rId16" Type="http://schemas.openxmlformats.org/officeDocument/2006/relationships/tags" Target="../tags/tag524.xml"/><Relationship Id="rId20" Type="http://schemas.openxmlformats.org/officeDocument/2006/relationships/tags" Target="../tags/tag528.xml"/><Relationship Id="rId29" Type="http://schemas.openxmlformats.org/officeDocument/2006/relationships/tags" Target="../tags/tag537.xml"/><Relationship Id="rId41" Type="http://schemas.openxmlformats.org/officeDocument/2006/relationships/tags" Target="../tags/tag549.xml"/><Relationship Id="rId1" Type="http://schemas.openxmlformats.org/officeDocument/2006/relationships/tags" Target="../tags/tag509.xml"/><Relationship Id="rId6" Type="http://schemas.openxmlformats.org/officeDocument/2006/relationships/tags" Target="../tags/tag514.xml"/><Relationship Id="rId11" Type="http://schemas.openxmlformats.org/officeDocument/2006/relationships/tags" Target="../tags/tag519.xml"/><Relationship Id="rId24" Type="http://schemas.openxmlformats.org/officeDocument/2006/relationships/tags" Target="../tags/tag532.xml"/><Relationship Id="rId32" Type="http://schemas.openxmlformats.org/officeDocument/2006/relationships/tags" Target="../tags/tag540.xml"/><Relationship Id="rId37" Type="http://schemas.openxmlformats.org/officeDocument/2006/relationships/tags" Target="../tags/tag545.xml"/><Relationship Id="rId40" Type="http://schemas.openxmlformats.org/officeDocument/2006/relationships/tags" Target="../tags/tag548.xml"/><Relationship Id="rId5" Type="http://schemas.openxmlformats.org/officeDocument/2006/relationships/tags" Target="../tags/tag513.xml"/><Relationship Id="rId15" Type="http://schemas.openxmlformats.org/officeDocument/2006/relationships/tags" Target="../tags/tag523.xml"/><Relationship Id="rId23" Type="http://schemas.openxmlformats.org/officeDocument/2006/relationships/tags" Target="../tags/tag531.xml"/><Relationship Id="rId28" Type="http://schemas.openxmlformats.org/officeDocument/2006/relationships/tags" Target="../tags/tag536.xml"/><Relationship Id="rId36" Type="http://schemas.openxmlformats.org/officeDocument/2006/relationships/tags" Target="../tags/tag544.xml"/><Relationship Id="rId10" Type="http://schemas.openxmlformats.org/officeDocument/2006/relationships/tags" Target="../tags/tag518.xml"/><Relationship Id="rId19" Type="http://schemas.openxmlformats.org/officeDocument/2006/relationships/tags" Target="../tags/tag527.xml"/><Relationship Id="rId31" Type="http://schemas.openxmlformats.org/officeDocument/2006/relationships/tags" Target="../tags/tag539.xml"/><Relationship Id="rId4" Type="http://schemas.openxmlformats.org/officeDocument/2006/relationships/tags" Target="../tags/tag512.xml"/><Relationship Id="rId9" Type="http://schemas.openxmlformats.org/officeDocument/2006/relationships/tags" Target="../tags/tag517.xml"/><Relationship Id="rId14" Type="http://schemas.openxmlformats.org/officeDocument/2006/relationships/tags" Target="../tags/tag522.xml"/><Relationship Id="rId22" Type="http://schemas.openxmlformats.org/officeDocument/2006/relationships/tags" Target="../tags/tag530.xml"/><Relationship Id="rId27" Type="http://schemas.openxmlformats.org/officeDocument/2006/relationships/tags" Target="../tags/tag535.xml"/><Relationship Id="rId30" Type="http://schemas.openxmlformats.org/officeDocument/2006/relationships/tags" Target="../tags/tag538.xml"/><Relationship Id="rId35" Type="http://schemas.openxmlformats.org/officeDocument/2006/relationships/tags" Target="../tags/tag543.xml"/><Relationship Id="rId43" Type="http://schemas.openxmlformats.org/officeDocument/2006/relationships/image" Target="../media/image1.png"/><Relationship Id="rId8" Type="http://schemas.openxmlformats.org/officeDocument/2006/relationships/tags" Target="../tags/tag516.xml"/><Relationship Id="rId3" Type="http://schemas.openxmlformats.org/officeDocument/2006/relationships/tags" Target="../tags/tag511.xml"/><Relationship Id="rId12" Type="http://schemas.openxmlformats.org/officeDocument/2006/relationships/tags" Target="../tags/tag520.xml"/><Relationship Id="rId17" Type="http://schemas.openxmlformats.org/officeDocument/2006/relationships/tags" Target="../tags/tag525.xml"/><Relationship Id="rId25" Type="http://schemas.openxmlformats.org/officeDocument/2006/relationships/tags" Target="../tags/tag533.xml"/><Relationship Id="rId33" Type="http://schemas.openxmlformats.org/officeDocument/2006/relationships/tags" Target="../tags/tag541.xml"/><Relationship Id="rId38" Type="http://schemas.openxmlformats.org/officeDocument/2006/relationships/tags" Target="../tags/tag546.xml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tags" Target="../tags/tag552.xml"/><Relationship Id="rId7" Type="http://schemas.openxmlformats.org/officeDocument/2006/relationships/image" Target="../media/image8.emf"/><Relationship Id="rId2" Type="http://schemas.openxmlformats.org/officeDocument/2006/relationships/tags" Target="../tags/tag551.xml"/><Relationship Id="rId1" Type="http://schemas.openxmlformats.org/officeDocument/2006/relationships/tags" Target="../tags/tag550.xml"/><Relationship Id="rId6" Type="http://schemas.openxmlformats.org/officeDocument/2006/relationships/image" Target="../media/image1.png"/><Relationship Id="rId5" Type="http://schemas.openxmlformats.org/officeDocument/2006/relationships/slideLayout" Target="../slideLayouts/slideLayout2.xml"/><Relationship Id="rId4" Type="http://schemas.openxmlformats.org/officeDocument/2006/relationships/tags" Target="../tags/tag553.xml"/></Relationships>
</file>

<file path=ppt/slides/_rels/slide21.xml.rels><?xml version="1.0" encoding="UTF-8" standalone="yes"?>
<Relationships xmlns="http://schemas.openxmlformats.org/package/2006/relationships"><Relationship Id="rId13" Type="http://schemas.openxmlformats.org/officeDocument/2006/relationships/tags" Target="../tags/tag566.xml"/><Relationship Id="rId18" Type="http://schemas.openxmlformats.org/officeDocument/2006/relationships/tags" Target="../tags/tag571.xml"/><Relationship Id="rId26" Type="http://schemas.openxmlformats.org/officeDocument/2006/relationships/tags" Target="../tags/tag579.xml"/><Relationship Id="rId39" Type="http://schemas.openxmlformats.org/officeDocument/2006/relationships/tags" Target="../tags/tag592.xml"/><Relationship Id="rId21" Type="http://schemas.openxmlformats.org/officeDocument/2006/relationships/tags" Target="../tags/tag574.xml"/><Relationship Id="rId34" Type="http://schemas.openxmlformats.org/officeDocument/2006/relationships/tags" Target="../tags/tag587.xml"/><Relationship Id="rId42" Type="http://schemas.openxmlformats.org/officeDocument/2006/relationships/slideLayout" Target="../slideLayouts/slideLayout2.xml"/><Relationship Id="rId7" Type="http://schemas.openxmlformats.org/officeDocument/2006/relationships/tags" Target="../tags/tag560.xml"/><Relationship Id="rId2" Type="http://schemas.openxmlformats.org/officeDocument/2006/relationships/tags" Target="../tags/tag555.xml"/><Relationship Id="rId16" Type="http://schemas.openxmlformats.org/officeDocument/2006/relationships/tags" Target="../tags/tag569.xml"/><Relationship Id="rId20" Type="http://schemas.openxmlformats.org/officeDocument/2006/relationships/tags" Target="../tags/tag573.xml"/><Relationship Id="rId29" Type="http://schemas.openxmlformats.org/officeDocument/2006/relationships/tags" Target="../tags/tag582.xml"/><Relationship Id="rId41" Type="http://schemas.openxmlformats.org/officeDocument/2006/relationships/tags" Target="../tags/tag594.xml"/><Relationship Id="rId1" Type="http://schemas.openxmlformats.org/officeDocument/2006/relationships/tags" Target="../tags/tag554.xml"/><Relationship Id="rId6" Type="http://schemas.openxmlformats.org/officeDocument/2006/relationships/tags" Target="../tags/tag559.xml"/><Relationship Id="rId11" Type="http://schemas.openxmlformats.org/officeDocument/2006/relationships/tags" Target="../tags/tag564.xml"/><Relationship Id="rId24" Type="http://schemas.openxmlformats.org/officeDocument/2006/relationships/tags" Target="../tags/tag577.xml"/><Relationship Id="rId32" Type="http://schemas.openxmlformats.org/officeDocument/2006/relationships/tags" Target="../tags/tag585.xml"/><Relationship Id="rId37" Type="http://schemas.openxmlformats.org/officeDocument/2006/relationships/tags" Target="../tags/tag590.xml"/><Relationship Id="rId40" Type="http://schemas.openxmlformats.org/officeDocument/2006/relationships/tags" Target="../tags/tag593.xml"/><Relationship Id="rId5" Type="http://schemas.openxmlformats.org/officeDocument/2006/relationships/tags" Target="../tags/tag558.xml"/><Relationship Id="rId15" Type="http://schemas.openxmlformats.org/officeDocument/2006/relationships/tags" Target="../tags/tag568.xml"/><Relationship Id="rId23" Type="http://schemas.openxmlformats.org/officeDocument/2006/relationships/tags" Target="../tags/tag576.xml"/><Relationship Id="rId28" Type="http://schemas.openxmlformats.org/officeDocument/2006/relationships/tags" Target="../tags/tag581.xml"/><Relationship Id="rId36" Type="http://schemas.openxmlformats.org/officeDocument/2006/relationships/tags" Target="../tags/tag589.xml"/><Relationship Id="rId10" Type="http://schemas.openxmlformats.org/officeDocument/2006/relationships/tags" Target="../tags/tag563.xml"/><Relationship Id="rId19" Type="http://schemas.openxmlformats.org/officeDocument/2006/relationships/tags" Target="../tags/tag572.xml"/><Relationship Id="rId31" Type="http://schemas.openxmlformats.org/officeDocument/2006/relationships/tags" Target="../tags/tag584.xml"/><Relationship Id="rId4" Type="http://schemas.openxmlformats.org/officeDocument/2006/relationships/tags" Target="../tags/tag557.xml"/><Relationship Id="rId9" Type="http://schemas.openxmlformats.org/officeDocument/2006/relationships/tags" Target="../tags/tag562.xml"/><Relationship Id="rId14" Type="http://schemas.openxmlformats.org/officeDocument/2006/relationships/tags" Target="../tags/tag567.xml"/><Relationship Id="rId22" Type="http://schemas.openxmlformats.org/officeDocument/2006/relationships/tags" Target="../tags/tag575.xml"/><Relationship Id="rId27" Type="http://schemas.openxmlformats.org/officeDocument/2006/relationships/tags" Target="../tags/tag580.xml"/><Relationship Id="rId30" Type="http://schemas.openxmlformats.org/officeDocument/2006/relationships/tags" Target="../tags/tag583.xml"/><Relationship Id="rId35" Type="http://schemas.openxmlformats.org/officeDocument/2006/relationships/tags" Target="../tags/tag588.xml"/><Relationship Id="rId43" Type="http://schemas.openxmlformats.org/officeDocument/2006/relationships/image" Target="../media/image1.png"/><Relationship Id="rId8" Type="http://schemas.openxmlformats.org/officeDocument/2006/relationships/tags" Target="../tags/tag561.xml"/><Relationship Id="rId3" Type="http://schemas.openxmlformats.org/officeDocument/2006/relationships/tags" Target="../tags/tag556.xml"/><Relationship Id="rId12" Type="http://schemas.openxmlformats.org/officeDocument/2006/relationships/tags" Target="../tags/tag565.xml"/><Relationship Id="rId17" Type="http://schemas.openxmlformats.org/officeDocument/2006/relationships/tags" Target="../tags/tag570.xml"/><Relationship Id="rId25" Type="http://schemas.openxmlformats.org/officeDocument/2006/relationships/tags" Target="../tags/tag578.xml"/><Relationship Id="rId33" Type="http://schemas.openxmlformats.org/officeDocument/2006/relationships/tags" Target="../tags/tag586.xml"/><Relationship Id="rId38" Type="http://schemas.openxmlformats.org/officeDocument/2006/relationships/tags" Target="../tags/tag591.xml"/></Relationships>
</file>

<file path=ppt/slides/_rels/slide22.xml.rels><?xml version="1.0" encoding="UTF-8" standalone="yes"?>
<Relationships xmlns="http://schemas.openxmlformats.org/package/2006/relationships"><Relationship Id="rId8" Type="http://schemas.openxmlformats.org/officeDocument/2006/relationships/tags" Target="../tags/tag602.xml"/><Relationship Id="rId13" Type="http://schemas.openxmlformats.org/officeDocument/2006/relationships/tags" Target="../tags/tag607.xml"/><Relationship Id="rId18" Type="http://schemas.openxmlformats.org/officeDocument/2006/relationships/image" Target="../media/image1.png"/><Relationship Id="rId3" Type="http://schemas.openxmlformats.org/officeDocument/2006/relationships/tags" Target="../tags/tag597.xml"/><Relationship Id="rId7" Type="http://schemas.openxmlformats.org/officeDocument/2006/relationships/tags" Target="../tags/tag601.xml"/><Relationship Id="rId12" Type="http://schemas.openxmlformats.org/officeDocument/2006/relationships/tags" Target="../tags/tag606.xml"/><Relationship Id="rId17" Type="http://schemas.openxmlformats.org/officeDocument/2006/relationships/slideLayout" Target="../slideLayouts/slideLayout2.xml"/><Relationship Id="rId2" Type="http://schemas.openxmlformats.org/officeDocument/2006/relationships/tags" Target="../tags/tag596.xml"/><Relationship Id="rId16" Type="http://schemas.openxmlformats.org/officeDocument/2006/relationships/tags" Target="../tags/tag610.xml"/><Relationship Id="rId1" Type="http://schemas.openxmlformats.org/officeDocument/2006/relationships/tags" Target="../tags/tag595.xml"/><Relationship Id="rId6" Type="http://schemas.openxmlformats.org/officeDocument/2006/relationships/tags" Target="../tags/tag600.xml"/><Relationship Id="rId11" Type="http://schemas.openxmlformats.org/officeDocument/2006/relationships/tags" Target="../tags/tag605.xml"/><Relationship Id="rId5" Type="http://schemas.openxmlformats.org/officeDocument/2006/relationships/tags" Target="../tags/tag599.xml"/><Relationship Id="rId15" Type="http://schemas.openxmlformats.org/officeDocument/2006/relationships/tags" Target="../tags/tag609.xml"/><Relationship Id="rId10" Type="http://schemas.openxmlformats.org/officeDocument/2006/relationships/tags" Target="../tags/tag604.xml"/><Relationship Id="rId4" Type="http://schemas.openxmlformats.org/officeDocument/2006/relationships/tags" Target="../tags/tag598.xml"/><Relationship Id="rId9" Type="http://schemas.openxmlformats.org/officeDocument/2006/relationships/tags" Target="../tags/tag603.xml"/><Relationship Id="rId14" Type="http://schemas.openxmlformats.org/officeDocument/2006/relationships/tags" Target="../tags/tag608.xml"/></Relationships>
</file>

<file path=ppt/slides/_rels/slide23.xml.rels><?xml version="1.0" encoding="UTF-8" standalone="yes"?>
<Relationships xmlns="http://schemas.openxmlformats.org/package/2006/relationships"><Relationship Id="rId13" Type="http://schemas.openxmlformats.org/officeDocument/2006/relationships/tags" Target="../tags/tag623.xml"/><Relationship Id="rId18" Type="http://schemas.openxmlformats.org/officeDocument/2006/relationships/tags" Target="../tags/tag628.xml"/><Relationship Id="rId26" Type="http://schemas.openxmlformats.org/officeDocument/2006/relationships/tags" Target="../tags/tag636.xml"/><Relationship Id="rId39" Type="http://schemas.openxmlformats.org/officeDocument/2006/relationships/tags" Target="../tags/tag649.xml"/><Relationship Id="rId21" Type="http://schemas.openxmlformats.org/officeDocument/2006/relationships/tags" Target="../tags/tag631.xml"/><Relationship Id="rId34" Type="http://schemas.openxmlformats.org/officeDocument/2006/relationships/tags" Target="../tags/tag644.xml"/><Relationship Id="rId42" Type="http://schemas.openxmlformats.org/officeDocument/2006/relationships/slideLayout" Target="../slideLayouts/slideLayout2.xml"/><Relationship Id="rId7" Type="http://schemas.openxmlformats.org/officeDocument/2006/relationships/tags" Target="../tags/tag617.xml"/><Relationship Id="rId2" Type="http://schemas.openxmlformats.org/officeDocument/2006/relationships/tags" Target="../tags/tag612.xml"/><Relationship Id="rId16" Type="http://schemas.openxmlformats.org/officeDocument/2006/relationships/tags" Target="../tags/tag626.xml"/><Relationship Id="rId20" Type="http://schemas.openxmlformats.org/officeDocument/2006/relationships/tags" Target="../tags/tag630.xml"/><Relationship Id="rId29" Type="http://schemas.openxmlformats.org/officeDocument/2006/relationships/tags" Target="../tags/tag639.xml"/><Relationship Id="rId41" Type="http://schemas.openxmlformats.org/officeDocument/2006/relationships/tags" Target="../tags/tag651.xml"/><Relationship Id="rId1" Type="http://schemas.openxmlformats.org/officeDocument/2006/relationships/tags" Target="../tags/tag611.xml"/><Relationship Id="rId6" Type="http://schemas.openxmlformats.org/officeDocument/2006/relationships/tags" Target="../tags/tag616.xml"/><Relationship Id="rId11" Type="http://schemas.openxmlformats.org/officeDocument/2006/relationships/tags" Target="../tags/tag621.xml"/><Relationship Id="rId24" Type="http://schemas.openxmlformats.org/officeDocument/2006/relationships/tags" Target="../tags/tag634.xml"/><Relationship Id="rId32" Type="http://schemas.openxmlformats.org/officeDocument/2006/relationships/tags" Target="../tags/tag642.xml"/><Relationship Id="rId37" Type="http://schemas.openxmlformats.org/officeDocument/2006/relationships/tags" Target="../tags/tag647.xml"/><Relationship Id="rId40" Type="http://schemas.openxmlformats.org/officeDocument/2006/relationships/tags" Target="../tags/tag650.xml"/><Relationship Id="rId5" Type="http://schemas.openxmlformats.org/officeDocument/2006/relationships/tags" Target="../tags/tag615.xml"/><Relationship Id="rId15" Type="http://schemas.openxmlformats.org/officeDocument/2006/relationships/tags" Target="../tags/tag625.xml"/><Relationship Id="rId23" Type="http://schemas.openxmlformats.org/officeDocument/2006/relationships/tags" Target="../tags/tag633.xml"/><Relationship Id="rId28" Type="http://schemas.openxmlformats.org/officeDocument/2006/relationships/tags" Target="../tags/tag638.xml"/><Relationship Id="rId36" Type="http://schemas.openxmlformats.org/officeDocument/2006/relationships/tags" Target="../tags/tag646.xml"/><Relationship Id="rId10" Type="http://schemas.openxmlformats.org/officeDocument/2006/relationships/tags" Target="../tags/tag620.xml"/><Relationship Id="rId19" Type="http://schemas.openxmlformats.org/officeDocument/2006/relationships/tags" Target="../tags/tag629.xml"/><Relationship Id="rId31" Type="http://schemas.openxmlformats.org/officeDocument/2006/relationships/tags" Target="../tags/tag641.xml"/><Relationship Id="rId4" Type="http://schemas.openxmlformats.org/officeDocument/2006/relationships/tags" Target="../tags/tag614.xml"/><Relationship Id="rId9" Type="http://schemas.openxmlformats.org/officeDocument/2006/relationships/tags" Target="../tags/tag619.xml"/><Relationship Id="rId14" Type="http://schemas.openxmlformats.org/officeDocument/2006/relationships/tags" Target="../tags/tag624.xml"/><Relationship Id="rId22" Type="http://schemas.openxmlformats.org/officeDocument/2006/relationships/tags" Target="../tags/tag632.xml"/><Relationship Id="rId27" Type="http://schemas.openxmlformats.org/officeDocument/2006/relationships/tags" Target="../tags/tag637.xml"/><Relationship Id="rId30" Type="http://schemas.openxmlformats.org/officeDocument/2006/relationships/tags" Target="../tags/tag640.xml"/><Relationship Id="rId35" Type="http://schemas.openxmlformats.org/officeDocument/2006/relationships/tags" Target="../tags/tag645.xml"/><Relationship Id="rId43" Type="http://schemas.openxmlformats.org/officeDocument/2006/relationships/image" Target="../media/image1.png"/><Relationship Id="rId8" Type="http://schemas.openxmlformats.org/officeDocument/2006/relationships/tags" Target="../tags/tag618.xml"/><Relationship Id="rId3" Type="http://schemas.openxmlformats.org/officeDocument/2006/relationships/tags" Target="../tags/tag613.xml"/><Relationship Id="rId12" Type="http://schemas.openxmlformats.org/officeDocument/2006/relationships/tags" Target="../tags/tag622.xml"/><Relationship Id="rId17" Type="http://schemas.openxmlformats.org/officeDocument/2006/relationships/tags" Target="../tags/tag627.xml"/><Relationship Id="rId25" Type="http://schemas.openxmlformats.org/officeDocument/2006/relationships/tags" Target="../tags/tag635.xml"/><Relationship Id="rId33" Type="http://schemas.openxmlformats.org/officeDocument/2006/relationships/tags" Target="../tags/tag643.xml"/><Relationship Id="rId38" Type="http://schemas.openxmlformats.org/officeDocument/2006/relationships/tags" Target="../tags/tag648.xml"/></Relationships>
</file>

<file path=ppt/slides/_rels/slide24.xml.rels><?xml version="1.0" encoding="UTF-8" standalone="yes"?>
<Relationships xmlns="http://schemas.openxmlformats.org/package/2006/relationships"><Relationship Id="rId26" Type="http://schemas.openxmlformats.org/officeDocument/2006/relationships/tags" Target="../tags/tag677.xml"/><Relationship Id="rId21" Type="http://schemas.openxmlformats.org/officeDocument/2006/relationships/tags" Target="../tags/tag672.xml"/><Relationship Id="rId34" Type="http://schemas.openxmlformats.org/officeDocument/2006/relationships/tags" Target="../tags/tag685.xml"/><Relationship Id="rId42" Type="http://schemas.openxmlformats.org/officeDocument/2006/relationships/tags" Target="../tags/tag693.xml"/><Relationship Id="rId47" Type="http://schemas.openxmlformats.org/officeDocument/2006/relationships/tags" Target="../tags/tag698.xml"/><Relationship Id="rId50" Type="http://schemas.openxmlformats.org/officeDocument/2006/relationships/tags" Target="../tags/tag701.xml"/><Relationship Id="rId55" Type="http://schemas.openxmlformats.org/officeDocument/2006/relationships/tags" Target="../tags/tag706.xml"/><Relationship Id="rId63" Type="http://schemas.openxmlformats.org/officeDocument/2006/relationships/tags" Target="../tags/tag714.xml"/><Relationship Id="rId7" Type="http://schemas.openxmlformats.org/officeDocument/2006/relationships/tags" Target="../tags/tag658.xml"/><Relationship Id="rId2" Type="http://schemas.openxmlformats.org/officeDocument/2006/relationships/tags" Target="../tags/tag653.xml"/><Relationship Id="rId16" Type="http://schemas.openxmlformats.org/officeDocument/2006/relationships/tags" Target="../tags/tag667.xml"/><Relationship Id="rId29" Type="http://schemas.openxmlformats.org/officeDocument/2006/relationships/tags" Target="../tags/tag680.xml"/><Relationship Id="rId11" Type="http://schemas.openxmlformats.org/officeDocument/2006/relationships/tags" Target="../tags/tag662.xml"/><Relationship Id="rId24" Type="http://schemas.openxmlformats.org/officeDocument/2006/relationships/tags" Target="../tags/tag675.xml"/><Relationship Id="rId32" Type="http://schemas.openxmlformats.org/officeDocument/2006/relationships/tags" Target="../tags/tag683.xml"/><Relationship Id="rId37" Type="http://schemas.openxmlformats.org/officeDocument/2006/relationships/tags" Target="../tags/tag688.xml"/><Relationship Id="rId40" Type="http://schemas.openxmlformats.org/officeDocument/2006/relationships/tags" Target="../tags/tag691.xml"/><Relationship Id="rId45" Type="http://schemas.openxmlformats.org/officeDocument/2006/relationships/tags" Target="../tags/tag696.xml"/><Relationship Id="rId53" Type="http://schemas.openxmlformats.org/officeDocument/2006/relationships/tags" Target="../tags/tag704.xml"/><Relationship Id="rId58" Type="http://schemas.openxmlformats.org/officeDocument/2006/relationships/tags" Target="../tags/tag709.xml"/><Relationship Id="rId66" Type="http://schemas.openxmlformats.org/officeDocument/2006/relationships/slideLayout" Target="../slideLayouts/slideLayout2.xml"/><Relationship Id="rId5" Type="http://schemas.openxmlformats.org/officeDocument/2006/relationships/tags" Target="../tags/tag656.xml"/><Relationship Id="rId61" Type="http://schemas.openxmlformats.org/officeDocument/2006/relationships/tags" Target="../tags/tag712.xml"/><Relationship Id="rId19" Type="http://schemas.openxmlformats.org/officeDocument/2006/relationships/tags" Target="../tags/tag670.xml"/><Relationship Id="rId14" Type="http://schemas.openxmlformats.org/officeDocument/2006/relationships/tags" Target="../tags/tag665.xml"/><Relationship Id="rId22" Type="http://schemas.openxmlformats.org/officeDocument/2006/relationships/tags" Target="../tags/tag673.xml"/><Relationship Id="rId27" Type="http://schemas.openxmlformats.org/officeDocument/2006/relationships/tags" Target="../tags/tag678.xml"/><Relationship Id="rId30" Type="http://schemas.openxmlformats.org/officeDocument/2006/relationships/tags" Target="../tags/tag681.xml"/><Relationship Id="rId35" Type="http://schemas.openxmlformats.org/officeDocument/2006/relationships/tags" Target="../tags/tag686.xml"/><Relationship Id="rId43" Type="http://schemas.openxmlformats.org/officeDocument/2006/relationships/tags" Target="../tags/tag694.xml"/><Relationship Id="rId48" Type="http://schemas.openxmlformats.org/officeDocument/2006/relationships/tags" Target="../tags/tag699.xml"/><Relationship Id="rId56" Type="http://schemas.openxmlformats.org/officeDocument/2006/relationships/tags" Target="../tags/tag707.xml"/><Relationship Id="rId64" Type="http://schemas.openxmlformats.org/officeDocument/2006/relationships/tags" Target="../tags/tag715.xml"/><Relationship Id="rId8" Type="http://schemas.openxmlformats.org/officeDocument/2006/relationships/tags" Target="../tags/tag659.xml"/><Relationship Id="rId51" Type="http://schemas.openxmlformats.org/officeDocument/2006/relationships/tags" Target="../tags/tag702.xml"/><Relationship Id="rId3" Type="http://schemas.openxmlformats.org/officeDocument/2006/relationships/tags" Target="../tags/tag654.xml"/><Relationship Id="rId12" Type="http://schemas.openxmlformats.org/officeDocument/2006/relationships/tags" Target="../tags/tag663.xml"/><Relationship Id="rId17" Type="http://schemas.openxmlformats.org/officeDocument/2006/relationships/tags" Target="../tags/tag668.xml"/><Relationship Id="rId25" Type="http://schemas.openxmlformats.org/officeDocument/2006/relationships/tags" Target="../tags/tag676.xml"/><Relationship Id="rId33" Type="http://schemas.openxmlformats.org/officeDocument/2006/relationships/tags" Target="../tags/tag684.xml"/><Relationship Id="rId38" Type="http://schemas.openxmlformats.org/officeDocument/2006/relationships/tags" Target="../tags/tag689.xml"/><Relationship Id="rId46" Type="http://schemas.openxmlformats.org/officeDocument/2006/relationships/tags" Target="../tags/tag697.xml"/><Relationship Id="rId59" Type="http://schemas.openxmlformats.org/officeDocument/2006/relationships/tags" Target="../tags/tag710.xml"/><Relationship Id="rId67" Type="http://schemas.openxmlformats.org/officeDocument/2006/relationships/image" Target="../media/image1.png"/><Relationship Id="rId20" Type="http://schemas.openxmlformats.org/officeDocument/2006/relationships/tags" Target="../tags/tag671.xml"/><Relationship Id="rId41" Type="http://schemas.openxmlformats.org/officeDocument/2006/relationships/tags" Target="../tags/tag692.xml"/><Relationship Id="rId54" Type="http://schemas.openxmlformats.org/officeDocument/2006/relationships/tags" Target="../tags/tag705.xml"/><Relationship Id="rId62" Type="http://schemas.openxmlformats.org/officeDocument/2006/relationships/tags" Target="../tags/tag713.xml"/><Relationship Id="rId1" Type="http://schemas.openxmlformats.org/officeDocument/2006/relationships/tags" Target="../tags/tag652.xml"/><Relationship Id="rId6" Type="http://schemas.openxmlformats.org/officeDocument/2006/relationships/tags" Target="../tags/tag657.xml"/><Relationship Id="rId15" Type="http://schemas.openxmlformats.org/officeDocument/2006/relationships/tags" Target="../tags/tag666.xml"/><Relationship Id="rId23" Type="http://schemas.openxmlformats.org/officeDocument/2006/relationships/tags" Target="../tags/tag674.xml"/><Relationship Id="rId28" Type="http://schemas.openxmlformats.org/officeDocument/2006/relationships/tags" Target="../tags/tag679.xml"/><Relationship Id="rId36" Type="http://schemas.openxmlformats.org/officeDocument/2006/relationships/tags" Target="../tags/tag687.xml"/><Relationship Id="rId49" Type="http://schemas.openxmlformats.org/officeDocument/2006/relationships/tags" Target="../tags/tag700.xml"/><Relationship Id="rId57" Type="http://schemas.openxmlformats.org/officeDocument/2006/relationships/tags" Target="../tags/tag708.xml"/><Relationship Id="rId10" Type="http://schemas.openxmlformats.org/officeDocument/2006/relationships/tags" Target="../tags/tag661.xml"/><Relationship Id="rId31" Type="http://schemas.openxmlformats.org/officeDocument/2006/relationships/tags" Target="../tags/tag682.xml"/><Relationship Id="rId44" Type="http://schemas.openxmlformats.org/officeDocument/2006/relationships/tags" Target="../tags/tag695.xml"/><Relationship Id="rId52" Type="http://schemas.openxmlformats.org/officeDocument/2006/relationships/tags" Target="../tags/tag703.xml"/><Relationship Id="rId60" Type="http://schemas.openxmlformats.org/officeDocument/2006/relationships/tags" Target="../tags/tag711.xml"/><Relationship Id="rId65" Type="http://schemas.openxmlformats.org/officeDocument/2006/relationships/tags" Target="../tags/tag716.xml"/><Relationship Id="rId4" Type="http://schemas.openxmlformats.org/officeDocument/2006/relationships/tags" Target="../tags/tag655.xml"/><Relationship Id="rId9" Type="http://schemas.openxmlformats.org/officeDocument/2006/relationships/tags" Target="../tags/tag660.xml"/><Relationship Id="rId13" Type="http://schemas.openxmlformats.org/officeDocument/2006/relationships/tags" Target="../tags/tag664.xml"/><Relationship Id="rId18" Type="http://schemas.openxmlformats.org/officeDocument/2006/relationships/tags" Target="../tags/tag669.xml"/><Relationship Id="rId39" Type="http://schemas.openxmlformats.org/officeDocument/2006/relationships/tags" Target="../tags/tag690.xml"/></Relationships>
</file>

<file path=ppt/slides/_rels/slide25.xml.rels><?xml version="1.0" encoding="UTF-8" standalone="yes"?>
<Relationships xmlns="http://schemas.openxmlformats.org/package/2006/relationships"><Relationship Id="rId26" Type="http://schemas.openxmlformats.org/officeDocument/2006/relationships/tags" Target="../tags/tag742.xml"/><Relationship Id="rId21" Type="http://schemas.openxmlformats.org/officeDocument/2006/relationships/tags" Target="../tags/tag737.xml"/><Relationship Id="rId34" Type="http://schemas.openxmlformats.org/officeDocument/2006/relationships/tags" Target="../tags/tag750.xml"/><Relationship Id="rId42" Type="http://schemas.openxmlformats.org/officeDocument/2006/relationships/tags" Target="../tags/tag758.xml"/><Relationship Id="rId47" Type="http://schemas.openxmlformats.org/officeDocument/2006/relationships/tags" Target="../tags/tag763.xml"/><Relationship Id="rId50" Type="http://schemas.openxmlformats.org/officeDocument/2006/relationships/tags" Target="../tags/tag766.xml"/><Relationship Id="rId55" Type="http://schemas.openxmlformats.org/officeDocument/2006/relationships/tags" Target="../tags/tag771.xml"/><Relationship Id="rId63" Type="http://schemas.openxmlformats.org/officeDocument/2006/relationships/tags" Target="../tags/tag779.xml"/><Relationship Id="rId7" Type="http://schemas.openxmlformats.org/officeDocument/2006/relationships/tags" Target="../tags/tag723.xml"/><Relationship Id="rId2" Type="http://schemas.openxmlformats.org/officeDocument/2006/relationships/tags" Target="../tags/tag718.xml"/><Relationship Id="rId16" Type="http://schemas.openxmlformats.org/officeDocument/2006/relationships/tags" Target="../tags/tag732.xml"/><Relationship Id="rId29" Type="http://schemas.openxmlformats.org/officeDocument/2006/relationships/tags" Target="../tags/tag745.xml"/><Relationship Id="rId11" Type="http://schemas.openxmlformats.org/officeDocument/2006/relationships/tags" Target="../tags/tag727.xml"/><Relationship Id="rId24" Type="http://schemas.openxmlformats.org/officeDocument/2006/relationships/tags" Target="../tags/tag740.xml"/><Relationship Id="rId32" Type="http://schemas.openxmlformats.org/officeDocument/2006/relationships/tags" Target="../tags/tag748.xml"/><Relationship Id="rId37" Type="http://schemas.openxmlformats.org/officeDocument/2006/relationships/tags" Target="../tags/tag753.xml"/><Relationship Id="rId40" Type="http://schemas.openxmlformats.org/officeDocument/2006/relationships/tags" Target="../tags/tag756.xml"/><Relationship Id="rId45" Type="http://schemas.openxmlformats.org/officeDocument/2006/relationships/tags" Target="../tags/tag761.xml"/><Relationship Id="rId53" Type="http://schemas.openxmlformats.org/officeDocument/2006/relationships/tags" Target="../tags/tag769.xml"/><Relationship Id="rId58" Type="http://schemas.openxmlformats.org/officeDocument/2006/relationships/tags" Target="../tags/tag774.xml"/><Relationship Id="rId66" Type="http://schemas.openxmlformats.org/officeDocument/2006/relationships/image" Target="../media/image1.png"/><Relationship Id="rId5" Type="http://schemas.openxmlformats.org/officeDocument/2006/relationships/tags" Target="../tags/tag721.xml"/><Relationship Id="rId61" Type="http://schemas.openxmlformats.org/officeDocument/2006/relationships/tags" Target="../tags/tag777.xml"/><Relationship Id="rId19" Type="http://schemas.openxmlformats.org/officeDocument/2006/relationships/tags" Target="../tags/tag735.xml"/><Relationship Id="rId14" Type="http://schemas.openxmlformats.org/officeDocument/2006/relationships/tags" Target="../tags/tag730.xml"/><Relationship Id="rId22" Type="http://schemas.openxmlformats.org/officeDocument/2006/relationships/tags" Target="../tags/tag738.xml"/><Relationship Id="rId27" Type="http://schemas.openxmlformats.org/officeDocument/2006/relationships/tags" Target="../tags/tag743.xml"/><Relationship Id="rId30" Type="http://schemas.openxmlformats.org/officeDocument/2006/relationships/tags" Target="../tags/tag746.xml"/><Relationship Id="rId35" Type="http://schemas.openxmlformats.org/officeDocument/2006/relationships/tags" Target="../tags/tag751.xml"/><Relationship Id="rId43" Type="http://schemas.openxmlformats.org/officeDocument/2006/relationships/tags" Target="../tags/tag759.xml"/><Relationship Id="rId48" Type="http://schemas.openxmlformats.org/officeDocument/2006/relationships/tags" Target="../tags/tag764.xml"/><Relationship Id="rId56" Type="http://schemas.openxmlformats.org/officeDocument/2006/relationships/tags" Target="../tags/tag772.xml"/><Relationship Id="rId64" Type="http://schemas.openxmlformats.org/officeDocument/2006/relationships/tags" Target="../tags/tag780.xml"/><Relationship Id="rId8" Type="http://schemas.openxmlformats.org/officeDocument/2006/relationships/tags" Target="../tags/tag724.xml"/><Relationship Id="rId51" Type="http://schemas.openxmlformats.org/officeDocument/2006/relationships/tags" Target="../tags/tag767.xml"/><Relationship Id="rId3" Type="http://schemas.openxmlformats.org/officeDocument/2006/relationships/tags" Target="../tags/tag719.xml"/><Relationship Id="rId12" Type="http://schemas.openxmlformats.org/officeDocument/2006/relationships/tags" Target="../tags/tag728.xml"/><Relationship Id="rId17" Type="http://schemas.openxmlformats.org/officeDocument/2006/relationships/tags" Target="../tags/tag733.xml"/><Relationship Id="rId25" Type="http://schemas.openxmlformats.org/officeDocument/2006/relationships/tags" Target="../tags/tag741.xml"/><Relationship Id="rId33" Type="http://schemas.openxmlformats.org/officeDocument/2006/relationships/tags" Target="../tags/tag749.xml"/><Relationship Id="rId38" Type="http://schemas.openxmlformats.org/officeDocument/2006/relationships/tags" Target="../tags/tag754.xml"/><Relationship Id="rId46" Type="http://schemas.openxmlformats.org/officeDocument/2006/relationships/tags" Target="../tags/tag762.xml"/><Relationship Id="rId59" Type="http://schemas.openxmlformats.org/officeDocument/2006/relationships/tags" Target="../tags/tag775.xml"/><Relationship Id="rId20" Type="http://schemas.openxmlformats.org/officeDocument/2006/relationships/tags" Target="../tags/tag736.xml"/><Relationship Id="rId41" Type="http://schemas.openxmlformats.org/officeDocument/2006/relationships/tags" Target="../tags/tag757.xml"/><Relationship Id="rId54" Type="http://schemas.openxmlformats.org/officeDocument/2006/relationships/tags" Target="../tags/tag770.xml"/><Relationship Id="rId62" Type="http://schemas.openxmlformats.org/officeDocument/2006/relationships/tags" Target="../tags/tag778.xml"/><Relationship Id="rId1" Type="http://schemas.openxmlformats.org/officeDocument/2006/relationships/tags" Target="../tags/tag717.xml"/><Relationship Id="rId6" Type="http://schemas.openxmlformats.org/officeDocument/2006/relationships/tags" Target="../tags/tag722.xml"/><Relationship Id="rId15" Type="http://schemas.openxmlformats.org/officeDocument/2006/relationships/tags" Target="../tags/tag731.xml"/><Relationship Id="rId23" Type="http://schemas.openxmlformats.org/officeDocument/2006/relationships/tags" Target="../tags/tag739.xml"/><Relationship Id="rId28" Type="http://schemas.openxmlformats.org/officeDocument/2006/relationships/tags" Target="../tags/tag744.xml"/><Relationship Id="rId36" Type="http://schemas.openxmlformats.org/officeDocument/2006/relationships/tags" Target="../tags/tag752.xml"/><Relationship Id="rId49" Type="http://schemas.openxmlformats.org/officeDocument/2006/relationships/tags" Target="../tags/tag765.xml"/><Relationship Id="rId57" Type="http://schemas.openxmlformats.org/officeDocument/2006/relationships/tags" Target="../tags/tag773.xml"/><Relationship Id="rId10" Type="http://schemas.openxmlformats.org/officeDocument/2006/relationships/tags" Target="../tags/tag726.xml"/><Relationship Id="rId31" Type="http://schemas.openxmlformats.org/officeDocument/2006/relationships/tags" Target="../tags/tag747.xml"/><Relationship Id="rId44" Type="http://schemas.openxmlformats.org/officeDocument/2006/relationships/tags" Target="../tags/tag760.xml"/><Relationship Id="rId52" Type="http://schemas.openxmlformats.org/officeDocument/2006/relationships/tags" Target="../tags/tag768.xml"/><Relationship Id="rId60" Type="http://schemas.openxmlformats.org/officeDocument/2006/relationships/tags" Target="../tags/tag776.xml"/><Relationship Id="rId65" Type="http://schemas.openxmlformats.org/officeDocument/2006/relationships/slideLayout" Target="../slideLayouts/slideLayout2.xml"/><Relationship Id="rId4" Type="http://schemas.openxmlformats.org/officeDocument/2006/relationships/tags" Target="../tags/tag720.xml"/><Relationship Id="rId9" Type="http://schemas.openxmlformats.org/officeDocument/2006/relationships/tags" Target="../tags/tag725.xml"/><Relationship Id="rId13" Type="http://schemas.openxmlformats.org/officeDocument/2006/relationships/tags" Target="../tags/tag729.xml"/><Relationship Id="rId18" Type="http://schemas.openxmlformats.org/officeDocument/2006/relationships/tags" Target="../tags/tag734.xml"/><Relationship Id="rId39" Type="http://schemas.openxmlformats.org/officeDocument/2006/relationships/tags" Target="../tags/tag755.xml"/></Relationships>
</file>

<file path=ppt/slides/_rels/slide26.xml.rels><?xml version="1.0" encoding="UTF-8" standalone="yes"?>
<Relationships xmlns="http://schemas.openxmlformats.org/package/2006/relationships"><Relationship Id="rId26" Type="http://schemas.openxmlformats.org/officeDocument/2006/relationships/tags" Target="../tags/tag806.xml"/><Relationship Id="rId21" Type="http://schemas.openxmlformats.org/officeDocument/2006/relationships/tags" Target="../tags/tag801.xml"/><Relationship Id="rId34" Type="http://schemas.openxmlformats.org/officeDocument/2006/relationships/tags" Target="../tags/tag814.xml"/><Relationship Id="rId42" Type="http://schemas.openxmlformats.org/officeDocument/2006/relationships/tags" Target="../tags/tag822.xml"/><Relationship Id="rId47" Type="http://schemas.openxmlformats.org/officeDocument/2006/relationships/tags" Target="../tags/tag827.xml"/><Relationship Id="rId50" Type="http://schemas.openxmlformats.org/officeDocument/2006/relationships/tags" Target="../tags/tag830.xml"/><Relationship Id="rId55" Type="http://schemas.openxmlformats.org/officeDocument/2006/relationships/tags" Target="../tags/tag835.xml"/><Relationship Id="rId63" Type="http://schemas.openxmlformats.org/officeDocument/2006/relationships/tags" Target="../tags/tag843.xml"/><Relationship Id="rId7" Type="http://schemas.openxmlformats.org/officeDocument/2006/relationships/tags" Target="../tags/tag787.xml"/><Relationship Id="rId2" Type="http://schemas.openxmlformats.org/officeDocument/2006/relationships/tags" Target="../tags/tag782.xml"/><Relationship Id="rId16" Type="http://schemas.openxmlformats.org/officeDocument/2006/relationships/tags" Target="../tags/tag796.xml"/><Relationship Id="rId29" Type="http://schemas.openxmlformats.org/officeDocument/2006/relationships/tags" Target="../tags/tag809.xml"/><Relationship Id="rId11" Type="http://schemas.openxmlformats.org/officeDocument/2006/relationships/tags" Target="../tags/tag791.xml"/><Relationship Id="rId24" Type="http://schemas.openxmlformats.org/officeDocument/2006/relationships/tags" Target="../tags/tag804.xml"/><Relationship Id="rId32" Type="http://schemas.openxmlformats.org/officeDocument/2006/relationships/tags" Target="../tags/tag812.xml"/><Relationship Id="rId37" Type="http://schemas.openxmlformats.org/officeDocument/2006/relationships/tags" Target="../tags/tag817.xml"/><Relationship Id="rId40" Type="http://schemas.openxmlformats.org/officeDocument/2006/relationships/tags" Target="../tags/tag820.xml"/><Relationship Id="rId45" Type="http://schemas.openxmlformats.org/officeDocument/2006/relationships/tags" Target="../tags/tag825.xml"/><Relationship Id="rId53" Type="http://schemas.openxmlformats.org/officeDocument/2006/relationships/tags" Target="../tags/tag833.xml"/><Relationship Id="rId58" Type="http://schemas.openxmlformats.org/officeDocument/2006/relationships/tags" Target="../tags/tag838.xml"/><Relationship Id="rId66" Type="http://schemas.openxmlformats.org/officeDocument/2006/relationships/image" Target="../media/image1.png"/><Relationship Id="rId5" Type="http://schemas.openxmlformats.org/officeDocument/2006/relationships/tags" Target="../tags/tag785.xml"/><Relationship Id="rId61" Type="http://schemas.openxmlformats.org/officeDocument/2006/relationships/tags" Target="../tags/tag841.xml"/><Relationship Id="rId19" Type="http://schemas.openxmlformats.org/officeDocument/2006/relationships/tags" Target="../tags/tag799.xml"/><Relationship Id="rId14" Type="http://schemas.openxmlformats.org/officeDocument/2006/relationships/tags" Target="../tags/tag794.xml"/><Relationship Id="rId22" Type="http://schemas.openxmlformats.org/officeDocument/2006/relationships/tags" Target="../tags/tag802.xml"/><Relationship Id="rId27" Type="http://schemas.openxmlformats.org/officeDocument/2006/relationships/tags" Target="../tags/tag807.xml"/><Relationship Id="rId30" Type="http://schemas.openxmlformats.org/officeDocument/2006/relationships/tags" Target="../tags/tag810.xml"/><Relationship Id="rId35" Type="http://schemas.openxmlformats.org/officeDocument/2006/relationships/tags" Target="../tags/tag815.xml"/><Relationship Id="rId43" Type="http://schemas.openxmlformats.org/officeDocument/2006/relationships/tags" Target="../tags/tag823.xml"/><Relationship Id="rId48" Type="http://schemas.openxmlformats.org/officeDocument/2006/relationships/tags" Target="../tags/tag828.xml"/><Relationship Id="rId56" Type="http://schemas.openxmlformats.org/officeDocument/2006/relationships/tags" Target="../tags/tag836.xml"/><Relationship Id="rId64" Type="http://schemas.openxmlformats.org/officeDocument/2006/relationships/tags" Target="../tags/tag844.xml"/><Relationship Id="rId8" Type="http://schemas.openxmlformats.org/officeDocument/2006/relationships/tags" Target="../tags/tag788.xml"/><Relationship Id="rId51" Type="http://schemas.openxmlformats.org/officeDocument/2006/relationships/tags" Target="../tags/tag831.xml"/><Relationship Id="rId3" Type="http://schemas.openxmlformats.org/officeDocument/2006/relationships/tags" Target="../tags/tag783.xml"/><Relationship Id="rId12" Type="http://schemas.openxmlformats.org/officeDocument/2006/relationships/tags" Target="../tags/tag792.xml"/><Relationship Id="rId17" Type="http://schemas.openxmlformats.org/officeDocument/2006/relationships/tags" Target="../tags/tag797.xml"/><Relationship Id="rId25" Type="http://schemas.openxmlformats.org/officeDocument/2006/relationships/tags" Target="../tags/tag805.xml"/><Relationship Id="rId33" Type="http://schemas.openxmlformats.org/officeDocument/2006/relationships/tags" Target="../tags/tag813.xml"/><Relationship Id="rId38" Type="http://schemas.openxmlformats.org/officeDocument/2006/relationships/tags" Target="../tags/tag818.xml"/><Relationship Id="rId46" Type="http://schemas.openxmlformats.org/officeDocument/2006/relationships/tags" Target="../tags/tag826.xml"/><Relationship Id="rId59" Type="http://schemas.openxmlformats.org/officeDocument/2006/relationships/tags" Target="../tags/tag839.xml"/><Relationship Id="rId20" Type="http://schemas.openxmlformats.org/officeDocument/2006/relationships/tags" Target="../tags/tag800.xml"/><Relationship Id="rId41" Type="http://schemas.openxmlformats.org/officeDocument/2006/relationships/tags" Target="../tags/tag821.xml"/><Relationship Id="rId54" Type="http://schemas.openxmlformats.org/officeDocument/2006/relationships/tags" Target="../tags/tag834.xml"/><Relationship Id="rId62" Type="http://schemas.openxmlformats.org/officeDocument/2006/relationships/tags" Target="../tags/tag842.xml"/><Relationship Id="rId1" Type="http://schemas.openxmlformats.org/officeDocument/2006/relationships/tags" Target="../tags/tag781.xml"/><Relationship Id="rId6" Type="http://schemas.openxmlformats.org/officeDocument/2006/relationships/tags" Target="../tags/tag786.xml"/><Relationship Id="rId15" Type="http://schemas.openxmlformats.org/officeDocument/2006/relationships/tags" Target="../tags/tag795.xml"/><Relationship Id="rId23" Type="http://schemas.openxmlformats.org/officeDocument/2006/relationships/tags" Target="../tags/tag803.xml"/><Relationship Id="rId28" Type="http://schemas.openxmlformats.org/officeDocument/2006/relationships/tags" Target="../tags/tag808.xml"/><Relationship Id="rId36" Type="http://schemas.openxmlformats.org/officeDocument/2006/relationships/tags" Target="../tags/tag816.xml"/><Relationship Id="rId49" Type="http://schemas.openxmlformats.org/officeDocument/2006/relationships/tags" Target="../tags/tag829.xml"/><Relationship Id="rId57" Type="http://schemas.openxmlformats.org/officeDocument/2006/relationships/tags" Target="../tags/tag837.xml"/><Relationship Id="rId10" Type="http://schemas.openxmlformats.org/officeDocument/2006/relationships/tags" Target="../tags/tag790.xml"/><Relationship Id="rId31" Type="http://schemas.openxmlformats.org/officeDocument/2006/relationships/tags" Target="../tags/tag811.xml"/><Relationship Id="rId44" Type="http://schemas.openxmlformats.org/officeDocument/2006/relationships/tags" Target="../tags/tag824.xml"/><Relationship Id="rId52" Type="http://schemas.openxmlformats.org/officeDocument/2006/relationships/tags" Target="../tags/tag832.xml"/><Relationship Id="rId60" Type="http://schemas.openxmlformats.org/officeDocument/2006/relationships/tags" Target="../tags/tag840.xml"/><Relationship Id="rId65" Type="http://schemas.openxmlformats.org/officeDocument/2006/relationships/slideLayout" Target="../slideLayouts/slideLayout2.xml"/><Relationship Id="rId4" Type="http://schemas.openxmlformats.org/officeDocument/2006/relationships/tags" Target="../tags/tag784.xml"/><Relationship Id="rId9" Type="http://schemas.openxmlformats.org/officeDocument/2006/relationships/tags" Target="../tags/tag789.xml"/><Relationship Id="rId13" Type="http://schemas.openxmlformats.org/officeDocument/2006/relationships/tags" Target="../tags/tag793.xml"/><Relationship Id="rId18" Type="http://schemas.openxmlformats.org/officeDocument/2006/relationships/tags" Target="../tags/tag798.xml"/><Relationship Id="rId39" Type="http://schemas.openxmlformats.org/officeDocument/2006/relationships/tags" Target="../tags/tag819.xml"/></Relationships>
</file>

<file path=ppt/slides/_rels/slide27.xml.rels><?xml version="1.0" encoding="UTF-8" standalone="yes"?>
<Relationships xmlns="http://schemas.openxmlformats.org/package/2006/relationships"><Relationship Id="rId13" Type="http://schemas.openxmlformats.org/officeDocument/2006/relationships/tags" Target="../tags/tag857.xml"/><Relationship Id="rId18" Type="http://schemas.openxmlformats.org/officeDocument/2006/relationships/tags" Target="../tags/tag862.xml"/><Relationship Id="rId26" Type="http://schemas.openxmlformats.org/officeDocument/2006/relationships/tags" Target="../tags/tag870.xml"/><Relationship Id="rId39" Type="http://schemas.openxmlformats.org/officeDocument/2006/relationships/tags" Target="../tags/tag883.xml"/><Relationship Id="rId21" Type="http://schemas.openxmlformats.org/officeDocument/2006/relationships/tags" Target="../tags/tag865.xml"/><Relationship Id="rId34" Type="http://schemas.openxmlformats.org/officeDocument/2006/relationships/tags" Target="../tags/tag878.xml"/><Relationship Id="rId42" Type="http://schemas.openxmlformats.org/officeDocument/2006/relationships/tags" Target="../tags/tag886.xml"/><Relationship Id="rId47" Type="http://schemas.openxmlformats.org/officeDocument/2006/relationships/tags" Target="../tags/tag891.xml"/><Relationship Id="rId50" Type="http://schemas.openxmlformats.org/officeDocument/2006/relationships/tags" Target="../tags/tag894.xml"/><Relationship Id="rId55" Type="http://schemas.openxmlformats.org/officeDocument/2006/relationships/tags" Target="../tags/tag899.xml"/><Relationship Id="rId7" Type="http://schemas.openxmlformats.org/officeDocument/2006/relationships/tags" Target="../tags/tag851.xml"/><Relationship Id="rId2" Type="http://schemas.openxmlformats.org/officeDocument/2006/relationships/tags" Target="../tags/tag846.xml"/><Relationship Id="rId16" Type="http://schemas.openxmlformats.org/officeDocument/2006/relationships/tags" Target="../tags/tag860.xml"/><Relationship Id="rId29" Type="http://schemas.openxmlformats.org/officeDocument/2006/relationships/tags" Target="../tags/tag873.xml"/><Relationship Id="rId11" Type="http://schemas.openxmlformats.org/officeDocument/2006/relationships/tags" Target="../tags/tag855.xml"/><Relationship Id="rId24" Type="http://schemas.openxmlformats.org/officeDocument/2006/relationships/tags" Target="../tags/tag868.xml"/><Relationship Id="rId32" Type="http://schemas.openxmlformats.org/officeDocument/2006/relationships/tags" Target="../tags/tag876.xml"/><Relationship Id="rId37" Type="http://schemas.openxmlformats.org/officeDocument/2006/relationships/tags" Target="../tags/tag881.xml"/><Relationship Id="rId40" Type="http://schemas.openxmlformats.org/officeDocument/2006/relationships/tags" Target="../tags/tag884.xml"/><Relationship Id="rId45" Type="http://schemas.openxmlformats.org/officeDocument/2006/relationships/tags" Target="../tags/tag889.xml"/><Relationship Id="rId53" Type="http://schemas.openxmlformats.org/officeDocument/2006/relationships/tags" Target="../tags/tag897.xml"/><Relationship Id="rId5" Type="http://schemas.openxmlformats.org/officeDocument/2006/relationships/tags" Target="../tags/tag849.xml"/><Relationship Id="rId19" Type="http://schemas.openxmlformats.org/officeDocument/2006/relationships/tags" Target="../tags/tag863.xml"/><Relationship Id="rId4" Type="http://schemas.openxmlformats.org/officeDocument/2006/relationships/tags" Target="../tags/tag848.xml"/><Relationship Id="rId9" Type="http://schemas.openxmlformats.org/officeDocument/2006/relationships/tags" Target="../tags/tag853.xml"/><Relationship Id="rId14" Type="http://schemas.openxmlformats.org/officeDocument/2006/relationships/tags" Target="../tags/tag858.xml"/><Relationship Id="rId22" Type="http://schemas.openxmlformats.org/officeDocument/2006/relationships/tags" Target="../tags/tag866.xml"/><Relationship Id="rId27" Type="http://schemas.openxmlformats.org/officeDocument/2006/relationships/tags" Target="../tags/tag871.xml"/><Relationship Id="rId30" Type="http://schemas.openxmlformats.org/officeDocument/2006/relationships/tags" Target="../tags/tag874.xml"/><Relationship Id="rId35" Type="http://schemas.openxmlformats.org/officeDocument/2006/relationships/tags" Target="../tags/tag879.xml"/><Relationship Id="rId43" Type="http://schemas.openxmlformats.org/officeDocument/2006/relationships/tags" Target="../tags/tag887.xml"/><Relationship Id="rId48" Type="http://schemas.openxmlformats.org/officeDocument/2006/relationships/tags" Target="../tags/tag892.xml"/><Relationship Id="rId56" Type="http://schemas.openxmlformats.org/officeDocument/2006/relationships/slideLayout" Target="../slideLayouts/slideLayout2.xml"/><Relationship Id="rId8" Type="http://schemas.openxmlformats.org/officeDocument/2006/relationships/tags" Target="../tags/tag852.xml"/><Relationship Id="rId51" Type="http://schemas.openxmlformats.org/officeDocument/2006/relationships/tags" Target="../tags/tag895.xml"/><Relationship Id="rId3" Type="http://schemas.openxmlformats.org/officeDocument/2006/relationships/tags" Target="../tags/tag847.xml"/><Relationship Id="rId12" Type="http://schemas.openxmlformats.org/officeDocument/2006/relationships/tags" Target="../tags/tag856.xml"/><Relationship Id="rId17" Type="http://schemas.openxmlformats.org/officeDocument/2006/relationships/tags" Target="../tags/tag861.xml"/><Relationship Id="rId25" Type="http://schemas.openxmlformats.org/officeDocument/2006/relationships/tags" Target="../tags/tag869.xml"/><Relationship Id="rId33" Type="http://schemas.openxmlformats.org/officeDocument/2006/relationships/tags" Target="../tags/tag877.xml"/><Relationship Id="rId38" Type="http://schemas.openxmlformats.org/officeDocument/2006/relationships/tags" Target="../tags/tag882.xml"/><Relationship Id="rId46" Type="http://schemas.openxmlformats.org/officeDocument/2006/relationships/tags" Target="../tags/tag890.xml"/><Relationship Id="rId20" Type="http://schemas.openxmlformats.org/officeDocument/2006/relationships/tags" Target="../tags/tag864.xml"/><Relationship Id="rId41" Type="http://schemas.openxmlformats.org/officeDocument/2006/relationships/tags" Target="../tags/tag885.xml"/><Relationship Id="rId54" Type="http://schemas.openxmlformats.org/officeDocument/2006/relationships/tags" Target="../tags/tag898.xml"/><Relationship Id="rId1" Type="http://schemas.openxmlformats.org/officeDocument/2006/relationships/tags" Target="../tags/tag845.xml"/><Relationship Id="rId6" Type="http://schemas.openxmlformats.org/officeDocument/2006/relationships/tags" Target="../tags/tag850.xml"/><Relationship Id="rId15" Type="http://schemas.openxmlformats.org/officeDocument/2006/relationships/tags" Target="../tags/tag859.xml"/><Relationship Id="rId23" Type="http://schemas.openxmlformats.org/officeDocument/2006/relationships/tags" Target="../tags/tag867.xml"/><Relationship Id="rId28" Type="http://schemas.openxmlformats.org/officeDocument/2006/relationships/tags" Target="../tags/tag872.xml"/><Relationship Id="rId36" Type="http://schemas.openxmlformats.org/officeDocument/2006/relationships/tags" Target="../tags/tag880.xml"/><Relationship Id="rId49" Type="http://schemas.openxmlformats.org/officeDocument/2006/relationships/tags" Target="../tags/tag893.xml"/><Relationship Id="rId57" Type="http://schemas.openxmlformats.org/officeDocument/2006/relationships/image" Target="../media/image1.png"/><Relationship Id="rId10" Type="http://schemas.openxmlformats.org/officeDocument/2006/relationships/tags" Target="../tags/tag854.xml"/><Relationship Id="rId31" Type="http://schemas.openxmlformats.org/officeDocument/2006/relationships/tags" Target="../tags/tag875.xml"/><Relationship Id="rId44" Type="http://schemas.openxmlformats.org/officeDocument/2006/relationships/tags" Target="../tags/tag888.xml"/><Relationship Id="rId52" Type="http://schemas.openxmlformats.org/officeDocument/2006/relationships/tags" Target="../tags/tag896.xml"/></Relationships>
</file>

<file path=ppt/slides/_rels/slide28.xml.rels><?xml version="1.0" encoding="UTF-8" standalone="yes"?>
<Relationships xmlns="http://schemas.openxmlformats.org/package/2006/relationships"><Relationship Id="rId8" Type="http://schemas.openxmlformats.org/officeDocument/2006/relationships/tags" Target="../tags/tag907.xml"/><Relationship Id="rId13" Type="http://schemas.openxmlformats.org/officeDocument/2006/relationships/tags" Target="../tags/tag912.xml"/><Relationship Id="rId3" Type="http://schemas.openxmlformats.org/officeDocument/2006/relationships/tags" Target="../tags/tag902.xml"/><Relationship Id="rId7" Type="http://schemas.openxmlformats.org/officeDocument/2006/relationships/tags" Target="../tags/tag906.xml"/><Relationship Id="rId12" Type="http://schemas.openxmlformats.org/officeDocument/2006/relationships/tags" Target="../tags/tag911.xml"/><Relationship Id="rId17" Type="http://schemas.openxmlformats.org/officeDocument/2006/relationships/image" Target="../media/image9.png"/><Relationship Id="rId2" Type="http://schemas.openxmlformats.org/officeDocument/2006/relationships/tags" Target="../tags/tag901.xml"/><Relationship Id="rId16" Type="http://schemas.openxmlformats.org/officeDocument/2006/relationships/slideLayout" Target="../slideLayouts/slideLayout3.xml"/><Relationship Id="rId1" Type="http://schemas.openxmlformats.org/officeDocument/2006/relationships/tags" Target="../tags/tag900.xml"/><Relationship Id="rId6" Type="http://schemas.openxmlformats.org/officeDocument/2006/relationships/tags" Target="../tags/tag905.xml"/><Relationship Id="rId11" Type="http://schemas.openxmlformats.org/officeDocument/2006/relationships/tags" Target="../tags/tag910.xml"/><Relationship Id="rId5" Type="http://schemas.openxmlformats.org/officeDocument/2006/relationships/tags" Target="../tags/tag904.xml"/><Relationship Id="rId15" Type="http://schemas.openxmlformats.org/officeDocument/2006/relationships/tags" Target="../tags/tag914.xml"/><Relationship Id="rId10" Type="http://schemas.openxmlformats.org/officeDocument/2006/relationships/tags" Target="../tags/tag909.xml"/><Relationship Id="rId4" Type="http://schemas.openxmlformats.org/officeDocument/2006/relationships/tags" Target="../tags/tag903.xml"/><Relationship Id="rId9" Type="http://schemas.openxmlformats.org/officeDocument/2006/relationships/tags" Target="../tags/tag908.xml"/><Relationship Id="rId14" Type="http://schemas.openxmlformats.org/officeDocument/2006/relationships/tags" Target="../tags/tag913.xml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tags" Target="../tags/tag917.xml"/><Relationship Id="rId7" Type="http://schemas.openxmlformats.org/officeDocument/2006/relationships/image" Target="../media/image10.png"/><Relationship Id="rId2" Type="http://schemas.openxmlformats.org/officeDocument/2006/relationships/tags" Target="../tags/tag916.xml"/><Relationship Id="rId1" Type="http://schemas.openxmlformats.org/officeDocument/2006/relationships/tags" Target="../tags/tag915.xml"/><Relationship Id="rId6" Type="http://schemas.openxmlformats.org/officeDocument/2006/relationships/image" Target="../media/image1.png"/><Relationship Id="rId5" Type="http://schemas.openxmlformats.org/officeDocument/2006/relationships/slideLayout" Target="../slideLayouts/slideLayout2.xml"/><Relationship Id="rId4" Type="http://schemas.openxmlformats.org/officeDocument/2006/relationships/tags" Target="../tags/tag918.xml"/></Relationships>
</file>

<file path=ppt/slides/_rels/slide30.xml.rels><?xml version="1.0" encoding="UTF-8" standalone="yes"?>
<Relationships xmlns="http://schemas.openxmlformats.org/package/2006/relationships"><Relationship Id="rId13" Type="http://schemas.openxmlformats.org/officeDocument/2006/relationships/tags" Target="../tags/tag931.xml"/><Relationship Id="rId18" Type="http://schemas.openxmlformats.org/officeDocument/2006/relationships/tags" Target="../tags/tag936.xml"/><Relationship Id="rId26" Type="http://schemas.openxmlformats.org/officeDocument/2006/relationships/tags" Target="../tags/tag944.xml"/><Relationship Id="rId39" Type="http://schemas.openxmlformats.org/officeDocument/2006/relationships/slideLayout" Target="../slideLayouts/slideLayout2.xml"/><Relationship Id="rId21" Type="http://schemas.openxmlformats.org/officeDocument/2006/relationships/tags" Target="../tags/tag939.xml"/><Relationship Id="rId34" Type="http://schemas.openxmlformats.org/officeDocument/2006/relationships/tags" Target="../tags/tag952.xml"/><Relationship Id="rId7" Type="http://schemas.openxmlformats.org/officeDocument/2006/relationships/tags" Target="../tags/tag925.xml"/><Relationship Id="rId12" Type="http://schemas.openxmlformats.org/officeDocument/2006/relationships/tags" Target="../tags/tag930.xml"/><Relationship Id="rId17" Type="http://schemas.openxmlformats.org/officeDocument/2006/relationships/tags" Target="../tags/tag935.xml"/><Relationship Id="rId25" Type="http://schemas.openxmlformats.org/officeDocument/2006/relationships/tags" Target="../tags/tag943.xml"/><Relationship Id="rId33" Type="http://schemas.openxmlformats.org/officeDocument/2006/relationships/tags" Target="../tags/tag951.xml"/><Relationship Id="rId38" Type="http://schemas.openxmlformats.org/officeDocument/2006/relationships/tags" Target="../tags/tag956.xml"/><Relationship Id="rId2" Type="http://schemas.openxmlformats.org/officeDocument/2006/relationships/tags" Target="../tags/tag920.xml"/><Relationship Id="rId16" Type="http://schemas.openxmlformats.org/officeDocument/2006/relationships/tags" Target="../tags/tag934.xml"/><Relationship Id="rId20" Type="http://schemas.openxmlformats.org/officeDocument/2006/relationships/tags" Target="../tags/tag938.xml"/><Relationship Id="rId29" Type="http://schemas.openxmlformats.org/officeDocument/2006/relationships/tags" Target="../tags/tag947.xml"/><Relationship Id="rId1" Type="http://schemas.openxmlformats.org/officeDocument/2006/relationships/tags" Target="../tags/tag919.xml"/><Relationship Id="rId6" Type="http://schemas.openxmlformats.org/officeDocument/2006/relationships/tags" Target="../tags/tag924.xml"/><Relationship Id="rId11" Type="http://schemas.openxmlformats.org/officeDocument/2006/relationships/tags" Target="../tags/tag929.xml"/><Relationship Id="rId24" Type="http://schemas.openxmlformats.org/officeDocument/2006/relationships/tags" Target="../tags/tag942.xml"/><Relationship Id="rId32" Type="http://schemas.openxmlformats.org/officeDocument/2006/relationships/tags" Target="../tags/tag950.xml"/><Relationship Id="rId37" Type="http://schemas.openxmlformats.org/officeDocument/2006/relationships/tags" Target="../tags/tag955.xml"/><Relationship Id="rId40" Type="http://schemas.openxmlformats.org/officeDocument/2006/relationships/image" Target="../media/image1.png"/><Relationship Id="rId5" Type="http://schemas.openxmlformats.org/officeDocument/2006/relationships/tags" Target="../tags/tag923.xml"/><Relationship Id="rId15" Type="http://schemas.openxmlformats.org/officeDocument/2006/relationships/tags" Target="../tags/tag933.xml"/><Relationship Id="rId23" Type="http://schemas.openxmlformats.org/officeDocument/2006/relationships/tags" Target="../tags/tag941.xml"/><Relationship Id="rId28" Type="http://schemas.openxmlformats.org/officeDocument/2006/relationships/tags" Target="../tags/tag946.xml"/><Relationship Id="rId36" Type="http://schemas.openxmlformats.org/officeDocument/2006/relationships/tags" Target="../tags/tag954.xml"/><Relationship Id="rId10" Type="http://schemas.openxmlformats.org/officeDocument/2006/relationships/tags" Target="../tags/tag928.xml"/><Relationship Id="rId19" Type="http://schemas.openxmlformats.org/officeDocument/2006/relationships/tags" Target="../tags/tag937.xml"/><Relationship Id="rId31" Type="http://schemas.openxmlformats.org/officeDocument/2006/relationships/tags" Target="../tags/tag949.xml"/><Relationship Id="rId4" Type="http://schemas.openxmlformats.org/officeDocument/2006/relationships/tags" Target="../tags/tag922.xml"/><Relationship Id="rId9" Type="http://schemas.openxmlformats.org/officeDocument/2006/relationships/tags" Target="../tags/tag927.xml"/><Relationship Id="rId14" Type="http://schemas.openxmlformats.org/officeDocument/2006/relationships/tags" Target="../tags/tag932.xml"/><Relationship Id="rId22" Type="http://schemas.openxmlformats.org/officeDocument/2006/relationships/tags" Target="../tags/tag940.xml"/><Relationship Id="rId27" Type="http://schemas.openxmlformats.org/officeDocument/2006/relationships/tags" Target="../tags/tag945.xml"/><Relationship Id="rId30" Type="http://schemas.openxmlformats.org/officeDocument/2006/relationships/tags" Target="../tags/tag948.xml"/><Relationship Id="rId35" Type="http://schemas.openxmlformats.org/officeDocument/2006/relationships/tags" Target="../tags/tag953.xml"/><Relationship Id="rId8" Type="http://schemas.openxmlformats.org/officeDocument/2006/relationships/tags" Target="../tags/tag926.xml"/><Relationship Id="rId3" Type="http://schemas.openxmlformats.org/officeDocument/2006/relationships/tags" Target="../tags/tag921.xml"/></Relationships>
</file>

<file path=ppt/slides/_rels/slide31.xml.rels><?xml version="1.0" encoding="UTF-8" standalone="yes"?>
<Relationships xmlns="http://schemas.openxmlformats.org/package/2006/relationships"><Relationship Id="rId117" Type="http://schemas.openxmlformats.org/officeDocument/2006/relationships/tags" Target="../tags/tag1073.xml"/><Relationship Id="rId299" Type="http://schemas.openxmlformats.org/officeDocument/2006/relationships/tags" Target="../tags/tag1255.xml"/><Relationship Id="rId21" Type="http://schemas.openxmlformats.org/officeDocument/2006/relationships/tags" Target="../tags/tag977.xml"/><Relationship Id="rId63" Type="http://schemas.openxmlformats.org/officeDocument/2006/relationships/tags" Target="../tags/tag1019.xml"/><Relationship Id="rId159" Type="http://schemas.openxmlformats.org/officeDocument/2006/relationships/tags" Target="../tags/tag1115.xml"/><Relationship Id="rId324" Type="http://schemas.openxmlformats.org/officeDocument/2006/relationships/tags" Target="../tags/tag1280.xml"/><Relationship Id="rId366" Type="http://schemas.openxmlformats.org/officeDocument/2006/relationships/tags" Target="../tags/tag1322.xml"/><Relationship Id="rId170" Type="http://schemas.openxmlformats.org/officeDocument/2006/relationships/tags" Target="../tags/tag1126.xml"/><Relationship Id="rId226" Type="http://schemas.openxmlformats.org/officeDocument/2006/relationships/tags" Target="../tags/tag1182.xml"/><Relationship Id="rId433" Type="http://schemas.openxmlformats.org/officeDocument/2006/relationships/tags" Target="../tags/tag1389.xml"/><Relationship Id="rId268" Type="http://schemas.openxmlformats.org/officeDocument/2006/relationships/tags" Target="../tags/tag1224.xml"/><Relationship Id="rId32" Type="http://schemas.openxmlformats.org/officeDocument/2006/relationships/tags" Target="../tags/tag988.xml"/><Relationship Id="rId74" Type="http://schemas.openxmlformats.org/officeDocument/2006/relationships/tags" Target="../tags/tag1030.xml"/><Relationship Id="rId128" Type="http://schemas.openxmlformats.org/officeDocument/2006/relationships/tags" Target="../tags/tag1084.xml"/><Relationship Id="rId335" Type="http://schemas.openxmlformats.org/officeDocument/2006/relationships/tags" Target="../tags/tag1291.xml"/><Relationship Id="rId377" Type="http://schemas.openxmlformats.org/officeDocument/2006/relationships/tags" Target="../tags/tag1333.xml"/><Relationship Id="rId5" Type="http://schemas.openxmlformats.org/officeDocument/2006/relationships/tags" Target="../tags/tag961.xml"/><Relationship Id="rId181" Type="http://schemas.openxmlformats.org/officeDocument/2006/relationships/tags" Target="../tags/tag1137.xml"/><Relationship Id="rId237" Type="http://schemas.openxmlformats.org/officeDocument/2006/relationships/tags" Target="../tags/tag1193.xml"/><Relationship Id="rId402" Type="http://schemas.openxmlformats.org/officeDocument/2006/relationships/tags" Target="../tags/tag1358.xml"/><Relationship Id="rId279" Type="http://schemas.openxmlformats.org/officeDocument/2006/relationships/tags" Target="../tags/tag1235.xml"/><Relationship Id="rId444" Type="http://schemas.openxmlformats.org/officeDocument/2006/relationships/tags" Target="../tags/tag1400.xml"/><Relationship Id="rId43" Type="http://schemas.openxmlformats.org/officeDocument/2006/relationships/tags" Target="../tags/tag999.xml"/><Relationship Id="rId139" Type="http://schemas.openxmlformats.org/officeDocument/2006/relationships/tags" Target="../tags/tag1095.xml"/><Relationship Id="rId290" Type="http://schemas.openxmlformats.org/officeDocument/2006/relationships/tags" Target="../tags/tag1246.xml"/><Relationship Id="rId304" Type="http://schemas.openxmlformats.org/officeDocument/2006/relationships/tags" Target="../tags/tag1260.xml"/><Relationship Id="rId346" Type="http://schemas.openxmlformats.org/officeDocument/2006/relationships/tags" Target="../tags/tag1302.xml"/><Relationship Id="rId388" Type="http://schemas.openxmlformats.org/officeDocument/2006/relationships/tags" Target="../tags/tag1344.xml"/><Relationship Id="rId85" Type="http://schemas.openxmlformats.org/officeDocument/2006/relationships/tags" Target="../tags/tag1041.xml"/><Relationship Id="rId150" Type="http://schemas.openxmlformats.org/officeDocument/2006/relationships/tags" Target="../tags/tag1106.xml"/><Relationship Id="rId192" Type="http://schemas.openxmlformats.org/officeDocument/2006/relationships/tags" Target="../tags/tag1148.xml"/><Relationship Id="rId206" Type="http://schemas.openxmlformats.org/officeDocument/2006/relationships/tags" Target="../tags/tag1162.xml"/><Relationship Id="rId413" Type="http://schemas.openxmlformats.org/officeDocument/2006/relationships/tags" Target="../tags/tag1369.xml"/><Relationship Id="rId248" Type="http://schemas.openxmlformats.org/officeDocument/2006/relationships/tags" Target="../tags/tag1204.xml"/><Relationship Id="rId12" Type="http://schemas.openxmlformats.org/officeDocument/2006/relationships/tags" Target="../tags/tag968.xml"/><Relationship Id="rId108" Type="http://schemas.openxmlformats.org/officeDocument/2006/relationships/tags" Target="../tags/tag1064.xml"/><Relationship Id="rId315" Type="http://schemas.openxmlformats.org/officeDocument/2006/relationships/tags" Target="../tags/tag1271.xml"/><Relationship Id="rId357" Type="http://schemas.openxmlformats.org/officeDocument/2006/relationships/tags" Target="../tags/tag1313.xml"/><Relationship Id="rId54" Type="http://schemas.openxmlformats.org/officeDocument/2006/relationships/tags" Target="../tags/tag1010.xml"/><Relationship Id="rId96" Type="http://schemas.openxmlformats.org/officeDocument/2006/relationships/tags" Target="../tags/tag1052.xml"/><Relationship Id="rId161" Type="http://schemas.openxmlformats.org/officeDocument/2006/relationships/tags" Target="../tags/tag1117.xml"/><Relationship Id="rId217" Type="http://schemas.openxmlformats.org/officeDocument/2006/relationships/tags" Target="../tags/tag1173.xml"/><Relationship Id="rId399" Type="http://schemas.openxmlformats.org/officeDocument/2006/relationships/tags" Target="../tags/tag1355.xml"/><Relationship Id="rId259" Type="http://schemas.openxmlformats.org/officeDocument/2006/relationships/tags" Target="../tags/tag1215.xml"/><Relationship Id="rId424" Type="http://schemas.openxmlformats.org/officeDocument/2006/relationships/tags" Target="../tags/tag1380.xml"/><Relationship Id="rId23" Type="http://schemas.openxmlformats.org/officeDocument/2006/relationships/tags" Target="../tags/tag979.xml"/><Relationship Id="rId119" Type="http://schemas.openxmlformats.org/officeDocument/2006/relationships/tags" Target="../tags/tag1075.xml"/><Relationship Id="rId270" Type="http://schemas.openxmlformats.org/officeDocument/2006/relationships/tags" Target="../tags/tag1226.xml"/><Relationship Id="rId326" Type="http://schemas.openxmlformats.org/officeDocument/2006/relationships/tags" Target="../tags/tag1282.xml"/><Relationship Id="rId65" Type="http://schemas.openxmlformats.org/officeDocument/2006/relationships/tags" Target="../tags/tag1021.xml"/><Relationship Id="rId130" Type="http://schemas.openxmlformats.org/officeDocument/2006/relationships/tags" Target="../tags/tag1086.xml"/><Relationship Id="rId368" Type="http://schemas.openxmlformats.org/officeDocument/2006/relationships/tags" Target="../tags/tag1324.xml"/><Relationship Id="rId172" Type="http://schemas.openxmlformats.org/officeDocument/2006/relationships/tags" Target="../tags/tag1128.xml"/><Relationship Id="rId228" Type="http://schemas.openxmlformats.org/officeDocument/2006/relationships/tags" Target="../tags/tag1184.xml"/><Relationship Id="rId435" Type="http://schemas.openxmlformats.org/officeDocument/2006/relationships/tags" Target="../tags/tag1391.xml"/><Relationship Id="rId281" Type="http://schemas.openxmlformats.org/officeDocument/2006/relationships/tags" Target="../tags/tag1237.xml"/><Relationship Id="rId337" Type="http://schemas.openxmlformats.org/officeDocument/2006/relationships/tags" Target="../tags/tag1293.xml"/><Relationship Id="rId34" Type="http://schemas.openxmlformats.org/officeDocument/2006/relationships/tags" Target="../tags/tag990.xml"/><Relationship Id="rId76" Type="http://schemas.openxmlformats.org/officeDocument/2006/relationships/tags" Target="../tags/tag1032.xml"/><Relationship Id="rId141" Type="http://schemas.openxmlformats.org/officeDocument/2006/relationships/tags" Target="../tags/tag1097.xml"/><Relationship Id="rId379" Type="http://schemas.openxmlformats.org/officeDocument/2006/relationships/tags" Target="../tags/tag1335.xml"/><Relationship Id="rId7" Type="http://schemas.openxmlformats.org/officeDocument/2006/relationships/tags" Target="../tags/tag963.xml"/><Relationship Id="rId183" Type="http://schemas.openxmlformats.org/officeDocument/2006/relationships/tags" Target="../tags/tag1139.xml"/><Relationship Id="rId239" Type="http://schemas.openxmlformats.org/officeDocument/2006/relationships/tags" Target="../tags/tag1195.xml"/><Relationship Id="rId390" Type="http://schemas.openxmlformats.org/officeDocument/2006/relationships/tags" Target="../tags/tag1346.xml"/><Relationship Id="rId404" Type="http://schemas.openxmlformats.org/officeDocument/2006/relationships/tags" Target="../tags/tag1360.xml"/><Relationship Id="rId446" Type="http://schemas.openxmlformats.org/officeDocument/2006/relationships/tags" Target="../tags/tag1402.xml"/><Relationship Id="rId250" Type="http://schemas.openxmlformats.org/officeDocument/2006/relationships/tags" Target="../tags/tag1206.xml"/><Relationship Id="rId292" Type="http://schemas.openxmlformats.org/officeDocument/2006/relationships/tags" Target="../tags/tag1248.xml"/><Relationship Id="rId306" Type="http://schemas.openxmlformats.org/officeDocument/2006/relationships/tags" Target="../tags/tag1262.xml"/><Relationship Id="rId45" Type="http://schemas.openxmlformats.org/officeDocument/2006/relationships/tags" Target="../tags/tag1001.xml"/><Relationship Id="rId87" Type="http://schemas.openxmlformats.org/officeDocument/2006/relationships/tags" Target="../tags/tag1043.xml"/><Relationship Id="rId110" Type="http://schemas.openxmlformats.org/officeDocument/2006/relationships/tags" Target="../tags/tag1066.xml"/><Relationship Id="rId348" Type="http://schemas.openxmlformats.org/officeDocument/2006/relationships/tags" Target="../tags/tag1304.xml"/><Relationship Id="rId152" Type="http://schemas.openxmlformats.org/officeDocument/2006/relationships/tags" Target="../tags/tag1108.xml"/><Relationship Id="rId194" Type="http://schemas.openxmlformats.org/officeDocument/2006/relationships/tags" Target="../tags/tag1150.xml"/><Relationship Id="rId208" Type="http://schemas.openxmlformats.org/officeDocument/2006/relationships/tags" Target="../tags/tag1164.xml"/><Relationship Id="rId415" Type="http://schemas.openxmlformats.org/officeDocument/2006/relationships/tags" Target="../tags/tag1371.xml"/><Relationship Id="rId261" Type="http://schemas.openxmlformats.org/officeDocument/2006/relationships/tags" Target="../tags/tag1217.xml"/><Relationship Id="rId14" Type="http://schemas.openxmlformats.org/officeDocument/2006/relationships/tags" Target="../tags/tag970.xml"/><Relationship Id="rId56" Type="http://schemas.openxmlformats.org/officeDocument/2006/relationships/tags" Target="../tags/tag1012.xml"/><Relationship Id="rId317" Type="http://schemas.openxmlformats.org/officeDocument/2006/relationships/tags" Target="../tags/tag1273.xml"/><Relationship Id="rId359" Type="http://schemas.openxmlformats.org/officeDocument/2006/relationships/tags" Target="../tags/tag1315.xml"/><Relationship Id="rId98" Type="http://schemas.openxmlformats.org/officeDocument/2006/relationships/tags" Target="../tags/tag1054.xml"/><Relationship Id="rId121" Type="http://schemas.openxmlformats.org/officeDocument/2006/relationships/tags" Target="../tags/tag1077.xml"/><Relationship Id="rId163" Type="http://schemas.openxmlformats.org/officeDocument/2006/relationships/tags" Target="../tags/tag1119.xml"/><Relationship Id="rId219" Type="http://schemas.openxmlformats.org/officeDocument/2006/relationships/tags" Target="../tags/tag1175.xml"/><Relationship Id="rId370" Type="http://schemas.openxmlformats.org/officeDocument/2006/relationships/tags" Target="../tags/tag1326.xml"/><Relationship Id="rId426" Type="http://schemas.openxmlformats.org/officeDocument/2006/relationships/tags" Target="../tags/tag1382.xml"/><Relationship Id="rId230" Type="http://schemas.openxmlformats.org/officeDocument/2006/relationships/tags" Target="../tags/tag1186.xml"/><Relationship Id="rId25" Type="http://schemas.openxmlformats.org/officeDocument/2006/relationships/tags" Target="../tags/tag981.xml"/><Relationship Id="rId67" Type="http://schemas.openxmlformats.org/officeDocument/2006/relationships/tags" Target="../tags/tag1023.xml"/><Relationship Id="rId272" Type="http://schemas.openxmlformats.org/officeDocument/2006/relationships/tags" Target="../tags/tag1228.xml"/><Relationship Id="rId328" Type="http://schemas.openxmlformats.org/officeDocument/2006/relationships/tags" Target="../tags/tag1284.xml"/><Relationship Id="rId132" Type="http://schemas.openxmlformats.org/officeDocument/2006/relationships/tags" Target="../tags/tag1088.xml"/><Relationship Id="rId174" Type="http://schemas.openxmlformats.org/officeDocument/2006/relationships/tags" Target="../tags/tag1130.xml"/><Relationship Id="rId381" Type="http://schemas.openxmlformats.org/officeDocument/2006/relationships/tags" Target="../tags/tag1337.xml"/><Relationship Id="rId241" Type="http://schemas.openxmlformats.org/officeDocument/2006/relationships/tags" Target="../tags/tag1197.xml"/><Relationship Id="rId437" Type="http://schemas.openxmlformats.org/officeDocument/2006/relationships/tags" Target="../tags/tag1393.xml"/><Relationship Id="rId36" Type="http://schemas.openxmlformats.org/officeDocument/2006/relationships/tags" Target="../tags/tag992.xml"/><Relationship Id="rId283" Type="http://schemas.openxmlformats.org/officeDocument/2006/relationships/tags" Target="../tags/tag1239.xml"/><Relationship Id="rId339" Type="http://schemas.openxmlformats.org/officeDocument/2006/relationships/tags" Target="../tags/tag1295.xml"/><Relationship Id="rId78" Type="http://schemas.openxmlformats.org/officeDocument/2006/relationships/tags" Target="../tags/tag1034.xml"/><Relationship Id="rId101" Type="http://schemas.openxmlformats.org/officeDocument/2006/relationships/tags" Target="../tags/tag1057.xml"/><Relationship Id="rId143" Type="http://schemas.openxmlformats.org/officeDocument/2006/relationships/tags" Target="../tags/tag1099.xml"/><Relationship Id="rId185" Type="http://schemas.openxmlformats.org/officeDocument/2006/relationships/tags" Target="../tags/tag1141.xml"/><Relationship Id="rId350" Type="http://schemas.openxmlformats.org/officeDocument/2006/relationships/tags" Target="../tags/tag1306.xml"/><Relationship Id="rId406" Type="http://schemas.openxmlformats.org/officeDocument/2006/relationships/tags" Target="../tags/tag1362.xml"/><Relationship Id="rId9" Type="http://schemas.openxmlformats.org/officeDocument/2006/relationships/tags" Target="../tags/tag965.xml"/><Relationship Id="rId210" Type="http://schemas.openxmlformats.org/officeDocument/2006/relationships/tags" Target="../tags/tag1166.xml"/><Relationship Id="rId392" Type="http://schemas.openxmlformats.org/officeDocument/2006/relationships/tags" Target="../tags/tag1348.xml"/><Relationship Id="rId448" Type="http://schemas.openxmlformats.org/officeDocument/2006/relationships/tags" Target="../tags/tag1404.xml"/><Relationship Id="rId252" Type="http://schemas.openxmlformats.org/officeDocument/2006/relationships/tags" Target="../tags/tag1208.xml"/><Relationship Id="rId294" Type="http://schemas.openxmlformats.org/officeDocument/2006/relationships/tags" Target="../tags/tag1250.xml"/><Relationship Id="rId308" Type="http://schemas.openxmlformats.org/officeDocument/2006/relationships/tags" Target="../tags/tag1264.xml"/><Relationship Id="rId47" Type="http://schemas.openxmlformats.org/officeDocument/2006/relationships/tags" Target="../tags/tag1003.xml"/><Relationship Id="rId89" Type="http://schemas.openxmlformats.org/officeDocument/2006/relationships/tags" Target="../tags/tag1045.xml"/><Relationship Id="rId112" Type="http://schemas.openxmlformats.org/officeDocument/2006/relationships/tags" Target="../tags/tag1068.xml"/><Relationship Id="rId154" Type="http://schemas.openxmlformats.org/officeDocument/2006/relationships/tags" Target="../tags/tag1110.xml"/><Relationship Id="rId361" Type="http://schemas.openxmlformats.org/officeDocument/2006/relationships/tags" Target="../tags/tag1317.xml"/><Relationship Id="rId196" Type="http://schemas.openxmlformats.org/officeDocument/2006/relationships/tags" Target="../tags/tag1152.xml"/><Relationship Id="rId417" Type="http://schemas.openxmlformats.org/officeDocument/2006/relationships/tags" Target="../tags/tag1373.xml"/><Relationship Id="rId16" Type="http://schemas.openxmlformats.org/officeDocument/2006/relationships/tags" Target="../tags/tag972.xml"/><Relationship Id="rId221" Type="http://schemas.openxmlformats.org/officeDocument/2006/relationships/tags" Target="../tags/tag1177.xml"/><Relationship Id="rId263" Type="http://schemas.openxmlformats.org/officeDocument/2006/relationships/tags" Target="../tags/tag1219.xml"/><Relationship Id="rId319" Type="http://schemas.openxmlformats.org/officeDocument/2006/relationships/tags" Target="../tags/tag1275.xml"/><Relationship Id="rId58" Type="http://schemas.openxmlformats.org/officeDocument/2006/relationships/tags" Target="../tags/tag1014.xml"/><Relationship Id="rId123" Type="http://schemas.openxmlformats.org/officeDocument/2006/relationships/tags" Target="../tags/tag1079.xml"/><Relationship Id="rId330" Type="http://schemas.openxmlformats.org/officeDocument/2006/relationships/tags" Target="../tags/tag1286.xml"/><Relationship Id="rId165" Type="http://schemas.openxmlformats.org/officeDocument/2006/relationships/tags" Target="../tags/tag1121.xml"/><Relationship Id="rId372" Type="http://schemas.openxmlformats.org/officeDocument/2006/relationships/tags" Target="../tags/tag1328.xml"/><Relationship Id="rId428" Type="http://schemas.openxmlformats.org/officeDocument/2006/relationships/tags" Target="../tags/tag1384.xml"/><Relationship Id="rId232" Type="http://schemas.openxmlformats.org/officeDocument/2006/relationships/tags" Target="../tags/tag1188.xml"/><Relationship Id="rId274" Type="http://schemas.openxmlformats.org/officeDocument/2006/relationships/tags" Target="../tags/tag1230.xml"/><Relationship Id="rId27" Type="http://schemas.openxmlformats.org/officeDocument/2006/relationships/tags" Target="../tags/tag983.xml"/><Relationship Id="rId69" Type="http://schemas.openxmlformats.org/officeDocument/2006/relationships/tags" Target="../tags/tag1025.xml"/><Relationship Id="rId134" Type="http://schemas.openxmlformats.org/officeDocument/2006/relationships/tags" Target="../tags/tag1090.xml"/><Relationship Id="rId80" Type="http://schemas.openxmlformats.org/officeDocument/2006/relationships/tags" Target="../tags/tag1036.xml"/><Relationship Id="rId176" Type="http://schemas.openxmlformats.org/officeDocument/2006/relationships/tags" Target="../tags/tag1132.xml"/><Relationship Id="rId341" Type="http://schemas.openxmlformats.org/officeDocument/2006/relationships/tags" Target="../tags/tag1297.xml"/><Relationship Id="rId383" Type="http://schemas.openxmlformats.org/officeDocument/2006/relationships/tags" Target="../tags/tag1339.xml"/><Relationship Id="rId439" Type="http://schemas.openxmlformats.org/officeDocument/2006/relationships/tags" Target="../tags/tag1395.xml"/><Relationship Id="rId201" Type="http://schemas.openxmlformats.org/officeDocument/2006/relationships/tags" Target="../tags/tag1157.xml"/><Relationship Id="rId243" Type="http://schemas.openxmlformats.org/officeDocument/2006/relationships/tags" Target="../tags/tag1199.xml"/><Relationship Id="rId285" Type="http://schemas.openxmlformats.org/officeDocument/2006/relationships/tags" Target="../tags/tag1241.xml"/><Relationship Id="rId450" Type="http://schemas.openxmlformats.org/officeDocument/2006/relationships/tags" Target="../tags/tag1406.xml"/><Relationship Id="rId38" Type="http://schemas.openxmlformats.org/officeDocument/2006/relationships/tags" Target="../tags/tag994.xml"/><Relationship Id="rId103" Type="http://schemas.openxmlformats.org/officeDocument/2006/relationships/tags" Target="../tags/tag1059.xml"/><Relationship Id="rId310" Type="http://schemas.openxmlformats.org/officeDocument/2006/relationships/tags" Target="../tags/tag1266.xml"/><Relationship Id="rId91" Type="http://schemas.openxmlformats.org/officeDocument/2006/relationships/tags" Target="../tags/tag1047.xml"/><Relationship Id="rId145" Type="http://schemas.openxmlformats.org/officeDocument/2006/relationships/tags" Target="../tags/tag1101.xml"/><Relationship Id="rId187" Type="http://schemas.openxmlformats.org/officeDocument/2006/relationships/tags" Target="../tags/tag1143.xml"/><Relationship Id="rId352" Type="http://schemas.openxmlformats.org/officeDocument/2006/relationships/tags" Target="../tags/tag1308.xml"/><Relationship Id="rId394" Type="http://schemas.openxmlformats.org/officeDocument/2006/relationships/tags" Target="../tags/tag1350.xml"/><Relationship Id="rId408" Type="http://schemas.openxmlformats.org/officeDocument/2006/relationships/tags" Target="../tags/tag1364.xml"/><Relationship Id="rId212" Type="http://schemas.openxmlformats.org/officeDocument/2006/relationships/tags" Target="../tags/tag1168.xml"/><Relationship Id="rId254" Type="http://schemas.openxmlformats.org/officeDocument/2006/relationships/tags" Target="../tags/tag1210.xml"/><Relationship Id="rId49" Type="http://schemas.openxmlformats.org/officeDocument/2006/relationships/tags" Target="../tags/tag1005.xml"/><Relationship Id="rId114" Type="http://schemas.openxmlformats.org/officeDocument/2006/relationships/tags" Target="../tags/tag1070.xml"/><Relationship Id="rId296" Type="http://schemas.openxmlformats.org/officeDocument/2006/relationships/tags" Target="../tags/tag1252.xml"/><Relationship Id="rId60" Type="http://schemas.openxmlformats.org/officeDocument/2006/relationships/tags" Target="../tags/tag1016.xml"/><Relationship Id="rId156" Type="http://schemas.openxmlformats.org/officeDocument/2006/relationships/tags" Target="../tags/tag1112.xml"/><Relationship Id="rId198" Type="http://schemas.openxmlformats.org/officeDocument/2006/relationships/tags" Target="../tags/tag1154.xml"/><Relationship Id="rId321" Type="http://schemas.openxmlformats.org/officeDocument/2006/relationships/tags" Target="../tags/tag1277.xml"/><Relationship Id="rId363" Type="http://schemas.openxmlformats.org/officeDocument/2006/relationships/tags" Target="../tags/tag1319.xml"/><Relationship Id="rId419" Type="http://schemas.openxmlformats.org/officeDocument/2006/relationships/tags" Target="../tags/tag1375.xml"/><Relationship Id="rId223" Type="http://schemas.openxmlformats.org/officeDocument/2006/relationships/tags" Target="../tags/tag1179.xml"/><Relationship Id="rId430" Type="http://schemas.openxmlformats.org/officeDocument/2006/relationships/tags" Target="../tags/tag1386.xml"/><Relationship Id="rId18" Type="http://schemas.openxmlformats.org/officeDocument/2006/relationships/tags" Target="../tags/tag974.xml"/><Relationship Id="rId265" Type="http://schemas.openxmlformats.org/officeDocument/2006/relationships/tags" Target="../tags/tag1221.xml"/><Relationship Id="rId50" Type="http://schemas.openxmlformats.org/officeDocument/2006/relationships/tags" Target="../tags/tag1006.xml"/><Relationship Id="rId104" Type="http://schemas.openxmlformats.org/officeDocument/2006/relationships/tags" Target="../tags/tag1060.xml"/><Relationship Id="rId125" Type="http://schemas.openxmlformats.org/officeDocument/2006/relationships/tags" Target="../tags/tag1081.xml"/><Relationship Id="rId146" Type="http://schemas.openxmlformats.org/officeDocument/2006/relationships/tags" Target="../tags/tag1102.xml"/><Relationship Id="rId167" Type="http://schemas.openxmlformats.org/officeDocument/2006/relationships/tags" Target="../tags/tag1123.xml"/><Relationship Id="rId188" Type="http://schemas.openxmlformats.org/officeDocument/2006/relationships/tags" Target="../tags/tag1144.xml"/><Relationship Id="rId311" Type="http://schemas.openxmlformats.org/officeDocument/2006/relationships/tags" Target="../tags/tag1267.xml"/><Relationship Id="rId332" Type="http://schemas.openxmlformats.org/officeDocument/2006/relationships/tags" Target="../tags/tag1288.xml"/><Relationship Id="rId353" Type="http://schemas.openxmlformats.org/officeDocument/2006/relationships/tags" Target="../tags/tag1309.xml"/><Relationship Id="rId374" Type="http://schemas.openxmlformats.org/officeDocument/2006/relationships/tags" Target="../tags/tag1330.xml"/><Relationship Id="rId395" Type="http://schemas.openxmlformats.org/officeDocument/2006/relationships/tags" Target="../tags/tag1351.xml"/><Relationship Id="rId409" Type="http://schemas.openxmlformats.org/officeDocument/2006/relationships/tags" Target="../tags/tag1365.xml"/><Relationship Id="rId71" Type="http://schemas.openxmlformats.org/officeDocument/2006/relationships/tags" Target="../tags/tag1027.xml"/><Relationship Id="rId92" Type="http://schemas.openxmlformats.org/officeDocument/2006/relationships/tags" Target="../tags/tag1048.xml"/><Relationship Id="rId213" Type="http://schemas.openxmlformats.org/officeDocument/2006/relationships/tags" Target="../tags/tag1169.xml"/><Relationship Id="rId234" Type="http://schemas.openxmlformats.org/officeDocument/2006/relationships/tags" Target="../tags/tag1190.xml"/><Relationship Id="rId420" Type="http://schemas.openxmlformats.org/officeDocument/2006/relationships/tags" Target="../tags/tag1376.xml"/><Relationship Id="rId2" Type="http://schemas.openxmlformats.org/officeDocument/2006/relationships/tags" Target="../tags/tag958.xml"/><Relationship Id="rId29" Type="http://schemas.openxmlformats.org/officeDocument/2006/relationships/tags" Target="../tags/tag985.xml"/><Relationship Id="rId255" Type="http://schemas.openxmlformats.org/officeDocument/2006/relationships/tags" Target="../tags/tag1211.xml"/><Relationship Id="rId276" Type="http://schemas.openxmlformats.org/officeDocument/2006/relationships/tags" Target="../tags/tag1232.xml"/><Relationship Id="rId297" Type="http://schemas.openxmlformats.org/officeDocument/2006/relationships/tags" Target="../tags/tag1253.xml"/><Relationship Id="rId441" Type="http://schemas.openxmlformats.org/officeDocument/2006/relationships/tags" Target="../tags/tag1397.xml"/><Relationship Id="rId40" Type="http://schemas.openxmlformats.org/officeDocument/2006/relationships/tags" Target="../tags/tag996.xml"/><Relationship Id="rId115" Type="http://schemas.openxmlformats.org/officeDocument/2006/relationships/tags" Target="../tags/tag1071.xml"/><Relationship Id="rId136" Type="http://schemas.openxmlformats.org/officeDocument/2006/relationships/tags" Target="../tags/tag1092.xml"/><Relationship Id="rId157" Type="http://schemas.openxmlformats.org/officeDocument/2006/relationships/tags" Target="../tags/tag1113.xml"/><Relationship Id="rId178" Type="http://schemas.openxmlformats.org/officeDocument/2006/relationships/tags" Target="../tags/tag1134.xml"/><Relationship Id="rId301" Type="http://schemas.openxmlformats.org/officeDocument/2006/relationships/tags" Target="../tags/tag1257.xml"/><Relationship Id="rId322" Type="http://schemas.openxmlformats.org/officeDocument/2006/relationships/tags" Target="../tags/tag1278.xml"/><Relationship Id="rId343" Type="http://schemas.openxmlformats.org/officeDocument/2006/relationships/tags" Target="../tags/tag1299.xml"/><Relationship Id="rId364" Type="http://schemas.openxmlformats.org/officeDocument/2006/relationships/tags" Target="../tags/tag1320.xml"/><Relationship Id="rId61" Type="http://schemas.openxmlformats.org/officeDocument/2006/relationships/tags" Target="../tags/tag1017.xml"/><Relationship Id="rId82" Type="http://schemas.openxmlformats.org/officeDocument/2006/relationships/tags" Target="../tags/tag1038.xml"/><Relationship Id="rId199" Type="http://schemas.openxmlformats.org/officeDocument/2006/relationships/tags" Target="../tags/tag1155.xml"/><Relationship Id="rId203" Type="http://schemas.openxmlformats.org/officeDocument/2006/relationships/tags" Target="../tags/tag1159.xml"/><Relationship Id="rId385" Type="http://schemas.openxmlformats.org/officeDocument/2006/relationships/tags" Target="../tags/tag1341.xml"/><Relationship Id="rId19" Type="http://schemas.openxmlformats.org/officeDocument/2006/relationships/tags" Target="../tags/tag975.xml"/><Relationship Id="rId224" Type="http://schemas.openxmlformats.org/officeDocument/2006/relationships/tags" Target="../tags/tag1180.xml"/><Relationship Id="rId245" Type="http://schemas.openxmlformats.org/officeDocument/2006/relationships/tags" Target="../tags/tag1201.xml"/><Relationship Id="rId266" Type="http://schemas.openxmlformats.org/officeDocument/2006/relationships/tags" Target="../tags/tag1222.xml"/><Relationship Id="rId287" Type="http://schemas.openxmlformats.org/officeDocument/2006/relationships/tags" Target="../tags/tag1243.xml"/><Relationship Id="rId410" Type="http://schemas.openxmlformats.org/officeDocument/2006/relationships/tags" Target="../tags/tag1366.xml"/><Relationship Id="rId431" Type="http://schemas.openxmlformats.org/officeDocument/2006/relationships/tags" Target="../tags/tag1387.xml"/><Relationship Id="rId452" Type="http://schemas.openxmlformats.org/officeDocument/2006/relationships/image" Target="../media/image1.png"/><Relationship Id="rId30" Type="http://schemas.openxmlformats.org/officeDocument/2006/relationships/tags" Target="../tags/tag986.xml"/><Relationship Id="rId105" Type="http://schemas.openxmlformats.org/officeDocument/2006/relationships/tags" Target="../tags/tag1061.xml"/><Relationship Id="rId126" Type="http://schemas.openxmlformats.org/officeDocument/2006/relationships/tags" Target="../tags/tag1082.xml"/><Relationship Id="rId147" Type="http://schemas.openxmlformats.org/officeDocument/2006/relationships/tags" Target="../tags/tag1103.xml"/><Relationship Id="rId168" Type="http://schemas.openxmlformats.org/officeDocument/2006/relationships/tags" Target="../tags/tag1124.xml"/><Relationship Id="rId312" Type="http://schemas.openxmlformats.org/officeDocument/2006/relationships/tags" Target="../tags/tag1268.xml"/><Relationship Id="rId333" Type="http://schemas.openxmlformats.org/officeDocument/2006/relationships/tags" Target="../tags/tag1289.xml"/><Relationship Id="rId354" Type="http://schemas.openxmlformats.org/officeDocument/2006/relationships/tags" Target="../tags/tag1310.xml"/><Relationship Id="rId51" Type="http://schemas.openxmlformats.org/officeDocument/2006/relationships/tags" Target="../tags/tag1007.xml"/><Relationship Id="rId72" Type="http://schemas.openxmlformats.org/officeDocument/2006/relationships/tags" Target="../tags/tag1028.xml"/><Relationship Id="rId93" Type="http://schemas.openxmlformats.org/officeDocument/2006/relationships/tags" Target="../tags/tag1049.xml"/><Relationship Id="rId189" Type="http://schemas.openxmlformats.org/officeDocument/2006/relationships/tags" Target="../tags/tag1145.xml"/><Relationship Id="rId375" Type="http://schemas.openxmlformats.org/officeDocument/2006/relationships/tags" Target="../tags/tag1331.xml"/><Relationship Id="rId396" Type="http://schemas.openxmlformats.org/officeDocument/2006/relationships/tags" Target="../tags/tag1352.xml"/><Relationship Id="rId3" Type="http://schemas.openxmlformats.org/officeDocument/2006/relationships/tags" Target="../tags/tag959.xml"/><Relationship Id="rId214" Type="http://schemas.openxmlformats.org/officeDocument/2006/relationships/tags" Target="../tags/tag1170.xml"/><Relationship Id="rId235" Type="http://schemas.openxmlformats.org/officeDocument/2006/relationships/tags" Target="../tags/tag1191.xml"/><Relationship Id="rId256" Type="http://schemas.openxmlformats.org/officeDocument/2006/relationships/tags" Target="../tags/tag1212.xml"/><Relationship Id="rId277" Type="http://schemas.openxmlformats.org/officeDocument/2006/relationships/tags" Target="../tags/tag1233.xml"/><Relationship Id="rId298" Type="http://schemas.openxmlformats.org/officeDocument/2006/relationships/tags" Target="../tags/tag1254.xml"/><Relationship Id="rId400" Type="http://schemas.openxmlformats.org/officeDocument/2006/relationships/tags" Target="../tags/tag1356.xml"/><Relationship Id="rId421" Type="http://schemas.openxmlformats.org/officeDocument/2006/relationships/tags" Target="../tags/tag1377.xml"/><Relationship Id="rId442" Type="http://schemas.openxmlformats.org/officeDocument/2006/relationships/tags" Target="../tags/tag1398.xml"/><Relationship Id="rId116" Type="http://schemas.openxmlformats.org/officeDocument/2006/relationships/tags" Target="../tags/tag1072.xml"/><Relationship Id="rId137" Type="http://schemas.openxmlformats.org/officeDocument/2006/relationships/tags" Target="../tags/tag1093.xml"/><Relationship Id="rId158" Type="http://schemas.openxmlformats.org/officeDocument/2006/relationships/tags" Target="../tags/tag1114.xml"/><Relationship Id="rId302" Type="http://schemas.openxmlformats.org/officeDocument/2006/relationships/tags" Target="../tags/tag1258.xml"/><Relationship Id="rId323" Type="http://schemas.openxmlformats.org/officeDocument/2006/relationships/tags" Target="../tags/tag1279.xml"/><Relationship Id="rId344" Type="http://schemas.openxmlformats.org/officeDocument/2006/relationships/tags" Target="../tags/tag1300.xml"/><Relationship Id="rId20" Type="http://schemas.openxmlformats.org/officeDocument/2006/relationships/tags" Target="../tags/tag976.xml"/><Relationship Id="rId41" Type="http://schemas.openxmlformats.org/officeDocument/2006/relationships/tags" Target="../tags/tag997.xml"/><Relationship Id="rId62" Type="http://schemas.openxmlformats.org/officeDocument/2006/relationships/tags" Target="../tags/tag1018.xml"/><Relationship Id="rId83" Type="http://schemas.openxmlformats.org/officeDocument/2006/relationships/tags" Target="../tags/tag1039.xml"/><Relationship Id="rId179" Type="http://schemas.openxmlformats.org/officeDocument/2006/relationships/tags" Target="../tags/tag1135.xml"/><Relationship Id="rId365" Type="http://schemas.openxmlformats.org/officeDocument/2006/relationships/tags" Target="../tags/tag1321.xml"/><Relationship Id="rId386" Type="http://schemas.openxmlformats.org/officeDocument/2006/relationships/tags" Target="../tags/tag1342.xml"/><Relationship Id="rId190" Type="http://schemas.openxmlformats.org/officeDocument/2006/relationships/tags" Target="../tags/tag1146.xml"/><Relationship Id="rId204" Type="http://schemas.openxmlformats.org/officeDocument/2006/relationships/tags" Target="../tags/tag1160.xml"/><Relationship Id="rId225" Type="http://schemas.openxmlformats.org/officeDocument/2006/relationships/tags" Target="../tags/tag1181.xml"/><Relationship Id="rId246" Type="http://schemas.openxmlformats.org/officeDocument/2006/relationships/tags" Target="../tags/tag1202.xml"/><Relationship Id="rId267" Type="http://schemas.openxmlformats.org/officeDocument/2006/relationships/tags" Target="../tags/tag1223.xml"/><Relationship Id="rId288" Type="http://schemas.openxmlformats.org/officeDocument/2006/relationships/tags" Target="../tags/tag1244.xml"/><Relationship Id="rId411" Type="http://schemas.openxmlformats.org/officeDocument/2006/relationships/tags" Target="../tags/tag1367.xml"/><Relationship Id="rId432" Type="http://schemas.openxmlformats.org/officeDocument/2006/relationships/tags" Target="../tags/tag1388.xml"/><Relationship Id="rId106" Type="http://schemas.openxmlformats.org/officeDocument/2006/relationships/tags" Target="../tags/tag1062.xml"/><Relationship Id="rId127" Type="http://schemas.openxmlformats.org/officeDocument/2006/relationships/tags" Target="../tags/tag1083.xml"/><Relationship Id="rId313" Type="http://schemas.openxmlformats.org/officeDocument/2006/relationships/tags" Target="../tags/tag1269.xml"/><Relationship Id="rId10" Type="http://schemas.openxmlformats.org/officeDocument/2006/relationships/tags" Target="../tags/tag966.xml"/><Relationship Id="rId31" Type="http://schemas.openxmlformats.org/officeDocument/2006/relationships/tags" Target="../tags/tag987.xml"/><Relationship Id="rId52" Type="http://schemas.openxmlformats.org/officeDocument/2006/relationships/tags" Target="../tags/tag1008.xml"/><Relationship Id="rId73" Type="http://schemas.openxmlformats.org/officeDocument/2006/relationships/tags" Target="../tags/tag1029.xml"/><Relationship Id="rId94" Type="http://schemas.openxmlformats.org/officeDocument/2006/relationships/tags" Target="../tags/tag1050.xml"/><Relationship Id="rId148" Type="http://schemas.openxmlformats.org/officeDocument/2006/relationships/tags" Target="../tags/tag1104.xml"/><Relationship Id="rId169" Type="http://schemas.openxmlformats.org/officeDocument/2006/relationships/tags" Target="../tags/tag1125.xml"/><Relationship Id="rId334" Type="http://schemas.openxmlformats.org/officeDocument/2006/relationships/tags" Target="../tags/tag1290.xml"/><Relationship Id="rId355" Type="http://schemas.openxmlformats.org/officeDocument/2006/relationships/tags" Target="../tags/tag1311.xml"/><Relationship Id="rId376" Type="http://schemas.openxmlformats.org/officeDocument/2006/relationships/tags" Target="../tags/tag1332.xml"/><Relationship Id="rId397" Type="http://schemas.openxmlformats.org/officeDocument/2006/relationships/tags" Target="../tags/tag1353.xml"/><Relationship Id="rId4" Type="http://schemas.openxmlformats.org/officeDocument/2006/relationships/tags" Target="../tags/tag960.xml"/><Relationship Id="rId180" Type="http://schemas.openxmlformats.org/officeDocument/2006/relationships/tags" Target="../tags/tag1136.xml"/><Relationship Id="rId215" Type="http://schemas.openxmlformats.org/officeDocument/2006/relationships/tags" Target="../tags/tag1171.xml"/><Relationship Id="rId236" Type="http://schemas.openxmlformats.org/officeDocument/2006/relationships/tags" Target="../tags/tag1192.xml"/><Relationship Id="rId257" Type="http://schemas.openxmlformats.org/officeDocument/2006/relationships/tags" Target="../tags/tag1213.xml"/><Relationship Id="rId278" Type="http://schemas.openxmlformats.org/officeDocument/2006/relationships/tags" Target="../tags/tag1234.xml"/><Relationship Id="rId401" Type="http://schemas.openxmlformats.org/officeDocument/2006/relationships/tags" Target="../tags/tag1357.xml"/><Relationship Id="rId422" Type="http://schemas.openxmlformats.org/officeDocument/2006/relationships/tags" Target="../tags/tag1378.xml"/><Relationship Id="rId443" Type="http://schemas.openxmlformats.org/officeDocument/2006/relationships/tags" Target="../tags/tag1399.xml"/><Relationship Id="rId303" Type="http://schemas.openxmlformats.org/officeDocument/2006/relationships/tags" Target="../tags/tag1259.xml"/><Relationship Id="rId42" Type="http://schemas.openxmlformats.org/officeDocument/2006/relationships/tags" Target="../tags/tag998.xml"/><Relationship Id="rId84" Type="http://schemas.openxmlformats.org/officeDocument/2006/relationships/tags" Target="../tags/tag1040.xml"/><Relationship Id="rId138" Type="http://schemas.openxmlformats.org/officeDocument/2006/relationships/tags" Target="../tags/tag1094.xml"/><Relationship Id="rId345" Type="http://schemas.openxmlformats.org/officeDocument/2006/relationships/tags" Target="../tags/tag1301.xml"/><Relationship Id="rId387" Type="http://schemas.openxmlformats.org/officeDocument/2006/relationships/tags" Target="../tags/tag1343.xml"/><Relationship Id="rId191" Type="http://schemas.openxmlformats.org/officeDocument/2006/relationships/tags" Target="../tags/tag1147.xml"/><Relationship Id="rId205" Type="http://schemas.openxmlformats.org/officeDocument/2006/relationships/tags" Target="../tags/tag1161.xml"/><Relationship Id="rId247" Type="http://schemas.openxmlformats.org/officeDocument/2006/relationships/tags" Target="../tags/tag1203.xml"/><Relationship Id="rId412" Type="http://schemas.openxmlformats.org/officeDocument/2006/relationships/tags" Target="../tags/tag1368.xml"/><Relationship Id="rId107" Type="http://schemas.openxmlformats.org/officeDocument/2006/relationships/tags" Target="../tags/tag1063.xml"/><Relationship Id="rId289" Type="http://schemas.openxmlformats.org/officeDocument/2006/relationships/tags" Target="../tags/tag1245.xml"/><Relationship Id="rId11" Type="http://schemas.openxmlformats.org/officeDocument/2006/relationships/tags" Target="../tags/tag967.xml"/><Relationship Id="rId53" Type="http://schemas.openxmlformats.org/officeDocument/2006/relationships/tags" Target="../tags/tag1009.xml"/><Relationship Id="rId149" Type="http://schemas.openxmlformats.org/officeDocument/2006/relationships/tags" Target="../tags/tag1105.xml"/><Relationship Id="rId314" Type="http://schemas.openxmlformats.org/officeDocument/2006/relationships/tags" Target="../tags/tag1270.xml"/><Relationship Id="rId356" Type="http://schemas.openxmlformats.org/officeDocument/2006/relationships/tags" Target="../tags/tag1312.xml"/><Relationship Id="rId398" Type="http://schemas.openxmlformats.org/officeDocument/2006/relationships/tags" Target="../tags/tag1354.xml"/><Relationship Id="rId95" Type="http://schemas.openxmlformats.org/officeDocument/2006/relationships/tags" Target="../tags/tag1051.xml"/><Relationship Id="rId160" Type="http://schemas.openxmlformats.org/officeDocument/2006/relationships/tags" Target="../tags/tag1116.xml"/><Relationship Id="rId216" Type="http://schemas.openxmlformats.org/officeDocument/2006/relationships/tags" Target="../tags/tag1172.xml"/><Relationship Id="rId423" Type="http://schemas.openxmlformats.org/officeDocument/2006/relationships/tags" Target="../tags/tag1379.xml"/><Relationship Id="rId258" Type="http://schemas.openxmlformats.org/officeDocument/2006/relationships/tags" Target="../tags/tag1214.xml"/><Relationship Id="rId22" Type="http://schemas.openxmlformats.org/officeDocument/2006/relationships/tags" Target="../tags/tag978.xml"/><Relationship Id="rId64" Type="http://schemas.openxmlformats.org/officeDocument/2006/relationships/tags" Target="../tags/tag1020.xml"/><Relationship Id="rId118" Type="http://schemas.openxmlformats.org/officeDocument/2006/relationships/tags" Target="../tags/tag1074.xml"/><Relationship Id="rId325" Type="http://schemas.openxmlformats.org/officeDocument/2006/relationships/tags" Target="../tags/tag1281.xml"/><Relationship Id="rId367" Type="http://schemas.openxmlformats.org/officeDocument/2006/relationships/tags" Target="../tags/tag1323.xml"/><Relationship Id="rId171" Type="http://schemas.openxmlformats.org/officeDocument/2006/relationships/tags" Target="../tags/tag1127.xml"/><Relationship Id="rId227" Type="http://schemas.openxmlformats.org/officeDocument/2006/relationships/tags" Target="../tags/tag1183.xml"/><Relationship Id="rId269" Type="http://schemas.openxmlformats.org/officeDocument/2006/relationships/tags" Target="../tags/tag1225.xml"/><Relationship Id="rId434" Type="http://schemas.openxmlformats.org/officeDocument/2006/relationships/tags" Target="../tags/tag1390.xml"/><Relationship Id="rId33" Type="http://schemas.openxmlformats.org/officeDocument/2006/relationships/tags" Target="../tags/tag989.xml"/><Relationship Id="rId129" Type="http://schemas.openxmlformats.org/officeDocument/2006/relationships/tags" Target="../tags/tag1085.xml"/><Relationship Id="rId280" Type="http://schemas.openxmlformats.org/officeDocument/2006/relationships/tags" Target="../tags/tag1236.xml"/><Relationship Id="rId336" Type="http://schemas.openxmlformats.org/officeDocument/2006/relationships/tags" Target="../tags/tag1292.xml"/><Relationship Id="rId75" Type="http://schemas.openxmlformats.org/officeDocument/2006/relationships/tags" Target="../tags/tag1031.xml"/><Relationship Id="rId140" Type="http://schemas.openxmlformats.org/officeDocument/2006/relationships/tags" Target="../tags/tag1096.xml"/><Relationship Id="rId182" Type="http://schemas.openxmlformats.org/officeDocument/2006/relationships/tags" Target="../tags/tag1138.xml"/><Relationship Id="rId378" Type="http://schemas.openxmlformats.org/officeDocument/2006/relationships/tags" Target="../tags/tag1334.xml"/><Relationship Id="rId403" Type="http://schemas.openxmlformats.org/officeDocument/2006/relationships/tags" Target="../tags/tag1359.xml"/><Relationship Id="rId6" Type="http://schemas.openxmlformats.org/officeDocument/2006/relationships/tags" Target="../tags/tag962.xml"/><Relationship Id="rId238" Type="http://schemas.openxmlformats.org/officeDocument/2006/relationships/tags" Target="../tags/tag1194.xml"/><Relationship Id="rId445" Type="http://schemas.openxmlformats.org/officeDocument/2006/relationships/tags" Target="../tags/tag1401.xml"/><Relationship Id="rId291" Type="http://schemas.openxmlformats.org/officeDocument/2006/relationships/tags" Target="../tags/tag1247.xml"/><Relationship Id="rId305" Type="http://schemas.openxmlformats.org/officeDocument/2006/relationships/tags" Target="../tags/tag1261.xml"/><Relationship Id="rId347" Type="http://schemas.openxmlformats.org/officeDocument/2006/relationships/tags" Target="../tags/tag1303.xml"/><Relationship Id="rId44" Type="http://schemas.openxmlformats.org/officeDocument/2006/relationships/tags" Target="../tags/tag1000.xml"/><Relationship Id="rId86" Type="http://schemas.openxmlformats.org/officeDocument/2006/relationships/tags" Target="../tags/tag1042.xml"/><Relationship Id="rId151" Type="http://schemas.openxmlformats.org/officeDocument/2006/relationships/tags" Target="../tags/tag1107.xml"/><Relationship Id="rId389" Type="http://schemas.openxmlformats.org/officeDocument/2006/relationships/tags" Target="../tags/tag1345.xml"/><Relationship Id="rId193" Type="http://schemas.openxmlformats.org/officeDocument/2006/relationships/tags" Target="../tags/tag1149.xml"/><Relationship Id="rId207" Type="http://schemas.openxmlformats.org/officeDocument/2006/relationships/tags" Target="../tags/tag1163.xml"/><Relationship Id="rId249" Type="http://schemas.openxmlformats.org/officeDocument/2006/relationships/tags" Target="../tags/tag1205.xml"/><Relationship Id="rId414" Type="http://schemas.openxmlformats.org/officeDocument/2006/relationships/tags" Target="../tags/tag1370.xml"/><Relationship Id="rId13" Type="http://schemas.openxmlformats.org/officeDocument/2006/relationships/tags" Target="../tags/tag969.xml"/><Relationship Id="rId109" Type="http://schemas.openxmlformats.org/officeDocument/2006/relationships/tags" Target="../tags/tag1065.xml"/><Relationship Id="rId260" Type="http://schemas.openxmlformats.org/officeDocument/2006/relationships/tags" Target="../tags/tag1216.xml"/><Relationship Id="rId316" Type="http://schemas.openxmlformats.org/officeDocument/2006/relationships/tags" Target="../tags/tag1272.xml"/><Relationship Id="rId55" Type="http://schemas.openxmlformats.org/officeDocument/2006/relationships/tags" Target="../tags/tag1011.xml"/><Relationship Id="rId97" Type="http://schemas.openxmlformats.org/officeDocument/2006/relationships/tags" Target="../tags/tag1053.xml"/><Relationship Id="rId120" Type="http://schemas.openxmlformats.org/officeDocument/2006/relationships/tags" Target="../tags/tag1076.xml"/><Relationship Id="rId358" Type="http://schemas.openxmlformats.org/officeDocument/2006/relationships/tags" Target="../tags/tag1314.xml"/><Relationship Id="rId162" Type="http://schemas.openxmlformats.org/officeDocument/2006/relationships/tags" Target="../tags/tag1118.xml"/><Relationship Id="rId218" Type="http://schemas.openxmlformats.org/officeDocument/2006/relationships/tags" Target="../tags/tag1174.xml"/><Relationship Id="rId425" Type="http://schemas.openxmlformats.org/officeDocument/2006/relationships/tags" Target="../tags/tag1381.xml"/><Relationship Id="rId271" Type="http://schemas.openxmlformats.org/officeDocument/2006/relationships/tags" Target="../tags/tag1227.xml"/><Relationship Id="rId24" Type="http://schemas.openxmlformats.org/officeDocument/2006/relationships/tags" Target="../tags/tag980.xml"/><Relationship Id="rId66" Type="http://schemas.openxmlformats.org/officeDocument/2006/relationships/tags" Target="../tags/tag1022.xml"/><Relationship Id="rId131" Type="http://schemas.openxmlformats.org/officeDocument/2006/relationships/tags" Target="../tags/tag1087.xml"/><Relationship Id="rId327" Type="http://schemas.openxmlformats.org/officeDocument/2006/relationships/tags" Target="../tags/tag1283.xml"/><Relationship Id="rId369" Type="http://schemas.openxmlformats.org/officeDocument/2006/relationships/tags" Target="../tags/tag1325.xml"/><Relationship Id="rId173" Type="http://schemas.openxmlformats.org/officeDocument/2006/relationships/tags" Target="../tags/tag1129.xml"/><Relationship Id="rId229" Type="http://schemas.openxmlformats.org/officeDocument/2006/relationships/tags" Target="../tags/tag1185.xml"/><Relationship Id="rId380" Type="http://schemas.openxmlformats.org/officeDocument/2006/relationships/tags" Target="../tags/tag1336.xml"/><Relationship Id="rId436" Type="http://schemas.openxmlformats.org/officeDocument/2006/relationships/tags" Target="../tags/tag1392.xml"/><Relationship Id="rId240" Type="http://schemas.openxmlformats.org/officeDocument/2006/relationships/tags" Target="../tags/tag1196.xml"/><Relationship Id="rId35" Type="http://schemas.openxmlformats.org/officeDocument/2006/relationships/tags" Target="../tags/tag991.xml"/><Relationship Id="rId77" Type="http://schemas.openxmlformats.org/officeDocument/2006/relationships/tags" Target="../tags/tag1033.xml"/><Relationship Id="rId100" Type="http://schemas.openxmlformats.org/officeDocument/2006/relationships/tags" Target="../tags/tag1056.xml"/><Relationship Id="rId282" Type="http://schemas.openxmlformats.org/officeDocument/2006/relationships/tags" Target="../tags/tag1238.xml"/><Relationship Id="rId338" Type="http://schemas.openxmlformats.org/officeDocument/2006/relationships/tags" Target="../tags/tag1294.xml"/><Relationship Id="rId8" Type="http://schemas.openxmlformats.org/officeDocument/2006/relationships/tags" Target="../tags/tag964.xml"/><Relationship Id="rId142" Type="http://schemas.openxmlformats.org/officeDocument/2006/relationships/tags" Target="../tags/tag1098.xml"/><Relationship Id="rId184" Type="http://schemas.openxmlformats.org/officeDocument/2006/relationships/tags" Target="../tags/tag1140.xml"/><Relationship Id="rId391" Type="http://schemas.openxmlformats.org/officeDocument/2006/relationships/tags" Target="../tags/tag1347.xml"/><Relationship Id="rId405" Type="http://schemas.openxmlformats.org/officeDocument/2006/relationships/tags" Target="../tags/tag1361.xml"/><Relationship Id="rId447" Type="http://schemas.openxmlformats.org/officeDocument/2006/relationships/tags" Target="../tags/tag1403.xml"/><Relationship Id="rId251" Type="http://schemas.openxmlformats.org/officeDocument/2006/relationships/tags" Target="../tags/tag1207.xml"/><Relationship Id="rId46" Type="http://schemas.openxmlformats.org/officeDocument/2006/relationships/tags" Target="../tags/tag1002.xml"/><Relationship Id="rId293" Type="http://schemas.openxmlformats.org/officeDocument/2006/relationships/tags" Target="../tags/tag1249.xml"/><Relationship Id="rId307" Type="http://schemas.openxmlformats.org/officeDocument/2006/relationships/tags" Target="../tags/tag1263.xml"/><Relationship Id="rId349" Type="http://schemas.openxmlformats.org/officeDocument/2006/relationships/tags" Target="../tags/tag1305.xml"/><Relationship Id="rId88" Type="http://schemas.openxmlformats.org/officeDocument/2006/relationships/tags" Target="../tags/tag1044.xml"/><Relationship Id="rId111" Type="http://schemas.openxmlformats.org/officeDocument/2006/relationships/tags" Target="../tags/tag1067.xml"/><Relationship Id="rId153" Type="http://schemas.openxmlformats.org/officeDocument/2006/relationships/tags" Target="../tags/tag1109.xml"/><Relationship Id="rId195" Type="http://schemas.openxmlformats.org/officeDocument/2006/relationships/tags" Target="../tags/tag1151.xml"/><Relationship Id="rId209" Type="http://schemas.openxmlformats.org/officeDocument/2006/relationships/tags" Target="../tags/tag1165.xml"/><Relationship Id="rId360" Type="http://schemas.openxmlformats.org/officeDocument/2006/relationships/tags" Target="../tags/tag1316.xml"/><Relationship Id="rId416" Type="http://schemas.openxmlformats.org/officeDocument/2006/relationships/tags" Target="../tags/tag1372.xml"/><Relationship Id="rId220" Type="http://schemas.openxmlformats.org/officeDocument/2006/relationships/tags" Target="../tags/tag1176.xml"/><Relationship Id="rId15" Type="http://schemas.openxmlformats.org/officeDocument/2006/relationships/tags" Target="../tags/tag971.xml"/><Relationship Id="rId57" Type="http://schemas.openxmlformats.org/officeDocument/2006/relationships/tags" Target="../tags/tag1013.xml"/><Relationship Id="rId262" Type="http://schemas.openxmlformats.org/officeDocument/2006/relationships/tags" Target="../tags/tag1218.xml"/><Relationship Id="rId318" Type="http://schemas.openxmlformats.org/officeDocument/2006/relationships/tags" Target="../tags/tag1274.xml"/><Relationship Id="rId99" Type="http://schemas.openxmlformats.org/officeDocument/2006/relationships/tags" Target="../tags/tag1055.xml"/><Relationship Id="rId122" Type="http://schemas.openxmlformats.org/officeDocument/2006/relationships/tags" Target="../tags/tag1078.xml"/><Relationship Id="rId164" Type="http://schemas.openxmlformats.org/officeDocument/2006/relationships/tags" Target="../tags/tag1120.xml"/><Relationship Id="rId371" Type="http://schemas.openxmlformats.org/officeDocument/2006/relationships/tags" Target="../tags/tag1327.xml"/><Relationship Id="rId427" Type="http://schemas.openxmlformats.org/officeDocument/2006/relationships/tags" Target="../tags/tag1383.xml"/><Relationship Id="rId26" Type="http://schemas.openxmlformats.org/officeDocument/2006/relationships/tags" Target="../tags/tag982.xml"/><Relationship Id="rId231" Type="http://schemas.openxmlformats.org/officeDocument/2006/relationships/tags" Target="../tags/tag1187.xml"/><Relationship Id="rId273" Type="http://schemas.openxmlformats.org/officeDocument/2006/relationships/tags" Target="../tags/tag1229.xml"/><Relationship Id="rId329" Type="http://schemas.openxmlformats.org/officeDocument/2006/relationships/tags" Target="../tags/tag1285.xml"/><Relationship Id="rId68" Type="http://schemas.openxmlformats.org/officeDocument/2006/relationships/tags" Target="../tags/tag1024.xml"/><Relationship Id="rId133" Type="http://schemas.openxmlformats.org/officeDocument/2006/relationships/tags" Target="../tags/tag1089.xml"/><Relationship Id="rId175" Type="http://schemas.openxmlformats.org/officeDocument/2006/relationships/tags" Target="../tags/tag1131.xml"/><Relationship Id="rId340" Type="http://schemas.openxmlformats.org/officeDocument/2006/relationships/tags" Target="../tags/tag1296.xml"/><Relationship Id="rId200" Type="http://schemas.openxmlformats.org/officeDocument/2006/relationships/tags" Target="../tags/tag1156.xml"/><Relationship Id="rId382" Type="http://schemas.openxmlformats.org/officeDocument/2006/relationships/tags" Target="../tags/tag1338.xml"/><Relationship Id="rId438" Type="http://schemas.openxmlformats.org/officeDocument/2006/relationships/tags" Target="../tags/tag1394.xml"/><Relationship Id="rId242" Type="http://schemas.openxmlformats.org/officeDocument/2006/relationships/tags" Target="../tags/tag1198.xml"/><Relationship Id="rId284" Type="http://schemas.openxmlformats.org/officeDocument/2006/relationships/tags" Target="../tags/tag1240.xml"/><Relationship Id="rId37" Type="http://schemas.openxmlformats.org/officeDocument/2006/relationships/tags" Target="../tags/tag993.xml"/><Relationship Id="rId79" Type="http://schemas.openxmlformats.org/officeDocument/2006/relationships/tags" Target="../tags/tag1035.xml"/><Relationship Id="rId102" Type="http://schemas.openxmlformats.org/officeDocument/2006/relationships/tags" Target="../tags/tag1058.xml"/><Relationship Id="rId144" Type="http://schemas.openxmlformats.org/officeDocument/2006/relationships/tags" Target="../tags/tag1100.xml"/><Relationship Id="rId90" Type="http://schemas.openxmlformats.org/officeDocument/2006/relationships/tags" Target="../tags/tag1046.xml"/><Relationship Id="rId186" Type="http://schemas.openxmlformats.org/officeDocument/2006/relationships/tags" Target="../tags/tag1142.xml"/><Relationship Id="rId351" Type="http://schemas.openxmlformats.org/officeDocument/2006/relationships/tags" Target="../tags/tag1307.xml"/><Relationship Id="rId393" Type="http://schemas.openxmlformats.org/officeDocument/2006/relationships/tags" Target="../tags/tag1349.xml"/><Relationship Id="rId407" Type="http://schemas.openxmlformats.org/officeDocument/2006/relationships/tags" Target="../tags/tag1363.xml"/><Relationship Id="rId449" Type="http://schemas.openxmlformats.org/officeDocument/2006/relationships/tags" Target="../tags/tag1405.xml"/><Relationship Id="rId211" Type="http://schemas.openxmlformats.org/officeDocument/2006/relationships/tags" Target="../tags/tag1167.xml"/><Relationship Id="rId253" Type="http://schemas.openxmlformats.org/officeDocument/2006/relationships/tags" Target="../tags/tag1209.xml"/><Relationship Id="rId295" Type="http://schemas.openxmlformats.org/officeDocument/2006/relationships/tags" Target="../tags/tag1251.xml"/><Relationship Id="rId309" Type="http://schemas.openxmlformats.org/officeDocument/2006/relationships/tags" Target="../tags/tag1265.xml"/><Relationship Id="rId48" Type="http://schemas.openxmlformats.org/officeDocument/2006/relationships/tags" Target="../tags/tag1004.xml"/><Relationship Id="rId113" Type="http://schemas.openxmlformats.org/officeDocument/2006/relationships/tags" Target="../tags/tag1069.xml"/><Relationship Id="rId320" Type="http://schemas.openxmlformats.org/officeDocument/2006/relationships/tags" Target="../tags/tag1276.xml"/><Relationship Id="rId155" Type="http://schemas.openxmlformats.org/officeDocument/2006/relationships/tags" Target="../tags/tag1111.xml"/><Relationship Id="rId197" Type="http://schemas.openxmlformats.org/officeDocument/2006/relationships/tags" Target="../tags/tag1153.xml"/><Relationship Id="rId362" Type="http://schemas.openxmlformats.org/officeDocument/2006/relationships/tags" Target="../tags/tag1318.xml"/><Relationship Id="rId418" Type="http://schemas.openxmlformats.org/officeDocument/2006/relationships/tags" Target="../tags/tag1374.xml"/><Relationship Id="rId222" Type="http://schemas.openxmlformats.org/officeDocument/2006/relationships/tags" Target="../tags/tag1178.xml"/><Relationship Id="rId264" Type="http://schemas.openxmlformats.org/officeDocument/2006/relationships/tags" Target="../tags/tag1220.xml"/><Relationship Id="rId17" Type="http://schemas.openxmlformats.org/officeDocument/2006/relationships/tags" Target="../tags/tag973.xml"/><Relationship Id="rId59" Type="http://schemas.openxmlformats.org/officeDocument/2006/relationships/tags" Target="../tags/tag1015.xml"/><Relationship Id="rId124" Type="http://schemas.openxmlformats.org/officeDocument/2006/relationships/tags" Target="../tags/tag1080.xml"/><Relationship Id="rId70" Type="http://schemas.openxmlformats.org/officeDocument/2006/relationships/tags" Target="../tags/tag1026.xml"/><Relationship Id="rId166" Type="http://schemas.openxmlformats.org/officeDocument/2006/relationships/tags" Target="../tags/tag1122.xml"/><Relationship Id="rId331" Type="http://schemas.openxmlformats.org/officeDocument/2006/relationships/tags" Target="../tags/tag1287.xml"/><Relationship Id="rId373" Type="http://schemas.openxmlformats.org/officeDocument/2006/relationships/tags" Target="../tags/tag1329.xml"/><Relationship Id="rId429" Type="http://schemas.openxmlformats.org/officeDocument/2006/relationships/tags" Target="../tags/tag1385.xml"/><Relationship Id="rId1" Type="http://schemas.openxmlformats.org/officeDocument/2006/relationships/tags" Target="../tags/tag957.xml"/><Relationship Id="rId233" Type="http://schemas.openxmlformats.org/officeDocument/2006/relationships/tags" Target="../tags/tag1189.xml"/><Relationship Id="rId440" Type="http://schemas.openxmlformats.org/officeDocument/2006/relationships/tags" Target="../tags/tag1396.xml"/><Relationship Id="rId28" Type="http://schemas.openxmlformats.org/officeDocument/2006/relationships/tags" Target="../tags/tag984.xml"/><Relationship Id="rId275" Type="http://schemas.openxmlformats.org/officeDocument/2006/relationships/tags" Target="../tags/tag1231.xml"/><Relationship Id="rId300" Type="http://schemas.openxmlformats.org/officeDocument/2006/relationships/tags" Target="../tags/tag1256.xml"/><Relationship Id="rId81" Type="http://schemas.openxmlformats.org/officeDocument/2006/relationships/tags" Target="../tags/tag1037.xml"/><Relationship Id="rId135" Type="http://schemas.openxmlformats.org/officeDocument/2006/relationships/tags" Target="../tags/tag1091.xml"/><Relationship Id="rId177" Type="http://schemas.openxmlformats.org/officeDocument/2006/relationships/tags" Target="../tags/tag1133.xml"/><Relationship Id="rId342" Type="http://schemas.openxmlformats.org/officeDocument/2006/relationships/tags" Target="../tags/tag1298.xml"/><Relationship Id="rId384" Type="http://schemas.openxmlformats.org/officeDocument/2006/relationships/tags" Target="../tags/tag1340.xml"/><Relationship Id="rId202" Type="http://schemas.openxmlformats.org/officeDocument/2006/relationships/tags" Target="../tags/tag1158.xml"/><Relationship Id="rId244" Type="http://schemas.openxmlformats.org/officeDocument/2006/relationships/tags" Target="../tags/tag1200.xml"/><Relationship Id="rId39" Type="http://schemas.openxmlformats.org/officeDocument/2006/relationships/tags" Target="../tags/tag995.xml"/><Relationship Id="rId286" Type="http://schemas.openxmlformats.org/officeDocument/2006/relationships/tags" Target="../tags/tag1242.xml"/><Relationship Id="rId451" Type="http://schemas.openxmlformats.org/officeDocument/2006/relationships/slideLayout" Target="../slideLayouts/slideLayout2.xml"/></Relationships>
</file>

<file path=ppt/slides/_rels/slide32.xml.rels><?xml version="1.0" encoding="UTF-8" standalone="yes"?>
<Relationships xmlns="http://schemas.openxmlformats.org/package/2006/relationships"><Relationship Id="rId117" Type="http://schemas.openxmlformats.org/officeDocument/2006/relationships/tags" Target="../tags/tag1523.xml"/><Relationship Id="rId299" Type="http://schemas.openxmlformats.org/officeDocument/2006/relationships/tags" Target="../tags/tag1705.xml"/><Relationship Id="rId21" Type="http://schemas.openxmlformats.org/officeDocument/2006/relationships/tags" Target="../tags/tag1427.xml"/><Relationship Id="rId63" Type="http://schemas.openxmlformats.org/officeDocument/2006/relationships/tags" Target="../tags/tag1469.xml"/><Relationship Id="rId159" Type="http://schemas.openxmlformats.org/officeDocument/2006/relationships/tags" Target="../tags/tag1565.xml"/><Relationship Id="rId324" Type="http://schemas.openxmlformats.org/officeDocument/2006/relationships/tags" Target="../tags/tag1730.xml"/><Relationship Id="rId366" Type="http://schemas.openxmlformats.org/officeDocument/2006/relationships/tags" Target="../tags/tag1772.xml"/><Relationship Id="rId170" Type="http://schemas.openxmlformats.org/officeDocument/2006/relationships/tags" Target="../tags/tag1576.xml"/><Relationship Id="rId226" Type="http://schemas.openxmlformats.org/officeDocument/2006/relationships/tags" Target="../tags/tag1632.xml"/><Relationship Id="rId433" Type="http://schemas.openxmlformats.org/officeDocument/2006/relationships/tags" Target="../tags/tag1839.xml"/><Relationship Id="rId268" Type="http://schemas.openxmlformats.org/officeDocument/2006/relationships/tags" Target="../tags/tag1674.xml"/><Relationship Id="rId32" Type="http://schemas.openxmlformats.org/officeDocument/2006/relationships/tags" Target="../tags/tag1438.xml"/><Relationship Id="rId74" Type="http://schemas.openxmlformats.org/officeDocument/2006/relationships/tags" Target="../tags/tag1480.xml"/><Relationship Id="rId128" Type="http://schemas.openxmlformats.org/officeDocument/2006/relationships/tags" Target="../tags/tag1534.xml"/><Relationship Id="rId335" Type="http://schemas.openxmlformats.org/officeDocument/2006/relationships/tags" Target="../tags/tag1741.xml"/><Relationship Id="rId377" Type="http://schemas.openxmlformats.org/officeDocument/2006/relationships/tags" Target="../tags/tag1783.xml"/><Relationship Id="rId5" Type="http://schemas.openxmlformats.org/officeDocument/2006/relationships/tags" Target="../tags/tag1411.xml"/><Relationship Id="rId181" Type="http://schemas.openxmlformats.org/officeDocument/2006/relationships/tags" Target="../tags/tag1587.xml"/><Relationship Id="rId237" Type="http://schemas.openxmlformats.org/officeDocument/2006/relationships/tags" Target="../tags/tag1643.xml"/><Relationship Id="rId402" Type="http://schemas.openxmlformats.org/officeDocument/2006/relationships/tags" Target="../tags/tag1808.xml"/><Relationship Id="rId279" Type="http://schemas.openxmlformats.org/officeDocument/2006/relationships/tags" Target="../tags/tag1685.xml"/><Relationship Id="rId444" Type="http://schemas.openxmlformats.org/officeDocument/2006/relationships/tags" Target="../tags/tag1850.xml"/><Relationship Id="rId43" Type="http://schemas.openxmlformats.org/officeDocument/2006/relationships/tags" Target="../tags/tag1449.xml"/><Relationship Id="rId139" Type="http://schemas.openxmlformats.org/officeDocument/2006/relationships/tags" Target="../tags/tag1545.xml"/><Relationship Id="rId290" Type="http://schemas.openxmlformats.org/officeDocument/2006/relationships/tags" Target="../tags/tag1696.xml"/><Relationship Id="rId304" Type="http://schemas.openxmlformats.org/officeDocument/2006/relationships/tags" Target="../tags/tag1710.xml"/><Relationship Id="rId346" Type="http://schemas.openxmlformats.org/officeDocument/2006/relationships/tags" Target="../tags/tag1752.xml"/><Relationship Id="rId388" Type="http://schemas.openxmlformats.org/officeDocument/2006/relationships/tags" Target="../tags/tag1794.xml"/><Relationship Id="rId85" Type="http://schemas.openxmlformats.org/officeDocument/2006/relationships/tags" Target="../tags/tag1491.xml"/><Relationship Id="rId150" Type="http://schemas.openxmlformats.org/officeDocument/2006/relationships/tags" Target="../tags/tag1556.xml"/><Relationship Id="rId192" Type="http://schemas.openxmlformats.org/officeDocument/2006/relationships/tags" Target="../tags/tag1598.xml"/><Relationship Id="rId206" Type="http://schemas.openxmlformats.org/officeDocument/2006/relationships/tags" Target="../tags/tag1612.xml"/><Relationship Id="rId413" Type="http://schemas.openxmlformats.org/officeDocument/2006/relationships/tags" Target="../tags/tag1819.xml"/><Relationship Id="rId248" Type="http://schemas.openxmlformats.org/officeDocument/2006/relationships/tags" Target="../tags/tag1654.xml"/><Relationship Id="rId12" Type="http://schemas.openxmlformats.org/officeDocument/2006/relationships/tags" Target="../tags/tag1418.xml"/><Relationship Id="rId108" Type="http://schemas.openxmlformats.org/officeDocument/2006/relationships/tags" Target="../tags/tag1514.xml"/><Relationship Id="rId315" Type="http://schemas.openxmlformats.org/officeDocument/2006/relationships/tags" Target="../tags/tag1721.xml"/><Relationship Id="rId357" Type="http://schemas.openxmlformats.org/officeDocument/2006/relationships/tags" Target="../tags/tag1763.xml"/><Relationship Id="rId54" Type="http://schemas.openxmlformats.org/officeDocument/2006/relationships/tags" Target="../tags/tag1460.xml"/><Relationship Id="rId96" Type="http://schemas.openxmlformats.org/officeDocument/2006/relationships/tags" Target="../tags/tag1502.xml"/><Relationship Id="rId161" Type="http://schemas.openxmlformats.org/officeDocument/2006/relationships/tags" Target="../tags/tag1567.xml"/><Relationship Id="rId217" Type="http://schemas.openxmlformats.org/officeDocument/2006/relationships/tags" Target="../tags/tag1623.xml"/><Relationship Id="rId399" Type="http://schemas.openxmlformats.org/officeDocument/2006/relationships/tags" Target="../tags/tag1805.xml"/><Relationship Id="rId259" Type="http://schemas.openxmlformats.org/officeDocument/2006/relationships/tags" Target="../tags/tag1665.xml"/><Relationship Id="rId424" Type="http://schemas.openxmlformats.org/officeDocument/2006/relationships/tags" Target="../tags/tag1830.xml"/><Relationship Id="rId23" Type="http://schemas.openxmlformats.org/officeDocument/2006/relationships/tags" Target="../tags/tag1429.xml"/><Relationship Id="rId119" Type="http://schemas.openxmlformats.org/officeDocument/2006/relationships/tags" Target="../tags/tag1525.xml"/><Relationship Id="rId270" Type="http://schemas.openxmlformats.org/officeDocument/2006/relationships/tags" Target="../tags/tag1676.xml"/><Relationship Id="rId326" Type="http://schemas.openxmlformats.org/officeDocument/2006/relationships/tags" Target="../tags/tag1732.xml"/><Relationship Id="rId65" Type="http://schemas.openxmlformats.org/officeDocument/2006/relationships/tags" Target="../tags/tag1471.xml"/><Relationship Id="rId130" Type="http://schemas.openxmlformats.org/officeDocument/2006/relationships/tags" Target="../tags/tag1536.xml"/><Relationship Id="rId368" Type="http://schemas.openxmlformats.org/officeDocument/2006/relationships/tags" Target="../tags/tag1774.xml"/><Relationship Id="rId172" Type="http://schemas.openxmlformats.org/officeDocument/2006/relationships/tags" Target="../tags/tag1578.xml"/><Relationship Id="rId228" Type="http://schemas.openxmlformats.org/officeDocument/2006/relationships/tags" Target="../tags/tag1634.xml"/><Relationship Id="rId435" Type="http://schemas.openxmlformats.org/officeDocument/2006/relationships/tags" Target="../tags/tag1841.xml"/><Relationship Id="rId281" Type="http://schemas.openxmlformats.org/officeDocument/2006/relationships/tags" Target="../tags/tag1687.xml"/><Relationship Id="rId337" Type="http://schemas.openxmlformats.org/officeDocument/2006/relationships/tags" Target="../tags/tag1743.xml"/><Relationship Id="rId34" Type="http://schemas.openxmlformats.org/officeDocument/2006/relationships/tags" Target="../tags/tag1440.xml"/><Relationship Id="rId76" Type="http://schemas.openxmlformats.org/officeDocument/2006/relationships/tags" Target="../tags/tag1482.xml"/><Relationship Id="rId141" Type="http://schemas.openxmlformats.org/officeDocument/2006/relationships/tags" Target="../tags/tag1547.xml"/><Relationship Id="rId379" Type="http://schemas.openxmlformats.org/officeDocument/2006/relationships/tags" Target="../tags/tag1785.xml"/><Relationship Id="rId7" Type="http://schemas.openxmlformats.org/officeDocument/2006/relationships/tags" Target="../tags/tag1413.xml"/><Relationship Id="rId183" Type="http://schemas.openxmlformats.org/officeDocument/2006/relationships/tags" Target="../tags/tag1589.xml"/><Relationship Id="rId239" Type="http://schemas.openxmlformats.org/officeDocument/2006/relationships/tags" Target="../tags/tag1645.xml"/><Relationship Id="rId390" Type="http://schemas.openxmlformats.org/officeDocument/2006/relationships/tags" Target="../tags/tag1796.xml"/><Relationship Id="rId404" Type="http://schemas.openxmlformats.org/officeDocument/2006/relationships/tags" Target="../tags/tag1810.xml"/><Relationship Id="rId446" Type="http://schemas.openxmlformats.org/officeDocument/2006/relationships/tags" Target="../tags/tag1852.xml"/><Relationship Id="rId250" Type="http://schemas.openxmlformats.org/officeDocument/2006/relationships/tags" Target="../tags/tag1656.xml"/><Relationship Id="rId292" Type="http://schemas.openxmlformats.org/officeDocument/2006/relationships/tags" Target="../tags/tag1698.xml"/><Relationship Id="rId306" Type="http://schemas.openxmlformats.org/officeDocument/2006/relationships/tags" Target="../tags/tag1712.xml"/><Relationship Id="rId45" Type="http://schemas.openxmlformats.org/officeDocument/2006/relationships/tags" Target="../tags/tag1451.xml"/><Relationship Id="rId87" Type="http://schemas.openxmlformats.org/officeDocument/2006/relationships/tags" Target="../tags/tag1493.xml"/><Relationship Id="rId110" Type="http://schemas.openxmlformats.org/officeDocument/2006/relationships/tags" Target="../tags/tag1516.xml"/><Relationship Id="rId348" Type="http://schemas.openxmlformats.org/officeDocument/2006/relationships/tags" Target="../tags/tag1754.xml"/><Relationship Id="rId152" Type="http://schemas.openxmlformats.org/officeDocument/2006/relationships/tags" Target="../tags/tag1558.xml"/><Relationship Id="rId194" Type="http://schemas.openxmlformats.org/officeDocument/2006/relationships/tags" Target="../tags/tag1600.xml"/><Relationship Id="rId208" Type="http://schemas.openxmlformats.org/officeDocument/2006/relationships/tags" Target="../tags/tag1614.xml"/><Relationship Id="rId415" Type="http://schemas.openxmlformats.org/officeDocument/2006/relationships/tags" Target="../tags/tag1821.xml"/><Relationship Id="rId261" Type="http://schemas.openxmlformats.org/officeDocument/2006/relationships/tags" Target="../tags/tag1667.xml"/><Relationship Id="rId14" Type="http://schemas.openxmlformats.org/officeDocument/2006/relationships/tags" Target="../tags/tag1420.xml"/><Relationship Id="rId56" Type="http://schemas.openxmlformats.org/officeDocument/2006/relationships/tags" Target="../tags/tag1462.xml"/><Relationship Id="rId317" Type="http://schemas.openxmlformats.org/officeDocument/2006/relationships/tags" Target="../tags/tag1723.xml"/><Relationship Id="rId359" Type="http://schemas.openxmlformats.org/officeDocument/2006/relationships/tags" Target="../tags/tag1765.xml"/><Relationship Id="rId98" Type="http://schemas.openxmlformats.org/officeDocument/2006/relationships/tags" Target="../tags/tag1504.xml"/><Relationship Id="rId121" Type="http://schemas.openxmlformats.org/officeDocument/2006/relationships/tags" Target="../tags/tag1527.xml"/><Relationship Id="rId163" Type="http://schemas.openxmlformats.org/officeDocument/2006/relationships/tags" Target="../tags/tag1569.xml"/><Relationship Id="rId219" Type="http://schemas.openxmlformats.org/officeDocument/2006/relationships/tags" Target="../tags/tag1625.xml"/><Relationship Id="rId370" Type="http://schemas.openxmlformats.org/officeDocument/2006/relationships/tags" Target="../tags/tag1776.xml"/><Relationship Id="rId426" Type="http://schemas.openxmlformats.org/officeDocument/2006/relationships/tags" Target="../tags/tag1832.xml"/><Relationship Id="rId230" Type="http://schemas.openxmlformats.org/officeDocument/2006/relationships/tags" Target="../tags/tag1636.xml"/><Relationship Id="rId25" Type="http://schemas.openxmlformats.org/officeDocument/2006/relationships/tags" Target="../tags/tag1431.xml"/><Relationship Id="rId67" Type="http://schemas.openxmlformats.org/officeDocument/2006/relationships/tags" Target="../tags/tag1473.xml"/><Relationship Id="rId272" Type="http://schemas.openxmlformats.org/officeDocument/2006/relationships/tags" Target="../tags/tag1678.xml"/><Relationship Id="rId328" Type="http://schemas.openxmlformats.org/officeDocument/2006/relationships/tags" Target="../tags/tag1734.xml"/><Relationship Id="rId132" Type="http://schemas.openxmlformats.org/officeDocument/2006/relationships/tags" Target="../tags/tag1538.xml"/><Relationship Id="rId174" Type="http://schemas.openxmlformats.org/officeDocument/2006/relationships/tags" Target="../tags/tag1580.xml"/><Relationship Id="rId381" Type="http://schemas.openxmlformats.org/officeDocument/2006/relationships/tags" Target="../tags/tag1787.xml"/><Relationship Id="rId241" Type="http://schemas.openxmlformats.org/officeDocument/2006/relationships/tags" Target="../tags/tag1647.xml"/><Relationship Id="rId437" Type="http://schemas.openxmlformats.org/officeDocument/2006/relationships/tags" Target="../tags/tag1843.xml"/><Relationship Id="rId36" Type="http://schemas.openxmlformats.org/officeDocument/2006/relationships/tags" Target="../tags/tag1442.xml"/><Relationship Id="rId283" Type="http://schemas.openxmlformats.org/officeDocument/2006/relationships/tags" Target="../tags/tag1689.xml"/><Relationship Id="rId339" Type="http://schemas.openxmlformats.org/officeDocument/2006/relationships/tags" Target="../tags/tag1745.xml"/><Relationship Id="rId78" Type="http://schemas.openxmlformats.org/officeDocument/2006/relationships/tags" Target="../tags/tag1484.xml"/><Relationship Id="rId101" Type="http://schemas.openxmlformats.org/officeDocument/2006/relationships/tags" Target="../tags/tag1507.xml"/><Relationship Id="rId143" Type="http://schemas.openxmlformats.org/officeDocument/2006/relationships/tags" Target="../tags/tag1549.xml"/><Relationship Id="rId185" Type="http://schemas.openxmlformats.org/officeDocument/2006/relationships/tags" Target="../tags/tag1591.xml"/><Relationship Id="rId350" Type="http://schemas.openxmlformats.org/officeDocument/2006/relationships/tags" Target="../tags/tag1756.xml"/><Relationship Id="rId406" Type="http://schemas.openxmlformats.org/officeDocument/2006/relationships/tags" Target="../tags/tag1812.xml"/><Relationship Id="rId9" Type="http://schemas.openxmlformats.org/officeDocument/2006/relationships/tags" Target="../tags/tag1415.xml"/><Relationship Id="rId210" Type="http://schemas.openxmlformats.org/officeDocument/2006/relationships/tags" Target="../tags/tag1616.xml"/><Relationship Id="rId392" Type="http://schemas.openxmlformats.org/officeDocument/2006/relationships/tags" Target="../tags/tag1798.xml"/><Relationship Id="rId448" Type="http://schemas.openxmlformats.org/officeDocument/2006/relationships/tags" Target="../tags/tag1854.xml"/><Relationship Id="rId252" Type="http://schemas.openxmlformats.org/officeDocument/2006/relationships/tags" Target="../tags/tag1658.xml"/><Relationship Id="rId294" Type="http://schemas.openxmlformats.org/officeDocument/2006/relationships/tags" Target="../tags/tag1700.xml"/><Relationship Id="rId308" Type="http://schemas.openxmlformats.org/officeDocument/2006/relationships/tags" Target="../tags/tag1714.xml"/><Relationship Id="rId47" Type="http://schemas.openxmlformats.org/officeDocument/2006/relationships/tags" Target="../tags/tag1453.xml"/><Relationship Id="rId89" Type="http://schemas.openxmlformats.org/officeDocument/2006/relationships/tags" Target="../tags/tag1495.xml"/><Relationship Id="rId112" Type="http://schemas.openxmlformats.org/officeDocument/2006/relationships/tags" Target="../tags/tag1518.xml"/><Relationship Id="rId154" Type="http://schemas.openxmlformats.org/officeDocument/2006/relationships/tags" Target="../tags/tag1560.xml"/><Relationship Id="rId361" Type="http://schemas.openxmlformats.org/officeDocument/2006/relationships/tags" Target="../tags/tag1767.xml"/><Relationship Id="rId196" Type="http://schemas.openxmlformats.org/officeDocument/2006/relationships/tags" Target="../tags/tag1602.xml"/><Relationship Id="rId417" Type="http://schemas.openxmlformats.org/officeDocument/2006/relationships/tags" Target="../tags/tag1823.xml"/><Relationship Id="rId16" Type="http://schemas.openxmlformats.org/officeDocument/2006/relationships/tags" Target="../tags/tag1422.xml"/><Relationship Id="rId221" Type="http://schemas.openxmlformats.org/officeDocument/2006/relationships/tags" Target="../tags/tag1627.xml"/><Relationship Id="rId263" Type="http://schemas.openxmlformats.org/officeDocument/2006/relationships/tags" Target="../tags/tag1669.xml"/><Relationship Id="rId319" Type="http://schemas.openxmlformats.org/officeDocument/2006/relationships/tags" Target="../tags/tag1725.xml"/><Relationship Id="rId58" Type="http://schemas.openxmlformats.org/officeDocument/2006/relationships/tags" Target="../tags/tag1464.xml"/><Relationship Id="rId123" Type="http://schemas.openxmlformats.org/officeDocument/2006/relationships/tags" Target="../tags/tag1529.xml"/><Relationship Id="rId330" Type="http://schemas.openxmlformats.org/officeDocument/2006/relationships/tags" Target="../tags/tag1736.xml"/><Relationship Id="rId165" Type="http://schemas.openxmlformats.org/officeDocument/2006/relationships/tags" Target="../tags/tag1571.xml"/><Relationship Id="rId372" Type="http://schemas.openxmlformats.org/officeDocument/2006/relationships/tags" Target="../tags/tag1778.xml"/><Relationship Id="rId428" Type="http://schemas.openxmlformats.org/officeDocument/2006/relationships/tags" Target="../tags/tag1834.xml"/><Relationship Id="rId232" Type="http://schemas.openxmlformats.org/officeDocument/2006/relationships/tags" Target="../tags/tag1638.xml"/><Relationship Id="rId274" Type="http://schemas.openxmlformats.org/officeDocument/2006/relationships/tags" Target="../tags/tag1680.xml"/><Relationship Id="rId27" Type="http://schemas.openxmlformats.org/officeDocument/2006/relationships/tags" Target="../tags/tag1433.xml"/><Relationship Id="rId69" Type="http://schemas.openxmlformats.org/officeDocument/2006/relationships/tags" Target="../tags/tag1475.xml"/><Relationship Id="rId134" Type="http://schemas.openxmlformats.org/officeDocument/2006/relationships/tags" Target="../tags/tag1540.xml"/><Relationship Id="rId80" Type="http://schemas.openxmlformats.org/officeDocument/2006/relationships/tags" Target="../tags/tag1486.xml"/><Relationship Id="rId176" Type="http://schemas.openxmlformats.org/officeDocument/2006/relationships/tags" Target="../tags/tag1582.xml"/><Relationship Id="rId341" Type="http://schemas.openxmlformats.org/officeDocument/2006/relationships/tags" Target="../tags/tag1747.xml"/><Relationship Id="rId383" Type="http://schemas.openxmlformats.org/officeDocument/2006/relationships/tags" Target="../tags/tag1789.xml"/><Relationship Id="rId439" Type="http://schemas.openxmlformats.org/officeDocument/2006/relationships/tags" Target="../tags/tag1845.xml"/><Relationship Id="rId201" Type="http://schemas.openxmlformats.org/officeDocument/2006/relationships/tags" Target="../tags/tag1607.xml"/><Relationship Id="rId243" Type="http://schemas.openxmlformats.org/officeDocument/2006/relationships/tags" Target="../tags/tag1649.xml"/><Relationship Id="rId285" Type="http://schemas.openxmlformats.org/officeDocument/2006/relationships/tags" Target="../tags/tag1691.xml"/><Relationship Id="rId450" Type="http://schemas.openxmlformats.org/officeDocument/2006/relationships/tags" Target="../tags/tag1856.xml"/><Relationship Id="rId38" Type="http://schemas.openxmlformats.org/officeDocument/2006/relationships/tags" Target="../tags/tag1444.xml"/><Relationship Id="rId103" Type="http://schemas.openxmlformats.org/officeDocument/2006/relationships/tags" Target="../tags/tag1509.xml"/><Relationship Id="rId310" Type="http://schemas.openxmlformats.org/officeDocument/2006/relationships/tags" Target="../tags/tag1716.xml"/><Relationship Id="rId91" Type="http://schemas.openxmlformats.org/officeDocument/2006/relationships/tags" Target="../tags/tag1497.xml"/><Relationship Id="rId145" Type="http://schemas.openxmlformats.org/officeDocument/2006/relationships/tags" Target="../tags/tag1551.xml"/><Relationship Id="rId187" Type="http://schemas.openxmlformats.org/officeDocument/2006/relationships/tags" Target="../tags/tag1593.xml"/><Relationship Id="rId352" Type="http://schemas.openxmlformats.org/officeDocument/2006/relationships/tags" Target="../tags/tag1758.xml"/><Relationship Id="rId394" Type="http://schemas.openxmlformats.org/officeDocument/2006/relationships/tags" Target="../tags/tag1800.xml"/><Relationship Id="rId408" Type="http://schemas.openxmlformats.org/officeDocument/2006/relationships/tags" Target="../tags/tag1814.xml"/><Relationship Id="rId212" Type="http://schemas.openxmlformats.org/officeDocument/2006/relationships/tags" Target="../tags/tag1618.xml"/><Relationship Id="rId254" Type="http://schemas.openxmlformats.org/officeDocument/2006/relationships/tags" Target="../tags/tag1660.xml"/><Relationship Id="rId49" Type="http://schemas.openxmlformats.org/officeDocument/2006/relationships/tags" Target="../tags/tag1455.xml"/><Relationship Id="rId114" Type="http://schemas.openxmlformats.org/officeDocument/2006/relationships/tags" Target="../tags/tag1520.xml"/><Relationship Id="rId296" Type="http://schemas.openxmlformats.org/officeDocument/2006/relationships/tags" Target="../tags/tag1702.xml"/><Relationship Id="rId60" Type="http://schemas.openxmlformats.org/officeDocument/2006/relationships/tags" Target="../tags/tag1466.xml"/><Relationship Id="rId156" Type="http://schemas.openxmlformats.org/officeDocument/2006/relationships/tags" Target="../tags/tag1562.xml"/><Relationship Id="rId198" Type="http://schemas.openxmlformats.org/officeDocument/2006/relationships/tags" Target="../tags/tag1604.xml"/><Relationship Id="rId321" Type="http://schemas.openxmlformats.org/officeDocument/2006/relationships/tags" Target="../tags/tag1727.xml"/><Relationship Id="rId363" Type="http://schemas.openxmlformats.org/officeDocument/2006/relationships/tags" Target="../tags/tag1769.xml"/><Relationship Id="rId419" Type="http://schemas.openxmlformats.org/officeDocument/2006/relationships/tags" Target="../tags/tag1825.xml"/><Relationship Id="rId223" Type="http://schemas.openxmlformats.org/officeDocument/2006/relationships/tags" Target="../tags/tag1629.xml"/><Relationship Id="rId430" Type="http://schemas.openxmlformats.org/officeDocument/2006/relationships/tags" Target="../tags/tag1836.xml"/><Relationship Id="rId18" Type="http://schemas.openxmlformats.org/officeDocument/2006/relationships/tags" Target="../tags/tag1424.xml"/><Relationship Id="rId265" Type="http://schemas.openxmlformats.org/officeDocument/2006/relationships/tags" Target="../tags/tag1671.xml"/><Relationship Id="rId50" Type="http://schemas.openxmlformats.org/officeDocument/2006/relationships/tags" Target="../tags/tag1456.xml"/><Relationship Id="rId104" Type="http://schemas.openxmlformats.org/officeDocument/2006/relationships/tags" Target="../tags/tag1510.xml"/><Relationship Id="rId125" Type="http://schemas.openxmlformats.org/officeDocument/2006/relationships/tags" Target="../tags/tag1531.xml"/><Relationship Id="rId146" Type="http://schemas.openxmlformats.org/officeDocument/2006/relationships/tags" Target="../tags/tag1552.xml"/><Relationship Id="rId167" Type="http://schemas.openxmlformats.org/officeDocument/2006/relationships/tags" Target="../tags/tag1573.xml"/><Relationship Id="rId188" Type="http://schemas.openxmlformats.org/officeDocument/2006/relationships/tags" Target="../tags/tag1594.xml"/><Relationship Id="rId311" Type="http://schemas.openxmlformats.org/officeDocument/2006/relationships/tags" Target="../tags/tag1717.xml"/><Relationship Id="rId332" Type="http://schemas.openxmlformats.org/officeDocument/2006/relationships/tags" Target="../tags/tag1738.xml"/><Relationship Id="rId353" Type="http://schemas.openxmlformats.org/officeDocument/2006/relationships/tags" Target="../tags/tag1759.xml"/><Relationship Id="rId374" Type="http://schemas.openxmlformats.org/officeDocument/2006/relationships/tags" Target="../tags/tag1780.xml"/><Relationship Id="rId395" Type="http://schemas.openxmlformats.org/officeDocument/2006/relationships/tags" Target="../tags/tag1801.xml"/><Relationship Id="rId409" Type="http://schemas.openxmlformats.org/officeDocument/2006/relationships/tags" Target="../tags/tag1815.xml"/><Relationship Id="rId71" Type="http://schemas.openxmlformats.org/officeDocument/2006/relationships/tags" Target="../tags/tag1477.xml"/><Relationship Id="rId92" Type="http://schemas.openxmlformats.org/officeDocument/2006/relationships/tags" Target="../tags/tag1498.xml"/><Relationship Id="rId213" Type="http://schemas.openxmlformats.org/officeDocument/2006/relationships/tags" Target="../tags/tag1619.xml"/><Relationship Id="rId234" Type="http://schemas.openxmlformats.org/officeDocument/2006/relationships/tags" Target="../tags/tag1640.xml"/><Relationship Id="rId420" Type="http://schemas.openxmlformats.org/officeDocument/2006/relationships/tags" Target="../tags/tag1826.xml"/><Relationship Id="rId2" Type="http://schemas.openxmlformats.org/officeDocument/2006/relationships/tags" Target="../tags/tag1408.xml"/><Relationship Id="rId29" Type="http://schemas.openxmlformats.org/officeDocument/2006/relationships/tags" Target="../tags/tag1435.xml"/><Relationship Id="rId255" Type="http://schemas.openxmlformats.org/officeDocument/2006/relationships/tags" Target="../tags/tag1661.xml"/><Relationship Id="rId276" Type="http://schemas.openxmlformats.org/officeDocument/2006/relationships/tags" Target="../tags/tag1682.xml"/><Relationship Id="rId297" Type="http://schemas.openxmlformats.org/officeDocument/2006/relationships/tags" Target="../tags/tag1703.xml"/><Relationship Id="rId441" Type="http://schemas.openxmlformats.org/officeDocument/2006/relationships/tags" Target="../tags/tag1847.xml"/><Relationship Id="rId40" Type="http://schemas.openxmlformats.org/officeDocument/2006/relationships/tags" Target="../tags/tag1446.xml"/><Relationship Id="rId115" Type="http://schemas.openxmlformats.org/officeDocument/2006/relationships/tags" Target="../tags/tag1521.xml"/><Relationship Id="rId136" Type="http://schemas.openxmlformats.org/officeDocument/2006/relationships/tags" Target="../tags/tag1542.xml"/><Relationship Id="rId157" Type="http://schemas.openxmlformats.org/officeDocument/2006/relationships/tags" Target="../tags/tag1563.xml"/><Relationship Id="rId178" Type="http://schemas.openxmlformats.org/officeDocument/2006/relationships/tags" Target="../tags/tag1584.xml"/><Relationship Id="rId301" Type="http://schemas.openxmlformats.org/officeDocument/2006/relationships/tags" Target="../tags/tag1707.xml"/><Relationship Id="rId322" Type="http://schemas.openxmlformats.org/officeDocument/2006/relationships/tags" Target="../tags/tag1728.xml"/><Relationship Id="rId343" Type="http://schemas.openxmlformats.org/officeDocument/2006/relationships/tags" Target="../tags/tag1749.xml"/><Relationship Id="rId364" Type="http://schemas.openxmlformats.org/officeDocument/2006/relationships/tags" Target="../tags/tag1770.xml"/><Relationship Id="rId61" Type="http://schemas.openxmlformats.org/officeDocument/2006/relationships/tags" Target="../tags/tag1467.xml"/><Relationship Id="rId82" Type="http://schemas.openxmlformats.org/officeDocument/2006/relationships/tags" Target="../tags/tag1488.xml"/><Relationship Id="rId199" Type="http://schemas.openxmlformats.org/officeDocument/2006/relationships/tags" Target="../tags/tag1605.xml"/><Relationship Id="rId203" Type="http://schemas.openxmlformats.org/officeDocument/2006/relationships/tags" Target="../tags/tag1609.xml"/><Relationship Id="rId385" Type="http://schemas.openxmlformats.org/officeDocument/2006/relationships/tags" Target="../tags/tag1791.xml"/><Relationship Id="rId19" Type="http://schemas.openxmlformats.org/officeDocument/2006/relationships/tags" Target="../tags/tag1425.xml"/><Relationship Id="rId224" Type="http://schemas.openxmlformats.org/officeDocument/2006/relationships/tags" Target="../tags/tag1630.xml"/><Relationship Id="rId245" Type="http://schemas.openxmlformats.org/officeDocument/2006/relationships/tags" Target="../tags/tag1651.xml"/><Relationship Id="rId266" Type="http://schemas.openxmlformats.org/officeDocument/2006/relationships/tags" Target="../tags/tag1672.xml"/><Relationship Id="rId287" Type="http://schemas.openxmlformats.org/officeDocument/2006/relationships/tags" Target="../tags/tag1693.xml"/><Relationship Id="rId410" Type="http://schemas.openxmlformats.org/officeDocument/2006/relationships/tags" Target="../tags/tag1816.xml"/><Relationship Id="rId431" Type="http://schemas.openxmlformats.org/officeDocument/2006/relationships/tags" Target="../tags/tag1837.xml"/><Relationship Id="rId452" Type="http://schemas.openxmlformats.org/officeDocument/2006/relationships/image" Target="../media/image1.png"/><Relationship Id="rId30" Type="http://schemas.openxmlformats.org/officeDocument/2006/relationships/tags" Target="../tags/tag1436.xml"/><Relationship Id="rId105" Type="http://schemas.openxmlformats.org/officeDocument/2006/relationships/tags" Target="../tags/tag1511.xml"/><Relationship Id="rId126" Type="http://schemas.openxmlformats.org/officeDocument/2006/relationships/tags" Target="../tags/tag1532.xml"/><Relationship Id="rId147" Type="http://schemas.openxmlformats.org/officeDocument/2006/relationships/tags" Target="../tags/tag1553.xml"/><Relationship Id="rId168" Type="http://schemas.openxmlformats.org/officeDocument/2006/relationships/tags" Target="../tags/tag1574.xml"/><Relationship Id="rId312" Type="http://schemas.openxmlformats.org/officeDocument/2006/relationships/tags" Target="../tags/tag1718.xml"/><Relationship Id="rId333" Type="http://schemas.openxmlformats.org/officeDocument/2006/relationships/tags" Target="../tags/tag1739.xml"/><Relationship Id="rId354" Type="http://schemas.openxmlformats.org/officeDocument/2006/relationships/tags" Target="../tags/tag1760.xml"/><Relationship Id="rId51" Type="http://schemas.openxmlformats.org/officeDocument/2006/relationships/tags" Target="../tags/tag1457.xml"/><Relationship Id="rId72" Type="http://schemas.openxmlformats.org/officeDocument/2006/relationships/tags" Target="../tags/tag1478.xml"/><Relationship Id="rId93" Type="http://schemas.openxmlformats.org/officeDocument/2006/relationships/tags" Target="../tags/tag1499.xml"/><Relationship Id="rId189" Type="http://schemas.openxmlformats.org/officeDocument/2006/relationships/tags" Target="../tags/tag1595.xml"/><Relationship Id="rId375" Type="http://schemas.openxmlformats.org/officeDocument/2006/relationships/tags" Target="../tags/tag1781.xml"/><Relationship Id="rId396" Type="http://schemas.openxmlformats.org/officeDocument/2006/relationships/tags" Target="../tags/tag1802.xml"/><Relationship Id="rId3" Type="http://schemas.openxmlformats.org/officeDocument/2006/relationships/tags" Target="../tags/tag1409.xml"/><Relationship Id="rId214" Type="http://schemas.openxmlformats.org/officeDocument/2006/relationships/tags" Target="../tags/tag1620.xml"/><Relationship Id="rId235" Type="http://schemas.openxmlformats.org/officeDocument/2006/relationships/tags" Target="../tags/tag1641.xml"/><Relationship Id="rId256" Type="http://schemas.openxmlformats.org/officeDocument/2006/relationships/tags" Target="../tags/tag1662.xml"/><Relationship Id="rId277" Type="http://schemas.openxmlformats.org/officeDocument/2006/relationships/tags" Target="../tags/tag1683.xml"/><Relationship Id="rId298" Type="http://schemas.openxmlformats.org/officeDocument/2006/relationships/tags" Target="../tags/tag1704.xml"/><Relationship Id="rId400" Type="http://schemas.openxmlformats.org/officeDocument/2006/relationships/tags" Target="../tags/tag1806.xml"/><Relationship Id="rId421" Type="http://schemas.openxmlformats.org/officeDocument/2006/relationships/tags" Target="../tags/tag1827.xml"/><Relationship Id="rId442" Type="http://schemas.openxmlformats.org/officeDocument/2006/relationships/tags" Target="../tags/tag1848.xml"/><Relationship Id="rId116" Type="http://schemas.openxmlformats.org/officeDocument/2006/relationships/tags" Target="../tags/tag1522.xml"/><Relationship Id="rId137" Type="http://schemas.openxmlformats.org/officeDocument/2006/relationships/tags" Target="../tags/tag1543.xml"/><Relationship Id="rId158" Type="http://schemas.openxmlformats.org/officeDocument/2006/relationships/tags" Target="../tags/tag1564.xml"/><Relationship Id="rId302" Type="http://schemas.openxmlformats.org/officeDocument/2006/relationships/tags" Target="../tags/tag1708.xml"/><Relationship Id="rId323" Type="http://schemas.openxmlformats.org/officeDocument/2006/relationships/tags" Target="../tags/tag1729.xml"/><Relationship Id="rId344" Type="http://schemas.openxmlformats.org/officeDocument/2006/relationships/tags" Target="../tags/tag1750.xml"/><Relationship Id="rId20" Type="http://schemas.openxmlformats.org/officeDocument/2006/relationships/tags" Target="../tags/tag1426.xml"/><Relationship Id="rId41" Type="http://schemas.openxmlformats.org/officeDocument/2006/relationships/tags" Target="../tags/tag1447.xml"/><Relationship Id="rId62" Type="http://schemas.openxmlformats.org/officeDocument/2006/relationships/tags" Target="../tags/tag1468.xml"/><Relationship Id="rId83" Type="http://schemas.openxmlformats.org/officeDocument/2006/relationships/tags" Target="../tags/tag1489.xml"/><Relationship Id="rId179" Type="http://schemas.openxmlformats.org/officeDocument/2006/relationships/tags" Target="../tags/tag1585.xml"/><Relationship Id="rId365" Type="http://schemas.openxmlformats.org/officeDocument/2006/relationships/tags" Target="../tags/tag1771.xml"/><Relationship Id="rId386" Type="http://schemas.openxmlformats.org/officeDocument/2006/relationships/tags" Target="../tags/tag1792.xml"/><Relationship Id="rId190" Type="http://schemas.openxmlformats.org/officeDocument/2006/relationships/tags" Target="../tags/tag1596.xml"/><Relationship Id="rId204" Type="http://schemas.openxmlformats.org/officeDocument/2006/relationships/tags" Target="../tags/tag1610.xml"/><Relationship Id="rId225" Type="http://schemas.openxmlformats.org/officeDocument/2006/relationships/tags" Target="../tags/tag1631.xml"/><Relationship Id="rId246" Type="http://schemas.openxmlformats.org/officeDocument/2006/relationships/tags" Target="../tags/tag1652.xml"/><Relationship Id="rId267" Type="http://schemas.openxmlformats.org/officeDocument/2006/relationships/tags" Target="../tags/tag1673.xml"/><Relationship Id="rId288" Type="http://schemas.openxmlformats.org/officeDocument/2006/relationships/tags" Target="../tags/tag1694.xml"/><Relationship Id="rId411" Type="http://schemas.openxmlformats.org/officeDocument/2006/relationships/tags" Target="../tags/tag1817.xml"/><Relationship Id="rId432" Type="http://schemas.openxmlformats.org/officeDocument/2006/relationships/tags" Target="../tags/tag1838.xml"/><Relationship Id="rId106" Type="http://schemas.openxmlformats.org/officeDocument/2006/relationships/tags" Target="../tags/tag1512.xml"/><Relationship Id="rId127" Type="http://schemas.openxmlformats.org/officeDocument/2006/relationships/tags" Target="../tags/tag1533.xml"/><Relationship Id="rId313" Type="http://schemas.openxmlformats.org/officeDocument/2006/relationships/tags" Target="../tags/tag1719.xml"/><Relationship Id="rId10" Type="http://schemas.openxmlformats.org/officeDocument/2006/relationships/tags" Target="../tags/tag1416.xml"/><Relationship Id="rId31" Type="http://schemas.openxmlformats.org/officeDocument/2006/relationships/tags" Target="../tags/tag1437.xml"/><Relationship Id="rId52" Type="http://schemas.openxmlformats.org/officeDocument/2006/relationships/tags" Target="../tags/tag1458.xml"/><Relationship Id="rId73" Type="http://schemas.openxmlformats.org/officeDocument/2006/relationships/tags" Target="../tags/tag1479.xml"/><Relationship Id="rId94" Type="http://schemas.openxmlformats.org/officeDocument/2006/relationships/tags" Target="../tags/tag1500.xml"/><Relationship Id="rId148" Type="http://schemas.openxmlformats.org/officeDocument/2006/relationships/tags" Target="../tags/tag1554.xml"/><Relationship Id="rId169" Type="http://schemas.openxmlformats.org/officeDocument/2006/relationships/tags" Target="../tags/tag1575.xml"/><Relationship Id="rId334" Type="http://schemas.openxmlformats.org/officeDocument/2006/relationships/tags" Target="../tags/tag1740.xml"/><Relationship Id="rId355" Type="http://schemas.openxmlformats.org/officeDocument/2006/relationships/tags" Target="../tags/tag1761.xml"/><Relationship Id="rId376" Type="http://schemas.openxmlformats.org/officeDocument/2006/relationships/tags" Target="../tags/tag1782.xml"/><Relationship Id="rId397" Type="http://schemas.openxmlformats.org/officeDocument/2006/relationships/tags" Target="../tags/tag1803.xml"/><Relationship Id="rId4" Type="http://schemas.openxmlformats.org/officeDocument/2006/relationships/tags" Target="../tags/tag1410.xml"/><Relationship Id="rId180" Type="http://schemas.openxmlformats.org/officeDocument/2006/relationships/tags" Target="../tags/tag1586.xml"/><Relationship Id="rId215" Type="http://schemas.openxmlformats.org/officeDocument/2006/relationships/tags" Target="../tags/tag1621.xml"/><Relationship Id="rId236" Type="http://schemas.openxmlformats.org/officeDocument/2006/relationships/tags" Target="../tags/tag1642.xml"/><Relationship Id="rId257" Type="http://schemas.openxmlformats.org/officeDocument/2006/relationships/tags" Target="../tags/tag1663.xml"/><Relationship Id="rId278" Type="http://schemas.openxmlformats.org/officeDocument/2006/relationships/tags" Target="../tags/tag1684.xml"/><Relationship Id="rId401" Type="http://schemas.openxmlformats.org/officeDocument/2006/relationships/tags" Target="../tags/tag1807.xml"/><Relationship Id="rId422" Type="http://schemas.openxmlformats.org/officeDocument/2006/relationships/tags" Target="../tags/tag1828.xml"/><Relationship Id="rId443" Type="http://schemas.openxmlformats.org/officeDocument/2006/relationships/tags" Target="../tags/tag1849.xml"/><Relationship Id="rId303" Type="http://schemas.openxmlformats.org/officeDocument/2006/relationships/tags" Target="../tags/tag1709.xml"/><Relationship Id="rId42" Type="http://schemas.openxmlformats.org/officeDocument/2006/relationships/tags" Target="../tags/tag1448.xml"/><Relationship Id="rId84" Type="http://schemas.openxmlformats.org/officeDocument/2006/relationships/tags" Target="../tags/tag1490.xml"/><Relationship Id="rId138" Type="http://schemas.openxmlformats.org/officeDocument/2006/relationships/tags" Target="../tags/tag1544.xml"/><Relationship Id="rId345" Type="http://schemas.openxmlformats.org/officeDocument/2006/relationships/tags" Target="../tags/tag1751.xml"/><Relationship Id="rId387" Type="http://schemas.openxmlformats.org/officeDocument/2006/relationships/tags" Target="../tags/tag1793.xml"/><Relationship Id="rId191" Type="http://schemas.openxmlformats.org/officeDocument/2006/relationships/tags" Target="../tags/tag1597.xml"/><Relationship Id="rId205" Type="http://schemas.openxmlformats.org/officeDocument/2006/relationships/tags" Target="../tags/tag1611.xml"/><Relationship Id="rId247" Type="http://schemas.openxmlformats.org/officeDocument/2006/relationships/tags" Target="../tags/tag1653.xml"/><Relationship Id="rId412" Type="http://schemas.openxmlformats.org/officeDocument/2006/relationships/tags" Target="../tags/tag1818.xml"/><Relationship Id="rId107" Type="http://schemas.openxmlformats.org/officeDocument/2006/relationships/tags" Target="../tags/tag1513.xml"/><Relationship Id="rId289" Type="http://schemas.openxmlformats.org/officeDocument/2006/relationships/tags" Target="../tags/tag1695.xml"/><Relationship Id="rId11" Type="http://schemas.openxmlformats.org/officeDocument/2006/relationships/tags" Target="../tags/tag1417.xml"/><Relationship Id="rId53" Type="http://schemas.openxmlformats.org/officeDocument/2006/relationships/tags" Target="../tags/tag1459.xml"/><Relationship Id="rId149" Type="http://schemas.openxmlformats.org/officeDocument/2006/relationships/tags" Target="../tags/tag1555.xml"/><Relationship Id="rId314" Type="http://schemas.openxmlformats.org/officeDocument/2006/relationships/tags" Target="../tags/tag1720.xml"/><Relationship Id="rId356" Type="http://schemas.openxmlformats.org/officeDocument/2006/relationships/tags" Target="../tags/tag1762.xml"/><Relationship Id="rId398" Type="http://schemas.openxmlformats.org/officeDocument/2006/relationships/tags" Target="../tags/tag1804.xml"/><Relationship Id="rId95" Type="http://schemas.openxmlformats.org/officeDocument/2006/relationships/tags" Target="../tags/tag1501.xml"/><Relationship Id="rId160" Type="http://schemas.openxmlformats.org/officeDocument/2006/relationships/tags" Target="../tags/tag1566.xml"/><Relationship Id="rId216" Type="http://schemas.openxmlformats.org/officeDocument/2006/relationships/tags" Target="../tags/tag1622.xml"/><Relationship Id="rId423" Type="http://schemas.openxmlformats.org/officeDocument/2006/relationships/tags" Target="../tags/tag1829.xml"/><Relationship Id="rId258" Type="http://schemas.openxmlformats.org/officeDocument/2006/relationships/tags" Target="../tags/tag1664.xml"/><Relationship Id="rId22" Type="http://schemas.openxmlformats.org/officeDocument/2006/relationships/tags" Target="../tags/tag1428.xml"/><Relationship Id="rId64" Type="http://schemas.openxmlformats.org/officeDocument/2006/relationships/tags" Target="../tags/tag1470.xml"/><Relationship Id="rId118" Type="http://schemas.openxmlformats.org/officeDocument/2006/relationships/tags" Target="../tags/tag1524.xml"/><Relationship Id="rId325" Type="http://schemas.openxmlformats.org/officeDocument/2006/relationships/tags" Target="../tags/tag1731.xml"/><Relationship Id="rId367" Type="http://schemas.openxmlformats.org/officeDocument/2006/relationships/tags" Target="../tags/tag1773.xml"/><Relationship Id="rId171" Type="http://schemas.openxmlformats.org/officeDocument/2006/relationships/tags" Target="../tags/tag1577.xml"/><Relationship Id="rId227" Type="http://schemas.openxmlformats.org/officeDocument/2006/relationships/tags" Target="../tags/tag1633.xml"/><Relationship Id="rId269" Type="http://schemas.openxmlformats.org/officeDocument/2006/relationships/tags" Target="../tags/tag1675.xml"/><Relationship Id="rId434" Type="http://schemas.openxmlformats.org/officeDocument/2006/relationships/tags" Target="../tags/tag1840.xml"/><Relationship Id="rId33" Type="http://schemas.openxmlformats.org/officeDocument/2006/relationships/tags" Target="../tags/tag1439.xml"/><Relationship Id="rId129" Type="http://schemas.openxmlformats.org/officeDocument/2006/relationships/tags" Target="../tags/tag1535.xml"/><Relationship Id="rId280" Type="http://schemas.openxmlformats.org/officeDocument/2006/relationships/tags" Target="../tags/tag1686.xml"/><Relationship Id="rId336" Type="http://schemas.openxmlformats.org/officeDocument/2006/relationships/tags" Target="../tags/tag1742.xml"/><Relationship Id="rId75" Type="http://schemas.openxmlformats.org/officeDocument/2006/relationships/tags" Target="../tags/tag1481.xml"/><Relationship Id="rId140" Type="http://schemas.openxmlformats.org/officeDocument/2006/relationships/tags" Target="../tags/tag1546.xml"/><Relationship Id="rId182" Type="http://schemas.openxmlformats.org/officeDocument/2006/relationships/tags" Target="../tags/tag1588.xml"/><Relationship Id="rId378" Type="http://schemas.openxmlformats.org/officeDocument/2006/relationships/tags" Target="../tags/tag1784.xml"/><Relationship Id="rId403" Type="http://schemas.openxmlformats.org/officeDocument/2006/relationships/tags" Target="../tags/tag1809.xml"/><Relationship Id="rId6" Type="http://schemas.openxmlformats.org/officeDocument/2006/relationships/tags" Target="../tags/tag1412.xml"/><Relationship Id="rId238" Type="http://schemas.openxmlformats.org/officeDocument/2006/relationships/tags" Target="../tags/tag1644.xml"/><Relationship Id="rId445" Type="http://schemas.openxmlformats.org/officeDocument/2006/relationships/tags" Target="../tags/tag1851.xml"/><Relationship Id="rId291" Type="http://schemas.openxmlformats.org/officeDocument/2006/relationships/tags" Target="../tags/tag1697.xml"/><Relationship Id="rId305" Type="http://schemas.openxmlformats.org/officeDocument/2006/relationships/tags" Target="../tags/tag1711.xml"/><Relationship Id="rId347" Type="http://schemas.openxmlformats.org/officeDocument/2006/relationships/tags" Target="../tags/tag1753.xml"/><Relationship Id="rId44" Type="http://schemas.openxmlformats.org/officeDocument/2006/relationships/tags" Target="../tags/tag1450.xml"/><Relationship Id="rId86" Type="http://schemas.openxmlformats.org/officeDocument/2006/relationships/tags" Target="../tags/tag1492.xml"/><Relationship Id="rId151" Type="http://schemas.openxmlformats.org/officeDocument/2006/relationships/tags" Target="../tags/tag1557.xml"/><Relationship Id="rId389" Type="http://schemas.openxmlformats.org/officeDocument/2006/relationships/tags" Target="../tags/tag1795.xml"/><Relationship Id="rId193" Type="http://schemas.openxmlformats.org/officeDocument/2006/relationships/tags" Target="../tags/tag1599.xml"/><Relationship Id="rId207" Type="http://schemas.openxmlformats.org/officeDocument/2006/relationships/tags" Target="../tags/tag1613.xml"/><Relationship Id="rId249" Type="http://schemas.openxmlformats.org/officeDocument/2006/relationships/tags" Target="../tags/tag1655.xml"/><Relationship Id="rId414" Type="http://schemas.openxmlformats.org/officeDocument/2006/relationships/tags" Target="../tags/tag1820.xml"/><Relationship Id="rId13" Type="http://schemas.openxmlformats.org/officeDocument/2006/relationships/tags" Target="../tags/tag1419.xml"/><Relationship Id="rId109" Type="http://schemas.openxmlformats.org/officeDocument/2006/relationships/tags" Target="../tags/tag1515.xml"/><Relationship Id="rId260" Type="http://schemas.openxmlformats.org/officeDocument/2006/relationships/tags" Target="../tags/tag1666.xml"/><Relationship Id="rId316" Type="http://schemas.openxmlformats.org/officeDocument/2006/relationships/tags" Target="../tags/tag1722.xml"/><Relationship Id="rId55" Type="http://schemas.openxmlformats.org/officeDocument/2006/relationships/tags" Target="../tags/tag1461.xml"/><Relationship Id="rId97" Type="http://schemas.openxmlformats.org/officeDocument/2006/relationships/tags" Target="../tags/tag1503.xml"/><Relationship Id="rId120" Type="http://schemas.openxmlformats.org/officeDocument/2006/relationships/tags" Target="../tags/tag1526.xml"/><Relationship Id="rId358" Type="http://schemas.openxmlformats.org/officeDocument/2006/relationships/tags" Target="../tags/tag1764.xml"/><Relationship Id="rId162" Type="http://schemas.openxmlformats.org/officeDocument/2006/relationships/tags" Target="../tags/tag1568.xml"/><Relationship Id="rId218" Type="http://schemas.openxmlformats.org/officeDocument/2006/relationships/tags" Target="../tags/tag1624.xml"/><Relationship Id="rId425" Type="http://schemas.openxmlformats.org/officeDocument/2006/relationships/tags" Target="../tags/tag1831.xml"/><Relationship Id="rId271" Type="http://schemas.openxmlformats.org/officeDocument/2006/relationships/tags" Target="../tags/tag1677.xml"/><Relationship Id="rId24" Type="http://schemas.openxmlformats.org/officeDocument/2006/relationships/tags" Target="../tags/tag1430.xml"/><Relationship Id="rId66" Type="http://schemas.openxmlformats.org/officeDocument/2006/relationships/tags" Target="../tags/tag1472.xml"/><Relationship Id="rId131" Type="http://schemas.openxmlformats.org/officeDocument/2006/relationships/tags" Target="../tags/tag1537.xml"/><Relationship Id="rId327" Type="http://schemas.openxmlformats.org/officeDocument/2006/relationships/tags" Target="../tags/tag1733.xml"/><Relationship Id="rId369" Type="http://schemas.openxmlformats.org/officeDocument/2006/relationships/tags" Target="../tags/tag1775.xml"/><Relationship Id="rId173" Type="http://schemas.openxmlformats.org/officeDocument/2006/relationships/tags" Target="../tags/tag1579.xml"/><Relationship Id="rId229" Type="http://schemas.openxmlformats.org/officeDocument/2006/relationships/tags" Target="../tags/tag1635.xml"/><Relationship Id="rId380" Type="http://schemas.openxmlformats.org/officeDocument/2006/relationships/tags" Target="../tags/tag1786.xml"/><Relationship Id="rId436" Type="http://schemas.openxmlformats.org/officeDocument/2006/relationships/tags" Target="../tags/tag1842.xml"/><Relationship Id="rId240" Type="http://schemas.openxmlformats.org/officeDocument/2006/relationships/tags" Target="../tags/tag1646.xml"/><Relationship Id="rId35" Type="http://schemas.openxmlformats.org/officeDocument/2006/relationships/tags" Target="../tags/tag1441.xml"/><Relationship Id="rId77" Type="http://schemas.openxmlformats.org/officeDocument/2006/relationships/tags" Target="../tags/tag1483.xml"/><Relationship Id="rId100" Type="http://schemas.openxmlformats.org/officeDocument/2006/relationships/tags" Target="../tags/tag1506.xml"/><Relationship Id="rId282" Type="http://schemas.openxmlformats.org/officeDocument/2006/relationships/tags" Target="../tags/tag1688.xml"/><Relationship Id="rId338" Type="http://schemas.openxmlformats.org/officeDocument/2006/relationships/tags" Target="../tags/tag1744.xml"/><Relationship Id="rId8" Type="http://schemas.openxmlformats.org/officeDocument/2006/relationships/tags" Target="../tags/tag1414.xml"/><Relationship Id="rId142" Type="http://schemas.openxmlformats.org/officeDocument/2006/relationships/tags" Target="../tags/tag1548.xml"/><Relationship Id="rId184" Type="http://schemas.openxmlformats.org/officeDocument/2006/relationships/tags" Target="../tags/tag1590.xml"/><Relationship Id="rId391" Type="http://schemas.openxmlformats.org/officeDocument/2006/relationships/tags" Target="../tags/tag1797.xml"/><Relationship Id="rId405" Type="http://schemas.openxmlformats.org/officeDocument/2006/relationships/tags" Target="../tags/tag1811.xml"/><Relationship Id="rId447" Type="http://schemas.openxmlformats.org/officeDocument/2006/relationships/tags" Target="../tags/tag1853.xml"/><Relationship Id="rId251" Type="http://schemas.openxmlformats.org/officeDocument/2006/relationships/tags" Target="../tags/tag1657.xml"/><Relationship Id="rId46" Type="http://schemas.openxmlformats.org/officeDocument/2006/relationships/tags" Target="../tags/tag1452.xml"/><Relationship Id="rId293" Type="http://schemas.openxmlformats.org/officeDocument/2006/relationships/tags" Target="../tags/tag1699.xml"/><Relationship Id="rId307" Type="http://schemas.openxmlformats.org/officeDocument/2006/relationships/tags" Target="../tags/tag1713.xml"/><Relationship Id="rId349" Type="http://schemas.openxmlformats.org/officeDocument/2006/relationships/tags" Target="../tags/tag1755.xml"/><Relationship Id="rId88" Type="http://schemas.openxmlformats.org/officeDocument/2006/relationships/tags" Target="../tags/tag1494.xml"/><Relationship Id="rId111" Type="http://schemas.openxmlformats.org/officeDocument/2006/relationships/tags" Target="../tags/tag1517.xml"/><Relationship Id="rId153" Type="http://schemas.openxmlformats.org/officeDocument/2006/relationships/tags" Target="../tags/tag1559.xml"/><Relationship Id="rId195" Type="http://schemas.openxmlformats.org/officeDocument/2006/relationships/tags" Target="../tags/tag1601.xml"/><Relationship Id="rId209" Type="http://schemas.openxmlformats.org/officeDocument/2006/relationships/tags" Target="../tags/tag1615.xml"/><Relationship Id="rId360" Type="http://schemas.openxmlformats.org/officeDocument/2006/relationships/tags" Target="../tags/tag1766.xml"/><Relationship Id="rId416" Type="http://schemas.openxmlformats.org/officeDocument/2006/relationships/tags" Target="../tags/tag1822.xml"/><Relationship Id="rId220" Type="http://schemas.openxmlformats.org/officeDocument/2006/relationships/tags" Target="../tags/tag1626.xml"/><Relationship Id="rId15" Type="http://schemas.openxmlformats.org/officeDocument/2006/relationships/tags" Target="../tags/tag1421.xml"/><Relationship Id="rId57" Type="http://schemas.openxmlformats.org/officeDocument/2006/relationships/tags" Target="../tags/tag1463.xml"/><Relationship Id="rId262" Type="http://schemas.openxmlformats.org/officeDocument/2006/relationships/tags" Target="../tags/tag1668.xml"/><Relationship Id="rId318" Type="http://schemas.openxmlformats.org/officeDocument/2006/relationships/tags" Target="../tags/tag1724.xml"/><Relationship Id="rId99" Type="http://schemas.openxmlformats.org/officeDocument/2006/relationships/tags" Target="../tags/tag1505.xml"/><Relationship Id="rId122" Type="http://schemas.openxmlformats.org/officeDocument/2006/relationships/tags" Target="../tags/tag1528.xml"/><Relationship Id="rId164" Type="http://schemas.openxmlformats.org/officeDocument/2006/relationships/tags" Target="../tags/tag1570.xml"/><Relationship Id="rId371" Type="http://schemas.openxmlformats.org/officeDocument/2006/relationships/tags" Target="../tags/tag1777.xml"/><Relationship Id="rId427" Type="http://schemas.openxmlformats.org/officeDocument/2006/relationships/tags" Target="../tags/tag1833.xml"/><Relationship Id="rId26" Type="http://schemas.openxmlformats.org/officeDocument/2006/relationships/tags" Target="../tags/tag1432.xml"/><Relationship Id="rId231" Type="http://schemas.openxmlformats.org/officeDocument/2006/relationships/tags" Target="../tags/tag1637.xml"/><Relationship Id="rId273" Type="http://schemas.openxmlformats.org/officeDocument/2006/relationships/tags" Target="../tags/tag1679.xml"/><Relationship Id="rId329" Type="http://schemas.openxmlformats.org/officeDocument/2006/relationships/tags" Target="../tags/tag1735.xml"/><Relationship Id="rId68" Type="http://schemas.openxmlformats.org/officeDocument/2006/relationships/tags" Target="../tags/tag1474.xml"/><Relationship Id="rId133" Type="http://schemas.openxmlformats.org/officeDocument/2006/relationships/tags" Target="../tags/tag1539.xml"/><Relationship Id="rId175" Type="http://schemas.openxmlformats.org/officeDocument/2006/relationships/tags" Target="../tags/tag1581.xml"/><Relationship Id="rId340" Type="http://schemas.openxmlformats.org/officeDocument/2006/relationships/tags" Target="../tags/tag1746.xml"/><Relationship Id="rId200" Type="http://schemas.openxmlformats.org/officeDocument/2006/relationships/tags" Target="../tags/tag1606.xml"/><Relationship Id="rId382" Type="http://schemas.openxmlformats.org/officeDocument/2006/relationships/tags" Target="../tags/tag1788.xml"/><Relationship Id="rId438" Type="http://schemas.openxmlformats.org/officeDocument/2006/relationships/tags" Target="../tags/tag1844.xml"/><Relationship Id="rId242" Type="http://schemas.openxmlformats.org/officeDocument/2006/relationships/tags" Target="../tags/tag1648.xml"/><Relationship Id="rId284" Type="http://schemas.openxmlformats.org/officeDocument/2006/relationships/tags" Target="../tags/tag1690.xml"/><Relationship Id="rId37" Type="http://schemas.openxmlformats.org/officeDocument/2006/relationships/tags" Target="../tags/tag1443.xml"/><Relationship Id="rId79" Type="http://schemas.openxmlformats.org/officeDocument/2006/relationships/tags" Target="../tags/tag1485.xml"/><Relationship Id="rId102" Type="http://schemas.openxmlformats.org/officeDocument/2006/relationships/tags" Target="../tags/tag1508.xml"/><Relationship Id="rId144" Type="http://schemas.openxmlformats.org/officeDocument/2006/relationships/tags" Target="../tags/tag1550.xml"/><Relationship Id="rId90" Type="http://schemas.openxmlformats.org/officeDocument/2006/relationships/tags" Target="../tags/tag1496.xml"/><Relationship Id="rId186" Type="http://schemas.openxmlformats.org/officeDocument/2006/relationships/tags" Target="../tags/tag1592.xml"/><Relationship Id="rId351" Type="http://schemas.openxmlformats.org/officeDocument/2006/relationships/tags" Target="../tags/tag1757.xml"/><Relationship Id="rId393" Type="http://schemas.openxmlformats.org/officeDocument/2006/relationships/tags" Target="../tags/tag1799.xml"/><Relationship Id="rId407" Type="http://schemas.openxmlformats.org/officeDocument/2006/relationships/tags" Target="../tags/tag1813.xml"/><Relationship Id="rId449" Type="http://schemas.openxmlformats.org/officeDocument/2006/relationships/tags" Target="../tags/tag1855.xml"/><Relationship Id="rId211" Type="http://schemas.openxmlformats.org/officeDocument/2006/relationships/tags" Target="../tags/tag1617.xml"/><Relationship Id="rId253" Type="http://schemas.openxmlformats.org/officeDocument/2006/relationships/tags" Target="../tags/tag1659.xml"/><Relationship Id="rId295" Type="http://schemas.openxmlformats.org/officeDocument/2006/relationships/tags" Target="../tags/tag1701.xml"/><Relationship Id="rId309" Type="http://schemas.openxmlformats.org/officeDocument/2006/relationships/tags" Target="../tags/tag1715.xml"/><Relationship Id="rId48" Type="http://schemas.openxmlformats.org/officeDocument/2006/relationships/tags" Target="../tags/tag1454.xml"/><Relationship Id="rId113" Type="http://schemas.openxmlformats.org/officeDocument/2006/relationships/tags" Target="../tags/tag1519.xml"/><Relationship Id="rId320" Type="http://schemas.openxmlformats.org/officeDocument/2006/relationships/tags" Target="../tags/tag1726.xml"/><Relationship Id="rId155" Type="http://schemas.openxmlformats.org/officeDocument/2006/relationships/tags" Target="../tags/tag1561.xml"/><Relationship Id="rId197" Type="http://schemas.openxmlformats.org/officeDocument/2006/relationships/tags" Target="../tags/tag1603.xml"/><Relationship Id="rId362" Type="http://schemas.openxmlformats.org/officeDocument/2006/relationships/tags" Target="../tags/tag1768.xml"/><Relationship Id="rId418" Type="http://schemas.openxmlformats.org/officeDocument/2006/relationships/tags" Target="../tags/tag1824.xml"/><Relationship Id="rId222" Type="http://schemas.openxmlformats.org/officeDocument/2006/relationships/tags" Target="../tags/tag1628.xml"/><Relationship Id="rId264" Type="http://schemas.openxmlformats.org/officeDocument/2006/relationships/tags" Target="../tags/tag1670.xml"/><Relationship Id="rId17" Type="http://schemas.openxmlformats.org/officeDocument/2006/relationships/tags" Target="../tags/tag1423.xml"/><Relationship Id="rId59" Type="http://schemas.openxmlformats.org/officeDocument/2006/relationships/tags" Target="../tags/tag1465.xml"/><Relationship Id="rId124" Type="http://schemas.openxmlformats.org/officeDocument/2006/relationships/tags" Target="../tags/tag1530.xml"/><Relationship Id="rId70" Type="http://schemas.openxmlformats.org/officeDocument/2006/relationships/tags" Target="../tags/tag1476.xml"/><Relationship Id="rId166" Type="http://schemas.openxmlformats.org/officeDocument/2006/relationships/tags" Target="../tags/tag1572.xml"/><Relationship Id="rId331" Type="http://schemas.openxmlformats.org/officeDocument/2006/relationships/tags" Target="../tags/tag1737.xml"/><Relationship Id="rId373" Type="http://schemas.openxmlformats.org/officeDocument/2006/relationships/tags" Target="../tags/tag1779.xml"/><Relationship Id="rId429" Type="http://schemas.openxmlformats.org/officeDocument/2006/relationships/tags" Target="../tags/tag1835.xml"/><Relationship Id="rId1" Type="http://schemas.openxmlformats.org/officeDocument/2006/relationships/tags" Target="../tags/tag1407.xml"/><Relationship Id="rId233" Type="http://schemas.openxmlformats.org/officeDocument/2006/relationships/tags" Target="../tags/tag1639.xml"/><Relationship Id="rId440" Type="http://schemas.openxmlformats.org/officeDocument/2006/relationships/tags" Target="../tags/tag1846.xml"/><Relationship Id="rId28" Type="http://schemas.openxmlformats.org/officeDocument/2006/relationships/tags" Target="../tags/tag1434.xml"/><Relationship Id="rId275" Type="http://schemas.openxmlformats.org/officeDocument/2006/relationships/tags" Target="../tags/tag1681.xml"/><Relationship Id="rId300" Type="http://schemas.openxmlformats.org/officeDocument/2006/relationships/tags" Target="../tags/tag1706.xml"/><Relationship Id="rId81" Type="http://schemas.openxmlformats.org/officeDocument/2006/relationships/tags" Target="../tags/tag1487.xml"/><Relationship Id="rId135" Type="http://schemas.openxmlformats.org/officeDocument/2006/relationships/tags" Target="../tags/tag1541.xml"/><Relationship Id="rId177" Type="http://schemas.openxmlformats.org/officeDocument/2006/relationships/tags" Target="../tags/tag1583.xml"/><Relationship Id="rId342" Type="http://schemas.openxmlformats.org/officeDocument/2006/relationships/tags" Target="../tags/tag1748.xml"/><Relationship Id="rId384" Type="http://schemas.openxmlformats.org/officeDocument/2006/relationships/tags" Target="../tags/tag1790.xml"/><Relationship Id="rId202" Type="http://schemas.openxmlformats.org/officeDocument/2006/relationships/tags" Target="../tags/tag1608.xml"/><Relationship Id="rId244" Type="http://schemas.openxmlformats.org/officeDocument/2006/relationships/tags" Target="../tags/tag1650.xml"/><Relationship Id="rId39" Type="http://schemas.openxmlformats.org/officeDocument/2006/relationships/tags" Target="../tags/tag1445.xml"/><Relationship Id="rId286" Type="http://schemas.openxmlformats.org/officeDocument/2006/relationships/tags" Target="../tags/tag1692.xml"/><Relationship Id="rId451" Type="http://schemas.openxmlformats.org/officeDocument/2006/relationships/slideLayout" Target="../slideLayouts/slideLayout2.xml"/></Relationships>
</file>

<file path=ppt/slides/_rels/slide33.xml.rels><?xml version="1.0" encoding="UTF-8" standalone="yes"?>
<Relationships xmlns="http://schemas.openxmlformats.org/package/2006/relationships"><Relationship Id="rId117" Type="http://schemas.openxmlformats.org/officeDocument/2006/relationships/tags" Target="../tags/tag1973.xml"/><Relationship Id="rId299" Type="http://schemas.openxmlformats.org/officeDocument/2006/relationships/tags" Target="../tags/tag2155.xml"/><Relationship Id="rId21" Type="http://schemas.openxmlformats.org/officeDocument/2006/relationships/tags" Target="../tags/tag1877.xml"/><Relationship Id="rId63" Type="http://schemas.openxmlformats.org/officeDocument/2006/relationships/tags" Target="../tags/tag1919.xml"/><Relationship Id="rId159" Type="http://schemas.openxmlformats.org/officeDocument/2006/relationships/tags" Target="../tags/tag2015.xml"/><Relationship Id="rId324" Type="http://schemas.openxmlformats.org/officeDocument/2006/relationships/tags" Target="../tags/tag2180.xml"/><Relationship Id="rId366" Type="http://schemas.openxmlformats.org/officeDocument/2006/relationships/tags" Target="../tags/tag2222.xml"/><Relationship Id="rId170" Type="http://schemas.openxmlformats.org/officeDocument/2006/relationships/tags" Target="../tags/tag2026.xml"/><Relationship Id="rId226" Type="http://schemas.openxmlformats.org/officeDocument/2006/relationships/tags" Target="../tags/tag2082.xml"/><Relationship Id="rId433" Type="http://schemas.openxmlformats.org/officeDocument/2006/relationships/tags" Target="../tags/tag2289.xml"/><Relationship Id="rId268" Type="http://schemas.openxmlformats.org/officeDocument/2006/relationships/tags" Target="../tags/tag2124.xml"/><Relationship Id="rId32" Type="http://schemas.openxmlformats.org/officeDocument/2006/relationships/tags" Target="../tags/tag1888.xml"/><Relationship Id="rId74" Type="http://schemas.openxmlformats.org/officeDocument/2006/relationships/tags" Target="../tags/tag1930.xml"/><Relationship Id="rId128" Type="http://schemas.openxmlformats.org/officeDocument/2006/relationships/tags" Target="../tags/tag1984.xml"/><Relationship Id="rId335" Type="http://schemas.openxmlformats.org/officeDocument/2006/relationships/tags" Target="../tags/tag2191.xml"/><Relationship Id="rId377" Type="http://schemas.openxmlformats.org/officeDocument/2006/relationships/tags" Target="../tags/tag2233.xml"/><Relationship Id="rId5" Type="http://schemas.openxmlformats.org/officeDocument/2006/relationships/tags" Target="../tags/tag1861.xml"/><Relationship Id="rId181" Type="http://schemas.openxmlformats.org/officeDocument/2006/relationships/tags" Target="../tags/tag2037.xml"/><Relationship Id="rId237" Type="http://schemas.openxmlformats.org/officeDocument/2006/relationships/tags" Target="../tags/tag2093.xml"/><Relationship Id="rId402" Type="http://schemas.openxmlformats.org/officeDocument/2006/relationships/tags" Target="../tags/tag2258.xml"/><Relationship Id="rId279" Type="http://schemas.openxmlformats.org/officeDocument/2006/relationships/tags" Target="../tags/tag2135.xml"/><Relationship Id="rId444" Type="http://schemas.openxmlformats.org/officeDocument/2006/relationships/tags" Target="../tags/tag2300.xml"/><Relationship Id="rId43" Type="http://schemas.openxmlformats.org/officeDocument/2006/relationships/tags" Target="../tags/tag1899.xml"/><Relationship Id="rId139" Type="http://schemas.openxmlformats.org/officeDocument/2006/relationships/tags" Target="../tags/tag1995.xml"/><Relationship Id="rId290" Type="http://schemas.openxmlformats.org/officeDocument/2006/relationships/tags" Target="../tags/tag2146.xml"/><Relationship Id="rId304" Type="http://schemas.openxmlformats.org/officeDocument/2006/relationships/tags" Target="../tags/tag2160.xml"/><Relationship Id="rId346" Type="http://schemas.openxmlformats.org/officeDocument/2006/relationships/tags" Target="../tags/tag2202.xml"/><Relationship Id="rId388" Type="http://schemas.openxmlformats.org/officeDocument/2006/relationships/tags" Target="../tags/tag2244.xml"/><Relationship Id="rId85" Type="http://schemas.openxmlformats.org/officeDocument/2006/relationships/tags" Target="../tags/tag1941.xml"/><Relationship Id="rId150" Type="http://schemas.openxmlformats.org/officeDocument/2006/relationships/tags" Target="../tags/tag2006.xml"/><Relationship Id="rId192" Type="http://schemas.openxmlformats.org/officeDocument/2006/relationships/tags" Target="../tags/tag2048.xml"/><Relationship Id="rId206" Type="http://schemas.openxmlformats.org/officeDocument/2006/relationships/tags" Target="../tags/tag2062.xml"/><Relationship Id="rId413" Type="http://schemas.openxmlformats.org/officeDocument/2006/relationships/tags" Target="../tags/tag2269.xml"/><Relationship Id="rId248" Type="http://schemas.openxmlformats.org/officeDocument/2006/relationships/tags" Target="../tags/tag2104.xml"/><Relationship Id="rId12" Type="http://schemas.openxmlformats.org/officeDocument/2006/relationships/tags" Target="../tags/tag1868.xml"/><Relationship Id="rId108" Type="http://schemas.openxmlformats.org/officeDocument/2006/relationships/tags" Target="../tags/tag1964.xml"/><Relationship Id="rId315" Type="http://schemas.openxmlformats.org/officeDocument/2006/relationships/tags" Target="../tags/tag2171.xml"/><Relationship Id="rId357" Type="http://schemas.openxmlformats.org/officeDocument/2006/relationships/tags" Target="../tags/tag2213.xml"/><Relationship Id="rId54" Type="http://schemas.openxmlformats.org/officeDocument/2006/relationships/tags" Target="../tags/tag1910.xml"/><Relationship Id="rId96" Type="http://schemas.openxmlformats.org/officeDocument/2006/relationships/tags" Target="../tags/tag1952.xml"/><Relationship Id="rId161" Type="http://schemas.openxmlformats.org/officeDocument/2006/relationships/tags" Target="../tags/tag2017.xml"/><Relationship Id="rId217" Type="http://schemas.openxmlformats.org/officeDocument/2006/relationships/tags" Target="../tags/tag2073.xml"/><Relationship Id="rId399" Type="http://schemas.openxmlformats.org/officeDocument/2006/relationships/tags" Target="../tags/tag2255.xml"/><Relationship Id="rId259" Type="http://schemas.openxmlformats.org/officeDocument/2006/relationships/tags" Target="../tags/tag2115.xml"/><Relationship Id="rId424" Type="http://schemas.openxmlformats.org/officeDocument/2006/relationships/tags" Target="../tags/tag2280.xml"/><Relationship Id="rId23" Type="http://schemas.openxmlformats.org/officeDocument/2006/relationships/tags" Target="../tags/tag1879.xml"/><Relationship Id="rId119" Type="http://schemas.openxmlformats.org/officeDocument/2006/relationships/tags" Target="../tags/tag1975.xml"/><Relationship Id="rId270" Type="http://schemas.openxmlformats.org/officeDocument/2006/relationships/tags" Target="../tags/tag2126.xml"/><Relationship Id="rId326" Type="http://schemas.openxmlformats.org/officeDocument/2006/relationships/tags" Target="../tags/tag2182.xml"/><Relationship Id="rId65" Type="http://schemas.openxmlformats.org/officeDocument/2006/relationships/tags" Target="../tags/tag1921.xml"/><Relationship Id="rId130" Type="http://schemas.openxmlformats.org/officeDocument/2006/relationships/tags" Target="../tags/tag1986.xml"/><Relationship Id="rId368" Type="http://schemas.openxmlformats.org/officeDocument/2006/relationships/tags" Target="../tags/tag2224.xml"/><Relationship Id="rId172" Type="http://schemas.openxmlformats.org/officeDocument/2006/relationships/tags" Target="../tags/tag2028.xml"/><Relationship Id="rId228" Type="http://schemas.openxmlformats.org/officeDocument/2006/relationships/tags" Target="../tags/tag2084.xml"/><Relationship Id="rId435" Type="http://schemas.openxmlformats.org/officeDocument/2006/relationships/tags" Target="../tags/tag2291.xml"/><Relationship Id="rId281" Type="http://schemas.openxmlformats.org/officeDocument/2006/relationships/tags" Target="../tags/tag2137.xml"/><Relationship Id="rId337" Type="http://schemas.openxmlformats.org/officeDocument/2006/relationships/tags" Target="../tags/tag2193.xml"/><Relationship Id="rId34" Type="http://schemas.openxmlformats.org/officeDocument/2006/relationships/tags" Target="../tags/tag1890.xml"/><Relationship Id="rId76" Type="http://schemas.openxmlformats.org/officeDocument/2006/relationships/tags" Target="../tags/tag1932.xml"/><Relationship Id="rId141" Type="http://schemas.openxmlformats.org/officeDocument/2006/relationships/tags" Target="../tags/tag1997.xml"/><Relationship Id="rId379" Type="http://schemas.openxmlformats.org/officeDocument/2006/relationships/tags" Target="../tags/tag2235.xml"/><Relationship Id="rId7" Type="http://schemas.openxmlformats.org/officeDocument/2006/relationships/tags" Target="../tags/tag1863.xml"/><Relationship Id="rId183" Type="http://schemas.openxmlformats.org/officeDocument/2006/relationships/tags" Target="../tags/tag2039.xml"/><Relationship Id="rId239" Type="http://schemas.openxmlformats.org/officeDocument/2006/relationships/tags" Target="../tags/tag2095.xml"/><Relationship Id="rId390" Type="http://schemas.openxmlformats.org/officeDocument/2006/relationships/tags" Target="../tags/tag2246.xml"/><Relationship Id="rId404" Type="http://schemas.openxmlformats.org/officeDocument/2006/relationships/tags" Target="../tags/tag2260.xml"/><Relationship Id="rId446" Type="http://schemas.openxmlformats.org/officeDocument/2006/relationships/tags" Target="../tags/tag2302.xml"/><Relationship Id="rId250" Type="http://schemas.openxmlformats.org/officeDocument/2006/relationships/tags" Target="../tags/tag2106.xml"/><Relationship Id="rId292" Type="http://schemas.openxmlformats.org/officeDocument/2006/relationships/tags" Target="../tags/tag2148.xml"/><Relationship Id="rId306" Type="http://schemas.openxmlformats.org/officeDocument/2006/relationships/tags" Target="../tags/tag2162.xml"/><Relationship Id="rId45" Type="http://schemas.openxmlformats.org/officeDocument/2006/relationships/tags" Target="../tags/tag1901.xml"/><Relationship Id="rId87" Type="http://schemas.openxmlformats.org/officeDocument/2006/relationships/tags" Target="../tags/tag1943.xml"/><Relationship Id="rId110" Type="http://schemas.openxmlformats.org/officeDocument/2006/relationships/tags" Target="../tags/tag1966.xml"/><Relationship Id="rId348" Type="http://schemas.openxmlformats.org/officeDocument/2006/relationships/tags" Target="../tags/tag2204.xml"/><Relationship Id="rId152" Type="http://schemas.openxmlformats.org/officeDocument/2006/relationships/tags" Target="../tags/tag2008.xml"/><Relationship Id="rId194" Type="http://schemas.openxmlformats.org/officeDocument/2006/relationships/tags" Target="../tags/tag2050.xml"/><Relationship Id="rId208" Type="http://schemas.openxmlformats.org/officeDocument/2006/relationships/tags" Target="../tags/tag2064.xml"/><Relationship Id="rId415" Type="http://schemas.openxmlformats.org/officeDocument/2006/relationships/tags" Target="../tags/tag2271.xml"/><Relationship Id="rId261" Type="http://schemas.openxmlformats.org/officeDocument/2006/relationships/tags" Target="../tags/tag2117.xml"/><Relationship Id="rId14" Type="http://schemas.openxmlformats.org/officeDocument/2006/relationships/tags" Target="../tags/tag1870.xml"/><Relationship Id="rId56" Type="http://schemas.openxmlformats.org/officeDocument/2006/relationships/tags" Target="../tags/tag1912.xml"/><Relationship Id="rId317" Type="http://schemas.openxmlformats.org/officeDocument/2006/relationships/tags" Target="../tags/tag2173.xml"/><Relationship Id="rId359" Type="http://schemas.openxmlformats.org/officeDocument/2006/relationships/tags" Target="../tags/tag2215.xml"/><Relationship Id="rId98" Type="http://schemas.openxmlformats.org/officeDocument/2006/relationships/tags" Target="../tags/tag1954.xml"/><Relationship Id="rId121" Type="http://schemas.openxmlformats.org/officeDocument/2006/relationships/tags" Target="../tags/tag1977.xml"/><Relationship Id="rId163" Type="http://schemas.openxmlformats.org/officeDocument/2006/relationships/tags" Target="../tags/tag2019.xml"/><Relationship Id="rId219" Type="http://schemas.openxmlformats.org/officeDocument/2006/relationships/tags" Target="../tags/tag2075.xml"/><Relationship Id="rId370" Type="http://schemas.openxmlformats.org/officeDocument/2006/relationships/tags" Target="../tags/tag2226.xml"/><Relationship Id="rId426" Type="http://schemas.openxmlformats.org/officeDocument/2006/relationships/tags" Target="../tags/tag2282.xml"/><Relationship Id="rId230" Type="http://schemas.openxmlformats.org/officeDocument/2006/relationships/tags" Target="../tags/tag2086.xml"/><Relationship Id="rId25" Type="http://schemas.openxmlformats.org/officeDocument/2006/relationships/tags" Target="../tags/tag1881.xml"/><Relationship Id="rId67" Type="http://schemas.openxmlformats.org/officeDocument/2006/relationships/tags" Target="../tags/tag1923.xml"/><Relationship Id="rId272" Type="http://schemas.openxmlformats.org/officeDocument/2006/relationships/tags" Target="../tags/tag2128.xml"/><Relationship Id="rId328" Type="http://schemas.openxmlformats.org/officeDocument/2006/relationships/tags" Target="../tags/tag2184.xml"/><Relationship Id="rId132" Type="http://schemas.openxmlformats.org/officeDocument/2006/relationships/tags" Target="../tags/tag1988.xml"/><Relationship Id="rId174" Type="http://schemas.openxmlformats.org/officeDocument/2006/relationships/tags" Target="../tags/tag2030.xml"/><Relationship Id="rId381" Type="http://schemas.openxmlformats.org/officeDocument/2006/relationships/tags" Target="../tags/tag2237.xml"/><Relationship Id="rId241" Type="http://schemas.openxmlformats.org/officeDocument/2006/relationships/tags" Target="../tags/tag2097.xml"/><Relationship Id="rId437" Type="http://schemas.openxmlformats.org/officeDocument/2006/relationships/tags" Target="../tags/tag2293.xml"/><Relationship Id="rId36" Type="http://schemas.openxmlformats.org/officeDocument/2006/relationships/tags" Target="../tags/tag1892.xml"/><Relationship Id="rId283" Type="http://schemas.openxmlformats.org/officeDocument/2006/relationships/tags" Target="../tags/tag2139.xml"/><Relationship Id="rId339" Type="http://schemas.openxmlformats.org/officeDocument/2006/relationships/tags" Target="../tags/tag2195.xml"/><Relationship Id="rId78" Type="http://schemas.openxmlformats.org/officeDocument/2006/relationships/tags" Target="../tags/tag1934.xml"/><Relationship Id="rId101" Type="http://schemas.openxmlformats.org/officeDocument/2006/relationships/tags" Target="../tags/tag1957.xml"/><Relationship Id="rId143" Type="http://schemas.openxmlformats.org/officeDocument/2006/relationships/tags" Target="../tags/tag1999.xml"/><Relationship Id="rId185" Type="http://schemas.openxmlformats.org/officeDocument/2006/relationships/tags" Target="../tags/tag2041.xml"/><Relationship Id="rId350" Type="http://schemas.openxmlformats.org/officeDocument/2006/relationships/tags" Target="../tags/tag2206.xml"/><Relationship Id="rId406" Type="http://schemas.openxmlformats.org/officeDocument/2006/relationships/tags" Target="../tags/tag2262.xml"/><Relationship Id="rId9" Type="http://schemas.openxmlformats.org/officeDocument/2006/relationships/tags" Target="../tags/tag1865.xml"/><Relationship Id="rId210" Type="http://schemas.openxmlformats.org/officeDocument/2006/relationships/tags" Target="../tags/tag2066.xml"/><Relationship Id="rId392" Type="http://schemas.openxmlformats.org/officeDocument/2006/relationships/tags" Target="../tags/tag2248.xml"/><Relationship Id="rId448" Type="http://schemas.openxmlformats.org/officeDocument/2006/relationships/tags" Target="../tags/tag2304.xml"/><Relationship Id="rId252" Type="http://schemas.openxmlformats.org/officeDocument/2006/relationships/tags" Target="../tags/tag2108.xml"/><Relationship Id="rId294" Type="http://schemas.openxmlformats.org/officeDocument/2006/relationships/tags" Target="../tags/tag2150.xml"/><Relationship Id="rId308" Type="http://schemas.openxmlformats.org/officeDocument/2006/relationships/tags" Target="../tags/tag2164.xml"/><Relationship Id="rId47" Type="http://schemas.openxmlformats.org/officeDocument/2006/relationships/tags" Target="../tags/tag1903.xml"/><Relationship Id="rId89" Type="http://schemas.openxmlformats.org/officeDocument/2006/relationships/tags" Target="../tags/tag1945.xml"/><Relationship Id="rId112" Type="http://schemas.openxmlformats.org/officeDocument/2006/relationships/tags" Target="../tags/tag1968.xml"/><Relationship Id="rId154" Type="http://schemas.openxmlformats.org/officeDocument/2006/relationships/tags" Target="../tags/tag2010.xml"/><Relationship Id="rId361" Type="http://schemas.openxmlformats.org/officeDocument/2006/relationships/tags" Target="../tags/tag2217.xml"/><Relationship Id="rId196" Type="http://schemas.openxmlformats.org/officeDocument/2006/relationships/tags" Target="../tags/tag2052.xml"/><Relationship Id="rId417" Type="http://schemas.openxmlformats.org/officeDocument/2006/relationships/tags" Target="../tags/tag2273.xml"/><Relationship Id="rId16" Type="http://schemas.openxmlformats.org/officeDocument/2006/relationships/tags" Target="../tags/tag1872.xml"/><Relationship Id="rId221" Type="http://schemas.openxmlformats.org/officeDocument/2006/relationships/tags" Target="../tags/tag2077.xml"/><Relationship Id="rId263" Type="http://schemas.openxmlformats.org/officeDocument/2006/relationships/tags" Target="../tags/tag2119.xml"/><Relationship Id="rId319" Type="http://schemas.openxmlformats.org/officeDocument/2006/relationships/tags" Target="../tags/tag2175.xml"/><Relationship Id="rId58" Type="http://schemas.openxmlformats.org/officeDocument/2006/relationships/tags" Target="../tags/tag1914.xml"/><Relationship Id="rId123" Type="http://schemas.openxmlformats.org/officeDocument/2006/relationships/tags" Target="../tags/tag1979.xml"/><Relationship Id="rId330" Type="http://schemas.openxmlformats.org/officeDocument/2006/relationships/tags" Target="../tags/tag2186.xml"/><Relationship Id="rId165" Type="http://schemas.openxmlformats.org/officeDocument/2006/relationships/tags" Target="../tags/tag2021.xml"/><Relationship Id="rId372" Type="http://schemas.openxmlformats.org/officeDocument/2006/relationships/tags" Target="../tags/tag2228.xml"/><Relationship Id="rId428" Type="http://schemas.openxmlformats.org/officeDocument/2006/relationships/tags" Target="../tags/tag2284.xml"/><Relationship Id="rId232" Type="http://schemas.openxmlformats.org/officeDocument/2006/relationships/tags" Target="../tags/tag2088.xml"/><Relationship Id="rId274" Type="http://schemas.openxmlformats.org/officeDocument/2006/relationships/tags" Target="../tags/tag2130.xml"/><Relationship Id="rId27" Type="http://schemas.openxmlformats.org/officeDocument/2006/relationships/tags" Target="../tags/tag1883.xml"/><Relationship Id="rId69" Type="http://schemas.openxmlformats.org/officeDocument/2006/relationships/tags" Target="../tags/tag1925.xml"/><Relationship Id="rId134" Type="http://schemas.openxmlformats.org/officeDocument/2006/relationships/tags" Target="../tags/tag1990.xml"/><Relationship Id="rId80" Type="http://schemas.openxmlformats.org/officeDocument/2006/relationships/tags" Target="../tags/tag1936.xml"/><Relationship Id="rId176" Type="http://schemas.openxmlformats.org/officeDocument/2006/relationships/tags" Target="../tags/tag2032.xml"/><Relationship Id="rId341" Type="http://schemas.openxmlformats.org/officeDocument/2006/relationships/tags" Target="../tags/tag2197.xml"/><Relationship Id="rId383" Type="http://schemas.openxmlformats.org/officeDocument/2006/relationships/tags" Target="../tags/tag2239.xml"/><Relationship Id="rId439" Type="http://schemas.openxmlformats.org/officeDocument/2006/relationships/tags" Target="../tags/tag2295.xml"/><Relationship Id="rId201" Type="http://schemas.openxmlformats.org/officeDocument/2006/relationships/tags" Target="../tags/tag2057.xml"/><Relationship Id="rId243" Type="http://schemas.openxmlformats.org/officeDocument/2006/relationships/tags" Target="../tags/tag2099.xml"/><Relationship Id="rId285" Type="http://schemas.openxmlformats.org/officeDocument/2006/relationships/tags" Target="../tags/tag2141.xml"/><Relationship Id="rId450" Type="http://schemas.openxmlformats.org/officeDocument/2006/relationships/tags" Target="../tags/tag2306.xml"/><Relationship Id="rId38" Type="http://schemas.openxmlformats.org/officeDocument/2006/relationships/tags" Target="../tags/tag1894.xml"/><Relationship Id="rId103" Type="http://schemas.openxmlformats.org/officeDocument/2006/relationships/tags" Target="../tags/tag1959.xml"/><Relationship Id="rId310" Type="http://schemas.openxmlformats.org/officeDocument/2006/relationships/tags" Target="../tags/tag2166.xml"/><Relationship Id="rId91" Type="http://schemas.openxmlformats.org/officeDocument/2006/relationships/tags" Target="../tags/tag1947.xml"/><Relationship Id="rId145" Type="http://schemas.openxmlformats.org/officeDocument/2006/relationships/tags" Target="../tags/tag2001.xml"/><Relationship Id="rId187" Type="http://schemas.openxmlformats.org/officeDocument/2006/relationships/tags" Target="../tags/tag2043.xml"/><Relationship Id="rId352" Type="http://schemas.openxmlformats.org/officeDocument/2006/relationships/tags" Target="../tags/tag2208.xml"/><Relationship Id="rId394" Type="http://schemas.openxmlformats.org/officeDocument/2006/relationships/tags" Target="../tags/tag2250.xml"/><Relationship Id="rId408" Type="http://schemas.openxmlformats.org/officeDocument/2006/relationships/tags" Target="../tags/tag2264.xml"/><Relationship Id="rId212" Type="http://schemas.openxmlformats.org/officeDocument/2006/relationships/tags" Target="../tags/tag2068.xml"/><Relationship Id="rId254" Type="http://schemas.openxmlformats.org/officeDocument/2006/relationships/tags" Target="../tags/tag2110.xml"/><Relationship Id="rId49" Type="http://schemas.openxmlformats.org/officeDocument/2006/relationships/tags" Target="../tags/tag1905.xml"/><Relationship Id="rId114" Type="http://schemas.openxmlformats.org/officeDocument/2006/relationships/tags" Target="../tags/tag1970.xml"/><Relationship Id="rId296" Type="http://schemas.openxmlformats.org/officeDocument/2006/relationships/tags" Target="../tags/tag2152.xml"/><Relationship Id="rId60" Type="http://schemas.openxmlformats.org/officeDocument/2006/relationships/tags" Target="../tags/tag1916.xml"/><Relationship Id="rId156" Type="http://schemas.openxmlformats.org/officeDocument/2006/relationships/tags" Target="../tags/tag2012.xml"/><Relationship Id="rId198" Type="http://schemas.openxmlformats.org/officeDocument/2006/relationships/tags" Target="../tags/tag2054.xml"/><Relationship Id="rId321" Type="http://schemas.openxmlformats.org/officeDocument/2006/relationships/tags" Target="../tags/tag2177.xml"/><Relationship Id="rId363" Type="http://schemas.openxmlformats.org/officeDocument/2006/relationships/tags" Target="../tags/tag2219.xml"/><Relationship Id="rId419" Type="http://schemas.openxmlformats.org/officeDocument/2006/relationships/tags" Target="../tags/tag2275.xml"/><Relationship Id="rId223" Type="http://schemas.openxmlformats.org/officeDocument/2006/relationships/tags" Target="../tags/tag2079.xml"/><Relationship Id="rId430" Type="http://schemas.openxmlformats.org/officeDocument/2006/relationships/tags" Target="../tags/tag2286.xml"/><Relationship Id="rId18" Type="http://schemas.openxmlformats.org/officeDocument/2006/relationships/tags" Target="../tags/tag1874.xml"/><Relationship Id="rId265" Type="http://schemas.openxmlformats.org/officeDocument/2006/relationships/tags" Target="../tags/tag2121.xml"/><Relationship Id="rId50" Type="http://schemas.openxmlformats.org/officeDocument/2006/relationships/tags" Target="../tags/tag1906.xml"/><Relationship Id="rId104" Type="http://schemas.openxmlformats.org/officeDocument/2006/relationships/tags" Target="../tags/tag1960.xml"/><Relationship Id="rId125" Type="http://schemas.openxmlformats.org/officeDocument/2006/relationships/tags" Target="../tags/tag1981.xml"/><Relationship Id="rId146" Type="http://schemas.openxmlformats.org/officeDocument/2006/relationships/tags" Target="../tags/tag2002.xml"/><Relationship Id="rId167" Type="http://schemas.openxmlformats.org/officeDocument/2006/relationships/tags" Target="../tags/tag2023.xml"/><Relationship Id="rId188" Type="http://schemas.openxmlformats.org/officeDocument/2006/relationships/tags" Target="../tags/tag2044.xml"/><Relationship Id="rId311" Type="http://schemas.openxmlformats.org/officeDocument/2006/relationships/tags" Target="../tags/tag2167.xml"/><Relationship Id="rId332" Type="http://schemas.openxmlformats.org/officeDocument/2006/relationships/tags" Target="../tags/tag2188.xml"/><Relationship Id="rId353" Type="http://schemas.openxmlformats.org/officeDocument/2006/relationships/tags" Target="../tags/tag2209.xml"/><Relationship Id="rId374" Type="http://schemas.openxmlformats.org/officeDocument/2006/relationships/tags" Target="../tags/tag2230.xml"/><Relationship Id="rId395" Type="http://schemas.openxmlformats.org/officeDocument/2006/relationships/tags" Target="../tags/tag2251.xml"/><Relationship Id="rId409" Type="http://schemas.openxmlformats.org/officeDocument/2006/relationships/tags" Target="../tags/tag2265.xml"/><Relationship Id="rId71" Type="http://schemas.openxmlformats.org/officeDocument/2006/relationships/tags" Target="../tags/tag1927.xml"/><Relationship Id="rId92" Type="http://schemas.openxmlformats.org/officeDocument/2006/relationships/tags" Target="../tags/tag1948.xml"/><Relationship Id="rId213" Type="http://schemas.openxmlformats.org/officeDocument/2006/relationships/tags" Target="../tags/tag2069.xml"/><Relationship Id="rId234" Type="http://schemas.openxmlformats.org/officeDocument/2006/relationships/tags" Target="../tags/tag2090.xml"/><Relationship Id="rId420" Type="http://schemas.openxmlformats.org/officeDocument/2006/relationships/tags" Target="../tags/tag2276.xml"/><Relationship Id="rId2" Type="http://schemas.openxmlformats.org/officeDocument/2006/relationships/tags" Target="../tags/tag1858.xml"/><Relationship Id="rId29" Type="http://schemas.openxmlformats.org/officeDocument/2006/relationships/tags" Target="../tags/tag1885.xml"/><Relationship Id="rId255" Type="http://schemas.openxmlformats.org/officeDocument/2006/relationships/tags" Target="../tags/tag2111.xml"/><Relationship Id="rId276" Type="http://schemas.openxmlformats.org/officeDocument/2006/relationships/tags" Target="../tags/tag2132.xml"/><Relationship Id="rId297" Type="http://schemas.openxmlformats.org/officeDocument/2006/relationships/tags" Target="../tags/tag2153.xml"/><Relationship Id="rId441" Type="http://schemas.openxmlformats.org/officeDocument/2006/relationships/tags" Target="../tags/tag2297.xml"/><Relationship Id="rId40" Type="http://schemas.openxmlformats.org/officeDocument/2006/relationships/tags" Target="../tags/tag1896.xml"/><Relationship Id="rId115" Type="http://schemas.openxmlformats.org/officeDocument/2006/relationships/tags" Target="../tags/tag1971.xml"/><Relationship Id="rId136" Type="http://schemas.openxmlformats.org/officeDocument/2006/relationships/tags" Target="../tags/tag1992.xml"/><Relationship Id="rId157" Type="http://schemas.openxmlformats.org/officeDocument/2006/relationships/tags" Target="../tags/tag2013.xml"/><Relationship Id="rId178" Type="http://schemas.openxmlformats.org/officeDocument/2006/relationships/tags" Target="../tags/tag2034.xml"/><Relationship Id="rId301" Type="http://schemas.openxmlformats.org/officeDocument/2006/relationships/tags" Target="../tags/tag2157.xml"/><Relationship Id="rId322" Type="http://schemas.openxmlformats.org/officeDocument/2006/relationships/tags" Target="../tags/tag2178.xml"/><Relationship Id="rId343" Type="http://schemas.openxmlformats.org/officeDocument/2006/relationships/tags" Target="../tags/tag2199.xml"/><Relationship Id="rId364" Type="http://schemas.openxmlformats.org/officeDocument/2006/relationships/tags" Target="../tags/tag2220.xml"/><Relationship Id="rId61" Type="http://schemas.openxmlformats.org/officeDocument/2006/relationships/tags" Target="../tags/tag1917.xml"/><Relationship Id="rId82" Type="http://schemas.openxmlformats.org/officeDocument/2006/relationships/tags" Target="../tags/tag1938.xml"/><Relationship Id="rId199" Type="http://schemas.openxmlformats.org/officeDocument/2006/relationships/tags" Target="../tags/tag2055.xml"/><Relationship Id="rId203" Type="http://schemas.openxmlformats.org/officeDocument/2006/relationships/tags" Target="../tags/tag2059.xml"/><Relationship Id="rId385" Type="http://schemas.openxmlformats.org/officeDocument/2006/relationships/tags" Target="../tags/tag2241.xml"/><Relationship Id="rId19" Type="http://schemas.openxmlformats.org/officeDocument/2006/relationships/tags" Target="../tags/tag1875.xml"/><Relationship Id="rId224" Type="http://schemas.openxmlformats.org/officeDocument/2006/relationships/tags" Target="../tags/tag2080.xml"/><Relationship Id="rId245" Type="http://schemas.openxmlformats.org/officeDocument/2006/relationships/tags" Target="../tags/tag2101.xml"/><Relationship Id="rId266" Type="http://schemas.openxmlformats.org/officeDocument/2006/relationships/tags" Target="../tags/tag2122.xml"/><Relationship Id="rId287" Type="http://schemas.openxmlformats.org/officeDocument/2006/relationships/tags" Target="../tags/tag2143.xml"/><Relationship Id="rId410" Type="http://schemas.openxmlformats.org/officeDocument/2006/relationships/tags" Target="../tags/tag2266.xml"/><Relationship Id="rId431" Type="http://schemas.openxmlformats.org/officeDocument/2006/relationships/tags" Target="../tags/tag2287.xml"/><Relationship Id="rId452" Type="http://schemas.openxmlformats.org/officeDocument/2006/relationships/image" Target="../media/image1.png"/><Relationship Id="rId30" Type="http://schemas.openxmlformats.org/officeDocument/2006/relationships/tags" Target="../tags/tag1886.xml"/><Relationship Id="rId105" Type="http://schemas.openxmlformats.org/officeDocument/2006/relationships/tags" Target="../tags/tag1961.xml"/><Relationship Id="rId126" Type="http://schemas.openxmlformats.org/officeDocument/2006/relationships/tags" Target="../tags/tag1982.xml"/><Relationship Id="rId147" Type="http://schemas.openxmlformats.org/officeDocument/2006/relationships/tags" Target="../tags/tag2003.xml"/><Relationship Id="rId168" Type="http://schemas.openxmlformats.org/officeDocument/2006/relationships/tags" Target="../tags/tag2024.xml"/><Relationship Id="rId312" Type="http://schemas.openxmlformats.org/officeDocument/2006/relationships/tags" Target="../tags/tag2168.xml"/><Relationship Id="rId333" Type="http://schemas.openxmlformats.org/officeDocument/2006/relationships/tags" Target="../tags/tag2189.xml"/><Relationship Id="rId354" Type="http://schemas.openxmlformats.org/officeDocument/2006/relationships/tags" Target="../tags/tag2210.xml"/><Relationship Id="rId51" Type="http://schemas.openxmlformats.org/officeDocument/2006/relationships/tags" Target="../tags/tag1907.xml"/><Relationship Id="rId72" Type="http://schemas.openxmlformats.org/officeDocument/2006/relationships/tags" Target="../tags/tag1928.xml"/><Relationship Id="rId93" Type="http://schemas.openxmlformats.org/officeDocument/2006/relationships/tags" Target="../tags/tag1949.xml"/><Relationship Id="rId189" Type="http://schemas.openxmlformats.org/officeDocument/2006/relationships/tags" Target="../tags/tag2045.xml"/><Relationship Id="rId375" Type="http://schemas.openxmlformats.org/officeDocument/2006/relationships/tags" Target="../tags/tag2231.xml"/><Relationship Id="rId396" Type="http://schemas.openxmlformats.org/officeDocument/2006/relationships/tags" Target="../tags/tag2252.xml"/><Relationship Id="rId3" Type="http://schemas.openxmlformats.org/officeDocument/2006/relationships/tags" Target="../tags/tag1859.xml"/><Relationship Id="rId214" Type="http://schemas.openxmlformats.org/officeDocument/2006/relationships/tags" Target="../tags/tag2070.xml"/><Relationship Id="rId235" Type="http://schemas.openxmlformats.org/officeDocument/2006/relationships/tags" Target="../tags/tag2091.xml"/><Relationship Id="rId256" Type="http://schemas.openxmlformats.org/officeDocument/2006/relationships/tags" Target="../tags/tag2112.xml"/><Relationship Id="rId277" Type="http://schemas.openxmlformats.org/officeDocument/2006/relationships/tags" Target="../tags/tag2133.xml"/><Relationship Id="rId298" Type="http://schemas.openxmlformats.org/officeDocument/2006/relationships/tags" Target="../tags/tag2154.xml"/><Relationship Id="rId400" Type="http://schemas.openxmlformats.org/officeDocument/2006/relationships/tags" Target="../tags/tag2256.xml"/><Relationship Id="rId421" Type="http://schemas.openxmlformats.org/officeDocument/2006/relationships/tags" Target="../tags/tag2277.xml"/><Relationship Id="rId442" Type="http://schemas.openxmlformats.org/officeDocument/2006/relationships/tags" Target="../tags/tag2298.xml"/><Relationship Id="rId116" Type="http://schemas.openxmlformats.org/officeDocument/2006/relationships/tags" Target="../tags/tag1972.xml"/><Relationship Id="rId137" Type="http://schemas.openxmlformats.org/officeDocument/2006/relationships/tags" Target="../tags/tag1993.xml"/><Relationship Id="rId158" Type="http://schemas.openxmlformats.org/officeDocument/2006/relationships/tags" Target="../tags/tag2014.xml"/><Relationship Id="rId302" Type="http://schemas.openxmlformats.org/officeDocument/2006/relationships/tags" Target="../tags/tag2158.xml"/><Relationship Id="rId323" Type="http://schemas.openxmlformats.org/officeDocument/2006/relationships/tags" Target="../tags/tag2179.xml"/><Relationship Id="rId344" Type="http://schemas.openxmlformats.org/officeDocument/2006/relationships/tags" Target="../tags/tag2200.xml"/><Relationship Id="rId20" Type="http://schemas.openxmlformats.org/officeDocument/2006/relationships/tags" Target="../tags/tag1876.xml"/><Relationship Id="rId41" Type="http://schemas.openxmlformats.org/officeDocument/2006/relationships/tags" Target="../tags/tag1897.xml"/><Relationship Id="rId62" Type="http://schemas.openxmlformats.org/officeDocument/2006/relationships/tags" Target="../tags/tag1918.xml"/><Relationship Id="rId83" Type="http://schemas.openxmlformats.org/officeDocument/2006/relationships/tags" Target="../tags/tag1939.xml"/><Relationship Id="rId179" Type="http://schemas.openxmlformats.org/officeDocument/2006/relationships/tags" Target="../tags/tag2035.xml"/><Relationship Id="rId365" Type="http://schemas.openxmlformats.org/officeDocument/2006/relationships/tags" Target="../tags/tag2221.xml"/><Relationship Id="rId386" Type="http://schemas.openxmlformats.org/officeDocument/2006/relationships/tags" Target="../tags/tag2242.xml"/><Relationship Id="rId190" Type="http://schemas.openxmlformats.org/officeDocument/2006/relationships/tags" Target="../tags/tag2046.xml"/><Relationship Id="rId204" Type="http://schemas.openxmlformats.org/officeDocument/2006/relationships/tags" Target="../tags/tag2060.xml"/><Relationship Id="rId225" Type="http://schemas.openxmlformats.org/officeDocument/2006/relationships/tags" Target="../tags/tag2081.xml"/><Relationship Id="rId246" Type="http://schemas.openxmlformats.org/officeDocument/2006/relationships/tags" Target="../tags/tag2102.xml"/><Relationship Id="rId267" Type="http://schemas.openxmlformats.org/officeDocument/2006/relationships/tags" Target="../tags/tag2123.xml"/><Relationship Id="rId288" Type="http://schemas.openxmlformats.org/officeDocument/2006/relationships/tags" Target="../tags/tag2144.xml"/><Relationship Id="rId411" Type="http://schemas.openxmlformats.org/officeDocument/2006/relationships/tags" Target="../tags/tag2267.xml"/><Relationship Id="rId432" Type="http://schemas.openxmlformats.org/officeDocument/2006/relationships/tags" Target="../tags/tag2288.xml"/><Relationship Id="rId106" Type="http://schemas.openxmlformats.org/officeDocument/2006/relationships/tags" Target="../tags/tag1962.xml"/><Relationship Id="rId127" Type="http://schemas.openxmlformats.org/officeDocument/2006/relationships/tags" Target="../tags/tag1983.xml"/><Relationship Id="rId313" Type="http://schemas.openxmlformats.org/officeDocument/2006/relationships/tags" Target="../tags/tag2169.xml"/><Relationship Id="rId10" Type="http://schemas.openxmlformats.org/officeDocument/2006/relationships/tags" Target="../tags/tag1866.xml"/><Relationship Id="rId31" Type="http://schemas.openxmlformats.org/officeDocument/2006/relationships/tags" Target="../tags/tag1887.xml"/><Relationship Id="rId52" Type="http://schemas.openxmlformats.org/officeDocument/2006/relationships/tags" Target="../tags/tag1908.xml"/><Relationship Id="rId73" Type="http://schemas.openxmlformats.org/officeDocument/2006/relationships/tags" Target="../tags/tag1929.xml"/><Relationship Id="rId94" Type="http://schemas.openxmlformats.org/officeDocument/2006/relationships/tags" Target="../tags/tag1950.xml"/><Relationship Id="rId148" Type="http://schemas.openxmlformats.org/officeDocument/2006/relationships/tags" Target="../tags/tag2004.xml"/><Relationship Id="rId169" Type="http://schemas.openxmlformats.org/officeDocument/2006/relationships/tags" Target="../tags/tag2025.xml"/><Relationship Id="rId334" Type="http://schemas.openxmlformats.org/officeDocument/2006/relationships/tags" Target="../tags/tag2190.xml"/><Relationship Id="rId355" Type="http://schemas.openxmlformats.org/officeDocument/2006/relationships/tags" Target="../tags/tag2211.xml"/><Relationship Id="rId376" Type="http://schemas.openxmlformats.org/officeDocument/2006/relationships/tags" Target="../tags/tag2232.xml"/><Relationship Id="rId397" Type="http://schemas.openxmlformats.org/officeDocument/2006/relationships/tags" Target="../tags/tag2253.xml"/><Relationship Id="rId4" Type="http://schemas.openxmlformats.org/officeDocument/2006/relationships/tags" Target="../tags/tag1860.xml"/><Relationship Id="rId180" Type="http://schemas.openxmlformats.org/officeDocument/2006/relationships/tags" Target="../tags/tag2036.xml"/><Relationship Id="rId215" Type="http://schemas.openxmlformats.org/officeDocument/2006/relationships/tags" Target="../tags/tag2071.xml"/><Relationship Id="rId236" Type="http://schemas.openxmlformats.org/officeDocument/2006/relationships/tags" Target="../tags/tag2092.xml"/><Relationship Id="rId257" Type="http://schemas.openxmlformats.org/officeDocument/2006/relationships/tags" Target="../tags/tag2113.xml"/><Relationship Id="rId278" Type="http://schemas.openxmlformats.org/officeDocument/2006/relationships/tags" Target="../tags/tag2134.xml"/><Relationship Id="rId401" Type="http://schemas.openxmlformats.org/officeDocument/2006/relationships/tags" Target="../tags/tag2257.xml"/><Relationship Id="rId422" Type="http://schemas.openxmlformats.org/officeDocument/2006/relationships/tags" Target="../tags/tag2278.xml"/><Relationship Id="rId443" Type="http://schemas.openxmlformats.org/officeDocument/2006/relationships/tags" Target="../tags/tag2299.xml"/><Relationship Id="rId303" Type="http://schemas.openxmlformats.org/officeDocument/2006/relationships/tags" Target="../tags/tag2159.xml"/><Relationship Id="rId42" Type="http://schemas.openxmlformats.org/officeDocument/2006/relationships/tags" Target="../tags/tag1898.xml"/><Relationship Id="rId84" Type="http://schemas.openxmlformats.org/officeDocument/2006/relationships/tags" Target="../tags/tag1940.xml"/><Relationship Id="rId138" Type="http://schemas.openxmlformats.org/officeDocument/2006/relationships/tags" Target="../tags/tag1994.xml"/><Relationship Id="rId345" Type="http://schemas.openxmlformats.org/officeDocument/2006/relationships/tags" Target="../tags/tag2201.xml"/><Relationship Id="rId387" Type="http://schemas.openxmlformats.org/officeDocument/2006/relationships/tags" Target="../tags/tag2243.xml"/><Relationship Id="rId191" Type="http://schemas.openxmlformats.org/officeDocument/2006/relationships/tags" Target="../tags/tag2047.xml"/><Relationship Id="rId205" Type="http://schemas.openxmlformats.org/officeDocument/2006/relationships/tags" Target="../tags/tag2061.xml"/><Relationship Id="rId247" Type="http://schemas.openxmlformats.org/officeDocument/2006/relationships/tags" Target="../tags/tag2103.xml"/><Relationship Id="rId412" Type="http://schemas.openxmlformats.org/officeDocument/2006/relationships/tags" Target="../tags/tag2268.xml"/><Relationship Id="rId107" Type="http://schemas.openxmlformats.org/officeDocument/2006/relationships/tags" Target="../tags/tag1963.xml"/><Relationship Id="rId289" Type="http://schemas.openxmlformats.org/officeDocument/2006/relationships/tags" Target="../tags/tag2145.xml"/><Relationship Id="rId11" Type="http://schemas.openxmlformats.org/officeDocument/2006/relationships/tags" Target="../tags/tag1867.xml"/><Relationship Id="rId53" Type="http://schemas.openxmlformats.org/officeDocument/2006/relationships/tags" Target="../tags/tag1909.xml"/><Relationship Id="rId149" Type="http://schemas.openxmlformats.org/officeDocument/2006/relationships/tags" Target="../tags/tag2005.xml"/><Relationship Id="rId314" Type="http://schemas.openxmlformats.org/officeDocument/2006/relationships/tags" Target="../tags/tag2170.xml"/><Relationship Id="rId356" Type="http://schemas.openxmlformats.org/officeDocument/2006/relationships/tags" Target="../tags/tag2212.xml"/><Relationship Id="rId398" Type="http://schemas.openxmlformats.org/officeDocument/2006/relationships/tags" Target="../tags/tag2254.xml"/><Relationship Id="rId95" Type="http://schemas.openxmlformats.org/officeDocument/2006/relationships/tags" Target="../tags/tag1951.xml"/><Relationship Id="rId160" Type="http://schemas.openxmlformats.org/officeDocument/2006/relationships/tags" Target="../tags/tag2016.xml"/><Relationship Id="rId216" Type="http://schemas.openxmlformats.org/officeDocument/2006/relationships/tags" Target="../tags/tag2072.xml"/><Relationship Id="rId423" Type="http://schemas.openxmlformats.org/officeDocument/2006/relationships/tags" Target="../tags/tag2279.xml"/><Relationship Id="rId258" Type="http://schemas.openxmlformats.org/officeDocument/2006/relationships/tags" Target="../tags/tag2114.xml"/><Relationship Id="rId22" Type="http://schemas.openxmlformats.org/officeDocument/2006/relationships/tags" Target="../tags/tag1878.xml"/><Relationship Id="rId64" Type="http://schemas.openxmlformats.org/officeDocument/2006/relationships/tags" Target="../tags/tag1920.xml"/><Relationship Id="rId118" Type="http://schemas.openxmlformats.org/officeDocument/2006/relationships/tags" Target="../tags/tag1974.xml"/><Relationship Id="rId325" Type="http://schemas.openxmlformats.org/officeDocument/2006/relationships/tags" Target="../tags/tag2181.xml"/><Relationship Id="rId367" Type="http://schemas.openxmlformats.org/officeDocument/2006/relationships/tags" Target="../tags/tag2223.xml"/><Relationship Id="rId171" Type="http://schemas.openxmlformats.org/officeDocument/2006/relationships/tags" Target="../tags/tag2027.xml"/><Relationship Id="rId227" Type="http://schemas.openxmlformats.org/officeDocument/2006/relationships/tags" Target="../tags/tag2083.xml"/><Relationship Id="rId269" Type="http://schemas.openxmlformats.org/officeDocument/2006/relationships/tags" Target="../tags/tag2125.xml"/><Relationship Id="rId434" Type="http://schemas.openxmlformats.org/officeDocument/2006/relationships/tags" Target="../tags/tag2290.xml"/><Relationship Id="rId33" Type="http://schemas.openxmlformats.org/officeDocument/2006/relationships/tags" Target="../tags/tag1889.xml"/><Relationship Id="rId129" Type="http://schemas.openxmlformats.org/officeDocument/2006/relationships/tags" Target="../tags/tag1985.xml"/><Relationship Id="rId280" Type="http://schemas.openxmlformats.org/officeDocument/2006/relationships/tags" Target="../tags/tag2136.xml"/><Relationship Id="rId336" Type="http://schemas.openxmlformats.org/officeDocument/2006/relationships/tags" Target="../tags/tag2192.xml"/><Relationship Id="rId75" Type="http://schemas.openxmlformats.org/officeDocument/2006/relationships/tags" Target="../tags/tag1931.xml"/><Relationship Id="rId140" Type="http://schemas.openxmlformats.org/officeDocument/2006/relationships/tags" Target="../tags/tag1996.xml"/><Relationship Id="rId182" Type="http://schemas.openxmlformats.org/officeDocument/2006/relationships/tags" Target="../tags/tag2038.xml"/><Relationship Id="rId378" Type="http://schemas.openxmlformats.org/officeDocument/2006/relationships/tags" Target="../tags/tag2234.xml"/><Relationship Id="rId403" Type="http://schemas.openxmlformats.org/officeDocument/2006/relationships/tags" Target="../tags/tag2259.xml"/><Relationship Id="rId6" Type="http://schemas.openxmlformats.org/officeDocument/2006/relationships/tags" Target="../tags/tag1862.xml"/><Relationship Id="rId238" Type="http://schemas.openxmlformats.org/officeDocument/2006/relationships/tags" Target="../tags/tag2094.xml"/><Relationship Id="rId445" Type="http://schemas.openxmlformats.org/officeDocument/2006/relationships/tags" Target="../tags/tag2301.xml"/><Relationship Id="rId291" Type="http://schemas.openxmlformats.org/officeDocument/2006/relationships/tags" Target="../tags/tag2147.xml"/><Relationship Id="rId305" Type="http://schemas.openxmlformats.org/officeDocument/2006/relationships/tags" Target="../tags/tag2161.xml"/><Relationship Id="rId347" Type="http://schemas.openxmlformats.org/officeDocument/2006/relationships/tags" Target="../tags/tag2203.xml"/><Relationship Id="rId44" Type="http://schemas.openxmlformats.org/officeDocument/2006/relationships/tags" Target="../tags/tag1900.xml"/><Relationship Id="rId86" Type="http://schemas.openxmlformats.org/officeDocument/2006/relationships/tags" Target="../tags/tag1942.xml"/><Relationship Id="rId151" Type="http://schemas.openxmlformats.org/officeDocument/2006/relationships/tags" Target="../tags/tag2007.xml"/><Relationship Id="rId389" Type="http://schemas.openxmlformats.org/officeDocument/2006/relationships/tags" Target="../tags/tag2245.xml"/><Relationship Id="rId193" Type="http://schemas.openxmlformats.org/officeDocument/2006/relationships/tags" Target="../tags/tag2049.xml"/><Relationship Id="rId207" Type="http://schemas.openxmlformats.org/officeDocument/2006/relationships/tags" Target="../tags/tag2063.xml"/><Relationship Id="rId249" Type="http://schemas.openxmlformats.org/officeDocument/2006/relationships/tags" Target="../tags/tag2105.xml"/><Relationship Id="rId414" Type="http://schemas.openxmlformats.org/officeDocument/2006/relationships/tags" Target="../tags/tag2270.xml"/><Relationship Id="rId13" Type="http://schemas.openxmlformats.org/officeDocument/2006/relationships/tags" Target="../tags/tag1869.xml"/><Relationship Id="rId109" Type="http://schemas.openxmlformats.org/officeDocument/2006/relationships/tags" Target="../tags/tag1965.xml"/><Relationship Id="rId260" Type="http://schemas.openxmlformats.org/officeDocument/2006/relationships/tags" Target="../tags/tag2116.xml"/><Relationship Id="rId316" Type="http://schemas.openxmlformats.org/officeDocument/2006/relationships/tags" Target="../tags/tag2172.xml"/><Relationship Id="rId55" Type="http://schemas.openxmlformats.org/officeDocument/2006/relationships/tags" Target="../tags/tag1911.xml"/><Relationship Id="rId97" Type="http://schemas.openxmlformats.org/officeDocument/2006/relationships/tags" Target="../tags/tag1953.xml"/><Relationship Id="rId120" Type="http://schemas.openxmlformats.org/officeDocument/2006/relationships/tags" Target="../tags/tag1976.xml"/><Relationship Id="rId358" Type="http://schemas.openxmlformats.org/officeDocument/2006/relationships/tags" Target="../tags/tag2214.xml"/><Relationship Id="rId162" Type="http://schemas.openxmlformats.org/officeDocument/2006/relationships/tags" Target="../tags/tag2018.xml"/><Relationship Id="rId218" Type="http://schemas.openxmlformats.org/officeDocument/2006/relationships/tags" Target="../tags/tag2074.xml"/><Relationship Id="rId425" Type="http://schemas.openxmlformats.org/officeDocument/2006/relationships/tags" Target="../tags/tag2281.xml"/><Relationship Id="rId271" Type="http://schemas.openxmlformats.org/officeDocument/2006/relationships/tags" Target="../tags/tag2127.xml"/><Relationship Id="rId24" Type="http://schemas.openxmlformats.org/officeDocument/2006/relationships/tags" Target="../tags/tag1880.xml"/><Relationship Id="rId66" Type="http://schemas.openxmlformats.org/officeDocument/2006/relationships/tags" Target="../tags/tag1922.xml"/><Relationship Id="rId131" Type="http://schemas.openxmlformats.org/officeDocument/2006/relationships/tags" Target="../tags/tag1987.xml"/><Relationship Id="rId327" Type="http://schemas.openxmlformats.org/officeDocument/2006/relationships/tags" Target="../tags/tag2183.xml"/><Relationship Id="rId369" Type="http://schemas.openxmlformats.org/officeDocument/2006/relationships/tags" Target="../tags/tag2225.xml"/><Relationship Id="rId173" Type="http://schemas.openxmlformats.org/officeDocument/2006/relationships/tags" Target="../tags/tag2029.xml"/><Relationship Id="rId229" Type="http://schemas.openxmlformats.org/officeDocument/2006/relationships/tags" Target="../tags/tag2085.xml"/><Relationship Id="rId380" Type="http://schemas.openxmlformats.org/officeDocument/2006/relationships/tags" Target="../tags/tag2236.xml"/><Relationship Id="rId436" Type="http://schemas.openxmlformats.org/officeDocument/2006/relationships/tags" Target="../tags/tag2292.xml"/><Relationship Id="rId240" Type="http://schemas.openxmlformats.org/officeDocument/2006/relationships/tags" Target="../tags/tag2096.xml"/><Relationship Id="rId35" Type="http://schemas.openxmlformats.org/officeDocument/2006/relationships/tags" Target="../tags/tag1891.xml"/><Relationship Id="rId77" Type="http://schemas.openxmlformats.org/officeDocument/2006/relationships/tags" Target="../tags/tag1933.xml"/><Relationship Id="rId100" Type="http://schemas.openxmlformats.org/officeDocument/2006/relationships/tags" Target="../tags/tag1956.xml"/><Relationship Id="rId282" Type="http://schemas.openxmlformats.org/officeDocument/2006/relationships/tags" Target="../tags/tag2138.xml"/><Relationship Id="rId338" Type="http://schemas.openxmlformats.org/officeDocument/2006/relationships/tags" Target="../tags/tag2194.xml"/><Relationship Id="rId8" Type="http://schemas.openxmlformats.org/officeDocument/2006/relationships/tags" Target="../tags/tag1864.xml"/><Relationship Id="rId142" Type="http://schemas.openxmlformats.org/officeDocument/2006/relationships/tags" Target="../tags/tag1998.xml"/><Relationship Id="rId184" Type="http://schemas.openxmlformats.org/officeDocument/2006/relationships/tags" Target="../tags/tag2040.xml"/><Relationship Id="rId391" Type="http://schemas.openxmlformats.org/officeDocument/2006/relationships/tags" Target="../tags/tag2247.xml"/><Relationship Id="rId405" Type="http://schemas.openxmlformats.org/officeDocument/2006/relationships/tags" Target="../tags/tag2261.xml"/><Relationship Id="rId447" Type="http://schemas.openxmlformats.org/officeDocument/2006/relationships/tags" Target="../tags/tag2303.xml"/><Relationship Id="rId251" Type="http://schemas.openxmlformats.org/officeDocument/2006/relationships/tags" Target="../tags/tag2107.xml"/><Relationship Id="rId46" Type="http://schemas.openxmlformats.org/officeDocument/2006/relationships/tags" Target="../tags/tag1902.xml"/><Relationship Id="rId293" Type="http://schemas.openxmlformats.org/officeDocument/2006/relationships/tags" Target="../tags/tag2149.xml"/><Relationship Id="rId307" Type="http://schemas.openxmlformats.org/officeDocument/2006/relationships/tags" Target="../tags/tag2163.xml"/><Relationship Id="rId349" Type="http://schemas.openxmlformats.org/officeDocument/2006/relationships/tags" Target="../tags/tag2205.xml"/><Relationship Id="rId88" Type="http://schemas.openxmlformats.org/officeDocument/2006/relationships/tags" Target="../tags/tag1944.xml"/><Relationship Id="rId111" Type="http://schemas.openxmlformats.org/officeDocument/2006/relationships/tags" Target="../tags/tag1967.xml"/><Relationship Id="rId153" Type="http://schemas.openxmlformats.org/officeDocument/2006/relationships/tags" Target="../tags/tag2009.xml"/><Relationship Id="rId195" Type="http://schemas.openxmlformats.org/officeDocument/2006/relationships/tags" Target="../tags/tag2051.xml"/><Relationship Id="rId209" Type="http://schemas.openxmlformats.org/officeDocument/2006/relationships/tags" Target="../tags/tag2065.xml"/><Relationship Id="rId360" Type="http://schemas.openxmlformats.org/officeDocument/2006/relationships/tags" Target="../tags/tag2216.xml"/><Relationship Id="rId416" Type="http://schemas.openxmlformats.org/officeDocument/2006/relationships/tags" Target="../tags/tag2272.xml"/><Relationship Id="rId220" Type="http://schemas.openxmlformats.org/officeDocument/2006/relationships/tags" Target="../tags/tag2076.xml"/><Relationship Id="rId15" Type="http://schemas.openxmlformats.org/officeDocument/2006/relationships/tags" Target="../tags/tag1871.xml"/><Relationship Id="rId57" Type="http://schemas.openxmlformats.org/officeDocument/2006/relationships/tags" Target="../tags/tag1913.xml"/><Relationship Id="rId262" Type="http://schemas.openxmlformats.org/officeDocument/2006/relationships/tags" Target="../tags/tag2118.xml"/><Relationship Id="rId318" Type="http://schemas.openxmlformats.org/officeDocument/2006/relationships/tags" Target="../tags/tag2174.xml"/><Relationship Id="rId99" Type="http://schemas.openxmlformats.org/officeDocument/2006/relationships/tags" Target="../tags/tag1955.xml"/><Relationship Id="rId122" Type="http://schemas.openxmlformats.org/officeDocument/2006/relationships/tags" Target="../tags/tag1978.xml"/><Relationship Id="rId164" Type="http://schemas.openxmlformats.org/officeDocument/2006/relationships/tags" Target="../tags/tag2020.xml"/><Relationship Id="rId371" Type="http://schemas.openxmlformats.org/officeDocument/2006/relationships/tags" Target="../tags/tag2227.xml"/><Relationship Id="rId427" Type="http://schemas.openxmlformats.org/officeDocument/2006/relationships/tags" Target="../tags/tag2283.xml"/><Relationship Id="rId26" Type="http://schemas.openxmlformats.org/officeDocument/2006/relationships/tags" Target="../tags/tag1882.xml"/><Relationship Id="rId231" Type="http://schemas.openxmlformats.org/officeDocument/2006/relationships/tags" Target="../tags/tag2087.xml"/><Relationship Id="rId273" Type="http://schemas.openxmlformats.org/officeDocument/2006/relationships/tags" Target="../tags/tag2129.xml"/><Relationship Id="rId329" Type="http://schemas.openxmlformats.org/officeDocument/2006/relationships/tags" Target="../tags/tag2185.xml"/><Relationship Id="rId68" Type="http://schemas.openxmlformats.org/officeDocument/2006/relationships/tags" Target="../tags/tag1924.xml"/><Relationship Id="rId133" Type="http://schemas.openxmlformats.org/officeDocument/2006/relationships/tags" Target="../tags/tag1989.xml"/><Relationship Id="rId175" Type="http://schemas.openxmlformats.org/officeDocument/2006/relationships/tags" Target="../tags/tag2031.xml"/><Relationship Id="rId340" Type="http://schemas.openxmlformats.org/officeDocument/2006/relationships/tags" Target="../tags/tag2196.xml"/><Relationship Id="rId200" Type="http://schemas.openxmlformats.org/officeDocument/2006/relationships/tags" Target="../tags/tag2056.xml"/><Relationship Id="rId382" Type="http://schemas.openxmlformats.org/officeDocument/2006/relationships/tags" Target="../tags/tag2238.xml"/><Relationship Id="rId438" Type="http://schemas.openxmlformats.org/officeDocument/2006/relationships/tags" Target="../tags/tag2294.xml"/><Relationship Id="rId242" Type="http://schemas.openxmlformats.org/officeDocument/2006/relationships/tags" Target="../tags/tag2098.xml"/><Relationship Id="rId284" Type="http://schemas.openxmlformats.org/officeDocument/2006/relationships/tags" Target="../tags/tag2140.xml"/><Relationship Id="rId37" Type="http://schemas.openxmlformats.org/officeDocument/2006/relationships/tags" Target="../tags/tag1893.xml"/><Relationship Id="rId79" Type="http://schemas.openxmlformats.org/officeDocument/2006/relationships/tags" Target="../tags/tag1935.xml"/><Relationship Id="rId102" Type="http://schemas.openxmlformats.org/officeDocument/2006/relationships/tags" Target="../tags/tag1958.xml"/><Relationship Id="rId144" Type="http://schemas.openxmlformats.org/officeDocument/2006/relationships/tags" Target="../tags/tag2000.xml"/><Relationship Id="rId90" Type="http://schemas.openxmlformats.org/officeDocument/2006/relationships/tags" Target="../tags/tag1946.xml"/><Relationship Id="rId186" Type="http://schemas.openxmlformats.org/officeDocument/2006/relationships/tags" Target="../tags/tag2042.xml"/><Relationship Id="rId351" Type="http://schemas.openxmlformats.org/officeDocument/2006/relationships/tags" Target="../tags/tag2207.xml"/><Relationship Id="rId393" Type="http://schemas.openxmlformats.org/officeDocument/2006/relationships/tags" Target="../tags/tag2249.xml"/><Relationship Id="rId407" Type="http://schemas.openxmlformats.org/officeDocument/2006/relationships/tags" Target="../tags/tag2263.xml"/><Relationship Id="rId449" Type="http://schemas.openxmlformats.org/officeDocument/2006/relationships/tags" Target="../tags/tag2305.xml"/><Relationship Id="rId211" Type="http://schemas.openxmlformats.org/officeDocument/2006/relationships/tags" Target="../tags/tag2067.xml"/><Relationship Id="rId253" Type="http://schemas.openxmlformats.org/officeDocument/2006/relationships/tags" Target="../tags/tag2109.xml"/><Relationship Id="rId295" Type="http://schemas.openxmlformats.org/officeDocument/2006/relationships/tags" Target="../tags/tag2151.xml"/><Relationship Id="rId309" Type="http://schemas.openxmlformats.org/officeDocument/2006/relationships/tags" Target="../tags/tag2165.xml"/><Relationship Id="rId48" Type="http://schemas.openxmlformats.org/officeDocument/2006/relationships/tags" Target="../tags/tag1904.xml"/><Relationship Id="rId113" Type="http://schemas.openxmlformats.org/officeDocument/2006/relationships/tags" Target="../tags/tag1969.xml"/><Relationship Id="rId320" Type="http://schemas.openxmlformats.org/officeDocument/2006/relationships/tags" Target="../tags/tag2176.xml"/><Relationship Id="rId155" Type="http://schemas.openxmlformats.org/officeDocument/2006/relationships/tags" Target="../tags/tag2011.xml"/><Relationship Id="rId197" Type="http://schemas.openxmlformats.org/officeDocument/2006/relationships/tags" Target="../tags/tag2053.xml"/><Relationship Id="rId362" Type="http://schemas.openxmlformats.org/officeDocument/2006/relationships/tags" Target="../tags/tag2218.xml"/><Relationship Id="rId418" Type="http://schemas.openxmlformats.org/officeDocument/2006/relationships/tags" Target="../tags/tag2274.xml"/><Relationship Id="rId222" Type="http://schemas.openxmlformats.org/officeDocument/2006/relationships/tags" Target="../tags/tag2078.xml"/><Relationship Id="rId264" Type="http://schemas.openxmlformats.org/officeDocument/2006/relationships/tags" Target="../tags/tag2120.xml"/><Relationship Id="rId17" Type="http://schemas.openxmlformats.org/officeDocument/2006/relationships/tags" Target="../tags/tag1873.xml"/><Relationship Id="rId59" Type="http://schemas.openxmlformats.org/officeDocument/2006/relationships/tags" Target="../tags/tag1915.xml"/><Relationship Id="rId124" Type="http://schemas.openxmlformats.org/officeDocument/2006/relationships/tags" Target="../tags/tag1980.xml"/><Relationship Id="rId70" Type="http://schemas.openxmlformats.org/officeDocument/2006/relationships/tags" Target="../tags/tag1926.xml"/><Relationship Id="rId166" Type="http://schemas.openxmlformats.org/officeDocument/2006/relationships/tags" Target="../tags/tag2022.xml"/><Relationship Id="rId331" Type="http://schemas.openxmlformats.org/officeDocument/2006/relationships/tags" Target="../tags/tag2187.xml"/><Relationship Id="rId373" Type="http://schemas.openxmlformats.org/officeDocument/2006/relationships/tags" Target="../tags/tag2229.xml"/><Relationship Id="rId429" Type="http://schemas.openxmlformats.org/officeDocument/2006/relationships/tags" Target="../tags/tag2285.xml"/><Relationship Id="rId1" Type="http://schemas.openxmlformats.org/officeDocument/2006/relationships/tags" Target="../tags/tag1857.xml"/><Relationship Id="rId233" Type="http://schemas.openxmlformats.org/officeDocument/2006/relationships/tags" Target="../tags/tag2089.xml"/><Relationship Id="rId440" Type="http://schemas.openxmlformats.org/officeDocument/2006/relationships/tags" Target="../tags/tag2296.xml"/><Relationship Id="rId28" Type="http://schemas.openxmlformats.org/officeDocument/2006/relationships/tags" Target="../tags/tag1884.xml"/><Relationship Id="rId275" Type="http://schemas.openxmlformats.org/officeDocument/2006/relationships/tags" Target="../tags/tag2131.xml"/><Relationship Id="rId300" Type="http://schemas.openxmlformats.org/officeDocument/2006/relationships/tags" Target="../tags/tag2156.xml"/><Relationship Id="rId81" Type="http://schemas.openxmlformats.org/officeDocument/2006/relationships/tags" Target="../tags/tag1937.xml"/><Relationship Id="rId135" Type="http://schemas.openxmlformats.org/officeDocument/2006/relationships/tags" Target="../tags/tag1991.xml"/><Relationship Id="rId177" Type="http://schemas.openxmlformats.org/officeDocument/2006/relationships/tags" Target="../tags/tag2033.xml"/><Relationship Id="rId342" Type="http://schemas.openxmlformats.org/officeDocument/2006/relationships/tags" Target="../tags/tag2198.xml"/><Relationship Id="rId384" Type="http://schemas.openxmlformats.org/officeDocument/2006/relationships/tags" Target="../tags/tag2240.xml"/><Relationship Id="rId202" Type="http://schemas.openxmlformats.org/officeDocument/2006/relationships/tags" Target="../tags/tag2058.xml"/><Relationship Id="rId244" Type="http://schemas.openxmlformats.org/officeDocument/2006/relationships/tags" Target="../tags/tag2100.xml"/><Relationship Id="rId39" Type="http://schemas.openxmlformats.org/officeDocument/2006/relationships/tags" Target="../tags/tag1895.xml"/><Relationship Id="rId286" Type="http://schemas.openxmlformats.org/officeDocument/2006/relationships/tags" Target="../tags/tag2142.xml"/><Relationship Id="rId451" Type="http://schemas.openxmlformats.org/officeDocument/2006/relationships/slideLayout" Target="../slideLayouts/slideLayout2.xml"/></Relationships>
</file>

<file path=ppt/slides/_rels/slide34.xml.rels><?xml version="1.0" encoding="UTF-8" standalone="yes"?>
<Relationships xmlns="http://schemas.openxmlformats.org/package/2006/relationships"><Relationship Id="rId117" Type="http://schemas.openxmlformats.org/officeDocument/2006/relationships/tags" Target="../tags/tag2423.xml"/><Relationship Id="rId299" Type="http://schemas.openxmlformats.org/officeDocument/2006/relationships/tags" Target="../tags/tag2605.xml"/><Relationship Id="rId21" Type="http://schemas.openxmlformats.org/officeDocument/2006/relationships/tags" Target="../tags/tag2327.xml"/><Relationship Id="rId63" Type="http://schemas.openxmlformats.org/officeDocument/2006/relationships/tags" Target="../tags/tag2369.xml"/><Relationship Id="rId159" Type="http://schemas.openxmlformats.org/officeDocument/2006/relationships/tags" Target="../tags/tag2465.xml"/><Relationship Id="rId324" Type="http://schemas.openxmlformats.org/officeDocument/2006/relationships/tags" Target="../tags/tag2630.xml"/><Relationship Id="rId366" Type="http://schemas.openxmlformats.org/officeDocument/2006/relationships/tags" Target="../tags/tag2672.xml"/><Relationship Id="rId170" Type="http://schemas.openxmlformats.org/officeDocument/2006/relationships/tags" Target="../tags/tag2476.xml"/><Relationship Id="rId226" Type="http://schemas.openxmlformats.org/officeDocument/2006/relationships/tags" Target="../tags/tag2532.xml"/><Relationship Id="rId433" Type="http://schemas.openxmlformats.org/officeDocument/2006/relationships/tags" Target="../tags/tag2739.xml"/><Relationship Id="rId268" Type="http://schemas.openxmlformats.org/officeDocument/2006/relationships/tags" Target="../tags/tag2574.xml"/><Relationship Id="rId32" Type="http://schemas.openxmlformats.org/officeDocument/2006/relationships/tags" Target="../tags/tag2338.xml"/><Relationship Id="rId74" Type="http://schemas.openxmlformats.org/officeDocument/2006/relationships/tags" Target="../tags/tag2380.xml"/><Relationship Id="rId128" Type="http://schemas.openxmlformats.org/officeDocument/2006/relationships/tags" Target="../tags/tag2434.xml"/><Relationship Id="rId335" Type="http://schemas.openxmlformats.org/officeDocument/2006/relationships/tags" Target="../tags/tag2641.xml"/><Relationship Id="rId377" Type="http://schemas.openxmlformats.org/officeDocument/2006/relationships/tags" Target="../tags/tag2683.xml"/><Relationship Id="rId5" Type="http://schemas.openxmlformats.org/officeDocument/2006/relationships/tags" Target="../tags/tag2311.xml"/><Relationship Id="rId181" Type="http://schemas.openxmlformats.org/officeDocument/2006/relationships/tags" Target="../tags/tag2487.xml"/><Relationship Id="rId237" Type="http://schemas.openxmlformats.org/officeDocument/2006/relationships/tags" Target="../tags/tag2543.xml"/><Relationship Id="rId402" Type="http://schemas.openxmlformats.org/officeDocument/2006/relationships/tags" Target="../tags/tag2708.xml"/><Relationship Id="rId279" Type="http://schemas.openxmlformats.org/officeDocument/2006/relationships/tags" Target="../tags/tag2585.xml"/><Relationship Id="rId444" Type="http://schemas.openxmlformats.org/officeDocument/2006/relationships/tags" Target="../tags/tag2750.xml"/><Relationship Id="rId43" Type="http://schemas.openxmlformats.org/officeDocument/2006/relationships/tags" Target="../tags/tag2349.xml"/><Relationship Id="rId139" Type="http://schemas.openxmlformats.org/officeDocument/2006/relationships/tags" Target="../tags/tag2445.xml"/><Relationship Id="rId290" Type="http://schemas.openxmlformats.org/officeDocument/2006/relationships/tags" Target="../tags/tag2596.xml"/><Relationship Id="rId304" Type="http://schemas.openxmlformats.org/officeDocument/2006/relationships/tags" Target="../tags/tag2610.xml"/><Relationship Id="rId346" Type="http://schemas.openxmlformats.org/officeDocument/2006/relationships/tags" Target="../tags/tag2652.xml"/><Relationship Id="rId388" Type="http://schemas.openxmlformats.org/officeDocument/2006/relationships/tags" Target="../tags/tag2694.xml"/><Relationship Id="rId85" Type="http://schemas.openxmlformats.org/officeDocument/2006/relationships/tags" Target="../tags/tag2391.xml"/><Relationship Id="rId150" Type="http://schemas.openxmlformats.org/officeDocument/2006/relationships/tags" Target="../tags/tag2456.xml"/><Relationship Id="rId192" Type="http://schemas.openxmlformats.org/officeDocument/2006/relationships/tags" Target="../tags/tag2498.xml"/><Relationship Id="rId206" Type="http://schemas.openxmlformats.org/officeDocument/2006/relationships/tags" Target="../tags/tag2512.xml"/><Relationship Id="rId413" Type="http://schemas.openxmlformats.org/officeDocument/2006/relationships/tags" Target="../tags/tag2719.xml"/><Relationship Id="rId248" Type="http://schemas.openxmlformats.org/officeDocument/2006/relationships/tags" Target="../tags/tag2554.xml"/><Relationship Id="rId12" Type="http://schemas.openxmlformats.org/officeDocument/2006/relationships/tags" Target="../tags/tag2318.xml"/><Relationship Id="rId108" Type="http://schemas.openxmlformats.org/officeDocument/2006/relationships/tags" Target="../tags/tag2414.xml"/><Relationship Id="rId315" Type="http://schemas.openxmlformats.org/officeDocument/2006/relationships/tags" Target="../tags/tag2621.xml"/><Relationship Id="rId357" Type="http://schemas.openxmlformats.org/officeDocument/2006/relationships/tags" Target="../tags/tag2663.xml"/><Relationship Id="rId54" Type="http://schemas.openxmlformats.org/officeDocument/2006/relationships/tags" Target="../tags/tag2360.xml"/><Relationship Id="rId96" Type="http://schemas.openxmlformats.org/officeDocument/2006/relationships/tags" Target="../tags/tag2402.xml"/><Relationship Id="rId161" Type="http://schemas.openxmlformats.org/officeDocument/2006/relationships/tags" Target="../tags/tag2467.xml"/><Relationship Id="rId217" Type="http://schemas.openxmlformats.org/officeDocument/2006/relationships/tags" Target="../tags/tag2523.xml"/><Relationship Id="rId399" Type="http://schemas.openxmlformats.org/officeDocument/2006/relationships/tags" Target="../tags/tag2705.xml"/><Relationship Id="rId259" Type="http://schemas.openxmlformats.org/officeDocument/2006/relationships/tags" Target="../tags/tag2565.xml"/><Relationship Id="rId424" Type="http://schemas.openxmlformats.org/officeDocument/2006/relationships/tags" Target="../tags/tag2730.xml"/><Relationship Id="rId23" Type="http://schemas.openxmlformats.org/officeDocument/2006/relationships/tags" Target="../tags/tag2329.xml"/><Relationship Id="rId119" Type="http://schemas.openxmlformats.org/officeDocument/2006/relationships/tags" Target="../tags/tag2425.xml"/><Relationship Id="rId270" Type="http://schemas.openxmlformats.org/officeDocument/2006/relationships/tags" Target="../tags/tag2576.xml"/><Relationship Id="rId326" Type="http://schemas.openxmlformats.org/officeDocument/2006/relationships/tags" Target="../tags/tag2632.xml"/><Relationship Id="rId65" Type="http://schemas.openxmlformats.org/officeDocument/2006/relationships/tags" Target="../tags/tag2371.xml"/><Relationship Id="rId130" Type="http://schemas.openxmlformats.org/officeDocument/2006/relationships/tags" Target="../tags/tag2436.xml"/><Relationship Id="rId368" Type="http://schemas.openxmlformats.org/officeDocument/2006/relationships/tags" Target="../tags/tag2674.xml"/><Relationship Id="rId172" Type="http://schemas.openxmlformats.org/officeDocument/2006/relationships/tags" Target="../tags/tag2478.xml"/><Relationship Id="rId228" Type="http://schemas.openxmlformats.org/officeDocument/2006/relationships/tags" Target="../tags/tag2534.xml"/><Relationship Id="rId435" Type="http://schemas.openxmlformats.org/officeDocument/2006/relationships/tags" Target="../tags/tag2741.xml"/><Relationship Id="rId281" Type="http://schemas.openxmlformats.org/officeDocument/2006/relationships/tags" Target="../tags/tag2587.xml"/><Relationship Id="rId337" Type="http://schemas.openxmlformats.org/officeDocument/2006/relationships/tags" Target="../tags/tag2643.xml"/><Relationship Id="rId34" Type="http://schemas.openxmlformats.org/officeDocument/2006/relationships/tags" Target="../tags/tag2340.xml"/><Relationship Id="rId76" Type="http://schemas.openxmlformats.org/officeDocument/2006/relationships/tags" Target="../tags/tag2382.xml"/><Relationship Id="rId141" Type="http://schemas.openxmlformats.org/officeDocument/2006/relationships/tags" Target="../tags/tag2447.xml"/><Relationship Id="rId379" Type="http://schemas.openxmlformats.org/officeDocument/2006/relationships/tags" Target="../tags/tag2685.xml"/><Relationship Id="rId7" Type="http://schemas.openxmlformats.org/officeDocument/2006/relationships/tags" Target="../tags/tag2313.xml"/><Relationship Id="rId183" Type="http://schemas.openxmlformats.org/officeDocument/2006/relationships/tags" Target="../tags/tag2489.xml"/><Relationship Id="rId239" Type="http://schemas.openxmlformats.org/officeDocument/2006/relationships/tags" Target="../tags/tag2545.xml"/><Relationship Id="rId390" Type="http://schemas.openxmlformats.org/officeDocument/2006/relationships/tags" Target="../tags/tag2696.xml"/><Relationship Id="rId404" Type="http://schemas.openxmlformats.org/officeDocument/2006/relationships/tags" Target="../tags/tag2710.xml"/><Relationship Id="rId446" Type="http://schemas.openxmlformats.org/officeDocument/2006/relationships/tags" Target="../tags/tag2752.xml"/><Relationship Id="rId250" Type="http://schemas.openxmlformats.org/officeDocument/2006/relationships/tags" Target="../tags/tag2556.xml"/><Relationship Id="rId292" Type="http://schemas.openxmlformats.org/officeDocument/2006/relationships/tags" Target="../tags/tag2598.xml"/><Relationship Id="rId306" Type="http://schemas.openxmlformats.org/officeDocument/2006/relationships/tags" Target="../tags/tag2612.xml"/><Relationship Id="rId45" Type="http://schemas.openxmlformats.org/officeDocument/2006/relationships/tags" Target="../tags/tag2351.xml"/><Relationship Id="rId87" Type="http://schemas.openxmlformats.org/officeDocument/2006/relationships/tags" Target="../tags/tag2393.xml"/><Relationship Id="rId110" Type="http://schemas.openxmlformats.org/officeDocument/2006/relationships/tags" Target="../tags/tag2416.xml"/><Relationship Id="rId348" Type="http://schemas.openxmlformats.org/officeDocument/2006/relationships/tags" Target="../tags/tag2654.xml"/><Relationship Id="rId152" Type="http://schemas.openxmlformats.org/officeDocument/2006/relationships/tags" Target="../tags/tag2458.xml"/><Relationship Id="rId194" Type="http://schemas.openxmlformats.org/officeDocument/2006/relationships/tags" Target="../tags/tag2500.xml"/><Relationship Id="rId208" Type="http://schemas.openxmlformats.org/officeDocument/2006/relationships/tags" Target="../tags/tag2514.xml"/><Relationship Id="rId415" Type="http://schemas.openxmlformats.org/officeDocument/2006/relationships/tags" Target="../tags/tag2721.xml"/><Relationship Id="rId261" Type="http://schemas.openxmlformats.org/officeDocument/2006/relationships/tags" Target="../tags/tag2567.xml"/><Relationship Id="rId14" Type="http://schemas.openxmlformats.org/officeDocument/2006/relationships/tags" Target="../tags/tag2320.xml"/><Relationship Id="rId56" Type="http://schemas.openxmlformats.org/officeDocument/2006/relationships/tags" Target="../tags/tag2362.xml"/><Relationship Id="rId317" Type="http://schemas.openxmlformats.org/officeDocument/2006/relationships/tags" Target="../tags/tag2623.xml"/><Relationship Id="rId359" Type="http://schemas.openxmlformats.org/officeDocument/2006/relationships/tags" Target="../tags/tag2665.xml"/><Relationship Id="rId98" Type="http://schemas.openxmlformats.org/officeDocument/2006/relationships/tags" Target="../tags/tag2404.xml"/><Relationship Id="rId121" Type="http://schemas.openxmlformats.org/officeDocument/2006/relationships/tags" Target="../tags/tag2427.xml"/><Relationship Id="rId163" Type="http://schemas.openxmlformats.org/officeDocument/2006/relationships/tags" Target="../tags/tag2469.xml"/><Relationship Id="rId219" Type="http://schemas.openxmlformats.org/officeDocument/2006/relationships/tags" Target="../tags/tag2525.xml"/><Relationship Id="rId370" Type="http://schemas.openxmlformats.org/officeDocument/2006/relationships/tags" Target="../tags/tag2676.xml"/><Relationship Id="rId426" Type="http://schemas.openxmlformats.org/officeDocument/2006/relationships/tags" Target="../tags/tag2732.xml"/><Relationship Id="rId230" Type="http://schemas.openxmlformats.org/officeDocument/2006/relationships/tags" Target="../tags/tag2536.xml"/><Relationship Id="rId25" Type="http://schemas.openxmlformats.org/officeDocument/2006/relationships/tags" Target="../tags/tag2331.xml"/><Relationship Id="rId67" Type="http://schemas.openxmlformats.org/officeDocument/2006/relationships/tags" Target="../tags/tag2373.xml"/><Relationship Id="rId272" Type="http://schemas.openxmlformats.org/officeDocument/2006/relationships/tags" Target="../tags/tag2578.xml"/><Relationship Id="rId328" Type="http://schemas.openxmlformats.org/officeDocument/2006/relationships/tags" Target="../tags/tag2634.xml"/><Relationship Id="rId132" Type="http://schemas.openxmlformats.org/officeDocument/2006/relationships/tags" Target="../tags/tag2438.xml"/><Relationship Id="rId174" Type="http://schemas.openxmlformats.org/officeDocument/2006/relationships/tags" Target="../tags/tag2480.xml"/><Relationship Id="rId381" Type="http://schemas.openxmlformats.org/officeDocument/2006/relationships/tags" Target="../tags/tag2687.xml"/><Relationship Id="rId241" Type="http://schemas.openxmlformats.org/officeDocument/2006/relationships/tags" Target="../tags/tag2547.xml"/><Relationship Id="rId437" Type="http://schemas.openxmlformats.org/officeDocument/2006/relationships/tags" Target="../tags/tag2743.xml"/><Relationship Id="rId36" Type="http://schemas.openxmlformats.org/officeDocument/2006/relationships/tags" Target="../tags/tag2342.xml"/><Relationship Id="rId283" Type="http://schemas.openxmlformats.org/officeDocument/2006/relationships/tags" Target="../tags/tag2589.xml"/><Relationship Id="rId339" Type="http://schemas.openxmlformats.org/officeDocument/2006/relationships/tags" Target="../tags/tag2645.xml"/><Relationship Id="rId78" Type="http://schemas.openxmlformats.org/officeDocument/2006/relationships/tags" Target="../tags/tag2384.xml"/><Relationship Id="rId101" Type="http://schemas.openxmlformats.org/officeDocument/2006/relationships/tags" Target="../tags/tag2407.xml"/><Relationship Id="rId143" Type="http://schemas.openxmlformats.org/officeDocument/2006/relationships/tags" Target="../tags/tag2449.xml"/><Relationship Id="rId185" Type="http://schemas.openxmlformats.org/officeDocument/2006/relationships/tags" Target="../tags/tag2491.xml"/><Relationship Id="rId350" Type="http://schemas.openxmlformats.org/officeDocument/2006/relationships/tags" Target="../tags/tag2656.xml"/><Relationship Id="rId406" Type="http://schemas.openxmlformats.org/officeDocument/2006/relationships/tags" Target="../tags/tag2712.xml"/><Relationship Id="rId9" Type="http://schemas.openxmlformats.org/officeDocument/2006/relationships/tags" Target="../tags/tag2315.xml"/><Relationship Id="rId210" Type="http://schemas.openxmlformats.org/officeDocument/2006/relationships/tags" Target="../tags/tag2516.xml"/><Relationship Id="rId392" Type="http://schemas.openxmlformats.org/officeDocument/2006/relationships/tags" Target="../tags/tag2698.xml"/><Relationship Id="rId448" Type="http://schemas.openxmlformats.org/officeDocument/2006/relationships/tags" Target="../tags/tag2754.xml"/><Relationship Id="rId252" Type="http://schemas.openxmlformats.org/officeDocument/2006/relationships/tags" Target="../tags/tag2558.xml"/><Relationship Id="rId294" Type="http://schemas.openxmlformats.org/officeDocument/2006/relationships/tags" Target="../tags/tag2600.xml"/><Relationship Id="rId308" Type="http://schemas.openxmlformats.org/officeDocument/2006/relationships/tags" Target="../tags/tag2614.xml"/><Relationship Id="rId47" Type="http://schemas.openxmlformats.org/officeDocument/2006/relationships/tags" Target="../tags/tag2353.xml"/><Relationship Id="rId89" Type="http://schemas.openxmlformats.org/officeDocument/2006/relationships/tags" Target="../tags/tag2395.xml"/><Relationship Id="rId112" Type="http://schemas.openxmlformats.org/officeDocument/2006/relationships/tags" Target="../tags/tag2418.xml"/><Relationship Id="rId154" Type="http://schemas.openxmlformats.org/officeDocument/2006/relationships/tags" Target="../tags/tag2460.xml"/><Relationship Id="rId361" Type="http://schemas.openxmlformats.org/officeDocument/2006/relationships/tags" Target="../tags/tag2667.xml"/><Relationship Id="rId196" Type="http://schemas.openxmlformats.org/officeDocument/2006/relationships/tags" Target="../tags/tag2502.xml"/><Relationship Id="rId417" Type="http://schemas.openxmlformats.org/officeDocument/2006/relationships/tags" Target="../tags/tag2723.xml"/><Relationship Id="rId16" Type="http://schemas.openxmlformats.org/officeDocument/2006/relationships/tags" Target="../tags/tag2322.xml"/><Relationship Id="rId221" Type="http://schemas.openxmlformats.org/officeDocument/2006/relationships/tags" Target="../tags/tag2527.xml"/><Relationship Id="rId263" Type="http://schemas.openxmlformats.org/officeDocument/2006/relationships/tags" Target="../tags/tag2569.xml"/><Relationship Id="rId319" Type="http://schemas.openxmlformats.org/officeDocument/2006/relationships/tags" Target="../tags/tag2625.xml"/><Relationship Id="rId58" Type="http://schemas.openxmlformats.org/officeDocument/2006/relationships/tags" Target="../tags/tag2364.xml"/><Relationship Id="rId123" Type="http://schemas.openxmlformats.org/officeDocument/2006/relationships/tags" Target="../tags/tag2429.xml"/><Relationship Id="rId330" Type="http://schemas.openxmlformats.org/officeDocument/2006/relationships/tags" Target="../tags/tag2636.xml"/><Relationship Id="rId165" Type="http://schemas.openxmlformats.org/officeDocument/2006/relationships/tags" Target="../tags/tag2471.xml"/><Relationship Id="rId372" Type="http://schemas.openxmlformats.org/officeDocument/2006/relationships/tags" Target="../tags/tag2678.xml"/><Relationship Id="rId428" Type="http://schemas.openxmlformats.org/officeDocument/2006/relationships/tags" Target="../tags/tag2734.xml"/><Relationship Id="rId232" Type="http://schemas.openxmlformats.org/officeDocument/2006/relationships/tags" Target="../tags/tag2538.xml"/><Relationship Id="rId274" Type="http://schemas.openxmlformats.org/officeDocument/2006/relationships/tags" Target="../tags/tag2580.xml"/><Relationship Id="rId27" Type="http://schemas.openxmlformats.org/officeDocument/2006/relationships/tags" Target="../tags/tag2333.xml"/><Relationship Id="rId69" Type="http://schemas.openxmlformats.org/officeDocument/2006/relationships/tags" Target="../tags/tag2375.xml"/><Relationship Id="rId134" Type="http://schemas.openxmlformats.org/officeDocument/2006/relationships/tags" Target="../tags/tag2440.xml"/><Relationship Id="rId80" Type="http://schemas.openxmlformats.org/officeDocument/2006/relationships/tags" Target="../tags/tag2386.xml"/><Relationship Id="rId176" Type="http://schemas.openxmlformats.org/officeDocument/2006/relationships/tags" Target="../tags/tag2482.xml"/><Relationship Id="rId341" Type="http://schemas.openxmlformats.org/officeDocument/2006/relationships/tags" Target="../tags/tag2647.xml"/><Relationship Id="rId383" Type="http://schemas.openxmlformats.org/officeDocument/2006/relationships/tags" Target="../tags/tag2689.xml"/><Relationship Id="rId439" Type="http://schemas.openxmlformats.org/officeDocument/2006/relationships/tags" Target="../tags/tag2745.xml"/><Relationship Id="rId201" Type="http://schemas.openxmlformats.org/officeDocument/2006/relationships/tags" Target="../tags/tag2507.xml"/><Relationship Id="rId243" Type="http://schemas.openxmlformats.org/officeDocument/2006/relationships/tags" Target="../tags/tag2549.xml"/><Relationship Id="rId285" Type="http://schemas.openxmlformats.org/officeDocument/2006/relationships/tags" Target="../tags/tag2591.xml"/><Relationship Id="rId450" Type="http://schemas.openxmlformats.org/officeDocument/2006/relationships/tags" Target="../tags/tag2756.xml"/><Relationship Id="rId38" Type="http://schemas.openxmlformats.org/officeDocument/2006/relationships/tags" Target="../tags/tag2344.xml"/><Relationship Id="rId103" Type="http://schemas.openxmlformats.org/officeDocument/2006/relationships/tags" Target="../tags/tag2409.xml"/><Relationship Id="rId310" Type="http://schemas.openxmlformats.org/officeDocument/2006/relationships/tags" Target="../tags/tag2616.xml"/><Relationship Id="rId91" Type="http://schemas.openxmlformats.org/officeDocument/2006/relationships/tags" Target="../tags/tag2397.xml"/><Relationship Id="rId145" Type="http://schemas.openxmlformats.org/officeDocument/2006/relationships/tags" Target="../tags/tag2451.xml"/><Relationship Id="rId187" Type="http://schemas.openxmlformats.org/officeDocument/2006/relationships/tags" Target="../tags/tag2493.xml"/><Relationship Id="rId352" Type="http://schemas.openxmlformats.org/officeDocument/2006/relationships/tags" Target="../tags/tag2658.xml"/><Relationship Id="rId394" Type="http://schemas.openxmlformats.org/officeDocument/2006/relationships/tags" Target="../tags/tag2700.xml"/><Relationship Id="rId408" Type="http://schemas.openxmlformats.org/officeDocument/2006/relationships/tags" Target="../tags/tag2714.xml"/><Relationship Id="rId212" Type="http://schemas.openxmlformats.org/officeDocument/2006/relationships/tags" Target="../tags/tag2518.xml"/><Relationship Id="rId254" Type="http://schemas.openxmlformats.org/officeDocument/2006/relationships/tags" Target="../tags/tag2560.xml"/><Relationship Id="rId49" Type="http://schemas.openxmlformats.org/officeDocument/2006/relationships/tags" Target="../tags/tag2355.xml"/><Relationship Id="rId114" Type="http://schemas.openxmlformats.org/officeDocument/2006/relationships/tags" Target="../tags/tag2420.xml"/><Relationship Id="rId296" Type="http://schemas.openxmlformats.org/officeDocument/2006/relationships/tags" Target="../tags/tag2602.xml"/><Relationship Id="rId60" Type="http://schemas.openxmlformats.org/officeDocument/2006/relationships/tags" Target="../tags/tag2366.xml"/><Relationship Id="rId156" Type="http://schemas.openxmlformats.org/officeDocument/2006/relationships/tags" Target="../tags/tag2462.xml"/><Relationship Id="rId198" Type="http://schemas.openxmlformats.org/officeDocument/2006/relationships/tags" Target="../tags/tag2504.xml"/><Relationship Id="rId321" Type="http://schemas.openxmlformats.org/officeDocument/2006/relationships/tags" Target="../tags/tag2627.xml"/><Relationship Id="rId363" Type="http://schemas.openxmlformats.org/officeDocument/2006/relationships/tags" Target="../tags/tag2669.xml"/><Relationship Id="rId419" Type="http://schemas.openxmlformats.org/officeDocument/2006/relationships/tags" Target="../tags/tag2725.xml"/><Relationship Id="rId223" Type="http://schemas.openxmlformats.org/officeDocument/2006/relationships/tags" Target="../tags/tag2529.xml"/><Relationship Id="rId430" Type="http://schemas.openxmlformats.org/officeDocument/2006/relationships/tags" Target="../tags/tag2736.xml"/><Relationship Id="rId18" Type="http://schemas.openxmlformats.org/officeDocument/2006/relationships/tags" Target="../tags/tag2324.xml"/><Relationship Id="rId265" Type="http://schemas.openxmlformats.org/officeDocument/2006/relationships/tags" Target="../tags/tag2571.xml"/><Relationship Id="rId50" Type="http://schemas.openxmlformats.org/officeDocument/2006/relationships/tags" Target="../tags/tag2356.xml"/><Relationship Id="rId104" Type="http://schemas.openxmlformats.org/officeDocument/2006/relationships/tags" Target="../tags/tag2410.xml"/><Relationship Id="rId125" Type="http://schemas.openxmlformats.org/officeDocument/2006/relationships/tags" Target="../tags/tag2431.xml"/><Relationship Id="rId146" Type="http://schemas.openxmlformats.org/officeDocument/2006/relationships/tags" Target="../tags/tag2452.xml"/><Relationship Id="rId167" Type="http://schemas.openxmlformats.org/officeDocument/2006/relationships/tags" Target="../tags/tag2473.xml"/><Relationship Id="rId188" Type="http://schemas.openxmlformats.org/officeDocument/2006/relationships/tags" Target="../tags/tag2494.xml"/><Relationship Id="rId311" Type="http://schemas.openxmlformats.org/officeDocument/2006/relationships/tags" Target="../tags/tag2617.xml"/><Relationship Id="rId332" Type="http://schemas.openxmlformats.org/officeDocument/2006/relationships/tags" Target="../tags/tag2638.xml"/><Relationship Id="rId353" Type="http://schemas.openxmlformats.org/officeDocument/2006/relationships/tags" Target="../tags/tag2659.xml"/><Relationship Id="rId374" Type="http://schemas.openxmlformats.org/officeDocument/2006/relationships/tags" Target="../tags/tag2680.xml"/><Relationship Id="rId395" Type="http://schemas.openxmlformats.org/officeDocument/2006/relationships/tags" Target="../tags/tag2701.xml"/><Relationship Id="rId409" Type="http://schemas.openxmlformats.org/officeDocument/2006/relationships/tags" Target="../tags/tag2715.xml"/><Relationship Id="rId71" Type="http://schemas.openxmlformats.org/officeDocument/2006/relationships/tags" Target="../tags/tag2377.xml"/><Relationship Id="rId92" Type="http://schemas.openxmlformats.org/officeDocument/2006/relationships/tags" Target="../tags/tag2398.xml"/><Relationship Id="rId213" Type="http://schemas.openxmlformats.org/officeDocument/2006/relationships/tags" Target="../tags/tag2519.xml"/><Relationship Id="rId234" Type="http://schemas.openxmlformats.org/officeDocument/2006/relationships/tags" Target="../tags/tag2540.xml"/><Relationship Id="rId420" Type="http://schemas.openxmlformats.org/officeDocument/2006/relationships/tags" Target="../tags/tag2726.xml"/><Relationship Id="rId2" Type="http://schemas.openxmlformats.org/officeDocument/2006/relationships/tags" Target="../tags/tag2308.xml"/><Relationship Id="rId29" Type="http://schemas.openxmlformats.org/officeDocument/2006/relationships/tags" Target="../tags/tag2335.xml"/><Relationship Id="rId255" Type="http://schemas.openxmlformats.org/officeDocument/2006/relationships/tags" Target="../tags/tag2561.xml"/><Relationship Id="rId276" Type="http://schemas.openxmlformats.org/officeDocument/2006/relationships/tags" Target="../tags/tag2582.xml"/><Relationship Id="rId297" Type="http://schemas.openxmlformats.org/officeDocument/2006/relationships/tags" Target="../tags/tag2603.xml"/><Relationship Id="rId441" Type="http://schemas.openxmlformats.org/officeDocument/2006/relationships/tags" Target="../tags/tag2747.xml"/><Relationship Id="rId40" Type="http://schemas.openxmlformats.org/officeDocument/2006/relationships/tags" Target="../tags/tag2346.xml"/><Relationship Id="rId115" Type="http://schemas.openxmlformats.org/officeDocument/2006/relationships/tags" Target="../tags/tag2421.xml"/><Relationship Id="rId136" Type="http://schemas.openxmlformats.org/officeDocument/2006/relationships/tags" Target="../tags/tag2442.xml"/><Relationship Id="rId157" Type="http://schemas.openxmlformats.org/officeDocument/2006/relationships/tags" Target="../tags/tag2463.xml"/><Relationship Id="rId178" Type="http://schemas.openxmlformats.org/officeDocument/2006/relationships/tags" Target="../tags/tag2484.xml"/><Relationship Id="rId301" Type="http://schemas.openxmlformats.org/officeDocument/2006/relationships/tags" Target="../tags/tag2607.xml"/><Relationship Id="rId322" Type="http://schemas.openxmlformats.org/officeDocument/2006/relationships/tags" Target="../tags/tag2628.xml"/><Relationship Id="rId343" Type="http://schemas.openxmlformats.org/officeDocument/2006/relationships/tags" Target="../tags/tag2649.xml"/><Relationship Id="rId364" Type="http://schemas.openxmlformats.org/officeDocument/2006/relationships/tags" Target="../tags/tag2670.xml"/><Relationship Id="rId61" Type="http://schemas.openxmlformats.org/officeDocument/2006/relationships/tags" Target="../tags/tag2367.xml"/><Relationship Id="rId82" Type="http://schemas.openxmlformats.org/officeDocument/2006/relationships/tags" Target="../tags/tag2388.xml"/><Relationship Id="rId199" Type="http://schemas.openxmlformats.org/officeDocument/2006/relationships/tags" Target="../tags/tag2505.xml"/><Relationship Id="rId203" Type="http://schemas.openxmlformats.org/officeDocument/2006/relationships/tags" Target="../tags/tag2509.xml"/><Relationship Id="rId385" Type="http://schemas.openxmlformats.org/officeDocument/2006/relationships/tags" Target="../tags/tag2691.xml"/><Relationship Id="rId19" Type="http://schemas.openxmlformats.org/officeDocument/2006/relationships/tags" Target="../tags/tag2325.xml"/><Relationship Id="rId224" Type="http://schemas.openxmlformats.org/officeDocument/2006/relationships/tags" Target="../tags/tag2530.xml"/><Relationship Id="rId245" Type="http://schemas.openxmlformats.org/officeDocument/2006/relationships/tags" Target="../tags/tag2551.xml"/><Relationship Id="rId266" Type="http://schemas.openxmlformats.org/officeDocument/2006/relationships/tags" Target="../tags/tag2572.xml"/><Relationship Id="rId287" Type="http://schemas.openxmlformats.org/officeDocument/2006/relationships/tags" Target="../tags/tag2593.xml"/><Relationship Id="rId410" Type="http://schemas.openxmlformats.org/officeDocument/2006/relationships/tags" Target="../tags/tag2716.xml"/><Relationship Id="rId431" Type="http://schemas.openxmlformats.org/officeDocument/2006/relationships/tags" Target="../tags/tag2737.xml"/><Relationship Id="rId452" Type="http://schemas.openxmlformats.org/officeDocument/2006/relationships/image" Target="../media/image1.png"/><Relationship Id="rId30" Type="http://schemas.openxmlformats.org/officeDocument/2006/relationships/tags" Target="../tags/tag2336.xml"/><Relationship Id="rId105" Type="http://schemas.openxmlformats.org/officeDocument/2006/relationships/tags" Target="../tags/tag2411.xml"/><Relationship Id="rId126" Type="http://schemas.openxmlformats.org/officeDocument/2006/relationships/tags" Target="../tags/tag2432.xml"/><Relationship Id="rId147" Type="http://schemas.openxmlformats.org/officeDocument/2006/relationships/tags" Target="../tags/tag2453.xml"/><Relationship Id="rId168" Type="http://schemas.openxmlformats.org/officeDocument/2006/relationships/tags" Target="../tags/tag2474.xml"/><Relationship Id="rId312" Type="http://schemas.openxmlformats.org/officeDocument/2006/relationships/tags" Target="../tags/tag2618.xml"/><Relationship Id="rId333" Type="http://schemas.openxmlformats.org/officeDocument/2006/relationships/tags" Target="../tags/tag2639.xml"/><Relationship Id="rId354" Type="http://schemas.openxmlformats.org/officeDocument/2006/relationships/tags" Target="../tags/tag2660.xml"/><Relationship Id="rId51" Type="http://schemas.openxmlformats.org/officeDocument/2006/relationships/tags" Target="../tags/tag2357.xml"/><Relationship Id="rId72" Type="http://schemas.openxmlformats.org/officeDocument/2006/relationships/tags" Target="../tags/tag2378.xml"/><Relationship Id="rId93" Type="http://schemas.openxmlformats.org/officeDocument/2006/relationships/tags" Target="../tags/tag2399.xml"/><Relationship Id="rId189" Type="http://schemas.openxmlformats.org/officeDocument/2006/relationships/tags" Target="../tags/tag2495.xml"/><Relationship Id="rId375" Type="http://schemas.openxmlformats.org/officeDocument/2006/relationships/tags" Target="../tags/tag2681.xml"/><Relationship Id="rId396" Type="http://schemas.openxmlformats.org/officeDocument/2006/relationships/tags" Target="../tags/tag2702.xml"/><Relationship Id="rId3" Type="http://schemas.openxmlformats.org/officeDocument/2006/relationships/tags" Target="../tags/tag2309.xml"/><Relationship Id="rId214" Type="http://schemas.openxmlformats.org/officeDocument/2006/relationships/tags" Target="../tags/tag2520.xml"/><Relationship Id="rId235" Type="http://schemas.openxmlformats.org/officeDocument/2006/relationships/tags" Target="../tags/tag2541.xml"/><Relationship Id="rId256" Type="http://schemas.openxmlformats.org/officeDocument/2006/relationships/tags" Target="../tags/tag2562.xml"/><Relationship Id="rId277" Type="http://schemas.openxmlformats.org/officeDocument/2006/relationships/tags" Target="../tags/tag2583.xml"/><Relationship Id="rId298" Type="http://schemas.openxmlformats.org/officeDocument/2006/relationships/tags" Target="../tags/tag2604.xml"/><Relationship Id="rId400" Type="http://schemas.openxmlformats.org/officeDocument/2006/relationships/tags" Target="../tags/tag2706.xml"/><Relationship Id="rId421" Type="http://schemas.openxmlformats.org/officeDocument/2006/relationships/tags" Target="../tags/tag2727.xml"/><Relationship Id="rId442" Type="http://schemas.openxmlformats.org/officeDocument/2006/relationships/tags" Target="../tags/tag2748.xml"/><Relationship Id="rId116" Type="http://schemas.openxmlformats.org/officeDocument/2006/relationships/tags" Target="../tags/tag2422.xml"/><Relationship Id="rId137" Type="http://schemas.openxmlformats.org/officeDocument/2006/relationships/tags" Target="../tags/tag2443.xml"/><Relationship Id="rId158" Type="http://schemas.openxmlformats.org/officeDocument/2006/relationships/tags" Target="../tags/tag2464.xml"/><Relationship Id="rId302" Type="http://schemas.openxmlformats.org/officeDocument/2006/relationships/tags" Target="../tags/tag2608.xml"/><Relationship Id="rId323" Type="http://schemas.openxmlformats.org/officeDocument/2006/relationships/tags" Target="../tags/tag2629.xml"/><Relationship Id="rId344" Type="http://schemas.openxmlformats.org/officeDocument/2006/relationships/tags" Target="../tags/tag2650.xml"/><Relationship Id="rId20" Type="http://schemas.openxmlformats.org/officeDocument/2006/relationships/tags" Target="../tags/tag2326.xml"/><Relationship Id="rId41" Type="http://schemas.openxmlformats.org/officeDocument/2006/relationships/tags" Target="../tags/tag2347.xml"/><Relationship Id="rId62" Type="http://schemas.openxmlformats.org/officeDocument/2006/relationships/tags" Target="../tags/tag2368.xml"/><Relationship Id="rId83" Type="http://schemas.openxmlformats.org/officeDocument/2006/relationships/tags" Target="../tags/tag2389.xml"/><Relationship Id="rId179" Type="http://schemas.openxmlformats.org/officeDocument/2006/relationships/tags" Target="../tags/tag2485.xml"/><Relationship Id="rId365" Type="http://schemas.openxmlformats.org/officeDocument/2006/relationships/tags" Target="../tags/tag2671.xml"/><Relationship Id="rId386" Type="http://schemas.openxmlformats.org/officeDocument/2006/relationships/tags" Target="../tags/tag2692.xml"/><Relationship Id="rId190" Type="http://schemas.openxmlformats.org/officeDocument/2006/relationships/tags" Target="../tags/tag2496.xml"/><Relationship Id="rId204" Type="http://schemas.openxmlformats.org/officeDocument/2006/relationships/tags" Target="../tags/tag2510.xml"/><Relationship Id="rId225" Type="http://schemas.openxmlformats.org/officeDocument/2006/relationships/tags" Target="../tags/tag2531.xml"/><Relationship Id="rId246" Type="http://schemas.openxmlformats.org/officeDocument/2006/relationships/tags" Target="../tags/tag2552.xml"/><Relationship Id="rId267" Type="http://schemas.openxmlformats.org/officeDocument/2006/relationships/tags" Target="../tags/tag2573.xml"/><Relationship Id="rId288" Type="http://schemas.openxmlformats.org/officeDocument/2006/relationships/tags" Target="../tags/tag2594.xml"/><Relationship Id="rId411" Type="http://schemas.openxmlformats.org/officeDocument/2006/relationships/tags" Target="../tags/tag2717.xml"/><Relationship Id="rId432" Type="http://schemas.openxmlformats.org/officeDocument/2006/relationships/tags" Target="../tags/tag2738.xml"/><Relationship Id="rId106" Type="http://schemas.openxmlformats.org/officeDocument/2006/relationships/tags" Target="../tags/tag2412.xml"/><Relationship Id="rId127" Type="http://schemas.openxmlformats.org/officeDocument/2006/relationships/tags" Target="../tags/tag2433.xml"/><Relationship Id="rId313" Type="http://schemas.openxmlformats.org/officeDocument/2006/relationships/tags" Target="../tags/tag2619.xml"/><Relationship Id="rId10" Type="http://schemas.openxmlformats.org/officeDocument/2006/relationships/tags" Target="../tags/tag2316.xml"/><Relationship Id="rId31" Type="http://schemas.openxmlformats.org/officeDocument/2006/relationships/tags" Target="../tags/tag2337.xml"/><Relationship Id="rId52" Type="http://schemas.openxmlformats.org/officeDocument/2006/relationships/tags" Target="../tags/tag2358.xml"/><Relationship Id="rId73" Type="http://schemas.openxmlformats.org/officeDocument/2006/relationships/tags" Target="../tags/tag2379.xml"/><Relationship Id="rId94" Type="http://schemas.openxmlformats.org/officeDocument/2006/relationships/tags" Target="../tags/tag2400.xml"/><Relationship Id="rId148" Type="http://schemas.openxmlformats.org/officeDocument/2006/relationships/tags" Target="../tags/tag2454.xml"/><Relationship Id="rId169" Type="http://schemas.openxmlformats.org/officeDocument/2006/relationships/tags" Target="../tags/tag2475.xml"/><Relationship Id="rId334" Type="http://schemas.openxmlformats.org/officeDocument/2006/relationships/tags" Target="../tags/tag2640.xml"/><Relationship Id="rId355" Type="http://schemas.openxmlformats.org/officeDocument/2006/relationships/tags" Target="../tags/tag2661.xml"/><Relationship Id="rId376" Type="http://schemas.openxmlformats.org/officeDocument/2006/relationships/tags" Target="../tags/tag2682.xml"/><Relationship Id="rId397" Type="http://schemas.openxmlformats.org/officeDocument/2006/relationships/tags" Target="../tags/tag2703.xml"/><Relationship Id="rId4" Type="http://schemas.openxmlformats.org/officeDocument/2006/relationships/tags" Target="../tags/tag2310.xml"/><Relationship Id="rId180" Type="http://schemas.openxmlformats.org/officeDocument/2006/relationships/tags" Target="../tags/tag2486.xml"/><Relationship Id="rId215" Type="http://schemas.openxmlformats.org/officeDocument/2006/relationships/tags" Target="../tags/tag2521.xml"/><Relationship Id="rId236" Type="http://schemas.openxmlformats.org/officeDocument/2006/relationships/tags" Target="../tags/tag2542.xml"/><Relationship Id="rId257" Type="http://schemas.openxmlformats.org/officeDocument/2006/relationships/tags" Target="../tags/tag2563.xml"/><Relationship Id="rId278" Type="http://schemas.openxmlformats.org/officeDocument/2006/relationships/tags" Target="../tags/tag2584.xml"/><Relationship Id="rId401" Type="http://schemas.openxmlformats.org/officeDocument/2006/relationships/tags" Target="../tags/tag2707.xml"/><Relationship Id="rId422" Type="http://schemas.openxmlformats.org/officeDocument/2006/relationships/tags" Target="../tags/tag2728.xml"/><Relationship Id="rId443" Type="http://schemas.openxmlformats.org/officeDocument/2006/relationships/tags" Target="../tags/tag2749.xml"/><Relationship Id="rId303" Type="http://schemas.openxmlformats.org/officeDocument/2006/relationships/tags" Target="../tags/tag2609.xml"/><Relationship Id="rId42" Type="http://schemas.openxmlformats.org/officeDocument/2006/relationships/tags" Target="../tags/tag2348.xml"/><Relationship Id="rId84" Type="http://schemas.openxmlformats.org/officeDocument/2006/relationships/tags" Target="../tags/tag2390.xml"/><Relationship Id="rId138" Type="http://schemas.openxmlformats.org/officeDocument/2006/relationships/tags" Target="../tags/tag2444.xml"/><Relationship Id="rId345" Type="http://schemas.openxmlformats.org/officeDocument/2006/relationships/tags" Target="../tags/tag2651.xml"/><Relationship Id="rId387" Type="http://schemas.openxmlformats.org/officeDocument/2006/relationships/tags" Target="../tags/tag2693.xml"/><Relationship Id="rId191" Type="http://schemas.openxmlformats.org/officeDocument/2006/relationships/tags" Target="../tags/tag2497.xml"/><Relationship Id="rId205" Type="http://schemas.openxmlformats.org/officeDocument/2006/relationships/tags" Target="../tags/tag2511.xml"/><Relationship Id="rId247" Type="http://schemas.openxmlformats.org/officeDocument/2006/relationships/tags" Target="../tags/tag2553.xml"/><Relationship Id="rId412" Type="http://schemas.openxmlformats.org/officeDocument/2006/relationships/tags" Target="../tags/tag2718.xml"/><Relationship Id="rId107" Type="http://schemas.openxmlformats.org/officeDocument/2006/relationships/tags" Target="../tags/tag2413.xml"/><Relationship Id="rId289" Type="http://schemas.openxmlformats.org/officeDocument/2006/relationships/tags" Target="../tags/tag2595.xml"/><Relationship Id="rId11" Type="http://schemas.openxmlformats.org/officeDocument/2006/relationships/tags" Target="../tags/tag2317.xml"/><Relationship Id="rId53" Type="http://schemas.openxmlformats.org/officeDocument/2006/relationships/tags" Target="../tags/tag2359.xml"/><Relationship Id="rId149" Type="http://schemas.openxmlformats.org/officeDocument/2006/relationships/tags" Target="../tags/tag2455.xml"/><Relationship Id="rId314" Type="http://schemas.openxmlformats.org/officeDocument/2006/relationships/tags" Target="../tags/tag2620.xml"/><Relationship Id="rId356" Type="http://schemas.openxmlformats.org/officeDocument/2006/relationships/tags" Target="../tags/tag2662.xml"/><Relationship Id="rId398" Type="http://schemas.openxmlformats.org/officeDocument/2006/relationships/tags" Target="../tags/tag2704.xml"/><Relationship Id="rId95" Type="http://schemas.openxmlformats.org/officeDocument/2006/relationships/tags" Target="../tags/tag2401.xml"/><Relationship Id="rId160" Type="http://schemas.openxmlformats.org/officeDocument/2006/relationships/tags" Target="../tags/tag2466.xml"/><Relationship Id="rId216" Type="http://schemas.openxmlformats.org/officeDocument/2006/relationships/tags" Target="../tags/tag2522.xml"/><Relationship Id="rId423" Type="http://schemas.openxmlformats.org/officeDocument/2006/relationships/tags" Target="../tags/tag2729.xml"/><Relationship Id="rId258" Type="http://schemas.openxmlformats.org/officeDocument/2006/relationships/tags" Target="../tags/tag2564.xml"/><Relationship Id="rId22" Type="http://schemas.openxmlformats.org/officeDocument/2006/relationships/tags" Target="../tags/tag2328.xml"/><Relationship Id="rId64" Type="http://schemas.openxmlformats.org/officeDocument/2006/relationships/tags" Target="../tags/tag2370.xml"/><Relationship Id="rId118" Type="http://schemas.openxmlformats.org/officeDocument/2006/relationships/tags" Target="../tags/tag2424.xml"/><Relationship Id="rId325" Type="http://schemas.openxmlformats.org/officeDocument/2006/relationships/tags" Target="../tags/tag2631.xml"/><Relationship Id="rId367" Type="http://schemas.openxmlformats.org/officeDocument/2006/relationships/tags" Target="../tags/tag2673.xml"/><Relationship Id="rId171" Type="http://schemas.openxmlformats.org/officeDocument/2006/relationships/tags" Target="../tags/tag2477.xml"/><Relationship Id="rId227" Type="http://schemas.openxmlformats.org/officeDocument/2006/relationships/tags" Target="../tags/tag2533.xml"/><Relationship Id="rId269" Type="http://schemas.openxmlformats.org/officeDocument/2006/relationships/tags" Target="../tags/tag2575.xml"/><Relationship Id="rId434" Type="http://schemas.openxmlformats.org/officeDocument/2006/relationships/tags" Target="../tags/tag2740.xml"/><Relationship Id="rId33" Type="http://schemas.openxmlformats.org/officeDocument/2006/relationships/tags" Target="../tags/tag2339.xml"/><Relationship Id="rId129" Type="http://schemas.openxmlformats.org/officeDocument/2006/relationships/tags" Target="../tags/tag2435.xml"/><Relationship Id="rId280" Type="http://schemas.openxmlformats.org/officeDocument/2006/relationships/tags" Target="../tags/tag2586.xml"/><Relationship Id="rId336" Type="http://schemas.openxmlformats.org/officeDocument/2006/relationships/tags" Target="../tags/tag2642.xml"/><Relationship Id="rId75" Type="http://schemas.openxmlformats.org/officeDocument/2006/relationships/tags" Target="../tags/tag2381.xml"/><Relationship Id="rId140" Type="http://schemas.openxmlformats.org/officeDocument/2006/relationships/tags" Target="../tags/tag2446.xml"/><Relationship Id="rId182" Type="http://schemas.openxmlformats.org/officeDocument/2006/relationships/tags" Target="../tags/tag2488.xml"/><Relationship Id="rId378" Type="http://schemas.openxmlformats.org/officeDocument/2006/relationships/tags" Target="../tags/tag2684.xml"/><Relationship Id="rId403" Type="http://schemas.openxmlformats.org/officeDocument/2006/relationships/tags" Target="../tags/tag2709.xml"/><Relationship Id="rId6" Type="http://schemas.openxmlformats.org/officeDocument/2006/relationships/tags" Target="../tags/tag2312.xml"/><Relationship Id="rId238" Type="http://schemas.openxmlformats.org/officeDocument/2006/relationships/tags" Target="../tags/tag2544.xml"/><Relationship Id="rId445" Type="http://schemas.openxmlformats.org/officeDocument/2006/relationships/tags" Target="../tags/tag2751.xml"/><Relationship Id="rId291" Type="http://schemas.openxmlformats.org/officeDocument/2006/relationships/tags" Target="../tags/tag2597.xml"/><Relationship Id="rId305" Type="http://schemas.openxmlformats.org/officeDocument/2006/relationships/tags" Target="../tags/tag2611.xml"/><Relationship Id="rId347" Type="http://schemas.openxmlformats.org/officeDocument/2006/relationships/tags" Target="../tags/tag2653.xml"/><Relationship Id="rId44" Type="http://schemas.openxmlformats.org/officeDocument/2006/relationships/tags" Target="../tags/tag2350.xml"/><Relationship Id="rId86" Type="http://schemas.openxmlformats.org/officeDocument/2006/relationships/tags" Target="../tags/tag2392.xml"/><Relationship Id="rId151" Type="http://schemas.openxmlformats.org/officeDocument/2006/relationships/tags" Target="../tags/tag2457.xml"/><Relationship Id="rId389" Type="http://schemas.openxmlformats.org/officeDocument/2006/relationships/tags" Target="../tags/tag2695.xml"/><Relationship Id="rId193" Type="http://schemas.openxmlformats.org/officeDocument/2006/relationships/tags" Target="../tags/tag2499.xml"/><Relationship Id="rId207" Type="http://schemas.openxmlformats.org/officeDocument/2006/relationships/tags" Target="../tags/tag2513.xml"/><Relationship Id="rId249" Type="http://schemas.openxmlformats.org/officeDocument/2006/relationships/tags" Target="../tags/tag2555.xml"/><Relationship Id="rId414" Type="http://schemas.openxmlformats.org/officeDocument/2006/relationships/tags" Target="../tags/tag2720.xml"/><Relationship Id="rId13" Type="http://schemas.openxmlformats.org/officeDocument/2006/relationships/tags" Target="../tags/tag2319.xml"/><Relationship Id="rId109" Type="http://schemas.openxmlformats.org/officeDocument/2006/relationships/tags" Target="../tags/tag2415.xml"/><Relationship Id="rId260" Type="http://schemas.openxmlformats.org/officeDocument/2006/relationships/tags" Target="../tags/tag2566.xml"/><Relationship Id="rId316" Type="http://schemas.openxmlformats.org/officeDocument/2006/relationships/tags" Target="../tags/tag2622.xml"/><Relationship Id="rId55" Type="http://schemas.openxmlformats.org/officeDocument/2006/relationships/tags" Target="../tags/tag2361.xml"/><Relationship Id="rId97" Type="http://schemas.openxmlformats.org/officeDocument/2006/relationships/tags" Target="../tags/tag2403.xml"/><Relationship Id="rId120" Type="http://schemas.openxmlformats.org/officeDocument/2006/relationships/tags" Target="../tags/tag2426.xml"/><Relationship Id="rId358" Type="http://schemas.openxmlformats.org/officeDocument/2006/relationships/tags" Target="../tags/tag2664.xml"/><Relationship Id="rId162" Type="http://schemas.openxmlformats.org/officeDocument/2006/relationships/tags" Target="../tags/tag2468.xml"/><Relationship Id="rId218" Type="http://schemas.openxmlformats.org/officeDocument/2006/relationships/tags" Target="../tags/tag2524.xml"/><Relationship Id="rId425" Type="http://schemas.openxmlformats.org/officeDocument/2006/relationships/tags" Target="../tags/tag2731.xml"/><Relationship Id="rId271" Type="http://schemas.openxmlformats.org/officeDocument/2006/relationships/tags" Target="../tags/tag2577.xml"/><Relationship Id="rId24" Type="http://schemas.openxmlformats.org/officeDocument/2006/relationships/tags" Target="../tags/tag2330.xml"/><Relationship Id="rId66" Type="http://schemas.openxmlformats.org/officeDocument/2006/relationships/tags" Target="../tags/tag2372.xml"/><Relationship Id="rId131" Type="http://schemas.openxmlformats.org/officeDocument/2006/relationships/tags" Target="../tags/tag2437.xml"/><Relationship Id="rId327" Type="http://schemas.openxmlformats.org/officeDocument/2006/relationships/tags" Target="../tags/tag2633.xml"/><Relationship Id="rId369" Type="http://schemas.openxmlformats.org/officeDocument/2006/relationships/tags" Target="../tags/tag2675.xml"/><Relationship Id="rId173" Type="http://schemas.openxmlformats.org/officeDocument/2006/relationships/tags" Target="../tags/tag2479.xml"/><Relationship Id="rId229" Type="http://schemas.openxmlformats.org/officeDocument/2006/relationships/tags" Target="../tags/tag2535.xml"/><Relationship Id="rId380" Type="http://schemas.openxmlformats.org/officeDocument/2006/relationships/tags" Target="../tags/tag2686.xml"/><Relationship Id="rId436" Type="http://schemas.openxmlformats.org/officeDocument/2006/relationships/tags" Target="../tags/tag2742.xml"/><Relationship Id="rId240" Type="http://schemas.openxmlformats.org/officeDocument/2006/relationships/tags" Target="../tags/tag2546.xml"/><Relationship Id="rId35" Type="http://schemas.openxmlformats.org/officeDocument/2006/relationships/tags" Target="../tags/tag2341.xml"/><Relationship Id="rId77" Type="http://schemas.openxmlformats.org/officeDocument/2006/relationships/tags" Target="../tags/tag2383.xml"/><Relationship Id="rId100" Type="http://schemas.openxmlformats.org/officeDocument/2006/relationships/tags" Target="../tags/tag2406.xml"/><Relationship Id="rId282" Type="http://schemas.openxmlformats.org/officeDocument/2006/relationships/tags" Target="../tags/tag2588.xml"/><Relationship Id="rId338" Type="http://schemas.openxmlformats.org/officeDocument/2006/relationships/tags" Target="../tags/tag2644.xml"/><Relationship Id="rId8" Type="http://schemas.openxmlformats.org/officeDocument/2006/relationships/tags" Target="../tags/tag2314.xml"/><Relationship Id="rId142" Type="http://schemas.openxmlformats.org/officeDocument/2006/relationships/tags" Target="../tags/tag2448.xml"/><Relationship Id="rId184" Type="http://schemas.openxmlformats.org/officeDocument/2006/relationships/tags" Target="../tags/tag2490.xml"/><Relationship Id="rId391" Type="http://schemas.openxmlformats.org/officeDocument/2006/relationships/tags" Target="../tags/tag2697.xml"/><Relationship Id="rId405" Type="http://schemas.openxmlformats.org/officeDocument/2006/relationships/tags" Target="../tags/tag2711.xml"/><Relationship Id="rId447" Type="http://schemas.openxmlformats.org/officeDocument/2006/relationships/tags" Target="../tags/tag2753.xml"/><Relationship Id="rId251" Type="http://schemas.openxmlformats.org/officeDocument/2006/relationships/tags" Target="../tags/tag2557.xml"/><Relationship Id="rId46" Type="http://schemas.openxmlformats.org/officeDocument/2006/relationships/tags" Target="../tags/tag2352.xml"/><Relationship Id="rId293" Type="http://schemas.openxmlformats.org/officeDocument/2006/relationships/tags" Target="../tags/tag2599.xml"/><Relationship Id="rId307" Type="http://schemas.openxmlformats.org/officeDocument/2006/relationships/tags" Target="../tags/tag2613.xml"/><Relationship Id="rId349" Type="http://schemas.openxmlformats.org/officeDocument/2006/relationships/tags" Target="../tags/tag2655.xml"/><Relationship Id="rId88" Type="http://schemas.openxmlformats.org/officeDocument/2006/relationships/tags" Target="../tags/tag2394.xml"/><Relationship Id="rId111" Type="http://schemas.openxmlformats.org/officeDocument/2006/relationships/tags" Target="../tags/tag2417.xml"/><Relationship Id="rId153" Type="http://schemas.openxmlformats.org/officeDocument/2006/relationships/tags" Target="../tags/tag2459.xml"/><Relationship Id="rId195" Type="http://schemas.openxmlformats.org/officeDocument/2006/relationships/tags" Target="../tags/tag2501.xml"/><Relationship Id="rId209" Type="http://schemas.openxmlformats.org/officeDocument/2006/relationships/tags" Target="../tags/tag2515.xml"/><Relationship Id="rId360" Type="http://schemas.openxmlformats.org/officeDocument/2006/relationships/tags" Target="../tags/tag2666.xml"/><Relationship Id="rId416" Type="http://schemas.openxmlformats.org/officeDocument/2006/relationships/tags" Target="../tags/tag2722.xml"/><Relationship Id="rId220" Type="http://schemas.openxmlformats.org/officeDocument/2006/relationships/tags" Target="../tags/tag2526.xml"/><Relationship Id="rId15" Type="http://schemas.openxmlformats.org/officeDocument/2006/relationships/tags" Target="../tags/tag2321.xml"/><Relationship Id="rId57" Type="http://schemas.openxmlformats.org/officeDocument/2006/relationships/tags" Target="../tags/tag2363.xml"/><Relationship Id="rId262" Type="http://schemas.openxmlformats.org/officeDocument/2006/relationships/tags" Target="../tags/tag2568.xml"/><Relationship Id="rId318" Type="http://schemas.openxmlformats.org/officeDocument/2006/relationships/tags" Target="../tags/tag2624.xml"/><Relationship Id="rId99" Type="http://schemas.openxmlformats.org/officeDocument/2006/relationships/tags" Target="../tags/tag2405.xml"/><Relationship Id="rId122" Type="http://schemas.openxmlformats.org/officeDocument/2006/relationships/tags" Target="../tags/tag2428.xml"/><Relationship Id="rId164" Type="http://schemas.openxmlformats.org/officeDocument/2006/relationships/tags" Target="../tags/tag2470.xml"/><Relationship Id="rId371" Type="http://schemas.openxmlformats.org/officeDocument/2006/relationships/tags" Target="../tags/tag2677.xml"/><Relationship Id="rId427" Type="http://schemas.openxmlformats.org/officeDocument/2006/relationships/tags" Target="../tags/tag2733.xml"/><Relationship Id="rId26" Type="http://schemas.openxmlformats.org/officeDocument/2006/relationships/tags" Target="../tags/tag2332.xml"/><Relationship Id="rId231" Type="http://schemas.openxmlformats.org/officeDocument/2006/relationships/tags" Target="../tags/tag2537.xml"/><Relationship Id="rId273" Type="http://schemas.openxmlformats.org/officeDocument/2006/relationships/tags" Target="../tags/tag2579.xml"/><Relationship Id="rId329" Type="http://schemas.openxmlformats.org/officeDocument/2006/relationships/tags" Target="../tags/tag2635.xml"/><Relationship Id="rId68" Type="http://schemas.openxmlformats.org/officeDocument/2006/relationships/tags" Target="../tags/tag2374.xml"/><Relationship Id="rId133" Type="http://schemas.openxmlformats.org/officeDocument/2006/relationships/tags" Target="../tags/tag2439.xml"/><Relationship Id="rId175" Type="http://schemas.openxmlformats.org/officeDocument/2006/relationships/tags" Target="../tags/tag2481.xml"/><Relationship Id="rId340" Type="http://schemas.openxmlformats.org/officeDocument/2006/relationships/tags" Target="../tags/tag2646.xml"/><Relationship Id="rId200" Type="http://schemas.openxmlformats.org/officeDocument/2006/relationships/tags" Target="../tags/tag2506.xml"/><Relationship Id="rId382" Type="http://schemas.openxmlformats.org/officeDocument/2006/relationships/tags" Target="../tags/tag2688.xml"/><Relationship Id="rId438" Type="http://schemas.openxmlformats.org/officeDocument/2006/relationships/tags" Target="../tags/tag2744.xml"/><Relationship Id="rId242" Type="http://schemas.openxmlformats.org/officeDocument/2006/relationships/tags" Target="../tags/tag2548.xml"/><Relationship Id="rId284" Type="http://schemas.openxmlformats.org/officeDocument/2006/relationships/tags" Target="../tags/tag2590.xml"/><Relationship Id="rId37" Type="http://schemas.openxmlformats.org/officeDocument/2006/relationships/tags" Target="../tags/tag2343.xml"/><Relationship Id="rId79" Type="http://schemas.openxmlformats.org/officeDocument/2006/relationships/tags" Target="../tags/tag2385.xml"/><Relationship Id="rId102" Type="http://schemas.openxmlformats.org/officeDocument/2006/relationships/tags" Target="../tags/tag2408.xml"/><Relationship Id="rId144" Type="http://schemas.openxmlformats.org/officeDocument/2006/relationships/tags" Target="../tags/tag2450.xml"/><Relationship Id="rId90" Type="http://schemas.openxmlformats.org/officeDocument/2006/relationships/tags" Target="../tags/tag2396.xml"/><Relationship Id="rId186" Type="http://schemas.openxmlformats.org/officeDocument/2006/relationships/tags" Target="../tags/tag2492.xml"/><Relationship Id="rId351" Type="http://schemas.openxmlformats.org/officeDocument/2006/relationships/tags" Target="../tags/tag2657.xml"/><Relationship Id="rId393" Type="http://schemas.openxmlformats.org/officeDocument/2006/relationships/tags" Target="../tags/tag2699.xml"/><Relationship Id="rId407" Type="http://schemas.openxmlformats.org/officeDocument/2006/relationships/tags" Target="../tags/tag2713.xml"/><Relationship Id="rId449" Type="http://schemas.openxmlformats.org/officeDocument/2006/relationships/tags" Target="../tags/tag2755.xml"/><Relationship Id="rId211" Type="http://schemas.openxmlformats.org/officeDocument/2006/relationships/tags" Target="../tags/tag2517.xml"/><Relationship Id="rId253" Type="http://schemas.openxmlformats.org/officeDocument/2006/relationships/tags" Target="../tags/tag2559.xml"/><Relationship Id="rId295" Type="http://schemas.openxmlformats.org/officeDocument/2006/relationships/tags" Target="../tags/tag2601.xml"/><Relationship Id="rId309" Type="http://schemas.openxmlformats.org/officeDocument/2006/relationships/tags" Target="../tags/tag2615.xml"/><Relationship Id="rId48" Type="http://schemas.openxmlformats.org/officeDocument/2006/relationships/tags" Target="../tags/tag2354.xml"/><Relationship Id="rId113" Type="http://schemas.openxmlformats.org/officeDocument/2006/relationships/tags" Target="../tags/tag2419.xml"/><Relationship Id="rId320" Type="http://schemas.openxmlformats.org/officeDocument/2006/relationships/tags" Target="../tags/tag2626.xml"/><Relationship Id="rId155" Type="http://schemas.openxmlformats.org/officeDocument/2006/relationships/tags" Target="../tags/tag2461.xml"/><Relationship Id="rId197" Type="http://schemas.openxmlformats.org/officeDocument/2006/relationships/tags" Target="../tags/tag2503.xml"/><Relationship Id="rId362" Type="http://schemas.openxmlformats.org/officeDocument/2006/relationships/tags" Target="../tags/tag2668.xml"/><Relationship Id="rId418" Type="http://schemas.openxmlformats.org/officeDocument/2006/relationships/tags" Target="../tags/tag2724.xml"/><Relationship Id="rId222" Type="http://schemas.openxmlformats.org/officeDocument/2006/relationships/tags" Target="../tags/tag2528.xml"/><Relationship Id="rId264" Type="http://schemas.openxmlformats.org/officeDocument/2006/relationships/tags" Target="../tags/tag2570.xml"/><Relationship Id="rId17" Type="http://schemas.openxmlformats.org/officeDocument/2006/relationships/tags" Target="../tags/tag2323.xml"/><Relationship Id="rId59" Type="http://schemas.openxmlformats.org/officeDocument/2006/relationships/tags" Target="../tags/tag2365.xml"/><Relationship Id="rId124" Type="http://schemas.openxmlformats.org/officeDocument/2006/relationships/tags" Target="../tags/tag2430.xml"/><Relationship Id="rId70" Type="http://schemas.openxmlformats.org/officeDocument/2006/relationships/tags" Target="../tags/tag2376.xml"/><Relationship Id="rId166" Type="http://schemas.openxmlformats.org/officeDocument/2006/relationships/tags" Target="../tags/tag2472.xml"/><Relationship Id="rId331" Type="http://schemas.openxmlformats.org/officeDocument/2006/relationships/tags" Target="../tags/tag2637.xml"/><Relationship Id="rId373" Type="http://schemas.openxmlformats.org/officeDocument/2006/relationships/tags" Target="../tags/tag2679.xml"/><Relationship Id="rId429" Type="http://schemas.openxmlformats.org/officeDocument/2006/relationships/tags" Target="../tags/tag2735.xml"/><Relationship Id="rId1" Type="http://schemas.openxmlformats.org/officeDocument/2006/relationships/tags" Target="../tags/tag2307.xml"/><Relationship Id="rId233" Type="http://schemas.openxmlformats.org/officeDocument/2006/relationships/tags" Target="../tags/tag2539.xml"/><Relationship Id="rId440" Type="http://schemas.openxmlformats.org/officeDocument/2006/relationships/tags" Target="../tags/tag2746.xml"/><Relationship Id="rId28" Type="http://schemas.openxmlformats.org/officeDocument/2006/relationships/tags" Target="../tags/tag2334.xml"/><Relationship Id="rId275" Type="http://schemas.openxmlformats.org/officeDocument/2006/relationships/tags" Target="../tags/tag2581.xml"/><Relationship Id="rId300" Type="http://schemas.openxmlformats.org/officeDocument/2006/relationships/tags" Target="../tags/tag2606.xml"/><Relationship Id="rId81" Type="http://schemas.openxmlformats.org/officeDocument/2006/relationships/tags" Target="../tags/tag2387.xml"/><Relationship Id="rId135" Type="http://schemas.openxmlformats.org/officeDocument/2006/relationships/tags" Target="../tags/tag2441.xml"/><Relationship Id="rId177" Type="http://schemas.openxmlformats.org/officeDocument/2006/relationships/tags" Target="../tags/tag2483.xml"/><Relationship Id="rId342" Type="http://schemas.openxmlformats.org/officeDocument/2006/relationships/tags" Target="../tags/tag2648.xml"/><Relationship Id="rId384" Type="http://schemas.openxmlformats.org/officeDocument/2006/relationships/tags" Target="../tags/tag2690.xml"/><Relationship Id="rId202" Type="http://schemas.openxmlformats.org/officeDocument/2006/relationships/tags" Target="../tags/tag2508.xml"/><Relationship Id="rId244" Type="http://schemas.openxmlformats.org/officeDocument/2006/relationships/tags" Target="../tags/tag2550.xml"/><Relationship Id="rId39" Type="http://schemas.openxmlformats.org/officeDocument/2006/relationships/tags" Target="../tags/tag2345.xml"/><Relationship Id="rId286" Type="http://schemas.openxmlformats.org/officeDocument/2006/relationships/tags" Target="../tags/tag2592.xml"/><Relationship Id="rId451" Type="http://schemas.openxmlformats.org/officeDocument/2006/relationships/slideLayout" Target="../slideLayouts/slideLayout2.xml"/></Relationships>
</file>

<file path=ppt/slides/_rels/slide35.xml.rels><?xml version="1.0" encoding="UTF-8" standalone="yes"?>
<Relationships xmlns="http://schemas.openxmlformats.org/package/2006/relationships"><Relationship Id="rId8" Type="http://schemas.openxmlformats.org/officeDocument/2006/relationships/tags" Target="../tags/tag2764.xml"/><Relationship Id="rId13" Type="http://schemas.openxmlformats.org/officeDocument/2006/relationships/tags" Target="../tags/tag2769.xml"/><Relationship Id="rId3" Type="http://schemas.openxmlformats.org/officeDocument/2006/relationships/tags" Target="../tags/tag2759.xml"/><Relationship Id="rId7" Type="http://schemas.openxmlformats.org/officeDocument/2006/relationships/tags" Target="../tags/tag2763.xml"/><Relationship Id="rId12" Type="http://schemas.openxmlformats.org/officeDocument/2006/relationships/tags" Target="../tags/tag2768.xml"/><Relationship Id="rId2" Type="http://schemas.openxmlformats.org/officeDocument/2006/relationships/tags" Target="../tags/tag2758.xml"/><Relationship Id="rId16" Type="http://schemas.openxmlformats.org/officeDocument/2006/relationships/image" Target="../media/image1.png"/><Relationship Id="rId1" Type="http://schemas.openxmlformats.org/officeDocument/2006/relationships/tags" Target="../tags/tag2757.xml"/><Relationship Id="rId6" Type="http://schemas.openxmlformats.org/officeDocument/2006/relationships/tags" Target="../tags/tag2762.xml"/><Relationship Id="rId11" Type="http://schemas.openxmlformats.org/officeDocument/2006/relationships/tags" Target="../tags/tag2767.xml"/><Relationship Id="rId5" Type="http://schemas.openxmlformats.org/officeDocument/2006/relationships/tags" Target="../tags/tag2761.xml"/><Relationship Id="rId15" Type="http://schemas.openxmlformats.org/officeDocument/2006/relationships/slideLayout" Target="../slideLayouts/slideLayout2.xml"/><Relationship Id="rId10" Type="http://schemas.openxmlformats.org/officeDocument/2006/relationships/tags" Target="../tags/tag2766.xml"/><Relationship Id="rId4" Type="http://schemas.openxmlformats.org/officeDocument/2006/relationships/tags" Target="../tags/tag2760.xml"/><Relationship Id="rId9" Type="http://schemas.openxmlformats.org/officeDocument/2006/relationships/tags" Target="../tags/tag2765.xml"/><Relationship Id="rId14" Type="http://schemas.openxmlformats.org/officeDocument/2006/relationships/tags" Target="../tags/tag2770.xml"/></Relationships>
</file>

<file path=ppt/slides/_rels/slide36.xml.rels><?xml version="1.0" encoding="UTF-8" standalone="yes"?>
<Relationships xmlns="http://schemas.openxmlformats.org/package/2006/relationships"><Relationship Id="rId8" Type="http://schemas.openxmlformats.org/officeDocument/2006/relationships/tags" Target="../tags/tag2778.xml"/><Relationship Id="rId13" Type="http://schemas.openxmlformats.org/officeDocument/2006/relationships/tags" Target="../tags/tag2783.xml"/><Relationship Id="rId3" Type="http://schemas.openxmlformats.org/officeDocument/2006/relationships/tags" Target="../tags/tag2773.xml"/><Relationship Id="rId7" Type="http://schemas.openxmlformats.org/officeDocument/2006/relationships/tags" Target="../tags/tag2777.xml"/><Relationship Id="rId12" Type="http://schemas.openxmlformats.org/officeDocument/2006/relationships/tags" Target="../tags/tag2782.xml"/><Relationship Id="rId2" Type="http://schemas.openxmlformats.org/officeDocument/2006/relationships/tags" Target="../tags/tag2772.xml"/><Relationship Id="rId16" Type="http://schemas.openxmlformats.org/officeDocument/2006/relationships/image" Target="../media/image1.png"/><Relationship Id="rId1" Type="http://schemas.openxmlformats.org/officeDocument/2006/relationships/tags" Target="../tags/tag2771.xml"/><Relationship Id="rId6" Type="http://schemas.openxmlformats.org/officeDocument/2006/relationships/tags" Target="../tags/tag2776.xml"/><Relationship Id="rId11" Type="http://schemas.openxmlformats.org/officeDocument/2006/relationships/tags" Target="../tags/tag2781.xml"/><Relationship Id="rId5" Type="http://schemas.openxmlformats.org/officeDocument/2006/relationships/tags" Target="../tags/tag2775.xml"/><Relationship Id="rId15" Type="http://schemas.openxmlformats.org/officeDocument/2006/relationships/slideLayout" Target="../slideLayouts/slideLayout2.xml"/><Relationship Id="rId10" Type="http://schemas.openxmlformats.org/officeDocument/2006/relationships/tags" Target="../tags/tag2780.xml"/><Relationship Id="rId4" Type="http://schemas.openxmlformats.org/officeDocument/2006/relationships/tags" Target="../tags/tag2774.xml"/><Relationship Id="rId9" Type="http://schemas.openxmlformats.org/officeDocument/2006/relationships/tags" Target="../tags/tag2779.xml"/><Relationship Id="rId14" Type="http://schemas.openxmlformats.org/officeDocument/2006/relationships/tags" Target="../tags/tag2784.xml"/></Relationships>
</file>

<file path=ppt/slides/_rels/slide37.xml.rels><?xml version="1.0" encoding="UTF-8" standalone="yes"?>
<Relationships xmlns="http://schemas.openxmlformats.org/package/2006/relationships"><Relationship Id="rId8" Type="http://schemas.openxmlformats.org/officeDocument/2006/relationships/tags" Target="../tags/tag2792.xml"/><Relationship Id="rId13" Type="http://schemas.openxmlformats.org/officeDocument/2006/relationships/tags" Target="../tags/tag2797.xml"/><Relationship Id="rId3" Type="http://schemas.openxmlformats.org/officeDocument/2006/relationships/tags" Target="../tags/tag2787.xml"/><Relationship Id="rId7" Type="http://schemas.openxmlformats.org/officeDocument/2006/relationships/tags" Target="../tags/tag2791.xml"/><Relationship Id="rId12" Type="http://schemas.openxmlformats.org/officeDocument/2006/relationships/tags" Target="../tags/tag2796.xml"/><Relationship Id="rId2" Type="http://schemas.openxmlformats.org/officeDocument/2006/relationships/tags" Target="../tags/tag2786.xml"/><Relationship Id="rId16" Type="http://schemas.openxmlformats.org/officeDocument/2006/relationships/image" Target="../media/image1.png"/><Relationship Id="rId1" Type="http://schemas.openxmlformats.org/officeDocument/2006/relationships/tags" Target="../tags/tag2785.xml"/><Relationship Id="rId6" Type="http://schemas.openxmlformats.org/officeDocument/2006/relationships/tags" Target="../tags/tag2790.xml"/><Relationship Id="rId11" Type="http://schemas.openxmlformats.org/officeDocument/2006/relationships/tags" Target="../tags/tag2795.xml"/><Relationship Id="rId5" Type="http://schemas.openxmlformats.org/officeDocument/2006/relationships/tags" Target="../tags/tag2789.xml"/><Relationship Id="rId15" Type="http://schemas.openxmlformats.org/officeDocument/2006/relationships/slideLayout" Target="../slideLayouts/slideLayout2.xml"/><Relationship Id="rId10" Type="http://schemas.openxmlformats.org/officeDocument/2006/relationships/tags" Target="../tags/tag2794.xml"/><Relationship Id="rId4" Type="http://schemas.openxmlformats.org/officeDocument/2006/relationships/tags" Target="../tags/tag2788.xml"/><Relationship Id="rId9" Type="http://schemas.openxmlformats.org/officeDocument/2006/relationships/tags" Target="../tags/tag2793.xml"/><Relationship Id="rId14" Type="http://schemas.openxmlformats.org/officeDocument/2006/relationships/tags" Target="../tags/tag2798.xml"/></Relationships>
</file>

<file path=ppt/slides/_rels/slide38.xml.rels><?xml version="1.0" encoding="UTF-8" standalone="yes"?>
<Relationships xmlns="http://schemas.openxmlformats.org/package/2006/relationships"><Relationship Id="rId26" Type="http://schemas.openxmlformats.org/officeDocument/2006/relationships/tags" Target="../tags/tag2824.xml"/><Relationship Id="rId21" Type="http://schemas.openxmlformats.org/officeDocument/2006/relationships/tags" Target="../tags/tag2819.xml"/><Relationship Id="rId34" Type="http://schemas.openxmlformats.org/officeDocument/2006/relationships/tags" Target="../tags/tag2832.xml"/><Relationship Id="rId42" Type="http://schemas.openxmlformats.org/officeDocument/2006/relationships/tags" Target="../tags/tag2840.xml"/><Relationship Id="rId47" Type="http://schemas.openxmlformats.org/officeDocument/2006/relationships/tags" Target="../tags/tag2845.xml"/><Relationship Id="rId50" Type="http://schemas.openxmlformats.org/officeDocument/2006/relationships/tags" Target="../tags/tag2848.xml"/><Relationship Id="rId55" Type="http://schemas.openxmlformats.org/officeDocument/2006/relationships/tags" Target="../tags/tag2853.xml"/><Relationship Id="rId63" Type="http://schemas.openxmlformats.org/officeDocument/2006/relationships/tags" Target="../tags/tag2861.xml"/><Relationship Id="rId7" Type="http://schemas.openxmlformats.org/officeDocument/2006/relationships/tags" Target="../tags/tag2805.xml"/><Relationship Id="rId2" Type="http://schemas.openxmlformats.org/officeDocument/2006/relationships/tags" Target="../tags/tag2800.xml"/><Relationship Id="rId16" Type="http://schemas.openxmlformats.org/officeDocument/2006/relationships/tags" Target="../tags/tag2814.xml"/><Relationship Id="rId29" Type="http://schemas.openxmlformats.org/officeDocument/2006/relationships/tags" Target="../tags/tag2827.xml"/><Relationship Id="rId11" Type="http://schemas.openxmlformats.org/officeDocument/2006/relationships/tags" Target="../tags/tag2809.xml"/><Relationship Id="rId24" Type="http://schemas.openxmlformats.org/officeDocument/2006/relationships/tags" Target="../tags/tag2822.xml"/><Relationship Id="rId32" Type="http://schemas.openxmlformats.org/officeDocument/2006/relationships/tags" Target="../tags/tag2830.xml"/><Relationship Id="rId37" Type="http://schemas.openxmlformats.org/officeDocument/2006/relationships/tags" Target="../tags/tag2835.xml"/><Relationship Id="rId40" Type="http://schemas.openxmlformats.org/officeDocument/2006/relationships/tags" Target="../tags/tag2838.xml"/><Relationship Id="rId45" Type="http://schemas.openxmlformats.org/officeDocument/2006/relationships/tags" Target="../tags/tag2843.xml"/><Relationship Id="rId53" Type="http://schemas.openxmlformats.org/officeDocument/2006/relationships/tags" Target="../tags/tag2851.xml"/><Relationship Id="rId58" Type="http://schemas.openxmlformats.org/officeDocument/2006/relationships/tags" Target="../tags/tag2856.xml"/><Relationship Id="rId66" Type="http://schemas.openxmlformats.org/officeDocument/2006/relationships/slideLayout" Target="../slideLayouts/slideLayout2.xml"/><Relationship Id="rId5" Type="http://schemas.openxmlformats.org/officeDocument/2006/relationships/tags" Target="../tags/tag2803.xml"/><Relationship Id="rId61" Type="http://schemas.openxmlformats.org/officeDocument/2006/relationships/tags" Target="../tags/tag2859.xml"/><Relationship Id="rId19" Type="http://schemas.openxmlformats.org/officeDocument/2006/relationships/tags" Target="../tags/tag2817.xml"/><Relationship Id="rId14" Type="http://schemas.openxmlformats.org/officeDocument/2006/relationships/tags" Target="../tags/tag2812.xml"/><Relationship Id="rId22" Type="http://schemas.openxmlformats.org/officeDocument/2006/relationships/tags" Target="../tags/tag2820.xml"/><Relationship Id="rId27" Type="http://schemas.openxmlformats.org/officeDocument/2006/relationships/tags" Target="../tags/tag2825.xml"/><Relationship Id="rId30" Type="http://schemas.openxmlformats.org/officeDocument/2006/relationships/tags" Target="../tags/tag2828.xml"/><Relationship Id="rId35" Type="http://schemas.openxmlformats.org/officeDocument/2006/relationships/tags" Target="../tags/tag2833.xml"/><Relationship Id="rId43" Type="http://schemas.openxmlformats.org/officeDocument/2006/relationships/tags" Target="../tags/tag2841.xml"/><Relationship Id="rId48" Type="http://schemas.openxmlformats.org/officeDocument/2006/relationships/tags" Target="../tags/tag2846.xml"/><Relationship Id="rId56" Type="http://schemas.openxmlformats.org/officeDocument/2006/relationships/tags" Target="../tags/tag2854.xml"/><Relationship Id="rId64" Type="http://schemas.openxmlformats.org/officeDocument/2006/relationships/tags" Target="../tags/tag2862.xml"/><Relationship Id="rId8" Type="http://schemas.openxmlformats.org/officeDocument/2006/relationships/tags" Target="../tags/tag2806.xml"/><Relationship Id="rId51" Type="http://schemas.openxmlformats.org/officeDocument/2006/relationships/tags" Target="../tags/tag2849.xml"/><Relationship Id="rId3" Type="http://schemas.openxmlformats.org/officeDocument/2006/relationships/tags" Target="../tags/tag2801.xml"/><Relationship Id="rId12" Type="http://schemas.openxmlformats.org/officeDocument/2006/relationships/tags" Target="../tags/tag2810.xml"/><Relationship Id="rId17" Type="http://schemas.openxmlformats.org/officeDocument/2006/relationships/tags" Target="../tags/tag2815.xml"/><Relationship Id="rId25" Type="http://schemas.openxmlformats.org/officeDocument/2006/relationships/tags" Target="../tags/tag2823.xml"/><Relationship Id="rId33" Type="http://schemas.openxmlformats.org/officeDocument/2006/relationships/tags" Target="../tags/tag2831.xml"/><Relationship Id="rId38" Type="http://schemas.openxmlformats.org/officeDocument/2006/relationships/tags" Target="../tags/tag2836.xml"/><Relationship Id="rId46" Type="http://schemas.openxmlformats.org/officeDocument/2006/relationships/tags" Target="../tags/tag2844.xml"/><Relationship Id="rId59" Type="http://schemas.openxmlformats.org/officeDocument/2006/relationships/tags" Target="../tags/tag2857.xml"/><Relationship Id="rId67" Type="http://schemas.openxmlformats.org/officeDocument/2006/relationships/image" Target="../media/image1.png"/><Relationship Id="rId20" Type="http://schemas.openxmlformats.org/officeDocument/2006/relationships/tags" Target="../tags/tag2818.xml"/><Relationship Id="rId41" Type="http://schemas.openxmlformats.org/officeDocument/2006/relationships/tags" Target="../tags/tag2839.xml"/><Relationship Id="rId54" Type="http://schemas.openxmlformats.org/officeDocument/2006/relationships/tags" Target="../tags/tag2852.xml"/><Relationship Id="rId62" Type="http://schemas.openxmlformats.org/officeDocument/2006/relationships/tags" Target="../tags/tag2860.xml"/><Relationship Id="rId1" Type="http://schemas.openxmlformats.org/officeDocument/2006/relationships/tags" Target="../tags/tag2799.xml"/><Relationship Id="rId6" Type="http://schemas.openxmlformats.org/officeDocument/2006/relationships/tags" Target="../tags/tag2804.xml"/><Relationship Id="rId15" Type="http://schemas.openxmlformats.org/officeDocument/2006/relationships/tags" Target="../tags/tag2813.xml"/><Relationship Id="rId23" Type="http://schemas.openxmlformats.org/officeDocument/2006/relationships/tags" Target="../tags/tag2821.xml"/><Relationship Id="rId28" Type="http://schemas.openxmlformats.org/officeDocument/2006/relationships/tags" Target="../tags/tag2826.xml"/><Relationship Id="rId36" Type="http://schemas.openxmlformats.org/officeDocument/2006/relationships/tags" Target="../tags/tag2834.xml"/><Relationship Id="rId49" Type="http://schemas.openxmlformats.org/officeDocument/2006/relationships/tags" Target="../tags/tag2847.xml"/><Relationship Id="rId57" Type="http://schemas.openxmlformats.org/officeDocument/2006/relationships/tags" Target="../tags/tag2855.xml"/><Relationship Id="rId10" Type="http://schemas.openxmlformats.org/officeDocument/2006/relationships/tags" Target="../tags/tag2808.xml"/><Relationship Id="rId31" Type="http://schemas.openxmlformats.org/officeDocument/2006/relationships/tags" Target="../tags/tag2829.xml"/><Relationship Id="rId44" Type="http://schemas.openxmlformats.org/officeDocument/2006/relationships/tags" Target="../tags/tag2842.xml"/><Relationship Id="rId52" Type="http://schemas.openxmlformats.org/officeDocument/2006/relationships/tags" Target="../tags/tag2850.xml"/><Relationship Id="rId60" Type="http://schemas.openxmlformats.org/officeDocument/2006/relationships/tags" Target="../tags/tag2858.xml"/><Relationship Id="rId65" Type="http://schemas.openxmlformats.org/officeDocument/2006/relationships/tags" Target="../tags/tag2863.xml"/><Relationship Id="rId4" Type="http://schemas.openxmlformats.org/officeDocument/2006/relationships/tags" Target="../tags/tag2802.xml"/><Relationship Id="rId9" Type="http://schemas.openxmlformats.org/officeDocument/2006/relationships/tags" Target="../tags/tag2807.xml"/><Relationship Id="rId13" Type="http://schemas.openxmlformats.org/officeDocument/2006/relationships/tags" Target="../tags/tag2811.xml"/><Relationship Id="rId18" Type="http://schemas.openxmlformats.org/officeDocument/2006/relationships/tags" Target="../tags/tag2816.xml"/><Relationship Id="rId39" Type="http://schemas.openxmlformats.org/officeDocument/2006/relationships/tags" Target="../tags/tag2837.xml"/></Relationships>
</file>

<file path=ppt/slides/_rels/slide39.xml.rels><?xml version="1.0" encoding="UTF-8" standalone="yes"?>
<Relationships xmlns="http://schemas.openxmlformats.org/package/2006/relationships"><Relationship Id="rId8" Type="http://schemas.openxmlformats.org/officeDocument/2006/relationships/tags" Target="../tags/tag2871.xml"/><Relationship Id="rId13" Type="http://schemas.openxmlformats.org/officeDocument/2006/relationships/tags" Target="../tags/tag2876.xml"/><Relationship Id="rId3" Type="http://schemas.openxmlformats.org/officeDocument/2006/relationships/tags" Target="../tags/tag2866.xml"/><Relationship Id="rId7" Type="http://schemas.openxmlformats.org/officeDocument/2006/relationships/tags" Target="../tags/tag2870.xml"/><Relationship Id="rId12" Type="http://schemas.openxmlformats.org/officeDocument/2006/relationships/tags" Target="../tags/tag2875.xml"/><Relationship Id="rId17" Type="http://schemas.openxmlformats.org/officeDocument/2006/relationships/image" Target="../media/image11.jpeg"/><Relationship Id="rId2" Type="http://schemas.openxmlformats.org/officeDocument/2006/relationships/tags" Target="../tags/tag2865.xml"/><Relationship Id="rId16" Type="http://schemas.openxmlformats.org/officeDocument/2006/relationships/slideLayout" Target="../slideLayouts/slideLayout3.xml"/><Relationship Id="rId1" Type="http://schemas.openxmlformats.org/officeDocument/2006/relationships/tags" Target="../tags/tag2864.xml"/><Relationship Id="rId6" Type="http://schemas.openxmlformats.org/officeDocument/2006/relationships/tags" Target="../tags/tag2869.xml"/><Relationship Id="rId11" Type="http://schemas.openxmlformats.org/officeDocument/2006/relationships/tags" Target="../tags/tag2874.xml"/><Relationship Id="rId5" Type="http://schemas.openxmlformats.org/officeDocument/2006/relationships/tags" Target="../tags/tag2868.xml"/><Relationship Id="rId15" Type="http://schemas.openxmlformats.org/officeDocument/2006/relationships/tags" Target="../tags/tag2878.xml"/><Relationship Id="rId10" Type="http://schemas.openxmlformats.org/officeDocument/2006/relationships/tags" Target="../tags/tag2873.xml"/><Relationship Id="rId4" Type="http://schemas.openxmlformats.org/officeDocument/2006/relationships/tags" Target="../tags/tag2867.xml"/><Relationship Id="rId9" Type="http://schemas.openxmlformats.org/officeDocument/2006/relationships/tags" Target="../tags/tag2872.xml"/><Relationship Id="rId14" Type="http://schemas.openxmlformats.org/officeDocument/2006/relationships/tags" Target="../tags/tag2877.xml"/></Relationships>
</file>

<file path=ppt/slides/_rels/slide40.xml.rels><?xml version="1.0" encoding="UTF-8" standalone="yes"?>
<Relationships xmlns="http://schemas.openxmlformats.org/package/2006/relationships"><Relationship Id="rId3" Type="http://schemas.openxmlformats.org/officeDocument/2006/relationships/tags" Target="../tags/tag2881.xml"/><Relationship Id="rId7" Type="http://schemas.openxmlformats.org/officeDocument/2006/relationships/image" Target="../media/image12.png"/><Relationship Id="rId2" Type="http://schemas.openxmlformats.org/officeDocument/2006/relationships/tags" Target="../tags/tag2880.xml"/><Relationship Id="rId1" Type="http://schemas.openxmlformats.org/officeDocument/2006/relationships/tags" Target="../tags/tag2879.xml"/><Relationship Id="rId6" Type="http://schemas.openxmlformats.org/officeDocument/2006/relationships/image" Target="../media/image1.png"/><Relationship Id="rId5" Type="http://schemas.openxmlformats.org/officeDocument/2006/relationships/slideLayout" Target="../slideLayouts/slideLayout2.xml"/><Relationship Id="rId4" Type="http://schemas.openxmlformats.org/officeDocument/2006/relationships/tags" Target="../tags/tag2882.xml"/></Relationships>
</file>

<file path=ppt/slides/_rels/slide41.xml.rels><?xml version="1.0" encoding="UTF-8" standalone="yes"?>
<Relationships xmlns="http://schemas.openxmlformats.org/package/2006/relationships"><Relationship Id="rId8" Type="http://schemas.openxmlformats.org/officeDocument/2006/relationships/tags" Target="../tags/tag2890.xml"/><Relationship Id="rId13" Type="http://schemas.openxmlformats.org/officeDocument/2006/relationships/tags" Target="../tags/tag2895.xml"/><Relationship Id="rId18" Type="http://schemas.openxmlformats.org/officeDocument/2006/relationships/tags" Target="../tags/tag2900.xml"/><Relationship Id="rId26" Type="http://schemas.openxmlformats.org/officeDocument/2006/relationships/tags" Target="../tags/tag2908.xml"/><Relationship Id="rId3" Type="http://schemas.openxmlformats.org/officeDocument/2006/relationships/tags" Target="../tags/tag2885.xml"/><Relationship Id="rId21" Type="http://schemas.openxmlformats.org/officeDocument/2006/relationships/tags" Target="../tags/tag2903.xml"/><Relationship Id="rId7" Type="http://schemas.openxmlformats.org/officeDocument/2006/relationships/tags" Target="../tags/tag2889.xml"/><Relationship Id="rId12" Type="http://schemas.openxmlformats.org/officeDocument/2006/relationships/tags" Target="../tags/tag2894.xml"/><Relationship Id="rId17" Type="http://schemas.openxmlformats.org/officeDocument/2006/relationships/tags" Target="../tags/tag2899.xml"/><Relationship Id="rId25" Type="http://schemas.openxmlformats.org/officeDocument/2006/relationships/tags" Target="../tags/tag2907.xml"/><Relationship Id="rId2" Type="http://schemas.openxmlformats.org/officeDocument/2006/relationships/tags" Target="../tags/tag2884.xml"/><Relationship Id="rId16" Type="http://schemas.openxmlformats.org/officeDocument/2006/relationships/tags" Target="../tags/tag2898.xml"/><Relationship Id="rId20" Type="http://schemas.openxmlformats.org/officeDocument/2006/relationships/tags" Target="../tags/tag2902.xml"/><Relationship Id="rId29" Type="http://schemas.openxmlformats.org/officeDocument/2006/relationships/image" Target="../media/image1.png"/><Relationship Id="rId1" Type="http://schemas.openxmlformats.org/officeDocument/2006/relationships/tags" Target="../tags/tag2883.xml"/><Relationship Id="rId6" Type="http://schemas.openxmlformats.org/officeDocument/2006/relationships/tags" Target="../tags/tag2888.xml"/><Relationship Id="rId11" Type="http://schemas.openxmlformats.org/officeDocument/2006/relationships/tags" Target="../tags/tag2893.xml"/><Relationship Id="rId24" Type="http://schemas.openxmlformats.org/officeDocument/2006/relationships/tags" Target="../tags/tag2906.xml"/><Relationship Id="rId5" Type="http://schemas.openxmlformats.org/officeDocument/2006/relationships/tags" Target="../tags/tag2887.xml"/><Relationship Id="rId15" Type="http://schemas.openxmlformats.org/officeDocument/2006/relationships/tags" Target="../tags/tag2897.xml"/><Relationship Id="rId23" Type="http://schemas.openxmlformats.org/officeDocument/2006/relationships/tags" Target="../tags/tag2905.xml"/><Relationship Id="rId28" Type="http://schemas.openxmlformats.org/officeDocument/2006/relationships/slideLayout" Target="../slideLayouts/slideLayout2.xml"/><Relationship Id="rId10" Type="http://schemas.openxmlformats.org/officeDocument/2006/relationships/tags" Target="../tags/tag2892.xml"/><Relationship Id="rId19" Type="http://schemas.openxmlformats.org/officeDocument/2006/relationships/tags" Target="../tags/tag2901.xml"/><Relationship Id="rId4" Type="http://schemas.openxmlformats.org/officeDocument/2006/relationships/tags" Target="../tags/tag2886.xml"/><Relationship Id="rId9" Type="http://schemas.openxmlformats.org/officeDocument/2006/relationships/tags" Target="../tags/tag2891.xml"/><Relationship Id="rId14" Type="http://schemas.openxmlformats.org/officeDocument/2006/relationships/tags" Target="../tags/tag2896.xml"/><Relationship Id="rId22" Type="http://schemas.openxmlformats.org/officeDocument/2006/relationships/tags" Target="../tags/tag2904.xml"/><Relationship Id="rId27" Type="http://schemas.openxmlformats.org/officeDocument/2006/relationships/tags" Target="../tags/tag2909.xml"/></Relationships>
</file>

<file path=ppt/slides/_rels/slide42.xml.rels><?xml version="1.0" encoding="UTF-8" standalone="yes"?>
<Relationships xmlns="http://schemas.openxmlformats.org/package/2006/relationships"><Relationship Id="rId13" Type="http://schemas.openxmlformats.org/officeDocument/2006/relationships/tags" Target="../tags/tag2922.xml"/><Relationship Id="rId18" Type="http://schemas.openxmlformats.org/officeDocument/2006/relationships/tags" Target="../tags/tag2927.xml"/><Relationship Id="rId26" Type="http://schemas.openxmlformats.org/officeDocument/2006/relationships/tags" Target="../tags/tag2935.xml"/><Relationship Id="rId39" Type="http://schemas.openxmlformats.org/officeDocument/2006/relationships/slideLayout" Target="../slideLayouts/slideLayout2.xml"/><Relationship Id="rId21" Type="http://schemas.openxmlformats.org/officeDocument/2006/relationships/tags" Target="../tags/tag2930.xml"/><Relationship Id="rId34" Type="http://schemas.openxmlformats.org/officeDocument/2006/relationships/tags" Target="../tags/tag2943.xml"/><Relationship Id="rId7" Type="http://schemas.openxmlformats.org/officeDocument/2006/relationships/tags" Target="../tags/tag2916.xml"/><Relationship Id="rId12" Type="http://schemas.openxmlformats.org/officeDocument/2006/relationships/tags" Target="../tags/tag2921.xml"/><Relationship Id="rId17" Type="http://schemas.openxmlformats.org/officeDocument/2006/relationships/tags" Target="../tags/tag2926.xml"/><Relationship Id="rId25" Type="http://schemas.openxmlformats.org/officeDocument/2006/relationships/tags" Target="../tags/tag2934.xml"/><Relationship Id="rId33" Type="http://schemas.openxmlformats.org/officeDocument/2006/relationships/tags" Target="../tags/tag2942.xml"/><Relationship Id="rId38" Type="http://schemas.openxmlformats.org/officeDocument/2006/relationships/tags" Target="../tags/tag2947.xml"/><Relationship Id="rId2" Type="http://schemas.openxmlformats.org/officeDocument/2006/relationships/tags" Target="../tags/tag2911.xml"/><Relationship Id="rId16" Type="http://schemas.openxmlformats.org/officeDocument/2006/relationships/tags" Target="../tags/tag2925.xml"/><Relationship Id="rId20" Type="http://schemas.openxmlformats.org/officeDocument/2006/relationships/tags" Target="../tags/tag2929.xml"/><Relationship Id="rId29" Type="http://schemas.openxmlformats.org/officeDocument/2006/relationships/tags" Target="../tags/tag2938.xml"/><Relationship Id="rId1" Type="http://schemas.openxmlformats.org/officeDocument/2006/relationships/tags" Target="../tags/tag2910.xml"/><Relationship Id="rId6" Type="http://schemas.openxmlformats.org/officeDocument/2006/relationships/tags" Target="../tags/tag2915.xml"/><Relationship Id="rId11" Type="http://schemas.openxmlformats.org/officeDocument/2006/relationships/tags" Target="../tags/tag2920.xml"/><Relationship Id="rId24" Type="http://schemas.openxmlformats.org/officeDocument/2006/relationships/tags" Target="../tags/tag2933.xml"/><Relationship Id="rId32" Type="http://schemas.openxmlformats.org/officeDocument/2006/relationships/tags" Target="../tags/tag2941.xml"/><Relationship Id="rId37" Type="http://schemas.openxmlformats.org/officeDocument/2006/relationships/tags" Target="../tags/tag2946.xml"/><Relationship Id="rId40" Type="http://schemas.openxmlformats.org/officeDocument/2006/relationships/image" Target="../media/image1.png"/><Relationship Id="rId5" Type="http://schemas.openxmlformats.org/officeDocument/2006/relationships/tags" Target="../tags/tag2914.xml"/><Relationship Id="rId15" Type="http://schemas.openxmlformats.org/officeDocument/2006/relationships/tags" Target="../tags/tag2924.xml"/><Relationship Id="rId23" Type="http://schemas.openxmlformats.org/officeDocument/2006/relationships/tags" Target="../tags/tag2932.xml"/><Relationship Id="rId28" Type="http://schemas.openxmlformats.org/officeDocument/2006/relationships/tags" Target="../tags/tag2937.xml"/><Relationship Id="rId36" Type="http://schemas.openxmlformats.org/officeDocument/2006/relationships/tags" Target="../tags/tag2945.xml"/><Relationship Id="rId10" Type="http://schemas.openxmlformats.org/officeDocument/2006/relationships/tags" Target="../tags/tag2919.xml"/><Relationship Id="rId19" Type="http://schemas.openxmlformats.org/officeDocument/2006/relationships/tags" Target="../tags/tag2928.xml"/><Relationship Id="rId31" Type="http://schemas.openxmlformats.org/officeDocument/2006/relationships/tags" Target="../tags/tag2940.xml"/><Relationship Id="rId4" Type="http://schemas.openxmlformats.org/officeDocument/2006/relationships/tags" Target="../tags/tag2913.xml"/><Relationship Id="rId9" Type="http://schemas.openxmlformats.org/officeDocument/2006/relationships/tags" Target="../tags/tag2918.xml"/><Relationship Id="rId14" Type="http://schemas.openxmlformats.org/officeDocument/2006/relationships/tags" Target="../tags/tag2923.xml"/><Relationship Id="rId22" Type="http://schemas.openxmlformats.org/officeDocument/2006/relationships/tags" Target="../tags/tag2931.xml"/><Relationship Id="rId27" Type="http://schemas.openxmlformats.org/officeDocument/2006/relationships/tags" Target="../tags/tag2936.xml"/><Relationship Id="rId30" Type="http://schemas.openxmlformats.org/officeDocument/2006/relationships/tags" Target="../tags/tag2939.xml"/><Relationship Id="rId35" Type="http://schemas.openxmlformats.org/officeDocument/2006/relationships/tags" Target="../tags/tag2944.xml"/><Relationship Id="rId8" Type="http://schemas.openxmlformats.org/officeDocument/2006/relationships/tags" Target="../tags/tag2917.xml"/><Relationship Id="rId3" Type="http://schemas.openxmlformats.org/officeDocument/2006/relationships/tags" Target="../tags/tag2912.xml"/></Relationships>
</file>

<file path=ppt/slides/_rels/slide43.xml.rels><?xml version="1.0" encoding="UTF-8" standalone="yes"?>
<Relationships xmlns="http://schemas.openxmlformats.org/package/2006/relationships"><Relationship Id="rId8" Type="http://schemas.openxmlformats.org/officeDocument/2006/relationships/tags" Target="../tags/tag2955.xml"/><Relationship Id="rId13" Type="http://schemas.openxmlformats.org/officeDocument/2006/relationships/tags" Target="../tags/tag2960.xml"/><Relationship Id="rId18" Type="http://schemas.openxmlformats.org/officeDocument/2006/relationships/tags" Target="../tags/tag2965.xml"/><Relationship Id="rId26" Type="http://schemas.openxmlformats.org/officeDocument/2006/relationships/tags" Target="../tags/tag2973.xml"/><Relationship Id="rId3" Type="http://schemas.openxmlformats.org/officeDocument/2006/relationships/tags" Target="../tags/tag2950.xml"/><Relationship Id="rId21" Type="http://schemas.openxmlformats.org/officeDocument/2006/relationships/tags" Target="../tags/tag2968.xml"/><Relationship Id="rId7" Type="http://schemas.openxmlformats.org/officeDocument/2006/relationships/tags" Target="../tags/tag2954.xml"/><Relationship Id="rId12" Type="http://schemas.openxmlformats.org/officeDocument/2006/relationships/tags" Target="../tags/tag2959.xml"/><Relationship Id="rId17" Type="http://schemas.openxmlformats.org/officeDocument/2006/relationships/tags" Target="../tags/tag2964.xml"/><Relationship Id="rId25" Type="http://schemas.openxmlformats.org/officeDocument/2006/relationships/tags" Target="../tags/tag2972.xml"/><Relationship Id="rId2" Type="http://schemas.openxmlformats.org/officeDocument/2006/relationships/tags" Target="../tags/tag2949.xml"/><Relationship Id="rId16" Type="http://schemas.openxmlformats.org/officeDocument/2006/relationships/tags" Target="../tags/tag2963.xml"/><Relationship Id="rId20" Type="http://schemas.openxmlformats.org/officeDocument/2006/relationships/tags" Target="../tags/tag2967.xml"/><Relationship Id="rId29" Type="http://schemas.openxmlformats.org/officeDocument/2006/relationships/image" Target="../media/image1.png"/><Relationship Id="rId1" Type="http://schemas.openxmlformats.org/officeDocument/2006/relationships/tags" Target="../tags/tag2948.xml"/><Relationship Id="rId6" Type="http://schemas.openxmlformats.org/officeDocument/2006/relationships/tags" Target="../tags/tag2953.xml"/><Relationship Id="rId11" Type="http://schemas.openxmlformats.org/officeDocument/2006/relationships/tags" Target="../tags/tag2958.xml"/><Relationship Id="rId24" Type="http://schemas.openxmlformats.org/officeDocument/2006/relationships/tags" Target="../tags/tag2971.xml"/><Relationship Id="rId5" Type="http://schemas.openxmlformats.org/officeDocument/2006/relationships/tags" Target="../tags/tag2952.xml"/><Relationship Id="rId15" Type="http://schemas.openxmlformats.org/officeDocument/2006/relationships/tags" Target="../tags/tag2962.xml"/><Relationship Id="rId23" Type="http://schemas.openxmlformats.org/officeDocument/2006/relationships/tags" Target="../tags/tag2970.xml"/><Relationship Id="rId28" Type="http://schemas.openxmlformats.org/officeDocument/2006/relationships/slideLayout" Target="../slideLayouts/slideLayout2.xml"/><Relationship Id="rId10" Type="http://schemas.openxmlformats.org/officeDocument/2006/relationships/tags" Target="../tags/tag2957.xml"/><Relationship Id="rId19" Type="http://schemas.openxmlformats.org/officeDocument/2006/relationships/tags" Target="../tags/tag2966.xml"/><Relationship Id="rId4" Type="http://schemas.openxmlformats.org/officeDocument/2006/relationships/tags" Target="../tags/tag2951.xml"/><Relationship Id="rId9" Type="http://schemas.openxmlformats.org/officeDocument/2006/relationships/tags" Target="../tags/tag2956.xml"/><Relationship Id="rId14" Type="http://schemas.openxmlformats.org/officeDocument/2006/relationships/tags" Target="../tags/tag2961.xml"/><Relationship Id="rId22" Type="http://schemas.openxmlformats.org/officeDocument/2006/relationships/tags" Target="../tags/tag2969.xml"/><Relationship Id="rId27" Type="http://schemas.openxmlformats.org/officeDocument/2006/relationships/tags" Target="../tags/tag2974.xml"/><Relationship Id="rId30" Type="http://schemas.openxmlformats.org/officeDocument/2006/relationships/image" Target="../media/image13.png"/></Relationships>
</file>

<file path=ppt/slides/_rels/slide44.xml.rels><?xml version="1.0" encoding="UTF-8" standalone="yes"?>
<Relationships xmlns="http://schemas.openxmlformats.org/package/2006/relationships"><Relationship Id="rId8" Type="http://schemas.openxmlformats.org/officeDocument/2006/relationships/tags" Target="../tags/tag2982.xml"/><Relationship Id="rId13" Type="http://schemas.openxmlformats.org/officeDocument/2006/relationships/tags" Target="../tags/tag2987.xml"/><Relationship Id="rId18" Type="http://schemas.openxmlformats.org/officeDocument/2006/relationships/tags" Target="../tags/tag2992.xml"/><Relationship Id="rId26" Type="http://schemas.openxmlformats.org/officeDocument/2006/relationships/tags" Target="../tags/tag3000.xml"/><Relationship Id="rId3" Type="http://schemas.openxmlformats.org/officeDocument/2006/relationships/tags" Target="../tags/tag2977.xml"/><Relationship Id="rId21" Type="http://schemas.openxmlformats.org/officeDocument/2006/relationships/tags" Target="../tags/tag2995.xml"/><Relationship Id="rId7" Type="http://schemas.openxmlformats.org/officeDocument/2006/relationships/tags" Target="../tags/tag2981.xml"/><Relationship Id="rId12" Type="http://schemas.openxmlformats.org/officeDocument/2006/relationships/tags" Target="../tags/tag2986.xml"/><Relationship Id="rId17" Type="http://schemas.openxmlformats.org/officeDocument/2006/relationships/tags" Target="../tags/tag2991.xml"/><Relationship Id="rId25" Type="http://schemas.openxmlformats.org/officeDocument/2006/relationships/tags" Target="../tags/tag2999.xml"/><Relationship Id="rId2" Type="http://schemas.openxmlformats.org/officeDocument/2006/relationships/tags" Target="../tags/tag2976.xml"/><Relationship Id="rId16" Type="http://schemas.openxmlformats.org/officeDocument/2006/relationships/tags" Target="../tags/tag2990.xml"/><Relationship Id="rId20" Type="http://schemas.openxmlformats.org/officeDocument/2006/relationships/tags" Target="../tags/tag2994.xml"/><Relationship Id="rId29" Type="http://schemas.openxmlformats.org/officeDocument/2006/relationships/image" Target="../media/image1.png"/><Relationship Id="rId1" Type="http://schemas.openxmlformats.org/officeDocument/2006/relationships/tags" Target="../tags/tag2975.xml"/><Relationship Id="rId6" Type="http://schemas.openxmlformats.org/officeDocument/2006/relationships/tags" Target="../tags/tag2980.xml"/><Relationship Id="rId11" Type="http://schemas.openxmlformats.org/officeDocument/2006/relationships/tags" Target="../tags/tag2985.xml"/><Relationship Id="rId24" Type="http://schemas.openxmlformats.org/officeDocument/2006/relationships/tags" Target="../tags/tag2998.xml"/><Relationship Id="rId5" Type="http://schemas.openxmlformats.org/officeDocument/2006/relationships/tags" Target="../tags/tag2979.xml"/><Relationship Id="rId15" Type="http://schemas.openxmlformats.org/officeDocument/2006/relationships/tags" Target="../tags/tag2989.xml"/><Relationship Id="rId23" Type="http://schemas.openxmlformats.org/officeDocument/2006/relationships/tags" Target="../tags/tag2997.xml"/><Relationship Id="rId28" Type="http://schemas.openxmlformats.org/officeDocument/2006/relationships/slideLayout" Target="../slideLayouts/slideLayout2.xml"/><Relationship Id="rId10" Type="http://schemas.openxmlformats.org/officeDocument/2006/relationships/tags" Target="../tags/tag2984.xml"/><Relationship Id="rId19" Type="http://schemas.openxmlformats.org/officeDocument/2006/relationships/tags" Target="../tags/tag2993.xml"/><Relationship Id="rId4" Type="http://schemas.openxmlformats.org/officeDocument/2006/relationships/tags" Target="../tags/tag2978.xml"/><Relationship Id="rId9" Type="http://schemas.openxmlformats.org/officeDocument/2006/relationships/tags" Target="../tags/tag2983.xml"/><Relationship Id="rId14" Type="http://schemas.openxmlformats.org/officeDocument/2006/relationships/tags" Target="../tags/tag2988.xml"/><Relationship Id="rId22" Type="http://schemas.openxmlformats.org/officeDocument/2006/relationships/tags" Target="../tags/tag2996.xml"/><Relationship Id="rId27" Type="http://schemas.openxmlformats.org/officeDocument/2006/relationships/tags" Target="../tags/tag3001.xml"/></Relationships>
</file>

<file path=ppt/slides/_rels/slide45.xml.rels><?xml version="1.0" encoding="UTF-8" standalone="yes"?>
<Relationships xmlns="http://schemas.openxmlformats.org/package/2006/relationships"><Relationship Id="rId8" Type="http://schemas.openxmlformats.org/officeDocument/2006/relationships/tags" Target="../tags/tag3009.xml"/><Relationship Id="rId13" Type="http://schemas.openxmlformats.org/officeDocument/2006/relationships/tags" Target="../tags/tag3014.xml"/><Relationship Id="rId18" Type="http://schemas.openxmlformats.org/officeDocument/2006/relationships/tags" Target="../tags/tag3019.xml"/><Relationship Id="rId26" Type="http://schemas.openxmlformats.org/officeDocument/2006/relationships/tags" Target="../tags/tag3027.xml"/><Relationship Id="rId3" Type="http://schemas.openxmlformats.org/officeDocument/2006/relationships/tags" Target="../tags/tag3004.xml"/><Relationship Id="rId21" Type="http://schemas.openxmlformats.org/officeDocument/2006/relationships/tags" Target="../tags/tag3022.xml"/><Relationship Id="rId7" Type="http://schemas.openxmlformats.org/officeDocument/2006/relationships/tags" Target="../tags/tag3008.xml"/><Relationship Id="rId12" Type="http://schemas.openxmlformats.org/officeDocument/2006/relationships/tags" Target="../tags/tag3013.xml"/><Relationship Id="rId17" Type="http://schemas.openxmlformats.org/officeDocument/2006/relationships/tags" Target="../tags/tag3018.xml"/><Relationship Id="rId25" Type="http://schemas.openxmlformats.org/officeDocument/2006/relationships/tags" Target="../tags/tag3026.xml"/><Relationship Id="rId2" Type="http://schemas.openxmlformats.org/officeDocument/2006/relationships/tags" Target="../tags/tag3003.xml"/><Relationship Id="rId16" Type="http://schemas.openxmlformats.org/officeDocument/2006/relationships/tags" Target="../tags/tag3017.xml"/><Relationship Id="rId20" Type="http://schemas.openxmlformats.org/officeDocument/2006/relationships/tags" Target="../tags/tag3021.xml"/><Relationship Id="rId29" Type="http://schemas.openxmlformats.org/officeDocument/2006/relationships/image" Target="../media/image1.png"/><Relationship Id="rId1" Type="http://schemas.openxmlformats.org/officeDocument/2006/relationships/tags" Target="../tags/tag3002.xml"/><Relationship Id="rId6" Type="http://schemas.openxmlformats.org/officeDocument/2006/relationships/tags" Target="../tags/tag3007.xml"/><Relationship Id="rId11" Type="http://schemas.openxmlformats.org/officeDocument/2006/relationships/tags" Target="../tags/tag3012.xml"/><Relationship Id="rId24" Type="http://schemas.openxmlformats.org/officeDocument/2006/relationships/tags" Target="../tags/tag3025.xml"/><Relationship Id="rId5" Type="http://schemas.openxmlformats.org/officeDocument/2006/relationships/tags" Target="../tags/tag3006.xml"/><Relationship Id="rId15" Type="http://schemas.openxmlformats.org/officeDocument/2006/relationships/tags" Target="../tags/tag3016.xml"/><Relationship Id="rId23" Type="http://schemas.openxmlformats.org/officeDocument/2006/relationships/tags" Target="../tags/tag3024.xml"/><Relationship Id="rId28" Type="http://schemas.openxmlformats.org/officeDocument/2006/relationships/slideLayout" Target="../slideLayouts/slideLayout2.xml"/><Relationship Id="rId10" Type="http://schemas.openxmlformats.org/officeDocument/2006/relationships/tags" Target="../tags/tag3011.xml"/><Relationship Id="rId19" Type="http://schemas.openxmlformats.org/officeDocument/2006/relationships/tags" Target="../tags/tag3020.xml"/><Relationship Id="rId4" Type="http://schemas.openxmlformats.org/officeDocument/2006/relationships/tags" Target="../tags/tag3005.xml"/><Relationship Id="rId9" Type="http://schemas.openxmlformats.org/officeDocument/2006/relationships/tags" Target="../tags/tag3010.xml"/><Relationship Id="rId14" Type="http://schemas.openxmlformats.org/officeDocument/2006/relationships/tags" Target="../tags/tag3015.xml"/><Relationship Id="rId22" Type="http://schemas.openxmlformats.org/officeDocument/2006/relationships/tags" Target="../tags/tag3023.xml"/><Relationship Id="rId27" Type="http://schemas.openxmlformats.org/officeDocument/2006/relationships/tags" Target="../tags/tag3028.xml"/></Relationships>
</file>

<file path=ppt/slides/_rels/slide46.xml.rels><?xml version="1.0" encoding="UTF-8" standalone="yes"?>
<Relationships xmlns="http://schemas.openxmlformats.org/package/2006/relationships"><Relationship Id="rId3" Type="http://schemas.openxmlformats.org/officeDocument/2006/relationships/tags" Target="../tags/tag3031.xml"/><Relationship Id="rId7" Type="http://schemas.openxmlformats.org/officeDocument/2006/relationships/image" Target="../media/image14.png"/><Relationship Id="rId2" Type="http://schemas.openxmlformats.org/officeDocument/2006/relationships/tags" Target="../tags/tag3030.xml"/><Relationship Id="rId1" Type="http://schemas.openxmlformats.org/officeDocument/2006/relationships/tags" Target="../tags/tag3029.xml"/><Relationship Id="rId6" Type="http://schemas.openxmlformats.org/officeDocument/2006/relationships/image" Target="../media/image1.png"/><Relationship Id="rId5" Type="http://schemas.openxmlformats.org/officeDocument/2006/relationships/slideLayout" Target="../slideLayouts/slideLayout2.xml"/><Relationship Id="rId4" Type="http://schemas.openxmlformats.org/officeDocument/2006/relationships/tags" Target="../tags/tag3032.xml"/></Relationships>
</file>

<file path=ppt/slides/_rels/slide47.xml.rels><?xml version="1.0" encoding="UTF-8" standalone="yes"?>
<Relationships xmlns="http://schemas.openxmlformats.org/package/2006/relationships"><Relationship Id="rId3" Type="http://schemas.openxmlformats.org/officeDocument/2006/relationships/tags" Target="../tags/tag3035.xml"/><Relationship Id="rId7" Type="http://schemas.openxmlformats.org/officeDocument/2006/relationships/image" Target="../media/image15.jpeg"/><Relationship Id="rId2" Type="http://schemas.openxmlformats.org/officeDocument/2006/relationships/tags" Target="../tags/tag3034.xml"/><Relationship Id="rId1" Type="http://schemas.openxmlformats.org/officeDocument/2006/relationships/tags" Target="../tags/tag3033.xml"/><Relationship Id="rId6" Type="http://schemas.openxmlformats.org/officeDocument/2006/relationships/image" Target="../media/image1.png"/><Relationship Id="rId5" Type="http://schemas.openxmlformats.org/officeDocument/2006/relationships/slideLayout" Target="../slideLayouts/slideLayout2.xml"/><Relationship Id="rId4" Type="http://schemas.openxmlformats.org/officeDocument/2006/relationships/tags" Target="../tags/tag3036.xml"/></Relationships>
</file>

<file path=ppt/slides/_rels/slide48.xml.rels><?xml version="1.0" encoding="UTF-8" standalone="yes"?>
<Relationships xmlns="http://schemas.openxmlformats.org/package/2006/relationships"><Relationship Id="rId3" Type="http://schemas.openxmlformats.org/officeDocument/2006/relationships/tags" Target="../tags/tag3039.xml"/><Relationship Id="rId7" Type="http://schemas.openxmlformats.org/officeDocument/2006/relationships/image" Target="../media/image16.emf"/><Relationship Id="rId2" Type="http://schemas.openxmlformats.org/officeDocument/2006/relationships/tags" Target="../tags/tag3038.xml"/><Relationship Id="rId1" Type="http://schemas.openxmlformats.org/officeDocument/2006/relationships/tags" Target="../tags/tag3037.xml"/><Relationship Id="rId6" Type="http://schemas.openxmlformats.org/officeDocument/2006/relationships/image" Target="../media/image1.png"/><Relationship Id="rId5" Type="http://schemas.openxmlformats.org/officeDocument/2006/relationships/slideLayout" Target="../slideLayouts/slideLayout2.xml"/><Relationship Id="rId4" Type="http://schemas.openxmlformats.org/officeDocument/2006/relationships/tags" Target="../tags/tag3040.xml"/></Relationships>
</file>

<file path=ppt/slides/_rels/slide49.xml.rels><?xml version="1.0" encoding="UTF-8" standalone="yes"?>
<Relationships xmlns="http://schemas.openxmlformats.org/package/2006/relationships"><Relationship Id="rId8" Type="http://schemas.openxmlformats.org/officeDocument/2006/relationships/image" Target="../media/image17.png"/><Relationship Id="rId3" Type="http://schemas.openxmlformats.org/officeDocument/2006/relationships/tags" Target="../tags/tag3043.xml"/><Relationship Id="rId7" Type="http://schemas.openxmlformats.org/officeDocument/2006/relationships/image" Target="../media/image1.png"/><Relationship Id="rId2" Type="http://schemas.openxmlformats.org/officeDocument/2006/relationships/tags" Target="../tags/tag3042.xml"/><Relationship Id="rId1" Type="http://schemas.openxmlformats.org/officeDocument/2006/relationships/tags" Target="../tags/tag3041.xml"/><Relationship Id="rId6" Type="http://schemas.openxmlformats.org/officeDocument/2006/relationships/slideLayout" Target="../slideLayouts/slideLayout2.xml"/><Relationship Id="rId5" Type="http://schemas.openxmlformats.org/officeDocument/2006/relationships/tags" Target="../tags/tag3045.xml"/><Relationship Id="rId4" Type="http://schemas.openxmlformats.org/officeDocument/2006/relationships/tags" Target="../tags/tag3044.xml"/><Relationship Id="rId9" Type="http://schemas.openxmlformats.org/officeDocument/2006/relationships/image" Target="../media/image16.emf"/></Relationships>
</file>

<file path=ppt/slides/_rels/slide50.xml.rels><?xml version="1.0" encoding="UTF-8" standalone="yes"?>
<Relationships xmlns="http://schemas.openxmlformats.org/package/2006/relationships"><Relationship Id="rId8" Type="http://schemas.openxmlformats.org/officeDocument/2006/relationships/image" Target="../media/image17.png"/><Relationship Id="rId3" Type="http://schemas.openxmlformats.org/officeDocument/2006/relationships/tags" Target="../tags/tag3048.xml"/><Relationship Id="rId7" Type="http://schemas.openxmlformats.org/officeDocument/2006/relationships/image" Target="../media/image1.png"/><Relationship Id="rId2" Type="http://schemas.openxmlformats.org/officeDocument/2006/relationships/tags" Target="../tags/tag3047.xml"/><Relationship Id="rId1" Type="http://schemas.openxmlformats.org/officeDocument/2006/relationships/tags" Target="../tags/tag3046.xml"/><Relationship Id="rId6" Type="http://schemas.openxmlformats.org/officeDocument/2006/relationships/slideLayout" Target="../slideLayouts/slideLayout2.xml"/><Relationship Id="rId5" Type="http://schemas.openxmlformats.org/officeDocument/2006/relationships/tags" Target="../tags/tag3050.xml"/><Relationship Id="rId4" Type="http://schemas.openxmlformats.org/officeDocument/2006/relationships/tags" Target="../tags/tag3049.xml"/></Relationships>
</file>

<file path=ppt/slides/_rels/slide51.xml.rels><?xml version="1.0" encoding="UTF-8" standalone="yes"?>
<Relationships xmlns="http://schemas.openxmlformats.org/package/2006/relationships"><Relationship Id="rId8" Type="http://schemas.openxmlformats.org/officeDocument/2006/relationships/image" Target="../media/image17.png"/><Relationship Id="rId3" Type="http://schemas.openxmlformats.org/officeDocument/2006/relationships/tags" Target="../tags/tag3053.xml"/><Relationship Id="rId7" Type="http://schemas.openxmlformats.org/officeDocument/2006/relationships/image" Target="../media/image1.png"/><Relationship Id="rId2" Type="http://schemas.openxmlformats.org/officeDocument/2006/relationships/tags" Target="../tags/tag3052.xml"/><Relationship Id="rId1" Type="http://schemas.openxmlformats.org/officeDocument/2006/relationships/tags" Target="../tags/tag3051.xml"/><Relationship Id="rId6" Type="http://schemas.openxmlformats.org/officeDocument/2006/relationships/slideLayout" Target="../slideLayouts/slideLayout2.xml"/><Relationship Id="rId5" Type="http://schemas.openxmlformats.org/officeDocument/2006/relationships/tags" Target="../tags/tag3055.xml"/><Relationship Id="rId4" Type="http://schemas.openxmlformats.org/officeDocument/2006/relationships/tags" Target="../tags/tag3054.xml"/></Relationships>
</file>

<file path=ppt/slides/_rels/slide5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7.png"/><Relationship Id="rId3" Type="http://schemas.openxmlformats.org/officeDocument/2006/relationships/tags" Target="../tags/tag3058.xml"/><Relationship Id="rId7" Type="http://schemas.openxmlformats.org/officeDocument/2006/relationships/image" Target="../media/image1.png"/><Relationship Id="rId2" Type="http://schemas.openxmlformats.org/officeDocument/2006/relationships/tags" Target="../tags/tag3057.xml"/><Relationship Id="rId1" Type="http://schemas.openxmlformats.org/officeDocument/2006/relationships/tags" Target="../tags/tag3056.xml"/><Relationship Id="rId6" Type="http://schemas.openxmlformats.org/officeDocument/2006/relationships/slideLayout" Target="../slideLayouts/slideLayout2.xml"/><Relationship Id="rId5" Type="http://schemas.openxmlformats.org/officeDocument/2006/relationships/tags" Target="../tags/tag3060.xml"/><Relationship Id="rId4" Type="http://schemas.openxmlformats.org/officeDocument/2006/relationships/tags" Target="../tags/tag3059.xml"/></Relationships>
</file>

<file path=ppt/slides/_rels/slide53.xml.rels><?xml version="1.0" encoding="UTF-8" standalone="yes"?>
<Relationships xmlns="http://schemas.openxmlformats.org/package/2006/relationships"><Relationship Id="rId8" Type="http://schemas.openxmlformats.org/officeDocument/2006/relationships/tags" Target="../tags/tag3068.xml"/><Relationship Id="rId13" Type="http://schemas.openxmlformats.org/officeDocument/2006/relationships/tags" Target="../tags/tag3073.xml"/><Relationship Id="rId18" Type="http://schemas.openxmlformats.org/officeDocument/2006/relationships/tags" Target="../tags/tag3078.xml"/><Relationship Id="rId26" Type="http://schemas.openxmlformats.org/officeDocument/2006/relationships/tags" Target="../tags/tag3086.xml"/><Relationship Id="rId3" Type="http://schemas.openxmlformats.org/officeDocument/2006/relationships/tags" Target="../tags/tag3063.xml"/><Relationship Id="rId21" Type="http://schemas.openxmlformats.org/officeDocument/2006/relationships/tags" Target="../tags/tag3081.xml"/><Relationship Id="rId7" Type="http://schemas.openxmlformats.org/officeDocument/2006/relationships/tags" Target="../tags/tag3067.xml"/><Relationship Id="rId12" Type="http://schemas.openxmlformats.org/officeDocument/2006/relationships/tags" Target="../tags/tag3072.xml"/><Relationship Id="rId17" Type="http://schemas.openxmlformats.org/officeDocument/2006/relationships/tags" Target="../tags/tag3077.xml"/><Relationship Id="rId25" Type="http://schemas.openxmlformats.org/officeDocument/2006/relationships/tags" Target="../tags/tag3085.xml"/><Relationship Id="rId2" Type="http://schemas.openxmlformats.org/officeDocument/2006/relationships/tags" Target="../tags/tag3062.xml"/><Relationship Id="rId16" Type="http://schemas.openxmlformats.org/officeDocument/2006/relationships/tags" Target="../tags/tag3076.xml"/><Relationship Id="rId20" Type="http://schemas.openxmlformats.org/officeDocument/2006/relationships/tags" Target="../tags/tag3080.xml"/><Relationship Id="rId29" Type="http://schemas.openxmlformats.org/officeDocument/2006/relationships/image" Target="../media/image1.png"/><Relationship Id="rId1" Type="http://schemas.openxmlformats.org/officeDocument/2006/relationships/tags" Target="../tags/tag3061.xml"/><Relationship Id="rId6" Type="http://schemas.openxmlformats.org/officeDocument/2006/relationships/tags" Target="../tags/tag3066.xml"/><Relationship Id="rId11" Type="http://schemas.openxmlformats.org/officeDocument/2006/relationships/tags" Target="../tags/tag3071.xml"/><Relationship Id="rId24" Type="http://schemas.openxmlformats.org/officeDocument/2006/relationships/tags" Target="../tags/tag3084.xml"/><Relationship Id="rId5" Type="http://schemas.openxmlformats.org/officeDocument/2006/relationships/tags" Target="../tags/tag3065.xml"/><Relationship Id="rId15" Type="http://schemas.openxmlformats.org/officeDocument/2006/relationships/tags" Target="../tags/tag3075.xml"/><Relationship Id="rId23" Type="http://schemas.openxmlformats.org/officeDocument/2006/relationships/tags" Target="../tags/tag3083.xml"/><Relationship Id="rId28" Type="http://schemas.openxmlformats.org/officeDocument/2006/relationships/slideLayout" Target="../slideLayouts/slideLayout2.xml"/><Relationship Id="rId10" Type="http://schemas.openxmlformats.org/officeDocument/2006/relationships/tags" Target="../tags/tag3070.xml"/><Relationship Id="rId19" Type="http://schemas.openxmlformats.org/officeDocument/2006/relationships/tags" Target="../tags/tag3079.xml"/><Relationship Id="rId4" Type="http://schemas.openxmlformats.org/officeDocument/2006/relationships/tags" Target="../tags/tag3064.xml"/><Relationship Id="rId9" Type="http://schemas.openxmlformats.org/officeDocument/2006/relationships/tags" Target="../tags/tag3069.xml"/><Relationship Id="rId14" Type="http://schemas.openxmlformats.org/officeDocument/2006/relationships/tags" Target="../tags/tag3074.xml"/><Relationship Id="rId22" Type="http://schemas.openxmlformats.org/officeDocument/2006/relationships/tags" Target="../tags/tag3082.xml"/><Relationship Id="rId27" Type="http://schemas.openxmlformats.org/officeDocument/2006/relationships/tags" Target="../tags/tag3087.xml"/></Relationships>
</file>

<file path=ppt/slides/_rels/slide54.xml.rels><?xml version="1.0" encoding="UTF-8" standalone="yes"?>
<Relationships xmlns="http://schemas.openxmlformats.org/package/2006/relationships"><Relationship Id="rId8" Type="http://schemas.openxmlformats.org/officeDocument/2006/relationships/tags" Target="../tags/tag3095.xml"/><Relationship Id="rId13" Type="http://schemas.openxmlformats.org/officeDocument/2006/relationships/tags" Target="../tags/tag3100.xml"/><Relationship Id="rId18" Type="http://schemas.openxmlformats.org/officeDocument/2006/relationships/tags" Target="../tags/tag3105.xml"/><Relationship Id="rId26" Type="http://schemas.openxmlformats.org/officeDocument/2006/relationships/tags" Target="../tags/tag3113.xml"/><Relationship Id="rId3" Type="http://schemas.openxmlformats.org/officeDocument/2006/relationships/tags" Target="../tags/tag3090.xml"/><Relationship Id="rId21" Type="http://schemas.openxmlformats.org/officeDocument/2006/relationships/tags" Target="../tags/tag3108.xml"/><Relationship Id="rId7" Type="http://schemas.openxmlformats.org/officeDocument/2006/relationships/tags" Target="../tags/tag3094.xml"/><Relationship Id="rId12" Type="http://schemas.openxmlformats.org/officeDocument/2006/relationships/tags" Target="../tags/tag3099.xml"/><Relationship Id="rId17" Type="http://schemas.openxmlformats.org/officeDocument/2006/relationships/tags" Target="../tags/tag3104.xml"/><Relationship Id="rId25" Type="http://schemas.openxmlformats.org/officeDocument/2006/relationships/tags" Target="../tags/tag3112.xml"/><Relationship Id="rId2" Type="http://schemas.openxmlformats.org/officeDocument/2006/relationships/tags" Target="../tags/tag3089.xml"/><Relationship Id="rId16" Type="http://schemas.openxmlformats.org/officeDocument/2006/relationships/tags" Target="../tags/tag3103.xml"/><Relationship Id="rId20" Type="http://schemas.openxmlformats.org/officeDocument/2006/relationships/tags" Target="../tags/tag3107.xml"/><Relationship Id="rId29" Type="http://schemas.openxmlformats.org/officeDocument/2006/relationships/image" Target="../media/image1.png"/><Relationship Id="rId1" Type="http://schemas.openxmlformats.org/officeDocument/2006/relationships/tags" Target="../tags/tag3088.xml"/><Relationship Id="rId6" Type="http://schemas.openxmlformats.org/officeDocument/2006/relationships/tags" Target="../tags/tag3093.xml"/><Relationship Id="rId11" Type="http://schemas.openxmlformats.org/officeDocument/2006/relationships/tags" Target="../tags/tag3098.xml"/><Relationship Id="rId24" Type="http://schemas.openxmlformats.org/officeDocument/2006/relationships/tags" Target="../tags/tag3111.xml"/><Relationship Id="rId5" Type="http://schemas.openxmlformats.org/officeDocument/2006/relationships/tags" Target="../tags/tag3092.xml"/><Relationship Id="rId15" Type="http://schemas.openxmlformats.org/officeDocument/2006/relationships/tags" Target="../tags/tag3102.xml"/><Relationship Id="rId23" Type="http://schemas.openxmlformats.org/officeDocument/2006/relationships/tags" Target="../tags/tag3110.xml"/><Relationship Id="rId28" Type="http://schemas.openxmlformats.org/officeDocument/2006/relationships/slideLayout" Target="../slideLayouts/slideLayout2.xml"/><Relationship Id="rId10" Type="http://schemas.openxmlformats.org/officeDocument/2006/relationships/tags" Target="../tags/tag3097.xml"/><Relationship Id="rId19" Type="http://schemas.openxmlformats.org/officeDocument/2006/relationships/tags" Target="../tags/tag3106.xml"/><Relationship Id="rId4" Type="http://schemas.openxmlformats.org/officeDocument/2006/relationships/tags" Target="../tags/tag3091.xml"/><Relationship Id="rId9" Type="http://schemas.openxmlformats.org/officeDocument/2006/relationships/tags" Target="../tags/tag3096.xml"/><Relationship Id="rId14" Type="http://schemas.openxmlformats.org/officeDocument/2006/relationships/tags" Target="../tags/tag3101.xml"/><Relationship Id="rId22" Type="http://schemas.openxmlformats.org/officeDocument/2006/relationships/tags" Target="../tags/tag3109.xml"/><Relationship Id="rId27" Type="http://schemas.openxmlformats.org/officeDocument/2006/relationships/tags" Target="../tags/tag3114.xml"/></Relationships>
</file>

<file path=ppt/slides/_rels/slide55.xml.rels><?xml version="1.0" encoding="UTF-8" standalone="yes"?>
<Relationships xmlns="http://schemas.openxmlformats.org/package/2006/relationships"><Relationship Id="rId8" Type="http://schemas.openxmlformats.org/officeDocument/2006/relationships/tags" Target="../tags/tag3122.xml"/><Relationship Id="rId13" Type="http://schemas.openxmlformats.org/officeDocument/2006/relationships/tags" Target="../tags/tag3127.xml"/><Relationship Id="rId18" Type="http://schemas.openxmlformats.org/officeDocument/2006/relationships/tags" Target="../tags/tag3132.xml"/><Relationship Id="rId26" Type="http://schemas.openxmlformats.org/officeDocument/2006/relationships/tags" Target="../tags/tag3140.xml"/><Relationship Id="rId3" Type="http://schemas.openxmlformats.org/officeDocument/2006/relationships/tags" Target="../tags/tag3117.xml"/><Relationship Id="rId21" Type="http://schemas.openxmlformats.org/officeDocument/2006/relationships/tags" Target="../tags/tag3135.xml"/><Relationship Id="rId7" Type="http://schemas.openxmlformats.org/officeDocument/2006/relationships/tags" Target="../tags/tag3121.xml"/><Relationship Id="rId12" Type="http://schemas.openxmlformats.org/officeDocument/2006/relationships/tags" Target="../tags/tag3126.xml"/><Relationship Id="rId17" Type="http://schemas.openxmlformats.org/officeDocument/2006/relationships/tags" Target="../tags/tag3131.xml"/><Relationship Id="rId25" Type="http://schemas.openxmlformats.org/officeDocument/2006/relationships/tags" Target="../tags/tag3139.xml"/><Relationship Id="rId2" Type="http://schemas.openxmlformats.org/officeDocument/2006/relationships/tags" Target="../tags/tag3116.xml"/><Relationship Id="rId16" Type="http://schemas.openxmlformats.org/officeDocument/2006/relationships/tags" Target="../tags/tag3130.xml"/><Relationship Id="rId20" Type="http://schemas.openxmlformats.org/officeDocument/2006/relationships/tags" Target="../tags/tag3134.xml"/><Relationship Id="rId29" Type="http://schemas.openxmlformats.org/officeDocument/2006/relationships/image" Target="../media/image1.png"/><Relationship Id="rId1" Type="http://schemas.openxmlformats.org/officeDocument/2006/relationships/tags" Target="../tags/tag3115.xml"/><Relationship Id="rId6" Type="http://schemas.openxmlformats.org/officeDocument/2006/relationships/tags" Target="../tags/tag3120.xml"/><Relationship Id="rId11" Type="http://schemas.openxmlformats.org/officeDocument/2006/relationships/tags" Target="../tags/tag3125.xml"/><Relationship Id="rId24" Type="http://schemas.openxmlformats.org/officeDocument/2006/relationships/tags" Target="../tags/tag3138.xml"/><Relationship Id="rId5" Type="http://schemas.openxmlformats.org/officeDocument/2006/relationships/tags" Target="../tags/tag3119.xml"/><Relationship Id="rId15" Type="http://schemas.openxmlformats.org/officeDocument/2006/relationships/tags" Target="../tags/tag3129.xml"/><Relationship Id="rId23" Type="http://schemas.openxmlformats.org/officeDocument/2006/relationships/tags" Target="../tags/tag3137.xml"/><Relationship Id="rId28" Type="http://schemas.openxmlformats.org/officeDocument/2006/relationships/slideLayout" Target="../slideLayouts/slideLayout2.xml"/><Relationship Id="rId10" Type="http://schemas.openxmlformats.org/officeDocument/2006/relationships/tags" Target="../tags/tag3124.xml"/><Relationship Id="rId19" Type="http://schemas.openxmlformats.org/officeDocument/2006/relationships/tags" Target="../tags/tag3133.xml"/><Relationship Id="rId4" Type="http://schemas.openxmlformats.org/officeDocument/2006/relationships/tags" Target="../tags/tag3118.xml"/><Relationship Id="rId9" Type="http://schemas.openxmlformats.org/officeDocument/2006/relationships/tags" Target="../tags/tag3123.xml"/><Relationship Id="rId14" Type="http://schemas.openxmlformats.org/officeDocument/2006/relationships/tags" Target="../tags/tag3128.xml"/><Relationship Id="rId22" Type="http://schemas.openxmlformats.org/officeDocument/2006/relationships/tags" Target="../tags/tag3136.xml"/><Relationship Id="rId27" Type="http://schemas.openxmlformats.org/officeDocument/2006/relationships/tags" Target="../tags/tag3141.xml"/></Relationships>
</file>

<file path=ppt/slides/_rels/slide56.xml.rels><?xml version="1.0" encoding="UTF-8" standalone="yes"?>
<Relationships xmlns="http://schemas.openxmlformats.org/package/2006/relationships"><Relationship Id="rId8" Type="http://schemas.openxmlformats.org/officeDocument/2006/relationships/tags" Target="../tags/tag3149.xml"/><Relationship Id="rId13" Type="http://schemas.openxmlformats.org/officeDocument/2006/relationships/tags" Target="../tags/tag3154.xml"/><Relationship Id="rId18" Type="http://schemas.openxmlformats.org/officeDocument/2006/relationships/tags" Target="../tags/tag3159.xml"/><Relationship Id="rId26" Type="http://schemas.openxmlformats.org/officeDocument/2006/relationships/tags" Target="../tags/tag3167.xml"/><Relationship Id="rId3" Type="http://schemas.openxmlformats.org/officeDocument/2006/relationships/tags" Target="../tags/tag3144.xml"/><Relationship Id="rId21" Type="http://schemas.openxmlformats.org/officeDocument/2006/relationships/tags" Target="../tags/tag3162.xml"/><Relationship Id="rId7" Type="http://schemas.openxmlformats.org/officeDocument/2006/relationships/tags" Target="../tags/tag3148.xml"/><Relationship Id="rId12" Type="http://schemas.openxmlformats.org/officeDocument/2006/relationships/tags" Target="../tags/tag3153.xml"/><Relationship Id="rId17" Type="http://schemas.openxmlformats.org/officeDocument/2006/relationships/tags" Target="../tags/tag3158.xml"/><Relationship Id="rId25" Type="http://schemas.openxmlformats.org/officeDocument/2006/relationships/tags" Target="../tags/tag3166.xml"/><Relationship Id="rId2" Type="http://schemas.openxmlformats.org/officeDocument/2006/relationships/tags" Target="../tags/tag3143.xml"/><Relationship Id="rId16" Type="http://schemas.openxmlformats.org/officeDocument/2006/relationships/tags" Target="../tags/tag3157.xml"/><Relationship Id="rId20" Type="http://schemas.openxmlformats.org/officeDocument/2006/relationships/tags" Target="../tags/tag3161.xml"/><Relationship Id="rId29" Type="http://schemas.openxmlformats.org/officeDocument/2006/relationships/image" Target="../media/image1.png"/><Relationship Id="rId1" Type="http://schemas.openxmlformats.org/officeDocument/2006/relationships/tags" Target="../tags/tag3142.xml"/><Relationship Id="rId6" Type="http://schemas.openxmlformats.org/officeDocument/2006/relationships/tags" Target="../tags/tag3147.xml"/><Relationship Id="rId11" Type="http://schemas.openxmlformats.org/officeDocument/2006/relationships/tags" Target="../tags/tag3152.xml"/><Relationship Id="rId24" Type="http://schemas.openxmlformats.org/officeDocument/2006/relationships/tags" Target="../tags/tag3165.xml"/><Relationship Id="rId5" Type="http://schemas.openxmlformats.org/officeDocument/2006/relationships/tags" Target="../tags/tag3146.xml"/><Relationship Id="rId15" Type="http://schemas.openxmlformats.org/officeDocument/2006/relationships/tags" Target="../tags/tag3156.xml"/><Relationship Id="rId23" Type="http://schemas.openxmlformats.org/officeDocument/2006/relationships/tags" Target="../tags/tag3164.xml"/><Relationship Id="rId28" Type="http://schemas.openxmlformats.org/officeDocument/2006/relationships/slideLayout" Target="../slideLayouts/slideLayout2.xml"/><Relationship Id="rId10" Type="http://schemas.openxmlformats.org/officeDocument/2006/relationships/tags" Target="../tags/tag3151.xml"/><Relationship Id="rId19" Type="http://schemas.openxmlformats.org/officeDocument/2006/relationships/tags" Target="../tags/tag3160.xml"/><Relationship Id="rId4" Type="http://schemas.openxmlformats.org/officeDocument/2006/relationships/tags" Target="../tags/tag3145.xml"/><Relationship Id="rId9" Type="http://schemas.openxmlformats.org/officeDocument/2006/relationships/tags" Target="../tags/tag3150.xml"/><Relationship Id="rId14" Type="http://schemas.openxmlformats.org/officeDocument/2006/relationships/tags" Target="../tags/tag3155.xml"/><Relationship Id="rId22" Type="http://schemas.openxmlformats.org/officeDocument/2006/relationships/tags" Target="../tags/tag3163.xml"/><Relationship Id="rId27" Type="http://schemas.openxmlformats.org/officeDocument/2006/relationships/tags" Target="../tags/tag3168.xml"/></Relationships>
</file>

<file path=ppt/slides/_rels/slide57.xml.rels><?xml version="1.0" encoding="UTF-8" standalone="yes"?>
<Relationships xmlns="http://schemas.openxmlformats.org/package/2006/relationships"><Relationship Id="rId8" Type="http://schemas.openxmlformats.org/officeDocument/2006/relationships/image" Target="../media/image1.png"/><Relationship Id="rId3" Type="http://schemas.openxmlformats.org/officeDocument/2006/relationships/tags" Target="../tags/tag3171.xml"/><Relationship Id="rId7" Type="http://schemas.openxmlformats.org/officeDocument/2006/relationships/slideLayout" Target="../slideLayouts/slideLayout2.xml"/><Relationship Id="rId2" Type="http://schemas.openxmlformats.org/officeDocument/2006/relationships/tags" Target="../tags/tag3170.xml"/><Relationship Id="rId1" Type="http://schemas.openxmlformats.org/officeDocument/2006/relationships/tags" Target="../tags/tag3169.xml"/><Relationship Id="rId6" Type="http://schemas.openxmlformats.org/officeDocument/2006/relationships/tags" Target="../tags/tag3174.xml"/><Relationship Id="rId5" Type="http://schemas.openxmlformats.org/officeDocument/2006/relationships/tags" Target="../tags/tag3173.xml"/><Relationship Id="rId4" Type="http://schemas.openxmlformats.org/officeDocument/2006/relationships/tags" Target="../tags/tag3172.xml"/></Relationships>
</file>

<file path=ppt/slides/_rels/slide58.xml.rels><?xml version="1.0" encoding="UTF-8" standalone="yes"?>
<Relationships xmlns="http://schemas.openxmlformats.org/package/2006/relationships"><Relationship Id="rId26" Type="http://schemas.openxmlformats.org/officeDocument/2006/relationships/tags" Target="../tags/tag3200.xml"/><Relationship Id="rId21" Type="http://schemas.openxmlformats.org/officeDocument/2006/relationships/tags" Target="../tags/tag3195.xml"/><Relationship Id="rId34" Type="http://schemas.openxmlformats.org/officeDocument/2006/relationships/tags" Target="../tags/tag3208.xml"/><Relationship Id="rId42" Type="http://schemas.openxmlformats.org/officeDocument/2006/relationships/tags" Target="../tags/tag3216.xml"/><Relationship Id="rId47" Type="http://schemas.openxmlformats.org/officeDocument/2006/relationships/tags" Target="../tags/tag3221.xml"/><Relationship Id="rId50" Type="http://schemas.openxmlformats.org/officeDocument/2006/relationships/tags" Target="../tags/tag3224.xml"/><Relationship Id="rId55" Type="http://schemas.openxmlformats.org/officeDocument/2006/relationships/tags" Target="../tags/tag3229.xml"/><Relationship Id="rId63" Type="http://schemas.openxmlformats.org/officeDocument/2006/relationships/tags" Target="../tags/tag3237.xml"/><Relationship Id="rId7" Type="http://schemas.openxmlformats.org/officeDocument/2006/relationships/tags" Target="../tags/tag3181.xml"/><Relationship Id="rId2" Type="http://schemas.openxmlformats.org/officeDocument/2006/relationships/tags" Target="../tags/tag3176.xml"/><Relationship Id="rId16" Type="http://schemas.openxmlformats.org/officeDocument/2006/relationships/tags" Target="../tags/tag3190.xml"/><Relationship Id="rId29" Type="http://schemas.openxmlformats.org/officeDocument/2006/relationships/tags" Target="../tags/tag3203.xml"/><Relationship Id="rId11" Type="http://schemas.openxmlformats.org/officeDocument/2006/relationships/tags" Target="../tags/tag3185.xml"/><Relationship Id="rId24" Type="http://schemas.openxmlformats.org/officeDocument/2006/relationships/tags" Target="../tags/tag3198.xml"/><Relationship Id="rId32" Type="http://schemas.openxmlformats.org/officeDocument/2006/relationships/tags" Target="../tags/tag3206.xml"/><Relationship Id="rId37" Type="http://schemas.openxmlformats.org/officeDocument/2006/relationships/tags" Target="../tags/tag3211.xml"/><Relationship Id="rId40" Type="http://schemas.openxmlformats.org/officeDocument/2006/relationships/tags" Target="../tags/tag3214.xml"/><Relationship Id="rId45" Type="http://schemas.openxmlformats.org/officeDocument/2006/relationships/tags" Target="../tags/tag3219.xml"/><Relationship Id="rId53" Type="http://schemas.openxmlformats.org/officeDocument/2006/relationships/tags" Target="../tags/tag3227.xml"/><Relationship Id="rId58" Type="http://schemas.openxmlformats.org/officeDocument/2006/relationships/tags" Target="../tags/tag3232.xml"/><Relationship Id="rId66" Type="http://schemas.openxmlformats.org/officeDocument/2006/relationships/image" Target="../media/image1.png"/><Relationship Id="rId5" Type="http://schemas.openxmlformats.org/officeDocument/2006/relationships/tags" Target="../tags/tag3179.xml"/><Relationship Id="rId61" Type="http://schemas.openxmlformats.org/officeDocument/2006/relationships/tags" Target="../tags/tag3235.xml"/><Relationship Id="rId19" Type="http://schemas.openxmlformats.org/officeDocument/2006/relationships/tags" Target="../tags/tag3193.xml"/><Relationship Id="rId14" Type="http://schemas.openxmlformats.org/officeDocument/2006/relationships/tags" Target="../tags/tag3188.xml"/><Relationship Id="rId22" Type="http://schemas.openxmlformats.org/officeDocument/2006/relationships/tags" Target="../tags/tag3196.xml"/><Relationship Id="rId27" Type="http://schemas.openxmlformats.org/officeDocument/2006/relationships/tags" Target="../tags/tag3201.xml"/><Relationship Id="rId30" Type="http://schemas.openxmlformats.org/officeDocument/2006/relationships/tags" Target="../tags/tag3204.xml"/><Relationship Id="rId35" Type="http://schemas.openxmlformats.org/officeDocument/2006/relationships/tags" Target="../tags/tag3209.xml"/><Relationship Id="rId43" Type="http://schemas.openxmlformats.org/officeDocument/2006/relationships/tags" Target="../tags/tag3217.xml"/><Relationship Id="rId48" Type="http://schemas.openxmlformats.org/officeDocument/2006/relationships/tags" Target="../tags/tag3222.xml"/><Relationship Id="rId56" Type="http://schemas.openxmlformats.org/officeDocument/2006/relationships/tags" Target="../tags/tag3230.xml"/><Relationship Id="rId64" Type="http://schemas.openxmlformats.org/officeDocument/2006/relationships/tags" Target="../tags/tag3238.xml"/><Relationship Id="rId8" Type="http://schemas.openxmlformats.org/officeDocument/2006/relationships/tags" Target="../tags/tag3182.xml"/><Relationship Id="rId51" Type="http://schemas.openxmlformats.org/officeDocument/2006/relationships/tags" Target="../tags/tag3225.xml"/><Relationship Id="rId3" Type="http://schemas.openxmlformats.org/officeDocument/2006/relationships/tags" Target="../tags/tag3177.xml"/><Relationship Id="rId12" Type="http://schemas.openxmlformats.org/officeDocument/2006/relationships/tags" Target="../tags/tag3186.xml"/><Relationship Id="rId17" Type="http://schemas.openxmlformats.org/officeDocument/2006/relationships/tags" Target="../tags/tag3191.xml"/><Relationship Id="rId25" Type="http://schemas.openxmlformats.org/officeDocument/2006/relationships/tags" Target="../tags/tag3199.xml"/><Relationship Id="rId33" Type="http://schemas.openxmlformats.org/officeDocument/2006/relationships/tags" Target="../tags/tag3207.xml"/><Relationship Id="rId38" Type="http://schemas.openxmlformats.org/officeDocument/2006/relationships/tags" Target="../tags/tag3212.xml"/><Relationship Id="rId46" Type="http://schemas.openxmlformats.org/officeDocument/2006/relationships/tags" Target="../tags/tag3220.xml"/><Relationship Id="rId59" Type="http://schemas.openxmlformats.org/officeDocument/2006/relationships/tags" Target="../tags/tag3233.xml"/><Relationship Id="rId20" Type="http://schemas.openxmlformats.org/officeDocument/2006/relationships/tags" Target="../tags/tag3194.xml"/><Relationship Id="rId41" Type="http://schemas.openxmlformats.org/officeDocument/2006/relationships/tags" Target="../tags/tag3215.xml"/><Relationship Id="rId54" Type="http://schemas.openxmlformats.org/officeDocument/2006/relationships/tags" Target="../tags/tag3228.xml"/><Relationship Id="rId62" Type="http://schemas.openxmlformats.org/officeDocument/2006/relationships/tags" Target="../tags/tag3236.xml"/><Relationship Id="rId1" Type="http://schemas.openxmlformats.org/officeDocument/2006/relationships/tags" Target="../tags/tag3175.xml"/><Relationship Id="rId6" Type="http://schemas.openxmlformats.org/officeDocument/2006/relationships/tags" Target="../tags/tag3180.xml"/><Relationship Id="rId15" Type="http://schemas.openxmlformats.org/officeDocument/2006/relationships/tags" Target="../tags/tag3189.xml"/><Relationship Id="rId23" Type="http://schemas.openxmlformats.org/officeDocument/2006/relationships/tags" Target="../tags/tag3197.xml"/><Relationship Id="rId28" Type="http://schemas.openxmlformats.org/officeDocument/2006/relationships/tags" Target="../tags/tag3202.xml"/><Relationship Id="rId36" Type="http://schemas.openxmlformats.org/officeDocument/2006/relationships/tags" Target="../tags/tag3210.xml"/><Relationship Id="rId49" Type="http://schemas.openxmlformats.org/officeDocument/2006/relationships/tags" Target="../tags/tag3223.xml"/><Relationship Id="rId57" Type="http://schemas.openxmlformats.org/officeDocument/2006/relationships/tags" Target="../tags/tag3231.xml"/><Relationship Id="rId10" Type="http://schemas.openxmlformats.org/officeDocument/2006/relationships/tags" Target="../tags/tag3184.xml"/><Relationship Id="rId31" Type="http://schemas.openxmlformats.org/officeDocument/2006/relationships/tags" Target="../tags/tag3205.xml"/><Relationship Id="rId44" Type="http://schemas.openxmlformats.org/officeDocument/2006/relationships/tags" Target="../tags/tag3218.xml"/><Relationship Id="rId52" Type="http://schemas.openxmlformats.org/officeDocument/2006/relationships/tags" Target="../tags/tag3226.xml"/><Relationship Id="rId60" Type="http://schemas.openxmlformats.org/officeDocument/2006/relationships/tags" Target="../tags/tag3234.xml"/><Relationship Id="rId65" Type="http://schemas.openxmlformats.org/officeDocument/2006/relationships/slideLayout" Target="../slideLayouts/slideLayout2.xml"/><Relationship Id="rId4" Type="http://schemas.openxmlformats.org/officeDocument/2006/relationships/tags" Target="../tags/tag3178.xml"/><Relationship Id="rId9" Type="http://schemas.openxmlformats.org/officeDocument/2006/relationships/tags" Target="../tags/tag3183.xml"/><Relationship Id="rId13" Type="http://schemas.openxmlformats.org/officeDocument/2006/relationships/tags" Target="../tags/tag3187.xml"/><Relationship Id="rId18" Type="http://schemas.openxmlformats.org/officeDocument/2006/relationships/tags" Target="../tags/tag3192.xml"/><Relationship Id="rId39" Type="http://schemas.openxmlformats.org/officeDocument/2006/relationships/tags" Target="../tags/tag3213.xml"/></Relationships>
</file>

<file path=ppt/slides/_rels/slide59.xml.rels><?xml version="1.0" encoding="UTF-8" standalone="yes"?>
<Relationships xmlns="http://schemas.openxmlformats.org/package/2006/relationships"><Relationship Id="rId8" Type="http://schemas.openxmlformats.org/officeDocument/2006/relationships/tags" Target="../tags/tag3246.xml"/><Relationship Id="rId3" Type="http://schemas.openxmlformats.org/officeDocument/2006/relationships/tags" Target="../tags/tag3241.xml"/><Relationship Id="rId7" Type="http://schemas.openxmlformats.org/officeDocument/2006/relationships/tags" Target="../tags/tag3245.xml"/><Relationship Id="rId2" Type="http://schemas.openxmlformats.org/officeDocument/2006/relationships/tags" Target="../tags/tag3240.xml"/><Relationship Id="rId1" Type="http://schemas.openxmlformats.org/officeDocument/2006/relationships/tags" Target="../tags/tag3239.xml"/><Relationship Id="rId6" Type="http://schemas.openxmlformats.org/officeDocument/2006/relationships/tags" Target="../tags/tag3244.xml"/><Relationship Id="rId5" Type="http://schemas.openxmlformats.org/officeDocument/2006/relationships/tags" Target="../tags/tag3243.xml"/><Relationship Id="rId10" Type="http://schemas.openxmlformats.org/officeDocument/2006/relationships/image" Target="../media/image1.png"/><Relationship Id="rId4" Type="http://schemas.openxmlformats.org/officeDocument/2006/relationships/tags" Target="../tags/tag3242.xml"/><Relationship Id="rId9" Type="http://schemas.openxmlformats.org/officeDocument/2006/relationships/slideLayout" Target="../slideLayouts/slideLayout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矩形 5"/>
          <p:cNvSpPr/>
          <p:nvPr>
            <p:custDataLst>
              <p:tags r:id="rId1"/>
            </p:custDataLst>
          </p:nvPr>
        </p:nvSpPr>
        <p:spPr>
          <a:xfrm>
            <a:off x="0" y="2147411"/>
            <a:ext cx="9144000" cy="1817846"/>
          </a:xfrm>
          <a:prstGeom prst="rect">
            <a:avLst/>
          </a:prstGeom>
          <a:solidFill>
            <a:srgbClr val="1E7AB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350"/>
          </a:p>
        </p:txBody>
      </p:sp>
      <p:sp>
        <p:nvSpPr>
          <p:cNvPr id="66562" name="Title 6"/>
          <p:cNvSpPr>
            <a:spLocks noGrp="1"/>
          </p:cNvSpPr>
          <p:nvPr>
            <p:ph type="ctrTitle"/>
          </p:nvPr>
        </p:nvSpPr>
        <p:spPr>
          <a:xfrm>
            <a:off x="151130" y="2708910"/>
            <a:ext cx="8871585" cy="889635"/>
          </a:xfrm>
        </p:spPr>
        <p:txBody>
          <a:bodyPr vert="horz" lIns="91440" tIns="45720" rIns="91440" bIns="45720" rtlCol="0" anchor="b">
            <a:normAutofit fontScale="90000"/>
          </a:bodyPr>
          <a:lstStyle/>
          <a:p>
            <a:pPr lvl="0" algn="ctr">
              <a:buClrTx/>
              <a:buSzTx/>
              <a:buFontTx/>
            </a:pPr>
            <a:r>
              <a:rPr lang="en-US" altLang="zh-CN" dirty="0">
                <a:solidFill>
                  <a:schemeClr val="bg1"/>
                </a:solidFill>
                <a:sym typeface="+mn-ea"/>
              </a:rPr>
              <a:t>Lists, Stacks and Queues</a:t>
            </a:r>
          </a:p>
        </p:txBody>
      </p:sp>
      <p:sp>
        <p:nvSpPr>
          <p:cNvPr id="66563" name="Subtitle 1"/>
          <p:cNvSpPr>
            <a:spLocks noGrp="1"/>
          </p:cNvSpPr>
          <p:nvPr>
            <p:ph type="subTitle" idx="1"/>
          </p:nvPr>
        </p:nvSpPr>
        <p:spPr>
          <a:xfrm>
            <a:off x="1302385" y="4509135"/>
            <a:ext cx="6614160" cy="1329055"/>
          </a:xfrm>
        </p:spPr>
        <p:txBody>
          <a:bodyPr vert="horz" lIns="91440" tIns="45720" rIns="91440" bIns="45720" rtlCol="0">
            <a:normAutofit fontScale="90000" lnSpcReduction="10000"/>
          </a:bodyPr>
          <a:lstStyle/>
          <a:p>
            <a:pPr lvl="0" algn="ctr" fontAlgn="auto">
              <a:lnSpc>
                <a:spcPct val="100000"/>
              </a:lnSpc>
              <a:spcBef>
                <a:spcPts val="0"/>
              </a:spcBef>
              <a:buClr>
                <a:srgbClr val="330066"/>
              </a:buClr>
              <a:buSzTx/>
            </a:pPr>
            <a:r>
              <a:rPr lang="en-US" altLang="zh-CN" dirty="0">
                <a:solidFill>
                  <a:srgbClr val="000000"/>
                </a:solidFill>
                <a:sym typeface="+mn-ea"/>
              </a:rPr>
              <a:t>Fall 2024</a:t>
            </a:r>
          </a:p>
          <a:p>
            <a:pPr lvl="0" algn="ctr" fontAlgn="auto">
              <a:lnSpc>
                <a:spcPct val="100000"/>
              </a:lnSpc>
              <a:spcBef>
                <a:spcPts val="0"/>
              </a:spcBef>
              <a:buClr>
                <a:srgbClr val="330066"/>
              </a:buClr>
              <a:buSzTx/>
            </a:pPr>
            <a:r>
              <a:rPr lang="en-US" altLang="zh-CN" dirty="0">
                <a:solidFill>
                  <a:srgbClr val="000000"/>
                </a:solidFill>
                <a:sym typeface="+mn-ea"/>
              </a:rPr>
              <a:t>School of Software Engineering</a:t>
            </a:r>
          </a:p>
          <a:p>
            <a:pPr lvl="0" algn="ctr" fontAlgn="auto">
              <a:lnSpc>
                <a:spcPct val="100000"/>
              </a:lnSpc>
              <a:spcBef>
                <a:spcPts val="0"/>
              </a:spcBef>
              <a:buClr>
                <a:srgbClr val="330066"/>
              </a:buClr>
              <a:buSzTx/>
            </a:pPr>
            <a:r>
              <a:rPr lang="en-US" altLang="zh-CN" dirty="0">
                <a:solidFill>
                  <a:srgbClr val="000000"/>
                </a:solidFill>
                <a:sym typeface="+mn-ea"/>
              </a:rPr>
              <a:t>South China University of Technology</a:t>
            </a:r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2031365" y="2924175"/>
            <a:ext cx="3282950" cy="3263265"/>
          </a:xfrm>
        </p:spPr>
        <p:txBody>
          <a:bodyPr/>
          <a:lstStyle/>
          <a:p>
            <a:pPr marL="0" indent="0" fontAlgn="auto">
              <a:lnSpc>
                <a:spcPct val="150000"/>
              </a:lnSpc>
              <a:spcBef>
                <a:spcPts val="0"/>
              </a:spcBef>
              <a:buNone/>
            </a:pPr>
            <a:r>
              <a:rPr lang="en-US" altLang="zh-CN" sz="4400" dirty="0"/>
              <a:t>List</a:t>
            </a:r>
          </a:p>
          <a:p>
            <a:pPr marL="0" indent="0" fontAlgn="auto">
              <a:lnSpc>
                <a:spcPct val="150000"/>
              </a:lnSpc>
              <a:spcBef>
                <a:spcPts val="0"/>
              </a:spcBef>
              <a:buNone/>
            </a:pPr>
            <a:r>
              <a:rPr lang="en-US" altLang="zh-CN" sz="4400" dirty="0"/>
              <a:t>Stack</a:t>
            </a:r>
          </a:p>
          <a:p>
            <a:pPr marL="0" indent="0" fontAlgn="auto">
              <a:lnSpc>
                <a:spcPct val="150000"/>
              </a:lnSpc>
              <a:spcBef>
                <a:spcPts val="0"/>
              </a:spcBef>
              <a:buNone/>
            </a:pPr>
            <a:r>
              <a:rPr lang="en-US" altLang="zh-CN" sz="4400" dirty="0"/>
              <a:t>Queue</a:t>
            </a:r>
          </a:p>
        </p:txBody>
      </p:sp>
      <p:sp>
        <p:nvSpPr>
          <p:cNvPr id="2" name="矩形 1"/>
          <p:cNvSpPr/>
          <p:nvPr>
            <p:custDataLst>
              <p:tags r:id="rId1"/>
            </p:custDataLst>
          </p:nvPr>
        </p:nvSpPr>
        <p:spPr>
          <a:xfrm>
            <a:off x="0" y="857250"/>
            <a:ext cx="9144000" cy="1734671"/>
          </a:xfrm>
          <a:prstGeom prst="rect">
            <a:avLst/>
          </a:prstGeom>
          <a:solidFill>
            <a:srgbClr val="1E7AB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350"/>
          </a:p>
        </p:txBody>
      </p:sp>
      <p:sp>
        <p:nvSpPr>
          <p:cNvPr id="5" name="Title 1"/>
          <p:cNvSpPr>
            <a:spLocks noGrp="1"/>
          </p:cNvSpPr>
          <p:nvPr>
            <p:ph type="title"/>
          </p:nvPr>
        </p:nvSpPr>
        <p:spPr>
          <a:xfrm>
            <a:off x="305132" y="1322650"/>
            <a:ext cx="7886700" cy="994172"/>
          </a:xfrm>
        </p:spPr>
        <p:txBody>
          <a:bodyPr/>
          <a:lstStyle/>
          <a:p>
            <a:r>
              <a:rPr lang="en-US" altLang="zh-CN" dirty="0">
                <a:solidFill>
                  <a:schemeClr val="bg1"/>
                </a:solidFill>
              </a:rPr>
              <a:t>Content</a:t>
            </a:r>
          </a:p>
        </p:txBody>
      </p:sp>
      <p:cxnSp>
        <p:nvCxnSpPr>
          <p:cNvPr id="8" name="直接连接符 5"/>
          <p:cNvCxnSpPr/>
          <p:nvPr>
            <p:custDataLst>
              <p:tags r:id="rId2"/>
            </p:custDataLst>
          </p:nvPr>
        </p:nvCxnSpPr>
        <p:spPr>
          <a:xfrm>
            <a:off x="363071" y="2255743"/>
            <a:ext cx="410135" cy="0"/>
          </a:xfrm>
          <a:prstGeom prst="line">
            <a:avLst/>
          </a:prstGeom>
          <a:ln w="28575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9" name="组合 9"/>
          <p:cNvGrpSpPr/>
          <p:nvPr/>
        </p:nvGrpSpPr>
        <p:grpSpPr>
          <a:xfrm>
            <a:off x="7285355" y="1052830"/>
            <a:ext cx="1572260" cy="1508760"/>
            <a:chOff x="10325277" y="408187"/>
            <a:chExt cx="1436104" cy="1436384"/>
          </a:xfrm>
        </p:grpSpPr>
        <p:pic>
          <p:nvPicPr>
            <p:cNvPr id="10" name="图片 7"/>
            <p:cNvPicPr>
              <a:picLocks noChangeAspect="1"/>
            </p:cNvPicPr>
            <p:nvPr>
              <p:custDataLst>
                <p:tags r:id="rId33"/>
              </p:custDataLst>
            </p:nvPr>
          </p:nvPicPr>
          <p:blipFill>
            <a:blip r:embed="rId36" cstate="print"/>
            <a:stretch>
              <a:fillRect/>
            </a:stretch>
          </p:blipFill>
          <p:spPr>
            <a:xfrm>
              <a:off x="10609730" y="408187"/>
              <a:ext cx="867198" cy="867198"/>
            </a:xfrm>
            <a:prstGeom prst="rect">
              <a:avLst/>
            </a:prstGeom>
          </p:spPr>
        </p:pic>
        <p:pic>
          <p:nvPicPr>
            <p:cNvPr id="11" name="图片 8"/>
            <p:cNvPicPr>
              <a:picLocks noChangeAspect="1"/>
            </p:cNvPicPr>
            <p:nvPr>
              <p:custDataLst>
                <p:tags r:id="rId34"/>
              </p:custDataLst>
            </p:nvPr>
          </p:nvPicPr>
          <p:blipFill>
            <a:blip r:embed="rId37" cstate="print"/>
            <a:stretch>
              <a:fillRect/>
            </a:stretch>
          </p:blipFill>
          <p:spPr>
            <a:xfrm>
              <a:off x="10325277" y="1329484"/>
              <a:ext cx="1436104" cy="515087"/>
            </a:xfrm>
            <a:prstGeom prst="rect">
              <a:avLst/>
            </a:prstGeom>
          </p:spPr>
        </p:pic>
      </p:grpSp>
      <p:grpSp>
        <p:nvGrpSpPr>
          <p:cNvPr id="19" name="PA_chenying0907 18"/>
          <p:cNvGrpSpPr/>
          <p:nvPr>
            <p:custDataLst>
              <p:tags r:id="rId3"/>
            </p:custDataLst>
          </p:nvPr>
        </p:nvGrpSpPr>
        <p:grpSpPr>
          <a:xfrm>
            <a:off x="963031" y="2972528"/>
            <a:ext cx="899262" cy="976388"/>
            <a:chOff x="5038628" y="2357164"/>
            <a:chExt cx="2114744" cy="2296116"/>
          </a:xfrm>
        </p:grpSpPr>
        <p:grpSp>
          <p:nvGrpSpPr>
            <p:cNvPr id="18" name="chenying0907 17"/>
            <p:cNvGrpSpPr/>
            <p:nvPr/>
          </p:nvGrpSpPr>
          <p:grpSpPr>
            <a:xfrm>
              <a:off x="5174686" y="3043148"/>
              <a:ext cx="1479164" cy="1610132"/>
              <a:chOff x="5174686" y="3043148"/>
              <a:chExt cx="1479164" cy="1610132"/>
            </a:xfrm>
          </p:grpSpPr>
          <p:sp>
            <p:nvSpPr>
              <p:cNvPr id="6" name="Freeform 5"/>
              <p:cNvSpPr/>
              <p:nvPr>
                <p:custDataLst>
                  <p:tags r:id="rId31"/>
                </p:custDataLst>
              </p:nvPr>
            </p:nvSpPr>
            <p:spPr bwMode="auto">
              <a:xfrm>
                <a:off x="5174686" y="3043148"/>
                <a:ext cx="1479164" cy="1610132"/>
              </a:xfrm>
              <a:custGeom>
                <a:avLst/>
                <a:gdLst>
                  <a:gd name="T0" fmla="*/ 2 w 30"/>
                  <a:gd name="T1" fmla="*/ 2 h 33"/>
                  <a:gd name="T2" fmla="*/ 1 w 30"/>
                  <a:gd name="T3" fmla="*/ 31 h 33"/>
                  <a:gd name="T4" fmla="*/ 18 w 30"/>
                  <a:gd name="T5" fmla="*/ 32 h 33"/>
                  <a:gd name="T6" fmla="*/ 28 w 30"/>
                  <a:gd name="T7" fmla="*/ 30 h 33"/>
                  <a:gd name="T8" fmla="*/ 28 w 30"/>
                  <a:gd name="T9" fmla="*/ 15 h 33"/>
                  <a:gd name="T10" fmla="*/ 28 w 30"/>
                  <a:gd name="T11" fmla="*/ 3 h 33"/>
                  <a:gd name="T12" fmla="*/ 13 w 30"/>
                  <a:gd name="T13" fmla="*/ 2 h 33"/>
                  <a:gd name="T14" fmla="*/ 2 w 30"/>
                  <a:gd name="T15" fmla="*/ 1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0" h="33">
                    <a:moveTo>
                      <a:pt x="2" y="2"/>
                    </a:moveTo>
                    <a:cubicBezTo>
                      <a:pt x="2" y="11"/>
                      <a:pt x="0" y="21"/>
                      <a:pt x="1" y="31"/>
                    </a:cubicBezTo>
                    <a:cubicBezTo>
                      <a:pt x="5" y="33"/>
                      <a:pt x="13" y="31"/>
                      <a:pt x="18" y="32"/>
                    </a:cubicBezTo>
                    <a:cubicBezTo>
                      <a:pt x="22" y="32"/>
                      <a:pt x="27" y="33"/>
                      <a:pt x="28" y="30"/>
                    </a:cubicBezTo>
                    <a:cubicBezTo>
                      <a:pt x="30" y="27"/>
                      <a:pt x="28" y="19"/>
                      <a:pt x="28" y="15"/>
                    </a:cubicBezTo>
                    <a:cubicBezTo>
                      <a:pt x="28" y="11"/>
                      <a:pt x="29" y="7"/>
                      <a:pt x="28" y="3"/>
                    </a:cubicBezTo>
                    <a:cubicBezTo>
                      <a:pt x="23" y="2"/>
                      <a:pt x="18" y="2"/>
                      <a:pt x="13" y="2"/>
                    </a:cubicBezTo>
                    <a:cubicBezTo>
                      <a:pt x="9" y="1"/>
                      <a:pt x="5" y="0"/>
                      <a:pt x="2" y="1"/>
                    </a:cubicBezTo>
                  </a:path>
                </a:pathLst>
              </a:custGeom>
              <a:noFill/>
              <a:ln w="19050" cap="rnd">
                <a:solidFill>
                  <a:schemeClr val="accent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" name="Freeform 6"/>
              <p:cNvSpPr/>
              <p:nvPr>
                <p:custDataLst>
                  <p:tags r:id="rId32"/>
                </p:custDataLst>
              </p:nvPr>
            </p:nvSpPr>
            <p:spPr bwMode="auto">
              <a:xfrm>
                <a:off x="5324912" y="3189524"/>
                <a:ext cx="1128634" cy="1317381"/>
              </a:xfrm>
              <a:custGeom>
                <a:avLst/>
                <a:gdLst>
                  <a:gd name="T0" fmla="*/ 2 w 23"/>
                  <a:gd name="T1" fmla="*/ 3 h 27"/>
                  <a:gd name="T2" fmla="*/ 0 w 23"/>
                  <a:gd name="T3" fmla="*/ 26 h 27"/>
                  <a:gd name="T4" fmla="*/ 23 w 23"/>
                  <a:gd name="T5" fmla="*/ 26 h 27"/>
                  <a:gd name="T6" fmla="*/ 23 w 23"/>
                  <a:gd name="T7" fmla="*/ 14 h 27"/>
                  <a:gd name="T8" fmla="*/ 22 w 23"/>
                  <a:gd name="T9" fmla="*/ 4 h 27"/>
                  <a:gd name="T10" fmla="*/ 12 w 23"/>
                  <a:gd name="T11" fmla="*/ 2 h 27"/>
                  <a:gd name="T12" fmla="*/ 2 w 23"/>
                  <a:gd name="T13" fmla="*/ 2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3" h="27">
                    <a:moveTo>
                      <a:pt x="2" y="3"/>
                    </a:moveTo>
                    <a:cubicBezTo>
                      <a:pt x="3" y="9"/>
                      <a:pt x="0" y="19"/>
                      <a:pt x="0" y="26"/>
                    </a:cubicBezTo>
                    <a:cubicBezTo>
                      <a:pt x="8" y="27"/>
                      <a:pt x="16" y="27"/>
                      <a:pt x="23" y="26"/>
                    </a:cubicBezTo>
                    <a:cubicBezTo>
                      <a:pt x="23" y="22"/>
                      <a:pt x="23" y="18"/>
                      <a:pt x="23" y="14"/>
                    </a:cubicBezTo>
                    <a:cubicBezTo>
                      <a:pt x="23" y="12"/>
                      <a:pt x="23" y="6"/>
                      <a:pt x="22" y="4"/>
                    </a:cubicBezTo>
                    <a:cubicBezTo>
                      <a:pt x="21" y="1"/>
                      <a:pt x="15" y="2"/>
                      <a:pt x="12" y="2"/>
                    </a:cubicBezTo>
                    <a:cubicBezTo>
                      <a:pt x="9" y="2"/>
                      <a:pt x="2" y="0"/>
                      <a:pt x="2" y="2"/>
                    </a:cubicBezTo>
                  </a:path>
                </a:pathLst>
              </a:custGeom>
              <a:noFill/>
              <a:ln w="19050" cap="rnd">
                <a:solidFill>
                  <a:schemeClr val="accent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17" name="chenying0907 16"/>
            <p:cNvGrpSpPr/>
            <p:nvPr/>
          </p:nvGrpSpPr>
          <p:grpSpPr>
            <a:xfrm>
              <a:off x="5038628" y="2357164"/>
              <a:ext cx="2114744" cy="1949107"/>
              <a:chOff x="7192390" y="914444"/>
              <a:chExt cx="2114744" cy="1949107"/>
            </a:xfrm>
          </p:grpSpPr>
          <p:sp>
            <p:nvSpPr>
              <p:cNvPr id="12" name="Freeform 7"/>
              <p:cNvSpPr/>
              <p:nvPr>
                <p:custDataLst>
                  <p:tags r:id="rId24"/>
                </p:custDataLst>
              </p:nvPr>
            </p:nvSpPr>
            <p:spPr bwMode="auto">
              <a:xfrm>
                <a:off x="7192390" y="914444"/>
                <a:ext cx="2114744" cy="1949107"/>
              </a:xfrm>
              <a:custGeom>
                <a:avLst/>
                <a:gdLst>
                  <a:gd name="T0" fmla="*/ 0 w 43"/>
                  <a:gd name="T1" fmla="*/ 16 h 40"/>
                  <a:gd name="T2" fmla="*/ 13 w 43"/>
                  <a:gd name="T3" fmla="*/ 32 h 40"/>
                  <a:gd name="T4" fmla="*/ 19 w 43"/>
                  <a:gd name="T5" fmla="*/ 40 h 40"/>
                  <a:gd name="T6" fmla="*/ 43 w 43"/>
                  <a:gd name="T7" fmla="*/ 0 h 40"/>
                  <a:gd name="T8" fmla="*/ 19 w 43"/>
                  <a:gd name="T9" fmla="*/ 29 h 40"/>
                  <a:gd name="T10" fmla="*/ 13 w 43"/>
                  <a:gd name="T11" fmla="*/ 13 h 40"/>
                  <a:gd name="T12" fmla="*/ 1 w 43"/>
                  <a:gd name="T13" fmla="*/ 17 h 40"/>
                  <a:gd name="T14" fmla="*/ 11 w 43"/>
                  <a:gd name="T15" fmla="*/ 13 h 40"/>
                  <a:gd name="T16" fmla="*/ 2 w 43"/>
                  <a:gd name="T17" fmla="*/ 20 h 40"/>
                  <a:gd name="T18" fmla="*/ 12 w 43"/>
                  <a:gd name="T19" fmla="*/ 15 h 40"/>
                  <a:gd name="T20" fmla="*/ 4 w 43"/>
                  <a:gd name="T21" fmla="*/ 22 h 40"/>
                  <a:gd name="T22" fmla="*/ 14 w 43"/>
                  <a:gd name="T23" fmla="*/ 18 h 40"/>
                  <a:gd name="T24" fmla="*/ 7 w 43"/>
                  <a:gd name="T25" fmla="*/ 25 h 40"/>
                  <a:gd name="T26" fmla="*/ 15 w 43"/>
                  <a:gd name="T27" fmla="*/ 20 h 40"/>
                  <a:gd name="T28" fmla="*/ 8 w 43"/>
                  <a:gd name="T29" fmla="*/ 28 h 40"/>
                  <a:gd name="T30" fmla="*/ 15 w 43"/>
                  <a:gd name="T31" fmla="*/ 24 h 40"/>
                  <a:gd name="T32" fmla="*/ 11 w 43"/>
                  <a:gd name="T33" fmla="*/ 30 h 40"/>
                  <a:gd name="T34" fmla="*/ 16 w 43"/>
                  <a:gd name="T35" fmla="*/ 25 h 40"/>
                  <a:gd name="T36" fmla="*/ 12 w 43"/>
                  <a:gd name="T37" fmla="*/ 31 h 40"/>
                  <a:gd name="T38" fmla="*/ 17 w 43"/>
                  <a:gd name="T39" fmla="*/ 28 h 40"/>
                  <a:gd name="T40" fmla="*/ 14 w 43"/>
                  <a:gd name="T41" fmla="*/ 33 h 40"/>
                  <a:gd name="T42" fmla="*/ 19 w 43"/>
                  <a:gd name="T43" fmla="*/ 29 h 40"/>
                  <a:gd name="T44" fmla="*/ 17 w 43"/>
                  <a:gd name="T45" fmla="*/ 36 h 40"/>
                  <a:gd name="T46" fmla="*/ 19 w 43"/>
                  <a:gd name="T47" fmla="*/ 31 h 40"/>
                  <a:gd name="T48" fmla="*/ 19 w 43"/>
                  <a:gd name="T49" fmla="*/ 38 h 40"/>
                  <a:gd name="T50" fmla="*/ 20 w 43"/>
                  <a:gd name="T51" fmla="*/ 28 h 40"/>
                  <a:gd name="T52" fmla="*/ 21 w 43"/>
                  <a:gd name="T53" fmla="*/ 36 h 40"/>
                  <a:gd name="T54" fmla="*/ 21 w 43"/>
                  <a:gd name="T55" fmla="*/ 26 h 40"/>
                  <a:gd name="T56" fmla="*/ 23 w 43"/>
                  <a:gd name="T57" fmla="*/ 31 h 40"/>
                  <a:gd name="T58" fmla="*/ 23 w 43"/>
                  <a:gd name="T59" fmla="*/ 24 h 40"/>
                  <a:gd name="T60" fmla="*/ 25 w 43"/>
                  <a:gd name="T61" fmla="*/ 29 h 40"/>
                  <a:gd name="T62" fmla="*/ 26 w 43"/>
                  <a:gd name="T63" fmla="*/ 21 h 40"/>
                  <a:gd name="T64" fmla="*/ 27 w 43"/>
                  <a:gd name="T65" fmla="*/ 27 h 40"/>
                  <a:gd name="T66" fmla="*/ 28 w 43"/>
                  <a:gd name="T67" fmla="*/ 21 h 40"/>
                  <a:gd name="T68" fmla="*/ 29 w 43"/>
                  <a:gd name="T69" fmla="*/ 24 h 40"/>
                  <a:gd name="T70" fmla="*/ 29 w 43"/>
                  <a:gd name="T71" fmla="*/ 19 h 40"/>
                  <a:gd name="T72" fmla="*/ 31 w 43"/>
                  <a:gd name="T73" fmla="*/ 22 h 40"/>
                  <a:gd name="T74" fmla="*/ 32 w 43"/>
                  <a:gd name="T75" fmla="*/ 15 h 40"/>
                  <a:gd name="T76" fmla="*/ 33 w 43"/>
                  <a:gd name="T77" fmla="*/ 19 h 40"/>
                  <a:gd name="T78" fmla="*/ 34 w 43"/>
                  <a:gd name="T79" fmla="*/ 13 h 40"/>
                  <a:gd name="T80" fmla="*/ 35 w 43"/>
                  <a:gd name="T81" fmla="*/ 16 h 40"/>
                  <a:gd name="T82" fmla="*/ 36 w 43"/>
                  <a:gd name="T83" fmla="*/ 9 h 40"/>
                  <a:gd name="T84" fmla="*/ 37 w 43"/>
                  <a:gd name="T85" fmla="*/ 12 h 40"/>
                  <a:gd name="T86" fmla="*/ 38 w 43"/>
                  <a:gd name="T87" fmla="*/ 8 h 40"/>
                  <a:gd name="T88" fmla="*/ 38 w 43"/>
                  <a:gd name="T89" fmla="*/ 10 h 40"/>
                  <a:gd name="T90" fmla="*/ 39 w 43"/>
                  <a:gd name="T91" fmla="*/ 7 h 40"/>
                  <a:gd name="T92" fmla="*/ 40 w 43"/>
                  <a:gd name="T93" fmla="*/ 9 h 40"/>
                  <a:gd name="T94" fmla="*/ 41 w 43"/>
                  <a:gd name="T95" fmla="*/ 5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43" h="40">
                    <a:moveTo>
                      <a:pt x="0" y="16"/>
                    </a:moveTo>
                    <a:cubicBezTo>
                      <a:pt x="3" y="21"/>
                      <a:pt x="9" y="27"/>
                      <a:pt x="13" y="32"/>
                    </a:cubicBezTo>
                    <a:cubicBezTo>
                      <a:pt x="15" y="35"/>
                      <a:pt x="16" y="38"/>
                      <a:pt x="19" y="40"/>
                    </a:cubicBezTo>
                    <a:cubicBezTo>
                      <a:pt x="28" y="27"/>
                      <a:pt x="37" y="14"/>
                      <a:pt x="43" y="0"/>
                    </a:cubicBezTo>
                    <a:cubicBezTo>
                      <a:pt x="35" y="9"/>
                      <a:pt x="27" y="20"/>
                      <a:pt x="19" y="29"/>
                    </a:cubicBezTo>
                    <a:cubicBezTo>
                      <a:pt x="18" y="25"/>
                      <a:pt x="16" y="15"/>
                      <a:pt x="13" y="13"/>
                    </a:cubicBezTo>
                    <a:cubicBezTo>
                      <a:pt x="10" y="10"/>
                      <a:pt x="5" y="15"/>
                      <a:pt x="1" y="17"/>
                    </a:cubicBezTo>
                    <a:cubicBezTo>
                      <a:pt x="5" y="17"/>
                      <a:pt x="8" y="15"/>
                      <a:pt x="11" y="13"/>
                    </a:cubicBezTo>
                    <a:cubicBezTo>
                      <a:pt x="8" y="14"/>
                      <a:pt x="4" y="17"/>
                      <a:pt x="2" y="20"/>
                    </a:cubicBezTo>
                    <a:cubicBezTo>
                      <a:pt x="6" y="19"/>
                      <a:pt x="9" y="17"/>
                      <a:pt x="12" y="15"/>
                    </a:cubicBezTo>
                    <a:cubicBezTo>
                      <a:pt x="9" y="16"/>
                      <a:pt x="7" y="20"/>
                      <a:pt x="4" y="22"/>
                    </a:cubicBezTo>
                    <a:cubicBezTo>
                      <a:pt x="7" y="23"/>
                      <a:pt x="11" y="19"/>
                      <a:pt x="14" y="18"/>
                    </a:cubicBezTo>
                    <a:cubicBezTo>
                      <a:pt x="12" y="19"/>
                      <a:pt x="8" y="22"/>
                      <a:pt x="7" y="25"/>
                    </a:cubicBezTo>
                    <a:cubicBezTo>
                      <a:pt x="10" y="24"/>
                      <a:pt x="13" y="22"/>
                      <a:pt x="15" y="20"/>
                    </a:cubicBezTo>
                    <a:cubicBezTo>
                      <a:pt x="13" y="22"/>
                      <a:pt x="10" y="25"/>
                      <a:pt x="8" y="28"/>
                    </a:cubicBezTo>
                    <a:cubicBezTo>
                      <a:pt x="11" y="27"/>
                      <a:pt x="13" y="25"/>
                      <a:pt x="15" y="24"/>
                    </a:cubicBezTo>
                    <a:cubicBezTo>
                      <a:pt x="13" y="25"/>
                      <a:pt x="12" y="28"/>
                      <a:pt x="11" y="30"/>
                    </a:cubicBezTo>
                    <a:cubicBezTo>
                      <a:pt x="13" y="28"/>
                      <a:pt x="14" y="27"/>
                      <a:pt x="16" y="25"/>
                    </a:cubicBezTo>
                    <a:cubicBezTo>
                      <a:pt x="14" y="27"/>
                      <a:pt x="12" y="29"/>
                      <a:pt x="12" y="31"/>
                    </a:cubicBezTo>
                    <a:cubicBezTo>
                      <a:pt x="14" y="31"/>
                      <a:pt x="16" y="29"/>
                      <a:pt x="17" y="28"/>
                    </a:cubicBezTo>
                    <a:cubicBezTo>
                      <a:pt x="15" y="29"/>
                      <a:pt x="14" y="31"/>
                      <a:pt x="14" y="33"/>
                    </a:cubicBezTo>
                    <a:cubicBezTo>
                      <a:pt x="16" y="33"/>
                      <a:pt x="18" y="31"/>
                      <a:pt x="19" y="29"/>
                    </a:cubicBezTo>
                    <a:cubicBezTo>
                      <a:pt x="17" y="31"/>
                      <a:pt x="16" y="34"/>
                      <a:pt x="17" y="36"/>
                    </a:cubicBezTo>
                    <a:cubicBezTo>
                      <a:pt x="19" y="36"/>
                      <a:pt x="19" y="33"/>
                      <a:pt x="19" y="31"/>
                    </a:cubicBezTo>
                    <a:cubicBezTo>
                      <a:pt x="18" y="33"/>
                      <a:pt x="18" y="35"/>
                      <a:pt x="19" y="38"/>
                    </a:cubicBezTo>
                    <a:cubicBezTo>
                      <a:pt x="20" y="35"/>
                      <a:pt x="20" y="31"/>
                      <a:pt x="20" y="28"/>
                    </a:cubicBezTo>
                    <a:cubicBezTo>
                      <a:pt x="20" y="30"/>
                      <a:pt x="20" y="33"/>
                      <a:pt x="21" y="36"/>
                    </a:cubicBezTo>
                    <a:cubicBezTo>
                      <a:pt x="22" y="33"/>
                      <a:pt x="21" y="29"/>
                      <a:pt x="21" y="26"/>
                    </a:cubicBezTo>
                    <a:cubicBezTo>
                      <a:pt x="22" y="27"/>
                      <a:pt x="22" y="29"/>
                      <a:pt x="23" y="31"/>
                    </a:cubicBezTo>
                    <a:cubicBezTo>
                      <a:pt x="24" y="29"/>
                      <a:pt x="23" y="26"/>
                      <a:pt x="23" y="24"/>
                    </a:cubicBezTo>
                    <a:cubicBezTo>
                      <a:pt x="24" y="26"/>
                      <a:pt x="24" y="28"/>
                      <a:pt x="25" y="29"/>
                    </a:cubicBezTo>
                    <a:cubicBezTo>
                      <a:pt x="25" y="27"/>
                      <a:pt x="25" y="24"/>
                      <a:pt x="26" y="21"/>
                    </a:cubicBezTo>
                    <a:cubicBezTo>
                      <a:pt x="26" y="23"/>
                      <a:pt x="26" y="25"/>
                      <a:pt x="27" y="27"/>
                    </a:cubicBezTo>
                    <a:cubicBezTo>
                      <a:pt x="28" y="25"/>
                      <a:pt x="27" y="23"/>
                      <a:pt x="28" y="21"/>
                    </a:cubicBezTo>
                    <a:cubicBezTo>
                      <a:pt x="28" y="22"/>
                      <a:pt x="28" y="23"/>
                      <a:pt x="29" y="24"/>
                    </a:cubicBezTo>
                    <a:cubicBezTo>
                      <a:pt x="29" y="22"/>
                      <a:pt x="29" y="21"/>
                      <a:pt x="29" y="19"/>
                    </a:cubicBezTo>
                    <a:cubicBezTo>
                      <a:pt x="29" y="20"/>
                      <a:pt x="30" y="21"/>
                      <a:pt x="31" y="22"/>
                    </a:cubicBezTo>
                    <a:cubicBezTo>
                      <a:pt x="32" y="20"/>
                      <a:pt x="31" y="17"/>
                      <a:pt x="32" y="15"/>
                    </a:cubicBezTo>
                    <a:cubicBezTo>
                      <a:pt x="32" y="16"/>
                      <a:pt x="33" y="18"/>
                      <a:pt x="33" y="19"/>
                    </a:cubicBezTo>
                    <a:cubicBezTo>
                      <a:pt x="34" y="17"/>
                      <a:pt x="34" y="15"/>
                      <a:pt x="34" y="13"/>
                    </a:cubicBezTo>
                    <a:cubicBezTo>
                      <a:pt x="35" y="14"/>
                      <a:pt x="35" y="15"/>
                      <a:pt x="35" y="16"/>
                    </a:cubicBezTo>
                    <a:cubicBezTo>
                      <a:pt x="36" y="14"/>
                      <a:pt x="36" y="11"/>
                      <a:pt x="36" y="9"/>
                    </a:cubicBezTo>
                    <a:cubicBezTo>
                      <a:pt x="36" y="10"/>
                      <a:pt x="37" y="12"/>
                      <a:pt x="37" y="12"/>
                    </a:cubicBezTo>
                    <a:cubicBezTo>
                      <a:pt x="37" y="11"/>
                      <a:pt x="37" y="9"/>
                      <a:pt x="38" y="8"/>
                    </a:cubicBezTo>
                    <a:cubicBezTo>
                      <a:pt x="38" y="8"/>
                      <a:pt x="38" y="9"/>
                      <a:pt x="38" y="10"/>
                    </a:cubicBezTo>
                    <a:cubicBezTo>
                      <a:pt x="39" y="9"/>
                      <a:pt x="39" y="8"/>
                      <a:pt x="39" y="7"/>
                    </a:cubicBezTo>
                    <a:cubicBezTo>
                      <a:pt x="40" y="8"/>
                      <a:pt x="40" y="8"/>
                      <a:pt x="40" y="9"/>
                    </a:cubicBezTo>
                    <a:cubicBezTo>
                      <a:pt x="40" y="7"/>
                      <a:pt x="41" y="6"/>
                      <a:pt x="41" y="5"/>
                    </a:cubicBezTo>
                  </a:path>
                </a:pathLst>
              </a:custGeom>
              <a:noFill/>
              <a:ln w="19050" cap="rnd">
                <a:solidFill>
                  <a:schemeClr val="accent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" name="Freeform 8"/>
              <p:cNvSpPr/>
              <p:nvPr>
                <p:custDataLst>
                  <p:tags r:id="rId25"/>
                </p:custDataLst>
              </p:nvPr>
            </p:nvSpPr>
            <p:spPr bwMode="auto">
              <a:xfrm>
                <a:off x="7338766" y="1546170"/>
                <a:ext cx="789659" cy="978406"/>
              </a:xfrm>
              <a:custGeom>
                <a:avLst/>
                <a:gdLst>
                  <a:gd name="T0" fmla="*/ 1 w 16"/>
                  <a:gd name="T1" fmla="*/ 4 h 20"/>
                  <a:gd name="T2" fmla="*/ 8 w 16"/>
                  <a:gd name="T3" fmla="*/ 0 h 20"/>
                  <a:gd name="T4" fmla="*/ 0 w 16"/>
                  <a:gd name="T5" fmla="*/ 8 h 20"/>
                  <a:gd name="T6" fmla="*/ 9 w 16"/>
                  <a:gd name="T7" fmla="*/ 1 h 20"/>
                  <a:gd name="T8" fmla="*/ 3 w 16"/>
                  <a:gd name="T9" fmla="*/ 8 h 20"/>
                  <a:gd name="T10" fmla="*/ 10 w 16"/>
                  <a:gd name="T11" fmla="*/ 1 h 20"/>
                  <a:gd name="T12" fmla="*/ 5 w 16"/>
                  <a:gd name="T13" fmla="*/ 8 h 20"/>
                  <a:gd name="T14" fmla="*/ 10 w 16"/>
                  <a:gd name="T15" fmla="*/ 3 h 20"/>
                  <a:gd name="T16" fmla="*/ 5 w 16"/>
                  <a:gd name="T17" fmla="*/ 8 h 20"/>
                  <a:gd name="T18" fmla="*/ 11 w 16"/>
                  <a:gd name="T19" fmla="*/ 2 h 20"/>
                  <a:gd name="T20" fmla="*/ 6 w 16"/>
                  <a:gd name="T21" fmla="*/ 9 h 20"/>
                  <a:gd name="T22" fmla="*/ 11 w 16"/>
                  <a:gd name="T23" fmla="*/ 4 h 20"/>
                  <a:gd name="T24" fmla="*/ 7 w 16"/>
                  <a:gd name="T25" fmla="*/ 11 h 20"/>
                  <a:gd name="T26" fmla="*/ 12 w 16"/>
                  <a:gd name="T27" fmla="*/ 6 h 20"/>
                  <a:gd name="T28" fmla="*/ 9 w 16"/>
                  <a:gd name="T29" fmla="*/ 11 h 20"/>
                  <a:gd name="T30" fmla="*/ 12 w 16"/>
                  <a:gd name="T31" fmla="*/ 7 h 20"/>
                  <a:gd name="T32" fmla="*/ 10 w 16"/>
                  <a:gd name="T33" fmla="*/ 12 h 20"/>
                  <a:gd name="T34" fmla="*/ 10 w 16"/>
                  <a:gd name="T35" fmla="*/ 5 h 20"/>
                  <a:gd name="T36" fmla="*/ 15 w 16"/>
                  <a:gd name="T37" fmla="*/ 15 h 20"/>
                  <a:gd name="T38" fmla="*/ 11 w 16"/>
                  <a:gd name="T39" fmla="*/ 2 h 20"/>
                  <a:gd name="T40" fmla="*/ 16 w 16"/>
                  <a:gd name="T41" fmla="*/ 15 h 20"/>
                  <a:gd name="T42" fmla="*/ 9 w 16"/>
                  <a:gd name="T43" fmla="*/ 3 h 20"/>
                  <a:gd name="T44" fmla="*/ 12 w 16"/>
                  <a:gd name="T45" fmla="*/ 11 h 20"/>
                  <a:gd name="T46" fmla="*/ 15 w 16"/>
                  <a:gd name="T47" fmla="*/ 18 h 20"/>
                  <a:gd name="T48" fmla="*/ 7 w 16"/>
                  <a:gd name="T49" fmla="*/ 6 h 20"/>
                  <a:gd name="T50" fmla="*/ 14 w 16"/>
                  <a:gd name="T51" fmla="*/ 20 h 20"/>
                  <a:gd name="T52" fmla="*/ 6 w 16"/>
                  <a:gd name="T53" fmla="*/ 9 h 20"/>
                  <a:gd name="T54" fmla="*/ 11 w 16"/>
                  <a:gd name="T55" fmla="*/ 16 h 20"/>
                  <a:gd name="T56" fmla="*/ 15 w 16"/>
                  <a:gd name="T57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6" h="20">
                    <a:moveTo>
                      <a:pt x="1" y="4"/>
                    </a:moveTo>
                    <a:cubicBezTo>
                      <a:pt x="3" y="3"/>
                      <a:pt x="6" y="2"/>
                      <a:pt x="8" y="0"/>
                    </a:cubicBezTo>
                    <a:cubicBezTo>
                      <a:pt x="5" y="2"/>
                      <a:pt x="3" y="5"/>
                      <a:pt x="0" y="8"/>
                    </a:cubicBezTo>
                    <a:cubicBezTo>
                      <a:pt x="3" y="6"/>
                      <a:pt x="6" y="3"/>
                      <a:pt x="9" y="1"/>
                    </a:cubicBezTo>
                    <a:cubicBezTo>
                      <a:pt x="7" y="3"/>
                      <a:pt x="5" y="5"/>
                      <a:pt x="3" y="8"/>
                    </a:cubicBezTo>
                    <a:cubicBezTo>
                      <a:pt x="5" y="5"/>
                      <a:pt x="8" y="3"/>
                      <a:pt x="10" y="1"/>
                    </a:cubicBezTo>
                    <a:cubicBezTo>
                      <a:pt x="9" y="2"/>
                      <a:pt x="6" y="6"/>
                      <a:pt x="5" y="8"/>
                    </a:cubicBezTo>
                    <a:cubicBezTo>
                      <a:pt x="7" y="6"/>
                      <a:pt x="9" y="4"/>
                      <a:pt x="10" y="3"/>
                    </a:cubicBezTo>
                    <a:cubicBezTo>
                      <a:pt x="8" y="4"/>
                      <a:pt x="7" y="7"/>
                      <a:pt x="5" y="8"/>
                    </a:cubicBezTo>
                    <a:cubicBezTo>
                      <a:pt x="7" y="6"/>
                      <a:pt x="9" y="4"/>
                      <a:pt x="11" y="2"/>
                    </a:cubicBezTo>
                    <a:cubicBezTo>
                      <a:pt x="9" y="4"/>
                      <a:pt x="7" y="7"/>
                      <a:pt x="6" y="9"/>
                    </a:cubicBezTo>
                    <a:cubicBezTo>
                      <a:pt x="8" y="8"/>
                      <a:pt x="9" y="5"/>
                      <a:pt x="11" y="4"/>
                    </a:cubicBezTo>
                    <a:cubicBezTo>
                      <a:pt x="10" y="7"/>
                      <a:pt x="7" y="9"/>
                      <a:pt x="7" y="11"/>
                    </a:cubicBezTo>
                    <a:cubicBezTo>
                      <a:pt x="9" y="10"/>
                      <a:pt x="10" y="7"/>
                      <a:pt x="12" y="6"/>
                    </a:cubicBezTo>
                    <a:cubicBezTo>
                      <a:pt x="11" y="8"/>
                      <a:pt x="9" y="9"/>
                      <a:pt x="9" y="11"/>
                    </a:cubicBezTo>
                    <a:cubicBezTo>
                      <a:pt x="10" y="10"/>
                      <a:pt x="11" y="8"/>
                      <a:pt x="12" y="7"/>
                    </a:cubicBezTo>
                    <a:cubicBezTo>
                      <a:pt x="12" y="9"/>
                      <a:pt x="10" y="10"/>
                      <a:pt x="10" y="12"/>
                    </a:cubicBezTo>
                    <a:cubicBezTo>
                      <a:pt x="11" y="11"/>
                      <a:pt x="12" y="7"/>
                      <a:pt x="10" y="5"/>
                    </a:cubicBezTo>
                    <a:cubicBezTo>
                      <a:pt x="11" y="8"/>
                      <a:pt x="12" y="14"/>
                      <a:pt x="15" y="15"/>
                    </a:cubicBezTo>
                    <a:cubicBezTo>
                      <a:pt x="15" y="11"/>
                      <a:pt x="12" y="7"/>
                      <a:pt x="11" y="2"/>
                    </a:cubicBezTo>
                    <a:cubicBezTo>
                      <a:pt x="12" y="6"/>
                      <a:pt x="14" y="11"/>
                      <a:pt x="16" y="15"/>
                    </a:cubicBezTo>
                    <a:cubicBezTo>
                      <a:pt x="14" y="11"/>
                      <a:pt x="12" y="6"/>
                      <a:pt x="9" y="3"/>
                    </a:cubicBezTo>
                    <a:cubicBezTo>
                      <a:pt x="9" y="6"/>
                      <a:pt x="11" y="9"/>
                      <a:pt x="12" y="11"/>
                    </a:cubicBezTo>
                    <a:cubicBezTo>
                      <a:pt x="13" y="13"/>
                      <a:pt x="14" y="16"/>
                      <a:pt x="15" y="18"/>
                    </a:cubicBezTo>
                    <a:cubicBezTo>
                      <a:pt x="12" y="14"/>
                      <a:pt x="10" y="10"/>
                      <a:pt x="7" y="6"/>
                    </a:cubicBezTo>
                    <a:cubicBezTo>
                      <a:pt x="9" y="10"/>
                      <a:pt x="12" y="15"/>
                      <a:pt x="14" y="20"/>
                    </a:cubicBezTo>
                    <a:cubicBezTo>
                      <a:pt x="11" y="16"/>
                      <a:pt x="8" y="13"/>
                      <a:pt x="6" y="9"/>
                    </a:cubicBezTo>
                    <a:cubicBezTo>
                      <a:pt x="8" y="11"/>
                      <a:pt x="9" y="14"/>
                      <a:pt x="11" y="16"/>
                    </a:cubicBezTo>
                    <a:cubicBezTo>
                      <a:pt x="12" y="17"/>
                      <a:pt x="13" y="20"/>
                      <a:pt x="15" y="20"/>
                    </a:cubicBezTo>
                  </a:path>
                </a:pathLst>
              </a:custGeom>
              <a:noFill/>
              <a:ln w="19050" cap="rnd">
                <a:solidFill>
                  <a:schemeClr val="accent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" name="Freeform 9"/>
              <p:cNvSpPr/>
              <p:nvPr>
                <p:custDataLst>
                  <p:tags r:id="rId26"/>
                </p:custDataLst>
              </p:nvPr>
            </p:nvSpPr>
            <p:spPr bwMode="auto">
              <a:xfrm>
                <a:off x="8078348" y="1499947"/>
                <a:ext cx="835883" cy="1267306"/>
              </a:xfrm>
              <a:custGeom>
                <a:avLst/>
                <a:gdLst>
                  <a:gd name="T0" fmla="*/ 0 w 17"/>
                  <a:gd name="T1" fmla="*/ 21 h 26"/>
                  <a:gd name="T2" fmla="*/ 0 w 17"/>
                  <a:gd name="T3" fmla="*/ 21 h 26"/>
                  <a:gd name="T4" fmla="*/ 8 w 17"/>
                  <a:gd name="T5" fmla="*/ 11 h 26"/>
                  <a:gd name="T6" fmla="*/ 16 w 17"/>
                  <a:gd name="T7" fmla="*/ 0 h 26"/>
                  <a:gd name="T8" fmla="*/ 10 w 17"/>
                  <a:gd name="T9" fmla="*/ 8 h 26"/>
                  <a:gd name="T10" fmla="*/ 1 w 17"/>
                  <a:gd name="T11" fmla="*/ 24 h 26"/>
                  <a:gd name="T12" fmla="*/ 6 w 17"/>
                  <a:gd name="T13" fmla="*/ 16 h 26"/>
                  <a:gd name="T14" fmla="*/ 14 w 17"/>
                  <a:gd name="T15" fmla="*/ 5 h 26"/>
                  <a:gd name="T16" fmla="*/ 8 w 17"/>
                  <a:gd name="T17" fmla="*/ 13 h 26"/>
                  <a:gd name="T18" fmla="*/ 1 w 17"/>
                  <a:gd name="T19" fmla="*/ 26 h 26"/>
                  <a:gd name="T20" fmla="*/ 7 w 17"/>
                  <a:gd name="T21" fmla="*/ 16 h 26"/>
                  <a:gd name="T22" fmla="*/ 16 w 17"/>
                  <a:gd name="T23" fmla="*/ 3 h 26"/>
                  <a:gd name="T24" fmla="*/ 4 w 17"/>
                  <a:gd name="T25" fmla="*/ 22 h 26"/>
                  <a:gd name="T26" fmla="*/ 17 w 17"/>
                  <a:gd name="T27" fmla="*/ 2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7" h="26">
                    <a:moveTo>
                      <a:pt x="0" y="21"/>
                    </a:moveTo>
                    <a:cubicBezTo>
                      <a:pt x="0" y="22"/>
                      <a:pt x="0" y="22"/>
                      <a:pt x="0" y="21"/>
                    </a:cubicBezTo>
                    <a:cubicBezTo>
                      <a:pt x="3" y="18"/>
                      <a:pt x="5" y="14"/>
                      <a:pt x="8" y="11"/>
                    </a:cubicBezTo>
                    <a:cubicBezTo>
                      <a:pt x="10" y="7"/>
                      <a:pt x="14" y="4"/>
                      <a:pt x="16" y="0"/>
                    </a:cubicBezTo>
                    <a:cubicBezTo>
                      <a:pt x="13" y="2"/>
                      <a:pt x="11" y="5"/>
                      <a:pt x="10" y="8"/>
                    </a:cubicBezTo>
                    <a:cubicBezTo>
                      <a:pt x="7" y="12"/>
                      <a:pt x="3" y="18"/>
                      <a:pt x="1" y="24"/>
                    </a:cubicBezTo>
                    <a:cubicBezTo>
                      <a:pt x="3" y="22"/>
                      <a:pt x="5" y="18"/>
                      <a:pt x="6" y="16"/>
                    </a:cubicBezTo>
                    <a:cubicBezTo>
                      <a:pt x="8" y="12"/>
                      <a:pt x="11" y="8"/>
                      <a:pt x="14" y="5"/>
                    </a:cubicBezTo>
                    <a:cubicBezTo>
                      <a:pt x="11" y="7"/>
                      <a:pt x="9" y="10"/>
                      <a:pt x="8" y="13"/>
                    </a:cubicBezTo>
                    <a:cubicBezTo>
                      <a:pt x="5" y="17"/>
                      <a:pt x="2" y="22"/>
                      <a:pt x="1" y="26"/>
                    </a:cubicBezTo>
                    <a:cubicBezTo>
                      <a:pt x="3" y="23"/>
                      <a:pt x="5" y="20"/>
                      <a:pt x="7" y="16"/>
                    </a:cubicBezTo>
                    <a:cubicBezTo>
                      <a:pt x="10" y="12"/>
                      <a:pt x="13" y="8"/>
                      <a:pt x="16" y="3"/>
                    </a:cubicBezTo>
                    <a:cubicBezTo>
                      <a:pt x="11" y="9"/>
                      <a:pt x="9" y="16"/>
                      <a:pt x="4" y="22"/>
                    </a:cubicBezTo>
                    <a:cubicBezTo>
                      <a:pt x="7" y="14"/>
                      <a:pt x="12" y="8"/>
                      <a:pt x="17" y="2"/>
                    </a:cubicBezTo>
                  </a:path>
                </a:pathLst>
              </a:custGeom>
              <a:noFill/>
              <a:ln w="19050" cap="rnd">
                <a:solidFill>
                  <a:schemeClr val="accent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" name="Freeform 10"/>
              <p:cNvSpPr/>
              <p:nvPr>
                <p:custDataLst>
                  <p:tags r:id="rId27"/>
                </p:custDataLst>
              </p:nvPr>
            </p:nvSpPr>
            <p:spPr bwMode="auto">
              <a:xfrm>
                <a:off x="8224723" y="1107044"/>
                <a:ext cx="986110" cy="1317381"/>
              </a:xfrm>
              <a:custGeom>
                <a:avLst/>
                <a:gdLst>
                  <a:gd name="T0" fmla="*/ 0 w 20"/>
                  <a:gd name="T1" fmla="*/ 27 h 27"/>
                  <a:gd name="T2" fmla="*/ 11 w 20"/>
                  <a:gd name="T3" fmla="*/ 11 h 27"/>
                  <a:gd name="T4" fmla="*/ 20 w 20"/>
                  <a:gd name="T5" fmla="*/ 0 h 27"/>
                  <a:gd name="T6" fmla="*/ 12 w 20"/>
                  <a:gd name="T7" fmla="*/ 10 h 27"/>
                  <a:gd name="T8" fmla="*/ 12 w 20"/>
                  <a:gd name="T9" fmla="*/ 9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27">
                    <a:moveTo>
                      <a:pt x="0" y="27"/>
                    </a:moveTo>
                    <a:cubicBezTo>
                      <a:pt x="4" y="22"/>
                      <a:pt x="7" y="16"/>
                      <a:pt x="11" y="11"/>
                    </a:cubicBezTo>
                    <a:cubicBezTo>
                      <a:pt x="14" y="7"/>
                      <a:pt x="18" y="4"/>
                      <a:pt x="20" y="0"/>
                    </a:cubicBezTo>
                    <a:cubicBezTo>
                      <a:pt x="17" y="1"/>
                      <a:pt x="13" y="7"/>
                      <a:pt x="12" y="10"/>
                    </a:cubicBezTo>
                    <a:cubicBezTo>
                      <a:pt x="11" y="10"/>
                      <a:pt x="11" y="10"/>
                      <a:pt x="12" y="9"/>
                    </a:cubicBezTo>
                  </a:path>
                </a:pathLst>
              </a:custGeom>
              <a:noFill/>
              <a:ln w="19050" cap="rnd">
                <a:solidFill>
                  <a:schemeClr val="accent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" name="Freeform 11"/>
              <p:cNvSpPr/>
              <p:nvPr>
                <p:custDataLst>
                  <p:tags r:id="rId28"/>
                </p:custDataLst>
              </p:nvPr>
            </p:nvSpPr>
            <p:spPr bwMode="auto">
              <a:xfrm>
                <a:off x="7731669" y="1546170"/>
                <a:ext cx="100152" cy="50077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1 h 1"/>
                  <a:gd name="T4" fmla="*/ 1 w 2"/>
                  <a:gd name="T5" fmla="*/ 0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1" y="1"/>
                      <a:pt x="1" y="1"/>
                      <a:pt x="2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</a:path>
                </a:pathLst>
              </a:custGeom>
              <a:noFill/>
              <a:ln w="19050" cap="rnd">
                <a:solidFill>
                  <a:schemeClr val="accent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" name="Freeform 12"/>
              <p:cNvSpPr/>
              <p:nvPr>
                <p:custDataLst>
                  <p:tags r:id="rId29"/>
                </p:custDataLst>
              </p:nvPr>
            </p:nvSpPr>
            <p:spPr bwMode="auto">
              <a:xfrm>
                <a:off x="7192390" y="1399795"/>
                <a:ext cx="589356" cy="342828"/>
              </a:xfrm>
              <a:custGeom>
                <a:avLst/>
                <a:gdLst>
                  <a:gd name="T0" fmla="*/ 0 w 12"/>
                  <a:gd name="T1" fmla="*/ 6 h 7"/>
                  <a:gd name="T2" fmla="*/ 5 w 12"/>
                  <a:gd name="T3" fmla="*/ 3 h 7"/>
                  <a:gd name="T4" fmla="*/ 10 w 12"/>
                  <a:gd name="T5" fmla="*/ 1 h 7"/>
                  <a:gd name="T6" fmla="*/ 1 w 12"/>
                  <a:gd name="T7" fmla="*/ 6 h 7"/>
                  <a:gd name="T8" fmla="*/ 6 w 12"/>
                  <a:gd name="T9" fmla="*/ 3 h 7"/>
                  <a:gd name="T10" fmla="*/ 11 w 12"/>
                  <a:gd name="T11" fmla="*/ 0 h 7"/>
                  <a:gd name="T12" fmla="*/ 1 w 12"/>
                  <a:gd name="T13" fmla="*/ 6 h 7"/>
                  <a:gd name="T14" fmla="*/ 11 w 12"/>
                  <a:gd name="T15" fmla="*/ 0 h 7"/>
                  <a:gd name="T16" fmla="*/ 11 w 12"/>
                  <a:gd name="T1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" h="7">
                    <a:moveTo>
                      <a:pt x="0" y="6"/>
                    </a:moveTo>
                    <a:cubicBezTo>
                      <a:pt x="1" y="7"/>
                      <a:pt x="4" y="4"/>
                      <a:pt x="5" y="3"/>
                    </a:cubicBezTo>
                    <a:cubicBezTo>
                      <a:pt x="7" y="3"/>
                      <a:pt x="9" y="2"/>
                      <a:pt x="10" y="1"/>
                    </a:cubicBezTo>
                    <a:cubicBezTo>
                      <a:pt x="7" y="2"/>
                      <a:pt x="4" y="5"/>
                      <a:pt x="1" y="6"/>
                    </a:cubicBezTo>
                    <a:cubicBezTo>
                      <a:pt x="2" y="5"/>
                      <a:pt x="4" y="4"/>
                      <a:pt x="6" y="3"/>
                    </a:cubicBezTo>
                    <a:cubicBezTo>
                      <a:pt x="7" y="2"/>
                      <a:pt x="9" y="1"/>
                      <a:pt x="11" y="0"/>
                    </a:cubicBezTo>
                    <a:cubicBezTo>
                      <a:pt x="7" y="1"/>
                      <a:pt x="4" y="4"/>
                      <a:pt x="1" y="6"/>
                    </a:cubicBezTo>
                    <a:cubicBezTo>
                      <a:pt x="4" y="3"/>
                      <a:pt x="8" y="1"/>
                      <a:pt x="11" y="0"/>
                    </a:cubicBezTo>
                    <a:cubicBezTo>
                      <a:pt x="12" y="0"/>
                      <a:pt x="11" y="0"/>
                      <a:pt x="11" y="0"/>
                    </a:cubicBezTo>
                  </a:path>
                </a:pathLst>
              </a:custGeom>
              <a:noFill/>
              <a:ln w="19050" cap="rnd">
                <a:solidFill>
                  <a:schemeClr val="accent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" name="Freeform 13"/>
              <p:cNvSpPr/>
              <p:nvPr>
                <p:custDataLst>
                  <p:tags r:id="rId30"/>
                </p:custDataLst>
              </p:nvPr>
            </p:nvSpPr>
            <p:spPr bwMode="auto">
              <a:xfrm>
                <a:off x="7685445" y="1353571"/>
                <a:ext cx="589356" cy="1024629"/>
              </a:xfrm>
              <a:custGeom>
                <a:avLst/>
                <a:gdLst>
                  <a:gd name="T0" fmla="*/ 0 w 12"/>
                  <a:gd name="T1" fmla="*/ 1 h 21"/>
                  <a:gd name="T2" fmla="*/ 2 w 12"/>
                  <a:gd name="T3" fmla="*/ 3 h 21"/>
                  <a:gd name="T4" fmla="*/ 1 w 12"/>
                  <a:gd name="T5" fmla="*/ 1 h 21"/>
                  <a:gd name="T6" fmla="*/ 2 w 12"/>
                  <a:gd name="T7" fmla="*/ 3 h 21"/>
                  <a:gd name="T8" fmla="*/ 2 w 12"/>
                  <a:gd name="T9" fmla="*/ 0 h 21"/>
                  <a:gd name="T10" fmla="*/ 3 w 12"/>
                  <a:gd name="T11" fmla="*/ 3 h 21"/>
                  <a:gd name="T12" fmla="*/ 2 w 12"/>
                  <a:gd name="T13" fmla="*/ 1 h 21"/>
                  <a:gd name="T14" fmla="*/ 4 w 12"/>
                  <a:gd name="T15" fmla="*/ 3 h 21"/>
                  <a:gd name="T16" fmla="*/ 2 w 12"/>
                  <a:gd name="T17" fmla="*/ 0 h 21"/>
                  <a:gd name="T18" fmla="*/ 5 w 12"/>
                  <a:gd name="T19" fmla="*/ 6 h 21"/>
                  <a:gd name="T20" fmla="*/ 3 w 12"/>
                  <a:gd name="T21" fmla="*/ 2 h 21"/>
                  <a:gd name="T22" fmla="*/ 6 w 12"/>
                  <a:gd name="T23" fmla="*/ 8 h 21"/>
                  <a:gd name="T24" fmla="*/ 1 w 12"/>
                  <a:gd name="T25" fmla="*/ 0 h 21"/>
                  <a:gd name="T26" fmla="*/ 12 w 12"/>
                  <a:gd name="T27" fmla="*/ 21 h 21"/>
                  <a:gd name="T28" fmla="*/ 7 w 12"/>
                  <a:gd name="T29" fmla="*/ 13 h 21"/>
                  <a:gd name="T30" fmla="*/ 4 w 12"/>
                  <a:gd name="T31" fmla="*/ 7 h 21"/>
                  <a:gd name="T32" fmla="*/ 7 w 12"/>
                  <a:gd name="T33" fmla="*/ 11 h 21"/>
                  <a:gd name="T34" fmla="*/ 11 w 12"/>
                  <a:gd name="T35" fmla="*/ 19 h 21"/>
                  <a:gd name="T36" fmla="*/ 7 w 12"/>
                  <a:gd name="T37" fmla="*/ 11 h 21"/>
                  <a:gd name="T38" fmla="*/ 1 w 12"/>
                  <a:gd name="T39" fmla="*/ 1 h 21"/>
                  <a:gd name="T40" fmla="*/ 7 w 12"/>
                  <a:gd name="T41" fmla="*/ 10 h 21"/>
                  <a:gd name="T42" fmla="*/ 11 w 12"/>
                  <a:gd name="T43" fmla="*/ 17 h 21"/>
                  <a:gd name="T44" fmla="*/ 12 w 12"/>
                  <a:gd name="T45" fmla="*/ 20 h 21"/>
                  <a:gd name="T46" fmla="*/ 6 w 12"/>
                  <a:gd name="T47" fmla="*/ 11 h 21"/>
                  <a:gd name="T48" fmla="*/ 11 w 12"/>
                  <a:gd name="T49" fmla="*/ 19 h 21"/>
                  <a:gd name="T50" fmla="*/ 7 w 12"/>
                  <a:gd name="T51" fmla="*/ 14 h 21"/>
                  <a:gd name="T52" fmla="*/ 9 w 12"/>
                  <a:gd name="T53" fmla="*/ 19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2" h="21">
                    <a:moveTo>
                      <a:pt x="0" y="1"/>
                    </a:moveTo>
                    <a:cubicBezTo>
                      <a:pt x="1" y="2"/>
                      <a:pt x="1" y="2"/>
                      <a:pt x="2" y="3"/>
                    </a:cubicBezTo>
                    <a:cubicBezTo>
                      <a:pt x="2" y="2"/>
                      <a:pt x="1" y="2"/>
                      <a:pt x="1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2"/>
                      <a:pt x="2" y="1"/>
                      <a:pt x="2" y="0"/>
                    </a:cubicBezTo>
                    <a:cubicBezTo>
                      <a:pt x="2" y="1"/>
                      <a:pt x="3" y="2"/>
                      <a:pt x="3" y="3"/>
                    </a:cubicBezTo>
                    <a:cubicBezTo>
                      <a:pt x="3" y="2"/>
                      <a:pt x="3" y="1"/>
                      <a:pt x="2" y="1"/>
                    </a:cubicBezTo>
                    <a:cubicBezTo>
                      <a:pt x="3" y="2"/>
                      <a:pt x="3" y="3"/>
                      <a:pt x="4" y="3"/>
                    </a:cubicBezTo>
                    <a:cubicBezTo>
                      <a:pt x="3" y="2"/>
                      <a:pt x="2" y="1"/>
                      <a:pt x="2" y="0"/>
                    </a:cubicBezTo>
                    <a:cubicBezTo>
                      <a:pt x="3" y="1"/>
                      <a:pt x="5" y="4"/>
                      <a:pt x="5" y="6"/>
                    </a:cubicBezTo>
                    <a:cubicBezTo>
                      <a:pt x="4" y="5"/>
                      <a:pt x="3" y="3"/>
                      <a:pt x="3" y="2"/>
                    </a:cubicBezTo>
                    <a:cubicBezTo>
                      <a:pt x="4" y="4"/>
                      <a:pt x="5" y="6"/>
                      <a:pt x="6" y="8"/>
                    </a:cubicBezTo>
                    <a:cubicBezTo>
                      <a:pt x="5" y="5"/>
                      <a:pt x="3" y="2"/>
                      <a:pt x="1" y="0"/>
                    </a:cubicBezTo>
                    <a:cubicBezTo>
                      <a:pt x="7" y="4"/>
                      <a:pt x="7" y="15"/>
                      <a:pt x="12" y="21"/>
                    </a:cubicBezTo>
                    <a:cubicBezTo>
                      <a:pt x="11" y="18"/>
                      <a:pt x="8" y="15"/>
                      <a:pt x="7" y="13"/>
                    </a:cubicBezTo>
                    <a:cubicBezTo>
                      <a:pt x="6" y="11"/>
                      <a:pt x="5" y="9"/>
                      <a:pt x="4" y="7"/>
                    </a:cubicBezTo>
                    <a:cubicBezTo>
                      <a:pt x="5" y="8"/>
                      <a:pt x="6" y="10"/>
                      <a:pt x="7" y="11"/>
                    </a:cubicBezTo>
                    <a:cubicBezTo>
                      <a:pt x="9" y="14"/>
                      <a:pt x="10" y="16"/>
                      <a:pt x="11" y="19"/>
                    </a:cubicBezTo>
                    <a:cubicBezTo>
                      <a:pt x="10" y="16"/>
                      <a:pt x="8" y="14"/>
                      <a:pt x="7" y="11"/>
                    </a:cubicBezTo>
                    <a:cubicBezTo>
                      <a:pt x="5" y="8"/>
                      <a:pt x="4" y="4"/>
                      <a:pt x="1" y="1"/>
                    </a:cubicBezTo>
                    <a:cubicBezTo>
                      <a:pt x="3" y="5"/>
                      <a:pt x="5" y="7"/>
                      <a:pt x="7" y="10"/>
                    </a:cubicBezTo>
                    <a:cubicBezTo>
                      <a:pt x="8" y="13"/>
                      <a:pt x="9" y="15"/>
                      <a:pt x="11" y="17"/>
                    </a:cubicBezTo>
                    <a:cubicBezTo>
                      <a:pt x="11" y="18"/>
                      <a:pt x="11" y="19"/>
                      <a:pt x="12" y="20"/>
                    </a:cubicBezTo>
                    <a:cubicBezTo>
                      <a:pt x="10" y="17"/>
                      <a:pt x="9" y="13"/>
                      <a:pt x="6" y="11"/>
                    </a:cubicBezTo>
                    <a:cubicBezTo>
                      <a:pt x="7" y="14"/>
                      <a:pt x="9" y="16"/>
                      <a:pt x="11" y="19"/>
                    </a:cubicBezTo>
                    <a:cubicBezTo>
                      <a:pt x="10" y="17"/>
                      <a:pt x="8" y="16"/>
                      <a:pt x="7" y="14"/>
                    </a:cubicBezTo>
                    <a:cubicBezTo>
                      <a:pt x="8" y="16"/>
                      <a:pt x="9" y="17"/>
                      <a:pt x="9" y="19"/>
                    </a:cubicBezTo>
                  </a:path>
                </a:pathLst>
              </a:custGeom>
              <a:noFill/>
              <a:ln w="19050" cap="rnd">
                <a:solidFill>
                  <a:schemeClr val="accent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</p:grpSp>
      <p:grpSp>
        <p:nvGrpSpPr>
          <p:cNvPr id="22" name="PA_chenying0907 19"/>
          <p:cNvGrpSpPr/>
          <p:nvPr>
            <p:custDataLst>
              <p:tags r:id="rId4"/>
            </p:custDataLst>
          </p:nvPr>
        </p:nvGrpSpPr>
        <p:grpSpPr>
          <a:xfrm>
            <a:off x="963031" y="3983042"/>
            <a:ext cx="899262" cy="976388"/>
            <a:chOff x="5038628" y="2357164"/>
            <a:chExt cx="2114744" cy="2296116"/>
          </a:xfrm>
        </p:grpSpPr>
        <p:grpSp>
          <p:nvGrpSpPr>
            <p:cNvPr id="23" name="chenying0907 20"/>
            <p:cNvGrpSpPr/>
            <p:nvPr/>
          </p:nvGrpSpPr>
          <p:grpSpPr>
            <a:xfrm>
              <a:off x="5174686" y="3043148"/>
              <a:ext cx="1479164" cy="1610132"/>
              <a:chOff x="5174686" y="3043148"/>
              <a:chExt cx="1479164" cy="1610132"/>
            </a:xfrm>
          </p:grpSpPr>
          <p:sp>
            <p:nvSpPr>
              <p:cNvPr id="30" name="Freeform 5"/>
              <p:cNvSpPr/>
              <p:nvPr>
                <p:custDataLst>
                  <p:tags r:id="rId22"/>
                </p:custDataLst>
              </p:nvPr>
            </p:nvSpPr>
            <p:spPr bwMode="auto">
              <a:xfrm>
                <a:off x="5174686" y="3043148"/>
                <a:ext cx="1479164" cy="1610132"/>
              </a:xfrm>
              <a:custGeom>
                <a:avLst/>
                <a:gdLst>
                  <a:gd name="T0" fmla="*/ 2 w 30"/>
                  <a:gd name="T1" fmla="*/ 2 h 33"/>
                  <a:gd name="T2" fmla="*/ 1 w 30"/>
                  <a:gd name="T3" fmla="*/ 31 h 33"/>
                  <a:gd name="T4" fmla="*/ 18 w 30"/>
                  <a:gd name="T5" fmla="*/ 32 h 33"/>
                  <a:gd name="T6" fmla="*/ 28 w 30"/>
                  <a:gd name="T7" fmla="*/ 30 h 33"/>
                  <a:gd name="T8" fmla="*/ 28 w 30"/>
                  <a:gd name="T9" fmla="*/ 15 h 33"/>
                  <a:gd name="T10" fmla="*/ 28 w 30"/>
                  <a:gd name="T11" fmla="*/ 3 h 33"/>
                  <a:gd name="T12" fmla="*/ 13 w 30"/>
                  <a:gd name="T13" fmla="*/ 2 h 33"/>
                  <a:gd name="T14" fmla="*/ 2 w 30"/>
                  <a:gd name="T15" fmla="*/ 1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0" h="33">
                    <a:moveTo>
                      <a:pt x="2" y="2"/>
                    </a:moveTo>
                    <a:cubicBezTo>
                      <a:pt x="2" y="11"/>
                      <a:pt x="0" y="21"/>
                      <a:pt x="1" y="31"/>
                    </a:cubicBezTo>
                    <a:cubicBezTo>
                      <a:pt x="5" y="33"/>
                      <a:pt x="13" y="31"/>
                      <a:pt x="18" y="32"/>
                    </a:cubicBezTo>
                    <a:cubicBezTo>
                      <a:pt x="22" y="32"/>
                      <a:pt x="27" y="33"/>
                      <a:pt x="28" y="30"/>
                    </a:cubicBezTo>
                    <a:cubicBezTo>
                      <a:pt x="30" y="27"/>
                      <a:pt x="28" y="19"/>
                      <a:pt x="28" y="15"/>
                    </a:cubicBezTo>
                    <a:cubicBezTo>
                      <a:pt x="28" y="11"/>
                      <a:pt x="29" y="7"/>
                      <a:pt x="28" y="3"/>
                    </a:cubicBezTo>
                    <a:cubicBezTo>
                      <a:pt x="23" y="2"/>
                      <a:pt x="18" y="2"/>
                      <a:pt x="13" y="2"/>
                    </a:cubicBezTo>
                    <a:cubicBezTo>
                      <a:pt x="9" y="1"/>
                      <a:pt x="5" y="0"/>
                      <a:pt x="2" y="1"/>
                    </a:cubicBezTo>
                  </a:path>
                </a:pathLst>
              </a:custGeom>
              <a:noFill/>
              <a:ln w="19050" cap="rnd">
                <a:solidFill>
                  <a:schemeClr val="accent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" name="Freeform 6"/>
              <p:cNvSpPr/>
              <p:nvPr>
                <p:custDataLst>
                  <p:tags r:id="rId23"/>
                </p:custDataLst>
              </p:nvPr>
            </p:nvSpPr>
            <p:spPr bwMode="auto">
              <a:xfrm>
                <a:off x="5324912" y="3189524"/>
                <a:ext cx="1128634" cy="1317381"/>
              </a:xfrm>
              <a:custGeom>
                <a:avLst/>
                <a:gdLst>
                  <a:gd name="T0" fmla="*/ 2 w 23"/>
                  <a:gd name="T1" fmla="*/ 3 h 27"/>
                  <a:gd name="T2" fmla="*/ 0 w 23"/>
                  <a:gd name="T3" fmla="*/ 26 h 27"/>
                  <a:gd name="T4" fmla="*/ 23 w 23"/>
                  <a:gd name="T5" fmla="*/ 26 h 27"/>
                  <a:gd name="T6" fmla="*/ 23 w 23"/>
                  <a:gd name="T7" fmla="*/ 14 h 27"/>
                  <a:gd name="T8" fmla="*/ 22 w 23"/>
                  <a:gd name="T9" fmla="*/ 4 h 27"/>
                  <a:gd name="T10" fmla="*/ 12 w 23"/>
                  <a:gd name="T11" fmla="*/ 2 h 27"/>
                  <a:gd name="T12" fmla="*/ 2 w 23"/>
                  <a:gd name="T13" fmla="*/ 2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3" h="27">
                    <a:moveTo>
                      <a:pt x="2" y="3"/>
                    </a:moveTo>
                    <a:cubicBezTo>
                      <a:pt x="3" y="9"/>
                      <a:pt x="0" y="19"/>
                      <a:pt x="0" y="26"/>
                    </a:cubicBezTo>
                    <a:cubicBezTo>
                      <a:pt x="8" y="27"/>
                      <a:pt x="16" y="27"/>
                      <a:pt x="23" y="26"/>
                    </a:cubicBezTo>
                    <a:cubicBezTo>
                      <a:pt x="23" y="22"/>
                      <a:pt x="23" y="18"/>
                      <a:pt x="23" y="14"/>
                    </a:cubicBezTo>
                    <a:cubicBezTo>
                      <a:pt x="23" y="12"/>
                      <a:pt x="23" y="6"/>
                      <a:pt x="22" y="4"/>
                    </a:cubicBezTo>
                    <a:cubicBezTo>
                      <a:pt x="21" y="1"/>
                      <a:pt x="15" y="2"/>
                      <a:pt x="12" y="2"/>
                    </a:cubicBezTo>
                    <a:cubicBezTo>
                      <a:pt x="9" y="2"/>
                      <a:pt x="2" y="0"/>
                      <a:pt x="2" y="2"/>
                    </a:cubicBezTo>
                  </a:path>
                </a:pathLst>
              </a:custGeom>
              <a:noFill/>
              <a:ln w="19050" cap="rnd">
                <a:solidFill>
                  <a:schemeClr val="accent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24" name="chenying0907 21"/>
            <p:cNvGrpSpPr/>
            <p:nvPr/>
          </p:nvGrpSpPr>
          <p:grpSpPr>
            <a:xfrm>
              <a:off x="5038628" y="2357164"/>
              <a:ext cx="2114744" cy="1949107"/>
              <a:chOff x="7192390" y="914444"/>
              <a:chExt cx="2114744" cy="1949107"/>
            </a:xfrm>
          </p:grpSpPr>
          <p:sp>
            <p:nvSpPr>
              <p:cNvPr id="25" name="Freeform 7"/>
              <p:cNvSpPr/>
              <p:nvPr>
                <p:custDataLst>
                  <p:tags r:id="rId15"/>
                </p:custDataLst>
              </p:nvPr>
            </p:nvSpPr>
            <p:spPr bwMode="auto">
              <a:xfrm>
                <a:off x="7192390" y="914444"/>
                <a:ext cx="2114744" cy="1949107"/>
              </a:xfrm>
              <a:custGeom>
                <a:avLst/>
                <a:gdLst>
                  <a:gd name="T0" fmla="*/ 0 w 43"/>
                  <a:gd name="T1" fmla="*/ 16 h 40"/>
                  <a:gd name="T2" fmla="*/ 13 w 43"/>
                  <a:gd name="T3" fmla="*/ 32 h 40"/>
                  <a:gd name="T4" fmla="*/ 19 w 43"/>
                  <a:gd name="T5" fmla="*/ 40 h 40"/>
                  <a:gd name="T6" fmla="*/ 43 w 43"/>
                  <a:gd name="T7" fmla="*/ 0 h 40"/>
                  <a:gd name="T8" fmla="*/ 19 w 43"/>
                  <a:gd name="T9" fmla="*/ 29 h 40"/>
                  <a:gd name="T10" fmla="*/ 13 w 43"/>
                  <a:gd name="T11" fmla="*/ 13 h 40"/>
                  <a:gd name="T12" fmla="*/ 1 w 43"/>
                  <a:gd name="T13" fmla="*/ 17 h 40"/>
                  <a:gd name="T14" fmla="*/ 11 w 43"/>
                  <a:gd name="T15" fmla="*/ 13 h 40"/>
                  <a:gd name="T16" fmla="*/ 2 w 43"/>
                  <a:gd name="T17" fmla="*/ 20 h 40"/>
                  <a:gd name="T18" fmla="*/ 12 w 43"/>
                  <a:gd name="T19" fmla="*/ 15 h 40"/>
                  <a:gd name="T20" fmla="*/ 4 w 43"/>
                  <a:gd name="T21" fmla="*/ 22 h 40"/>
                  <a:gd name="T22" fmla="*/ 14 w 43"/>
                  <a:gd name="T23" fmla="*/ 18 h 40"/>
                  <a:gd name="T24" fmla="*/ 7 w 43"/>
                  <a:gd name="T25" fmla="*/ 25 h 40"/>
                  <a:gd name="T26" fmla="*/ 15 w 43"/>
                  <a:gd name="T27" fmla="*/ 20 h 40"/>
                  <a:gd name="T28" fmla="*/ 8 w 43"/>
                  <a:gd name="T29" fmla="*/ 28 h 40"/>
                  <a:gd name="T30" fmla="*/ 15 w 43"/>
                  <a:gd name="T31" fmla="*/ 24 h 40"/>
                  <a:gd name="T32" fmla="*/ 11 w 43"/>
                  <a:gd name="T33" fmla="*/ 30 h 40"/>
                  <a:gd name="T34" fmla="*/ 16 w 43"/>
                  <a:gd name="T35" fmla="*/ 25 h 40"/>
                  <a:gd name="T36" fmla="*/ 12 w 43"/>
                  <a:gd name="T37" fmla="*/ 31 h 40"/>
                  <a:gd name="T38" fmla="*/ 17 w 43"/>
                  <a:gd name="T39" fmla="*/ 28 h 40"/>
                  <a:gd name="T40" fmla="*/ 14 w 43"/>
                  <a:gd name="T41" fmla="*/ 33 h 40"/>
                  <a:gd name="T42" fmla="*/ 19 w 43"/>
                  <a:gd name="T43" fmla="*/ 29 h 40"/>
                  <a:gd name="T44" fmla="*/ 17 w 43"/>
                  <a:gd name="T45" fmla="*/ 36 h 40"/>
                  <a:gd name="T46" fmla="*/ 19 w 43"/>
                  <a:gd name="T47" fmla="*/ 31 h 40"/>
                  <a:gd name="T48" fmla="*/ 19 w 43"/>
                  <a:gd name="T49" fmla="*/ 38 h 40"/>
                  <a:gd name="T50" fmla="*/ 20 w 43"/>
                  <a:gd name="T51" fmla="*/ 28 h 40"/>
                  <a:gd name="T52" fmla="*/ 21 w 43"/>
                  <a:gd name="T53" fmla="*/ 36 h 40"/>
                  <a:gd name="T54" fmla="*/ 21 w 43"/>
                  <a:gd name="T55" fmla="*/ 26 h 40"/>
                  <a:gd name="T56" fmla="*/ 23 w 43"/>
                  <a:gd name="T57" fmla="*/ 31 h 40"/>
                  <a:gd name="T58" fmla="*/ 23 w 43"/>
                  <a:gd name="T59" fmla="*/ 24 h 40"/>
                  <a:gd name="T60" fmla="*/ 25 w 43"/>
                  <a:gd name="T61" fmla="*/ 29 h 40"/>
                  <a:gd name="T62" fmla="*/ 26 w 43"/>
                  <a:gd name="T63" fmla="*/ 21 h 40"/>
                  <a:gd name="T64" fmla="*/ 27 w 43"/>
                  <a:gd name="T65" fmla="*/ 27 h 40"/>
                  <a:gd name="T66" fmla="*/ 28 w 43"/>
                  <a:gd name="T67" fmla="*/ 21 h 40"/>
                  <a:gd name="T68" fmla="*/ 29 w 43"/>
                  <a:gd name="T69" fmla="*/ 24 h 40"/>
                  <a:gd name="T70" fmla="*/ 29 w 43"/>
                  <a:gd name="T71" fmla="*/ 19 h 40"/>
                  <a:gd name="T72" fmla="*/ 31 w 43"/>
                  <a:gd name="T73" fmla="*/ 22 h 40"/>
                  <a:gd name="T74" fmla="*/ 32 w 43"/>
                  <a:gd name="T75" fmla="*/ 15 h 40"/>
                  <a:gd name="T76" fmla="*/ 33 w 43"/>
                  <a:gd name="T77" fmla="*/ 19 h 40"/>
                  <a:gd name="T78" fmla="*/ 34 w 43"/>
                  <a:gd name="T79" fmla="*/ 13 h 40"/>
                  <a:gd name="T80" fmla="*/ 35 w 43"/>
                  <a:gd name="T81" fmla="*/ 16 h 40"/>
                  <a:gd name="T82" fmla="*/ 36 w 43"/>
                  <a:gd name="T83" fmla="*/ 9 h 40"/>
                  <a:gd name="T84" fmla="*/ 37 w 43"/>
                  <a:gd name="T85" fmla="*/ 12 h 40"/>
                  <a:gd name="T86" fmla="*/ 38 w 43"/>
                  <a:gd name="T87" fmla="*/ 8 h 40"/>
                  <a:gd name="T88" fmla="*/ 38 w 43"/>
                  <a:gd name="T89" fmla="*/ 10 h 40"/>
                  <a:gd name="T90" fmla="*/ 39 w 43"/>
                  <a:gd name="T91" fmla="*/ 7 h 40"/>
                  <a:gd name="T92" fmla="*/ 40 w 43"/>
                  <a:gd name="T93" fmla="*/ 9 h 40"/>
                  <a:gd name="T94" fmla="*/ 41 w 43"/>
                  <a:gd name="T95" fmla="*/ 5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43" h="40">
                    <a:moveTo>
                      <a:pt x="0" y="16"/>
                    </a:moveTo>
                    <a:cubicBezTo>
                      <a:pt x="3" y="21"/>
                      <a:pt x="9" y="27"/>
                      <a:pt x="13" y="32"/>
                    </a:cubicBezTo>
                    <a:cubicBezTo>
                      <a:pt x="15" y="35"/>
                      <a:pt x="16" y="38"/>
                      <a:pt x="19" y="40"/>
                    </a:cubicBezTo>
                    <a:cubicBezTo>
                      <a:pt x="28" y="27"/>
                      <a:pt x="37" y="14"/>
                      <a:pt x="43" y="0"/>
                    </a:cubicBezTo>
                    <a:cubicBezTo>
                      <a:pt x="35" y="9"/>
                      <a:pt x="27" y="20"/>
                      <a:pt x="19" y="29"/>
                    </a:cubicBezTo>
                    <a:cubicBezTo>
                      <a:pt x="18" y="25"/>
                      <a:pt x="16" y="15"/>
                      <a:pt x="13" y="13"/>
                    </a:cubicBezTo>
                    <a:cubicBezTo>
                      <a:pt x="10" y="10"/>
                      <a:pt x="5" y="15"/>
                      <a:pt x="1" y="17"/>
                    </a:cubicBezTo>
                    <a:cubicBezTo>
                      <a:pt x="5" y="17"/>
                      <a:pt x="8" y="15"/>
                      <a:pt x="11" y="13"/>
                    </a:cubicBezTo>
                    <a:cubicBezTo>
                      <a:pt x="8" y="14"/>
                      <a:pt x="4" y="17"/>
                      <a:pt x="2" y="20"/>
                    </a:cubicBezTo>
                    <a:cubicBezTo>
                      <a:pt x="6" y="19"/>
                      <a:pt x="9" y="17"/>
                      <a:pt x="12" y="15"/>
                    </a:cubicBezTo>
                    <a:cubicBezTo>
                      <a:pt x="9" y="16"/>
                      <a:pt x="7" y="20"/>
                      <a:pt x="4" y="22"/>
                    </a:cubicBezTo>
                    <a:cubicBezTo>
                      <a:pt x="7" y="23"/>
                      <a:pt x="11" y="19"/>
                      <a:pt x="14" y="18"/>
                    </a:cubicBezTo>
                    <a:cubicBezTo>
                      <a:pt x="12" y="19"/>
                      <a:pt x="8" y="22"/>
                      <a:pt x="7" y="25"/>
                    </a:cubicBezTo>
                    <a:cubicBezTo>
                      <a:pt x="10" y="24"/>
                      <a:pt x="13" y="22"/>
                      <a:pt x="15" y="20"/>
                    </a:cubicBezTo>
                    <a:cubicBezTo>
                      <a:pt x="13" y="22"/>
                      <a:pt x="10" y="25"/>
                      <a:pt x="8" y="28"/>
                    </a:cubicBezTo>
                    <a:cubicBezTo>
                      <a:pt x="11" y="27"/>
                      <a:pt x="13" y="25"/>
                      <a:pt x="15" y="24"/>
                    </a:cubicBezTo>
                    <a:cubicBezTo>
                      <a:pt x="13" y="25"/>
                      <a:pt x="12" y="28"/>
                      <a:pt x="11" y="30"/>
                    </a:cubicBezTo>
                    <a:cubicBezTo>
                      <a:pt x="13" y="28"/>
                      <a:pt x="14" y="27"/>
                      <a:pt x="16" y="25"/>
                    </a:cubicBezTo>
                    <a:cubicBezTo>
                      <a:pt x="14" y="27"/>
                      <a:pt x="12" y="29"/>
                      <a:pt x="12" y="31"/>
                    </a:cubicBezTo>
                    <a:cubicBezTo>
                      <a:pt x="14" y="31"/>
                      <a:pt x="16" y="29"/>
                      <a:pt x="17" y="28"/>
                    </a:cubicBezTo>
                    <a:cubicBezTo>
                      <a:pt x="15" y="29"/>
                      <a:pt x="14" y="31"/>
                      <a:pt x="14" y="33"/>
                    </a:cubicBezTo>
                    <a:cubicBezTo>
                      <a:pt x="16" y="33"/>
                      <a:pt x="18" y="31"/>
                      <a:pt x="19" y="29"/>
                    </a:cubicBezTo>
                    <a:cubicBezTo>
                      <a:pt x="17" y="31"/>
                      <a:pt x="16" y="34"/>
                      <a:pt x="17" y="36"/>
                    </a:cubicBezTo>
                    <a:cubicBezTo>
                      <a:pt x="19" y="36"/>
                      <a:pt x="19" y="33"/>
                      <a:pt x="19" y="31"/>
                    </a:cubicBezTo>
                    <a:cubicBezTo>
                      <a:pt x="18" y="33"/>
                      <a:pt x="18" y="35"/>
                      <a:pt x="19" y="38"/>
                    </a:cubicBezTo>
                    <a:cubicBezTo>
                      <a:pt x="20" y="35"/>
                      <a:pt x="20" y="31"/>
                      <a:pt x="20" y="28"/>
                    </a:cubicBezTo>
                    <a:cubicBezTo>
                      <a:pt x="20" y="30"/>
                      <a:pt x="20" y="33"/>
                      <a:pt x="21" y="36"/>
                    </a:cubicBezTo>
                    <a:cubicBezTo>
                      <a:pt x="22" y="33"/>
                      <a:pt x="21" y="29"/>
                      <a:pt x="21" y="26"/>
                    </a:cubicBezTo>
                    <a:cubicBezTo>
                      <a:pt x="22" y="27"/>
                      <a:pt x="22" y="29"/>
                      <a:pt x="23" y="31"/>
                    </a:cubicBezTo>
                    <a:cubicBezTo>
                      <a:pt x="24" y="29"/>
                      <a:pt x="23" y="26"/>
                      <a:pt x="23" y="24"/>
                    </a:cubicBezTo>
                    <a:cubicBezTo>
                      <a:pt x="24" y="26"/>
                      <a:pt x="24" y="28"/>
                      <a:pt x="25" y="29"/>
                    </a:cubicBezTo>
                    <a:cubicBezTo>
                      <a:pt x="25" y="27"/>
                      <a:pt x="25" y="24"/>
                      <a:pt x="26" y="21"/>
                    </a:cubicBezTo>
                    <a:cubicBezTo>
                      <a:pt x="26" y="23"/>
                      <a:pt x="26" y="25"/>
                      <a:pt x="27" y="27"/>
                    </a:cubicBezTo>
                    <a:cubicBezTo>
                      <a:pt x="28" y="25"/>
                      <a:pt x="27" y="23"/>
                      <a:pt x="28" y="21"/>
                    </a:cubicBezTo>
                    <a:cubicBezTo>
                      <a:pt x="28" y="22"/>
                      <a:pt x="28" y="23"/>
                      <a:pt x="29" y="24"/>
                    </a:cubicBezTo>
                    <a:cubicBezTo>
                      <a:pt x="29" y="22"/>
                      <a:pt x="29" y="21"/>
                      <a:pt x="29" y="19"/>
                    </a:cubicBezTo>
                    <a:cubicBezTo>
                      <a:pt x="29" y="20"/>
                      <a:pt x="30" y="21"/>
                      <a:pt x="31" y="22"/>
                    </a:cubicBezTo>
                    <a:cubicBezTo>
                      <a:pt x="32" y="20"/>
                      <a:pt x="31" y="17"/>
                      <a:pt x="32" y="15"/>
                    </a:cubicBezTo>
                    <a:cubicBezTo>
                      <a:pt x="32" y="16"/>
                      <a:pt x="33" y="18"/>
                      <a:pt x="33" y="19"/>
                    </a:cubicBezTo>
                    <a:cubicBezTo>
                      <a:pt x="34" y="17"/>
                      <a:pt x="34" y="15"/>
                      <a:pt x="34" y="13"/>
                    </a:cubicBezTo>
                    <a:cubicBezTo>
                      <a:pt x="35" y="14"/>
                      <a:pt x="35" y="15"/>
                      <a:pt x="35" y="16"/>
                    </a:cubicBezTo>
                    <a:cubicBezTo>
                      <a:pt x="36" y="14"/>
                      <a:pt x="36" y="11"/>
                      <a:pt x="36" y="9"/>
                    </a:cubicBezTo>
                    <a:cubicBezTo>
                      <a:pt x="36" y="10"/>
                      <a:pt x="37" y="12"/>
                      <a:pt x="37" y="12"/>
                    </a:cubicBezTo>
                    <a:cubicBezTo>
                      <a:pt x="37" y="11"/>
                      <a:pt x="37" y="9"/>
                      <a:pt x="38" y="8"/>
                    </a:cubicBezTo>
                    <a:cubicBezTo>
                      <a:pt x="38" y="8"/>
                      <a:pt x="38" y="9"/>
                      <a:pt x="38" y="10"/>
                    </a:cubicBezTo>
                    <a:cubicBezTo>
                      <a:pt x="39" y="9"/>
                      <a:pt x="39" y="8"/>
                      <a:pt x="39" y="7"/>
                    </a:cubicBezTo>
                    <a:cubicBezTo>
                      <a:pt x="40" y="8"/>
                      <a:pt x="40" y="8"/>
                      <a:pt x="40" y="9"/>
                    </a:cubicBezTo>
                    <a:cubicBezTo>
                      <a:pt x="40" y="7"/>
                      <a:pt x="41" y="6"/>
                      <a:pt x="41" y="5"/>
                    </a:cubicBezTo>
                  </a:path>
                </a:pathLst>
              </a:custGeom>
              <a:noFill/>
              <a:ln w="19050" cap="rnd">
                <a:solidFill>
                  <a:schemeClr val="accent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" name="Freeform 8"/>
              <p:cNvSpPr/>
              <p:nvPr>
                <p:custDataLst>
                  <p:tags r:id="rId16"/>
                </p:custDataLst>
              </p:nvPr>
            </p:nvSpPr>
            <p:spPr bwMode="auto">
              <a:xfrm>
                <a:off x="7338766" y="1546170"/>
                <a:ext cx="789659" cy="978406"/>
              </a:xfrm>
              <a:custGeom>
                <a:avLst/>
                <a:gdLst>
                  <a:gd name="T0" fmla="*/ 1 w 16"/>
                  <a:gd name="T1" fmla="*/ 4 h 20"/>
                  <a:gd name="T2" fmla="*/ 8 w 16"/>
                  <a:gd name="T3" fmla="*/ 0 h 20"/>
                  <a:gd name="T4" fmla="*/ 0 w 16"/>
                  <a:gd name="T5" fmla="*/ 8 h 20"/>
                  <a:gd name="T6" fmla="*/ 9 w 16"/>
                  <a:gd name="T7" fmla="*/ 1 h 20"/>
                  <a:gd name="T8" fmla="*/ 3 w 16"/>
                  <a:gd name="T9" fmla="*/ 8 h 20"/>
                  <a:gd name="T10" fmla="*/ 10 w 16"/>
                  <a:gd name="T11" fmla="*/ 1 h 20"/>
                  <a:gd name="T12" fmla="*/ 5 w 16"/>
                  <a:gd name="T13" fmla="*/ 8 h 20"/>
                  <a:gd name="T14" fmla="*/ 10 w 16"/>
                  <a:gd name="T15" fmla="*/ 3 h 20"/>
                  <a:gd name="T16" fmla="*/ 5 w 16"/>
                  <a:gd name="T17" fmla="*/ 8 h 20"/>
                  <a:gd name="T18" fmla="*/ 11 w 16"/>
                  <a:gd name="T19" fmla="*/ 2 h 20"/>
                  <a:gd name="T20" fmla="*/ 6 w 16"/>
                  <a:gd name="T21" fmla="*/ 9 h 20"/>
                  <a:gd name="T22" fmla="*/ 11 w 16"/>
                  <a:gd name="T23" fmla="*/ 4 h 20"/>
                  <a:gd name="T24" fmla="*/ 7 w 16"/>
                  <a:gd name="T25" fmla="*/ 11 h 20"/>
                  <a:gd name="T26" fmla="*/ 12 w 16"/>
                  <a:gd name="T27" fmla="*/ 6 h 20"/>
                  <a:gd name="T28" fmla="*/ 9 w 16"/>
                  <a:gd name="T29" fmla="*/ 11 h 20"/>
                  <a:gd name="T30" fmla="*/ 12 w 16"/>
                  <a:gd name="T31" fmla="*/ 7 h 20"/>
                  <a:gd name="T32" fmla="*/ 10 w 16"/>
                  <a:gd name="T33" fmla="*/ 12 h 20"/>
                  <a:gd name="T34" fmla="*/ 10 w 16"/>
                  <a:gd name="T35" fmla="*/ 5 h 20"/>
                  <a:gd name="T36" fmla="*/ 15 w 16"/>
                  <a:gd name="T37" fmla="*/ 15 h 20"/>
                  <a:gd name="T38" fmla="*/ 11 w 16"/>
                  <a:gd name="T39" fmla="*/ 2 h 20"/>
                  <a:gd name="T40" fmla="*/ 16 w 16"/>
                  <a:gd name="T41" fmla="*/ 15 h 20"/>
                  <a:gd name="T42" fmla="*/ 9 w 16"/>
                  <a:gd name="T43" fmla="*/ 3 h 20"/>
                  <a:gd name="T44" fmla="*/ 12 w 16"/>
                  <a:gd name="T45" fmla="*/ 11 h 20"/>
                  <a:gd name="T46" fmla="*/ 15 w 16"/>
                  <a:gd name="T47" fmla="*/ 18 h 20"/>
                  <a:gd name="T48" fmla="*/ 7 w 16"/>
                  <a:gd name="T49" fmla="*/ 6 h 20"/>
                  <a:gd name="T50" fmla="*/ 14 w 16"/>
                  <a:gd name="T51" fmla="*/ 20 h 20"/>
                  <a:gd name="T52" fmla="*/ 6 w 16"/>
                  <a:gd name="T53" fmla="*/ 9 h 20"/>
                  <a:gd name="T54" fmla="*/ 11 w 16"/>
                  <a:gd name="T55" fmla="*/ 16 h 20"/>
                  <a:gd name="T56" fmla="*/ 15 w 16"/>
                  <a:gd name="T57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6" h="20">
                    <a:moveTo>
                      <a:pt x="1" y="4"/>
                    </a:moveTo>
                    <a:cubicBezTo>
                      <a:pt x="3" y="3"/>
                      <a:pt x="6" y="2"/>
                      <a:pt x="8" y="0"/>
                    </a:cubicBezTo>
                    <a:cubicBezTo>
                      <a:pt x="5" y="2"/>
                      <a:pt x="3" y="5"/>
                      <a:pt x="0" y="8"/>
                    </a:cubicBezTo>
                    <a:cubicBezTo>
                      <a:pt x="3" y="6"/>
                      <a:pt x="6" y="3"/>
                      <a:pt x="9" y="1"/>
                    </a:cubicBezTo>
                    <a:cubicBezTo>
                      <a:pt x="7" y="3"/>
                      <a:pt x="5" y="5"/>
                      <a:pt x="3" y="8"/>
                    </a:cubicBezTo>
                    <a:cubicBezTo>
                      <a:pt x="5" y="5"/>
                      <a:pt x="8" y="3"/>
                      <a:pt x="10" y="1"/>
                    </a:cubicBezTo>
                    <a:cubicBezTo>
                      <a:pt x="9" y="2"/>
                      <a:pt x="6" y="6"/>
                      <a:pt x="5" y="8"/>
                    </a:cubicBezTo>
                    <a:cubicBezTo>
                      <a:pt x="7" y="6"/>
                      <a:pt x="9" y="4"/>
                      <a:pt x="10" y="3"/>
                    </a:cubicBezTo>
                    <a:cubicBezTo>
                      <a:pt x="8" y="4"/>
                      <a:pt x="7" y="7"/>
                      <a:pt x="5" y="8"/>
                    </a:cubicBezTo>
                    <a:cubicBezTo>
                      <a:pt x="7" y="6"/>
                      <a:pt x="9" y="4"/>
                      <a:pt x="11" y="2"/>
                    </a:cubicBezTo>
                    <a:cubicBezTo>
                      <a:pt x="9" y="4"/>
                      <a:pt x="7" y="7"/>
                      <a:pt x="6" y="9"/>
                    </a:cubicBezTo>
                    <a:cubicBezTo>
                      <a:pt x="8" y="8"/>
                      <a:pt x="9" y="5"/>
                      <a:pt x="11" y="4"/>
                    </a:cubicBezTo>
                    <a:cubicBezTo>
                      <a:pt x="10" y="7"/>
                      <a:pt x="7" y="9"/>
                      <a:pt x="7" y="11"/>
                    </a:cubicBezTo>
                    <a:cubicBezTo>
                      <a:pt x="9" y="10"/>
                      <a:pt x="10" y="7"/>
                      <a:pt x="12" y="6"/>
                    </a:cubicBezTo>
                    <a:cubicBezTo>
                      <a:pt x="11" y="8"/>
                      <a:pt x="9" y="9"/>
                      <a:pt x="9" y="11"/>
                    </a:cubicBezTo>
                    <a:cubicBezTo>
                      <a:pt x="10" y="10"/>
                      <a:pt x="11" y="8"/>
                      <a:pt x="12" y="7"/>
                    </a:cubicBezTo>
                    <a:cubicBezTo>
                      <a:pt x="12" y="9"/>
                      <a:pt x="10" y="10"/>
                      <a:pt x="10" y="12"/>
                    </a:cubicBezTo>
                    <a:cubicBezTo>
                      <a:pt x="11" y="11"/>
                      <a:pt x="12" y="7"/>
                      <a:pt x="10" y="5"/>
                    </a:cubicBezTo>
                    <a:cubicBezTo>
                      <a:pt x="11" y="8"/>
                      <a:pt x="12" y="14"/>
                      <a:pt x="15" y="15"/>
                    </a:cubicBezTo>
                    <a:cubicBezTo>
                      <a:pt x="15" y="11"/>
                      <a:pt x="12" y="7"/>
                      <a:pt x="11" y="2"/>
                    </a:cubicBezTo>
                    <a:cubicBezTo>
                      <a:pt x="12" y="6"/>
                      <a:pt x="14" y="11"/>
                      <a:pt x="16" y="15"/>
                    </a:cubicBezTo>
                    <a:cubicBezTo>
                      <a:pt x="14" y="11"/>
                      <a:pt x="12" y="6"/>
                      <a:pt x="9" y="3"/>
                    </a:cubicBezTo>
                    <a:cubicBezTo>
                      <a:pt x="9" y="6"/>
                      <a:pt x="11" y="9"/>
                      <a:pt x="12" y="11"/>
                    </a:cubicBezTo>
                    <a:cubicBezTo>
                      <a:pt x="13" y="13"/>
                      <a:pt x="14" y="16"/>
                      <a:pt x="15" y="18"/>
                    </a:cubicBezTo>
                    <a:cubicBezTo>
                      <a:pt x="12" y="14"/>
                      <a:pt x="10" y="10"/>
                      <a:pt x="7" y="6"/>
                    </a:cubicBezTo>
                    <a:cubicBezTo>
                      <a:pt x="9" y="10"/>
                      <a:pt x="12" y="15"/>
                      <a:pt x="14" y="20"/>
                    </a:cubicBezTo>
                    <a:cubicBezTo>
                      <a:pt x="11" y="16"/>
                      <a:pt x="8" y="13"/>
                      <a:pt x="6" y="9"/>
                    </a:cubicBezTo>
                    <a:cubicBezTo>
                      <a:pt x="8" y="11"/>
                      <a:pt x="9" y="14"/>
                      <a:pt x="11" y="16"/>
                    </a:cubicBezTo>
                    <a:cubicBezTo>
                      <a:pt x="12" y="17"/>
                      <a:pt x="13" y="20"/>
                      <a:pt x="15" y="20"/>
                    </a:cubicBezTo>
                  </a:path>
                </a:pathLst>
              </a:custGeom>
              <a:noFill/>
              <a:ln w="19050" cap="rnd">
                <a:solidFill>
                  <a:schemeClr val="accent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" name="Freeform 9"/>
              <p:cNvSpPr/>
              <p:nvPr>
                <p:custDataLst>
                  <p:tags r:id="rId17"/>
                </p:custDataLst>
              </p:nvPr>
            </p:nvSpPr>
            <p:spPr bwMode="auto">
              <a:xfrm>
                <a:off x="8078348" y="1499947"/>
                <a:ext cx="835883" cy="1267306"/>
              </a:xfrm>
              <a:custGeom>
                <a:avLst/>
                <a:gdLst>
                  <a:gd name="T0" fmla="*/ 0 w 17"/>
                  <a:gd name="T1" fmla="*/ 21 h 26"/>
                  <a:gd name="T2" fmla="*/ 0 w 17"/>
                  <a:gd name="T3" fmla="*/ 21 h 26"/>
                  <a:gd name="T4" fmla="*/ 8 w 17"/>
                  <a:gd name="T5" fmla="*/ 11 h 26"/>
                  <a:gd name="T6" fmla="*/ 16 w 17"/>
                  <a:gd name="T7" fmla="*/ 0 h 26"/>
                  <a:gd name="T8" fmla="*/ 10 w 17"/>
                  <a:gd name="T9" fmla="*/ 8 h 26"/>
                  <a:gd name="T10" fmla="*/ 1 w 17"/>
                  <a:gd name="T11" fmla="*/ 24 h 26"/>
                  <a:gd name="T12" fmla="*/ 6 w 17"/>
                  <a:gd name="T13" fmla="*/ 16 h 26"/>
                  <a:gd name="T14" fmla="*/ 14 w 17"/>
                  <a:gd name="T15" fmla="*/ 5 h 26"/>
                  <a:gd name="T16" fmla="*/ 8 w 17"/>
                  <a:gd name="T17" fmla="*/ 13 h 26"/>
                  <a:gd name="T18" fmla="*/ 1 w 17"/>
                  <a:gd name="T19" fmla="*/ 26 h 26"/>
                  <a:gd name="T20" fmla="*/ 7 w 17"/>
                  <a:gd name="T21" fmla="*/ 16 h 26"/>
                  <a:gd name="T22" fmla="*/ 16 w 17"/>
                  <a:gd name="T23" fmla="*/ 3 h 26"/>
                  <a:gd name="T24" fmla="*/ 4 w 17"/>
                  <a:gd name="T25" fmla="*/ 22 h 26"/>
                  <a:gd name="T26" fmla="*/ 17 w 17"/>
                  <a:gd name="T27" fmla="*/ 2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7" h="26">
                    <a:moveTo>
                      <a:pt x="0" y="21"/>
                    </a:moveTo>
                    <a:cubicBezTo>
                      <a:pt x="0" y="22"/>
                      <a:pt x="0" y="22"/>
                      <a:pt x="0" y="21"/>
                    </a:cubicBezTo>
                    <a:cubicBezTo>
                      <a:pt x="3" y="18"/>
                      <a:pt x="5" y="14"/>
                      <a:pt x="8" y="11"/>
                    </a:cubicBezTo>
                    <a:cubicBezTo>
                      <a:pt x="10" y="7"/>
                      <a:pt x="14" y="4"/>
                      <a:pt x="16" y="0"/>
                    </a:cubicBezTo>
                    <a:cubicBezTo>
                      <a:pt x="13" y="2"/>
                      <a:pt x="11" y="5"/>
                      <a:pt x="10" y="8"/>
                    </a:cubicBezTo>
                    <a:cubicBezTo>
                      <a:pt x="7" y="12"/>
                      <a:pt x="3" y="18"/>
                      <a:pt x="1" y="24"/>
                    </a:cubicBezTo>
                    <a:cubicBezTo>
                      <a:pt x="3" y="22"/>
                      <a:pt x="5" y="18"/>
                      <a:pt x="6" y="16"/>
                    </a:cubicBezTo>
                    <a:cubicBezTo>
                      <a:pt x="8" y="12"/>
                      <a:pt x="11" y="8"/>
                      <a:pt x="14" y="5"/>
                    </a:cubicBezTo>
                    <a:cubicBezTo>
                      <a:pt x="11" y="7"/>
                      <a:pt x="9" y="10"/>
                      <a:pt x="8" y="13"/>
                    </a:cubicBezTo>
                    <a:cubicBezTo>
                      <a:pt x="5" y="17"/>
                      <a:pt x="2" y="22"/>
                      <a:pt x="1" y="26"/>
                    </a:cubicBezTo>
                    <a:cubicBezTo>
                      <a:pt x="3" y="23"/>
                      <a:pt x="5" y="20"/>
                      <a:pt x="7" y="16"/>
                    </a:cubicBezTo>
                    <a:cubicBezTo>
                      <a:pt x="10" y="12"/>
                      <a:pt x="13" y="8"/>
                      <a:pt x="16" y="3"/>
                    </a:cubicBezTo>
                    <a:cubicBezTo>
                      <a:pt x="11" y="9"/>
                      <a:pt x="9" y="16"/>
                      <a:pt x="4" y="22"/>
                    </a:cubicBezTo>
                    <a:cubicBezTo>
                      <a:pt x="7" y="14"/>
                      <a:pt x="12" y="8"/>
                      <a:pt x="17" y="2"/>
                    </a:cubicBezTo>
                  </a:path>
                </a:pathLst>
              </a:custGeom>
              <a:noFill/>
              <a:ln w="19050" cap="rnd">
                <a:solidFill>
                  <a:schemeClr val="accent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" name="Freeform 10"/>
              <p:cNvSpPr/>
              <p:nvPr>
                <p:custDataLst>
                  <p:tags r:id="rId18"/>
                </p:custDataLst>
              </p:nvPr>
            </p:nvSpPr>
            <p:spPr bwMode="auto">
              <a:xfrm>
                <a:off x="8224723" y="1107044"/>
                <a:ext cx="986110" cy="1317381"/>
              </a:xfrm>
              <a:custGeom>
                <a:avLst/>
                <a:gdLst>
                  <a:gd name="T0" fmla="*/ 0 w 20"/>
                  <a:gd name="T1" fmla="*/ 27 h 27"/>
                  <a:gd name="T2" fmla="*/ 11 w 20"/>
                  <a:gd name="T3" fmla="*/ 11 h 27"/>
                  <a:gd name="T4" fmla="*/ 20 w 20"/>
                  <a:gd name="T5" fmla="*/ 0 h 27"/>
                  <a:gd name="T6" fmla="*/ 12 w 20"/>
                  <a:gd name="T7" fmla="*/ 10 h 27"/>
                  <a:gd name="T8" fmla="*/ 12 w 20"/>
                  <a:gd name="T9" fmla="*/ 9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27">
                    <a:moveTo>
                      <a:pt x="0" y="27"/>
                    </a:moveTo>
                    <a:cubicBezTo>
                      <a:pt x="4" y="22"/>
                      <a:pt x="7" y="16"/>
                      <a:pt x="11" y="11"/>
                    </a:cubicBezTo>
                    <a:cubicBezTo>
                      <a:pt x="14" y="7"/>
                      <a:pt x="18" y="4"/>
                      <a:pt x="20" y="0"/>
                    </a:cubicBezTo>
                    <a:cubicBezTo>
                      <a:pt x="17" y="1"/>
                      <a:pt x="13" y="7"/>
                      <a:pt x="12" y="10"/>
                    </a:cubicBezTo>
                    <a:cubicBezTo>
                      <a:pt x="11" y="10"/>
                      <a:pt x="11" y="10"/>
                      <a:pt x="12" y="9"/>
                    </a:cubicBezTo>
                  </a:path>
                </a:pathLst>
              </a:custGeom>
              <a:noFill/>
              <a:ln w="19050" cap="rnd">
                <a:solidFill>
                  <a:schemeClr val="accent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" name="Freeform 11"/>
              <p:cNvSpPr/>
              <p:nvPr>
                <p:custDataLst>
                  <p:tags r:id="rId19"/>
                </p:custDataLst>
              </p:nvPr>
            </p:nvSpPr>
            <p:spPr bwMode="auto">
              <a:xfrm>
                <a:off x="7731669" y="1546170"/>
                <a:ext cx="100152" cy="50077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1 h 1"/>
                  <a:gd name="T4" fmla="*/ 1 w 2"/>
                  <a:gd name="T5" fmla="*/ 0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1" y="1"/>
                      <a:pt x="1" y="1"/>
                      <a:pt x="2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</a:path>
                </a:pathLst>
              </a:custGeom>
              <a:noFill/>
              <a:ln w="19050" cap="rnd">
                <a:solidFill>
                  <a:schemeClr val="accent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" name="Freeform 12"/>
              <p:cNvSpPr/>
              <p:nvPr>
                <p:custDataLst>
                  <p:tags r:id="rId20"/>
                </p:custDataLst>
              </p:nvPr>
            </p:nvSpPr>
            <p:spPr bwMode="auto">
              <a:xfrm>
                <a:off x="7192390" y="1399795"/>
                <a:ext cx="589356" cy="342828"/>
              </a:xfrm>
              <a:custGeom>
                <a:avLst/>
                <a:gdLst>
                  <a:gd name="T0" fmla="*/ 0 w 12"/>
                  <a:gd name="T1" fmla="*/ 6 h 7"/>
                  <a:gd name="T2" fmla="*/ 5 w 12"/>
                  <a:gd name="T3" fmla="*/ 3 h 7"/>
                  <a:gd name="T4" fmla="*/ 10 w 12"/>
                  <a:gd name="T5" fmla="*/ 1 h 7"/>
                  <a:gd name="T6" fmla="*/ 1 w 12"/>
                  <a:gd name="T7" fmla="*/ 6 h 7"/>
                  <a:gd name="T8" fmla="*/ 6 w 12"/>
                  <a:gd name="T9" fmla="*/ 3 h 7"/>
                  <a:gd name="T10" fmla="*/ 11 w 12"/>
                  <a:gd name="T11" fmla="*/ 0 h 7"/>
                  <a:gd name="T12" fmla="*/ 1 w 12"/>
                  <a:gd name="T13" fmla="*/ 6 h 7"/>
                  <a:gd name="T14" fmla="*/ 11 w 12"/>
                  <a:gd name="T15" fmla="*/ 0 h 7"/>
                  <a:gd name="T16" fmla="*/ 11 w 12"/>
                  <a:gd name="T1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" h="7">
                    <a:moveTo>
                      <a:pt x="0" y="6"/>
                    </a:moveTo>
                    <a:cubicBezTo>
                      <a:pt x="1" y="7"/>
                      <a:pt x="4" y="4"/>
                      <a:pt x="5" y="3"/>
                    </a:cubicBezTo>
                    <a:cubicBezTo>
                      <a:pt x="7" y="3"/>
                      <a:pt x="9" y="2"/>
                      <a:pt x="10" y="1"/>
                    </a:cubicBezTo>
                    <a:cubicBezTo>
                      <a:pt x="7" y="2"/>
                      <a:pt x="4" y="5"/>
                      <a:pt x="1" y="6"/>
                    </a:cubicBezTo>
                    <a:cubicBezTo>
                      <a:pt x="2" y="5"/>
                      <a:pt x="4" y="4"/>
                      <a:pt x="6" y="3"/>
                    </a:cubicBezTo>
                    <a:cubicBezTo>
                      <a:pt x="7" y="2"/>
                      <a:pt x="9" y="1"/>
                      <a:pt x="11" y="0"/>
                    </a:cubicBezTo>
                    <a:cubicBezTo>
                      <a:pt x="7" y="1"/>
                      <a:pt x="4" y="4"/>
                      <a:pt x="1" y="6"/>
                    </a:cubicBezTo>
                    <a:cubicBezTo>
                      <a:pt x="4" y="3"/>
                      <a:pt x="8" y="1"/>
                      <a:pt x="11" y="0"/>
                    </a:cubicBezTo>
                    <a:cubicBezTo>
                      <a:pt x="12" y="0"/>
                      <a:pt x="11" y="0"/>
                      <a:pt x="11" y="0"/>
                    </a:cubicBezTo>
                  </a:path>
                </a:pathLst>
              </a:custGeom>
              <a:noFill/>
              <a:ln w="19050" cap="rnd">
                <a:solidFill>
                  <a:schemeClr val="accent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" name="Freeform 13"/>
              <p:cNvSpPr/>
              <p:nvPr>
                <p:custDataLst>
                  <p:tags r:id="rId21"/>
                </p:custDataLst>
              </p:nvPr>
            </p:nvSpPr>
            <p:spPr bwMode="auto">
              <a:xfrm>
                <a:off x="7685445" y="1353571"/>
                <a:ext cx="589356" cy="1024629"/>
              </a:xfrm>
              <a:custGeom>
                <a:avLst/>
                <a:gdLst>
                  <a:gd name="T0" fmla="*/ 0 w 12"/>
                  <a:gd name="T1" fmla="*/ 1 h 21"/>
                  <a:gd name="T2" fmla="*/ 2 w 12"/>
                  <a:gd name="T3" fmla="*/ 3 h 21"/>
                  <a:gd name="T4" fmla="*/ 1 w 12"/>
                  <a:gd name="T5" fmla="*/ 1 h 21"/>
                  <a:gd name="T6" fmla="*/ 2 w 12"/>
                  <a:gd name="T7" fmla="*/ 3 h 21"/>
                  <a:gd name="T8" fmla="*/ 2 w 12"/>
                  <a:gd name="T9" fmla="*/ 0 h 21"/>
                  <a:gd name="T10" fmla="*/ 3 w 12"/>
                  <a:gd name="T11" fmla="*/ 3 h 21"/>
                  <a:gd name="T12" fmla="*/ 2 w 12"/>
                  <a:gd name="T13" fmla="*/ 1 h 21"/>
                  <a:gd name="T14" fmla="*/ 4 w 12"/>
                  <a:gd name="T15" fmla="*/ 3 h 21"/>
                  <a:gd name="T16" fmla="*/ 2 w 12"/>
                  <a:gd name="T17" fmla="*/ 0 h 21"/>
                  <a:gd name="T18" fmla="*/ 5 w 12"/>
                  <a:gd name="T19" fmla="*/ 6 h 21"/>
                  <a:gd name="T20" fmla="*/ 3 w 12"/>
                  <a:gd name="T21" fmla="*/ 2 h 21"/>
                  <a:gd name="T22" fmla="*/ 6 w 12"/>
                  <a:gd name="T23" fmla="*/ 8 h 21"/>
                  <a:gd name="T24" fmla="*/ 1 w 12"/>
                  <a:gd name="T25" fmla="*/ 0 h 21"/>
                  <a:gd name="T26" fmla="*/ 12 w 12"/>
                  <a:gd name="T27" fmla="*/ 21 h 21"/>
                  <a:gd name="T28" fmla="*/ 7 w 12"/>
                  <a:gd name="T29" fmla="*/ 13 h 21"/>
                  <a:gd name="T30" fmla="*/ 4 w 12"/>
                  <a:gd name="T31" fmla="*/ 7 h 21"/>
                  <a:gd name="T32" fmla="*/ 7 w 12"/>
                  <a:gd name="T33" fmla="*/ 11 h 21"/>
                  <a:gd name="T34" fmla="*/ 11 w 12"/>
                  <a:gd name="T35" fmla="*/ 19 h 21"/>
                  <a:gd name="T36" fmla="*/ 7 w 12"/>
                  <a:gd name="T37" fmla="*/ 11 h 21"/>
                  <a:gd name="T38" fmla="*/ 1 w 12"/>
                  <a:gd name="T39" fmla="*/ 1 h 21"/>
                  <a:gd name="T40" fmla="*/ 7 w 12"/>
                  <a:gd name="T41" fmla="*/ 10 h 21"/>
                  <a:gd name="T42" fmla="*/ 11 w 12"/>
                  <a:gd name="T43" fmla="*/ 17 h 21"/>
                  <a:gd name="T44" fmla="*/ 12 w 12"/>
                  <a:gd name="T45" fmla="*/ 20 h 21"/>
                  <a:gd name="T46" fmla="*/ 6 w 12"/>
                  <a:gd name="T47" fmla="*/ 11 h 21"/>
                  <a:gd name="T48" fmla="*/ 11 w 12"/>
                  <a:gd name="T49" fmla="*/ 19 h 21"/>
                  <a:gd name="T50" fmla="*/ 7 w 12"/>
                  <a:gd name="T51" fmla="*/ 14 h 21"/>
                  <a:gd name="T52" fmla="*/ 9 w 12"/>
                  <a:gd name="T53" fmla="*/ 19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2" h="21">
                    <a:moveTo>
                      <a:pt x="0" y="1"/>
                    </a:moveTo>
                    <a:cubicBezTo>
                      <a:pt x="1" y="2"/>
                      <a:pt x="1" y="2"/>
                      <a:pt x="2" y="3"/>
                    </a:cubicBezTo>
                    <a:cubicBezTo>
                      <a:pt x="2" y="2"/>
                      <a:pt x="1" y="2"/>
                      <a:pt x="1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2"/>
                      <a:pt x="2" y="1"/>
                      <a:pt x="2" y="0"/>
                    </a:cubicBezTo>
                    <a:cubicBezTo>
                      <a:pt x="2" y="1"/>
                      <a:pt x="3" y="2"/>
                      <a:pt x="3" y="3"/>
                    </a:cubicBezTo>
                    <a:cubicBezTo>
                      <a:pt x="3" y="2"/>
                      <a:pt x="3" y="1"/>
                      <a:pt x="2" y="1"/>
                    </a:cubicBezTo>
                    <a:cubicBezTo>
                      <a:pt x="3" y="2"/>
                      <a:pt x="3" y="3"/>
                      <a:pt x="4" y="3"/>
                    </a:cubicBezTo>
                    <a:cubicBezTo>
                      <a:pt x="3" y="2"/>
                      <a:pt x="2" y="1"/>
                      <a:pt x="2" y="0"/>
                    </a:cubicBezTo>
                    <a:cubicBezTo>
                      <a:pt x="3" y="1"/>
                      <a:pt x="5" y="4"/>
                      <a:pt x="5" y="6"/>
                    </a:cubicBezTo>
                    <a:cubicBezTo>
                      <a:pt x="4" y="5"/>
                      <a:pt x="3" y="3"/>
                      <a:pt x="3" y="2"/>
                    </a:cubicBezTo>
                    <a:cubicBezTo>
                      <a:pt x="4" y="4"/>
                      <a:pt x="5" y="6"/>
                      <a:pt x="6" y="8"/>
                    </a:cubicBezTo>
                    <a:cubicBezTo>
                      <a:pt x="5" y="5"/>
                      <a:pt x="3" y="2"/>
                      <a:pt x="1" y="0"/>
                    </a:cubicBezTo>
                    <a:cubicBezTo>
                      <a:pt x="7" y="4"/>
                      <a:pt x="7" y="15"/>
                      <a:pt x="12" y="21"/>
                    </a:cubicBezTo>
                    <a:cubicBezTo>
                      <a:pt x="11" y="18"/>
                      <a:pt x="8" y="15"/>
                      <a:pt x="7" y="13"/>
                    </a:cubicBezTo>
                    <a:cubicBezTo>
                      <a:pt x="6" y="11"/>
                      <a:pt x="5" y="9"/>
                      <a:pt x="4" y="7"/>
                    </a:cubicBezTo>
                    <a:cubicBezTo>
                      <a:pt x="5" y="8"/>
                      <a:pt x="6" y="10"/>
                      <a:pt x="7" y="11"/>
                    </a:cubicBezTo>
                    <a:cubicBezTo>
                      <a:pt x="9" y="14"/>
                      <a:pt x="10" y="16"/>
                      <a:pt x="11" y="19"/>
                    </a:cubicBezTo>
                    <a:cubicBezTo>
                      <a:pt x="10" y="16"/>
                      <a:pt x="8" y="14"/>
                      <a:pt x="7" y="11"/>
                    </a:cubicBezTo>
                    <a:cubicBezTo>
                      <a:pt x="5" y="8"/>
                      <a:pt x="4" y="4"/>
                      <a:pt x="1" y="1"/>
                    </a:cubicBezTo>
                    <a:cubicBezTo>
                      <a:pt x="3" y="5"/>
                      <a:pt x="5" y="7"/>
                      <a:pt x="7" y="10"/>
                    </a:cubicBezTo>
                    <a:cubicBezTo>
                      <a:pt x="8" y="13"/>
                      <a:pt x="9" y="15"/>
                      <a:pt x="11" y="17"/>
                    </a:cubicBezTo>
                    <a:cubicBezTo>
                      <a:pt x="11" y="18"/>
                      <a:pt x="11" y="19"/>
                      <a:pt x="12" y="20"/>
                    </a:cubicBezTo>
                    <a:cubicBezTo>
                      <a:pt x="10" y="17"/>
                      <a:pt x="9" y="13"/>
                      <a:pt x="6" y="11"/>
                    </a:cubicBezTo>
                    <a:cubicBezTo>
                      <a:pt x="7" y="14"/>
                      <a:pt x="9" y="16"/>
                      <a:pt x="11" y="19"/>
                    </a:cubicBezTo>
                    <a:cubicBezTo>
                      <a:pt x="10" y="17"/>
                      <a:pt x="8" y="16"/>
                      <a:pt x="7" y="14"/>
                    </a:cubicBezTo>
                    <a:cubicBezTo>
                      <a:pt x="8" y="16"/>
                      <a:pt x="9" y="17"/>
                      <a:pt x="9" y="19"/>
                    </a:cubicBezTo>
                  </a:path>
                </a:pathLst>
              </a:custGeom>
              <a:noFill/>
              <a:ln w="19050" cap="rnd">
                <a:solidFill>
                  <a:schemeClr val="accent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</p:grpSp>
      <p:grpSp>
        <p:nvGrpSpPr>
          <p:cNvPr id="34" name="PA_chenying0907 31"/>
          <p:cNvGrpSpPr/>
          <p:nvPr>
            <p:custDataLst>
              <p:tags r:id="rId5"/>
            </p:custDataLst>
          </p:nvPr>
        </p:nvGrpSpPr>
        <p:grpSpPr>
          <a:xfrm>
            <a:off x="963031" y="4993556"/>
            <a:ext cx="899262" cy="976388"/>
            <a:chOff x="5038628" y="2357164"/>
            <a:chExt cx="2114744" cy="2296116"/>
          </a:xfrm>
        </p:grpSpPr>
        <p:grpSp>
          <p:nvGrpSpPr>
            <p:cNvPr id="35" name="chenying0907 32"/>
            <p:cNvGrpSpPr/>
            <p:nvPr/>
          </p:nvGrpSpPr>
          <p:grpSpPr>
            <a:xfrm>
              <a:off x="5174686" y="3043148"/>
              <a:ext cx="1479164" cy="1610132"/>
              <a:chOff x="5174686" y="3043148"/>
              <a:chExt cx="1479164" cy="1610132"/>
            </a:xfrm>
          </p:grpSpPr>
          <p:sp>
            <p:nvSpPr>
              <p:cNvPr id="42" name="Freeform 5"/>
              <p:cNvSpPr/>
              <p:nvPr>
                <p:custDataLst>
                  <p:tags r:id="rId13"/>
                </p:custDataLst>
              </p:nvPr>
            </p:nvSpPr>
            <p:spPr bwMode="auto">
              <a:xfrm>
                <a:off x="5174686" y="3043148"/>
                <a:ext cx="1479164" cy="1610132"/>
              </a:xfrm>
              <a:custGeom>
                <a:avLst/>
                <a:gdLst>
                  <a:gd name="T0" fmla="*/ 2 w 30"/>
                  <a:gd name="T1" fmla="*/ 2 h 33"/>
                  <a:gd name="T2" fmla="*/ 1 w 30"/>
                  <a:gd name="T3" fmla="*/ 31 h 33"/>
                  <a:gd name="T4" fmla="*/ 18 w 30"/>
                  <a:gd name="T5" fmla="*/ 32 h 33"/>
                  <a:gd name="T6" fmla="*/ 28 w 30"/>
                  <a:gd name="T7" fmla="*/ 30 h 33"/>
                  <a:gd name="T8" fmla="*/ 28 w 30"/>
                  <a:gd name="T9" fmla="*/ 15 h 33"/>
                  <a:gd name="T10" fmla="*/ 28 w 30"/>
                  <a:gd name="T11" fmla="*/ 3 h 33"/>
                  <a:gd name="T12" fmla="*/ 13 w 30"/>
                  <a:gd name="T13" fmla="*/ 2 h 33"/>
                  <a:gd name="T14" fmla="*/ 2 w 30"/>
                  <a:gd name="T15" fmla="*/ 1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0" h="33">
                    <a:moveTo>
                      <a:pt x="2" y="2"/>
                    </a:moveTo>
                    <a:cubicBezTo>
                      <a:pt x="2" y="11"/>
                      <a:pt x="0" y="21"/>
                      <a:pt x="1" y="31"/>
                    </a:cubicBezTo>
                    <a:cubicBezTo>
                      <a:pt x="5" y="33"/>
                      <a:pt x="13" y="31"/>
                      <a:pt x="18" y="32"/>
                    </a:cubicBezTo>
                    <a:cubicBezTo>
                      <a:pt x="22" y="32"/>
                      <a:pt x="27" y="33"/>
                      <a:pt x="28" y="30"/>
                    </a:cubicBezTo>
                    <a:cubicBezTo>
                      <a:pt x="30" y="27"/>
                      <a:pt x="28" y="19"/>
                      <a:pt x="28" y="15"/>
                    </a:cubicBezTo>
                    <a:cubicBezTo>
                      <a:pt x="28" y="11"/>
                      <a:pt x="29" y="7"/>
                      <a:pt x="28" y="3"/>
                    </a:cubicBezTo>
                    <a:cubicBezTo>
                      <a:pt x="23" y="2"/>
                      <a:pt x="18" y="2"/>
                      <a:pt x="13" y="2"/>
                    </a:cubicBezTo>
                    <a:cubicBezTo>
                      <a:pt x="9" y="1"/>
                      <a:pt x="5" y="0"/>
                      <a:pt x="2" y="1"/>
                    </a:cubicBezTo>
                  </a:path>
                </a:pathLst>
              </a:custGeom>
              <a:noFill/>
              <a:ln w="19050" cap="rnd">
                <a:solidFill>
                  <a:schemeClr val="accent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" name="Freeform 6"/>
              <p:cNvSpPr/>
              <p:nvPr>
                <p:custDataLst>
                  <p:tags r:id="rId14"/>
                </p:custDataLst>
              </p:nvPr>
            </p:nvSpPr>
            <p:spPr bwMode="auto">
              <a:xfrm>
                <a:off x="5324912" y="3189524"/>
                <a:ext cx="1128634" cy="1317381"/>
              </a:xfrm>
              <a:custGeom>
                <a:avLst/>
                <a:gdLst>
                  <a:gd name="T0" fmla="*/ 2 w 23"/>
                  <a:gd name="T1" fmla="*/ 3 h 27"/>
                  <a:gd name="T2" fmla="*/ 0 w 23"/>
                  <a:gd name="T3" fmla="*/ 26 h 27"/>
                  <a:gd name="T4" fmla="*/ 23 w 23"/>
                  <a:gd name="T5" fmla="*/ 26 h 27"/>
                  <a:gd name="T6" fmla="*/ 23 w 23"/>
                  <a:gd name="T7" fmla="*/ 14 h 27"/>
                  <a:gd name="T8" fmla="*/ 22 w 23"/>
                  <a:gd name="T9" fmla="*/ 4 h 27"/>
                  <a:gd name="T10" fmla="*/ 12 w 23"/>
                  <a:gd name="T11" fmla="*/ 2 h 27"/>
                  <a:gd name="T12" fmla="*/ 2 w 23"/>
                  <a:gd name="T13" fmla="*/ 2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3" h="27">
                    <a:moveTo>
                      <a:pt x="2" y="3"/>
                    </a:moveTo>
                    <a:cubicBezTo>
                      <a:pt x="3" y="9"/>
                      <a:pt x="0" y="19"/>
                      <a:pt x="0" y="26"/>
                    </a:cubicBezTo>
                    <a:cubicBezTo>
                      <a:pt x="8" y="27"/>
                      <a:pt x="16" y="27"/>
                      <a:pt x="23" y="26"/>
                    </a:cubicBezTo>
                    <a:cubicBezTo>
                      <a:pt x="23" y="22"/>
                      <a:pt x="23" y="18"/>
                      <a:pt x="23" y="14"/>
                    </a:cubicBezTo>
                    <a:cubicBezTo>
                      <a:pt x="23" y="12"/>
                      <a:pt x="23" y="6"/>
                      <a:pt x="22" y="4"/>
                    </a:cubicBezTo>
                    <a:cubicBezTo>
                      <a:pt x="21" y="1"/>
                      <a:pt x="15" y="2"/>
                      <a:pt x="12" y="2"/>
                    </a:cubicBezTo>
                    <a:cubicBezTo>
                      <a:pt x="9" y="2"/>
                      <a:pt x="2" y="0"/>
                      <a:pt x="2" y="2"/>
                    </a:cubicBezTo>
                  </a:path>
                </a:pathLst>
              </a:custGeom>
              <a:noFill/>
              <a:ln w="19050" cap="rnd">
                <a:solidFill>
                  <a:schemeClr val="accent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36" name="chenying0907 33"/>
            <p:cNvGrpSpPr/>
            <p:nvPr/>
          </p:nvGrpSpPr>
          <p:grpSpPr>
            <a:xfrm>
              <a:off x="5038628" y="2357164"/>
              <a:ext cx="2114744" cy="1949107"/>
              <a:chOff x="7192390" y="914444"/>
              <a:chExt cx="2114744" cy="1949107"/>
            </a:xfrm>
          </p:grpSpPr>
          <p:sp>
            <p:nvSpPr>
              <p:cNvPr id="37" name="Freeform 7"/>
              <p:cNvSpPr/>
              <p:nvPr>
                <p:custDataLst>
                  <p:tags r:id="rId6"/>
                </p:custDataLst>
              </p:nvPr>
            </p:nvSpPr>
            <p:spPr bwMode="auto">
              <a:xfrm>
                <a:off x="7192390" y="914444"/>
                <a:ext cx="2114744" cy="1949107"/>
              </a:xfrm>
              <a:custGeom>
                <a:avLst/>
                <a:gdLst>
                  <a:gd name="T0" fmla="*/ 0 w 43"/>
                  <a:gd name="T1" fmla="*/ 16 h 40"/>
                  <a:gd name="T2" fmla="*/ 13 w 43"/>
                  <a:gd name="T3" fmla="*/ 32 h 40"/>
                  <a:gd name="T4" fmla="*/ 19 w 43"/>
                  <a:gd name="T5" fmla="*/ 40 h 40"/>
                  <a:gd name="T6" fmla="*/ 43 w 43"/>
                  <a:gd name="T7" fmla="*/ 0 h 40"/>
                  <a:gd name="T8" fmla="*/ 19 w 43"/>
                  <a:gd name="T9" fmla="*/ 29 h 40"/>
                  <a:gd name="T10" fmla="*/ 13 w 43"/>
                  <a:gd name="T11" fmla="*/ 13 h 40"/>
                  <a:gd name="T12" fmla="*/ 1 w 43"/>
                  <a:gd name="T13" fmla="*/ 17 h 40"/>
                  <a:gd name="T14" fmla="*/ 11 w 43"/>
                  <a:gd name="T15" fmla="*/ 13 h 40"/>
                  <a:gd name="T16" fmla="*/ 2 w 43"/>
                  <a:gd name="T17" fmla="*/ 20 h 40"/>
                  <a:gd name="T18" fmla="*/ 12 w 43"/>
                  <a:gd name="T19" fmla="*/ 15 h 40"/>
                  <a:gd name="T20" fmla="*/ 4 w 43"/>
                  <a:gd name="T21" fmla="*/ 22 h 40"/>
                  <a:gd name="T22" fmla="*/ 14 w 43"/>
                  <a:gd name="T23" fmla="*/ 18 h 40"/>
                  <a:gd name="T24" fmla="*/ 7 w 43"/>
                  <a:gd name="T25" fmla="*/ 25 h 40"/>
                  <a:gd name="T26" fmla="*/ 15 w 43"/>
                  <a:gd name="T27" fmla="*/ 20 h 40"/>
                  <a:gd name="T28" fmla="*/ 8 w 43"/>
                  <a:gd name="T29" fmla="*/ 28 h 40"/>
                  <a:gd name="T30" fmla="*/ 15 w 43"/>
                  <a:gd name="T31" fmla="*/ 24 h 40"/>
                  <a:gd name="T32" fmla="*/ 11 w 43"/>
                  <a:gd name="T33" fmla="*/ 30 h 40"/>
                  <a:gd name="T34" fmla="*/ 16 w 43"/>
                  <a:gd name="T35" fmla="*/ 25 h 40"/>
                  <a:gd name="T36" fmla="*/ 12 w 43"/>
                  <a:gd name="T37" fmla="*/ 31 h 40"/>
                  <a:gd name="T38" fmla="*/ 17 w 43"/>
                  <a:gd name="T39" fmla="*/ 28 h 40"/>
                  <a:gd name="T40" fmla="*/ 14 w 43"/>
                  <a:gd name="T41" fmla="*/ 33 h 40"/>
                  <a:gd name="T42" fmla="*/ 19 w 43"/>
                  <a:gd name="T43" fmla="*/ 29 h 40"/>
                  <a:gd name="T44" fmla="*/ 17 w 43"/>
                  <a:gd name="T45" fmla="*/ 36 h 40"/>
                  <a:gd name="T46" fmla="*/ 19 w 43"/>
                  <a:gd name="T47" fmla="*/ 31 h 40"/>
                  <a:gd name="T48" fmla="*/ 19 w 43"/>
                  <a:gd name="T49" fmla="*/ 38 h 40"/>
                  <a:gd name="T50" fmla="*/ 20 w 43"/>
                  <a:gd name="T51" fmla="*/ 28 h 40"/>
                  <a:gd name="T52" fmla="*/ 21 w 43"/>
                  <a:gd name="T53" fmla="*/ 36 h 40"/>
                  <a:gd name="T54" fmla="*/ 21 w 43"/>
                  <a:gd name="T55" fmla="*/ 26 h 40"/>
                  <a:gd name="T56" fmla="*/ 23 w 43"/>
                  <a:gd name="T57" fmla="*/ 31 h 40"/>
                  <a:gd name="T58" fmla="*/ 23 w 43"/>
                  <a:gd name="T59" fmla="*/ 24 h 40"/>
                  <a:gd name="T60" fmla="*/ 25 w 43"/>
                  <a:gd name="T61" fmla="*/ 29 h 40"/>
                  <a:gd name="T62" fmla="*/ 26 w 43"/>
                  <a:gd name="T63" fmla="*/ 21 h 40"/>
                  <a:gd name="T64" fmla="*/ 27 w 43"/>
                  <a:gd name="T65" fmla="*/ 27 h 40"/>
                  <a:gd name="T66" fmla="*/ 28 w 43"/>
                  <a:gd name="T67" fmla="*/ 21 h 40"/>
                  <a:gd name="T68" fmla="*/ 29 w 43"/>
                  <a:gd name="T69" fmla="*/ 24 h 40"/>
                  <a:gd name="T70" fmla="*/ 29 w 43"/>
                  <a:gd name="T71" fmla="*/ 19 h 40"/>
                  <a:gd name="T72" fmla="*/ 31 w 43"/>
                  <a:gd name="T73" fmla="*/ 22 h 40"/>
                  <a:gd name="T74" fmla="*/ 32 w 43"/>
                  <a:gd name="T75" fmla="*/ 15 h 40"/>
                  <a:gd name="T76" fmla="*/ 33 w 43"/>
                  <a:gd name="T77" fmla="*/ 19 h 40"/>
                  <a:gd name="T78" fmla="*/ 34 w 43"/>
                  <a:gd name="T79" fmla="*/ 13 h 40"/>
                  <a:gd name="T80" fmla="*/ 35 w 43"/>
                  <a:gd name="T81" fmla="*/ 16 h 40"/>
                  <a:gd name="T82" fmla="*/ 36 w 43"/>
                  <a:gd name="T83" fmla="*/ 9 h 40"/>
                  <a:gd name="T84" fmla="*/ 37 w 43"/>
                  <a:gd name="T85" fmla="*/ 12 h 40"/>
                  <a:gd name="T86" fmla="*/ 38 w 43"/>
                  <a:gd name="T87" fmla="*/ 8 h 40"/>
                  <a:gd name="T88" fmla="*/ 38 w 43"/>
                  <a:gd name="T89" fmla="*/ 10 h 40"/>
                  <a:gd name="T90" fmla="*/ 39 w 43"/>
                  <a:gd name="T91" fmla="*/ 7 h 40"/>
                  <a:gd name="T92" fmla="*/ 40 w 43"/>
                  <a:gd name="T93" fmla="*/ 9 h 40"/>
                  <a:gd name="T94" fmla="*/ 41 w 43"/>
                  <a:gd name="T95" fmla="*/ 5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43" h="40">
                    <a:moveTo>
                      <a:pt x="0" y="16"/>
                    </a:moveTo>
                    <a:cubicBezTo>
                      <a:pt x="3" y="21"/>
                      <a:pt x="9" y="27"/>
                      <a:pt x="13" y="32"/>
                    </a:cubicBezTo>
                    <a:cubicBezTo>
                      <a:pt x="15" y="35"/>
                      <a:pt x="16" y="38"/>
                      <a:pt x="19" y="40"/>
                    </a:cubicBezTo>
                    <a:cubicBezTo>
                      <a:pt x="28" y="27"/>
                      <a:pt x="37" y="14"/>
                      <a:pt x="43" y="0"/>
                    </a:cubicBezTo>
                    <a:cubicBezTo>
                      <a:pt x="35" y="9"/>
                      <a:pt x="27" y="20"/>
                      <a:pt x="19" y="29"/>
                    </a:cubicBezTo>
                    <a:cubicBezTo>
                      <a:pt x="18" y="25"/>
                      <a:pt x="16" y="15"/>
                      <a:pt x="13" y="13"/>
                    </a:cubicBezTo>
                    <a:cubicBezTo>
                      <a:pt x="10" y="10"/>
                      <a:pt x="5" y="15"/>
                      <a:pt x="1" y="17"/>
                    </a:cubicBezTo>
                    <a:cubicBezTo>
                      <a:pt x="5" y="17"/>
                      <a:pt x="8" y="15"/>
                      <a:pt x="11" y="13"/>
                    </a:cubicBezTo>
                    <a:cubicBezTo>
                      <a:pt x="8" y="14"/>
                      <a:pt x="4" y="17"/>
                      <a:pt x="2" y="20"/>
                    </a:cubicBezTo>
                    <a:cubicBezTo>
                      <a:pt x="6" y="19"/>
                      <a:pt x="9" y="17"/>
                      <a:pt x="12" y="15"/>
                    </a:cubicBezTo>
                    <a:cubicBezTo>
                      <a:pt x="9" y="16"/>
                      <a:pt x="7" y="20"/>
                      <a:pt x="4" y="22"/>
                    </a:cubicBezTo>
                    <a:cubicBezTo>
                      <a:pt x="7" y="23"/>
                      <a:pt x="11" y="19"/>
                      <a:pt x="14" y="18"/>
                    </a:cubicBezTo>
                    <a:cubicBezTo>
                      <a:pt x="12" y="19"/>
                      <a:pt x="8" y="22"/>
                      <a:pt x="7" y="25"/>
                    </a:cubicBezTo>
                    <a:cubicBezTo>
                      <a:pt x="10" y="24"/>
                      <a:pt x="13" y="22"/>
                      <a:pt x="15" y="20"/>
                    </a:cubicBezTo>
                    <a:cubicBezTo>
                      <a:pt x="13" y="22"/>
                      <a:pt x="10" y="25"/>
                      <a:pt x="8" y="28"/>
                    </a:cubicBezTo>
                    <a:cubicBezTo>
                      <a:pt x="11" y="27"/>
                      <a:pt x="13" y="25"/>
                      <a:pt x="15" y="24"/>
                    </a:cubicBezTo>
                    <a:cubicBezTo>
                      <a:pt x="13" y="25"/>
                      <a:pt x="12" y="28"/>
                      <a:pt x="11" y="30"/>
                    </a:cubicBezTo>
                    <a:cubicBezTo>
                      <a:pt x="13" y="28"/>
                      <a:pt x="14" y="27"/>
                      <a:pt x="16" y="25"/>
                    </a:cubicBezTo>
                    <a:cubicBezTo>
                      <a:pt x="14" y="27"/>
                      <a:pt x="12" y="29"/>
                      <a:pt x="12" y="31"/>
                    </a:cubicBezTo>
                    <a:cubicBezTo>
                      <a:pt x="14" y="31"/>
                      <a:pt x="16" y="29"/>
                      <a:pt x="17" y="28"/>
                    </a:cubicBezTo>
                    <a:cubicBezTo>
                      <a:pt x="15" y="29"/>
                      <a:pt x="14" y="31"/>
                      <a:pt x="14" y="33"/>
                    </a:cubicBezTo>
                    <a:cubicBezTo>
                      <a:pt x="16" y="33"/>
                      <a:pt x="18" y="31"/>
                      <a:pt x="19" y="29"/>
                    </a:cubicBezTo>
                    <a:cubicBezTo>
                      <a:pt x="17" y="31"/>
                      <a:pt x="16" y="34"/>
                      <a:pt x="17" y="36"/>
                    </a:cubicBezTo>
                    <a:cubicBezTo>
                      <a:pt x="19" y="36"/>
                      <a:pt x="19" y="33"/>
                      <a:pt x="19" y="31"/>
                    </a:cubicBezTo>
                    <a:cubicBezTo>
                      <a:pt x="18" y="33"/>
                      <a:pt x="18" y="35"/>
                      <a:pt x="19" y="38"/>
                    </a:cubicBezTo>
                    <a:cubicBezTo>
                      <a:pt x="20" y="35"/>
                      <a:pt x="20" y="31"/>
                      <a:pt x="20" y="28"/>
                    </a:cubicBezTo>
                    <a:cubicBezTo>
                      <a:pt x="20" y="30"/>
                      <a:pt x="20" y="33"/>
                      <a:pt x="21" y="36"/>
                    </a:cubicBezTo>
                    <a:cubicBezTo>
                      <a:pt x="22" y="33"/>
                      <a:pt x="21" y="29"/>
                      <a:pt x="21" y="26"/>
                    </a:cubicBezTo>
                    <a:cubicBezTo>
                      <a:pt x="22" y="27"/>
                      <a:pt x="22" y="29"/>
                      <a:pt x="23" y="31"/>
                    </a:cubicBezTo>
                    <a:cubicBezTo>
                      <a:pt x="24" y="29"/>
                      <a:pt x="23" y="26"/>
                      <a:pt x="23" y="24"/>
                    </a:cubicBezTo>
                    <a:cubicBezTo>
                      <a:pt x="24" y="26"/>
                      <a:pt x="24" y="28"/>
                      <a:pt x="25" y="29"/>
                    </a:cubicBezTo>
                    <a:cubicBezTo>
                      <a:pt x="25" y="27"/>
                      <a:pt x="25" y="24"/>
                      <a:pt x="26" y="21"/>
                    </a:cubicBezTo>
                    <a:cubicBezTo>
                      <a:pt x="26" y="23"/>
                      <a:pt x="26" y="25"/>
                      <a:pt x="27" y="27"/>
                    </a:cubicBezTo>
                    <a:cubicBezTo>
                      <a:pt x="28" y="25"/>
                      <a:pt x="27" y="23"/>
                      <a:pt x="28" y="21"/>
                    </a:cubicBezTo>
                    <a:cubicBezTo>
                      <a:pt x="28" y="22"/>
                      <a:pt x="28" y="23"/>
                      <a:pt x="29" y="24"/>
                    </a:cubicBezTo>
                    <a:cubicBezTo>
                      <a:pt x="29" y="22"/>
                      <a:pt x="29" y="21"/>
                      <a:pt x="29" y="19"/>
                    </a:cubicBezTo>
                    <a:cubicBezTo>
                      <a:pt x="29" y="20"/>
                      <a:pt x="30" y="21"/>
                      <a:pt x="31" y="22"/>
                    </a:cubicBezTo>
                    <a:cubicBezTo>
                      <a:pt x="32" y="20"/>
                      <a:pt x="31" y="17"/>
                      <a:pt x="32" y="15"/>
                    </a:cubicBezTo>
                    <a:cubicBezTo>
                      <a:pt x="32" y="16"/>
                      <a:pt x="33" y="18"/>
                      <a:pt x="33" y="19"/>
                    </a:cubicBezTo>
                    <a:cubicBezTo>
                      <a:pt x="34" y="17"/>
                      <a:pt x="34" y="15"/>
                      <a:pt x="34" y="13"/>
                    </a:cubicBezTo>
                    <a:cubicBezTo>
                      <a:pt x="35" y="14"/>
                      <a:pt x="35" y="15"/>
                      <a:pt x="35" y="16"/>
                    </a:cubicBezTo>
                    <a:cubicBezTo>
                      <a:pt x="36" y="14"/>
                      <a:pt x="36" y="11"/>
                      <a:pt x="36" y="9"/>
                    </a:cubicBezTo>
                    <a:cubicBezTo>
                      <a:pt x="36" y="10"/>
                      <a:pt x="37" y="12"/>
                      <a:pt x="37" y="12"/>
                    </a:cubicBezTo>
                    <a:cubicBezTo>
                      <a:pt x="37" y="11"/>
                      <a:pt x="37" y="9"/>
                      <a:pt x="38" y="8"/>
                    </a:cubicBezTo>
                    <a:cubicBezTo>
                      <a:pt x="38" y="8"/>
                      <a:pt x="38" y="9"/>
                      <a:pt x="38" y="10"/>
                    </a:cubicBezTo>
                    <a:cubicBezTo>
                      <a:pt x="39" y="9"/>
                      <a:pt x="39" y="8"/>
                      <a:pt x="39" y="7"/>
                    </a:cubicBezTo>
                    <a:cubicBezTo>
                      <a:pt x="40" y="8"/>
                      <a:pt x="40" y="8"/>
                      <a:pt x="40" y="9"/>
                    </a:cubicBezTo>
                    <a:cubicBezTo>
                      <a:pt x="40" y="7"/>
                      <a:pt x="41" y="6"/>
                      <a:pt x="41" y="5"/>
                    </a:cubicBezTo>
                  </a:path>
                </a:pathLst>
              </a:custGeom>
              <a:noFill/>
              <a:ln w="19050" cap="rnd">
                <a:solidFill>
                  <a:schemeClr val="accent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" name="Freeform 8"/>
              <p:cNvSpPr/>
              <p:nvPr>
                <p:custDataLst>
                  <p:tags r:id="rId7"/>
                </p:custDataLst>
              </p:nvPr>
            </p:nvSpPr>
            <p:spPr bwMode="auto">
              <a:xfrm>
                <a:off x="7338766" y="1546170"/>
                <a:ext cx="789659" cy="978406"/>
              </a:xfrm>
              <a:custGeom>
                <a:avLst/>
                <a:gdLst>
                  <a:gd name="T0" fmla="*/ 1 w 16"/>
                  <a:gd name="T1" fmla="*/ 4 h 20"/>
                  <a:gd name="T2" fmla="*/ 8 w 16"/>
                  <a:gd name="T3" fmla="*/ 0 h 20"/>
                  <a:gd name="T4" fmla="*/ 0 w 16"/>
                  <a:gd name="T5" fmla="*/ 8 h 20"/>
                  <a:gd name="T6" fmla="*/ 9 w 16"/>
                  <a:gd name="T7" fmla="*/ 1 h 20"/>
                  <a:gd name="T8" fmla="*/ 3 w 16"/>
                  <a:gd name="T9" fmla="*/ 8 h 20"/>
                  <a:gd name="T10" fmla="*/ 10 w 16"/>
                  <a:gd name="T11" fmla="*/ 1 h 20"/>
                  <a:gd name="T12" fmla="*/ 5 w 16"/>
                  <a:gd name="T13" fmla="*/ 8 h 20"/>
                  <a:gd name="T14" fmla="*/ 10 w 16"/>
                  <a:gd name="T15" fmla="*/ 3 h 20"/>
                  <a:gd name="T16" fmla="*/ 5 w 16"/>
                  <a:gd name="T17" fmla="*/ 8 h 20"/>
                  <a:gd name="T18" fmla="*/ 11 w 16"/>
                  <a:gd name="T19" fmla="*/ 2 h 20"/>
                  <a:gd name="T20" fmla="*/ 6 w 16"/>
                  <a:gd name="T21" fmla="*/ 9 h 20"/>
                  <a:gd name="T22" fmla="*/ 11 w 16"/>
                  <a:gd name="T23" fmla="*/ 4 h 20"/>
                  <a:gd name="T24" fmla="*/ 7 w 16"/>
                  <a:gd name="T25" fmla="*/ 11 h 20"/>
                  <a:gd name="T26" fmla="*/ 12 w 16"/>
                  <a:gd name="T27" fmla="*/ 6 h 20"/>
                  <a:gd name="T28" fmla="*/ 9 w 16"/>
                  <a:gd name="T29" fmla="*/ 11 h 20"/>
                  <a:gd name="T30" fmla="*/ 12 w 16"/>
                  <a:gd name="T31" fmla="*/ 7 h 20"/>
                  <a:gd name="T32" fmla="*/ 10 w 16"/>
                  <a:gd name="T33" fmla="*/ 12 h 20"/>
                  <a:gd name="T34" fmla="*/ 10 w 16"/>
                  <a:gd name="T35" fmla="*/ 5 h 20"/>
                  <a:gd name="T36" fmla="*/ 15 w 16"/>
                  <a:gd name="T37" fmla="*/ 15 h 20"/>
                  <a:gd name="T38" fmla="*/ 11 w 16"/>
                  <a:gd name="T39" fmla="*/ 2 h 20"/>
                  <a:gd name="T40" fmla="*/ 16 w 16"/>
                  <a:gd name="T41" fmla="*/ 15 h 20"/>
                  <a:gd name="T42" fmla="*/ 9 w 16"/>
                  <a:gd name="T43" fmla="*/ 3 h 20"/>
                  <a:gd name="T44" fmla="*/ 12 w 16"/>
                  <a:gd name="T45" fmla="*/ 11 h 20"/>
                  <a:gd name="T46" fmla="*/ 15 w 16"/>
                  <a:gd name="T47" fmla="*/ 18 h 20"/>
                  <a:gd name="T48" fmla="*/ 7 w 16"/>
                  <a:gd name="T49" fmla="*/ 6 h 20"/>
                  <a:gd name="T50" fmla="*/ 14 w 16"/>
                  <a:gd name="T51" fmla="*/ 20 h 20"/>
                  <a:gd name="T52" fmla="*/ 6 w 16"/>
                  <a:gd name="T53" fmla="*/ 9 h 20"/>
                  <a:gd name="T54" fmla="*/ 11 w 16"/>
                  <a:gd name="T55" fmla="*/ 16 h 20"/>
                  <a:gd name="T56" fmla="*/ 15 w 16"/>
                  <a:gd name="T57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6" h="20">
                    <a:moveTo>
                      <a:pt x="1" y="4"/>
                    </a:moveTo>
                    <a:cubicBezTo>
                      <a:pt x="3" y="3"/>
                      <a:pt x="6" y="2"/>
                      <a:pt x="8" y="0"/>
                    </a:cubicBezTo>
                    <a:cubicBezTo>
                      <a:pt x="5" y="2"/>
                      <a:pt x="3" y="5"/>
                      <a:pt x="0" y="8"/>
                    </a:cubicBezTo>
                    <a:cubicBezTo>
                      <a:pt x="3" y="6"/>
                      <a:pt x="6" y="3"/>
                      <a:pt x="9" y="1"/>
                    </a:cubicBezTo>
                    <a:cubicBezTo>
                      <a:pt x="7" y="3"/>
                      <a:pt x="5" y="5"/>
                      <a:pt x="3" y="8"/>
                    </a:cubicBezTo>
                    <a:cubicBezTo>
                      <a:pt x="5" y="5"/>
                      <a:pt x="8" y="3"/>
                      <a:pt x="10" y="1"/>
                    </a:cubicBezTo>
                    <a:cubicBezTo>
                      <a:pt x="9" y="2"/>
                      <a:pt x="6" y="6"/>
                      <a:pt x="5" y="8"/>
                    </a:cubicBezTo>
                    <a:cubicBezTo>
                      <a:pt x="7" y="6"/>
                      <a:pt x="9" y="4"/>
                      <a:pt x="10" y="3"/>
                    </a:cubicBezTo>
                    <a:cubicBezTo>
                      <a:pt x="8" y="4"/>
                      <a:pt x="7" y="7"/>
                      <a:pt x="5" y="8"/>
                    </a:cubicBezTo>
                    <a:cubicBezTo>
                      <a:pt x="7" y="6"/>
                      <a:pt x="9" y="4"/>
                      <a:pt x="11" y="2"/>
                    </a:cubicBezTo>
                    <a:cubicBezTo>
                      <a:pt x="9" y="4"/>
                      <a:pt x="7" y="7"/>
                      <a:pt x="6" y="9"/>
                    </a:cubicBezTo>
                    <a:cubicBezTo>
                      <a:pt x="8" y="8"/>
                      <a:pt x="9" y="5"/>
                      <a:pt x="11" y="4"/>
                    </a:cubicBezTo>
                    <a:cubicBezTo>
                      <a:pt x="10" y="7"/>
                      <a:pt x="7" y="9"/>
                      <a:pt x="7" y="11"/>
                    </a:cubicBezTo>
                    <a:cubicBezTo>
                      <a:pt x="9" y="10"/>
                      <a:pt x="10" y="7"/>
                      <a:pt x="12" y="6"/>
                    </a:cubicBezTo>
                    <a:cubicBezTo>
                      <a:pt x="11" y="8"/>
                      <a:pt x="9" y="9"/>
                      <a:pt x="9" y="11"/>
                    </a:cubicBezTo>
                    <a:cubicBezTo>
                      <a:pt x="10" y="10"/>
                      <a:pt x="11" y="8"/>
                      <a:pt x="12" y="7"/>
                    </a:cubicBezTo>
                    <a:cubicBezTo>
                      <a:pt x="12" y="9"/>
                      <a:pt x="10" y="10"/>
                      <a:pt x="10" y="12"/>
                    </a:cubicBezTo>
                    <a:cubicBezTo>
                      <a:pt x="11" y="11"/>
                      <a:pt x="12" y="7"/>
                      <a:pt x="10" y="5"/>
                    </a:cubicBezTo>
                    <a:cubicBezTo>
                      <a:pt x="11" y="8"/>
                      <a:pt x="12" y="14"/>
                      <a:pt x="15" y="15"/>
                    </a:cubicBezTo>
                    <a:cubicBezTo>
                      <a:pt x="15" y="11"/>
                      <a:pt x="12" y="7"/>
                      <a:pt x="11" y="2"/>
                    </a:cubicBezTo>
                    <a:cubicBezTo>
                      <a:pt x="12" y="6"/>
                      <a:pt x="14" y="11"/>
                      <a:pt x="16" y="15"/>
                    </a:cubicBezTo>
                    <a:cubicBezTo>
                      <a:pt x="14" y="11"/>
                      <a:pt x="12" y="6"/>
                      <a:pt x="9" y="3"/>
                    </a:cubicBezTo>
                    <a:cubicBezTo>
                      <a:pt x="9" y="6"/>
                      <a:pt x="11" y="9"/>
                      <a:pt x="12" y="11"/>
                    </a:cubicBezTo>
                    <a:cubicBezTo>
                      <a:pt x="13" y="13"/>
                      <a:pt x="14" y="16"/>
                      <a:pt x="15" y="18"/>
                    </a:cubicBezTo>
                    <a:cubicBezTo>
                      <a:pt x="12" y="14"/>
                      <a:pt x="10" y="10"/>
                      <a:pt x="7" y="6"/>
                    </a:cubicBezTo>
                    <a:cubicBezTo>
                      <a:pt x="9" y="10"/>
                      <a:pt x="12" y="15"/>
                      <a:pt x="14" y="20"/>
                    </a:cubicBezTo>
                    <a:cubicBezTo>
                      <a:pt x="11" y="16"/>
                      <a:pt x="8" y="13"/>
                      <a:pt x="6" y="9"/>
                    </a:cubicBezTo>
                    <a:cubicBezTo>
                      <a:pt x="8" y="11"/>
                      <a:pt x="9" y="14"/>
                      <a:pt x="11" y="16"/>
                    </a:cubicBezTo>
                    <a:cubicBezTo>
                      <a:pt x="12" y="17"/>
                      <a:pt x="13" y="20"/>
                      <a:pt x="15" y="20"/>
                    </a:cubicBezTo>
                  </a:path>
                </a:pathLst>
              </a:custGeom>
              <a:noFill/>
              <a:ln w="19050" cap="rnd">
                <a:solidFill>
                  <a:schemeClr val="accent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" name="Freeform 9"/>
              <p:cNvSpPr/>
              <p:nvPr>
                <p:custDataLst>
                  <p:tags r:id="rId8"/>
                </p:custDataLst>
              </p:nvPr>
            </p:nvSpPr>
            <p:spPr bwMode="auto">
              <a:xfrm>
                <a:off x="8078348" y="1499947"/>
                <a:ext cx="835883" cy="1267306"/>
              </a:xfrm>
              <a:custGeom>
                <a:avLst/>
                <a:gdLst>
                  <a:gd name="T0" fmla="*/ 0 w 17"/>
                  <a:gd name="T1" fmla="*/ 21 h 26"/>
                  <a:gd name="T2" fmla="*/ 0 w 17"/>
                  <a:gd name="T3" fmla="*/ 21 h 26"/>
                  <a:gd name="T4" fmla="*/ 8 w 17"/>
                  <a:gd name="T5" fmla="*/ 11 h 26"/>
                  <a:gd name="T6" fmla="*/ 16 w 17"/>
                  <a:gd name="T7" fmla="*/ 0 h 26"/>
                  <a:gd name="T8" fmla="*/ 10 w 17"/>
                  <a:gd name="T9" fmla="*/ 8 h 26"/>
                  <a:gd name="T10" fmla="*/ 1 w 17"/>
                  <a:gd name="T11" fmla="*/ 24 h 26"/>
                  <a:gd name="T12" fmla="*/ 6 w 17"/>
                  <a:gd name="T13" fmla="*/ 16 h 26"/>
                  <a:gd name="T14" fmla="*/ 14 w 17"/>
                  <a:gd name="T15" fmla="*/ 5 h 26"/>
                  <a:gd name="T16" fmla="*/ 8 w 17"/>
                  <a:gd name="T17" fmla="*/ 13 h 26"/>
                  <a:gd name="T18" fmla="*/ 1 w 17"/>
                  <a:gd name="T19" fmla="*/ 26 h 26"/>
                  <a:gd name="T20" fmla="*/ 7 w 17"/>
                  <a:gd name="T21" fmla="*/ 16 h 26"/>
                  <a:gd name="T22" fmla="*/ 16 w 17"/>
                  <a:gd name="T23" fmla="*/ 3 h 26"/>
                  <a:gd name="T24" fmla="*/ 4 w 17"/>
                  <a:gd name="T25" fmla="*/ 22 h 26"/>
                  <a:gd name="T26" fmla="*/ 17 w 17"/>
                  <a:gd name="T27" fmla="*/ 2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7" h="26">
                    <a:moveTo>
                      <a:pt x="0" y="21"/>
                    </a:moveTo>
                    <a:cubicBezTo>
                      <a:pt x="0" y="22"/>
                      <a:pt x="0" y="22"/>
                      <a:pt x="0" y="21"/>
                    </a:cubicBezTo>
                    <a:cubicBezTo>
                      <a:pt x="3" y="18"/>
                      <a:pt x="5" y="14"/>
                      <a:pt x="8" y="11"/>
                    </a:cubicBezTo>
                    <a:cubicBezTo>
                      <a:pt x="10" y="7"/>
                      <a:pt x="14" y="4"/>
                      <a:pt x="16" y="0"/>
                    </a:cubicBezTo>
                    <a:cubicBezTo>
                      <a:pt x="13" y="2"/>
                      <a:pt x="11" y="5"/>
                      <a:pt x="10" y="8"/>
                    </a:cubicBezTo>
                    <a:cubicBezTo>
                      <a:pt x="7" y="12"/>
                      <a:pt x="3" y="18"/>
                      <a:pt x="1" y="24"/>
                    </a:cubicBezTo>
                    <a:cubicBezTo>
                      <a:pt x="3" y="22"/>
                      <a:pt x="5" y="18"/>
                      <a:pt x="6" y="16"/>
                    </a:cubicBezTo>
                    <a:cubicBezTo>
                      <a:pt x="8" y="12"/>
                      <a:pt x="11" y="8"/>
                      <a:pt x="14" y="5"/>
                    </a:cubicBezTo>
                    <a:cubicBezTo>
                      <a:pt x="11" y="7"/>
                      <a:pt x="9" y="10"/>
                      <a:pt x="8" y="13"/>
                    </a:cubicBezTo>
                    <a:cubicBezTo>
                      <a:pt x="5" y="17"/>
                      <a:pt x="2" y="22"/>
                      <a:pt x="1" y="26"/>
                    </a:cubicBezTo>
                    <a:cubicBezTo>
                      <a:pt x="3" y="23"/>
                      <a:pt x="5" y="20"/>
                      <a:pt x="7" y="16"/>
                    </a:cubicBezTo>
                    <a:cubicBezTo>
                      <a:pt x="10" y="12"/>
                      <a:pt x="13" y="8"/>
                      <a:pt x="16" y="3"/>
                    </a:cubicBezTo>
                    <a:cubicBezTo>
                      <a:pt x="11" y="9"/>
                      <a:pt x="9" y="16"/>
                      <a:pt x="4" y="22"/>
                    </a:cubicBezTo>
                    <a:cubicBezTo>
                      <a:pt x="7" y="14"/>
                      <a:pt x="12" y="8"/>
                      <a:pt x="17" y="2"/>
                    </a:cubicBezTo>
                  </a:path>
                </a:pathLst>
              </a:custGeom>
              <a:noFill/>
              <a:ln w="19050" cap="rnd">
                <a:solidFill>
                  <a:schemeClr val="accent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" name="Freeform 10"/>
              <p:cNvSpPr/>
              <p:nvPr>
                <p:custDataLst>
                  <p:tags r:id="rId9"/>
                </p:custDataLst>
              </p:nvPr>
            </p:nvSpPr>
            <p:spPr bwMode="auto">
              <a:xfrm>
                <a:off x="8224723" y="1107044"/>
                <a:ext cx="986110" cy="1317381"/>
              </a:xfrm>
              <a:custGeom>
                <a:avLst/>
                <a:gdLst>
                  <a:gd name="T0" fmla="*/ 0 w 20"/>
                  <a:gd name="T1" fmla="*/ 27 h 27"/>
                  <a:gd name="T2" fmla="*/ 11 w 20"/>
                  <a:gd name="T3" fmla="*/ 11 h 27"/>
                  <a:gd name="T4" fmla="*/ 20 w 20"/>
                  <a:gd name="T5" fmla="*/ 0 h 27"/>
                  <a:gd name="T6" fmla="*/ 12 w 20"/>
                  <a:gd name="T7" fmla="*/ 10 h 27"/>
                  <a:gd name="T8" fmla="*/ 12 w 20"/>
                  <a:gd name="T9" fmla="*/ 9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27">
                    <a:moveTo>
                      <a:pt x="0" y="27"/>
                    </a:moveTo>
                    <a:cubicBezTo>
                      <a:pt x="4" y="22"/>
                      <a:pt x="7" y="16"/>
                      <a:pt x="11" y="11"/>
                    </a:cubicBezTo>
                    <a:cubicBezTo>
                      <a:pt x="14" y="7"/>
                      <a:pt x="18" y="4"/>
                      <a:pt x="20" y="0"/>
                    </a:cubicBezTo>
                    <a:cubicBezTo>
                      <a:pt x="17" y="1"/>
                      <a:pt x="13" y="7"/>
                      <a:pt x="12" y="10"/>
                    </a:cubicBezTo>
                    <a:cubicBezTo>
                      <a:pt x="11" y="10"/>
                      <a:pt x="11" y="10"/>
                      <a:pt x="12" y="9"/>
                    </a:cubicBezTo>
                  </a:path>
                </a:pathLst>
              </a:custGeom>
              <a:noFill/>
              <a:ln w="19050" cap="rnd">
                <a:solidFill>
                  <a:schemeClr val="accent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" name="Freeform 11"/>
              <p:cNvSpPr/>
              <p:nvPr>
                <p:custDataLst>
                  <p:tags r:id="rId10"/>
                </p:custDataLst>
              </p:nvPr>
            </p:nvSpPr>
            <p:spPr bwMode="auto">
              <a:xfrm>
                <a:off x="7731669" y="1546170"/>
                <a:ext cx="100152" cy="50077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1 h 1"/>
                  <a:gd name="T4" fmla="*/ 1 w 2"/>
                  <a:gd name="T5" fmla="*/ 0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1" y="1"/>
                      <a:pt x="1" y="1"/>
                      <a:pt x="2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</a:path>
                </a:pathLst>
              </a:custGeom>
              <a:noFill/>
              <a:ln w="19050" cap="rnd">
                <a:solidFill>
                  <a:schemeClr val="accent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" name="Freeform 12"/>
              <p:cNvSpPr/>
              <p:nvPr>
                <p:custDataLst>
                  <p:tags r:id="rId11"/>
                </p:custDataLst>
              </p:nvPr>
            </p:nvSpPr>
            <p:spPr bwMode="auto">
              <a:xfrm>
                <a:off x="7192390" y="1399795"/>
                <a:ext cx="589356" cy="342828"/>
              </a:xfrm>
              <a:custGeom>
                <a:avLst/>
                <a:gdLst>
                  <a:gd name="T0" fmla="*/ 0 w 12"/>
                  <a:gd name="T1" fmla="*/ 6 h 7"/>
                  <a:gd name="T2" fmla="*/ 5 w 12"/>
                  <a:gd name="T3" fmla="*/ 3 h 7"/>
                  <a:gd name="T4" fmla="*/ 10 w 12"/>
                  <a:gd name="T5" fmla="*/ 1 h 7"/>
                  <a:gd name="T6" fmla="*/ 1 w 12"/>
                  <a:gd name="T7" fmla="*/ 6 h 7"/>
                  <a:gd name="T8" fmla="*/ 6 w 12"/>
                  <a:gd name="T9" fmla="*/ 3 h 7"/>
                  <a:gd name="T10" fmla="*/ 11 w 12"/>
                  <a:gd name="T11" fmla="*/ 0 h 7"/>
                  <a:gd name="T12" fmla="*/ 1 w 12"/>
                  <a:gd name="T13" fmla="*/ 6 h 7"/>
                  <a:gd name="T14" fmla="*/ 11 w 12"/>
                  <a:gd name="T15" fmla="*/ 0 h 7"/>
                  <a:gd name="T16" fmla="*/ 11 w 12"/>
                  <a:gd name="T1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" h="7">
                    <a:moveTo>
                      <a:pt x="0" y="6"/>
                    </a:moveTo>
                    <a:cubicBezTo>
                      <a:pt x="1" y="7"/>
                      <a:pt x="4" y="4"/>
                      <a:pt x="5" y="3"/>
                    </a:cubicBezTo>
                    <a:cubicBezTo>
                      <a:pt x="7" y="3"/>
                      <a:pt x="9" y="2"/>
                      <a:pt x="10" y="1"/>
                    </a:cubicBezTo>
                    <a:cubicBezTo>
                      <a:pt x="7" y="2"/>
                      <a:pt x="4" y="5"/>
                      <a:pt x="1" y="6"/>
                    </a:cubicBezTo>
                    <a:cubicBezTo>
                      <a:pt x="2" y="5"/>
                      <a:pt x="4" y="4"/>
                      <a:pt x="6" y="3"/>
                    </a:cubicBezTo>
                    <a:cubicBezTo>
                      <a:pt x="7" y="2"/>
                      <a:pt x="9" y="1"/>
                      <a:pt x="11" y="0"/>
                    </a:cubicBezTo>
                    <a:cubicBezTo>
                      <a:pt x="7" y="1"/>
                      <a:pt x="4" y="4"/>
                      <a:pt x="1" y="6"/>
                    </a:cubicBezTo>
                    <a:cubicBezTo>
                      <a:pt x="4" y="3"/>
                      <a:pt x="8" y="1"/>
                      <a:pt x="11" y="0"/>
                    </a:cubicBezTo>
                    <a:cubicBezTo>
                      <a:pt x="12" y="0"/>
                      <a:pt x="11" y="0"/>
                      <a:pt x="11" y="0"/>
                    </a:cubicBezTo>
                  </a:path>
                </a:pathLst>
              </a:custGeom>
              <a:noFill/>
              <a:ln w="19050" cap="rnd">
                <a:solidFill>
                  <a:schemeClr val="accent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" name="Freeform 13"/>
              <p:cNvSpPr/>
              <p:nvPr>
                <p:custDataLst>
                  <p:tags r:id="rId12"/>
                </p:custDataLst>
              </p:nvPr>
            </p:nvSpPr>
            <p:spPr bwMode="auto">
              <a:xfrm>
                <a:off x="7685445" y="1353571"/>
                <a:ext cx="589356" cy="1024629"/>
              </a:xfrm>
              <a:custGeom>
                <a:avLst/>
                <a:gdLst>
                  <a:gd name="T0" fmla="*/ 0 w 12"/>
                  <a:gd name="T1" fmla="*/ 1 h 21"/>
                  <a:gd name="T2" fmla="*/ 2 w 12"/>
                  <a:gd name="T3" fmla="*/ 3 h 21"/>
                  <a:gd name="T4" fmla="*/ 1 w 12"/>
                  <a:gd name="T5" fmla="*/ 1 h 21"/>
                  <a:gd name="T6" fmla="*/ 2 w 12"/>
                  <a:gd name="T7" fmla="*/ 3 h 21"/>
                  <a:gd name="T8" fmla="*/ 2 w 12"/>
                  <a:gd name="T9" fmla="*/ 0 h 21"/>
                  <a:gd name="T10" fmla="*/ 3 w 12"/>
                  <a:gd name="T11" fmla="*/ 3 h 21"/>
                  <a:gd name="T12" fmla="*/ 2 w 12"/>
                  <a:gd name="T13" fmla="*/ 1 h 21"/>
                  <a:gd name="T14" fmla="*/ 4 w 12"/>
                  <a:gd name="T15" fmla="*/ 3 h 21"/>
                  <a:gd name="T16" fmla="*/ 2 w 12"/>
                  <a:gd name="T17" fmla="*/ 0 h 21"/>
                  <a:gd name="T18" fmla="*/ 5 w 12"/>
                  <a:gd name="T19" fmla="*/ 6 h 21"/>
                  <a:gd name="T20" fmla="*/ 3 w 12"/>
                  <a:gd name="T21" fmla="*/ 2 h 21"/>
                  <a:gd name="T22" fmla="*/ 6 w 12"/>
                  <a:gd name="T23" fmla="*/ 8 h 21"/>
                  <a:gd name="T24" fmla="*/ 1 w 12"/>
                  <a:gd name="T25" fmla="*/ 0 h 21"/>
                  <a:gd name="T26" fmla="*/ 12 w 12"/>
                  <a:gd name="T27" fmla="*/ 21 h 21"/>
                  <a:gd name="T28" fmla="*/ 7 w 12"/>
                  <a:gd name="T29" fmla="*/ 13 h 21"/>
                  <a:gd name="T30" fmla="*/ 4 w 12"/>
                  <a:gd name="T31" fmla="*/ 7 h 21"/>
                  <a:gd name="T32" fmla="*/ 7 w 12"/>
                  <a:gd name="T33" fmla="*/ 11 h 21"/>
                  <a:gd name="T34" fmla="*/ 11 w 12"/>
                  <a:gd name="T35" fmla="*/ 19 h 21"/>
                  <a:gd name="T36" fmla="*/ 7 w 12"/>
                  <a:gd name="T37" fmla="*/ 11 h 21"/>
                  <a:gd name="T38" fmla="*/ 1 w 12"/>
                  <a:gd name="T39" fmla="*/ 1 h 21"/>
                  <a:gd name="T40" fmla="*/ 7 w 12"/>
                  <a:gd name="T41" fmla="*/ 10 h 21"/>
                  <a:gd name="T42" fmla="*/ 11 w 12"/>
                  <a:gd name="T43" fmla="*/ 17 h 21"/>
                  <a:gd name="T44" fmla="*/ 12 w 12"/>
                  <a:gd name="T45" fmla="*/ 20 h 21"/>
                  <a:gd name="T46" fmla="*/ 6 w 12"/>
                  <a:gd name="T47" fmla="*/ 11 h 21"/>
                  <a:gd name="T48" fmla="*/ 11 w 12"/>
                  <a:gd name="T49" fmla="*/ 19 h 21"/>
                  <a:gd name="T50" fmla="*/ 7 w 12"/>
                  <a:gd name="T51" fmla="*/ 14 h 21"/>
                  <a:gd name="T52" fmla="*/ 9 w 12"/>
                  <a:gd name="T53" fmla="*/ 19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2" h="21">
                    <a:moveTo>
                      <a:pt x="0" y="1"/>
                    </a:moveTo>
                    <a:cubicBezTo>
                      <a:pt x="1" y="2"/>
                      <a:pt x="1" y="2"/>
                      <a:pt x="2" y="3"/>
                    </a:cubicBezTo>
                    <a:cubicBezTo>
                      <a:pt x="2" y="2"/>
                      <a:pt x="1" y="2"/>
                      <a:pt x="1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2"/>
                      <a:pt x="2" y="1"/>
                      <a:pt x="2" y="0"/>
                    </a:cubicBezTo>
                    <a:cubicBezTo>
                      <a:pt x="2" y="1"/>
                      <a:pt x="3" y="2"/>
                      <a:pt x="3" y="3"/>
                    </a:cubicBezTo>
                    <a:cubicBezTo>
                      <a:pt x="3" y="2"/>
                      <a:pt x="3" y="1"/>
                      <a:pt x="2" y="1"/>
                    </a:cubicBezTo>
                    <a:cubicBezTo>
                      <a:pt x="3" y="2"/>
                      <a:pt x="3" y="3"/>
                      <a:pt x="4" y="3"/>
                    </a:cubicBezTo>
                    <a:cubicBezTo>
                      <a:pt x="3" y="2"/>
                      <a:pt x="2" y="1"/>
                      <a:pt x="2" y="0"/>
                    </a:cubicBezTo>
                    <a:cubicBezTo>
                      <a:pt x="3" y="1"/>
                      <a:pt x="5" y="4"/>
                      <a:pt x="5" y="6"/>
                    </a:cubicBezTo>
                    <a:cubicBezTo>
                      <a:pt x="4" y="5"/>
                      <a:pt x="3" y="3"/>
                      <a:pt x="3" y="2"/>
                    </a:cubicBezTo>
                    <a:cubicBezTo>
                      <a:pt x="4" y="4"/>
                      <a:pt x="5" y="6"/>
                      <a:pt x="6" y="8"/>
                    </a:cubicBezTo>
                    <a:cubicBezTo>
                      <a:pt x="5" y="5"/>
                      <a:pt x="3" y="2"/>
                      <a:pt x="1" y="0"/>
                    </a:cubicBezTo>
                    <a:cubicBezTo>
                      <a:pt x="7" y="4"/>
                      <a:pt x="7" y="15"/>
                      <a:pt x="12" y="21"/>
                    </a:cubicBezTo>
                    <a:cubicBezTo>
                      <a:pt x="11" y="18"/>
                      <a:pt x="8" y="15"/>
                      <a:pt x="7" y="13"/>
                    </a:cubicBezTo>
                    <a:cubicBezTo>
                      <a:pt x="6" y="11"/>
                      <a:pt x="5" y="9"/>
                      <a:pt x="4" y="7"/>
                    </a:cubicBezTo>
                    <a:cubicBezTo>
                      <a:pt x="5" y="8"/>
                      <a:pt x="6" y="10"/>
                      <a:pt x="7" y="11"/>
                    </a:cubicBezTo>
                    <a:cubicBezTo>
                      <a:pt x="9" y="14"/>
                      <a:pt x="10" y="16"/>
                      <a:pt x="11" y="19"/>
                    </a:cubicBezTo>
                    <a:cubicBezTo>
                      <a:pt x="10" y="16"/>
                      <a:pt x="8" y="14"/>
                      <a:pt x="7" y="11"/>
                    </a:cubicBezTo>
                    <a:cubicBezTo>
                      <a:pt x="5" y="8"/>
                      <a:pt x="4" y="4"/>
                      <a:pt x="1" y="1"/>
                    </a:cubicBezTo>
                    <a:cubicBezTo>
                      <a:pt x="3" y="5"/>
                      <a:pt x="5" y="7"/>
                      <a:pt x="7" y="10"/>
                    </a:cubicBezTo>
                    <a:cubicBezTo>
                      <a:pt x="8" y="13"/>
                      <a:pt x="9" y="15"/>
                      <a:pt x="11" y="17"/>
                    </a:cubicBezTo>
                    <a:cubicBezTo>
                      <a:pt x="11" y="18"/>
                      <a:pt x="11" y="19"/>
                      <a:pt x="12" y="20"/>
                    </a:cubicBezTo>
                    <a:cubicBezTo>
                      <a:pt x="10" y="17"/>
                      <a:pt x="9" y="13"/>
                      <a:pt x="6" y="11"/>
                    </a:cubicBezTo>
                    <a:cubicBezTo>
                      <a:pt x="7" y="14"/>
                      <a:pt x="9" y="16"/>
                      <a:pt x="11" y="19"/>
                    </a:cubicBezTo>
                    <a:cubicBezTo>
                      <a:pt x="10" y="17"/>
                      <a:pt x="8" y="16"/>
                      <a:pt x="7" y="14"/>
                    </a:cubicBezTo>
                    <a:cubicBezTo>
                      <a:pt x="8" y="16"/>
                      <a:pt x="9" y="17"/>
                      <a:pt x="9" y="19"/>
                    </a:cubicBezTo>
                  </a:path>
                </a:pathLst>
              </a:custGeom>
              <a:noFill/>
              <a:ln w="19050" cap="rnd">
                <a:solidFill>
                  <a:schemeClr val="accent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3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6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9" dur="500"/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" dur="500"/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build="p"/>
      <p:bldP spid="3" grpId="1" build="p"/>
    </p:bld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1819971" y="1210140"/>
            <a:ext cx="4321691" cy="2851208"/>
          </a:xfrm>
        </p:spPr>
        <p:txBody>
          <a:bodyPr>
            <a:normAutofit/>
          </a:bodyPr>
          <a:lstStyle/>
          <a:p>
            <a:r>
              <a:rPr lang="en-US" altLang="zh-CN" sz="5400" dirty="0"/>
              <a:t>List</a:t>
            </a: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FD752B5B-A998-4951-B51D-36F673174679}" type="slidenum">
              <a:rPr lang="zh-CN" altLang="en-US" sz="770" smtClean="0"/>
              <a:pPr>
                <a:defRPr/>
              </a:pPr>
              <a:t>3</a:t>
            </a:fld>
            <a:endParaRPr lang="zh-CN" altLang="en-US" sz="770"/>
          </a:p>
        </p:txBody>
      </p:sp>
      <p:pic>
        <p:nvPicPr>
          <p:cNvPr id="5" name="图片 4"/>
          <p:cNvPicPr>
            <a:picLocks noChangeAspect="1"/>
          </p:cNvPicPr>
          <p:nvPr/>
        </p:nvPicPr>
        <p:blipFill>
          <a:blip r:embed="rId17" cstate="print"/>
          <a:stretch>
            <a:fillRect/>
          </a:stretch>
        </p:blipFill>
        <p:spPr>
          <a:xfrm>
            <a:off x="3590290" y="1773555"/>
            <a:ext cx="3946525" cy="2959735"/>
          </a:xfrm>
          <a:prstGeom prst="rect">
            <a:avLst/>
          </a:prstGeom>
        </p:spPr>
      </p:pic>
      <p:sp>
        <p:nvSpPr>
          <p:cNvPr id="6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fld id="{28F6A5A4-EB95-43ED-9C4F-853837D56FAB}" type="datetime1">
              <a:rPr lang="zh-CN" altLang="en-US" sz="770" smtClean="0"/>
              <a:pPr>
                <a:defRPr/>
              </a:pPr>
              <a:t>2025/12/16</a:t>
            </a:fld>
            <a:endParaRPr lang="zh-CN" altLang="en-US" sz="770"/>
          </a:p>
        </p:txBody>
      </p:sp>
      <p:sp>
        <p:nvSpPr>
          <p:cNvPr id="7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altLang="zh-CN" sz="770"/>
              <a:t>Stacks and Queues - Lecture 6</a:t>
            </a:r>
          </a:p>
        </p:txBody>
      </p:sp>
      <p:sp>
        <p:nvSpPr>
          <p:cNvPr id="253" name="Freeform 66"/>
          <p:cNvSpPr>
            <a:spLocks noEditPoints="1"/>
          </p:cNvSpPr>
          <p:nvPr>
            <p:custDataLst>
              <p:tags r:id="rId1"/>
            </p:custDataLst>
          </p:nvPr>
        </p:nvSpPr>
        <p:spPr bwMode="auto">
          <a:xfrm rot="218059">
            <a:off x="2714572" y="2363775"/>
            <a:ext cx="481676" cy="486694"/>
          </a:xfrm>
          <a:custGeom>
            <a:avLst/>
            <a:gdLst/>
            <a:ahLst/>
            <a:cxnLst>
              <a:cxn ang="0">
                <a:pos x="166" y="76"/>
              </a:cxn>
              <a:cxn ang="0">
                <a:pos x="287" y="94"/>
              </a:cxn>
              <a:cxn ang="0">
                <a:pos x="168" y="226"/>
              </a:cxn>
              <a:cxn ang="0">
                <a:pos x="69" y="274"/>
              </a:cxn>
              <a:cxn ang="0">
                <a:pos x="0" y="122"/>
              </a:cxn>
              <a:cxn ang="0">
                <a:pos x="107" y="99"/>
              </a:cxn>
              <a:cxn ang="0">
                <a:pos x="102" y="177"/>
              </a:cxn>
              <a:cxn ang="0">
                <a:pos x="99" y="173"/>
              </a:cxn>
              <a:cxn ang="0">
                <a:pos x="132" y="154"/>
              </a:cxn>
              <a:cxn ang="0">
                <a:pos x="217" y="111"/>
              </a:cxn>
              <a:cxn ang="0">
                <a:pos x="234" y="109"/>
              </a:cxn>
              <a:cxn ang="0">
                <a:pos x="197" y="101"/>
              </a:cxn>
              <a:cxn ang="0">
                <a:pos x="172" y="132"/>
              </a:cxn>
              <a:cxn ang="0">
                <a:pos x="184" y="137"/>
              </a:cxn>
              <a:cxn ang="0">
                <a:pos x="215" y="122"/>
              </a:cxn>
              <a:cxn ang="0">
                <a:pos x="131" y="212"/>
              </a:cxn>
              <a:cxn ang="0">
                <a:pos x="83" y="267"/>
              </a:cxn>
              <a:cxn ang="0">
                <a:pos x="83" y="254"/>
              </a:cxn>
              <a:cxn ang="0">
                <a:pos x="79" y="257"/>
              </a:cxn>
              <a:cxn ang="0">
                <a:pos x="159" y="105"/>
              </a:cxn>
              <a:cxn ang="0">
                <a:pos x="147" y="90"/>
              </a:cxn>
              <a:cxn ang="0">
                <a:pos x="149" y="97"/>
              </a:cxn>
              <a:cxn ang="0">
                <a:pos x="85" y="156"/>
              </a:cxn>
              <a:cxn ang="0">
                <a:pos x="166" y="208"/>
              </a:cxn>
              <a:cxn ang="0">
                <a:pos x="184" y="195"/>
              </a:cxn>
              <a:cxn ang="0">
                <a:pos x="189" y="170"/>
              </a:cxn>
              <a:cxn ang="0">
                <a:pos x="203" y="202"/>
              </a:cxn>
              <a:cxn ang="0">
                <a:pos x="204" y="215"/>
              </a:cxn>
              <a:cxn ang="0">
                <a:pos x="211" y="240"/>
              </a:cxn>
              <a:cxn ang="0">
                <a:pos x="203" y="187"/>
              </a:cxn>
              <a:cxn ang="0">
                <a:pos x="253" y="106"/>
              </a:cxn>
              <a:cxn ang="0">
                <a:pos x="183" y="101"/>
              </a:cxn>
              <a:cxn ang="0">
                <a:pos x="183" y="101"/>
              </a:cxn>
              <a:cxn ang="0">
                <a:pos x="132" y="47"/>
              </a:cxn>
              <a:cxn ang="0">
                <a:pos x="137" y="53"/>
              </a:cxn>
              <a:cxn ang="0">
                <a:pos x="201" y="173"/>
              </a:cxn>
              <a:cxn ang="0">
                <a:pos x="183" y="191"/>
              </a:cxn>
              <a:cxn ang="0">
                <a:pos x="71" y="144"/>
              </a:cxn>
              <a:cxn ang="0">
                <a:pos x="180" y="223"/>
              </a:cxn>
              <a:cxn ang="0">
                <a:pos x="184" y="212"/>
              </a:cxn>
              <a:cxn ang="0">
                <a:pos x="123" y="88"/>
              </a:cxn>
              <a:cxn ang="0">
                <a:pos x="135" y="76"/>
              </a:cxn>
              <a:cxn ang="0">
                <a:pos x="59" y="133"/>
              </a:cxn>
              <a:cxn ang="0">
                <a:pos x="58" y="126"/>
              </a:cxn>
              <a:cxn ang="0">
                <a:pos x="75" y="112"/>
              </a:cxn>
              <a:cxn ang="0">
                <a:pos x="82" y="109"/>
              </a:cxn>
              <a:cxn ang="0">
                <a:pos x="97" y="109"/>
              </a:cxn>
              <a:cxn ang="0">
                <a:pos x="194" y="234"/>
              </a:cxn>
              <a:cxn ang="0">
                <a:pos x="197" y="226"/>
              </a:cxn>
              <a:cxn ang="0">
                <a:pos x="71" y="128"/>
              </a:cxn>
              <a:cxn ang="0">
                <a:pos x="131" y="216"/>
              </a:cxn>
              <a:cxn ang="0">
                <a:pos x="149" y="94"/>
              </a:cxn>
              <a:cxn ang="0">
                <a:pos x="106" y="118"/>
              </a:cxn>
              <a:cxn ang="0">
                <a:pos x="109" y="114"/>
              </a:cxn>
              <a:cxn ang="0">
                <a:pos x="40" y="130"/>
              </a:cxn>
              <a:cxn ang="0">
                <a:pos x="110" y="227"/>
              </a:cxn>
              <a:cxn ang="0">
                <a:pos x="127" y="102"/>
              </a:cxn>
              <a:cxn ang="0">
                <a:pos x="155" y="71"/>
              </a:cxn>
              <a:cxn ang="0">
                <a:pos x="154" y="73"/>
              </a:cxn>
            </a:cxnLst>
            <a:rect l="0" t="0" r="r" b="b"/>
            <a:pathLst>
              <a:path w="287" h="289">
                <a:moveTo>
                  <a:pt x="130" y="0"/>
                </a:moveTo>
                <a:lnTo>
                  <a:pt x="130" y="0"/>
                </a:lnTo>
                <a:lnTo>
                  <a:pt x="138" y="7"/>
                </a:lnTo>
                <a:lnTo>
                  <a:pt x="144" y="15"/>
                </a:lnTo>
                <a:lnTo>
                  <a:pt x="149" y="24"/>
                </a:lnTo>
                <a:lnTo>
                  <a:pt x="154" y="33"/>
                </a:lnTo>
                <a:lnTo>
                  <a:pt x="161" y="53"/>
                </a:lnTo>
                <a:lnTo>
                  <a:pt x="166" y="76"/>
                </a:lnTo>
                <a:lnTo>
                  <a:pt x="166" y="76"/>
                </a:lnTo>
                <a:lnTo>
                  <a:pt x="168" y="84"/>
                </a:lnTo>
                <a:lnTo>
                  <a:pt x="170" y="91"/>
                </a:lnTo>
                <a:lnTo>
                  <a:pt x="170" y="91"/>
                </a:lnTo>
                <a:lnTo>
                  <a:pt x="183" y="90"/>
                </a:lnTo>
                <a:lnTo>
                  <a:pt x="197" y="87"/>
                </a:lnTo>
                <a:lnTo>
                  <a:pt x="213" y="87"/>
                </a:lnTo>
                <a:lnTo>
                  <a:pt x="228" y="87"/>
                </a:lnTo>
                <a:lnTo>
                  <a:pt x="258" y="90"/>
                </a:lnTo>
                <a:lnTo>
                  <a:pt x="287" y="94"/>
                </a:lnTo>
                <a:lnTo>
                  <a:pt x="287" y="94"/>
                </a:lnTo>
                <a:lnTo>
                  <a:pt x="249" y="125"/>
                </a:lnTo>
                <a:lnTo>
                  <a:pt x="229" y="140"/>
                </a:lnTo>
                <a:lnTo>
                  <a:pt x="211" y="154"/>
                </a:lnTo>
                <a:lnTo>
                  <a:pt x="229" y="267"/>
                </a:lnTo>
                <a:lnTo>
                  <a:pt x="229" y="267"/>
                </a:lnTo>
                <a:lnTo>
                  <a:pt x="208" y="255"/>
                </a:lnTo>
                <a:lnTo>
                  <a:pt x="187" y="241"/>
                </a:lnTo>
                <a:lnTo>
                  <a:pt x="168" y="226"/>
                </a:lnTo>
                <a:lnTo>
                  <a:pt x="148" y="209"/>
                </a:lnTo>
                <a:lnTo>
                  <a:pt x="148" y="209"/>
                </a:lnTo>
                <a:lnTo>
                  <a:pt x="130" y="232"/>
                </a:lnTo>
                <a:lnTo>
                  <a:pt x="111" y="253"/>
                </a:lnTo>
                <a:lnTo>
                  <a:pt x="90" y="272"/>
                </a:lnTo>
                <a:lnTo>
                  <a:pt x="80" y="281"/>
                </a:lnTo>
                <a:lnTo>
                  <a:pt x="68" y="289"/>
                </a:lnTo>
                <a:lnTo>
                  <a:pt x="68" y="289"/>
                </a:lnTo>
                <a:lnTo>
                  <a:pt x="69" y="274"/>
                </a:lnTo>
                <a:lnTo>
                  <a:pt x="72" y="258"/>
                </a:lnTo>
                <a:lnTo>
                  <a:pt x="78" y="229"/>
                </a:lnTo>
                <a:lnTo>
                  <a:pt x="85" y="201"/>
                </a:lnTo>
                <a:lnTo>
                  <a:pt x="89" y="173"/>
                </a:lnTo>
                <a:lnTo>
                  <a:pt x="89" y="173"/>
                </a:lnTo>
                <a:lnTo>
                  <a:pt x="68" y="158"/>
                </a:lnTo>
                <a:lnTo>
                  <a:pt x="45" y="146"/>
                </a:lnTo>
                <a:lnTo>
                  <a:pt x="0" y="122"/>
                </a:lnTo>
                <a:lnTo>
                  <a:pt x="0" y="122"/>
                </a:lnTo>
                <a:lnTo>
                  <a:pt x="0" y="122"/>
                </a:lnTo>
                <a:lnTo>
                  <a:pt x="0" y="121"/>
                </a:lnTo>
                <a:lnTo>
                  <a:pt x="3" y="118"/>
                </a:lnTo>
                <a:lnTo>
                  <a:pt x="12" y="114"/>
                </a:lnTo>
                <a:lnTo>
                  <a:pt x="12" y="114"/>
                </a:lnTo>
                <a:lnTo>
                  <a:pt x="34" y="109"/>
                </a:lnTo>
                <a:lnTo>
                  <a:pt x="57" y="105"/>
                </a:lnTo>
                <a:lnTo>
                  <a:pt x="82" y="101"/>
                </a:lnTo>
                <a:lnTo>
                  <a:pt x="107" y="99"/>
                </a:lnTo>
                <a:lnTo>
                  <a:pt x="130" y="0"/>
                </a:lnTo>
                <a:close/>
                <a:moveTo>
                  <a:pt x="103" y="187"/>
                </a:moveTo>
                <a:lnTo>
                  <a:pt x="103" y="187"/>
                </a:lnTo>
                <a:lnTo>
                  <a:pt x="102" y="187"/>
                </a:lnTo>
                <a:lnTo>
                  <a:pt x="102" y="187"/>
                </a:lnTo>
                <a:lnTo>
                  <a:pt x="100" y="184"/>
                </a:lnTo>
                <a:lnTo>
                  <a:pt x="102" y="180"/>
                </a:lnTo>
                <a:lnTo>
                  <a:pt x="102" y="177"/>
                </a:lnTo>
                <a:lnTo>
                  <a:pt x="102" y="177"/>
                </a:lnTo>
                <a:lnTo>
                  <a:pt x="113" y="163"/>
                </a:lnTo>
                <a:lnTo>
                  <a:pt x="124" y="149"/>
                </a:lnTo>
                <a:lnTo>
                  <a:pt x="147" y="123"/>
                </a:lnTo>
                <a:lnTo>
                  <a:pt x="147" y="123"/>
                </a:lnTo>
                <a:lnTo>
                  <a:pt x="134" y="132"/>
                </a:lnTo>
                <a:lnTo>
                  <a:pt x="123" y="140"/>
                </a:lnTo>
                <a:lnTo>
                  <a:pt x="100" y="160"/>
                </a:lnTo>
                <a:lnTo>
                  <a:pt x="100" y="160"/>
                </a:lnTo>
                <a:lnTo>
                  <a:pt x="99" y="173"/>
                </a:lnTo>
                <a:lnTo>
                  <a:pt x="96" y="187"/>
                </a:lnTo>
                <a:lnTo>
                  <a:pt x="92" y="213"/>
                </a:lnTo>
                <a:lnTo>
                  <a:pt x="165" y="128"/>
                </a:lnTo>
                <a:lnTo>
                  <a:pt x="165" y="128"/>
                </a:lnTo>
                <a:lnTo>
                  <a:pt x="158" y="133"/>
                </a:lnTo>
                <a:lnTo>
                  <a:pt x="148" y="143"/>
                </a:lnTo>
                <a:lnTo>
                  <a:pt x="140" y="151"/>
                </a:lnTo>
                <a:lnTo>
                  <a:pt x="132" y="158"/>
                </a:lnTo>
                <a:lnTo>
                  <a:pt x="132" y="154"/>
                </a:lnTo>
                <a:lnTo>
                  <a:pt x="132" y="154"/>
                </a:lnTo>
                <a:lnTo>
                  <a:pt x="127" y="164"/>
                </a:lnTo>
                <a:lnTo>
                  <a:pt x="120" y="173"/>
                </a:lnTo>
                <a:lnTo>
                  <a:pt x="113" y="180"/>
                </a:lnTo>
                <a:lnTo>
                  <a:pt x="103" y="187"/>
                </a:lnTo>
                <a:lnTo>
                  <a:pt x="103" y="187"/>
                </a:lnTo>
                <a:close/>
                <a:moveTo>
                  <a:pt x="214" y="112"/>
                </a:moveTo>
                <a:lnTo>
                  <a:pt x="214" y="112"/>
                </a:lnTo>
                <a:lnTo>
                  <a:pt x="217" y="111"/>
                </a:lnTo>
                <a:lnTo>
                  <a:pt x="218" y="109"/>
                </a:lnTo>
                <a:lnTo>
                  <a:pt x="218" y="106"/>
                </a:lnTo>
                <a:lnTo>
                  <a:pt x="221" y="105"/>
                </a:lnTo>
                <a:lnTo>
                  <a:pt x="224" y="106"/>
                </a:lnTo>
                <a:lnTo>
                  <a:pt x="231" y="101"/>
                </a:lnTo>
                <a:lnTo>
                  <a:pt x="231" y="101"/>
                </a:lnTo>
                <a:lnTo>
                  <a:pt x="232" y="104"/>
                </a:lnTo>
                <a:lnTo>
                  <a:pt x="234" y="108"/>
                </a:lnTo>
                <a:lnTo>
                  <a:pt x="234" y="109"/>
                </a:lnTo>
                <a:lnTo>
                  <a:pt x="235" y="111"/>
                </a:lnTo>
                <a:lnTo>
                  <a:pt x="235" y="111"/>
                </a:lnTo>
                <a:lnTo>
                  <a:pt x="241" y="108"/>
                </a:lnTo>
                <a:lnTo>
                  <a:pt x="245" y="105"/>
                </a:lnTo>
                <a:lnTo>
                  <a:pt x="255" y="99"/>
                </a:lnTo>
                <a:lnTo>
                  <a:pt x="255" y="99"/>
                </a:lnTo>
                <a:lnTo>
                  <a:pt x="239" y="98"/>
                </a:lnTo>
                <a:lnTo>
                  <a:pt x="225" y="98"/>
                </a:lnTo>
                <a:lnTo>
                  <a:pt x="197" y="101"/>
                </a:lnTo>
                <a:lnTo>
                  <a:pt x="197" y="101"/>
                </a:lnTo>
                <a:lnTo>
                  <a:pt x="194" y="101"/>
                </a:lnTo>
                <a:lnTo>
                  <a:pt x="192" y="104"/>
                </a:lnTo>
                <a:lnTo>
                  <a:pt x="186" y="111"/>
                </a:lnTo>
                <a:lnTo>
                  <a:pt x="180" y="119"/>
                </a:lnTo>
                <a:lnTo>
                  <a:pt x="175" y="125"/>
                </a:lnTo>
                <a:lnTo>
                  <a:pt x="175" y="125"/>
                </a:lnTo>
                <a:lnTo>
                  <a:pt x="172" y="129"/>
                </a:lnTo>
                <a:lnTo>
                  <a:pt x="172" y="132"/>
                </a:lnTo>
                <a:lnTo>
                  <a:pt x="176" y="139"/>
                </a:lnTo>
                <a:lnTo>
                  <a:pt x="176" y="139"/>
                </a:lnTo>
                <a:lnTo>
                  <a:pt x="182" y="132"/>
                </a:lnTo>
                <a:lnTo>
                  <a:pt x="187" y="122"/>
                </a:lnTo>
                <a:lnTo>
                  <a:pt x="194" y="114"/>
                </a:lnTo>
                <a:lnTo>
                  <a:pt x="199" y="111"/>
                </a:lnTo>
                <a:lnTo>
                  <a:pt x="204" y="108"/>
                </a:lnTo>
                <a:lnTo>
                  <a:pt x="184" y="137"/>
                </a:lnTo>
                <a:lnTo>
                  <a:pt x="184" y="137"/>
                </a:lnTo>
                <a:lnTo>
                  <a:pt x="192" y="132"/>
                </a:lnTo>
                <a:lnTo>
                  <a:pt x="199" y="125"/>
                </a:lnTo>
                <a:lnTo>
                  <a:pt x="207" y="118"/>
                </a:lnTo>
                <a:lnTo>
                  <a:pt x="214" y="112"/>
                </a:lnTo>
                <a:lnTo>
                  <a:pt x="214" y="112"/>
                </a:lnTo>
                <a:close/>
                <a:moveTo>
                  <a:pt x="211" y="123"/>
                </a:moveTo>
                <a:lnTo>
                  <a:pt x="211" y="123"/>
                </a:lnTo>
                <a:lnTo>
                  <a:pt x="214" y="123"/>
                </a:lnTo>
                <a:lnTo>
                  <a:pt x="215" y="122"/>
                </a:lnTo>
                <a:lnTo>
                  <a:pt x="217" y="115"/>
                </a:lnTo>
                <a:lnTo>
                  <a:pt x="217" y="115"/>
                </a:lnTo>
                <a:lnTo>
                  <a:pt x="193" y="136"/>
                </a:lnTo>
                <a:lnTo>
                  <a:pt x="170" y="158"/>
                </a:lnTo>
                <a:lnTo>
                  <a:pt x="151" y="182"/>
                </a:lnTo>
                <a:lnTo>
                  <a:pt x="132" y="209"/>
                </a:lnTo>
                <a:lnTo>
                  <a:pt x="132" y="209"/>
                </a:lnTo>
                <a:lnTo>
                  <a:pt x="131" y="212"/>
                </a:lnTo>
                <a:lnTo>
                  <a:pt x="131" y="212"/>
                </a:lnTo>
                <a:lnTo>
                  <a:pt x="131" y="212"/>
                </a:lnTo>
                <a:lnTo>
                  <a:pt x="154" y="192"/>
                </a:lnTo>
                <a:lnTo>
                  <a:pt x="175" y="171"/>
                </a:lnTo>
                <a:lnTo>
                  <a:pt x="193" y="149"/>
                </a:lnTo>
                <a:lnTo>
                  <a:pt x="211" y="123"/>
                </a:lnTo>
                <a:lnTo>
                  <a:pt x="211" y="123"/>
                </a:lnTo>
                <a:close/>
                <a:moveTo>
                  <a:pt x="78" y="271"/>
                </a:moveTo>
                <a:lnTo>
                  <a:pt x="78" y="271"/>
                </a:lnTo>
                <a:lnTo>
                  <a:pt x="83" y="267"/>
                </a:lnTo>
                <a:lnTo>
                  <a:pt x="89" y="262"/>
                </a:lnTo>
                <a:lnTo>
                  <a:pt x="93" y="257"/>
                </a:lnTo>
                <a:lnTo>
                  <a:pt x="96" y="250"/>
                </a:lnTo>
                <a:lnTo>
                  <a:pt x="96" y="250"/>
                </a:lnTo>
                <a:lnTo>
                  <a:pt x="90" y="255"/>
                </a:lnTo>
                <a:lnTo>
                  <a:pt x="86" y="257"/>
                </a:lnTo>
                <a:lnTo>
                  <a:pt x="85" y="255"/>
                </a:lnTo>
                <a:lnTo>
                  <a:pt x="83" y="254"/>
                </a:lnTo>
                <a:lnTo>
                  <a:pt x="83" y="254"/>
                </a:lnTo>
                <a:lnTo>
                  <a:pt x="106" y="220"/>
                </a:lnTo>
                <a:lnTo>
                  <a:pt x="128" y="188"/>
                </a:lnTo>
                <a:lnTo>
                  <a:pt x="128" y="188"/>
                </a:lnTo>
                <a:lnTo>
                  <a:pt x="111" y="203"/>
                </a:lnTo>
                <a:lnTo>
                  <a:pt x="103" y="212"/>
                </a:lnTo>
                <a:lnTo>
                  <a:pt x="96" y="222"/>
                </a:lnTo>
                <a:lnTo>
                  <a:pt x="89" y="233"/>
                </a:lnTo>
                <a:lnTo>
                  <a:pt x="83" y="244"/>
                </a:lnTo>
                <a:lnTo>
                  <a:pt x="79" y="257"/>
                </a:lnTo>
                <a:lnTo>
                  <a:pt x="78" y="271"/>
                </a:lnTo>
                <a:lnTo>
                  <a:pt x="78" y="271"/>
                </a:lnTo>
                <a:close/>
                <a:moveTo>
                  <a:pt x="149" y="98"/>
                </a:moveTo>
                <a:lnTo>
                  <a:pt x="123" y="132"/>
                </a:lnTo>
                <a:lnTo>
                  <a:pt x="123" y="132"/>
                </a:lnTo>
                <a:lnTo>
                  <a:pt x="141" y="118"/>
                </a:lnTo>
                <a:lnTo>
                  <a:pt x="151" y="111"/>
                </a:lnTo>
                <a:lnTo>
                  <a:pt x="159" y="105"/>
                </a:lnTo>
                <a:lnTo>
                  <a:pt x="159" y="105"/>
                </a:lnTo>
                <a:lnTo>
                  <a:pt x="162" y="102"/>
                </a:lnTo>
                <a:lnTo>
                  <a:pt x="163" y="99"/>
                </a:lnTo>
                <a:lnTo>
                  <a:pt x="163" y="97"/>
                </a:lnTo>
                <a:lnTo>
                  <a:pt x="162" y="92"/>
                </a:lnTo>
                <a:lnTo>
                  <a:pt x="159" y="84"/>
                </a:lnTo>
                <a:lnTo>
                  <a:pt x="156" y="77"/>
                </a:lnTo>
                <a:lnTo>
                  <a:pt x="156" y="77"/>
                </a:lnTo>
                <a:lnTo>
                  <a:pt x="152" y="84"/>
                </a:lnTo>
                <a:lnTo>
                  <a:pt x="147" y="90"/>
                </a:lnTo>
                <a:lnTo>
                  <a:pt x="140" y="94"/>
                </a:lnTo>
                <a:lnTo>
                  <a:pt x="134" y="99"/>
                </a:lnTo>
                <a:lnTo>
                  <a:pt x="134" y="99"/>
                </a:lnTo>
                <a:lnTo>
                  <a:pt x="138" y="98"/>
                </a:lnTo>
                <a:lnTo>
                  <a:pt x="142" y="97"/>
                </a:lnTo>
                <a:lnTo>
                  <a:pt x="145" y="97"/>
                </a:lnTo>
                <a:lnTo>
                  <a:pt x="149" y="94"/>
                </a:lnTo>
                <a:lnTo>
                  <a:pt x="149" y="94"/>
                </a:lnTo>
                <a:lnTo>
                  <a:pt x="149" y="97"/>
                </a:lnTo>
                <a:lnTo>
                  <a:pt x="149" y="98"/>
                </a:lnTo>
                <a:lnTo>
                  <a:pt x="149" y="98"/>
                </a:lnTo>
                <a:close/>
                <a:moveTo>
                  <a:pt x="117" y="119"/>
                </a:moveTo>
                <a:lnTo>
                  <a:pt x="117" y="119"/>
                </a:lnTo>
                <a:lnTo>
                  <a:pt x="99" y="135"/>
                </a:lnTo>
                <a:lnTo>
                  <a:pt x="80" y="150"/>
                </a:lnTo>
                <a:lnTo>
                  <a:pt x="80" y="150"/>
                </a:lnTo>
                <a:lnTo>
                  <a:pt x="82" y="153"/>
                </a:lnTo>
                <a:lnTo>
                  <a:pt x="85" y="156"/>
                </a:lnTo>
                <a:lnTo>
                  <a:pt x="88" y="157"/>
                </a:lnTo>
                <a:lnTo>
                  <a:pt x="89" y="158"/>
                </a:lnTo>
                <a:lnTo>
                  <a:pt x="127" y="115"/>
                </a:lnTo>
                <a:lnTo>
                  <a:pt x="127" y="115"/>
                </a:lnTo>
                <a:lnTo>
                  <a:pt x="117" y="119"/>
                </a:lnTo>
                <a:lnTo>
                  <a:pt x="117" y="119"/>
                </a:lnTo>
                <a:close/>
                <a:moveTo>
                  <a:pt x="161" y="199"/>
                </a:moveTo>
                <a:lnTo>
                  <a:pt x="161" y="199"/>
                </a:lnTo>
                <a:lnTo>
                  <a:pt x="166" y="208"/>
                </a:lnTo>
                <a:lnTo>
                  <a:pt x="169" y="212"/>
                </a:lnTo>
                <a:lnTo>
                  <a:pt x="173" y="216"/>
                </a:lnTo>
                <a:lnTo>
                  <a:pt x="173" y="216"/>
                </a:lnTo>
                <a:lnTo>
                  <a:pt x="179" y="208"/>
                </a:lnTo>
                <a:lnTo>
                  <a:pt x="184" y="201"/>
                </a:lnTo>
                <a:lnTo>
                  <a:pt x="192" y="194"/>
                </a:lnTo>
                <a:lnTo>
                  <a:pt x="196" y="185"/>
                </a:lnTo>
                <a:lnTo>
                  <a:pt x="196" y="185"/>
                </a:lnTo>
                <a:lnTo>
                  <a:pt x="184" y="195"/>
                </a:lnTo>
                <a:lnTo>
                  <a:pt x="177" y="201"/>
                </a:lnTo>
                <a:lnTo>
                  <a:pt x="170" y="205"/>
                </a:lnTo>
                <a:lnTo>
                  <a:pt x="170" y="205"/>
                </a:lnTo>
                <a:lnTo>
                  <a:pt x="170" y="199"/>
                </a:lnTo>
                <a:lnTo>
                  <a:pt x="170" y="195"/>
                </a:lnTo>
                <a:lnTo>
                  <a:pt x="176" y="185"/>
                </a:lnTo>
                <a:lnTo>
                  <a:pt x="182" y="177"/>
                </a:lnTo>
                <a:lnTo>
                  <a:pt x="189" y="170"/>
                </a:lnTo>
                <a:lnTo>
                  <a:pt x="189" y="170"/>
                </a:lnTo>
                <a:lnTo>
                  <a:pt x="190" y="168"/>
                </a:lnTo>
                <a:lnTo>
                  <a:pt x="189" y="164"/>
                </a:lnTo>
                <a:lnTo>
                  <a:pt x="161" y="199"/>
                </a:lnTo>
                <a:close/>
                <a:moveTo>
                  <a:pt x="199" y="191"/>
                </a:moveTo>
                <a:lnTo>
                  <a:pt x="199" y="191"/>
                </a:lnTo>
                <a:lnTo>
                  <a:pt x="201" y="192"/>
                </a:lnTo>
                <a:lnTo>
                  <a:pt x="203" y="194"/>
                </a:lnTo>
                <a:lnTo>
                  <a:pt x="203" y="196"/>
                </a:lnTo>
                <a:lnTo>
                  <a:pt x="203" y="202"/>
                </a:lnTo>
                <a:lnTo>
                  <a:pt x="200" y="208"/>
                </a:lnTo>
                <a:lnTo>
                  <a:pt x="196" y="218"/>
                </a:lnTo>
                <a:lnTo>
                  <a:pt x="194" y="222"/>
                </a:lnTo>
                <a:lnTo>
                  <a:pt x="194" y="223"/>
                </a:lnTo>
                <a:lnTo>
                  <a:pt x="194" y="223"/>
                </a:lnTo>
                <a:lnTo>
                  <a:pt x="197" y="220"/>
                </a:lnTo>
                <a:lnTo>
                  <a:pt x="200" y="218"/>
                </a:lnTo>
                <a:lnTo>
                  <a:pt x="203" y="215"/>
                </a:lnTo>
                <a:lnTo>
                  <a:pt x="204" y="215"/>
                </a:lnTo>
                <a:lnTo>
                  <a:pt x="207" y="215"/>
                </a:lnTo>
                <a:lnTo>
                  <a:pt x="207" y="215"/>
                </a:lnTo>
                <a:lnTo>
                  <a:pt x="208" y="220"/>
                </a:lnTo>
                <a:lnTo>
                  <a:pt x="207" y="226"/>
                </a:lnTo>
                <a:lnTo>
                  <a:pt x="206" y="237"/>
                </a:lnTo>
                <a:lnTo>
                  <a:pt x="206" y="237"/>
                </a:lnTo>
                <a:lnTo>
                  <a:pt x="206" y="240"/>
                </a:lnTo>
                <a:lnTo>
                  <a:pt x="208" y="240"/>
                </a:lnTo>
                <a:lnTo>
                  <a:pt x="211" y="240"/>
                </a:lnTo>
                <a:lnTo>
                  <a:pt x="213" y="239"/>
                </a:lnTo>
                <a:lnTo>
                  <a:pt x="213" y="239"/>
                </a:lnTo>
                <a:lnTo>
                  <a:pt x="211" y="213"/>
                </a:lnTo>
                <a:lnTo>
                  <a:pt x="207" y="188"/>
                </a:lnTo>
                <a:lnTo>
                  <a:pt x="207" y="188"/>
                </a:lnTo>
                <a:lnTo>
                  <a:pt x="206" y="184"/>
                </a:lnTo>
                <a:lnTo>
                  <a:pt x="204" y="184"/>
                </a:lnTo>
                <a:lnTo>
                  <a:pt x="203" y="187"/>
                </a:lnTo>
                <a:lnTo>
                  <a:pt x="203" y="187"/>
                </a:lnTo>
                <a:lnTo>
                  <a:pt x="200" y="189"/>
                </a:lnTo>
                <a:lnTo>
                  <a:pt x="199" y="191"/>
                </a:lnTo>
                <a:lnTo>
                  <a:pt x="199" y="191"/>
                </a:lnTo>
                <a:close/>
                <a:moveTo>
                  <a:pt x="206" y="143"/>
                </a:moveTo>
                <a:lnTo>
                  <a:pt x="206" y="143"/>
                </a:lnTo>
                <a:lnTo>
                  <a:pt x="218" y="136"/>
                </a:lnTo>
                <a:lnTo>
                  <a:pt x="232" y="128"/>
                </a:lnTo>
                <a:lnTo>
                  <a:pt x="244" y="116"/>
                </a:lnTo>
                <a:lnTo>
                  <a:pt x="253" y="106"/>
                </a:lnTo>
                <a:lnTo>
                  <a:pt x="253" y="106"/>
                </a:lnTo>
                <a:lnTo>
                  <a:pt x="238" y="112"/>
                </a:lnTo>
                <a:lnTo>
                  <a:pt x="224" y="121"/>
                </a:lnTo>
                <a:lnTo>
                  <a:pt x="218" y="126"/>
                </a:lnTo>
                <a:lnTo>
                  <a:pt x="213" y="132"/>
                </a:lnTo>
                <a:lnTo>
                  <a:pt x="208" y="137"/>
                </a:lnTo>
                <a:lnTo>
                  <a:pt x="206" y="143"/>
                </a:lnTo>
                <a:lnTo>
                  <a:pt x="206" y="143"/>
                </a:lnTo>
                <a:close/>
                <a:moveTo>
                  <a:pt x="183" y="101"/>
                </a:moveTo>
                <a:lnTo>
                  <a:pt x="175" y="105"/>
                </a:lnTo>
                <a:lnTo>
                  <a:pt x="175" y="105"/>
                </a:lnTo>
                <a:lnTo>
                  <a:pt x="165" y="111"/>
                </a:lnTo>
                <a:lnTo>
                  <a:pt x="158" y="119"/>
                </a:lnTo>
                <a:lnTo>
                  <a:pt x="145" y="137"/>
                </a:lnTo>
                <a:lnTo>
                  <a:pt x="145" y="137"/>
                </a:lnTo>
                <a:lnTo>
                  <a:pt x="163" y="119"/>
                </a:lnTo>
                <a:lnTo>
                  <a:pt x="183" y="101"/>
                </a:lnTo>
                <a:lnTo>
                  <a:pt x="183" y="101"/>
                </a:lnTo>
                <a:close/>
                <a:moveTo>
                  <a:pt x="138" y="50"/>
                </a:moveTo>
                <a:lnTo>
                  <a:pt x="138" y="50"/>
                </a:lnTo>
                <a:lnTo>
                  <a:pt x="145" y="45"/>
                </a:lnTo>
                <a:lnTo>
                  <a:pt x="147" y="40"/>
                </a:lnTo>
                <a:lnTo>
                  <a:pt x="145" y="38"/>
                </a:lnTo>
                <a:lnTo>
                  <a:pt x="144" y="36"/>
                </a:lnTo>
                <a:lnTo>
                  <a:pt x="144" y="36"/>
                </a:lnTo>
                <a:lnTo>
                  <a:pt x="138" y="40"/>
                </a:lnTo>
                <a:lnTo>
                  <a:pt x="132" y="47"/>
                </a:lnTo>
                <a:lnTo>
                  <a:pt x="130" y="55"/>
                </a:lnTo>
                <a:lnTo>
                  <a:pt x="128" y="62"/>
                </a:lnTo>
                <a:lnTo>
                  <a:pt x="137" y="56"/>
                </a:lnTo>
                <a:lnTo>
                  <a:pt x="137" y="56"/>
                </a:lnTo>
                <a:lnTo>
                  <a:pt x="135" y="56"/>
                </a:lnTo>
                <a:lnTo>
                  <a:pt x="135" y="55"/>
                </a:lnTo>
                <a:lnTo>
                  <a:pt x="135" y="53"/>
                </a:lnTo>
                <a:lnTo>
                  <a:pt x="137" y="53"/>
                </a:lnTo>
                <a:lnTo>
                  <a:pt x="137" y="53"/>
                </a:lnTo>
                <a:lnTo>
                  <a:pt x="138" y="52"/>
                </a:lnTo>
                <a:lnTo>
                  <a:pt x="138" y="50"/>
                </a:lnTo>
                <a:lnTo>
                  <a:pt x="138" y="50"/>
                </a:lnTo>
                <a:close/>
                <a:moveTo>
                  <a:pt x="183" y="191"/>
                </a:moveTo>
                <a:lnTo>
                  <a:pt x="183" y="191"/>
                </a:lnTo>
                <a:lnTo>
                  <a:pt x="192" y="181"/>
                </a:lnTo>
                <a:lnTo>
                  <a:pt x="196" y="177"/>
                </a:lnTo>
                <a:lnTo>
                  <a:pt x="201" y="173"/>
                </a:lnTo>
                <a:lnTo>
                  <a:pt x="201" y="173"/>
                </a:lnTo>
                <a:lnTo>
                  <a:pt x="204" y="170"/>
                </a:lnTo>
                <a:lnTo>
                  <a:pt x="204" y="166"/>
                </a:lnTo>
                <a:lnTo>
                  <a:pt x="204" y="161"/>
                </a:lnTo>
                <a:lnTo>
                  <a:pt x="203" y="161"/>
                </a:lnTo>
                <a:lnTo>
                  <a:pt x="203" y="161"/>
                </a:lnTo>
                <a:lnTo>
                  <a:pt x="203" y="161"/>
                </a:lnTo>
                <a:lnTo>
                  <a:pt x="190" y="177"/>
                </a:lnTo>
                <a:lnTo>
                  <a:pt x="186" y="184"/>
                </a:lnTo>
                <a:lnTo>
                  <a:pt x="183" y="191"/>
                </a:lnTo>
                <a:lnTo>
                  <a:pt x="183" y="191"/>
                </a:lnTo>
                <a:close/>
                <a:moveTo>
                  <a:pt x="69" y="137"/>
                </a:moveTo>
                <a:lnTo>
                  <a:pt x="69" y="137"/>
                </a:lnTo>
                <a:lnTo>
                  <a:pt x="68" y="140"/>
                </a:lnTo>
                <a:lnTo>
                  <a:pt x="66" y="144"/>
                </a:lnTo>
                <a:lnTo>
                  <a:pt x="66" y="146"/>
                </a:lnTo>
                <a:lnTo>
                  <a:pt x="68" y="146"/>
                </a:lnTo>
                <a:lnTo>
                  <a:pt x="71" y="144"/>
                </a:lnTo>
                <a:lnTo>
                  <a:pt x="71" y="144"/>
                </a:lnTo>
                <a:lnTo>
                  <a:pt x="75" y="140"/>
                </a:lnTo>
                <a:lnTo>
                  <a:pt x="80" y="135"/>
                </a:lnTo>
                <a:lnTo>
                  <a:pt x="85" y="130"/>
                </a:lnTo>
                <a:lnTo>
                  <a:pt x="86" y="126"/>
                </a:lnTo>
                <a:lnTo>
                  <a:pt x="86" y="126"/>
                </a:lnTo>
                <a:lnTo>
                  <a:pt x="78" y="132"/>
                </a:lnTo>
                <a:lnTo>
                  <a:pt x="69" y="137"/>
                </a:lnTo>
                <a:lnTo>
                  <a:pt x="69" y="137"/>
                </a:lnTo>
                <a:close/>
                <a:moveTo>
                  <a:pt x="180" y="223"/>
                </a:moveTo>
                <a:lnTo>
                  <a:pt x="180" y="223"/>
                </a:lnTo>
                <a:lnTo>
                  <a:pt x="184" y="222"/>
                </a:lnTo>
                <a:lnTo>
                  <a:pt x="190" y="218"/>
                </a:lnTo>
                <a:lnTo>
                  <a:pt x="193" y="212"/>
                </a:lnTo>
                <a:lnTo>
                  <a:pt x="194" y="209"/>
                </a:lnTo>
                <a:lnTo>
                  <a:pt x="193" y="206"/>
                </a:lnTo>
                <a:lnTo>
                  <a:pt x="193" y="206"/>
                </a:lnTo>
                <a:lnTo>
                  <a:pt x="189" y="209"/>
                </a:lnTo>
                <a:lnTo>
                  <a:pt x="184" y="212"/>
                </a:lnTo>
                <a:lnTo>
                  <a:pt x="182" y="218"/>
                </a:lnTo>
                <a:lnTo>
                  <a:pt x="180" y="223"/>
                </a:lnTo>
                <a:lnTo>
                  <a:pt x="180" y="223"/>
                </a:lnTo>
                <a:close/>
                <a:moveTo>
                  <a:pt x="131" y="77"/>
                </a:moveTo>
                <a:lnTo>
                  <a:pt x="131" y="77"/>
                </a:lnTo>
                <a:lnTo>
                  <a:pt x="128" y="78"/>
                </a:lnTo>
                <a:lnTo>
                  <a:pt x="125" y="80"/>
                </a:lnTo>
                <a:lnTo>
                  <a:pt x="124" y="84"/>
                </a:lnTo>
                <a:lnTo>
                  <a:pt x="123" y="88"/>
                </a:lnTo>
                <a:lnTo>
                  <a:pt x="121" y="94"/>
                </a:lnTo>
                <a:lnTo>
                  <a:pt x="121" y="94"/>
                </a:lnTo>
                <a:lnTo>
                  <a:pt x="124" y="92"/>
                </a:lnTo>
                <a:lnTo>
                  <a:pt x="128" y="90"/>
                </a:lnTo>
                <a:lnTo>
                  <a:pt x="134" y="81"/>
                </a:lnTo>
                <a:lnTo>
                  <a:pt x="138" y="74"/>
                </a:lnTo>
                <a:lnTo>
                  <a:pt x="140" y="70"/>
                </a:lnTo>
                <a:lnTo>
                  <a:pt x="140" y="70"/>
                </a:lnTo>
                <a:lnTo>
                  <a:pt x="135" y="76"/>
                </a:lnTo>
                <a:lnTo>
                  <a:pt x="131" y="77"/>
                </a:lnTo>
                <a:lnTo>
                  <a:pt x="131" y="77"/>
                </a:lnTo>
                <a:close/>
                <a:moveTo>
                  <a:pt x="47" y="136"/>
                </a:moveTo>
                <a:lnTo>
                  <a:pt x="47" y="136"/>
                </a:lnTo>
                <a:lnTo>
                  <a:pt x="50" y="139"/>
                </a:lnTo>
                <a:lnTo>
                  <a:pt x="51" y="139"/>
                </a:lnTo>
                <a:lnTo>
                  <a:pt x="55" y="137"/>
                </a:lnTo>
                <a:lnTo>
                  <a:pt x="58" y="135"/>
                </a:lnTo>
                <a:lnTo>
                  <a:pt x="59" y="133"/>
                </a:lnTo>
                <a:lnTo>
                  <a:pt x="62" y="133"/>
                </a:lnTo>
                <a:lnTo>
                  <a:pt x="62" y="133"/>
                </a:lnTo>
                <a:lnTo>
                  <a:pt x="62" y="130"/>
                </a:lnTo>
                <a:lnTo>
                  <a:pt x="64" y="128"/>
                </a:lnTo>
                <a:lnTo>
                  <a:pt x="65" y="125"/>
                </a:lnTo>
                <a:lnTo>
                  <a:pt x="64" y="125"/>
                </a:lnTo>
                <a:lnTo>
                  <a:pt x="61" y="125"/>
                </a:lnTo>
                <a:lnTo>
                  <a:pt x="61" y="125"/>
                </a:lnTo>
                <a:lnTo>
                  <a:pt x="58" y="126"/>
                </a:lnTo>
                <a:lnTo>
                  <a:pt x="54" y="130"/>
                </a:lnTo>
                <a:lnTo>
                  <a:pt x="47" y="136"/>
                </a:lnTo>
                <a:lnTo>
                  <a:pt x="47" y="136"/>
                </a:lnTo>
                <a:close/>
                <a:moveTo>
                  <a:pt x="36" y="119"/>
                </a:moveTo>
                <a:lnTo>
                  <a:pt x="36" y="119"/>
                </a:lnTo>
                <a:lnTo>
                  <a:pt x="57" y="116"/>
                </a:lnTo>
                <a:lnTo>
                  <a:pt x="66" y="115"/>
                </a:lnTo>
                <a:lnTo>
                  <a:pt x="75" y="112"/>
                </a:lnTo>
                <a:lnTo>
                  <a:pt x="75" y="112"/>
                </a:lnTo>
                <a:lnTo>
                  <a:pt x="68" y="112"/>
                </a:lnTo>
                <a:lnTo>
                  <a:pt x="61" y="112"/>
                </a:lnTo>
                <a:lnTo>
                  <a:pt x="61" y="112"/>
                </a:lnTo>
                <a:lnTo>
                  <a:pt x="48" y="115"/>
                </a:lnTo>
                <a:lnTo>
                  <a:pt x="36" y="119"/>
                </a:lnTo>
                <a:lnTo>
                  <a:pt x="36" y="119"/>
                </a:lnTo>
                <a:close/>
                <a:moveTo>
                  <a:pt x="89" y="111"/>
                </a:moveTo>
                <a:lnTo>
                  <a:pt x="89" y="111"/>
                </a:lnTo>
                <a:lnTo>
                  <a:pt x="82" y="109"/>
                </a:lnTo>
                <a:lnTo>
                  <a:pt x="80" y="111"/>
                </a:lnTo>
                <a:lnTo>
                  <a:pt x="79" y="111"/>
                </a:lnTo>
                <a:lnTo>
                  <a:pt x="79" y="112"/>
                </a:lnTo>
                <a:lnTo>
                  <a:pt x="82" y="115"/>
                </a:lnTo>
                <a:lnTo>
                  <a:pt x="82" y="115"/>
                </a:lnTo>
                <a:lnTo>
                  <a:pt x="83" y="116"/>
                </a:lnTo>
                <a:lnTo>
                  <a:pt x="86" y="116"/>
                </a:lnTo>
                <a:lnTo>
                  <a:pt x="92" y="114"/>
                </a:lnTo>
                <a:lnTo>
                  <a:pt x="97" y="109"/>
                </a:lnTo>
                <a:lnTo>
                  <a:pt x="99" y="108"/>
                </a:lnTo>
                <a:lnTo>
                  <a:pt x="99" y="108"/>
                </a:lnTo>
                <a:lnTo>
                  <a:pt x="89" y="111"/>
                </a:lnTo>
                <a:lnTo>
                  <a:pt x="89" y="111"/>
                </a:lnTo>
                <a:close/>
                <a:moveTo>
                  <a:pt x="197" y="226"/>
                </a:moveTo>
                <a:lnTo>
                  <a:pt x="197" y="226"/>
                </a:lnTo>
                <a:lnTo>
                  <a:pt x="194" y="227"/>
                </a:lnTo>
                <a:lnTo>
                  <a:pt x="193" y="232"/>
                </a:lnTo>
                <a:lnTo>
                  <a:pt x="194" y="234"/>
                </a:lnTo>
                <a:lnTo>
                  <a:pt x="199" y="236"/>
                </a:lnTo>
                <a:lnTo>
                  <a:pt x="199" y="236"/>
                </a:lnTo>
                <a:lnTo>
                  <a:pt x="200" y="234"/>
                </a:lnTo>
                <a:lnTo>
                  <a:pt x="201" y="230"/>
                </a:lnTo>
                <a:lnTo>
                  <a:pt x="201" y="222"/>
                </a:lnTo>
                <a:lnTo>
                  <a:pt x="201" y="222"/>
                </a:lnTo>
                <a:lnTo>
                  <a:pt x="200" y="225"/>
                </a:lnTo>
                <a:lnTo>
                  <a:pt x="197" y="226"/>
                </a:lnTo>
                <a:lnTo>
                  <a:pt x="197" y="226"/>
                </a:lnTo>
                <a:close/>
                <a:moveTo>
                  <a:pt x="64" y="137"/>
                </a:moveTo>
                <a:lnTo>
                  <a:pt x="64" y="137"/>
                </a:lnTo>
                <a:lnTo>
                  <a:pt x="69" y="135"/>
                </a:lnTo>
                <a:lnTo>
                  <a:pt x="72" y="130"/>
                </a:lnTo>
                <a:lnTo>
                  <a:pt x="75" y="126"/>
                </a:lnTo>
                <a:lnTo>
                  <a:pt x="75" y="126"/>
                </a:lnTo>
                <a:lnTo>
                  <a:pt x="73" y="126"/>
                </a:lnTo>
                <a:lnTo>
                  <a:pt x="73" y="126"/>
                </a:lnTo>
                <a:lnTo>
                  <a:pt x="71" y="128"/>
                </a:lnTo>
                <a:lnTo>
                  <a:pt x="68" y="130"/>
                </a:lnTo>
                <a:lnTo>
                  <a:pt x="64" y="137"/>
                </a:lnTo>
                <a:lnTo>
                  <a:pt x="64" y="137"/>
                </a:lnTo>
                <a:close/>
                <a:moveTo>
                  <a:pt x="123" y="225"/>
                </a:moveTo>
                <a:lnTo>
                  <a:pt x="123" y="225"/>
                </a:lnTo>
                <a:lnTo>
                  <a:pt x="123" y="226"/>
                </a:lnTo>
                <a:lnTo>
                  <a:pt x="125" y="223"/>
                </a:lnTo>
                <a:lnTo>
                  <a:pt x="131" y="216"/>
                </a:lnTo>
                <a:lnTo>
                  <a:pt x="131" y="216"/>
                </a:lnTo>
                <a:lnTo>
                  <a:pt x="131" y="215"/>
                </a:lnTo>
                <a:lnTo>
                  <a:pt x="131" y="212"/>
                </a:lnTo>
                <a:lnTo>
                  <a:pt x="131" y="212"/>
                </a:lnTo>
                <a:lnTo>
                  <a:pt x="125" y="219"/>
                </a:lnTo>
                <a:lnTo>
                  <a:pt x="123" y="225"/>
                </a:lnTo>
                <a:lnTo>
                  <a:pt x="123" y="225"/>
                </a:lnTo>
                <a:close/>
                <a:moveTo>
                  <a:pt x="156" y="88"/>
                </a:moveTo>
                <a:lnTo>
                  <a:pt x="149" y="94"/>
                </a:lnTo>
                <a:lnTo>
                  <a:pt x="149" y="94"/>
                </a:lnTo>
                <a:lnTo>
                  <a:pt x="152" y="95"/>
                </a:lnTo>
                <a:lnTo>
                  <a:pt x="155" y="94"/>
                </a:lnTo>
                <a:lnTo>
                  <a:pt x="158" y="92"/>
                </a:lnTo>
                <a:lnTo>
                  <a:pt x="158" y="91"/>
                </a:lnTo>
                <a:lnTo>
                  <a:pt x="156" y="88"/>
                </a:lnTo>
                <a:lnTo>
                  <a:pt x="156" y="88"/>
                </a:lnTo>
                <a:close/>
                <a:moveTo>
                  <a:pt x="106" y="116"/>
                </a:moveTo>
                <a:lnTo>
                  <a:pt x="106" y="116"/>
                </a:lnTo>
                <a:lnTo>
                  <a:pt x="106" y="118"/>
                </a:lnTo>
                <a:lnTo>
                  <a:pt x="109" y="118"/>
                </a:lnTo>
                <a:lnTo>
                  <a:pt x="113" y="115"/>
                </a:lnTo>
                <a:lnTo>
                  <a:pt x="113" y="115"/>
                </a:lnTo>
                <a:lnTo>
                  <a:pt x="114" y="112"/>
                </a:lnTo>
                <a:lnTo>
                  <a:pt x="114" y="111"/>
                </a:lnTo>
                <a:lnTo>
                  <a:pt x="113" y="111"/>
                </a:lnTo>
                <a:lnTo>
                  <a:pt x="110" y="112"/>
                </a:lnTo>
                <a:lnTo>
                  <a:pt x="110" y="112"/>
                </a:lnTo>
                <a:lnTo>
                  <a:pt x="109" y="114"/>
                </a:lnTo>
                <a:lnTo>
                  <a:pt x="106" y="116"/>
                </a:lnTo>
                <a:lnTo>
                  <a:pt x="106" y="116"/>
                </a:lnTo>
                <a:close/>
                <a:moveTo>
                  <a:pt x="43" y="128"/>
                </a:moveTo>
                <a:lnTo>
                  <a:pt x="43" y="128"/>
                </a:lnTo>
                <a:lnTo>
                  <a:pt x="31" y="128"/>
                </a:lnTo>
                <a:lnTo>
                  <a:pt x="31" y="128"/>
                </a:lnTo>
                <a:lnTo>
                  <a:pt x="33" y="129"/>
                </a:lnTo>
                <a:lnTo>
                  <a:pt x="36" y="130"/>
                </a:lnTo>
                <a:lnTo>
                  <a:pt x="40" y="130"/>
                </a:lnTo>
                <a:lnTo>
                  <a:pt x="43" y="128"/>
                </a:lnTo>
                <a:lnTo>
                  <a:pt x="43" y="128"/>
                </a:lnTo>
                <a:close/>
                <a:moveTo>
                  <a:pt x="106" y="234"/>
                </a:moveTo>
                <a:lnTo>
                  <a:pt x="106" y="234"/>
                </a:lnTo>
                <a:lnTo>
                  <a:pt x="111" y="229"/>
                </a:lnTo>
                <a:lnTo>
                  <a:pt x="114" y="225"/>
                </a:lnTo>
                <a:lnTo>
                  <a:pt x="116" y="220"/>
                </a:lnTo>
                <a:lnTo>
                  <a:pt x="116" y="220"/>
                </a:lnTo>
                <a:lnTo>
                  <a:pt x="110" y="227"/>
                </a:lnTo>
                <a:lnTo>
                  <a:pt x="106" y="234"/>
                </a:lnTo>
                <a:lnTo>
                  <a:pt x="106" y="234"/>
                </a:lnTo>
                <a:close/>
                <a:moveTo>
                  <a:pt x="117" y="105"/>
                </a:moveTo>
                <a:lnTo>
                  <a:pt x="117" y="105"/>
                </a:lnTo>
                <a:lnTo>
                  <a:pt x="118" y="108"/>
                </a:lnTo>
                <a:lnTo>
                  <a:pt x="118" y="109"/>
                </a:lnTo>
                <a:lnTo>
                  <a:pt x="123" y="108"/>
                </a:lnTo>
                <a:lnTo>
                  <a:pt x="125" y="105"/>
                </a:lnTo>
                <a:lnTo>
                  <a:pt x="127" y="102"/>
                </a:lnTo>
                <a:lnTo>
                  <a:pt x="127" y="102"/>
                </a:lnTo>
                <a:lnTo>
                  <a:pt x="121" y="101"/>
                </a:lnTo>
                <a:lnTo>
                  <a:pt x="118" y="102"/>
                </a:lnTo>
                <a:lnTo>
                  <a:pt x="117" y="104"/>
                </a:lnTo>
                <a:lnTo>
                  <a:pt x="117" y="105"/>
                </a:lnTo>
                <a:lnTo>
                  <a:pt x="117" y="105"/>
                </a:lnTo>
                <a:close/>
                <a:moveTo>
                  <a:pt x="154" y="73"/>
                </a:moveTo>
                <a:lnTo>
                  <a:pt x="154" y="73"/>
                </a:lnTo>
                <a:lnTo>
                  <a:pt x="155" y="71"/>
                </a:lnTo>
                <a:lnTo>
                  <a:pt x="155" y="70"/>
                </a:lnTo>
                <a:lnTo>
                  <a:pt x="154" y="69"/>
                </a:lnTo>
                <a:lnTo>
                  <a:pt x="151" y="69"/>
                </a:lnTo>
                <a:lnTo>
                  <a:pt x="151" y="69"/>
                </a:lnTo>
                <a:lnTo>
                  <a:pt x="148" y="70"/>
                </a:lnTo>
                <a:lnTo>
                  <a:pt x="149" y="73"/>
                </a:lnTo>
                <a:lnTo>
                  <a:pt x="151" y="73"/>
                </a:lnTo>
                <a:lnTo>
                  <a:pt x="154" y="73"/>
                </a:lnTo>
                <a:lnTo>
                  <a:pt x="154" y="73"/>
                </a:lnTo>
                <a:close/>
              </a:path>
            </a:pathLst>
          </a:custGeom>
          <a:solidFill>
            <a:srgbClr val="FFC000"/>
          </a:solidFill>
          <a:ln w="9525">
            <a:noFill/>
            <a:round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54" name="Freeform 21"/>
          <p:cNvSpPr/>
          <p:nvPr>
            <p:custDataLst>
              <p:tags r:id="rId2"/>
            </p:custDataLst>
          </p:nvPr>
        </p:nvSpPr>
        <p:spPr bwMode="auto">
          <a:xfrm>
            <a:off x="1820137" y="4509373"/>
            <a:ext cx="5716934" cy="236783"/>
          </a:xfrm>
          <a:custGeom>
            <a:avLst/>
            <a:gdLst>
              <a:gd name="T0" fmla="*/ 3 w 764"/>
              <a:gd name="T1" fmla="*/ 1 h 70"/>
              <a:gd name="T2" fmla="*/ 0 w 764"/>
              <a:gd name="T3" fmla="*/ 4 h 70"/>
              <a:gd name="T4" fmla="*/ 3 w 764"/>
              <a:gd name="T5" fmla="*/ 8 h 70"/>
              <a:gd name="T6" fmla="*/ 183 w 764"/>
              <a:gd name="T7" fmla="*/ 7 h 70"/>
              <a:gd name="T8" fmla="*/ 625 w 764"/>
              <a:gd name="T9" fmla="*/ 9 h 70"/>
              <a:gd name="T10" fmla="*/ 638 w 764"/>
              <a:gd name="T11" fmla="*/ 9 h 70"/>
              <a:gd name="T12" fmla="*/ 517 w 764"/>
              <a:gd name="T13" fmla="*/ 13 h 70"/>
              <a:gd name="T14" fmla="*/ 241 w 764"/>
              <a:gd name="T15" fmla="*/ 22 h 70"/>
              <a:gd name="T16" fmla="*/ 47 w 764"/>
              <a:gd name="T17" fmla="*/ 33 h 70"/>
              <a:gd name="T18" fmla="*/ 47 w 764"/>
              <a:gd name="T19" fmla="*/ 39 h 70"/>
              <a:gd name="T20" fmla="*/ 215 w 764"/>
              <a:gd name="T21" fmla="*/ 33 h 70"/>
              <a:gd name="T22" fmla="*/ 539 w 764"/>
              <a:gd name="T23" fmla="*/ 40 h 70"/>
              <a:gd name="T24" fmla="*/ 530 w 764"/>
              <a:gd name="T25" fmla="*/ 40 h 70"/>
              <a:gd name="T26" fmla="*/ 236 w 764"/>
              <a:gd name="T27" fmla="*/ 60 h 70"/>
              <a:gd name="T28" fmla="*/ 217 w 764"/>
              <a:gd name="T29" fmla="*/ 63 h 70"/>
              <a:gd name="T30" fmla="*/ 215 w 764"/>
              <a:gd name="T31" fmla="*/ 67 h 70"/>
              <a:gd name="T32" fmla="*/ 218 w 764"/>
              <a:gd name="T33" fmla="*/ 70 h 70"/>
              <a:gd name="T34" fmla="*/ 237 w 764"/>
              <a:gd name="T35" fmla="*/ 67 h 70"/>
              <a:gd name="T36" fmla="*/ 530 w 764"/>
              <a:gd name="T37" fmla="*/ 47 h 70"/>
              <a:gd name="T38" fmla="*/ 575 w 764"/>
              <a:gd name="T39" fmla="*/ 47 h 70"/>
              <a:gd name="T40" fmla="*/ 575 w 764"/>
              <a:gd name="T41" fmla="*/ 41 h 70"/>
              <a:gd name="T42" fmla="*/ 573 w 764"/>
              <a:gd name="T43" fmla="*/ 40 h 70"/>
              <a:gd name="T44" fmla="*/ 560 w 764"/>
              <a:gd name="T45" fmla="*/ 37 h 70"/>
              <a:gd name="T46" fmla="*/ 321 w 764"/>
              <a:gd name="T47" fmla="*/ 22 h 70"/>
              <a:gd name="T48" fmla="*/ 517 w 764"/>
              <a:gd name="T49" fmla="*/ 19 h 70"/>
              <a:gd name="T50" fmla="*/ 668 w 764"/>
              <a:gd name="T51" fmla="*/ 14 h 70"/>
              <a:gd name="T52" fmla="*/ 761 w 764"/>
              <a:gd name="T53" fmla="*/ 8 h 70"/>
              <a:gd name="T54" fmla="*/ 763 w 764"/>
              <a:gd name="T55" fmla="*/ 7 h 70"/>
              <a:gd name="T56" fmla="*/ 763 w 764"/>
              <a:gd name="T57" fmla="*/ 2 h 70"/>
              <a:gd name="T58" fmla="*/ 763 w 764"/>
              <a:gd name="T59" fmla="*/ 2 h 70"/>
              <a:gd name="T60" fmla="*/ 759 w 764"/>
              <a:gd name="T61" fmla="*/ 2 h 70"/>
              <a:gd name="T62" fmla="*/ 759 w 764"/>
              <a:gd name="T63" fmla="*/ 2 h 70"/>
              <a:gd name="T64" fmla="*/ 759 w 764"/>
              <a:gd name="T65" fmla="*/ 2 h 70"/>
              <a:gd name="T66" fmla="*/ 682 w 764"/>
              <a:gd name="T67" fmla="*/ 2 h 70"/>
              <a:gd name="T68" fmla="*/ 625 w 764"/>
              <a:gd name="T69" fmla="*/ 2 h 70"/>
              <a:gd name="T70" fmla="*/ 183 w 764"/>
              <a:gd name="T71" fmla="*/ 1 h 70"/>
              <a:gd name="T72" fmla="*/ 3 w 764"/>
              <a:gd name="T73" fmla="*/ 1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764" h="70">
                <a:moveTo>
                  <a:pt x="3" y="1"/>
                </a:moveTo>
                <a:cubicBezTo>
                  <a:pt x="1" y="1"/>
                  <a:pt x="0" y="3"/>
                  <a:pt x="0" y="4"/>
                </a:cubicBezTo>
                <a:cubicBezTo>
                  <a:pt x="0" y="6"/>
                  <a:pt x="1" y="8"/>
                  <a:pt x="3" y="8"/>
                </a:cubicBezTo>
                <a:cubicBezTo>
                  <a:pt x="59" y="8"/>
                  <a:pt x="121" y="8"/>
                  <a:pt x="183" y="7"/>
                </a:cubicBezTo>
                <a:cubicBezTo>
                  <a:pt x="330" y="7"/>
                  <a:pt x="473" y="7"/>
                  <a:pt x="625" y="9"/>
                </a:cubicBezTo>
                <a:cubicBezTo>
                  <a:pt x="627" y="9"/>
                  <a:pt x="632" y="9"/>
                  <a:pt x="638" y="9"/>
                </a:cubicBezTo>
                <a:cubicBezTo>
                  <a:pt x="581" y="11"/>
                  <a:pt x="523" y="13"/>
                  <a:pt x="517" y="13"/>
                </a:cubicBezTo>
                <a:cubicBezTo>
                  <a:pt x="414" y="7"/>
                  <a:pt x="327" y="15"/>
                  <a:pt x="241" y="22"/>
                </a:cubicBezTo>
                <a:cubicBezTo>
                  <a:pt x="178" y="28"/>
                  <a:pt x="115" y="33"/>
                  <a:pt x="47" y="33"/>
                </a:cubicBezTo>
                <a:cubicBezTo>
                  <a:pt x="47" y="39"/>
                  <a:pt x="47" y="39"/>
                  <a:pt x="47" y="39"/>
                </a:cubicBezTo>
                <a:cubicBezTo>
                  <a:pt x="108" y="39"/>
                  <a:pt x="162" y="36"/>
                  <a:pt x="215" y="33"/>
                </a:cubicBezTo>
                <a:cubicBezTo>
                  <a:pt x="316" y="28"/>
                  <a:pt x="411" y="22"/>
                  <a:pt x="539" y="40"/>
                </a:cubicBezTo>
                <a:cubicBezTo>
                  <a:pt x="530" y="40"/>
                  <a:pt x="530" y="40"/>
                  <a:pt x="530" y="40"/>
                </a:cubicBezTo>
                <a:cubicBezTo>
                  <a:pt x="427" y="40"/>
                  <a:pt x="355" y="40"/>
                  <a:pt x="236" y="60"/>
                </a:cubicBezTo>
                <a:cubicBezTo>
                  <a:pt x="217" y="63"/>
                  <a:pt x="217" y="63"/>
                  <a:pt x="217" y="63"/>
                </a:cubicBezTo>
                <a:cubicBezTo>
                  <a:pt x="216" y="64"/>
                  <a:pt x="214" y="65"/>
                  <a:pt x="215" y="67"/>
                </a:cubicBezTo>
                <a:cubicBezTo>
                  <a:pt x="215" y="69"/>
                  <a:pt x="217" y="70"/>
                  <a:pt x="218" y="70"/>
                </a:cubicBezTo>
                <a:cubicBezTo>
                  <a:pt x="237" y="67"/>
                  <a:pt x="237" y="67"/>
                  <a:pt x="237" y="67"/>
                </a:cubicBezTo>
                <a:cubicBezTo>
                  <a:pt x="356" y="46"/>
                  <a:pt x="427" y="47"/>
                  <a:pt x="530" y="47"/>
                </a:cubicBezTo>
                <a:cubicBezTo>
                  <a:pt x="546" y="47"/>
                  <a:pt x="563" y="47"/>
                  <a:pt x="575" y="47"/>
                </a:cubicBezTo>
                <a:cubicBezTo>
                  <a:pt x="575" y="41"/>
                  <a:pt x="575" y="41"/>
                  <a:pt x="575" y="41"/>
                </a:cubicBezTo>
                <a:cubicBezTo>
                  <a:pt x="574" y="41"/>
                  <a:pt x="574" y="40"/>
                  <a:pt x="573" y="40"/>
                </a:cubicBezTo>
                <a:cubicBezTo>
                  <a:pt x="569" y="39"/>
                  <a:pt x="561" y="37"/>
                  <a:pt x="560" y="37"/>
                </a:cubicBezTo>
                <a:cubicBezTo>
                  <a:pt x="467" y="23"/>
                  <a:pt x="392" y="20"/>
                  <a:pt x="321" y="22"/>
                </a:cubicBezTo>
                <a:cubicBezTo>
                  <a:pt x="382" y="18"/>
                  <a:pt x="446" y="15"/>
                  <a:pt x="517" y="19"/>
                </a:cubicBezTo>
                <a:cubicBezTo>
                  <a:pt x="524" y="20"/>
                  <a:pt x="602" y="17"/>
                  <a:pt x="668" y="14"/>
                </a:cubicBezTo>
                <a:cubicBezTo>
                  <a:pt x="713" y="12"/>
                  <a:pt x="753" y="10"/>
                  <a:pt x="761" y="8"/>
                </a:cubicBezTo>
                <a:cubicBezTo>
                  <a:pt x="762" y="8"/>
                  <a:pt x="763" y="8"/>
                  <a:pt x="763" y="7"/>
                </a:cubicBezTo>
                <a:cubicBezTo>
                  <a:pt x="764" y="6"/>
                  <a:pt x="764" y="4"/>
                  <a:pt x="763" y="2"/>
                </a:cubicBezTo>
                <a:cubicBezTo>
                  <a:pt x="763" y="2"/>
                  <a:pt x="763" y="2"/>
                  <a:pt x="763" y="2"/>
                </a:cubicBezTo>
                <a:cubicBezTo>
                  <a:pt x="763" y="2"/>
                  <a:pt x="761" y="2"/>
                  <a:pt x="759" y="2"/>
                </a:cubicBezTo>
                <a:cubicBezTo>
                  <a:pt x="759" y="2"/>
                  <a:pt x="759" y="2"/>
                  <a:pt x="759" y="2"/>
                </a:cubicBezTo>
                <a:cubicBezTo>
                  <a:pt x="759" y="2"/>
                  <a:pt x="759" y="2"/>
                  <a:pt x="759" y="2"/>
                </a:cubicBezTo>
                <a:cubicBezTo>
                  <a:pt x="748" y="2"/>
                  <a:pt x="713" y="2"/>
                  <a:pt x="682" y="2"/>
                </a:cubicBezTo>
                <a:cubicBezTo>
                  <a:pt x="655" y="2"/>
                  <a:pt x="631" y="2"/>
                  <a:pt x="625" y="2"/>
                </a:cubicBezTo>
                <a:cubicBezTo>
                  <a:pt x="474" y="0"/>
                  <a:pt x="330" y="1"/>
                  <a:pt x="183" y="1"/>
                </a:cubicBezTo>
                <a:cubicBezTo>
                  <a:pt x="126" y="1"/>
                  <a:pt x="68" y="1"/>
                  <a:pt x="3" y="1"/>
                </a:cubicBezTo>
                <a:close/>
              </a:path>
            </a:pathLst>
          </a:custGeom>
          <a:solidFill>
            <a:srgbClr val="1F4E79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56" name="Freeform 66"/>
          <p:cNvSpPr>
            <a:spLocks noEditPoints="1"/>
          </p:cNvSpPr>
          <p:nvPr>
            <p:custDataLst>
              <p:tags r:id="rId3"/>
            </p:custDataLst>
          </p:nvPr>
        </p:nvSpPr>
        <p:spPr bwMode="auto">
          <a:xfrm rot="218059">
            <a:off x="7899230" y="4311954"/>
            <a:ext cx="481676" cy="486694"/>
          </a:xfrm>
          <a:custGeom>
            <a:avLst/>
            <a:gdLst/>
            <a:ahLst/>
            <a:cxnLst>
              <a:cxn ang="0">
                <a:pos x="166" y="76"/>
              </a:cxn>
              <a:cxn ang="0">
                <a:pos x="287" y="94"/>
              </a:cxn>
              <a:cxn ang="0">
                <a:pos x="168" y="226"/>
              </a:cxn>
              <a:cxn ang="0">
                <a:pos x="69" y="274"/>
              </a:cxn>
              <a:cxn ang="0">
                <a:pos x="0" y="122"/>
              </a:cxn>
              <a:cxn ang="0">
                <a:pos x="107" y="99"/>
              </a:cxn>
              <a:cxn ang="0">
                <a:pos x="102" y="177"/>
              </a:cxn>
              <a:cxn ang="0">
                <a:pos x="99" y="173"/>
              </a:cxn>
              <a:cxn ang="0">
                <a:pos x="132" y="154"/>
              </a:cxn>
              <a:cxn ang="0">
                <a:pos x="217" y="111"/>
              </a:cxn>
              <a:cxn ang="0">
                <a:pos x="234" y="109"/>
              </a:cxn>
              <a:cxn ang="0">
                <a:pos x="197" y="101"/>
              </a:cxn>
              <a:cxn ang="0">
                <a:pos x="172" y="132"/>
              </a:cxn>
              <a:cxn ang="0">
                <a:pos x="184" y="137"/>
              </a:cxn>
              <a:cxn ang="0">
                <a:pos x="215" y="122"/>
              </a:cxn>
              <a:cxn ang="0">
                <a:pos x="131" y="212"/>
              </a:cxn>
              <a:cxn ang="0">
                <a:pos x="83" y="267"/>
              </a:cxn>
              <a:cxn ang="0">
                <a:pos x="83" y="254"/>
              </a:cxn>
              <a:cxn ang="0">
                <a:pos x="79" y="257"/>
              </a:cxn>
              <a:cxn ang="0">
                <a:pos x="159" y="105"/>
              </a:cxn>
              <a:cxn ang="0">
                <a:pos x="147" y="90"/>
              </a:cxn>
              <a:cxn ang="0">
                <a:pos x="149" y="97"/>
              </a:cxn>
              <a:cxn ang="0">
                <a:pos x="85" y="156"/>
              </a:cxn>
              <a:cxn ang="0">
                <a:pos x="166" y="208"/>
              </a:cxn>
              <a:cxn ang="0">
                <a:pos x="184" y="195"/>
              </a:cxn>
              <a:cxn ang="0">
                <a:pos x="189" y="170"/>
              </a:cxn>
              <a:cxn ang="0">
                <a:pos x="203" y="202"/>
              </a:cxn>
              <a:cxn ang="0">
                <a:pos x="204" y="215"/>
              </a:cxn>
              <a:cxn ang="0">
                <a:pos x="211" y="240"/>
              </a:cxn>
              <a:cxn ang="0">
                <a:pos x="203" y="187"/>
              </a:cxn>
              <a:cxn ang="0">
                <a:pos x="253" y="106"/>
              </a:cxn>
              <a:cxn ang="0">
                <a:pos x="183" y="101"/>
              </a:cxn>
              <a:cxn ang="0">
                <a:pos x="183" y="101"/>
              </a:cxn>
              <a:cxn ang="0">
                <a:pos x="132" y="47"/>
              </a:cxn>
              <a:cxn ang="0">
                <a:pos x="137" y="53"/>
              </a:cxn>
              <a:cxn ang="0">
                <a:pos x="201" y="173"/>
              </a:cxn>
              <a:cxn ang="0">
                <a:pos x="183" y="191"/>
              </a:cxn>
              <a:cxn ang="0">
                <a:pos x="71" y="144"/>
              </a:cxn>
              <a:cxn ang="0">
                <a:pos x="180" y="223"/>
              </a:cxn>
              <a:cxn ang="0">
                <a:pos x="184" y="212"/>
              </a:cxn>
              <a:cxn ang="0">
                <a:pos x="123" y="88"/>
              </a:cxn>
              <a:cxn ang="0">
                <a:pos x="135" y="76"/>
              </a:cxn>
              <a:cxn ang="0">
                <a:pos x="59" y="133"/>
              </a:cxn>
              <a:cxn ang="0">
                <a:pos x="58" y="126"/>
              </a:cxn>
              <a:cxn ang="0">
                <a:pos x="75" y="112"/>
              </a:cxn>
              <a:cxn ang="0">
                <a:pos x="82" y="109"/>
              </a:cxn>
              <a:cxn ang="0">
                <a:pos x="97" y="109"/>
              </a:cxn>
              <a:cxn ang="0">
                <a:pos x="194" y="234"/>
              </a:cxn>
              <a:cxn ang="0">
                <a:pos x="197" y="226"/>
              </a:cxn>
              <a:cxn ang="0">
                <a:pos x="71" y="128"/>
              </a:cxn>
              <a:cxn ang="0">
                <a:pos x="131" y="216"/>
              </a:cxn>
              <a:cxn ang="0">
                <a:pos x="149" y="94"/>
              </a:cxn>
              <a:cxn ang="0">
                <a:pos x="106" y="118"/>
              </a:cxn>
              <a:cxn ang="0">
                <a:pos x="109" y="114"/>
              </a:cxn>
              <a:cxn ang="0">
                <a:pos x="40" y="130"/>
              </a:cxn>
              <a:cxn ang="0">
                <a:pos x="110" y="227"/>
              </a:cxn>
              <a:cxn ang="0">
                <a:pos x="127" y="102"/>
              </a:cxn>
              <a:cxn ang="0">
                <a:pos x="155" y="71"/>
              </a:cxn>
              <a:cxn ang="0">
                <a:pos x="154" y="73"/>
              </a:cxn>
            </a:cxnLst>
            <a:rect l="0" t="0" r="r" b="b"/>
            <a:pathLst>
              <a:path w="287" h="289">
                <a:moveTo>
                  <a:pt x="130" y="0"/>
                </a:moveTo>
                <a:lnTo>
                  <a:pt x="130" y="0"/>
                </a:lnTo>
                <a:lnTo>
                  <a:pt x="138" y="7"/>
                </a:lnTo>
                <a:lnTo>
                  <a:pt x="144" y="15"/>
                </a:lnTo>
                <a:lnTo>
                  <a:pt x="149" y="24"/>
                </a:lnTo>
                <a:lnTo>
                  <a:pt x="154" y="33"/>
                </a:lnTo>
                <a:lnTo>
                  <a:pt x="161" y="53"/>
                </a:lnTo>
                <a:lnTo>
                  <a:pt x="166" y="76"/>
                </a:lnTo>
                <a:lnTo>
                  <a:pt x="166" y="76"/>
                </a:lnTo>
                <a:lnTo>
                  <a:pt x="168" y="84"/>
                </a:lnTo>
                <a:lnTo>
                  <a:pt x="170" y="91"/>
                </a:lnTo>
                <a:lnTo>
                  <a:pt x="170" y="91"/>
                </a:lnTo>
                <a:lnTo>
                  <a:pt x="183" y="90"/>
                </a:lnTo>
                <a:lnTo>
                  <a:pt x="197" y="87"/>
                </a:lnTo>
                <a:lnTo>
                  <a:pt x="213" y="87"/>
                </a:lnTo>
                <a:lnTo>
                  <a:pt x="228" y="87"/>
                </a:lnTo>
                <a:lnTo>
                  <a:pt x="258" y="90"/>
                </a:lnTo>
                <a:lnTo>
                  <a:pt x="287" y="94"/>
                </a:lnTo>
                <a:lnTo>
                  <a:pt x="287" y="94"/>
                </a:lnTo>
                <a:lnTo>
                  <a:pt x="249" y="125"/>
                </a:lnTo>
                <a:lnTo>
                  <a:pt x="229" y="140"/>
                </a:lnTo>
                <a:lnTo>
                  <a:pt x="211" y="154"/>
                </a:lnTo>
                <a:lnTo>
                  <a:pt x="229" y="267"/>
                </a:lnTo>
                <a:lnTo>
                  <a:pt x="229" y="267"/>
                </a:lnTo>
                <a:lnTo>
                  <a:pt x="208" y="255"/>
                </a:lnTo>
                <a:lnTo>
                  <a:pt x="187" y="241"/>
                </a:lnTo>
                <a:lnTo>
                  <a:pt x="168" y="226"/>
                </a:lnTo>
                <a:lnTo>
                  <a:pt x="148" y="209"/>
                </a:lnTo>
                <a:lnTo>
                  <a:pt x="148" y="209"/>
                </a:lnTo>
                <a:lnTo>
                  <a:pt x="130" y="232"/>
                </a:lnTo>
                <a:lnTo>
                  <a:pt x="111" y="253"/>
                </a:lnTo>
                <a:lnTo>
                  <a:pt x="90" y="272"/>
                </a:lnTo>
                <a:lnTo>
                  <a:pt x="80" y="281"/>
                </a:lnTo>
                <a:lnTo>
                  <a:pt x="68" y="289"/>
                </a:lnTo>
                <a:lnTo>
                  <a:pt x="68" y="289"/>
                </a:lnTo>
                <a:lnTo>
                  <a:pt x="69" y="274"/>
                </a:lnTo>
                <a:lnTo>
                  <a:pt x="72" y="258"/>
                </a:lnTo>
                <a:lnTo>
                  <a:pt x="78" y="229"/>
                </a:lnTo>
                <a:lnTo>
                  <a:pt x="85" y="201"/>
                </a:lnTo>
                <a:lnTo>
                  <a:pt x="89" y="173"/>
                </a:lnTo>
                <a:lnTo>
                  <a:pt x="89" y="173"/>
                </a:lnTo>
                <a:lnTo>
                  <a:pt x="68" y="158"/>
                </a:lnTo>
                <a:lnTo>
                  <a:pt x="45" y="146"/>
                </a:lnTo>
                <a:lnTo>
                  <a:pt x="0" y="122"/>
                </a:lnTo>
                <a:lnTo>
                  <a:pt x="0" y="122"/>
                </a:lnTo>
                <a:lnTo>
                  <a:pt x="0" y="122"/>
                </a:lnTo>
                <a:lnTo>
                  <a:pt x="0" y="121"/>
                </a:lnTo>
                <a:lnTo>
                  <a:pt x="3" y="118"/>
                </a:lnTo>
                <a:lnTo>
                  <a:pt x="12" y="114"/>
                </a:lnTo>
                <a:lnTo>
                  <a:pt x="12" y="114"/>
                </a:lnTo>
                <a:lnTo>
                  <a:pt x="34" y="109"/>
                </a:lnTo>
                <a:lnTo>
                  <a:pt x="57" y="105"/>
                </a:lnTo>
                <a:lnTo>
                  <a:pt x="82" y="101"/>
                </a:lnTo>
                <a:lnTo>
                  <a:pt x="107" y="99"/>
                </a:lnTo>
                <a:lnTo>
                  <a:pt x="130" y="0"/>
                </a:lnTo>
                <a:close/>
                <a:moveTo>
                  <a:pt x="103" y="187"/>
                </a:moveTo>
                <a:lnTo>
                  <a:pt x="103" y="187"/>
                </a:lnTo>
                <a:lnTo>
                  <a:pt x="102" y="187"/>
                </a:lnTo>
                <a:lnTo>
                  <a:pt x="102" y="187"/>
                </a:lnTo>
                <a:lnTo>
                  <a:pt x="100" y="184"/>
                </a:lnTo>
                <a:lnTo>
                  <a:pt x="102" y="180"/>
                </a:lnTo>
                <a:lnTo>
                  <a:pt x="102" y="177"/>
                </a:lnTo>
                <a:lnTo>
                  <a:pt x="102" y="177"/>
                </a:lnTo>
                <a:lnTo>
                  <a:pt x="113" y="163"/>
                </a:lnTo>
                <a:lnTo>
                  <a:pt x="124" y="149"/>
                </a:lnTo>
                <a:lnTo>
                  <a:pt x="147" y="123"/>
                </a:lnTo>
                <a:lnTo>
                  <a:pt x="147" y="123"/>
                </a:lnTo>
                <a:lnTo>
                  <a:pt x="134" y="132"/>
                </a:lnTo>
                <a:lnTo>
                  <a:pt x="123" y="140"/>
                </a:lnTo>
                <a:lnTo>
                  <a:pt x="100" y="160"/>
                </a:lnTo>
                <a:lnTo>
                  <a:pt x="100" y="160"/>
                </a:lnTo>
                <a:lnTo>
                  <a:pt x="99" y="173"/>
                </a:lnTo>
                <a:lnTo>
                  <a:pt x="96" y="187"/>
                </a:lnTo>
                <a:lnTo>
                  <a:pt x="92" y="213"/>
                </a:lnTo>
                <a:lnTo>
                  <a:pt x="165" y="128"/>
                </a:lnTo>
                <a:lnTo>
                  <a:pt x="165" y="128"/>
                </a:lnTo>
                <a:lnTo>
                  <a:pt x="158" y="133"/>
                </a:lnTo>
                <a:lnTo>
                  <a:pt x="148" y="143"/>
                </a:lnTo>
                <a:lnTo>
                  <a:pt x="140" y="151"/>
                </a:lnTo>
                <a:lnTo>
                  <a:pt x="132" y="158"/>
                </a:lnTo>
                <a:lnTo>
                  <a:pt x="132" y="154"/>
                </a:lnTo>
                <a:lnTo>
                  <a:pt x="132" y="154"/>
                </a:lnTo>
                <a:lnTo>
                  <a:pt x="127" y="164"/>
                </a:lnTo>
                <a:lnTo>
                  <a:pt x="120" y="173"/>
                </a:lnTo>
                <a:lnTo>
                  <a:pt x="113" y="180"/>
                </a:lnTo>
                <a:lnTo>
                  <a:pt x="103" y="187"/>
                </a:lnTo>
                <a:lnTo>
                  <a:pt x="103" y="187"/>
                </a:lnTo>
                <a:close/>
                <a:moveTo>
                  <a:pt x="214" y="112"/>
                </a:moveTo>
                <a:lnTo>
                  <a:pt x="214" y="112"/>
                </a:lnTo>
                <a:lnTo>
                  <a:pt x="217" y="111"/>
                </a:lnTo>
                <a:lnTo>
                  <a:pt x="218" y="109"/>
                </a:lnTo>
                <a:lnTo>
                  <a:pt x="218" y="106"/>
                </a:lnTo>
                <a:lnTo>
                  <a:pt x="221" y="105"/>
                </a:lnTo>
                <a:lnTo>
                  <a:pt x="224" y="106"/>
                </a:lnTo>
                <a:lnTo>
                  <a:pt x="231" y="101"/>
                </a:lnTo>
                <a:lnTo>
                  <a:pt x="231" y="101"/>
                </a:lnTo>
                <a:lnTo>
                  <a:pt x="232" y="104"/>
                </a:lnTo>
                <a:lnTo>
                  <a:pt x="234" y="108"/>
                </a:lnTo>
                <a:lnTo>
                  <a:pt x="234" y="109"/>
                </a:lnTo>
                <a:lnTo>
                  <a:pt x="235" y="111"/>
                </a:lnTo>
                <a:lnTo>
                  <a:pt x="235" y="111"/>
                </a:lnTo>
                <a:lnTo>
                  <a:pt x="241" y="108"/>
                </a:lnTo>
                <a:lnTo>
                  <a:pt x="245" y="105"/>
                </a:lnTo>
                <a:lnTo>
                  <a:pt x="255" y="99"/>
                </a:lnTo>
                <a:lnTo>
                  <a:pt x="255" y="99"/>
                </a:lnTo>
                <a:lnTo>
                  <a:pt x="239" y="98"/>
                </a:lnTo>
                <a:lnTo>
                  <a:pt x="225" y="98"/>
                </a:lnTo>
                <a:lnTo>
                  <a:pt x="197" y="101"/>
                </a:lnTo>
                <a:lnTo>
                  <a:pt x="197" y="101"/>
                </a:lnTo>
                <a:lnTo>
                  <a:pt x="194" y="101"/>
                </a:lnTo>
                <a:lnTo>
                  <a:pt x="192" y="104"/>
                </a:lnTo>
                <a:lnTo>
                  <a:pt x="186" y="111"/>
                </a:lnTo>
                <a:lnTo>
                  <a:pt x="180" y="119"/>
                </a:lnTo>
                <a:lnTo>
                  <a:pt x="175" y="125"/>
                </a:lnTo>
                <a:lnTo>
                  <a:pt x="175" y="125"/>
                </a:lnTo>
                <a:lnTo>
                  <a:pt x="172" y="129"/>
                </a:lnTo>
                <a:lnTo>
                  <a:pt x="172" y="132"/>
                </a:lnTo>
                <a:lnTo>
                  <a:pt x="176" y="139"/>
                </a:lnTo>
                <a:lnTo>
                  <a:pt x="176" y="139"/>
                </a:lnTo>
                <a:lnTo>
                  <a:pt x="182" y="132"/>
                </a:lnTo>
                <a:lnTo>
                  <a:pt x="187" y="122"/>
                </a:lnTo>
                <a:lnTo>
                  <a:pt x="194" y="114"/>
                </a:lnTo>
                <a:lnTo>
                  <a:pt x="199" y="111"/>
                </a:lnTo>
                <a:lnTo>
                  <a:pt x="204" y="108"/>
                </a:lnTo>
                <a:lnTo>
                  <a:pt x="184" y="137"/>
                </a:lnTo>
                <a:lnTo>
                  <a:pt x="184" y="137"/>
                </a:lnTo>
                <a:lnTo>
                  <a:pt x="192" y="132"/>
                </a:lnTo>
                <a:lnTo>
                  <a:pt x="199" y="125"/>
                </a:lnTo>
                <a:lnTo>
                  <a:pt x="207" y="118"/>
                </a:lnTo>
                <a:lnTo>
                  <a:pt x="214" y="112"/>
                </a:lnTo>
                <a:lnTo>
                  <a:pt x="214" y="112"/>
                </a:lnTo>
                <a:close/>
                <a:moveTo>
                  <a:pt x="211" y="123"/>
                </a:moveTo>
                <a:lnTo>
                  <a:pt x="211" y="123"/>
                </a:lnTo>
                <a:lnTo>
                  <a:pt x="214" y="123"/>
                </a:lnTo>
                <a:lnTo>
                  <a:pt x="215" y="122"/>
                </a:lnTo>
                <a:lnTo>
                  <a:pt x="217" y="115"/>
                </a:lnTo>
                <a:lnTo>
                  <a:pt x="217" y="115"/>
                </a:lnTo>
                <a:lnTo>
                  <a:pt x="193" y="136"/>
                </a:lnTo>
                <a:lnTo>
                  <a:pt x="170" y="158"/>
                </a:lnTo>
                <a:lnTo>
                  <a:pt x="151" y="182"/>
                </a:lnTo>
                <a:lnTo>
                  <a:pt x="132" y="209"/>
                </a:lnTo>
                <a:lnTo>
                  <a:pt x="132" y="209"/>
                </a:lnTo>
                <a:lnTo>
                  <a:pt x="131" y="212"/>
                </a:lnTo>
                <a:lnTo>
                  <a:pt x="131" y="212"/>
                </a:lnTo>
                <a:lnTo>
                  <a:pt x="131" y="212"/>
                </a:lnTo>
                <a:lnTo>
                  <a:pt x="154" y="192"/>
                </a:lnTo>
                <a:lnTo>
                  <a:pt x="175" y="171"/>
                </a:lnTo>
                <a:lnTo>
                  <a:pt x="193" y="149"/>
                </a:lnTo>
                <a:lnTo>
                  <a:pt x="211" y="123"/>
                </a:lnTo>
                <a:lnTo>
                  <a:pt x="211" y="123"/>
                </a:lnTo>
                <a:close/>
                <a:moveTo>
                  <a:pt x="78" y="271"/>
                </a:moveTo>
                <a:lnTo>
                  <a:pt x="78" y="271"/>
                </a:lnTo>
                <a:lnTo>
                  <a:pt x="83" y="267"/>
                </a:lnTo>
                <a:lnTo>
                  <a:pt x="89" y="262"/>
                </a:lnTo>
                <a:lnTo>
                  <a:pt x="93" y="257"/>
                </a:lnTo>
                <a:lnTo>
                  <a:pt x="96" y="250"/>
                </a:lnTo>
                <a:lnTo>
                  <a:pt x="96" y="250"/>
                </a:lnTo>
                <a:lnTo>
                  <a:pt x="90" y="255"/>
                </a:lnTo>
                <a:lnTo>
                  <a:pt x="86" y="257"/>
                </a:lnTo>
                <a:lnTo>
                  <a:pt x="85" y="255"/>
                </a:lnTo>
                <a:lnTo>
                  <a:pt x="83" y="254"/>
                </a:lnTo>
                <a:lnTo>
                  <a:pt x="83" y="254"/>
                </a:lnTo>
                <a:lnTo>
                  <a:pt x="106" y="220"/>
                </a:lnTo>
                <a:lnTo>
                  <a:pt x="128" y="188"/>
                </a:lnTo>
                <a:lnTo>
                  <a:pt x="128" y="188"/>
                </a:lnTo>
                <a:lnTo>
                  <a:pt x="111" y="203"/>
                </a:lnTo>
                <a:lnTo>
                  <a:pt x="103" y="212"/>
                </a:lnTo>
                <a:lnTo>
                  <a:pt x="96" y="222"/>
                </a:lnTo>
                <a:lnTo>
                  <a:pt x="89" y="233"/>
                </a:lnTo>
                <a:lnTo>
                  <a:pt x="83" y="244"/>
                </a:lnTo>
                <a:lnTo>
                  <a:pt x="79" y="257"/>
                </a:lnTo>
                <a:lnTo>
                  <a:pt x="78" y="271"/>
                </a:lnTo>
                <a:lnTo>
                  <a:pt x="78" y="271"/>
                </a:lnTo>
                <a:close/>
                <a:moveTo>
                  <a:pt x="149" y="98"/>
                </a:moveTo>
                <a:lnTo>
                  <a:pt x="123" y="132"/>
                </a:lnTo>
                <a:lnTo>
                  <a:pt x="123" y="132"/>
                </a:lnTo>
                <a:lnTo>
                  <a:pt x="141" y="118"/>
                </a:lnTo>
                <a:lnTo>
                  <a:pt x="151" y="111"/>
                </a:lnTo>
                <a:lnTo>
                  <a:pt x="159" y="105"/>
                </a:lnTo>
                <a:lnTo>
                  <a:pt x="159" y="105"/>
                </a:lnTo>
                <a:lnTo>
                  <a:pt x="162" y="102"/>
                </a:lnTo>
                <a:lnTo>
                  <a:pt x="163" y="99"/>
                </a:lnTo>
                <a:lnTo>
                  <a:pt x="163" y="97"/>
                </a:lnTo>
                <a:lnTo>
                  <a:pt x="162" y="92"/>
                </a:lnTo>
                <a:lnTo>
                  <a:pt x="159" y="84"/>
                </a:lnTo>
                <a:lnTo>
                  <a:pt x="156" y="77"/>
                </a:lnTo>
                <a:lnTo>
                  <a:pt x="156" y="77"/>
                </a:lnTo>
                <a:lnTo>
                  <a:pt x="152" y="84"/>
                </a:lnTo>
                <a:lnTo>
                  <a:pt x="147" y="90"/>
                </a:lnTo>
                <a:lnTo>
                  <a:pt x="140" y="94"/>
                </a:lnTo>
                <a:lnTo>
                  <a:pt x="134" y="99"/>
                </a:lnTo>
                <a:lnTo>
                  <a:pt x="134" y="99"/>
                </a:lnTo>
                <a:lnTo>
                  <a:pt x="138" y="98"/>
                </a:lnTo>
                <a:lnTo>
                  <a:pt x="142" y="97"/>
                </a:lnTo>
                <a:lnTo>
                  <a:pt x="145" y="97"/>
                </a:lnTo>
                <a:lnTo>
                  <a:pt x="149" y="94"/>
                </a:lnTo>
                <a:lnTo>
                  <a:pt x="149" y="94"/>
                </a:lnTo>
                <a:lnTo>
                  <a:pt x="149" y="97"/>
                </a:lnTo>
                <a:lnTo>
                  <a:pt x="149" y="98"/>
                </a:lnTo>
                <a:lnTo>
                  <a:pt x="149" y="98"/>
                </a:lnTo>
                <a:close/>
                <a:moveTo>
                  <a:pt x="117" y="119"/>
                </a:moveTo>
                <a:lnTo>
                  <a:pt x="117" y="119"/>
                </a:lnTo>
                <a:lnTo>
                  <a:pt x="99" y="135"/>
                </a:lnTo>
                <a:lnTo>
                  <a:pt x="80" y="150"/>
                </a:lnTo>
                <a:lnTo>
                  <a:pt x="80" y="150"/>
                </a:lnTo>
                <a:lnTo>
                  <a:pt x="82" y="153"/>
                </a:lnTo>
                <a:lnTo>
                  <a:pt x="85" y="156"/>
                </a:lnTo>
                <a:lnTo>
                  <a:pt x="88" y="157"/>
                </a:lnTo>
                <a:lnTo>
                  <a:pt x="89" y="158"/>
                </a:lnTo>
                <a:lnTo>
                  <a:pt x="127" y="115"/>
                </a:lnTo>
                <a:lnTo>
                  <a:pt x="127" y="115"/>
                </a:lnTo>
                <a:lnTo>
                  <a:pt x="117" y="119"/>
                </a:lnTo>
                <a:lnTo>
                  <a:pt x="117" y="119"/>
                </a:lnTo>
                <a:close/>
                <a:moveTo>
                  <a:pt x="161" y="199"/>
                </a:moveTo>
                <a:lnTo>
                  <a:pt x="161" y="199"/>
                </a:lnTo>
                <a:lnTo>
                  <a:pt x="166" y="208"/>
                </a:lnTo>
                <a:lnTo>
                  <a:pt x="169" y="212"/>
                </a:lnTo>
                <a:lnTo>
                  <a:pt x="173" y="216"/>
                </a:lnTo>
                <a:lnTo>
                  <a:pt x="173" y="216"/>
                </a:lnTo>
                <a:lnTo>
                  <a:pt x="179" y="208"/>
                </a:lnTo>
                <a:lnTo>
                  <a:pt x="184" y="201"/>
                </a:lnTo>
                <a:lnTo>
                  <a:pt x="192" y="194"/>
                </a:lnTo>
                <a:lnTo>
                  <a:pt x="196" y="185"/>
                </a:lnTo>
                <a:lnTo>
                  <a:pt x="196" y="185"/>
                </a:lnTo>
                <a:lnTo>
                  <a:pt x="184" y="195"/>
                </a:lnTo>
                <a:lnTo>
                  <a:pt x="177" y="201"/>
                </a:lnTo>
                <a:lnTo>
                  <a:pt x="170" y="205"/>
                </a:lnTo>
                <a:lnTo>
                  <a:pt x="170" y="205"/>
                </a:lnTo>
                <a:lnTo>
                  <a:pt x="170" y="199"/>
                </a:lnTo>
                <a:lnTo>
                  <a:pt x="170" y="195"/>
                </a:lnTo>
                <a:lnTo>
                  <a:pt x="176" y="185"/>
                </a:lnTo>
                <a:lnTo>
                  <a:pt x="182" y="177"/>
                </a:lnTo>
                <a:lnTo>
                  <a:pt x="189" y="170"/>
                </a:lnTo>
                <a:lnTo>
                  <a:pt x="189" y="170"/>
                </a:lnTo>
                <a:lnTo>
                  <a:pt x="190" y="168"/>
                </a:lnTo>
                <a:lnTo>
                  <a:pt x="189" y="164"/>
                </a:lnTo>
                <a:lnTo>
                  <a:pt x="161" y="199"/>
                </a:lnTo>
                <a:close/>
                <a:moveTo>
                  <a:pt x="199" y="191"/>
                </a:moveTo>
                <a:lnTo>
                  <a:pt x="199" y="191"/>
                </a:lnTo>
                <a:lnTo>
                  <a:pt x="201" y="192"/>
                </a:lnTo>
                <a:lnTo>
                  <a:pt x="203" y="194"/>
                </a:lnTo>
                <a:lnTo>
                  <a:pt x="203" y="196"/>
                </a:lnTo>
                <a:lnTo>
                  <a:pt x="203" y="202"/>
                </a:lnTo>
                <a:lnTo>
                  <a:pt x="200" y="208"/>
                </a:lnTo>
                <a:lnTo>
                  <a:pt x="196" y="218"/>
                </a:lnTo>
                <a:lnTo>
                  <a:pt x="194" y="222"/>
                </a:lnTo>
                <a:lnTo>
                  <a:pt x="194" y="223"/>
                </a:lnTo>
                <a:lnTo>
                  <a:pt x="194" y="223"/>
                </a:lnTo>
                <a:lnTo>
                  <a:pt x="197" y="220"/>
                </a:lnTo>
                <a:lnTo>
                  <a:pt x="200" y="218"/>
                </a:lnTo>
                <a:lnTo>
                  <a:pt x="203" y="215"/>
                </a:lnTo>
                <a:lnTo>
                  <a:pt x="204" y="215"/>
                </a:lnTo>
                <a:lnTo>
                  <a:pt x="207" y="215"/>
                </a:lnTo>
                <a:lnTo>
                  <a:pt x="207" y="215"/>
                </a:lnTo>
                <a:lnTo>
                  <a:pt x="208" y="220"/>
                </a:lnTo>
                <a:lnTo>
                  <a:pt x="207" y="226"/>
                </a:lnTo>
                <a:lnTo>
                  <a:pt x="206" y="237"/>
                </a:lnTo>
                <a:lnTo>
                  <a:pt x="206" y="237"/>
                </a:lnTo>
                <a:lnTo>
                  <a:pt x="206" y="240"/>
                </a:lnTo>
                <a:lnTo>
                  <a:pt x="208" y="240"/>
                </a:lnTo>
                <a:lnTo>
                  <a:pt x="211" y="240"/>
                </a:lnTo>
                <a:lnTo>
                  <a:pt x="213" y="239"/>
                </a:lnTo>
                <a:lnTo>
                  <a:pt x="213" y="239"/>
                </a:lnTo>
                <a:lnTo>
                  <a:pt x="211" y="213"/>
                </a:lnTo>
                <a:lnTo>
                  <a:pt x="207" y="188"/>
                </a:lnTo>
                <a:lnTo>
                  <a:pt x="207" y="188"/>
                </a:lnTo>
                <a:lnTo>
                  <a:pt x="206" y="184"/>
                </a:lnTo>
                <a:lnTo>
                  <a:pt x="204" y="184"/>
                </a:lnTo>
                <a:lnTo>
                  <a:pt x="203" y="187"/>
                </a:lnTo>
                <a:lnTo>
                  <a:pt x="203" y="187"/>
                </a:lnTo>
                <a:lnTo>
                  <a:pt x="200" y="189"/>
                </a:lnTo>
                <a:lnTo>
                  <a:pt x="199" y="191"/>
                </a:lnTo>
                <a:lnTo>
                  <a:pt x="199" y="191"/>
                </a:lnTo>
                <a:close/>
                <a:moveTo>
                  <a:pt x="206" y="143"/>
                </a:moveTo>
                <a:lnTo>
                  <a:pt x="206" y="143"/>
                </a:lnTo>
                <a:lnTo>
                  <a:pt x="218" y="136"/>
                </a:lnTo>
                <a:lnTo>
                  <a:pt x="232" y="128"/>
                </a:lnTo>
                <a:lnTo>
                  <a:pt x="244" y="116"/>
                </a:lnTo>
                <a:lnTo>
                  <a:pt x="253" y="106"/>
                </a:lnTo>
                <a:lnTo>
                  <a:pt x="253" y="106"/>
                </a:lnTo>
                <a:lnTo>
                  <a:pt x="238" y="112"/>
                </a:lnTo>
                <a:lnTo>
                  <a:pt x="224" y="121"/>
                </a:lnTo>
                <a:lnTo>
                  <a:pt x="218" y="126"/>
                </a:lnTo>
                <a:lnTo>
                  <a:pt x="213" y="132"/>
                </a:lnTo>
                <a:lnTo>
                  <a:pt x="208" y="137"/>
                </a:lnTo>
                <a:lnTo>
                  <a:pt x="206" y="143"/>
                </a:lnTo>
                <a:lnTo>
                  <a:pt x="206" y="143"/>
                </a:lnTo>
                <a:close/>
                <a:moveTo>
                  <a:pt x="183" y="101"/>
                </a:moveTo>
                <a:lnTo>
                  <a:pt x="175" y="105"/>
                </a:lnTo>
                <a:lnTo>
                  <a:pt x="175" y="105"/>
                </a:lnTo>
                <a:lnTo>
                  <a:pt x="165" y="111"/>
                </a:lnTo>
                <a:lnTo>
                  <a:pt x="158" y="119"/>
                </a:lnTo>
                <a:lnTo>
                  <a:pt x="145" y="137"/>
                </a:lnTo>
                <a:lnTo>
                  <a:pt x="145" y="137"/>
                </a:lnTo>
                <a:lnTo>
                  <a:pt x="163" y="119"/>
                </a:lnTo>
                <a:lnTo>
                  <a:pt x="183" y="101"/>
                </a:lnTo>
                <a:lnTo>
                  <a:pt x="183" y="101"/>
                </a:lnTo>
                <a:close/>
                <a:moveTo>
                  <a:pt x="138" y="50"/>
                </a:moveTo>
                <a:lnTo>
                  <a:pt x="138" y="50"/>
                </a:lnTo>
                <a:lnTo>
                  <a:pt x="145" y="45"/>
                </a:lnTo>
                <a:lnTo>
                  <a:pt x="147" y="40"/>
                </a:lnTo>
                <a:lnTo>
                  <a:pt x="145" y="38"/>
                </a:lnTo>
                <a:lnTo>
                  <a:pt x="144" y="36"/>
                </a:lnTo>
                <a:lnTo>
                  <a:pt x="144" y="36"/>
                </a:lnTo>
                <a:lnTo>
                  <a:pt x="138" y="40"/>
                </a:lnTo>
                <a:lnTo>
                  <a:pt x="132" y="47"/>
                </a:lnTo>
                <a:lnTo>
                  <a:pt x="130" y="55"/>
                </a:lnTo>
                <a:lnTo>
                  <a:pt x="128" y="62"/>
                </a:lnTo>
                <a:lnTo>
                  <a:pt x="137" y="56"/>
                </a:lnTo>
                <a:lnTo>
                  <a:pt x="137" y="56"/>
                </a:lnTo>
                <a:lnTo>
                  <a:pt x="135" y="56"/>
                </a:lnTo>
                <a:lnTo>
                  <a:pt x="135" y="55"/>
                </a:lnTo>
                <a:lnTo>
                  <a:pt x="135" y="53"/>
                </a:lnTo>
                <a:lnTo>
                  <a:pt x="137" y="53"/>
                </a:lnTo>
                <a:lnTo>
                  <a:pt x="137" y="53"/>
                </a:lnTo>
                <a:lnTo>
                  <a:pt x="138" y="52"/>
                </a:lnTo>
                <a:lnTo>
                  <a:pt x="138" y="50"/>
                </a:lnTo>
                <a:lnTo>
                  <a:pt x="138" y="50"/>
                </a:lnTo>
                <a:close/>
                <a:moveTo>
                  <a:pt x="183" y="191"/>
                </a:moveTo>
                <a:lnTo>
                  <a:pt x="183" y="191"/>
                </a:lnTo>
                <a:lnTo>
                  <a:pt x="192" y="181"/>
                </a:lnTo>
                <a:lnTo>
                  <a:pt x="196" y="177"/>
                </a:lnTo>
                <a:lnTo>
                  <a:pt x="201" y="173"/>
                </a:lnTo>
                <a:lnTo>
                  <a:pt x="201" y="173"/>
                </a:lnTo>
                <a:lnTo>
                  <a:pt x="204" y="170"/>
                </a:lnTo>
                <a:lnTo>
                  <a:pt x="204" y="166"/>
                </a:lnTo>
                <a:lnTo>
                  <a:pt x="204" y="161"/>
                </a:lnTo>
                <a:lnTo>
                  <a:pt x="203" y="161"/>
                </a:lnTo>
                <a:lnTo>
                  <a:pt x="203" y="161"/>
                </a:lnTo>
                <a:lnTo>
                  <a:pt x="203" y="161"/>
                </a:lnTo>
                <a:lnTo>
                  <a:pt x="190" y="177"/>
                </a:lnTo>
                <a:lnTo>
                  <a:pt x="186" y="184"/>
                </a:lnTo>
                <a:lnTo>
                  <a:pt x="183" y="191"/>
                </a:lnTo>
                <a:lnTo>
                  <a:pt x="183" y="191"/>
                </a:lnTo>
                <a:close/>
                <a:moveTo>
                  <a:pt x="69" y="137"/>
                </a:moveTo>
                <a:lnTo>
                  <a:pt x="69" y="137"/>
                </a:lnTo>
                <a:lnTo>
                  <a:pt x="68" y="140"/>
                </a:lnTo>
                <a:lnTo>
                  <a:pt x="66" y="144"/>
                </a:lnTo>
                <a:lnTo>
                  <a:pt x="66" y="146"/>
                </a:lnTo>
                <a:lnTo>
                  <a:pt x="68" y="146"/>
                </a:lnTo>
                <a:lnTo>
                  <a:pt x="71" y="144"/>
                </a:lnTo>
                <a:lnTo>
                  <a:pt x="71" y="144"/>
                </a:lnTo>
                <a:lnTo>
                  <a:pt x="75" y="140"/>
                </a:lnTo>
                <a:lnTo>
                  <a:pt x="80" y="135"/>
                </a:lnTo>
                <a:lnTo>
                  <a:pt x="85" y="130"/>
                </a:lnTo>
                <a:lnTo>
                  <a:pt x="86" y="126"/>
                </a:lnTo>
                <a:lnTo>
                  <a:pt x="86" y="126"/>
                </a:lnTo>
                <a:lnTo>
                  <a:pt x="78" y="132"/>
                </a:lnTo>
                <a:lnTo>
                  <a:pt x="69" y="137"/>
                </a:lnTo>
                <a:lnTo>
                  <a:pt x="69" y="137"/>
                </a:lnTo>
                <a:close/>
                <a:moveTo>
                  <a:pt x="180" y="223"/>
                </a:moveTo>
                <a:lnTo>
                  <a:pt x="180" y="223"/>
                </a:lnTo>
                <a:lnTo>
                  <a:pt x="184" y="222"/>
                </a:lnTo>
                <a:lnTo>
                  <a:pt x="190" y="218"/>
                </a:lnTo>
                <a:lnTo>
                  <a:pt x="193" y="212"/>
                </a:lnTo>
                <a:lnTo>
                  <a:pt x="194" y="209"/>
                </a:lnTo>
                <a:lnTo>
                  <a:pt x="193" y="206"/>
                </a:lnTo>
                <a:lnTo>
                  <a:pt x="193" y="206"/>
                </a:lnTo>
                <a:lnTo>
                  <a:pt x="189" y="209"/>
                </a:lnTo>
                <a:lnTo>
                  <a:pt x="184" y="212"/>
                </a:lnTo>
                <a:lnTo>
                  <a:pt x="182" y="218"/>
                </a:lnTo>
                <a:lnTo>
                  <a:pt x="180" y="223"/>
                </a:lnTo>
                <a:lnTo>
                  <a:pt x="180" y="223"/>
                </a:lnTo>
                <a:close/>
                <a:moveTo>
                  <a:pt x="131" y="77"/>
                </a:moveTo>
                <a:lnTo>
                  <a:pt x="131" y="77"/>
                </a:lnTo>
                <a:lnTo>
                  <a:pt x="128" y="78"/>
                </a:lnTo>
                <a:lnTo>
                  <a:pt x="125" y="80"/>
                </a:lnTo>
                <a:lnTo>
                  <a:pt x="124" y="84"/>
                </a:lnTo>
                <a:lnTo>
                  <a:pt x="123" y="88"/>
                </a:lnTo>
                <a:lnTo>
                  <a:pt x="121" y="94"/>
                </a:lnTo>
                <a:lnTo>
                  <a:pt x="121" y="94"/>
                </a:lnTo>
                <a:lnTo>
                  <a:pt x="124" y="92"/>
                </a:lnTo>
                <a:lnTo>
                  <a:pt x="128" y="90"/>
                </a:lnTo>
                <a:lnTo>
                  <a:pt x="134" y="81"/>
                </a:lnTo>
                <a:lnTo>
                  <a:pt x="138" y="74"/>
                </a:lnTo>
                <a:lnTo>
                  <a:pt x="140" y="70"/>
                </a:lnTo>
                <a:lnTo>
                  <a:pt x="140" y="70"/>
                </a:lnTo>
                <a:lnTo>
                  <a:pt x="135" y="76"/>
                </a:lnTo>
                <a:lnTo>
                  <a:pt x="131" y="77"/>
                </a:lnTo>
                <a:lnTo>
                  <a:pt x="131" y="77"/>
                </a:lnTo>
                <a:close/>
                <a:moveTo>
                  <a:pt x="47" y="136"/>
                </a:moveTo>
                <a:lnTo>
                  <a:pt x="47" y="136"/>
                </a:lnTo>
                <a:lnTo>
                  <a:pt x="50" y="139"/>
                </a:lnTo>
                <a:lnTo>
                  <a:pt x="51" y="139"/>
                </a:lnTo>
                <a:lnTo>
                  <a:pt x="55" y="137"/>
                </a:lnTo>
                <a:lnTo>
                  <a:pt x="58" y="135"/>
                </a:lnTo>
                <a:lnTo>
                  <a:pt x="59" y="133"/>
                </a:lnTo>
                <a:lnTo>
                  <a:pt x="62" y="133"/>
                </a:lnTo>
                <a:lnTo>
                  <a:pt x="62" y="133"/>
                </a:lnTo>
                <a:lnTo>
                  <a:pt x="62" y="130"/>
                </a:lnTo>
                <a:lnTo>
                  <a:pt x="64" y="128"/>
                </a:lnTo>
                <a:lnTo>
                  <a:pt x="65" y="125"/>
                </a:lnTo>
                <a:lnTo>
                  <a:pt x="64" y="125"/>
                </a:lnTo>
                <a:lnTo>
                  <a:pt x="61" y="125"/>
                </a:lnTo>
                <a:lnTo>
                  <a:pt x="61" y="125"/>
                </a:lnTo>
                <a:lnTo>
                  <a:pt x="58" y="126"/>
                </a:lnTo>
                <a:lnTo>
                  <a:pt x="54" y="130"/>
                </a:lnTo>
                <a:lnTo>
                  <a:pt x="47" y="136"/>
                </a:lnTo>
                <a:lnTo>
                  <a:pt x="47" y="136"/>
                </a:lnTo>
                <a:close/>
                <a:moveTo>
                  <a:pt x="36" y="119"/>
                </a:moveTo>
                <a:lnTo>
                  <a:pt x="36" y="119"/>
                </a:lnTo>
                <a:lnTo>
                  <a:pt x="57" y="116"/>
                </a:lnTo>
                <a:lnTo>
                  <a:pt x="66" y="115"/>
                </a:lnTo>
                <a:lnTo>
                  <a:pt x="75" y="112"/>
                </a:lnTo>
                <a:lnTo>
                  <a:pt x="75" y="112"/>
                </a:lnTo>
                <a:lnTo>
                  <a:pt x="68" y="112"/>
                </a:lnTo>
                <a:lnTo>
                  <a:pt x="61" y="112"/>
                </a:lnTo>
                <a:lnTo>
                  <a:pt x="61" y="112"/>
                </a:lnTo>
                <a:lnTo>
                  <a:pt x="48" y="115"/>
                </a:lnTo>
                <a:lnTo>
                  <a:pt x="36" y="119"/>
                </a:lnTo>
                <a:lnTo>
                  <a:pt x="36" y="119"/>
                </a:lnTo>
                <a:close/>
                <a:moveTo>
                  <a:pt x="89" y="111"/>
                </a:moveTo>
                <a:lnTo>
                  <a:pt x="89" y="111"/>
                </a:lnTo>
                <a:lnTo>
                  <a:pt x="82" y="109"/>
                </a:lnTo>
                <a:lnTo>
                  <a:pt x="80" y="111"/>
                </a:lnTo>
                <a:lnTo>
                  <a:pt x="79" y="111"/>
                </a:lnTo>
                <a:lnTo>
                  <a:pt x="79" y="112"/>
                </a:lnTo>
                <a:lnTo>
                  <a:pt x="82" y="115"/>
                </a:lnTo>
                <a:lnTo>
                  <a:pt x="82" y="115"/>
                </a:lnTo>
                <a:lnTo>
                  <a:pt x="83" y="116"/>
                </a:lnTo>
                <a:lnTo>
                  <a:pt x="86" y="116"/>
                </a:lnTo>
                <a:lnTo>
                  <a:pt x="92" y="114"/>
                </a:lnTo>
                <a:lnTo>
                  <a:pt x="97" y="109"/>
                </a:lnTo>
                <a:lnTo>
                  <a:pt x="99" y="108"/>
                </a:lnTo>
                <a:lnTo>
                  <a:pt x="99" y="108"/>
                </a:lnTo>
                <a:lnTo>
                  <a:pt x="89" y="111"/>
                </a:lnTo>
                <a:lnTo>
                  <a:pt x="89" y="111"/>
                </a:lnTo>
                <a:close/>
                <a:moveTo>
                  <a:pt x="197" y="226"/>
                </a:moveTo>
                <a:lnTo>
                  <a:pt x="197" y="226"/>
                </a:lnTo>
                <a:lnTo>
                  <a:pt x="194" y="227"/>
                </a:lnTo>
                <a:lnTo>
                  <a:pt x="193" y="232"/>
                </a:lnTo>
                <a:lnTo>
                  <a:pt x="194" y="234"/>
                </a:lnTo>
                <a:lnTo>
                  <a:pt x="199" y="236"/>
                </a:lnTo>
                <a:lnTo>
                  <a:pt x="199" y="236"/>
                </a:lnTo>
                <a:lnTo>
                  <a:pt x="200" y="234"/>
                </a:lnTo>
                <a:lnTo>
                  <a:pt x="201" y="230"/>
                </a:lnTo>
                <a:lnTo>
                  <a:pt x="201" y="222"/>
                </a:lnTo>
                <a:lnTo>
                  <a:pt x="201" y="222"/>
                </a:lnTo>
                <a:lnTo>
                  <a:pt x="200" y="225"/>
                </a:lnTo>
                <a:lnTo>
                  <a:pt x="197" y="226"/>
                </a:lnTo>
                <a:lnTo>
                  <a:pt x="197" y="226"/>
                </a:lnTo>
                <a:close/>
                <a:moveTo>
                  <a:pt x="64" y="137"/>
                </a:moveTo>
                <a:lnTo>
                  <a:pt x="64" y="137"/>
                </a:lnTo>
                <a:lnTo>
                  <a:pt x="69" y="135"/>
                </a:lnTo>
                <a:lnTo>
                  <a:pt x="72" y="130"/>
                </a:lnTo>
                <a:lnTo>
                  <a:pt x="75" y="126"/>
                </a:lnTo>
                <a:lnTo>
                  <a:pt x="75" y="126"/>
                </a:lnTo>
                <a:lnTo>
                  <a:pt x="73" y="126"/>
                </a:lnTo>
                <a:lnTo>
                  <a:pt x="73" y="126"/>
                </a:lnTo>
                <a:lnTo>
                  <a:pt x="71" y="128"/>
                </a:lnTo>
                <a:lnTo>
                  <a:pt x="68" y="130"/>
                </a:lnTo>
                <a:lnTo>
                  <a:pt x="64" y="137"/>
                </a:lnTo>
                <a:lnTo>
                  <a:pt x="64" y="137"/>
                </a:lnTo>
                <a:close/>
                <a:moveTo>
                  <a:pt x="123" y="225"/>
                </a:moveTo>
                <a:lnTo>
                  <a:pt x="123" y="225"/>
                </a:lnTo>
                <a:lnTo>
                  <a:pt x="123" y="226"/>
                </a:lnTo>
                <a:lnTo>
                  <a:pt x="125" y="223"/>
                </a:lnTo>
                <a:lnTo>
                  <a:pt x="131" y="216"/>
                </a:lnTo>
                <a:lnTo>
                  <a:pt x="131" y="216"/>
                </a:lnTo>
                <a:lnTo>
                  <a:pt x="131" y="215"/>
                </a:lnTo>
                <a:lnTo>
                  <a:pt x="131" y="212"/>
                </a:lnTo>
                <a:lnTo>
                  <a:pt x="131" y="212"/>
                </a:lnTo>
                <a:lnTo>
                  <a:pt x="125" y="219"/>
                </a:lnTo>
                <a:lnTo>
                  <a:pt x="123" y="225"/>
                </a:lnTo>
                <a:lnTo>
                  <a:pt x="123" y="225"/>
                </a:lnTo>
                <a:close/>
                <a:moveTo>
                  <a:pt x="156" y="88"/>
                </a:moveTo>
                <a:lnTo>
                  <a:pt x="149" y="94"/>
                </a:lnTo>
                <a:lnTo>
                  <a:pt x="149" y="94"/>
                </a:lnTo>
                <a:lnTo>
                  <a:pt x="152" y="95"/>
                </a:lnTo>
                <a:lnTo>
                  <a:pt x="155" y="94"/>
                </a:lnTo>
                <a:lnTo>
                  <a:pt x="158" y="92"/>
                </a:lnTo>
                <a:lnTo>
                  <a:pt x="158" y="91"/>
                </a:lnTo>
                <a:lnTo>
                  <a:pt x="156" y="88"/>
                </a:lnTo>
                <a:lnTo>
                  <a:pt x="156" y="88"/>
                </a:lnTo>
                <a:close/>
                <a:moveTo>
                  <a:pt x="106" y="116"/>
                </a:moveTo>
                <a:lnTo>
                  <a:pt x="106" y="116"/>
                </a:lnTo>
                <a:lnTo>
                  <a:pt x="106" y="118"/>
                </a:lnTo>
                <a:lnTo>
                  <a:pt x="109" y="118"/>
                </a:lnTo>
                <a:lnTo>
                  <a:pt x="113" y="115"/>
                </a:lnTo>
                <a:lnTo>
                  <a:pt x="113" y="115"/>
                </a:lnTo>
                <a:lnTo>
                  <a:pt x="114" y="112"/>
                </a:lnTo>
                <a:lnTo>
                  <a:pt x="114" y="111"/>
                </a:lnTo>
                <a:lnTo>
                  <a:pt x="113" y="111"/>
                </a:lnTo>
                <a:lnTo>
                  <a:pt x="110" y="112"/>
                </a:lnTo>
                <a:lnTo>
                  <a:pt x="110" y="112"/>
                </a:lnTo>
                <a:lnTo>
                  <a:pt x="109" y="114"/>
                </a:lnTo>
                <a:lnTo>
                  <a:pt x="106" y="116"/>
                </a:lnTo>
                <a:lnTo>
                  <a:pt x="106" y="116"/>
                </a:lnTo>
                <a:close/>
                <a:moveTo>
                  <a:pt x="43" y="128"/>
                </a:moveTo>
                <a:lnTo>
                  <a:pt x="43" y="128"/>
                </a:lnTo>
                <a:lnTo>
                  <a:pt x="31" y="128"/>
                </a:lnTo>
                <a:lnTo>
                  <a:pt x="31" y="128"/>
                </a:lnTo>
                <a:lnTo>
                  <a:pt x="33" y="129"/>
                </a:lnTo>
                <a:lnTo>
                  <a:pt x="36" y="130"/>
                </a:lnTo>
                <a:lnTo>
                  <a:pt x="40" y="130"/>
                </a:lnTo>
                <a:lnTo>
                  <a:pt x="43" y="128"/>
                </a:lnTo>
                <a:lnTo>
                  <a:pt x="43" y="128"/>
                </a:lnTo>
                <a:close/>
                <a:moveTo>
                  <a:pt x="106" y="234"/>
                </a:moveTo>
                <a:lnTo>
                  <a:pt x="106" y="234"/>
                </a:lnTo>
                <a:lnTo>
                  <a:pt x="111" y="229"/>
                </a:lnTo>
                <a:lnTo>
                  <a:pt x="114" y="225"/>
                </a:lnTo>
                <a:lnTo>
                  <a:pt x="116" y="220"/>
                </a:lnTo>
                <a:lnTo>
                  <a:pt x="116" y="220"/>
                </a:lnTo>
                <a:lnTo>
                  <a:pt x="110" y="227"/>
                </a:lnTo>
                <a:lnTo>
                  <a:pt x="106" y="234"/>
                </a:lnTo>
                <a:lnTo>
                  <a:pt x="106" y="234"/>
                </a:lnTo>
                <a:close/>
                <a:moveTo>
                  <a:pt x="117" y="105"/>
                </a:moveTo>
                <a:lnTo>
                  <a:pt x="117" y="105"/>
                </a:lnTo>
                <a:lnTo>
                  <a:pt x="118" y="108"/>
                </a:lnTo>
                <a:lnTo>
                  <a:pt x="118" y="109"/>
                </a:lnTo>
                <a:lnTo>
                  <a:pt x="123" y="108"/>
                </a:lnTo>
                <a:lnTo>
                  <a:pt x="125" y="105"/>
                </a:lnTo>
                <a:lnTo>
                  <a:pt x="127" y="102"/>
                </a:lnTo>
                <a:lnTo>
                  <a:pt x="127" y="102"/>
                </a:lnTo>
                <a:lnTo>
                  <a:pt x="121" y="101"/>
                </a:lnTo>
                <a:lnTo>
                  <a:pt x="118" y="102"/>
                </a:lnTo>
                <a:lnTo>
                  <a:pt x="117" y="104"/>
                </a:lnTo>
                <a:lnTo>
                  <a:pt x="117" y="105"/>
                </a:lnTo>
                <a:lnTo>
                  <a:pt x="117" y="105"/>
                </a:lnTo>
                <a:close/>
                <a:moveTo>
                  <a:pt x="154" y="73"/>
                </a:moveTo>
                <a:lnTo>
                  <a:pt x="154" y="73"/>
                </a:lnTo>
                <a:lnTo>
                  <a:pt x="155" y="71"/>
                </a:lnTo>
                <a:lnTo>
                  <a:pt x="155" y="70"/>
                </a:lnTo>
                <a:lnTo>
                  <a:pt x="154" y="69"/>
                </a:lnTo>
                <a:lnTo>
                  <a:pt x="151" y="69"/>
                </a:lnTo>
                <a:lnTo>
                  <a:pt x="151" y="69"/>
                </a:lnTo>
                <a:lnTo>
                  <a:pt x="148" y="70"/>
                </a:lnTo>
                <a:lnTo>
                  <a:pt x="149" y="73"/>
                </a:lnTo>
                <a:lnTo>
                  <a:pt x="151" y="73"/>
                </a:lnTo>
                <a:lnTo>
                  <a:pt x="154" y="73"/>
                </a:lnTo>
                <a:lnTo>
                  <a:pt x="154" y="73"/>
                </a:lnTo>
                <a:close/>
              </a:path>
            </a:pathLst>
          </a:custGeom>
          <a:solidFill>
            <a:srgbClr val="FFC000"/>
          </a:solidFill>
          <a:ln w="9525">
            <a:noFill/>
            <a:round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grpSp>
        <p:nvGrpSpPr>
          <p:cNvPr id="257" name="组合 256"/>
          <p:cNvGrpSpPr/>
          <p:nvPr/>
        </p:nvGrpSpPr>
        <p:grpSpPr>
          <a:xfrm>
            <a:off x="6378216" y="1357125"/>
            <a:ext cx="1341837" cy="428035"/>
            <a:chOff x="1499734" y="1836011"/>
            <a:chExt cx="1723530" cy="785645"/>
          </a:xfrm>
        </p:grpSpPr>
        <p:sp>
          <p:nvSpPr>
            <p:cNvPr id="258" name="任意多边形 257"/>
            <p:cNvSpPr/>
            <p:nvPr>
              <p:custDataLst>
                <p:tags r:id="rId14"/>
              </p:custDataLst>
            </p:nvPr>
          </p:nvSpPr>
          <p:spPr>
            <a:xfrm>
              <a:off x="1862723" y="1836011"/>
              <a:ext cx="1360541" cy="764760"/>
            </a:xfrm>
            <a:custGeom>
              <a:avLst/>
              <a:gdLst>
                <a:gd name="connsiteX0" fmla="*/ 3108161 w 5108590"/>
                <a:gd name="connsiteY0" fmla="*/ 0 h 2871537"/>
                <a:gd name="connsiteX1" fmla="*/ 3989444 w 5108590"/>
                <a:gd name="connsiteY1" fmla="*/ 400035 h 2871537"/>
                <a:gd name="connsiteX2" fmla="*/ 4086693 w 5108590"/>
                <a:gd name="connsiteY2" fmla="*/ 563266 h 2871537"/>
                <a:gd name="connsiteX3" fmla="*/ 4131348 w 5108590"/>
                <a:gd name="connsiteY3" fmla="*/ 534900 h 2871537"/>
                <a:gd name="connsiteX4" fmla="*/ 4405156 w 5108590"/>
                <a:gd name="connsiteY4" fmla="*/ 465220 h 2871537"/>
                <a:gd name="connsiteX5" fmla="*/ 5108590 w 5108590"/>
                <a:gd name="connsiteY5" fmla="*/ 1102292 h 2871537"/>
                <a:gd name="connsiteX6" fmla="*/ 4798453 w 5108590"/>
                <a:gd name="connsiteY6" fmla="*/ 1640226 h 2871537"/>
                <a:gd name="connsiteX7" fmla="*/ 4794480 w 5108590"/>
                <a:gd name="connsiteY7" fmla="*/ 1642029 h 2871537"/>
                <a:gd name="connsiteX8" fmla="*/ 4815013 w 5108590"/>
                <a:gd name="connsiteY8" fmla="*/ 1704408 h 2871537"/>
                <a:gd name="connsiteX9" fmla="*/ 4832286 w 5108590"/>
                <a:gd name="connsiteY9" fmla="*/ 1872313 h 2871537"/>
                <a:gd name="connsiteX10" fmla="*/ 3982054 w 5108590"/>
                <a:gd name="connsiteY10" fmla="*/ 2642334 h 2871537"/>
                <a:gd name="connsiteX11" fmla="*/ 3380849 w 5108590"/>
                <a:gd name="connsiteY11" fmla="*/ 2353576 h 2871537"/>
                <a:gd name="connsiteX12" fmla="*/ 3379137 w 5108590"/>
                <a:gd name="connsiteY12" fmla="*/ 2351518 h 2871537"/>
                <a:gd name="connsiteX13" fmla="*/ 3307654 w 5108590"/>
                <a:gd name="connsiteY13" fmla="*/ 2471502 h 2871537"/>
                <a:gd name="connsiteX14" fmla="*/ 2426371 w 5108590"/>
                <a:gd name="connsiteY14" fmla="*/ 2871537 h 2871537"/>
                <a:gd name="connsiteX15" fmla="*/ 1447099 w 5108590"/>
                <a:gd name="connsiteY15" fmla="*/ 2194760 h 2871537"/>
                <a:gd name="connsiteX16" fmla="*/ 1418508 w 5108590"/>
                <a:gd name="connsiteY16" fmla="*/ 2124456 h 2871537"/>
                <a:gd name="connsiteX17" fmla="*/ 1325605 w 5108590"/>
                <a:gd name="connsiteY17" fmla="*/ 2190236 h 2871537"/>
                <a:gd name="connsiteX18" fmla="*/ 850232 w 5108590"/>
                <a:gd name="connsiteY18" fmla="*/ 2310063 h 2871537"/>
                <a:gd name="connsiteX19" fmla="*/ 0 w 5108590"/>
                <a:gd name="connsiteY19" fmla="*/ 1540042 h 2871537"/>
                <a:gd name="connsiteX20" fmla="*/ 850232 w 5108590"/>
                <a:gd name="connsiteY20" fmla="*/ 770021 h 2871537"/>
                <a:gd name="connsiteX21" fmla="*/ 1021583 w 5108590"/>
                <a:gd name="connsiteY21" fmla="*/ 783848 h 2871537"/>
                <a:gd name="connsiteX22" fmla="*/ 1029246 w 5108590"/>
                <a:gd name="connsiteY22" fmla="*/ 785791 h 2871537"/>
                <a:gd name="connsiteX23" fmla="*/ 1026695 w 5108590"/>
                <a:gd name="connsiteY23" fmla="*/ 770021 h 2871537"/>
                <a:gd name="connsiteX24" fmla="*/ 1876927 w 5108590"/>
                <a:gd name="connsiteY24" fmla="*/ 0 h 2871537"/>
                <a:gd name="connsiteX25" fmla="*/ 2478132 w 5108590"/>
                <a:gd name="connsiteY25" fmla="*/ 208922 h 2871537"/>
                <a:gd name="connsiteX26" fmla="*/ 2500065 w 5108590"/>
                <a:gd name="connsiteY26" fmla="*/ 232394 h 2871537"/>
                <a:gd name="connsiteX27" fmla="*/ 2513944 w 5108590"/>
                <a:gd name="connsiteY27" fmla="*/ 219952 h 2871537"/>
                <a:gd name="connsiteX28" fmla="*/ 3108161 w 5108590"/>
                <a:gd name="connsiteY28" fmla="*/ 0 h 28715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5108590" h="2871537">
                  <a:moveTo>
                    <a:pt x="3108161" y="0"/>
                  </a:moveTo>
                  <a:cubicBezTo>
                    <a:pt x="3475013" y="0"/>
                    <a:pt x="3798453" y="146705"/>
                    <a:pt x="3989444" y="400035"/>
                  </a:cubicBezTo>
                  <a:lnTo>
                    <a:pt x="4086693" y="563266"/>
                  </a:lnTo>
                  <a:lnTo>
                    <a:pt x="4131348" y="534900"/>
                  </a:lnTo>
                  <a:cubicBezTo>
                    <a:pt x="4215506" y="491765"/>
                    <a:pt x="4308032" y="465220"/>
                    <a:pt x="4405156" y="465220"/>
                  </a:cubicBezTo>
                  <a:cubicBezTo>
                    <a:pt x="4793652" y="465220"/>
                    <a:pt x="5108590" y="713796"/>
                    <a:pt x="5108590" y="1102292"/>
                  </a:cubicBezTo>
                  <a:cubicBezTo>
                    <a:pt x="5108590" y="1345102"/>
                    <a:pt x="4985568" y="1533256"/>
                    <a:pt x="4798453" y="1640226"/>
                  </a:cubicBezTo>
                  <a:lnTo>
                    <a:pt x="4794480" y="1642029"/>
                  </a:lnTo>
                  <a:lnTo>
                    <a:pt x="4815013" y="1704408"/>
                  </a:lnTo>
                  <a:cubicBezTo>
                    <a:pt x="4826338" y="1757563"/>
                    <a:pt x="4832286" y="1813617"/>
                    <a:pt x="4832286" y="1872313"/>
                  </a:cubicBezTo>
                  <a:cubicBezTo>
                    <a:pt x="4832286" y="2341883"/>
                    <a:pt x="4451624" y="2642334"/>
                    <a:pt x="3982054" y="2642334"/>
                  </a:cubicBezTo>
                  <a:cubicBezTo>
                    <a:pt x="3747269" y="2642334"/>
                    <a:pt x="3534711" y="2513997"/>
                    <a:pt x="3380849" y="2353576"/>
                  </a:cubicBezTo>
                  <a:lnTo>
                    <a:pt x="3379137" y="2351518"/>
                  </a:lnTo>
                  <a:lnTo>
                    <a:pt x="3307654" y="2471502"/>
                  </a:lnTo>
                  <a:cubicBezTo>
                    <a:pt x="3116662" y="2724832"/>
                    <a:pt x="2793223" y="2871537"/>
                    <a:pt x="2426371" y="2871537"/>
                  </a:cubicBezTo>
                  <a:cubicBezTo>
                    <a:pt x="1986149" y="2871537"/>
                    <a:pt x="1608440" y="2510590"/>
                    <a:pt x="1447099" y="2194760"/>
                  </a:cubicBezTo>
                  <a:lnTo>
                    <a:pt x="1418508" y="2124456"/>
                  </a:lnTo>
                  <a:lnTo>
                    <a:pt x="1325605" y="2190236"/>
                  </a:lnTo>
                  <a:cubicBezTo>
                    <a:pt x="1189907" y="2267812"/>
                    <a:pt x="1026321" y="2310063"/>
                    <a:pt x="850232" y="2310063"/>
                  </a:cubicBezTo>
                  <a:cubicBezTo>
                    <a:pt x="380662" y="2310063"/>
                    <a:pt x="0" y="1796716"/>
                    <a:pt x="0" y="1540042"/>
                  </a:cubicBezTo>
                  <a:cubicBezTo>
                    <a:pt x="0" y="1283368"/>
                    <a:pt x="380662" y="770021"/>
                    <a:pt x="850232" y="770021"/>
                  </a:cubicBezTo>
                  <a:cubicBezTo>
                    <a:pt x="908928" y="770021"/>
                    <a:pt x="966235" y="774716"/>
                    <a:pt x="1021583" y="783848"/>
                  </a:cubicBezTo>
                  <a:lnTo>
                    <a:pt x="1029246" y="785791"/>
                  </a:lnTo>
                  <a:lnTo>
                    <a:pt x="1026695" y="770021"/>
                  </a:lnTo>
                  <a:cubicBezTo>
                    <a:pt x="1026695" y="513347"/>
                    <a:pt x="1407357" y="0"/>
                    <a:pt x="1876927" y="0"/>
                  </a:cubicBezTo>
                  <a:cubicBezTo>
                    <a:pt x="2111712" y="0"/>
                    <a:pt x="2324270" y="75113"/>
                    <a:pt x="2478132" y="208922"/>
                  </a:cubicBezTo>
                  <a:lnTo>
                    <a:pt x="2500065" y="232394"/>
                  </a:lnTo>
                  <a:lnTo>
                    <a:pt x="2513944" y="219952"/>
                  </a:lnTo>
                  <a:cubicBezTo>
                    <a:pt x="2683567" y="90237"/>
                    <a:pt x="2888050" y="0"/>
                    <a:pt x="3108161" y="0"/>
                  </a:cubicBezTo>
                  <a:close/>
                </a:path>
              </a:pathLst>
            </a:custGeom>
            <a:solidFill>
              <a:schemeClr val="bg1"/>
            </a:solidFill>
            <a:ln w="19050">
              <a:solidFill>
                <a:srgbClr val="1F4E79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noAutofit/>
            </a:bodyPr>
            <a:lstStyle/>
            <a:p>
              <a:pPr algn="ctr"/>
              <a:endParaRPr lang="zh-CN" altLang="en-US"/>
            </a:p>
          </p:txBody>
        </p:sp>
        <p:sp>
          <p:nvSpPr>
            <p:cNvPr id="259" name="任意多边形 258"/>
            <p:cNvSpPr/>
            <p:nvPr>
              <p:custDataLst>
                <p:tags r:id="rId15"/>
              </p:custDataLst>
            </p:nvPr>
          </p:nvSpPr>
          <p:spPr>
            <a:xfrm>
              <a:off x="1499734" y="2157271"/>
              <a:ext cx="770022" cy="464385"/>
            </a:xfrm>
            <a:custGeom>
              <a:avLst/>
              <a:gdLst>
                <a:gd name="connsiteX0" fmla="*/ 3108161 w 5108590"/>
                <a:gd name="connsiteY0" fmla="*/ 0 h 2871537"/>
                <a:gd name="connsiteX1" fmla="*/ 3989444 w 5108590"/>
                <a:gd name="connsiteY1" fmla="*/ 400035 h 2871537"/>
                <a:gd name="connsiteX2" fmla="*/ 4086693 w 5108590"/>
                <a:gd name="connsiteY2" fmla="*/ 563266 h 2871537"/>
                <a:gd name="connsiteX3" fmla="*/ 4131348 w 5108590"/>
                <a:gd name="connsiteY3" fmla="*/ 534900 h 2871537"/>
                <a:gd name="connsiteX4" fmla="*/ 4405156 w 5108590"/>
                <a:gd name="connsiteY4" fmla="*/ 465220 h 2871537"/>
                <a:gd name="connsiteX5" fmla="*/ 5108590 w 5108590"/>
                <a:gd name="connsiteY5" fmla="*/ 1102292 h 2871537"/>
                <a:gd name="connsiteX6" fmla="*/ 4798453 w 5108590"/>
                <a:gd name="connsiteY6" fmla="*/ 1640226 h 2871537"/>
                <a:gd name="connsiteX7" fmla="*/ 4794480 w 5108590"/>
                <a:gd name="connsiteY7" fmla="*/ 1642029 h 2871537"/>
                <a:gd name="connsiteX8" fmla="*/ 4815013 w 5108590"/>
                <a:gd name="connsiteY8" fmla="*/ 1704408 h 2871537"/>
                <a:gd name="connsiteX9" fmla="*/ 4832286 w 5108590"/>
                <a:gd name="connsiteY9" fmla="*/ 1872313 h 2871537"/>
                <a:gd name="connsiteX10" fmla="*/ 3982054 w 5108590"/>
                <a:gd name="connsiteY10" fmla="*/ 2642334 h 2871537"/>
                <a:gd name="connsiteX11" fmla="*/ 3380849 w 5108590"/>
                <a:gd name="connsiteY11" fmla="*/ 2353576 h 2871537"/>
                <a:gd name="connsiteX12" fmla="*/ 3379137 w 5108590"/>
                <a:gd name="connsiteY12" fmla="*/ 2351518 h 2871537"/>
                <a:gd name="connsiteX13" fmla="*/ 3307654 w 5108590"/>
                <a:gd name="connsiteY13" fmla="*/ 2471502 h 2871537"/>
                <a:gd name="connsiteX14" fmla="*/ 2426371 w 5108590"/>
                <a:gd name="connsiteY14" fmla="*/ 2871537 h 2871537"/>
                <a:gd name="connsiteX15" fmla="*/ 1447099 w 5108590"/>
                <a:gd name="connsiteY15" fmla="*/ 2194760 h 2871537"/>
                <a:gd name="connsiteX16" fmla="*/ 1418508 w 5108590"/>
                <a:gd name="connsiteY16" fmla="*/ 2124456 h 2871537"/>
                <a:gd name="connsiteX17" fmla="*/ 1325605 w 5108590"/>
                <a:gd name="connsiteY17" fmla="*/ 2190236 h 2871537"/>
                <a:gd name="connsiteX18" fmla="*/ 850232 w 5108590"/>
                <a:gd name="connsiteY18" fmla="*/ 2310063 h 2871537"/>
                <a:gd name="connsiteX19" fmla="*/ 0 w 5108590"/>
                <a:gd name="connsiteY19" fmla="*/ 1540042 h 2871537"/>
                <a:gd name="connsiteX20" fmla="*/ 850232 w 5108590"/>
                <a:gd name="connsiteY20" fmla="*/ 770021 h 2871537"/>
                <a:gd name="connsiteX21" fmla="*/ 1021583 w 5108590"/>
                <a:gd name="connsiteY21" fmla="*/ 783848 h 2871537"/>
                <a:gd name="connsiteX22" fmla="*/ 1029246 w 5108590"/>
                <a:gd name="connsiteY22" fmla="*/ 785791 h 2871537"/>
                <a:gd name="connsiteX23" fmla="*/ 1026695 w 5108590"/>
                <a:gd name="connsiteY23" fmla="*/ 770021 h 2871537"/>
                <a:gd name="connsiteX24" fmla="*/ 1876927 w 5108590"/>
                <a:gd name="connsiteY24" fmla="*/ 0 h 2871537"/>
                <a:gd name="connsiteX25" fmla="*/ 2478132 w 5108590"/>
                <a:gd name="connsiteY25" fmla="*/ 208922 h 2871537"/>
                <a:gd name="connsiteX26" fmla="*/ 2500065 w 5108590"/>
                <a:gd name="connsiteY26" fmla="*/ 232394 h 2871537"/>
                <a:gd name="connsiteX27" fmla="*/ 2513944 w 5108590"/>
                <a:gd name="connsiteY27" fmla="*/ 219952 h 2871537"/>
                <a:gd name="connsiteX28" fmla="*/ 3108161 w 5108590"/>
                <a:gd name="connsiteY28" fmla="*/ 0 h 28715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5108590" h="2871537">
                  <a:moveTo>
                    <a:pt x="3108161" y="0"/>
                  </a:moveTo>
                  <a:cubicBezTo>
                    <a:pt x="3475013" y="0"/>
                    <a:pt x="3798453" y="146705"/>
                    <a:pt x="3989444" y="400035"/>
                  </a:cubicBezTo>
                  <a:lnTo>
                    <a:pt x="4086693" y="563266"/>
                  </a:lnTo>
                  <a:lnTo>
                    <a:pt x="4131348" y="534900"/>
                  </a:lnTo>
                  <a:cubicBezTo>
                    <a:pt x="4215506" y="491765"/>
                    <a:pt x="4308032" y="465220"/>
                    <a:pt x="4405156" y="465220"/>
                  </a:cubicBezTo>
                  <a:cubicBezTo>
                    <a:pt x="4793652" y="465220"/>
                    <a:pt x="5108590" y="713796"/>
                    <a:pt x="5108590" y="1102292"/>
                  </a:cubicBezTo>
                  <a:cubicBezTo>
                    <a:pt x="5108590" y="1345102"/>
                    <a:pt x="4985568" y="1533256"/>
                    <a:pt x="4798453" y="1640226"/>
                  </a:cubicBezTo>
                  <a:lnTo>
                    <a:pt x="4794480" y="1642029"/>
                  </a:lnTo>
                  <a:lnTo>
                    <a:pt x="4815013" y="1704408"/>
                  </a:lnTo>
                  <a:cubicBezTo>
                    <a:pt x="4826338" y="1757563"/>
                    <a:pt x="4832286" y="1813617"/>
                    <a:pt x="4832286" y="1872313"/>
                  </a:cubicBezTo>
                  <a:cubicBezTo>
                    <a:pt x="4832286" y="2341883"/>
                    <a:pt x="4451624" y="2642334"/>
                    <a:pt x="3982054" y="2642334"/>
                  </a:cubicBezTo>
                  <a:cubicBezTo>
                    <a:pt x="3747269" y="2642334"/>
                    <a:pt x="3534711" y="2513997"/>
                    <a:pt x="3380849" y="2353576"/>
                  </a:cubicBezTo>
                  <a:lnTo>
                    <a:pt x="3379137" y="2351518"/>
                  </a:lnTo>
                  <a:lnTo>
                    <a:pt x="3307654" y="2471502"/>
                  </a:lnTo>
                  <a:cubicBezTo>
                    <a:pt x="3116662" y="2724832"/>
                    <a:pt x="2793223" y="2871537"/>
                    <a:pt x="2426371" y="2871537"/>
                  </a:cubicBezTo>
                  <a:cubicBezTo>
                    <a:pt x="1986149" y="2871537"/>
                    <a:pt x="1608440" y="2510590"/>
                    <a:pt x="1447099" y="2194760"/>
                  </a:cubicBezTo>
                  <a:lnTo>
                    <a:pt x="1418508" y="2124456"/>
                  </a:lnTo>
                  <a:lnTo>
                    <a:pt x="1325605" y="2190236"/>
                  </a:lnTo>
                  <a:cubicBezTo>
                    <a:pt x="1189907" y="2267812"/>
                    <a:pt x="1026321" y="2310063"/>
                    <a:pt x="850232" y="2310063"/>
                  </a:cubicBezTo>
                  <a:cubicBezTo>
                    <a:pt x="380662" y="2310063"/>
                    <a:pt x="0" y="1796716"/>
                    <a:pt x="0" y="1540042"/>
                  </a:cubicBezTo>
                  <a:cubicBezTo>
                    <a:pt x="0" y="1283368"/>
                    <a:pt x="380662" y="770021"/>
                    <a:pt x="850232" y="770021"/>
                  </a:cubicBezTo>
                  <a:cubicBezTo>
                    <a:pt x="908928" y="770021"/>
                    <a:pt x="966235" y="774716"/>
                    <a:pt x="1021583" y="783848"/>
                  </a:cubicBezTo>
                  <a:lnTo>
                    <a:pt x="1029246" y="785791"/>
                  </a:lnTo>
                  <a:lnTo>
                    <a:pt x="1026695" y="770021"/>
                  </a:lnTo>
                  <a:cubicBezTo>
                    <a:pt x="1026695" y="513347"/>
                    <a:pt x="1407357" y="0"/>
                    <a:pt x="1876927" y="0"/>
                  </a:cubicBezTo>
                  <a:cubicBezTo>
                    <a:pt x="2111712" y="0"/>
                    <a:pt x="2324270" y="75113"/>
                    <a:pt x="2478132" y="208922"/>
                  </a:cubicBezTo>
                  <a:lnTo>
                    <a:pt x="2500065" y="232394"/>
                  </a:lnTo>
                  <a:lnTo>
                    <a:pt x="2513944" y="219952"/>
                  </a:lnTo>
                  <a:cubicBezTo>
                    <a:pt x="2683567" y="90237"/>
                    <a:pt x="2888050" y="0"/>
                    <a:pt x="3108161" y="0"/>
                  </a:cubicBezTo>
                  <a:close/>
                </a:path>
              </a:pathLst>
            </a:custGeom>
            <a:solidFill>
              <a:schemeClr val="bg1"/>
            </a:solidFill>
            <a:ln w="19050">
              <a:solidFill>
                <a:srgbClr val="1F4E79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noAutofit/>
            </a:bodyPr>
            <a:lstStyle/>
            <a:p>
              <a:pPr algn="ctr"/>
              <a:endParaRPr lang="zh-CN" altLang="en-US"/>
            </a:p>
          </p:txBody>
        </p:sp>
      </p:grpSp>
      <p:grpSp>
        <p:nvGrpSpPr>
          <p:cNvPr id="260" name="Group 22"/>
          <p:cNvGrpSpPr/>
          <p:nvPr/>
        </p:nvGrpSpPr>
        <p:grpSpPr>
          <a:xfrm>
            <a:off x="395576" y="4067441"/>
            <a:ext cx="953802" cy="435606"/>
            <a:chOff x="0" y="-1"/>
            <a:chExt cx="1887191" cy="861891"/>
          </a:xfrm>
        </p:grpSpPr>
        <p:sp>
          <p:nvSpPr>
            <p:cNvPr id="261" name="Shape 20"/>
            <p:cNvSpPr/>
            <p:nvPr>
              <p:custDataLst>
                <p:tags r:id="rId12"/>
              </p:custDataLst>
            </p:nvPr>
          </p:nvSpPr>
          <p:spPr>
            <a:xfrm>
              <a:off x="279400" y="406400"/>
              <a:ext cx="1606206" cy="45549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74" h="20451" extrusionOk="0">
                  <a:moveTo>
                    <a:pt x="0" y="19208"/>
                  </a:moveTo>
                  <a:cubicBezTo>
                    <a:pt x="4851" y="18183"/>
                    <a:pt x="8348" y="15830"/>
                    <a:pt x="11759" y="14762"/>
                  </a:cubicBezTo>
                  <a:cubicBezTo>
                    <a:pt x="14906" y="13777"/>
                    <a:pt x="17829" y="8081"/>
                    <a:pt x="19986" y="0"/>
                  </a:cubicBezTo>
                  <a:cubicBezTo>
                    <a:pt x="21056" y="3168"/>
                    <a:pt x="21600" y="19813"/>
                    <a:pt x="21573" y="19813"/>
                  </a:cubicBezTo>
                  <a:cubicBezTo>
                    <a:pt x="17828" y="19813"/>
                    <a:pt x="14082" y="19819"/>
                    <a:pt x="10337" y="19818"/>
                  </a:cubicBezTo>
                  <a:cubicBezTo>
                    <a:pt x="8484" y="19817"/>
                    <a:pt x="6631" y="19817"/>
                    <a:pt x="4779" y="19809"/>
                  </a:cubicBezTo>
                  <a:cubicBezTo>
                    <a:pt x="3446" y="19802"/>
                    <a:pt x="1189" y="21600"/>
                    <a:pt x="0" y="19208"/>
                  </a:cubicBezTo>
                  <a:close/>
                </a:path>
              </a:pathLst>
            </a:custGeom>
            <a:solidFill>
              <a:srgbClr val="E7E4EA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457200">
                <a:defRPr sz="3000">
                  <a:solidFill>
                    <a:srgbClr val="FFFFFF"/>
                  </a:solidFill>
                  <a:effectLst>
                    <a:outerShdw blurRad="38100" dist="12700" dir="5400000" rotWithShape="0">
                      <a:srgbClr val="000000">
                        <a:alpha val="50000"/>
                      </a:srgbClr>
                    </a:outerShdw>
                  </a:effectLst>
                </a:defRPr>
              </a:pPr>
              <a:endParaRPr/>
            </a:p>
          </p:txBody>
        </p:sp>
        <p:sp>
          <p:nvSpPr>
            <p:cNvPr id="262" name="Shape 21"/>
            <p:cNvSpPr/>
            <p:nvPr>
              <p:custDataLst>
                <p:tags r:id="rId13"/>
              </p:custDataLst>
            </p:nvPr>
          </p:nvSpPr>
          <p:spPr>
            <a:xfrm>
              <a:off x="0" y="-1"/>
              <a:ext cx="1887191" cy="848841"/>
            </a:xfrm>
            <a:custGeom>
              <a:avLst/>
              <a:gdLst>
                <a:gd name="connsiteX0" fmla="*/ 7770 w 21600"/>
                <a:gd name="connsiteY0" fmla="*/ 21519 h 23557"/>
                <a:gd name="connsiteX1" fmla="*/ 0 w 21600"/>
                <a:gd name="connsiteY1" fmla="*/ 21519 h 23557"/>
                <a:gd name="connsiteX2" fmla="*/ 745 w 21600"/>
                <a:gd name="connsiteY2" fmla="*/ 12132 h 23557"/>
                <a:gd name="connsiteX3" fmla="*/ 4557 w 21600"/>
                <a:gd name="connsiteY3" fmla="*/ 10885 h 23557"/>
                <a:gd name="connsiteX4" fmla="*/ 8782 w 21600"/>
                <a:gd name="connsiteY4" fmla="*/ 1 h 23557"/>
                <a:gd name="connsiteX5" fmla="*/ 13726 w 21600"/>
                <a:gd name="connsiteY5" fmla="*/ 11178 h 23557"/>
                <a:gd name="connsiteX6" fmla="*/ 19043 w 21600"/>
                <a:gd name="connsiteY6" fmla="*/ 7147 h 23557"/>
                <a:gd name="connsiteX7" fmla="*/ 21600 w 21600"/>
                <a:gd name="connsiteY7" fmla="*/ 21519 h 23557"/>
                <a:gd name="connsiteX8" fmla="*/ 8690 w 21600"/>
                <a:gd name="connsiteY8" fmla="*/ 23557 h 23557"/>
                <a:gd name="connsiteX0-1" fmla="*/ 7770 w 21600"/>
                <a:gd name="connsiteY0-2" fmla="*/ 21519 h 21519"/>
                <a:gd name="connsiteX1-3" fmla="*/ 0 w 21600"/>
                <a:gd name="connsiteY1-4" fmla="*/ 21519 h 21519"/>
                <a:gd name="connsiteX2-5" fmla="*/ 745 w 21600"/>
                <a:gd name="connsiteY2-6" fmla="*/ 12132 h 21519"/>
                <a:gd name="connsiteX3-7" fmla="*/ 4557 w 21600"/>
                <a:gd name="connsiteY3-8" fmla="*/ 10885 h 21519"/>
                <a:gd name="connsiteX4-9" fmla="*/ 8782 w 21600"/>
                <a:gd name="connsiteY4-10" fmla="*/ 1 h 21519"/>
                <a:gd name="connsiteX5-11" fmla="*/ 13726 w 21600"/>
                <a:gd name="connsiteY5-12" fmla="*/ 11178 h 21519"/>
                <a:gd name="connsiteX6-13" fmla="*/ 19043 w 21600"/>
                <a:gd name="connsiteY6-14" fmla="*/ 7147 h 21519"/>
                <a:gd name="connsiteX7-15" fmla="*/ 21600 w 21600"/>
                <a:gd name="connsiteY7-16" fmla="*/ 21519 h 21519"/>
                <a:gd name="connsiteX0-17" fmla="*/ 0 w 21600"/>
                <a:gd name="connsiteY0-18" fmla="*/ 21519 h 21519"/>
                <a:gd name="connsiteX1-19" fmla="*/ 745 w 21600"/>
                <a:gd name="connsiteY1-20" fmla="*/ 12132 h 21519"/>
                <a:gd name="connsiteX2-21" fmla="*/ 4557 w 21600"/>
                <a:gd name="connsiteY2-22" fmla="*/ 10885 h 21519"/>
                <a:gd name="connsiteX3-23" fmla="*/ 8782 w 21600"/>
                <a:gd name="connsiteY3-24" fmla="*/ 1 h 21519"/>
                <a:gd name="connsiteX4-25" fmla="*/ 13726 w 21600"/>
                <a:gd name="connsiteY4-26" fmla="*/ 11178 h 21519"/>
                <a:gd name="connsiteX5-27" fmla="*/ 19043 w 21600"/>
                <a:gd name="connsiteY5-28" fmla="*/ 7147 h 21519"/>
                <a:gd name="connsiteX6-29" fmla="*/ 21600 w 21600"/>
                <a:gd name="connsiteY6-30" fmla="*/ 21519 h 21519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21600" h="21519" extrusionOk="0">
                  <a:moveTo>
                    <a:pt x="0" y="21519"/>
                  </a:moveTo>
                  <a:cubicBezTo>
                    <a:pt x="53" y="17915"/>
                    <a:pt x="143" y="14345"/>
                    <a:pt x="745" y="12132"/>
                  </a:cubicBezTo>
                  <a:cubicBezTo>
                    <a:pt x="1347" y="9920"/>
                    <a:pt x="2460" y="9063"/>
                    <a:pt x="4557" y="10885"/>
                  </a:cubicBezTo>
                  <a:cubicBezTo>
                    <a:pt x="4266" y="3514"/>
                    <a:pt x="6464" y="-81"/>
                    <a:pt x="8782" y="1"/>
                  </a:cubicBezTo>
                  <a:cubicBezTo>
                    <a:pt x="11100" y="83"/>
                    <a:pt x="13537" y="3842"/>
                    <a:pt x="13726" y="11178"/>
                  </a:cubicBezTo>
                  <a:cubicBezTo>
                    <a:pt x="14814" y="7849"/>
                    <a:pt x="17234" y="5175"/>
                    <a:pt x="19043" y="7147"/>
                  </a:cubicBezTo>
                  <a:cubicBezTo>
                    <a:pt x="21193" y="9491"/>
                    <a:pt x="21277" y="16976"/>
                    <a:pt x="21600" y="21519"/>
                  </a:cubicBezTo>
                </a:path>
              </a:pathLst>
            </a:custGeom>
            <a:noFill/>
            <a:ln w="38100" cap="flat">
              <a:solidFill>
                <a:srgbClr val="1F4E79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457200">
                <a:defRPr sz="3000">
                  <a:solidFill>
                    <a:srgbClr val="FFFFFF"/>
                  </a:solidFill>
                  <a:effectLst>
                    <a:outerShdw blurRad="38100" dist="12700" dir="5400000" rotWithShape="0">
                      <a:srgbClr val="000000">
                        <a:alpha val="50000"/>
                      </a:srgbClr>
                    </a:outerShdw>
                  </a:effectLst>
                </a:defRPr>
              </a:pPr>
              <a:endParaRPr/>
            </a:p>
          </p:txBody>
        </p:sp>
      </p:grpSp>
      <p:grpSp>
        <p:nvGrpSpPr>
          <p:cNvPr id="264" name="Group 98"/>
          <p:cNvGrpSpPr/>
          <p:nvPr/>
        </p:nvGrpSpPr>
        <p:grpSpPr>
          <a:xfrm rot="1262012">
            <a:off x="1397198" y="1449667"/>
            <a:ext cx="673320" cy="842234"/>
            <a:chOff x="0" y="0"/>
            <a:chExt cx="1561716" cy="1953500"/>
          </a:xfrm>
        </p:grpSpPr>
        <p:grpSp>
          <p:nvGrpSpPr>
            <p:cNvPr id="265" name="Group 90"/>
            <p:cNvGrpSpPr/>
            <p:nvPr/>
          </p:nvGrpSpPr>
          <p:grpSpPr>
            <a:xfrm>
              <a:off x="622299" y="723900"/>
              <a:ext cx="539187" cy="576209"/>
              <a:chOff x="0" y="0"/>
              <a:chExt cx="539185" cy="576208"/>
            </a:xfrm>
          </p:grpSpPr>
          <p:sp>
            <p:nvSpPr>
              <p:cNvPr id="273" name="Shape 88"/>
              <p:cNvSpPr/>
              <p:nvPr>
                <p:custDataLst>
                  <p:tags r:id="rId10"/>
                </p:custDataLst>
              </p:nvPr>
            </p:nvSpPr>
            <p:spPr>
              <a:xfrm>
                <a:off x="-1" y="0"/>
                <a:ext cx="539187" cy="576209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124" h="17472" extrusionOk="0">
                    <a:moveTo>
                      <a:pt x="17716" y="14514"/>
                    </a:moveTo>
                    <a:cubicBezTo>
                      <a:pt x="20957" y="10991"/>
                      <a:pt x="21156" y="5148"/>
                      <a:pt x="16903" y="2098"/>
                    </a:cubicBezTo>
                    <a:cubicBezTo>
                      <a:pt x="10629" y="-2401"/>
                      <a:pt x="569" y="729"/>
                      <a:pt x="21" y="7726"/>
                    </a:cubicBezTo>
                    <a:cubicBezTo>
                      <a:pt x="-444" y="13669"/>
                      <a:pt x="6904" y="19199"/>
                      <a:pt x="13877" y="16965"/>
                    </a:cubicBezTo>
                    <a:cubicBezTo>
                      <a:pt x="15420" y="16471"/>
                      <a:pt x="16714" y="15603"/>
                      <a:pt x="17716" y="14514"/>
                    </a:cubicBezTo>
                    <a:close/>
                  </a:path>
                </a:pathLst>
              </a:custGeom>
              <a:solidFill>
                <a:srgbClr val="E7E4EA"/>
              </a:solidFill>
              <a:ln w="28575" cap="flat">
                <a:solidFill>
                  <a:srgbClr val="1F4E79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defTabSz="457200">
                  <a:defRPr sz="3000">
                    <a:solidFill>
                      <a:srgbClr val="FFFFFF"/>
                    </a:solidFill>
                    <a:effectLst>
                      <a:outerShdw blurRad="38100" dist="12700" dir="5400000" rotWithShape="0">
                        <a:srgbClr val="000000">
                          <a:alpha val="50000"/>
                        </a:srgbClr>
                      </a:outerShdw>
                    </a:effectLst>
                  </a:defRPr>
                </a:pPr>
                <a:endParaRPr/>
              </a:p>
            </p:txBody>
          </p:sp>
          <p:sp>
            <p:nvSpPr>
              <p:cNvPr id="274" name="Shape 89"/>
              <p:cNvSpPr/>
              <p:nvPr>
                <p:custDataLst>
                  <p:tags r:id="rId11"/>
                </p:custDataLst>
              </p:nvPr>
            </p:nvSpPr>
            <p:spPr>
              <a:xfrm>
                <a:off x="114300" y="114300"/>
                <a:ext cx="320568" cy="34257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125" h="17472" extrusionOk="0">
                    <a:moveTo>
                      <a:pt x="17716" y="14515"/>
                    </a:moveTo>
                    <a:cubicBezTo>
                      <a:pt x="20957" y="10992"/>
                      <a:pt x="21156" y="5149"/>
                      <a:pt x="16903" y="2099"/>
                    </a:cubicBezTo>
                    <a:cubicBezTo>
                      <a:pt x="10629" y="-2400"/>
                      <a:pt x="569" y="730"/>
                      <a:pt x="21" y="7727"/>
                    </a:cubicBezTo>
                    <a:cubicBezTo>
                      <a:pt x="-444" y="13670"/>
                      <a:pt x="6904" y="19200"/>
                      <a:pt x="13878" y="16966"/>
                    </a:cubicBezTo>
                    <a:cubicBezTo>
                      <a:pt x="15420" y="16471"/>
                      <a:pt x="16714" y="15604"/>
                      <a:pt x="17716" y="14515"/>
                    </a:cubicBezTo>
                    <a:close/>
                  </a:path>
                </a:pathLst>
              </a:custGeom>
              <a:solidFill>
                <a:srgbClr val="FDD67A"/>
              </a:solidFill>
              <a:ln w="28575" cap="flat">
                <a:solidFill>
                  <a:srgbClr val="1F4E79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defTabSz="457200">
                  <a:defRPr sz="3000">
                    <a:solidFill>
                      <a:srgbClr val="FFFFFF"/>
                    </a:solidFill>
                    <a:effectLst>
                      <a:outerShdw blurRad="38100" dist="12700" dir="5400000" rotWithShape="0">
                        <a:srgbClr val="000000">
                          <a:alpha val="50000"/>
                        </a:srgbClr>
                      </a:outerShdw>
                    </a:effectLst>
                  </a:defRPr>
                </a:pPr>
                <a:endParaRPr/>
              </a:p>
            </p:txBody>
          </p:sp>
        </p:grpSp>
        <p:grpSp>
          <p:nvGrpSpPr>
            <p:cNvPr id="266" name="Group 97"/>
            <p:cNvGrpSpPr/>
            <p:nvPr/>
          </p:nvGrpSpPr>
          <p:grpSpPr>
            <a:xfrm>
              <a:off x="0" y="-1"/>
              <a:ext cx="1561717" cy="1953502"/>
              <a:chOff x="0" y="0"/>
              <a:chExt cx="1561716" cy="1953500"/>
            </a:xfrm>
          </p:grpSpPr>
          <p:sp>
            <p:nvSpPr>
              <p:cNvPr id="267" name="Shape 91"/>
              <p:cNvSpPr/>
              <p:nvPr>
                <p:custDataLst>
                  <p:tags r:id="rId4"/>
                </p:custDataLst>
              </p:nvPr>
            </p:nvSpPr>
            <p:spPr>
              <a:xfrm>
                <a:off x="-1" y="0"/>
                <a:ext cx="1561718" cy="1953501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113" h="21575" extrusionOk="0">
                    <a:moveTo>
                      <a:pt x="4422" y="10273"/>
                    </a:moveTo>
                    <a:cubicBezTo>
                      <a:pt x="4988" y="10128"/>
                      <a:pt x="5596" y="10037"/>
                      <a:pt x="6024" y="10128"/>
                    </a:cubicBezTo>
                    <a:cubicBezTo>
                      <a:pt x="7105" y="8239"/>
                      <a:pt x="8932" y="6998"/>
                      <a:pt x="10714" y="5587"/>
                    </a:cubicBezTo>
                    <a:cubicBezTo>
                      <a:pt x="12697" y="4016"/>
                      <a:pt x="14777" y="2735"/>
                      <a:pt x="17151" y="1581"/>
                    </a:cubicBezTo>
                    <a:cubicBezTo>
                      <a:pt x="18423" y="962"/>
                      <a:pt x="19735" y="449"/>
                      <a:pt x="21109" y="0"/>
                    </a:cubicBezTo>
                    <a:cubicBezTo>
                      <a:pt x="21057" y="17"/>
                      <a:pt x="21261" y="2955"/>
                      <a:pt x="20839" y="4745"/>
                    </a:cubicBezTo>
                    <a:cubicBezTo>
                      <a:pt x="20497" y="6196"/>
                      <a:pt x="20104" y="7587"/>
                      <a:pt x="19402" y="8948"/>
                    </a:cubicBezTo>
                    <a:cubicBezTo>
                      <a:pt x="18832" y="10055"/>
                      <a:pt x="18455" y="11150"/>
                      <a:pt x="17794" y="12230"/>
                    </a:cubicBezTo>
                    <a:cubicBezTo>
                      <a:pt x="17708" y="12371"/>
                      <a:pt x="16484" y="14383"/>
                      <a:pt x="16436" y="14360"/>
                    </a:cubicBezTo>
                    <a:cubicBezTo>
                      <a:pt x="16949" y="14631"/>
                      <a:pt x="17118" y="15843"/>
                      <a:pt x="17101" y="16284"/>
                    </a:cubicBezTo>
                    <a:cubicBezTo>
                      <a:pt x="17074" y="17045"/>
                      <a:pt x="16801" y="18083"/>
                      <a:pt x="16459" y="18783"/>
                    </a:cubicBezTo>
                    <a:cubicBezTo>
                      <a:pt x="15792" y="20152"/>
                      <a:pt x="14589" y="21319"/>
                      <a:pt x="12593" y="21505"/>
                    </a:cubicBezTo>
                    <a:cubicBezTo>
                      <a:pt x="12169" y="21545"/>
                      <a:pt x="11727" y="21600"/>
                      <a:pt x="11302" y="21562"/>
                    </a:cubicBezTo>
                    <a:cubicBezTo>
                      <a:pt x="11902" y="21366"/>
                      <a:pt x="12300" y="20667"/>
                      <a:pt x="12472" y="20196"/>
                    </a:cubicBezTo>
                    <a:cubicBezTo>
                      <a:pt x="12593" y="19865"/>
                      <a:pt x="12628" y="19516"/>
                      <a:pt x="12567" y="19173"/>
                    </a:cubicBezTo>
                    <a:cubicBezTo>
                      <a:pt x="12547" y="19061"/>
                      <a:pt x="12120" y="18241"/>
                      <a:pt x="12133" y="18225"/>
                    </a:cubicBezTo>
                    <a:cubicBezTo>
                      <a:pt x="11577" y="18901"/>
                      <a:pt x="10529" y="19406"/>
                      <a:pt x="9649" y="19755"/>
                    </a:cubicBezTo>
                    <a:cubicBezTo>
                      <a:pt x="9055" y="19528"/>
                      <a:pt x="7992" y="18910"/>
                      <a:pt x="7621" y="18704"/>
                    </a:cubicBezTo>
                    <a:cubicBezTo>
                      <a:pt x="6788" y="18241"/>
                      <a:pt x="5993" y="17735"/>
                      <a:pt x="5229" y="17198"/>
                    </a:cubicBezTo>
                    <a:cubicBezTo>
                      <a:pt x="4963" y="17011"/>
                      <a:pt x="4136" y="16487"/>
                      <a:pt x="4026" y="16251"/>
                    </a:cubicBezTo>
                    <a:cubicBezTo>
                      <a:pt x="3931" y="16045"/>
                      <a:pt x="4554" y="14389"/>
                      <a:pt x="4437" y="14350"/>
                    </a:cubicBezTo>
                    <a:cubicBezTo>
                      <a:pt x="3946" y="14185"/>
                      <a:pt x="3105" y="14445"/>
                      <a:pt x="2643" y="14602"/>
                    </a:cubicBezTo>
                    <a:cubicBezTo>
                      <a:pt x="2110" y="14785"/>
                      <a:pt x="835" y="15557"/>
                      <a:pt x="800" y="16582"/>
                    </a:cubicBezTo>
                    <a:cubicBezTo>
                      <a:pt x="-339" y="15137"/>
                      <a:pt x="-266" y="13495"/>
                      <a:pt x="1050" y="12196"/>
                    </a:cubicBezTo>
                    <a:cubicBezTo>
                      <a:pt x="1672" y="11583"/>
                      <a:pt x="2430" y="11014"/>
                      <a:pt x="3301" y="10647"/>
                    </a:cubicBezTo>
                    <a:cubicBezTo>
                      <a:pt x="3585" y="10527"/>
                      <a:pt x="3992" y="10384"/>
                      <a:pt x="4422" y="10273"/>
                    </a:cubicBezTo>
                    <a:close/>
                  </a:path>
                </a:pathLst>
              </a:custGeom>
              <a:noFill/>
              <a:ln w="28575" cap="flat">
                <a:solidFill>
                  <a:srgbClr val="1F4E79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defTabSz="457200">
                  <a:defRPr sz="3000">
                    <a:solidFill>
                      <a:srgbClr val="FFFFFF"/>
                    </a:solidFill>
                    <a:effectLst>
                      <a:outerShdw blurRad="38100" dist="12700" dir="5400000" rotWithShape="0">
                        <a:srgbClr val="000000">
                          <a:alpha val="50000"/>
                        </a:srgbClr>
                      </a:outerShdw>
                    </a:effectLst>
                  </a:defRPr>
                </a:pPr>
                <a:endParaRPr/>
              </a:p>
            </p:txBody>
          </p:sp>
          <p:sp>
            <p:nvSpPr>
              <p:cNvPr id="268" name="Shape 92"/>
              <p:cNvSpPr/>
              <p:nvPr>
                <p:custDataLst>
                  <p:tags r:id="rId5"/>
                </p:custDataLst>
              </p:nvPr>
            </p:nvSpPr>
            <p:spPr>
              <a:xfrm>
                <a:off x="1066800" y="266700"/>
                <a:ext cx="431366" cy="289037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0" y="0"/>
                    </a:moveTo>
                    <a:cubicBezTo>
                      <a:pt x="2379" y="6426"/>
                      <a:pt x="7227" y="11376"/>
                      <a:pt x="11452" y="14964"/>
                    </a:cubicBezTo>
                    <a:cubicBezTo>
                      <a:pt x="13898" y="17041"/>
                      <a:pt x="19295" y="20423"/>
                      <a:pt x="21600" y="21600"/>
                    </a:cubicBezTo>
                  </a:path>
                </a:pathLst>
              </a:custGeom>
              <a:noFill/>
              <a:ln w="28575" cap="flat">
                <a:solidFill>
                  <a:srgbClr val="1F4E79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defTabSz="457200">
                  <a:defRPr sz="3000">
                    <a:solidFill>
                      <a:srgbClr val="FFFFFF"/>
                    </a:solidFill>
                    <a:effectLst>
                      <a:outerShdw blurRad="38100" dist="12700" dir="5400000" rotWithShape="0">
                        <a:srgbClr val="000000">
                          <a:alpha val="50000"/>
                        </a:srgbClr>
                      </a:outerShdw>
                    </a:effectLst>
                  </a:defRPr>
                </a:pPr>
                <a:endParaRPr/>
              </a:p>
            </p:txBody>
          </p:sp>
          <p:sp>
            <p:nvSpPr>
              <p:cNvPr id="269" name="Shape 93"/>
              <p:cNvSpPr/>
              <p:nvPr>
                <p:custDataLst>
                  <p:tags r:id="rId6"/>
                </p:custDataLst>
              </p:nvPr>
            </p:nvSpPr>
            <p:spPr>
              <a:xfrm>
                <a:off x="1003300" y="317500"/>
                <a:ext cx="479079" cy="32755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0" y="0"/>
                    </a:moveTo>
                    <a:cubicBezTo>
                      <a:pt x="2142" y="5671"/>
                      <a:pt x="7183" y="11692"/>
                      <a:pt x="10987" y="14858"/>
                    </a:cubicBezTo>
                    <a:cubicBezTo>
                      <a:pt x="13189" y="16691"/>
                      <a:pt x="19525" y="20561"/>
                      <a:pt x="21600" y="21600"/>
                    </a:cubicBezTo>
                  </a:path>
                </a:pathLst>
              </a:custGeom>
              <a:noFill/>
              <a:ln w="28575" cap="flat">
                <a:solidFill>
                  <a:srgbClr val="1F4E79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defTabSz="457200">
                  <a:defRPr sz="3000">
                    <a:solidFill>
                      <a:srgbClr val="FFFFFF"/>
                    </a:solidFill>
                    <a:effectLst>
                      <a:outerShdw blurRad="38100" dist="12700" dir="5400000" rotWithShape="0">
                        <a:srgbClr val="000000">
                          <a:alpha val="50000"/>
                        </a:srgbClr>
                      </a:outerShdw>
                    </a:effectLst>
                  </a:defRPr>
                </a:pPr>
                <a:endParaRPr/>
              </a:p>
            </p:txBody>
          </p:sp>
          <p:sp>
            <p:nvSpPr>
              <p:cNvPr id="270" name="Shape 94"/>
              <p:cNvSpPr/>
              <p:nvPr>
                <p:custDataLst>
                  <p:tags r:id="rId7"/>
                </p:custDataLst>
              </p:nvPr>
            </p:nvSpPr>
            <p:spPr>
              <a:xfrm>
                <a:off x="317500" y="1028700"/>
                <a:ext cx="84374" cy="267501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0" y="21600"/>
                    </a:moveTo>
                    <a:cubicBezTo>
                      <a:pt x="4016" y="15315"/>
                      <a:pt x="14405" y="5985"/>
                      <a:pt x="21600" y="0"/>
                    </a:cubicBezTo>
                  </a:path>
                </a:pathLst>
              </a:custGeom>
              <a:noFill/>
              <a:ln w="28575" cap="flat">
                <a:solidFill>
                  <a:srgbClr val="1F4E79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defTabSz="457200">
                  <a:defRPr sz="3000">
                    <a:solidFill>
                      <a:srgbClr val="FFFFFF"/>
                    </a:solidFill>
                    <a:effectLst>
                      <a:outerShdw blurRad="38100" dist="12700" dir="5400000" rotWithShape="0">
                        <a:srgbClr val="000000">
                          <a:alpha val="50000"/>
                        </a:srgbClr>
                      </a:outerShdw>
                    </a:effectLst>
                  </a:defRPr>
                </a:pPr>
                <a:endParaRPr/>
              </a:p>
            </p:txBody>
          </p:sp>
          <p:sp>
            <p:nvSpPr>
              <p:cNvPr id="271" name="Shape 95"/>
              <p:cNvSpPr/>
              <p:nvPr>
                <p:custDataLst>
                  <p:tags r:id="rId8"/>
                </p:custDataLst>
              </p:nvPr>
            </p:nvSpPr>
            <p:spPr>
              <a:xfrm>
                <a:off x="889000" y="1409700"/>
                <a:ext cx="194631" cy="241629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0" y="21600"/>
                    </a:moveTo>
                    <a:cubicBezTo>
                      <a:pt x="8151" y="14365"/>
                      <a:pt x="14301" y="8151"/>
                      <a:pt x="21600" y="0"/>
                    </a:cubicBezTo>
                  </a:path>
                </a:pathLst>
              </a:custGeom>
              <a:noFill/>
              <a:ln w="28575" cap="flat">
                <a:solidFill>
                  <a:srgbClr val="1F4E79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defTabSz="457200">
                  <a:defRPr sz="3000">
                    <a:solidFill>
                      <a:srgbClr val="FFFFFF"/>
                    </a:solidFill>
                    <a:effectLst>
                      <a:outerShdw blurRad="38100" dist="12700" dir="5400000" rotWithShape="0">
                        <a:srgbClr val="000000">
                          <a:alpha val="50000"/>
                        </a:srgbClr>
                      </a:outerShdw>
                    </a:effectLst>
                  </a:defRPr>
                </a:pPr>
                <a:endParaRPr/>
              </a:p>
            </p:txBody>
          </p:sp>
          <p:sp>
            <p:nvSpPr>
              <p:cNvPr id="272" name="Shape 96"/>
              <p:cNvSpPr/>
              <p:nvPr>
                <p:custDataLst>
                  <p:tags r:id="rId9"/>
                </p:custDataLst>
              </p:nvPr>
            </p:nvSpPr>
            <p:spPr>
              <a:xfrm>
                <a:off x="304800" y="1358900"/>
                <a:ext cx="514350" cy="34925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0" y="0"/>
                    </a:moveTo>
                    <a:cubicBezTo>
                      <a:pt x="2445" y="1850"/>
                      <a:pt x="4122" y="5622"/>
                      <a:pt x="6224" y="8181"/>
                    </a:cubicBezTo>
                    <a:cubicBezTo>
                      <a:pt x="8411" y="10843"/>
                      <a:pt x="10777" y="13242"/>
                      <a:pt x="13131" y="15565"/>
                    </a:cubicBezTo>
                    <a:cubicBezTo>
                      <a:pt x="15743" y="18141"/>
                      <a:pt x="18474" y="20652"/>
                      <a:pt x="21600" y="21600"/>
                    </a:cubicBezTo>
                  </a:path>
                </a:pathLst>
              </a:custGeom>
              <a:noFill/>
              <a:ln w="28575" cap="flat">
                <a:solidFill>
                  <a:srgbClr val="1F4E79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defTabSz="457200">
                  <a:defRPr sz="3000">
                    <a:solidFill>
                      <a:srgbClr val="FFFFFF"/>
                    </a:solidFill>
                    <a:effectLst>
                      <a:outerShdw blurRad="38100" dist="12700" dir="5400000" rotWithShape="0">
                        <a:srgbClr val="000000">
                          <a:alpha val="50000"/>
                        </a:srgbClr>
                      </a:outerShdw>
                    </a:effectLst>
                  </a:defRPr>
                </a:pPr>
                <a:endParaRPr/>
              </a:p>
            </p:txBody>
          </p:sp>
        </p:grp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500"/>
                            </p:stCondLst>
                            <p:childTnLst>
                              <p:par>
                                <p:cTn id="1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2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32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5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6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26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7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26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8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6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9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26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矩形 3"/>
          <p:cNvSpPr/>
          <p:nvPr>
            <p:custDataLst>
              <p:tags r:id="rId1"/>
            </p:custDataLst>
          </p:nvPr>
        </p:nvSpPr>
        <p:spPr>
          <a:xfrm>
            <a:off x="207010" y="708025"/>
            <a:ext cx="2786380" cy="1530350"/>
          </a:xfrm>
          <a:prstGeom prst="rect">
            <a:avLst/>
          </a:prstGeom>
          <a:solidFill>
            <a:srgbClr val="1E7AB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350">
              <a:latin typeface="Noto Serif CJK SC" panose="02020400000000000000" pitchFamily="18" charset="-122"/>
              <a:ea typeface="FZHei-B01S" panose="02010601030101010101" pitchFamily="2" charset="-122"/>
              <a:sym typeface="Noto Serif CJK SC" panose="02020400000000000000" pitchFamily="18" charset="-122"/>
            </a:endParaRPr>
          </a:p>
        </p:txBody>
      </p:sp>
      <p:sp>
        <p:nvSpPr>
          <p:cNvPr id="5" name="矩形 4"/>
          <p:cNvSpPr/>
          <p:nvPr>
            <p:custDataLst>
              <p:tags r:id="rId2"/>
            </p:custDataLst>
          </p:nvPr>
        </p:nvSpPr>
        <p:spPr>
          <a:xfrm>
            <a:off x="207010" y="1406525"/>
            <a:ext cx="8716645" cy="489521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350">
              <a:latin typeface="Noto Serif CJK SC" panose="02020400000000000000" pitchFamily="18" charset="-122"/>
              <a:ea typeface="FZHei-B01S" panose="02010601030101010101" pitchFamily="2" charset="-122"/>
              <a:sym typeface="Noto Serif CJK SC" panose="02020400000000000000" pitchFamily="18" charset="-122"/>
            </a:endParaRPr>
          </a:p>
        </p:txBody>
      </p:sp>
      <p:sp>
        <p:nvSpPr>
          <p:cNvPr id="6" name="Title 1"/>
          <p:cNvSpPr>
            <a:spLocks noGrp="1"/>
          </p:cNvSpPr>
          <p:nvPr>
            <p:custDataLst>
              <p:tags r:id="rId3"/>
            </p:custDataLst>
          </p:nvPr>
        </p:nvSpPr>
        <p:spPr>
          <a:xfrm>
            <a:off x="368935" y="751840"/>
            <a:ext cx="2773045" cy="72136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5335" kern="120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+mj-ea"/>
                <a:cs typeface="Times New Roman" panose="02020603050405020304" pitchFamily="18" charset="0"/>
              </a:defRPr>
            </a:lvl1pPr>
          </a:lstStyle>
          <a:p>
            <a:r>
              <a:rPr lang="en-US" altLang="zh-CN" sz="3600" dirty="0">
                <a:solidFill>
                  <a:schemeClr val="bg1"/>
                </a:solidFill>
              </a:rPr>
              <a:t>What is List</a:t>
            </a:r>
          </a:p>
        </p:txBody>
      </p:sp>
      <p:pic>
        <p:nvPicPr>
          <p:cNvPr id="16" name="图片 15" descr="华工标志（透明版"/>
          <p:cNvPicPr>
            <a:picLocks noChangeAspect="1"/>
          </p:cNvPicPr>
          <p:nvPr>
            <p:custDataLst>
              <p:tags r:id="rId4"/>
            </p:custDataLst>
          </p:nvPr>
        </p:nvPicPr>
        <p:blipFill>
          <a:blip r:embed="rId6" cstate="print"/>
          <a:stretch>
            <a:fillRect/>
          </a:stretch>
        </p:blipFill>
        <p:spPr>
          <a:xfrm>
            <a:off x="7740015" y="116205"/>
            <a:ext cx="1230630" cy="1230630"/>
          </a:xfrm>
          <a:prstGeom prst="rect">
            <a:avLst/>
          </a:prstGeom>
        </p:spPr>
      </p:pic>
      <p:sp>
        <p:nvSpPr>
          <p:cNvPr id="67587" name="内容占位符 4"/>
          <p:cNvSpPr>
            <a:spLocks noGrp="1"/>
          </p:cNvSpPr>
          <p:nvPr>
            <p:ph idx="1"/>
          </p:nvPr>
        </p:nvSpPr>
        <p:spPr>
          <a:xfrm>
            <a:off x="395605" y="1470025"/>
            <a:ext cx="8380730" cy="4719320"/>
          </a:xfrm>
        </p:spPr>
        <p:txBody>
          <a:bodyPr>
            <a:noAutofit/>
          </a:bodyPr>
          <a:lstStyle/>
          <a:p>
            <a:pPr fontAlgn="auto">
              <a:lnSpc>
                <a:spcPct val="100000"/>
              </a:lnSpc>
              <a:spcBef>
                <a:spcPts val="0"/>
              </a:spcBef>
            </a:pPr>
            <a:r>
              <a:rPr lang="en-US" altLang="zh-CN" sz="2800" dirty="0"/>
              <a:t>A list is a </a:t>
            </a:r>
            <a:r>
              <a:rPr lang="en-US" altLang="zh-CN" sz="2800" dirty="0">
                <a:solidFill>
                  <a:srgbClr val="FF0000"/>
                </a:solidFill>
              </a:rPr>
              <a:t>finite</a:t>
            </a:r>
            <a:r>
              <a:rPr lang="en-US" altLang="zh-CN" sz="2800" dirty="0"/>
              <a:t>, </a:t>
            </a:r>
            <a:r>
              <a:rPr lang="en-US" altLang="zh-CN" sz="2800" dirty="0">
                <a:solidFill>
                  <a:srgbClr val="FF0000"/>
                </a:solidFill>
              </a:rPr>
              <a:t>ordered sequence </a:t>
            </a:r>
            <a:r>
              <a:rPr lang="en-US" altLang="zh-CN" sz="2800" dirty="0"/>
              <a:t>of data items called elements.</a:t>
            </a:r>
            <a:endParaRPr lang="en-US" altLang="zh-CN" sz="600" dirty="0"/>
          </a:p>
          <a:p>
            <a:pPr lvl="1" fontAlgn="auto">
              <a:lnSpc>
                <a:spcPct val="100000"/>
              </a:lnSpc>
              <a:spcBef>
                <a:spcPts val="0"/>
              </a:spcBef>
            </a:pPr>
            <a:r>
              <a:rPr lang="en-US" altLang="zh-CN" sz="2400" dirty="0"/>
              <a:t>Notation: &lt;a</a:t>
            </a:r>
            <a:r>
              <a:rPr lang="en-US" altLang="zh-CN" sz="2400" baseline="-25000" dirty="0"/>
              <a:t>0</a:t>
            </a:r>
            <a:r>
              <a:rPr lang="en-US" altLang="zh-CN" sz="2400" dirty="0"/>
              <a:t>, a</a:t>
            </a:r>
            <a:r>
              <a:rPr lang="en-US" altLang="zh-CN" sz="2400" baseline="-25000" dirty="0"/>
              <a:t>1</a:t>
            </a:r>
            <a:r>
              <a:rPr lang="en-US" altLang="zh-CN" sz="2400" dirty="0"/>
              <a:t>, …, a</a:t>
            </a:r>
            <a:r>
              <a:rPr lang="en-US" altLang="zh-CN" sz="2400" baseline="-25000" dirty="0"/>
              <a:t>n-1</a:t>
            </a:r>
            <a:r>
              <a:rPr lang="en-US" altLang="zh-CN" sz="2400" dirty="0"/>
              <a:t>&gt;</a:t>
            </a:r>
            <a:endParaRPr lang="en-US" altLang="zh-CN" sz="600" dirty="0"/>
          </a:p>
          <a:p>
            <a:pPr lvl="1" fontAlgn="auto">
              <a:lnSpc>
                <a:spcPct val="100000"/>
              </a:lnSpc>
              <a:spcBef>
                <a:spcPts val="0"/>
              </a:spcBef>
            </a:pPr>
            <a:r>
              <a:rPr lang="en-US" altLang="zh-CN" sz="2400" dirty="0"/>
              <a:t>Each element has a </a:t>
            </a:r>
            <a:r>
              <a:rPr lang="en-US" altLang="zh-CN" sz="2400" dirty="0">
                <a:solidFill>
                  <a:srgbClr val="FF0000"/>
                </a:solidFill>
              </a:rPr>
              <a:t>position</a:t>
            </a:r>
            <a:r>
              <a:rPr lang="en-US" altLang="zh-CN" sz="2400" dirty="0"/>
              <a:t> in the list.</a:t>
            </a:r>
            <a:endParaRPr lang="en-US" altLang="zh-CN" sz="700" dirty="0"/>
          </a:p>
          <a:p>
            <a:pPr lvl="1" fontAlgn="auto">
              <a:lnSpc>
                <a:spcPct val="100000"/>
              </a:lnSpc>
              <a:spcBef>
                <a:spcPts val="0"/>
              </a:spcBef>
            </a:pPr>
            <a:r>
              <a:rPr lang="en-US" altLang="zh-CN" sz="2400" dirty="0"/>
              <a:t>Each element may be of arbitrary type, but all are of the same type</a:t>
            </a:r>
            <a:endParaRPr lang="en-US" altLang="zh-CN" sz="700" dirty="0"/>
          </a:p>
          <a:p>
            <a:pPr lvl="1" fontAlgn="auto">
              <a:lnSpc>
                <a:spcPct val="100000"/>
              </a:lnSpc>
              <a:spcBef>
                <a:spcPts val="0"/>
              </a:spcBef>
            </a:pPr>
            <a:r>
              <a:rPr lang="en-US" altLang="zh-CN" sz="2400" dirty="0"/>
              <a:t>The length of a list is the number of elements currently stored</a:t>
            </a:r>
          </a:p>
          <a:p>
            <a:pPr lvl="2" fontAlgn="auto">
              <a:lnSpc>
                <a:spcPct val="100000"/>
              </a:lnSpc>
              <a:spcBef>
                <a:spcPts val="0"/>
              </a:spcBef>
            </a:pPr>
            <a:r>
              <a:rPr lang="en-US" altLang="zh-CN" sz="2000" dirty="0"/>
              <a:t>An </a:t>
            </a:r>
            <a:r>
              <a:rPr lang="en-US" altLang="zh-CN" sz="2000" dirty="0">
                <a:solidFill>
                  <a:srgbClr val="CC0000"/>
                </a:solidFill>
              </a:rPr>
              <a:t>empty list </a:t>
            </a:r>
            <a:r>
              <a:rPr lang="en-US" altLang="zh-CN" sz="2000" dirty="0"/>
              <a:t>contains no elements</a:t>
            </a:r>
            <a:endParaRPr lang="en-US" altLang="zh-CN" sz="700" dirty="0"/>
          </a:p>
          <a:p>
            <a:pPr lvl="1" fontAlgn="auto">
              <a:lnSpc>
                <a:spcPct val="100000"/>
              </a:lnSpc>
              <a:spcBef>
                <a:spcPts val="0"/>
              </a:spcBef>
            </a:pPr>
            <a:r>
              <a:rPr lang="en-US" altLang="zh-CN" sz="2400" dirty="0"/>
              <a:t>The beginning and the end of the list are, respectively, called the </a:t>
            </a:r>
            <a:r>
              <a:rPr lang="en-US" altLang="zh-CN" sz="2400" dirty="0">
                <a:solidFill>
                  <a:srgbClr val="008000"/>
                </a:solidFill>
              </a:rPr>
              <a:t>head</a:t>
            </a:r>
            <a:r>
              <a:rPr lang="en-US" altLang="zh-CN" sz="2400" dirty="0"/>
              <a:t> and the </a:t>
            </a:r>
            <a:r>
              <a:rPr lang="en-US" altLang="zh-CN" sz="2400" dirty="0">
                <a:solidFill>
                  <a:srgbClr val="008000"/>
                </a:solidFill>
              </a:rPr>
              <a:t>tail</a:t>
            </a:r>
            <a:endParaRPr lang="en-US" altLang="zh-CN" sz="700" dirty="0">
              <a:solidFill>
                <a:srgbClr val="008000"/>
              </a:solidFill>
            </a:endParaRPr>
          </a:p>
          <a:p>
            <a:pPr lvl="1" fontAlgn="auto">
              <a:lnSpc>
                <a:spcPct val="100000"/>
              </a:lnSpc>
              <a:spcBef>
                <a:spcPts val="0"/>
              </a:spcBef>
            </a:pPr>
            <a:r>
              <a:rPr lang="en-US" altLang="zh-CN" sz="2400" dirty="0"/>
              <a:t>Common List operations are:</a:t>
            </a:r>
          </a:p>
          <a:p>
            <a:pPr lvl="2" fontAlgn="auto">
              <a:lnSpc>
                <a:spcPct val="100000"/>
              </a:lnSpc>
              <a:spcBef>
                <a:spcPts val="0"/>
              </a:spcBef>
            </a:pPr>
            <a:r>
              <a:rPr lang="en-US" altLang="zh-CN" sz="2000" dirty="0"/>
              <a:t>insert, append, delete/remove, find, </a:t>
            </a:r>
            <a:r>
              <a:rPr lang="en-US" altLang="zh-CN" sz="2000" dirty="0" err="1"/>
              <a:t>isEmpty</a:t>
            </a:r>
            <a:r>
              <a:rPr lang="en-US" altLang="zh-CN" sz="2000" dirty="0"/>
              <a:t>, </a:t>
            </a:r>
            <a:r>
              <a:rPr lang="en-US" altLang="zh-CN" sz="2000" dirty="0" err="1"/>
              <a:t>prev</a:t>
            </a:r>
            <a:r>
              <a:rPr lang="en-US" altLang="zh-CN" sz="2000" dirty="0"/>
              <a:t>, next, </a:t>
            </a:r>
            <a:r>
              <a:rPr lang="en-US" altLang="zh-CN" sz="2000" dirty="0" err="1"/>
              <a:t>currPos</a:t>
            </a:r>
            <a:r>
              <a:rPr lang="en-US" altLang="zh-CN" sz="2000" dirty="0"/>
              <a:t>, </a:t>
            </a:r>
            <a:r>
              <a:rPr lang="en-US" altLang="zh-CN" sz="2000" dirty="0" err="1"/>
              <a:t>moveToPos</a:t>
            </a:r>
            <a:r>
              <a:rPr lang="en-US" altLang="zh-CN" sz="2000" dirty="0"/>
              <a:t>, </a:t>
            </a:r>
            <a:r>
              <a:rPr lang="en-US" altLang="zh-CN" sz="2000" dirty="0" err="1"/>
              <a:t>moveToStart</a:t>
            </a:r>
            <a:r>
              <a:rPr lang="en-US" altLang="zh-CN" sz="2000" dirty="0"/>
              <a:t>, length, </a:t>
            </a:r>
            <a:r>
              <a:rPr lang="en-US" altLang="zh-CN" sz="2000" dirty="0" err="1"/>
              <a:t>etc</a:t>
            </a:r>
            <a:endParaRPr lang="en-US" altLang="zh-CN" sz="2000" dirty="0" err="1">
              <a:solidFill>
                <a:srgbClr val="FF0000"/>
              </a:solidFill>
            </a:endParaRPr>
          </a:p>
        </p:txBody>
      </p:sp>
      <p:sp>
        <p:nvSpPr>
          <p:cNvPr id="67588" name="Slide Number Placeholder 3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556895" indent="-213995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857250" indent="-1714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200150" indent="-1714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1543050" indent="-1714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1885950" indent="-1714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228850" indent="-1714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2571750" indent="-1714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2914650" indent="-1714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fld id="{39F7EE10-1D8A-4DF4-8EB3-C1D00618FA23}" type="slidenum">
              <a:rPr lang="zh-CN" altLang="en-US" sz="770" smtClean="0"/>
              <a:pPr/>
              <a:t>4</a:t>
            </a:fld>
            <a:endParaRPr lang="zh-CN" altLang="en-US" sz="770"/>
          </a:p>
        </p:txBody>
      </p:sp>
      <p:sp>
        <p:nvSpPr>
          <p:cNvPr id="2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fld id="{E7DE32D0-BDC2-409F-8742-E1A113E1D323}" type="datetime1">
              <a:rPr lang="zh-CN" altLang="en-US" sz="770" smtClean="0"/>
              <a:pPr>
                <a:defRPr/>
              </a:pPr>
              <a:t>2025/12/16</a:t>
            </a:fld>
            <a:endParaRPr lang="zh-CN" altLang="en-US" sz="770"/>
          </a:p>
        </p:txBody>
      </p:sp>
      <p:sp>
        <p:nvSpPr>
          <p:cNvPr id="3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altLang="zh-CN" sz="770"/>
              <a:t>Stacks and Queues - Lecture 6</a:t>
            </a:r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矩形 5"/>
          <p:cNvSpPr/>
          <p:nvPr>
            <p:custDataLst>
              <p:tags r:id="rId1"/>
            </p:custDataLst>
          </p:nvPr>
        </p:nvSpPr>
        <p:spPr>
          <a:xfrm>
            <a:off x="207010" y="708025"/>
            <a:ext cx="2297430" cy="1530350"/>
          </a:xfrm>
          <a:prstGeom prst="rect">
            <a:avLst/>
          </a:prstGeom>
          <a:solidFill>
            <a:srgbClr val="1E7AB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350">
              <a:latin typeface="Noto Serif CJK SC" panose="02020400000000000000" pitchFamily="18" charset="-122"/>
              <a:ea typeface="FZHei-B01S" panose="02010601030101010101" pitchFamily="2" charset="-122"/>
              <a:sym typeface="Noto Serif CJK SC" panose="02020400000000000000" pitchFamily="18" charset="-122"/>
            </a:endParaRPr>
          </a:p>
        </p:txBody>
      </p:sp>
      <p:sp>
        <p:nvSpPr>
          <p:cNvPr id="9" name="矩形 8"/>
          <p:cNvSpPr/>
          <p:nvPr>
            <p:custDataLst>
              <p:tags r:id="rId2"/>
            </p:custDataLst>
          </p:nvPr>
        </p:nvSpPr>
        <p:spPr>
          <a:xfrm>
            <a:off x="207010" y="1406525"/>
            <a:ext cx="8709660" cy="480250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350">
              <a:latin typeface="Noto Serif CJK SC" panose="02020400000000000000" pitchFamily="18" charset="-122"/>
              <a:ea typeface="FZHei-B01S" panose="02010601030101010101" pitchFamily="2" charset="-122"/>
              <a:sym typeface="Noto Serif CJK SC" panose="02020400000000000000" pitchFamily="18" charset="-122"/>
            </a:endParaRPr>
          </a:p>
        </p:txBody>
      </p:sp>
      <p:sp>
        <p:nvSpPr>
          <p:cNvPr id="11" name="Title 1"/>
          <p:cNvSpPr>
            <a:spLocks noGrp="1"/>
          </p:cNvSpPr>
          <p:nvPr>
            <p:custDataLst>
              <p:tags r:id="rId3"/>
            </p:custDataLst>
          </p:nvPr>
        </p:nvSpPr>
        <p:spPr>
          <a:xfrm>
            <a:off x="368618" y="751840"/>
            <a:ext cx="4312920" cy="72104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5335" kern="120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+mj-ea"/>
                <a:cs typeface="Times New Roman" panose="02020603050405020304" pitchFamily="18" charset="0"/>
              </a:defRPr>
            </a:lvl1pPr>
          </a:lstStyle>
          <a:p>
            <a:r>
              <a:rPr lang="en-US" altLang="zh-CN" sz="3600" dirty="0">
                <a:solidFill>
                  <a:schemeClr val="bg1"/>
                </a:solidFill>
              </a:rPr>
              <a:t>List ADT</a:t>
            </a:r>
          </a:p>
        </p:txBody>
      </p:sp>
      <p:pic>
        <p:nvPicPr>
          <p:cNvPr id="12" name="图片 11" descr="华工标志（透明版"/>
          <p:cNvPicPr>
            <a:picLocks noChangeAspect="1"/>
          </p:cNvPicPr>
          <p:nvPr>
            <p:custDataLst>
              <p:tags r:id="rId4"/>
            </p:custDataLst>
          </p:nvPr>
        </p:nvPicPr>
        <p:blipFill>
          <a:blip r:embed="rId52" cstate="print"/>
          <a:stretch>
            <a:fillRect/>
          </a:stretch>
        </p:blipFill>
        <p:spPr>
          <a:xfrm>
            <a:off x="7740015" y="116205"/>
            <a:ext cx="1230630" cy="1230630"/>
          </a:xfrm>
          <a:prstGeom prst="rect">
            <a:avLst/>
          </a:prstGeom>
        </p:spPr>
      </p:pic>
      <p:sp>
        <p:nvSpPr>
          <p:cNvPr id="67587" name="内容占位符 4"/>
          <p:cNvSpPr>
            <a:spLocks noGrp="1"/>
          </p:cNvSpPr>
          <p:nvPr>
            <p:ph idx="1"/>
          </p:nvPr>
        </p:nvSpPr>
        <p:spPr>
          <a:xfrm>
            <a:off x="633847" y="1470027"/>
            <a:ext cx="7886700" cy="4351337"/>
          </a:xfrm>
        </p:spPr>
        <p:txBody>
          <a:bodyPr>
            <a:noAutofit/>
          </a:bodyPr>
          <a:lstStyle/>
          <a:p>
            <a:pPr marL="0" indent="0" fontAlgn="auto">
              <a:spcBef>
                <a:spcPts val="0"/>
              </a:spcBef>
              <a:buNone/>
            </a:pPr>
            <a:r>
              <a:rPr lang="en-US" altLang="zh-CN" sz="2000" dirty="0">
                <a:ea typeface="宋体" panose="02010600030101010101" pitchFamily="2" charset="-122"/>
              </a:rPr>
              <a:t>// List ADT</a:t>
            </a:r>
          </a:p>
          <a:p>
            <a:pPr marL="0" indent="0" fontAlgn="auto">
              <a:spcBef>
                <a:spcPts val="0"/>
              </a:spcBef>
              <a:buNone/>
            </a:pPr>
            <a:r>
              <a:rPr lang="en-US" altLang="zh-CN" sz="2000" dirty="0">
                <a:ea typeface="宋体" panose="02010600030101010101" pitchFamily="2" charset="-122"/>
              </a:rPr>
              <a:t>template &lt;</a:t>
            </a:r>
            <a:r>
              <a:rPr lang="en-US" altLang="zh-CN" sz="2000" dirty="0" err="1">
                <a:ea typeface="宋体" panose="02010600030101010101" pitchFamily="2" charset="-122"/>
              </a:rPr>
              <a:t>typename</a:t>
            </a:r>
            <a:r>
              <a:rPr lang="en-US" altLang="zh-CN" sz="2000" dirty="0">
                <a:ea typeface="宋体" panose="02010600030101010101" pitchFamily="2" charset="-122"/>
              </a:rPr>
              <a:t> E&gt; class List {</a:t>
            </a:r>
          </a:p>
          <a:p>
            <a:pPr marL="0" indent="0" fontAlgn="auto">
              <a:spcBef>
                <a:spcPts val="0"/>
              </a:spcBef>
              <a:buNone/>
            </a:pPr>
            <a:r>
              <a:rPr lang="en-US" altLang="zh-CN" sz="2000" dirty="0">
                <a:ea typeface="宋体" panose="02010600030101010101" pitchFamily="2" charset="-122"/>
              </a:rPr>
              <a:t>  public:</a:t>
            </a:r>
          </a:p>
          <a:p>
            <a:pPr marL="0" indent="0" fontAlgn="auto">
              <a:spcBef>
                <a:spcPts val="0"/>
              </a:spcBef>
              <a:buNone/>
            </a:pPr>
            <a:r>
              <a:rPr lang="en-US" altLang="zh-CN" sz="2000" dirty="0">
                <a:ea typeface="宋体" panose="02010600030101010101" pitchFamily="2" charset="-122"/>
              </a:rPr>
              <a:t>      List() {}</a:t>
            </a:r>
          </a:p>
          <a:p>
            <a:pPr marL="0" indent="0" fontAlgn="auto">
              <a:spcBef>
                <a:spcPts val="0"/>
              </a:spcBef>
              <a:buNone/>
            </a:pPr>
            <a:r>
              <a:rPr lang="en-US" altLang="zh-CN" sz="2000" dirty="0">
                <a:ea typeface="宋体" panose="02010600030101010101" pitchFamily="2" charset="-122"/>
              </a:rPr>
              <a:t>      virtual ~List() {}</a:t>
            </a:r>
          </a:p>
          <a:p>
            <a:pPr marL="0" indent="0" fontAlgn="auto">
              <a:spcBef>
                <a:spcPts val="0"/>
              </a:spcBef>
              <a:buNone/>
            </a:pPr>
            <a:r>
              <a:rPr lang="en-US" altLang="zh-CN" sz="2000" dirty="0">
                <a:ea typeface="宋体" panose="02010600030101010101" pitchFamily="2" charset="-122"/>
              </a:rPr>
              <a:t>      virtual bool insert(</a:t>
            </a:r>
            <a:r>
              <a:rPr lang="en-US" altLang="zh-CN" sz="2000" dirty="0" err="1">
                <a:ea typeface="宋体" panose="02010600030101010101" pitchFamily="2" charset="-122"/>
              </a:rPr>
              <a:t>const</a:t>
            </a:r>
            <a:r>
              <a:rPr lang="en-US" altLang="zh-CN" sz="2000" dirty="0">
                <a:ea typeface="宋体" panose="02010600030101010101" pitchFamily="2" charset="-122"/>
              </a:rPr>
              <a:t> E&amp; item) = 0;</a:t>
            </a:r>
          </a:p>
          <a:p>
            <a:pPr marL="0" indent="0" fontAlgn="auto">
              <a:spcBef>
                <a:spcPts val="0"/>
              </a:spcBef>
              <a:buNone/>
            </a:pPr>
            <a:r>
              <a:rPr lang="en-US" altLang="zh-CN" sz="2000" dirty="0">
                <a:ea typeface="宋体" panose="02010600030101010101" pitchFamily="2" charset="-122"/>
              </a:rPr>
              <a:t>      virtual bool append(</a:t>
            </a:r>
            <a:r>
              <a:rPr lang="en-US" altLang="zh-CN" sz="2000" dirty="0" err="1">
                <a:ea typeface="宋体" panose="02010600030101010101" pitchFamily="2" charset="-122"/>
              </a:rPr>
              <a:t>const</a:t>
            </a:r>
            <a:r>
              <a:rPr lang="en-US" altLang="zh-CN" sz="2000" dirty="0">
                <a:ea typeface="宋体" panose="02010600030101010101" pitchFamily="2" charset="-122"/>
              </a:rPr>
              <a:t> E&amp; item) = 0;</a:t>
            </a:r>
          </a:p>
          <a:p>
            <a:pPr marL="0" indent="0" fontAlgn="auto">
              <a:spcBef>
                <a:spcPts val="0"/>
              </a:spcBef>
              <a:buNone/>
            </a:pPr>
            <a:r>
              <a:rPr lang="en-US" altLang="zh-CN" sz="2000" dirty="0">
                <a:ea typeface="宋体" panose="02010600030101010101" pitchFamily="2" charset="-122"/>
              </a:rPr>
              <a:t>      virtual bool remove(E&amp;) = 0;</a:t>
            </a:r>
          </a:p>
          <a:p>
            <a:pPr marL="0" indent="0" fontAlgn="auto">
              <a:spcBef>
                <a:spcPts val="0"/>
              </a:spcBef>
              <a:buNone/>
            </a:pPr>
            <a:r>
              <a:rPr lang="en-US" altLang="zh-CN" sz="2000" dirty="0">
                <a:ea typeface="宋体" panose="02010600030101010101" pitchFamily="2" charset="-122"/>
              </a:rPr>
              <a:t>      virtual void clear() = 0;</a:t>
            </a:r>
          </a:p>
          <a:p>
            <a:pPr marL="0" indent="0" fontAlgn="auto">
              <a:spcBef>
                <a:spcPts val="0"/>
              </a:spcBef>
              <a:buNone/>
            </a:pPr>
            <a:r>
              <a:rPr lang="en-US" altLang="zh-CN" sz="2000" dirty="0"/>
              <a:t>      virtual void </a:t>
            </a:r>
            <a:r>
              <a:rPr lang="en-US" altLang="zh-CN" sz="2000" dirty="0" err="1"/>
              <a:t>moveToStart</a:t>
            </a:r>
            <a:r>
              <a:rPr lang="en-US" altLang="zh-CN" sz="2000" dirty="0"/>
              <a:t>() = 0;</a:t>
            </a:r>
          </a:p>
          <a:p>
            <a:pPr marL="0" indent="0" fontAlgn="auto">
              <a:spcBef>
                <a:spcPts val="0"/>
              </a:spcBef>
              <a:buNone/>
            </a:pPr>
            <a:r>
              <a:rPr lang="en-US" altLang="zh-CN" sz="2000" dirty="0"/>
              <a:t>      virtual void </a:t>
            </a:r>
            <a:r>
              <a:rPr lang="en-US" altLang="zh-CN" sz="2000" dirty="0" err="1"/>
              <a:t>moveToEnd</a:t>
            </a:r>
            <a:r>
              <a:rPr lang="en-US" altLang="zh-CN" sz="2000" dirty="0"/>
              <a:t>() = 0;</a:t>
            </a:r>
          </a:p>
          <a:p>
            <a:pPr marL="0" indent="0" fontAlgn="auto">
              <a:spcBef>
                <a:spcPts val="0"/>
              </a:spcBef>
              <a:buNone/>
            </a:pPr>
            <a:r>
              <a:rPr lang="en-US" altLang="zh-CN" sz="2000" dirty="0"/>
              <a:t>      virtual void </a:t>
            </a:r>
            <a:r>
              <a:rPr lang="en-US" altLang="zh-CN" sz="2000" dirty="0" err="1"/>
              <a:t>prev</a:t>
            </a:r>
            <a:r>
              <a:rPr lang="en-US" altLang="zh-CN" sz="2000" dirty="0"/>
              <a:t>() = 0;</a:t>
            </a:r>
          </a:p>
          <a:p>
            <a:pPr marL="0" indent="0" fontAlgn="auto">
              <a:spcBef>
                <a:spcPts val="0"/>
              </a:spcBef>
              <a:buNone/>
            </a:pPr>
            <a:r>
              <a:rPr lang="en-US" altLang="zh-CN" sz="2000" dirty="0"/>
              <a:t>      virtual void next() = 0;</a:t>
            </a:r>
          </a:p>
          <a:p>
            <a:pPr marL="0" indent="0" fontAlgn="auto">
              <a:spcBef>
                <a:spcPts val="0"/>
              </a:spcBef>
              <a:buNone/>
            </a:pPr>
            <a:r>
              <a:rPr lang="en-US" altLang="zh-CN" sz="2000" dirty="0"/>
              <a:t>      virtual </a:t>
            </a:r>
            <a:r>
              <a:rPr lang="en-US" altLang="zh-CN" sz="2000" dirty="0" err="1"/>
              <a:t>int</a:t>
            </a:r>
            <a:r>
              <a:rPr lang="en-US" altLang="zh-CN" sz="2000" dirty="0"/>
              <a:t> </a:t>
            </a:r>
            <a:r>
              <a:rPr lang="en-US" altLang="zh-CN" sz="2000" dirty="0" err="1"/>
              <a:t>currPos</a:t>
            </a:r>
            <a:r>
              <a:rPr lang="en-US" altLang="zh-CN" sz="2000" dirty="0"/>
              <a:t>() </a:t>
            </a:r>
            <a:r>
              <a:rPr lang="en-US" altLang="zh-CN" sz="2000" dirty="0" err="1"/>
              <a:t>const</a:t>
            </a:r>
            <a:r>
              <a:rPr lang="en-US" altLang="zh-CN" sz="2000" dirty="0"/>
              <a:t> =0;</a:t>
            </a:r>
          </a:p>
          <a:p>
            <a:pPr marL="0" indent="0" fontAlgn="auto">
              <a:spcBef>
                <a:spcPts val="0"/>
              </a:spcBef>
              <a:buNone/>
            </a:pPr>
            <a:r>
              <a:rPr lang="en-US" altLang="zh-CN" sz="2000" dirty="0"/>
              <a:t>      virtual void </a:t>
            </a:r>
            <a:r>
              <a:rPr lang="en-US" altLang="zh-CN" sz="2000" dirty="0" err="1"/>
              <a:t>moveToPos</a:t>
            </a:r>
            <a:r>
              <a:rPr lang="en-US" altLang="zh-CN" sz="2000" dirty="0"/>
              <a:t>(</a:t>
            </a:r>
            <a:r>
              <a:rPr lang="en-US" altLang="zh-CN" sz="2000" dirty="0" err="1"/>
              <a:t>int</a:t>
            </a:r>
            <a:r>
              <a:rPr lang="en-US" altLang="zh-CN" sz="2000" dirty="0"/>
              <a:t> </a:t>
            </a:r>
            <a:r>
              <a:rPr lang="en-US" altLang="zh-CN" sz="2000" dirty="0" err="1"/>
              <a:t>pos</a:t>
            </a:r>
            <a:r>
              <a:rPr lang="en-US" altLang="zh-CN" sz="2000" dirty="0"/>
              <a:t>) = 0;</a:t>
            </a:r>
          </a:p>
          <a:p>
            <a:pPr marL="0" indent="0" fontAlgn="auto">
              <a:spcBef>
                <a:spcPts val="0"/>
              </a:spcBef>
              <a:buNone/>
            </a:pPr>
            <a:r>
              <a:rPr lang="en-US" altLang="zh-CN" sz="2000" dirty="0"/>
              <a:t>      ……</a:t>
            </a:r>
          </a:p>
          <a:p>
            <a:pPr marL="0" indent="0" fontAlgn="auto">
              <a:spcBef>
                <a:spcPts val="0"/>
              </a:spcBef>
              <a:buNone/>
            </a:pPr>
            <a:r>
              <a:rPr lang="en-US" altLang="zh-CN" sz="2000" dirty="0"/>
              <a:t>}</a:t>
            </a:r>
          </a:p>
        </p:txBody>
      </p:sp>
      <p:sp>
        <p:nvSpPr>
          <p:cNvPr id="67588" name="Slide Number Placeholder 3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556895" indent="-213995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857250" indent="-1714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200150" indent="-1714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1543050" indent="-1714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1885950" indent="-1714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228850" indent="-1714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2571750" indent="-1714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2914650" indent="-1714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fld id="{39F7EE10-1D8A-4DF4-8EB3-C1D00618FA23}" type="slidenum">
              <a:rPr lang="zh-CN" altLang="en-US" sz="770" smtClean="0"/>
              <a:pPr/>
              <a:t>5</a:t>
            </a:fld>
            <a:endParaRPr lang="zh-CN" altLang="en-US" sz="770"/>
          </a:p>
        </p:txBody>
      </p:sp>
      <p:sp>
        <p:nvSpPr>
          <p:cNvPr id="2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fld id="{8CB34D3E-D30C-4D79-9384-B4586628AE6F}" type="datetime1">
              <a:rPr lang="zh-CN" altLang="en-US" sz="770" smtClean="0"/>
              <a:pPr>
                <a:defRPr/>
              </a:pPr>
              <a:t>2025/12/16</a:t>
            </a:fld>
            <a:endParaRPr lang="zh-CN" altLang="en-US" sz="770"/>
          </a:p>
        </p:txBody>
      </p:sp>
      <p:sp>
        <p:nvSpPr>
          <p:cNvPr id="3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altLang="zh-CN" sz="770"/>
              <a:t>Stacks and Queues - Lecture 6</a:t>
            </a:r>
          </a:p>
        </p:txBody>
      </p:sp>
      <p:grpSp>
        <p:nvGrpSpPr>
          <p:cNvPr id="955" name="组合 954"/>
          <p:cNvGrpSpPr/>
          <p:nvPr/>
        </p:nvGrpSpPr>
        <p:grpSpPr>
          <a:xfrm rot="5640000">
            <a:off x="7944785" y="5464532"/>
            <a:ext cx="608013" cy="641350"/>
            <a:chOff x="4197350" y="2182813"/>
            <a:chExt cx="608013" cy="641350"/>
          </a:xfrm>
          <a:solidFill>
            <a:schemeClr val="accent5">
              <a:lumMod val="75000"/>
              <a:alpha val="50000"/>
            </a:schemeClr>
          </a:solidFill>
        </p:grpSpPr>
        <p:sp>
          <p:nvSpPr>
            <p:cNvPr id="16550" name="Freeform 166"/>
            <p:cNvSpPr/>
            <p:nvPr>
              <p:custDataLst>
                <p:tags r:id="rId5"/>
              </p:custDataLst>
            </p:nvPr>
          </p:nvSpPr>
          <p:spPr bwMode="auto">
            <a:xfrm>
              <a:off x="4229100" y="2211388"/>
              <a:ext cx="39688" cy="157163"/>
            </a:xfrm>
            <a:custGeom>
              <a:avLst/>
              <a:gdLst/>
              <a:ahLst/>
              <a:cxnLst>
                <a:cxn ang="0">
                  <a:pos x="63" y="2"/>
                </a:cxn>
                <a:cxn ang="0">
                  <a:pos x="63" y="2"/>
                </a:cxn>
                <a:cxn ang="0">
                  <a:pos x="58" y="14"/>
                </a:cxn>
                <a:cxn ang="0">
                  <a:pos x="54" y="25"/>
                </a:cxn>
                <a:cxn ang="0">
                  <a:pos x="47" y="49"/>
                </a:cxn>
                <a:cxn ang="0">
                  <a:pos x="34" y="96"/>
                </a:cxn>
                <a:cxn ang="0">
                  <a:pos x="34" y="96"/>
                </a:cxn>
                <a:cxn ang="0">
                  <a:pos x="27" y="122"/>
                </a:cxn>
                <a:cxn ang="0">
                  <a:pos x="21" y="149"/>
                </a:cxn>
                <a:cxn ang="0">
                  <a:pos x="10" y="203"/>
                </a:cxn>
                <a:cxn ang="0">
                  <a:pos x="10" y="203"/>
                </a:cxn>
                <a:cxn ang="0">
                  <a:pos x="6" y="222"/>
                </a:cxn>
                <a:cxn ang="0">
                  <a:pos x="3" y="243"/>
                </a:cxn>
                <a:cxn ang="0">
                  <a:pos x="1" y="263"/>
                </a:cxn>
                <a:cxn ang="0">
                  <a:pos x="0" y="283"/>
                </a:cxn>
                <a:cxn ang="0">
                  <a:pos x="0" y="283"/>
                </a:cxn>
                <a:cxn ang="0">
                  <a:pos x="1" y="290"/>
                </a:cxn>
                <a:cxn ang="0">
                  <a:pos x="2" y="292"/>
                </a:cxn>
                <a:cxn ang="0">
                  <a:pos x="3" y="294"/>
                </a:cxn>
                <a:cxn ang="0">
                  <a:pos x="6" y="296"/>
                </a:cxn>
                <a:cxn ang="0">
                  <a:pos x="8" y="296"/>
                </a:cxn>
                <a:cxn ang="0">
                  <a:pos x="11" y="296"/>
                </a:cxn>
                <a:cxn ang="0">
                  <a:pos x="14" y="294"/>
                </a:cxn>
                <a:cxn ang="0">
                  <a:pos x="14" y="294"/>
                </a:cxn>
                <a:cxn ang="0">
                  <a:pos x="15" y="293"/>
                </a:cxn>
                <a:cxn ang="0">
                  <a:pos x="16" y="291"/>
                </a:cxn>
                <a:cxn ang="0">
                  <a:pos x="15" y="287"/>
                </a:cxn>
                <a:cxn ang="0">
                  <a:pos x="14" y="285"/>
                </a:cxn>
                <a:cxn ang="0">
                  <a:pos x="12" y="285"/>
                </a:cxn>
                <a:cxn ang="0">
                  <a:pos x="11" y="284"/>
                </a:cxn>
                <a:cxn ang="0">
                  <a:pos x="9" y="285"/>
                </a:cxn>
                <a:cxn ang="0">
                  <a:pos x="9" y="285"/>
                </a:cxn>
                <a:cxn ang="0">
                  <a:pos x="11" y="282"/>
                </a:cxn>
                <a:cxn ang="0">
                  <a:pos x="12" y="276"/>
                </a:cxn>
                <a:cxn ang="0">
                  <a:pos x="14" y="259"/>
                </a:cxn>
                <a:cxn ang="0">
                  <a:pos x="14" y="232"/>
                </a:cxn>
                <a:cxn ang="0">
                  <a:pos x="14" y="232"/>
                </a:cxn>
                <a:cxn ang="0">
                  <a:pos x="17" y="212"/>
                </a:cxn>
                <a:cxn ang="0">
                  <a:pos x="21" y="193"/>
                </a:cxn>
                <a:cxn ang="0">
                  <a:pos x="29" y="155"/>
                </a:cxn>
                <a:cxn ang="0">
                  <a:pos x="29" y="155"/>
                </a:cxn>
                <a:cxn ang="0">
                  <a:pos x="38" y="119"/>
                </a:cxn>
                <a:cxn ang="0">
                  <a:pos x="48" y="83"/>
                </a:cxn>
                <a:cxn ang="0">
                  <a:pos x="48" y="83"/>
                </a:cxn>
                <a:cxn ang="0">
                  <a:pos x="58" y="45"/>
                </a:cxn>
                <a:cxn ang="0">
                  <a:pos x="64" y="25"/>
                </a:cxn>
                <a:cxn ang="0">
                  <a:pos x="68" y="16"/>
                </a:cxn>
                <a:cxn ang="0">
                  <a:pos x="72" y="8"/>
                </a:cxn>
                <a:cxn ang="0">
                  <a:pos x="72" y="8"/>
                </a:cxn>
                <a:cxn ang="0">
                  <a:pos x="73" y="5"/>
                </a:cxn>
                <a:cxn ang="0">
                  <a:pos x="73" y="3"/>
                </a:cxn>
                <a:cxn ang="0">
                  <a:pos x="72" y="2"/>
                </a:cxn>
                <a:cxn ang="0">
                  <a:pos x="71" y="1"/>
                </a:cxn>
                <a:cxn ang="0">
                  <a:pos x="69" y="0"/>
                </a:cxn>
                <a:cxn ang="0">
                  <a:pos x="67" y="0"/>
                </a:cxn>
                <a:cxn ang="0">
                  <a:pos x="65" y="1"/>
                </a:cxn>
                <a:cxn ang="0">
                  <a:pos x="63" y="2"/>
                </a:cxn>
                <a:cxn ang="0">
                  <a:pos x="63" y="2"/>
                </a:cxn>
              </a:cxnLst>
              <a:rect l="0" t="0" r="r" b="b"/>
              <a:pathLst>
                <a:path w="73" h="296">
                  <a:moveTo>
                    <a:pt x="63" y="2"/>
                  </a:moveTo>
                  <a:lnTo>
                    <a:pt x="63" y="2"/>
                  </a:lnTo>
                  <a:lnTo>
                    <a:pt x="58" y="14"/>
                  </a:lnTo>
                  <a:lnTo>
                    <a:pt x="54" y="25"/>
                  </a:lnTo>
                  <a:lnTo>
                    <a:pt x="47" y="49"/>
                  </a:lnTo>
                  <a:lnTo>
                    <a:pt x="34" y="96"/>
                  </a:lnTo>
                  <a:lnTo>
                    <a:pt x="34" y="96"/>
                  </a:lnTo>
                  <a:lnTo>
                    <a:pt x="27" y="122"/>
                  </a:lnTo>
                  <a:lnTo>
                    <a:pt x="21" y="149"/>
                  </a:lnTo>
                  <a:lnTo>
                    <a:pt x="10" y="203"/>
                  </a:lnTo>
                  <a:lnTo>
                    <a:pt x="10" y="203"/>
                  </a:lnTo>
                  <a:lnTo>
                    <a:pt x="6" y="222"/>
                  </a:lnTo>
                  <a:lnTo>
                    <a:pt x="3" y="243"/>
                  </a:lnTo>
                  <a:lnTo>
                    <a:pt x="1" y="263"/>
                  </a:lnTo>
                  <a:lnTo>
                    <a:pt x="0" y="283"/>
                  </a:lnTo>
                  <a:lnTo>
                    <a:pt x="0" y="283"/>
                  </a:lnTo>
                  <a:lnTo>
                    <a:pt x="1" y="290"/>
                  </a:lnTo>
                  <a:lnTo>
                    <a:pt x="2" y="292"/>
                  </a:lnTo>
                  <a:lnTo>
                    <a:pt x="3" y="294"/>
                  </a:lnTo>
                  <a:lnTo>
                    <a:pt x="6" y="296"/>
                  </a:lnTo>
                  <a:lnTo>
                    <a:pt x="8" y="296"/>
                  </a:lnTo>
                  <a:lnTo>
                    <a:pt x="11" y="296"/>
                  </a:lnTo>
                  <a:lnTo>
                    <a:pt x="14" y="294"/>
                  </a:lnTo>
                  <a:lnTo>
                    <a:pt x="14" y="294"/>
                  </a:lnTo>
                  <a:lnTo>
                    <a:pt x="15" y="293"/>
                  </a:lnTo>
                  <a:lnTo>
                    <a:pt x="16" y="291"/>
                  </a:lnTo>
                  <a:lnTo>
                    <a:pt x="15" y="287"/>
                  </a:lnTo>
                  <a:lnTo>
                    <a:pt x="14" y="285"/>
                  </a:lnTo>
                  <a:lnTo>
                    <a:pt x="12" y="285"/>
                  </a:lnTo>
                  <a:lnTo>
                    <a:pt x="11" y="284"/>
                  </a:lnTo>
                  <a:lnTo>
                    <a:pt x="9" y="285"/>
                  </a:lnTo>
                  <a:lnTo>
                    <a:pt x="9" y="285"/>
                  </a:lnTo>
                  <a:lnTo>
                    <a:pt x="11" y="282"/>
                  </a:lnTo>
                  <a:lnTo>
                    <a:pt x="12" y="276"/>
                  </a:lnTo>
                  <a:lnTo>
                    <a:pt x="14" y="259"/>
                  </a:lnTo>
                  <a:lnTo>
                    <a:pt x="14" y="232"/>
                  </a:lnTo>
                  <a:lnTo>
                    <a:pt x="14" y="232"/>
                  </a:lnTo>
                  <a:lnTo>
                    <a:pt x="17" y="212"/>
                  </a:lnTo>
                  <a:lnTo>
                    <a:pt x="21" y="193"/>
                  </a:lnTo>
                  <a:lnTo>
                    <a:pt x="29" y="155"/>
                  </a:lnTo>
                  <a:lnTo>
                    <a:pt x="29" y="155"/>
                  </a:lnTo>
                  <a:lnTo>
                    <a:pt x="38" y="119"/>
                  </a:lnTo>
                  <a:lnTo>
                    <a:pt x="48" y="83"/>
                  </a:lnTo>
                  <a:lnTo>
                    <a:pt x="48" y="83"/>
                  </a:lnTo>
                  <a:lnTo>
                    <a:pt x="58" y="45"/>
                  </a:lnTo>
                  <a:lnTo>
                    <a:pt x="64" y="25"/>
                  </a:lnTo>
                  <a:lnTo>
                    <a:pt x="68" y="16"/>
                  </a:lnTo>
                  <a:lnTo>
                    <a:pt x="72" y="8"/>
                  </a:lnTo>
                  <a:lnTo>
                    <a:pt x="72" y="8"/>
                  </a:lnTo>
                  <a:lnTo>
                    <a:pt x="73" y="5"/>
                  </a:lnTo>
                  <a:lnTo>
                    <a:pt x="73" y="3"/>
                  </a:lnTo>
                  <a:lnTo>
                    <a:pt x="72" y="2"/>
                  </a:lnTo>
                  <a:lnTo>
                    <a:pt x="71" y="1"/>
                  </a:lnTo>
                  <a:lnTo>
                    <a:pt x="69" y="0"/>
                  </a:lnTo>
                  <a:lnTo>
                    <a:pt x="67" y="0"/>
                  </a:lnTo>
                  <a:lnTo>
                    <a:pt x="65" y="1"/>
                  </a:lnTo>
                  <a:lnTo>
                    <a:pt x="63" y="2"/>
                  </a:lnTo>
                  <a:lnTo>
                    <a:pt x="63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51" name="Freeform 167"/>
            <p:cNvSpPr/>
            <p:nvPr>
              <p:custDataLst>
                <p:tags r:id="rId6"/>
              </p:custDataLst>
            </p:nvPr>
          </p:nvSpPr>
          <p:spPr bwMode="auto">
            <a:xfrm>
              <a:off x="4251325" y="2206625"/>
              <a:ext cx="39688" cy="177800"/>
            </a:xfrm>
            <a:custGeom>
              <a:avLst/>
              <a:gdLst/>
              <a:ahLst/>
              <a:cxnLst>
                <a:cxn ang="0">
                  <a:pos x="66" y="3"/>
                </a:cxn>
                <a:cxn ang="0">
                  <a:pos x="66" y="3"/>
                </a:cxn>
                <a:cxn ang="0">
                  <a:pos x="51" y="40"/>
                </a:cxn>
                <a:cxn ang="0">
                  <a:pos x="44" y="59"/>
                </a:cxn>
                <a:cxn ang="0">
                  <a:pos x="38" y="78"/>
                </a:cxn>
                <a:cxn ang="0">
                  <a:pos x="38" y="78"/>
                </a:cxn>
                <a:cxn ang="0">
                  <a:pos x="33" y="101"/>
                </a:cxn>
                <a:cxn ang="0">
                  <a:pos x="29" y="124"/>
                </a:cxn>
                <a:cxn ang="0">
                  <a:pos x="20" y="170"/>
                </a:cxn>
                <a:cxn ang="0">
                  <a:pos x="20" y="170"/>
                </a:cxn>
                <a:cxn ang="0">
                  <a:pos x="5" y="249"/>
                </a:cxn>
                <a:cxn ang="0">
                  <a:pos x="5" y="249"/>
                </a:cxn>
                <a:cxn ang="0">
                  <a:pos x="2" y="270"/>
                </a:cxn>
                <a:cxn ang="0">
                  <a:pos x="1" y="290"/>
                </a:cxn>
                <a:cxn ang="0">
                  <a:pos x="0" y="311"/>
                </a:cxn>
                <a:cxn ang="0">
                  <a:pos x="0" y="332"/>
                </a:cxn>
                <a:cxn ang="0">
                  <a:pos x="0" y="332"/>
                </a:cxn>
                <a:cxn ang="0">
                  <a:pos x="0" y="334"/>
                </a:cxn>
                <a:cxn ang="0">
                  <a:pos x="1" y="336"/>
                </a:cxn>
                <a:cxn ang="0">
                  <a:pos x="3" y="336"/>
                </a:cxn>
                <a:cxn ang="0">
                  <a:pos x="5" y="337"/>
                </a:cxn>
                <a:cxn ang="0">
                  <a:pos x="6" y="336"/>
                </a:cxn>
                <a:cxn ang="0">
                  <a:pos x="8" y="336"/>
                </a:cxn>
                <a:cxn ang="0">
                  <a:pos x="9" y="334"/>
                </a:cxn>
                <a:cxn ang="0">
                  <a:pos x="9" y="332"/>
                </a:cxn>
                <a:cxn ang="0">
                  <a:pos x="9" y="332"/>
                </a:cxn>
                <a:cxn ang="0">
                  <a:pos x="9" y="310"/>
                </a:cxn>
                <a:cxn ang="0">
                  <a:pos x="10" y="288"/>
                </a:cxn>
                <a:cxn ang="0">
                  <a:pos x="12" y="265"/>
                </a:cxn>
                <a:cxn ang="0">
                  <a:pos x="16" y="244"/>
                </a:cxn>
                <a:cxn ang="0">
                  <a:pos x="16" y="244"/>
                </a:cxn>
                <a:cxn ang="0">
                  <a:pos x="32" y="164"/>
                </a:cxn>
                <a:cxn ang="0">
                  <a:pos x="32" y="164"/>
                </a:cxn>
                <a:cxn ang="0">
                  <a:pos x="39" y="122"/>
                </a:cxn>
                <a:cxn ang="0">
                  <a:pos x="47" y="81"/>
                </a:cxn>
                <a:cxn ang="0">
                  <a:pos x="47" y="81"/>
                </a:cxn>
                <a:cxn ang="0">
                  <a:pos x="52" y="61"/>
                </a:cxn>
                <a:cxn ang="0">
                  <a:pos x="60" y="43"/>
                </a:cxn>
                <a:cxn ang="0">
                  <a:pos x="75" y="6"/>
                </a:cxn>
                <a:cxn ang="0">
                  <a:pos x="75" y="6"/>
                </a:cxn>
                <a:cxn ang="0">
                  <a:pos x="76" y="4"/>
                </a:cxn>
                <a:cxn ang="0">
                  <a:pos x="75" y="2"/>
                </a:cxn>
                <a:cxn ang="0">
                  <a:pos x="74" y="1"/>
                </a:cxn>
                <a:cxn ang="0">
                  <a:pos x="72" y="0"/>
                </a:cxn>
                <a:cxn ang="0">
                  <a:pos x="69" y="1"/>
                </a:cxn>
                <a:cxn ang="0">
                  <a:pos x="67" y="2"/>
                </a:cxn>
                <a:cxn ang="0">
                  <a:pos x="66" y="3"/>
                </a:cxn>
                <a:cxn ang="0">
                  <a:pos x="66" y="3"/>
                </a:cxn>
              </a:cxnLst>
              <a:rect l="0" t="0" r="r" b="b"/>
              <a:pathLst>
                <a:path w="76" h="337">
                  <a:moveTo>
                    <a:pt x="66" y="3"/>
                  </a:moveTo>
                  <a:lnTo>
                    <a:pt x="66" y="3"/>
                  </a:lnTo>
                  <a:lnTo>
                    <a:pt x="51" y="40"/>
                  </a:lnTo>
                  <a:lnTo>
                    <a:pt x="44" y="59"/>
                  </a:lnTo>
                  <a:lnTo>
                    <a:pt x="38" y="78"/>
                  </a:lnTo>
                  <a:lnTo>
                    <a:pt x="38" y="78"/>
                  </a:lnTo>
                  <a:lnTo>
                    <a:pt x="33" y="101"/>
                  </a:lnTo>
                  <a:lnTo>
                    <a:pt x="29" y="124"/>
                  </a:lnTo>
                  <a:lnTo>
                    <a:pt x="20" y="170"/>
                  </a:lnTo>
                  <a:lnTo>
                    <a:pt x="20" y="170"/>
                  </a:lnTo>
                  <a:lnTo>
                    <a:pt x="5" y="249"/>
                  </a:lnTo>
                  <a:lnTo>
                    <a:pt x="5" y="249"/>
                  </a:lnTo>
                  <a:lnTo>
                    <a:pt x="2" y="270"/>
                  </a:lnTo>
                  <a:lnTo>
                    <a:pt x="1" y="290"/>
                  </a:lnTo>
                  <a:lnTo>
                    <a:pt x="0" y="311"/>
                  </a:lnTo>
                  <a:lnTo>
                    <a:pt x="0" y="332"/>
                  </a:lnTo>
                  <a:lnTo>
                    <a:pt x="0" y="332"/>
                  </a:lnTo>
                  <a:lnTo>
                    <a:pt x="0" y="334"/>
                  </a:lnTo>
                  <a:lnTo>
                    <a:pt x="1" y="336"/>
                  </a:lnTo>
                  <a:lnTo>
                    <a:pt x="3" y="336"/>
                  </a:lnTo>
                  <a:lnTo>
                    <a:pt x="5" y="337"/>
                  </a:lnTo>
                  <a:lnTo>
                    <a:pt x="6" y="336"/>
                  </a:lnTo>
                  <a:lnTo>
                    <a:pt x="8" y="336"/>
                  </a:lnTo>
                  <a:lnTo>
                    <a:pt x="9" y="334"/>
                  </a:lnTo>
                  <a:lnTo>
                    <a:pt x="9" y="332"/>
                  </a:lnTo>
                  <a:lnTo>
                    <a:pt x="9" y="332"/>
                  </a:lnTo>
                  <a:lnTo>
                    <a:pt x="9" y="310"/>
                  </a:lnTo>
                  <a:lnTo>
                    <a:pt x="10" y="288"/>
                  </a:lnTo>
                  <a:lnTo>
                    <a:pt x="12" y="265"/>
                  </a:lnTo>
                  <a:lnTo>
                    <a:pt x="16" y="244"/>
                  </a:lnTo>
                  <a:lnTo>
                    <a:pt x="16" y="244"/>
                  </a:lnTo>
                  <a:lnTo>
                    <a:pt x="32" y="164"/>
                  </a:lnTo>
                  <a:lnTo>
                    <a:pt x="32" y="164"/>
                  </a:lnTo>
                  <a:lnTo>
                    <a:pt x="39" y="122"/>
                  </a:lnTo>
                  <a:lnTo>
                    <a:pt x="47" y="81"/>
                  </a:lnTo>
                  <a:lnTo>
                    <a:pt x="47" y="81"/>
                  </a:lnTo>
                  <a:lnTo>
                    <a:pt x="52" y="61"/>
                  </a:lnTo>
                  <a:lnTo>
                    <a:pt x="60" y="43"/>
                  </a:lnTo>
                  <a:lnTo>
                    <a:pt x="75" y="6"/>
                  </a:lnTo>
                  <a:lnTo>
                    <a:pt x="75" y="6"/>
                  </a:lnTo>
                  <a:lnTo>
                    <a:pt x="76" y="4"/>
                  </a:lnTo>
                  <a:lnTo>
                    <a:pt x="75" y="2"/>
                  </a:lnTo>
                  <a:lnTo>
                    <a:pt x="74" y="1"/>
                  </a:lnTo>
                  <a:lnTo>
                    <a:pt x="72" y="0"/>
                  </a:lnTo>
                  <a:lnTo>
                    <a:pt x="69" y="1"/>
                  </a:lnTo>
                  <a:lnTo>
                    <a:pt x="67" y="2"/>
                  </a:lnTo>
                  <a:lnTo>
                    <a:pt x="66" y="3"/>
                  </a:lnTo>
                  <a:lnTo>
                    <a:pt x="66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52" name="Freeform 168"/>
            <p:cNvSpPr/>
            <p:nvPr>
              <p:custDataLst>
                <p:tags r:id="rId7"/>
              </p:custDataLst>
            </p:nvPr>
          </p:nvSpPr>
          <p:spPr bwMode="auto">
            <a:xfrm>
              <a:off x="4271963" y="2197100"/>
              <a:ext cx="55563" cy="195263"/>
            </a:xfrm>
            <a:custGeom>
              <a:avLst/>
              <a:gdLst/>
              <a:ahLst/>
              <a:cxnLst>
                <a:cxn ang="0">
                  <a:pos x="98" y="2"/>
                </a:cxn>
                <a:cxn ang="0">
                  <a:pos x="98" y="2"/>
                </a:cxn>
                <a:cxn ang="0">
                  <a:pos x="84" y="26"/>
                </a:cxn>
                <a:cxn ang="0">
                  <a:pos x="71" y="51"/>
                </a:cxn>
                <a:cxn ang="0">
                  <a:pos x="61" y="77"/>
                </a:cxn>
                <a:cxn ang="0">
                  <a:pos x="51" y="103"/>
                </a:cxn>
                <a:cxn ang="0">
                  <a:pos x="42" y="128"/>
                </a:cxn>
                <a:cxn ang="0">
                  <a:pos x="34" y="155"/>
                </a:cxn>
                <a:cxn ang="0">
                  <a:pos x="27" y="182"/>
                </a:cxn>
                <a:cxn ang="0">
                  <a:pos x="21" y="209"/>
                </a:cxn>
                <a:cxn ang="0">
                  <a:pos x="21" y="209"/>
                </a:cxn>
                <a:cxn ang="0">
                  <a:pos x="14" y="234"/>
                </a:cxn>
                <a:cxn ang="0">
                  <a:pos x="9" y="259"/>
                </a:cxn>
                <a:cxn ang="0">
                  <a:pos x="6" y="283"/>
                </a:cxn>
                <a:cxn ang="0">
                  <a:pos x="3" y="308"/>
                </a:cxn>
                <a:cxn ang="0">
                  <a:pos x="3" y="308"/>
                </a:cxn>
                <a:cxn ang="0">
                  <a:pos x="1" y="323"/>
                </a:cxn>
                <a:cxn ang="0">
                  <a:pos x="0" y="340"/>
                </a:cxn>
                <a:cxn ang="0">
                  <a:pos x="0" y="349"/>
                </a:cxn>
                <a:cxn ang="0">
                  <a:pos x="1" y="356"/>
                </a:cxn>
                <a:cxn ang="0">
                  <a:pos x="4" y="363"/>
                </a:cxn>
                <a:cxn ang="0">
                  <a:pos x="6" y="366"/>
                </a:cxn>
                <a:cxn ang="0">
                  <a:pos x="8" y="368"/>
                </a:cxn>
                <a:cxn ang="0">
                  <a:pos x="8" y="368"/>
                </a:cxn>
                <a:cxn ang="0">
                  <a:pos x="11" y="370"/>
                </a:cxn>
                <a:cxn ang="0">
                  <a:pos x="13" y="369"/>
                </a:cxn>
                <a:cxn ang="0">
                  <a:pos x="15" y="368"/>
                </a:cxn>
                <a:cxn ang="0">
                  <a:pos x="16" y="365"/>
                </a:cxn>
                <a:cxn ang="0">
                  <a:pos x="16" y="361"/>
                </a:cxn>
                <a:cxn ang="0">
                  <a:pos x="16" y="361"/>
                </a:cxn>
                <a:cxn ang="0">
                  <a:pos x="16" y="359"/>
                </a:cxn>
                <a:cxn ang="0">
                  <a:pos x="15" y="357"/>
                </a:cxn>
                <a:cxn ang="0">
                  <a:pos x="13" y="356"/>
                </a:cxn>
                <a:cxn ang="0">
                  <a:pos x="11" y="356"/>
                </a:cxn>
                <a:cxn ang="0">
                  <a:pos x="11" y="356"/>
                </a:cxn>
                <a:cxn ang="0">
                  <a:pos x="10" y="349"/>
                </a:cxn>
                <a:cxn ang="0">
                  <a:pos x="10" y="339"/>
                </a:cxn>
                <a:cxn ang="0">
                  <a:pos x="11" y="324"/>
                </a:cxn>
                <a:cxn ang="0">
                  <a:pos x="11" y="324"/>
                </a:cxn>
                <a:cxn ang="0">
                  <a:pos x="12" y="304"/>
                </a:cxn>
                <a:cxn ang="0">
                  <a:pos x="14" y="283"/>
                </a:cxn>
                <a:cxn ang="0">
                  <a:pos x="14" y="283"/>
                </a:cxn>
                <a:cxn ang="0">
                  <a:pos x="19" y="259"/>
                </a:cxn>
                <a:cxn ang="0">
                  <a:pos x="24" y="235"/>
                </a:cxn>
                <a:cxn ang="0">
                  <a:pos x="35" y="185"/>
                </a:cxn>
                <a:cxn ang="0">
                  <a:pos x="35" y="185"/>
                </a:cxn>
                <a:cxn ang="0">
                  <a:pos x="47" y="143"/>
                </a:cxn>
                <a:cxn ang="0">
                  <a:pos x="61" y="102"/>
                </a:cxn>
                <a:cxn ang="0">
                  <a:pos x="61" y="102"/>
                </a:cxn>
                <a:cxn ang="0">
                  <a:pos x="70" y="77"/>
                </a:cxn>
                <a:cxn ang="0">
                  <a:pos x="80" y="53"/>
                </a:cxn>
                <a:cxn ang="0">
                  <a:pos x="93" y="30"/>
                </a:cxn>
                <a:cxn ang="0">
                  <a:pos x="106" y="8"/>
                </a:cxn>
                <a:cxn ang="0">
                  <a:pos x="106" y="8"/>
                </a:cxn>
                <a:cxn ang="0">
                  <a:pos x="106" y="6"/>
                </a:cxn>
                <a:cxn ang="0">
                  <a:pos x="106" y="3"/>
                </a:cxn>
                <a:cxn ang="0">
                  <a:pos x="105" y="2"/>
                </a:cxn>
                <a:cxn ang="0">
                  <a:pos x="104" y="0"/>
                </a:cxn>
                <a:cxn ang="0">
                  <a:pos x="102" y="0"/>
                </a:cxn>
                <a:cxn ang="0">
                  <a:pos x="101" y="0"/>
                </a:cxn>
                <a:cxn ang="0">
                  <a:pos x="99" y="0"/>
                </a:cxn>
                <a:cxn ang="0">
                  <a:pos x="98" y="2"/>
                </a:cxn>
                <a:cxn ang="0">
                  <a:pos x="98" y="2"/>
                </a:cxn>
              </a:cxnLst>
              <a:rect l="0" t="0" r="r" b="b"/>
              <a:pathLst>
                <a:path w="106" h="370">
                  <a:moveTo>
                    <a:pt x="98" y="2"/>
                  </a:moveTo>
                  <a:lnTo>
                    <a:pt x="98" y="2"/>
                  </a:lnTo>
                  <a:lnTo>
                    <a:pt x="84" y="26"/>
                  </a:lnTo>
                  <a:lnTo>
                    <a:pt x="71" y="51"/>
                  </a:lnTo>
                  <a:lnTo>
                    <a:pt x="61" y="77"/>
                  </a:lnTo>
                  <a:lnTo>
                    <a:pt x="51" y="103"/>
                  </a:lnTo>
                  <a:lnTo>
                    <a:pt x="42" y="128"/>
                  </a:lnTo>
                  <a:lnTo>
                    <a:pt x="34" y="155"/>
                  </a:lnTo>
                  <a:lnTo>
                    <a:pt x="27" y="182"/>
                  </a:lnTo>
                  <a:lnTo>
                    <a:pt x="21" y="209"/>
                  </a:lnTo>
                  <a:lnTo>
                    <a:pt x="21" y="209"/>
                  </a:lnTo>
                  <a:lnTo>
                    <a:pt x="14" y="234"/>
                  </a:lnTo>
                  <a:lnTo>
                    <a:pt x="9" y="259"/>
                  </a:lnTo>
                  <a:lnTo>
                    <a:pt x="6" y="283"/>
                  </a:lnTo>
                  <a:lnTo>
                    <a:pt x="3" y="308"/>
                  </a:lnTo>
                  <a:lnTo>
                    <a:pt x="3" y="308"/>
                  </a:lnTo>
                  <a:lnTo>
                    <a:pt x="1" y="323"/>
                  </a:lnTo>
                  <a:lnTo>
                    <a:pt x="0" y="340"/>
                  </a:lnTo>
                  <a:lnTo>
                    <a:pt x="0" y="349"/>
                  </a:lnTo>
                  <a:lnTo>
                    <a:pt x="1" y="356"/>
                  </a:lnTo>
                  <a:lnTo>
                    <a:pt x="4" y="363"/>
                  </a:lnTo>
                  <a:lnTo>
                    <a:pt x="6" y="366"/>
                  </a:lnTo>
                  <a:lnTo>
                    <a:pt x="8" y="368"/>
                  </a:lnTo>
                  <a:lnTo>
                    <a:pt x="8" y="368"/>
                  </a:lnTo>
                  <a:lnTo>
                    <a:pt x="11" y="370"/>
                  </a:lnTo>
                  <a:lnTo>
                    <a:pt x="13" y="369"/>
                  </a:lnTo>
                  <a:lnTo>
                    <a:pt x="15" y="368"/>
                  </a:lnTo>
                  <a:lnTo>
                    <a:pt x="16" y="365"/>
                  </a:lnTo>
                  <a:lnTo>
                    <a:pt x="16" y="361"/>
                  </a:lnTo>
                  <a:lnTo>
                    <a:pt x="16" y="361"/>
                  </a:lnTo>
                  <a:lnTo>
                    <a:pt x="16" y="359"/>
                  </a:lnTo>
                  <a:lnTo>
                    <a:pt x="15" y="357"/>
                  </a:lnTo>
                  <a:lnTo>
                    <a:pt x="13" y="356"/>
                  </a:lnTo>
                  <a:lnTo>
                    <a:pt x="11" y="356"/>
                  </a:lnTo>
                  <a:lnTo>
                    <a:pt x="11" y="356"/>
                  </a:lnTo>
                  <a:lnTo>
                    <a:pt x="10" y="349"/>
                  </a:lnTo>
                  <a:lnTo>
                    <a:pt x="10" y="339"/>
                  </a:lnTo>
                  <a:lnTo>
                    <a:pt x="11" y="324"/>
                  </a:lnTo>
                  <a:lnTo>
                    <a:pt x="11" y="324"/>
                  </a:lnTo>
                  <a:lnTo>
                    <a:pt x="12" y="304"/>
                  </a:lnTo>
                  <a:lnTo>
                    <a:pt x="14" y="283"/>
                  </a:lnTo>
                  <a:lnTo>
                    <a:pt x="14" y="283"/>
                  </a:lnTo>
                  <a:lnTo>
                    <a:pt x="19" y="259"/>
                  </a:lnTo>
                  <a:lnTo>
                    <a:pt x="24" y="235"/>
                  </a:lnTo>
                  <a:lnTo>
                    <a:pt x="35" y="185"/>
                  </a:lnTo>
                  <a:lnTo>
                    <a:pt x="35" y="185"/>
                  </a:lnTo>
                  <a:lnTo>
                    <a:pt x="47" y="143"/>
                  </a:lnTo>
                  <a:lnTo>
                    <a:pt x="61" y="102"/>
                  </a:lnTo>
                  <a:lnTo>
                    <a:pt x="61" y="102"/>
                  </a:lnTo>
                  <a:lnTo>
                    <a:pt x="70" y="77"/>
                  </a:lnTo>
                  <a:lnTo>
                    <a:pt x="80" y="53"/>
                  </a:lnTo>
                  <a:lnTo>
                    <a:pt x="93" y="30"/>
                  </a:lnTo>
                  <a:lnTo>
                    <a:pt x="106" y="8"/>
                  </a:lnTo>
                  <a:lnTo>
                    <a:pt x="106" y="8"/>
                  </a:lnTo>
                  <a:lnTo>
                    <a:pt x="106" y="6"/>
                  </a:lnTo>
                  <a:lnTo>
                    <a:pt x="106" y="3"/>
                  </a:lnTo>
                  <a:lnTo>
                    <a:pt x="105" y="2"/>
                  </a:lnTo>
                  <a:lnTo>
                    <a:pt x="104" y="0"/>
                  </a:lnTo>
                  <a:lnTo>
                    <a:pt x="102" y="0"/>
                  </a:lnTo>
                  <a:lnTo>
                    <a:pt x="101" y="0"/>
                  </a:lnTo>
                  <a:lnTo>
                    <a:pt x="99" y="0"/>
                  </a:lnTo>
                  <a:lnTo>
                    <a:pt x="98" y="2"/>
                  </a:lnTo>
                  <a:lnTo>
                    <a:pt x="98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53" name="Freeform 169"/>
            <p:cNvSpPr/>
            <p:nvPr>
              <p:custDataLst>
                <p:tags r:id="rId8"/>
              </p:custDataLst>
            </p:nvPr>
          </p:nvSpPr>
          <p:spPr bwMode="auto">
            <a:xfrm>
              <a:off x="4305300" y="2198688"/>
              <a:ext cx="39688" cy="146050"/>
            </a:xfrm>
            <a:custGeom>
              <a:avLst/>
              <a:gdLst/>
              <a:ahLst/>
              <a:cxnLst>
                <a:cxn ang="0">
                  <a:pos x="68" y="2"/>
                </a:cxn>
                <a:cxn ang="0">
                  <a:pos x="68" y="2"/>
                </a:cxn>
                <a:cxn ang="0">
                  <a:pos x="62" y="10"/>
                </a:cxn>
                <a:cxn ang="0">
                  <a:pos x="57" y="20"/>
                </a:cxn>
                <a:cxn ang="0">
                  <a:pos x="54" y="31"/>
                </a:cxn>
                <a:cxn ang="0">
                  <a:pos x="53" y="41"/>
                </a:cxn>
                <a:cxn ang="0">
                  <a:pos x="53" y="41"/>
                </a:cxn>
                <a:cxn ang="0">
                  <a:pos x="51" y="51"/>
                </a:cxn>
                <a:cxn ang="0">
                  <a:pos x="49" y="60"/>
                </a:cxn>
                <a:cxn ang="0">
                  <a:pos x="42" y="80"/>
                </a:cxn>
                <a:cxn ang="0">
                  <a:pos x="37" y="101"/>
                </a:cxn>
                <a:cxn ang="0">
                  <a:pos x="32" y="120"/>
                </a:cxn>
                <a:cxn ang="0">
                  <a:pos x="32" y="120"/>
                </a:cxn>
                <a:cxn ang="0">
                  <a:pos x="14" y="191"/>
                </a:cxn>
                <a:cxn ang="0">
                  <a:pos x="7" y="227"/>
                </a:cxn>
                <a:cxn ang="0">
                  <a:pos x="3" y="244"/>
                </a:cxn>
                <a:cxn ang="0">
                  <a:pos x="1" y="263"/>
                </a:cxn>
                <a:cxn ang="0">
                  <a:pos x="1" y="263"/>
                </a:cxn>
                <a:cxn ang="0">
                  <a:pos x="0" y="265"/>
                </a:cxn>
                <a:cxn ang="0">
                  <a:pos x="0" y="270"/>
                </a:cxn>
                <a:cxn ang="0">
                  <a:pos x="0" y="270"/>
                </a:cxn>
                <a:cxn ang="0">
                  <a:pos x="0" y="272"/>
                </a:cxn>
                <a:cxn ang="0">
                  <a:pos x="1" y="273"/>
                </a:cxn>
                <a:cxn ang="0">
                  <a:pos x="3" y="274"/>
                </a:cxn>
                <a:cxn ang="0">
                  <a:pos x="4" y="274"/>
                </a:cxn>
                <a:cxn ang="0">
                  <a:pos x="7" y="273"/>
                </a:cxn>
                <a:cxn ang="0">
                  <a:pos x="8" y="272"/>
                </a:cxn>
                <a:cxn ang="0">
                  <a:pos x="9" y="270"/>
                </a:cxn>
                <a:cxn ang="0">
                  <a:pos x="9" y="270"/>
                </a:cxn>
                <a:cxn ang="0">
                  <a:pos x="11" y="254"/>
                </a:cxn>
                <a:cxn ang="0">
                  <a:pos x="14" y="237"/>
                </a:cxn>
                <a:cxn ang="0">
                  <a:pos x="22" y="204"/>
                </a:cxn>
                <a:cxn ang="0">
                  <a:pos x="37" y="139"/>
                </a:cxn>
                <a:cxn ang="0">
                  <a:pos x="37" y="139"/>
                </a:cxn>
                <a:cxn ang="0">
                  <a:pos x="45" y="106"/>
                </a:cxn>
                <a:cxn ang="0">
                  <a:pos x="54" y="73"/>
                </a:cxn>
                <a:cxn ang="0">
                  <a:pos x="54" y="73"/>
                </a:cxn>
                <a:cxn ang="0">
                  <a:pos x="58" y="56"/>
                </a:cxn>
                <a:cxn ang="0">
                  <a:pos x="61" y="39"/>
                </a:cxn>
                <a:cxn ang="0">
                  <a:pos x="64" y="31"/>
                </a:cxn>
                <a:cxn ang="0">
                  <a:pos x="66" y="22"/>
                </a:cxn>
                <a:cxn ang="0">
                  <a:pos x="70" y="14"/>
                </a:cxn>
                <a:cxn ang="0">
                  <a:pos x="74" y="8"/>
                </a:cxn>
                <a:cxn ang="0">
                  <a:pos x="74" y="8"/>
                </a:cxn>
                <a:cxn ang="0">
                  <a:pos x="75" y="6"/>
                </a:cxn>
                <a:cxn ang="0">
                  <a:pos x="75" y="5"/>
                </a:cxn>
                <a:cxn ang="0">
                  <a:pos x="74" y="1"/>
                </a:cxn>
                <a:cxn ang="0">
                  <a:pos x="72" y="0"/>
                </a:cxn>
                <a:cxn ang="0">
                  <a:pos x="71" y="0"/>
                </a:cxn>
                <a:cxn ang="0">
                  <a:pos x="69" y="0"/>
                </a:cxn>
                <a:cxn ang="0">
                  <a:pos x="68" y="2"/>
                </a:cxn>
                <a:cxn ang="0">
                  <a:pos x="68" y="2"/>
                </a:cxn>
              </a:cxnLst>
              <a:rect l="0" t="0" r="r" b="b"/>
              <a:pathLst>
                <a:path w="75" h="274">
                  <a:moveTo>
                    <a:pt x="68" y="2"/>
                  </a:moveTo>
                  <a:lnTo>
                    <a:pt x="68" y="2"/>
                  </a:lnTo>
                  <a:lnTo>
                    <a:pt x="62" y="10"/>
                  </a:lnTo>
                  <a:lnTo>
                    <a:pt x="57" y="20"/>
                  </a:lnTo>
                  <a:lnTo>
                    <a:pt x="54" y="31"/>
                  </a:lnTo>
                  <a:lnTo>
                    <a:pt x="53" y="41"/>
                  </a:lnTo>
                  <a:lnTo>
                    <a:pt x="53" y="41"/>
                  </a:lnTo>
                  <a:lnTo>
                    <a:pt x="51" y="51"/>
                  </a:lnTo>
                  <a:lnTo>
                    <a:pt x="49" y="60"/>
                  </a:lnTo>
                  <a:lnTo>
                    <a:pt x="42" y="80"/>
                  </a:lnTo>
                  <a:lnTo>
                    <a:pt x="37" y="101"/>
                  </a:lnTo>
                  <a:lnTo>
                    <a:pt x="32" y="120"/>
                  </a:lnTo>
                  <a:lnTo>
                    <a:pt x="32" y="120"/>
                  </a:lnTo>
                  <a:lnTo>
                    <a:pt x="14" y="191"/>
                  </a:lnTo>
                  <a:lnTo>
                    <a:pt x="7" y="227"/>
                  </a:lnTo>
                  <a:lnTo>
                    <a:pt x="3" y="244"/>
                  </a:lnTo>
                  <a:lnTo>
                    <a:pt x="1" y="263"/>
                  </a:lnTo>
                  <a:lnTo>
                    <a:pt x="1" y="263"/>
                  </a:lnTo>
                  <a:lnTo>
                    <a:pt x="0" y="265"/>
                  </a:lnTo>
                  <a:lnTo>
                    <a:pt x="0" y="270"/>
                  </a:lnTo>
                  <a:lnTo>
                    <a:pt x="0" y="270"/>
                  </a:lnTo>
                  <a:lnTo>
                    <a:pt x="0" y="272"/>
                  </a:lnTo>
                  <a:lnTo>
                    <a:pt x="1" y="273"/>
                  </a:lnTo>
                  <a:lnTo>
                    <a:pt x="3" y="274"/>
                  </a:lnTo>
                  <a:lnTo>
                    <a:pt x="4" y="274"/>
                  </a:lnTo>
                  <a:lnTo>
                    <a:pt x="7" y="273"/>
                  </a:lnTo>
                  <a:lnTo>
                    <a:pt x="8" y="272"/>
                  </a:lnTo>
                  <a:lnTo>
                    <a:pt x="9" y="270"/>
                  </a:lnTo>
                  <a:lnTo>
                    <a:pt x="9" y="270"/>
                  </a:lnTo>
                  <a:lnTo>
                    <a:pt x="11" y="254"/>
                  </a:lnTo>
                  <a:lnTo>
                    <a:pt x="14" y="237"/>
                  </a:lnTo>
                  <a:lnTo>
                    <a:pt x="22" y="204"/>
                  </a:lnTo>
                  <a:lnTo>
                    <a:pt x="37" y="139"/>
                  </a:lnTo>
                  <a:lnTo>
                    <a:pt x="37" y="139"/>
                  </a:lnTo>
                  <a:lnTo>
                    <a:pt x="45" y="106"/>
                  </a:lnTo>
                  <a:lnTo>
                    <a:pt x="54" y="73"/>
                  </a:lnTo>
                  <a:lnTo>
                    <a:pt x="54" y="73"/>
                  </a:lnTo>
                  <a:lnTo>
                    <a:pt x="58" y="56"/>
                  </a:lnTo>
                  <a:lnTo>
                    <a:pt x="61" y="39"/>
                  </a:lnTo>
                  <a:lnTo>
                    <a:pt x="64" y="31"/>
                  </a:lnTo>
                  <a:lnTo>
                    <a:pt x="66" y="22"/>
                  </a:lnTo>
                  <a:lnTo>
                    <a:pt x="70" y="14"/>
                  </a:lnTo>
                  <a:lnTo>
                    <a:pt x="74" y="8"/>
                  </a:lnTo>
                  <a:lnTo>
                    <a:pt x="74" y="8"/>
                  </a:lnTo>
                  <a:lnTo>
                    <a:pt x="75" y="6"/>
                  </a:lnTo>
                  <a:lnTo>
                    <a:pt x="75" y="5"/>
                  </a:lnTo>
                  <a:lnTo>
                    <a:pt x="74" y="1"/>
                  </a:lnTo>
                  <a:lnTo>
                    <a:pt x="72" y="0"/>
                  </a:lnTo>
                  <a:lnTo>
                    <a:pt x="71" y="0"/>
                  </a:lnTo>
                  <a:lnTo>
                    <a:pt x="69" y="0"/>
                  </a:lnTo>
                  <a:lnTo>
                    <a:pt x="68" y="2"/>
                  </a:lnTo>
                  <a:lnTo>
                    <a:pt x="68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54" name="Freeform 170"/>
            <p:cNvSpPr/>
            <p:nvPr>
              <p:custDataLst>
                <p:tags r:id="rId9"/>
              </p:custDataLst>
            </p:nvPr>
          </p:nvSpPr>
          <p:spPr bwMode="auto">
            <a:xfrm>
              <a:off x="4338638" y="2201863"/>
              <a:ext cx="31750" cy="112713"/>
            </a:xfrm>
            <a:custGeom>
              <a:avLst/>
              <a:gdLst/>
              <a:ahLst/>
              <a:cxnLst>
                <a:cxn ang="0">
                  <a:pos x="52" y="4"/>
                </a:cxn>
                <a:cxn ang="0">
                  <a:pos x="52" y="4"/>
                </a:cxn>
                <a:cxn ang="0">
                  <a:pos x="51" y="10"/>
                </a:cxn>
                <a:cxn ang="0">
                  <a:pos x="48" y="16"/>
                </a:cxn>
                <a:cxn ang="0">
                  <a:pos x="43" y="29"/>
                </a:cxn>
                <a:cxn ang="0">
                  <a:pos x="38" y="41"/>
                </a:cxn>
                <a:cxn ang="0">
                  <a:pos x="36" y="47"/>
                </a:cxn>
                <a:cxn ang="0">
                  <a:pos x="34" y="54"/>
                </a:cxn>
                <a:cxn ang="0">
                  <a:pos x="34" y="54"/>
                </a:cxn>
                <a:cxn ang="0">
                  <a:pos x="25" y="103"/>
                </a:cxn>
                <a:cxn ang="0">
                  <a:pos x="25" y="103"/>
                </a:cxn>
                <a:cxn ang="0">
                  <a:pos x="23" y="116"/>
                </a:cxn>
                <a:cxn ang="0">
                  <a:pos x="19" y="129"/>
                </a:cxn>
                <a:cxn ang="0">
                  <a:pos x="10" y="156"/>
                </a:cxn>
                <a:cxn ang="0">
                  <a:pos x="3" y="181"/>
                </a:cxn>
                <a:cxn ang="0">
                  <a:pos x="1" y="195"/>
                </a:cxn>
                <a:cxn ang="0">
                  <a:pos x="0" y="208"/>
                </a:cxn>
                <a:cxn ang="0">
                  <a:pos x="0" y="208"/>
                </a:cxn>
                <a:cxn ang="0">
                  <a:pos x="0" y="210"/>
                </a:cxn>
                <a:cxn ang="0">
                  <a:pos x="1" y="211"/>
                </a:cxn>
                <a:cxn ang="0">
                  <a:pos x="2" y="212"/>
                </a:cxn>
                <a:cxn ang="0">
                  <a:pos x="4" y="212"/>
                </a:cxn>
                <a:cxn ang="0">
                  <a:pos x="6" y="212"/>
                </a:cxn>
                <a:cxn ang="0">
                  <a:pos x="7" y="211"/>
                </a:cxn>
                <a:cxn ang="0">
                  <a:pos x="8" y="210"/>
                </a:cxn>
                <a:cxn ang="0">
                  <a:pos x="9" y="208"/>
                </a:cxn>
                <a:cxn ang="0">
                  <a:pos x="9" y="208"/>
                </a:cxn>
                <a:cxn ang="0">
                  <a:pos x="10" y="200"/>
                </a:cxn>
                <a:cxn ang="0">
                  <a:pos x="11" y="192"/>
                </a:cxn>
                <a:cxn ang="0">
                  <a:pos x="15" y="176"/>
                </a:cxn>
                <a:cxn ang="0">
                  <a:pos x="26" y="144"/>
                </a:cxn>
                <a:cxn ang="0">
                  <a:pos x="26" y="144"/>
                </a:cxn>
                <a:cxn ang="0">
                  <a:pos x="29" y="131"/>
                </a:cxn>
                <a:cxn ang="0">
                  <a:pos x="32" y="117"/>
                </a:cxn>
                <a:cxn ang="0">
                  <a:pos x="37" y="91"/>
                </a:cxn>
                <a:cxn ang="0">
                  <a:pos x="37" y="91"/>
                </a:cxn>
                <a:cxn ang="0">
                  <a:pos x="41" y="67"/>
                </a:cxn>
                <a:cxn ang="0">
                  <a:pos x="46" y="42"/>
                </a:cxn>
                <a:cxn ang="0">
                  <a:pos x="46" y="42"/>
                </a:cxn>
                <a:cxn ang="0">
                  <a:pos x="50" y="33"/>
                </a:cxn>
                <a:cxn ang="0">
                  <a:pos x="55" y="23"/>
                </a:cxn>
                <a:cxn ang="0">
                  <a:pos x="59" y="14"/>
                </a:cxn>
                <a:cxn ang="0">
                  <a:pos x="60" y="9"/>
                </a:cxn>
                <a:cxn ang="0">
                  <a:pos x="61" y="4"/>
                </a:cxn>
                <a:cxn ang="0">
                  <a:pos x="61" y="4"/>
                </a:cxn>
                <a:cxn ang="0">
                  <a:pos x="61" y="3"/>
                </a:cxn>
                <a:cxn ang="0">
                  <a:pos x="60" y="1"/>
                </a:cxn>
                <a:cxn ang="0">
                  <a:pos x="59" y="0"/>
                </a:cxn>
                <a:cxn ang="0">
                  <a:pos x="57" y="0"/>
                </a:cxn>
                <a:cxn ang="0">
                  <a:pos x="54" y="1"/>
                </a:cxn>
                <a:cxn ang="0">
                  <a:pos x="53" y="3"/>
                </a:cxn>
                <a:cxn ang="0">
                  <a:pos x="52" y="4"/>
                </a:cxn>
                <a:cxn ang="0">
                  <a:pos x="52" y="4"/>
                </a:cxn>
              </a:cxnLst>
              <a:rect l="0" t="0" r="r" b="b"/>
              <a:pathLst>
                <a:path w="61" h="212">
                  <a:moveTo>
                    <a:pt x="52" y="4"/>
                  </a:moveTo>
                  <a:lnTo>
                    <a:pt x="52" y="4"/>
                  </a:lnTo>
                  <a:lnTo>
                    <a:pt x="51" y="10"/>
                  </a:lnTo>
                  <a:lnTo>
                    <a:pt x="48" y="16"/>
                  </a:lnTo>
                  <a:lnTo>
                    <a:pt x="43" y="29"/>
                  </a:lnTo>
                  <a:lnTo>
                    <a:pt x="38" y="41"/>
                  </a:lnTo>
                  <a:lnTo>
                    <a:pt x="36" y="47"/>
                  </a:lnTo>
                  <a:lnTo>
                    <a:pt x="34" y="54"/>
                  </a:lnTo>
                  <a:lnTo>
                    <a:pt x="34" y="54"/>
                  </a:lnTo>
                  <a:lnTo>
                    <a:pt x="25" y="103"/>
                  </a:lnTo>
                  <a:lnTo>
                    <a:pt x="25" y="103"/>
                  </a:lnTo>
                  <a:lnTo>
                    <a:pt x="23" y="116"/>
                  </a:lnTo>
                  <a:lnTo>
                    <a:pt x="19" y="129"/>
                  </a:lnTo>
                  <a:lnTo>
                    <a:pt x="10" y="156"/>
                  </a:lnTo>
                  <a:lnTo>
                    <a:pt x="3" y="181"/>
                  </a:lnTo>
                  <a:lnTo>
                    <a:pt x="1" y="195"/>
                  </a:lnTo>
                  <a:lnTo>
                    <a:pt x="0" y="208"/>
                  </a:lnTo>
                  <a:lnTo>
                    <a:pt x="0" y="208"/>
                  </a:lnTo>
                  <a:lnTo>
                    <a:pt x="0" y="210"/>
                  </a:lnTo>
                  <a:lnTo>
                    <a:pt x="1" y="211"/>
                  </a:lnTo>
                  <a:lnTo>
                    <a:pt x="2" y="212"/>
                  </a:lnTo>
                  <a:lnTo>
                    <a:pt x="4" y="212"/>
                  </a:lnTo>
                  <a:lnTo>
                    <a:pt x="6" y="212"/>
                  </a:lnTo>
                  <a:lnTo>
                    <a:pt x="7" y="211"/>
                  </a:lnTo>
                  <a:lnTo>
                    <a:pt x="8" y="210"/>
                  </a:lnTo>
                  <a:lnTo>
                    <a:pt x="9" y="208"/>
                  </a:lnTo>
                  <a:lnTo>
                    <a:pt x="9" y="208"/>
                  </a:lnTo>
                  <a:lnTo>
                    <a:pt x="10" y="200"/>
                  </a:lnTo>
                  <a:lnTo>
                    <a:pt x="11" y="192"/>
                  </a:lnTo>
                  <a:lnTo>
                    <a:pt x="15" y="176"/>
                  </a:lnTo>
                  <a:lnTo>
                    <a:pt x="26" y="144"/>
                  </a:lnTo>
                  <a:lnTo>
                    <a:pt x="26" y="144"/>
                  </a:lnTo>
                  <a:lnTo>
                    <a:pt x="29" y="131"/>
                  </a:lnTo>
                  <a:lnTo>
                    <a:pt x="32" y="117"/>
                  </a:lnTo>
                  <a:lnTo>
                    <a:pt x="37" y="91"/>
                  </a:lnTo>
                  <a:lnTo>
                    <a:pt x="37" y="91"/>
                  </a:lnTo>
                  <a:lnTo>
                    <a:pt x="41" y="67"/>
                  </a:lnTo>
                  <a:lnTo>
                    <a:pt x="46" y="42"/>
                  </a:lnTo>
                  <a:lnTo>
                    <a:pt x="46" y="42"/>
                  </a:lnTo>
                  <a:lnTo>
                    <a:pt x="50" y="33"/>
                  </a:lnTo>
                  <a:lnTo>
                    <a:pt x="55" y="23"/>
                  </a:lnTo>
                  <a:lnTo>
                    <a:pt x="59" y="14"/>
                  </a:lnTo>
                  <a:lnTo>
                    <a:pt x="60" y="9"/>
                  </a:lnTo>
                  <a:lnTo>
                    <a:pt x="61" y="4"/>
                  </a:lnTo>
                  <a:lnTo>
                    <a:pt x="61" y="4"/>
                  </a:lnTo>
                  <a:lnTo>
                    <a:pt x="61" y="3"/>
                  </a:lnTo>
                  <a:lnTo>
                    <a:pt x="60" y="1"/>
                  </a:lnTo>
                  <a:lnTo>
                    <a:pt x="59" y="0"/>
                  </a:lnTo>
                  <a:lnTo>
                    <a:pt x="57" y="0"/>
                  </a:lnTo>
                  <a:lnTo>
                    <a:pt x="54" y="1"/>
                  </a:lnTo>
                  <a:lnTo>
                    <a:pt x="53" y="3"/>
                  </a:lnTo>
                  <a:lnTo>
                    <a:pt x="52" y="4"/>
                  </a:lnTo>
                  <a:lnTo>
                    <a:pt x="52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55" name="Freeform 171"/>
            <p:cNvSpPr/>
            <p:nvPr>
              <p:custDataLst>
                <p:tags r:id="rId10"/>
              </p:custDataLst>
            </p:nvPr>
          </p:nvSpPr>
          <p:spPr bwMode="auto">
            <a:xfrm>
              <a:off x="4357688" y="2209800"/>
              <a:ext cx="36513" cy="90488"/>
            </a:xfrm>
            <a:custGeom>
              <a:avLst/>
              <a:gdLst/>
              <a:ahLst/>
              <a:cxnLst>
                <a:cxn ang="0">
                  <a:pos x="60" y="1"/>
                </a:cxn>
                <a:cxn ang="0">
                  <a:pos x="60" y="1"/>
                </a:cxn>
                <a:cxn ang="0">
                  <a:pos x="51" y="10"/>
                </a:cxn>
                <a:cxn ang="0">
                  <a:pos x="43" y="22"/>
                </a:cxn>
                <a:cxn ang="0">
                  <a:pos x="37" y="34"/>
                </a:cxn>
                <a:cxn ang="0">
                  <a:pos x="33" y="48"/>
                </a:cxn>
                <a:cxn ang="0">
                  <a:pos x="29" y="61"/>
                </a:cxn>
                <a:cxn ang="0">
                  <a:pos x="25" y="75"/>
                </a:cxn>
                <a:cxn ang="0">
                  <a:pos x="20" y="100"/>
                </a:cxn>
                <a:cxn ang="0">
                  <a:pos x="20" y="100"/>
                </a:cxn>
                <a:cxn ang="0">
                  <a:pos x="15" y="115"/>
                </a:cxn>
                <a:cxn ang="0">
                  <a:pos x="6" y="135"/>
                </a:cxn>
                <a:cxn ang="0">
                  <a:pos x="3" y="147"/>
                </a:cxn>
                <a:cxn ang="0">
                  <a:pos x="0" y="156"/>
                </a:cxn>
                <a:cxn ang="0">
                  <a:pos x="0" y="164"/>
                </a:cxn>
                <a:cxn ang="0">
                  <a:pos x="1" y="166"/>
                </a:cxn>
                <a:cxn ang="0">
                  <a:pos x="3" y="170"/>
                </a:cxn>
                <a:cxn ang="0">
                  <a:pos x="3" y="170"/>
                </a:cxn>
                <a:cxn ang="0">
                  <a:pos x="4" y="170"/>
                </a:cxn>
                <a:cxn ang="0">
                  <a:pos x="6" y="171"/>
                </a:cxn>
                <a:cxn ang="0">
                  <a:pos x="9" y="169"/>
                </a:cxn>
                <a:cxn ang="0">
                  <a:pos x="10" y="167"/>
                </a:cxn>
                <a:cxn ang="0">
                  <a:pos x="11" y="165"/>
                </a:cxn>
                <a:cxn ang="0">
                  <a:pos x="10" y="164"/>
                </a:cxn>
                <a:cxn ang="0">
                  <a:pos x="9" y="162"/>
                </a:cxn>
                <a:cxn ang="0">
                  <a:pos x="9" y="162"/>
                </a:cxn>
                <a:cxn ang="0">
                  <a:pos x="10" y="159"/>
                </a:cxn>
                <a:cxn ang="0">
                  <a:pos x="14" y="152"/>
                </a:cxn>
                <a:cxn ang="0">
                  <a:pos x="18" y="138"/>
                </a:cxn>
                <a:cxn ang="0">
                  <a:pos x="18" y="138"/>
                </a:cxn>
                <a:cxn ang="0">
                  <a:pos x="24" y="119"/>
                </a:cxn>
                <a:cxn ang="0">
                  <a:pos x="29" y="100"/>
                </a:cxn>
                <a:cxn ang="0">
                  <a:pos x="29" y="100"/>
                </a:cxn>
                <a:cxn ang="0">
                  <a:pos x="34" y="76"/>
                </a:cxn>
                <a:cxn ang="0">
                  <a:pos x="38" y="63"/>
                </a:cxn>
                <a:cxn ang="0">
                  <a:pos x="41" y="51"/>
                </a:cxn>
                <a:cxn ang="0">
                  <a:pos x="47" y="38"/>
                </a:cxn>
                <a:cxn ang="0">
                  <a:pos x="52" y="27"/>
                </a:cxn>
                <a:cxn ang="0">
                  <a:pos x="58" y="17"/>
                </a:cxn>
                <a:cxn ang="0">
                  <a:pos x="66" y="7"/>
                </a:cxn>
                <a:cxn ang="0">
                  <a:pos x="66" y="7"/>
                </a:cxn>
                <a:cxn ang="0">
                  <a:pos x="67" y="6"/>
                </a:cxn>
                <a:cxn ang="0">
                  <a:pos x="68" y="4"/>
                </a:cxn>
                <a:cxn ang="0">
                  <a:pos x="67" y="3"/>
                </a:cxn>
                <a:cxn ang="0">
                  <a:pos x="66" y="1"/>
                </a:cxn>
                <a:cxn ang="0">
                  <a:pos x="65" y="0"/>
                </a:cxn>
                <a:cxn ang="0">
                  <a:pos x="63" y="0"/>
                </a:cxn>
                <a:cxn ang="0">
                  <a:pos x="61" y="0"/>
                </a:cxn>
                <a:cxn ang="0">
                  <a:pos x="60" y="1"/>
                </a:cxn>
                <a:cxn ang="0">
                  <a:pos x="60" y="1"/>
                </a:cxn>
              </a:cxnLst>
              <a:rect l="0" t="0" r="r" b="b"/>
              <a:pathLst>
                <a:path w="68" h="171">
                  <a:moveTo>
                    <a:pt x="60" y="1"/>
                  </a:moveTo>
                  <a:lnTo>
                    <a:pt x="60" y="1"/>
                  </a:lnTo>
                  <a:lnTo>
                    <a:pt x="51" y="10"/>
                  </a:lnTo>
                  <a:lnTo>
                    <a:pt x="43" y="22"/>
                  </a:lnTo>
                  <a:lnTo>
                    <a:pt x="37" y="34"/>
                  </a:lnTo>
                  <a:lnTo>
                    <a:pt x="33" y="48"/>
                  </a:lnTo>
                  <a:lnTo>
                    <a:pt x="29" y="61"/>
                  </a:lnTo>
                  <a:lnTo>
                    <a:pt x="25" y="75"/>
                  </a:lnTo>
                  <a:lnTo>
                    <a:pt x="20" y="100"/>
                  </a:lnTo>
                  <a:lnTo>
                    <a:pt x="20" y="100"/>
                  </a:lnTo>
                  <a:lnTo>
                    <a:pt x="15" y="115"/>
                  </a:lnTo>
                  <a:lnTo>
                    <a:pt x="6" y="135"/>
                  </a:lnTo>
                  <a:lnTo>
                    <a:pt x="3" y="147"/>
                  </a:lnTo>
                  <a:lnTo>
                    <a:pt x="0" y="156"/>
                  </a:lnTo>
                  <a:lnTo>
                    <a:pt x="0" y="164"/>
                  </a:lnTo>
                  <a:lnTo>
                    <a:pt x="1" y="166"/>
                  </a:lnTo>
                  <a:lnTo>
                    <a:pt x="3" y="170"/>
                  </a:lnTo>
                  <a:lnTo>
                    <a:pt x="3" y="170"/>
                  </a:lnTo>
                  <a:lnTo>
                    <a:pt x="4" y="170"/>
                  </a:lnTo>
                  <a:lnTo>
                    <a:pt x="6" y="171"/>
                  </a:lnTo>
                  <a:lnTo>
                    <a:pt x="9" y="169"/>
                  </a:lnTo>
                  <a:lnTo>
                    <a:pt x="10" y="167"/>
                  </a:lnTo>
                  <a:lnTo>
                    <a:pt x="11" y="165"/>
                  </a:lnTo>
                  <a:lnTo>
                    <a:pt x="10" y="164"/>
                  </a:lnTo>
                  <a:lnTo>
                    <a:pt x="9" y="162"/>
                  </a:lnTo>
                  <a:lnTo>
                    <a:pt x="9" y="162"/>
                  </a:lnTo>
                  <a:lnTo>
                    <a:pt x="10" y="159"/>
                  </a:lnTo>
                  <a:lnTo>
                    <a:pt x="14" y="152"/>
                  </a:lnTo>
                  <a:lnTo>
                    <a:pt x="18" y="138"/>
                  </a:lnTo>
                  <a:lnTo>
                    <a:pt x="18" y="138"/>
                  </a:lnTo>
                  <a:lnTo>
                    <a:pt x="24" y="119"/>
                  </a:lnTo>
                  <a:lnTo>
                    <a:pt x="29" y="100"/>
                  </a:lnTo>
                  <a:lnTo>
                    <a:pt x="29" y="100"/>
                  </a:lnTo>
                  <a:lnTo>
                    <a:pt x="34" y="76"/>
                  </a:lnTo>
                  <a:lnTo>
                    <a:pt x="38" y="63"/>
                  </a:lnTo>
                  <a:lnTo>
                    <a:pt x="41" y="51"/>
                  </a:lnTo>
                  <a:lnTo>
                    <a:pt x="47" y="38"/>
                  </a:lnTo>
                  <a:lnTo>
                    <a:pt x="52" y="27"/>
                  </a:lnTo>
                  <a:lnTo>
                    <a:pt x="58" y="17"/>
                  </a:lnTo>
                  <a:lnTo>
                    <a:pt x="66" y="7"/>
                  </a:lnTo>
                  <a:lnTo>
                    <a:pt x="66" y="7"/>
                  </a:lnTo>
                  <a:lnTo>
                    <a:pt x="67" y="6"/>
                  </a:lnTo>
                  <a:lnTo>
                    <a:pt x="68" y="4"/>
                  </a:lnTo>
                  <a:lnTo>
                    <a:pt x="67" y="3"/>
                  </a:lnTo>
                  <a:lnTo>
                    <a:pt x="66" y="1"/>
                  </a:lnTo>
                  <a:lnTo>
                    <a:pt x="65" y="0"/>
                  </a:lnTo>
                  <a:lnTo>
                    <a:pt x="63" y="0"/>
                  </a:lnTo>
                  <a:lnTo>
                    <a:pt x="61" y="0"/>
                  </a:lnTo>
                  <a:lnTo>
                    <a:pt x="60" y="1"/>
                  </a:lnTo>
                  <a:lnTo>
                    <a:pt x="60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56" name="Freeform 172"/>
            <p:cNvSpPr/>
            <p:nvPr>
              <p:custDataLst>
                <p:tags r:id="rId11"/>
              </p:custDataLst>
            </p:nvPr>
          </p:nvSpPr>
          <p:spPr bwMode="auto">
            <a:xfrm>
              <a:off x="4383088" y="2219325"/>
              <a:ext cx="33338" cy="63500"/>
            </a:xfrm>
            <a:custGeom>
              <a:avLst/>
              <a:gdLst/>
              <a:ahLst/>
              <a:cxnLst>
                <a:cxn ang="0">
                  <a:pos x="55" y="0"/>
                </a:cxn>
                <a:cxn ang="0">
                  <a:pos x="55" y="0"/>
                </a:cxn>
                <a:cxn ang="0">
                  <a:pos x="50" y="2"/>
                </a:cxn>
                <a:cxn ang="0">
                  <a:pos x="46" y="5"/>
                </a:cxn>
                <a:cxn ang="0">
                  <a:pos x="42" y="8"/>
                </a:cxn>
                <a:cxn ang="0">
                  <a:pos x="39" y="11"/>
                </a:cxn>
                <a:cxn ang="0">
                  <a:pos x="33" y="19"/>
                </a:cxn>
                <a:cxn ang="0">
                  <a:pos x="29" y="30"/>
                </a:cxn>
                <a:cxn ang="0">
                  <a:pos x="29" y="30"/>
                </a:cxn>
                <a:cxn ang="0">
                  <a:pos x="13" y="70"/>
                </a:cxn>
                <a:cxn ang="0">
                  <a:pos x="6" y="91"/>
                </a:cxn>
                <a:cxn ang="0">
                  <a:pos x="0" y="112"/>
                </a:cxn>
                <a:cxn ang="0">
                  <a:pos x="0" y="112"/>
                </a:cxn>
                <a:cxn ang="0">
                  <a:pos x="0" y="114"/>
                </a:cxn>
                <a:cxn ang="0">
                  <a:pos x="1" y="116"/>
                </a:cxn>
                <a:cxn ang="0">
                  <a:pos x="2" y="118"/>
                </a:cxn>
                <a:cxn ang="0">
                  <a:pos x="4" y="118"/>
                </a:cxn>
                <a:cxn ang="0">
                  <a:pos x="6" y="119"/>
                </a:cxn>
                <a:cxn ang="0">
                  <a:pos x="7" y="118"/>
                </a:cxn>
                <a:cxn ang="0">
                  <a:pos x="8" y="116"/>
                </a:cxn>
                <a:cxn ang="0">
                  <a:pos x="9" y="114"/>
                </a:cxn>
                <a:cxn ang="0">
                  <a:pos x="9" y="114"/>
                </a:cxn>
                <a:cxn ang="0">
                  <a:pos x="13" y="100"/>
                </a:cxn>
                <a:cxn ang="0">
                  <a:pos x="17" y="84"/>
                </a:cxn>
                <a:cxn ang="0">
                  <a:pos x="23" y="70"/>
                </a:cxn>
                <a:cxn ang="0">
                  <a:pos x="30" y="56"/>
                </a:cxn>
                <a:cxn ang="0">
                  <a:pos x="30" y="56"/>
                </a:cxn>
                <a:cxn ang="0">
                  <a:pos x="34" y="42"/>
                </a:cxn>
                <a:cxn ang="0">
                  <a:pos x="39" y="29"/>
                </a:cxn>
                <a:cxn ang="0">
                  <a:pos x="42" y="22"/>
                </a:cxn>
                <a:cxn ang="0">
                  <a:pos x="46" y="17"/>
                </a:cxn>
                <a:cxn ang="0">
                  <a:pos x="51" y="12"/>
                </a:cxn>
                <a:cxn ang="0">
                  <a:pos x="57" y="9"/>
                </a:cxn>
                <a:cxn ang="0">
                  <a:pos x="57" y="9"/>
                </a:cxn>
                <a:cxn ang="0">
                  <a:pos x="60" y="8"/>
                </a:cxn>
                <a:cxn ang="0">
                  <a:pos x="61" y="7"/>
                </a:cxn>
                <a:cxn ang="0">
                  <a:pos x="62" y="5"/>
                </a:cxn>
                <a:cxn ang="0">
                  <a:pos x="61" y="3"/>
                </a:cxn>
                <a:cxn ang="0">
                  <a:pos x="61" y="2"/>
                </a:cxn>
                <a:cxn ang="0">
                  <a:pos x="60" y="0"/>
                </a:cxn>
                <a:cxn ang="0">
                  <a:pos x="57" y="0"/>
                </a:cxn>
                <a:cxn ang="0">
                  <a:pos x="55" y="0"/>
                </a:cxn>
                <a:cxn ang="0">
                  <a:pos x="55" y="0"/>
                </a:cxn>
              </a:cxnLst>
              <a:rect l="0" t="0" r="r" b="b"/>
              <a:pathLst>
                <a:path w="62" h="119">
                  <a:moveTo>
                    <a:pt x="55" y="0"/>
                  </a:moveTo>
                  <a:lnTo>
                    <a:pt x="55" y="0"/>
                  </a:lnTo>
                  <a:lnTo>
                    <a:pt x="50" y="2"/>
                  </a:lnTo>
                  <a:lnTo>
                    <a:pt x="46" y="5"/>
                  </a:lnTo>
                  <a:lnTo>
                    <a:pt x="42" y="8"/>
                  </a:lnTo>
                  <a:lnTo>
                    <a:pt x="39" y="11"/>
                  </a:lnTo>
                  <a:lnTo>
                    <a:pt x="33" y="19"/>
                  </a:lnTo>
                  <a:lnTo>
                    <a:pt x="29" y="30"/>
                  </a:lnTo>
                  <a:lnTo>
                    <a:pt x="29" y="30"/>
                  </a:lnTo>
                  <a:lnTo>
                    <a:pt x="13" y="70"/>
                  </a:lnTo>
                  <a:lnTo>
                    <a:pt x="6" y="91"/>
                  </a:lnTo>
                  <a:lnTo>
                    <a:pt x="0" y="112"/>
                  </a:lnTo>
                  <a:lnTo>
                    <a:pt x="0" y="112"/>
                  </a:lnTo>
                  <a:lnTo>
                    <a:pt x="0" y="114"/>
                  </a:lnTo>
                  <a:lnTo>
                    <a:pt x="1" y="116"/>
                  </a:lnTo>
                  <a:lnTo>
                    <a:pt x="2" y="118"/>
                  </a:lnTo>
                  <a:lnTo>
                    <a:pt x="4" y="118"/>
                  </a:lnTo>
                  <a:lnTo>
                    <a:pt x="6" y="119"/>
                  </a:lnTo>
                  <a:lnTo>
                    <a:pt x="7" y="118"/>
                  </a:lnTo>
                  <a:lnTo>
                    <a:pt x="8" y="116"/>
                  </a:lnTo>
                  <a:lnTo>
                    <a:pt x="9" y="114"/>
                  </a:lnTo>
                  <a:lnTo>
                    <a:pt x="9" y="114"/>
                  </a:lnTo>
                  <a:lnTo>
                    <a:pt x="13" y="100"/>
                  </a:lnTo>
                  <a:lnTo>
                    <a:pt x="17" y="84"/>
                  </a:lnTo>
                  <a:lnTo>
                    <a:pt x="23" y="70"/>
                  </a:lnTo>
                  <a:lnTo>
                    <a:pt x="30" y="56"/>
                  </a:lnTo>
                  <a:lnTo>
                    <a:pt x="30" y="56"/>
                  </a:lnTo>
                  <a:lnTo>
                    <a:pt x="34" y="42"/>
                  </a:lnTo>
                  <a:lnTo>
                    <a:pt x="39" y="29"/>
                  </a:lnTo>
                  <a:lnTo>
                    <a:pt x="42" y="22"/>
                  </a:lnTo>
                  <a:lnTo>
                    <a:pt x="46" y="17"/>
                  </a:lnTo>
                  <a:lnTo>
                    <a:pt x="51" y="12"/>
                  </a:lnTo>
                  <a:lnTo>
                    <a:pt x="57" y="9"/>
                  </a:lnTo>
                  <a:lnTo>
                    <a:pt x="57" y="9"/>
                  </a:lnTo>
                  <a:lnTo>
                    <a:pt x="60" y="8"/>
                  </a:lnTo>
                  <a:lnTo>
                    <a:pt x="61" y="7"/>
                  </a:lnTo>
                  <a:lnTo>
                    <a:pt x="62" y="5"/>
                  </a:lnTo>
                  <a:lnTo>
                    <a:pt x="61" y="3"/>
                  </a:lnTo>
                  <a:lnTo>
                    <a:pt x="61" y="2"/>
                  </a:lnTo>
                  <a:lnTo>
                    <a:pt x="60" y="0"/>
                  </a:lnTo>
                  <a:lnTo>
                    <a:pt x="57" y="0"/>
                  </a:lnTo>
                  <a:lnTo>
                    <a:pt x="55" y="0"/>
                  </a:lnTo>
                  <a:lnTo>
                    <a:pt x="55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57" name="Freeform 173"/>
            <p:cNvSpPr/>
            <p:nvPr>
              <p:custDataLst>
                <p:tags r:id="rId12"/>
              </p:custDataLst>
            </p:nvPr>
          </p:nvSpPr>
          <p:spPr bwMode="auto">
            <a:xfrm>
              <a:off x="4403725" y="2228850"/>
              <a:ext cx="17463" cy="52388"/>
            </a:xfrm>
            <a:custGeom>
              <a:avLst/>
              <a:gdLst/>
              <a:ahLst/>
              <a:cxnLst>
                <a:cxn ang="0">
                  <a:pos x="27" y="1"/>
                </a:cxn>
                <a:cxn ang="0">
                  <a:pos x="27" y="1"/>
                </a:cxn>
                <a:cxn ang="0">
                  <a:pos x="24" y="2"/>
                </a:cxn>
                <a:cxn ang="0">
                  <a:pos x="22" y="6"/>
                </a:cxn>
                <a:cxn ang="0">
                  <a:pos x="17" y="12"/>
                </a:cxn>
                <a:cxn ang="0">
                  <a:pos x="15" y="20"/>
                </a:cxn>
                <a:cxn ang="0">
                  <a:pos x="14" y="27"/>
                </a:cxn>
                <a:cxn ang="0">
                  <a:pos x="14" y="27"/>
                </a:cxn>
                <a:cxn ang="0">
                  <a:pos x="12" y="45"/>
                </a:cxn>
                <a:cxn ang="0">
                  <a:pos x="10" y="61"/>
                </a:cxn>
                <a:cxn ang="0">
                  <a:pos x="6" y="78"/>
                </a:cxn>
                <a:cxn ang="0">
                  <a:pos x="0" y="94"/>
                </a:cxn>
                <a:cxn ang="0">
                  <a:pos x="0" y="94"/>
                </a:cxn>
                <a:cxn ang="0">
                  <a:pos x="0" y="96"/>
                </a:cxn>
                <a:cxn ang="0">
                  <a:pos x="0" y="97"/>
                </a:cxn>
                <a:cxn ang="0">
                  <a:pos x="1" y="100"/>
                </a:cxn>
                <a:cxn ang="0">
                  <a:pos x="3" y="100"/>
                </a:cxn>
                <a:cxn ang="0">
                  <a:pos x="6" y="100"/>
                </a:cxn>
                <a:cxn ang="0">
                  <a:pos x="8" y="98"/>
                </a:cxn>
                <a:cxn ang="0">
                  <a:pos x="9" y="96"/>
                </a:cxn>
                <a:cxn ang="0">
                  <a:pos x="9" y="96"/>
                </a:cxn>
                <a:cxn ang="0">
                  <a:pos x="13" y="85"/>
                </a:cxn>
                <a:cxn ang="0">
                  <a:pos x="15" y="80"/>
                </a:cxn>
                <a:cxn ang="0">
                  <a:pos x="18" y="75"/>
                </a:cxn>
                <a:cxn ang="0">
                  <a:pos x="18" y="75"/>
                </a:cxn>
                <a:cxn ang="0">
                  <a:pos x="19" y="72"/>
                </a:cxn>
                <a:cxn ang="0">
                  <a:pos x="21" y="69"/>
                </a:cxn>
                <a:cxn ang="0">
                  <a:pos x="21" y="62"/>
                </a:cxn>
                <a:cxn ang="0">
                  <a:pos x="22" y="49"/>
                </a:cxn>
                <a:cxn ang="0">
                  <a:pos x="22" y="49"/>
                </a:cxn>
                <a:cxn ang="0">
                  <a:pos x="23" y="28"/>
                </a:cxn>
                <a:cxn ang="0">
                  <a:pos x="24" y="22"/>
                </a:cxn>
                <a:cxn ang="0">
                  <a:pos x="25" y="17"/>
                </a:cxn>
                <a:cxn ang="0">
                  <a:pos x="27" y="13"/>
                </a:cxn>
                <a:cxn ang="0">
                  <a:pos x="30" y="10"/>
                </a:cxn>
                <a:cxn ang="0">
                  <a:pos x="30" y="10"/>
                </a:cxn>
                <a:cxn ang="0">
                  <a:pos x="31" y="9"/>
                </a:cxn>
                <a:cxn ang="0">
                  <a:pos x="32" y="8"/>
                </a:cxn>
                <a:cxn ang="0">
                  <a:pos x="33" y="3"/>
                </a:cxn>
                <a:cxn ang="0">
                  <a:pos x="32" y="2"/>
                </a:cxn>
                <a:cxn ang="0">
                  <a:pos x="31" y="1"/>
                </a:cxn>
                <a:cxn ang="0">
                  <a:pos x="29" y="0"/>
                </a:cxn>
                <a:cxn ang="0">
                  <a:pos x="27" y="1"/>
                </a:cxn>
                <a:cxn ang="0">
                  <a:pos x="27" y="1"/>
                </a:cxn>
              </a:cxnLst>
              <a:rect l="0" t="0" r="r" b="b"/>
              <a:pathLst>
                <a:path w="33" h="100">
                  <a:moveTo>
                    <a:pt x="27" y="1"/>
                  </a:moveTo>
                  <a:lnTo>
                    <a:pt x="27" y="1"/>
                  </a:lnTo>
                  <a:lnTo>
                    <a:pt x="24" y="2"/>
                  </a:lnTo>
                  <a:lnTo>
                    <a:pt x="22" y="6"/>
                  </a:lnTo>
                  <a:lnTo>
                    <a:pt x="17" y="12"/>
                  </a:lnTo>
                  <a:lnTo>
                    <a:pt x="15" y="20"/>
                  </a:lnTo>
                  <a:lnTo>
                    <a:pt x="14" y="27"/>
                  </a:lnTo>
                  <a:lnTo>
                    <a:pt x="14" y="27"/>
                  </a:lnTo>
                  <a:lnTo>
                    <a:pt x="12" y="45"/>
                  </a:lnTo>
                  <a:lnTo>
                    <a:pt x="10" y="61"/>
                  </a:lnTo>
                  <a:lnTo>
                    <a:pt x="6" y="78"/>
                  </a:lnTo>
                  <a:lnTo>
                    <a:pt x="0" y="94"/>
                  </a:lnTo>
                  <a:lnTo>
                    <a:pt x="0" y="94"/>
                  </a:lnTo>
                  <a:lnTo>
                    <a:pt x="0" y="96"/>
                  </a:lnTo>
                  <a:lnTo>
                    <a:pt x="0" y="97"/>
                  </a:lnTo>
                  <a:lnTo>
                    <a:pt x="1" y="100"/>
                  </a:lnTo>
                  <a:lnTo>
                    <a:pt x="3" y="100"/>
                  </a:lnTo>
                  <a:lnTo>
                    <a:pt x="6" y="100"/>
                  </a:lnTo>
                  <a:lnTo>
                    <a:pt x="8" y="98"/>
                  </a:lnTo>
                  <a:lnTo>
                    <a:pt x="9" y="96"/>
                  </a:lnTo>
                  <a:lnTo>
                    <a:pt x="9" y="96"/>
                  </a:lnTo>
                  <a:lnTo>
                    <a:pt x="13" y="85"/>
                  </a:lnTo>
                  <a:lnTo>
                    <a:pt x="15" y="80"/>
                  </a:lnTo>
                  <a:lnTo>
                    <a:pt x="18" y="75"/>
                  </a:lnTo>
                  <a:lnTo>
                    <a:pt x="18" y="75"/>
                  </a:lnTo>
                  <a:lnTo>
                    <a:pt x="19" y="72"/>
                  </a:lnTo>
                  <a:lnTo>
                    <a:pt x="21" y="69"/>
                  </a:lnTo>
                  <a:lnTo>
                    <a:pt x="21" y="62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3" y="28"/>
                  </a:lnTo>
                  <a:lnTo>
                    <a:pt x="24" y="22"/>
                  </a:lnTo>
                  <a:lnTo>
                    <a:pt x="25" y="17"/>
                  </a:lnTo>
                  <a:lnTo>
                    <a:pt x="27" y="13"/>
                  </a:lnTo>
                  <a:lnTo>
                    <a:pt x="30" y="10"/>
                  </a:lnTo>
                  <a:lnTo>
                    <a:pt x="30" y="10"/>
                  </a:lnTo>
                  <a:lnTo>
                    <a:pt x="31" y="9"/>
                  </a:lnTo>
                  <a:lnTo>
                    <a:pt x="32" y="8"/>
                  </a:lnTo>
                  <a:lnTo>
                    <a:pt x="33" y="3"/>
                  </a:lnTo>
                  <a:lnTo>
                    <a:pt x="32" y="2"/>
                  </a:lnTo>
                  <a:lnTo>
                    <a:pt x="31" y="1"/>
                  </a:lnTo>
                  <a:lnTo>
                    <a:pt x="29" y="0"/>
                  </a:lnTo>
                  <a:lnTo>
                    <a:pt x="27" y="1"/>
                  </a:lnTo>
                  <a:lnTo>
                    <a:pt x="27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58" name="Freeform 174"/>
            <p:cNvSpPr/>
            <p:nvPr>
              <p:custDataLst>
                <p:tags r:id="rId13"/>
              </p:custDataLst>
            </p:nvPr>
          </p:nvSpPr>
          <p:spPr bwMode="auto">
            <a:xfrm>
              <a:off x="4340225" y="2436813"/>
              <a:ext cx="4763" cy="42863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76"/>
                </a:cxn>
                <a:cxn ang="0">
                  <a:pos x="0" y="76"/>
                </a:cxn>
                <a:cxn ang="0">
                  <a:pos x="1" y="78"/>
                </a:cxn>
                <a:cxn ang="0">
                  <a:pos x="2" y="79"/>
                </a:cxn>
                <a:cxn ang="0">
                  <a:pos x="3" y="80"/>
                </a:cxn>
                <a:cxn ang="0">
                  <a:pos x="5" y="80"/>
                </a:cxn>
                <a:cxn ang="0">
                  <a:pos x="6" y="80"/>
                </a:cxn>
                <a:cxn ang="0">
                  <a:pos x="8" y="79"/>
                </a:cxn>
                <a:cxn ang="0">
                  <a:pos x="9" y="78"/>
                </a:cxn>
                <a:cxn ang="0">
                  <a:pos x="9" y="76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9" y="3"/>
                </a:cxn>
                <a:cxn ang="0">
                  <a:pos x="8" y="2"/>
                </a:cxn>
                <a:cxn ang="0">
                  <a:pos x="6" y="1"/>
                </a:cxn>
                <a:cxn ang="0">
                  <a:pos x="5" y="0"/>
                </a:cxn>
                <a:cxn ang="0">
                  <a:pos x="3" y="1"/>
                </a:cxn>
                <a:cxn ang="0">
                  <a:pos x="2" y="2"/>
                </a:cxn>
                <a:cxn ang="0">
                  <a:pos x="1" y="3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9" h="80">
                  <a:moveTo>
                    <a:pt x="0" y="5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" y="78"/>
                  </a:lnTo>
                  <a:lnTo>
                    <a:pt x="2" y="79"/>
                  </a:lnTo>
                  <a:lnTo>
                    <a:pt x="3" y="80"/>
                  </a:lnTo>
                  <a:lnTo>
                    <a:pt x="5" y="80"/>
                  </a:lnTo>
                  <a:lnTo>
                    <a:pt x="6" y="80"/>
                  </a:lnTo>
                  <a:lnTo>
                    <a:pt x="8" y="79"/>
                  </a:lnTo>
                  <a:lnTo>
                    <a:pt x="9" y="78"/>
                  </a:lnTo>
                  <a:lnTo>
                    <a:pt x="9" y="76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8" y="2"/>
                  </a:lnTo>
                  <a:lnTo>
                    <a:pt x="6" y="1"/>
                  </a:lnTo>
                  <a:lnTo>
                    <a:pt x="5" y="0"/>
                  </a:lnTo>
                  <a:lnTo>
                    <a:pt x="3" y="1"/>
                  </a:lnTo>
                  <a:lnTo>
                    <a:pt x="2" y="2"/>
                  </a:lnTo>
                  <a:lnTo>
                    <a:pt x="1" y="3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59" name="Freeform 175"/>
            <p:cNvSpPr/>
            <p:nvPr>
              <p:custDataLst>
                <p:tags r:id="rId14"/>
              </p:custDataLst>
            </p:nvPr>
          </p:nvSpPr>
          <p:spPr bwMode="auto">
            <a:xfrm>
              <a:off x="4370388" y="2460625"/>
              <a:ext cx="11113" cy="65088"/>
            </a:xfrm>
            <a:custGeom>
              <a:avLst/>
              <a:gdLst/>
              <a:ahLst/>
              <a:cxnLst>
                <a:cxn ang="0">
                  <a:pos x="12" y="2"/>
                </a:cxn>
                <a:cxn ang="0">
                  <a:pos x="12" y="2"/>
                </a:cxn>
                <a:cxn ang="0">
                  <a:pos x="9" y="9"/>
                </a:cxn>
                <a:cxn ang="0">
                  <a:pos x="7" y="15"/>
                </a:cxn>
                <a:cxn ang="0">
                  <a:pos x="3" y="29"/>
                </a:cxn>
                <a:cxn ang="0">
                  <a:pos x="1" y="44"/>
                </a:cxn>
                <a:cxn ang="0">
                  <a:pos x="0" y="59"/>
                </a:cxn>
                <a:cxn ang="0">
                  <a:pos x="1" y="90"/>
                </a:cxn>
                <a:cxn ang="0">
                  <a:pos x="2" y="118"/>
                </a:cxn>
                <a:cxn ang="0">
                  <a:pos x="2" y="118"/>
                </a:cxn>
                <a:cxn ang="0">
                  <a:pos x="3" y="120"/>
                </a:cxn>
                <a:cxn ang="0">
                  <a:pos x="4" y="122"/>
                </a:cxn>
                <a:cxn ang="0">
                  <a:pos x="5" y="123"/>
                </a:cxn>
                <a:cxn ang="0">
                  <a:pos x="7" y="123"/>
                </a:cxn>
                <a:cxn ang="0">
                  <a:pos x="9" y="123"/>
                </a:cxn>
                <a:cxn ang="0">
                  <a:pos x="10" y="122"/>
                </a:cxn>
                <a:cxn ang="0">
                  <a:pos x="11" y="120"/>
                </a:cxn>
                <a:cxn ang="0">
                  <a:pos x="11" y="118"/>
                </a:cxn>
                <a:cxn ang="0">
                  <a:pos x="11" y="118"/>
                </a:cxn>
                <a:cxn ang="0">
                  <a:pos x="10" y="91"/>
                </a:cxn>
                <a:cxn ang="0">
                  <a:pos x="10" y="61"/>
                </a:cxn>
                <a:cxn ang="0">
                  <a:pos x="10" y="47"/>
                </a:cxn>
                <a:cxn ang="0">
                  <a:pos x="12" y="32"/>
                </a:cxn>
                <a:cxn ang="0">
                  <a:pos x="15" y="19"/>
                </a:cxn>
                <a:cxn ang="0">
                  <a:pos x="17" y="13"/>
                </a:cxn>
                <a:cxn ang="0">
                  <a:pos x="20" y="8"/>
                </a:cxn>
                <a:cxn ang="0">
                  <a:pos x="20" y="8"/>
                </a:cxn>
                <a:cxn ang="0">
                  <a:pos x="22" y="5"/>
                </a:cxn>
                <a:cxn ang="0">
                  <a:pos x="20" y="3"/>
                </a:cxn>
                <a:cxn ang="0">
                  <a:pos x="19" y="1"/>
                </a:cxn>
                <a:cxn ang="0">
                  <a:pos x="18" y="0"/>
                </a:cxn>
                <a:cxn ang="0">
                  <a:pos x="17" y="0"/>
                </a:cxn>
                <a:cxn ang="0">
                  <a:pos x="15" y="0"/>
                </a:cxn>
                <a:cxn ang="0">
                  <a:pos x="13" y="0"/>
                </a:cxn>
                <a:cxn ang="0">
                  <a:pos x="12" y="2"/>
                </a:cxn>
                <a:cxn ang="0">
                  <a:pos x="12" y="2"/>
                </a:cxn>
              </a:cxnLst>
              <a:rect l="0" t="0" r="r" b="b"/>
              <a:pathLst>
                <a:path w="22" h="123">
                  <a:moveTo>
                    <a:pt x="12" y="2"/>
                  </a:moveTo>
                  <a:lnTo>
                    <a:pt x="12" y="2"/>
                  </a:lnTo>
                  <a:lnTo>
                    <a:pt x="9" y="9"/>
                  </a:lnTo>
                  <a:lnTo>
                    <a:pt x="7" y="15"/>
                  </a:lnTo>
                  <a:lnTo>
                    <a:pt x="3" y="29"/>
                  </a:lnTo>
                  <a:lnTo>
                    <a:pt x="1" y="44"/>
                  </a:lnTo>
                  <a:lnTo>
                    <a:pt x="0" y="59"/>
                  </a:lnTo>
                  <a:lnTo>
                    <a:pt x="1" y="90"/>
                  </a:lnTo>
                  <a:lnTo>
                    <a:pt x="2" y="118"/>
                  </a:lnTo>
                  <a:lnTo>
                    <a:pt x="2" y="118"/>
                  </a:lnTo>
                  <a:lnTo>
                    <a:pt x="3" y="120"/>
                  </a:lnTo>
                  <a:lnTo>
                    <a:pt x="4" y="122"/>
                  </a:lnTo>
                  <a:lnTo>
                    <a:pt x="5" y="123"/>
                  </a:lnTo>
                  <a:lnTo>
                    <a:pt x="7" y="123"/>
                  </a:lnTo>
                  <a:lnTo>
                    <a:pt x="9" y="123"/>
                  </a:lnTo>
                  <a:lnTo>
                    <a:pt x="10" y="122"/>
                  </a:lnTo>
                  <a:lnTo>
                    <a:pt x="11" y="120"/>
                  </a:lnTo>
                  <a:lnTo>
                    <a:pt x="11" y="118"/>
                  </a:lnTo>
                  <a:lnTo>
                    <a:pt x="11" y="118"/>
                  </a:lnTo>
                  <a:lnTo>
                    <a:pt x="10" y="91"/>
                  </a:lnTo>
                  <a:lnTo>
                    <a:pt x="10" y="61"/>
                  </a:lnTo>
                  <a:lnTo>
                    <a:pt x="10" y="47"/>
                  </a:lnTo>
                  <a:lnTo>
                    <a:pt x="12" y="32"/>
                  </a:lnTo>
                  <a:lnTo>
                    <a:pt x="15" y="19"/>
                  </a:lnTo>
                  <a:lnTo>
                    <a:pt x="17" y="13"/>
                  </a:lnTo>
                  <a:lnTo>
                    <a:pt x="20" y="8"/>
                  </a:lnTo>
                  <a:lnTo>
                    <a:pt x="20" y="8"/>
                  </a:lnTo>
                  <a:lnTo>
                    <a:pt x="22" y="5"/>
                  </a:lnTo>
                  <a:lnTo>
                    <a:pt x="20" y="3"/>
                  </a:lnTo>
                  <a:lnTo>
                    <a:pt x="19" y="1"/>
                  </a:lnTo>
                  <a:lnTo>
                    <a:pt x="18" y="0"/>
                  </a:lnTo>
                  <a:lnTo>
                    <a:pt x="17" y="0"/>
                  </a:lnTo>
                  <a:lnTo>
                    <a:pt x="15" y="0"/>
                  </a:lnTo>
                  <a:lnTo>
                    <a:pt x="13" y="0"/>
                  </a:lnTo>
                  <a:lnTo>
                    <a:pt x="12" y="2"/>
                  </a:lnTo>
                  <a:lnTo>
                    <a:pt x="12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60" name="Freeform 176"/>
            <p:cNvSpPr/>
            <p:nvPr>
              <p:custDataLst>
                <p:tags r:id="rId15"/>
              </p:custDataLst>
            </p:nvPr>
          </p:nvSpPr>
          <p:spPr bwMode="auto">
            <a:xfrm>
              <a:off x="4395788" y="2492375"/>
              <a:ext cx="7938" cy="55563"/>
            </a:xfrm>
            <a:custGeom>
              <a:avLst/>
              <a:gdLst/>
              <a:ahLst/>
              <a:cxnLst>
                <a:cxn ang="0">
                  <a:pos x="6" y="5"/>
                </a:cxn>
                <a:cxn ang="0">
                  <a:pos x="6" y="5"/>
                </a:cxn>
                <a:cxn ang="0">
                  <a:pos x="5" y="29"/>
                </a:cxn>
                <a:cxn ang="0">
                  <a:pos x="2" y="53"/>
                </a:cxn>
                <a:cxn ang="0">
                  <a:pos x="1" y="77"/>
                </a:cxn>
                <a:cxn ang="0">
                  <a:pos x="0" y="100"/>
                </a:cxn>
                <a:cxn ang="0">
                  <a:pos x="0" y="100"/>
                </a:cxn>
                <a:cxn ang="0">
                  <a:pos x="1" y="102"/>
                </a:cxn>
                <a:cxn ang="0">
                  <a:pos x="2" y="104"/>
                </a:cxn>
                <a:cxn ang="0">
                  <a:pos x="4" y="105"/>
                </a:cxn>
                <a:cxn ang="0">
                  <a:pos x="6" y="105"/>
                </a:cxn>
                <a:cxn ang="0">
                  <a:pos x="7" y="105"/>
                </a:cxn>
                <a:cxn ang="0">
                  <a:pos x="9" y="104"/>
                </a:cxn>
                <a:cxn ang="0">
                  <a:pos x="10" y="102"/>
                </a:cxn>
                <a:cxn ang="0">
                  <a:pos x="10" y="100"/>
                </a:cxn>
                <a:cxn ang="0">
                  <a:pos x="10" y="100"/>
                </a:cxn>
                <a:cxn ang="0">
                  <a:pos x="11" y="77"/>
                </a:cxn>
                <a:cxn ang="0">
                  <a:pos x="13" y="53"/>
                </a:cxn>
                <a:cxn ang="0">
                  <a:pos x="14" y="29"/>
                </a:cxn>
                <a:cxn ang="0">
                  <a:pos x="15" y="5"/>
                </a:cxn>
                <a:cxn ang="0">
                  <a:pos x="15" y="5"/>
                </a:cxn>
                <a:cxn ang="0">
                  <a:pos x="15" y="3"/>
                </a:cxn>
                <a:cxn ang="0">
                  <a:pos x="14" y="2"/>
                </a:cxn>
                <a:cxn ang="0">
                  <a:pos x="12" y="1"/>
                </a:cxn>
                <a:cxn ang="0">
                  <a:pos x="10" y="0"/>
                </a:cxn>
                <a:cxn ang="0">
                  <a:pos x="9" y="1"/>
                </a:cxn>
                <a:cxn ang="0">
                  <a:pos x="7" y="2"/>
                </a:cxn>
                <a:cxn ang="0">
                  <a:pos x="6" y="3"/>
                </a:cxn>
                <a:cxn ang="0">
                  <a:pos x="6" y="5"/>
                </a:cxn>
                <a:cxn ang="0">
                  <a:pos x="6" y="5"/>
                </a:cxn>
              </a:cxnLst>
              <a:rect l="0" t="0" r="r" b="b"/>
              <a:pathLst>
                <a:path w="15" h="105">
                  <a:moveTo>
                    <a:pt x="6" y="5"/>
                  </a:moveTo>
                  <a:lnTo>
                    <a:pt x="6" y="5"/>
                  </a:lnTo>
                  <a:lnTo>
                    <a:pt x="5" y="29"/>
                  </a:lnTo>
                  <a:lnTo>
                    <a:pt x="2" y="53"/>
                  </a:lnTo>
                  <a:lnTo>
                    <a:pt x="1" y="77"/>
                  </a:lnTo>
                  <a:lnTo>
                    <a:pt x="0" y="100"/>
                  </a:lnTo>
                  <a:lnTo>
                    <a:pt x="0" y="100"/>
                  </a:lnTo>
                  <a:lnTo>
                    <a:pt x="1" y="102"/>
                  </a:lnTo>
                  <a:lnTo>
                    <a:pt x="2" y="104"/>
                  </a:lnTo>
                  <a:lnTo>
                    <a:pt x="4" y="105"/>
                  </a:lnTo>
                  <a:lnTo>
                    <a:pt x="6" y="105"/>
                  </a:lnTo>
                  <a:lnTo>
                    <a:pt x="7" y="105"/>
                  </a:lnTo>
                  <a:lnTo>
                    <a:pt x="9" y="104"/>
                  </a:lnTo>
                  <a:lnTo>
                    <a:pt x="10" y="102"/>
                  </a:lnTo>
                  <a:lnTo>
                    <a:pt x="10" y="100"/>
                  </a:lnTo>
                  <a:lnTo>
                    <a:pt x="10" y="100"/>
                  </a:lnTo>
                  <a:lnTo>
                    <a:pt x="11" y="77"/>
                  </a:lnTo>
                  <a:lnTo>
                    <a:pt x="13" y="53"/>
                  </a:lnTo>
                  <a:lnTo>
                    <a:pt x="14" y="29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3"/>
                  </a:lnTo>
                  <a:lnTo>
                    <a:pt x="14" y="2"/>
                  </a:lnTo>
                  <a:lnTo>
                    <a:pt x="12" y="1"/>
                  </a:lnTo>
                  <a:lnTo>
                    <a:pt x="10" y="0"/>
                  </a:lnTo>
                  <a:lnTo>
                    <a:pt x="9" y="1"/>
                  </a:lnTo>
                  <a:lnTo>
                    <a:pt x="7" y="2"/>
                  </a:lnTo>
                  <a:lnTo>
                    <a:pt x="6" y="3"/>
                  </a:lnTo>
                  <a:lnTo>
                    <a:pt x="6" y="5"/>
                  </a:lnTo>
                  <a:lnTo>
                    <a:pt x="6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61" name="Freeform 177"/>
            <p:cNvSpPr/>
            <p:nvPr>
              <p:custDataLst>
                <p:tags r:id="rId16"/>
              </p:custDataLst>
            </p:nvPr>
          </p:nvSpPr>
          <p:spPr bwMode="auto">
            <a:xfrm>
              <a:off x="4424363" y="2520950"/>
              <a:ext cx="4763" cy="71438"/>
            </a:xfrm>
            <a:custGeom>
              <a:avLst/>
              <a:gdLst/>
              <a:ahLst/>
              <a:cxnLst>
                <a:cxn ang="0">
                  <a:pos x="0" y="4"/>
                </a:cxn>
                <a:cxn ang="0">
                  <a:pos x="0" y="132"/>
                </a:cxn>
                <a:cxn ang="0">
                  <a:pos x="0" y="132"/>
                </a:cxn>
                <a:cxn ang="0">
                  <a:pos x="0" y="134"/>
                </a:cxn>
                <a:cxn ang="0">
                  <a:pos x="1" y="136"/>
                </a:cxn>
                <a:cxn ang="0">
                  <a:pos x="3" y="136"/>
                </a:cxn>
                <a:cxn ang="0">
                  <a:pos x="4" y="137"/>
                </a:cxn>
                <a:cxn ang="0">
                  <a:pos x="6" y="136"/>
                </a:cxn>
                <a:cxn ang="0">
                  <a:pos x="7" y="136"/>
                </a:cxn>
                <a:cxn ang="0">
                  <a:pos x="8" y="134"/>
                </a:cxn>
                <a:cxn ang="0">
                  <a:pos x="9" y="132"/>
                </a:cxn>
                <a:cxn ang="0">
                  <a:pos x="9" y="4"/>
                </a:cxn>
                <a:cxn ang="0">
                  <a:pos x="9" y="4"/>
                </a:cxn>
                <a:cxn ang="0">
                  <a:pos x="8" y="2"/>
                </a:cxn>
                <a:cxn ang="0">
                  <a:pos x="7" y="1"/>
                </a:cxn>
                <a:cxn ang="0">
                  <a:pos x="6" y="0"/>
                </a:cxn>
                <a:cxn ang="0">
                  <a:pos x="4" y="0"/>
                </a:cxn>
                <a:cxn ang="0">
                  <a:pos x="3" y="0"/>
                </a:cxn>
                <a:cxn ang="0">
                  <a:pos x="1" y="1"/>
                </a:cxn>
                <a:cxn ang="0">
                  <a:pos x="0" y="2"/>
                </a:cxn>
                <a:cxn ang="0">
                  <a:pos x="0" y="4"/>
                </a:cxn>
                <a:cxn ang="0">
                  <a:pos x="0" y="4"/>
                </a:cxn>
              </a:cxnLst>
              <a:rect l="0" t="0" r="r" b="b"/>
              <a:pathLst>
                <a:path w="9" h="137">
                  <a:moveTo>
                    <a:pt x="0" y="4"/>
                  </a:moveTo>
                  <a:lnTo>
                    <a:pt x="0" y="132"/>
                  </a:lnTo>
                  <a:lnTo>
                    <a:pt x="0" y="132"/>
                  </a:lnTo>
                  <a:lnTo>
                    <a:pt x="0" y="134"/>
                  </a:lnTo>
                  <a:lnTo>
                    <a:pt x="1" y="136"/>
                  </a:lnTo>
                  <a:lnTo>
                    <a:pt x="3" y="136"/>
                  </a:lnTo>
                  <a:lnTo>
                    <a:pt x="4" y="137"/>
                  </a:lnTo>
                  <a:lnTo>
                    <a:pt x="6" y="136"/>
                  </a:lnTo>
                  <a:lnTo>
                    <a:pt x="7" y="136"/>
                  </a:lnTo>
                  <a:lnTo>
                    <a:pt x="8" y="134"/>
                  </a:lnTo>
                  <a:lnTo>
                    <a:pt x="9" y="132"/>
                  </a:lnTo>
                  <a:lnTo>
                    <a:pt x="9" y="4"/>
                  </a:lnTo>
                  <a:lnTo>
                    <a:pt x="9" y="4"/>
                  </a:lnTo>
                  <a:lnTo>
                    <a:pt x="8" y="2"/>
                  </a:lnTo>
                  <a:lnTo>
                    <a:pt x="7" y="1"/>
                  </a:lnTo>
                  <a:lnTo>
                    <a:pt x="6" y="0"/>
                  </a:lnTo>
                  <a:lnTo>
                    <a:pt x="4" y="0"/>
                  </a:lnTo>
                  <a:lnTo>
                    <a:pt x="3" y="0"/>
                  </a:lnTo>
                  <a:lnTo>
                    <a:pt x="1" y="1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62" name="Freeform 178"/>
            <p:cNvSpPr/>
            <p:nvPr>
              <p:custDataLst>
                <p:tags r:id="rId17"/>
              </p:custDataLst>
            </p:nvPr>
          </p:nvSpPr>
          <p:spPr bwMode="auto">
            <a:xfrm>
              <a:off x="4451350" y="2547938"/>
              <a:ext cx="7938" cy="68263"/>
            </a:xfrm>
            <a:custGeom>
              <a:avLst/>
              <a:gdLst/>
              <a:ahLst/>
              <a:cxnLst>
                <a:cxn ang="0">
                  <a:pos x="5" y="5"/>
                </a:cxn>
                <a:cxn ang="0">
                  <a:pos x="5" y="5"/>
                </a:cxn>
                <a:cxn ang="0">
                  <a:pos x="2" y="33"/>
                </a:cxn>
                <a:cxn ang="0">
                  <a:pos x="1" y="47"/>
                </a:cxn>
                <a:cxn ang="0">
                  <a:pos x="0" y="62"/>
                </a:cxn>
                <a:cxn ang="0">
                  <a:pos x="0" y="124"/>
                </a:cxn>
                <a:cxn ang="0">
                  <a:pos x="0" y="124"/>
                </a:cxn>
                <a:cxn ang="0">
                  <a:pos x="1" y="126"/>
                </a:cxn>
                <a:cxn ang="0">
                  <a:pos x="2" y="127"/>
                </a:cxn>
                <a:cxn ang="0">
                  <a:pos x="3" y="128"/>
                </a:cxn>
                <a:cxn ang="0">
                  <a:pos x="5" y="128"/>
                </a:cxn>
                <a:cxn ang="0">
                  <a:pos x="6" y="128"/>
                </a:cxn>
                <a:cxn ang="0">
                  <a:pos x="8" y="127"/>
                </a:cxn>
                <a:cxn ang="0">
                  <a:pos x="9" y="126"/>
                </a:cxn>
                <a:cxn ang="0">
                  <a:pos x="9" y="124"/>
                </a:cxn>
                <a:cxn ang="0">
                  <a:pos x="9" y="69"/>
                </a:cxn>
                <a:cxn ang="0">
                  <a:pos x="9" y="69"/>
                </a:cxn>
                <a:cxn ang="0">
                  <a:pos x="10" y="52"/>
                </a:cxn>
                <a:cxn ang="0">
                  <a:pos x="11" y="37"/>
                </a:cxn>
                <a:cxn ang="0">
                  <a:pos x="14" y="5"/>
                </a:cxn>
                <a:cxn ang="0">
                  <a:pos x="14" y="5"/>
                </a:cxn>
                <a:cxn ang="0">
                  <a:pos x="14" y="3"/>
                </a:cxn>
                <a:cxn ang="0">
                  <a:pos x="13" y="2"/>
                </a:cxn>
                <a:cxn ang="0">
                  <a:pos x="11" y="1"/>
                </a:cxn>
                <a:cxn ang="0">
                  <a:pos x="10" y="0"/>
                </a:cxn>
                <a:cxn ang="0">
                  <a:pos x="6" y="2"/>
                </a:cxn>
                <a:cxn ang="0">
                  <a:pos x="5" y="3"/>
                </a:cxn>
                <a:cxn ang="0">
                  <a:pos x="5" y="5"/>
                </a:cxn>
                <a:cxn ang="0">
                  <a:pos x="5" y="5"/>
                </a:cxn>
              </a:cxnLst>
              <a:rect l="0" t="0" r="r" b="b"/>
              <a:pathLst>
                <a:path w="14" h="128">
                  <a:moveTo>
                    <a:pt x="5" y="5"/>
                  </a:moveTo>
                  <a:lnTo>
                    <a:pt x="5" y="5"/>
                  </a:lnTo>
                  <a:lnTo>
                    <a:pt x="2" y="33"/>
                  </a:lnTo>
                  <a:lnTo>
                    <a:pt x="1" y="47"/>
                  </a:lnTo>
                  <a:lnTo>
                    <a:pt x="0" y="62"/>
                  </a:lnTo>
                  <a:lnTo>
                    <a:pt x="0" y="124"/>
                  </a:lnTo>
                  <a:lnTo>
                    <a:pt x="0" y="124"/>
                  </a:lnTo>
                  <a:lnTo>
                    <a:pt x="1" y="126"/>
                  </a:lnTo>
                  <a:lnTo>
                    <a:pt x="2" y="127"/>
                  </a:lnTo>
                  <a:lnTo>
                    <a:pt x="3" y="128"/>
                  </a:lnTo>
                  <a:lnTo>
                    <a:pt x="5" y="128"/>
                  </a:lnTo>
                  <a:lnTo>
                    <a:pt x="6" y="128"/>
                  </a:lnTo>
                  <a:lnTo>
                    <a:pt x="8" y="127"/>
                  </a:lnTo>
                  <a:lnTo>
                    <a:pt x="9" y="126"/>
                  </a:lnTo>
                  <a:lnTo>
                    <a:pt x="9" y="124"/>
                  </a:lnTo>
                  <a:lnTo>
                    <a:pt x="9" y="69"/>
                  </a:lnTo>
                  <a:lnTo>
                    <a:pt x="9" y="69"/>
                  </a:lnTo>
                  <a:lnTo>
                    <a:pt x="10" y="52"/>
                  </a:lnTo>
                  <a:lnTo>
                    <a:pt x="11" y="37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3"/>
                  </a:lnTo>
                  <a:lnTo>
                    <a:pt x="13" y="2"/>
                  </a:lnTo>
                  <a:lnTo>
                    <a:pt x="11" y="1"/>
                  </a:lnTo>
                  <a:lnTo>
                    <a:pt x="10" y="0"/>
                  </a:lnTo>
                  <a:lnTo>
                    <a:pt x="6" y="2"/>
                  </a:lnTo>
                  <a:lnTo>
                    <a:pt x="5" y="3"/>
                  </a:lnTo>
                  <a:lnTo>
                    <a:pt x="5" y="5"/>
                  </a:lnTo>
                  <a:lnTo>
                    <a:pt x="5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63" name="Freeform 179"/>
            <p:cNvSpPr/>
            <p:nvPr>
              <p:custDataLst>
                <p:tags r:id="rId18"/>
              </p:custDataLst>
            </p:nvPr>
          </p:nvSpPr>
          <p:spPr bwMode="auto">
            <a:xfrm>
              <a:off x="4478338" y="2578100"/>
              <a:ext cx="6350" cy="55563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100"/>
                </a:cxn>
                <a:cxn ang="0">
                  <a:pos x="0" y="100"/>
                </a:cxn>
                <a:cxn ang="0">
                  <a:pos x="0" y="102"/>
                </a:cxn>
                <a:cxn ang="0">
                  <a:pos x="1" y="103"/>
                </a:cxn>
                <a:cxn ang="0">
                  <a:pos x="4" y="104"/>
                </a:cxn>
                <a:cxn ang="0">
                  <a:pos x="5" y="104"/>
                </a:cxn>
                <a:cxn ang="0">
                  <a:pos x="7" y="104"/>
                </a:cxn>
                <a:cxn ang="0">
                  <a:pos x="8" y="103"/>
                </a:cxn>
                <a:cxn ang="0">
                  <a:pos x="9" y="102"/>
                </a:cxn>
                <a:cxn ang="0">
                  <a:pos x="10" y="100"/>
                </a:cxn>
                <a:cxn ang="0">
                  <a:pos x="10" y="5"/>
                </a:cxn>
                <a:cxn ang="0">
                  <a:pos x="10" y="5"/>
                </a:cxn>
                <a:cxn ang="0">
                  <a:pos x="9" y="2"/>
                </a:cxn>
                <a:cxn ang="0">
                  <a:pos x="8" y="1"/>
                </a:cxn>
                <a:cxn ang="0">
                  <a:pos x="7" y="0"/>
                </a:cxn>
                <a:cxn ang="0">
                  <a:pos x="5" y="0"/>
                </a:cxn>
                <a:cxn ang="0">
                  <a:pos x="4" y="0"/>
                </a:cxn>
                <a:cxn ang="0">
                  <a:pos x="1" y="1"/>
                </a:cxn>
                <a:cxn ang="0">
                  <a:pos x="0" y="2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10" h="104">
                  <a:moveTo>
                    <a:pt x="0" y="5"/>
                  </a:moveTo>
                  <a:lnTo>
                    <a:pt x="0" y="100"/>
                  </a:lnTo>
                  <a:lnTo>
                    <a:pt x="0" y="100"/>
                  </a:lnTo>
                  <a:lnTo>
                    <a:pt x="0" y="102"/>
                  </a:lnTo>
                  <a:lnTo>
                    <a:pt x="1" y="103"/>
                  </a:lnTo>
                  <a:lnTo>
                    <a:pt x="4" y="104"/>
                  </a:lnTo>
                  <a:lnTo>
                    <a:pt x="5" y="104"/>
                  </a:lnTo>
                  <a:lnTo>
                    <a:pt x="7" y="104"/>
                  </a:lnTo>
                  <a:lnTo>
                    <a:pt x="8" y="103"/>
                  </a:lnTo>
                  <a:lnTo>
                    <a:pt x="9" y="102"/>
                  </a:lnTo>
                  <a:lnTo>
                    <a:pt x="10" y="100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9" y="2"/>
                  </a:lnTo>
                  <a:lnTo>
                    <a:pt x="8" y="1"/>
                  </a:lnTo>
                  <a:lnTo>
                    <a:pt x="7" y="0"/>
                  </a:lnTo>
                  <a:lnTo>
                    <a:pt x="5" y="0"/>
                  </a:lnTo>
                  <a:lnTo>
                    <a:pt x="4" y="0"/>
                  </a:lnTo>
                  <a:lnTo>
                    <a:pt x="1" y="1"/>
                  </a:lnTo>
                  <a:lnTo>
                    <a:pt x="0" y="2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64" name="Freeform 180"/>
            <p:cNvSpPr/>
            <p:nvPr>
              <p:custDataLst>
                <p:tags r:id="rId19"/>
              </p:custDataLst>
            </p:nvPr>
          </p:nvSpPr>
          <p:spPr bwMode="auto">
            <a:xfrm>
              <a:off x="4500563" y="2608263"/>
              <a:ext cx="7938" cy="49213"/>
            </a:xfrm>
            <a:custGeom>
              <a:avLst/>
              <a:gdLst/>
              <a:ahLst/>
              <a:cxnLst>
                <a:cxn ang="0">
                  <a:pos x="15" y="88"/>
                </a:cxn>
                <a:cxn ang="0">
                  <a:pos x="15" y="88"/>
                </a:cxn>
                <a:cxn ang="0">
                  <a:pos x="12" y="79"/>
                </a:cxn>
                <a:cxn ang="0">
                  <a:pos x="10" y="68"/>
                </a:cxn>
                <a:cxn ang="0">
                  <a:pos x="9" y="57"/>
                </a:cxn>
                <a:cxn ang="0">
                  <a:pos x="9" y="47"/>
                </a:cxn>
                <a:cxn ang="0">
                  <a:pos x="9" y="25"/>
                </a:cxn>
                <a:cxn ang="0">
                  <a:pos x="10" y="4"/>
                </a:cxn>
                <a:cxn ang="0">
                  <a:pos x="10" y="4"/>
                </a:cxn>
                <a:cxn ang="0">
                  <a:pos x="10" y="2"/>
                </a:cxn>
                <a:cxn ang="0">
                  <a:pos x="9" y="1"/>
                </a:cxn>
                <a:cxn ang="0">
                  <a:pos x="7" y="0"/>
                </a:cxn>
                <a:cxn ang="0">
                  <a:pos x="6" y="0"/>
                </a:cxn>
                <a:cxn ang="0">
                  <a:pos x="4" y="0"/>
                </a:cxn>
                <a:cxn ang="0">
                  <a:pos x="2" y="1"/>
                </a:cxn>
                <a:cxn ang="0">
                  <a:pos x="1" y="2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0" y="26"/>
                </a:cxn>
                <a:cxn ang="0">
                  <a:pos x="0" y="48"/>
                </a:cxn>
                <a:cxn ang="0">
                  <a:pos x="0" y="59"/>
                </a:cxn>
                <a:cxn ang="0">
                  <a:pos x="1" y="69"/>
                </a:cxn>
                <a:cxn ang="0">
                  <a:pos x="3" y="81"/>
                </a:cxn>
                <a:cxn ang="0">
                  <a:pos x="6" y="91"/>
                </a:cxn>
                <a:cxn ang="0">
                  <a:pos x="6" y="91"/>
                </a:cxn>
                <a:cxn ang="0">
                  <a:pos x="7" y="93"/>
                </a:cxn>
                <a:cxn ang="0">
                  <a:pos x="8" y="94"/>
                </a:cxn>
                <a:cxn ang="0">
                  <a:pos x="10" y="94"/>
                </a:cxn>
                <a:cxn ang="0">
                  <a:pos x="12" y="94"/>
                </a:cxn>
                <a:cxn ang="0">
                  <a:pos x="13" y="93"/>
                </a:cxn>
                <a:cxn ang="0">
                  <a:pos x="14" y="92"/>
                </a:cxn>
                <a:cxn ang="0">
                  <a:pos x="15" y="90"/>
                </a:cxn>
                <a:cxn ang="0">
                  <a:pos x="15" y="88"/>
                </a:cxn>
                <a:cxn ang="0">
                  <a:pos x="15" y="88"/>
                </a:cxn>
              </a:cxnLst>
              <a:rect l="0" t="0" r="r" b="b"/>
              <a:pathLst>
                <a:path w="15" h="94">
                  <a:moveTo>
                    <a:pt x="15" y="88"/>
                  </a:moveTo>
                  <a:lnTo>
                    <a:pt x="15" y="88"/>
                  </a:lnTo>
                  <a:lnTo>
                    <a:pt x="12" y="79"/>
                  </a:lnTo>
                  <a:lnTo>
                    <a:pt x="10" y="68"/>
                  </a:lnTo>
                  <a:lnTo>
                    <a:pt x="9" y="57"/>
                  </a:lnTo>
                  <a:lnTo>
                    <a:pt x="9" y="47"/>
                  </a:lnTo>
                  <a:lnTo>
                    <a:pt x="9" y="25"/>
                  </a:lnTo>
                  <a:lnTo>
                    <a:pt x="10" y="4"/>
                  </a:lnTo>
                  <a:lnTo>
                    <a:pt x="10" y="4"/>
                  </a:lnTo>
                  <a:lnTo>
                    <a:pt x="10" y="2"/>
                  </a:lnTo>
                  <a:lnTo>
                    <a:pt x="9" y="1"/>
                  </a:lnTo>
                  <a:lnTo>
                    <a:pt x="7" y="0"/>
                  </a:lnTo>
                  <a:lnTo>
                    <a:pt x="6" y="0"/>
                  </a:lnTo>
                  <a:lnTo>
                    <a:pt x="4" y="0"/>
                  </a:lnTo>
                  <a:lnTo>
                    <a:pt x="2" y="1"/>
                  </a:lnTo>
                  <a:lnTo>
                    <a:pt x="1" y="2"/>
                  </a:lnTo>
                  <a:lnTo>
                    <a:pt x="1" y="4"/>
                  </a:lnTo>
                  <a:lnTo>
                    <a:pt x="1" y="4"/>
                  </a:lnTo>
                  <a:lnTo>
                    <a:pt x="0" y="26"/>
                  </a:lnTo>
                  <a:lnTo>
                    <a:pt x="0" y="48"/>
                  </a:lnTo>
                  <a:lnTo>
                    <a:pt x="0" y="59"/>
                  </a:lnTo>
                  <a:lnTo>
                    <a:pt x="1" y="69"/>
                  </a:lnTo>
                  <a:lnTo>
                    <a:pt x="3" y="81"/>
                  </a:lnTo>
                  <a:lnTo>
                    <a:pt x="6" y="91"/>
                  </a:lnTo>
                  <a:lnTo>
                    <a:pt x="6" y="91"/>
                  </a:lnTo>
                  <a:lnTo>
                    <a:pt x="7" y="93"/>
                  </a:lnTo>
                  <a:lnTo>
                    <a:pt x="8" y="94"/>
                  </a:lnTo>
                  <a:lnTo>
                    <a:pt x="10" y="94"/>
                  </a:lnTo>
                  <a:lnTo>
                    <a:pt x="12" y="94"/>
                  </a:lnTo>
                  <a:lnTo>
                    <a:pt x="13" y="93"/>
                  </a:lnTo>
                  <a:lnTo>
                    <a:pt x="14" y="92"/>
                  </a:lnTo>
                  <a:lnTo>
                    <a:pt x="15" y="90"/>
                  </a:lnTo>
                  <a:lnTo>
                    <a:pt x="15" y="88"/>
                  </a:lnTo>
                  <a:lnTo>
                    <a:pt x="15" y="88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65" name="Freeform 181"/>
            <p:cNvSpPr/>
            <p:nvPr>
              <p:custDataLst>
                <p:tags r:id="rId20"/>
              </p:custDataLst>
            </p:nvPr>
          </p:nvSpPr>
          <p:spPr bwMode="auto">
            <a:xfrm>
              <a:off x="4529138" y="2622550"/>
              <a:ext cx="7938" cy="63500"/>
            </a:xfrm>
            <a:custGeom>
              <a:avLst/>
              <a:gdLst/>
              <a:ahLst/>
              <a:cxnLst>
                <a:cxn ang="0">
                  <a:pos x="6" y="5"/>
                </a:cxn>
                <a:cxn ang="0">
                  <a:pos x="6" y="5"/>
                </a:cxn>
                <a:cxn ang="0">
                  <a:pos x="5" y="18"/>
                </a:cxn>
                <a:cxn ang="0">
                  <a:pos x="3" y="31"/>
                </a:cxn>
                <a:cxn ang="0">
                  <a:pos x="1" y="43"/>
                </a:cxn>
                <a:cxn ang="0">
                  <a:pos x="0" y="57"/>
                </a:cxn>
                <a:cxn ang="0">
                  <a:pos x="0" y="57"/>
                </a:cxn>
                <a:cxn ang="0">
                  <a:pos x="0" y="86"/>
                </a:cxn>
                <a:cxn ang="0">
                  <a:pos x="0" y="114"/>
                </a:cxn>
                <a:cxn ang="0">
                  <a:pos x="0" y="114"/>
                </a:cxn>
                <a:cxn ang="0">
                  <a:pos x="1" y="116"/>
                </a:cxn>
                <a:cxn ang="0">
                  <a:pos x="2" y="117"/>
                </a:cxn>
                <a:cxn ang="0">
                  <a:pos x="3" y="118"/>
                </a:cxn>
                <a:cxn ang="0">
                  <a:pos x="6" y="119"/>
                </a:cxn>
                <a:cxn ang="0">
                  <a:pos x="8" y="118"/>
                </a:cxn>
                <a:cxn ang="0">
                  <a:pos x="9" y="117"/>
                </a:cxn>
                <a:cxn ang="0">
                  <a:pos x="10" y="116"/>
                </a:cxn>
                <a:cxn ang="0">
                  <a:pos x="11" y="114"/>
                </a:cxn>
                <a:cxn ang="0">
                  <a:pos x="11" y="57"/>
                </a:cxn>
                <a:cxn ang="0">
                  <a:pos x="11" y="57"/>
                </a:cxn>
                <a:cxn ang="0">
                  <a:pos x="11" y="43"/>
                </a:cxn>
                <a:cxn ang="0">
                  <a:pos x="13" y="31"/>
                </a:cxn>
                <a:cxn ang="0">
                  <a:pos x="14" y="18"/>
                </a:cxn>
                <a:cxn ang="0">
                  <a:pos x="15" y="5"/>
                </a:cxn>
                <a:cxn ang="0">
                  <a:pos x="15" y="5"/>
                </a:cxn>
                <a:cxn ang="0">
                  <a:pos x="15" y="3"/>
                </a:cxn>
                <a:cxn ang="0">
                  <a:pos x="14" y="1"/>
                </a:cxn>
                <a:cxn ang="0">
                  <a:pos x="12" y="0"/>
                </a:cxn>
                <a:cxn ang="0">
                  <a:pos x="11" y="0"/>
                </a:cxn>
                <a:cxn ang="0">
                  <a:pos x="9" y="0"/>
                </a:cxn>
                <a:cxn ang="0">
                  <a:pos x="8" y="1"/>
                </a:cxn>
                <a:cxn ang="0">
                  <a:pos x="6" y="3"/>
                </a:cxn>
                <a:cxn ang="0">
                  <a:pos x="6" y="5"/>
                </a:cxn>
                <a:cxn ang="0">
                  <a:pos x="6" y="5"/>
                </a:cxn>
              </a:cxnLst>
              <a:rect l="0" t="0" r="r" b="b"/>
              <a:pathLst>
                <a:path w="15" h="119">
                  <a:moveTo>
                    <a:pt x="6" y="5"/>
                  </a:moveTo>
                  <a:lnTo>
                    <a:pt x="6" y="5"/>
                  </a:lnTo>
                  <a:lnTo>
                    <a:pt x="5" y="18"/>
                  </a:lnTo>
                  <a:lnTo>
                    <a:pt x="3" y="31"/>
                  </a:lnTo>
                  <a:lnTo>
                    <a:pt x="1" y="43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0" y="86"/>
                  </a:lnTo>
                  <a:lnTo>
                    <a:pt x="0" y="114"/>
                  </a:lnTo>
                  <a:lnTo>
                    <a:pt x="0" y="114"/>
                  </a:lnTo>
                  <a:lnTo>
                    <a:pt x="1" y="116"/>
                  </a:lnTo>
                  <a:lnTo>
                    <a:pt x="2" y="117"/>
                  </a:lnTo>
                  <a:lnTo>
                    <a:pt x="3" y="118"/>
                  </a:lnTo>
                  <a:lnTo>
                    <a:pt x="6" y="119"/>
                  </a:lnTo>
                  <a:lnTo>
                    <a:pt x="8" y="118"/>
                  </a:lnTo>
                  <a:lnTo>
                    <a:pt x="9" y="117"/>
                  </a:lnTo>
                  <a:lnTo>
                    <a:pt x="10" y="116"/>
                  </a:lnTo>
                  <a:lnTo>
                    <a:pt x="11" y="114"/>
                  </a:lnTo>
                  <a:lnTo>
                    <a:pt x="11" y="57"/>
                  </a:lnTo>
                  <a:lnTo>
                    <a:pt x="11" y="57"/>
                  </a:lnTo>
                  <a:lnTo>
                    <a:pt x="11" y="43"/>
                  </a:lnTo>
                  <a:lnTo>
                    <a:pt x="13" y="31"/>
                  </a:lnTo>
                  <a:lnTo>
                    <a:pt x="14" y="18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3"/>
                  </a:lnTo>
                  <a:lnTo>
                    <a:pt x="14" y="1"/>
                  </a:lnTo>
                  <a:lnTo>
                    <a:pt x="12" y="0"/>
                  </a:lnTo>
                  <a:lnTo>
                    <a:pt x="11" y="0"/>
                  </a:lnTo>
                  <a:lnTo>
                    <a:pt x="9" y="0"/>
                  </a:lnTo>
                  <a:lnTo>
                    <a:pt x="8" y="1"/>
                  </a:lnTo>
                  <a:lnTo>
                    <a:pt x="6" y="3"/>
                  </a:lnTo>
                  <a:lnTo>
                    <a:pt x="6" y="5"/>
                  </a:lnTo>
                  <a:lnTo>
                    <a:pt x="6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66" name="Freeform 182"/>
            <p:cNvSpPr/>
            <p:nvPr>
              <p:custDataLst>
                <p:tags r:id="rId21"/>
              </p:custDataLst>
            </p:nvPr>
          </p:nvSpPr>
          <p:spPr bwMode="auto">
            <a:xfrm>
              <a:off x="4551363" y="2652713"/>
              <a:ext cx="4763" cy="55563"/>
            </a:xfrm>
            <a:custGeom>
              <a:avLst/>
              <a:gdLst/>
              <a:ahLst/>
              <a:cxnLst>
                <a:cxn ang="0">
                  <a:pos x="11" y="5"/>
                </a:cxn>
                <a:cxn ang="0">
                  <a:pos x="11" y="5"/>
                </a:cxn>
                <a:cxn ang="0">
                  <a:pos x="11" y="3"/>
                </a:cxn>
                <a:cxn ang="0">
                  <a:pos x="10" y="1"/>
                </a:cxn>
                <a:cxn ang="0">
                  <a:pos x="8" y="0"/>
                </a:cxn>
                <a:cxn ang="0">
                  <a:pos x="6" y="0"/>
                </a:cxn>
                <a:cxn ang="0">
                  <a:pos x="5" y="0"/>
                </a:cxn>
                <a:cxn ang="0">
                  <a:pos x="3" y="1"/>
                </a:cxn>
                <a:cxn ang="0">
                  <a:pos x="2" y="3"/>
                </a:cxn>
                <a:cxn ang="0">
                  <a:pos x="2" y="5"/>
                </a:cxn>
                <a:cxn ang="0">
                  <a:pos x="2" y="5"/>
                </a:cxn>
                <a:cxn ang="0">
                  <a:pos x="0" y="53"/>
                </a:cxn>
                <a:cxn ang="0">
                  <a:pos x="0" y="75"/>
                </a:cxn>
                <a:cxn ang="0">
                  <a:pos x="2" y="99"/>
                </a:cxn>
                <a:cxn ang="0">
                  <a:pos x="2" y="99"/>
                </a:cxn>
                <a:cxn ang="0">
                  <a:pos x="2" y="101"/>
                </a:cxn>
                <a:cxn ang="0">
                  <a:pos x="4" y="103"/>
                </a:cxn>
                <a:cxn ang="0">
                  <a:pos x="7" y="104"/>
                </a:cxn>
                <a:cxn ang="0">
                  <a:pos x="9" y="104"/>
                </a:cxn>
                <a:cxn ang="0">
                  <a:pos x="10" y="103"/>
                </a:cxn>
                <a:cxn ang="0">
                  <a:pos x="11" y="101"/>
                </a:cxn>
                <a:cxn ang="0">
                  <a:pos x="11" y="99"/>
                </a:cxn>
                <a:cxn ang="0">
                  <a:pos x="11" y="99"/>
                </a:cxn>
                <a:cxn ang="0">
                  <a:pos x="9" y="75"/>
                </a:cxn>
                <a:cxn ang="0">
                  <a:pos x="9" y="53"/>
                </a:cxn>
                <a:cxn ang="0">
                  <a:pos x="11" y="5"/>
                </a:cxn>
                <a:cxn ang="0">
                  <a:pos x="11" y="5"/>
                </a:cxn>
              </a:cxnLst>
              <a:rect l="0" t="0" r="r" b="b"/>
              <a:pathLst>
                <a:path w="11" h="104">
                  <a:moveTo>
                    <a:pt x="11" y="5"/>
                  </a:moveTo>
                  <a:lnTo>
                    <a:pt x="11" y="5"/>
                  </a:lnTo>
                  <a:lnTo>
                    <a:pt x="11" y="3"/>
                  </a:lnTo>
                  <a:lnTo>
                    <a:pt x="10" y="1"/>
                  </a:lnTo>
                  <a:lnTo>
                    <a:pt x="8" y="0"/>
                  </a:lnTo>
                  <a:lnTo>
                    <a:pt x="6" y="0"/>
                  </a:lnTo>
                  <a:lnTo>
                    <a:pt x="5" y="0"/>
                  </a:lnTo>
                  <a:lnTo>
                    <a:pt x="3" y="1"/>
                  </a:lnTo>
                  <a:lnTo>
                    <a:pt x="2" y="3"/>
                  </a:lnTo>
                  <a:lnTo>
                    <a:pt x="2" y="5"/>
                  </a:lnTo>
                  <a:lnTo>
                    <a:pt x="2" y="5"/>
                  </a:lnTo>
                  <a:lnTo>
                    <a:pt x="0" y="53"/>
                  </a:lnTo>
                  <a:lnTo>
                    <a:pt x="0" y="75"/>
                  </a:lnTo>
                  <a:lnTo>
                    <a:pt x="2" y="99"/>
                  </a:lnTo>
                  <a:lnTo>
                    <a:pt x="2" y="99"/>
                  </a:lnTo>
                  <a:lnTo>
                    <a:pt x="2" y="101"/>
                  </a:lnTo>
                  <a:lnTo>
                    <a:pt x="4" y="103"/>
                  </a:lnTo>
                  <a:lnTo>
                    <a:pt x="7" y="104"/>
                  </a:lnTo>
                  <a:lnTo>
                    <a:pt x="9" y="104"/>
                  </a:lnTo>
                  <a:lnTo>
                    <a:pt x="10" y="103"/>
                  </a:lnTo>
                  <a:lnTo>
                    <a:pt x="11" y="101"/>
                  </a:lnTo>
                  <a:lnTo>
                    <a:pt x="11" y="99"/>
                  </a:lnTo>
                  <a:lnTo>
                    <a:pt x="11" y="99"/>
                  </a:lnTo>
                  <a:lnTo>
                    <a:pt x="9" y="75"/>
                  </a:lnTo>
                  <a:lnTo>
                    <a:pt x="9" y="53"/>
                  </a:lnTo>
                  <a:lnTo>
                    <a:pt x="11" y="5"/>
                  </a:lnTo>
                  <a:lnTo>
                    <a:pt x="11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67" name="Freeform 183"/>
            <p:cNvSpPr/>
            <p:nvPr>
              <p:custDataLst>
                <p:tags r:id="rId22"/>
              </p:custDataLst>
            </p:nvPr>
          </p:nvSpPr>
          <p:spPr bwMode="auto">
            <a:xfrm>
              <a:off x="4572000" y="2676525"/>
              <a:ext cx="6350" cy="58738"/>
            </a:xfrm>
            <a:custGeom>
              <a:avLst/>
              <a:gdLst/>
              <a:ahLst/>
              <a:cxnLst>
                <a:cxn ang="0">
                  <a:pos x="10" y="4"/>
                </a:cxn>
                <a:cxn ang="0">
                  <a:pos x="10" y="4"/>
                </a:cxn>
                <a:cxn ang="0">
                  <a:pos x="9" y="2"/>
                </a:cxn>
                <a:cxn ang="0">
                  <a:pos x="8" y="1"/>
                </a:cxn>
                <a:cxn ang="0">
                  <a:pos x="7" y="0"/>
                </a:cxn>
                <a:cxn ang="0">
                  <a:pos x="5" y="0"/>
                </a:cxn>
                <a:cxn ang="0">
                  <a:pos x="3" y="0"/>
                </a:cxn>
                <a:cxn ang="0">
                  <a:pos x="2" y="1"/>
                </a:cxn>
                <a:cxn ang="0">
                  <a:pos x="1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1" y="57"/>
                </a:cxn>
                <a:cxn ang="0">
                  <a:pos x="2" y="83"/>
                </a:cxn>
                <a:cxn ang="0">
                  <a:pos x="5" y="109"/>
                </a:cxn>
                <a:cxn ang="0">
                  <a:pos x="5" y="109"/>
                </a:cxn>
                <a:cxn ang="0">
                  <a:pos x="6" y="111"/>
                </a:cxn>
                <a:cxn ang="0">
                  <a:pos x="7" y="112"/>
                </a:cxn>
                <a:cxn ang="0">
                  <a:pos x="10" y="113"/>
                </a:cxn>
                <a:cxn ang="0">
                  <a:pos x="12" y="113"/>
                </a:cxn>
                <a:cxn ang="0">
                  <a:pos x="13" y="112"/>
                </a:cxn>
                <a:cxn ang="0">
                  <a:pos x="14" y="111"/>
                </a:cxn>
                <a:cxn ang="0">
                  <a:pos x="14" y="109"/>
                </a:cxn>
                <a:cxn ang="0">
                  <a:pos x="14" y="109"/>
                </a:cxn>
                <a:cxn ang="0">
                  <a:pos x="12" y="83"/>
                </a:cxn>
                <a:cxn ang="0">
                  <a:pos x="10" y="57"/>
                </a:cxn>
                <a:cxn ang="0">
                  <a:pos x="10" y="4"/>
                </a:cxn>
                <a:cxn ang="0">
                  <a:pos x="10" y="4"/>
                </a:cxn>
              </a:cxnLst>
              <a:rect l="0" t="0" r="r" b="b"/>
              <a:pathLst>
                <a:path w="14" h="113">
                  <a:moveTo>
                    <a:pt x="10" y="4"/>
                  </a:moveTo>
                  <a:lnTo>
                    <a:pt x="10" y="4"/>
                  </a:lnTo>
                  <a:lnTo>
                    <a:pt x="9" y="2"/>
                  </a:lnTo>
                  <a:lnTo>
                    <a:pt x="8" y="1"/>
                  </a:lnTo>
                  <a:lnTo>
                    <a:pt x="7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1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1" y="57"/>
                  </a:lnTo>
                  <a:lnTo>
                    <a:pt x="2" y="83"/>
                  </a:lnTo>
                  <a:lnTo>
                    <a:pt x="5" y="109"/>
                  </a:lnTo>
                  <a:lnTo>
                    <a:pt x="5" y="109"/>
                  </a:lnTo>
                  <a:lnTo>
                    <a:pt x="6" y="111"/>
                  </a:lnTo>
                  <a:lnTo>
                    <a:pt x="7" y="112"/>
                  </a:lnTo>
                  <a:lnTo>
                    <a:pt x="10" y="113"/>
                  </a:lnTo>
                  <a:lnTo>
                    <a:pt x="12" y="113"/>
                  </a:lnTo>
                  <a:lnTo>
                    <a:pt x="13" y="112"/>
                  </a:lnTo>
                  <a:lnTo>
                    <a:pt x="14" y="111"/>
                  </a:lnTo>
                  <a:lnTo>
                    <a:pt x="14" y="109"/>
                  </a:lnTo>
                  <a:lnTo>
                    <a:pt x="14" y="109"/>
                  </a:lnTo>
                  <a:lnTo>
                    <a:pt x="12" y="83"/>
                  </a:lnTo>
                  <a:lnTo>
                    <a:pt x="10" y="57"/>
                  </a:lnTo>
                  <a:lnTo>
                    <a:pt x="10" y="4"/>
                  </a:lnTo>
                  <a:lnTo>
                    <a:pt x="10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68" name="Freeform 184"/>
            <p:cNvSpPr/>
            <p:nvPr>
              <p:custDataLst>
                <p:tags r:id="rId23"/>
              </p:custDataLst>
            </p:nvPr>
          </p:nvSpPr>
          <p:spPr bwMode="auto">
            <a:xfrm>
              <a:off x="4481513" y="2305050"/>
              <a:ext cx="12700" cy="61913"/>
            </a:xfrm>
            <a:custGeom>
              <a:avLst/>
              <a:gdLst/>
              <a:ahLst/>
              <a:cxnLst>
                <a:cxn ang="0">
                  <a:pos x="21" y="109"/>
                </a:cxn>
                <a:cxn ang="0">
                  <a:pos x="21" y="109"/>
                </a:cxn>
                <a:cxn ang="0">
                  <a:pos x="16" y="105"/>
                </a:cxn>
                <a:cxn ang="0">
                  <a:pos x="13" y="101"/>
                </a:cxn>
                <a:cxn ang="0">
                  <a:pos x="11" y="95"/>
                </a:cxn>
                <a:cxn ang="0">
                  <a:pos x="9" y="89"/>
                </a:cxn>
                <a:cxn ang="0">
                  <a:pos x="9" y="76"/>
                </a:cxn>
                <a:cxn ang="0">
                  <a:pos x="9" y="64"/>
                </a:cxn>
                <a:cxn ang="0">
                  <a:pos x="9" y="64"/>
                </a:cxn>
                <a:cxn ang="0">
                  <a:pos x="10" y="34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9" y="3"/>
                </a:cxn>
                <a:cxn ang="0">
                  <a:pos x="8" y="1"/>
                </a:cxn>
                <a:cxn ang="0">
                  <a:pos x="6" y="0"/>
                </a:cxn>
                <a:cxn ang="0">
                  <a:pos x="5" y="0"/>
                </a:cxn>
                <a:cxn ang="0">
                  <a:pos x="3" y="0"/>
                </a:cxn>
                <a:cxn ang="0">
                  <a:pos x="2" y="1"/>
                </a:cxn>
                <a:cxn ang="0">
                  <a:pos x="1" y="3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77"/>
                </a:cxn>
                <a:cxn ang="0">
                  <a:pos x="0" y="77"/>
                </a:cxn>
                <a:cxn ang="0">
                  <a:pos x="0" y="89"/>
                </a:cxn>
                <a:cxn ang="0">
                  <a:pos x="1" y="95"/>
                </a:cxn>
                <a:cxn ang="0">
                  <a:pos x="3" y="100"/>
                </a:cxn>
                <a:cxn ang="0">
                  <a:pos x="5" y="105"/>
                </a:cxn>
                <a:cxn ang="0">
                  <a:pos x="8" y="110"/>
                </a:cxn>
                <a:cxn ang="0">
                  <a:pos x="12" y="115"/>
                </a:cxn>
                <a:cxn ang="0">
                  <a:pos x="16" y="118"/>
                </a:cxn>
                <a:cxn ang="0">
                  <a:pos x="16" y="118"/>
                </a:cxn>
                <a:cxn ang="0">
                  <a:pos x="18" y="119"/>
                </a:cxn>
                <a:cxn ang="0">
                  <a:pos x="20" y="119"/>
                </a:cxn>
                <a:cxn ang="0">
                  <a:pos x="21" y="118"/>
                </a:cxn>
                <a:cxn ang="0">
                  <a:pos x="22" y="117"/>
                </a:cxn>
                <a:cxn ang="0">
                  <a:pos x="23" y="115"/>
                </a:cxn>
                <a:cxn ang="0">
                  <a:pos x="23" y="112"/>
                </a:cxn>
                <a:cxn ang="0">
                  <a:pos x="22" y="111"/>
                </a:cxn>
                <a:cxn ang="0">
                  <a:pos x="21" y="109"/>
                </a:cxn>
                <a:cxn ang="0">
                  <a:pos x="21" y="109"/>
                </a:cxn>
              </a:cxnLst>
              <a:rect l="0" t="0" r="r" b="b"/>
              <a:pathLst>
                <a:path w="23" h="119">
                  <a:moveTo>
                    <a:pt x="21" y="109"/>
                  </a:moveTo>
                  <a:lnTo>
                    <a:pt x="21" y="109"/>
                  </a:lnTo>
                  <a:lnTo>
                    <a:pt x="16" y="105"/>
                  </a:lnTo>
                  <a:lnTo>
                    <a:pt x="13" y="101"/>
                  </a:lnTo>
                  <a:lnTo>
                    <a:pt x="11" y="95"/>
                  </a:lnTo>
                  <a:lnTo>
                    <a:pt x="9" y="89"/>
                  </a:lnTo>
                  <a:lnTo>
                    <a:pt x="9" y="76"/>
                  </a:lnTo>
                  <a:lnTo>
                    <a:pt x="9" y="64"/>
                  </a:lnTo>
                  <a:lnTo>
                    <a:pt x="9" y="64"/>
                  </a:lnTo>
                  <a:lnTo>
                    <a:pt x="10" y="34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8" y="1"/>
                  </a:lnTo>
                  <a:lnTo>
                    <a:pt x="6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1"/>
                  </a:lnTo>
                  <a:lnTo>
                    <a:pt x="1" y="3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89"/>
                  </a:lnTo>
                  <a:lnTo>
                    <a:pt x="1" y="95"/>
                  </a:lnTo>
                  <a:lnTo>
                    <a:pt x="3" y="100"/>
                  </a:lnTo>
                  <a:lnTo>
                    <a:pt x="5" y="105"/>
                  </a:lnTo>
                  <a:lnTo>
                    <a:pt x="8" y="110"/>
                  </a:lnTo>
                  <a:lnTo>
                    <a:pt x="12" y="115"/>
                  </a:lnTo>
                  <a:lnTo>
                    <a:pt x="16" y="118"/>
                  </a:lnTo>
                  <a:lnTo>
                    <a:pt x="16" y="118"/>
                  </a:lnTo>
                  <a:lnTo>
                    <a:pt x="18" y="119"/>
                  </a:lnTo>
                  <a:lnTo>
                    <a:pt x="20" y="119"/>
                  </a:lnTo>
                  <a:lnTo>
                    <a:pt x="21" y="118"/>
                  </a:lnTo>
                  <a:lnTo>
                    <a:pt x="22" y="117"/>
                  </a:lnTo>
                  <a:lnTo>
                    <a:pt x="23" y="115"/>
                  </a:lnTo>
                  <a:lnTo>
                    <a:pt x="23" y="112"/>
                  </a:lnTo>
                  <a:lnTo>
                    <a:pt x="22" y="111"/>
                  </a:lnTo>
                  <a:lnTo>
                    <a:pt x="21" y="109"/>
                  </a:lnTo>
                  <a:lnTo>
                    <a:pt x="21" y="109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69" name="Freeform 185"/>
            <p:cNvSpPr/>
            <p:nvPr>
              <p:custDataLst>
                <p:tags r:id="rId24"/>
              </p:custDataLst>
            </p:nvPr>
          </p:nvSpPr>
          <p:spPr bwMode="auto">
            <a:xfrm>
              <a:off x="4519613" y="2336800"/>
              <a:ext cx="9525" cy="55563"/>
            </a:xfrm>
            <a:custGeom>
              <a:avLst/>
              <a:gdLst/>
              <a:ahLst/>
              <a:cxnLst>
                <a:cxn ang="0">
                  <a:pos x="9" y="3"/>
                </a:cxn>
                <a:cxn ang="0">
                  <a:pos x="9" y="3"/>
                </a:cxn>
                <a:cxn ang="0">
                  <a:pos x="7" y="15"/>
                </a:cxn>
                <a:cxn ang="0">
                  <a:pos x="4" y="27"/>
                </a:cxn>
                <a:cxn ang="0">
                  <a:pos x="2" y="50"/>
                </a:cxn>
                <a:cxn ang="0">
                  <a:pos x="0" y="75"/>
                </a:cxn>
                <a:cxn ang="0">
                  <a:pos x="0" y="99"/>
                </a:cxn>
                <a:cxn ang="0">
                  <a:pos x="0" y="99"/>
                </a:cxn>
                <a:cxn ang="0">
                  <a:pos x="0" y="101"/>
                </a:cxn>
                <a:cxn ang="0">
                  <a:pos x="1" y="102"/>
                </a:cxn>
                <a:cxn ang="0">
                  <a:pos x="3" y="103"/>
                </a:cxn>
                <a:cxn ang="0">
                  <a:pos x="5" y="104"/>
                </a:cxn>
                <a:cxn ang="0">
                  <a:pos x="6" y="103"/>
                </a:cxn>
                <a:cxn ang="0">
                  <a:pos x="8" y="102"/>
                </a:cxn>
                <a:cxn ang="0">
                  <a:pos x="9" y="101"/>
                </a:cxn>
                <a:cxn ang="0">
                  <a:pos x="9" y="99"/>
                </a:cxn>
                <a:cxn ang="0">
                  <a:pos x="9" y="99"/>
                </a:cxn>
                <a:cxn ang="0">
                  <a:pos x="10" y="75"/>
                </a:cxn>
                <a:cxn ang="0">
                  <a:pos x="11" y="52"/>
                </a:cxn>
                <a:cxn ang="0">
                  <a:pos x="13" y="29"/>
                </a:cxn>
                <a:cxn ang="0">
                  <a:pos x="16" y="17"/>
                </a:cxn>
                <a:cxn ang="0">
                  <a:pos x="18" y="6"/>
                </a:cxn>
                <a:cxn ang="0">
                  <a:pos x="18" y="6"/>
                </a:cxn>
                <a:cxn ang="0">
                  <a:pos x="18" y="4"/>
                </a:cxn>
                <a:cxn ang="0">
                  <a:pos x="18" y="2"/>
                </a:cxn>
                <a:cxn ang="0">
                  <a:pos x="17" y="1"/>
                </a:cxn>
                <a:cxn ang="0">
                  <a:pos x="15" y="0"/>
                </a:cxn>
                <a:cxn ang="0">
                  <a:pos x="13" y="0"/>
                </a:cxn>
                <a:cxn ang="0">
                  <a:pos x="12" y="0"/>
                </a:cxn>
                <a:cxn ang="0">
                  <a:pos x="10" y="1"/>
                </a:cxn>
                <a:cxn ang="0">
                  <a:pos x="9" y="3"/>
                </a:cxn>
                <a:cxn ang="0">
                  <a:pos x="9" y="3"/>
                </a:cxn>
              </a:cxnLst>
              <a:rect l="0" t="0" r="r" b="b"/>
              <a:pathLst>
                <a:path w="18" h="104">
                  <a:moveTo>
                    <a:pt x="9" y="3"/>
                  </a:moveTo>
                  <a:lnTo>
                    <a:pt x="9" y="3"/>
                  </a:lnTo>
                  <a:lnTo>
                    <a:pt x="7" y="15"/>
                  </a:lnTo>
                  <a:lnTo>
                    <a:pt x="4" y="27"/>
                  </a:lnTo>
                  <a:lnTo>
                    <a:pt x="2" y="50"/>
                  </a:lnTo>
                  <a:lnTo>
                    <a:pt x="0" y="75"/>
                  </a:lnTo>
                  <a:lnTo>
                    <a:pt x="0" y="99"/>
                  </a:lnTo>
                  <a:lnTo>
                    <a:pt x="0" y="99"/>
                  </a:lnTo>
                  <a:lnTo>
                    <a:pt x="0" y="101"/>
                  </a:lnTo>
                  <a:lnTo>
                    <a:pt x="1" y="102"/>
                  </a:lnTo>
                  <a:lnTo>
                    <a:pt x="3" y="103"/>
                  </a:lnTo>
                  <a:lnTo>
                    <a:pt x="5" y="104"/>
                  </a:lnTo>
                  <a:lnTo>
                    <a:pt x="6" y="103"/>
                  </a:lnTo>
                  <a:lnTo>
                    <a:pt x="8" y="102"/>
                  </a:lnTo>
                  <a:lnTo>
                    <a:pt x="9" y="101"/>
                  </a:lnTo>
                  <a:lnTo>
                    <a:pt x="9" y="99"/>
                  </a:lnTo>
                  <a:lnTo>
                    <a:pt x="9" y="99"/>
                  </a:lnTo>
                  <a:lnTo>
                    <a:pt x="10" y="75"/>
                  </a:lnTo>
                  <a:lnTo>
                    <a:pt x="11" y="52"/>
                  </a:lnTo>
                  <a:lnTo>
                    <a:pt x="13" y="29"/>
                  </a:lnTo>
                  <a:lnTo>
                    <a:pt x="16" y="17"/>
                  </a:lnTo>
                  <a:lnTo>
                    <a:pt x="18" y="6"/>
                  </a:lnTo>
                  <a:lnTo>
                    <a:pt x="18" y="6"/>
                  </a:lnTo>
                  <a:lnTo>
                    <a:pt x="18" y="4"/>
                  </a:lnTo>
                  <a:lnTo>
                    <a:pt x="18" y="2"/>
                  </a:lnTo>
                  <a:lnTo>
                    <a:pt x="17" y="1"/>
                  </a:lnTo>
                  <a:lnTo>
                    <a:pt x="15" y="0"/>
                  </a:lnTo>
                  <a:lnTo>
                    <a:pt x="13" y="0"/>
                  </a:lnTo>
                  <a:lnTo>
                    <a:pt x="12" y="0"/>
                  </a:lnTo>
                  <a:lnTo>
                    <a:pt x="10" y="1"/>
                  </a:lnTo>
                  <a:lnTo>
                    <a:pt x="9" y="3"/>
                  </a:lnTo>
                  <a:lnTo>
                    <a:pt x="9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70" name="Freeform 186"/>
            <p:cNvSpPr/>
            <p:nvPr>
              <p:custDataLst>
                <p:tags r:id="rId25"/>
              </p:custDataLst>
            </p:nvPr>
          </p:nvSpPr>
          <p:spPr bwMode="auto">
            <a:xfrm>
              <a:off x="4543425" y="2370138"/>
              <a:ext cx="7938" cy="71438"/>
            </a:xfrm>
            <a:custGeom>
              <a:avLst/>
              <a:gdLst/>
              <a:ahLst/>
              <a:cxnLst>
                <a:cxn ang="0">
                  <a:pos x="5" y="4"/>
                </a:cxn>
                <a:cxn ang="0">
                  <a:pos x="5" y="4"/>
                </a:cxn>
                <a:cxn ang="0">
                  <a:pos x="4" y="36"/>
                </a:cxn>
                <a:cxn ang="0">
                  <a:pos x="3" y="68"/>
                </a:cxn>
                <a:cxn ang="0">
                  <a:pos x="1" y="100"/>
                </a:cxn>
                <a:cxn ang="0">
                  <a:pos x="0" y="132"/>
                </a:cxn>
                <a:cxn ang="0">
                  <a:pos x="0" y="132"/>
                </a:cxn>
                <a:cxn ang="0">
                  <a:pos x="0" y="134"/>
                </a:cxn>
                <a:cxn ang="0">
                  <a:pos x="1" y="135"/>
                </a:cxn>
                <a:cxn ang="0">
                  <a:pos x="3" y="136"/>
                </a:cxn>
                <a:cxn ang="0">
                  <a:pos x="4" y="136"/>
                </a:cxn>
                <a:cxn ang="0">
                  <a:pos x="7" y="136"/>
                </a:cxn>
                <a:cxn ang="0">
                  <a:pos x="9" y="135"/>
                </a:cxn>
                <a:cxn ang="0">
                  <a:pos x="10" y="134"/>
                </a:cxn>
                <a:cxn ang="0">
                  <a:pos x="10" y="132"/>
                </a:cxn>
                <a:cxn ang="0">
                  <a:pos x="10" y="132"/>
                </a:cxn>
                <a:cxn ang="0">
                  <a:pos x="11" y="100"/>
                </a:cxn>
                <a:cxn ang="0">
                  <a:pos x="13" y="68"/>
                </a:cxn>
                <a:cxn ang="0">
                  <a:pos x="14" y="36"/>
                </a:cxn>
                <a:cxn ang="0">
                  <a:pos x="15" y="4"/>
                </a:cxn>
                <a:cxn ang="0">
                  <a:pos x="15" y="4"/>
                </a:cxn>
                <a:cxn ang="0">
                  <a:pos x="14" y="2"/>
                </a:cxn>
                <a:cxn ang="0">
                  <a:pos x="13" y="1"/>
                </a:cxn>
                <a:cxn ang="0">
                  <a:pos x="12" y="0"/>
                </a:cxn>
                <a:cxn ang="0">
                  <a:pos x="10" y="0"/>
                </a:cxn>
                <a:cxn ang="0">
                  <a:pos x="8" y="0"/>
                </a:cxn>
                <a:cxn ang="0">
                  <a:pos x="7" y="1"/>
                </a:cxn>
                <a:cxn ang="0">
                  <a:pos x="5" y="2"/>
                </a:cxn>
                <a:cxn ang="0">
                  <a:pos x="5" y="4"/>
                </a:cxn>
                <a:cxn ang="0">
                  <a:pos x="5" y="4"/>
                </a:cxn>
              </a:cxnLst>
              <a:rect l="0" t="0" r="r" b="b"/>
              <a:pathLst>
                <a:path w="15" h="136">
                  <a:moveTo>
                    <a:pt x="5" y="4"/>
                  </a:moveTo>
                  <a:lnTo>
                    <a:pt x="5" y="4"/>
                  </a:lnTo>
                  <a:lnTo>
                    <a:pt x="4" y="36"/>
                  </a:lnTo>
                  <a:lnTo>
                    <a:pt x="3" y="68"/>
                  </a:lnTo>
                  <a:lnTo>
                    <a:pt x="1" y="100"/>
                  </a:lnTo>
                  <a:lnTo>
                    <a:pt x="0" y="132"/>
                  </a:lnTo>
                  <a:lnTo>
                    <a:pt x="0" y="132"/>
                  </a:lnTo>
                  <a:lnTo>
                    <a:pt x="0" y="134"/>
                  </a:lnTo>
                  <a:lnTo>
                    <a:pt x="1" y="135"/>
                  </a:lnTo>
                  <a:lnTo>
                    <a:pt x="3" y="136"/>
                  </a:lnTo>
                  <a:lnTo>
                    <a:pt x="4" y="136"/>
                  </a:lnTo>
                  <a:lnTo>
                    <a:pt x="7" y="136"/>
                  </a:lnTo>
                  <a:lnTo>
                    <a:pt x="9" y="135"/>
                  </a:lnTo>
                  <a:lnTo>
                    <a:pt x="10" y="134"/>
                  </a:lnTo>
                  <a:lnTo>
                    <a:pt x="10" y="132"/>
                  </a:lnTo>
                  <a:lnTo>
                    <a:pt x="10" y="132"/>
                  </a:lnTo>
                  <a:lnTo>
                    <a:pt x="11" y="100"/>
                  </a:lnTo>
                  <a:lnTo>
                    <a:pt x="13" y="68"/>
                  </a:lnTo>
                  <a:lnTo>
                    <a:pt x="14" y="36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4" y="2"/>
                  </a:lnTo>
                  <a:lnTo>
                    <a:pt x="13" y="1"/>
                  </a:lnTo>
                  <a:lnTo>
                    <a:pt x="12" y="0"/>
                  </a:lnTo>
                  <a:lnTo>
                    <a:pt x="10" y="0"/>
                  </a:lnTo>
                  <a:lnTo>
                    <a:pt x="8" y="0"/>
                  </a:lnTo>
                  <a:lnTo>
                    <a:pt x="7" y="1"/>
                  </a:lnTo>
                  <a:lnTo>
                    <a:pt x="5" y="2"/>
                  </a:lnTo>
                  <a:lnTo>
                    <a:pt x="5" y="4"/>
                  </a:lnTo>
                  <a:lnTo>
                    <a:pt x="5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71" name="Freeform 187"/>
            <p:cNvSpPr/>
            <p:nvPr>
              <p:custDataLst>
                <p:tags r:id="rId26"/>
              </p:custDataLst>
            </p:nvPr>
          </p:nvSpPr>
          <p:spPr bwMode="auto">
            <a:xfrm>
              <a:off x="4573588" y="2406650"/>
              <a:ext cx="4763" cy="71438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128"/>
                </a:cxn>
                <a:cxn ang="0">
                  <a:pos x="0" y="128"/>
                </a:cxn>
                <a:cxn ang="0">
                  <a:pos x="0" y="130"/>
                </a:cxn>
                <a:cxn ang="0">
                  <a:pos x="1" y="131"/>
                </a:cxn>
                <a:cxn ang="0">
                  <a:pos x="3" y="132"/>
                </a:cxn>
                <a:cxn ang="0">
                  <a:pos x="5" y="133"/>
                </a:cxn>
                <a:cxn ang="0">
                  <a:pos x="6" y="132"/>
                </a:cxn>
                <a:cxn ang="0">
                  <a:pos x="8" y="131"/>
                </a:cxn>
                <a:cxn ang="0">
                  <a:pos x="9" y="130"/>
                </a:cxn>
                <a:cxn ang="0">
                  <a:pos x="9" y="128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9" y="3"/>
                </a:cxn>
                <a:cxn ang="0">
                  <a:pos x="8" y="1"/>
                </a:cxn>
                <a:cxn ang="0">
                  <a:pos x="6" y="1"/>
                </a:cxn>
                <a:cxn ang="0">
                  <a:pos x="5" y="0"/>
                </a:cxn>
                <a:cxn ang="0">
                  <a:pos x="3" y="1"/>
                </a:cxn>
                <a:cxn ang="0">
                  <a:pos x="1" y="1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9" h="133">
                  <a:moveTo>
                    <a:pt x="0" y="5"/>
                  </a:moveTo>
                  <a:lnTo>
                    <a:pt x="0" y="128"/>
                  </a:lnTo>
                  <a:lnTo>
                    <a:pt x="0" y="128"/>
                  </a:lnTo>
                  <a:lnTo>
                    <a:pt x="0" y="130"/>
                  </a:lnTo>
                  <a:lnTo>
                    <a:pt x="1" y="131"/>
                  </a:lnTo>
                  <a:lnTo>
                    <a:pt x="3" y="132"/>
                  </a:lnTo>
                  <a:lnTo>
                    <a:pt x="5" y="133"/>
                  </a:lnTo>
                  <a:lnTo>
                    <a:pt x="6" y="132"/>
                  </a:lnTo>
                  <a:lnTo>
                    <a:pt x="8" y="131"/>
                  </a:lnTo>
                  <a:lnTo>
                    <a:pt x="9" y="130"/>
                  </a:lnTo>
                  <a:lnTo>
                    <a:pt x="9" y="128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8" y="1"/>
                  </a:lnTo>
                  <a:lnTo>
                    <a:pt x="6" y="1"/>
                  </a:lnTo>
                  <a:lnTo>
                    <a:pt x="5" y="0"/>
                  </a:lnTo>
                  <a:lnTo>
                    <a:pt x="3" y="1"/>
                  </a:lnTo>
                  <a:lnTo>
                    <a:pt x="1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72" name="Freeform 188"/>
            <p:cNvSpPr/>
            <p:nvPr>
              <p:custDataLst>
                <p:tags r:id="rId27"/>
              </p:custDataLst>
            </p:nvPr>
          </p:nvSpPr>
          <p:spPr bwMode="auto">
            <a:xfrm>
              <a:off x="4602163" y="2432050"/>
              <a:ext cx="4763" cy="65088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118"/>
                </a:cxn>
                <a:cxn ang="0">
                  <a:pos x="0" y="118"/>
                </a:cxn>
                <a:cxn ang="0">
                  <a:pos x="0" y="120"/>
                </a:cxn>
                <a:cxn ang="0">
                  <a:pos x="1" y="121"/>
                </a:cxn>
                <a:cxn ang="0">
                  <a:pos x="2" y="123"/>
                </a:cxn>
                <a:cxn ang="0">
                  <a:pos x="4" y="123"/>
                </a:cxn>
                <a:cxn ang="0">
                  <a:pos x="6" y="123"/>
                </a:cxn>
                <a:cxn ang="0">
                  <a:pos x="7" y="121"/>
                </a:cxn>
                <a:cxn ang="0">
                  <a:pos x="8" y="120"/>
                </a:cxn>
                <a:cxn ang="0">
                  <a:pos x="9" y="118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8" y="3"/>
                </a:cxn>
                <a:cxn ang="0">
                  <a:pos x="7" y="1"/>
                </a:cxn>
                <a:cxn ang="0">
                  <a:pos x="6" y="1"/>
                </a:cxn>
                <a:cxn ang="0">
                  <a:pos x="4" y="0"/>
                </a:cxn>
                <a:cxn ang="0">
                  <a:pos x="2" y="1"/>
                </a:cxn>
                <a:cxn ang="0">
                  <a:pos x="1" y="1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9" h="123">
                  <a:moveTo>
                    <a:pt x="0" y="5"/>
                  </a:moveTo>
                  <a:lnTo>
                    <a:pt x="0" y="118"/>
                  </a:lnTo>
                  <a:lnTo>
                    <a:pt x="0" y="118"/>
                  </a:lnTo>
                  <a:lnTo>
                    <a:pt x="0" y="120"/>
                  </a:lnTo>
                  <a:lnTo>
                    <a:pt x="1" y="121"/>
                  </a:lnTo>
                  <a:lnTo>
                    <a:pt x="2" y="123"/>
                  </a:lnTo>
                  <a:lnTo>
                    <a:pt x="4" y="123"/>
                  </a:lnTo>
                  <a:lnTo>
                    <a:pt x="6" y="123"/>
                  </a:lnTo>
                  <a:lnTo>
                    <a:pt x="7" y="121"/>
                  </a:lnTo>
                  <a:lnTo>
                    <a:pt x="8" y="120"/>
                  </a:lnTo>
                  <a:lnTo>
                    <a:pt x="9" y="118"/>
                  </a:lnTo>
                  <a:lnTo>
                    <a:pt x="9" y="5"/>
                  </a:lnTo>
                  <a:lnTo>
                    <a:pt x="9" y="5"/>
                  </a:lnTo>
                  <a:lnTo>
                    <a:pt x="8" y="3"/>
                  </a:lnTo>
                  <a:lnTo>
                    <a:pt x="7" y="1"/>
                  </a:lnTo>
                  <a:lnTo>
                    <a:pt x="6" y="1"/>
                  </a:lnTo>
                  <a:lnTo>
                    <a:pt x="4" y="0"/>
                  </a:lnTo>
                  <a:lnTo>
                    <a:pt x="2" y="1"/>
                  </a:lnTo>
                  <a:lnTo>
                    <a:pt x="1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73" name="Freeform 189"/>
            <p:cNvSpPr/>
            <p:nvPr>
              <p:custDataLst>
                <p:tags r:id="rId28"/>
              </p:custDataLst>
            </p:nvPr>
          </p:nvSpPr>
          <p:spPr bwMode="auto">
            <a:xfrm>
              <a:off x="4624388" y="2457450"/>
              <a:ext cx="4763" cy="65088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119"/>
                </a:cxn>
                <a:cxn ang="0">
                  <a:pos x="0" y="119"/>
                </a:cxn>
                <a:cxn ang="0">
                  <a:pos x="0" y="121"/>
                </a:cxn>
                <a:cxn ang="0">
                  <a:pos x="1" y="122"/>
                </a:cxn>
                <a:cxn ang="0">
                  <a:pos x="3" y="123"/>
                </a:cxn>
                <a:cxn ang="0">
                  <a:pos x="4" y="123"/>
                </a:cxn>
                <a:cxn ang="0">
                  <a:pos x="6" y="123"/>
                </a:cxn>
                <a:cxn ang="0">
                  <a:pos x="8" y="122"/>
                </a:cxn>
                <a:cxn ang="0">
                  <a:pos x="9" y="121"/>
                </a:cxn>
                <a:cxn ang="0">
                  <a:pos x="9" y="119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9" y="3"/>
                </a:cxn>
                <a:cxn ang="0">
                  <a:pos x="8" y="1"/>
                </a:cxn>
                <a:cxn ang="0">
                  <a:pos x="6" y="0"/>
                </a:cxn>
                <a:cxn ang="0">
                  <a:pos x="4" y="0"/>
                </a:cxn>
                <a:cxn ang="0">
                  <a:pos x="3" y="0"/>
                </a:cxn>
                <a:cxn ang="0">
                  <a:pos x="1" y="1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9" h="123">
                  <a:moveTo>
                    <a:pt x="0" y="5"/>
                  </a:moveTo>
                  <a:lnTo>
                    <a:pt x="0" y="119"/>
                  </a:lnTo>
                  <a:lnTo>
                    <a:pt x="0" y="119"/>
                  </a:lnTo>
                  <a:lnTo>
                    <a:pt x="0" y="121"/>
                  </a:lnTo>
                  <a:lnTo>
                    <a:pt x="1" y="122"/>
                  </a:lnTo>
                  <a:lnTo>
                    <a:pt x="3" y="123"/>
                  </a:lnTo>
                  <a:lnTo>
                    <a:pt x="4" y="123"/>
                  </a:lnTo>
                  <a:lnTo>
                    <a:pt x="6" y="123"/>
                  </a:lnTo>
                  <a:lnTo>
                    <a:pt x="8" y="122"/>
                  </a:lnTo>
                  <a:lnTo>
                    <a:pt x="9" y="121"/>
                  </a:lnTo>
                  <a:lnTo>
                    <a:pt x="9" y="119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8" y="1"/>
                  </a:lnTo>
                  <a:lnTo>
                    <a:pt x="6" y="0"/>
                  </a:lnTo>
                  <a:lnTo>
                    <a:pt x="4" y="0"/>
                  </a:lnTo>
                  <a:lnTo>
                    <a:pt x="3" y="0"/>
                  </a:lnTo>
                  <a:lnTo>
                    <a:pt x="1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74" name="Freeform 190"/>
            <p:cNvSpPr/>
            <p:nvPr>
              <p:custDataLst>
                <p:tags r:id="rId29"/>
              </p:custDataLst>
            </p:nvPr>
          </p:nvSpPr>
          <p:spPr bwMode="auto">
            <a:xfrm>
              <a:off x="4651375" y="2482850"/>
              <a:ext cx="7938" cy="73025"/>
            </a:xfrm>
            <a:custGeom>
              <a:avLst/>
              <a:gdLst/>
              <a:ahLst/>
              <a:cxnLst>
                <a:cxn ang="0">
                  <a:pos x="5" y="5"/>
                </a:cxn>
                <a:cxn ang="0">
                  <a:pos x="5" y="5"/>
                </a:cxn>
                <a:cxn ang="0">
                  <a:pos x="2" y="30"/>
                </a:cxn>
                <a:cxn ang="0">
                  <a:pos x="1" y="42"/>
                </a:cxn>
                <a:cxn ang="0">
                  <a:pos x="0" y="55"/>
                </a:cxn>
                <a:cxn ang="0">
                  <a:pos x="0" y="132"/>
                </a:cxn>
                <a:cxn ang="0">
                  <a:pos x="0" y="132"/>
                </a:cxn>
                <a:cxn ang="0">
                  <a:pos x="1" y="134"/>
                </a:cxn>
                <a:cxn ang="0">
                  <a:pos x="2" y="136"/>
                </a:cxn>
                <a:cxn ang="0">
                  <a:pos x="3" y="137"/>
                </a:cxn>
                <a:cxn ang="0">
                  <a:pos x="5" y="137"/>
                </a:cxn>
                <a:cxn ang="0">
                  <a:pos x="7" y="137"/>
                </a:cxn>
                <a:cxn ang="0">
                  <a:pos x="8" y="136"/>
                </a:cxn>
                <a:cxn ang="0">
                  <a:pos x="9" y="134"/>
                </a:cxn>
                <a:cxn ang="0">
                  <a:pos x="10" y="132"/>
                </a:cxn>
                <a:cxn ang="0">
                  <a:pos x="10" y="62"/>
                </a:cxn>
                <a:cxn ang="0">
                  <a:pos x="10" y="62"/>
                </a:cxn>
                <a:cxn ang="0">
                  <a:pos x="10" y="47"/>
                </a:cxn>
                <a:cxn ang="0">
                  <a:pos x="11" y="33"/>
                </a:cxn>
                <a:cxn ang="0">
                  <a:pos x="14" y="5"/>
                </a:cxn>
                <a:cxn ang="0">
                  <a:pos x="14" y="5"/>
                </a:cxn>
                <a:cxn ang="0">
                  <a:pos x="14" y="3"/>
                </a:cxn>
                <a:cxn ang="0">
                  <a:pos x="13" y="1"/>
                </a:cxn>
                <a:cxn ang="0">
                  <a:pos x="12" y="0"/>
                </a:cxn>
                <a:cxn ang="0">
                  <a:pos x="10" y="0"/>
                </a:cxn>
                <a:cxn ang="0">
                  <a:pos x="7" y="1"/>
                </a:cxn>
                <a:cxn ang="0">
                  <a:pos x="6" y="3"/>
                </a:cxn>
                <a:cxn ang="0">
                  <a:pos x="5" y="5"/>
                </a:cxn>
                <a:cxn ang="0">
                  <a:pos x="5" y="5"/>
                </a:cxn>
              </a:cxnLst>
              <a:rect l="0" t="0" r="r" b="b"/>
              <a:pathLst>
                <a:path w="14" h="137">
                  <a:moveTo>
                    <a:pt x="5" y="5"/>
                  </a:moveTo>
                  <a:lnTo>
                    <a:pt x="5" y="5"/>
                  </a:lnTo>
                  <a:lnTo>
                    <a:pt x="2" y="30"/>
                  </a:lnTo>
                  <a:lnTo>
                    <a:pt x="1" y="42"/>
                  </a:lnTo>
                  <a:lnTo>
                    <a:pt x="0" y="55"/>
                  </a:lnTo>
                  <a:lnTo>
                    <a:pt x="0" y="132"/>
                  </a:lnTo>
                  <a:lnTo>
                    <a:pt x="0" y="132"/>
                  </a:lnTo>
                  <a:lnTo>
                    <a:pt x="1" y="134"/>
                  </a:lnTo>
                  <a:lnTo>
                    <a:pt x="2" y="136"/>
                  </a:lnTo>
                  <a:lnTo>
                    <a:pt x="3" y="137"/>
                  </a:lnTo>
                  <a:lnTo>
                    <a:pt x="5" y="137"/>
                  </a:lnTo>
                  <a:lnTo>
                    <a:pt x="7" y="137"/>
                  </a:lnTo>
                  <a:lnTo>
                    <a:pt x="8" y="136"/>
                  </a:lnTo>
                  <a:lnTo>
                    <a:pt x="9" y="134"/>
                  </a:lnTo>
                  <a:lnTo>
                    <a:pt x="10" y="132"/>
                  </a:lnTo>
                  <a:lnTo>
                    <a:pt x="10" y="62"/>
                  </a:lnTo>
                  <a:lnTo>
                    <a:pt x="10" y="62"/>
                  </a:lnTo>
                  <a:lnTo>
                    <a:pt x="10" y="47"/>
                  </a:lnTo>
                  <a:lnTo>
                    <a:pt x="11" y="33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3"/>
                  </a:lnTo>
                  <a:lnTo>
                    <a:pt x="13" y="1"/>
                  </a:lnTo>
                  <a:lnTo>
                    <a:pt x="12" y="0"/>
                  </a:lnTo>
                  <a:lnTo>
                    <a:pt x="10" y="0"/>
                  </a:lnTo>
                  <a:lnTo>
                    <a:pt x="7" y="1"/>
                  </a:lnTo>
                  <a:lnTo>
                    <a:pt x="6" y="3"/>
                  </a:lnTo>
                  <a:lnTo>
                    <a:pt x="5" y="5"/>
                  </a:lnTo>
                  <a:lnTo>
                    <a:pt x="5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75" name="Freeform 191"/>
            <p:cNvSpPr/>
            <p:nvPr>
              <p:custDataLst>
                <p:tags r:id="rId30"/>
              </p:custDataLst>
            </p:nvPr>
          </p:nvSpPr>
          <p:spPr bwMode="auto">
            <a:xfrm>
              <a:off x="4684713" y="2500313"/>
              <a:ext cx="4763" cy="87313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161"/>
                </a:cxn>
                <a:cxn ang="0">
                  <a:pos x="0" y="161"/>
                </a:cxn>
                <a:cxn ang="0">
                  <a:pos x="0" y="163"/>
                </a:cxn>
                <a:cxn ang="0">
                  <a:pos x="1" y="164"/>
                </a:cxn>
                <a:cxn ang="0">
                  <a:pos x="3" y="165"/>
                </a:cxn>
                <a:cxn ang="0">
                  <a:pos x="5" y="166"/>
                </a:cxn>
                <a:cxn ang="0">
                  <a:pos x="6" y="165"/>
                </a:cxn>
                <a:cxn ang="0">
                  <a:pos x="8" y="164"/>
                </a:cxn>
                <a:cxn ang="0">
                  <a:pos x="9" y="163"/>
                </a:cxn>
                <a:cxn ang="0">
                  <a:pos x="9" y="161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9" y="3"/>
                </a:cxn>
                <a:cxn ang="0">
                  <a:pos x="8" y="1"/>
                </a:cxn>
                <a:cxn ang="0">
                  <a:pos x="6" y="0"/>
                </a:cxn>
                <a:cxn ang="0">
                  <a:pos x="5" y="0"/>
                </a:cxn>
                <a:cxn ang="0">
                  <a:pos x="3" y="0"/>
                </a:cxn>
                <a:cxn ang="0">
                  <a:pos x="1" y="1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9" h="166">
                  <a:moveTo>
                    <a:pt x="0" y="5"/>
                  </a:moveTo>
                  <a:lnTo>
                    <a:pt x="0" y="161"/>
                  </a:lnTo>
                  <a:lnTo>
                    <a:pt x="0" y="161"/>
                  </a:lnTo>
                  <a:lnTo>
                    <a:pt x="0" y="163"/>
                  </a:lnTo>
                  <a:lnTo>
                    <a:pt x="1" y="164"/>
                  </a:lnTo>
                  <a:lnTo>
                    <a:pt x="3" y="165"/>
                  </a:lnTo>
                  <a:lnTo>
                    <a:pt x="5" y="166"/>
                  </a:lnTo>
                  <a:lnTo>
                    <a:pt x="6" y="165"/>
                  </a:lnTo>
                  <a:lnTo>
                    <a:pt x="8" y="164"/>
                  </a:lnTo>
                  <a:lnTo>
                    <a:pt x="9" y="163"/>
                  </a:lnTo>
                  <a:lnTo>
                    <a:pt x="9" y="161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8" y="1"/>
                  </a:lnTo>
                  <a:lnTo>
                    <a:pt x="6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1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76" name="Freeform 192"/>
            <p:cNvSpPr/>
            <p:nvPr>
              <p:custDataLst>
                <p:tags r:id="rId31"/>
              </p:custDataLst>
            </p:nvPr>
          </p:nvSpPr>
          <p:spPr bwMode="auto">
            <a:xfrm>
              <a:off x="4702175" y="2540000"/>
              <a:ext cx="7938" cy="69850"/>
            </a:xfrm>
            <a:custGeom>
              <a:avLst/>
              <a:gdLst/>
              <a:ahLst/>
              <a:cxnLst>
                <a:cxn ang="0">
                  <a:pos x="6" y="3"/>
                </a:cxn>
                <a:cxn ang="0">
                  <a:pos x="6" y="3"/>
                </a:cxn>
                <a:cxn ang="0">
                  <a:pos x="3" y="19"/>
                </a:cxn>
                <a:cxn ang="0">
                  <a:pos x="1" y="34"/>
                </a:cxn>
                <a:cxn ang="0">
                  <a:pos x="0" y="50"/>
                </a:cxn>
                <a:cxn ang="0">
                  <a:pos x="0" y="65"/>
                </a:cxn>
                <a:cxn ang="0">
                  <a:pos x="1" y="96"/>
                </a:cxn>
                <a:cxn ang="0">
                  <a:pos x="1" y="127"/>
                </a:cxn>
                <a:cxn ang="0">
                  <a:pos x="1" y="127"/>
                </a:cxn>
                <a:cxn ang="0">
                  <a:pos x="2" y="129"/>
                </a:cxn>
                <a:cxn ang="0">
                  <a:pos x="3" y="131"/>
                </a:cxn>
                <a:cxn ang="0">
                  <a:pos x="4" y="132"/>
                </a:cxn>
                <a:cxn ang="0">
                  <a:pos x="6" y="132"/>
                </a:cxn>
                <a:cxn ang="0">
                  <a:pos x="7" y="132"/>
                </a:cxn>
                <a:cxn ang="0">
                  <a:pos x="9" y="131"/>
                </a:cxn>
                <a:cxn ang="0">
                  <a:pos x="10" y="129"/>
                </a:cxn>
                <a:cxn ang="0">
                  <a:pos x="10" y="127"/>
                </a:cxn>
                <a:cxn ang="0">
                  <a:pos x="10" y="127"/>
                </a:cxn>
                <a:cxn ang="0">
                  <a:pos x="10" y="97"/>
                </a:cxn>
                <a:cxn ang="0">
                  <a:pos x="9" y="66"/>
                </a:cxn>
                <a:cxn ang="0">
                  <a:pos x="9" y="51"/>
                </a:cxn>
                <a:cxn ang="0">
                  <a:pos x="10" y="36"/>
                </a:cxn>
                <a:cxn ang="0">
                  <a:pos x="12" y="21"/>
                </a:cxn>
                <a:cxn ang="0">
                  <a:pos x="15" y="5"/>
                </a:cxn>
                <a:cxn ang="0">
                  <a:pos x="15" y="5"/>
                </a:cxn>
                <a:cxn ang="0">
                  <a:pos x="15" y="3"/>
                </a:cxn>
                <a:cxn ang="0">
                  <a:pos x="14" y="2"/>
                </a:cxn>
                <a:cxn ang="0">
                  <a:pos x="13" y="0"/>
                </a:cxn>
                <a:cxn ang="0">
                  <a:pos x="11" y="0"/>
                </a:cxn>
                <a:cxn ang="0">
                  <a:pos x="10" y="0"/>
                </a:cxn>
                <a:cxn ang="0">
                  <a:pos x="8" y="0"/>
                </a:cxn>
                <a:cxn ang="0">
                  <a:pos x="7" y="1"/>
                </a:cxn>
                <a:cxn ang="0">
                  <a:pos x="6" y="3"/>
                </a:cxn>
                <a:cxn ang="0">
                  <a:pos x="6" y="3"/>
                </a:cxn>
              </a:cxnLst>
              <a:rect l="0" t="0" r="r" b="b"/>
              <a:pathLst>
                <a:path w="15" h="132">
                  <a:moveTo>
                    <a:pt x="6" y="3"/>
                  </a:moveTo>
                  <a:lnTo>
                    <a:pt x="6" y="3"/>
                  </a:lnTo>
                  <a:lnTo>
                    <a:pt x="3" y="19"/>
                  </a:lnTo>
                  <a:lnTo>
                    <a:pt x="1" y="34"/>
                  </a:lnTo>
                  <a:lnTo>
                    <a:pt x="0" y="50"/>
                  </a:lnTo>
                  <a:lnTo>
                    <a:pt x="0" y="65"/>
                  </a:lnTo>
                  <a:lnTo>
                    <a:pt x="1" y="96"/>
                  </a:lnTo>
                  <a:lnTo>
                    <a:pt x="1" y="127"/>
                  </a:lnTo>
                  <a:lnTo>
                    <a:pt x="1" y="127"/>
                  </a:lnTo>
                  <a:lnTo>
                    <a:pt x="2" y="129"/>
                  </a:lnTo>
                  <a:lnTo>
                    <a:pt x="3" y="131"/>
                  </a:lnTo>
                  <a:lnTo>
                    <a:pt x="4" y="132"/>
                  </a:lnTo>
                  <a:lnTo>
                    <a:pt x="6" y="132"/>
                  </a:lnTo>
                  <a:lnTo>
                    <a:pt x="7" y="132"/>
                  </a:lnTo>
                  <a:lnTo>
                    <a:pt x="9" y="131"/>
                  </a:lnTo>
                  <a:lnTo>
                    <a:pt x="10" y="129"/>
                  </a:lnTo>
                  <a:lnTo>
                    <a:pt x="10" y="127"/>
                  </a:lnTo>
                  <a:lnTo>
                    <a:pt x="10" y="127"/>
                  </a:lnTo>
                  <a:lnTo>
                    <a:pt x="10" y="97"/>
                  </a:lnTo>
                  <a:lnTo>
                    <a:pt x="9" y="66"/>
                  </a:lnTo>
                  <a:lnTo>
                    <a:pt x="9" y="51"/>
                  </a:lnTo>
                  <a:lnTo>
                    <a:pt x="10" y="36"/>
                  </a:lnTo>
                  <a:lnTo>
                    <a:pt x="12" y="21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3"/>
                  </a:lnTo>
                  <a:lnTo>
                    <a:pt x="14" y="2"/>
                  </a:lnTo>
                  <a:lnTo>
                    <a:pt x="13" y="0"/>
                  </a:lnTo>
                  <a:lnTo>
                    <a:pt x="11" y="0"/>
                  </a:lnTo>
                  <a:lnTo>
                    <a:pt x="10" y="0"/>
                  </a:lnTo>
                  <a:lnTo>
                    <a:pt x="8" y="0"/>
                  </a:lnTo>
                  <a:lnTo>
                    <a:pt x="7" y="1"/>
                  </a:lnTo>
                  <a:lnTo>
                    <a:pt x="6" y="3"/>
                  </a:lnTo>
                  <a:lnTo>
                    <a:pt x="6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77" name="Freeform 193"/>
            <p:cNvSpPr/>
            <p:nvPr>
              <p:custDataLst>
                <p:tags r:id="rId32"/>
              </p:custDataLst>
            </p:nvPr>
          </p:nvSpPr>
          <p:spPr bwMode="auto">
            <a:xfrm>
              <a:off x="4727575" y="2568575"/>
              <a:ext cx="9525" cy="52388"/>
            </a:xfrm>
            <a:custGeom>
              <a:avLst/>
              <a:gdLst/>
              <a:ahLst/>
              <a:cxnLst>
                <a:cxn ang="0">
                  <a:pos x="10" y="3"/>
                </a:cxn>
                <a:cxn ang="0">
                  <a:pos x="10" y="3"/>
                </a:cxn>
                <a:cxn ang="0">
                  <a:pos x="3" y="48"/>
                </a:cxn>
                <a:cxn ang="0">
                  <a:pos x="1" y="72"/>
                </a:cxn>
                <a:cxn ang="0">
                  <a:pos x="0" y="95"/>
                </a:cxn>
                <a:cxn ang="0">
                  <a:pos x="0" y="95"/>
                </a:cxn>
                <a:cxn ang="0">
                  <a:pos x="0" y="97"/>
                </a:cxn>
                <a:cxn ang="0">
                  <a:pos x="1" y="98"/>
                </a:cxn>
                <a:cxn ang="0">
                  <a:pos x="3" y="99"/>
                </a:cxn>
                <a:cxn ang="0">
                  <a:pos x="6" y="99"/>
                </a:cxn>
                <a:cxn ang="0">
                  <a:pos x="7" y="99"/>
                </a:cxn>
                <a:cxn ang="0">
                  <a:pos x="9" y="98"/>
                </a:cxn>
                <a:cxn ang="0">
                  <a:pos x="10" y="97"/>
                </a:cxn>
                <a:cxn ang="0">
                  <a:pos x="10" y="95"/>
                </a:cxn>
                <a:cxn ang="0">
                  <a:pos x="10" y="95"/>
                </a:cxn>
                <a:cxn ang="0">
                  <a:pos x="11" y="72"/>
                </a:cxn>
                <a:cxn ang="0">
                  <a:pos x="13" y="50"/>
                </a:cxn>
                <a:cxn ang="0">
                  <a:pos x="19" y="6"/>
                </a:cxn>
                <a:cxn ang="0">
                  <a:pos x="19" y="6"/>
                </a:cxn>
                <a:cxn ang="0">
                  <a:pos x="19" y="4"/>
                </a:cxn>
                <a:cxn ang="0">
                  <a:pos x="18" y="2"/>
                </a:cxn>
                <a:cxn ang="0">
                  <a:pos x="15" y="0"/>
                </a:cxn>
                <a:cxn ang="0">
                  <a:pos x="14" y="0"/>
                </a:cxn>
                <a:cxn ang="0">
                  <a:pos x="12" y="0"/>
                </a:cxn>
                <a:cxn ang="0">
                  <a:pos x="11" y="2"/>
                </a:cxn>
                <a:cxn ang="0">
                  <a:pos x="10" y="3"/>
                </a:cxn>
                <a:cxn ang="0">
                  <a:pos x="10" y="3"/>
                </a:cxn>
              </a:cxnLst>
              <a:rect l="0" t="0" r="r" b="b"/>
              <a:pathLst>
                <a:path w="19" h="99">
                  <a:moveTo>
                    <a:pt x="10" y="3"/>
                  </a:moveTo>
                  <a:lnTo>
                    <a:pt x="10" y="3"/>
                  </a:lnTo>
                  <a:lnTo>
                    <a:pt x="3" y="48"/>
                  </a:lnTo>
                  <a:lnTo>
                    <a:pt x="1" y="72"/>
                  </a:lnTo>
                  <a:lnTo>
                    <a:pt x="0" y="95"/>
                  </a:lnTo>
                  <a:lnTo>
                    <a:pt x="0" y="95"/>
                  </a:lnTo>
                  <a:lnTo>
                    <a:pt x="0" y="97"/>
                  </a:lnTo>
                  <a:lnTo>
                    <a:pt x="1" y="98"/>
                  </a:lnTo>
                  <a:lnTo>
                    <a:pt x="3" y="99"/>
                  </a:lnTo>
                  <a:lnTo>
                    <a:pt x="6" y="99"/>
                  </a:lnTo>
                  <a:lnTo>
                    <a:pt x="7" y="99"/>
                  </a:lnTo>
                  <a:lnTo>
                    <a:pt x="9" y="98"/>
                  </a:lnTo>
                  <a:lnTo>
                    <a:pt x="10" y="97"/>
                  </a:lnTo>
                  <a:lnTo>
                    <a:pt x="10" y="95"/>
                  </a:lnTo>
                  <a:lnTo>
                    <a:pt x="10" y="95"/>
                  </a:lnTo>
                  <a:lnTo>
                    <a:pt x="11" y="72"/>
                  </a:lnTo>
                  <a:lnTo>
                    <a:pt x="13" y="50"/>
                  </a:lnTo>
                  <a:lnTo>
                    <a:pt x="19" y="6"/>
                  </a:lnTo>
                  <a:lnTo>
                    <a:pt x="19" y="6"/>
                  </a:lnTo>
                  <a:lnTo>
                    <a:pt x="19" y="4"/>
                  </a:lnTo>
                  <a:lnTo>
                    <a:pt x="18" y="2"/>
                  </a:lnTo>
                  <a:lnTo>
                    <a:pt x="15" y="0"/>
                  </a:lnTo>
                  <a:lnTo>
                    <a:pt x="14" y="0"/>
                  </a:lnTo>
                  <a:lnTo>
                    <a:pt x="12" y="0"/>
                  </a:lnTo>
                  <a:lnTo>
                    <a:pt x="11" y="2"/>
                  </a:lnTo>
                  <a:lnTo>
                    <a:pt x="10" y="3"/>
                  </a:lnTo>
                  <a:lnTo>
                    <a:pt x="10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78" name="Freeform 194"/>
            <p:cNvSpPr/>
            <p:nvPr>
              <p:custDataLst>
                <p:tags r:id="rId33"/>
              </p:custDataLst>
            </p:nvPr>
          </p:nvSpPr>
          <p:spPr bwMode="auto">
            <a:xfrm>
              <a:off x="4748213" y="2590800"/>
              <a:ext cx="4763" cy="57150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104"/>
                </a:cxn>
                <a:cxn ang="0">
                  <a:pos x="0" y="104"/>
                </a:cxn>
                <a:cxn ang="0">
                  <a:pos x="0" y="107"/>
                </a:cxn>
                <a:cxn ang="0">
                  <a:pos x="1" y="109"/>
                </a:cxn>
                <a:cxn ang="0">
                  <a:pos x="3" y="109"/>
                </a:cxn>
                <a:cxn ang="0">
                  <a:pos x="4" y="110"/>
                </a:cxn>
                <a:cxn ang="0">
                  <a:pos x="6" y="109"/>
                </a:cxn>
                <a:cxn ang="0">
                  <a:pos x="7" y="109"/>
                </a:cxn>
                <a:cxn ang="0">
                  <a:pos x="9" y="107"/>
                </a:cxn>
                <a:cxn ang="0">
                  <a:pos x="9" y="104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9" y="3"/>
                </a:cxn>
                <a:cxn ang="0">
                  <a:pos x="7" y="2"/>
                </a:cxn>
                <a:cxn ang="0">
                  <a:pos x="6" y="1"/>
                </a:cxn>
                <a:cxn ang="0">
                  <a:pos x="4" y="0"/>
                </a:cxn>
                <a:cxn ang="0">
                  <a:pos x="3" y="1"/>
                </a:cxn>
                <a:cxn ang="0">
                  <a:pos x="1" y="2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9" h="110">
                  <a:moveTo>
                    <a:pt x="0" y="5"/>
                  </a:moveTo>
                  <a:lnTo>
                    <a:pt x="0" y="104"/>
                  </a:lnTo>
                  <a:lnTo>
                    <a:pt x="0" y="104"/>
                  </a:lnTo>
                  <a:lnTo>
                    <a:pt x="0" y="107"/>
                  </a:lnTo>
                  <a:lnTo>
                    <a:pt x="1" y="109"/>
                  </a:lnTo>
                  <a:lnTo>
                    <a:pt x="3" y="109"/>
                  </a:lnTo>
                  <a:lnTo>
                    <a:pt x="4" y="110"/>
                  </a:lnTo>
                  <a:lnTo>
                    <a:pt x="6" y="109"/>
                  </a:lnTo>
                  <a:lnTo>
                    <a:pt x="7" y="109"/>
                  </a:lnTo>
                  <a:lnTo>
                    <a:pt x="9" y="107"/>
                  </a:lnTo>
                  <a:lnTo>
                    <a:pt x="9" y="104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7" y="2"/>
                  </a:lnTo>
                  <a:lnTo>
                    <a:pt x="6" y="1"/>
                  </a:lnTo>
                  <a:lnTo>
                    <a:pt x="4" y="0"/>
                  </a:lnTo>
                  <a:lnTo>
                    <a:pt x="3" y="1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79" name="Freeform 195"/>
            <p:cNvSpPr/>
            <p:nvPr>
              <p:custDataLst>
                <p:tags r:id="rId34"/>
              </p:custDataLst>
            </p:nvPr>
          </p:nvSpPr>
          <p:spPr bwMode="auto">
            <a:xfrm>
              <a:off x="4641850" y="2751138"/>
              <a:ext cx="7938" cy="26988"/>
            </a:xfrm>
            <a:custGeom>
              <a:avLst/>
              <a:gdLst/>
              <a:ahLst/>
              <a:cxnLst>
                <a:cxn ang="0">
                  <a:pos x="15" y="46"/>
                </a:cxn>
                <a:cxn ang="0">
                  <a:pos x="15" y="46"/>
                </a:cxn>
                <a:cxn ang="0">
                  <a:pos x="12" y="36"/>
                </a:cxn>
                <a:cxn ang="0">
                  <a:pos x="11" y="26"/>
                </a:cxn>
                <a:cxn ang="0">
                  <a:pos x="10" y="5"/>
                </a:cxn>
                <a:cxn ang="0">
                  <a:pos x="10" y="5"/>
                </a:cxn>
                <a:cxn ang="0">
                  <a:pos x="10" y="3"/>
                </a:cxn>
                <a:cxn ang="0">
                  <a:pos x="8" y="1"/>
                </a:cxn>
                <a:cxn ang="0">
                  <a:pos x="6" y="1"/>
                </a:cxn>
                <a:cxn ang="0">
                  <a:pos x="5" y="0"/>
                </a:cxn>
                <a:cxn ang="0">
                  <a:pos x="3" y="1"/>
                </a:cxn>
                <a:cxn ang="0">
                  <a:pos x="1" y="1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1" y="27"/>
                </a:cxn>
                <a:cxn ang="0">
                  <a:pos x="2" y="38"/>
                </a:cxn>
                <a:cxn ang="0">
                  <a:pos x="5" y="48"/>
                </a:cxn>
                <a:cxn ang="0">
                  <a:pos x="5" y="48"/>
                </a:cxn>
                <a:cxn ang="0">
                  <a:pos x="6" y="50"/>
                </a:cxn>
                <a:cxn ang="0">
                  <a:pos x="7" y="51"/>
                </a:cxn>
                <a:cxn ang="0">
                  <a:pos x="10" y="51"/>
                </a:cxn>
                <a:cxn ang="0">
                  <a:pos x="11" y="51"/>
                </a:cxn>
                <a:cxn ang="0">
                  <a:pos x="13" y="51"/>
                </a:cxn>
                <a:cxn ang="0">
                  <a:pos x="14" y="49"/>
                </a:cxn>
                <a:cxn ang="0">
                  <a:pos x="15" y="48"/>
                </a:cxn>
                <a:cxn ang="0">
                  <a:pos x="15" y="46"/>
                </a:cxn>
                <a:cxn ang="0">
                  <a:pos x="15" y="46"/>
                </a:cxn>
              </a:cxnLst>
              <a:rect l="0" t="0" r="r" b="b"/>
              <a:pathLst>
                <a:path w="15" h="51">
                  <a:moveTo>
                    <a:pt x="15" y="46"/>
                  </a:moveTo>
                  <a:lnTo>
                    <a:pt x="15" y="46"/>
                  </a:lnTo>
                  <a:lnTo>
                    <a:pt x="12" y="36"/>
                  </a:lnTo>
                  <a:lnTo>
                    <a:pt x="11" y="26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0" y="3"/>
                  </a:lnTo>
                  <a:lnTo>
                    <a:pt x="8" y="1"/>
                  </a:lnTo>
                  <a:lnTo>
                    <a:pt x="6" y="1"/>
                  </a:lnTo>
                  <a:lnTo>
                    <a:pt x="5" y="0"/>
                  </a:lnTo>
                  <a:lnTo>
                    <a:pt x="3" y="1"/>
                  </a:lnTo>
                  <a:lnTo>
                    <a:pt x="1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lnTo>
                    <a:pt x="1" y="27"/>
                  </a:lnTo>
                  <a:lnTo>
                    <a:pt x="2" y="38"/>
                  </a:lnTo>
                  <a:lnTo>
                    <a:pt x="5" y="48"/>
                  </a:lnTo>
                  <a:lnTo>
                    <a:pt x="5" y="48"/>
                  </a:lnTo>
                  <a:lnTo>
                    <a:pt x="6" y="50"/>
                  </a:lnTo>
                  <a:lnTo>
                    <a:pt x="7" y="51"/>
                  </a:lnTo>
                  <a:lnTo>
                    <a:pt x="10" y="51"/>
                  </a:lnTo>
                  <a:lnTo>
                    <a:pt x="11" y="51"/>
                  </a:lnTo>
                  <a:lnTo>
                    <a:pt x="13" y="51"/>
                  </a:lnTo>
                  <a:lnTo>
                    <a:pt x="14" y="49"/>
                  </a:lnTo>
                  <a:lnTo>
                    <a:pt x="15" y="48"/>
                  </a:lnTo>
                  <a:lnTo>
                    <a:pt x="15" y="46"/>
                  </a:lnTo>
                  <a:lnTo>
                    <a:pt x="15" y="46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80" name="Freeform 196"/>
            <p:cNvSpPr/>
            <p:nvPr>
              <p:custDataLst>
                <p:tags r:id="rId35"/>
              </p:custDataLst>
            </p:nvPr>
          </p:nvSpPr>
          <p:spPr bwMode="auto">
            <a:xfrm>
              <a:off x="4675188" y="2751138"/>
              <a:ext cx="12700" cy="34925"/>
            </a:xfrm>
            <a:custGeom>
              <a:avLst/>
              <a:gdLst/>
              <a:ahLst/>
              <a:cxnLst>
                <a:cxn ang="0">
                  <a:pos x="18" y="39"/>
                </a:cxn>
                <a:cxn ang="0">
                  <a:pos x="18" y="39"/>
                </a:cxn>
                <a:cxn ang="0">
                  <a:pos x="14" y="31"/>
                </a:cxn>
                <a:cxn ang="0">
                  <a:pos x="12" y="23"/>
                </a:cxn>
                <a:cxn ang="0">
                  <a:pos x="9" y="13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8" y="3"/>
                </a:cxn>
                <a:cxn ang="0">
                  <a:pos x="7" y="1"/>
                </a:cxn>
                <a:cxn ang="0">
                  <a:pos x="6" y="1"/>
                </a:cxn>
                <a:cxn ang="0">
                  <a:pos x="4" y="0"/>
                </a:cxn>
                <a:cxn ang="0">
                  <a:pos x="3" y="1"/>
                </a:cxn>
                <a:cxn ang="0">
                  <a:pos x="1" y="1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17"/>
                </a:cxn>
                <a:cxn ang="0">
                  <a:pos x="1" y="24"/>
                </a:cxn>
                <a:cxn ang="0">
                  <a:pos x="3" y="30"/>
                </a:cxn>
                <a:cxn ang="0">
                  <a:pos x="3" y="30"/>
                </a:cxn>
                <a:cxn ang="0">
                  <a:pos x="6" y="38"/>
                </a:cxn>
                <a:cxn ang="0">
                  <a:pos x="9" y="45"/>
                </a:cxn>
                <a:cxn ang="0">
                  <a:pos x="13" y="54"/>
                </a:cxn>
                <a:cxn ang="0">
                  <a:pos x="14" y="62"/>
                </a:cxn>
                <a:cxn ang="0">
                  <a:pos x="14" y="62"/>
                </a:cxn>
                <a:cxn ang="0">
                  <a:pos x="15" y="64"/>
                </a:cxn>
                <a:cxn ang="0">
                  <a:pos x="16" y="65"/>
                </a:cxn>
                <a:cxn ang="0">
                  <a:pos x="18" y="66"/>
                </a:cxn>
                <a:cxn ang="0">
                  <a:pos x="19" y="66"/>
                </a:cxn>
                <a:cxn ang="0">
                  <a:pos x="21" y="66"/>
                </a:cxn>
                <a:cxn ang="0">
                  <a:pos x="22" y="65"/>
                </a:cxn>
                <a:cxn ang="0">
                  <a:pos x="23" y="64"/>
                </a:cxn>
                <a:cxn ang="0">
                  <a:pos x="24" y="62"/>
                </a:cxn>
                <a:cxn ang="0">
                  <a:pos x="24" y="62"/>
                </a:cxn>
                <a:cxn ang="0">
                  <a:pos x="23" y="56"/>
                </a:cxn>
                <a:cxn ang="0">
                  <a:pos x="22" y="49"/>
                </a:cxn>
                <a:cxn ang="0">
                  <a:pos x="18" y="39"/>
                </a:cxn>
                <a:cxn ang="0">
                  <a:pos x="18" y="39"/>
                </a:cxn>
              </a:cxnLst>
              <a:rect l="0" t="0" r="r" b="b"/>
              <a:pathLst>
                <a:path w="24" h="66">
                  <a:moveTo>
                    <a:pt x="18" y="39"/>
                  </a:moveTo>
                  <a:lnTo>
                    <a:pt x="18" y="39"/>
                  </a:lnTo>
                  <a:lnTo>
                    <a:pt x="14" y="31"/>
                  </a:lnTo>
                  <a:lnTo>
                    <a:pt x="12" y="23"/>
                  </a:lnTo>
                  <a:lnTo>
                    <a:pt x="9" y="13"/>
                  </a:lnTo>
                  <a:lnTo>
                    <a:pt x="9" y="5"/>
                  </a:lnTo>
                  <a:lnTo>
                    <a:pt x="9" y="5"/>
                  </a:lnTo>
                  <a:lnTo>
                    <a:pt x="8" y="3"/>
                  </a:lnTo>
                  <a:lnTo>
                    <a:pt x="7" y="1"/>
                  </a:lnTo>
                  <a:lnTo>
                    <a:pt x="6" y="1"/>
                  </a:lnTo>
                  <a:lnTo>
                    <a:pt x="4" y="0"/>
                  </a:lnTo>
                  <a:lnTo>
                    <a:pt x="3" y="1"/>
                  </a:lnTo>
                  <a:lnTo>
                    <a:pt x="1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17"/>
                  </a:lnTo>
                  <a:lnTo>
                    <a:pt x="1" y="24"/>
                  </a:lnTo>
                  <a:lnTo>
                    <a:pt x="3" y="30"/>
                  </a:lnTo>
                  <a:lnTo>
                    <a:pt x="3" y="30"/>
                  </a:lnTo>
                  <a:lnTo>
                    <a:pt x="6" y="38"/>
                  </a:lnTo>
                  <a:lnTo>
                    <a:pt x="9" y="45"/>
                  </a:lnTo>
                  <a:lnTo>
                    <a:pt x="13" y="54"/>
                  </a:lnTo>
                  <a:lnTo>
                    <a:pt x="14" y="62"/>
                  </a:lnTo>
                  <a:lnTo>
                    <a:pt x="14" y="62"/>
                  </a:lnTo>
                  <a:lnTo>
                    <a:pt x="15" y="64"/>
                  </a:lnTo>
                  <a:lnTo>
                    <a:pt x="16" y="65"/>
                  </a:lnTo>
                  <a:lnTo>
                    <a:pt x="18" y="66"/>
                  </a:lnTo>
                  <a:lnTo>
                    <a:pt x="19" y="66"/>
                  </a:lnTo>
                  <a:lnTo>
                    <a:pt x="21" y="66"/>
                  </a:lnTo>
                  <a:lnTo>
                    <a:pt x="22" y="65"/>
                  </a:lnTo>
                  <a:lnTo>
                    <a:pt x="23" y="64"/>
                  </a:lnTo>
                  <a:lnTo>
                    <a:pt x="24" y="62"/>
                  </a:lnTo>
                  <a:lnTo>
                    <a:pt x="24" y="62"/>
                  </a:lnTo>
                  <a:lnTo>
                    <a:pt x="23" y="56"/>
                  </a:lnTo>
                  <a:lnTo>
                    <a:pt x="22" y="49"/>
                  </a:lnTo>
                  <a:lnTo>
                    <a:pt x="18" y="39"/>
                  </a:lnTo>
                  <a:lnTo>
                    <a:pt x="18" y="39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81" name="Freeform 197"/>
            <p:cNvSpPr/>
            <p:nvPr>
              <p:custDataLst>
                <p:tags r:id="rId36"/>
              </p:custDataLst>
            </p:nvPr>
          </p:nvSpPr>
          <p:spPr bwMode="auto">
            <a:xfrm>
              <a:off x="4710113" y="2759075"/>
              <a:ext cx="9525" cy="44450"/>
            </a:xfrm>
            <a:custGeom>
              <a:avLst/>
              <a:gdLst/>
              <a:ahLst/>
              <a:cxnLst>
                <a:cxn ang="0">
                  <a:pos x="10" y="4"/>
                </a:cxn>
                <a:cxn ang="0">
                  <a:pos x="10" y="4"/>
                </a:cxn>
                <a:cxn ang="0">
                  <a:pos x="10" y="2"/>
                </a:cxn>
                <a:cxn ang="0">
                  <a:pos x="9" y="1"/>
                </a:cxn>
                <a:cxn ang="0">
                  <a:pos x="6" y="0"/>
                </a:cxn>
                <a:cxn ang="0">
                  <a:pos x="4" y="0"/>
                </a:cxn>
                <a:cxn ang="0">
                  <a:pos x="3" y="0"/>
                </a:cxn>
                <a:cxn ang="0">
                  <a:pos x="1" y="1"/>
                </a:cxn>
                <a:cxn ang="0">
                  <a:pos x="0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1" y="24"/>
                </a:cxn>
                <a:cxn ang="0">
                  <a:pos x="3" y="44"/>
                </a:cxn>
                <a:cxn ang="0">
                  <a:pos x="6" y="63"/>
                </a:cxn>
                <a:cxn ang="0">
                  <a:pos x="10" y="82"/>
                </a:cxn>
                <a:cxn ang="0">
                  <a:pos x="10" y="82"/>
                </a:cxn>
                <a:cxn ang="0">
                  <a:pos x="11" y="84"/>
                </a:cxn>
                <a:cxn ang="0">
                  <a:pos x="12" y="85"/>
                </a:cxn>
                <a:cxn ang="0">
                  <a:pos x="14" y="85"/>
                </a:cxn>
                <a:cxn ang="0">
                  <a:pos x="16" y="85"/>
                </a:cxn>
                <a:cxn ang="0">
                  <a:pos x="17" y="84"/>
                </a:cxn>
                <a:cxn ang="0">
                  <a:pos x="18" y="83"/>
                </a:cxn>
                <a:cxn ang="0">
                  <a:pos x="19" y="82"/>
                </a:cxn>
                <a:cxn ang="0">
                  <a:pos x="19" y="80"/>
                </a:cxn>
                <a:cxn ang="0">
                  <a:pos x="19" y="80"/>
                </a:cxn>
                <a:cxn ang="0">
                  <a:pos x="16" y="61"/>
                </a:cxn>
                <a:cxn ang="0">
                  <a:pos x="13" y="43"/>
                </a:cxn>
                <a:cxn ang="0">
                  <a:pos x="11" y="24"/>
                </a:cxn>
                <a:cxn ang="0">
                  <a:pos x="10" y="4"/>
                </a:cxn>
                <a:cxn ang="0">
                  <a:pos x="10" y="4"/>
                </a:cxn>
              </a:cxnLst>
              <a:rect l="0" t="0" r="r" b="b"/>
              <a:pathLst>
                <a:path w="19" h="85">
                  <a:moveTo>
                    <a:pt x="10" y="4"/>
                  </a:moveTo>
                  <a:lnTo>
                    <a:pt x="10" y="4"/>
                  </a:lnTo>
                  <a:lnTo>
                    <a:pt x="10" y="2"/>
                  </a:lnTo>
                  <a:lnTo>
                    <a:pt x="9" y="1"/>
                  </a:lnTo>
                  <a:lnTo>
                    <a:pt x="6" y="0"/>
                  </a:lnTo>
                  <a:lnTo>
                    <a:pt x="4" y="0"/>
                  </a:lnTo>
                  <a:lnTo>
                    <a:pt x="3" y="0"/>
                  </a:lnTo>
                  <a:lnTo>
                    <a:pt x="1" y="1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1" y="24"/>
                  </a:lnTo>
                  <a:lnTo>
                    <a:pt x="3" y="44"/>
                  </a:lnTo>
                  <a:lnTo>
                    <a:pt x="6" y="63"/>
                  </a:lnTo>
                  <a:lnTo>
                    <a:pt x="10" y="82"/>
                  </a:lnTo>
                  <a:lnTo>
                    <a:pt x="10" y="82"/>
                  </a:lnTo>
                  <a:lnTo>
                    <a:pt x="11" y="84"/>
                  </a:lnTo>
                  <a:lnTo>
                    <a:pt x="12" y="85"/>
                  </a:lnTo>
                  <a:lnTo>
                    <a:pt x="14" y="85"/>
                  </a:lnTo>
                  <a:lnTo>
                    <a:pt x="16" y="85"/>
                  </a:lnTo>
                  <a:lnTo>
                    <a:pt x="17" y="84"/>
                  </a:lnTo>
                  <a:lnTo>
                    <a:pt x="18" y="83"/>
                  </a:lnTo>
                  <a:lnTo>
                    <a:pt x="19" y="82"/>
                  </a:lnTo>
                  <a:lnTo>
                    <a:pt x="19" y="80"/>
                  </a:lnTo>
                  <a:lnTo>
                    <a:pt x="19" y="80"/>
                  </a:lnTo>
                  <a:lnTo>
                    <a:pt x="16" y="61"/>
                  </a:lnTo>
                  <a:lnTo>
                    <a:pt x="13" y="43"/>
                  </a:lnTo>
                  <a:lnTo>
                    <a:pt x="11" y="24"/>
                  </a:lnTo>
                  <a:lnTo>
                    <a:pt x="10" y="4"/>
                  </a:lnTo>
                  <a:lnTo>
                    <a:pt x="10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82" name="Freeform 198"/>
            <p:cNvSpPr/>
            <p:nvPr>
              <p:custDataLst>
                <p:tags r:id="rId37"/>
              </p:custDataLst>
            </p:nvPr>
          </p:nvSpPr>
          <p:spPr bwMode="auto">
            <a:xfrm>
              <a:off x="4416425" y="2370138"/>
              <a:ext cx="15875" cy="106363"/>
            </a:xfrm>
            <a:custGeom>
              <a:avLst/>
              <a:gdLst/>
              <a:ahLst/>
              <a:cxnLst>
                <a:cxn ang="0">
                  <a:pos x="19" y="3"/>
                </a:cxn>
                <a:cxn ang="0">
                  <a:pos x="19" y="3"/>
                </a:cxn>
                <a:cxn ang="0">
                  <a:pos x="14" y="24"/>
                </a:cxn>
                <a:cxn ang="0">
                  <a:pos x="13" y="34"/>
                </a:cxn>
                <a:cxn ang="0">
                  <a:pos x="13" y="45"/>
                </a:cxn>
                <a:cxn ang="0">
                  <a:pos x="13" y="98"/>
                </a:cxn>
                <a:cxn ang="0">
                  <a:pos x="13" y="98"/>
                </a:cxn>
                <a:cxn ang="0">
                  <a:pos x="13" y="124"/>
                </a:cxn>
                <a:cxn ang="0">
                  <a:pos x="12" y="136"/>
                </a:cxn>
                <a:cxn ang="0">
                  <a:pos x="10" y="149"/>
                </a:cxn>
                <a:cxn ang="0">
                  <a:pos x="10" y="149"/>
                </a:cxn>
                <a:cxn ang="0">
                  <a:pos x="4" y="171"/>
                </a:cxn>
                <a:cxn ang="0">
                  <a:pos x="2" y="183"/>
                </a:cxn>
                <a:cxn ang="0">
                  <a:pos x="0" y="194"/>
                </a:cxn>
                <a:cxn ang="0">
                  <a:pos x="0" y="194"/>
                </a:cxn>
                <a:cxn ang="0">
                  <a:pos x="1" y="196"/>
                </a:cxn>
                <a:cxn ang="0">
                  <a:pos x="2" y="197"/>
                </a:cxn>
                <a:cxn ang="0">
                  <a:pos x="3" y="198"/>
                </a:cxn>
                <a:cxn ang="0">
                  <a:pos x="5" y="199"/>
                </a:cxn>
                <a:cxn ang="0">
                  <a:pos x="6" y="198"/>
                </a:cxn>
                <a:cxn ang="0">
                  <a:pos x="8" y="197"/>
                </a:cxn>
                <a:cxn ang="0">
                  <a:pos x="9" y="196"/>
                </a:cxn>
                <a:cxn ang="0">
                  <a:pos x="10" y="194"/>
                </a:cxn>
                <a:cxn ang="0">
                  <a:pos x="10" y="194"/>
                </a:cxn>
                <a:cxn ang="0">
                  <a:pos x="11" y="182"/>
                </a:cxn>
                <a:cxn ang="0">
                  <a:pos x="14" y="169"/>
                </a:cxn>
                <a:cxn ang="0">
                  <a:pos x="20" y="144"/>
                </a:cxn>
                <a:cxn ang="0">
                  <a:pos x="20" y="144"/>
                </a:cxn>
                <a:cxn ang="0">
                  <a:pos x="22" y="135"/>
                </a:cxn>
                <a:cxn ang="0">
                  <a:pos x="22" y="125"/>
                </a:cxn>
                <a:cxn ang="0">
                  <a:pos x="22" y="105"/>
                </a:cxn>
                <a:cxn ang="0">
                  <a:pos x="22" y="105"/>
                </a:cxn>
                <a:cxn ang="0">
                  <a:pos x="22" y="80"/>
                </a:cxn>
                <a:cxn ang="0">
                  <a:pos x="22" y="55"/>
                </a:cxn>
                <a:cxn ang="0">
                  <a:pos x="23" y="31"/>
                </a:cxn>
                <a:cxn ang="0">
                  <a:pos x="25" y="18"/>
                </a:cxn>
                <a:cxn ang="0">
                  <a:pos x="29" y="6"/>
                </a:cxn>
                <a:cxn ang="0">
                  <a:pos x="29" y="6"/>
                </a:cxn>
                <a:cxn ang="0">
                  <a:pos x="29" y="4"/>
                </a:cxn>
                <a:cxn ang="0">
                  <a:pos x="28" y="2"/>
                </a:cxn>
                <a:cxn ang="0">
                  <a:pos x="27" y="1"/>
                </a:cxn>
                <a:cxn ang="0">
                  <a:pos x="24" y="0"/>
                </a:cxn>
                <a:cxn ang="0">
                  <a:pos x="23" y="0"/>
                </a:cxn>
                <a:cxn ang="0">
                  <a:pos x="21" y="0"/>
                </a:cxn>
                <a:cxn ang="0">
                  <a:pos x="20" y="2"/>
                </a:cxn>
                <a:cxn ang="0">
                  <a:pos x="19" y="3"/>
                </a:cxn>
                <a:cxn ang="0">
                  <a:pos x="19" y="3"/>
                </a:cxn>
              </a:cxnLst>
              <a:rect l="0" t="0" r="r" b="b"/>
              <a:pathLst>
                <a:path w="29" h="199">
                  <a:moveTo>
                    <a:pt x="19" y="3"/>
                  </a:moveTo>
                  <a:lnTo>
                    <a:pt x="19" y="3"/>
                  </a:lnTo>
                  <a:lnTo>
                    <a:pt x="14" y="24"/>
                  </a:lnTo>
                  <a:lnTo>
                    <a:pt x="13" y="34"/>
                  </a:lnTo>
                  <a:lnTo>
                    <a:pt x="13" y="45"/>
                  </a:lnTo>
                  <a:lnTo>
                    <a:pt x="13" y="98"/>
                  </a:lnTo>
                  <a:lnTo>
                    <a:pt x="13" y="98"/>
                  </a:lnTo>
                  <a:lnTo>
                    <a:pt x="13" y="124"/>
                  </a:lnTo>
                  <a:lnTo>
                    <a:pt x="12" y="136"/>
                  </a:lnTo>
                  <a:lnTo>
                    <a:pt x="10" y="149"/>
                  </a:lnTo>
                  <a:lnTo>
                    <a:pt x="10" y="149"/>
                  </a:lnTo>
                  <a:lnTo>
                    <a:pt x="4" y="171"/>
                  </a:lnTo>
                  <a:lnTo>
                    <a:pt x="2" y="183"/>
                  </a:lnTo>
                  <a:lnTo>
                    <a:pt x="0" y="194"/>
                  </a:lnTo>
                  <a:lnTo>
                    <a:pt x="0" y="194"/>
                  </a:lnTo>
                  <a:lnTo>
                    <a:pt x="1" y="196"/>
                  </a:lnTo>
                  <a:lnTo>
                    <a:pt x="2" y="197"/>
                  </a:lnTo>
                  <a:lnTo>
                    <a:pt x="3" y="198"/>
                  </a:lnTo>
                  <a:lnTo>
                    <a:pt x="5" y="199"/>
                  </a:lnTo>
                  <a:lnTo>
                    <a:pt x="6" y="198"/>
                  </a:lnTo>
                  <a:lnTo>
                    <a:pt x="8" y="197"/>
                  </a:lnTo>
                  <a:lnTo>
                    <a:pt x="9" y="196"/>
                  </a:lnTo>
                  <a:lnTo>
                    <a:pt x="10" y="194"/>
                  </a:lnTo>
                  <a:lnTo>
                    <a:pt x="10" y="194"/>
                  </a:lnTo>
                  <a:lnTo>
                    <a:pt x="11" y="182"/>
                  </a:lnTo>
                  <a:lnTo>
                    <a:pt x="14" y="169"/>
                  </a:lnTo>
                  <a:lnTo>
                    <a:pt x="20" y="144"/>
                  </a:lnTo>
                  <a:lnTo>
                    <a:pt x="20" y="144"/>
                  </a:lnTo>
                  <a:lnTo>
                    <a:pt x="22" y="135"/>
                  </a:lnTo>
                  <a:lnTo>
                    <a:pt x="22" y="125"/>
                  </a:lnTo>
                  <a:lnTo>
                    <a:pt x="22" y="105"/>
                  </a:lnTo>
                  <a:lnTo>
                    <a:pt x="22" y="105"/>
                  </a:lnTo>
                  <a:lnTo>
                    <a:pt x="22" y="80"/>
                  </a:lnTo>
                  <a:lnTo>
                    <a:pt x="22" y="55"/>
                  </a:lnTo>
                  <a:lnTo>
                    <a:pt x="23" y="31"/>
                  </a:lnTo>
                  <a:lnTo>
                    <a:pt x="25" y="18"/>
                  </a:lnTo>
                  <a:lnTo>
                    <a:pt x="29" y="6"/>
                  </a:lnTo>
                  <a:lnTo>
                    <a:pt x="29" y="6"/>
                  </a:lnTo>
                  <a:lnTo>
                    <a:pt x="29" y="4"/>
                  </a:lnTo>
                  <a:lnTo>
                    <a:pt x="28" y="2"/>
                  </a:lnTo>
                  <a:lnTo>
                    <a:pt x="27" y="1"/>
                  </a:lnTo>
                  <a:lnTo>
                    <a:pt x="24" y="0"/>
                  </a:lnTo>
                  <a:lnTo>
                    <a:pt x="23" y="0"/>
                  </a:lnTo>
                  <a:lnTo>
                    <a:pt x="21" y="0"/>
                  </a:lnTo>
                  <a:lnTo>
                    <a:pt x="20" y="2"/>
                  </a:lnTo>
                  <a:lnTo>
                    <a:pt x="19" y="3"/>
                  </a:lnTo>
                  <a:lnTo>
                    <a:pt x="19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83" name="Freeform 199"/>
            <p:cNvSpPr/>
            <p:nvPr>
              <p:custDataLst>
                <p:tags r:id="rId38"/>
              </p:custDataLst>
            </p:nvPr>
          </p:nvSpPr>
          <p:spPr bwMode="auto">
            <a:xfrm>
              <a:off x="4464050" y="2424113"/>
              <a:ext cx="19050" cy="88900"/>
            </a:xfrm>
            <a:custGeom>
              <a:avLst/>
              <a:gdLst/>
              <a:ahLst/>
              <a:cxnLst>
                <a:cxn ang="0">
                  <a:pos x="26" y="3"/>
                </a:cxn>
                <a:cxn ang="0">
                  <a:pos x="26" y="3"/>
                </a:cxn>
                <a:cxn ang="0">
                  <a:pos x="18" y="42"/>
                </a:cxn>
                <a:cxn ang="0">
                  <a:pos x="11" y="83"/>
                </a:cxn>
                <a:cxn ang="0">
                  <a:pos x="6" y="123"/>
                </a:cxn>
                <a:cxn ang="0">
                  <a:pos x="0" y="162"/>
                </a:cxn>
                <a:cxn ang="0">
                  <a:pos x="0" y="162"/>
                </a:cxn>
                <a:cxn ang="0">
                  <a:pos x="0" y="164"/>
                </a:cxn>
                <a:cxn ang="0">
                  <a:pos x="2" y="166"/>
                </a:cxn>
                <a:cxn ang="0">
                  <a:pos x="3" y="167"/>
                </a:cxn>
                <a:cxn ang="0">
                  <a:pos x="5" y="167"/>
                </a:cxn>
                <a:cxn ang="0">
                  <a:pos x="8" y="166"/>
                </a:cxn>
                <a:cxn ang="0">
                  <a:pos x="10" y="164"/>
                </a:cxn>
                <a:cxn ang="0">
                  <a:pos x="10" y="162"/>
                </a:cxn>
                <a:cxn ang="0">
                  <a:pos x="10" y="162"/>
                </a:cxn>
                <a:cxn ang="0">
                  <a:pos x="15" y="123"/>
                </a:cxn>
                <a:cxn ang="0">
                  <a:pos x="20" y="84"/>
                </a:cxn>
                <a:cxn ang="0">
                  <a:pos x="26" y="45"/>
                </a:cxn>
                <a:cxn ang="0">
                  <a:pos x="36" y="6"/>
                </a:cxn>
                <a:cxn ang="0">
                  <a:pos x="36" y="6"/>
                </a:cxn>
                <a:cxn ang="0">
                  <a:pos x="36" y="4"/>
                </a:cxn>
                <a:cxn ang="0">
                  <a:pos x="35" y="2"/>
                </a:cxn>
                <a:cxn ang="0">
                  <a:pos x="34" y="1"/>
                </a:cxn>
                <a:cxn ang="0">
                  <a:pos x="31" y="0"/>
                </a:cxn>
                <a:cxn ang="0">
                  <a:pos x="29" y="0"/>
                </a:cxn>
                <a:cxn ang="0">
                  <a:pos x="28" y="0"/>
                </a:cxn>
                <a:cxn ang="0">
                  <a:pos x="26" y="1"/>
                </a:cxn>
                <a:cxn ang="0">
                  <a:pos x="26" y="3"/>
                </a:cxn>
                <a:cxn ang="0">
                  <a:pos x="26" y="3"/>
                </a:cxn>
              </a:cxnLst>
              <a:rect l="0" t="0" r="r" b="b"/>
              <a:pathLst>
                <a:path w="36" h="167">
                  <a:moveTo>
                    <a:pt x="26" y="3"/>
                  </a:moveTo>
                  <a:lnTo>
                    <a:pt x="26" y="3"/>
                  </a:lnTo>
                  <a:lnTo>
                    <a:pt x="18" y="42"/>
                  </a:lnTo>
                  <a:lnTo>
                    <a:pt x="11" y="83"/>
                  </a:lnTo>
                  <a:lnTo>
                    <a:pt x="6" y="123"/>
                  </a:lnTo>
                  <a:lnTo>
                    <a:pt x="0" y="162"/>
                  </a:lnTo>
                  <a:lnTo>
                    <a:pt x="0" y="162"/>
                  </a:lnTo>
                  <a:lnTo>
                    <a:pt x="0" y="164"/>
                  </a:lnTo>
                  <a:lnTo>
                    <a:pt x="2" y="166"/>
                  </a:lnTo>
                  <a:lnTo>
                    <a:pt x="3" y="167"/>
                  </a:lnTo>
                  <a:lnTo>
                    <a:pt x="5" y="167"/>
                  </a:lnTo>
                  <a:lnTo>
                    <a:pt x="8" y="166"/>
                  </a:lnTo>
                  <a:lnTo>
                    <a:pt x="10" y="164"/>
                  </a:lnTo>
                  <a:lnTo>
                    <a:pt x="10" y="162"/>
                  </a:lnTo>
                  <a:lnTo>
                    <a:pt x="10" y="162"/>
                  </a:lnTo>
                  <a:lnTo>
                    <a:pt x="15" y="123"/>
                  </a:lnTo>
                  <a:lnTo>
                    <a:pt x="20" y="84"/>
                  </a:lnTo>
                  <a:lnTo>
                    <a:pt x="26" y="45"/>
                  </a:lnTo>
                  <a:lnTo>
                    <a:pt x="36" y="6"/>
                  </a:lnTo>
                  <a:lnTo>
                    <a:pt x="36" y="6"/>
                  </a:lnTo>
                  <a:lnTo>
                    <a:pt x="36" y="4"/>
                  </a:lnTo>
                  <a:lnTo>
                    <a:pt x="35" y="2"/>
                  </a:lnTo>
                  <a:lnTo>
                    <a:pt x="34" y="1"/>
                  </a:lnTo>
                  <a:lnTo>
                    <a:pt x="31" y="0"/>
                  </a:lnTo>
                  <a:lnTo>
                    <a:pt x="29" y="0"/>
                  </a:lnTo>
                  <a:lnTo>
                    <a:pt x="28" y="0"/>
                  </a:lnTo>
                  <a:lnTo>
                    <a:pt x="26" y="1"/>
                  </a:lnTo>
                  <a:lnTo>
                    <a:pt x="26" y="3"/>
                  </a:lnTo>
                  <a:lnTo>
                    <a:pt x="26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84" name="Freeform 200"/>
            <p:cNvSpPr/>
            <p:nvPr>
              <p:custDataLst>
                <p:tags r:id="rId39"/>
              </p:custDataLst>
            </p:nvPr>
          </p:nvSpPr>
          <p:spPr bwMode="auto">
            <a:xfrm>
              <a:off x="4521200" y="2484438"/>
              <a:ext cx="17463" cy="95250"/>
            </a:xfrm>
            <a:custGeom>
              <a:avLst/>
              <a:gdLst/>
              <a:ahLst/>
              <a:cxnLst>
                <a:cxn ang="0">
                  <a:pos x="26" y="5"/>
                </a:cxn>
                <a:cxn ang="0">
                  <a:pos x="26" y="5"/>
                </a:cxn>
                <a:cxn ang="0">
                  <a:pos x="25" y="26"/>
                </a:cxn>
                <a:cxn ang="0">
                  <a:pos x="23" y="46"/>
                </a:cxn>
                <a:cxn ang="0">
                  <a:pos x="20" y="67"/>
                </a:cxn>
                <a:cxn ang="0">
                  <a:pos x="14" y="88"/>
                </a:cxn>
                <a:cxn ang="0">
                  <a:pos x="14" y="88"/>
                </a:cxn>
                <a:cxn ang="0">
                  <a:pos x="11" y="98"/>
                </a:cxn>
                <a:cxn ang="0">
                  <a:pos x="9" y="109"/>
                </a:cxn>
                <a:cxn ang="0">
                  <a:pos x="6" y="131"/>
                </a:cxn>
                <a:cxn ang="0">
                  <a:pos x="3" y="153"/>
                </a:cxn>
                <a:cxn ang="0">
                  <a:pos x="0" y="174"/>
                </a:cxn>
                <a:cxn ang="0">
                  <a:pos x="0" y="174"/>
                </a:cxn>
                <a:cxn ang="0">
                  <a:pos x="0" y="176"/>
                </a:cxn>
                <a:cxn ang="0">
                  <a:pos x="1" y="177"/>
                </a:cxn>
                <a:cxn ang="0">
                  <a:pos x="4" y="179"/>
                </a:cxn>
                <a:cxn ang="0">
                  <a:pos x="6" y="179"/>
                </a:cxn>
                <a:cxn ang="0">
                  <a:pos x="7" y="179"/>
                </a:cxn>
                <a:cxn ang="0">
                  <a:pos x="8" y="178"/>
                </a:cxn>
                <a:cxn ang="0">
                  <a:pos x="9" y="176"/>
                </a:cxn>
                <a:cxn ang="0">
                  <a:pos x="9" y="176"/>
                </a:cxn>
                <a:cxn ang="0">
                  <a:pos x="12" y="155"/>
                </a:cxn>
                <a:cxn ang="0">
                  <a:pos x="15" y="133"/>
                </a:cxn>
                <a:cxn ang="0">
                  <a:pos x="18" y="111"/>
                </a:cxn>
                <a:cxn ang="0">
                  <a:pos x="24" y="91"/>
                </a:cxn>
                <a:cxn ang="0">
                  <a:pos x="24" y="91"/>
                </a:cxn>
                <a:cxn ang="0">
                  <a:pos x="28" y="69"/>
                </a:cxn>
                <a:cxn ang="0">
                  <a:pos x="32" y="48"/>
                </a:cxn>
                <a:cxn ang="0">
                  <a:pos x="34" y="27"/>
                </a:cxn>
                <a:cxn ang="0">
                  <a:pos x="35" y="5"/>
                </a:cxn>
                <a:cxn ang="0">
                  <a:pos x="35" y="5"/>
                </a:cxn>
                <a:cxn ang="0">
                  <a:pos x="34" y="3"/>
                </a:cxn>
                <a:cxn ang="0">
                  <a:pos x="33" y="1"/>
                </a:cxn>
                <a:cxn ang="0">
                  <a:pos x="32" y="0"/>
                </a:cxn>
                <a:cxn ang="0">
                  <a:pos x="30" y="0"/>
                </a:cxn>
                <a:cxn ang="0">
                  <a:pos x="28" y="0"/>
                </a:cxn>
                <a:cxn ang="0">
                  <a:pos x="27" y="1"/>
                </a:cxn>
                <a:cxn ang="0">
                  <a:pos x="26" y="3"/>
                </a:cxn>
                <a:cxn ang="0">
                  <a:pos x="26" y="5"/>
                </a:cxn>
                <a:cxn ang="0">
                  <a:pos x="26" y="5"/>
                </a:cxn>
              </a:cxnLst>
              <a:rect l="0" t="0" r="r" b="b"/>
              <a:pathLst>
                <a:path w="35" h="179">
                  <a:moveTo>
                    <a:pt x="26" y="5"/>
                  </a:moveTo>
                  <a:lnTo>
                    <a:pt x="26" y="5"/>
                  </a:lnTo>
                  <a:lnTo>
                    <a:pt x="25" y="26"/>
                  </a:lnTo>
                  <a:lnTo>
                    <a:pt x="23" y="46"/>
                  </a:lnTo>
                  <a:lnTo>
                    <a:pt x="20" y="67"/>
                  </a:lnTo>
                  <a:lnTo>
                    <a:pt x="14" y="88"/>
                  </a:lnTo>
                  <a:lnTo>
                    <a:pt x="14" y="88"/>
                  </a:lnTo>
                  <a:lnTo>
                    <a:pt x="11" y="98"/>
                  </a:lnTo>
                  <a:lnTo>
                    <a:pt x="9" y="109"/>
                  </a:lnTo>
                  <a:lnTo>
                    <a:pt x="6" y="131"/>
                  </a:lnTo>
                  <a:lnTo>
                    <a:pt x="3" y="153"/>
                  </a:lnTo>
                  <a:lnTo>
                    <a:pt x="0" y="174"/>
                  </a:lnTo>
                  <a:lnTo>
                    <a:pt x="0" y="174"/>
                  </a:lnTo>
                  <a:lnTo>
                    <a:pt x="0" y="176"/>
                  </a:lnTo>
                  <a:lnTo>
                    <a:pt x="1" y="177"/>
                  </a:lnTo>
                  <a:lnTo>
                    <a:pt x="4" y="179"/>
                  </a:lnTo>
                  <a:lnTo>
                    <a:pt x="6" y="179"/>
                  </a:lnTo>
                  <a:lnTo>
                    <a:pt x="7" y="179"/>
                  </a:lnTo>
                  <a:lnTo>
                    <a:pt x="8" y="178"/>
                  </a:lnTo>
                  <a:lnTo>
                    <a:pt x="9" y="176"/>
                  </a:lnTo>
                  <a:lnTo>
                    <a:pt x="9" y="176"/>
                  </a:lnTo>
                  <a:lnTo>
                    <a:pt x="12" y="155"/>
                  </a:lnTo>
                  <a:lnTo>
                    <a:pt x="15" y="133"/>
                  </a:lnTo>
                  <a:lnTo>
                    <a:pt x="18" y="111"/>
                  </a:lnTo>
                  <a:lnTo>
                    <a:pt x="24" y="91"/>
                  </a:lnTo>
                  <a:lnTo>
                    <a:pt x="24" y="91"/>
                  </a:lnTo>
                  <a:lnTo>
                    <a:pt x="28" y="69"/>
                  </a:lnTo>
                  <a:lnTo>
                    <a:pt x="32" y="48"/>
                  </a:lnTo>
                  <a:lnTo>
                    <a:pt x="34" y="27"/>
                  </a:lnTo>
                  <a:lnTo>
                    <a:pt x="35" y="5"/>
                  </a:lnTo>
                  <a:lnTo>
                    <a:pt x="35" y="5"/>
                  </a:lnTo>
                  <a:lnTo>
                    <a:pt x="34" y="3"/>
                  </a:lnTo>
                  <a:lnTo>
                    <a:pt x="33" y="1"/>
                  </a:lnTo>
                  <a:lnTo>
                    <a:pt x="32" y="0"/>
                  </a:lnTo>
                  <a:lnTo>
                    <a:pt x="30" y="0"/>
                  </a:lnTo>
                  <a:lnTo>
                    <a:pt x="28" y="0"/>
                  </a:lnTo>
                  <a:lnTo>
                    <a:pt x="27" y="1"/>
                  </a:lnTo>
                  <a:lnTo>
                    <a:pt x="26" y="3"/>
                  </a:lnTo>
                  <a:lnTo>
                    <a:pt x="26" y="5"/>
                  </a:lnTo>
                  <a:lnTo>
                    <a:pt x="26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85" name="Freeform 201"/>
            <p:cNvSpPr/>
            <p:nvPr>
              <p:custDataLst>
                <p:tags r:id="rId40"/>
              </p:custDataLst>
            </p:nvPr>
          </p:nvSpPr>
          <p:spPr bwMode="auto">
            <a:xfrm>
              <a:off x="4570413" y="2508250"/>
              <a:ext cx="12700" cy="41275"/>
            </a:xfrm>
            <a:custGeom>
              <a:avLst/>
              <a:gdLst/>
              <a:ahLst/>
              <a:cxnLst>
                <a:cxn ang="0">
                  <a:pos x="12" y="3"/>
                </a:cxn>
                <a:cxn ang="0">
                  <a:pos x="12" y="3"/>
                </a:cxn>
                <a:cxn ang="0">
                  <a:pos x="8" y="21"/>
                </a:cxn>
                <a:cxn ang="0">
                  <a:pos x="6" y="38"/>
                </a:cxn>
                <a:cxn ang="0">
                  <a:pos x="3" y="56"/>
                </a:cxn>
                <a:cxn ang="0">
                  <a:pos x="0" y="73"/>
                </a:cxn>
                <a:cxn ang="0">
                  <a:pos x="0" y="73"/>
                </a:cxn>
                <a:cxn ang="0">
                  <a:pos x="0" y="76"/>
                </a:cxn>
                <a:cxn ang="0">
                  <a:pos x="1" y="77"/>
                </a:cxn>
                <a:cxn ang="0">
                  <a:pos x="2" y="78"/>
                </a:cxn>
                <a:cxn ang="0">
                  <a:pos x="3" y="79"/>
                </a:cxn>
                <a:cxn ang="0">
                  <a:pos x="5" y="79"/>
                </a:cxn>
                <a:cxn ang="0">
                  <a:pos x="7" y="79"/>
                </a:cxn>
                <a:cxn ang="0">
                  <a:pos x="8" y="78"/>
                </a:cxn>
                <a:cxn ang="0">
                  <a:pos x="9" y="76"/>
                </a:cxn>
                <a:cxn ang="0">
                  <a:pos x="9" y="76"/>
                </a:cxn>
                <a:cxn ang="0">
                  <a:pos x="12" y="58"/>
                </a:cxn>
                <a:cxn ang="0">
                  <a:pos x="14" y="40"/>
                </a:cxn>
                <a:cxn ang="0">
                  <a:pos x="17" y="23"/>
                </a:cxn>
                <a:cxn ang="0">
                  <a:pos x="22" y="6"/>
                </a:cxn>
                <a:cxn ang="0">
                  <a:pos x="22" y="6"/>
                </a:cxn>
                <a:cxn ang="0">
                  <a:pos x="22" y="4"/>
                </a:cxn>
                <a:cxn ang="0">
                  <a:pos x="22" y="2"/>
                </a:cxn>
                <a:cxn ang="0">
                  <a:pos x="21" y="1"/>
                </a:cxn>
                <a:cxn ang="0">
                  <a:pos x="19" y="0"/>
                </a:cxn>
                <a:cxn ang="0">
                  <a:pos x="16" y="0"/>
                </a:cxn>
                <a:cxn ang="0">
                  <a:pos x="15" y="0"/>
                </a:cxn>
                <a:cxn ang="0">
                  <a:pos x="13" y="1"/>
                </a:cxn>
                <a:cxn ang="0">
                  <a:pos x="12" y="3"/>
                </a:cxn>
                <a:cxn ang="0">
                  <a:pos x="12" y="3"/>
                </a:cxn>
              </a:cxnLst>
              <a:rect l="0" t="0" r="r" b="b"/>
              <a:pathLst>
                <a:path w="22" h="79">
                  <a:moveTo>
                    <a:pt x="12" y="3"/>
                  </a:moveTo>
                  <a:lnTo>
                    <a:pt x="12" y="3"/>
                  </a:lnTo>
                  <a:lnTo>
                    <a:pt x="8" y="21"/>
                  </a:lnTo>
                  <a:lnTo>
                    <a:pt x="6" y="38"/>
                  </a:lnTo>
                  <a:lnTo>
                    <a:pt x="3" y="56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0" y="76"/>
                  </a:lnTo>
                  <a:lnTo>
                    <a:pt x="1" y="77"/>
                  </a:lnTo>
                  <a:lnTo>
                    <a:pt x="2" y="78"/>
                  </a:lnTo>
                  <a:lnTo>
                    <a:pt x="3" y="79"/>
                  </a:lnTo>
                  <a:lnTo>
                    <a:pt x="5" y="79"/>
                  </a:lnTo>
                  <a:lnTo>
                    <a:pt x="7" y="79"/>
                  </a:lnTo>
                  <a:lnTo>
                    <a:pt x="8" y="78"/>
                  </a:lnTo>
                  <a:lnTo>
                    <a:pt x="9" y="76"/>
                  </a:lnTo>
                  <a:lnTo>
                    <a:pt x="9" y="76"/>
                  </a:lnTo>
                  <a:lnTo>
                    <a:pt x="12" y="58"/>
                  </a:lnTo>
                  <a:lnTo>
                    <a:pt x="14" y="40"/>
                  </a:lnTo>
                  <a:lnTo>
                    <a:pt x="17" y="23"/>
                  </a:lnTo>
                  <a:lnTo>
                    <a:pt x="22" y="6"/>
                  </a:lnTo>
                  <a:lnTo>
                    <a:pt x="22" y="6"/>
                  </a:lnTo>
                  <a:lnTo>
                    <a:pt x="22" y="4"/>
                  </a:lnTo>
                  <a:lnTo>
                    <a:pt x="22" y="2"/>
                  </a:lnTo>
                  <a:lnTo>
                    <a:pt x="21" y="1"/>
                  </a:lnTo>
                  <a:lnTo>
                    <a:pt x="19" y="0"/>
                  </a:lnTo>
                  <a:lnTo>
                    <a:pt x="16" y="0"/>
                  </a:lnTo>
                  <a:lnTo>
                    <a:pt x="15" y="0"/>
                  </a:lnTo>
                  <a:lnTo>
                    <a:pt x="13" y="1"/>
                  </a:lnTo>
                  <a:lnTo>
                    <a:pt x="12" y="3"/>
                  </a:lnTo>
                  <a:lnTo>
                    <a:pt x="12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86" name="Freeform 202"/>
            <p:cNvSpPr/>
            <p:nvPr>
              <p:custDataLst>
                <p:tags r:id="rId41"/>
              </p:custDataLst>
            </p:nvPr>
          </p:nvSpPr>
          <p:spPr bwMode="auto">
            <a:xfrm>
              <a:off x="4603750" y="2557463"/>
              <a:ext cx="15875" cy="46038"/>
            </a:xfrm>
            <a:custGeom>
              <a:avLst/>
              <a:gdLst/>
              <a:ahLst/>
              <a:cxnLst>
                <a:cxn ang="0">
                  <a:pos x="20" y="3"/>
                </a:cxn>
                <a:cxn ang="0">
                  <a:pos x="20" y="3"/>
                </a:cxn>
                <a:cxn ang="0">
                  <a:pos x="0" y="79"/>
                </a:cxn>
                <a:cxn ang="0">
                  <a:pos x="0" y="79"/>
                </a:cxn>
                <a:cxn ang="0">
                  <a:pos x="0" y="81"/>
                </a:cxn>
                <a:cxn ang="0">
                  <a:pos x="1" y="83"/>
                </a:cxn>
                <a:cxn ang="0">
                  <a:pos x="2" y="84"/>
                </a:cxn>
                <a:cxn ang="0">
                  <a:pos x="4" y="85"/>
                </a:cxn>
                <a:cxn ang="0">
                  <a:pos x="5" y="85"/>
                </a:cxn>
                <a:cxn ang="0">
                  <a:pos x="7" y="85"/>
                </a:cxn>
                <a:cxn ang="0">
                  <a:pos x="8" y="84"/>
                </a:cxn>
                <a:cxn ang="0">
                  <a:pos x="9" y="82"/>
                </a:cxn>
                <a:cxn ang="0">
                  <a:pos x="9" y="82"/>
                </a:cxn>
                <a:cxn ang="0">
                  <a:pos x="28" y="5"/>
                </a:cxn>
                <a:cxn ang="0">
                  <a:pos x="28" y="5"/>
                </a:cxn>
                <a:cxn ang="0">
                  <a:pos x="29" y="3"/>
                </a:cxn>
                <a:cxn ang="0">
                  <a:pos x="28" y="2"/>
                </a:cxn>
                <a:cxn ang="0">
                  <a:pos x="27" y="1"/>
                </a:cxn>
                <a:cxn ang="0">
                  <a:pos x="25" y="0"/>
                </a:cxn>
                <a:cxn ang="0">
                  <a:pos x="23" y="0"/>
                </a:cxn>
                <a:cxn ang="0">
                  <a:pos x="22" y="0"/>
                </a:cxn>
                <a:cxn ang="0">
                  <a:pos x="20" y="1"/>
                </a:cxn>
                <a:cxn ang="0">
                  <a:pos x="20" y="3"/>
                </a:cxn>
                <a:cxn ang="0">
                  <a:pos x="20" y="3"/>
                </a:cxn>
              </a:cxnLst>
              <a:rect l="0" t="0" r="r" b="b"/>
              <a:pathLst>
                <a:path w="29" h="85">
                  <a:moveTo>
                    <a:pt x="20" y="3"/>
                  </a:moveTo>
                  <a:lnTo>
                    <a:pt x="20" y="3"/>
                  </a:lnTo>
                  <a:lnTo>
                    <a:pt x="0" y="79"/>
                  </a:lnTo>
                  <a:lnTo>
                    <a:pt x="0" y="79"/>
                  </a:lnTo>
                  <a:lnTo>
                    <a:pt x="0" y="81"/>
                  </a:lnTo>
                  <a:lnTo>
                    <a:pt x="1" y="83"/>
                  </a:lnTo>
                  <a:lnTo>
                    <a:pt x="2" y="84"/>
                  </a:lnTo>
                  <a:lnTo>
                    <a:pt x="4" y="85"/>
                  </a:lnTo>
                  <a:lnTo>
                    <a:pt x="5" y="85"/>
                  </a:lnTo>
                  <a:lnTo>
                    <a:pt x="7" y="85"/>
                  </a:lnTo>
                  <a:lnTo>
                    <a:pt x="8" y="84"/>
                  </a:lnTo>
                  <a:lnTo>
                    <a:pt x="9" y="82"/>
                  </a:lnTo>
                  <a:lnTo>
                    <a:pt x="9" y="82"/>
                  </a:lnTo>
                  <a:lnTo>
                    <a:pt x="28" y="5"/>
                  </a:lnTo>
                  <a:lnTo>
                    <a:pt x="28" y="5"/>
                  </a:lnTo>
                  <a:lnTo>
                    <a:pt x="29" y="3"/>
                  </a:lnTo>
                  <a:lnTo>
                    <a:pt x="28" y="2"/>
                  </a:lnTo>
                  <a:lnTo>
                    <a:pt x="27" y="1"/>
                  </a:lnTo>
                  <a:lnTo>
                    <a:pt x="25" y="0"/>
                  </a:lnTo>
                  <a:lnTo>
                    <a:pt x="23" y="0"/>
                  </a:lnTo>
                  <a:lnTo>
                    <a:pt x="22" y="0"/>
                  </a:lnTo>
                  <a:lnTo>
                    <a:pt x="20" y="1"/>
                  </a:lnTo>
                  <a:lnTo>
                    <a:pt x="20" y="3"/>
                  </a:lnTo>
                  <a:lnTo>
                    <a:pt x="20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87" name="Freeform 203"/>
            <p:cNvSpPr/>
            <p:nvPr>
              <p:custDataLst>
                <p:tags r:id="rId42"/>
              </p:custDataLst>
            </p:nvPr>
          </p:nvSpPr>
          <p:spPr bwMode="auto">
            <a:xfrm>
              <a:off x="4687888" y="2668588"/>
              <a:ext cx="15875" cy="61913"/>
            </a:xfrm>
            <a:custGeom>
              <a:avLst/>
              <a:gdLst/>
              <a:ahLst/>
              <a:cxnLst>
                <a:cxn ang="0">
                  <a:pos x="19" y="4"/>
                </a:cxn>
                <a:cxn ang="0">
                  <a:pos x="19" y="4"/>
                </a:cxn>
                <a:cxn ang="0">
                  <a:pos x="19" y="12"/>
                </a:cxn>
                <a:cxn ang="0">
                  <a:pos x="17" y="19"/>
                </a:cxn>
                <a:cxn ang="0">
                  <a:pos x="12" y="35"/>
                </a:cxn>
                <a:cxn ang="0">
                  <a:pos x="8" y="50"/>
                </a:cxn>
                <a:cxn ang="0">
                  <a:pos x="7" y="58"/>
                </a:cxn>
                <a:cxn ang="0">
                  <a:pos x="6" y="65"/>
                </a:cxn>
                <a:cxn ang="0">
                  <a:pos x="6" y="65"/>
                </a:cxn>
                <a:cxn ang="0">
                  <a:pos x="6" y="76"/>
                </a:cxn>
                <a:cxn ang="0">
                  <a:pos x="5" y="89"/>
                </a:cxn>
                <a:cxn ang="0">
                  <a:pos x="4" y="99"/>
                </a:cxn>
                <a:cxn ang="0">
                  <a:pos x="0" y="110"/>
                </a:cxn>
                <a:cxn ang="0">
                  <a:pos x="0" y="110"/>
                </a:cxn>
                <a:cxn ang="0">
                  <a:pos x="0" y="112"/>
                </a:cxn>
                <a:cxn ang="0">
                  <a:pos x="0" y="113"/>
                </a:cxn>
                <a:cxn ang="0">
                  <a:pos x="1" y="116"/>
                </a:cxn>
                <a:cxn ang="0">
                  <a:pos x="3" y="116"/>
                </a:cxn>
                <a:cxn ang="0">
                  <a:pos x="6" y="116"/>
                </a:cxn>
                <a:cxn ang="0">
                  <a:pos x="8" y="114"/>
                </a:cxn>
                <a:cxn ang="0">
                  <a:pos x="9" y="112"/>
                </a:cxn>
                <a:cxn ang="0">
                  <a:pos x="9" y="112"/>
                </a:cxn>
                <a:cxn ang="0">
                  <a:pos x="12" y="102"/>
                </a:cxn>
                <a:cxn ang="0">
                  <a:pos x="14" y="92"/>
                </a:cxn>
                <a:cxn ang="0">
                  <a:pos x="15" y="80"/>
                </a:cxn>
                <a:cxn ang="0">
                  <a:pos x="15" y="70"/>
                </a:cxn>
                <a:cxn ang="0">
                  <a:pos x="15" y="70"/>
                </a:cxn>
                <a:cxn ang="0">
                  <a:pos x="17" y="62"/>
                </a:cxn>
                <a:cxn ang="0">
                  <a:pos x="18" y="54"/>
                </a:cxn>
                <a:cxn ang="0">
                  <a:pos x="22" y="37"/>
                </a:cxn>
                <a:cxn ang="0">
                  <a:pos x="26" y="20"/>
                </a:cxn>
                <a:cxn ang="0">
                  <a:pos x="28" y="12"/>
                </a:cxn>
                <a:cxn ang="0">
                  <a:pos x="29" y="4"/>
                </a:cxn>
                <a:cxn ang="0">
                  <a:pos x="29" y="4"/>
                </a:cxn>
                <a:cxn ang="0">
                  <a:pos x="28" y="2"/>
                </a:cxn>
                <a:cxn ang="0">
                  <a:pos x="27" y="1"/>
                </a:cxn>
                <a:cxn ang="0">
                  <a:pos x="26" y="0"/>
                </a:cxn>
                <a:cxn ang="0">
                  <a:pos x="24" y="0"/>
                </a:cxn>
                <a:cxn ang="0">
                  <a:pos x="22" y="0"/>
                </a:cxn>
                <a:cxn ang="0">
                  <a:pos x="21" y="1"/>
                </a:cxn>
                <a:cxn ang="0">
                  <a:pos x="20" y="2"/>
                </a:cxn>
                <a:cxn ang="0">
                  <a:pos x="19" y="4"/>
                </a:cxn>
                <a:cxn ang="0">
                  <a:pos x="19" y="4"/>
                </a:cxn>
              </a:cxnLst>
              <a:rect l="0" t="0" r="r" b="b"/>
              <a:pathLst>
                <a:path w="29" h="116">
                  <a:moveTo>
                    <a:pt x="19" y="4"/>
                  </a:moveTo>
                  <a:lnTo>
                    <a:pt x="19" y="4"/>
                  </a:lnTo>
                  <a:lnTo>
                    <a:pt x="19" y="12"/>
                  </a:lnTo>
                  <a:lnTo>
                    <a:pt x="17" y="19"/>
                  </a:lnTo>
                  <a:lnTo>
                    <a:pt x="12" y="35"/>
                  </a:lnTo>
                  <a:lnTo>
                    <a:pt x="8" y="50"/>
                  </a:lnTo>
                  <a:lnTo>
                    <a:pt x="7" y="58"/>
                  </a:lnTo>
                  <a:lnTo>
                    <a:pt x="6" y="65"/>
                  </a:lnTo>
                  <a:lnTo>
                    <a:pt x="6" y="65"/>
                  </a:lnTo>
                  <a:lnTo>
                    <a:pt x="6" y="76"/>
                  </a:lnTo>
                  <a:lnTo>
                    <a:pt x="5" y="89"/>
                  </a:lnTo>
                  <a:lnTo>
                    <a:pt x="4" y="99"/>
                  </a:lnTo>
                  <a:lnTo>
                    <a:pt x="0" y="110"/>
                  </a:lnTo>
                  <a:lnTo>
                    <a:pt x="0" y="110"/>
                  </a:lnTo>
                  <a:lnTo>
                    <a:pt x="0" y="112"/>
                  </a:lnTo>
                  <a:lnTo>
                    <a:pt x="0" y="113"/>
                  </a:lnTo>
                  <a:lnTo>
                    <a:pt x="1" y="116"/>
                  </a:lnTo>
                  <a:lnTo>
                    <a:pt x="3" y="116"/>
                  </a:lnTo>
                  <a:lnTo>
                    <a:pt x="6" y="116"/>
                  </a:lnTo>
                  <a:lnTo>
                    <a:pt x="8" y="114"/>
                  </a:lnTo>
                  <a:lnTo>
                    <a:pt x="9" y="112"/>
                  </a:lnTo>
                  <a:lnTo>
                    <a:pt x="9" y="112"/>
                  </a:lnTo>
                  <a:lnTo>
                    <a:pt x="12" y="102"/>
                  </a:lnTo>
                  <a:lnTo>
                    <a:pt x="14" y="92"/>
                  </a:lnTo>
                  <a:lnTo>
                    <a:pt x="15" y="80"/>
                  </a:lnTo>
                  <a:lnTo>
                    <a:pt x="15" y="70"/>
                  </a:lnTo>
                  <a:lnTo>
                    <a:pt x="15" y="70"/>
                  </a:lnTo>
                  <a:lnTo>
                    <a:pt x="17" y="62"/>
                  </a:lnTo>
                  <a:lnTo>
                    <a:pt x="18" y="54"/>
                  </a:lnTo>
                  <a:lnTo>
                    <a:pt x="22" y="37"/>
                  </a:lnTo>
                  <a:lnTo>
                    <a:pt x="26" y="20"/>
                  </a:lnTo>
                  <a:lnTo>
                    <a:pt x="28" y="12"/>
                  </a:lnTo>
                  <a:lnTo>
                    <a:pt x="29" y="4"/>
                  </a:lnTo>
                  <a:lnTo>
                    <a:pt x="29" y="4"/>
                  </a:lnTo>
                  <a:lnTo>
                    <a:pt x="28" y="2"/>
                  </a:lnTo>
                  <a:lnTo>
                    <a:pt x="27" y="1"/>
                  </a:lnTo>
                  <a:lnTo>
                    <a:pt x="26" y="0"/>
                  </a:lnTo>
                  <a:lnTo>
                    <a:pt x="24" y="0"/>
                  </a:lnTo>
                  <a:lnTo>
                    <a:pt x="22" y="0"/>
                  </a:lnTo>
                  <a:lnTo>
                    <a:pt x="21" y="1"/>
                  </a:lnTo>
                  <a:lnTo>
                    <a:pt x="20" y="2"/>
                  </a:lnTo>
                  <a:lnTo>
                    <a:pt x="19" y="4"/>
                  </a:lnTo>
                  <a:lnTo>
                    <a:pt x="19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88" name="Freeform 204"/>
            <p:cNvSpPr/>
            <p:nvPr>
              <p:custDataLst>
                <p:tags r:id="rId43"/>
              </p:custDataLst>
            </p:nvPr>
          </p:nvSpPr>
          <p:spPr bwMode="auto">
            <a:xfrm>
              <a:off x="4714875" y="2657475"/>
              <a:ext cx="11113" cy="61913"/>
            </a:xfrm>
            <a:custGeom>
              <a:avLst/>
              <a:gdLst/>
              <a:ahLst/>
              <a:cxnLst>
                <a:cxn ang="0">
                  <a:pos x="12" y="5"/>
                </a:cxn>
                <a:cxn ang="0">
                  <a:pos x="12" y="5"/>
                </a:cxn>
                <a:cxn ang="0">
                  <a:pos x="10" y="32"/>
                </a:cxn>
                <a:cxn ang="0">
                  <a:pos x="6" y="59"/>
                </a:cxn>
                <a:cxn ang="0">
                  <a:pos x="2" y="86"/>
                </a:cxn>
                <a:cxn ang="0">
                  <a:pos x="0" y="113"/>
                </a:cxn>
                <a:cxn ang="0">
                  <a:pos x="0" y="113"/>
                </a:cxn>
                <a:cxn ang="0">
                  <a:pos x="0" y="115"/>
                </a:cxn>
                <a:cxn ang="0">
                  <a:pos x="1" y="116"/>
                </a:cxn>
                <a:cxn ang="0">
                  <a:pos x="3" y="117"/>
                </a:cxn>
                <a:cxn ang="0">
                  <a:pos x="4" y="117"/>
                </a:cxn>
                <a:cxn ang="0">
                  <a:pos x="6" y="117"/>
                </a:cxn>
                <a:cxn ang="0">
                  <a:pos x="8" y="116"/>
                </a:cxn>
                <a:cxn ang="0">
                  <a:pos x="9" y="115"/>
                </a:cxn>
                <a:cxn ang="0">
                  <a:pos x="9" y="113"/>
                </a:cxn>
                <a:cxn ang="0">
                  <a:pos x="9" y="113"/>
                </a:cxn>
                <a:cxn ang="0">
                  <a:pos x="11" y="86"/>
                </a:cxn>
                <a:cxn ang="0">
                  <a:pos x="15" y="59"/>
                </a:cxn>
                <a:cxn ang="0">
                  <a:pos x="19" y="32"/>
                </a:cxn>
                <a:cxn ang="0">
                  <a:pos x="21" y="5"/>
                </a:cxn>
                <a:cxn ang="0">
                  <a:pos x="21" y="5"/>
                </a:cxn>
                <a:cxn ang="0">
                  <a:pos x="21" y="3"/>
                </a:cxn>
                <a:cxn ang="0">
                  <a:pos x="20" y="2"/>
                </a:cxn>
                <a:cxn ang="0">
                  <a:pos x="19" y="1"/>
                </a:cxn>
                <a:cxn ang="0">
                  <a:pos x="17" y="0"/>
                </a:cxn>
                <a:cxn ang="0">
                  <a:pos x="15" y="1"/>
                </a:cxn>
                <a:cxn ang="0">
                  <a:pos x="14" y="2"/>
                </a:cxn>
                <a:cxn ang="0">
                  <a:pos x="13" y="3"/>
                </a:cxn>
                <a:cxn ang="0">
                  <a:pos x="12" y="5"/>
                </a:cxn>
                <a:cxn ang="0">
                  <a:pos x="12" y="5"/>
                </a:cxn>
              </a:cxnLst>
              <a:rect l="0" t="0" r="r" b="b"/>
              <a:pathLst>
                <a:path w="21" h="117">
                  <a:moveTo>
                    <a:pt x="12" y="5"/>
                  </a:moveTo>
                  <a:lnTo>
                    <a:pt x="12" y="5"/>
                  </a:lnTo>
                  <a:lnTo>
                    <a:pt x="10" y="32"/>
                  </a:lnTo>
                  <a:lnTo>
                    <a:pt x="6" y="59"/>
                  </a:lnTo>
                  <a:lnTo>
                    <a:pt x="2" y="86"/>
                  </a:lnTo>
                  <a:lnTo>
                    <a:pt x="0" y="113"/>
                  </a:lnTo>
                  <a:lnTo>
                    <a:pt x="0" y="113"/>
                  </a:lnTo>
                  <a:lnTo>
                    <a:pt x="0" y="115"/>
                  </a:lnTo>
                  <a:lnTo>
                    <a:pt x="1" y="116"/>
                  </a:lnTo>
                  <a:lnTo>
                    <a:pt x="3" y="117"/>
                  </a:lnTo>
                  <a:lnTo>
                    <a:pt x="4" y="117"/>
                  </a:lnTo>
                  <a:lnTo>
                    <a:pt x="6" y="117"/>
                  </a:lnTo>
                  <a:lnTo>
                    <a:pt x="8" y="116"/>
                  </a:lnTo>
                  <a:lnTo>
                    <a:pt x="9" y="115"/>
                  </a:lnTo>
                  <a:lnTo>
                    <a:pt x="9" y="113"/>
                  </a:lnTo>
                  <a:lnTo>
                    <a:pt x="9" y="113"/>
                  </a:lnTo>
                  <a:lnTo>
                    <a:pt x="11" y="86"/>
                  </a:lnTo>
                  <a:lnTo>
                    <a:pt x="15" y="59"/>
                  </a:lnTo>
                  <a:lnTo>
                    <a:pt x="19" y="32"/>
                  </a:lnTo>
                  <a:lnTo>
                    <a:pt x="21" y="5"/>
                  </a:lnTo>
                  <a:lnTo>
                    <a:pt x="21" y="5"/>
                  </a:lnTo>
                  <a:lnTo>
                    <a:pt x="21" y="3"/>
                  </a:lnTo>
                  <a:lnTo>
                    <a:pt x="20" y="2"/>
                  </a:lnTo>
                  <a:lnTo>
                    <a:pt x="19" y="1"/>
                  </a:lnTo>
                  <a:lnTo>
                    <a:pt x="17" y="0"/>
                  </a:lnTo>
                  <a:lnTo>
                    <a:pt x="15" y="1"/>
                  </a:lnTo>
                  <a:lnTo>
                    <a:pt x="14" y="2"/>
                  </a:lnTo>
                  <a:lnTo>
                    <a:pt x="13" y="3"/>
                  </a:lnTo>
                  <a:lnTo>
                    <a:pt x="12" y="5"/>
                  </a:lnTo>
                  <a:lnTo>
                    <a:pt x="12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90" name="Freeform 206"/>
            <p:cNvSpPr>
              <a:spLocks noEditPoints="1"/>
            </p:cNvSpPr>
            <p:nvPr>
              <p:custDataLst>
                <p:tags r:id="rId44"/>
              </p:custDataLst>
            </p:nvPr>
          </p:nvSpPr>
          <p:spPr bwMode="auto">
            <a:xfrm>
              <a:off x="4249738" y="2249488"/>
              <a:ext cx="555625" cy="574675"/>
            </a:xfrm>
            <a:custGeom>
              <a:avLst/>
              <a:gdLst/>
              <a:ahLst/>
              <a:cxnLst>
                <a:cxn ang="0">
                  <a:pos x="817" y="1056"/>
                </a:cxn>
                <a:cxn ang="0">
                  <a:pos x="716" y="1035"/>
                </a:cxn>
                <a:cxn ang="0">
                  <a:pos x="659" y="1016"/>
                </a:cxn>
                <a:cxn ang="0">
                  <a:pos x="645" y="1010"/>
                </a:cxn>
                <a:cxn ang="0">
                  <a:pos x="623" y="986"/>
                </a:cxn>
                <a:cxn ang="0">
                  <a:pos x="608" y="970"/>
                </a:cxn>
                <a:cxn ang="0">
                  <a:pos x="577" y="929"/>
                </a:cxn>
                <a:cxn ang="0">
                  <a:pos x="513" y="864"/>
                </a:cxn>
                <a:cxn ang="0">
                  <a:pos x="403" y="767"/>
                </a:cxn>
                <a:cxn ang="0">
                  <a:pos x="307" y="683"/>
                </a:cxn>
                <a:cxn ang="0">
                  <a:pos x="222" y="574"/>
                </a:cxn>
                <a:cxn ang="0">
                  <a:pos x="139" y="472"/>
                </a:cxn>
                <a:cxn ang="0">
                  <a:pos x="97" y="439"/>
                </a:cxn>
                <a:cxn ang="0">
                  <a:pos x="31" y="360"/>
                </a:cxn>
                <a:cxn ang="0">
                  <a:pos x="27" y="300"/>
                </a:cxn>
                <a:cxn ang="0">
                  <a:pos x="84" y="371"/>
                </a:cxn>
                <a:cxn ang="0">
                  <a:pos x="141" y="426"/>
                </a:cxn>
                <a:cxn ang="0">
                  <a:pos x="208" y="491"/>
                </a:cxn>
                <a:cxn ang="0">
                  <a:pos x="305" y="624"/>
                </a:cxn>
                <a:cxn ang="0">
                  <a:pos x="398" y="714"/>
                </a:cxn>
                <a:cxn ang="0">
                  <a:pos x="481" y="790"/>
                </a:cxn>
                <a:cxn ang="0">
                  <a:pos x="571" y="872"/>
                </a:cxn>
                <a:cxn ang="0">
                  <a:pos x="646" y="943"/>
                </a:cxn>
                <a:cxn ang="0">
                  <a:pos x="724" y="871"/>
                </a:cxn>
                <a:cxn ang="0">
                  <a:pos x="843" y="787"/>
                </a:cxn>
                <a:cxn ang="0">
                  <a:pos x="981" y="693"/>
                </a:cxn>
                <a:cxn ang="0">
                  <a:pos x="917" y="620"/>
                </a:cxn>
                <a:cxn ang="0">
                  <a:pos x="751" y="446"/>
                </a:cxn>
                <a:cxn ang="0">
                  <a:pos x="583" y="291"/>
                </a:cxn>
                <a:cxn ang="0">
                  <a:pos x="501" y="195"/>
                </a:cxn>
                <a:cxn ang="0">
                  <a:pos x="431" y="116"/>
                </a:cxn>
                <a:cxn ang="0">
                  <a:pos x="378" y="54"/>
                </a:cxn>
                <a:cxn ang="0">
                  <a:pos x="377" y="0"/>
                </a:cxn>
                <a:cxn ang="0">
                  <a:pos x="496" y="134"/>
                </a:cxn>
                <a:cxn ang="0">
                  <a:pos x="631" y="290"/>
                </a:cxn>
                <a:cxn ang="0">
                  <a:pos x="729" y="380"/>
                </a:cxn>
                <a:cxn ang="0">
                  <a:pos x="900" y="546"/>
                </a:cxn>
                <a:cxn ang="0">
                  <a:pos x="980" y="641"/>
                </a:cxn>
                <a:cxn ang="0">
                  <a:pos x="1020" y="678"/>
                </a:cxn>
                <a:cxn ang="0">
                  <a:pos x="1032" y="689"/>
                </a:cxn>
                <a:cxn ang="0">
                  <a:pos x="1037" y="700"/>
                </a:cxn>
                <a:cxn ang="0">
                  <a:pos x="1051" y="800"/>
                </a:cxn>
                <a:cxn ang="0">
                  <a:pos x="1037" y="911"/>
                </a:cxn>
                <a:cxn ang="0">
                  <a:pos x="1029" y="991"/>
                </a:cxn>
                <a:cxn ang="0">
                  <a:pos x="1023" y="1039"/>
                </a:cxn>
                <a:cxn ang="0">
                  <a:pos x="1016" y="1079"/>
                </a:cxn>
                <a:cxn ang="0">
                  <a:pos x="1002" y="1088"/>
                </a:cxn>
                <a:cxn ang="0">
                  <a:pos x="996" y="1087"/>
                </a:cxn>
                <a:cxn ang="0">
                  <a:pos x="954" y="761"/>
                </a:cxn>
                <a:cxn ang="0">
                  <a:pos x="842" y="830"/>
                </a:cxn>
                <a:cxn ang="0">
                  <a:pos x="729" y="917"/>
                </a:cxn>
                <a:cxn ang="0">
                  <a:pos x="672" y="967"/>
                </a:cxn>
                <a:cxn ang="0">
                  <a:pos x="699" y="991"/>
                </a:cxn>
                <a:cxn ang="0">
                  <a:pos x="772" y="1010"/>
                </a:cxn>
                <a:cxn ang="0">
                  <a:pos x="941" y="1046"/>
                </a:cxn>
                <a:cxn ang="0">
                  <a:pos x="989" y="1039"/>
                </a:cxn>
                <a:cxn ang="0">
                  <a:pos x="990" y="1018"/>
                </a:cxn>
                <a:cxn ang="0">
                  <a:pos x="995" y="957"/>
                </a:cxn>
                <a:cxn ang="0">
                  <a:pos x="1010" y="856"/>
                </a:cxn>
                <a:cxn ang="0">
                  <a:pos x="1010" y="734"/>
                </a:cxn>
              </a:cxnLst>
              <a:rect l="0" t="0" r="r" b="b"/>
              <a:pathLst>
                <a:path w="1051" h="1088">
                  <a:moveTo>
                    <a:pt x="991" y="1088"/>
                  </a:moveTo>
                  <a:lnTo>
                    <a:pt x="991" y="1088"/>
                  </a:lnTo>
                  <a:lnTo>
                    <a:pt x="952" y="1084"/>
                  </a:lnTo>
                  <a:lnTo>
                    <a:pt x="911" y="1078"/>
                  </a:lnTo>
                  <a:lnTo>
                    <a:pt x="866" y="1069"/>
                  </a:lnTo>
                  <a:lnTo>
                    <a:pt x="817" y="1056"/>
                  </a:lnTo>
                  <a:lnTo>
                    <a:pt x="817" y="1056"/>
                  </a:lnTo>
                  <a:lnTo>
                    <a:pt x="773" y="1046"/>
                  </a:lnTo>
                  <a:lnTo>
                    <a:pt x="751" y="1041"/>
                  </a:lnTo>
                  <a:lnTo>
                    <a:pt x="728" y="1037"/>
                  </a:lnTo>
                  <a:lnTo>
                    <a:pt x="728" y="1037"/>
                  </a:lnTo>
                  <a:lnTo>
                    <a:pt x="716" y="1035"/>
                  </a:lnTo>
                  <a:lnTo>
                    <a:pt x="706" y="1031"/>
                  </a:lnTo>
                  <a:lnTo>
                    <a:pt x="686" y="1025"/>
                  </a:lnTo>
                  <a:lnTo>
                    <a:pt x="686" y="1025"/>
                  </a:lnTo>
                  <a:lnTo>
                    <a:pt x="673" y="1020"/>
                  </a:lnTo>
                  <a:lnTo>
                    <a:pt x="659" y="1016"/>
                  </a:lnTo>
                  <a:lnTo>
                    <a:pt x="659" y="1016"/>
                  </a:lnTo>
                  <a:lnTo>
                    <a:pt x="654" y="1015"/>
                  </a:lnTo>
                  <a:lnTo>
                    <a:pt x="651" y="1013"/>
                  </a:lnTo>
                  <a:lnTo>
                    <a:pt x="650" y="1012"/>
                  </a:lnTo>
                  <a:lnTo>
                    <a:pt x="649" y="1011"/>
                  </a:lnTo>
                  <a:lnTo>
                    <a:pt x="649" y="1011"/>
                  </a:lnTo>
                  <a:lnTo>
                    <a:pt x="645" y="1010"/>
                  </a:lnTo>
                  <a:lnTo>
                    <a:pt x="645" y="1010"/>
                  </a:lnTo>
                  <a:lnTo>
                    <a:pt x="640" y="1006"/>
                  </a:lnTo>
                  <a:lnTo>
                    <a:pt x="635" y="1001"/>
                  </a:lnTo>
                  <a:lnTo>
                    <a:pt x="628" y="991"/>
                  </a:lnTo>
                  <a:lnTo>
                    <a:pt x="623" y="986"/>
                  </a:lnTo>
                  <a:lnTo>
                    <a:pt x="623" y="986"/>
                  </a:lnTo>
                  <a:lnTo>
                    <a:pt x="620" y="983"/>
                  </a:lnTo>
                  <a:lnTo>
                    <a:pt x="619" y="982"/>
                  </a:lnTo>
                  <a:lnTo>
                    <a:pt x="619" y="982"/>
                  </a:lnTo>
                  <a:lnTo>
                    <a:pt x="614" y="979"/>
                  </a:lnTo>
                  <a:lnTo>
                    <a:pt x="611" y="976"/>
                  </a:lnTo>
                  <a:lnTo>
                    <a:pt x="608" y="970"/>
                  </a:lnTo>
                  <a:lnTo>
                    <a:pt x="608" y="965"/>
                  </a:lnTo>
                  <a:lnTo>
                    <a:pt x="608" y="963"/>
                  </a:lnTo>
                  <a:lnTo>
                    <a:pt x="606" y="961"/>
                  </a:lnTo>
                  <a:lnTo>
                    <a:pt x="606" y="961"/>
                  </a:lnTo>
                  <a:lnTo>
                    <a:pt x="591" y="946"/>
                  </a:lnTo>
                  <a:lnTo>
                    <a:pt x="577" y="929"/>
                  </a:lnTo>
                  <a:lnTo>
                    <a:pt x="577" y="929"/>
                  </a:lnTo>
                  <a:lnTo>
                    <a:pt x="561" y="912"/>
                  </a:lnTo>
                  <a:lnTo>
                    <a:pt x="546" y="895"/>
                  </a:lnTo>
                  <a:lnTo>
                    <a:pt x="529" y="879"/>
                  </a:lnTo>
                  <a:lnTo>
                    <a:pt x="513" y="864"/>
                  </a:lnTo>
                  <a:lnTo>
                    <a:pt x="513" y="864"/>
                  </a:lnTo>
                  <a:lnTo>
                    <a:pt x="490" y="846"/>
                  </a:lnTo>
                  <a:lnTo>
                    <a:pt x="469" y="827"/>
                  </a:lnTo>
                  <a:lnTo>
                    <a:pt x="428" y="789"/>
                  </a:lnTo>
                  <a:lnTo>
                    <a:pt x="428" y="789"/>
                  </a:lnTo>
                  <a:lnTo>
                    <a:pt x="416" y="777"/>
                  </a:lnTo>
                  <a:lnTo>
                    <a:pt x="403" y="767"/>
                  </a:lnTo>
                  <a:lnTo>
                    <a:pt x="378" y="745"/>
                  </a:lnTo>
                  <a:lnTo>
                    <a:pt x="378" y="745"/>
                  </a:lnTo>
                  <a:lnTo>
                    <a:pt x="356" y="729"/>
                  </a:lnTo>
                  <a:lnTo>
                    <a:pt x="336" y="711"/>
                  </a:lnTo>
                  <a:lnTo>
                    <a:pt x="317" y="693"/>
                  </a:lnTo>
                  <a:lnTo>
                    <a:pt x="307" y="683"/>
                  </a:lnTo>
                  <a:lnTo>
                    <a:pt x="299" y="673"/>
                  </a:lnTo>
                  <a:lnTo>
                    <a:pt x="299" y="673"/>
                  </a:lnTo>
                  <a:lnTo>
                    <a:pt x="271" y="638"/>
                  </a:lnTo>
                  <a:lnTo>
                    <a:pt x="271" y="638"/>
                  </a:lnTo>
                  <a:lnTo>
                    <a:pt x="238" y="596"/>
                  </a:lnTo>
                  <a:lnTo>
                    <a:pt x="222" y="574"/>
                  </a:lnTo>
                  <a:lnTo>
                    <a:pt x="207" y="552"/>
                  </a:lnTo>
                  <a:lnTo>
                    <a:pt x="207" y="552"/>
                  </a:lnTo>
                  <a:lnTo>
                    <a:pt x="194" y="534"/>
                  </a:lnTo>
                  <a:lnTo>
                    <a:pt x="178" y="514"/>
                  </a:lnTo>
                  <a:lnTo>
                    <a:pt x="160" y="493"/>
                  </a:lnTo>
                  <a:lnTo>
                    <a:pt x="139" y="472"/>
                  </a:lnTo>
                  <a:lnTo>
                    <a:pt x="139" y="472"/>
                  </a:lnTo>
                  <a:lnTo>
                    <a:pt x="128" y="461"/>
                  </a:lnTo>
                  <a:lnTo>
                    <a:pt x="115" y="453"/>
                  </a:lnTo>
                  <a:lnTo>
                    <a:pt x="115" y="453"/>
                  </a:lnTo>
                  <a:lnTo>
                    <a:pt x="103" y="444"/>
                  </a:lnTo>
                  <a:lnTo>
                    <a:pt x="97" y="439"/>
                  </a:lnTo>
                  <a:lnTo>
                    <a:pt x="92" y="433"/>
                  </a:lnTo>
                  <a:lnTo>
                    <a:pt x="92" y="433"/>
                  </a:lnTo>
                  <a:lnTo>
                    <a:pt x="74" y="414"/>
                  </a:lnTo>
                  <a:lnTo>
                    <a:pt x="57" y="393"/>
                  </a:lnTo>
                  <a:lnTo>
                    <a:pt x="57" y="393"/>
                  </a:lnTo>
                  <a:lnTo>
                    <a:pt x="31" y="360"/>
                  </a:lnTo>
                  <a:lnTo>
                    <a:pt x="16" y="345"/>
                  </a:lnTo>
                  <a:lnTo>
                    <a:pt x="2" y="329"/>
                  </a:lnTo>
                  <a:lnTo>
                    <a:pt x="2" y="329"/>
                  </a:lnTo>
                  <a:lnTo>
                    <a:pt x="0" y="327"/>
                  </a:lnTo>
                  <a:lnTo>
                    <a:pt x="0" y="327"/>
                  </a:lnTo>
                  <a:lnTo>
                    <a:pt x="27" y="300"/>
                  </a:lnTo>
                  <a:lnTo>
                    <a:pt x="27" y="300"/>
                  </a:lnTo>
                  <a:lnTo>
                    <a:pt x="45" y="322"/>
                  </a:lnTo>
                  <a:lnTo>
                    <a:pt x="45" y="322"/>
                  </a:lnTo>
                  <a:lnTo>
                    <a:pt x="68" y="351"/>
                  </a:lnTo>
                  <a:lnTo>
                    <a:pt x="68" y="351"/>
                  </a:lnTo>
                  <a:lnTo>
                    <a:pt x="84" y="371"/>
                  </a:lnTo>
                  <a:lnTo>
                    <a:pt x="102" y="392"/>
                  </a:lnTo>
                  <a:lnTo>
                    <a:pt x="111" y="401"/>
                  </a:lnTo>
                  <a:lnTo>
                    <a:pt x="120" y="411"/>
                  </a:lnTo>
                  <a:lnTo>
                    <a:pt x="131" y="419"/>
                  </a:lnTo>
                  <a:lnTo>
                    <a:pt x="141" y="426"/>
                  </a:lnTo>
                  <a:lnTo>
                    <a:pt x="141" y="426"/>
                  </a:lnTo>
                  <a:lnTo>
                    <a:pt x="151" y="434"/>
                  </a:lnTo>
                  <a:lnTo>
                    <a:pt x="163" y="444"/>
                  </a:lnTo>
                  <a:lnTo>
                    <a:pt x="174" y="454"/>
                  </a:lnTo>
                  <a:lnTo>
                    <a:pt x="186" y="465"/>
                  </a:lnTo>
                  <a:lnTo>
                    <a:pt x="197" y="478"/>
                  </a:lnTo>
                  <a:lnTo>
                    <a:pt x="208" y="491"/>
                  </a:lnTo>
                  <a:lnTo>
                    <a:pt x="219" y="506"/>
                  </a:lnTo>
                  <a:lnTo>
                    <a:pt x="229" y="521"/>
                  </a:lnTo>
                  <a:lnTo>
                    <a:pt x="229" y="521"/>
                  </a:lnTo>
                  <a:lnTo>
                    <a:pt x="261" y="567"/>
                  </a:lnTo>
                  <a:lnTo>
                    <a:pt x="291" y="607"/>
                  </a:lnTo>
                  <a:lnTo>
                    <a:pt x="305" y="624"/>
                  </a:lnTo>
                  <a:lnTo>
                    <a:pt x="319" y="640"/>
                  </a:lnTo>
                  <a:lnTo>
                    <a:pt x="332" y="654"/>
                  </a:lnTo>
                  <a:lnTo>
                    <a:pt x="346" y="668"/>
                  </a:lnTo>
                  <a:lnTo>
                    <a:pt x="346" y="668"/>
                  </a:lnTo>
                  <a:lnTo>
                    <a:pt x="371" y="692"/>
                  </a:lnTo>
                  <a:lnTo>
                    <a:pt x="398" y="714"/>
                  </a:lnTo>
                  <a:lnTo>
                    <a:pt x="398" y="714"/>
                  </a:lnTo>
                  <a:lnTo>
                    <a:pt x="429" y="741"/>
                  </a:lnTo>
                  <a:lnTo>
                    <a:pt x="445" y="755"/>
                  </a:lnTo>
                  <a:lnTo>
                    <a:pt x="459" y="769"/>
                  </a:lnTo>
                  <a:lnTo>
                    <a:pt x="459" y="769"/>
                  </a:lnTo>
                  <a:lnTo>
                    <a:pt x="481" y="790"/>
                  </a:lnTo>
                  <a:lnTo>
                    <a:pt x="504" y="809"/>
                  </a:lnTo>
                  <a:lnTo>
                    <a:pt x="504" y="809"/>
                  </a:lnTo>
                  <a:lnTo>
                    <a:pt x="526" y="828"/>
                  </a:lnTo>
                  <a:lnTo>
                    <a:pt x="548" y="849"/>
                  </a:lnTo>
                  <a:lnTo>
                    <a:pt x="548" y="849"/>
                  </a:lnTo>
                  <a:lnTo>
                    <a:pt x="571" y="872"/>
                  </a:lnTo>
                  <a:lnTo>
                    <a:pt x="594" y="896"/>
                  </a:lnTo>
                  <a:lnTo>
                    <a:pt x="594" y="896"/>
                  </a:lnTo>
                  <a:lnTo>
                    <a:pt x="615" y="920"/>
                  </a:lnTo>
                  <a:lnTo>
                    <a:pt x="638" y="943"/>
                  </a:lnTo>
                  <a:lnTo>
                    <a:pt x="643" y="948"/>
                  </a:lnTo>
                  <a:lnTo>
                    <a:pt x="646" y="943"/>
                  </a:lnTo>
                  <a:lnTo>
                    <a:pt x="646" y="943"/>
                  </a:lnTo>
                  <a:lnTo>
                    <a:pt x="658" y="929"/>
                  </a:lnTo>
                  <a:lnTo>
                    <a:pt x="669" y="917"/>
                  </a:lnTo>
                  <a:lnTo>
                    <a:pt x="682" y="904"/>
                  </a:lnTo>
                  <a:lnTo>
                    <a:pt x="696" y="893"/>
                  </a:lnTo>
                  <a:lnTo>
                    <a:pt x="724" y="871"/>
                  </a:lnTo>
                  <a:lnTo>
                    <a:pt x="753" y="851"/>
                  </a:lnTo>
                  <a:lnTo>
                    <a:pt x="753" y="851"/>
                  </a:lnTo>
                  <a:lnTo>
                    <a:pt x="784" y="829"/>
                  </a:lnTo>
                  <a:lnTo>
                    <a:pt x="784" y="829"/>
                  </a:lnTo>
                  <a:lnTo>
                    <a:pt x="812" y="807"/>
                  </a:lnTo>
                  <a:lnTo>
                    <a:pt x="843" y="787"/>
                  </a:lnTo>
                  <a:lnTo>
                    <a:pt x="906" y="748"/>
                  </a:lnTo>
                  <a:lnTo>
                    <a:pt x="906" y="748"/>
                  </a:lnTo>
                  <a:lnTo>
                    <a:pt x="944" y="725"/>
                  </a:lnTo>
                  <a:lnTo>
                    <a:pt x="980" y="702"/>
                  </a:lnTo>
                  <a:lnTo>
                    <a:pt x="986" y="698"/>
                  </a:lnTo>
                  <a:lnTo>
                    <a:pt x="981" y="693"/>
                  </a:lnTo>
                  <a:lnTo>
                    <a:pt x="981" y="693"/>
                  </a:lnTo>
                  <a:lnTo>
                    <a:pt x="964" y="676"/>
                  </a:lnTo>
                  <a:lnTo>
                    <a:pt x="949" y="660"/>
                  </a:lnTo>
                  <a:lnTo>
                    <a:pt x="920" y="624"/>
                  </a:lnTo>
                  <a:lnTo>
                    <a:pt x="917" y="620"/>
                  </a:lnTo>
                  <a:lnTo>
                    <a:pt x="917" y="620"/>
                  </a:lnTo>
                  <a:lnTo>
                    <a:pt x="882" y="579"/>
                  </a:lnTo>
                  <a:lnTo>
                    <a:pt x="850" y="543"/>
                  </a:lnTo>
                  <a:lnTo>
                    <a:pt x="819" y="510"/>
                  </a:lnTo>
                  <a:lnTo>
                    <a:pt x="789" y="480"/>
                  </a:lnTo>
                  <a:lnTo>
                    <a:pt x="789" y="480"/>
                  </a:lnTo>
                  <a:lnTo>
                    <a:pt x="751" y="446"/>
                  </a:lnTo>
                  <a:lnTo>
                    <a:pt x="712" y="412"/>
                  </a:lnTo>
                  <a:lnTo>
                    <a:pt x="712" y="412"/>
                  </a:lnTo>
                  <a:lnTo>
                    <a:pt x="668" y="372"/>
                  </a:lnTo>
                  <a:lnTo>
                    <a:pt x="624" y="332"/>
                  </a:lnTo>
                  <a:lnTo>
                    <a:pt x="604" y="313"/>
                  </a:lnTo>
                  <a:lnTo>
                    <a:pt x="583" y="291"/>
                  </a:lnTo>
                  <a:lnTo>
                    <a:pt x="564" y="269"/>
                  </a:lnTo>
                  <a:lnTo>
                    <a:pt x="544" y="246"/>
                  </a:lnTo>
                  <a:lnTo>
                    <a:pt x="544" y="246"/>
                  </a:lnTo>
                  <a:lnTo>
                    <a:pt x="522" y="221"/>
                  </a:lnTo>
                  <a:lnTo>
                    <a:pt x="501" y="195"/>
                  </a:lnTo>
                  <a:lnTo>
                    <a:pt x="501" y="195"/>
                  </a:lnTo>
                  <a:lnTo>
                    <a:pt x="475" y="165"/>
                  </a:lnTo>
                  <a:lnTo>
                    <a:pt x="450" y="135"/>
                  </a:lnTo>
                  <a:lnTo>
                    <a:pt x="450" y="135"/>
                  </a:lnTo>
                  <a:lnTo>
                    <a:pt x="441" y="125"/>
                  </a:lnTo>
                  <a:lnTo>
                    <a:pt x="431" y="116"/>
                  </a:lnTo>
                  <a:lnTo>
                    <a:pt x="431" y="116"/>
                  </a:lnTo>
                  <a:lnTo>
                    <a:pt x="422" y="107"/>
                  </a:lnTo>
                  <a:lnTo>
                    <a:pt x="413" y="98"/>
                  </a:lnTo>
                  <a:lnTo>
                    <a:pt x="413" y="98"/>
                  </a:lnTo>
                  <a:lnTo>
                    <a:pt x="400" y="81"/>
                  </a:lnTo>
                  <a:lnTo>
                    <a:pt x="389" y="67"/>
                  </a:lnTo>
                  <a:lnTo>
                    <a:pt x="378" y="54"/>
                  </a:lnTo>
                  <a:lnTo>
                    <a:pt x="366" y="44"/>
                  </a:lnTo>
                  <a:lnTo>
                    <a:pt x="366" y="44"/>
                  </a:lnTo>
                  <a:lnTo>
                    <a:pt x="355" y="33"/>
                  </a:lnTo>
                  <a:lnTo>
                    <a:pt x="346" y="21"/>
                  </a:lnTo>
                  <a:lnTo>
                    <a:pt x="346" y="21"/>
                  </a:lnTo>
                  <a:lnTo>
                    <a:pt x="377" y="0"/>
                  </a:lnTo>
                  <a:lnTo>
                    <a:pt x="377" y="0"/>
                  </a:lnTo>
                  <a:lnTo>
                    <a:pt x="382" y="6"/>
                  </a:lnTo>
                  <a:lnTo>
                    <a:pt x="382" y="6"/>
                  </a:lnTo>
                  <a:lnTo>
                    <a:pt x="433" y="64"/>
                  </a:lnTo>
                  <a:lnTo>
                    <a:pt x="433" y="64"/>
                  </a:lnTo>
                  <a:lnTo>
                    <a:pt x="496" y="134"/>
                  </a:lnTo>
                  <a:lnTo>
                    <a:pt x="527" y="170"/>
                  </a:lnTo>
                  <a:lnTo>
                    <a:pt x="558" y="207"/>
                  </a:lnTo>
                  <a:lnTo>
                    <a:pt x="558" y="207"/>
                  </a:lnTo>
                  <a:lnTo>
                    <a:pt x="585" y="239"/>
                  </a:lnTo>
                  <a:lnTo>
                    <a:pt x="614" y="273"/>
                  </a:lnTo>
                  <a:lnTo>
                    <a:pt x="631" y="290"/>
                  </a:lnTo>
                  <a:lnTo>
                    <a:pt x="647" y="307"/>
                  </a:lnTo>
                  <a:lnTo>
                    <a:pt x="665" y="324"/>
                  </a:lnTo>
                  <a:lnTo>
                    <a:pt x="683" y="341"/>
                  </a:lnTo>
                  <a:lnTo>
                    <a:pt x="683" y="341"/>
                  </a:lnTo>
                  <a:lnTo>
                    <a:pt x="729" y="380"/>
                  </a:lnTo>
                  <a:lnTo>
                    <a:pt x="729" y="380"/>
                  </a:lnTo>
                  <a:lnTo>
                    <a:pt x="765" y="411"/>
                  </a:lnTo>
                  <a:lnTo>
                    <a:pt x="801" y="444"/>
                  </a:lnTo>
                  <a:lnTo>
                    <a:pt x="801" y="444"/>
                  </a:lnTo>
                  <a:lnTo>
                    <a:pt x="836" y="477"/>
                  </a:lnTo>
                  <a:lnTo>
                    <a:pt x="869" y="511"/>
                  </a:lnTo>
                  <a:lnTo>
                    <a:pt x="900" y="546"/>
                  </a:lnTo>
                  <a:lnTo>
                    <a:pt x="930" y="581"/>
                  </a:lnTo>
                  <a:lnTo>
                    <a:pt x="930" y="581"/>
                  </a:lnTo>
                  <a:lnTo>
                    <a:pt x="946" y="600"/>
                  </a:lnTo>
                  <a:lnTo>
                    <a:pt x="946" y="600"/>
                  </a:lnTo>
                  <a:lnTo>
                    <a:pt x="962" y="620"/>
                  </a:lnTo>
                  <a:lnTo>
                    <a:pt x="980" y="641"/>
                  </a:lnTo>
                  <a:lnTo>
                    <a:pt x="998" y="661"/>
                  </a:lnTo>
                  <a:lnTo>
                    <a:pt x="1008" y="669"/>
                  </a:lnTo>
                  <a:lnTo>
                    <a:pt x="1018" y="677"/>
                  </a:lnTo>
                  <a:lnTo>
                    <a:pt x="1019" y="678"/>
                  </a:lnTo>
                  <a:lnTo>
                    <a:pt x="1020" y="678"/>
                  </a:lnTo>
                  <a:lnTo>
                    <a:pt x="1020" y="678"/>
                  </a:lnTo>
                  <a:lnTo>
                    <a:pt x="1025" y="680"/>
                  </a:lnTo>
                  <a:lnTo>
                    <a:pt x="1029" y="684"/>
                  </a:lnTo>
                  <a:lnTo>
                    <a:pt x="1029" y="685"/>
                  </a:lnTo>
                  <a:lnTo>
                    <a:pt x="1030" y="686"/>
                  </a:lnTo>
                  <a:lnTo>
                    <a:pt x="1030" y="686"/>
                  </a:lnTo>
                  <a:lnTo>
                    <a:pt x="1032" y="689"/>
                  </a:lnTo>
                  <a:lnTo>
                    <a:pt x="1035" y="692"/>
                  </a:lnTo>
                  <a:lnTo>
                    <a:pt x="1036" y="695"/>
                  </a:lnTo>
                  <a:lnTo>
                    <a:pt x="1037" y="698"/>
                  </a:lnTo>
                  <a:lnTo>
                    <a:pt x="1037" y="699"/>
                  </a:lnTo>
                  <a:lnTo>
                    <a:pt x="1037" y="700"/>
                  </a:lnTo>
                  <a:lnTo>
                    <a:pt x="1037" y="700"/>
                  </a:lnTo>
                  <a:lnTo>
                    <a:pt x="1041" y="711"/>
                  </a:lnTo>
                  <a:lnTo>
                    <a:pt x="1045" y="723"/>
                  </a:lnTo>
                  <a:lnTo>
                    <a:pt x="1047" y="735"/>
                  </a:lnTo>
                  <a:lnTo>
                    <a:pt x="1049" y="748"/>
                  </a:lnTo>
                  <a:lnTo>
                    <a:pt x="1051" y="774"/>
                  </a:lnTo>
                  <a:lnTo>
                    <a:pt x="1051" y="800"/>
                  </a:lnTo>
                  <a:lnTo>
                    <a:pt x="1050" y="826"/>
                  </a:lnTo>
                  <a:lnTo>
                    <a:pt x="1047" y="851"/>
                  </a:lnTo>
                  <a:lnTo>
                    <a:pt x="1044" y="872"/>
                  </a:lnTo>
                  <a:lnTo>
                    <a:pt x="1040" y="892"/>
                  </a:lnTo>
                  <a:lnTo>
                    <a:pt x="1040" y="892"/>
                  </a:lnTo>
                  <a:lnTo>
                    <a:pt x="1037" y="911"/>
                  </a:lnTo>
                  <a:lnTo>
                    <a:pt x="1035" y="929"/>
                  </a:lnTo>
                  <a:lnTo>
                    <a:pt x="1030" y="967"/>
                  </a:lnTo>
                  <a:lnTo>
                    <a:pt x="1030" y="973"/>
                  </a:lnTo>
                  <a:lnTo>
                    <a:pt x="1030" y="973"/>
                  </a:lnTo>
                  <a:lnTo>
                    <a:pt x="1029" y="991"/>
                  </a:lnTo>
                  <a:lnTo>
                    <a:pt x="1029" y="991"/>
                  </a:lnTo>
                  <a:lnTo>
                    <a:pt x="1029" y="1009"/>
                  </a:lnTo>
                  <a:lnTo>
                    <a:pt x="1028" y="1017"/>
                  </a:lnTo>
                  <a:lnTo>
                    <a:pt x="1026" y="1024"/>
                  </a:lnTo>
                  <a:lnTo>
                    <a:pt x="1026" y="1024"/>
                  </a:lnTo>
                  <a:lnTo>
                    <a:pt x="1024" y="1031"/>
                  </a:lnTo>
                  <a:lnTo>
                    <a:pt x="1023" y="1039"/>
                  </a:lnTo>
                  <a:lnTo>
                    <a:pt x="1023" y="1051"/>
                  </a:lnTo>
                  <a:lnTo>
                    <a:pt x="1023" y="1051"/>
                  </a:lnTo>
                  <a:lnTo>
                    <a:pt x="1023" y="1059"/>
                  </a:lnTo>
                  <a:lnTo>
                    <a:pt x="1021" y="1068"/>
                  </a:lnTo>
                  <a:lnTo>
                    <a:pt x="1019" y="1075"/>
                  </a:lnTo>
                  <a:lnTo>
                    <a:pt x="1016" y="1079"/>
                  </a:lnTo>
                  <a:lnTo>
                    <a:pt x="1013" y="1083"/>
                  </a:lnTo>
                  <a:lnTo>
                    <a:pt x="1013" y="1083"/>
                  </a:lnTo>
                  <a:lnTo>
                    <a:pt x="1010" y="1085"/>
                  </a:lnTo>
                  <a:lnTo>
                    <a:pt x="1008" y="1086"/>
                  </a:lnTo>
                  <a:lnTo>
                    <a:pt x="1005" y="1087"/>
                  </a:lnTo>
                  <a:lnTo>
                    <a:pt x="1002" y="1088"/>
                  </a:lnTo>
                  <a:lnTo>
                    <a:pt x="1002" y="1088"/>
                  </a:lnTo>
                  <a:lnTo>
                    <a:pt x="1002" y="1088"/>
                  </a:lnTo>
                  <a:lnTo>
                    <a:pt x="998" y="1087"/>
                  </a:lnTo>
                  <a:lnTo>
                    <a:pt x="997" y="1087"/>
                  </a:lnTo>
                  <a:lnTo>
                    <a:pt x="996" y="1087"/>
                  </a:lnTo>
                  <a:lnTo>
                    <a:pt x="996" y="1087"/>
                  </a:lnTo>
                  <a:lnTo>
                    <a:pt x="992" y="1088"/>
                  </a:lnTo>
                  <a:lnTo>
                    <a:pt x="991" y="1088"/>
                  </a:lnTo>
                  <a:close/>
                  <a:moveTo>
                    <a:pt x="1002" y="731"/>
                  </a:moveTo>
                  <a:lnTo>
                    <a:pt x="1002" y="731"/>
                  </a:lnTo>
                  <a:lnTo>
                    <a:pt x="954" y="761"/>
                  </a:lnTo>
                  <a:lnTo>
                    <a:pt x="954" y="761"/>
                  </a:lnTo>
                  <a:lnTo>
                    <a:pt x="918" y="784"/>
                  </a:lnTo>
                  <a:lnTo>
                    <a:pt x="918" y="784"/>
                  </a:lnTo>
                  <a:lnTo>
                    <a:pt x="885" y="803"/>
                  </a:lnTo>
                  <a:lnTo>
                    <a:pt x="885" y="803"/>
                  </a:lnTo>
                  <a:lnTo>
                    <a:pt x="856" y="821"/>
                  </a:lnTo>
                  <a:lnTo>
                    <a:pt x="842" y="830"/>
                  </a:lnTo>
                  <a:lnTo>
                    <a:pt x="829" y="839"/>
                  </a:lnTo>
                  <a:lnTo>
                    <a:pt x="819" y="847"/>
                  </a:lnTo>
                  <a:lnTo>
                    <a:pt x="819" y="847"/>
                  </a:lnTo>
                  <a:lnTo>
                    <a:pt x="773" y="881"/>
                  </a:lnTo>
                  <a:lnTo>
                    <a:pt x="729" y="917"/>
                  </a:lnTo>
                  <a:lnTo>
                    <a:pt x="729" y="917"/>
                  </a:lnTo>
                  <a:lnTo>
                    <a:pt x="717" y="925"/>
                  </a:lnTo>
                  <a:lnTo>
                    <a:pt x="717" y="925"/>
                  </a:lnTo>
                  <a:lnTo>
                    <a:pt x="704" y="936"/>
                  </a:lnTo>
                  <a:lnTo>
                    <a:pt x="691" y="948"/>
                  </a:lnTo>
                  <a:lnTo>
                    <a:pt x="678" y="960"/>
                  </a:lnTo>
                  <a:lnTo>
                    <a:pt x="672" y="967"/>
                  </a:lnTo>
                  <a:lnTo>
                    <a:pt x="668" y="974"/>
                  </a:lnTo>
                  <a:lnTo>
                    <a:pt x="664" y="980"/>
                  </a:lnTo>
                  <a:lnTo>
                    <a:pt x="671" y="982"/>
                  </a:lnTo>
                  <a:lnTo>
                    <a:pt x="671" y="982"/>
                  </a:lnTo>
                  <a:lnTo>
                    <a:pt x="699" y="991"/>
                  </a:lnTo>
                  <a:lnTo>
                    <a:pt x="699" y="991"/>
                  </a:lnTo>
                  <a:lnTo>
                    <a:pt x="718" y="996"/>
                  </a:lnTo>
                  <a:lnTo>
                    <a:pt x="738" y="1003"/>
                  </a:lnTo>
                  <a:lnTo>
                    <a:pt x="738" y="1003"/>
                  </a:lnTo>
                  <a:lnTo>
                    <a:pt x="756" y="1007"/>
                  </a:lnTo>
                  <a:lnTo>
                    <a:pt x="772" y="1010"/>
                  </a:lnTo>
                  <a:lnTo>
                    <a:pt x="772" y="1010"/>
                  </a:lnTo>
                  <a:lnTo>
                    <a:pt x="792" y="1014"/>
                  </a:lnTo>
                  <a:lnTo>
                    <a:pt x="811" y="1018"/>
                  </a:lnTo>
                  <a:lnTo>
                    <a:pt x="811" y="1018"/>
                  </a:lnTo>
                  <a:lnTo>
                    <a:pt x="854" y="1028"/>
                  </a:lnTo>
                  <a:lnTo>
                    <a:pt x="897" y="1039"/>
                  </a:lnTo>
                  <a:lnTo>
                    <a:pt x="941" y="1046"/>
                  </a:lnTo>
                  <a:lnTo>
                    <a:pt x="962" y="1049"/>
                  </a:lnTo>
                  <a:lnTo>
                    <a:pt x="984" y="1051"/>
                  </a:lnTo>
                  <a:lnTo>
                    <a:pt x="991" y="1052"/>
                  </a:lnTo>
                  <a:lnTo>
                    <a:pt x="990" y="1045"/>
                  </a:lnTo>
                  <a:lnTo>
                    <a:pt x="990" y="1045"/>
                  </a:lnTo>
                  <a:lnTo>
                    <a:pt x="989" y="1039"/>
                  </a:lnTo>
                  <a:lnTo>
                    <a:pt x="989" y="1039"/>
                  </a:lnTo>
                  <a:lnTo>
                    <a:pt x="987" y="1032"/>
                  </a:lnTo>
                  <a:lnTo>
                    <a:pt x="987" y="1029"/>
                  </a:lnTo>
                  <a:lnTo>
                    <a:pt x="987" y="1027"/>
                  </a:lnTo>
                  <a:lnTo>
                    <a:pt x="987" y="1027"/>
                  </a:lnTo>
                  <a:lnTo>
                    <a:pt x="990" y="1018"/>
                  </a:lnTo>
                  <a:lnTo>
                    <a:pt x="992" y="1008"/>
                  </a:lnTo>
                  <a:lnTo>
                    <a:pt x="993" y="988"/>
                  </a:lnTo>
                  <a:lnTo>
                    <a:pt x="993" y="988"/>
                  </a:lnTo>
                  <a:lnTo>
                    <a:pt x="994" y="974"/>
                  </a:lnTo>
                  <a:lnTo>
                    <a:pt x="994" y="974"/>
                  </a:lnTo>
                  <a:lnTo>
                    <a:pt x="995" y="957"/>
                  </a:lnTo>
                  <a:lnTo>
                    <a:pt x="995" y="957"/>
                  </a:lnTo>
                  <a:lnTo>
                    <a:pt x="998" y="925"/>
                  </a:lnTo>
                  <a:lnTo>
                    <a:pt x="1000" y="910"/>
                  </a:lnTo>
                  <a:lnTo>
                    <a:pt x="1004" y="893"/>
                  </a:lnTo>
                  <a:lnTo>
                    <a:pt x="1004" y="893"/>
                  </a:lnTo>
                  <a:lnTo>
                    <a:pt x="1010" y="856"/>
                  </a:lnTo>
                  <a:lnTo>
                    <a:pt x="1013" y="835"/>
                  </a:lnTo>
                  <a:lnTo>
                    <a:pt x="1015" y="813"/>
                  </a:lnTo>
                  <a:lnTo>
                    <a:pt x="1016" y="793"/>
                  </a:lnTo>
                  <a:lnTo>
                    <a:pt x="1015" y="772"/>
                  </a:lnTo>
                  <a:lnTo>
                    <a:pt x="1014" y="753"/>
                  </a:lnTo>
                  <a:lnTo>
                    <a:pt x="1010" y="734"/>
                  </a:lnTo>
                  <a:lnTo>
                    <a:pt x="1008" y="726"/>
                  </a:lnTo>
                  <a:lnTo>
                    <a:pt x="1002" y="73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91" name="Freeform 207"/>
            <p:cNvSpPr/>
            <p:nvPr>
              <p:custDataLst>
                <p:tags r:id="rId45"/>
              </p:custDataLst>
            </p:nvPr>
          </p:nvSpPr>
          <p:spPr bwMode="auto">
            <a:xfrm>
              <a:off x="4251325" y="2251075"/>
              <a:ext cx="195263" cy="161925"/>
            </a:xfrm>
            <a:custGeom>
              <a:avLst/>
              <a:gdLst/>
              <a:ahLst/>
              <a:cxnLst>
                <a:cxn ang="0">
                  <a:pos x="15" y="307"/>
                </a:cxn>
                <a:cxn ang="0">
                  <a:pos x="9" y="306"/>
                </a:cxn>
                <a:cxn ang="0">
                  <a:pos x="2" y="298"/>
                </a:cxn>
                <a:cxn ang="0">
                  <a:pos x="0" y="293"/>
                </a:cxn>
                <a:cxn ang="0">
                  <a:pos x="2" y="281"/>
                </a:cxn>
                <a:cxn ang="0">
                  <a:pos x="6" y="275"/>
                </a:cxn>
                <a:cxn ang="0">
                  <a:pos x="12" y="272"/>
                </a:cxn>
                <a:cxn ang="0">
                  <a:pos x="18" y="269"/>
                </a:cxn>
                <a:cxn ang="0">
                  <a:pos x="30" y="259"/>
                </a:cxn>
                <a:cxn ang="0">
                  <a:pos x="48" y="238"/>
                </a:cxn>
                <a:cxn ang="0">
                  <a:pos x="59" y="222"/>
                </a:cxn>
                <a:cxn ang="0">
                  <a:pos x="75" y="201"/>
                </a:cxn>
                <a:cxn ang="0">
                  <a:pos x="94" y="180"/>
                </a:cxn>
                <a:cxn ang="0">
                  <a:pos x="136" y="143"/>
                </a:cxn>
                <a:cxn ang="0">
                  <a:pos x="160" y="124"/>
                </a:cxn>
                <a:cxn ang="0">
                  <a:pos x="174" y="112"/>
                </a:cxn>
                <a:cxn ang="0">
                  <a:pos x="224" y="83"/>
                </a:cxn>
                <a:cxn ang="0">
                  <a:pos x="241" y="73"/>
                </a:cxn>
                <a:cxn ang="0">
                  <a:pos x="259" y="63"/>
                </a:cxn>
                <a:cxn ang="0">
                  <a:pos x="305" y="32"/>
                </a:cxn>
                <a:cxn ang="0">
                  <a:pos x="345" y="3"/>
                </a:cxn>
                <a:cxn ang="0">
                  <a:pos x="354" y="0"/>
                </a:cxn>
                <a:cxn ang="0">
                  <a:pos x="359" y="1"/>
                </a:cxn>
                <a:cxn ang="0">
                  <a:pos x="366" y="8"/>
                </a:cxn>
                <a:cxn ang="0">
                  <a:pos x="368" y="12"/>
                </a:cxn>
                <a:cxn ang="0">
                  <a:pos x="369" y="22"/>
                </a:cxn>
                <a:cxn ang="0">
                  <a:pos x="367" y="29"/>
                </a:cxn>
                <a:cxn ang="0">
                  <a:pos x="362" y="35"/>
                </a:cxn>
                <a:cxn ang="0">
                  <a:pos x="339" y="51"/>
                </a:cxn>
                <a:cxn ang="0">
                  <a:pos x="270" y="96"/>
                </a:cxn>
                <a:cxn ang="0">
                  <a:pos x="240" y="115"/>
                </a:cxn>
                <a:cxn ang="0">
                  <a:pos x="180" y="157"/>
                </a:cxn>
                <a:cxn ang="0">
                  <a:pos x="151" y="179"/>
                </a:cxn>
                <a:cxn ang="0">
                  <a:pos x="109" y="218"/>
                </a:cxn>
                <a:cxn ang="0">
                  <a:pos x="78" y="252"/>
                </a:cxn>
                <a:cxn ang="0">
                  <a:pos x="69" y="264"/>
                </a:cxn>
                <a:cxn ang="0">
                  <a:pos x="47" y="290"/>
                </a:cxn>
                <a:cxn ang="0">
                  <a:pos x="35" y="300"/>
                </a:cxn>
                <a:cxn ang="0">
                  <a:pos x="21" y="306"/>
                </a:cxn>
                <a:cxn ang="0">
                  <a:pos x="15" y="307"/>
                </a:cxn>
              </a:cxnLst>
              <a:rect l="0" t="0" r="r" b="b"/>
              <a:pathLst>
                <a:path w="369" h="307">
                  <a:moveTo>
                    <a:pt x="15" y="307"/>
                  </a:moveTo>
                  <a:lnTo>
                    <a:pt x="15" y="307"/>
                  </a:lnTo>
                  <a:lnTo>
                    <a:pt x="12" y="307"/>
                  </a:lnTo>
                  <a:lnTo>
                    <a:pt x="9" y="306"/>
                  </a:lnTo>
                  <a:lnTo>
                    <a:pt x="5" y="303"/>
                  </a:lnTo>
                  <a:lnTo>
                    <a:pt x="2" y="298"/>
                  </a:lnTo>
                  <a:lnTo>
                    <a:pt x="0" y="293"/>
                  </a:lnTo>
                  <a:lnTo>
                    <a:pt x="0" y="293"/>
                  </a:lnTo>
                  <a:lnTo>
                    <a:pt x="0" y="287"/>
                  </a:lnTo>
                  <a:lnTo>
                    <a:pt x="2" y="281"/>
                  </a:lnTo>
                  <a:lnTo>
                    <a:pt x="4" y="277"/>
                  </a:lnTo>
                  <a:lnTo>
                    <a:pt x="6" y="275"/>
                  </a:lnTo>
                  <a:lnTo>
                    <a:pt x="9" y="273"/>
                  </a:lnTo>
                  <a:lnTo>
                    <a:pt x="12" y="272"/>
                  </a:lnTo>
                  <a:lnTo>
                    <a:pt x="12" y="272"/>
                  </a:lnTo>
                  <a:lnTo>
                    <a:pt x="18" y="269"/>
                  </a:lnTo>
                  <a:lnTo>
                    <a:pt x="24" y="265"/>
                  </a:lnTo>
                  <a:lnTo>
                    <a:pt x="30" y="259"/>
                  </a:lnTo>
                  <a:lnTo>
                    <a:pt x="36" y="253"/>
                  </a:lnTo>
                  <a:lnTo>
                    <a:pt x="48" y="238"/>
                  </a:lnTo>
                  <a:lnTo>
                    <a:pt x="59" y="222"/>
                  </a:lnTo>
                  <a:lnTo>
                    <a:pt x="59" y="222"/>
                  </a:lnTo>
                  <a:lnTo>
                    <a:pt x="68" y="210"/>
                  </a:lnTo>
                  <a:lnTo>
                    <a:pt x="75" y="201"/>
                  </a:lnTo>
                  <a:lnTo>
                    <a:pt x="75" y="201"/>
                  </a:lnTo>
                  <a:lnTo>
                    <a:pt x="94" y="180"/>
                  </a:lnTo>
                  <a:lnTo>
                    <a:pt x="114" y="162"/>
                  </a:lnTo>
                  <a:lnTo>
                    <a:pt x="136" y="143"/>
                  </a:lnTo>
                  <a:lnTo>
                    <a:pt x="157" y="126"/>
                  </a:lnTo>
                  <a:lnTo>
                    <a:pt x="160" y="124"/>
                  </a:lnTo>
                  <a:lnTo>
                    <a:pt x="160" y="124"/>
                  </a:lnTo>
                  <a:lnTo>
                    <a:pt x="174" y="112"/>
                  </a:lnTo>
                  <a:lnTo>
                    <a:pt x="190" y="102"/>
                  </a:lnTo>
                  <a:lnTo>
                    <a:pt x="224" y="83"/>
                  </a:lnTo>
                  <a:lnTo>
                    <a:pt x="224" y="83"/>
                  </a:lnTo>
                  <a:lnTo>
                    <a:pt x="241" y="73"/>
                  </a:lnTo>
                  <a:lnTo>
                    <a:pt x="259" y="63"/>
                  </a:lnTo>
                  <a:lnTo>
                    <a:pt x="259" y="63"/>
                  </a:lnTo>
                  <a:lnTo>
                    <a:pt x="283" y="47"/>
                  </a:lnTo>
                  <a:lnTo>
                    <a:pt x="305" y="32"/>
                  </a:lnTo>
                  <a:lnTo>
                    <a:pt x="345" y="3"/>
                  </a:lnTo>
                  <a:lnTo>
                    <a:pt x="345" y="3"/>
                  </a:lnTo>
                  <a:lnTo>
                    <a:pt x="350" y="1"/>
                  </a:lnTo>
                  <a:lnTo>
                    <a:pt x="354" y="0"/>
                  </a:lnTo>
                  <a:lnTo>
                    <a:pt x="354" y="0"/>
                  </a:lnTo>
                  <a:lnTo>
                    <a:pt x="359" y="1"/>
                  </a:lnTo>
                  <a:lnTo>
                    <a:pt x="363" y="4"/>
                  </a:lnTo>
                  <a:lnTo>
                    <a:pt x="366" y="8"/>
                  </a:lnTo>
                  <a:lnTo>
                    <a:pt x="368" y="12"/>
                  </a:lnTo>
                  <a:lnTo>
                    <a:pt x="368" y="12"/>
                  </a:lnTo>
                  <a:lnTo>
                    <a:pt x="369" y="16"/>
                  </a:lnTo>
                  <a:lnTo>
                    <a:pt x="369" y="22"/>
                  </a:lnTo>
                  <a:lnTo>
                    <a:pt x="369" y="25"/>
                  </a:lnTo>
                  <a:lnTo>
                    <a:pt x="367" y="29"/>
                  </a:lnTo>
                  <a:lnTo>
                    <a:pt x="365" y="32"/>
                  </a:lnTo>
                  <a:lnTo>
                    <a:pt x="362" y="35"/>
                  </a:lnTo>
                  <a:lnTo>
                    <a:pt x="362" y="35"/>
                  </a:lnTo>
                  <a:lnTo>
                    <a:pt x="339" y="51"/>
                  </a:lnTo>
                  <a:lnTo>
                    <a:pt x="317" y="67"/>
                  </a:lnTo>
                  <a:lnTo>
                    <a:pt x="270" y="96"/>
                  </a:lnTo>
                  <a:lnTo>
                    <a:pt x="270" y="96"/>
                  </a:lnTo>
                  <a:lnTo>
                    <a:pt x="240" y="115"/>
                  </a:lnTo>
                  <a:lnTo>
                    <a:pt x="210" y="135"/>
                  </a:lnTo>
                  <a:lnTo>
                    <a:pt x="180" y="157"/>
                  </a:lnTo>
                  <a:lnTo>
                    <a:pt x="151" y="179"/>
                  </a:lnTo>
                  <a:lnTo>
                    <a:pt x="151" y="179"/>
                  </a:lnTo>
                  <a:lnTo>
                    <a:pt x="131" y="198"/>
                  </a:lnTo>
                  <a:lnTo>
                    <a:pt x="109" y="218"/>
                  </a:lnTo>
                  <a:lnTo>
                    <a:pt x="88" y="239"/>
                  </a:lnTo>
                  <a:lnTo>
                    <a:pt x="78" y="252"/>
                  </a:lnTo>
                  <a:lnTo>
                    <a:pt x="69" y="264"/>
                  </a:lnTo>
                  <a:lnTo>
                    <a:pt x="69" y="264"/>
                  </a:lnTo>
                  <a:lnTo>
                    <a:pt x="59" y="277"/>
                  </a:lnTo>
                  <a:lnTo>
                    <a:pt x="47" y="290"/>
                  </a:lnTo>
                  <a:lnTo>
                    <a:pt x="42" y="295"/>
                  </a:lnTo>
                  <a:lnTo>
                    <a:pt x="35" y="300"/>
                  </a:lnTo>
                  <a:lnTo>
                    <a:pt x="29" y="304"/>
                  </a:lnTo>
                  <a:lnTo>
                    <a:pt x="21" y="306"/>
                  </a:lnTo>
                  <a:lnTo>
                    <a:pt x="21" y="306"/>
                  </a:lnTo>
                  <a:lnTo>
                    <a:pt x="15" y="307"/>
                  </a:lnTo>
                  <a:lnTo>
                    <a:pt x="15" y="307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92" name="Freeform 208"/>
            <p:cNvSpPr/>
            <p:nvPr>
              <p:custDataLst>
                <p:tags r:id="rId46"/>
              </p:custDataLst>
            </p:nvPr>
          </p:nvSpPr>
          <p:spPr bwMode="auto">
            <a:xfrm>
              <a:off x="4284663" y="2282825"/>
              <a:ext cx="195263" cy="171450"/>
            </a:xfrm>
            <a:custGeom>
              <a:avLst/>
              <a:gdLst/>
              <a:ahLst/>
              <a:cxnLst>
                <a:cxn ang="0">
                  <a:pos x="15" y="323"/>
                </a:cxn>
                <a:cxn ang="0">
                  <a:pos x="6" y="319"/>
                </a:cxn>
                <a:cxn ang="0">
                  <a:pos x="1" y="309"/>
                </a:cxn>
                <a:cxn ang="0">
                  <a:pos x="0" y="306"/>
                </a:cxn>
                <a:cxn ang="0">
                  <a:pos x="0" y="297"/>
                </a:cxn>
                <a:cxn ang="0">
                  <a:pos x="4" y="290"/>
                </a:cxn>
                <a:cxn ang="0">
                  <a:pos x="7" y="287"/>
                </a:cxn>
                <a:cxn ang="0">
                  <a:pos x="15" y="277"/>
                </a:cxn>
                <a:cxn ang="0">
                  <a:pos x="20" y="266"/>
                </a:cxn>
                <a:cxn ang="0">
                  <a:pos x="29" y="253"/>
                </a:cxn>
                <a:cxn ang="0">
                  <a:pos x="48" y="230"/>
                </a:cxn>
                <a:cxn ang="0">
                  <a:pos x="68" y="211"/>
                </a:cxn>
                <a:cxn ang="0">
                  <a:pos x="94" y="190"/>
                </a:cxn>
                <a:cxn ang="0">
                  <a:pos x="126" y="162"/>
                </a:cxn>
                <a:cxn ang="0">
                  <a:pos x="159" y="135"/>
                </a:cxn>
                <a:cxn ang="0">
                  <a:pos x="187" y="111"/>
                </a:cxn>
                <a:cxn ang="0">
                  <a:pos x="236" y="73"/>
                </a:cxn>
                <a:cxn ang="0">
                  <a:pos x="254" y="61"/>
                </a:cxn>
                <a:cxn ang="0">
                  <a:pos x="311" y="23"/>
                </a:cxn>
                <a:cxn ang="0">
                  <a:pos x="344" y="3"/>
                </a:cxn>
                <a:cxn ang="0">
                  <a:pos x="348" y="1"/>
                </a:cxn>
                <a:cxn ang="0">
                  <a:pos x="352" y="0"/>
                </a:cxn>
                <a:cxn ang="0">
                  <a:pos x="358" y="2"/>
                </a:cxn>
                <a:cxn ang="0">
                  <a:pos x="366" y="9"/>
                </a:cxn>
                <a:cxn ang="0">
                  <a:pos x="368" y="14"/>
                </a:cxn>
                <a:cxn ang="0">
                  <a:pos x="369" y="22"/>
                </a:cxn>
                <a:cxn ang="0">
                  <a:pos x="366" y="29"/>
                </a:cxn>
                <a:cxn ang="0">
                  <a:pos x="361" y="35"/>
                </a:cxn>
                <a:cxn ang="0">
                  <a:pos x="325" y="57"/>
                </a:cxn>
                <a:cxn ang="0">
                  <a:pos x="271" y="92"/>
                </a:cxn>
                <a:cxn ang="0">
                  <a:pos x="250" y="107"/>
                </a:cxn>
                <a:cxn ang="0">
                  <a:pos x="190" y="157"/>
                </a:cxn>
                <a:cxn ang="0">
                  <a:pos x="164" y="179"/>
                </a:cxn>
                <a:cxn ang="0">
                  <a:pos x="134" y="203"/>
                </a:cxn>
                <a:cxn ang="0">
                  <a:pos x="102" y="229"/>
                </a:cxn>
                <a:cxn ang="0">
                  <a:pos x="72" y="258"/>
                </a:cxn>
                <a:cxn ang="0">
                  <a:pos x="66" y="264"/>
                </a:cxn>
                <a:cxn ang="0">
                  <a:pos x="51" y="286"/>
                </a:cxn>
                <a:cxn ang="0">
                  <a:pos x="46" y="295"/>
                </a:cxn>
                <a:cxn ang="0">
                  <a:pos x="33" y="312"/>
                </a:cxn>
                <a:cxn ang="0">
                  <a:pos x="24" y="319"/>
                </a:cxn>
                <a:cxn ang="0">
                  <a:pos x="15" y="323"/>
                </a:cxn>
              </a:cxnLst>
              <a:rect l="0" t="0" r="r" b="b"/>
              <a:pathLst>
                <a:path w="369" h="323">
                  <a:moveTo>
                    <a:pt x="15" y="323"/>
                  </a:moveTo>
                  <a:lnTo>
                    <a:pt x="15" y="323"/>
                  </a:lnTo>
                  <a:lnTo>
                    <a:pt x="10" y="322"/>
                  </a:lnTo>
                  <a:lnTo>
                    <a:pt x="6" y="319"/>
                  </a:lnTo>
                  <a:lnTo>
                    <a:pt x="3" y="315"/>
                  </a:lnTo>
                  <a:lnTo>
                    <a:pt x="1" y="309"/>
                  </a:lnTo>
                  <a:lnTo>
                    <a:pt x="1" y="309"/>
                  </a:lnTo>
                  <a:lnTo>
                    <a:pt x="0" y="306"/>
                  </a:lnTo>
                  <a:lnTo>
                    <a:pt x="0" y="300"/>
                  </a:lnTo>
                  <a:lnTo>
                    <a:pt x="0" y="297"/>
                  </a:lnTo>
                  <a:lnTo>
                    <a:pt x="2" y="294"/>
                  </a:lnTo>
                  <a:lnTo>
                    <a:pt x="4" y="290"/>
                  </a:lnTo>
                  <a:lnTo>
                    <a:pt x="7" y="287"/>
                  </a:lnTo>
                  <a:lnTo>
                    <a:pt x="7" y="287"/>
                  </a:lnTo>
                  <a:lnTo>
                    <a:pt x="11" y="283"/>
                  </a:lnTo>
                  <a:lnTo>
                    <a:pt x="15" y="277"/>
                  </a:lnTo>
                  <a:lnTo>
                    <a:pt x="20" y="266"/>
                  </a:lnTo>
                  <a:lnTo>
                    <a:pt x="20" y="266"/>
                  </a:lnTo>
                  <a:lnTo>
                    <a:pt x="24" y="259"/>
                  </a:lnTo>
                  <a:lnTo>
                    <a:pt x="29" y="253"/>
                  </a:lnTo>
                  <a:lnTo>
                    <a:pt x="29" y="253"/>
                  </a:lnTo>
                  <a:lnTo>
                    <a:pt x="48" y="230"/>
                  </a:lnTo>
                  <a:lnTo>
                    <a:pt x="59" y="221"/>
                  </a:lnTo>
                  <a:lnTo>
                    <a:pt x="68" y="211"/>
                  </a:lnTo>
                  <a:lnTo>
                    <a:pt x="68" y="211"/>
                  </a:lnTo>
                  <a:lnTo>
                    <a:pt x="94" y="190"/>
                  </a:lnTo>
                  <a:lnTo>
                    <a:pt x="94" y="190"/>
                  </a:lnTo>
                  <a:lnTo>
                    <a:pt x="126" y="162"/>
                  </a:lnTo>
                  <a:lnTo>
                    <a:pt x="159" y="135"/>
                  </a:lnTo>
                  <a:lnTo>
                    <a:pt x="159" y="135"/>
                  </a:lnTo>
                  <a:lnTo>
                    <a:pt x="187" y="111"/>
                  </a:lnTo>
                  <a:lnTo>
                    <a:pt x="187" y="111"/>
                  </a:lnTo>
                  <a:lnTo>
                    <a:pt x="220" y="85"/>
                  </a:lnTo>
                  <a:lnTo>
                    <a:pt x="236" y="73"/>
                  </a:lnTo>
                  <a:lnTo>
                    <a:pt x="254" y="61"/>
                  </a:lnTo>
                  <a:lnTo>
                    <a:pt x="254" y="61"/>
                  </a:lnTo>
                  <a:lnTo>
                    <a:pt x="282" y="41"/>
                  </a:lnTo>
                  <a:lnTo>
                    <a:pt x="311" y="23"/>
                  </a:lnTo>
                  <a:lnTo>
                    <a:pt x="311" y="23"/>
                  </a:lnTo>
                  <a:lnTo>
                    <a:pt x="344" y="3"/>
                  </a:lnTo>
                  <a:lnTo>
                    <a:pt x="344" y="3"/>
                  </a:lnTo>
                  <a:lnTo>
                    <a:pt x="348" y="1"/>
                  </a:lnTo>
                  <a:lnTo>
                    <a:pt x="352" y="0"/>
                  </a:lnTo>
                  <a:lnTo>
                    <a:pt x="352" y="0"/>
                  </a:lnTo>
                  <a:lnTo>
                    <a:pt x="355" y="1"/>
                  </a:lnTo>
                  <a:lnTo>
                    <a:pt x="358" y="2"/>
                  </a:lnTo>
                  <a:lnTo>
                    <a:pt x="363" y="5"/>
                  </a:lnTo>
                  <a:lnTo>
                    <a:pt x="366" y="9"/>
                  </a:lnTo>
                  <a:lnTo>
                    <a:pt x="368" y="14"/>
                  </a:lnTo>
                  <a:lnTo>
                    <a:pt x="368" y="14"/>
                  </a:lnTo>
                  <a:lnTo>
                    <a:pt x="369" y="17"/>
                  </a:lnTo>
                  <a:lnTo>
                    <a:pt x="369" y="22"/>
                  </a:lnTo>
                  <a:lnTo>
                    <a:pt x="368" y="25"/>
                  </a:lnTo>
                  <a:lnTo>
                    <a:pt x="366" y="29"/>
                  </a:lnTo>
                  <a:lnTo>
                    <a:pt x="364" y="32"/>
                  </a:lnTo>
                  <a:lnTo>
                    <a:pt x="361" y="35"/>
                  </a:lnTo>
                  <a:lnTo>
                    <a:pt x="361" y="35"/>
                  </a:lnTo>
                  <a:lnTo>
                    <a:pt x="325" y="57"/>
                  </a:lnTo>
                  <a:lnTo>
                    <a:pt x="325" y="57"/>
                  </a:lnTo>
                  <a:lnTo>
                    <a:pt x="271" y="92"/>
                  </a:lnTo>
                  <a:lnTo>
                    <a:pt x="271" y="92"/>
                  </a:lnTo>
                  <a:lnTo>
                    <a:pt x="250" y="107"/>
                  </a:lnTo>
                  <a:lnTo>
                    <a:pt x="229" y="123"/>
                  </a:lnTo>
                  <a:lnTo>
                    <a:pt x="190" y="157"/>
                  </a:lnTo>
                  <a:lnTo>
                    <a:pt x="190" y="157"/>
                  </a:lnTo>
                  <a:lnTo>
                    <a:pt x="164" y="179"/>
                  </a:lnTo>
                  <a:lnTo>
                    <a:pt x="164" y="179"/>
                  </a:lnTo>
                  <a:lnTo>
                    <a:pt x="134" y="203"/>
                  </a:lnTo>
                  <a:lnTo>
                    <a:pt x="134" y="203"/>
                  </a:lnTo>
                  <a:lnTo>
                    <a:pt x="102" y="229"/>
                  </a:lnTo>
                  <a:lnTo>
                    <a:pt x="86" y="242"/>
                  </a:lnTo>
                  <a:lnTo>
                    <a:pt x="72" y="258"/>
                  </a:lnTo>
                  <a:lnTo>
                    <a:pt x="72" y="258"/>
                  </a:lnTo>
                  <a:lnTo>
                    <a:pt x="66" y="264"/>
                  </a:lnTo>
                  <a:lnTo>
                    <a:pt x="61" y="271"/>
                  </a:lnTo>
                  <a:lnTo>
                    <a:pt x="51" y="286"/>
                  </a:lnTo>
                  <a:lnTo>
                    <a:pt x="51" y="286"/>
                  </a:lnTo>
                  <a:lnTo>
                    <a:pt x="46" y="295"/>
                  </a:lnTo>
                  <a:lnTo>
                    <a:pt x="40" y="303"/>
                  </a:lnTo>
                  <a:lnTo>
                    <a:pt x="33" y="312"/>
                  </a:lnTo>
                  <a:lnTo>
                    <a:pt x="24" y="319"/>
                  </a:lnTo>
                  <a:lnTo>
                    <a:pt x="24" y="319"/>
                  </a:lnTo>
                  <a:lnTo>
                    <a:pt x="19" y="322"/>
                  </a:lnTo>
                  <a:lnTo>
                    <a:pt x="15" y="323"/>
                  </a:lnTo>
                  <a:lnTo>
                    <a:pt x="15" y="32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93" name="Freeform 209"/>
            <p:cNvSpPr/>
            <p:nvPr>
              <p:custDataLst>
                <p:tags r:id="rId47"/>
              </p:custDataLst>
            </p:nvPr>
          </p:nvSpPr>
          <p:spPr bwMode="auto">
            <a:xfrm>
              <a:off x="4446588" y="2346325"/>
              <a:ext cx="285750" cy="307975"/>
            </a:xfrm>
            <a:custGeom>
              <a:avLst/>
              <a:gdLst/>
              <a:ahLst/>
              <a:cxnLst>
                <a:cxn ang="0">
                  <a:pos x="524" y="583"/>
                </a:cxn>
                <a:cxn ang="0">
                  <a:pos x="515" y="580"/>
                </a:cxn>
                <a:cxn ang="0">
                  <a:pos x="501" y="571"/>
                </a:cxn>
                <a:cxn ang="0">
                  <a:pos x="476" y="549"/>
                </a:cxn>
                <a:cxn ang="0">
                  <a:pos x="437" y="513"/>
                </a:cxn>
                <a:cxn ang="0">
                  <a:pos x="414" y="488"/>
                </a:cxn>
                <a:cxn ang="0">
                  <a:pos x="388" y="460"/>
                </a:cxn>
                <a:cxn ang="0">
                  <a:pos x="339" y="409"/>
                </a:cxn>
                <a:cxn ang="0">
                  <a:pos x="300" y="361"/>
                </a:cxn>
                <a:cxn ang="0">
                  <a:pos x="288" y="344"/>
                </a:cxn>
                <a:cxn ang="0">
                  <a:pos x="246" y="293"/>
                </a:cxn>
                <a:cxn ang="0">
                  <a:pos x="202" y="245"/>
                </a:cxn>
                <a:cxn ang="0">
                  <a:pos x="167" y="208"/>
                </a:cxn>
                <a:cxn ang="0">
                  <a:pos x="134" y="170"/>
                </a:cxn>
                <a:cxn ang="0">
                  <a:pos x="121" y="153"/>
                </a:cxn>
                <a:cxn ang="0">
                  <a:pos x="95" y="121"/>
                </a:cxn>
                <a:cxn ang="0">
                  <a:pos x="54" y="76"/>
                </a:cxn>
                <a:cxn ang="0">
                  <a:pos x="24" y="48"/>
                </a:cxn>
                <a:cxn ang="0">
                  <a:pos x="8" y="36"/>
                </a:cxn>
                <a:cxn ang="0">
                  <a:pos x="3" y="29"/>
                </a:cxn>
                <a:cxn ang="0">
                  <a:pos x="0" y="22"/>
                </a:cxn>
                <a:cxn ang="0">
                  <a:pos x="1" y="13"/>
                </a:cxn>
                <a:cxn ang="0">
                  <a:pos x="4" y="8"/>
                </a:cxn>
                <a:cxn ang="0">
                  <a:pos x="12" y="1"/>
                </a:cxn>
                <a:cxn ang="0">
                  <a:pos x="16" y="0"/>
                </a:cxn>
                <a:cxn ang="0">
                  <a:pos x="25" y="3"/>
                </a:cxn>
                <a:cxn ang="0">
                  <a:pos x="41" y="15"/>
                </a:cxn>
                <a:cxn ang="0">
                  <a:pos x="70" y="41"/>
                </a:cxn>
                <a:cxn ang="0">
                  <a:pos x="110" y="84"/>
                </a:cxn>
                <a:cxn ang="0">
                  <a:pos x="136" y="115"/>
                </a:cxn>
                <a:cxn ang="0">
                  <a:pos x="206" y="198"/>
                </a:cxn>
                <a:cxn ang="0">
                  <a:pos x="290" y="291"/>
                </a:cxn>
                <a:cxn ang="0">
                  <a:pos x="303" y="306"/>
                </a:cxn>
                <a:cxn ang="0">
                  <a:pos x="341" y="353"/>
                </a:cxn>
                <a:cxn ang="0">
                  <a:pos x="371" y="390"/>
                </a:cxn>
                <a:cxn ang="0">
                  <a:pos x="403" y="425"/>
                </a:cxn>
                <a:cxn ang="0">
                  <a:pos x="433" y="457"/>
                </a:cxn>
                <a:cxn ang="0">
                  <a:pos x="457" y="482"/>
                </a:cxn>
                <a:cxn ang="0">
                  <a:pos x="493" y="518"/>
                </a:cxn>
                <a:cxn ang="0">
                  <a:pos x="519" y="540"/>
                </a:cxn>
                <a:cxn ang="0">
                  <a:pos x="532" y="549"/>
                </a:cxn>
                <a:cxn ang="0">
                  <a:pos x="539" y="554"/>
                </a:cxn>
                <a:cxn ang="0">
                  <a:pos x="541" y="560"/>
                </a:cxn>
                <a:cxn ang="0">
                  <a:pos x="541" y="570"/>
                </a:cxn>
                <a:cxn ang="0">
                  <a:pos x="539" y="575"/>
                </a:cxn>
                <a:cxn ang="0">
                  <a:pos x="530" y="582"/>
                </a:cxn>
                <a:cxn ang="0">
                  <a:pos x="524" y="583"/>
                </a:cxn>
              </a:cxnLst>
              <a:rect l="0" t="0" r="r" b="b"/>
              <a:pathLst>
                <a:path w="541" h="583">
                  <a:moveTo>
                    <a:pt x="524" y="583"/>
                  </a:moveTo>
                  <a:lnTo>
                    <a:pt x="524" y="583"/>
                  </a:lnTo>
                  <a:lnTo>
                    <a:pt x="520" y="582"/>
                  </a:lnTo>
                  <a:lnTo>
                    <a:pt x="515" y="580"/>
                  </a:lnTo>
                  <a:lnTo>
                    <a:pt x="515" y="580"/>
                  </a:lnTo>
                  <a:lnTo>
                    <a:pt x="501" y="571"/>
                  </a:lnTo>
                  <a:lnTo>
                    <a:pt x="488" y="560"/>
                  </a:lnTo>
                  <a:lnTo>
                    <a:pt x="476" y="549"/>
                  </a:lnTo>
                  <a:lnTo>
                    <a:pt x="462" y="538"/>
                  </a:lnTo>
                  <a:lnTo>
                    <a:pt x="437" y="513"/>
                  </a:lnTo>
                  <a:lnTo>
                    <a:pt x="414" y="488"/>
                  </a:lnTo>
                  <a:lnTo>
                    <a:pt x="414" y="488"/>
                  </a:lnTo>
                  <a:lnTo>
                    <a:pt x="388" y="460"/>
                  </a:lnTo>
                  <a:lnTo>
                    <a:pt x="388" y="460"/>
                  </a:lnTo>
                  <a:lnTo>
                    <a:pt x="365" y="437"/>
                  </a:lnTo>
                  <a:lnTo>
                    <a:pt x="339" y="409"/>
                  </a:lnTo>
                  <a:lnTo>
                    <a:pt x="313" y="377"/>
                  </a:lnTo>
                  <a:lnTo>
                    <a:pt x="300" y="361"/>
                  </a:lnTo>
                  <a:lnTo>
                    <a:pt x="288" y="344"/>
                  </a:lnTo>
                  <a:lnTo>
                    <a:pt x="288" y="344"/>
                  </a:lnTo>
                  <a:lnTo>
                    <a:pt x="268" y="319"/>
                  </a:lnTo>
                  <a:lnTo>
                    <a:pt x="246" y="293"/>
                  </a:lnTo>
                  <a:lnTo>
                    <a:pt x="224" y="269"/>
                  </a:lnTo>
                  <a:lnTo>
                    <a:pt x="202" y="245"/>
                  </a:lnTo>
                  <a:lnTo>
                    <a:pt x="202" y="245"/>
                  </a:lnTo>
                  <a:lnTo>
                    <a:pt x="167" y="208"/>
                  </a:lnTo>
                  <a:lnTo>
                    <a:pt x="150" y="189"/>
                  </a:lnTo>
                  <a:lnTo>
                    <a:pt x="134" y="170"/>
                  </a:lnTo>
                  <a:lnTo>
                    <a:pt x="134" y="170"/>
                  </a:lnTo>
                  <a:lnTo>
                    <a:pt x="121" y="153"/>
                  </a:lnTo>
                  <a:lnTo>
                    <a:pt x="121" y="153"/>
                  </a:lnTo>
                  <a:lnTo>
                    <a:pt x="95" y="121"/>
                  </a:lnTo>
                  <a:lnTo>
                    <a:pt x="69" y="90"/>
                  </a:lnTo>
                  <a:lnTo>
                    <a:pt x="54" y="76"/>
                  </a:lnTo>
                  <a:lnTo>
                    <a:pt x="40" y="61"/>
                  </a:lnTo>
                  <a:lnTo>
                    <a:pt x="24" y="48"/>
                  </a:lnTo>
                  <a:lnTo>
                    <a:pt x="8" y="36"/>
                  </a:lnTo>
                  <a:lnTo>
                    <a:pt x="8" y="36"/>
                  </a:lnTo>
                  <a:lnTo>
                    <a:pt x="5" y="32"/>
                  </a:lnTo>
                  <a:lnTo>
                    <a:pt x="3" y="29"/>
                  </a:lnTo>
                  <a:lnTo>
                    <a:pt x="0" y="25"/>
                  </a:lnTo>
                  <a:lnTo>
                    <a:pt x="0" y="22"/>
                  </a:lnTo>
                  <a:lnTo>
                    <a:pt x="0" y="17"/>
                  </a:lnTo>
                  <a:lnTo>
                    <a:pt x="1" y="13"/>
                  </a:lnTo>
                  <a:lnTo>
                    <a:pt x="1" y="13"/>
                  </a:lnTo>
                  <a:lnTo>
                    <a:pt x="4" y="8"/>
                  </a:lnTo>
                  <a:lnTo>
                    <a:pt x="7" y="3"/>
                  </a:lnTo>
                  <a:lnTo>
                    <a:pt x="12" y="1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21" y="0"/>
                  </a:lnTo>
                  <a:lnTo>
                    <a:pt x="25" y="3"/>
                  </a:lnTo>
                  <a:lnTo>
                    <a:pt x="25" y="3"/>
                  </a:lnTo>
                  <a:lnTo>
                    <a:pt x="41" y="15"/>
                  </a:lnTo>
                  <a:lnTo>
                    <a:pt x="55" y="28"/>
                  </a:lnTo>
                  <a:lnTo>
                    <a:pt x="70" y="41"/>
                  </a:lnTo>
                  <a:lnTo>
                    <a:pt x="83" y="55"/>
                  </a:lnTo>
                  <a:lnTo>
                    <a:pt x="110" y="84"/>
                  </a:lnTo>
                  <a:lnTo>
                    <a:pt x="136" y="115"/>
                  </a:lnTo>
                  <a:lnTo>
                    <a:pt x="136" y="115"/>
                  </a:lnTo>
                  <a:lnTo>
                    <a:pt x="170" y="156"/>
                  </a:lnTo>
                  <a:lnTo>
                    <a:pt x="206" y="198"/>
                  </a:lnTo>
                  <a:lnTo>
                    <a:pt x="246" y="242"/>
                  </a:lnTo>
                  <a:lnTo>
                    <a:pt x="290" y="291"/>
                  </a:lnTo>
                  <a:lnTo>
                    <a:pt x="290" y="291"/>
                  </a:lnTo>
                  <a:lnTo>
                    <a:pt x="303" y="306"/>
                  </a:lnTo>
                  <a:lnTo>
                    <a:pt x="317" y="322"/>
                  </a:lnTo>
                  <a:lnTo>
                    <a:pt x="341" y="353"/>
                  </a:lnTo>
                  <a:lnTo>
                    <a:pt x="341" y="353"/>
                  </a:lnTo>
                  <a:lnTo>
                    <a:pt x="371" y="390"/>
                  </a:lnTo>
                  <a:lnTo>
                    <a:pt x="387" y="407"/>
                  </a:lnTo>
                  <a:lnTo>
                    <a:pt x="403" y="425"/>
                  </a:lnTo>
                  <a:lnTo>
                    <a:pt x="403" y="425"/>
                  </a:lnTo>
                  <a:lnTo>
                    <a:pt x="433" y="457"/>
                  </a:lnTo>
                  <a:lnTo>
                    <a:pt x="433" y="457"/>
                  </a:lnTo>
                  <a:lnTo>
                    <a:pt x="457" y="482"/>
                  </a:lnTo>
                  <a:lnTo>
                    <a:pt x="481" y="507"/>
                  </a:lnTo>
                  <a:lnTo>
                    <a:pt x="493" y="518"/>
                  </a:lnTo>
                  <a:lnTo>
                    <a:pt x="507" y="529"/>
                  </a:lnTo>
                  <a:lnTo>
                    <a:pt x="519" y="540"/>
                  </a:lnTo>
                  <a:lnTo>
                    <a:pt x="532" y="549"/>
                  </a:lnTo>
                  <a:lnTo>
                    <a:pt x="532" y="549"/>
                  </a:lnTo>
                  <a:lnTo>
                    <a:pt x="537" y="552"/>
                  </a:lnTo>
                  <a:lnTo>
                    <a:pt x="539" y="554"/>
                  </a:lnTo>
                  <a:lnTo>
                    <a:pt x="540" y="557"/>
                  </a:lnTo>
                  <a:lnTo>
                    <a:pt x="541" y="560"/>
                  </a:lnTo>
                  <a:lnTo>
                    <a:pt x="541" y="565"/>
                  </a:lnTo>
                  <a:lnTo>
                    <a:pt x="541" y="570"/>
                  </a:lnTo>
                  <a:lnTo>
                    <a:pt x="541" y="570"/>
                  </a:lnTo>
                  <a:lnTo>
                    <a:pt x="539" y="575"/>
                  </a:lnTo>
                  <a:lnTo>
                    <a:pt x="534" y="579"/>
                  </a:lnTo>
                  <a:lnTo>
                    <a:pt x="530" y="582"/>
                  </a:lnTo>
                  <a:lnTo>
                    <a:pt x="527" y="583"/>
                  </a:lnTo>
                  <a:lnTo>
                    <a:pt x="524" y="583"/>
                  </a:lnTo>
                  <a:lnTo>
                    <a:pt x="524" y="58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94" name="Freeform 210"/>
            <p:cNvSpPr/>
            <p:nvPr>
              <p:custDataLst>
                <p:tags r:id="rId48"/>
              </p:custDataLst>
            </p:nvPr>
          </p:nvSpPr>
          <p:spPr bwMode="auto">
            <a:xfrm>
              <a:off x="4349750" y="2435225"/>
              <a:ext cx="273050" cy="288925"/>
            </a:xfrm>
            <a:custGeom>
              <a:avLst/>
              <a:gdLst/>
              <a:ahLst/>
              <a:cxnLst>
                <a:cxn ang="0">
                  <a:pos x="493" y="546"/>
                </a:cxn>
                <a:cxn ang="0">
                  <a:pos x="481" y="537"/>
                </a:cxn>
                <a:cxn ang="0">
                  <a:pos x="475" y="524"/>
                </a:cxn>
                <a:cxn ang="0">
                  <a:pos x="457" y="505"/>
                </a:cxn>
                <a:cxn ang="0">
                  <a:pos x="444" y="490"/>
                </a:cxn>
                <a:cxn ang="0">
                  <a:pos x="436" y="479"/>
                </a:cxn>
                <a:cxn ang="0">
                  <a:pos x="411" y="452"/>
                </a:cxn>
                <a:cxn ang="0">
                  <a:pos x="402" y="443"/>
                </a:cxn>
                <a:cxn ang="0">
                  <a:pos x="387" y="420"/>
                </a:cxn>
                <a:cxn ang="0">
                  <a:pos x="376" y="410"/>
                </a:cxn>
                <a:cxn ang="0">
                  <a:pos x="345" y="378"/>
                </a:cxn>
                <a:cxn ang="0">
                  <a:pos x="321" y="352"/>
                </a:cxn>
                <a:cxn ang="0">
                  <a:pos x="280" y="313"/>
                </a:cxn>
                <a:cxn ang="0">
                  <a:pos x="252" y="285"/>
                </a:cxn>
                <a:cxn ang="0">
                  <a:pos x="151" y="183"/>
                </a:cxn>
                <a:cxn ang="0">
                  <a:pos x="106" y="136"/>
                </a:cxn>
                <a:cxn ang="0">
                  <a:pos x="64" y="92"/>
                </a:cxn>
                <a:cxn ang="0">
                  <a:pos x="33" y="58"/>
                </a:cxn>
                <a:cxn ang="0">
                  <a:pos x="13" y="39"/>
                </a:cxn>
                <a:cxn ang="0">
                  <a:pos x="3" y="26"/>
                </a:cxn>
                <a:cxn ang="0">
                  <a:pos x="0" y="14"/>
                </a:cxn>
                <a:cxn ang="0">
                  <a:pos x="5" y="6"/>
                </a:cxn>
                <a:cxn ang="0">
                  <a:pos x="19" y="0"/>
                </a:cxn>
                <a:cxn ang="0">
                  <a:pos x="26" y="2"/>
                </a:cxn>
                <a:cxn ang="0">
                  <a:pos x="34" y="8"/>
                </a:cxn>
                <a:cxn ang="0">
                  <a:pos x="72" y="47"/>
                </a:cxn>
                <a:cxn ang="0">
                  <a:pos x="94" y="67"/>
                </a:cxn>
                <a:cxn ang="0">
                  <a:pos x="151" y="133"/>
                </a:cxn>
                <a:cxn ang="0">
                  <a:pos x="191" y="176"/>
                </a:cxn>
                <a:cxn ang="0">
                  <a:pos x="275" y="260"/>
                </a:cxn>
                <a:cxn ang="0">
                  <a:pos x="311" y="293"/>
                </a:cxn>
                <a:cxn ang="0">
                  <a:pos x="364" y="343"/>
                </a:cxn>
                <a:cxn ang="0">
                  <a:pos x="407" y="387"/>
                </a:cxn>
                <a:cxn ang="0">
                  <a:pos x="423" y="411"/>
                </a:cxn>
                <a:cxn ang="0">
                  <a:pos x="440" y="429"/>
                </a:cxn>
                <a:cxn ang="0">
                  <a:pos x="452" y="440"/>
                </a:cxn>
                <a:cxn ang="0">
                  <a:pos x="460" y="452"/>
                </a:cxn>
                <a:cxn ang="0">
                  <a:pos x="481" y="478"/>
                </a:cxn>
                <a:cxn ang="0">
                  <a:pos x="496" y="493"/>
                </a:cxn>
                <a:cxn ang="0">
                  <a:pos x="508" y="510"/>
                </a:cxn>
                <a:cxn ang="0">
                  <a:pos x="512" y="513"/>
                </a:cxn>
                <a:cxn ang="0">
                  <a:pos x="515" y="524"/>
                </a:cxn>
                <a:cxn ang="0">
                  <a:pos x="515" y="533"/>
                </a:cxn>
                <a:cxn ang="0">
                  <a:pos x="510" y="542"/>
                </a:cxn>
                <a:cxn ang="0">
                  <a:pos x="499" y="546"/>
                </a:cxn>
              </a:cxnLst>
              <a:rect l="0" t="0" r="r" b="b"/>
              <a:pathLst>
                <a:path w="515" h="546">
                  <a:moveTo>
                    <a:pt x="499" y="546"/>
                  </a:moveTo>
                  <a:lnTo>
                    <a:pt x="499" y="546"/>
                  </a:lnTo>
                  <a:lnTo>
                    <a:pt x="493" y="546"/>
                  </a:lnTo>
                  <a:lnTo>
                    <a:pt x="488" y="543"/>
                  </a:lnTo>
                  <a:lnTo>
                    <a:pt x="483" y="540"/>
                  </a:lnTo>
                  <a:lnTo>
                    <a:pt x="481" y="537"/>
                  </a:lnTo>
                  <a:lnTo>
                    <a:pt x="480" y="534"/>
                  </a:lnTo>
                  <a:lnTo>
                    <a:pt x="480" y="534"/>
                  </a:lnTo>
                  <a:lnTo>
                    <a:pt x="475" y="524"/>
                  </a:lnTo>
                  <a:lnTo>
                    <a:pt x="470" y="517"/>
                  </a:lnTo>
                  <a:lnTo>
                    <a:pt x="463" y="511"/>
                  </a:lnTo>
                  <a:lnTo>
                    <a:pt x="457" y="505"/>
                  </a:lnTo>
                  <a:lnTo>
                    <a:pt x="457" y="505"/>
                  </a:lnTo>
                  <a:lnTo>
                    <a:pt x="450" y="498"/>
                  </a:lnTo>
                  <a:lnTo>
                    <a:pt x="444" y="490"/>
                  </a:lnTo>
                  <a:lnTo>
                    <a:pt x="444" y="490"/>
                  </a:lnTo>
                  <a:lnTo>
                    <a:pt x="436" y="479"/>
                  </a:lnTo>
                  <a:lnTo>
                    <a:pt x="436" y="479"/>
                  </a:lnTo>
                  <a:lnTo>
                    <a:pt x="425" y="466"/>
                  </a:lnTo>
                  <a:lnTo>
                    <a:pt x="419" y="458"/>
                  </a:lnTo>
                  <a:lnTo>
                    <a:pt x="411" y="452"/>
                  </a:lnTo>
                  <a:lnTo>
                    <a:pt x="411" y="452"/>
                  </a:lnTo>
                  <a:lnTo>
                    <a:pt x="407" y="448"/>
                  </a:lnTo>
                  <a:lnTo>
                    <a:pt x="402" y="443"/>
                  </a:lnTo>
                  <a:lnTo>
                    <a:pt x="395" y="433"/>
                  </a:lnTo>
                  <a:lnTo>
                    <a:pt x="395" y="433"/>
                  </a:lnTo>
                  <a:lnTo>
                    <a:pt x="387" y="420"/>
                  </a:lnTo>
                  <a:lnTo>
                    <a:pt x="382" y="415"/>
                  </a:lnTo>
                  <a:lnTo>
                    <a:pt x="376" y="410"/>
                  </a:lnTo>
                  <a:lnTo>
                    <a:pt x="376" y="410"/>
                  </a:lnTo>
                  <a:lnTo>
                    <a:pt x="367" y="404"/>
                  </a:lnTo>
                  <a:lnTo>
                    <a:pt x="360" y="395"/>
                  </a:lnTo>
                  <a:lnTo>
                    <a:pt x="345" y="378"/>
                  </a:lnTo>
                  <a:lnTo>
                    <a:pt x="345" y="378"/>
                  </a:lnTo>
                  <a:lnTo>
                    <a:pt x="333" y="364"/>
                  </a:lnTo>
                  <a:lnTo>
                    <a:pt x="321" y="352"/>
                  </a:lnTo>
                  <a:lnTo>
                    <a:pt x="321" y="352"/>
                  </a:lnTo>
                  <a:lnTo>
                    <a:pt x="299" y="332"/>
                  </a:lnTo>
                  <a:lnTo>
                    <a:pt x="280" y="313"/>
                  </a:lnTo>
                  <a:lnTo>
                    <a:pt x="280" y="313"/>
                  </a:lnTo>
                  <a:lnTo>
                    <a:pt x="252" y="285"/>
                  </a:lnTo>
                  <a:lnTo>
                    <a:pt x="252" y="285"/>
                  </a:lnTo>
                  <a:lnTo>
                    <a:pt x="225" y="260"/>
                  </a:lnTo>
                  <a:lnTo>
                    <a:pt x="200" y="234"/>
                  </a:lnTo>
                  <a:lnTo>
                    <a:pt x="151" y="183"/>
                  </a:lnTo>
                  <a:lnTo>
                    <a:pt x="151" y="183"/>
                  </a:lnTo>
                  <a:lnTo>
                    <a:pt x="106" y="136"/>
                  </a:lnTo>
                  <a:lnTo>
                    <a:pt x="106" y="136"/>
                  </a:lnTo>
                  <a:lnTo>
                    <a:pt x="87" y="116"/>
                  </a:lnTo>
                  <a:lnTo>
                    <a:pt x="87" y="116"/>
                  </a:lnTo>
                  <a:lnTo>
                    <a:pt x="64" y="92"/>
                  </a:lnTo>
                  <a:lnTo>
                    <a:pt x="40" y="66"/>
                  </a:lnTo>
                  <a:lnTo>
                    <a:pt x="40" y="66"/>
                  </a:lnTo>
                  <a:lnTo>
                    <a:pt x="33" y="58"/>
                  </a:lnTo>
                  <a:lnTo>
                    <a:pt x="24" y="50"/>
                  </a:lnTo>
                  <a:lnTo>
                    <a:pt x="24" y="50"/>
                  </a:lnTo>
                  <a:lnTo>
                    <a:pt x="13" y="39"/>
                  </a:lnTo>
                  <a:lnTo>
                    <a:pt x="8" y="33"/>
                  </a:lnTo>
                  <a:lnTo>
                    <a:pt x="3" y="26"/>
                  </a:lnTo>
                  <a:lnTo>
                    <a:pt x="3" y="26"/>
                  </a:lnTo>
                  <a:lnTo>
                    <a:pt x="1" y="22"/>
                  </a:lnTo>
                  <a:lnTo>
                    <a:pt x="0" y="18"/>
                  </a:lnTo>
                  <a:lnTo>
                    <a:pt x="0" y="14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5" y="6"/>
                  </a:lnTo>
                  <a:lnTo>
                    <a:pt x="9" y="3"/>
                  </a:lnTo>
                  <a:lnTo>
                    <a:pt x="14" y="1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22" y="1"/>
                  </a:lnTo>
                  <a:lnTo>
                    <a:pt x="26" y="2"/>
                  </a:lnTo>
                  <a:lnTo>
                    <a:pt x="31" y="4"/>
                  </a:lnTo>
                  <a:lnTo>
                    <a:pt x="34" y="8"/>
                  </a:lnTo>
                  <a:lnTo>
                    <a:pt x="34" y="8"/>
                  </a:lnTo>
                  <a:lnTo>
                    <a:pt x="42" y="18"/>
                  </a:lnTo>
                  <a:lnTo>
                    <a:pt x="51" y="29"/>
                  </a:lnTo>
                  <a:lnTo>
                    <a:pt x="72" y="47"/>
                  </a:lnTo>
                  <a:lnTo>
                    <a:pt x="72" y="47"/>
                  </a:lnTo>
                  <a:lnTo>
                    <a:pt x="83" y="57"/>
                  </a:lnTo>
                  <a:lnTo>
                    <a:pt x="94" y="67"/>
                  </a:lnTo>
                  <a:lnTo>
                    <a:pt x="94" y="67"/>
                  </a:lnTo>
                  <a:lnTo>
                    <a:pt x="124" y="100"/>
                  </a:lnTo>
                  <a:lnTo>
                    <a:pt x="151" y="133"/>
                  </a:lnTo>
                  <a:lnTo>
                    <a:pt x="164" y="146"/>
                  </a:lnTo>
                  <a:lnTo>
                    <a:pt x="164" y="146"/>
                  </a:lnTo>
                  <a:lnTo>
                    <a:pt x="191" y="176"/>
                  </a:lnTo>
                  <a:lnTo>
                    <a:pt x="219" y="205"/>
                  </a:lnTo>
                  <a:lnTo>
                    <a:pt x="247" y="232"/>
                  </a:lnTo>
                  <a:lnTo>
                    <a:pt x="275" y="260"/>
                  </a:lnTo>
                  <a:lnTo>
                    <a:pt x="275" y="260"/>
                  </a:lnTo>
                  <a:lnTo>
                    <a:pt x="311" y="293"/>
                  </a:lnTo>
                  <a:lnTo>
                    <a:pt x="311" y="293"/>
                  </a:lnTo>
                  <a:lnTo>
                    <a:pt x="342" y="321"/>
                  </a:lnTo>
                  <a:lnTo>
                    <a:pt x="342" y="321"/>
                  </a:lnTo>
                  <a:lnTo>
                    <a:pt x="364" y="343"/>
                  </a:lnTo>
                  <a:lnTo>
                    <a:pt x="386" y="363"/>
                  </a:lnTo>
                  <a:lnTo>
                    <a:pt x="396" y="375"/>
                  </a:lnTo>
                  <a:lnTo>
                    <a:pt x="407" y="387"/>
                  </a:lnTo>
                  <a:lnTo>
                    <a:pt x="415" y="398"/>
                  </a:lnTo>
                  <a:lnTo>
                    <a:pt x="423" y="411"/>
                  </a:lnTo>
                  <a:lnTo>
                    <a:pt x="423" y="411"/>
                  </a:lnTo>
                  <a:lnTo>
                    <a:pt x="426" y="416"/>
                  </a:lnTo>
                  <a:lnTo>
                    <a:pt x="430" y="421"/>
                  </a:lnTo>
                  <a:lnTo>
                    <a:pt x="440" y="429"/>
                  </a:lnTo>
                  <a:lnTo>
                    <a:pt x="440" y="429"/>
                  </a:lnTo>
                  <a:lnTo>
                    <a:pt x="446" y="435"/>
                  </a:lnTo>
                  <a:lnTo>
                    <a:pt x="452" y="440"/>
                  </a:lnTo>
                  <a:lnTo>
                    <a:pt x="452" y="440"/>
                  </a:lnTo>
                  <a:lnTo>
                    <a:pt x="460" y="452"/>
                  </a:lnTo>
                  <a:lnTo>
                    <a:pt x="460" y="452"/>
                  </a:lnTo>
                  <a:lnTo>
                    <a:pt x="470" y="466"/>
                  </a:lnTo>
                  <a:lnTo>
                    <a:pt x="475" y="472"/>
                  </a:lnTo>
                  <a:lnTo>
                    <a:pt x="481" y="478"/>
                  </a:lnTo>
                  <a:lnTo>
                    <a:pt x="481" y="478"/>
                  </a:lnTo>
                  <a:lnTo>
                    <a:pt x="489" y="486"/>
                  </a:lnTo>
                  <a:lnTo>
                    <a:pt x="496" y="493"/>
                  </a:lnTo>
                  <a:lnTo>
                    <a:pt x="502" y="501"/>
                  </a:lnTo>
                  <a:lnTo>
                    <a:pt x="507" y="509"/>
                  </a:lnTo>
                  <a:lnTo>
                    <a:pt x="508" y="510"/>
                  </a:lnTo>
                  <a:lnTo>
                    <a:pt x="509" y="511"/>
                  </a:lnTo>
                  <a:lnTo>
                    <a:pt x="509" y="511"/>
                  </a:lnTo>
                  <a:lnTo>
                    <a:pt x="512" y="513"/>
                  </a:lnTo>
                  <a:lnTo>
                    <a:pt x="514" y="516"/>
                  </a:lnTo>
                  <a:lnTo>
                    <a:pt x="515" y="520"/>
                  </a:lnTo>
                  <a:lnTo>
                    <a:pt x="515" y="524"/>
                  </a:lnTo>
                  <a:lnTo>
                    <a:pt x="515" y="530"/>
                  </a:lnTo>
                  <a:lnTo>
                    <a:pt x="515" y="530"/>
                  </a:lnTo>
                  <a:lnTo>
                    <a:pt x="515" y="533"/>
                  </a:lnTo>
                  <a:lnTo>
                    <a:pt x="514" y="537"/>
                  </a:lnTo>
                  <a:lnTo>
                    <a:pt x="513" y="540"/>
                  </a:lnTo>
                  <a:lnTo>
                    <a:pt x="510" y="542"/>
                  </a:lnTo>
                  <a:lnTo>
                    <a:pt x="510" y="542"/>
                  </a:lnTo>
                  <a:lnTo>
                    <a:pt x="506" y="545"/>
                  </a:lnTo>
                  <a:lnTo>
                    <a:pt x="499" y="546"/>
                  </a:lnTo>
                  <a:lnTo>
                    <a:pt x="499" y="546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95" name="Freeform 211"/>
            <p:cNvSpPr/>
            <p:nvPr>
              <p:custDataLst>
                <p:tags r:id="rId49"/>
              </p:custDataLst>
            </p:nvPr>
          </p:nvSpPr>
          <p:spPr bwMode="auto">
            <a:xfrm>
              <a:off x="4708525" y="2740025"/>
              <a:ext cx="77788" cy="74613"/>
            </a:xfrm>
            <a:custGeom>
              <a:avLst/>
              <a:gdLst/>
              <a:ahLst/>
              <a:cxnLst>
                <a:cxn ang="0">
                  <a:pos x="116" y="142"/>
                </a:cxn>
                <a:cxn ang="0">
                  <a:pos x="111" y="142"/>
                </a:cxn>
                <a:cxn ang="0">
                  <a:pos x="101" y="140"/>
                </a:cxn>
                <a:cxn ang="0">
                  <a:pos x="90" y="136"/>
                </a:cxn>
                <a:cxn ang="0">
                  <a:pos x="88" y="139"/>
                </a:cxn>
                <a:cxn ang="0">
                  <a:pos x="79" y="141"/>
                </a:cxn>
                <a:cxn ang="0">
                  <a:pos x="77" y="141"/>
                </a:cxn>
                <a:cxn ang="0">
                  <a:pos x="63" y="139"/>
                </a:cxn>
                <a:cxn ang="0">
                  <a:pos x="49" y="136"/>
                </a:cxn>
                <a:cxn ang="0">
                  <a:pos x="42" y="134"/>
                </a:cxn>
                <a:cxn ang="0">
                  <a:pos x="33" y="127"/>
                </a:cxn>
                <a:cxn ang="0">
                  <a:pos x="30" y="129"/>
                </a:cxn>
                <a:cxn ang="0">
                  <a:pos x="21" y="131"/>
                </a:cxn>
                <a:cxn ang="0">
                  <a:pos x="18" y="130"/>
                </a:cxn>
                <a:cxn ang="0">
                  <a:pos x="12" y="127"/>
                </a:cxn>
                <a:cxn ang="0">
                  <a:pos x="7" y="122"/>
                </a:cxn>
                <a:cxn ang="0">
                  <a:pos x="6" y="117"/>
                </a:cxn>
                <a:cxn ang="0">
                  <a:pos x="5" y="115"/>
                </a:cxn>
                <a:cxn ang="0">
                  <a:pos x="1" y="108"/>
                </a:cxn>
                <a:cxn ang="0">
                  <a:pos x="1" y="101"/>
                </a:cxn>
                <a:cxn ang="0">
                  <a:pos x="3" y="95"/>
                </a:cxn>
                <a:cxn ang="0">
                  <a:pos x="13" y="83"/>
                </a:cxn>
                <a:cxn ang="0">
                  <a:pos x="31" y="62"/>
                </a:cxn>
                <a:cxn ang="0">
                  <a:pos x="63" y="34"/>
                </a:cxn>
                <a:cxn ang="0">
                  <a:pos x="92" y="13"/>
                </a:cxn>
                <a:cxn ang="0">
                  <a:pos x="98" y="8"/>
                </a:cxn>
                <a:cxn ang="0">
                  <a:pos x="113" y="1"/>
                </a:cxn>
                <a:cxn ang="0">
                  <a:pos x="121" y="0"/>
                </a:cxn>
                <a:cxn ang="0">
                  <a:pos x="131" y="2"/>
                </a:cxn>
                <a:cxn ang="0">
                  <a:pos x="137" y="5"/>
                </a:cxn>
                <a:cxn ang="0">
                  <a:pos x="143" y="15"/>
                </a:cxn>
                <a:cxn ang="0">
                  <a:pos x="147" y="29"/>
                </a:cxn>
                <a:cxn ang="0">
                  <a:pos x="148" y="35"/>
                </a:cxn>
                <a:cxn ang="0">
                  <a:pos x="147" y="53"/>
                </a:cxn>
                <a:cxn ang="0">
                  <a:pos x="148" y="84"/>
                </a:cxn>
                <a:cxn ang="0">
                  <a:pos x="148" y="100"/>
                </a:cxn>
                <a:cxn ang="0">
                  <a:pos x="146" y="116"/>
                </a:cxn>
                <a:cxn ang="0">
                  <a:pos x="145" y="125"/>
                </a:cxn>
                <a:cxn ang="0">
                  <a:pos x="141" y="132"/>
                </a:cxn>
                <a:cxn ang="0">
                  <a:pos x="136" y="136"/>
                </a:cxn>
                <a:cxn ang="0">
                  <a:pos x="128" y="141"/>
                </a:cxn>
                <a:cxn ang="0">
                  <a:pos x="126" y="141"/>
                </a:cxn>
                <a:cxn ang="0">
                  <a:pos x="121" y="142"/>
                </a:cxn>
                <a:cxn ang="0">
                  <a:pos x="116" y="142"/>
                </a:cxn>
              </a:cxnLst>
              <a:rect l="0" t="0" r="r" b="b"/>
              <a:pathLst>
                <a:path w="148" h="142">
                  <a:moveTo>
                    <a:pt x="116" y="142"/>
                  </a:moveTo>
                  <a:lnTo>
                    <a:pt x="116" y="142"/>
                  </a:lnTo>
                  <a:lnTo>
                    <a:pt x="111" y="142"/>
                  </a:lnTo>
                  <a:lnTo>
                    <a:pt x="111" y="142"/>
                  </a:lnTo>
                  <a:lnTo>
                    <a:pt x="101" y="140"/>
                  </a:lnTo>
                  <a:lnTo>
                    <a:pt x="101" y="140"/>
                  </a:lnTo>
                  <a:lnTo>
                    <a:pt x="93" y="136"/>
                  </a:lnTo>
                  <a:lnTo>
                    <a:pt x="90" y="136"/>
                  </a:lnTo>
                  <a:lnTo>
                    <a:pt x="88" y="139"/>
                  </a:lnTo>
                  <a:lnTo>
                    <a:pt x="88" y="139"/>
                  </a:lnTo>
                  <a:lnTo>
                    <a:pt x="84" y="141"/>
                  </a:lnTo>
                  <a:lnTo>
                    <a:pt x="79" y="141"/>
                  </a:lnTo>
                  <a:lnTo>
                    <a:pt x="79" y="141"/>
                  </a:lnTo>
                  <a:lnTo>
                    <a:pt x="77" y="141"/>
                  </a:lnTo>
                  <a:lnTo>
                    <a:pt x="77" y="141"/>
                  </a:lnTo>
                  <a:lnTo>
                    <a:pt x="63" y="139"/>
                  </a:lnTo>
                  <a:lnTo>
                    <a:pt x="63" y="139"/>
                  </a:lnTo>
                  <a:lnTo>
                    <a:pt x="49" y="136"/>
                  </a:lnTo>
                  <a:lnTo>
                    <a:pt x="49" y="136"/>
                  </a:lnTo>
                  <a:lnTo>
                    <a:pt x="42" y="134"/>
                  </a:lnTo>
                  <a:lnTo>
                    <a:pt x="36" y="130"/>
                  </a:lnTo>
                  <a:lnTo>
                    <a:pt x="33" y="127"/>
                  </a:lnTo>
                  <a:lnTo>
                    <a:pt x="30" y="129"/>
                  </a:lnTo>
                  <a:lnTo>
                    <a:pt x="30" y="129"/>
                  </a:lnTo>
                  <a:lnTo>
                    <a:pt x="25" y="130"/>
                  </a:lnTo>
                  <a:lnTo>
                    <a:pt x="21" y="131"/>
                  </a:lnTo>
                  <a:lnTo>
                    <a:pt x="21" y="131"/>
                  </a:lnTo>
                  <a:lnTo>
                    <a:pt x="18" y="130"/>
                  </a:lnTo>
                  <a:lnTo>
                    <a:pt x="13" y="129"/>
                  </a:lnTo>
                  <a:lnTo>
                    <a:pt x="12" y="127"/>
                  </a:lnTo>
                  <a:lnTo>
                    <a:pt x="10" y="125"/>
                  </a:lnTo>
                  <a:lnTo>
                    <a:pt x="7" y="122"/>
                  </a:lnTo>
                  <a:lnTo>
                    <a:pt x="6" y="119"/>
                  </a:lnTo>
                  <a:lnTo>
                    <a:pt x="6" y="117"/>
                  </a:lnTo>
                  <a:lnTo>
                    <a:pt x="5" y="115"/>
                  </a:lnTo>
                  <a:lnTo>
                    <a:pt x="5" y="115"/>
                  </a:lnTo>
                  <a:lnTo>
                    <a:pt x="2" y="112"/>
                  </a:lnTo>
                  <a:lnTo>
                    <a:pt x="1" y="108"/>
                  </a:lnTo>
                  <a:lnTo>
                    <a:pt x="0" y="104"/>
                  </a:lnTo>
                  <a:lnTo>
                    <a:pt x="1" y="101"/>
                  </a:lnTo>
                  <a:lnTo>
                    <a:pt x="2" y="98"/>
                  </a:lnTo>
                  <a:lnTo>
                    <a:pt x="3" y="95"/>
                  </a:lnTo>
                  <a:lnTo>
                    <a:pt x="3" y="95"/>
                  </a:lnTo>
                  <a:lnTo>
                    <a:pt x="13" y="83"/>
                  </a:lnTo>
                  <a:lnTo>
                    <a:pt x="22" y="72"/>
                  </a:lnTo>
                  <a:lnTo>
                    <a:pt x="31" y="62"/>
                  </a:lnTo>
                  <a:lnTo>
                    <a:pt x="42" y="52"/>
                  </a:lnTo>
                  <a:lnTo>
                    <a:pt x="63" y="34"/>
                  </a:lnTo>
                  <a:lnTo>
                    <a:pt x="87" y="17"/>
                  </a:lnTo>
                  <a:lnTo>
                    <a:pt x="92" y="13"/>
                  </a:lnTo>
                  <a:lnTo>
                    <a:pt x="92" y="13"/>
                  </a:lnTo>
                  <a:lnTo>
                    <a:pt x="98" y="8"/>
                  </a:lnTo>
                  <a:lnTo>
                    <a:pt x="105" y="4"/>
                  </a:lnTo>
                  <a:lnTo>
                    <a:pt x="113" y="1"/>
                  </a:lnTo>
                  <a:lnTo>
                    <a:pt x="121" y="0"/>
                  </a:lnTo>
                  <a:lnTo>
                    <a:pt x="121" y="0"/>
                  </a:lnTo>
                  <a:lnTo>
                    <a:pt x="126" y="1"/>
                  </a:lnTo>
                  <a:lnTo>
                    <a:pt x="131" y="2"/>
                  </a:lnTo>
                  <a:lnTo>
                    <a:pt x="131" y="2"/>
                  </a:lnTo>
                  <a:lnTo>
                    <a:pt x="137" y="5"/>
                  </a:lnTo>
                  <a:lnTo>
                    <a:pt x="141" y="9"/>
                  </a:lnTo>
                  <a:lnTo>
                    <a:pt x="143" y="15"/>
                  </a:lnTo>
                  <a:lnTo>
                    <a:pt x="145" y="20"/>
                  </a:lnTo>
                  <a:lnTo>
                    <a:pt x="147" y="29"/>
                  </a:lnTo>
                  <a:lnTo>
                    <a:pt x="148" y="35"/>
                  </a:lnTo>
                  <a:lnTo>
                    <a:pt x="148" y="35"/>
                  </a:lnTo>
                  <a:lnTo>
                    <a:pt x="147" y="53"/>
                  </a:lnTo>
                  <a:lnTo>
                    <a:pt x="147" y="53"/>
                  </a:lnTo>
                  <a:lnTo>
                    <a:pt x="147" y="81"/>
                  </a:lnTo>
                  <a:lnTo>
                    <a:pt x="148" y="84"/>
                  </a:lnTo>
                  <a:lnTo>
                    <a:pt x="148" y="84"/>
                  </a:lnTo>
                  <a:lnTo>
                    <a:pt x="148" y="100"/>
                  </a:lnTo>
                  <a:lnTo>
                    <a:pt x="147" y="108"/>
                  </a:lnTo>
                  <a:lnTo>
                    <a:pt x="146" y="116"/>
                  </a:lnTo>
                  <a:lnTo>
                    <a:pt x="146" y="116"/>
                  </a:lnTo>
                  <a:lnTo>
                    <a:pt x="145" y="125"/>
                  </a:lnTo>
                  <a:lnTo>
                    <a:pt x="143" y="128"/>
                  </a:lnTo>
                  <a:lnTo>
                    <a:pt x="141" y="132"/>
                  </a:lnTo>
                  <a:lnTo>
                    <a:pt x="139" y="134"/>
                  </a:lnTo>
                  <a:lnTo>
                    <a:pt x="136" y="136"/>
                  </a:lnTo>
                  <a:lnTo>
                    <a:pt x="128" y="141"/>
                  </a:lnTo>
                  <a:lnTo>
                    <a:pt x="128" y="141"/>
                  </a:lnTo>
                  <a:lnTo>
                    <a:pt x="127" y="141"/>
                  </a:lnTo>
                  <a:lnTo>
                    <a:pt x="126" y="141"/>
                  </a:lnTo>
                  <a:lnTo>
                    <a:pt x="126" y="141"/>
                  </a:lnTo>
                  <a:lnTo>
                    <a:pt x="121" y="142"/>
                  </a:lnTo>
                  <a:lnTo>
                    <a:pt x="116" y="142"/>
                  </a:lnTo>
                  <a:lnTo>
                    <a:pt x="116" y="14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96" name="Freeform 212"/>
            <p:cNvSpPr/>
            <p:nvPr>
              <p:custDataLst>
                <p:tags r:id="rId50"/>
              </p:custDataLst>
            </p:nvPr>
          </p:nvSpPr>
          <p:spPr bwMode="auto">
            <a:xfrm>
              <a:off x="4197350" y="2182813"/>
              <a:ext cx="260350" cy="244475"/>
            </a:xfrm>
            <a:custGeom>
              <a:avLst/>
              <a:gdLst/>
              <a:ahLst/>
              <a:cxnLst>
                <a:cxn ang="0">
                  <a:pos x="106" y="462"/>
                </a:cxn>
                <a:cxn ang="0">
                  <a:pos x="96" y="455"/>
                </a:cxn>
                <a:cxn ang="0">
                  <a:pos x="94" y="452"/>
                </a:cxn>
                <a:cxn ang="0">
                  <a:pos x="85" y="442"/>
                </a:cxn>
                <a:cxn ang="0">
                  <a:pos x="76" y="430"/>
                </a:cxn>
                <a:cxn ang="0">
                  <a:pos x="53" y="411"/>
                </a:cxn>
                <a:cxn ang="0">
                  <a:pos x="35" y="386"/>
                </a:cxn>
                <a:cxn ang="0">
                  <a:pos x="15" y="339"/>
                </a:cxn>
                <a:cxn ang="0">
                  <a:pos x="5" y="299"/>
                </a:cxn>
                <a:cxn ang="0">
                  <a:pos x="0" y="253"/>
                </a:cxn>
                <a:cxn ang="0">
                  <a:pos x="3" y="202"/>
                </a:cxn>
                <a:cxn ang="0">
                  <a:pos x="8" y="172"/>
                </a:cxn>
                <a:cxn ang="0">
                  <a:pos x="24" y="124"/>
                </a:cxn>
                <a:cxn ang="0">
                  <a:pos x="48" y="85"/>
                </a:cxn>
                <a:cxn ang="0">
                  <a:pos x="68" y="64"/>
                </a:cxn>
                <a:cxn ang="0">
                  <a:pos x="124" y="25"/>
                </a:cxn>
                <a:cxn ang="0">
                  <a:pos x="193" y="4"/>
                </a:cxn>
                <a:cxn ang="0">
                  <a:pos x="241" y="0"/>
                </a:cxn>
                <a:cxn ang="0">
                  <a:pos x="298" y="5"/>
                </a:cxn>
                <a:cxn ang="0">
                  <a:pos x="352" y="20"/>
                </a:cxn>
                <a:cxn ang="0">
                  <a:pos x="401" y="44"/>
                </a:cxn>
                <a:cxn ang="0">
                  <a:pos x="445" y="76"/>
                </a:cxn>
                <a:cxn ang="0">
                  <a:pos x="480" y="115"/>
                </a:cxn>
                <a:cxn ang="0">
                  <a:pos x="492" y="135"/>
                </a:cxn>
                <a:cxn ang="0">
                  <a:pos x="491" y="146"/>
                </a:cxn>
                <a:cxn ang="0">
                  <a:pos x="483" y="153"/>
                </a:cxn>
                <a:cxn ang="0">
                  <a:pos x="473" y="157"/>
                </a:cxn>
                <a:cxn ang="0">
                  <a:pos x="465" y="154"/>
                </a:cxn>
                <a:cxn ang="0">
                  <a:pos x="458" y="147"/>
                </a:cxn>
                <a:cxn ang="0">
                  <a:pos x="429" y="112"/>
                </a:cxn>
                <a:cxn ang="0">
                  <a:pos x="395" y="85"/>
                </a:cxn>
                <a:cxn ang="0">
                  <a:pos x="356" y="65"/>
                </a:cxn>
                <a:cxn ang="0">
                  <a:pos x="289" y="42"/>
                </a:cxn>
                <a:cxn ang="0">
                  <a:pos x="247" y="34"/>
                </a:cxn>
                <a:cxn ang="0">
                  <a:pos x="219" y="34"/>
                </a:cxn>
                <a:cxn ang="0">
                  <a:pos x="182" y="40"/>
                </a:cxn>
                <a:cxn ang="0">
                  <a:pos x="144" y="53"/>
                </a:cxn>
                <a:cxn ang="0">
                  <a:pos x="109" y="74"/>
                </a:cxn>
                <a:cxn ang="0">
                  <a:pos x="80" y="100"/>
                </a:cxn>
                <a:cxn ang="0">
                  <a:pos x="59" y="133"/>
                </a:cxn>
                <a:cxn ang="0">
                  <a:pos x="48" y="163"/>
                </a:cxn>
                <a:cxn ang="0">
                  <a:pos x="39" y="210"/>
                </a:cxn>
                <a:cxn ang="0">
                  <a:pos x="38" y="259"/>
                </a:cxn>
                <a:cxn ang="0">
                  <a:pos x="45" y="304"/>
                </a:cxn>
                <a:cxn ang="0">
                  <a:pos x="60" y="348"/>
                </a:cxn>
                <a:cxn ang="0">
                  <a:pos x="76" y="373"/>
                </a:cxn>
                <a:cxn ang="0">
                  <a:pos x="101" y="402"/>
                </a:cxn>
                <a:cxn ang="0">
                  <a:pos x="122" y="429"/>
                </a:cxn>
                <a:cxn ang="0">
                  <a:pos x="125" y="431"/>
                </a:cxn>
                <a:cxn ang="0">
                  <a:pos x="131" y="446"/>
                </a:cxn>
                <a:cxn ang="0">
                  <a:pos x="129" y="455"/>
                </a:cxn>
                <a:cxn ang="0">
                  <a:pos x="121" y="462"/>
                </a:cxn>
                <a:cxn ang="0">
                  <a:pos x="110" y="463"/>
                </a:cxn>
              </a:cxnLst>
              <a:rect l="0" t="0" r="r" b="b"/>
              <a:pathLst>
                <a:path w="492" h="463">
                  <a:moveTo>
                    <a:pt x="110" y="463"/>
                  </a:moveTo>
                  <a:lnTo>
                    <a:pt x="110" y="463"/>
                  </a:lnTo>
                  <a:lnTo>
                    <a:pt x="106" y="462"/>
                  </a:lnTo>
                  <a:lnTo>
                    <a:pt x="102" y="461"/>
                  </a:lnTo>
                  <a:lnTo>
                    <a:pt x="98" y="458"/>
                  </a:lnTo>
                  <a:lnTo>
                    <a:pt x="96" y="455"/>
                  </a:lnTo>
                  <a:lnTo>
                    <a:pt x="96" y="455"/>
                  </a:lnTo>
                  <a:lnTo>
                    <a:pt x="94" y="453"/>
                  </a:lnTo>
                  <a:lnTo>
                    <a:pt x="94" y="452"/>
                  </a:lnTo>
                  <a:lnTo>
                    <a:pt x="91" y="450"/>
                  </a:lnTo>
                  <a:lnTo>
                    <a:pt x="91" y="450"/>
                  </a:lnTo>
                  <a:lnTo>
                    <a:pt x="85" y="442"/>
                  </a:lnTo>
                  <a:lnTo>
                    <a:pt x="85" y="442"/>
                  </a:lnTo>
                  <a:lnTo>
                    <a:pt x="80" y="435"/>
                  </a:lnTo>
                  <a:lnTo>
                    <a:pt x="76" y="430"/>
                  </a:lnTo>
                  <a:lnTo>
                    <a:pt x="65" y="421"/>
                  </a:lnTo>
                  <a:lnTo>
                    <a:pt x="65" y="421"/>
                  </a:lnTo>
                  <a:lnTo>
                    <a:pt x="53" y="411"/>
                  </a:lnTo>
                  <a:lnTo>
                    <a:pt x="53" y="411"/>
                  </a:lnTo>
                  <a:lnTo>
                    <a:pt x="44" y="399"/>
                  </a:lnTo>
                  <a:lnTo>
                    <a:pt x="35" y="386"/>
                  </a:lnTo>
                  <a:lnTo>
                    <a:pt x="27" y="370"/>
                  </a:lnTo>
                  <a:lnTo>
                    <a:pt x="21" y="355"/>
                  </a:lnTo>
                  <a:lnTo>
                    <a:pt x="15" y="339"/>
                  </a:lnTo>
                  <a:lnTo>
                    <a:pt x="11" y="325"/>
                  </a:lnTo>
                  <a:lnTo>
                    <a:pt x="5" y="299"/>
                  </a:lnTo>
                  <a:lnTo>
                    <a:pt x="5" y="299"/>
                  </a:lnTo>
                  <a:lnTo>
                    <a:pt x="3" y="285"/>
                  </a:lnTo>
                  <a:lnTo>
                    <a:pt x="0" y="269"/>
                  </a:lnTo>
                  <a:lnTo>
                    <a:pt x="0" y="253"/>
                  </a:lnTo>
                  <a:lnTo>
                    <a:pt x="0" y="235"/>
                  </a:lnTo>
                  <a:lnTo>
                    <a:pt x="0" y="218"/>
                  </a:lnTo>
                  <a:lnTo>
                    <a:pt x="3" y="202"/>
                  </a:lnTo>
                  <a:lnTo>
                    <a:pt x="5" y="186"/>
                  </a:lnTo>
                  <a:lnTo>
                    <a:pt x="8" y="172"/>
                  </a:lnTo>
                  <a:lnTo>
                    <a:pt x="8" y="172"/>
                  </a:lnTo>
                  <a:lnTo>
                    <a:pt x="13" y="154"/>
                  </a:lnTo>
                  <a:lnTo>
                    <a:pt x="18" y="139"/>
                  </a:lnTo>
                  <a:lnTo>
                    <a:pt x="24" y="124"/>
                  </a:lnTo>
                  <a:lnTo>
                    <a:pt x="31" y="110"/>
                  </a:lnTo>
                  <a:lnTo>
                    <a:pt x="39" y="98"/>
                  </a:lnTo>
                  <a:lnTo>
                    <a:pt x="48" y="85"/>
                  </a:lnTo>
                  <a:lnTo>
                    <a:pt x="57" y="74"/>
                  </a:lnTo>
                  <a:lnTo>
                    <a:pt x="68" y="64"/>
                  </a:lnTo>
                  <a:lnTo>
                    <a:pt x="68" y="64"/>
                  </a:lnTo>
                  <a:lnTo>
                    <a:pt x="85" y="49"/>
                  </a:lnTo>
                  <a:lnTo>
                    <a:pt x="105" y="36"/>
                  </a:lnTo>
                  <a:lnTo>
                    <a:pt x="124" y="25"/>
                  </a:lnTo>
                  <a:lnTo>
                    <a:pt x="146" y="16"/>
                  </a:lnTo>
                  <a:lnTo>
                    <a:pt x="169" y="9"/>
                  </a:lnTo>
                  <a:lnTo>
                    <a:pt x="193" y="4"/>
                  </a:lnTo>
                  <a:lnTo>
                    <a:pt x="216" y="1"/>
                  </a:lnTo>
                  <a:lnTo>
                    <a:pt x="241" y="0"/>
                  </a:lnTo>
                  <a:lnTo>
                    <a:pt x="241" y="0"/>
                  </a:lnTo>
                  <a:lnTo>
                    <a:pt x="260" y="1"/>
                  </a:lnTo>
                  <a:lnTo>
                    <a:pt x="279" y="2"/>
                  </a:lnTo>
                  <a:lnTo>
                    <a:pt x="298" y="5"/>
                  </a:lnTo>
                  <a:lnTo>
                    <a:pt x="316" y="9"/>
                  </a:lnTo>
                  <a:lnTo>
                    <a:pt x="334" y="14"/>
                  </a:lnTo>
                  <a:lnTo>
                    <a:pt x="352" y="20"/>
                  </a:lnTo>
                  <a:lnTo>
                    <a:pt x="368" y="27"/>
                  </a:lnTo>
                  <a:lnTo>
                    <a:pt x="385" y="35"/>
                  </a:lnTo>
                  <a:lnTo>
                    <a:pt x="401" y="44"/>
                  </a:lnTo>
                  <a:lnTo>
                    <a:pt x="416" y="54"/>
                  </a:lnTo>
                  <a:lnTo>
                    <a:pt x="430" y="65"/>
                  </a:lnTo>
                  <a:lnTo>
                    <a:pt x="445" y="76"/>
                  </a:lnTo>
                  <a:lnTo>
                    <a:pt x="457" y="88"/>
                  </a:lnTo>
                  <a:lnTo>
                    <a:pt x="469" y="102"/>
                  </a:lnTo>
                  <a:lnTo>
                    <a:pt x="480" y="115"/>
                  </a:lnTo>
                  <a:lnTo>
                    <a:pt x="490" y="130"/>
                  </a:lnTo>
                  <a:lnTo>
                    <a:pt x="490" y="130"/>
                  </a:lnTo>
                  <a:lnTo>
                    <a:pt x="492" y="135"/>
                  </a:lnTo>
                  <a:lnTo>
                    <a:pt x="492" y="139"/>
                  </a:lnTo>
                  <a:lnTo>
                    <a:pt x="492" y="143"/>
                  </a:lnTo>
                  <a:lnTo>
                    <a:pt x="491" y="146"/>
                  </a:lnTo>
                  <a:lnTo>
                    <a:pt x="491" y="146"/>
                  </a:lnTo>
                  <a:lnTo>
                    <a:pt x="487" y="150"/>
                  </a:lnTo>
                  <a:lnTo>
                    <a:pt x="483" y="153"/>
                  </a:lnTo>
                  <a:lnTo>
                    <a:pt x="478" y="155"/>
                  </a:lnTo>
                  <a:lnTo>
                    <a:pt x="473" y="157"/>
                  </a:lnTo>
                  <a:lnTo>
                    <a:pt x="473" y="157"/>
                  </a:lnTo>
                  <a:lnTo>
                    <a:pt x="473" y="157"/>
                  </a:lnTo>
                  <a:lnTo>
                    <a:pt x="469" y="155"/>
                  </a:lnTo>
                  <a:lnTo>
                    <a:pt x="465" y="154"/>
                  </a:lnTo>
                  <a:lnTo>
                    <a:pt x="462" y="151"/>
                  </a:lnTo>
                  <a:lnTo>
                    <a:pt x="458" y="147"/>
                  </a:lnTo>
                  <a:lnTo>
                    <a:pt x="458" y="147"/>
                  </a:lnTo>
                  <a:lnTo>
                    <a:pt x="450" y="135"/>
                  </a:lnTo>
                  <a:lnTo>
                    <a:pt x="439" y="123"/>
                  </a:lnTo>
                  <a:lnTo>
                    <a:pt x="429" y="112"/>
                  </a:lnTo>
                  <a:lnTo>
                    <a:pt x="419" y="102"/>
                  </a:lnTo>
                  <a:lnTo>
                    <a:pt x="407" y="94"/>
                  </a:lnTo>
                  <a:lnTo>
                    <a:pt x="395" y="85"/>
                  </a:lnTo>
                  <a:lnTo>
                    <a:pt x="383" y="77"/>
                  </a:lnTo>
                  <a:lnTo>
                    <a:pt x="369" y="71"/>
                  </a:lnTo>
                  <a:lnTo>
                    <a:pt x="356" y="65"/>
                  </a:lnTo>
                  <a:lnTo>
                    <a:pt x="342" y="59"/>
                  </a:lnTo>
                  <a:lnTo>
                    <a:pt x="316" y="50"/>
                  </a:lnTo>
                  <a:lnTo>
                    <a:pt x="289" y="42"/>
                  </a:lnTo>
                  <a:lnTo>
                    <a:pt x="263" y="36"/>
                  </a:lnTo>
                  <a:lnTo>
                    <a:pt x="263" y="36"/>
                  </a:lnTo>
                  <a:lnTo>
                    <a:pt x="247" y="34"/>
                  </a:lnTo>
                  <a:lnTo>
                    <a:pt x="232" y="33"/>
                  </a:lnTo>
                  <a:lnTo>
                    <a:pt x="232" y="33"/>
                  </a:lnTo>
                  <a:lnTo>
                    <a:pt x="219" y="34"/>
                  </a:lnTo>
                  <a:lnTo>
                    <a:pt x="207" y="35"/>
                  </a:lnTo>
                  <a:lnTo>
                    <a:pt x="195" y="37"/>
                  </a:lnTo>
                  <a:lnTo>
                    <a:pt x="182" y="40"/>
                  </a:lnTo>
                  <a:lnTo>
                    <a:pt x="169" y="44"/>
                  </a:lnTo>
                  <a:lnTo>
                    <a:pt x="156" y="48"/>
                  </a:lnTo>
                  <a:lnTo>
                    <a:pt x="144" y="53"/>
                  </a:lnTo>
                  <a:lnTo>
                    <a:pt x="133" y="59"/>
                  </a:lnTo>
                  <a:lnTo>
                    <a:pt x="120" y="66"/>
                  </a:lnTo>
                  <a:lnTo>
                    <a:pt x="109" y="74"/>
                  </a:lnTo>
                  <a:lnTo>
                    <a:pt x="99" y="82"/>
                  </a:lnTo>
                  <a:lnTo>
                    <a:pt x="89" y="90"/>
                  </a:lnTo>
                  <a:lnTo>
                    <a:pt x="80" y="100"/>
                  </a:lnTo>
                  <a:lnTo>
                    <a:pt x="72" y="110"/>
                  </a:lnTo>
                  <a:lnTo>
                    <a:pt x="66" y="121"/>
                  </a:lnTo>
                  <a:lnTo>
                    <a:pt x="59" y="133"/>
                  </a:lnTo>
                  <a:lnTo>
                    <a:pt x="59" y="133"/>
                  </a:lnTo>
                  <a:lnTo>
                    <a:pt x="53" y="147"/>
                  </a:lnTo>
                  <a:lnTo>
                    <a:pt x="48" y="163"/>
                  </a:lnTo>
                  <a:lnTo>
                    <a:pt x="44" y="178"/>
                  </a:lnTo>
                  <a:lnTo>
                    <a:pt x="41" y="195"/>
                  </a:lnTo>
                  <a:lnTo>
                    <a:pt x="39" y="210"/>
                  </a:lnTo>
                  <a:lnTo>
                    <a:pt x="38" y="227"/>
                  </a:lnTo>
                  <a:lnTo>
                    <a:pt x="37" y="242"/>
                  </a:lnTo>
                  <a:lnTo>
                    <a:pt x="38" y="259"/>
                  </a:lnTo>
                  <a:lnTo>
                    <a:pt x="39" y="274"/>
                  </a:lnTo>
                  <a:lnTo>
                    <a:pt x="42" y="290"/>
                  </a:lnTo>
                  <a:lnTo>
                    <a:pt x="45" y="304"/>
                  </a:lnTo>
                  <a:lnTo>
                    <a:pt x="49" y="320"/>
                  </a:lnTo>
                  <a:lnTo>
                    <a:pt x="54" y="334"/>
                  </a:lnTo>
                  <a:lnTo>
                    <a:pt x="60" y="348"/>
                  </a:lnTo>
                  <a:lnTo>
                    <a:pt x="68" y="361"/>
                  </a:lnTo>
                  <a:lnTo>
                    <a:pt x="76" y="373"/>
                  </a:lnTo>
                  <a:lnTo>
                    <a:pt x="76" y="373"/>
                  </a:lnTo>
                  <a:lnTo>
                    <a:pt x="87" y="389"/>
                  </a:lnTo>
                  <a:lnTo>
                    <a:pt x="101" y="402"/>
                  </a:lnTo>
                  <a:lnTo>
                    <a:pt x="101" y="402"/>
                  </a:lnTo>
                  <a:lnTo>
                    <a:pt x="112" y="416"/>
                  </a:lnTo>
                  <a:lnTo>
                    <a:pt x="121" y="428"/>
                  </a:lnTo>
                  <a:lnTo>
                    <a:pt x="122" y="429"/>
                  </a:lnTo>
                  <a:lnTo>
                    <a:pt x="123" y="430"/>
                  </a:lnTo>
                  <a:lnTo>
                    <a:pt x="123" y="430"/>
                  </a:lnTo>
                  <a:lnTo>
                    <a:pt x="125" y="431"/>
                  </a:lnTo>
                  <a:lnTo>
                    <a:pt x="128" y="434"/>
                  </a:lnTo>
                  <a:lnTo>
                    <a:pt x="130" y="440"/>
                  </a:lnTo>
                  <a:lnTo>
                    <a:pt x="131" y="446"/>
                  </a:lnTo>
                  <a:lnTo>
                    <a:pt x="130" y="451"/>
                  </a:lnTo>
                  <a:lnTo>
                    <a:pt x="130" y="451"/>
                  </a:lnTo>
                  <a:lnTo>
                    <a:pt x="129" y="455"/>
                  </a:lnTo>
                  <a:lnTo>
                    <a:pt x="125" y="458"/>
                  </a:lnTo>
                  <a:lnTo>
                    <a:pt x="123" y="460"/>
                  </a:lnTo>
                  <a:lnTo>
                    <a:pt x="121" y="462"/>
                  </a:lnTo>
                  <a:lnTo>
                    <a:pt x="117" y="463"/>
                  </a:lnTo>
                  <a:lnTo>
                    <a:pt x="114" y="463"/>
                  </a:lnTo>
                  <a:lnTo>
                    <a:pt x="110" y="46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矩形 3"/>
          <p:cNvSpPr/>
          <p:nvPr>
            <p:custDataLst>
              <p:tags r:id="rId1"/>
            </p:custDataLst>
          </p:nvPr>
        </p:nvSpPr>
        <p:spPr>
          <a:xfrm>
            <a:off x="207010" y="1066800"/>
            <a:ext cx="4202430" cy="1530350"/>
          </a:xfrm>
          <a:prstGeom prst="rect">
            <a:avLst/>
          </a:prstGeom>
          <a:solidFill>
            <a:srgbClr val="1E7AB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350">
              <a:latin typeface="Noto Serif CJK SC" panose="02020400000000000000" pitchFamily="18" charset="-122"/>
              <a:ea typeface="FZHei-B01S" panose="02010601030101010101" pitchFamily="2" charset="-122"/>
              <a:sym typeface="Noto Serif CJK SC" panose="02020400000000000000" pitchFamily="18" charset="-122"/>
            </a:endParaRPr>
          </a:p>
        </p:txBody>
      </p:sp>
      <p:sp>
        <p:nvSpPr>
          <p:cNvPr id="5" name="矩形 4"/>
          <p:cNvSpPr/>
          <p:nvPr>
            <p:custDataLst>
              <p:tags r:id="rId2"/>
            </p:custDataLst>
          </p:nvPr>
        </p:nvSpPr>
        <p:spPr>
          <a:xfrm>
            <a:off x="207010" y="1765300"/>
            <a:ext cx="8678545" cy="398462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350">
              <a:latin typeface="Noto Serif CJK SC" panose="02020400000000000000" pitchFamily="18" charset="-122"/>
              <a:ea typeface="FZHei-B01S" panose="02010601030101010101" pitchFamily="2" charset="-122"/>
              <a:sym typeface="Noto Serif CJK SC" panose="02020400000000000000" pitchFamily="18" charset="-122"/>
            </a:endParaRPr>
          </a:p>
        </p:txBody>
      </p:sp>
      <p:sp>
        <p:nvSpPr>
          <p:cNvPr id="6" name="Title 1"/>
          <p:cNvSpPr>
            <a:spLocks noGrp="1"/>
          </p:cNvSpPr>
          <p:nvPr>
            <p:custDataLst>
              <p:tags r:id="rId3"/>
            </p:custDataLst>
          </p:nvPr>
        </p:nvSpPr>
        <p:spPr>
          <a:xfrm>
            <a:off x="368618" y="1110615"/>
            <a:ext cx="4312920" cy="72104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5335" kern="120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+mj-ea"/>
                <a:cs typeface="Times New Roman" panose="02020603050405020304" pitchFamily="18" charset="0"/>
              </a:defRPr>
            </a:lvl1pPr>
          </a:lstStyle>
          <a:p>
            <a:r>
              <a:rPr lang="en-US" altLang="zh-CN" sz="3600" dirty="0">
                <a:solidFill>
                  <a:schemeClr val="bg1"/>
                </a:solidFill>
              </a:rPr>
              <a:t>List Implementation</a:t>
            </a:r>
          </a:p>
        </p:txBody>
      </p:sp>
      <p:pic>
        <p:nvPicPr>
          <p:cNvPr id="16" name="图片 15" descr="华工标志（透明版"/>
          <p:cNvPicPr>
            <a:picLocks noChangeAspect="1"/>
          </p:cNvPicPr>
          <p:nvPr>
            <p:custDataLst>
              <p:tags r:id="rId4"/>
            </p:custDataLst>
          </p:nvPr>
        </p:nvPicPr>
        <p:blipFill>
          <a:blip r:embed="rId52" cstate="print"/>
          <a:stretch>
            <a:fillRect/>
          </a:stretch>
        </p:blipFill>
        <p:spPr>
          <a:xfrm>
            <a:off x="7740015" y="116205"/>
            <a:ext cx="1230630" cy="1230630"/>
          </a:xfrm>
          <a:prstGeom prst="rect">
            <a:avLst/>
          </a:prstGeom>
        </p:spPr>
      </p:pic>
      <p:sp>
        <p:nvSpPr>
          <p:cNvPr id="67587" name="内容占位符 4"/>
          <p:cNvSpPr>
            <a:spLocks noGrp="1"/>
          </p:cNvSpPr>
          <p:nvPr>
            <p:ph idx="1"/>
          </p:nvPr>
        </p:nvSpPr>
        <p:spPr>
          <a:xfrm>
            <a:off x="633730" y="2115820"/>
            <a:ext cx="6209030" cy="3390900"/>
          </a:xfrm>
        </p:spPr>
        <p:txBody>
          <a:bodyPr>
            <a:normAutofit/>
          </a:bodyPr>
          <a:lstStyle/>
          <a:p>
            <a:r>
              <a:rPr lang="en-US" altLang="zh-CN" dirty="0"/>
              <a:t>Two standard list implementations</a:t>
            </a:r>
          </a:p>
          <a:p>
            <a:pPr lvl="1"/>
            <a:endParaRPr lang="en-US" altLang="zh-CN" dirty="0"/>
          </a:p>
          <a:p>
            <a:pPr lvl="1"/>
            <a:r>
              <a:rPr lang="en-US" altLang="zh-CN" dirty="0">
                <a:solidFill>
                  <a:srgbClr val="CC0000"/>
                </a:solidFill>
              </a:rPr>
              <a:t>Array-based lists</a:t>
            </a:r>
          </a:p>
          <a:p>
            <a:pPr lvl="1"/>
            <a:endParaRPr lang="en-US" altLang="zh-CN" dirty="0"/>
          </a:p>
          <a:p>
            <a:pPr lvl="1"/>
            <a:r>
              <a:rPr lang="en-US" altLang="zh-CN" dirty="0">
                <a:solidFill>
                  <a:srgbClr val="0000FF"/>
                </a:solidFill>
                <a:ea typeface="宋体" panose="02010600030101010101" pitchFamily="2" charset="-122"/>
              </a:rPr>
              <a:t>Pointer-based lists (Linked lists)</a:t>
            </a:r>
            <a:endParaRPr lang="en-US" altLang="zh-CN" dirty="0">
              <a:solidFill>
                <a:srgbClr val="FF0000"/>
              </a:solidFill>
            </a:endParaRPr>
          </a:p>
        </p:txBody>
      </p:sp>
      <p:sp>
        <p:nvSpPr>
          <p:cNvPr id="67588" name="Slide Number Placeholder 3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556895" indent="-213995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857250" indent="-1714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200150" indent="-1714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1543050" indent="-1714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1885950" indent="-1714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228850" indent="-1714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2571750" indent="-1714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2914650" indent="-1714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fld id="{39F7EE10-1D8A-4DF4-8EB3-C1D00618FA23}" type="slidenum">
              <a:rPr lang="zh-CN" altLang="en-US" sz="790" smtClean="0"/>
              <a:pPr/>
              <a:t>6</a:t>
            </a:fld>
            <a:endParaRPr lang="zh-CN" altLang="en-US" sz="790"/>
          </a:p>
        </p:txBody>
      </p:sp>
      <p:sp>
        <p:nvSpPr>
          <p:cNvPr id="2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fld id="{CCE8CECB-03DB-4B26-81FA-3051C54648E6}" type="datetime1">
              <a:rPr lang="zh-CN" altLang="en-US" sz="790" smtClean="0"/>
              <a:pPr>
                <a:defRPr/>
              </a:pPr>
              <a:t>2025/12/16</a:t>
            </a:fld>
            <a:endParaRPr lang="zh-CN" altLang="en-US" sz="790"/>
          </a:p>
        </p:txBody>
      </p:sp>
      <p:sp>
        <p:nvSpPr>
          <p:cNvPr id="3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altLang="zh-CN" sz="790"/>
              <a:t>Stacks and Queues - Lecture 6</a:t>
            </a:r>
          </a:p>
        </p:txBody>
      </p:sp>
      <p:grpSp>
        <p:nvGrpSpPr>
          <p:cNvPr id="955" name="组合 954"/>
          <p:cNvGrpSpPr/>
          <p:nvPr/>
        </p:nvGrpSpPr>
        <p:grpSpPr>
          <a:xfrm rot="5640000">
            <a:off x="7944785" y="4962247"/>
            <a:ext cx="608013" cy="641350"/>
            <a:chOff x="4197350" y="2182813"/>
            <a:chExt cx="608013" cy="641350"/>
          </a:xfrm>
          <a:solidFill>
            <a:schemeClr val="accent5">
              <a:lumMod val="75000"/>
              <a:alpha val="50000"/>
            </a:schemeClr>
          </a:solidFill>
        </p:grpSpPr>
        <p:sp>
          <p:nvSpPr>
            <p:cNvPr id="16550" name="Freeform 166"/>
            <p:cNvSpPr/>
            <p:nvPr>
              <p:custDataLst>
                <p:tags r:id="rId5"/>
              </p:custDataLst>
            </p:nvPr>
          </p:nvSpPr>
          <p:spPr bwMode="auto">
            <a:xfrm>
              <a:off x="4229100" y="2211388"/>
              <a:ext cx="39688" cy="157163"/>
            </a:xfrm>
            <a:custGeom>
              <a:avLst/>
              <a:gdLst/>
              <a:ahLst/>
              <a:cxnLst>
                <a:cxn ang="0">
                  <a:pos x="63" y="2"/>
                </a:cxn>
                <a:cxn ang="0">
                  <a:pos x="63" y="2"/>
                </a:cxn>
                <a:cxn ang="0">
                  <a:pos x="58" y="14"/>
                </a:cxn>
                <a:cxn ang="0">
                  <a:pos x="54" y="25"/>
                </a:cxn>
                <a:cxn ang="0">
                  <a:pos x="47" y="49"/>
                </a:cxn>
                <a:cxn ang="0">
                  <a:pos x="34" y="96"/>
                </a:cxn>
                <a:cxn ang="0">
                  <a:pos x="34" y="96"/>
                </a:cxn>
                <a:cxn ang="0">
                  <a:pos x="27" y="122"/>
                </a:cxn>
                <a:cxn ang="0">
                  <a:pos x="21" y="149"/>
                </a:cxn>
                <a:cxn ang="0">
                  <a:pos x="10" y="203"/>
                </a:cxn>
                <a:cxn ang="0">
                  <a:pos x="10" y="203"/>
                </a:cxn>
                <a:cxn ang="0">
                  <a:pos x="6" y="222"/>
                </a:cxn>
                <a:cxn ang="0">
                  <a:pos x="3" y="243"/>
                </a:cxn>
                <a:cxn ang="0">
                  <a:pos x="1" y="263"/>
                </a:cxn>
                <a:cxn ang="0">
                  <a:pos x="0" y="283"/>
                </a:cxn>
                <a:cxn ang="0">
                  <a:pos x="0" y="283"/>
                </a:cxn>
                <a:cxn ang="0">
                  <a:pos x="1" y="290"/>
                </a:cxn>
                <a:cxn ang="0">
                  <a:pos x="2" y="292"/>
                </a:cxn>
                <a:cxn ang="0">
                  <a:pos x="3" y="294"/>
                </a:cxn>
                <a:cxn ang="0">
                  <a:pos x="6" y="296"/>
                </a:cxn>
                <a:cxn ang="0">
                  <a:pos x="8" y="296"/>
                </a:cxn>
                <a:cxn ang="0">
                  <a:pos x="11" y="296"/>
                </a:cxn>
                <a:cxn ang="0">
                  <a:pos x="14" y="294"/>
                </a:cxn>
                <a:cxn ang="0">
                  <a:pos x="14" y="294"/>
                </a:cxn>
                <a:cxn ang="0">
                  <a:pos x="15" y="293"/>
                </a:cxn>
                <a:cxn ang="0">
                  <a:pos x="16" y="291"/>
                </a:cxn>
                <a:cxn ang="0">
                  <a:pos x="15" y="287"/>
                </a:cxn>
                <a:cxn ang="0">
                  <a:pos x="14" y="285"/>
                </a:cxn>
                <a:cxn ang="0">
                  <a:pos x="12" y="285"/>
                </a:cxn>
                <a:cxn ang="0">
                  <a:pos x="11" y="284"/>
                </a:cxn>
                <a:cxn ang="0">
                  <a:pos x="9" y="285"/>
                </a:cxn>
                <a:cxn ang="0">
                  <a:pos x="9" y="285"/>
                </a:cxn>
                <a:cxn ang="0">
                  <a:pos x="11" y="282"/>
                </a:cxn>
                <a:cxn ang="0">
                  <a:pos x="12" y="276"/>
                </a:cxn>
                <a:cxn ang="0">
                  <a:pos x="14" y="259"/>
                </a:cxn>
                <a:cxn ang="0">
                  <a:pos x="14" y="232"/>
                </a:cxn>
                <a:cxn ang="0">
                  <a:pos x="14" y="232"/>
                </a:cxn>
                <a:cxn ang="0">
                  <a:pos x="17" y="212"/>
                </a:cxn>
                <a:cxn ang="0">
                  <a:pos x="21" y="193"/>
                </a:cxn>
                <a:cxn ang="0">
                  <a:pos x="29" y="155"/>
                </a:cxn>
                <a:cxn ang="0">
                  <a:pos x="29" y="155"/>
                </a:cxn>
                <a:cxn ang="0">
                  <a:pos x="38" y="119"/>
                </a:cxn>
                <a:cxn ang="0">
                  <a:pos x="48" y="83"/>
                </a:cxn>
                <a:cxn ang="0">
                  <a:pos x="48" y="83"/>
                </a:cxn>
                <a:cxn ang="0">
                  <a:pos x="58" y="45"/>
                </a:cxn>
                <a:cxn ang="0">
                  <a:pos x="64" y="25"/>
                </a:cxn>
                <a:cxn ang="0">
                  <a:pos x="68" y="16"/>
                </a:cxn>
                <a:cxn ang="0">
                  <a:pos x="72" y="8"/>
                </a:cxn>
                <a:cxn ang="0">
                  <a:pos x="72" y="8"/>
                </a:cxn>
                <a:cxn ang="0">
                  <a:pos x="73" y="5"/>
                </a:cxn>
                <a:cxn ang="0">
                  <a:pos x="73" y="3"/>
                </a:cxn>
                <a:cxn ang="0">
                  <a:pos x="72" y="2"/>
                </a:cxn>
                <a:cxn ang="0">
                  <a:pos x="71" y="1"/>
                </a:cxn>
                <a:cxn ang="0">
                  <a:pos x="69" y="0"/>
                </a:cxn>
                <a:cxn ang="0">
                  <a:pos x="67" y="0"/>
                </a:cxn>
                <a:cxn ang="0">
                  <a:pos x="65" y="1"/>
                </a:cxn>
                <a:cxn ang="0">
                  <a:pos x="63" y="2"/>
                </a:cxn>
                <a:cxn ang="0">
                  <a:pos x="63" y="2"/>
                </a:cxn>
              </a:cxnLst>
              <a:rect l="0" t="0" r="r" b="b"/>
              <a:pathLst>
                <a:path w="73" h="296">
                  <a:moveTo>
                    <a:pt x="63" y="2"/>
                  </a:moveTo>
                  <a:lnTo>
                    <a:pt x="63" y="2"/>
                  </a:lnTo>
                  <a:lnTo>
                    <a:pt x="58" y="14"/>
                  </a:lnTo>
                  <a:lnTo>
                    <a:pt x="54" y="25"/>
                  </a:lnTo>
                  <a:lnTo>
                    <a:pt x="47" y="49"/>
                  </a:lnTo>
                  <a:lnTo>
                    <a:pt x="34" y="96"/>
                  </a:lnTo>
                  <a:lnTo>
                    <a:pt x="34" y="96"/>
                  </a:lnTo>
                  <a:lnTo>
                    <a:pt x="27" y="122"/>
                  </a:lnTo>
                  <a:lnTo>
                    <a:pt x="21" y="149"/>
                  </a:lnTo>
                  <a:lnTo>
                    <a:pt x="10" y="203"/>
                  </a:lnTo>
                  <a:lnTo>
                    <a:pt x="10" y="203"/>
                  </a:lnTo>
                  <a:lnTo>
                    <a:pt x="6" y="222"/>
                  </a:lnTo>
                  <a:lnTo>
                    <a:pt x="3" y="243"/>
                  </a:lnTo>
                  <a:lnTo>
                    <a:pt x="1" y="263"/>
                  </a:lnTo>
                  <a:lnTo>
                    <a:pt x="0" y="283"/>
                  </a:lnTo>
                  <a:lnTo>
                    <a:pt x="0" y="283"/>
                  </a:lnTo>
                  <a:lnTo>
                    <a:pt x="1" y="290"/>
                  </a:lnTo>
                  <a:lnTo>
                    <a:pt x="2" y="292"/>
                  </a:lnTo>
                  <a:lnTo>
                    <a:pt x="3" y="294"/>
                  </a:lnTo>
                  <a:lnTo>
                    <a:pt x="6" y="296"/>
                  </a:lnTo>
                  <a:lnTo>
                    <a:pt x="8" y="296"/>
                  </a:lnTo>
                  <a:lnTo>
                    <a:pt x="11" y="296"/>
                  </a:lnTo>
                  <a:lnTo>
                    <a:pt x="14" y="294"/>
                  </a:lnTo>
                  <a:lnTo>
                    <a:pt x="14" y="294"/>
                  </a:lnTo>
                  <a:lnTo>
                    <a:pt x="15" y="293"/>
                  </a:lnTo>
                  <a:lnTo>
                    <a:pt x="16" y="291"/>
                  </a:lnTo>
                  <a:lnTo>
                    <a:pt x="15" y="287"/>
                  </a:lnTo>
                  <a:lnTo>
                    <a:pt x="14" y="285"/>
                  </a:lnTo>
                  <a:lnTo>
                    <a:pt x="12" y="285"/>
                  </a:lnTo>
                  <a:lnTo>
                    <a:pt x="11" y="284"/>
                  </a:lnTo>
                  <a:lnTo>
                    <a:pt x="9" y="285"/>
                  </a:lnTo>
                  <a:lnTo>
                    <a:pt x="9" y="285"/>
                  </a:lnTo>
                  <a:lnTo>
                    <a:pt x="11" y="282"/>
                  </a:lnTo>
                  <a:lnTo>
                    <a:pt x="12" y="276"/>
                  </a:lnTo>
                  <a:lnTo>
                    <a:pt x="14" y="259"/>
                  </a:lnTo>
                  <a:lnTo>
                    <a:pt x="14" y="232"/>
                  </a:lnTo>
                  <a:lnTo>
                    <a:pt x="14" y="232"/>
                  </a:lnTo>
                  <a:lnTo>
                    <a:pt x="17" y="212"/>
                  </a:lnTo>
                  <a:lnTo>
                    <a:pt x="21" y="193"/>
                  </a:lnTo>
                  <a:lnTo>
                    <a:pt x="29" y="155"/>
                  </a:lnTo>
                  <a:lnTo>
                    <a:pt x="29" y="155"/>
                  </a:lnTo>
                  <a:lnTo>
                    <a:pt x="38" y="119"/>
                  </a:lnTo>
                  <a:lnTo>
                    <a:pt x="48" y="83"/>
                  </a:lnTo>
                  <a:lnTo>
                    <a:pt x="48" y="83"/>
                  </a:lnTo>
                  <a:lnTo>
                    <a:pt x="58" y="45"/>
                  </a:lnTo>
                  <a:lnTo>
                    <a:pt x="64" y="25"/>
                  </a:lnTo>
                  <a:lnTo>
                    <a:pt x="68" y="16"/>
                  </a:lnTo>
                  <a:lnTo>
                    <a:pt x="72" y="8"/>
                  </a:lnTo>
                  <a:lnTo>
                    <a:pt x="72" y="8"/>
                  </a:lnTo>
                  <a:lnTo>
                    <a:pt x="73" y="5"/>
                  </a:lnTo>
                  <a:lnTo>
                    <a:pt x="73" y="3"/>
                  </a:lnTo>
                  <a:lnTo>
                    <a:pt x="72" y="2"/>
                  </a:lnTo>
                  <a:lnTo>
                    <a:pt x="71" y="1"/>
                  </a:lnTo>
                  <a:lnTo>
                    <a:pt x="69" y="0"/>
                  </a:lnTo>
                  <a:lnTo>
                    <a:pt x="67" y="0"/>
                  </a:lnTo>
                  <a:lnTo>
                    <a:pt x="65" y="1"/>
                  </a:lnTo>
                  <a:lnTo>
                    <a:pt x="63" y="2"/>
                  </a:lnTo>
                  <a:lnTo>
                    <a:pt x="63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51" name="Freeform 167"/>
            <p:cNvSpPr/>
            <p:nvPr>
              <p:custDataLst>
                <p:tags r:id="rId6"/>
              </p:custDataLst>
            </p:nvPr>
          </p:nvSpPr>
          <p:spPr bwMode="auto">
            <a:xfrm>
              <a:off x="4251325" y="2206625"/>
              <a:ext cx="39688" cy="177800"/>
            </a:xfrm>
            <a:custGeom>
              <a:avLst/>
              <a:gdLst/>
              <a:ahLst/>
              <a:cxnLst>
                <a:cxn ang="0">
                  <a:pos x="66" y="3"/>
                </a:cxn>
                <a:cxn ang="0">
                  <a:pos x="66" y="3"/>
                </a:cxn>
                <a:cxn ang="0">
                  <a:pos x="51" y="40"/>
                </a:cxn>
                <a:cxn ang="0">
                  <a:pos x="44" y="59"/>
                </a:cxn>
                <a:cxn ang="0">
                  <a:pos x="38" y="78"/>
                </a:cxn>
                <a:cxn ang="0">
                  <a:pos x="38" y="78"/>
                </a:cxn>
                <a:cxn ang="0">
                  <a:pos x="33" y="101"/>
                </a:cxn>
                <a:cxn ang="0">
                  <a:pos x="29" y="124"/>
                </a:cxn>
                <a:cxn ang="0">
                  <a:pos x="20" y="170"/>
                </a:cxn>
                <a:cxn ang="0">
                  <a:pos x="20" y="170"/>
                </a:cxn>
                <a:cxn ang="0">
                  <a:pos x="5" y="249"/>
                </a:cxn>
                <a:cxn ang="0">
                  <a:pos x="5" y="249"/>
                </a:cxn>
                <a:cxn ang="0">
                  <a:pos x="2" y="270"/>
                </a:cxn>
                <a:cxn ang="0">
                  <a:pos x="1" y="290"/>
                </a:cxn>
                <a:cxn ang="0">
                  <a:pos x="0" y="311"/>
                </a:cxn>
                <a:cxn ang="0">
                  <a:pos x="0" y="332"/>
                </a:cxn>
                <a:cxn ang="0">
                  <a:pos x="0" y="332"/>
                </a:cxn>
                <a:cxn ang="0">
                  <a:pos x="0" y="334"/>
                </a:cxn>
                <a:cxn ang="0">
                  <a:pos x="1" y="336"/>
                </a:cxn>
                <a:cxn ang="0">
                  <a:pos x="3" y="336"/>
                </a:cxn>
                <a:cxn ang="0">
                  <a:pos x="5" y="337"/>
                </a:cxn>
                <a:cxn ang="0">
                  <a:pos x="6" y="336"/>
                </a:cxn>
                <a:cxn ang="0">
                  <a:pos x="8" y="336"/>
                </a:cxn>
                <a:cxn ang="0">
                  <a:pos x="9" y="334"/>
                </a:cxn>
                <a:cxn ang="0">
                  <a:pos x="9" y="332"/>
                </a:cxn>
                <a:cxn ang="0">
                  <a:pos x="9" y="332"/>
                </a:cxn>
                <a:cxn ang="0">
                  <a:pos x="9" y="310"/>
                </a:cxn>
                <a:cxn ang="0">
                  <a:pos x="10" y="288"/>
                </a:cxn>
                <a:cxn ang="0">
                  <a:pos x="12" y="265"/>
                </a:cxn>
                <a:cxn ang="0">
                  <a:pos x="16" y="244"/>
                </a:cxn>
                <a:cxn ang="0">
                  <a:pos x="16" y="244"/>
                </a:cxn>
                <a:cxn ang="0">
                  <a:pos x="32" y="164"/>
                </a:cxn>
                <a:cxn ang="0">
                  <a:pos x="32" y="164"/>
                </a:cxn>
                <a:cxn ang="0">
                  <a:pos x="39" y="122"/>
                </a:cxn>
                <a:cxn ang="0">
                  <a:pos x="47" y="81"/>
                </a:cxn>
                <a:cxn ang="0">
                  <a:pos x="47" y="81"/>
                </a:cxn>
                <a:cxn ang="0">
                  <a:pos x="52" y="61"/>
                </a:cxn>
                <a:cxn ang="0">
                  <a:pos x="60" y="43"/>
                </a:cxn>
                <a:cxn ang="0">
                  <a:pos x="75" y="6"/>
                </a:cxn>
                <a:cxn ang="0">
                  <a:pos x="75" y="6"/>
                </a:cxn>
                <a:cxn ang="0">
                  <a:pos x="76" y="4"/>
                </a:cxn>
                <a:cxn ang="0">
                  <a:pos x="75" y="2"/>
                </a:cxn>
                <a:cxn ang="0">
                  <a:pos x="74" y="1"/>
                </a:cxn>
                <a:cxn ang="0">
                  <a:pos x="72" y="0"/>
                </a:cxn>
                <a:cxn ang="0">
                  <a:pos x="69" y="1"/>
                </a:cxn>
                <a:cxn ang="0">
                  <a:pos x="67" y="2"/>
                </a:cxn>
                <a:cxn ang="0">
                  <a:pos x="66" y="3"/>
                </a:cxn>
                <a:cxn ang="0">
                  <a:pos x="66" y="3"/>
                </a:cxn>
              </a:cxnLst>
              <a:rect l="0" t="0" r="r" b="b"/>
              <a:pathLst>
                <a:path w="76" h="337">
                  <a:moveTo>
                    <a:pt x="66" y="3"/>
                  </a:moveTo>
                  <a:lnTo>
                    <a:pt x="66" y="3"/>
                  </a:lnTo>
                  <a:lnTo>
                    <a:pt x="51" y="40"/>
                  </a:lnTo>
                  <a:lnTo>
                    <a:pt x="44" y="59"/>
                  </a:lnTo>
                  <a:lnTo>
                    <a:pt x="38" y="78"/>
                  </a:lnTo>
                  <a:lnTo>
                    <a:pt x="38" y="78"/>
                  </a:lnTo>
                  <a:lnTo>
                    <a:pt x="33" y="101"/>
                  </a:lnTo>
                  <a:lnTo>
                    <a:pt x="29" y="124"/>
                  </a:lnTo>
                  <a:lnTo>
                    <a:pt x="20" y="170"/>
                  </a:lnTo>
                  <a:lnTo>
                    <a:pt x="20" y="170"/>
                  </a:lnTo>
                  <a:lnTo>
                    <a:pt x="5" y="249"/>
                  </a:lnTo>
                  <a:lnTo>
                    <a:pt x="5" y="249"/>
                  </a:lnTo>
                  <a:lnTo>
                    <a:pt x="2" y="270"/>
                  </a:lnTo>
                  <a:lnTo>
                    <a:pt x="1" y="290"/>
                  </a:lnTo>
                  <a:lnTo>
                    <a:pt x="0" y="311"/>
                  </a:lnTo>
                  <a:lnTo>
                    <a:pt x="0" y="332"/>
                  </a:lnTo>
                  <a:lnTo>
                    <a:pt x="0" y="332"/>
                  </a:lnTo>
                  <a:lnTo>
                    <a:pt x="0" y="334"/>
                  </a:lnTo>
                  <a:lnTo>
                    <a:pt x="1" y="336"/>
                  </a:lnTo>
                  <a:lnTo>
                    <a:pt x="3" y="336"/>
                  </a:lnTo>
                  <a:lnTo>
                    <a:pt x="5" y="337"/>
                  </a:lnTo>
                  <a:lnTo>
                    <a:pt x="6" y="336"/>
                  </a:lnTo>
                  <a:lnTo>
                    <a:pt x="8" y="336"/>
                  </a:lnTo>
                  <a:lnTo>
                    <a:pt x="9" y="334"/>
                  </a:lnTo>
                  <a:lnTo>
                    <a:pt x="9" y="332"/>
                  </a:lnTo>
                  <a:lnTo>
                    <a:pt x="9" y="332"/>
                  </a:lnTo>
                  <a:lnTo>
                    <a:pt x="9" y="310"/>
                  </a:lnTo>
                  <a:lnTo>
                    <a:pt x="10" y="288"/>
                  </a:lnTo>
                  <a:lnTo>
                    <a:pt x="12" y="265"/>
                  </a:lnTo>
                  <a:lnTo>
                    <a:pt x="16" y="244"/>
                  </a:lnTo>
                  <a:lnTo>
                    <a:pt x="16" y="244"/>
                  </a:lnTo>
                  <a:lnTo>
                    <a:pt x="32" y="164"/>
                  </a:lnTo>
                  <a:lnTo>
                    <a:pt x="32" y="164"/>
                  </a:lnTo>
                  <a:lnTo>
                    <a:pt x="39" y="122"/>
                  </a:lnTo>
                  <a:lnTo>
                    <a:pt x="47" y="81"/>
                  </a:lnTo>
                  <a:lnTo>
                    <a:pt x="47" y="81"/>
                  </a:lnTo>
                  <a:lnTo>
                    <a:pt x="52" y="61"/>
                  </a:lnTo>
                  <a:lnTo>
                    <a:pt x="60" y="43"/>
                  </a:lnTo>
                  <a:lnTo>
                    <a:pt x="75" y="6"/>
                  </a:lnTo>
                  <a:lnTo>
                    <a:pt x="75" y="6"/>
                  </a:lnTo>
                  <a:lnTo>
                    <a:pt x="76" y="4"/>
                  </a:lnTo>
                  <a:lnTo>
                    <a:pt x="75" y="2"/>
                  </a:lnTo>
                  <a:lnTo>
                    <a:pt x="74" y="1"/>
                  </a:lnTo>
                  <a:lnTo>
                    <a:pt x="72" y="0"/>
                  </a:lnTo>
                  <a:lnTo>
                    <a:pt x="69" y="1"/>
                  </a:lnTo>
                  <a:lnTo>
                    <a:pt x="67" y="2"/>
                  </a:lnTo>
                  <a:lnTo>
                    <a:pt x="66" y="3"/>
                  </a:lnTo>
                  <a:lnTo>
                    <a:pt x="66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52" name="Freeform 168"/>
            <p:cNvSpPr/>
            <p:nvPr>
              <p:custDataLst>
                <p:tags r:id="rId7"/>
              </p:custDataLst>
            </p:nvPr>
          </p:nvSpPr>
          <p:spPr bwMode="auto">
            <a:xfrm>
              <a:off x="4271963" y="2197100"/>
              <a:ext cx="55563" cy="195263"/>
            </a:xfrm>
            <a:custGeom>
              <a:avLst/>
              <a:gdLst/>
              <a:ahLst/>
              <a:cxnLst>
                <a:cxn ang="0">
                  <a:pos x="98" y="2"/>
                </a:cxn>
                <a:cxn ang="0">
                  <a:pos x="98" y="2"/>
                </a:cxn>
                <a:cxn ang="0">
                  <a:pos x="84" y="26"/>
                </a:cxn>
                <a:cxn ang="0">
                  <a:pos x="71" y="51"/>
                </a:cxn>
                <a:cxn ang="0">
                  <a:pos x="61" y="77"/>
                </a:cxn>
                <a:cxn ang="0">
                  <a:pos x="51" y="103"/>
                </a:cxn>
                <a:cxn ang="0">
                  <a:pos x="42" y="128"/>
                </a:cxn>
                <a:cxn ang="0">
                  <a:pos x="34" y="155"/>
                </a:cxn>
                <a:cxn ang="0">
                  <a:pos x="27" y="182"/>
                </a:cxn>
                <a:cxn ang="0">
                  <a:pos x="21" y="209"/>
                </a:cxn>
                <a:cxn ang="0">
                  <a:pos x="21" y="209"/>
                </a:cxn>
                <a:cxn ang="0">
                  <a:pos x="14" y="234"/>
                </a:cxn>
                <a:cxn ang="0">
                  <a:pos x="9" y="259"/>
                </a:cxn>
                <a:cxn ang="0">
                  <a:pos x="6" y="283"/>
                </a:cxn>
                <a:cxn ang="0">
                  <a:pos x="3" y="308"/>
                </a:cxn>
                <a:cxn ang="0">
                  <a:pos x="3" y="308"/>
                </a:cxn>
                <a:cxn ang="0">
                  <a:pos x="1" y="323"/>
                </a:cxn>
                <a:cxn ang="0">
                  <a:pos x="0" y="340"/>
                </a:cxn>
                <a:cxn ang="0">
                  <a:pos x="0" y="349"/>
                </a:cxn>
                <a:cxn ang="0">
                  <a:pos x="1" y="356"/>
                </a:cxn>
                <a:cxn ang="0">
                  <a:pos x="4" y="363"/>
                </a:cxn>
                <a:cxn ang="0">
                  <a:pos x="6" y="366"/>
                </a:cxn>
                <a:cxn ang="0">
                  <a:pos x="8" y="368"/>
                </a:cxn>
                <a:cxn ang="0">
                  <a:pos x="8" y="368"/>
                </a:cxn>
                <a:cxn ang="0">
                  <a:pos x="11" y="370"/>
                </a:cxn>
                <a:cxn ang="0">
                  <a:pos x="13" y="369"/>
                </a:cxn>
                <a:cxn ang="0">
                  <a:pos x="15" y="368"/>
                </a:cxn>
                <a:cxn ang="0">
                  <a:pos x="16" y="365"/>
                </a:cxn>
                <a:cxn ang="0">
                  <a:pos x="16" y="361"/>
                </a:cxn>
                <a:cxn ang="0">
                  <a:pos x="16" y="361"/>
                </a:cxn>
                <a:cxn ang="0">
                  <a:pos x="16" y="359"/>
                </a:cxn>
                <a:cxn ang="0">
                  <a:pos x="15" y="357"/>
                </a:cxn>
                <a:cxn ang="0">
                  <a:pos x="13" y="356"/>
                </a:cxn>
                <a:cxn ang="0">
                  <a:pos x="11" y="356"/>
                </a:cxn>
                <a:cxn ang="0">
                  <a:pos x="11" y="356"/>
                </a:cxn>
                <a:cxn ang="0">
                  <a:pos x="10" y="349"/>
                </a:cxn>
                <a:cxn ang="0">
                  <a:pos x="10" y="339"/>
                </a:cxn>
                <a:cxn ang="0">
                  <a:pos x="11" y="324"/>
                </a:cxn>
                <a:cxn ang="0">
                  <a:pos x="11" y="324"/>
                </a:cxn>
                <a:cxn ang="0">
                  <a:pos x="12" y="304"/>
                </a:cxn>
                <a:cxn ang="0">
                  <a:pos x="14" y="283"/>
                </a:cxn>
                <a:cxn ang="0">
                  <a:pos x="14" y="283"/>
                </a:cxn>
                <a:cxn ang="0">
                  <a:pos x="19" y="259"/>
                </a:cxn>
                <a:cxn ang="0">
                  <a:pos x="24" y="235"/>
                </a:cxn>
                <a:cxn ang="0">
                  <a:pos x="35" y="185"/>
                </a:cxn>
                <a:cxn ang="0">
                  <a:pos x="35" y="185"/>
                </a:cxn>
                <a:cxn ang="0">
                  <a:pos x="47" y="143"/>
                </a:cxn>
                <a:cxn ang="0">
                  <a:pos x="61" y="102"/>
                </a:cxn>
                <a:cxn ang="0">
                  <a:pos x="61" y="102"/>
                </a:cxn>
                <a:cxn ang="0">
                  <a:pos x="70" y="77"/>
                </a:cxn>
                <a:cxn ang="0">
                  <a:pos x="80" y="53"/>
                </a:cxn>
                <a:cxn ang="0">
                  <a:pos x="93" y="30"/>
                </a:cxn>
                <a:cxn ang="0">
                  <a:pos x="106" y="8"/>
                </a:cxn>
                <a:cxn ang="0">
                  <a:pos x="106" y="8"/>
                </a:cxn>
                <a:cxn ang="0">
                  <a:pos x="106" y="6"/>
                </a:cxn>
                <a:cxn ang="0">
                  <a:pos x="106" y="3"/>
                </a:cxn>
                <a:cxn ang="0">
                  <a:pos x="105" y="2"/>
                </a:cxn>
                <a:cxn ang="0">
                  <a:pos x="104" y="0"/>
                </a:cxn>
                <a:cxn ang="0">
                  <a:pos x="102" y="0"/>
                </a:cxn>
                <a:cxn ang="0">
                  <a:pos x="101" y="0"/>
                </a:cxn>
                <a:cxn ang="0">
                  <a:pos x="99" y="0"/>
                </a:cxn>
                <a:cxn ang="0">
                  <a:pos x="98" y="2"/>
                </a:cxn>
                <a:cxn ang="0">
                  <a:pos x="98" y="2"/>
                </a:cxn>
              </a:cxnLst>
              <a:rect l="0" t="0" r="r" b="b"/>
              <a:pathLst>
                <a:path w="106" h="370">
                  <a:moveTo>
                    <a:pt x="98" y="2"/>
                  </a:moveTo>
                  <a:lnTo>
                    <a:pt x="98" y="2"/>
                  </a:lnTo>
                  <a:lnTo>
                    <a:pt x="84" y="26"/>
                  </a:lnTo>
                  <a:lnTo>
                    <a:pt x="71" y="51"/>
                  </a:lnTo>
                  <a:lnTo>
                    <a:pt x="61" y="77"/>
                  </a:lnTo>
                  <a:lnTo>
                    <a:pt x="51" y="103"/>
                  </a:lnTo>
                  <a:lnTo>
                    <a:pt x="42" y="128"/>
                  </a:lnTo>
                  <a:lnTo>
                    <a:pt x="34" y="155"/>
                  </a:lnTo>
                  <a:lnTo>
                    <a:pt x="27" y="182"/>
                  </a:lnTo>
                  <a:lnTo>
                    <a:pt x="21" y="209"/>
                  </a:lnTo>
                  <a:lnTo>
                    <a:pt x="21" y="209"/>
                  </a:lnTo>
                  <a:lnTo>
                    <a:pt x="14" y="234"/>
                  </a:lnTo>
                  <a:lnTo>
                    <a:pt x="9" y="259"/>
                  </a:lnTo>
                  <a:lnTo>
                    <a:pt x="6" y="283"/>
                  </a:lnTo>
                  <a:lnTo>
                    <a:pt x="3" y="308"/>
                  </a:lnTo>
                  <a:lnTo>
                    <a:pt x="3" y="308"/>
                  </a:lnTo>
                  <a:lnTo>
                    <a:pt x="1" y="323"/>
                  </a:lnTo>
                  <a:lnTo>
                    <a:pt x="0" y="340"/>
                  </a:lnTo>
                  <a:lnTo>
                    <a:pt x="0" y="349"/>
                  </a:lnTo>
                  <a:lnTo>
                    <a:pt x="1" y="356"/>
                  </a:lnTo>
                  <a:lnTo>
                    <a:pt x="4" y="363"/>
                  </a:lnTo>
                  <a:lnTo>
                    <a:pt x="6" y="366"/>
                  </a:lnTo>
                  <a:lnTo>
                    <a:pt x="8" y="368"/>
                  </a:lnTo>
                  <a:lnTo>
                    <a:pt x="8" y="368"/>
                  </a:lnTo>
                  <a:lnTo>
                    <a:pt x="11" y="370"/>
                  </a:lnTo>
                  <a:lnTo>
                    <a:pt x="13" y="369"/>
                  </a:lnTo>
                  <a:lnTo>
                    <a:pt x="15" y="368"/>
                  </a:lnTo>
                  <a:lnTo>
                    <a:pt x="16" y="365"/>
                  </a:lnTo>
                  <a:lnTo>
                    <a:pt x="16" y="361"/>
                  </a:lnTo>
                  <a:lnTo>
                    <a:pt x="16" y="361"/>
                  </a:lnTo>
                  <a:lnTo>
                    <a:pt x="16" y="359"/>
                  </a:lnTo>
                  <a:lnTo>
                    <a:pt x="15" y="357"/>
                  </a:lnTo>
                  <a:lnTo>
                    <a:pt x="13" y="356"/>
                  </a:lnTo>
                  <a:lnTo>
                    <a:pt x="11" y="356"/>
                  </a:lnTo>
                  <a:lnTo>
                    <a:pt x="11" y="356"/>
                  </a:lnTo>
                  <a:lnTo>
                    <a:pt x="10" y="349"/>
                  </a:lnTo>
                  <a:lnTo>
                    <a:pt x="10" y="339"/>
                  </a:lnTo>
                  <a:lnTo>
                    <a:pt x="11" y="324"/>
                  </a:lnTo>
                  <a:lnTo>
                    <a:pt x="11" y="324"/>
                  </a:lnTo>
                  <a:lnTo>
                    <a:pt x="12" y="304"/>
                  </a:lnTo>
                  <a:lnTo>
                    <a:pt x="14" y="283"/>
                  </a:lnTo>
                  <a:lnTo>
                    <a:pt x="14" y="283"/>
                  </a:lnTo>
                  <a:lnTo>
                    <a:pt x="19" y="259"/>
                  </a:lnTo>
                  <a:lnTo>
                    <a:pt x="24" y="235"/>
                  </a:lnTo>
                  <a:lnTo>
                    <a:pt x="35" y="185"/>
                  </a:lnTo>
                  <a:lnTo>
                    <a:pt x="35" y="185"/>
                  </a:lnTo>
                  <a:lnTo>
                    <a:pt x="47" y="143"/>
                  </a:lnTo>
                  <a:lnTo>
                    <a:pt x="61" y="102"/>
                  </a:lnTo>
                  <a:lnTo>
                    <a:pt x="61" y="102"/>
                  </a:lnTo>
                  <a:lnTo>
                    <a:pt x="70" y="77"/>
                  </a:lnTo>
                  <a:lnTo>
                    <a:pt x="80" y="53"/>
                  </a:lnTo>
                  <a:lnTo>
                    <a:pt x="93" y="30"/>
                  </a:lnTo>
                  <a:lnTo>
                    <a:pt x="106" y="8"/>
                  </a:lnTo>
                  <a:lnTo>
                    <a:pt x="106" y="8"/>
                  </a:lnTo>
                  <a:lnTo>
                    <a:pt x="106" y="6"/>
                  </a:lnTo>
                  <a:lnTo>
                    <a:pt x="106" y="3"/>
                  </a:lnTo>
                  <a:lnTo>
                    <a:pt x="105" y="2"/>
                  </a:lnTo>
                  <a:lnTo>
                    <a:pt x="104" y="0"/>
                  </a:lnTo>
                  <a:lnTo>
                    <a:pt x="102" y="0"/>
                  </a:lnTo>
                  <a:lnTo>
                    <a:pt x="101" y="0"/>
                  </a:lnTo>
                  <a:lnTo>
                    <a:pt x="99" y="0"/>
                  </a:lnTo>
                  <a:lnTo>
                    <a:pt x="98" y="2"/>
                  </a:lnTo>
                  <a:lnTo>
                    <a:pt x="98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53" name="Freeform 169"/>
            <p:cNvSpPr/>
            <p:nvPr>
              <p:custDataLst>
                <p:tags r:id="rId8"/>
              </p:custDataLst>
            </p:nvPr>
          </p:nvSpPr>
          <p:spPr bwMode="auto">
            <a:xfrm>
              <a:off x="4305300" y="2198688"/>
              <a:ext cx="39688" cy="146050"/>
            </a:xfrm>
            <a:custGeom>
              <a:avLst/>
              <a:gdLst/>
              <a:ahLst/>
              <a:cxnLst>
                <a:cxn ang="0">
                  <a:pos x="68" y="2"/>
                </a:cxn>
                <a:cxn ang="0">
                  <a:pos x="68" y="2"/>
                </a:cxn>
                <a:cxn ang="0">
                  <a:pos x="62" y="10"/>
                </a:cxn>
                <a:cxn ang="0">
                  <a:pos x="57" y="20"/>
                </a:cxn>
                <a:cxn ang="0">
                  <a:pos x="54" y="31"/>
                </a:cxn>
                <a:cxn ang="0">
                  <a:pos x="53" y="41"/>
                </a:cxn>
                <a:cxn ang="0">
                  <a:pos x="53" y="41"/>
                </a:cxn>
                <a:cxn ang="0">
                  <a:pos x="51" y="51"/>
                </a:cxn>
                <a:cxn ang="0">
                  <a:pos x="49" y="60"/>
                </a:cxn>
                <a:cxn ang="0">
                  <a:pos x="42" y="80"/>
                </a:cxn>
                <a:cxn ang="0">
                  <a:pos x="37" y="101"/>
                </a:cxn>
                <a:cxn ang="0">
                  <a:pos x="32" y="120"/>
                </a:cxn>
                <a:cxn ang="0">
                  <a:pos x="32" y="120"/>
                </a:cxn>
                <a:cxn ang="0">
                  <a:pos x="14" y="191"/>
                </a:cxn>
                <a:cxn ang="0">
                  <a:pos x="7" y="227"/>
                </a:cxn>
                <a:cxn ang="0">
                  <a:pos x="3" y="244"/>
                </a:cxn>
                <a:cxn ang="0">
                  <a:pos x="1" y="263"/>
                </a:cxn>
                <a:cxn ang="0">
                  <a:pos x="1" y="263"/>
                </a:cxn>
                <a:cxn ang="0">
                  <a:pos x="0" y="265"/>
                </a:cxn>
                <a:cxn ang="0">
                  <a:pos x="0" y="270"/>
                </a:cxn>
                <a:cxn ang="0">
                  <a:pos x="0" y="270"/>
                </a:cxn>
                <a:cxn ang="0">
                  <a:pos x="0" y="272"/>
                </a:cxn>
                <a:cxn ang="0">
                  <a:pos x="1" y="273"/>
                </a:cxn>
                <a:cxn ang="0">
                  <a:pos x="3" y="274"/>
                </a:cxn>
                <a:cxn ang="0">
                  <a:pos x="4" y="274"/>
                </a:cxn>
                <a:cxn ang="0">
                  <a:pos x="7" y="273"/>
                </a:cxn>
                <a:cxn ang="0">
                  <a:pos x="8" y="272"/>
                </a:cxn>
                <a:cxn ang="0">
                  <a:pos x="9" y="270"/>
                </a:cxn>
                <a:cxn ang="0">
                  <a:pos x="9" y="270"/>
                </a:cxn>
                <a:cxn ang="0">
                  <a:pos x="11" y="254"/>
                </a:cxn>
                <a:cxn ang="0">
                  <a:pos x="14" y="237"/>
                </a:cxn>
                <a:cxn ang="0">
                  <a:pos x="22" y="204"/>
                </a:cxn>
                <a:cxn ang="0">
                  <a:pos x="37" y="139"/>
                </a:cxn>
                <a:cxn ang="0">
                  <a:pos x="37" y="139"/>
                </a:cxn>
                <a:cxn ang="0">
                  <a:pos x="45" y="106"/>
                </a:cxn>
                <a:cxn ang="0">
                  <a:pos x="54" y="73"/>
                </a:cxn>
                <a:cxn ang="0">
                  <a:pos x="54" y="73"/>
                </a:cxn>
                <a:cxn ang="0">
                  <a:pos x="58" y="56"/>
                </a:cxn>
                <a:cxn ang="0">
                  <a:pos x="61" y="39"/>
                </a:cxn>
                <a:cxn ang="0">
                  <a:pos x="64" y="31"/>
                </a:cxn>
                <a:cxn ang="0">
                  <a:pos x="66" y="22"/>
                </a:cxn>
                <a:cxn ang="0">
                  <a:pos x="70" y="14"/>
                </a:cxn>
                <a:cxn ang="0">
                  <a:pos x="74" y="8"/>
                </a:cxn>
                <a:cxn ang="0">
                  <a:pos x="74" y="8"/>
                </a:cxn>
                <a:cxn ang="0">
                  <a:pos x="75" y="6"/>
                </a:cxn>
                <a:cxn ang="0">
                  <a:pos x="75" y="5"/>
                </a:cxn>
                <a:cxn ang="0">
                  <a:pos x="74" y="1"/>
                </a:cxn>
                <a:cxn ang="0">
                  <a:pos x="72" y="0"/>
                </a:cxn>
                <a:cxn ang="0">
                  <a:pos x="71" y="0"/>
                </a:cxn>
                <a:cxn ang="0">
                  <a:pos x="69" y="0"/>
                </a:cxn>
                <a:cxn ang="0">
                  <a:pos x="68" y="2"/>
                </a:cxn>
                <a:cxn ang="0">
                  <a:pos x="68" y="2"/>
                </a:cxn>
              </a:cxnLst>
              <a:rect l="0" t="0" r="r" b="b"/>
              <a:pathLst>
                <a:path w="75" h="274">
                  <a:moveTo>
                    <a:pt x="68" y="2"/>
                  </a:moveTo>
                  <a:lnTo>
                    <a:pt x="68" y="2"/>
                  </a:lnTo>
                  <a:lnTo>
                    <a:pt x="62" y="10"/>
                  </a:lnTo>
                  <a:lnTo>
                    <a:pt x="57" y="20"/>
                  </a:lnTo>
                  <a:lnTo>
                    <a:pt x="54" y="31"/>
                  </a:lnTo>
                  <a:lnTo>
                    <a:pt x="53" y="41"/>
                  </a:lnTo>
                  <a:lnTo>
                    <a:pt x="53" y="41"/>
                  </a:lnTo>
                  <a:lnTo>
                    <a:pt x="51" y="51"/>
                  </a:lnTo>
                  <a:lnTo>
                    <a:pt x="49" y="60"/>
                  </a:lnTo>
                  <a:lnTo>
                    <a:pt x="42" y="80"/>
                  </a:lnTo>
                  <a:lnTo>
                    <a:pt x="37" y="101"/>
                  </a:lnTo>
                  <a:lnTo>
                    <a:pt x="32" y="120"/>
                  </a:lnTo>
                  <a:lnTo>
                    <a:pt x="32" y="120"/>
                  </a:lnTo>
                  <a:lnTo>
                    <a:pt x="14" y="191"/>
                  </a:lnTo>
                  <a:lnTo>
                    <a:pt x="7" y="227"/>
                  </a:lnTo>
                  <a:lnTo>
                    <a:pt x="3" y="244"/>
                  </a:lnTo>
                  <a:lnTo>
                    <a:pt x="1" y="263"/>
                  </a:lnTo>
                  <a:lnTo>
                    <a:pt x="1" y="263"/>
                  </a:lnTo>
                  <a:lnTo>
                    <a:pt x="0" y="265"/>
                  </a:lnTo>
                  <a:lnTo>
                    <a:pt x="0" y="270"/>
                  </a:lnTo>
                  <a:lnTo>
                    <a:pt x="0" y="270"/>
                  </a:lnTo>
                  <a:lnTo>
                    <a:pt x="0" y="272"/>
                  </a:lnTo>
                  <a:lnTo>
                    <a:pt x="1" y="273"/>
                  </a:lnTo>
                  <a:lnTo>
                    <a:pt x="3" y="274"/>
                  </a:lnTo>
                  <a:lnTo>
                    <a:pt x="4" y="274"/>
                  </a:lnTo>
                  <a:lnTo>
                    <a:pt x="7" y="273"/>
                  </a:lnTo>
                  <a:lnTo>
                    <a:pt x="8" y="272"/>
                  </a:lnTo>
                  <a:lnTo>
                    <a:pt x="9" y="270"/>
                  </a:lnTo>
                  <a:lnTo>
                    <a:pt x="9" y="270"/>
                  </a:lnTo>
                  <a:lnTo>
                    <a:pt x="11" y="254"/>
                  </a:lnTo>
                  <a:lnTo>
                    <a:pt x="14" y="237"/>
                  </a:lnTo>
                  <a:lnTo>
                    <a:pt x="22" y="204"/>
                  </a:lnTo>
                  <a:lnTo>
                    <a:pt x="37" y="139"/>
                  </a:lnTo>
                  <a:lnTo>
                    <a:pt x="37" y="139"/>
                  </a:lnTo>
                  <a:lnTo>
                    <a:pt x="45" y="106"/>
                  </a:lnTo>
                  <a:lnTo>
                    <a:pt x="54" y="73"/>
                  </a:lnTo>
                  <a:lnTo>
                    <a:pt x="54" y="73"/>
                  </a:lnTo>
                  <a:lnTo>
                    <a:pt x="58" y="56"/>
                  </a:lnTo>
                  <a:lnTo>
                    <a:pt x="61" y="39"/>
                  </a:lnTo>
                  <a:lnTo>
                    <a:pt x="64" y="31"/>
                  </a:lnTo>
                  <a:lnTo>
                    <a:pt x="66" y="22"/>
                  </a:lnTo>
                  <a:lnTo>
                    <a:pt x="70" y="14"/>
                  </a:lnTo>
                  <a:lnTo>
                    <a:pt x="74" y="8"/>
                  </a:lnTo>
                  <a:lnTo>
                    <a:pt x="74" y="8"/>
                  </a:lnTo>
                  <a:lnTo>
                    <a:pt x="75" y="6"/>
                  </a:lnTo>
                  <a:lnTo>
                    <a:pt x="75" y="5"/>
                  </a:lnTo>
                  <a:lnTo>
                    <a:pt x="74" y="1"/>
                  </a:lnTo>
                  <a:lnTo>
                    <a:pt x="72" y="0"/>
                  </a:lnTo>
                  <a:lnTo>
                    <a:pt x="71" y="0"/>
                  </a:lnTo>
                  <a:lnTo>
                    <a:pt x="69" y="0"/>
                  </a:lnTo>
                  <a:lnTo>
                    <a:pt x="68" y="2"/>
                  </a:lnTo>
                  <a:lnTo>
                    <a:pt x="68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54" name="Freeform 170"/>
            <p:cNvSpPr/>
            <p:nvPr>
              <p:custDataLst>
                <p:tags r:id="rId9"/>
              </p:custDataLst>
            </p:nvPr>
          </p:nvSpPr>
          <p:spPr bwMode="auto">
            <a:xfrm>
              <a:off x="4338638" y="2201863"/>
              <a:ext cx="31750" cy="112713"/>
            </a:xfrm>
            <a:custGeom>
              <a:avLst/>
              <a:gdLst/>
              <a:ahLst/>
              <a:cxnLst>
                <a:cxn ang="0">
                  <a:pos x="52" y="4"/>
                </a:cxn>
                <a:cxn ang="0">
                  <a:pos x="52" y="4"/>
                </a:cxn>
                <a:cxn ang="0">
                  <a:pos x="51" y="10"/>
                </a:cxn>
                <a:cxn ang="0">
                  <a:pos x="48" y="16"/>
                </a:cxn>
                <a:cxn ang="0">
                  <a:pos x="43" y="29"/>
                </a:cxn>
                <a:cxn ang="0">
                  <a:pos x="38" y="41"/>
                </a:cxn>
                <a:cxn ang="0">
                  <a:pos x="36" y="47"/>
                </a:cxn>
                <a:cxn ang="0">
                  <a:pos x="34" y="54"/>
                </a:cxn>
                <a:cxn ang="0">
                  <a:pos x="34" y="54"/>
                </a:cxn>
                <a:cxn ang="0">
                  <a:pos x="25" y="103"/>
                </a:cxn>
                <a:cxn ang="0">
                  <a:pos x="25" y="103"/>
                </a:cxn>
                <a:cxn ang="0">
                  <a:pos x="23" y="116"/>
                </a:cxn>
                <a:cxn ang="0">
                  <a:pos x="19" y="129"/>
                </a:cxn>
                <a:cxn ang="0">
                  <a:pos x="10" y="156"/>
                </a:cxn>
                <a:cxn ang="0">
                  <a:pos x="3" y="181"/>
                </a:cxn>
                <a:cxn ang="0">
                  <a:pos x="1" y="195"/>
                </a:cxn>
                <a:cxn ang="0">
                  <a:pos x="0" y="208"/>
                </a:cxn>
                <a:cxn ang="0">
                  <a:pos x="0" y="208"/>
                </a:cxn>
                <a:cxn ang="0">
                  <a:pos x="0" y="210"/>
                </a:cxn>
                <a:cxn ang="0">
                  <a:pos x="1" y="211"/>
                </a:cxn>
                <a:cxn ang="0">
                  <a:pos x="2" y="212"/>
                </a:cxn>
                <a:cxn ang="0">
                  <a:pos x="4" y="212"/>
                </a:cxn>
                <a:cxn ang="0">
                  <a:pos x="6" y="212"/>
                </a:cxn>
                <a:cxn ang="0">
                  <a:pos x="7" y="211"/>
                </a:cxn>
                <a:cxn ang="0">
                  <a:pos x="8" y="210"/>
                </a:cxn>
                <a:cxn ang="0">
                  <a:pos x="9" y="208"/>
                </a:cxn>
                <a:cxn ang="0">
                  <a:pos x="9" y="208"/>
                </a:cxn>
                <a:cxn ang="0">
                  <a:pos x="10" y="200"/>
                </a:cxn>
                <a:cxn ang="0">
                  <a:pos x="11" y="192"/>
                </a:cxn>
                <a:cxn ang="0">
                  <a:pos x="15" y="176"/>
                </a:cxn>
                <a:cxn ang="0">
                  <a:pos x="26" y="144"/>
                </a:cxn>
                <a:cxn ang="0">
                  <a:pos x="26" y="144"/>
                </a:cxn>
                <a:cxn ang="0">
                  <a:pos x="29" y="131"/>
                </a:cxn>
                <a:cxn ang="0">
                  <a:pos x="32" y="117"/>
                </a:cxn>
                <a:cxn ang="0">
                  <a:pos x="37" y="91"/>
                </a:cxn>
                <a:cxn ang="0">
                  <a:pos x="37" y="91"/>
                </a:cxn>
                <a:cxn ang="0">
                  <a:pos x="41" y="67"/>
                </a:cxn>
                <a:cxn ang="0">
                  <a:pos x="46" y="42"/>
                </a:cxn>
                <a:cxn ang="0">
                  <a:pos x="46" y="42"/>
                </a:cxn>
                <a:cxn ang="0">
                  <a:pos x="50" y="33"/>
                </a:cxn>
                <a:cxn ang="0">
                  <a:pos x="55" y="23"/>
                </a:cxn>
                <a:cxn ang="0">
                  <a:pos x="59" y="14"/>
                </a:cxn>
                <a:cxn ang="0">
                  <a:pos x="60" y="9"/>
                </a:cxn>
                <a:cxn ang="0">
                  <a:pos x="61" y="4"/>
                </a:cxn>
                <a:cxn ang="0">
                  <a:pos x="61" y="4"/>
                </a:cxn>
                <a:cxn ang="0">
                  <a:pos x="61" y="3"/>
                </a:cxn>
                <a:cxn ang="0">
                  <a:pos x="60" y="1"/>
                </a:cxn>
                <a:cxn ang="0">
                  <a:pos x="59" y="0"/>
                </a:cxn>
                <a:cxn ang="0">
                  <a:pos x="57" y="0"/>
                </a:cxn>
                <a:cxn ang="0">
                  <a:pos x="54" y="1"/>
                </a:cxn>
                <a:cxn ang="0">
                  <a:pos x="53" y="3"/>
                </a:cxn>
                <a:cxn ang="0">
                  <a:pos x="52" y="4"/>
                </a:cxn>
                <a:cxn ang="0">
                  <a:pos x="52" y="4"/>
                </a:cxn>
              </a:cxnLst>
              <a:rect l="0" t="0" r="r" b="b"/>
              <a:pathLst>
                <a:path w="61" h="212">
                  <a:moveTo>
                    <a:pt x="52" y="4"/>
                  </a:moveTo>
                  <a:lnTo>
                    <a:pt x="52" y="4"/>
                  </a:lnTo>
                  <a:lnTo>
                    <a:pt x="51" y="10"/>
                  </a:lnTo>
                  <a:lnTo>
                    <a:pt x="48" y="16"/>
                  </a:lnTo>
                  <a:lnTo>
                    <a:pt x="43" y="29"/>
                  </a:lnTo>
                  <a:lnTo>
                    <a:pt x="38" y="41"/>
                  </a:lnTo>
                  <a:lnTo>
                    <a:pt x="36" y="47"/>
                  </a:lnTo>
                  <a:lnTo>
                    <a:pt x="34" y="54"/>
                  </a:lnTo>
                  <a:lnTo>
                    <a:pt x="34" y="54"/>
                  </a:lnTo>
                  <a:lnTo>
                    <a:pt x="25" y="103"/>
                  </a:lnTo>
                  <a:lnTo>
                    <a:pt x="25" y="103"/>
                  </a:lnTo>
                  <a:lnTo>
                    <a:pt x="23" y="116"/>
                  </a:lnTo>
                  <a:lnTo>
                    <a:pt x="19" y="129"/>
                  </a:lnTo>
                  <a:lnTo>
                    <a:pt x="10" y="156"/>
                  </a:lnTo>
                  <a:lnTo>
                    <a:pt x="3" y="181"/>
                  </a:lnTo>
                  <a:lnTo>
                    <a:pt x="1" y="195"/>
                  </a:lnTo>
                  <a:lnTo>
                    <a:pt x="0" y="208"/>
                  </a:lnTo>
                  <a:lnTo>
                    <a:pt x="0" y="208"/>
                  </a:lnTo>
                  <a:lnTo>
                    <a:pt x="0" y="210"/>
                  </a:lnTo>
                  <a:lnTo>
                    <a:pt x="1" y="211"/>
                  </a:lnTo>
                  <a:lnTo>
                    <a:pt x="2" y="212"/>
                  </a:lnTo>
                  <a:lnTo>
                    <a:pt x="4" y="212"/>
                  </a:lnTo>
                  <a:lnTo>
                    <a:pt x="6" y="212"/>
                  </a:lnTo>
                  <a:lnTo>
                    <a:pt x="7" y="211"/>
                  </a:lnTo>
                  <a:lnTo>
                    <a:pt x="8" y="210"/>
                  </a:lnTo>
                  <a:lnTo>
                    <a:pt x="9" y="208"/>
                  </a:lnTo>
                  <a:lnTo>
                    <a:pt x="9" y="208"/>
                  </a:lnTo>
                  <a:lnTo>
                    <a:pt x="10" y="200"/>
                  </a:lnTo>
                  <a:lnTo>
                    <a:pt x="11" y="192"/>
                  </a:lnTo>
                  <a:lnTo>
                    <a:pt x="15" y="176"/>
                  </a:lnTo>
                  <a:lnTo>
                    <a:pt x="26" y="144"/>
                  </a:lnTo>
                  <a:lnTo>
                    <a:pt x="26" y="144"/>
                  </a:lnTo>
                  <a:lnTo>
                    <a:pt x="29" y="131"/>
                  </a:lnTo>
                  <a:lnTo>
                    <a:pt x="32" y="117"/>
                  </a:lnTo>
                  <a:lnTo>
                    <a:pt x="37" y="91"/>
                  </a:lnTo>
                  <a:lnTo>
                    <a:pt x="37" y="91"/>
                  </a:lnTo>
                  <a:lnTo>
                    <a:pt x="41" y="67"/>
                  </a:lnTo>
                  <a:lnTo>
                    <a:pt x="46" y="42"/>
                  </a:lnTo>
                  <a:lnTo>
                    <a:pt x="46" y="42"/>
                  </a:lnTo>
                  <a:lnTo>
                    <a:pt x="50" y="33"/>
                  </a:lnTo>
                  <a:lnTo>
                    <a:pt x="55" y="23"/>
                  </a:lnTo>
                  <a:lnTo>
                    <a:pt x="59" y="14"/>
                  </a:lnTo>
                  <a:lnTo>
                    <a:pt x="60" y="9"/>
                  </a:lnTo>
                  <a:lnTo>
                    <a:pt x="61" y="4"/>
                  </a:lnTo>
                  <a:lnTo>
                    <a:pt x="61" y="4"/>
                  </a:lnTo>
                  <a:lnTo>
                    <a:pt x="61" y="3"/>
                  </a:lnTo>
                  <a:lnTo>
                    <a:pt x="60" y="1"/>
                  </a:lnTo>
                  <a:lnTo>
                    <a:pt x="59" y="0"/>
                  </a:lnTo>
                  <a:lnTo>
                    <a:pt x="57" y="0"/>
                  </a:lnTo>
                  <a:lnTo>
                    <a:pt x="54" y="1"/>
                  </a:lnTo>
                  <a:lnTo>
                    <a:pt x="53" y="3"/>
                  </a:lnTo>
                  <a:lnTo>
                    <a:pt x="52" y="4"/>
                  </a:lnTo>
                  <a:lnTo>
                    <a:pt x="52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55" name="Freeform 171"/>
            <p:cNvSpPr/>
            <p:nvPr>
              <p:custDataLst>
                <p:tags r:id="rId10"/>
              </p:custDataLst>
            </p:nvPr>
          </p:nvSpPr>
          <p:spPr bwMode="auto">
            <a:xfrm>
              <a:off x="4357688" y="2209800"/>
              <a:ext cx="36513" cy="90488"/>
            </a:xfrm>
            <a:custGeom>
              <a:avLst/>
              <a:gdLst/>
              <a:ahLst/>
              <a:cxnLst>
                <a:cxn ang="0">
                  <a:pos x="60" y="1"/>
                </a:cxn>
                <a:cxn ang="0">
                  <a:pos x="60" y="1"/>
                </a:cxn>
                <a:cxn ang="0">
                  <a:pos x="51" y="10"/>
                </a:cxn>
                <a:cxn ang="0">
                  <a:pos x="43" y="22"/>
                </a:cxn>
                <a:cxn ang="0">
                  <a:pos x="37" y="34"/>
                </a:cxn>
                <a:cxn ang="0">
                  <a:pos x="33" y="48"/>
                </a:cxn>
                <a:cxn ang="0">
                  <a:pos x="29" y="61"/>
                </a:cxn>
                <a:cxn ang="0">
                  <a:pos x="25" y="75"/>
                </a:cxn>
                <a:cxn ang="0">
                  <a:pos x="20" y="100"/>
                </a:cxn>
                <a:cxn ang="0">
                  <a:pos x="20" y="100"/>
                </a:cxn>
                <a:cxn ang="0">
                  <a:pos x="15" y="115"/>
                </a:cxn>
                <a:cxn ang="0">
                  <a:pos x="6" y="135"/>
                </a:cxn>
                <a:cxn ang="0">
                  <a:pos x="3" y="147"/>
                </a:cxn>
                <a:cxn ang="0">
                  <a:pos x="0" y="156"/>
                </a:cxn>
                <a:cxn ang="0">
                  <a:pos x="0" y="164"/>
                </a:cxn>
                <a:cxn ang="0">
                  <a:pos x="1" y="166"/>
                </a:cxn>
                <a:cxn ang="0">
                  <a:pos x="3" y="170"/>
                </a:cxn>
                <a:cxn ang="0">
                  <a:pos x="3" y="170"/>
                </a:cxn>
                <a:cxn ang="0">
                  <a:pos x="4" y="170"/>
                </a:cxn>
                <a:cxn ang="0">
                  <a:pos x="6" y="171"/>
                </a:cxn>
                <a:cxn ang="0">
                  <a:pos x="9" y="169"/>
                </a:cxn>
                <a:cxn ang="0">
                  <a:pos x="10" y="167"/>
                </a:cxn>
                <a:cxn ang="0">
                  <a:pos x="11" y="165"/>
                </a:cxn>
                <a:cxn ang="0">
                  <a:pos x="10" y="164"/>
                </a:cxn>
                <a:cxn ang="0">
                  <a:pos x="9" y="162"/>
                </a:cxn>
                <a:cxn ang="0">
                  <a:pos x="9" y="162"/>
                </a:cxn>
                <a:cxn ang="0">
                  <a:pos x="10" y="159"/>
                </a:cxn>
                <a:cxn ang="0">
                  <a:pos x="14" y="152"/>
                </a:cxn>
                <a:cxn ang="0">
                  <a:pos x="18" y="138"/>
                </a:cxn>
                <a:cxn ang="0">
                  <a:pos x="18" y="138"/>
                </a:cxn>
                <a:cxn ang="0">
                  <a:pos x="24" y="119"/>
                </a:cxn>
                <a:cxn ang="0">
                  <a:pos x="29" y="100"/>
                </a:cxn>
                <a:cxn ang="0">
                  <a:pos x="29" y="100"/>
                </a:cxn>
                <a:cxn ang="0">
                  <a:pos x="34" y="76"/>
                </a:cxn>
                <a:cxn ang="0">
                  <a:pos x="38" y="63"/>
                </a:cxn>
                <a:cxn ang="0">
                  <a:pos x="41" y="51"/>
                </a:cxn>
                <a:cxn ang="0">
                  <a:pos x="47" y="38"/>
                </a:cxn>
                <a:cxn ang="0">
                  <a:pos x="52" y="27"/>
                </a:cxn>
                <a:cxn ang="0">
                  <a:pos x="58" y="17"/>
                </a:cxn>
                <a:cxn ang="0">
                  <a:pos x="66" y="7"/>
                </a:cxn>
                <a:cxn ang="0">
                  <a:pos x="66" y="7"/>
                </a:cxn>
                <a:cxn ang="0">
                  <a:pos x="67" y="6"/>
                </a:cxn>
                <a:cxn ang="0">
                  <a:pos x="68" y="4"/>
                </a:cxn>
                <a:cxn ang="0">
                  <a:pos x="67" y="3"/>
                </a:cxn>
                <a:cxn ang="0">
                  <a:pos x="66" y="1"/>
                </a:cxn>
                <a:cxn ang="0">
                  <a:pos x="65" y="0"/>
                </a:cxn>
                <a:cxn ang="0">
                  <a:pos x="63" y="0"/>
                </a:cxn>
                <a:cxn ang="0">
                  <a:pos x="61" y="0"/>
                </a:cxn>
                <a:cxn ang="0">
                  <a:pos x="60" y="1"/>
                </a:cxn>
                <a:cxn ang="0">
                  <a:pos x="60" y="1"/>
                </a:cxn>
              </a:cxnLst>
              <a:rect l="0" t="0" r="r" b="b"/>
              <a:pathLst>
                <a:path w="68" h="171">
                  <a:moveTo>
                    <a:pt x="60" y="1"/>
                  </a:moveTo>
                  <a:lnTo>
                    <a:pt x="60" y="1"/>
                  </a:lnTo>
                  <a:lnTo>
                    <a:pt x="51" y="10"/>
                  </a:lnTo>
                  <a:lnTo>
                    <a:pt x="43" y="22"/>
                  </a:lnTo>
                  <a:lnTo>
                    <a:pt x="37" y="34"/>
                  </a:lnTo>
                  <a:lnTo>
                    <a:pt x="33" y="48"/>
                  </a:lnTo>
                  <a:lnTo>
                    <a:pt x="29" y="61"/>
                  </a:lnTo>
                  <a:lnTo>
                    <a:pt x="25" y="75"/>
                  </a:lnTo>
                  <a:lnTo>
                    <a:pt x="20" y="100"/>
                  </a:lnTo>
                  <a:lnTo>
                    <a:pt x="20" y="100"/>
                  </a:lnTo>
                  <a:lnTo>
                    <a:pt x="15" y="115"/>
                  </a:lnTo>
                  <a:lnTo>
                    <a:pt x="6" y="135"/>
                  </a:lnTo>
                  <a:lnTo>
                    <a:pt x="3" y="147"/>
                  </a:lnTo>
                  <a:lnTo>
                    <a:pt x="0" y="156"/>
                  </a:lnTo>
                  <a:lnTo>
                    <a:pt x="0" y="164"/>
                  </a:lnTo>
                  <a:lnTo>
                    <a:pt x="1" y="166"/>
                  </a:lnTo>
                  <a:lnTo>
                    <a:pt x="3" y="170"/>
                  </a:lnTo>
                  <a:lnTo>
                    <a:pt x="3" y="170"/>
                  </a:lnTo>
                  <a:lnTo>
                    <a:pt x="4" y="170"/>
                  </a:lnTo>
                  <a:lnTo>
                    <a:pt x="6" y="171"/>
                  </a:lnTo>
                  <a:lnTo>
                    <a:pt x="9" y="169"/>
                  </a:lnTo>
                  <a:lnTo>
                    <a:pt x="10" y="167"/>
                  </a:lnTo>
                  <a:lnTo>
                    <a:pt x="11" y="165"/>
                  </a:lnTo>
                  <a:lnTo>
                    <a:pt x="10" y="164"/>
                  </a:lnTo>
                  <a:lnTo>
                    <a:pt x="9" y="162"/>
                  </a:lnTo>
                  <a:lnTo>
                    <a:pt x="9" y="162"/>
                  </a:lnTo>
                  <a:lnTo>
                    <a:pt x="10" y="159"/>
                  </a:lnTo>
                  <a:lnTo>
                    <a:pt x="14" y="152"/>
                  </a:lnTo>
                  <a:lnTo>
                    <a:pt x="18" y="138"/>
                  </a:lnTo>
                  <a:lnTo>
                    <a:pt x="18" y="138"/>
                  </a:lnTo>
                  <a:lnTo>
                    <a:pt x="24" y="119"/>
                  </a:lnTo>
                  <a:lnTo>
                    <a:pt x="29" y="100"/>
                  </a:lnTo>
                  <a:lnTo>
                    <a:pt x="29" y="100"/>
                  </a:lnTo>
                  <a:lnTo>
                    <a:pt x="34" y="76"/>
                  </a:lnTo>
                  <a:lnTo>
                    <a:pt x="38" y="63"/>
                  </a:lnTo>
                  <a:lnTo>
                    <a:pt x="41" y="51"/>
                  </a:lnTo>
                  <a:lnTo>
                    <a:pt x="47" y="38"/>
                  </a:lnTo>
                  <a:lnTo>
                    <a:pt x="52" y="27"/>
                  </a:lnTo>
                  <a:lnTo>
                    <a:pt x="58" y="17"/>
                  </a:lnTo>
                  <a:lnTo>
                    <a:pt x="66" y="7"/>
                  </a:lnTo>
                  <a:lnTo>
                    <a:pt x="66" y="7"/>
                  </a:lnTo>
                  <a:lnTo>
                    <a:pt x="67" y="6"/>
                  </a:lnTo>
                  <a:lnTo>
                    <a:pt x="68" y="4"/>
                  </a:lnTo>
                  <a:lnTo>
                    <a:pt x="67" y="3"/>
                  </a:lnTo>
                  <a:lnTo>
                    <a:pt x="66" y="1"/>
                  </a:lnTo>
                  <a:lnTo>
                    <a:pt x="65" y="0"/>
                  </a:lnTo>
                  <a:lnTo>
                    <a:pt x="63" y="0"/>
                  </a:lnTo>
                  <a:lnTo>
                    <a:pt x="61" y="0"/>
                  </a:lnTo>
                  <a:lnTo>
                    <a:pt x="60" y="1"/>
                  </a:lnTo>
                  <a:lnTo>
                    <a:pt x="60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56" name="Freeform 172"/>
            <p:cNvSpPr/>
            <p:nvPr>
              <p:custDataLst>
                <p:tags r:id="rId11"/>
              </p:custDataLst>
            </p:nvPr>
          </p:nvSpPr>
          <p:spPr bwMode="auto">
            <a:xfrm>
              <a:off x="4383088" y="2219325"/>
              <a:ext cx="33338" cy="63500"/>
            </a:xfrm>
            <a:custGeom>
              <a:avLst/>
              <a:gdLst/>
              <a:ahLst/>
              <a:cxnLst>
                <a:cxn ang="0">
                  <a:pos x="55" y="0"/>
                </a:cxn>
                <a:cxn ang="0">
                  <a:pos x="55" y="0"/>
                </a:cxn>
                <a:cxn ang="0">
                  <a:pos x="50" y="2"/>
                </a:cxn>
                <a:cxn ang="0">
                  <a:pos x="46" y="5"/>
                </a:cxn>
                <a:cxn ang="0">
                  <a:pos x="42" y="8"/>
                </a:cxn>
                <a:cxn ang="0">
                  <a:pos x="39" y="11"/>
                </a:cxn>
                <a:cxn ang="0">
                  <a:pos x="33" y="19"/>
                </a:cxn>
                <a:cxn ang="0">
                  <a:pos x="29" y="30"/>
                </a:cxn>
                <a:cxn ang="0">
                  <a:pos x="29" y="30"/>
                </a:cxn>
                <a:cxn ang="0">
                  <a:pos x="13" y="70"/>
                </a:cxn>
                <a:cxn ang="0">
                  <a:pos x="6" y="91"/>
                </a:cxn>
                <a:cxn ang="0">
                  <a:pos x="0" y="112"/>
                </a:cxn>
                <a:cxn ang="0">
                  <a:pos x="0" y="112"/>
                </a:cxn>
                <a:cxn ang="0">
                  <a:pos x="0" y="114"/>
                </a:cxn>
                <a:cxn ang="0">
                  <a:pos x="1" y="116"/>
                </a:cxn>
                <a:cxn ang="0">
                  <a:pos x="2" y="118"/>
                </a:cxn>
                <a:cxn ang="0">
                  <a:pos x="4" y="118"/>
                </a:cxn>
                <a:cxn ang="0">
                  <a:pos x="6" y="119"/>
                </a:cxn>
                <a:cxn ang="0">
                  <a:pos x="7" y="118"/>
                </a:cxn>
                <a:cxn ang="0">
                  <a:pos x="8" y="116"/>
                </a:cxn>
                <a:cxn ang="0">
                  <a:pos x="9" y="114"/>
                </a:cxn>
                <a:cxn ang="0">
                  <a:pos x="9" y="114"/>
                </a:cxn>
                <a:cxn ang="0">
                  <a:pos x="13" y="100"/>
                </a:cxn>
                <a:cxn ang="0">
                  <a:pos x="17" y="84"/>
                </a:cxn>
                <a:cxn ang="0">
                  <a:pos x="23" y="70"/>
                </a:cxn>
                <a:cxn ang="0">
                  <a:pos x="30" y="56"/>
                </a:cxn>
                <a:cxn ang="0">
                  <a:pos x="30" y="56"/>
                </a:cxn>
                <a:cxn ang="0">
                  <a:pos x="34" y="42"/>
                </a:cxn>
                <a:cxn ang="0">
                  <a:pos x="39" y="29"/>
                </a:cxn>
                <a:cxn ang="0">
                  <a:pos x="42" y="22"/>
                </a:cxn>
                <a:cxn ang="0">
                  <a:pos x="46" y="17"/>
                </a:cxn>
                <a:cxn ang="0">
                  <a:pos x="51" y="12"/>
                </a:cxn>
                <a:cxn ang="0">
                  <a:pos x="57" y="9"/>
                </a:cxn>
                <a:cxn ang="0">
                  <a:pos x="57" y="9"/>
                </a:cxn>
                <a:cxn ang="0">
                  <a:pos x="60" y="8"/>
                </a:cxn>
                <a:cxn ang="0">
                  <a:pos x="61" y="7"/>
                </a:cxn>
                <a:cxn ang="0">
                  <a:pos x="62" y="5"/>
                </a:cxn>
                <a:cxn ang="0">
                  <a:pos x="61" y="3"/>
                </a:cxn>
                <a:cxn ang="0">
                  <a:pos x="61" y="2"/>
                </a:cxn>
                <a:cxn ang="0">
                  <a:pos x="60" y="0"/>
                </a:cxn>
                <a:cxn ang="0">
                  <a:pos x="57" y="0"/>
                </a:cxn>
                <a:cxn ang="0">
                  <a:pos x="55" y="0"/>
                </a:cxn>
                <a:cxn ang="0">
                  <a:pos x="55" y="0"/>
                </a:cxn>
              </a:cxnLst>
              <a:rect l="0" t="0" r="r" b="b"/>
              <a:pathLst>
                <a:path w="62" h="119">
                  <a:moveTo>
                    <a:pt x="55" y="0"/>
                  </a:moveTo>
                  <a:lnTo>
                    <a:pt x="55" y="0"/>
                  </a:lnTo>
                  <a:lnTo>
                    <a:pt x="50" y="2"/>
                  </a:lnTo>
                  <a:lnTo>
                    <a:pt x="46" y="5"/>
                  </a:lnTo>
                  <a:lnTo>
                    <a:pt x="42" y="8"/>
                  </a:lnTo>
                  <a:lnTo>
                    <a:pt x="39" y="11"/>
                  </a:lnTo>
                  <a:lnTo>
                    <a:pt x="33" y="19"/>
                  </a:lnTo>
                  <a:lnTo>
                    <a:pt x="29" y="30"/>
                  </a:lnTo>
                  <a:lnTo>
                    <a:pt x="29" y="30"/>
                  </a:lnTo>
                  <a:lnTo>
                    <a:pt x="13" y="70"/>
                  </a:lnTo>
                  <a:lnTo>
                    <a:pt x="6" y="91"/>
                  </a:lnTo>
                  <a:lnTo>
                    <a:pt x="0" y="112"/>
                  </a:lnTo>
                  <a:lnTo>
                    <a:pt x="0" y="112"/>
                  </a:lnTo>
                  <a:lnTo>
                    <a:pt x="0" y="114"/>
                  </a:lnTo>
                  <a:lnTo>
                    <a:pt x="1" y="116"/>
                  </a:lnTo>
                  <a:lnTo>
                    <a:pt x="2" y="118"/>
                  </a:lnTo>
                  <a:lnTo>
                    <a:pt x="4" y="118"/>
                  </a:lnTo>
                  <a:lnTo>
                    <a:pt x="6" y="119"/>
                  </a:lnTo>
                  <a:lnTo>
                    <a:pt x="7" y="118"/>
                  </a:lnTo>
                  <a:lnTo>
                    <a:pt x="8" y="116"/>
                  </a:lnTo>
                  <a:lnTo>
                    <a:pt x="9" y="114"/>
                  </a:lnTo>
                  <a:lnTo>
                    <a:pt x="9" y="114"/>
                  </a:lnTo>
                  <a:lnTo>
                    <a:pt x="13" y="100"/>
                  </a:lnTo>
                  <a:lnTo>
                    <a:pt x="17" y="84"/>
                  </a:lnTo>
                  <a:lnTo>
                    <a:pt x="23" y="70"/>
                  </a:lnTo>
                  <a:lnTo>
                    <a:pt x="30" y="56"/>
                  </a:lnTo>
                  <a:lnTo>
                    <a:pt x="30" y="56"/>
                  </a:lnTo>
                  <a:lnTo>
                    <a:pt x="34" y="42"/>
                  </a:lnTo>
                  <a:lnTo>
                    <a:pt x="39" y="29"/>
                  </a:lnTo>
                  <a:lnTo>
                    <a:pt x="42" y="22"/>
                  </a:lnTo>
                  <a:lnTo>
                    <a:pt x="46" y="17"/>
                  </a:lnTo>
                  <a:lnTo>
                    <a:pt x="51" y="12"/>
                  </a:lnTo>
                  <a:lnTo>
                    <a:pt x="57" y="9"/>
                  </a:lnTo>
                  <a:lnTo>
                    <a:pt x="57" y="9"/>
                  </a:lnTo>
                  <a:lnTo>
                    <a:pt x="60" y="8"/>
                  </a:lnTo>
                  <a:lnTo>
                    <a:pt x="61" y="7"/>
                  </a:lnTo>
                  <a:lnTo>
                    <a:pt x="62" y="5"/>
                  </a:lnTo>
                  <a:lnTo>
                    <a:pt x="61" y="3"/>
                  </a:lnTo>
                  <a:lnTo>
                    <a:pt x="61" y="2"/>
                  </a:lnTo>
                  <a:lnTo>
                    <a:pt x="60" y="0"/>
                  </a:lnTo>
                  <a:lnTo>
                    <a:pt x="57" y="0"/>
                  </a:lnTo>
                  <a:lnTo>
                    <a:pt x="55" y="0"/>
                  </a:lnTo>
                  <a:lnTo>
                    <a:pt x="55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57" name="Freeform 173"/>
            <p:cNvSpPr/>
            <p:nvPr>
              <p:custDataLst>
                <p:tags r:id="rId12"/>
              </p:custDataLst>
            </p:nvPr>
          </p:nvSpPr>
          <p:spPr bwMode="auto">
            <a:xfrm>
              <a:off x="4403725" y="2228850"/>
              <a:ext cx="17463" cy="52388"/>
            </a:xfrm>
            <a:custGeom>
              <a:avLst/>
              <a:gdLst/>
              <a:ahLst/>
              <a:cxnLst>
                <a:cxn ang="0">
                  <a:pos x="27" y="1"/>
                </a:cxn>
                <a:cxn ang="0">
                  <a:pos x="27" y="1"/>
                </a:cxn>
                <a:cxn ang="0">
                  <a:pos x="24" y="2"/>
                </a:cxn>
                <a:cxn ang="0">
                  <a:pos x="22" y="6"/>
                </a:cxn>
                <a:cxn ang="0">
                  <a:pos x="17" y="12"/>
                </a:cxn>
                <a:cxn ang="0">
                  <a:pos x="15" y="20"/>
                </a:cxn>
                <a:cxn ang="0">
                  <a:pos x="14" y="27"/>
                </a:cxn>
                <a:cxn ang="0">
                  <a:pos x="14" y="27"/>
                </a:cxn>
                <a:cxn ang="0">
                  <a:pos x="12" y="45"/>
                </a:cxn>
                <a:cxn ang="0">
                  <a:pos x="10" y="61"/>
                </a:cxn>
                <a:cxn ang="0">
                  <a:pos x="6" y="78"/>
                </a:cxn>
                <a:cxn ang="0">
                  <a:pos x="0" y="94"/>
                </a:cxn>
                <a:cxn ang="0">
                  <a:pos x="0" y="94"/>
                </a:cxn>
                <a:cxn ang="0">
                  <a:pos x="0" y="96"/>
                </a:cxn>
                <a:cxn ang="0">
                  <a:pos x="0" y="97"/>
                </a:cxn>
                <a:cxn ang="0">
                  <a:pos x="1" y="100"/>
                </a:cxn>
                <a:cxn ang="0">
                  <a:pos x="3" y="100"/>
                </a:cxn>
                <a:cxn ang="0">
                  <a:pos x="6" y="100"/>
                </a:cxn>
                <a:cxn ang="0">
                  <a:pos x="8" y="98"/>
                </a:cxn>
                <a:cxn ang="0">
                  <a:pos x="9" y="96"/>
                </a:cxn>
                <a:cxn ang="0">
                  <a:pos x="9" y="96"/>
                </a:cxn>
                <a:cxn ang="0">
                  <a:pos x="13" y="85"/>
                </a:cxn>
                <a:cxn ang="0">
                  <a:pos x="15" y="80"/>
                </a:cxn>
                <a:cxn ang="0">
                  <a:pos x="18" y="75"/>
                </a:cxn>
                <a:cxn ang="0">
                  <a:pos x="18" y="75"/>
                </a:cxn>
                <a:cxn ang="0">
                  <a:pos x="19" y="72"/>
                </a:cxn>
                <a:cxn ang="0">
                  <a:pos x="21" y="69"/>
                </a:cxn>
                <a:cxn ang="0">
                  <a:pos x="21" y="62"/>
                </a:cxn>
                <a:cxn ang="0">
                  <a:pos x="22" y="49"/>
                </a:cxn>
                <a:cxn ang="0">
                  <a:pos x="22" y="49"/>
                </a:cxn>
                <a:cxn ang="0">
                  <a:pos x="23" y="28"/>
                </a:cxn>
                <a:cxn ang="0">
                  <a:pos x="24" y="22"/>
                </a:cxn>
                <a:cxn ang="0">
                  <a:pos x="25" y="17"/>
                </a:cxn>
                <a:cxn ang="0">
                  <a:pos x="27" y="13"/>
                </a:cxn>
                <a:cxn ang="0">
                  <a:pos x="30" y="10"/>
                </a:cxn>
                <a:cxn ang="0">
                  <a:pos x="30" y="10"/>
                </a:cxn>
                <a:cxn ang="0">
                  <a:pos x="31" y="9"/>
                </a:cxn>
                <a:cxn ang="0">
                  <a:pos x="32" y="8"/>
                </a:cxn>
                <a:cxn ang="0">
                  <a:pos x="33" y="3"/>
                </a:cxn>
                <a:cxn ang="0">
                  <a:pos x="32" y="2"/>
                </a:cxn>
                <a:cxn ang="0">
                  <a:pos x="31" y="1"/>
                </a:cxn>
                <a:cxn ang="0">
                  <a:pos x="29" y="0"/>
                </a:cxn>
                <a:cxn ang="0">
                  <a:pos x="27" y="1"/>
                </a:cxn>
                <a:cxn ang="0">
                  <a:pos x="27" y="1"/>
                </a:cxn>
              </a:cxnLst>
              <a:rect l="0" t="0" r="r" b="b"/>
              <a:pathLst>
                <a:path w="33" h="100">
                  <a:moveTo>
                    <a:pt x="27" y="1"/>
                  </a:moveTo>
                  <a:lnTo>
                    <a:pt x="27" y="1"/>
                  </a:lnTo>
                  <a:lnTo>
                    <a:pt x="24" y="2"/>
                  </a:lnTo>
                  <a:lnTo>
                    <a:pt x="22" y="6"/>
                  </a:lnTo>
                  <a:lnTo>
                    <a:pt x="17" y="12"/>
                  </a:lnTo>
                  <a:lnTo>
                    <a:pt x="15" y="20"/>
                  </a:lnTo>
                  <a:lnTo>
                    <a:pt x="14" y="27"/>
                  </a:lnTo>
                  <a:lnTo>
                    <a:pt x="14" y="27"/>
                  </a:lnTo>
                  <a:lnTo>
                    <a:pt x="12" y="45"/>
                  </a:lnTo>
                  <a:lnTo>
                    <a:pt x="10" y="61"/>
                  </a:lnTo>
                  <a:lnTo>
                    <a:pt x="6" y="78"/>
                  </a:lnTo>
                  <a:lnTo>
                    <a:pt x="0" y="94"/>
                  </a:lnTo>
                  <a:lnTo>
                    <a:pt x="0" y="94"/>
                  </a:lnTo>
                  <a:lnTo>
                    <a:pt x="0" y="96"/>
                  </a:lnTo>
                  <a:lnTo>
                    <a:pt x="0" y="97"/>
                  </a:lnTo>
                  <a:lnTo>
                    <a:pt x="1" y="100"/>
                  </a:lnTo>
                  <a:lnTo>
                    <a:pt x="3" y="100"/>
                  </a:lnTo>
                  <a:lnTo>
                    <a:pt x="6" y="100"/>
                  </a:lnTo>
                  <a:lnTo>
                    <a:pt x="8" y="98"/>
                  </a:lnTo>
                  <a:lnTo>
                    <a:pt x="9" y="96"/>
                  </a:lnTo>
                  <a:lnTo>
                    <a:pt x="9" y="96"/>
                  </a:lnTo>
                  <a:lnTo>
                    <a:pt x="13" y="85"/>
                  </a:lnTo>
                  <a:lnTo>
                    <a:pt x="15" y="80"/>
                  </a:lnTo>
                  <a:lnTo>
                    <a:pt x="18" y="75"/>
                  </a:lnTo>
                  <a:lnTo>
                    <a:pt x="18" y="75"/>
                  </a:lnTo>
                  <a:lnTo>
                    <a:pt x="19" y="72"/>
                  </a:lnTo>
                  <a:lnTo>
                    <a:pt x="21" y="69"/>
                  </a:lnTo>
                  <a:lnTo>
                    <a:pt x="21" y="62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3" y="28"/>
                  </a:lnTo>
                  <a:lnTo>
                    <a:pt x="24" y="22"/>
                  </a:lnTo>
                  <a:lnTo>
                    <a:pt x="25" y="17"/>
                  </a:lnTo>
                  <a:lnTo>
                    <a:pt x="27" y="13"/>
                  </a:lnTo>
                  <a:lnTo>
                    <a:pt x="30" y="10"/>
                  </a:lnTo>
                  <a:lnTo>
                    <a:pt x="30" y="10"/>
                  </a:lnTo>
                  <a:lnTo>
                    <a:pt x="31" y="9"/>
                  </a:lnTo>
                  <a:lnTo>
                    <a:pt x="32" y="8"/>
                  </a:lnTo>
                  <a:lnTo>
                    <a:pt x="33" y="3"/>
                  </a:lnTo>
                  <a:lnTo>
                    <a:pt x="32" y="2"/>
                  </a:lnTo>
                  <a:lnTo>
                    <a:pt x="31" y="1"/>
                  </a:lnTo>
                  <a:lnTo>
                    <a:pt x="29" y="0"/>
                  </a:lnTo>
                  <a:lnTo>
                    <a:pt x="27" y="1"/>
                  </a:lnTo>
                  <a:lnTo>
                    <a:pt x="27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58" name="Freeform 174"/>
            <p:cNvSpPr/>
            <p:nvPr>
              <p:custDataLst>
                <p:tags r:id="rId13"/>
              </p:custDataLst>
            </p:nvPr>
          </p:nvSpPr>
          <p:spPr bwMode="auto">
            <a:xfrm>
              <a:off x="4340225" y="2436813"/>
              <a:ext cx="4763" cy="42863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76"/>
                </a:cxn>
                <a:cxn ang="0">
                  <a:pos x="0" y="76"/>
                </a:cxn>
                <a:cxn ang="0">
                  <a:pos x="1" y="78"/>
                </a:cxn>
                <a:cxn ang="0">
                  <a:pos x="2" y="79"/>
                </a:cxn>
                <a:cxn ang="0">
                  <a:pos x="3" y="80"/>
                </a:cxn>
                <a:cxn ang="0">
                  <a:pos x="5" y="80"/>
                </a:cxn>
                <a:cxn ang="0">
                  <a:pos x="6" y="80"/>
                </a:cxn>
                <a:cxn ang="0">
                  <a:pos x="8" y="79"/>
                </a:cxn>
                <a:cxn ang="0">
                  <a:pos x="9" y="78"/>
                </a:cxn>
                <a:cxn ang="0">
                  <a:pos x="9" y="76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9" y="3"/>
                </a:cxn>
                <a:cxn ang="0">
                  <a:pos x="8" y="2"/>
                </a:cxn>
                <a:cxn ang="0">
                  <a:pos x="6" y="1"/>
                </a:cxn>
                <a:cxn ang="0">
                  <a:pos x="5" y="0"/>
                </a:cxn>
                <a:cxn ang="0">
                  <a:pos x="3" y="1"/>
                </a:cxn>
                <a:cxn ang="0">
                  <a:pos x="2" y="2"/>
                </a:cxn>
                <a:cxn ang="0">
                  <a:pos x="1" y="3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9" h="80">
                  <a:moveTo>
                    <a:pt x="0" y="5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" y="78"/>
                  </a:lnTo>
                  <a:lnTo>
                    <a:pt x="2" y="79"/>
                  </a:lnTo>
                  <a:lnTo>
                    <a:pt x="3" y="80"/>
                  </a:lnTo>
                  <a:lnTo>
                    <a:pt x="5" y="80"/>
                  </a:lnTo>
                  <a:lnTo>
                    <a:pt x="6" y="80"/>
                  </a:lnTo>
                  <a:lnTo>
                    <a:pt x="8" y="79"/>
                  </a:lnTo>
                  <a:lnTo>
                    <a:pt x="9" y="78"/>
                  </a:lnTo>
                  <a:lnTo>
                    <a:pt x="9" y="76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8" y="2"/>
                  </a:lnTo>
                  <a:lnTo>
                    <a:pt x="6" y="1"/>
                  </a:lnTo>
                  <a:lnTo>
                    <a:pt x="5" y="0"/>
                  </a:lnTo>
                  <a:lnTo>
                    <a:pt x="3" y="1"/>
                  </a:lnTo>
                  <a:lnTo>
                    <a:pt x="2" y="2"/>
                  </a:lnTo>
                  <a:lnTo>
                    <a:pt x="1" y="3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59" name="Freeform 175"/>
            <p:cNvSpPr/>
            <p:nvPr>
              <p:custDataLst>
                <p:tags r:id="rId14"/>
              </p:custDataLst>
            </p:nvPr>
          </p:nvSpPr>
          <p:spPr bwMode="auto">
            <a:xfrm>
              <a:off x="4370388" y="2460625"/>
              <a:ext cx="11113" cy="65088"/>
            </a:xfrm>
            <a:custGeom>
              <a:avLst/>
              <a:gdLst/>
              <a:ahLst/>
              <a:cxnLst>
                <a:cxn ang="0">
                  <a:pos x="12" y="2"/>
                </a:cxn>
                <a:cxn ang="0">
                  <a:pos x="12" y="2"/>
                </a:cxn>
                <a:cxn ang="0">
                  <a:pos x="9" y="9"/>
                </a:cxn>
                <a:cxn ang="0">
                  <a:pos x="7" y="15"/>
                </a:cxn>
                <a:cxn ang="0">
                  <a:pos x="3" y="29"/>
                </a:cxn>
                <a:cxn ang="0">
                  <a:pos x="1" y="44"/>
                </a:cxn>
                <a:cxn ang="0">
                  <a:pos x="0" y="59"/>
                </a:cxn>
                <a:cxn ang="0">
                  <a:pos x="1" y="90"/>
                </a:cxn>
                <a:cxn ang="0">
                  <a:pos x="2" y="118"/>
                </a:cxn>
                <a:cxn ang="0">
                  <a:pos x="2" y="118"/>
                </a:cxn>
                <a:cxn ang="0">
                  <a:pos x="3" y="120"/>
                </a:cxn>
                <a:cxn ang="0">
                  <a:pos x="4" y="122"/>
                </a:cxn>
                <a:cxn ang="0">
                  <a:pos x="5" y="123"/>
                </a:cxn>
                <a:cxn ang="0">
                  <a:pos x="7" y="123"/>
                </a:cxn>
                <a:cxn ang="0">
                  <a:pos x="9" y="123"/>
                </a:cxn>
                <a:cxn ang="0">
                  <a:pos x="10" y="122"/>
                </a:cxn>
                <a:cxn ang="0">
                  <a:pos x="11" y="120"/>
                </a:cxn>
                <a:cxn ang="0">
                  <a:pos x="11" y="118"/>
                </a:cxn>
                <a:cxn ang="0">
                  <a:pos x="11" y="118"/>
                </a:cxn>
                <a:cxn ang="0">
                  <a:pos x="10" y="91"/>
                </a:cxn>
                <a:cxn ang="0">
                  <a:pos x="10" y="61"/>
                </a:cxn>
                <a:cxn ang="0">
                  <a:pos x="10" y="47"/>
                </a:cxn>
                <a:cxn ang="0">
                  <a:pos x="12" y="32"/>
                </a:cxn>
                <a:cxn ang="0">
                  <a:pos x="15" y="19"/>
                </a:cxn>
                <a:cxn ang="0">
                  <a:pos x="17" y="13"/>
                </a:cxn>
                <a:cxn ang="0">
                  <a:pos x="20" y="8"/>
                </a:cxn>
                <a:cxn ang="0">
                  <a:pos x="20" y="8"/>
                </a:cxn>
                <a:cxn ang="0">
                  <a:pos x="22" y="5"/>
                </a:cxn>
                <a:cxn ang="0">
                  <a:pos x="20" y="3"/>
                </a:cxn>
                <a:cxn ang="0">
                  <a:pos x="19" y="1"/>
                </a:cxn>
                <a:cxn ang="0">
                  <a:pos x="18" y="0"/>
                </a:cxn>
                <a:cxn ang="0">
                  <a:pos x="17" y="0"/>
                </a:cxn>
                <a:cxn ang="0">
                  <a:pos x="15" y="0"/>
                </a:cxn>
                <a:cxn ang="0">
                  <a:pos x="13" y="0"/>
                </a:cxn>
                <a:cxn ang="0">
                  <a:pos x="12" y="2"/>
                </a:cxn>
                <a:cxn ang="0">
                  <a:pos x="12" y="2"/>
                </a:cxn>
              </a:cxnLst>
              <a:rect l="0" t="0" r="r" b="b"/>
              <a:pathLst>
                <a:path w="22" h="123">
                  <a:moveTo>
                    <a:pt x="12" y="2"/>
                  </a:moveTo>
                  <a:lnTo>
                    <a:pt x="12" y="2"/>
                  </a:lnTo>
                  <a:lnTo>
                    <a:pt x="9" y="9"/>
                  </a:lnTo>
                  <a:lnTo>
                    <a:pt x="7" y="15"/>
                  </a:lnTo>
                  <a:lnTo>
                    <a:pt x="3" y="29"/>
                  </a:lnTo>
                  <a:lnTo>
                    <a:pt x="1" y="44"/>
                  </a:lnTo>
                  <a:lnTo>
                    <a:pt x="0" y="59"/>
                  </a:lnTo>
                  <a:lnTo>
                    <a:pt x="1" y="90"/>
                  </a:lnTo>
                  <a:lnTo>
                    <a:pt x="2" y="118"/>
                  </a:lnTo>
                  <a:lnTo>
                    <a:pt x="2" y="118"/>
                  </a:lnTo>
                  <a:lnTo>
                    <a:pt x="3" y="120"/>
                  </a:lnTo>
                  <a:lnTo>
                    <a:pt x="4" y="122"/>
                  </a:lnTo>
                  <a:lnTo>
                    <a:pt x="5" y="123"/>
                  </a:lnTo>
                  <a:lnTo>
                    <a:pt x="7" y="123"/>
                  </a:lnTo>
                  <a:lnTo>
                    <a:pt x="9" y="123"/>
                  </a:lnTo>
                  <a:lnTo>
                    <a:pt x="10" y="122"/>
                  </a:lnTo>
                  <a:lnTo>
                    <a:pt x="11" y="120"/>
                  </a:lnTo>
                  <a:lnTo>
                    <a:pt x="11" y="118"/>
                  </a:lnTo>
                  <a:lnTo>
                    <a:pt x="11" y="118"/>
                  </a:lnTo>
                  <a:lnTo>
                    <a:pt x="10" y="91"/>
                  </a:lnTo>
                  <a:lnTo>
                    <a:pt x="10" y="61"/>
                  </a:lnTo>
                  <a:lnTo>
                    <a:pt x="10" y="47"/>
                  </a:lnTo>
                  <a:lnTo>
                    <a:pt x="12" y="32"/>
                  </a:lnTo>
                  <a:lnTo>
                    <a:pt x="15" y="19"/>
                  </a:lnTo>
                  <a:lnTo>
                    <a:pt x="17" y="13"/>
                  </a:lnTo>
                  <a:lnTo>
                    <a:pt x="20" y="8"/>
                  </a:lnTo>
                  <a:lnTo>
                    <a:pt x="20" y="8"/>
                  </a:lnTo>
                  <a:lnTo>
                    <a:pt x="22" y="5"/>
                  </a:lnTo>
                  <a:lnTo>
                    <a:pt x="20" y="3"/>
                  </a:lnTo>
                  <a:lnTo>
                    <a:pt x="19" y="1"/>
                  </a:lnTo>
                  <a:lnTo>
                    <a:pt x="18" y="0"/>
                  </a:lnTo>
                  <a:lnTo>
                    <a:pt x="17" y="0"/>
                  </a:lnTo>
                  <a:lnTo>
                    <a:pt x="15" y="0"/>
                  </a:lnTo>
                  <a:lnTo>
                    <a:pt x="13" y="0"/>
                  </a:lnTo>
                  <a:lnTo>
                    <a:pt x="12" y="2"/>
                  </a:lnTo>
                  <a:lnTo>
                    <a:pt x="12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60" name="Freeform 176"/>
            <p:cNvSpPr/>
            <p:nvPr>
              <p:custDataLst>
                <p:tags r:id="rId15"/>
              </p:custDataLst>
            </p:nvPr>
          </p:nvSpPr>
          <p:spPr bwMode="auto">
            <a:xfrm>
              <a:off x="4395788" y="2492375"/>
              <a:ext cx="7938" cy="55563"/>
            </a:xfrm>
            <a:custGeom>
              <a:avLst/>
              <a:gdLst/>
              <a:ahLst/>
              <a:cxnLst>
                <a:cxn ang="0">
                  <a:pos x="6" y="5"/>
                </a:cxn>
                <a:cxn ang="0">
                  <a:pos x="6" y="5"/>
                </a:cxn>
                <a:cxn ang="0">
                  <a:pos x="5" y="29"/>
                </a:cxn>
                <a:cxn ang="0">
                  <a:pos x="2" y="53"/>
                </a:cxn>
                <a:cxn ang="0">
                  <a:pos x="1" y="77"/>
                </a:cxn>
                <a:cxn ang="0">
                  <a:pos x="0" y="100"/>
                </a:cxn>
                <a:cxn ang="0">
                  <a:pos x="0" y="100"/>
                </a:cxn>
                <a:cxn ang="0">
                  <a:pos x="1" y="102"/>
                </a:cxn>
                <a:cxn ang="0">
                  <a:pos x="2" y="104"/>
                </a:cxn>
                <a:cxn ang="0">
                  <a:pos x="4" y="105"/>
                </a:cxn>
                <a:cxn ang="0">
                  <a:pos x="6" y="105"/>
                </a:cxn>
                <a:cxn ang="0">
                  <a:pos x="7" y="105"/>
                </a:cxn>
                <a:cxn ang="0">
                  <a:pos x="9" y="104"/>
                </a:cxn>
                <a:cxn ang="0">
                  <a:pos x="10" y="102"/>
                </a:cxn>
                <a:cxn ang="0">
                  <a:pos x="10" y="100"/>
                </a:cxn>
                <a:cxn ang="0">
                  <a:pos x="10" y="100"/>
                </a:cxn>
                <a:cxn ang="0">
                  <a:pos x="11" y="77"/>
                </a:cxn>
                <a:cxn ang="0">
                  <a:pos x="13" y="53"/>
                </a:cxn>
                <a:cxn ang="0">
                  <a:pos x="14" y="29"/>
                </a:cxn>
                <a:cxn ang="0">
                  <a:pos x="15" y="5"/>
                </a:cxn>
                <a:cxn ang="0">
                  <a:pos x="15" y="5"/>
                </a:cxn>
                <a:cxn ang="0">
                  <a:pos x="15" y="3"/>
                </a:cxn>
                <a:cxn ang="0">
                  <a:pos x="14" y="2"/>
                </a:cxn>
                <a:cxn ang="0">
                  <a:pos x="12" y="1"/>
                </a:cxn>
                <a:cxn ang="0">
                  <a:pos x="10" y="0"/>
                </a:cxn>
                <a:cxn ang="0">
                  <a:pos x="9" y="1"/>
                </a:cxn>
                <a:cxn ang="0">
                  <a:pos x="7" y="2"/>
                </a:cxn>
                <a:cxn ang="0">
                  <a:pos x="6" y="3"/>
                </a:cxn>
                <a:cxn ang="0">
                  <a:pos x="6" y="5"/>
                </a:cxn>
                <a:cxn ang="0">
                  <a:pos x="6" y="5"/>
                </a:cxn>
              </a:cxnLst>
              <a:rect l="0" t="0" r="r" b="b"/>
              <a:pathLst>
                <a:path w="15" h="105">
                  <a:moveTo>
                    <a:pt x="6" y="5"/>
                  </a:moveTo>
                  <a:lnTo>
                    <a:pt x="6" y="5"/>
                  </a:lnTo>
                  <a:lnTo>
                    <a:pt x="5" y="29"/>
                  </a:lnTo>
                  <a:lnTo>
                    <a:pt x="2" y="53"/>
                  </a:lnTo>
                  <a:lnTo>
                    <a:pt x="1" y="77"/>
                  </a:lnTo>
                  <a:lnTo>
                    <a:pt x="0" y="100"/>
                  </a:lnTo>
                  <a:lnTo>
                    <a:pt x="0" y="100"/>
                  </a:lnTo>
                  <a:lnTo>
                    <a:pt x="1" y="102"/>
                  </a:lnTo>
                  <a:lnTo>
                    <a:pt x="2" y="104"/>
                  </a:lnTo>
                  <a:lnTo>
                    <a:pt x="4" y="105"/>
                  </a:lnTo>
                  <a:lnTo>
                    <a:pt x="6" y="105"/>
                  </a:lnTo>
                  <a:lnTo>
                    <a:pt x="7" y="105"/>
                  </a:lnTo>
                  <a:lnTo>
                    <a:pt x="9" y="104"/>
                  </a:lnTo>
                  <a:lnTo>
                    <a:pt x="10" y="102"/>
                  </a:lnTo>
                  <a:lnTo>
                    <a:pt x="10" y="100"/>
                  </a:lnTo>
                  <a:lnTo>
                    <a:pt x="10" y="100"/>
                  </a:lnTo>
                  <a:lnTo>
                    <a:pt x="11" y="77"/>
                  </a:lnTo>
                  <a:lnTo>
                    <a:pt x="13" y="53"/>
                  </a:lnTo>
                  <a:lnTo>
                    <a:pt x="14" y="29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3"/>
                  </a:lnTo>
                  <a:lnTo>
                    <a:pt x="14" y="2"/>
                  </a:lnTo>
                  <a:lnTo>
                    <a:pt x="12" y="1"/>
                  </a:lnTo>
                  <a:lnTo>
                    <a:pt x="10" y="0"/>
                  </a:lnTo>
                  <a:lnTo>
                    <a:pt x="9" y="1"/>
                  </a:lnTo>
                  <a:lnTo>
                    <a:pt x="7" y="2"/>
                  </a:lnTo>
                  <a:lnTo>
                    <a:pt x="6" y="3"/>
                  </a:lnTo>
                  <a:lnTo>
                    <a:pt x="6" y="5"/>
                  </a:lnTo>
                  <a:lnTo>
                    <a:pt x="6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61" name="Freeform 177"/>
            <p:cNvSpPr/>
            <p:nvPr>
              <p:custDataLst>
                <p:tags r:id="rId16"/>
              </p:custDataLst>
            </p:nvPr>
          </p:nvSpPr>
          <p:spPr bwMode="auto">
            <a:xfrm>
              <a:off x="4424363" y="2520950"/>
              <a:ext cx="4763" cy="71438"/>
            </a:xfrm>
            <a:custGeom>
              <a:avLst/>
              <a:gdLst/>
              <a:ahLst/>
              <a:cxnLst>
                <a:cxn ang="0">
                  <a:pos x="0" y="4"/>
                </a:cxn>
                <a:cxn ang="0">
                  <a:pos x="0" y="132"/>
                </a:cxn>
                <a:cxn ang="0">
                  <a:pos x="0" y="132"/>
                </a:cxn>
                <a:cxn ang="0">
                  <a:pos x="0" y="134"/>
                </a:cxn>
                <a:cxn ang="0">
                  <a:pos x="1" y="136"/>
                </a:cxn>
                <a:cxn ang="0">
                  <a:pos x="3" y="136"/>
                </a:cxn>
                <a:cxn ang="0">
                  <a:pos x="4" y="137"/>
                </a:cxn>
                <a:cxn ang="0">
                  <a:pos x="6" y="136"/>
                </a:cxn>
                <a:cxn ang="0">
                  <a:pos x="7" y="136"/>
                </a:cxn>
                <a:cxn ang="0">
                  <a:pos x="8" y="134"/>
                </a:cxn>
                <a:cxn ang="0">
                  <a:pos x="9" y="132"/>
                </a:cxn>
                <a:cxn ang="0">
                  <a:pos x="9" y="4"/>
                </a:cxn>
                <a:cxn ang="0">
                  <a:pos x="9" y="4"/>
                </a:cxn>
                <a:cxn ang="0">
                  <a:pos x="8" y="2"/>
                </a:cxn>
                <a:cxn ang="0">
                  <a:pos x="7" y="1"/>
                </a:cxn>
                <a:cxn ang="0">
                  <a:pos x="6" y="0"/>
                </a:cxn>
                <a:cxn ang="0">
                  <a:pos x="4" y="0"/>
                </a:cxn>
                <a:cxn ang="0">
                  <a:pos x="3" y="0"/>
                </a:cxn>
                <a:cxn ang="0">
                  <a:pos x="1" y="1"/>
                </a:cxn>
                <a:cxn ang="0">
                  <a:pos x="0" y="2"/>
                </a:cxn>
                <a:cxn ang="0">
                  <a:pos x="0" y="4"/>
                </a:cxn>
                <a:cxn ang="0">
                  <a:pos x="0" y="4"/>
                </a:cxn>
              </a:cxnLst>
              <a:rect l="0" t="0" r="r" b="b"/>
              <a:pathLst>
                <a:path w="9" h="137">
                  <a:moveTo>
                    <a:pt x="0" y="4"/>
                  </a:moveTo>
                  <a:lnTo>
                    <a:pt x="0" y="132"/>
                  </a:lnTo>
                  <a:lnTo>
                    <a:pt x="0" y="132"/>
                  </a:lnTo>
                  <a:lnTo>
                    <a:pt x="0" y="134"/>
                  </a:lnTo>
                  <a:lnTo>
                    <a:pt x="1" y="136"/>
                  </a:lnTo>
                  <a:lnTo>
                    <a:pt x="3" y="136"/>
                  </a:lnTo>
                  <a:lnTo>
                    <a:pt x="4" y="137"/>
                  </a:lnTo>
                  <a:lnTo>
                    <a:pt x="6" y="136"/>
                  </a:lnTo>
                  <a:lnTo>
                    <a:pt x="7" y="136"/>
                  </a:lnTo>
                  <a:lnTo>
                    <a:pt x="8" y="134"/>
                  </a:lnTo>
                  <a:lnTo>
                    <a:pt x="9" y="132"/>
                  </a:lnTo>
                  <a:lnTo>
                    <a:pt x="9" y="4"/>
                  </a:lnTo>
                  <a:lnTo>
                    <a:pt x="9" y="4"/>
                  </a:lnTo>
                  <a:lnTo>
                    <a:pt x="8" y="2"/>
                  </a:lnTo>
                  <a:lnTo>
                    <a:pt x="7" y="1"/>
                  </a:lnTo>
                  <a:lnTo>
                    <a:pt x="6" y="0"/>
                  </a:lnTo>
                  <a:lnTo>
                    <a:pt x="4" y="0"/>
                  </a:lnTo>
                  <a:lnTo>
                    <a:pt x="3" y="0"/>
                  </a:lnTo>
                  <a:lnTo>
                    <a:pt x="1" y="1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62" name="Freeform 178"/>
            <p:cNvSpPr/>
            <p:nvPr>
              <p:custDataLst>
                <p:tags r:id="rId17"/>
              </p:custDataLst>
            </p:nvPr>
          </p:nvSpPr>
          <p:spPr bwMode="auto">
            <a:xfrm>
              <a:off x="4451350" y="2547938"/>
              <a:ext cx="7938" cy="68263"/>
            </a:xfrm>
            <a:custGeom>
              <a:avLst/>
              <a:gdLst/>
              <a:ahLst/>
              <a:cxnLst>
                <a:cxn ang="0">
                  <a:pos x="5" y="5"/>
                </a:cxn>
                <a:cxn ang="0">
                  <a:pos x="5" y="5"/>
                </a:cxn>
                <a:cxn ang="0">
                  <a:pos x="2" y="33"/>
                </a:cxn>
                <a:cxn ang="0">
                  <a:pos x="1" y="47"/>
                </a:cxn>
                <a:cxn ang="0">
                  <a:pos x="0" y="62"/>
                </a:cxn>
                <a:cxn ang="0">
                  <a:pos x="0" y="124"/>
                </a:cxn>
                <a:cxn ang="0">
                  <a:pos x="0" y="124"/>
                </a:cxn>
                <a:cxn ang="0">
                  <a:pos x="1" y="126"/>
                </a:cxn>
                <a:cxn ang="0">
                  <a:pos x="2" y="127"/>
                </a:cxn>
                <a:cxn ang="0">
                  <a:pos x="3" y="128"/>
                </a:cxn>
                <a:cxn ang="0">
                  <a:pos x="5" y="128"/>
                </a:cxn>
                <a:cxn ang="0">
                  <a:pos x="6" y="128"/>
                </a:cxn>
                <a:cxn ang="0">
                  <a:pos x="8" y="127"/>
                </a:cxn>
                <a:cxn ang="0">
                  <a:pos x="9" y="126"/>
                </a:cxn>
                <a:cxn ang="0">
                  <a:pos x="9" y="124"/>
                </a:cxn>
                <a:cxn ang="0">
                  <a:pos x="9" y="69"/>
                </a:cxn>
                <a:cxn ang="0">
                  <a:pos x="9" y="69"/>
                </a:cxn>
                <a:cxn ang="0">
                  <a:pos x="10" y="52"/>
                </a:cxn>
                <a:cxn ang="0">
                  <a:pos x="11" y="37"/>
                </a:cxn>
                <a:cxn ang="0">
                  <a:pos x="14" y="5"/>
                </a:cxn>
                <a:cxn ang="0">
                  <a:pos x="14" y="5"/>
                </a:cxn>
                <a:cxn ang="0">
                  <a:pos x="14" y="3"/>
                </a:cxn>
                <a:cxn ang="0">
                  <a:pos x="13" y="2"/>
                </a:cxn>
                <a:cxn ang="0">
                  <a:pos x="11" y="1"/>
                </a:cxn>
                <a:cxn ang="0">
                  <a:pos x="10" y="0"/>
                </a:cxn>
                <a:cxn ang="0">
                  <a:pos x="6" y="2"/>
                </a:cxn>
                <a:cxn ang="0">
                  <a:pos x="5" y="3"/>
                </a:cxn>
                <a:cxn ang="0">
                  <a:pos x="5" y="5"/>
                </a:cxn>
                <a:cxn ang="0">
                  <a:pos x="5" y="5"/>
                </a:cxn>
              </a:cxnLst>
              <a:rect l="0" t="0" r="r" b="b"/>
              <a:pathLst>
                <a:path w="14" h="128">
                  <a:moveTo>
                    <a:pt x="5" y="5"/>
                  </a:moveTo>
                  <a:lnTo>
                    <a:pt x="5" y="5"/>
                  </a:lnTo>
                  <a:lnTo>
                    <a:pt x="2" y="33"/>
                  </a:lnTo>
                  <a:lnTo>
                    <a:pt x="1" y="47"/>
                  </a:lnTo>
                  <a:lnTo>
                    <a:pt x="0" y="62"/>
                  </a:lnTo>
                  <a:lnTo>
                    <a:pt x="0" y="124"/>
                  </a:lnTo>
                  <a:lnTo>
                    <a:pt x="0" y="124"/>
                  </a:lnTo>
                  <a:lnTo>
                    <a:pt x="1" y="126"/>
                  </a:lnTo>
                  <a:lnTo>
                    <a:pt x="2" y="127"/>
                  </a:lnTo>
                  <a:lnTo>
                    <a:pt x="3" y="128"/>
                  </a:lnTo>
                  <a:lnTo>
                    <a:pt x="5" y="128"/>
                  </a:lnTo>
                  <a:lnTo>
                    <a:pt x="6" y="128"/>
                  </a:lnTo>
                  <a:lnTo>
                    <a:pt x="8" y="127"/>
                  </a:lnTo>
                  <a:lnTo>
                    <a:pt x="9" y="126"/>
                  </a:lnTo>
                  <a:lnTo>
                    <a:pt x="9" y="124"/>
                  </a:lnTo>
                  <a:lnTo>
                    <a:pt x="9" y="69"/>
                  </a:lnTo>
                  <a:lnTo>
                    <a:pt x="9" y="69"/>
                  </a:lnTo>
                  <a:lnTo>
                    <a:pt x="10" y="52"/>
                  </a:lnTo>
                  <a:lnTo>
                    <a:pt x="11" y="37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3"/>
                  </a:lnTo>
                  <a:lnTo>
                    <a:pt x="13" y="2"/>
                  </a:lnTo>
                  <a:lnTo>
                    <a:pt x="11" y="1"/>
                  </a:lnTo>
                  <a:lnTo>
                    <a:pt x="10" y="0"/>
                  </a:lnTo>
                  <a:lnTo>
                    <a:pt x="6" y="2"/>
                  </a:lnTo>
                  <a:lnTo>
                    <a:pt x="5" y="3"/>
                  </a:lnTo>
                  <a:lnTo>
                    <a:pt x="5" y="5"/>
                  </a:lnTo>
                  <a:lnTo>
                    <a:pt x="5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63" name="Freeform 179"/>
            <p:cNvSpPr/>
            <p:nvPr>
              <p:custDataLst>
                <p:tags r:id="rId18"/>
              </p:custDataLst>
            </p:nvPr>
          </p:nvSpPr>
          <p:spPr bwMode="auto">
            <a:xfrm>
              <a:off x="4478338" y="2578100"/>
              <a:ext cx="6350" cy="55563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100"/>
                </a:cxn>
                <a:cxn ang="0">
                  <a:pos x="0" y="100"/>
                </a:cxn>
                <a:cxn ang="0">
                  <a:pos x="0" y="102"/>
                </a:cxn>
                <a:cxn ang="0">
                  <a:pos x="1" y="103"/>
                </a:cxn>
                <a:cxn ang="0">
                  <a:pos x="4" y="104"/>
                </a:cxn>
                <a:cxn ang="0">
                  <a:pos x="5" y="104"/>
                </a:cxn>
                <a:cxn ang="0">
                  <a:pos x="7" y="104"/>
                </a:cxn>
                <a:cxn ang="0">
                  <a:pos x="8" y="103"/>
                </a:cxn>
                <a:cxn ang="0">
                  <a:pos x="9" y="102"/>
                </a:cxn>
                <a:cxn ang="0">
                  <a:pos x="10" y="100"/>
                </a:cxn>
                <a:cxn ang="0">
                  <a:pos x="10" y="5"/>
                </a:cxn>
                <a:cxn ang="0">
                  <a:pos x="10" y="5"/>
                </a:cxn>
                <a:cxn ang="0">
                  <a:pos x="9" y="2"/>
                </a:cxn>
                <a:cxn ang="0">
                  <a:pos x="8" y="1"/>
                </a:cxn>
                <a:cxn ang="0">
                  <a:pos x="7" y="0"/>
                </a:cxn>
                <a:cxn ang="0">
                  <a:pos x="5" y="0"/>
                </a:cxn>
                <a:cxn ang="0">
                  <a:pos x="4" y="0"/>
                </a:cxn>
                <a:cxn ang="0">
                  <a:pos x="1" y="1"/>
                </a:cxn>
                <a:cxn ang="0">
                  <a:pos x="0" y="2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10" h="104">
                  <a:moveTo>
                    <a:pt x="0" y="5"/>
                  </a:moveTo>
                  <a:lnTo>
                    <a:pt x="0" y="100"/>
                  </a:lnTo>
                  <a:lnTo>
                    <a:pt x="0" y="100"/>
                  </a:lnTo>
                  <a:lnTo>
                    <a:pt x="0" y="102"/>
                  </a:lnTo>
                  <a:lnTo>
                    <a:pt x="1" y="103"/>
                  </a:lnTo>
                  <a:lnTo>
                    <a:pt x="4" y="104"/>
                  </a:lnTo>
                  <a:lnTo>
                    <a:pt x="5" y="104"/>
                  </a:lnTo>
                  <a:lnTo>
                    <a:pt x="7" y="104"/>
                  </a:lnTo>
                  <a:lnTo>
                    <a:pt x="8" y="103"/>
                  </a:lnTo>
                  <a:lnTo>
                    <a:pt x="9" y="102"/>
                  </a:lnTo>
                  <a:lnTo>
                    <a:pt x="10" y="100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9" y="2"/>
                  </a:lnTo>
                  <a:lnTo>
                    <a:pt x="8" y="1"/>
                  </a:lnTo>
                  <a:lnTo>
                    <a:pt x="7" y="0"/>
                  </a:lnTo>
                  <a:lnTo>
                    <a:pt x="5" y="0"/>
                  </a:lnTo>
                  <a:lnTo>
                    <a:pt x="4" y="0"/>
                  </a:lnTo>
                  <a:lnTo>
                    <a:pt x="1" y="1"/>
                  </a:lnTo>
                  <a:lnTo>
                    <a:pt x="0" y="2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64" name="Freeform 180"/>
            <p:cNvSpPr/>
            <p:nvPr>
              <p:custDataLst>
                <p:tags r:id="rId19"/>
              </p:custDataLst>
            </p:nvPr>
          </p:nvSpPr>
          <p:spPr bwMode="auto">
            <a:xfrm>
              <a:off x="4500563" y="2608263"/>
              <a:ext cx="7938" cy="49213"/>
            </a:xfrm>
            <a:custGeom>
              <a:avLst/>
              <a:gdLst/>
              <a:ahLst/>
              <a:cxnLst>
                <a:cxn ang="0">
                  <a:pos x="15" y="88"/>
                </a:cxn>
                <a:cxn ang="0">
                  <a:pos x="15" y="88"/>
                </a:cxn>
                <a:cxn ang="0">
                  <a:pos x="12" y="79"/>
                </a:cxn>
                <a:cxn ang="0">
                  <a:pos x="10" y="68"/>
                </a:cxn>
                <a:cxn ang="0">
                  <a:pos x="9" y="57"/>
                </a:cxn>
                <a:cxn ang="0">
                  <a:pos x="9" y="47"/>
                </a:cxn>
                <a:cxn ang="0">
                  <a:pos x="9" y="25"/>
                </a:cxn>
                <a:cxn ang="0">
                  <a:pos x="10" y="4"/>
                </a:cxn>
                <a:cxn ang="0">
                  <a:pos x="10" y="4"/>
                </a:cxn>
                <a:cxn ang="0">
                  <a:pos x="10" y="2"/>
                </a:cxn>
                <a:cxn ang="0">
                  <a:pos x="9" y="1"/>
                </a:cxn>
                <a:cxn ang="0">
                  <a:pos x="7" y="0"/>
                </a:cxn>
                <a:cxn ang="0">
                  <a:pos x="6" y="0"/>
                </a:cxn>
                <a:cxn ang="0">
                  <a:pos x="4" y="0"/>
                </a:cxn>
                <a:cxn ang="0">
                  <a:pos x="2" y="1"/>
                </a:cxn>
                <a:cxn ang="0">
                  <a:pos x="1" y="2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0" y="26"/>
                </a:cxn>
                <a:cxn ang="0">
                  <a:pos x="0" y="48"/>
                </a:cxn>
                <a:cxn ang="0">
                  <a:pos x="0" y="59"/>
                </a:cxn>
                <a:cxn ang="0">
                  <a:pos x="1" y="69"/>
                </a:cxn>
                <a:cxn ang="0">
                  <a:pos x="3" y="81"/>
                </a:cxn>
                <a:cxn ang="0">
                  <a:pos x="6" y="91"/>
                </a:cxn>
                <a:cxn ang="0">
                  <a:pos x="6" y="91"/>
                </a:cxn>
                <a:cxn ang="0">
                  <a:pos x="7" y="93"/>
                </a:cxn>
                <a:cxn ang="0">
                  <a:pos x="8" y="94"/>
                </a:cxn>
                <a:cxn ang="0">
                  <a:pos x="10" y="94"/>
                </a:cxn>
                <a:cxn ang="0">
                  <a:pos x="12" y="94"/>
                </a:cxn>
                <a:cxn ang="0">
                  <a:pos x="13" y="93"/>
                </a:cxn>
                <a:cxn ang="0">
                  <a:pos x="14" y="92"/>
                </a:cxn>
                <a:cxn ang="0">
                  <a:pos x="15" y="90"/>
                </a:cxn>
                <a:cxn ang="0">
                  <a:pos x="15" y="88"/>
                </a:cxn>
                <a:cxn ang="0">
                  <a:pos x="15" y="88"/>
                </a:cxn>
              </a:cxnLst>
              <a:rect l="0" t="0" r="r" b="b"/>
              <a:pathLst>
                <a:path w="15" h="94">
                  <a:moveTo>
                    <a:pt x="15" y="88"/>
                  </a:moveTo>
                  <a:lnTo>
                    <a:pt x="15" y="88"/>
                  </a:lnTo>
                  <a:lnTo>
                    <a:pt x="12" y="79"/>
                  </a:lnTo>
                  <a:lnTo>
                    <a:pt x="10" y="68"/>
                  </a:lnTo>
                  <a:lnTo>
                    <a:pt x="9" y="57"/>
                  </a:lnTo>
                  <a:lnTo>
                    <a:pt x="9" y="47"/>
                  </a:lnTo>
                  <a:lnTo>
                    <a:pt x="9" y="25"/>
                  </a:lnTo>
                  <a:lnTo>
                    <a:pt x="10" y="4"/>
                  </a:lnTo>
                  <a:lnTo>
                    <a:pt x="10" y="4"/>
                  </a:lnTo>
                  <a:lnTo>
                    <a:pt x="10" y="2"/>
                  </a:lnTo>
                  <a:lnTo>
                    <a:pt x="9" y="1"/>
                  </a:lnTo>
                  <a:lnTo>
                    <a:pt x="7" y="0"/>
                  </a:lnTo>
                  <a:lnTo>
                    <a:pt x="6" y="0"/>
                  </a:lnTo>
                  <a:lnTo>
                    <a:pt x="4" y="0"/>
                  </a:lnTo>
                  <a:lnTo>
                    <a:pt x="2" y="1"/>
                  </a:lnTo>
                  <a:lnTo>
                    <a:pt x="1" y="2"/>
                  </a:lnTo>
                  <a:lnTo>
                    <a:pt x="1" y="4"/>
                  </a:lnTo>
                  <a:lnTo>
                    <a:pt x="1" y="4"/>
                  </a:lnTo>
                  <a:lnTo>
                    <a:pt x="0" y="26"/>
                  </a:lnTo>
                  <a:lnTo>
                    <a:pt x="0" y="48"/>
                  </a:lnTo>
                  <a:lnTo>
                    <a:pt x="0" y="59"/>
                  </a:lnTo>
                  <a:lnTo>
                    <a:pt x="1" y="69"/>
                  </a:lnTo>
                  <a:lnTo>
                    <a:pt x="3" y="81"/>
                  </a:lnTo>
                  <a:lnTo>
                    <a:pt x="6" y="91"/>
                  </a:lnTo>
                  <a:lnTo>
                    <a:pt x="6" y="91"/>
                  </a:lnTo>
                  <a:lnTo>
                    <a:pt x="7" y="93"/>
                  </a:lnTo>
                  <a:lnTo>
                    <a:pt x="8" y="94"/>
                  </a:lnTo>
                  <a:lnTo>
                    <a:pt x="10" y="94"/>
                  </a:lnTo>
                  <a:lnTo>
                    <a:pt x="12" y="94"/>
                  </a:lnTo>
                  <a:lnTo>
                    <a:pt x="13" y="93"/>
                  </a:lnTo>
                  <a:lnTo>
                    <a:pt x="14" y="92"/>
                  </a:lnTo>
                  <a:lnTo>
                    <a:pt x="15" y="90"/>
                  </a:lnTo>
                  <a:lnTo>
                    <a:pt x="15" y="88"/>
                  </a:lnTo>
                  <a:lnTo>
                    <a:pt x="15" y="88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65" name="Freeform 181"/>
            <p:cNvSpPr/>
            <p:nvPr>
              <p:custDataLst>
                <p:tags r:id="rId20"/>
              </p:custDataLst>
            </p:nvPr>
          </p:nvSpPr>
          <p:spPr bwMode="auto">
            <a:xfrm>
              <a:off x="4529138" y="2622550"/>
              <a:ext cx="7938" cy="63500"/>
            </a:xfrm>
            <a:custGeom>
              <a:avLst/>
              <a:gdLst/>
              <a:ahLst/>
              <a:cxnLst>
                <a:cxn ang="0">
                  <a:pos x="6" y="5"/>
                </a:cxn>
                <a:cxn ang="0">
                  <a:pos x="6" y="5"/>
                </a:cxn>
                <a:cxn ang="0">
                  <a:pos x="5" y="18"/>
                </a:cxn>
                <a:cxn ang="0">
                  <a:pos x="3" y="31"/>
                </a:cxn>
                <a:cxn ang="0">
                  <a:pos x="1" y="43"/>
                </a:cxn>
                <a:cxn ang="0">
                  <a:pos x="0" y="57"/>
                </a:cxn>
                <a:cxn ang="0">
                  <a:pos x="0" y="57"/>
                </a:cxn>
                <a:cxn ang="0">
                  <a:pos x="0" y="86"/>
                </a:cxn>
                <a:cxn ang="0">
                  <a:pos x="0" y="114"/>
                </a:cxn>
                <a:cxn ang="0">
                  <a:pos x="0" y="114"/>
                </a:cxn>
                <a:cxn ang="0">
                  <a:pos x="1" y="116"/>
                </a:cxn>
                <a:cxn ang="0">
                  <a:pos x="2" y="117"/>
                </a:cxn>
                <a:cxn ang="0">
                  <a:pos x="3" y="118"/>
                </a:cxn>
                <a:cxn ang="0">
                  <a:pos x="6" y="119"/>
                </a:cxn>
                <a:cxn ang="0">
                  <a:pos x="8" y="118"/>
                </a:cxn>
                <a:cxn ang="0">
                  <a:pos x="9" y="117"/>
                </a:cxn>
                <a:cxn ang="0">
                  <a:pos x="10" y="116"/>
                </a:cxn>
                <a:cxn ang="0">
                  <a:pos x="11" y="114"/>
                </a:cxn>
                <a:cxn ang="0">
                  <a:pos x="11" y="57"/>
                </a:cxn>
                <a:cxn ang="0">
                  <a:pos x="11" y="57"/>
                </a:cxn>
                <a:cxn ang="0">
                  <a:pos x="11" y="43"/>
                </a:cxn>
                <a:cxn ang="0">
                  <a:pos x="13" y="31"/>
                </a:cxn>
                <a:cxn ang="0">
                  <a:pos x="14" y="18"/>
                </a:cxn>
                <a:cxn ang="0">
                  <a:pos x="15" y="5"/>
                </a:cxn>
                <a:cxn ang="0">
                  <a:pos x="15" y="5"/>
                </a:cxn>
                <a:cxn ang="0">
                  <a:pos x="15" y="3"/>
                </a:cxn>
                <a:cxn ang="0">
                  <a:pos x="14" y="1"/>
                </a:cxn>
                <a:cxn ang="0">
                  <a:pos x="12" y="0"/>
                </a:cxn>
                <a:cxn ang="0">
                  <a:pos x="11" y="0"/>
                </a:cxn>
                <a:cxn ang="0">
                  <a:pos x="9" y="0"/>
                </a:cxn>
                <a:cxn ang="0">
                  <a:pos x="8" y="1"/>
                </a:cxn>
                <a:cxn ang="0">
                  <a:pos x="6" y="3"/>
                </a:cxn>
                <a:cxn ang="0">
                  <a:pos x="6" y="5"/>
                </a:cxn>
                <a:cxn ang="0">
                  <a:pos x="6" y="5"/>
                </a:cxn>
              </a:cxnLst>
              <a:rect l="0" t="0" r="r" b="b"/>
              <a:pathLst>
                <a:path w="15" h="119">
                  <a:moveTo>
                    <a:pt x="6" y="5"/>
                  </a:moveTo>
                  <a:lnTo>
                    <a:pt x="6" y="5"/>
                  </a:lnTo>
                  <a:lnTo>
                    <a:pt x="5" y="18"/>
                  </a:lnTo>
                  <a:lnTo>
                    <a:pt x="3" y="31"/>
                  </a:lnTo>
                  <a:lnTo>
                    <a:pt x="1" y="43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0" y="86"/>
                  </a:lnTo>
                  <a:lnTo>
                    <a:pt x="0" y="114"/>
                  </a:lnTo>
                  <a:lnTo>
                    <a:pt x="0" y="114"/>
                  </a:lnTo>
                  <a:lnTo>
                    <a:pt x="1" y="116"/>
                  </a:lnTo>
                  <a:lnTo>
                    <a:pt x="2" y="117"/>
                  </a:lnTo>
                  <a:lnTo>
                    <a:pt x="3" y="118"/>
                  </a:lnTo>
                  <a:lnTo>
                    <a:pt x="6" y="119"/>
                  </a:lnTo>
                  <a:lnTo>
                    <a:pt x="8" y="118"/>
                  </a:lnTo>
                  <a:lnTo>
                    <a:pt x="9" y="117"/>
                  </a:lnTo>
                  <a:lnTo>
                    <a:pt x="10" y="116"/>
                  </a:lnTo>
                  <a:lnTo>
                    <a:pt x="11" y="114"/>
                  </a:lnTo>
                  <a:lnTo>
                    <a:pt x="11" y="57"/>
                  </a:lnTo>
                  <a:lnTo>
                    <a:pt x="11" y="57"/>
                  </a:lnTo>
                  <a:lnTo>
                    <a:pt x="11" y="43"/>
                  </a:lnTo>
                  <a:lnTo>
                    <a:pt x="13" y="31"/>
                  </a:lnTo>
                  <a:lnTo>
                    <a:pt x="14" y="18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3"/>
                  </a:lnTo>
                  <a:lnTo>
                    <a:pt x="14" y="1"/>
                  </a:lnTo>
                  <a:lnTo>
                    <a:pt x="12" y="0"/>
                  </a:lnTo>
                  <a:lnTo>
                    <a:pt x="11" y="0"/>
                  </a:lnTo>
                  <a:lnTo>
                    <a:pt x="9" y="0"/>
                  </a:lnTo>
                  <a:lnTo>
                    <a:pt x="8" y="1"/>
                  </a:lnTo>
                  <a:lnTo>
                    <a:pt x="6" y="3"/>
                  </a:lnTo>
                  <a:lnTo>
                    <a:pt x="6" y="5"/>
                  </a:lnTo>
                  <a:lnTo>
                    <a:pt x="6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66" name="Freeform 182"/>
            <p:cNvSpPr/>
            <p:nvPr>
              <p:custDataLst>
                <p:tags r:id="rId21"/>
              </p:custDataLst>
            </p:nvPr>
          </p:nvSpPr>
          <p:spPr bwMode="auto">
            <a:xfrm>
              <a:off x="4551363" y="2652713"/>
              <a:ext cx="4763" cy="55563"/>
            </a:xfrm>
            <a:custGeom>
              <a:avLst/>
              <a:gdLst/>
              <a:ahLst/>
              <a:cxnLst>
                <a:cxn ang="0">
                  <a:pos x="11" y="5"/>
                </a:cxn>
                <a:cxn ang="0">
                  <a:pos x="11" y="5"/>
                </a:cxn>
                <a:cxn ang="0">
                  <a:pos x="11" y="3"/>
                </a:cxn>
                <a:cxn ang="0">
                  <a:pos x="10" y="1"/>
                </a:cxn>
                <a:cxn ang="0">
                  <a:pos x="8" y="0"/>
                </a:cxn>
                <a:cxn ang="0">
                  <a:pos x="6" y="0"/>
                </a:cxn>
                <a:cxn ang="0">
                  <a:pos x="5" y="0"/>
                </a:cxn>
                <a:cxn ang="0">
                  <a:pos x="3" y="1"/>
                </a:cxn>
                <a:cxn ang="0">
                  <a:pos x="2" y="3"/>
                </a:cxn>
                <a:cxn ang="0">
                  <a:pos x="2" y="5"/>
                </a:cxn>
                <a:cxn ang="0">
                  <a:pos x="2" y="5"/>
                </a:cxn>
                <a:cxn ang="0">
                  <a:pos x="0" y="53"/>
                </a:cxn>
                <a:cxn ang="0">
                  <a:pos x="0" y="75"/>
                </a:cxn>
                <a:cxn ang="0">
                  <a:pos x="2" y="99"/>
                </a:cxn>
                <a:cxn ang="0">
                  <a:pos x="2" y="99"/>
                </a:cxn>
                <a:cxn ang="0">
                  <a:pos x="2" y="101"/>
                </a:cxn>
                <a:cxn ang="0">
                  <a:pos x="4" y="103"/>
                </a:cxn>
                <a:cxn ang="0">
                  <a:pos x="7" y="104"/>
                </a:cxn>
                <a:cxn ang="0">
                  <a:pos x="9" y="104"/>
                </a:cxn>
                <a:cxn ang="0">
                  <a:pos x="10" y="103"/>
                </a:cxn>
                <a:cxn ang="0">
                  <a:pos x="11" y="101"/>
                </a:cxn>
                <a:cxn ang="0">
                  <a:pos x="11" y="99"/>
                </a:cxn>
                <a:cxn ang="0">
                  <a:pos x="11" y="99"/>
                </a:cxn>
                <a:cxn ang="0">
                  <a:pos x="9" y="75"/>
                </a:cxn>
                <a:cxn ang="0">
                  <a:pos x="9" y="53"/>
                </a:cxn>
                <a:cxn ang="0">
                  <a:pos x="11" y="5"/>
                </a:cxn>
                <a:cxn ang="0">
                  <a:pos x="11" y="5"/>
                </a:cxn>
              </a:cxnLst>
              <a:rect l="0" t="0" r="r" b="b"/>
              <a:pathLst>
                <a:path w="11" h="104">
                  <a:moveTo>
                    <a:pt x="11" y="5"/>
                  </a:moveTo>
                  <a:lnTo>
                    <a:pt x="11" y="5"/>
                  </a:lnTo>
                  <a:lnTo>
                    <a:pt x="11" y="3"/>
                  </a:lnTo>
                  <a:lnTo>
                    <a:pt x="10" y="1"/>
                  </a:lnTo>
                  <a:lnTo>
                    <a:pt x="8" y="0"/>
                  </a:lnTo>
                  <a:lnTo>
                    <a:pt x="6" y="0"/>
                  </a:lnTo>
                  <a:lnTo>
                    <a:pt x="5" y="0"/>
                  </a:lnTo>
                  <a:lnTo>
                    <a:pt x="3" y="1"/>
                  </a:lnTo>
                  <a:lnTo>
                    <a:pt x="2" y="3"/>
                  </a:lnTo>
                  <a:lnTo>
                    <a:pt x="2" y="5"/>
                  </a:lnTo>
                  <a:lnTo>
                    <a:pt x="2" y="5"/>
                  </a:lnTo>
                  <a:lnTo>
                    <a:pt x="0" y="53"/>
                  </a:lnTo>
                  <a:lnTo>
                    <a:pt x="0" y="75"/>
                  </a:lnTo>
                  <a:lnTo>
                    <a:pt x="2" y="99"/>
                  </a:lnTo>
                  <a:lnTo>
                    <a:pt x="2" y="99"/>
                  </a:lnTo>
                  <a:lnTo>
                    <a:pt x="2" y="101"/>
                  </a:lnTo>
                  <a:lnTo>
                    <a:pt x="4" y="103"/>
                  </a:lnTo>
                  <a:lnTo>
                    <a:pt x="7" y="104"/>
                  </a:lnTo>
                  <a:lnTo>
                    <a:pt x="9" y="104"/>
                  </a:lnTo>
                  <a:lnTo>
                    <a:pt x="10" y="103"/>
                  </a:lnTo>
                  <a:lnTo>
                    <a:pt x="11" y="101"/>
                  </a:lnTo>
                  <a:lnTo>
                    <a:pt x="11" y="99"/>
                  </a:lnTo>
                  <a:lnTo>
                    <a:pt x="11" y="99"/>
                  </a:lnTo>
                  <a:lnTo>
                    <a:pt x="9" y="75"/>
                  </a:lnTo>
                  <a:lnTo>
                    <a:pt x="9" y="53"/>
                  </a:lnTo>
                  <a:lnTo>
                    <a:pt x="11" y="5"/>
                  </a:lnTo>
                  <a:lnTo>
                    <a:pt x="11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67" name="Freeform 183"/>
            <p:cNvSpPr/>
            <p:nvPr>
              <p:custDataLst>
                <p:tags r:id="rId22"/>
              </p:custDataLst>
            </p:nvPr>
          </p:nvSpPr>
          <p:spPr bwMode="auto">
            <a:xfrm>
              <a:off x="4572000" y="2676525"/>
              <a:ext cx="6350" cy="58738"/>
            </a:xfrm>
            <a:custGeom>
              <a:avLst/>
              <a:gdLst/>
              <a:ahLst/>
              <a:cxnLst>
                <a:cxn ang="0">
                  <a:pos x="10" y="4"/>
                </a:cxn>
                <a:cxn ang="0">
                  <a:pos x="10" y="4"/>
                </a:cxn>
                <a:cxn ang="0">
                  <a:pos x="9" y="2"/>
                </a:cxn>
                <a:cxn ang="0">
                  <a:pos x="8" y="1"/>
                </a:cxn>
                <a:cxn ang="0">
                  <a:pos x="7" y="0"/>
                </a:cxn>
                <a:cxn ang="0">
                  <a:pos x="5" y="0"/>
                </a:cxn>
                <a:cxn ang="0">
                  <a:pos x="3" y="0"/>
                </a:cxn>
                <a:cxn ang="0">
                  <a:pos x="2" y="1"/>
                </a:cxn>
                <a:cxn ang="0">
                  <a:pos x="1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1" y="57"/>
                </a:cxn>
                <a:cxn ang="0">
                  <a:pos x="2" y="83"/>
                </a:cxn>
                <a:cxn ang="0">
                  <a:pos x="5" y="109"/>
                </a:cxn>
                <a:cxn ang="0">
                  <a:pos x="5" y="109"/>
                </a:cxn>
                <a:cxn ang="0">
                  <a:pos x="6" y="111"/>
                </a:cxn>
                <a:cxn ang="0">
                  <a:pos x="7" y="112"/>
                </a:cxn>
                <a:cxn ang="0">
                  <a:pos x="10" y="113"/>
                </a:cxn>
                <a:cxn ang="0">
                  <a:pos x="12" y="113"/>
                </a:cxn>
                <a:cxn ang="0">
                  <a:pos x="13" y="112"/>
                </a:cxn>
                <a:cxn ang="0">
                  <a:pos x="14" y="111"/>
                </a:cxn>
                <a:cxn ang="0">
                  <a:pos x="14" y="109"/>
                </a:cxn>
                <a:cxn ang="0">
                  <a:pos x="14" y="109"/>
                </a:cxn>
                <a:cxn ang="0">
                  <a:pos x="12" y="83"/>
                </a:cxn>
                <a:cxn ang="0">
                  <a:pos x="10" y="57"/>
                </a:cxn>
                <a:cxn ang="0">
                  <a:pos x="10" y="4"/>
                </a:cxn>
                <a:cxn ang="0">
                  <a:pos x="10" y="4"/>
                </a:cxn>
              </a:cxnLst>
              <a:rect l="0" t="0" r="r" b="b"/>
              <a:pathLst>
                <a:path w="14" h="113">
                  <a:moveTo>
                    <a:pt x="10" y="4"/>
                  </a:moveTo>
                  <a:lnTo>
                    <a:pt x="10" y="4"/>
                  </a:lnTo>
                  <a:lnTo>
                    <a:pt x="9" y="2"/>
                  </a:lnTo>
                  <a:lnTo>
                    <a:pt x="8" y="1"/>
                  </a:lnTo>
                  <a:lnTo>
                    <a:pt x="7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1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1" y="57"/>
                  </a:lnTo>
                  <a:lnTo>
                    <a:pt x="2" y="83"/>
                  </a:lnTo>
                  <a:lnTo>
                    <a:pt x="5" y="109"/>
                  </a:lnTo>
                  <a:lnTo>
                    <a:pt x="5" y="109"/>
                  </a:lnTo>
                  <a:lnTo>
                    <a:pt x="6" y="111"/>
                  </a:lnTo>
                  <a:lnTo>
                    <a:pt x="7" y="112"/>
                  </a:lnTo>
                  <a:lnTo>
                    <a:pt x="10" y="113"/>
                  </a:lnTo>
                  <a:lnTo>
                    <a:pt x="12" y="113"/>
                  </a:lnTo>
                  <a:lnTo>
                    <a:pt x="13" y="112"/>
                  </a:lnTo>
                  <a:lnTo>
                    <a:pt x="14" y="111"/>
                  </a:lnTo>
                  <a:lnTo>
                    <a:pt x="14" y="109"/>
                  </a:lnTo>
                  <a:lnTo>
                    <a:pt x="14" y="109"/>
                  </a:lnTo>
                  <a:lnTo>
                    <a:pt x="12" y="83"/>
                  </a:lnTo>
                  <a:lnTo>
                    <a:pt x="10" y="57"/>
                  </a:lnTo>
                  <a:lnTo>
                    <a:pt x="10" y="4"/>
                  </a:lnTo>
                  <a:lnTo>
                    <a:pt x="10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68" name="Freeform 184"/>
            <p:cNvSpPr/>
            <p:nvPr>
              <p:custDataLst>
                <p:tags r:id="rId23"/>
              </p:custDataLst>
            </p:nvPr>
          </p:nvSpPr>
          <p:spPr bwMode="auto">
            <a:xfrm>
              <a:off x="4481513" y="2305050"/>
              <a:ext cx="12700" cy="61913"/>
            </a:xfrm>
            <a:custGeom>
              <a:avLst/>
              <a:gdLst/>
              <a:ahLst/>
              <a:cxnLst>
                <a:cxn ang="0">
                  <a:pos x="21" y="109"/>
                </a:cxn>
                <a:cxn ang="0">
                  <a:pos x="21" y="109"/>
                </a:cxn>
                <a:cxn ang="0">
                  <a:pos x="16" y="105"/>
                </a:cxn>
                <a:cxn ang="0">
                  <a:pos x="13" y="101"/>
                </a:cxn>
                <a:cxn ang="0">
                  <a:pos x="11" y="95"/>
                </a:cxn>
                <a:cxn ang="0">
                  <a:pos x="9" y="89"/>
                </a:cxn>
                <a:cxn ang="0">
                  <a:pos x="9" y="76"/>
                </a:cxn>
                <a:cxn ang="0">
                  <a:pos x="9" y="64"/>
                </a:cxn>
                <a:cxn ang="0">
                  <a:pos x="9" y="64"/>
                </a:cxn>
                <a:cxn ang="0">
                  <a:pos x="10" y="34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9" y="3"/>
                </a:cxn>
                <a:cxn ang="0">
                  <a:pos x="8" y="1"/>
                </a:cxn>
                <a:cxn ang="0">
                  <a:pos x="6" y="0"/>
                </a:cxn>
                <a:cxn ang="0">
                  <a:pos x="5" y="0"/>
                </a:cxn>
                <a:cxn ang="0">
                  <a:pos x="3" y="0"/>
                </a:cxn>
                <a:cxn ang="0">
                  <a:pos x="2" y="1"/>
                </a:cxn>
                <a:cxn ang="0">
                  <a:pos x="1" y="3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77"/>
                </a:cxn>
                <a:cxn ang="0">
                  <a:pos x="0" y="77"/>
                </a:cxn>
                <a:cxn ang="0">
                  <a:pos x="0" y="89"/>
                </a:cxn>
                <a:cxn ang="0">
                  <a:pos x="1" y="95"/>
                </a:cxn>
                <a:cxn ang="0">
                  <a:pos x="3" y="100"/>
                </a:cxn>
                <a:cxn ang="0">
                  <a:pos x="5" y="105"/>
                </a:cxn>
                <a:cxn ang="0">
                  <a:pos x="8" y="110"/>
                </a:cxn>
                <a:cxn ang="0">
                  <a:pos x="12" y="115"/>
                </a:cxn>
                <a:cxn ang="0">
                  <a:pos x="16" y="118"/>
                </a:cxn>
                <a:cxn ang="0">
                  <a:pos x="16" y="118"/>
                </a:cxn>
                <a:cxn ang="0">
                  <a:pos x="18" y="119"/>
                </a:cxn>
                <a:cxn ang="0">
                  <a:pos x="20" y="119"/>
                </a:cxn>
                <a:cxn ang="0">
                  <a:pos x="21" y="118"/>
                </a:cxn>
                <a:cxn ang="0">
                  <a:pos x="22" y="117"/>
                </a:cxn>
                <a:cxn ang="0">
                  <a:pos x="23" y="115"/>
                </a:cxn>
                <a:cxn ang="0">
                  <a:pos x="23" y="112"/>
                </a:cxn>
                <a:cxn ang="0">
                  <a:pos x="22" y="111"/>
                </a:cxn>
                <a:cxn ang="0">
                  <a:pos x="21" y="109"/>
                </a:cxn>
                <a:cxn ang="0">
                  <a:pos x="21" y="109"/>
                </a:cxn>
              </a:cxnLst>
              <a:rect l="0" t="0" r="r" b="b"/>
              <a:pathLst>
                <a:path w="23" h="119">
                  <a:moveTo>
                    <a:pt x="21" y="109"/>
                  </a:moveTo>
                  <a:lnTo>
                    <a:pt x="21" y="109"/>
                  </a:lnTo>
                  <a:lnTo>
                    <a:pt x="16" y="105"/>
                  </a:lnTo>
                  <a:lnTo>
                    <a:pt x="13" y="101"/>
                  </a:lnTo>
                  <a:lnTo>
                    <a:pt x="11" y="95"/>
                  </a:lnTo>
                  <a:lnTo>
                    <a:pt x="9" y="89"/>
                  </a:lnTo>
                  <a:lnTo>
                    <a:pt x="9" y="76"/>
                  </a:lnTo>
                  <a:lnTo>
                    <a:pt x="9" y="64"/>
                  </a:lnTo>
                  <a:lnTo>
                    <a:pt x="9" y="64"/>
                  </a:lnTo>
                  <a:lnTo>
                    <a:pt x="10" y="34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8" y="1"/>
                  </a:lnTo>
                  <a:lnTo>
                    <a:pt x="6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1"/>
                  </a:lnTo>
                  <a:lnTo>
                    <a:pt x="1" y="3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89"/>
                  </a:lnTo>
                  <a:lnTo>
                    <a:pt x="1" y="95"/>
                  </a:lnTo>
                  <a:lnTo>
                    <a:pt x="3" y="100"/>
                  </a:lnTo>
                  <a:lnTo>
                    <a:pt x="5" y="105"/>
                  </a:lnTo>
                  <a:lnTo>
                    <a:pt x="8" y="110"/>
                  </a:lnTo>
                  <a:lnTo>
                    <a:pt x="12" y="115"/>
                  </a:lnTo>
                  <a:lnTo>
                    <a:pt x="16" y="118"/>
                  </a:lnTo>
                  <a:lnTo>
                    <a:pt x="16" y="118"/>
                  </a:lnTo>
                  <a:lnTo>
                    <a:pt x="18" y="119"/>
                  </a:lnTo>
                  <a:lnTo>
                    <a:pt x="20" y="119"/>
                  </a:lnTo>
                  <a:lnTo>
                    <a:pt x="21" y="118"/>
                  </a:lnTo>
                  <a:lnTo>
                    <a:pt x="22" y="117"/>
                  </a:lnTo>
                  <a:lnTo>
                    <a:pt x="23" y="115"/>
                  </a:lnTo>
                  <a:lnTo>
                    <a:pt x="23" y="112"/>
                  </a:lnTo>
                  <a:lnTo>
                    <a:pt x="22" y="111"/>
                  </a:lnTo>
                  <a:lnTo>
                    <a:pt x="21" y="109"/>
                  </a:lnTo>
                  <a:lnTo>
                    <a:pt x="21" y="109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69" name="Freeform 185"/>
            <p:cNvSpPr/>
            <p:nvPr>
              <p:custDataLst>
                <p:tags r:id="rId24"/>
              </p:custDataLst>
            </p:nvPr>
          </p:nvSpPr>
          <p:spPr bwMode="auto">
            <a:xfrm>
              <a:off x="4519613" y="2336800"/>
              <a:ext cx="9525" cy="55563"/>
            </a:xfrm>
            <a:custGeom>
              <a:avLst/>
              <a:gdLst/>
              <a:ahLst/>
              <a:cxnLst>
                <a:cxn ang="0">
                  <a:pos x="9" y="3"/>
                </a:cxn>
                <a:cxn ang="0">
                  <a:pos x="9" y="3"/>
                </a:cxn>
                <a:cxn ang="0">
                  <a:pos x="7" y="15"/>
                </a:cxn>
                <a:cxn ang="0">
                  <a:pos x="4" y="27"/>
                </a:cxn>
                <a:cxn ang="0">
                  <a:pos x="2" y="50"/>
                </a:cxn>
                <a:cxn ang="0">
                  <a:pos x="0" y="75"/>
                </a:cxn>
                <a:cxn ang="0">
                  <a:pos x="0" y="99"/>
                </a:cxn>
                <a:cxn ang="0">
                  <a:pos x="0" y="99"/>
                </a:cxn>
                <a:cxn ang="0">
                  <a:pos x="0" y="101"/>
                </a:cxn>
                <a:cxn ang="0">
                  <a:pos x="1" y="102"/>
                </a:cxn>
                <a:cxn ang="0">
                  <a:pos x="3" y="103"/>
                </a:cxn>
                <a:cxn ang="0">
                  <a:pos x="5" y="104"/>
                </a:cxn>
                <a:cxn ang="0">
                  <a:pos x="6" y="103"/>
                </a:cxn>
                <a:cxn ang="0">
                  <a:pos x="8" y="102"/>
                </a:cxn>
                <a:cxn ang="0">
                  <a:pos x="9" y="101"/>
                </a:cxn>
                <a:cxn ang="0">
                  <a:pos x="9" y="99"/>
                </a:cxn>
                <a:cxn ang="0">
                  <a:pos x="9" y="99"/>
                </a:cxn>
                <a:cxn ang="0">
                  <a:pos x="10" y="75"/>
                </a:cxn>
                <a:cxn ang="0">
                  <a:pos x="11" y="52"/>
                </a:cxn>
                <a:cxn ang="0">
                  <a:pos x="13" y="29"/>
                </a:cxn>
                <a:cxn ang="0">
                  <a:pos x="16" y="17"/>
                </a:cxn>
                <a:cxn ang="0">
                  <a:pos x="18" y="6"/>
                </a:cxn>
                <a:cxn ang="0">
                  <a:pos x="18" y="6"/>
                </a:cxn>
                <a:cxn ang="0">
                  <a:pos x="18" y="4"/>
                </a:cxn>
                <a:cxn ang="0">
                  <a:pos x="18" y="2"/>
                </a:cxn>
                <a:cxn ang="0">
                  <a:pos x="17" y="1"/>
                </a:cxn>
                <a:cxn ang="0">
                  <a:pos x="15" y="0"/>
                </a:cxn>
                <a:cxn ang="0">
                  <a:pos x="13" y="0"/>
                </a:cxn>
                <a:cxn ang="0">
                  <a:pos x="12" y="0"/>
                </a:cxn>
                <a:cxn ang="0">
                  <a:pos x="10" y="1"/>
                </a:cxn>
                <a:cxn ang="0">
                  <a:pos x="9" y="3"/>
                </a:cxn>
                <a:cxn ang="0">
                  <a:pos x="9" y="3"/>
                </a:cxn>
              </a:cxnLst>
              <a:rect l="0" t="0" r="r" b="b"/>
              <a:pathLst>
                <a:path w="18" h="104">
                  <a:moveTo>
                    <a:pt x="9" y="3"/>
                  </a:moveTo>
                  <a:lnTo>
                    <a:pt x="9" y="3"/>
                  </a:lnTo>
                  <a:lnTo>
                    <a:pt x="7" y="15"/>
                  </a:lnTo>
                  <a:lnTo>
                    <a:pt x="4" y="27"/>
                  </a:lnTo>
                  <a:lnTo>
                    <a:pt x="2" y="50"/>
                  </a:lnTo>
                  <a:lnTo>
                    <a:pt x="0" y="75"/>
                  </a:lnTo>
                  <a:lnTo>
                    <a:pt x="0" y="99"/>
                  </a:lnTo>
                  <a:lnTo>
                    <a:pt x="0" y="99"/>
                  </a:lnTo>
                  <a:lnTo>
                    <a:pt x="0" y="101"/>
                  </a:lnTo>
                  <a:lnTo>
                    <a:pt x="1" y="102"/>
                  </a:lnTo>
                  <a:lnTo>
                    <a:pt x="3" y="103"/>
                  </a:lnTo>
                  <a:lnTo>
                    <a:pt x="5" y="104"/>
                  </a:lnTo>
                  <a:lnTo>
                    <a:pt x="6" y="103"/>
                  </a:lnTo>
                  <a:lnTo>
                    <a:pt x="8" y="102"/>
                  </a:lnTo>
                  <a:lnTo>
                    <a:pt x="9" y="101"/>
                  </a:lnTo>
                  <a:lnTo>
                    <a:pt x="9" y="99"/>
                  </a:lnTo>
                  <a:lnTo>
                    <a:pt x="9" y="99"/>
                  </a:lnTo>
                  <a:lnTo>
                    <a:pt x="10" y="75"/>
                  </a:lnTo>
                  <a:lnTo>
                    <a:pt x="11" y="52"/>
                  </a:lnTo>
                  <a:lnTo>
                    <a:pt x="13" y="29"/>
                  </a:lnTo>
                  <a:lnTo>
                    <a:pt x="16" y="17"/>
                  </a:lnTo>
                  <a:lnTo>
                    <a:pt x="18" y="6"/>
                  </a:lnTo>
                  <a:lnTo>
                    <a:pt x="18" y="6"/>
                  </a:lnTo>
                  <a:lnTo>
                    <a:pt x="18" y="4"/>
                  </a:lnTo>
                  <a:lnTo>
                    <a:pt x="18" y="2"/>
                  </a:lnTo>
                  <a:lnTo>
                    <a:pt x="17" y="1"/>
                  </a:lnTo>
                  <a:lnTo>
                    <a:pt x="15" y="0"/>
                  </a:lnTo>
                  <a:lnTo>
                    <a:pt x="13" y="0"/>
                  </a:lnTo>
                  <a:lnTo>
                    <a:pt x="12" y="0"/>
                  </a:lnTo>
                  <a:lnTo>
                    <a:pt x="10" y="1"/>
                  </a:lnTo>
                  <a:lnTo>
                    <a:pt x="9" y="3"/>
                  </a:lnTo>
                  <a:lnTo>
                    <a:pt x="9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70" name="Freeform 186"/>
            <p:cNvSpPr/>
            <p:nvPr>
              <p:custDataLst>
                <p:tags r:id="rId25"/>
              </p:custDataLst>
            </p:nvPr>
          </p:nvSpPr>
          <p:spPr bwMode="auto">
            <a:xfrm>
              <a:off x="4543425" y="2370138"/>
              <a:ext cx="7938" cy="71438"/>
            </a:xfrm>
            <a:custGeom>
              <a:avLst/>
              <a:gdLst/>
              <a:ahLst/>
              <a:cxnLst>
                <a:cxn ang="0">
                  <a:pos x="5" y="4"/>
                </a:cxn>
                <a:cxn ang="0">
                  <a:pos x="5" y="4"/>
                </a:cxn>
                <a:cxn ang="0">
                  <a:pos x="4" y="36"/>
                </a:cxn>
                <a:cxn ang="0">
                  <a:pos x="3" y="68"/>
                </a:cxn>
                <a:cxn ang="0">
                  <a:pos x="1" y="100"/>
                </a:cxn>
                <a:cxn ang="0">
                  <a:pos x="0" y="132"/>
                </a:cxn>
                <a:cxn ang="0">
                  <a:pos x="0" y="132"/>
                </a:cxn>
                <a:cxn ang="0">
                  <a:pos x="0" y="134"/>
                </a:cxn>
                <a:cxn ang="0">
                  <a:pos x="1" y="135"/>
                </a:cxn>
                <a:cxn ang="0">
                  <a:pos x="3" y="136"/>
                </a:cxn>
                <a:cxn ang="0">
                  <a:pos x="4" y="136"/>
                </a:cxn>
                <a:cxn ang="0">
                  <a:pos x="7" y="136"/>
                </a:cxn>
                <a:cxn ang="0">
                  <a:pos x="9" y="135"/>
                </a:cxn>
                <a:cxn ang="0">
                  <a:pos x="10" y="134"/>
                </a:cxn>
                <a:cxn ang="0">
                  <a:pos x="10" y="132"/>
                </a:cxn>
                <a:cxn ang="0">
                  <a:pos x="10" y="132"/>
                </a:cxn>
                <a:cxn ang="0">
                  <a:pos x="11" y="100"/>
                </a:cxn>
                <a:cxn ang="0">
                  <a:pos x="13" y="68"/>
                </a:cxn>
                <a:cxn ang="0">
                  <a:pos x="14" y="36"/>
                </a:cxn>
                <a:cxn ang="0">
                  <a:pos x="15" y="4"/>
                </a:cxn>
                <a:cxn ang="0">
                  <a:pos x="15" y="4"/>
                </a:cxn>
                <a:cxn ang="0">
                  <a:pos x="14" y="2"/>
                </a:cxn>
                <a:cxn ang="0">
                  <a:pos x="13" y="1"/>
                </a:cxn>
                <a:cxn ang="0">
                  <a:pos x="12" y="0"/>
                </a:cxn>
                <a:cxn ang="0">
                  <a:pos x="10" y="0"/>
                </a:cxn>
                <a:cxn ang="0">
                  <a:pos x="8" y="0"/>
                </a:cxn>
                <a:cxn ang="0">
                  <a:pos x="7" y="1"/>
                </a:cxn>
                <a:cxn ang="0">
                  <a:pos x="5" y="2"/>
                </a:cxn>
                <a:cxn ang="0">
                  <a:pos x="5" y="4"/>
                </a:cxn>
                <a:cxn ang="0">
                  <a:pos x="5" y="4"/>
                </a:cxn>
              </a:cxnLst>
              <a:rect l="0" t="0" r="r" b="b"/>
              <a:pathLst>
                <a:path w="15" h="136">
                  <a:moveTo>
                    <a:pt x="5" y="4"/>
                  </a:moveTo>
                  <a:lnTo>
                    <a:pt x="5" y="4"/>
                  </a:lnTo>
                  <a:lnTo>
                    <a:pt x="4" y="36"/>
                  </a:lnTo>
                  <a:lnTo>
                    <a:pt x="3" y="68"/>
                  </a:lnTo>
                  <a:lnTo>
                    <a:pt x="1" y="100"/>
                  </a:lnTo>
                  <a:lnTo>
                    <a:pt x="0" y="132"/>
                  </a:lnTo>
                  <a:lnTo>
                    <a:pt x="0" y="132"/>
                  </a:lnTo>
                  <a:lnTo>
                    <a:pt x="0" y="134"/>
                  </a:lnTo>
                  <a:lnTo>
                    <a:pt x="1" y="135"/>
                  </a:lnTo>
                  <a:lnTo>
                    <a:pt x="3" y="136"/>
                  </a:lnTo>
                  <a:lnTo>
                    <a:pt x="4" y="136"/>
                  </a:lnTo>
                  <a:lnTo>
                    <a:pt x="7" y="136"/>
                  </a:lnTo>
                  <a:lnTo>
                    <a:pt x="9" y="135"/>
                  </a:lnTo>
                  <a:lnTo>
                    <a:pt x="10" y="134"/>
                  </a:lnTo>
                  <a:lnTo>
                    <a:pt x="10" y="132"/>
                  </a:lnTo>
                  <a:lnTo>
                    <a:pt x="10" y="132"/>
                  </a:lnTo>
                  <a:lnTo>
                    <a:pt x="11" y="100"/>
                  </a:lnTo>
                  <a:lnTo>
                    <a:pt x="13" y="68"/>
                  </a:lnTo>
                  <a:lnTo>
                    <a:pt x="14" y="36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4" y="2"/>
                  </a:lnTo>
                  <a:lnTo>
                    <a:pt x="13" y="1"/>
                  </a:lnTo>
                  <a:lnTo>
                    <a:pt x="12" y="0"/>
                  </a:lnTo>
                  <a:lnTo>
                    <a:pt x="10" y="0"/>
                  </a:lnTo>
                  <a:lnTo>
                    <a:pt x="8" y="0"/>
                  </a:lnTo>
                  <a:lnTo>
                    <a:pt x="7" y="1"/>
                  </a:lnTo>
                  <a:lnTo>
                    <a:pt x="5" y="2"/>
                  </a:lnTo>
                  <a:lnTo>
                    <a:pt x="5" y="4"/>
                  </a:lnTo>
                  <a:lnTo>
                    <a:pt x="5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71" name="Freeform 187"/>
            <p:cNvSpPr/>
            <p:nvPr>
              <p:custDataLst>
                <p:tags r:id="rId26"/>
              </p:custDataLst>
            </p:nvPr>
          </p:nvSpPr>
          <p:spPr bwMode="auto">
            <a:xfrm>
              <a:off x="4573588" y="2406650"/>
              <a:ext cx="4763" cy="71438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128"/>
                </a:cxn>
                <a:cxn ang="0">
                  <a:pos x="0" y="128"/>
                </a:cxn>
                <a:cxn ang="0">
                  <a:pos x="0" y="130"/>
                </a:cxn>
                <a:cxn ang="0">
                  <a:pos x="1" y="131"/>
                </a:cxn>
                <a:cxn ang="0">
                  <a:pos x="3" y="132"/>
                </a:cxn>
                <a:cxn ang="0">
                  <a:pos x="5" y="133"/>
                </a:cxn>
                <a:cxn ang="0">
                  <a:pos x="6" y="132"/>
                </a:cxn>
                <a:cxn ang="0">
                  <a:pos x="8" y="131"/>
                </a:cxn>
                <a:cxn ang="0">
                  <a:pos x="9" y="130"/>
                </a:cxn>
                <a:cxn ang="0">
                  <a:pos x="9" y="128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9" y="3"/>
                </a:cxn>
                <a:cxn ang="0">
                  <a:pos x="8" y="1"/>
                </a:cxn>
                <a:cxn ang="0">
                  <a:pos x="6" y="1"/>
                </a:cxn>
                <a:cxn ang="0">
                  <a:pos x="5" y="0"/>
                </a:cxn>
                <a:cxn ang="0">
                  <a:pos x="3" y="1"/>
                </a:cxn>
                <a:cxn ang="0">
                  <a:pos x="1" y="1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9" h="133">
                  <a:moveTo>
                    <a:pt x="0" y="5"/>
                  </a:moveTo>
                  <a:lnTo>
                    <a:pt x="0" y="128"/>
                  </a:lnTo>
                  <a:lnTo>
                    <a:pt x="0" y="128"/>
                  </a:lnTo>
                  <a:lnTo>
                    <a:pt x="0" y="130"/>
                  </a:lnTo>
                  <a:lnTo>
                    <a:pt x="1" y="131"/>
                  </a:lnTo>
                  <a:lnTo>
                    <a:pt x="3" y="132"/>
                  </a:lnTo>
                  <a:lnTo>
                    <a:pt x="5" y="133"/>
                  </a:lnTo>
                  <a:lnTo>
                    <a:pt x="6" y="132"/>
                  </a:lnTo>
                  <a:lnTo>
                    <a:pt x="8" y="131"/>
                  </a:lnTo>
                  <a:lnTo>
                    <a:pt x="9" y="130"/>
                  </a:lnTo>
                  <a:lnTo>
                    <a:pt x="9" y="128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8" y="1"/>
                  </a:lnTo>
                  <a:lnTo>
                    <a:pt x="6" y="1"/>
                  </a:lnTo>
                  <a:lnTo>
                    <a:pt x="5" y="0"/>
                  </a:lnTo>
                  <a:lnTo>
                    <a:pt x="3" y="1"/>
                  </a:lnTo>
                  <a:lnTo>
                    <a:pt x="1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72" name="Freeform 188"/>
            <p:cNvSpPr/>
            <p:nvPr>
              <p:custDataLst>
                <p:tags r:id="rId27"/>
              </p:custDataLst>
            </p:nvPr>
          </p:nvSpPr>
          <p:spPr bwMode="auto">
            <a:xfrm>
              <a:off x="4602163" y="2432050"/>
              <a:ext cx="4763" cy="65088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118"/>
                </a:cxn>
                <a:cxn ang="0">
                  <a:pos x="0" y="118"/>
                </a:cxn>
                <a:cxn ang="0">
                  <a:pos x="0" y="120"/>
                </a:cxn>
                <a:cxn ang="0">
                  <a:pos x="1" y="121"/>
                </a:cxn>
                <a:cxn ang="0">
                  <a:pos x="2" y="123"/>
                </a:cxn>
                <a:cxn ang="0">
                  <a:pos x="4" y="123"/>
                </a:cxn>
                <a:cxn ang="0">
                  <a:pos x="6" y="123"/>
                </a:cxn>
                <a:cxn ang="0">
                  <a:pos x="7" y="121"/>
                </a:cxn>
                <a:cxn ang="0">
                  <a:pos x="8" y="120"/>
                </a:cxn>
                <a:cxn ang="0">
                  <a:pos x="9" y="118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8" y="3"/>
                </a:cxn>
                <a:cxn ang="0">
                  <a:pos x="7" y="1"/>
                </a:cxn>
                <a:cxn ang="0">
                  <a:pos x="6" y="1"/>
                </a:cxn>
                <a:cxn ang="0">
                  <a:pos x="4" y="0"/>
                </a:cxn>
                <a:cxn ang="0">
                  <a:pos x="2" y="1"/>
                </a:cxn>
                <a:cxn ang="0">
                  <a:pos x="1" y="1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9" h="123">
                  <a:moveTo>
                    <a:pt x="0" y="5"/>
                  </a:moveTo>
                  <a:lnTo>
                    <a:pt x="0" y="118"/>
                  </a:lnTo>
                  <a:lnTo>
                    <a:pt x="0" y="118"/>
                  </a:lnTo>
                  <a:lnTo>
                    <a:pt x="0" y="120"/>
                  </a:lnTo>
                  <a:lnTo>
                    <a:pt x="1" y="121"/>
                  </a:lnTo>
                  <a:lnTo>
                    <a:pt x="2" y="123"/>
                  </a:lnTo>
                  <a:lnTo>
                    <a:pt x="4" y="123"/>
                  </a:lnTo>
                  <a:lnTo>
                    <a:pt x="6" y="123"/>
                  </a:lnTo>
                  <a:lnTo>
                    <a:pt x="7" y="121"/>
                  </a:lnTo>
                  <a:lnTo>
                    <a:pt x="8" y="120"/>
                  </a:lnTo>
                  <a:lnTo>
                    <a:pt x="9" y="118"/>
                  </a:lnTo>
                  <a:lnTo>
                    <a:pt x="9" y="5"/>
                  </a:lnTo>
                  <a:lnTo>
                    <a:pt x="9" y="5"/>
                  </a:lnTo>
                  <a:lnTo>
                    <a:pt x="8" y="3"/>
                  </a:lnTo>
                  <a:lnTo>
                    <a:pt x="7" y="1"/>
                  </a:lnTo>
                  <a:lnTo>
                    <a:pt x="6" y="1"/>
                  </a:lnTo>
                  <a:lnTo>
                    <a:pt x="4" y="0"/>
                  </a:lnTo>
                  <a:lnTo>
                    <a:pt x="2" y="1"/>
                  </a:lnTo>
                  <a:lnTo>
                    <a:pt x="1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73" name="Freeform 189"/>
            <p:cNvSpPr/>
            <p:nvPr>
              <p:custDataLst>
                <p:tags r:id="rId28"/>
              </p:custDataLst>
            </p:nvPr>
          </p:nvSpPr>
          <p:spPr bwMode="auto">
            <a:xfrm>
              <a:off x="4624388" y="2457450"/>
              <a:ext cx="4763" cy="65088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119"/>
                </a:cxn>
                <a:cxn ang="0">
                  <a:pos x="0" y="119"/>
                </a:cxn>
                <a:cxn ang="0">
                  <a:pos x="0" y="121"/>
                </a:cxn>
                <a:cxn ang="0">
                  <a:pos x="1" y="122"/>
                </a:cxn>
                <a:cxn ang="0">
                  <a:pos x="3" y="123"/>
                </a:cxn>
                <a:cxn ang="0">
                  <a:pos x="4" y="123"/>
                </a:cxn>
                <a:cxn ang="0">
                  <a:pos x="6" y="123"/>
                </a:cxn>
                <a:cxn ang="0">
                  <a:pos x="8" y="122"/>
                </a:cxn>
                <a:cxn ang="0">
                  <a:pos x="9" y="121"/>
                </a:cxn>
                <a:cxn ang="0">
                  <a:pos x="9" y="119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9" y="3"/>
                </a:cxn>
                <a:cxn ang="0">
                  <a:pos x="8" y="1"/>
                </a:cxn>
                <a:cxn ang="0">
                  <a:pos x="6" y="0"/>
                </a:cxn>
                <a:cxn ang="0">
                  <a:pos x="4" y="0"/>
                </a:cxn>
                <a:cxn ang="0">
                  <a:pos x="3" y="0"/>
                </a:cxn>
                <a:cxn ang="0">
                  <a:pos x="1" y="1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9" h="123">
                  <a:moveTo>
                    <a:pt x="0" y="5"/>
                  </a:moveTo>
                  <a:lnTo>
                    <a:pt x="0" y="119"/>
                  </a:lnTo>
                  <a:lnTo>
                    <a:pt x="0" y="119"/>
                  </a:lnTo>
                  <a:lnTo>
                    <a:pt x="0" y="121"/>
                  </a:lnTo>
                  <a:lnTo>
                    <a:pt x="1" y="122"/>
                  </a:lnTo>
                  <a:lnTo>
                    <a:pt x="3" y="123"/>
                  </a:lnTo>
                  <a:lnTo>
                    <a:pt x="4" y="123"/>
                  </a:lnTo>
                  <a:lnTo>
                    <a:pt x="6" y="123"/>
                  </a:lnTo>
                  <a:lnTo>
                    <a:pt x="8" y="122"/>
                  </a:lnTo>
                  <a:lnTo>
                    <a:pt x="9" y="121"/>
                  </a:lnTo>
                  <a:lnTo>
                    <a:pt x="9" y="119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8" y="1"/>
                  </a:lnTo>
                  <a:lnTo>
                    <a:pt x="6" y="0"/>
                  </a:lnTo>
                  <a:lnTo>
                    <a:pt x="4" y="0"/>
                  </a:lnTo>
                  <a:lnTo>
                    <a:pt x="3" y="0"/>
                  </a:lnTo>
                  <a:lnTo>
                    <a:pt x="1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74" name="Freeform 190"/>
            <p:cNvSpPr/>
            <p:nvPr>
              <p:custDataLst>
                <p:tags r:id="rId29"/>
              </p:custDataLst>
            </p:nvPr>
          </p:nvSpPr>
          <p:spPr bwMode="auto">
            <a:xfrm>
              <a:off x="4651375" y="2482850"/>
              <a:ext cx="7938" cy="73025"/>
            </a:xfrm>
            <a:custGeom>
              <a:avLst/>
              <a:gdLst/>
              <a:ahLst/>
              <a:cxnLst>
                <a:cxn ang="0">
                  <a:pos x="5" y="5"/>
                </a:cxn>
                <a:cxn ang="0">
                  <a:pos x="5" y="5"/>
                </a:cxn>
                <a:cxn ang="0">
                  <a:pos x="2" y="30"/>
                </a:cxn>
                <a:cxn ang="0">
                  <a:pos x="1" y="42"/>
                </a:cxn>
                <a:cxn ang="0">
                  <a:pos x="0" y="55"/>
                </a:cxn>
                <a:cxn ang="0">
                  <a:pos x="0" y="132"/>
                </a:cxn>
                <a:cxn ang="0">
                  <a:pos x="0" y="132"/>
                </a:cxn>
                <a:cxn ang="0">
                  <a:pos x="1" y="134"/>
                </a:cxn>
                <a:cxn ang="0">
                  <a:pos x="2" y="136"/>
                </a:cxn>
                <a:cxn ang="0">
                  <a:pos x="3" y="137"/>
                </a:cxn>
                <a:cxn ang="0">
                  <a:pos x="5" y="137"/>
                </a:cxn>
                <a:cxn ang="0">
                  <a:pos x="7" y="137"/>
                </a:cxn>
                <a:cxn ang="0">
                  <a:pos x="8" y="136"/>
                </a:cxn>
                <a:cxn ang="0">
                  <a:pos x="9" y="134"/>
                </a:cxn>
                <a:cxn ang="0">
                  <a:pos x="10" y="132"/>
                </a:cxn>
                <a:cxn ang="0">
                  <a:pos x="10" y="62"/>
                </a:cxn>
                <a:cxn ang="0">
                  <a:pos x="10" y="62"/>
                </a:cxn>
                <a:cxn ang="0">
                  <a:pos x="10" y="47"/>
                </a:cxn>
                <a:cxn ang="0">
                  <a:pos x="11" y="33"/>
                </a:cxn>
                <a:cxn ang="0">
                  <a:pos x="14" y="5"/>
                </a:cxn>
                <a:cxn ang="0">
                  <a:pos x="14" y="5"/>
                </a:cxn>
                <a:cxn ang="0">
                  <a:pos x="14" y="3"/>
                </a:cxn>
                <a:cxn ang="0">
                  <a:pos x="13" y="1"/>
                </a:cxn>
                <a:cxn ang="0">
                  <a:pos x="12" y="0"/>
                </a:cxn>
                <a:cxn ang="0">
                  <a:pos x="10" y="0"/>
                </a:cxn>
                <a:cxn ang="0">
                  <a:pos x="7" y="1"/>
                </a:cxn>
                <a:cxn ang="0">
                  <a:pos x="6" y="3"/>
                </a:cxn>
                <a:cxn ang="0">
                  <a:pos x="5" y="5"/>
                </a:cxn>
                <a:cxn ang="0">
                  <a:pos x="5" y="5"/>
                </a:cxn>
              </a:cxnLst>
              <a:rect l="0" t="0" r="r" b="b"/>
              <a:pathLst>
                <a:path w="14" h="137">
                  <a:moveTo>
                    <a:pt x="5" y="5"/>
                  </a:moveTo>
                  <a:lnTo>
                    <a:pt x="5" y="5"/>
                  </a:lnTo>
                  <a:lnTo>
                    <a:pt x="2" y="30"/>
                  </a:lnTo>
                  <a:lnTo>
                    <a:pt x="1" y="42"/>
                  </a:lnTo>
                  <a:lnTo>
                    <a:pt x="0" y="55"/>
                  </a:lnTo>
                  <a:lnTo>
                    <a:pt x="0" y="132"/>
                  </a:lnTo>
                  <a:lnTo>
                    <a:pt x="0" y="132"/>
                  </a:lnTo>
                  <a:lnTo>
                    <a:pt x="1" y="134"/>
                  </a:lnTo>
                  <a:lnTo>
                    <a:pt x="2" y="136"/>
                  </a:lnTo>
                  <a:lnTo>
                    <a:pt x="3" y="137"/>
                  </a:lnTo>
                  <a:lnTo>
                    <a:pt x="5" y="137"/>
                  </a:lnTo>
                  <a:lnTo>
                    <a:pt x="7" y="137"/>
                  </a:lnTo>
                  <a:lnTo>
                    <a:pt x="8" y="136"/>
                  </a:lnTo>
                  <a:lnTo>
                    <a:pt x="9" y="134"/>
                  </a:lnTo>
                  <a:lnTo>
                    <a:pt x="10" y="132"/>
                  </a:lnTo>
                  <a:lnTo>
                    <a:pt x="10" y="62"/>
                  </a:lnTo>
                  <a:lnTo>
                    <a:pt x="10" y="62"/>
                  </a:lnTo>
                  <a:lnTo>
                    <a:pt x="10" y="47"/>
                  </a:lnTo>
                  <a:lnTo>
                    <a:pt x="11" y="33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3"/>
                  </a:lnTo>
                  <a:lnTo>
                    <a:pt x="13" y="1"/>
                  </a:lnTo>
                  <a:lnTo>
                    <a:pt x="12" y="0"/>
                  </a:lnTo>
                  <a:lnTo>
                    <a:pt x="10" y="0"/>
                  </a:lnTo>
                  <a:lnTo>
                    <a:pt x="7" y="1"/>
                  </a:lnTo>
                  <a:lnTo>
                    <a:pt x="6" y="3"/>
                  </a:lnTo>
                  <a:lnTo>
                    <a:pt x="5" y="5"/>
                  </a:lnTo>
                  <a:lnTo>
                    <a:pt x="5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75" name="Freeform 191"/>
            <p:cNvSpPr/>
            <p:nvPr>
              <p:custDataLst>
                <p:tags r:id="rId30"/>
              </p:custDataLst>
            </p:nvPr>
          </p:nvSpPr>
          <p:spPr bwMode="auto">
            <a:xfrm>
              <a:off x="4684713" y="2500313"/>
              <a:ext cx="4763" cy="87313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161"/>
                </a:cxn>
                <a:cxn ang="0">
                  <a:pos x="0" y="161"/>
                </a:cxn>
                <a:cxn ang="0">
                  <a:pos x="0" y="163"/>
                </a:cxn>
                <a:cxn ang="0">
                  <a:pos x="1" y="164"/>
                </a:cxn>
                <a:cxn ang="0">
                  <a:pos x="3" y="165"/>
                </a:cxn>
                <a:cxn ang="0">
                  <a:pos x="5" y="166"/>
                </a:cxn>
                <a:cxn ang="0">
                  <a:pos x="6" y="165"/>
                </a:cxn>
                <a:cxn ang="0">
                  <a:pos x="8" y="164"/>
                </a:cxn>
                <a:cxn ang="0">
                  <a:pos x="9" y="163"/>
                </a:cxn>
                <a:cxn ang="0">
                  <a:pos x="9" y="161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9" y="3"/>
                </a:cxn>
                <a:cxn ang="0">
                  <a:pos x="8" y="1"/>
                </a:cxn>
                <a:cxn ang="0">
                  <a:pos x="6" y="0"/>
                </a:cxn>
                <a:cxn ang="0">
                  <a:pos x="5" y="0"/>
                </a:cxn>
                <a:cxn ang="0">
                  <a:pos x="3" y="0"/>
                </a:cxn>
                <a:cxn ang="0">
                  <a:pos x="1" y="1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9" h="166">
                  <a:moveTo>
                    <a:pt x="0" y="5"/>
                  </a:moveTo>
                  <a:lnTo>
                    <a:pt x="0" y="161"/>
                  </a:lnTo>
                  <a:lnTo>
                    <a:pt x="0" y="161"/>
                  </a:lnTo>
                  <a:lnTo>
                    <a:pt x="0" y="163"/>
                  </a:lnTo>
                  <a:lnTo>
                    <a:pt x="1" y="164"/>
                  </a:lnTo>
                  <a:lnTo>
                    <a:pt x="3" y="165"/>
                  </a:lnTo>
                  <a:lnTo>
                    <a:pt x="5" y="166"/>
                  </a:lnTo>
                  <a:lnTo>
                    <a:pt x="6" y="165"/>
                  </a:lnTo>
                  <a:lnTo>
                    <a:pt x="8" y="164"/>
                  </a:lnTo>
                  <a:lnTo>
                    <a:pt x="9" y="163"/>
                  </a:lnTo>
                  <a:lnTo>
                    <a:pt x="9" y="161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8" y="1"/>
                  </a:lnTo>
                  <a:lnTo>
                    <a:pt x="6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1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76" name="Freeform 192"/>
            <p:cNvSpPr/>
            <p:nvPr>
              <p:custDataLst>
                <p:tags r:id="rId31"/>
              </p:custDataLst>
            </p:nvPr>
          </p:nvSpPr>
          <p:spPr bwMode="auto">
            <a:xfrm>
              <a:off x="4702175" y="2540000"/>
              <a:ext cx="7938" cy="69850"/>
            </a:xfrm>
            <a:custGeom>
              <a:avLst/>
              <a:gdLst/>
              <a:ahLst/>
              <a:cxnLst>
                <a:cxn ang="0">
                  <a:pos x="6" y="3"/>
                </a:cxn>
                <a:cxn ang="0">
                  <a:pos x="6" y="3"/>
                </a:cxn>
                <a:cxn ang="0">
                  <a:pos x="3" y="19"/>
                </a:cxn>
                <a:cxn ang="0">
                  <a:pos x="1" y="34"/>
                </a:cxn>
                <a:cxn ang="0">
                  <a:pos x="0" y="50"/>
                </a:cxn>
                <a:cxn ang="0">
                  <a:pos x="0" y="65"/>
                </a:cxn>
                <a:cxn ang="0">
                  <a:pos x="1" y="96"/>
                </a:cxn>
                <a:cxn ang="0">
                  <a:pos x="1" y="127"/>
                </a:cxn>
                <a:cxn ang="0">
                  <a:pos x="1" y="127"/>
                </a:cxn>
                <a:cxn ang="0">
                  <a:pos x="2" y="129"/>
                </a:cxn>
                <a:cxn ang="0">
                  <a:pos x="3" y="131"/>
                </a:cxn>
                <a:cxn ang="0">
                  <a:pos x="4" y="132"/>
                </a:cxn>
                <a:cxn ang="0">
                  <a:pos x="6" y="132"/>
                </a:cxn>
                <a:cxn ang="0">
                  <a:pos x="7" y="132"/>
                </a:cxn>
                <a:cxn ang="0">
                  <a:pos x="9" y="131"/>
                </a:cxn>
                <a:cxn ang="0">
                  <a:pos x="10" y="129"/>
                </a:cxn>
                <a:cxn ang="0">
                  <a:pos x="10" y="127"/>
                </a:cxn>
                <a:cxn ang="0">
                  <a:pos x="10" y="127"/>
                </a:cxn>
                <a:cxn ang="0">
                  <a:pos x="10" y="97"/>
                </a:cxn>
                <a:cxn ang="0">
                  <a:pos x="9" y="66"/>
                </a:cxn>
                <a:cxn ang="0">
                  <a:pos x="9" y="51"/>
                </a:cxn>
                <a:cxn ang="0">
                  <a:pos x="10" y="36"/>
                </a:cxn>
                <a:cxn ang="0">
                  <a:pos x="12" y="21"/>
                </a:cxn>
                <a:cxn ang="0">
                  <a:pos x="15" y="5"/>
                </a:cxn>
                <a:cxn ang="0">
                  <a:pos x="15" y="5"/>
                </a:cxn>
                <a:cxn ang="0">
                  <a:pos x="15" y="3"/>
                </a:cxn>
                <a:cxn ang="0">
                  <a:pos x="14" y="2"/>
                </a:cxn>
                <a:cxn ang="0">
                  <a:pos x="13" y="0"/>
                </a:cxn>
                <a:cxn ang="0">
                  <a:pos x="11" y="0"/>
                </a:cxn>
                <a:cxn ang="0">
                  <a:pos x="10" y="0"/>
                </a:cxn>
                <a:cxn ang="0">
                  <a:pos x="8" y="0"/>
                </a:cxn>
                <a:cxn ang="0">
                  <a:pos x="7" y="1"/>
                </a:cxn>
                <a:cxn ang="0">
                  <a:pos x="6" y="3"/>
                </a:cxn>
                <a:cxn ang="0">
                  <a:pos x="6" y="3"/>
                </a:cxn>
              </a:cxnLst>
              <a:rect l="0" t="0" r="r" b="b"/>
              <a:pathLst>
                <a:path w="15" h="132">
                  <a:moveTo>
                    <a:pt x="6" y="3"/>
                  </a:moveTo>
                  <a:lnTo>
                    <a:pt x="6" y="3"/>
                  </a:lnTo>
                  <a:lnTo>
                    <a:pt x="3" y="19"/>
                  </a:lnTo>
                  <a:lnTo>
                    <a:pt x="1" y="34"/>
                  </a:lnTo>
                  <a:lnTo>
                    <a:pt x="0" y="50"/>
                  </a:lnTo>
                  <a:lnTo>
                    <a:pt x="0" y="65"/>
                  </a:lnTo>
                  <a:lnTo>
                    <a:pt x="1" y="96"/>
                  </a:lnTo>
                  <a:lnTo>
                    <a:pt x="1" y="127"/>
                  </a:lnTo>
                  <a:lnTo>
                    <a:pt x="1" y="127"/>
                  </a:lnTo>
                  <a:lnTo>
                    <a:pt x="2" y="129"/>
                  </a:lnTo>
                  <a:lnTo>
                    <a:pt x="3" y="131"/>
                  </a:lnTo>
                  <a:lnTo>
                    <a:pt x="4" y="132"/>
                  </a:lnTo>
                  <a:lnTo>
                    <a:pt x="6" y="132"/>
                  </a:lnTo>
                  <a:lnTo>
                    <a:pt x="7" y="132"/>
                  </a:lnTo>
                  <a:lnTo>
                    <a:pt x="9" y="131"/>
                  </a:lnTo>
                  <a:lnTo>
                    <a:pt x="10" y="129"/>
                  </a:lnTo>
                  <a:lnTo>
                    <a:pt x="10" y="127"/>
                  </a:lnTo>
                  <a:lnTo>
                    <a:pt x="10" y="127"/>
                  </a:lnTo>
                  <a:lnTo>
                    <a:pt x="10" y="97"/>
                  </a:lnTo>
                  <a:lnTo>
                    <a:pt x="9" y="66"/>
                  </a:lnTo>
                  <a:lnTo>
                    <a:pt x="9" y="51"/>
                  </a:lnTo>
                  <a:lnTo>
                    <a:pt x="10" y="36"/>
                  </a:lnTo>
                  <a:lnTo>
                    <a:pt x="12" y="21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3"/>
                  </a:lnTo>
                  <a:lnTo>
                    <a:pt x="14" y="2"/>
                  </a:lnTo>
                  <a:lnTo>
                    <a:pt x="13" y="0"/>
                  </a:lnTo>
                  <a:lnTo>
                    <a:pt x="11" y="0"/>
                  </a:lnTo>
                  <a:lnTo>
                    <a:pt x="10" y="0"/>
                  </a:lnTo>
                  <a:lnTo>
                    <a:pt x="8" y="0"/>
                  </a:lnTo>
                  <a:lnTo>
                    <a:pt x="7" y="1"/>
                  </a:lnTo>
                  <a:lnTo>
                    <a:pt x="6" y="3"/>
                  </a:lnTo>
                  <a:lnTo>
                    <a:pt x="6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77" name="Freeform 193"/>
            <p:cNvSpPr/>
            <p:nvPr>
              <p:custDataLst>
                <p:tags r:id="rId32"/>
              </p:custDataLst>
            </p:nvPr>
          </p:nvSpPr>
          <p:spPr bwMode="auto">
            <a:xfrm>
              <a:off x="4727575" y="2568575"/>
              <a:ext cx="9525" cy="52388"/>
            </a:xfrm>
            <a:custGeom>
              <a:avLst/>
              <a:gdLst/>
              <a:ahLst/>
              <a:cxnLst>
                <a:cxn ang="0">
                  <a:pos x="10" y="3"/>
                </a:cxn>
                <a:cxn ang="0">
                  <a:pos x="10" y="3"/>
                </a:cxn>
                <a:cxn ang="0">
                  <a:pos x="3" y="48"/>
                </a:cxn>
                <a:cxn ang="0">
                  <a:pos x="1" y="72"/>
                </a:cxn>
                <a:cxn ang="0">
                  <a:pos x="0" y="95"/>
                </a:cxn>
                <a:cxn ang="0">
                  <a:pos x="0" y="95"/>
                </a:cxn>
                <a:cxn ang="0">
                  <a:pos x="0" y="97"/>
                </a:cxn>
                <a:cxn ang="0">
                  <a:pos x="1" y="98"/>
                </a:cxn>
                <a:cxn ang="0">
                  <a:pos x="3" y="99"/>
                </a:cxn>
                <a:cxn ang="0">
                  <a:pos x="6" y="99"/>
                </a:cxn>
                <a:cxn ang="0">
                  <a:pos x="7" y="99"/>
                </a:cxn>
                <a:cxn ang="0">
                  <a:pos x="9" y="98"/>
                </a:cxn>
                <a:cxn ang="0">
                  <a:pos x="10" y="97"/>
                </a:cxn>
                <a:cxn ang="0">
                  <a:pos x="10" y="95"/>
                </a:cxn>
                <a:cxn ang="0">
                  <a:pos x="10" y="95"/>
                </a:cxn>
                <a:cxn ang="0">
                  <a:pos x="11" y="72"/>
                </a:cxn>
                <a:cxn ang="0">
                  <a:pos x="13" y="50"/>
                </a:cxn>
                <a:cxn ang="0">
                  <a:pos x="19" y="6"/>
                </a:cxn>
                <a:cxn ang="0">
                  <a:pos x="19" y="6"/>
                </a:cxn>
                <a:cxn ang="0">
                  <a:pos x="19" y="4"/>
                </a:cxn>
                <a:cxn ang="0">
                  <a:pos x="18" y="2"/>
                </a:cxn>
                <a:cxn ang="0">
                  <a:pos x="15" y="0"/>
                </a:cxn>
                <a:cxn ang="0">
                  <a:pos x="14" y="0"/>
                </a:cxn>
                <a:cxn ang="0">
                  <a:pos x="12" y="0"/>
                </a:cxn>
                <a:cxn ang="0">
                  <a:pos x="11" y="2"/>
                </a:cxn>
                <a:cxn ang="0">
                  <a:pos x="10" y="3"/>
                </a:cxn>
                <a:cxn ang="0">
                  <a:pos x="10" y="3"/>
                </a:cxn>
              </a:cxnLst>
              <a:rect l="0" t="0" r="r" b="b"/>
              <a:pathLst>
                <a:path w="19" h="99">
                  <a:moveTo>
                    <a:pt x="10" y="3"/>
                  </a:moveTo>
                  <a:lnTo>
                    <a:pt x="10" y="3"/>
                  </a:lnTo>
                  <a:lnTo>
                    <a:pt x="3" y="48"/>
                  </a:lnTo>
                  <a:lnTo>
                    <a:pt x="1" y="72"/>
                  </a:lnTo>
                  <a:lnTo>
                    <a:pt x="0" y="95"/>
                  </a:lnTo>
                  <a:lnTo>
                    <a:pt x="0" y="95"/>
                  </a:lnTo>
                  <a:lnTo>
                    <a:pt x="0" y="97"/>
                  </a:lnTo>
                  <a:lnTo>
                    <a:pt x="1" y="98"/>
                  </a:lnTo>
                  <a:lnTo>
                    <a:pt x="3" y="99"/>
                  </a:lnTo>
                  <a:lnTo>
                    <a:pt x="6" y="99"/>
                  </a:lnTo>
                  <a:lnTo>
                    <a:pt x="7" y="99"/>
                  </a:lnTo>
                  <a:lnTo>
                    <a:pt x="9" y="98"/>
                  </a:lnTo>
                  <a:lnTo>
                    <a:pt x="10" y="97"/>
                  </a:lnTo>
                  <a:lnTo>
                    <a:pt x="10" y="95"/>
                  </a:lnTo>
                  <a:lnTo>
                    <a:pt x="10" y="95"/>
                  </a:lnTo>
                  <a:lnTo>
                    <a:pt x="11" y="72"/>
                  </a:lnTo>
                  <a:lnTo>
                    <a:pt x="13" y="50"/>
                  </a:lnTo>
                  <a:lnTo>
                    <a:pt x="19" y="6"/>
                  </a:lnTo>
                  <a:lnTo>
                    <a:pt x="19" y="6"/>
                  </a:lnTo>
                  <a:lnTo>
                    <a:pt x="19" y="4"/>
                  </a:lnTo>
                  <a:lnTo>
                    <a:pt x="18" y="2"/>
                  </a:lnTo>
                  <a:lnTo>
                    <a:pt x="15" y="0"/>
                  </a:lnTo>
                  <a:lnTo>
                    <a:pt x="14" y="0"/>
                  </a:lnTo>
                  <a:lnTo>
                    <a:pt x="12" y="0"/>
                  </a:lnTo>
                  <a:lnTo>
                    <a:pt x="11" y="2"/>
                  </a:lnTo>
                  <a:lnTo>
                    <a:pt x="10" y="3"/>
                  </a:lnTo>
                  <a:lnTo>
                    <a:pt x="10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78" name="Freeform 194"/>
            <p:cNvSpPr/>
            <p:nvPr>
              <p:custDataLst>
                <p:tags r:id="rId33"/>
              </p:custDataLst>
            </p:nvPr>
          </p:nvSpPr>
          <p:spPr bwMode="auto">
            <a:xfrm>
              <a:off x="4748213" y="2590800"/>
              <a:ext cx="4763" cy="57150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104"/>
                </a:cxn>
                <a:cxn ang="0">
                  <a:pos x="0" y="104"/>
                </a:cxn>
                <a:cxn ang="0">
                  <a:pos x="0" y="107"/>
                </a:cxn>
                <a:cxn ang="0">
                  <a:pos x="1" y="109"/>
                </a:cxn>
                <a:cxn ang="0">
                  <a:pos x="3" y="109"/>
                </a:cxn>
                <a:cxn ang="0">
                  <a:pos x="4" y="110"/>
                </a:cxn>
                <a:cxn ang="0">
                  <a:pos x="6" y="109"/>
                </a:cxn>
                <a:cxn ang="0">
                  <a:pos x="7" y="109"/>
                </a:cxn>
                <a:cxn ang="0">
                  <a:pos x="9" y="107"/>
                </a:cxn>
                <a:cxn ang="0">
                  <a:pos x="9" y="104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9" y="3"/>
                </a:cxn>
                <a:cxn ang="0">
                  <a:pos x="7" y="2"/>
                </a:cxn>
                <a:cxn ang="0">
                  <a:pos x="6" y="1"/>
                </a:cxn>
                <a:cxn ang="0">
                  <a:pos x="4" y="0"/>
                </a:cxn>
                <a:cxn ang="0">
                  <a:pos x="3" y="1"/>
                </a:cxn>
                <a:cxn ang="0">
                  <a:pos x="1" y="2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9" h="110">
                  <a:moveTo>
                    <a:pt x="0" y="5"/>
                  </a:moveTo>
                  <a:lnTo>
                    <a:pt x="0" y="104"/>
                  </a:lnTo>
                  <a:lnTo>
                    <a:pt x="0" y="104"/>
                  </a:lnTo>
                  <a:lnTo>
                    <a:pt x="0" y="107"/>
                  </a:lnTo>
                  <a:lnTo>
                    <a:pt x="1" y="109"/>
                  </a:lnTo>
                  <a:lnTo>
                    <a:pt x="3" y="109"/>
                  </a:lnTo>
                  <a:lnTo>
                    <a:pt x="4" y="110"/>
                  </a:lnTo>
                  <a:lnTo>
                    <a:pt x="6" y="109"/>
                  </a:lnTo>
                  <a:lnTo>
                    <a:pt x="7" y="109"/>
                  </a:lnTo>
                  <a:lnTo>
                    <a:pt x="9" y="107"/>
                  </a:lnTo>
                  <a:lnTo>
                    <a:pt x="9" y="104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7" y="2"/>
                  </a:lnTo>
                  <a:lnTo>
                    <a:pt x="6" y="1"/>
                  </a:lnTo>
                  <a:lnTo>
                    <a:pt x="4" y="0"/>
                  </a:lnTo>
                  <a:lnTo>
                    <a:pt x="3" y="1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79" name="Freeform 195"/>
            <p:cNvSpPr/>
            <p:nvPr>
              <p:custDataLst>
                <p:tags r:id="rId34"/>
              </p:custDataLst>
            </p:nvPr>
          </p:nvSpPr>
          <p:spPr bwMode="auto">
            <a:xfrm>
              <a:off x="4641850" y="2751138"/>
              <a:ext cx="7938" cy="26988"/>
            </a:xfrm>
            <a:custGeom>
              <a:avLst/>
              <a:gdLst/>
              <a:ahLst/>
              <a:cxnLst>
                <a:cxn ang="0">
                  <a:pos x="15" y="46"/>
                </a:cxn>
                <a:cxn ang="0">
                  <a:pos x="15" y="46"/>
                </a:cxn>
                <a:cxn ang="0">
                  <a:pos x="12" y="36"/>
                </a:cxn>
                <a:cxn ang="0">
                  <a:pos x="11" y="26"/>
                </a:cxn>
                <a:cxn ang="0">
                  <a:pos x="10" y="5"/>
                </a:cxn>
                <a:cxn ang="0">
                  <a:pos x="10" y="5"/>
                </a:cxn>
                <a:cxn ang="0">
                  <a:pos x="10" y="3"/>
                </a:cxn>
                <a:cxn ang="0">
                  <a:pos x="8" y="1"/>
                </a:cxn>
                <a:cxn ang="0">
                  <a:pos x="6" y="1"/>
                </a:cxn>
                <a:cxn ang="0">
                  <a:pos x="5" y="0"/>
                </a:cxn>
                <a:cxn ang="0">
                  <a:pos x="3" y="1"/>
                </a:cxn>
                <a:cxn ang="0">
                  <a:pos x="1" y="1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1" y="27"/>
                </a:cxn>
                <a:cxn ang="0">
                  <a:pos x="2" y="38"/>
                </a:cxn>
                <a:cxn ang="0">
                  <a:pos x="5" y="48"/>
                </a:cxn>
                <a:cxn ang="0">
                  <a:pos x="5" y="48"/>
                </a:cxn>
                <a:cxn ang="0">
                  <a:pos x="6" y="50"/>
                </a:cxn>
                <a:cxn ang="0">
                  <a:pos x="7" y="51"/>
                </a:cxn>
                <a:cxn ang="0">
                  <a:pos x="10" y="51"/>
                </a:cxn>
                <a:cxn ang="0">
                  <a:pos x="11" y="51"/>
                </a:cxn>
                <a:cxn ang="0">
                  <a:pos x="13" y="51"/>
                </a:cxn>
                <a:cxn ang="0">
                  <a:pos x="14" y="49"/>
                </a:cxn>
                <a:cxn ang="0">
                  <a:pos x="15" y="48"/>
                </a:cxn>
                <a:cxn ang="0">
                  <a:pos x="15" y="46"/>
                </a:cxn>
                <a:cxn ang="0">
                  <a:pos x="15" y="46"/>
                </a:cxn>
              </a:cxnLst>
              <a:rect l="0" t="0" r="r" b="b"/>
              <a:pathLst>
                <a:path w="15" h="51">
                  <a:moveTo>
                    <a:pt x="15" y="46"/>
                  </a:moveTo>
                  <a:lnTo>
                    <a:pt x="15" y="46"/>
                  </a:lnTo>
                  <a:lnTo>
                    <a:pt x="12" y="36"/>
                  </a:lnTo>
                  <a:lnTo>
                    <a:pt x="11" y="26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0" y="3"/>
                  </a:lnTo>
                  <a:lnTo>
                    <a:pt x="8" y="1"/>
                  </a:lnTo>
                  <a:lnTo>
                    <a:pt x="6" y="1"/>
                  </a:lnTo>
                  <a:lnTo>
                    <a:pt x="5" y="0"/>
                  </a:lnTo>
                  <a:lnTo>
                    <a:pt x="3" y="1"/>
                  </a:lnTo>
                  <a:lnTo>
                    <a:pt x="1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lnTo>
                    <a:pt x="1" y="27"/>
                  </a:lnTo>
                  <a:lnTo>
                    <a:pt x="2" y="38"/>
                  </a:lnTo>
                  <a:lnTo>
                    <a:pt x="5" y="48"/>
                  </a:lnTo>
                  <a:lnTo>
                    <a:pt x="5" y="48"/>
                  </a:lnTo>
                  <a:lnTo>
                    <a:pt x="6" y="50"/>
                  </a:lnTo>
                  <a:lnTo>
                    <a:pt x="7" y="51"/>
                  </a:lnTo>
                  <a:lnTo>
                    <a:pt x="10" y="51"/>
                  </a:lnTo>
                  <a:lnTo>
                    <a:pt x="11" y="51"/>
                  </a:lnTo>
                  <a:lnTo>
                    <a:pt x="13" y="51"/>
                  </a:lnTo>
                  <a:lnTo>
                    <a:pt x="14" y="49"/>
                  </a:lnTo>
                  <a:lnTo>
                    <a:pt x="15" y="48"/>
                  </a:lnTo>
                  <a:lnTo>
                    <a:pt x="15" y="46"/>
                  </a:lnTo>
                  <a:lnTo>
                    <a:pt x="15" y="46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80" name="Freeform 196"/>
            <p:cNvSpPr/>
            <p:nvPr>
              <p:custDataLst>
                <p:tags r:id="rId35"/>
              </p:custDataLst>
            </p:nvPr>
          </p:nvSpPr>
          <p:spPr bwMode="auto">
            <a:xfrm>
              <a:off x="4675188" y="2751138"/>
              <a:ext cx="12700" cy="34925"/>
            </a:xfrm>
            <a:custGeom>
              <a:avLst/>
              <a:gdLst/>
              <a:ahLst/>
              <a:cxnLst>
                <a:cxn ang="0">
                  <a:pos x="18" y="39"/>
                </a:cxn>
                <a:cxn ang="0">
                  <a:pos x="18" y="39"/>
                </a:cxn>
                <a:cxn ang="0">
                  <a:pos x="14" y="31"/>
                </a:cxn>
                <a:cxn ang="0">
                  <a:pos x="12" y="23"/>
                </a:cxn>
                <a:cxn ang="0">
                  <a:pos x="9" y="13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8" y="3"/>
                </a:cxn>
                <a:cxn ang="0">
                  <a:pos x="7" y="1"/>
                </a:cxn>
                <a:cxn ang="0">
                  <a:pos x="6" y="1"/>
                </a:cxn>
                <a:cxn ang="0">
                  <a:pos x="4" y="0"/>
                </a:cxn>
                <a:cxn ang="0">
                  <a:pos x="3" y="1"/>
                </a:cxn>
                <a:cxn ang="0">
                  <a:pos x="1" y="1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17"/>
                </a:cxn>
                <a:cxn ang="0">
                  <a:pos x="1" y="24"/>
                </a:cxn>
                <a:cxn ang="0">
                  <a:pos x="3" y="30"/>
                </a:cxn>
                <a:cxn ang="0">
                  <a:pos x="3" y="30"/>
                </a:cxn>
                <a:cxn ang="0">
                  <a:pos x="6" y="38"/>
                </a:cxn>
                <a:cxn ang="0">
                  <a:pos x="9" y="45"/>
                </a:cxn>
                <a:cxn ang="0">
                  <a:pos x="13" y="54"/>
                </a:cxn>
                <a:cxn ang="0">
                  <a:pos x="14" y="62"/>
                </a:cxn>
                <a:cxn ang="0">
                  <a:pos x="14" y="62"/>
                </a:cxn>
                <a:cxn ang="0">
                  <a:pos x="15" y="64"/>
                </a:cxn>
                <a:cxn ang="0">
                  <a:pos x="16" y="65"/>
                </a:cxn>
                <a:cxn ang="0">
                  <a:pos x="18" y="66"/>
                </a:cxn>
                <a:cxn ang="0">
                  <a:pos x="19" y="66"/>
                </a:cxn>
                <a:cxn ang="0">
                  <a:pos x="21" y="66"/>
                </a:cxn>
                <a:cxn ang="0">
                  <a:pos x="22" y="65"/>
                </a:cxn>
                <a:cxn ang="0">
                  <a:pos x="23" y="64"/>
                </a:cxn>
                <a:cxn ang="0">
                  <a:pos x="24" y="62"/>
                </a:cxn>
                <a:cxn ang="0">
                  <a:pos x="24" y="62"/>
                </a:cxn>
                <a:cxn ang="0">
                  <a:pos x="23" y="56"/>
                </a:cxn>
                <a:cxn ang="0">
                  <a:pos x="22" y="49"/>
                </a:cxn>
                <a:cxn ang="0">
                  <a:pos x="18" y="39"/>
                </a:cxn>
                <a:cxn ang="0">
                  <a:pos x="18" y="39"/>
                </a:cxn>
              </a:cxnLst>
              <a:rect l="0" t="0" r="r" b="b"/>
              <a:pathLst>
                <a:path w="24" h="66">
                  <a:moveTo>
                    <a:pt x="18" y="39"/>
                  </a:moveTo>
                  <a:lnTo>
                    <a:pt x="18" y="39"/>
                  </a:lnTo>
                  <a:lnTo>
                    <a:pt x="14" y="31"/>
                  </a:lnTo>
                  <a:lnTo>
                    <a:pt x="12" y="23"/>
                  </a:lnTo>
                  <a:lnTo>
                    <a:pt x="9" y="13"/>
                  </a:lnTo>
                  <a:lnTo>
                    <a:pt x="9" y="5"/>
                  </a:lnTo>
                  <a:lnTo>
                    <a:pt x="9" y="5"/>
                  </a:lnTo>
                  <a:lnTo>
                    <a:pt x="8" y="3"/>
                  </a:lnTo>
                  <a:lnTo>
                    <a:pt x="7" y="1"/>
                  </a:lnTo>
                  <a:lnTo>
                    <a:pt x="6" y="1"/>
                  </a:lnTo>
                  <a:lnTo>
                    <a:pt x="4" y="0"/>
                  </a:lnTo>
                  <a:lnTo>
                    <a:pt x="3" y="1"/>
                  </a:lnTo>
                  <a:lnTo>
                    <a:pt x="1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17"/>
                  </a:lnTo>
                  <a:lnTo>
                    <a:pt x="1" y="24"/>
                  </a:lnTo>
                  <a:lnTo>
                    <a:pt x="3" y="30"/>
                  </a:lnTo>
                  <a:lnTo>
                    <a:pt x="3" y="30"/>
                  </a:lnTo>
                  <a:lnTo>
                    <a:pt x="6" y="38"/>
                  </a:lnTo>
                  <a:lnTo>
                    <a:pt x="9" y="45"/>
                  </a:lnTo>
                  <a:lnTo>
                    <a:pt x="13" y="54"/>
                  </a:lnTo>
                  <a:lnTo>
                    <a:pt x="14" y="62"/>
                  </a:lnTo>
                  <a:lnTo>
                    <a:pt x="14" y="62"/>
                  </a:lnTo>
                  <a:lnTo>
                    <a:pt x="15" y="64"/>
                  </a:lnTo>
                  <a:lnTo>
                    <a:pt x="16" y="65"/>
                  </a:lnTo>
                  <a:lnTo>
                    <a:pt x="18" y="66"/>
                  </a:lnTo>
                  <a:lnTo>
                    <a:pt x="19" y="66"/>
                  </a:lnTo>
                  <a:lnTo>
                    <a:pt x="21" y="66"/>
                  </a:lnTo>
                  <a:lnTo>
                    <a:pt x="22" y="65"/>
                  </a:lnTo>
                  <a:lnTo>
                    <a:pt x="23" y="64"/>
                  </a:lnTo>
                  <a:lnTo>
                    <a:pt x="24" y="62"/>
                  </a:lnTo>
                  <a:lnTo>
                    <a:pt x="24" y="62"/>
                  </a:lnTo>
                  <a:lnTo>
                    <a:pt x="23" y="56"/>
                  </a:lnTo>
                  <a:lnTo>
                    <a:pt x="22" y="49"/>
                  </a:lnTo>
                  <a:lnTo>
                    <a:pt x="18" y="39"/>
                  </a:lnTo>
                  <a:lnTo>
                    <a:pt x="18" y="39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81" name="Freeform 197"/>
            <p:cNvSpPr/>
            <p:nvPr>
              <p:custDataLst>
                <p:tags r:id="rId36"/>
              </p:custDataLst>
            </p:nvPr>
          </p:nvSpPr>
          <p:spPr bwMode="auto">
            <a:xfrm>
              <a:off x="4710113" y="2759075"/>
              <a:ext cx="9525" cy="44450"/>
            </a:xfrm>
            <a:custGeom>
              <a:avLst/>
              <a:gdLst/>
              <a:ahLst/>
              <a:cxnLst>
                <a:cxn ang="0">
                  <a:pos x="10" y="4"/>
                </a:cxn>
                <a:cxn ang="0">
                  <a:pos x="10" y="4"/>
                </a:cxn>
                <a:cxn ang="0">
                  <a:pos x="10" y="2"/>
                </a:cxn>
                <a:cxn ang="0">
                  <a:pos x="9" y="1"/>
                </a:cxn>
                <a:cxn ang="0">
                  <a:pos x="6" y="0"/>
                </a:cxn>
                <a:cxn ang="0">
                  <a:pos x="4" y="0"/>
                </a:cxn>
                <a:cxn ang="0">
                  <a:pos x="3" y="0"/>
                </a:cxn>
                <a:cxn ang="0">
                  <a:pos x="1" y="1"/>
                </a:cxn>
                <a:cxn ang="0">
                  <a:pos x="0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1" y="24"/>
                </a:cxn>
                <a:cxn ang="0">
                  <a:pos x="3" y="44"/>
                </a:cxn>
                <a:cxn ang="0">
                  <a:pos x="6" y="63"/>
                </a:cxn>
                <a:cxn ang="0">
                  <a:pos x="10" y="82"/>
                </a:cxn>
                <a:cxn ang="0">
                  <a:pos x="10" y="82"/>
                </a:cxn>
                <a:cxn ang="0">
                  <a:pos x="11" y="84"/>
                </a:cxn>
                <a:cxn ang="0">
                  <a:pos x="12" y="85"/>
                </a:cxn>
                <a:cxn ang="0">
                  <a:pos x="14" y="85"/>
                </a:cxn>
                <a:cxn ang="0">
                  <a:pos x="16" y="85"/>
                </a:cxn>
                <a:cxn ang="0">
                  <a:pos x="17" y="84"/>
                </a:cxn>
                <a:cxn ang="0">
                  <a:pos x="18" y="83"/>
                </a:cxn>
                <a:cxn ang="0">
                  <a:pos x="19" y="82"/>
                </a:cxn>
                <a:cxn ang="0">
                  <a:pos x="19" y="80"/>
                </a:cxn>
                <a:cxn ang="0">
                  <a:pos x="19" y="80"/>
                </a:cxn>
                <a:cxn ang="0">
                  <a:pos x="16" y="61"/>
                </a:cxn>
                <a:cxn ang="0">
                  <a:pos x="13" y="43"/>
                </a:cxn>
                <a:cxn ang="0">
                  <a:pos x="11" y="24"/>
                </a:cxn>
                <a:cxn ang="0">
                  <a:pos x="10" y="4"/>
                </a:cxn>
                <a:cxn ang="0">
                  <a:pos x="10" y="4"/>
                </a:cxn>
              </a:cxnLst>
              <a:rect l="0" t="0" r="r" b="b"/>
              <a:pathLst>
                <a:path w="19" h="85">
                  <a:moveTo>
                    <a:pt x="10" y="4"/>
                  </a:moveTo>
                  <a:lnTo>
                    <a:pt x="10" y="4"/>
                  </a:lnTo>
                  <a:lnTo>
                    <a:pt x="10" y="2"/>
                  </a:lnTo>
                  <a:lnTo>
                    <a:pt x="9" y="1"/>
                  </a:lnTo>
                  <a:lnTo>
                    <a:pt x="6" y="0"/>
                  </a:lnTo>
                  <a:lnTo>
                    <a:pt x="4" y="0"/>
                  </a:lnTo>
                  <a:lnTo>
                    <a:pt x="3" y="0"/>
                  </a:lnTo>
                  <a:lnTo>
                    <a:pt x="1" y="1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1" y="24"/>
                  </a:lnTo>
                  <a:lnTo>
                    <a:pt x="3" y="44"/>
                  </a:lnTo>
                  <a:lnTo>
                    <a:pt x="6" y="63"/>
                  </a:lnTo>
                  <a:lnTo>
                    <a:pt x="10" y="82"/>
                  </a:lnTo>
                  <a:lnTo>
                    <a:pt x="10" y="82"/>
                  </a:lnTo>
                  <a:lnTo>
                    <a:pt x="11" y="84"/>
                  </a:lnTo>
                  <a:lnTo>
                    <a:pt x="12" y="85"/>
                  </a:lnTo>
                  <a:lnTo>
                    <a:pt x="14" y="85"/>
                  </a:lnTo>
                  <a:lnTo>
                    <a:pt x="16" y="85"/>
                  </a:lnTo>
                  <a:lnTo>
                    <a:pt x="17" y="84"/>
                  </a:lnTo>
                  <a:lnTo>
                    <a:pt x="18" y="83"/>
                  </a:lnTo>
                  <a:lnTo>
                    <a:pt x="19" y="82"/>
                  </a:lnTo>
                  <a:lnTo>
                    <a:pt x="19" y="80"/>
                  </a:lnTo>
                  <a:lnTo>
                    <a:pt x="19" y="80"/>
                  </a:lnTo>
                  <a:lnTo>
                    <a:pt x="16" y="61"/>
                  </a:lnTo>
                  <a:lnTo>
                    <a:pt x="13" y="43"/>
                  </a:lnTo>
                  <a:lnTo>
                    <a:pt x="11" y="24"/>
                  </a:lnTo>
                  <a:lnTo>
                    <a:pt x="10" y="4"/>
                  </a:lnTo>
                  <a:lnTo>
                    <a:pt x="10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82" name="Freeform 198"/>
            <p:cNvSpPr/>
            <p:nvPr>
              <p:custDataLst>
                <p:tags r:id="rId37"/>
              </p:custDataLst>
            </p:nvPr>
          </p:nvSpPr>
          <p:spPr bwMode="auto">
            <a:xfrm>
              <a:off x="4416425" y="2370138"/>
              <a:ext cx="15875" cy="106363"/>
            </a:xfrm>
            <a:custGeom>
              <a:avLst/>
              <a:gdLst/>
              <a:ahLst/>
              <a:cxnLst>
                <a:cxn ang="0">
                  <a:pos x="19" y="3"/>
                </a:cxn>
                <a:cxn ang="0">
                  <a:pos x="19" y="3"/>
                </a:cxn>
                <a:cxn ang="0">
                  <a:pos x="14" y="24"/>
                </a:cxn>
                <a:cxn ang="0">
                  <a:pos x="13" y="34"/>
                </a:cxn>
                <a:cxn ang="0">
                  <a:pos x="13" y="45"/>
                </a:cxn>
                <a:cxn ang="0">
                  <a:pos x="13" y="98"/>
                </a:cxn>
                <a:cxn ang="0">
                  <a:pos x="13" y="98"/>
                </a:cxn>
                <a:cxn ang="0">
                  <a:pos x="13" y="124"/>
                </a:cxn>
                <a:cxn ang="0">
                  <a:pos x="12" y="136"/>
                </a:cxn>
                <a:cxn ang="0">
                  <a:pos x="10" y="149"/>
                </a:cxn>
                <a:cxn ang="0">
                  <a:pos x="10" y="149"/>
                </a:cxn>
                <a:cxn ang="0">
                  <a:pos x="4" y="171"/>
                </a:cxn>
                <a:cxn ang="0">
                  <a:pos x="2" y="183"/>
                </a:cxn>
                <a:cxn ang="0">
                  <a:pos x="0" y="194"/>
                </a:cxn>
                <a:cxn ang="0">
                  <a:pos x="0" y="194"/>
                </a:cxn>
                <a:cxn ang="0">
                  <a:pos x="1" y="196"/>
                </a:cxn>
                <a:cxn ang="0">
                  <a:pos x="2" y="197"/>
                </a:cxn>
                <a:cxn ang="0">
                  <a:pos x="3" y="198"/>
                </a:cxn>
                <a:cxn ang="0">
                  <a:pos x="5" y="199"/>
                </a:cxn>
                <a:cxn ang="0">
                  <a:pos x="6" y="198"/>
                </a:cxn>
                <a:cxn ang="0">
                  <a:pos x="8" y="197"/>
                </a:cxn>
                <a:cxn ang="0">
                  <a:pos x="9" y="196"/>
                </a:cxn>
                <a:cxn ang="0">
                  <a:pos x="10" y="194"/>
                </a:cxn>
                <a:cxn ang="0">
                  <a:pos x="10" y="194"/>
                </a:cxn>
                <a:cxn ang="0">
                  <a:pos x="11" y="182"/>
                </a:cxn>
                <a:cxn ang="0">
                  <a:pos x="14" y="169"/>
                </a:cxn>
                <a:cxn ang="0">
                  <a:pos x="20" y="144"/>
                </a:cxn>
                <a:cxn ang="0">
                  <a:pos x="20" y="144"/>
                </a:cxn>
                <a:cxn ang="0">
                  <a:pos x="22" y="135"/>
                </a:cxn>
                <a:cxn ang="0">
                  <a:pos x="22" y="125"/>
                </a:cxn>
                <a:cxn ang="0">
                  <a:pos x="22" y="105"/>
                </a:cxn>
                <a:cxn ang="0">
                  <a:pos x="22" y="105"/>
                </a:cxn>
                <a:cxn ang="0">
                  <a:pos x="22" y="80"/>
                </a:cxn>
                <a:cxn ang="0">
                  <a:pos x="22" y="55"/>
                </a:cxn>
                <a:cxn ang="0">
                  <a:pos x="23" y="31"/>
                </a:cxn>
                <a:cxn ang="0">
                  <a:pos x="25" y="18"/>
                </a:cxn>
                <a:cxn ang="0">
                  <a:pos x="29" y="6"/>
                </a:cxn>
                <a:cxn ang="0">
                  <a:pos x="29" y="6"/>
                </a:cxn>
                <a:cxn ang="0">
                  <a:pos x="29" y="4"/>
                </a:cxn>
                <a:cxn ang="0">
                  <a:pos x="28" y="2"/>
                </a:cxn>
                <a:cxn ang="0">
                  <a:pos x="27" y="1"/>
                </a:cxn>
                <a:cxn ang="0">
                  <a:pos x="24" y="0"/>
                </a:cxn>
                <a:cxn ang="0">
                  <a:pos x="23" y="0"/>
                </a:cxn>
                <a:cxn ang="0">
                  <a:pos x="21" y="0"/>
                </a:cxn>
                <a:cxn ang="0">
                  <a:pos x="20" y="2"/>
                </a:cxn>
                <a:cxn ang="0">
                  <a:pos x="19" y="3"/>
                </a:cxn>
                <a:cxn ang="0">
                  <a:pos x="19" y="3"/>
                </a:cxn>
              </a:cxnLst>
              <a:rect l="0" t="0" r="r" b="b"/>
              <a:pathLst>
                <a:path w="29" h="199">
                  <a:moveTo>
                    <a:pt x="19" y="3"/>
                  </a:moveTo>
                  <a:lnTo>
                    <a:pt x="19" y="3"/>
                  </a:lnTo>
                  <a:lnTo>
                    <a:pt x="14" y="24"/>
                  </a:lnTo>
                  <a:lnTo>
                    <a:pt x="13" y="34"/>
                  </a:lnTo>
                  <a:lnTo>
                    <a:pt x="13" y="45"/>
                  </a:lnTo>
                  <a:lnTo>
                    <a:pt x="13" y="98"/>
                  </a:lnTo>
                  <a:lnTo>
                    <a:pt x="13" y="98"/>
                  </a:lnTo>
                  <a:lnTo>
                    <a:pt x="13" y="124"/>
                  </a:lnTo>
                  <a:lnTo>
                    <a:pt x="12" y="136"/>
                  </a:lnTo>
                  <a:lnTo>
                    <a:pt x="10" y="149"/>
                  </a:lnTo>
                  <a:lnTo>
                    <a:pt x="10" y="149"/>
                  </a:lnTo>
                  <a:lnTo>
                    <a:pt x="4" y="171"/>
                  </a:lnTo>
                  <a:lnTo>
                    <a:pt x="2" y="183"/>
                  </a:lnTo>
                  <a:lnTo>
                    <a:pt x="0" y="194"/>
                  </a:lnTo>
                  <a:lnTo>
                    <a:pt x="0" y="194"/>
                  </a:lnTo>
                  <a:lnTo>
                    <a:pt x="1" y="196"/>
                  </a:lnTo>
                  <a:lnTo>
                    <a:pt x="2" y="197"/>
                  </a:lnTo>
                  <a:lnTo>
                    <a:pt x="3" y="198"/>
                  </a:lnTo>
                  <a:lnTo>
                    <a:pt x="5" y="199"/>
                  </a:lnTo>
                  <a:lnTo>
                    <a:pt x="6" y="198"/>
                  </a:lnTo>
                  <a:lnTo>
                    <a:pt x="8" y="197"/>
                  </a:lnTo>
                  <a:lnTo>
                    <a:pt x="9" y="196"/>
                  </a:lnTo>
                  <a:lnTo>
                    <a:pt x="10" y="194"/>
                  </a:lnTo>
                  <a:lnTo>
                    <a:pt x="10" y="194"/>
                  </a:lnTo>
                  <a:lnTo>
                    <a:pt x="11" y="182"/>
                  </a:lnTo>
                  <a:lnTo>
                    <a:pt x="14" y="169"/>
                  </a:lnTo>
                  <a:lnTo>
                    <a:pt x="20" y="144"/>
                  </a:lnTo>
                  <a:lnTo>
                    <a:pt x="20" y="144"/>
                  </a:lnTo>
                  <a:lnTo>
                    <a:pt x="22" y="135"/>
                  </a:lnTo>
                  <a:lnTo>
                    <a:pt x="22" y="125"/>
                  </a:lnTo>
                  <a:lnTo>
                    <a:pt x="22" y="105"/>
                  </a:lnTo>
                  <a:lnTo>
                    <a:pt x="22" y="105"/>
                  </a:lnTo>
                  <a:lnTo>
                    <a:pt x="22" y="80"/>
                  </a:lnTo>
                  <a:lnTo>
                    <a:pt x="22" y="55"/>
                  </a:lnTo>
                  <a:lnTo>
                    <a:pt x="23" y="31"/>
                  </a:lnTo>
                  <a:lnTo>
                    <a:pt x="25" y="18"/>
                  </a:lnTo>
                  <a:lnTo>
                    <a:pt x="29" y="6"/>
                  </a:lnTo>
                  <a:lnTo>
                    <a:pt x="29" y="6"/>
                  </a:lnTo>
                  <a:lnTo>
                    <a:pt x="29" y="4"/>
                  </a:lnTo>
                  <a:lnTo>
                    <a:pt x="28" y="2"/>
                  </a:lnTo>
                  <a:lnTo>
                    <a:pt x="27" y="1"/>
                  </a:lnTo>
                  <a:lnTo>
                    <a:pt x="24" y="0"/>
                  </a:lnTo>
                  <a:lnTo>
                    <a:pt x="23" y="0"/>
                  </a:lnTo>
                  <a:lnTo>
                    <a:pt x="21" y="0"/>
                  </a:lnTo>
                  <a:lnTo>
                    <a:pt x="20" y="2"/>
                  </a:lnTo>
                  <a:lnTo>
                    <a:pt x="19" y="3"/>
                  </a:lnTo>
                  <a:lnTo>
                    <a:pt x="19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83" name="Freeform 199"/>
            <p:cNvSpPr/>
            <p:nvPr>
              <p:custDataLst>
                <p:tags r:id="rId38"/>
              </p:custDataLst>
            </p:nvPr>
          </p:nvSpPr>
          <p:spPr bwMode="auto">
            <a:xfrm>
              <a:off x="4464050" y="2424113"/>
              <a:ext cx="19050" cy="88900"/>
            </a:xfrm>
            <a:custGeom>
              <a:avLst/>
              <a:gdLst/>
              <a:ahLst/>
              <a:cxnLst>
                <a:cxn ang="0">
                  <a:pos x="26" y="3"/>
                </a:cxn>
                <a:cxn ang="0">
                  <a:pos x="26" y="3"/>
                </a:cxn>
                <a:cxn ang="0">
                  <a:pos x="18" y="42"/>
                </a:cxn>
                <a:cxn ang="0">
                  <a:pos x="11" y="83"/>
                </a:cxn>
                <a:cxn ang="0">
                  <a:pos x="6" y="123"/>
                </a:cxn>
                <a:cxn ang="0">
                  <a:pos x="0" y="162"/>
                </a:cxn>
                <a:cxn ang="0">
                  <a:pos x="0" y="162"/>
                </a:cxn>
                <a:cxn ang="0">
                  <a:pos x="0" y="164"/>
                </a:cxn>
                <a:cxn ang="0">
                  <a:pos x="2" y="166"/>
                </a:cxn>
                <a:cxn ang="0">
                  <a:pos x="3" y="167"/>
                </a:cxn>
                <a:cxn ang="0">
                  <a:pos x="5" y="167"/>
                </a:cxn>
                <a:cxn ang="0">
                  <a:pos x="8" y="166"/>
                </a:cxn>
                <a:cxn ang="0">
                  <a:pos x="10" y="164"/>
                </a:cxn>
                <a:cxn ang="0">
                  <a:pos x="10" y="162"/>
                </a:cxn>
                <a:cxn ang="0">
                  <a:pos x="10" y="162"/>
                </a:cxn>
                <a:cxn ang="0">
                  <a:pos x="15" y="123"/>
                </a:cxn>
                <a:cxn ang="0">
                  <a:pos x="20" y="84"/>
                </a:cxn>
                <a:cxn ang="0">
                  <a:pos x="26" y="45"/>
                </a:cxn>
                <a:cxn ang="0">
                  <a:pos x="36" y="6"/>
                </a:cxn>
                <a:cxn ang="0">
                  <a:pos x="36" y="6"/>
                </a:cxn>
                <a:cxn ang="0">
                  <a:pos x="36" y="4"/>
                </a:cxn>
                <a:cxn ang="0">
                  <a:pos x="35" y="2"/>
                </a:cxn>
                <a:cxn ang="0">
                  <a:pos x="34" y="1"/>
                </a:cxn>
                <a:cxn ang="0">
                  <a:pos x="31" y="0"/>
                </a:cxn>
                <a:cxn ang="0">
                  <a:pos x="29" y="0"/>
                </a:cxn>
                <a:cxn ang="0">
                  <a:pos x="28" y="0"/>
                </a:cxn>
                <a:cxn ang="0">
                  <a:pos x="26" y="1"/>
                </a:cxn>
                <a:cxn ang="0">
                  <a:pos x="26" y="3"/>
                </a:cxn>
                <a:cxn ang="0">
                  <a:pos x="26" y="3"/>
                </a:cxn>
              </a:cxnLst>
              <a:rect l="0" t="0" r="r" b="b"/>
              <a:pathLst>
                <a:path w="36" h="167">
                  <a:moveTo>
                    <a:pt x="26" y="3"/>
                  </a:moveTo>
                  <a:lnTo>
                    <a:pt x="26" y="3"/>
                  </a:lnTo>
                  <a:lnTo>
                    <a:pt x="18" y="42"/>
                  </a:lnTo>
                  <a:lnTo>
                    <a:pt x="11" y="83"/>
                  </a:lnTo>
                  <a:lnTo>
                    <a:pt x="6" y="123"/>
                  </a:lnTo>
                  <a:lnTo>
                    <a:pt x="0" y="162"/>
                  </a:lnTo>
                  <a:lnTo>
                    <a:pt x="0" y="162"/>
                  </a:lnTo>
                  <a:lnTo>
                    <a:pt x="0" y="164"/>
                  </a:lnTo>
                  <a:lnTo>
                    <a:pt x="2" y="166"/>
                  </a:lnTo>
                  <a:lnTo>
                    <a:pt x="3" y="167"/>
                  </a:lnTo>
                  <a:lnTo>
                    <a:pt x="5" y="167"/>
                  </a:lnTo>
                  <a:lnTo>
                    <a:pt x="8" y="166"/>
                  </a:lnTo>
                  <a:lnTo>
                    <a:pt x="10" y="164"/>
                  </a:lnTo>
                  <a:lnTo>
                    <a:pt x="10" y="162"/>
                  </a:lnTo>
                  <a:lnTo>
                    <a:pt x="10" y="162"/>
                  </a:lnTo>
                  <a:lnTo>
                    <a:pt x="15" y="123"/>
                  </a:lnTo>
                  <a:lnTo>
                    <a:pt x="20" y="84"/>
                  </a:lnTo>
                  <a:lnTo>
                    <a:pt x="26" y="45"/>
                  </a:lnTo>
                  <a:lnTo>
                    <a:pt x="36" y="6"/>
                  </a:lnTo>
                  <a:lnTo>
                    <a:pt x="36" y="6"/>
                  </a:lnTo>
                  <a:lnTo>
                    <a:pt x="36" y="4"/>
                  </a:lnTo>
                  <a:lnTo>
                    <a:pt x="35" y="2"/>
                  </a:lnTo>
                  <a:lnTo>
                    <a:pt x="34" y="1"/>
                  </a:lnTo>
                  <a:lnTo>
                    <a:pt x="31" y="0"/>
                  </a:lnTo>
                  <a:lnTo>
                    <a:pt x="29" y="0"/>
                  </a:lnTo>
                  <a:lnTo>
                    <a:pt x="28" y="0"/>
                  </a:lnTo>
                  <a:lnTo>
                    <a:pt x="26" y="1"/>
                  </a:lnTo>
                  <a:lnTo>
                    <a:pt x="26" y="3"/>
                  </a:lnTo>
                  <a:lnTo>
                    <a:pt x="26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84" name="Freeform 200"/>
            <p:cNvSpPr/>
            <p:nvPr>
              <p:custDataLst>
                <p:tags r:id="rId39"/>
              </p:custDataLst>
            </p:nvPr>
          </p:nvSpPr>
          <p:spPr bwMode="auto">
            <a:xfrm>
              <a:off x="4521200" y="2484438"/>
              <a:ext cx="17463" cy="95250"/>
            </a:xfrm>
            <a:custGeom>
              <a:avLst/>
              <a:gdLst/>
              <a:ahLst/>
              <a:cxnLst>
                <a:cxn ang="0">
                  <a:pos x="26" y="5"/>
                </a:cxn>
                <a:cxn ang="0">
                  <a:pos x="26" y="5"/>
                </a:cxn>
                <a:cxn ang="0">
                  <a:pos x="25" y="26"/>
                </a:cxn>
                <a:cxn ang="0">
                  <a:pos x="23" y="46"/>
                </a:cxn>
                <a:cxn ang="0">
                  <a:pos x="20" y="67"/>
                </a:cxn>
                <a:cxn ang="0">
                  <a:pos x="14" y="88"/>
                </a:cxn>
                <a:cxn ang="0">
                  <a:pos x="14" y="88"/>
                </a:cxn>
                <a:cxn ang="0">
                  <a:pos x="11" y="98"/>
                </a:cxn>
                <a:cxn ang="0">
                  <a:pos x="9" y="109"/>
                </a:cxn>
                <a:cxn ang="0">
                  <a:pos x="6" y="131"/>
                </a:cxn>
                <a:cxn ang="0">
                  <a:pos x="3" y="153"/>
                </a:cxn>
                <a:cxn ang="0">
                  <a:pos x="0" y="174"/>
                </a:cxn>
                <a:cxn ang="0">
                  <a:pos x="0" y="174"/>
                </a:cxn>
                <a:cxn ang="0">
                  <a:pos x="0" y="176"/>
                </a:cxn>
                <a:cxn ang="0">
                  <a:pos x="1" y="177"/>
                </a:cxn>
                <a:cxn ang="0">
                  <a:pos x="4" y="179"/>
                </a:cxn>
                <a:cxn ang="0">
                  <a:pos x="6" y="179"/>
                </a:cxn>
                <a:cxn ang="0">
                  <a:pos x="7" y="179"/>
                </a:cxn>
                <a:cxn ang="0">
                  <a:pos x="8" y="178"/>
                </a:cxn>
                <a:cxn ang="0">
                  <a:pos x="9" y="176"/>
                </a:cxn>
                <a:cxn ang="0">
                  <a:pos x="9" y="176"/>
                </a:cxn>
                <a:cxn ang="0">
                  <a:pos x="12" y="155"/>
                </a:cxn>
                <a:cxn ang="0">
                  <a:pos x="15" y="133"/>
                </a:cxn>
                <a:cxn ang="0">
                  <a:pos x="18" y="111"/>
                </a:cxn>
                <a:cxn ang="0">
                  <a:pos x="24" y="91"/>
                </a:cxn>
                <a:cxn ang="0">
                  <a:pos x="24" y="91"/>
                </a:cxn>
                <a:cxn ang="0">
                  <a:pos x="28" y="69"/>
                </a:cxn>
                <a:cxn ang="0">
                  <a:pos x="32" y="48"/>
                </a:cxn>
                <a:cxn ang="0">
                  <a:pos x="34" y="27"/>
                </a:cxn>
                <a:cxn ang="0">
                  <a:pos x="35" y="5"/>
                </a:cxn>
                <a:cxn ang="0">
                  <a:pos x="35" y="5"/>
                </a:cxn>
                <a:cxn ang="0">
                  <a:pos x="34" y="3"/>
                </a:cxn>
                <a:cxn ang="0">
                  <a:pos x="33" y="1"/>
                </a:cxn>
                <a:cxn ang="0">
                  <a:pos x="32" y="0"/>
                </a:cxn>
                <a:cxn ang="0">
                  <a:pos x="30" y="0"/>
                </a:cxn>
                <a:cxn ang="0">
                  <a:pos x="28" y="0"/>
                </a:cxn>
                <a:cxn ang="0">
                  <a:pos x="27" y="1"/>
                </a:cxn>
                <a:cxn ang="0">
                  <a:pos x="26" y="3"/>
                </a:cxn>
                <a:cxn ang="0">
                  <a:pos x="26" y="5"/>
                </a:cxn>
                <a:cxn ang="0">
                  <a:pos x="26" y="5"/>
                </a:cxn>
              </a:cxnLst>
              <a:rect l="0" t="0" r="r" b="b"/>
              <a:pathLst>
                <a:path w="35" h="179">
                  <a:moveTo>
                    <a:pt x="26" y="5"/>
                  </a:moveTo>
                  <a:lnTo>
                    <a:pt x="26" y="5"/>
                  </a:lnTo>
                  <a:lnTo>
                    <a:pt x="25" y="26"/>
                  </a:lnTo>
                  <a:lnTo>
                    <a:pt x="23" y="46"/>
                  </a:lnTo>
                  <a:lnTo>
                    <a:pt x="20" y="67"/>
                  </a:lnTo>
                  <a:lnTo>
                    <a:pt x="14" y="88"/>
                  </a:lnTo>
                  <a:lnTo>
                    <a:pt x="14" y="88"/>
                  </a:lnTo>
                  <a:lnTo>
                    <a:pt x="11" y="98"/>
                  </a:lnTo>
                  <a:lnTo>
                    <a:pt x="9" y="109"/>
                  </a:lnTo>
                  <a:lnTo>
                    <a:pt x="6" y="131"/>
                  </a:lnTo>
                  <a:lnTo>
                    <a:pt x="3" y="153"/>
                  </a:lnTo>
                  <a:lnTo>
                    <a:pt x="0" y="174"/>
                  </a:lnTo>
                  <a:lnTo>
                    <a:pt x="0" y="174"/>
                  </a:lnTo>
                  <a:lnTo>
                    <a:pt x="0" y="176"/>
                  </a:lnTo>
                  <a:lnTo>
                    <a:pt x="1" y="177"/>
                  </a:lnTo>
                  <a:lnTo>
                    <a:pt x="4" y="179"/>
                  </a:lnTo>
                  <a:lnTo>
                    <a:pt x="6" y="179"/>
                  </a:lnTo>
                  <a:lnTo>
                    <a:pt x="7" y="179"/>
                  </a:lnTo>
                  <a:lnTo>
                    <a:pt x="8" y="178"/>
                  </a:lnTo>
                  <a:lnTo>
                    <a:pt x="9" y="176"/>
                  </a:lnTo>
                  <a:lnTo>
                    <a:pt x="9" y="176"/>
                  </a:lnTo>
                  <a:lnTo>
                    <a:pt x="12" y="155"/>
                  </a:lnTo>
                  <a:lnTo>
                    <a:pt x="15" y="133"/>
                  </a:lnTo>
                  <a:lnTo>
                    <a:pt x="18" y="111"/>
                  </a:lnTo>
                  <a:lnTo>
                    <a:pt x="24" y="91"/>
                  </a:lnTo>
                  <a:lnTo>
                    <a:pt x="24" y="91"/>
                  </a:lnTo>
                  <a:lnTo>
                    <a:pt x="28" y="69"/>
                  </a:lnTo>
                  <a:lnTo>
                    <a:pt x="32" y="48"/>
                  </a:lnTo>
                  <a:lnTo>
                    <a:pt x="34" y="27"/>
                  </a:lnTo>
                  <a:lnTo>
                    <a:pt x="35" y="5"/>
                  </a:lnTo>
                  <a:lnTo>
                    <a:pt x="35" y="5"/>
                  </a:lnTo>
                  <a:lnTo>
                    <a:pt x="34" y="3"/>
                  </a:lnTo>
                  <a:lnTo>
                    <a:pt x="33" y="1"/>
                  </a:lnTo>
                  <a:lnTo>
                    <a:pt x="32" y="0"/>
                  </a:lnTo>
                  <a:lnTo>
                    <a:pt x="30" y="0"/>
                  </a:lnTo>
                  <a:lnTo>
                    <a:pt x="28" y="0"/>
                  </a:lnTo>
                  <a:lnTo>
                    <a:pt x="27" y="1"/>
                  </a:lnTo>
                  <a:lnTo>
                    <a:pt x="26" y="3"/>
                  </a:lnTo>
                  <a:lnTo>
                    <a:pt x="26" y="5"/>
                  </a:lnTo>
                  <a:lnTo>
                    <a:pt x="26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85" name="Freeform 201"/>
            <p:cNvSpPr/>
            <p:nvPr>
              <p:custDataLst>
                <p:tags r:id="rId40"/>
              </p:custDataLst>
            </p:nvPr>
          </p:nvSpPr>
          <p:spPr bwMode="auto">
            <a:xfrm>
              <a:off x="4570413" y="2508250"/>
              <a:ext cx="12700" cy="41275"/>
            </a:xfrm>
            <a:custGeom>
              <a:avLst/>
              <a:gdLst/>
              <a:ahLst/>
              <a:cxnLst>
                <a:cxn ang="0">
                  <a:pos x="12" y="3"/>
                </a:cxn>
                <a:cxn ang="0">
                  <a:pos x="12" y="3"/>
                </a:cxn>
                <a:cxn ang="0">
                  <a:pos x="8" y="21"/>
                </a:cxn>
                <a:cxn ang="0">
                  <a:pos x="6" y="38"/>
                </a:cxn>
                <a:cxn ang="0">
                  <a:pos x="3" y="56"/>
                </a:cxn>
                <a:cxn ang="0">
                  <a:pos x="0" y="73"/>
                </a:cxn>
                <a:cxn ang="0">
                  <a:pos x="0" y="73"/>
                </a:cxn>
                <a:cxn ang="0">
                  <a:pos x="0" y="76"/>
                </a:cxn>
                <a:cxn ang="0">
                  <a:pos x="1" y="77"/>
                </a:cxn>
                <a:cxn ang="0">
                  <a:pos x="2" y="78"/>
                </a:cxn>
                <a:cxn ang="0">
                  <a:pos x="3" y="79"/>
                </a:cxn>
                <a:cxn ang="0">
                  <a:pos x="5" y="79"/>
                </a:cxn>
                <a:cxn ang="0">
                  <a:pos x="7" y="79"/>
                </a:cxn>
                <a:cxn ang="0">
                  <a:pos x="8" y="78"/>
                </a:cxn>
                <a:cxn ang="0">
                  <a:pos x="9" y="76"/>
                </a:cxn>
                <a:cxn ang="0">
                  <a:pos x="9" y="76"/>
                </a:cxn>
                <a:cxn ang="0">
                  <a:pos x="12" y="58"/>
                </a:cxn>
                <a:cxn ang="0">
                  <a:pos x="14" y="40"/>
                </a:cxn>
                <a:cxn ang="0">
                  <a:pos x="17" y="23"/>
                </a:cxn>
                <a:cxn ang="0">
                  <a:pos x="22" y="6"/>
                </a:cxn>
                <a:cxn ang="0">
                  <a:pos x="22" y="6"/>
                </a:cxn>
                <a:cxn ang="0">
                  <a:pos x="22" y="4"/>
                </a:cxn>
                <a:cxn ang="0">
                  <a:pos x="22" y="2"/>
                </a:cxn>
                <a:cxn ang="0">
                  <a:pos x="21" y="1"/>
                </a:cxn>
                <a:cxn ang="0">
                  <a:pos x="19" y="0"/>
                </a:cxn>
                <a:cxn ang="0">
                  <a:pos x="16" y="0"/>
                </a:cxn>
                <a:cxn ang="0">
                  <a:pos x="15" y="0"/>
                </a:cxn>
                <a:cxn ang="0">
                  <a:pos x="13" y="1"/>
                </a:cxn>
                <a:cxn ang="0">
                  <a:pos x="12" y="3"/>
                </a:cxn>
                <a:cxn ang="0">
                  <a:pos x="12" y="3"/>
                </a:cxn>
              </a:cxnLst>
              <a:rect l="0" t="0" r="r" b="b"/>
              <a:pathLst>
                <a:path w="22" h="79">
                  <a:moveTo>
                    <a:pt x="12" y="3"/>
                  </a:moveTo>
                  <a:lnTo>
                    <a:pt x="12" y="3"/>
                  </a:lnTo>
                  <a:lnTo>
                    <a:pt x="8" y="21"/>
                  </a:lnTo>
                  <a:lnTo>
                    <a:pt x="6" y="38"/>
                  </a:lnTo>
                  <a:lnTo>
                    <a:pt x="3" y="56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0" y="76"/>
                  </a:lnTo>
                  <a:lnTo>
                    <a:pt x="1" y="77"/>
                  </a:lnTo>
                  <a:lnTo>
                    <a:pt x="2" y="78"/>
                  </a:lnTo>
                  <a:lnTo>
                    <a:pt x="3" y="79"/>
                  </a:lnTo>
                  <a:lnTo>
                    <a:pt x="5" y="79"/>
                  </a:lnTo>
                  <a:lnTo>
                    <a:pt x="7" y="79"/>
                  </a:lnTo>
                  <a:lnTo>
                    <a:pt x="8" y="78"/>
                  </a:lnTo>
                  <a:lnTo>
                    <a:pt x="9" y="76"/>
                  </a:lnTo>
                  <a:lnTo>
                    <a:pt x="9" y="76"/>
                  </a:lnTo>
                  <a:lnTo>
                    <a:pt x="12" y="58"/>
                  </a:lnTo>
                  <a:lnTo>
                    <a:pt x="14" y="40"/>
                  </a:lnTo>
                  <a:lnTo>
                    <a:pt x="17" y="23"/>
                  </a:lnTo>
                  <a:lnTo>
                    <a:pt x="22" y="6"/>
                  </a:lnTo>
                  <a:lnTo>
                    <a:pt x="22" y="6"/>
                  </a:lnTo>
                  <a:lnTo>
                    <a:pt x="22" y="4"/>
                  </a:lnTo>
                  <a:lnTo>
                    <a:pt x="22" y="2"/>
                  </a:lnTo>
                  <a:lnTo>
                    <a:pt x="21" y="1"/>
                  </a:lnTo>
                  <a:lnTo>
                    <a:pt x="19" y="0"/>
                  </a:lnTo>
                  <a:lnTo>
                    <a:pt x="16" y="0"/>
                  </a:lnTo>
                  <a:lnTo>
                    <a:pt x="15" y="0"/>
                  </a:lnTo>
                  <a:lnTo>
                    <a:pt x="13" y="1"/>
                  </a:lnTo>
                  <a:lnTo>
                    <a:pt x="12" y="3"/>
                  </a:lnTo>
                  <a:lnTo>
                    <a:pt x="12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86" name="Freeform 202"/>
            <p:cNvSpPr/>
            <p:nvPr>
              <p:custDataLst>
                <p:tags r:id="rId41"/>
              </p:custDataLst>
            </p:nvPr>
          </p:nvSpPr>
          <p:spPr bwMode="auto">
            <a:xfrm>
              <a:off x="4603750" y="2557463"/>
              <a:ext cx="15875" cy="46038"/>
            </a:xfrm>
            <a:custGeom>
              <a:avLst/>
              <a:gdLst/>
              <a:ahLst/>
              <a:cxnLst>
                <a:cxn ang="0">
                  <a:pos x="20" y="3"/>
                </a:cxn>
                <a:cxn ang="0">
                  <a:pos x="20" y="3"/>
                </a:cxn>
                <a:cxn ang="0">
                  <a:pos x="0" y="79"/>
                </a:cxn>
                <a:cxn ang="0">
                  <a:pos x="0" y="79"/>
                </a:cxn>
                <a:cxn ang="0">
                  <a:pos x="0" y="81"/>
                </a:cxn>
                <a:cxn ang="0">
                  <a:pos x="1" y="83"/>
                </a:cxn>
                <a:cxn ang="0">
                  <a:pos x="2" y="84"/>
                </a:cxn>
                <a:cxn ang="0">
                  <a:pos x="4" y="85"/>
                </a:cxn>
                <a:cxn ang="0">
                  <a:pos x="5" y="85"/>
                </a:cxn>
                <a:cxn ang="0">
                  <a:pos x="7" y="85"/>
                </a:cxn>
                <a:cxn ang="0">
                  <a:pos x="8" y="84"/>
                </a:cxn>
                <a:cxn ang="0">
                  <a:pos x="9" y="82"/>
                </a:cxn>
                <a:cxn ang="0">
                  <a:pos x="9" y="82"/>
                </a:cxn>
                <a:cxn ang="0">
                  <a:pos x="28" y="5"/>
                </a:cxn>
                <a:cxn ang="0">
                  <a:pos x="28" y="5"/>
                </a:cxn>
                <a:cxn ang="0">
                  <a:pos x="29" y="3"/>
                </a:cxn>
                <a:cxn ang="0">
                  <a:pos x="28" y="2"/>
                </a:cxn>
                <a:cxn ang="0">
                  <a:pos x="27" y="1"/>
                </a:cxn>
                <a:cxn ang="0">
                  <a:pos x="25" y="0"/>
                </a:cxn>
                <a:cxn ang="0">
                  <a:pos x="23" y="0"/>
                </a:cxn>
                <a:cxn ang="0">
                  <a:pos x="22" y="0"/>
                </a:cxn>
                <a:cxn ang="0">
                  <a:pos x="20" y="1"/>
                </a:cxn>
                <a:cxn ang="0">
                  <a:pos x="20" y="3"/>
                </a:cxn>
                <a:cxn ang="0">
                  <a:pos x="20" y="3"/>
                </a:cxn>
              </a:cxnLst>
              <a:rect l="0" t="0" r="r" b="b"/>
              <a:pathLst>
                <a:path w="29" h="85">
                  <a:moveTo>
                    <a:pt x="20" y="3"/>
                  </a:moveTo>
                  <a:lnTo>
                    <a:pt x="20" y="3"/>
                  </a:lnTo>
                  <a:lnTo>
                    <a:pt x="0" y="79"/>
                  </a:lnTo>
                  <a:lnTo>
                    <a:pt x="0" y="79"/>
                  </a:lnTo>
                  <a:lnTo>
                    <a:pt x="0" y="81"/>
                  </a:lnTo>
                  <a:lnTo>
                    <a:pt x="1" y="83"/>
                  </a:lnTo>
                  <a:lnTo>
                    <a:pt x="2" y="84"/>
                  </a:lnTo>
                  <a:lnTo>
                    <a:pt x="4" y="85"/>
                  </a:lnTo>
                  <a:lnTo>
                    <a:pt x="5" y="85"/>
                  </a:lnTo>
                  <a:lnTo>
                    <a:pt x="7" y="85"/>
                  </a:lnTo>
                  <a:lnTo>
                    <a:pt x="8" y="84"/>
                  </a:lnTo>
                  <a:lnTo>
                    <a:pt x="9" y="82"/>
                  </a:lnTo>
                  <a:lnTo>
                    <a:pt x="9" y="82"/>
                  </a:lnTo>
                  <a:lnTo>
                    <a:pt x="28" y="5"/>
                  </a:lnTo>
                  <a:lnTo>
                    <a:pt x="28" y="5"/>
                  </a:lnTo>
                  <a:lnTo>
                    <a:pt x="29" y="3"/>
                  </a:lnTo>
                  <a:lnTo>
                    <a:pt x="28" y="2"/>
                  </a:lnTo>
                  <a:lnTo>
                    <a:pt x="27" y="1"/>
                  </a:lnTo>
                  <a:lnTo>
                    <a:pt x="25" y="0"/>
                  </a:lnTo>
                  <a:lnTo>
                    <a:pt x="23" y="0"/>
                  </a:lnTo>
                  <a:lnTo>
                    <a:pt x="22" y="0"/>
                  </a:lnTo>
                  <a:lnTo>
                    <a:pt x="20" y="1"/>
                  </a:lnTo>
                  <a:lnTo>
                    <a:pt x="20" y="3"/>
                  </a:lnTo>
                  <a:lnTo>
                    <a:pt x="20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87" name="Freeform 203"/>
            <p:cNvSpPr/>
            <p:nvPr>
              <p:custDataLst>
                <p:tags r:id="rId42"/>
              </p:custDataLst>
            </p:nvPr>
          </p:nvSpPr>
          <p:spPr bwMode="auto">
            <a:xfrm>
              <a:off x="4687888" y="2668588"/>
              <a:ext cx="15875" cy="61913"/>
            </a:xfrm>
            <a:custGeom>
              <a:avLst/>
              <a:gdLst/>
              <a:ahLst/>
              <a:cxnLst>
                <a:cxn ang="0">
                  <a:pos x="19" y="4"/>
                </a:cxn>
                <a:cxn ang="0">
                  <a:pos x="19" y="4"/>
                </a:cxn>
                <a:cxn ang="0">
                  <a:pos x="19" y="12"/>
                </a:cxn>
                <a:cxn ang="0">
                  <a:pos x="17" y="19"/>
                </a:cxn>
                <a:cxn ang="0">
                  <a:pos x="12" y="35"/>
                </a:cxn>
                <a:cxn ang="0">
                  <a:pos x="8" y="50"/>
                </a:cxn>
                <a:cxn ang="0">
                  <a:pos x="7" y="58"/>
                </a:cxn>
                <a:cxn ang="0">
                  <a:pos x="6" y="65"/>
                </a:cxn>
                <a:cxn ang="0">
                  <a:pos x="6" y="65"/>
                </a:cxn>
                <a:cxn ang="0">
                  <a:pos x="6" y="76"/>
                </a:cxn>
                <a:cxn ang="0">
                  <a:pos x="5" y="89"/>
                </a:cxn>
                <a:cxn ang="0">
                  <a:pos x="4" y="99"/>
                </a:cxn>
                <a:cxn ang="0">
                  <a:pos x="0" y="110"/>
                </a:cxn>
                <a:cxn ang="0">
                  <a:pos x="0" y="110"/>
                </a:cxn>
                <a:cxn ang="0">
                  <a:pos x="0" y="112"/>
                </a:cxn>
                <a:cxn ang="0">
                  <a:pos x="0" y="113"/>
                </a:cxn>
                <a:cxn ang="0">
                  <a:pos x="1" y="116"/>
                </a:cxn>
                <a:cxn ang="0">
                  <a:pos x="3" y="116"/>
                </a:cxn>
                <a:cxn ang="0">
                  <a:pos x="6" y="116"/>
                </a:cxn>
                <a:cxn ang="0">
                  <a:pos x="8" y="114"/>
                </a:cxn>
                <a:cxn ang="0">
                  <a:pos x="9" y="112"/>
                </a:cxn>
                <a:cxn ang="0">
                  <a:pos x="9" y="112"/>
                </a:cxn>
                <a:cxn ang="0">
                  <a:pos x="12" y="102"/>
                </a:cxn>
                <a:cxn ang="0">
                  <a:pos x="14" y="92"/>
                </a:cxn>
                <a:cxn ang="0">
                  <a:pos x="15" y="80"/>
                </a:cxn>
                <a:cxn ang="0">
                  <a:pos x="15" y="70"/>
                </a:cxn>
                <a:cxn ang="0">
                  <a:pos x="15" y="70"/>
                </a:cxn>
                <a:cxn ang="0">
                  <a:pos x="17" y="62"/>
                </a:cxn>
                <a:cxn ang="0">
                  <a:pos x="18" y="54"/>
                </a:cxn>
                <a:cxn ang="0">
                  <a:pos x="22" y="37"/>
                </a:cxn>
                <a:cxn ang="0">
                  <a:pos x="26" y="20"/>
                </a:cxn>
                <a:cxn ang="0">
                  <a:pos x="28" y="12"/>
                </a:cxn>
                <a:cxn ang="0">
                  <a:pos x="29" y="4"/>
                </a:cxn>
                <a:cxn ang="0">
                  <a:pos x="29" y="4"/>
                </a:cxn>
                <a:cxn ang="0">
                  <a:pos x="28" y="2"/>
                </a:cxn>
                <a:cxn ang="0">
                  <a:pos x="27" y="1"/>
                </a:cxn>
                <a:cxn ang="0">
                  <a:pos x="26" y="0"/>
                </a:cxn>
                <a:cxn ang="0">
                  <a:pos x="24" y="0"/>
                </a:cxn>
                <a:cxn ang="0">
                  <a:pos x="22" y="0"/>
                </a:cxn>
                <a:cxn ang="0">
                  <a:pos x="21" y="1"/>
                </a:cxn>
                <a:cxn ang="0">
                  <a:pos x="20" y="2"/>
                </a:cxn>
                <a:cxn ang="0">
                  <a:pos x="19" y="4"/>
                </a:cxn>
                <a:cxn ang="0">
                  <a:pos x="19" y="4"/>
                </a:cxn>
              </a:cxnLst>
              <a:rect l="0" t="0" r="r" b="b"/>
              <a:pathLst>
                <a:path w="29" h="116">
                  <a:moveTo>
                    <a:pt x="19" y="4"/>
                  </a:moveTo>
                  <a:lnTo>
                    <a:pt x="19" y="4"/>
                  </a:lnTo>
                  <a:lnTo>
                    <a:pt x="19" y="12"/>
                  </a:lnTo>
                  <a:lnTo>
                    <a:pt x="17" y="19"/>
                  </a:lnTo>
                  <a:lnTo>
                    <a:pt x="12" y="35"/>
                  </a:lnTo>
                  <a:lnTo>
                    <a:pt x="8" y="50"/>
                  </a:lnTo>
                  <a:lnTo>
                    <a:pt x="7" y="58"/>
                  </a:lnTo>
                  <a:lnTo>
                    <a:pt x="6" y="65"/>
                  </a:lnTo>
                  <a:lnTo>
                    <a:pt x="6" y="65"/>
                  </a:lnTo>
                  <a:lnTo>
                    <a:pt x="6" y="76"/>
                  </a:lnTo>
                  <a:lnTo>
                    <a:pt x="5" y="89"/>
                  </a:lnTo>
                  <a:lnTo>
                    <a:pt x="4" y="99"/>
                  </a:lnTo>
                  <a:lnTo>
                    <a:pt x="0" y="110"/>
                  </a:lnTo>
                  <a:lnTo>
                    <a:pt x="0" y="110"/>
                  </a:lnTo>
                  <a:lnTo>
                    <a:pt x="0" y="112"/>
                  </a:lnTo>
                  <a:lnTo>
                    <a:pt x="0" y="113"/>
                  </a:lnTo>
                  <a:lnTo>
                    <a:pt x="1" y="116"/>
                  </a:lnTo>
                  <a:lnTo>
                    <a:pt x="3" y="116"/>
                  </a:lnTo>
                  <a:lnTo>
                    <a:pt x="6" y="116"/>
                  </a:lnTo>
                  <a:lnTo>
                    <a:pt x="8" y="114"/>
                  </a:lnTo>
                  <a:lnTo>
                    <a:pt x="9" y="112"/>
                  </a:lnTo>
                  <a:lnTo>
                    <a:pt x="9" y="112"/>
                  </a:lnTo>
                  <a:lnTo>
                    <a:pt x="12" y="102"/>
                  </a:lnTo>
                  <a:lnTo>
                    <a:pt x="14" y="92"/>
                  </a:lnTo>
                  <a:lnTo>
                    <a:pt x="15" y="80"/>
                  </a:lnTo>
                  <a:lnTo>
                    <a:pt x="15" y="70"/>
                  </a:lnTo>
                  <a:lnTo>
                    <a:pt x="15" y="70"/>
                  </a:lnTo>
                  <a:lnTo>
                    <a:pt x="17" y="62"/>
                  </a:lnTo>
                  <a:lnTo>
                    <a:pt x="18" y="54"/>
                  </a:lnTo>
                  <a:lnTo>
                    <a:pt x="22" y="37"/>
                  </a:lnTo>
                  <a:lnTo>
                    <a:pt x="26" y="20"/>
                  </a:lnTo>
                  <a:lnTo>
                    <a:pt x="28" y="12"/>
                  </a:lnTo>
                  <a:lnTo>
                    <a:pt x="29" y="4"/>
                  </a:lnTo>
                  <a:lnTo>
                    <a:pt x="29" y="4"/>
                  </a:lnTo>
                  <a:lnTo>
                    <a:pt x="28" y="2"/>
                  </a:lnTo>
                  <a:lnTo>
                    <a:pt x="27" y="1"/>
                  </a:lnTo>
                  <a:lnTo>
                    <a:pt x="26" y="0"/>
                  </a:lnTo>
                  <a:lnTo>
                    <a:pt x="24" y="0"/>
                  </a:lnTo>
                  <a:lnTo>
                    <a:pt x="22" y="0"/>
                  </a:lnTo>
                  <a:lnTo>
                    <a:pt x="21" y="1"/>
                  </a:lnTo>
                  <a:lnTo>
                    <a:pt x="20" y="2"/>
                  </a:lnTo>
                  <a:lnTo>
                    <a:pt x="19" y="4"/>
                  </a:lnTo>
                  <a:lnTo>
                    <a:pt x="19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88" name="Freeform 204"/>
            <p:cNvSpPr/>
            <p:nvPr>
              <p:custDataLst>
                <p:tags r:id="rId43"/>
              </p:custDataLst>
            </p:nvPr>
          </p:nvSpPr>
          <p:spPr bwMode="auto">
            <a:xfrm>
              <a:off x="4714875" y="2657475"/>
              <a:ext cx="11113" cy="61913"/>
            </a:xfrm>
            <a:custGeom>
              <a:avLst/>
              <a:gdLst/>
              <a:ahLst/>
              <a:cxnLst>
                <a:cxn ang="0">
                  <a:pos x="12" y="5"/>
                </a:cxn>
                <a:cxn ang="0">
                  <a:pos x="12" y="5"/>
                </a:cxn>
                <a:cxn ang="0">
                  <a:pos x="10" y="32"/>
                </a:cxn>
                <a:cxn ang="0">
                  <a:pos x="6" y="59"/>
                </a:cxn>
                <a:cxn ang="0">
                  <a:pos x="2" y="86"/>
                </a:cxn>
                <a:cxn ang="0">
                  <a:pos x="0" y="113"/>
                </a:cxn>
                <a:cxn ang="0">
                  <a:pos x="0" y="113"/>
                </a:cxn>
                <a:cxn ang="0">
                  <a:pos x="0" y="115"/>
                </a:cxn>
                <a:cxn ang="0">
                  <a:pos x="1" y="116"/>
                </a:cxn>
                <a:cxn ang="0">
                  <a:pos x="3" y="117"/>
                </a:cxn>
                <a:cxn ang="0">
                  <a:pos x="4" y="117"/>
                </a:cxn>
                <a:cxn ang="0">
                  <a:pos x="6" y="117"/>
                </a:cxn>
                <a:cxn ang="0">
                  <a:pos x="8" y="116"/>
                </a:cxn>
                <a:cxn ang="0">
                  <a:pos x="9" y="115"/>
                </a:cxn>
                <a:cxn ang="0">
                  <a:pos x="9" y="113"/>
                </a:cxn>
                <a:cxn ang="0">
                  <a:pos x="9" y="113"/>
                </a:cxn>
                <a:cxn ang="0">
                  <a:pos x="11" y="86"/>
                </a:cxn>
                <a:cxn ang="0">
                  <a:pos x="15" y="59"/>
                </a:cxn>
                <a:cxn ang="0">
                  <a:pos x="19" y="32"/>
                </a:cxn>
                <a:cxn ang="0">
                  <a:pos x="21" y="5"/>
                </a:cxn>
                <a:cxn ang="0">
                  <a:pos x="21" y="5"/>
                </a:cxn>
                <a:cxn ang="0">
                  <a:pos x="21" y="3"/>
                </a:cxn>
                <a:cxn ang="0">
                  <a:pos x="20" y="2"/>
                </a:cxn>
                <a:cxn ang="0">
                  <a:pos x="19" y="1"/>
                </a:cxn>
                <a:cxn ang="0">
                  <a:pos x="17" y="0"/>
                </a:cxn>
                <a:cxn ang="0">
                  <a:pos x="15" y="1"/>
                </a:cxn>
                <a:cxn ang="0">
                  <a:pos x="14" y="2"/>
                </a:cxn>
                <a:cxn ang="0">
                  <a:pos x="13" y="3"/>
                </a:cxn>
                <a:cxn ang="0">
                  <a:pos x="12" y="5"/>
                </a:cxn>
                <a:cxn ang="0">
                  <a:pos x="12" y="5"/>
                </a:cxn>
              </a:cxnLst>
              <a:rect l="0" t="0" r="r" b="b"/>
              <a:pathLst>
                <a:path w="21" h="117">
                  <a:moveTo>
                    <a:pt x="12" y="5"/>
                  </a:moveTo>
                  <a:lnTo>
                    <a:pt x="12" y="5"/>
                  </a:lnTo>
                  <a:lnTo>
                    <a:pt x="10" y="32"/>
                  </a:lnTo>
                  <a:lnTo>
                    <a:pt x="6" y="59"/>
                  </a:lnTo>
                  <a:lnTo>
                    <a:pt x="2" y="86"/>
                  </a:lnTo>
                  <a:lnTo>
                    <a:pt x="0" y="113"/>
                  </a:lnTo>
                  <a:lnTo>
                    <a:pt x="0" y="113"/>
                  </a:lnTo>
                  <a:lnTo>
                    <a:pt x="0" y="115"/>
                  </a:lnTo>
                  <a:lnTo>
                    <a:pt x="1" y="116"/>
                  </a:lnTo>
                  <a:lnTo>
                    <a:pt x="3" y="117"/>
                  </a:lnTo>
                  <a:lnTo>
                    <a:pt x="4" y="117"/>
                  </a:lnTo>
                  <a:lnTo>
                    <a:pt x="6" y="117"/>
                  </a:lnTo>
                  <a:lnTo>
                    <a:pt x="8" y="116"/>
                  </a:lnTo>
                  <a:lnTo>
                    <a:pt x="9" y="115"/>
                  </a:lnTo>
                  <a:lnTo>
                    <a:pt x="9" y="113"/>
                  </a:lnTo>
                  <a:lnTo>
                    <a:pt x="9" y="113"/>
                  </a:lnTo>
                  <a:lnTo>
                    <a:pt x="11" y="86"/>
                  </a:lnTo>
                  <a:lnTo>
                    <a:pt x="15" y="59"/>
                  </a:lnTo>
                  <a:lnTo>
                    <a:pt x="19" y="32"/>
                  </a:lnTo>
                  <a:lnTo>
                    <a:pt x="21" y="5"/>
                  </a:lnTo>
                  <a:lnTo>
                    <a:pt x="21" y="5"/>
                  </a:lnTo>
                  <a:lnTo>
                    <a:pt x="21" y="3"/>
                  </a:lnTo>
                  <a:lnTo>
                    <a:pt x="20" y="2"/>
                  </a:lnTo>
                  <a:lnTo>
                    <a:pt x="19" y="1"/>
                  </a:lnTo>
                  <a:lnTo>
                    <a:pt x="17" y="0"/>
                  </a:lnTo>
                  <a:lnTo>
                    <a:pt x="15" y="1"/>
                  </a:lnTo>
                  <a:lnTo>
                    <a:pt x="14" y="2"/>
                  </a:lnTo>
                  <a:lnTo>
                    <a:pt x="13" y="3"/>
                  </a:lnTo>
                  <a:lnTo>
                    <a:pt x="12" y="5"/>
                  </a:lnTo>
                  <a:lnTo>
                    <a:pt x="12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90" name="Freeform 206"/>
            <p:cNvSpPr>
              <a:spLocks noEditPoints="1"/>
            </p:cNvSpPr>
            <p:nvPr>
              <p:custDataLst>
                <p:tags r:id="rId44"/>
              </p:custDataLst>
            </p:nvPr>
          </p:nvSpPr>
          <p:spPr bwMode="auto">
            <a:xfrm>
              <a:off x="4249738" y="2249488"/>
              <a:ext cx="555625" cy="574675"/>
            </a:xfrm>
            <a:custGeom>
              <a:avLst/>
              <a:gdLst/>
              <a:ahLst/>
              <a:cxnLst>
                <a:cxn ang="0">
                  <a:pos x="817" y="1056"/>
                </a:cxn>
                <a:cxn ang="0">
                  <a:pos x="716" y="1035"/>
                </a:cxn>
                <a:cxn ang="0">
                  <a:pos x="659" y="1016"/>
                </a:cxn>
                <a:cxn ang="0">
                  <a:pos x="645" y="1010"/>
                </a:cxn>
                <a:cxn ang="0">
                  <a:pos x="623" y="986"/>
                </a:cxn>
                <a:cxn ang="0">
                  <a:pos x="608" y="970"/>
                </a:cxn>
                <a:cxn ang="0">
                  <a:pos x="577" y="929"/>
                </a:cxn>
                <a:cxn ang="0">
                  <a:pos x="513" y="864"/>
                </a:cxn>
                <a:cxn ang="0">
                  <a:pos x="403" y="767"/>
                </a:cxn>
                <a:cxn ang="0">
                  <a:pos x="307" y="683"/>
                </a:cxn>
                <a:cxn ang="0">
                  <a:pos x="222" y="574"/>
                </a:cxn>
                <a:cxn ang="0">
                  <a:pos x="139" y="472"/>
                </a:cxn>
                <a:cxn ang="0">
                  <a:pos x="97" y="439"/>
                </a:cxn>
                <a:cxn ang="0">
                  <a:pos x="31" y="360"/>
                </a:cxn>
                <a:cxn ang="0">
                  <a:pos x="27" y="300"/>
                </a:cxn>
                <a:cxn ang="0">
                  <a:pos x="84" y="371"/>
                </a:cxn>
                <a:cxn ang="0">
                  <a:pos x="141" y="426"/>
                </a:cxn>
                <a:cxn ang="0">
                  <a:pos x="208" y="491"/>
                </a:cxn>
                <a:cxn ang="0">
                  <a:pos x="305" y="624"/>
                </a:cxn>
                <a:cxn ang="0">
                  <a:pos x="398" y="714"/>
                </a:cxn>
                <a:cxn ang="0">
                  <a:pos x="481" y="790"/>
                </a:cxn>
                <a:cxn ang="0">
                  <a:pos x="571" y="872"/>
                </a:cxn>
                <a:cxn ang="0">
                  <a:pos x="646" y="943"/>
                </a:cxn>
                <a:cxn ang="0">
                  <a:pos x="724" y="871"/>
                </a:cxn>
                <a:cxn ang="0">
                  <a:pos x="843" y="787"/>
                </a:cxn>
                <a:cxn ang="0">
                  <a:pos x="981" y="693"/>
                </a:cxn>
                <a:cxn ang="0">
                  <a:pos x="917" y="620"/>
                </a:cxn>
                <a:cxn ang="0">
                  <a:pos x="751" y="446"/>
                </a:cxn>
                <a:cxn ang="0">
                  <a:pos x="583" y="291"/>
                </a:cxn>
                <a:cxn ang="0">
                  <a:pos x="501" y="195"/>
                </a:cxn>
                <a:cxn ang="0">
                  <a:pos x="431" y="116"/>
                </a:cxn>
                <a:cxn ang="0">
                  <a:pos x="378" y="54"/>
                </a:cxn>
                <a:cxn ang="0">
                  <a:pos x="377" y="0"/>
                </a:cxn>
                <a:cxn ang="0">
                  <a:pos x="496" y="134"/>
                </a:cxn>
                <a:cxn ang="0">
                  <a:pos x="631" y="290"/>
                </a:cxn>
                <a:cxn ang="0">
                  <a:pos x="729" y="380"/>
                </a:cxn>
                <a:cxn ang="0">
                  <a:pos x="900" y="546"/>
                </a:cxn>
                <a:cxn ang="0">
                  <a:pos x="980" y="641"/>
                </a:cxn>
                <a:cxn ang="0">
                  <a:pos x="1020" y="678"/>
                </a:cxn>
                <a:cxn ang="0">
                  <a:pos x="1032" y="689"/>
                </a:cxn>
                <a:cxn ang="0">
                  <a:pos x="1037" y="700"/>
                </a:cxn>
                <a:cxn ang="0">
                  <a:pos x="1051" y="800"/>
                </a:cxn>
                <a:cxn ang="0">
                  <a:pos x="1037" y="911"/>
                </a:cxn>
                <a:cxn ang="0">
                  <a:pos x="1029" y="991"/>
                </a:cxn>
                <a:cxn ang="0">
                  <a:pos x="1023" y="1039"/>
                </a:cxn>
                <a:cxn ang="0">
                  <a:pos x="1016" y="1079"/>
                </a:cxn>
                <a:cxn ang="0">
                  <a:pos x="1002" y="1088"/>
                </a:cxn>
                <a:cxn ang="0">
                  <a:pos x="996" y="1087"/>
                </a:cxn>
                <a:cxn ang="0">
                  <a:pos x="954" y="761"/>
                </a:cxn>
                <a:cxn ang="0">
                  <a:pos x="842" y="830"/>
                </a:cxn>
                <a:cxn ang="0">
                  <a:pos x="729" y="917"/>
                </a:cxn>
                <a:cxn ang="0">
                  <a:pos x="672" y="967"/>
                </a:cxn>
                <a:cxn ang="0">
                  <a:pos x="699" y="991"/>
                </a:cxn>
                <a:cxn ang="0">
                  <a:pos x="772" y="1010"/>
                </a:cxn>
                <a:cxn ang="0">
                  <a:pos x="941" y="1046"/>
                </a:cxn>
                <a:cxn ang="0">
                  <a:pos x="989" y="1039"/>
                </a:cxn>
                <a:cxn ang="0">
                  <a:pos x="990" y="1018"/>
                </a:cxn>
                <a:cxn ang="0">
                  <a:pos x="995" y="957"/>
                </a:cxn>
                <a:cxn ang="0">
                  <a:pos x="1010" y="856"/>
                </a:cxn>
                <a:cxn ang="0">
                  <a:pos x="1010" y="734"/>
                </a:cxn>
              </a:cxnLst>
              <a:rect l="0" t="0" r="r" b="b"/>
              <a:pathLst>
                <a:path w="1051" h="1088">
                  <a:moveTo>
                    <a:pt x="991" y="1088"/>
                  </a:moveTo>
                  <a:lnTo>
                    <a:pt x="991" y="1088"/>
                  </a:lnTo>
                  <a:lnTo>
                    <a:pt x="952" y="1084"/>
                  </a:lnTo>
                  <a:lnTo>
                    <a:pt x="911" y="1078"/>
                  </a:lnTo>
                  <a:lnTo>
                    <a:pt x="866" y="1069"/>
                  </a:lnTo>
                  <a:lnTo>
                    <a:pt x="817" y="1056"/>
                  </a:lnTo>
                  <a:lnTo>
                    <a:pt x="817" y="1056"/>
                  </a:lnTo>
                  <a:lnTo>
                    <a:pt x="773" y="1046"/>
                  </a:lnTo>
                  <a:lnTo>
                    <a:pt x="751" y="1041"/>
                  </a:lnTo>
                  <a:lnTo>
                    <a:pt x="728" y="1037"/>
                  </a:lnTo>
                  <a:lnTo>
                    <a:pt x="728" y="1037"/>
                  </a:lnTo>
                  <a:lnTo>
                    <a:pt x="716" y="1035"/>
                  </a:lnTo>
                  <a:lnTo>
                    <a:pt x="706" y="1031"/>
                  </a:lnTo>
                  <a:lnTo>
                    <a:pt x="686" y="1025"/>
                  </a:lnTo>
                  <a:lnTo>
                    <a:pt x="686" y="1025"/>
                  </a:lnTo>
                  <a:lnTo>
                    <a:pt x="673" y="1020"/>
                  </a:lnTo>
                  <a:lnTo>
                    <a:pt x="659" y="1016"/>
                  </a:lnTo>
                  <a:lnTo>
                    <a:pt x="659" y="1016"/>
                  </a:lnTo>
                  <a:lnTo>
                    <a:pt x="654" y="1015"/>
                  </a:lnTo>
                  <a:lnTo>
                    <a:pt x="651" y="1013"/>
                  </a:lnTo>
                  <a:lnTo>
                    <a:pt x="650" y="1012"/>
                  </a:lnTo>
                  <a:lnTo>
                    <a:pt x="649" y="1011"/>
                  </a:lnTo>
                  <a:lnTo>
                    <a:pt x="649" y="1011"/>
                  </a:lnTo>
                  <a:lnTo>
                    <a:pt x="645" y="1010"/>
                  </a:lnTo>
                  <a:lnTo>
                    <a:pt x="645" y="1010"/>
                  </a:lnTo>
                  <a:lnTo>
                    <a:pt x="640" y="1006"/>
                  </a:lnTo>
                  <a:lnTo>
                    <a:pt x="635" y="1001"/>
                  </a:lnTo>
                  <a:lnTo>
                    <a:pt x="628" y="991"/>
                  </a:lnTo>
                  <a:lnTo>
                    <a:pt x="623" y="986"/>
                  </a:lnTo>
                  <a:lnTo>
                    <a:pt x="623" y="986"/>
                  </a:lnTo>
                  <a:lnTo>
                    <a:pt x="620" y="983"/>
                  </a:lnTo>
                  <a:lnTo>
                    <a:pt x="619" y="982"/>
                  </a:lnTo>
                  <a:lnTo>
                    <a:pt x="619" y="982"/>
                  </a:lnTo>
                  <a:lnTo>
                    <a:pt x="614" y="979"/>
                  </a:lnTo>
                  <a:lnTo>
                    <a:pt x="611" y="976"/>
                  </a:lnTo>
                  <a:lnTo>
                    <a:pt x="608" y="970"/>
                  </a:lnTo>
                  <a:lnTo>
                    <a:pt x="608" y="965"/>
                  </a:lnTo>
                  <a:lnTo>
                    <a:pt x="608" y="963"/>
                  </a:lnTo>
                  <a:lnTo>
                    <a:pt x="606" y="961"/>
                  </a:lnTo>
                  <a:lnTo>
                    <a:pt x="606" y="961"/>
                  </a:lnTo>
                  <a:lnTo>
                    <a:pt x="591" y="946"/>
                  </a:lnTo>
                  <a:lnTo>
                    <a:pt x="577" y="929"/>
                  </a:lnTo>
                  <a:lnTo>
                    <a:pt x="577" y="929"/>
                  </a:lnTo>
                  <a:lnTo>
                    <a:pt x="561" y="912"/>
                  </a:lnTo>
                  <a:lnTo>
                    <a:pt x="546" y="895"/>
                  </a:lnTo>
                  <a:lnTo>
                    <a:pt x="529" y="879"/>
                  </a:lnTo>
                  <a:lnTo>
                    <a:pt x="513" y="864"/>
                  </a:lnTo>
                  <a:lnTo>
                    <a:pt x="513" y="864"/>
                  </a:lnTo>
                  <a:lnTo>
                    <a:pt x="490" y="846"/>
                  </a:lnTo>
                  <a:lnTo>
                    <a:pt x="469" y="827"/>
                  </a:lnTo>
                  <a:lnTo>
                    <a:pt x="428" y="789"/>
                  </a:lnTo>
                  <a:lnTo>
                    <a:pt x="428" y="789"/>
                  </a:lnTo>
                  <a:lnTo>
                    <a:pt x="416" y="777"/>
                  </a:lnTo>
                  <a:lnTo>
                    <a:pt x="403" y="767"/>
                  </a:lnTo>
                  <a:lnTo>
                    <a:pt x="378" y="745"/>
                  </a:lnTo>
                  <a:lnTo>
                    <a:pt x="378" y="745"/>
                  </a:lnTo>
                  <a:lnTo>
                    <a:pt x="356" y="729"/>
                  </a:lnTo>
                  <a:lnTo>
                    <a:pt x="336" y="711"/>
                  </a:lnTo>
                  <a:lnTo>
                    <a:pt x="317" y="693"/>
                  </a:lnTo>
                  <a:lnTo>
                    <a:pt x="307" y="683"/>
                  </a:lnTo>
                  <a:lnTo>
                    <a:pt x="299" y="673"/>
                  </a:lnTo>
                  <a:lnTo>
                    <a:pt x="299" y="673"/>
                  </a:lnTo>
                  <a:lnTo>
                    <a:pt x="271" y="638"/>
                  </a:lnTo>
                  <a:lnTo>
                    <a:pt x="271" y="638"/>
                  </a:lnTo>
                  <a:lnTo>
                    <a:pt x="238" y="596"/>
                  </a:lnTo>
                  <a:lnTo>
                    <a:pt x="222" y="574"/>
                  </a:lnTo>
                  <a:lnTo>
                    <a:pt x="207" y="552"/>
                  </a:lnTo>
                  <a:lnTo>
                    <a:pt x="207" y="552"/>
                  </a:lnTo>
                  <a:lnTo>
                    <a:pt x="194" y="534"/>
                  </a:lnTo>
                  <a:lnTo>
                    <a:pt x="178" y="514"/>
                  </a:lnTo>
                  <a:lnTo>
                    <a:pt x="160" y="493"/>
                  </a:lnTo>
                  <a:lnTo>
                    <a:pt x="139" y="472"/>
                  </a:lnTo>
                  <a:lnTo>
                    <a:pt x="139" y="472"/>
                  </a:lnTo>
                  <a:lnTo>
                    <a:pt x="128" y="461"/>
                  </a:lnTo>
                  <a:lnTo>
                    <a:pt x="115" y="453"/>
                  </a:lnTo>
                  <a:lnTo>
                    <a:pt x="115" y="453"/>
                  </a:lnTo>
                  <a:lnTo>
                    <a:pt x="103" y="444"/>
                  </a:lnTo>
                  <a:lnTo>
                    <a:pt x="97" y="439"/>
                  </a:lnTo>
                  <a:lnTo>
                    <a:pt x="92" y="433"/>
                  </a:lnTo>
                  <a:lnTo>
                    <a:pt x="92" y="433"/>
                  </a:lnTo>
                  <a:lnTo>
                    <a:pt x="74" y="414"/>
                  </a:lnTo>
                  <a:lnTo>
                    <a:pt x="57" y="393"/>
                  </a:lnTo>
                  <a:lnTo>
                    <a:pt x="57" y="393"/>
                  </a:lnTo>
                  <a:lnTo>
                    <a:pt x="31" y="360"/>
                  </a:lnTo>
                  <a:lnTo>
                    <a:pt x="16" y="345"/>
                  </a:lnTo>
                  <a:lnTo>
                    <a:pt x="2" y="329"/>
                  </a:lnTo>
                  <a:lnTo>
                    <a:pt x="2" y="329"/>
                  </a:lnTo>
                  <a:lnTo>
                    <a:pt x="0" y="327"/>
                  </a:lnTo>
                  <a:lnTo>
                    <a:pt x="0" y="327"/>
                  </a:lnTo>
                  <a:lnTo>
                    <a:pt x="27" y="300"/>
                  </a:lnTo>
                  <a:lnTo>
                    <a:pt x="27" y="300"/>
                  </a:lnTo>
                  <a:lnTo>
                    <a:pt x="45" y="322"/>
                  </a:lnTo>
                  <a:lnTo>
                    <a:pt x="45" y="322"/>
                  </a:lnTo>
                  <a:lnTo>
                    <a:pt x="68" y="351"/>
                  </a:lnTo>
                  <a:lnTo>
                    <a:pt x="68" y="351"/>
                  </a:lnTo>
                  <a:lnTo>
                    <a:pt x="84" y="371"/>
                  </a:lnTo>
                  <a:lnTo>
                    <a:pt x="102" y="392"/>
                  </a:lnTo>
                  <a:lnTo>
                    <a:pt x="111" y="401"/>
                  </a:lnTo>
                  <a:lnTo>
                    <a:pt x="120" y="411"/>
                  </a:lnTo>
                  <a:lnTo>
                    <a:pt x="131" y="419"/>
                  </a:lnTo>
                  <a:lnTo>
                    <a:pt x="141" y="426"/>
                  </a:lnTo>
                  <a:lnTo>
                    <a:pt x="141" y="426"/>
                  </a:lnTo>
                  <a:lnTo>
                    <a:pt x="151" y="434"/>
                  </a:lnTo>
                  <a:lnTo>
                    <a:pt x="163" y="444"/>
                  </a:lnTo>
                  <a:lnTo>
                    <a:pt x="174" y="454"/>
                  </a:lnTo>
                  <a:lnTo>
                    <a:pt x="186" y="465"/>
                  </a:lnTo>
                  <a:lnTo>
                    <a:pt x="197" y="478"/>
                  </a:lnTo>
                  <a:lnTo>
                    <a:pt x="208" y="491"/>
                  </a:lnTo>
                  <a:lnTo>
                    <a:pt x="219" y="506"/>
                  </a:lnTo>
                  <a:lnTo>
                    <a:pt x="229" y="521"/>
                  </a:lnTo>
                  <a:lnTo>
                    <a:pt x="229" y="521"/>
                  </a:lnTo>
                  <a:lnTo>
                    <a:pt x="261" y="567"/>
                  </a:lnTo>
                  <a:lnTo>
                    <a:pt x="291" y="607"/>
                  </a:lnTo>
                  <a:lnTo>
                    <a:pt x="305" y="624"/>
                  </a:lnTo>
                  <a:lnTo>
                    <a:pt x="319" y="640"/>
                  </a:lnTo>
                  <a:lnTo>
                    <a:pt x="332" y="654"/>
                  </a:lnTo>
                  <a:lnTo>
                    <a:pt x="346" y="668"/>
                  </a:lnTo>
                  <a:lnTo>
                    <a:pt x="346" y="668"/>
                  </a:lnTo>
                  <a:lnTo>
                    <a:pt x="371" y="692"/>
                  </a:lnTo>
                  <a:lnTo>
                    <a:pt x="398" y="714"/>
                  </a:lnTo>
                  <a:lnTo>
                    <a:pt x="398" y="714"/>
                  </a:lnTo>
                  <a:lnTo>
                    <a:pt x="429" y="741"/>
                  </a:lnTo>
                  <a:lnTo>
                    <a:pt x="445" y="755"/>
                  </a:lnTo>
                  <a:lnTo>
                    <a:pt x="459" y="769"/>
                  </a:lnTo>
                  <a:lnTo>
                    <a:pt x="459" y="769"/>
                  </a:lnTo>
                  <a:lnTo>
                    <a:pt x="481" y="790"/>
                  </a:lnTo>
                  <a:lnTo>
                    <a:pt x="504" y="809"/>
                  </a:lnTo>
                  <a:lnTo>
                    <a:pt x="504" y="809"/>
                  </a:lnTo>
                  <a:lnTo>
                    <a:pt x="526" y="828"/>
                  </a:lnTo>
                  <a:lnTo>
                    <a:pt x="548" y="849"/>
                  </a:lnTo>
                  <a:lnTo>
                    <a:pt x="548" y="849"/>
                  </a:lnTo>
                  <a:lnTo>
                    <a:pt x="571" y="872"/>
                  </a:lnTo>
                  <a:lnTo>
                    <a:pt x="594" y="896"/>
                  </a:lnTo>
                  <a:lnTo>
                    <a:pt x="594" y="896"/>
                  </a:lnTo>
                  <a:lnTo>
                    <a:pt x="615" y="920"/>
                  </a:lnTo>
                  <a:lnTo>
                    <a:pt x="638" y="943"/>
                  </a:lnTo>
                  <a:lnTo>
                    <a:pt x="643" y="948"/>
                  </a:lnTo>
                  <a:lnTo>
                    <a:pt x="646" y="943"/>
                  </a:lnTo>
                  <a:lnTo>
                    <a:pt x="646" y="943"/>
                  </a:lnTo>
                  <a:lnTo>
                    <a:pt x="658" y="929"/>
                  </a:lnTo>
                  <a:lnTo>
                    <a:pt x="669" y="917"/>
                  </a:lnTo>
                  <a:lnTo>
                    <a:pt x="682" y="904"/>
                  </a:lnTo>
                  <a:lnTo>
                    <a:pt x="696" y="893"/>
                  </a:lnTo>
                  <a:lnTo>
                    <a:pt x="724" y="871"/>
                  </a:lnTo>
                  <a:lnTo>
                    <a:pt x="753" y="851"/>
                  </a:lnTo>
                  <a:lnTo>
                    <a:pt x="753" y="851"/>
                  </a:lnTo>
                  <a:lnTo>
                    <a:pt x="784" y="829"/>
                  </a:lnTo>
                  <a:lnTo>
                    <a:pt x="784" y="829"/>
                  </a:lnTo>
                  <a:lnTo>
                    <a:pt x="812" y="807"/>
                  </a:lnTo>
                  <a:lnTo>
                    <a:pt x="843" y="787"/>
                  </a:lnTo>
                  <a:lnTo>
                    <a:pt x="906" y="748"/>
                  </a:lnTo>
                  <a:lnTo>
                    <a:pt x="906" y="748"/>
                  </a:lnTo>
                  <a:lnTo>
                    <a:pt x="944" y="725"/>
                  </a:lnTo>
                  <a:lnTo>
                    <a:pt x="980" y="702"/>
                  </a:lnTo>
                  <a:lnTo>
                    <a:pt x="986" y="698"/>
                  </a:lnTo>
                  <a:lnTo>
                    <a:pt x="981" y="693"/>
                  </a:lnTo>
                  <a:lnTo>
                    <a:pt x="981" y="693"/>
                  </a:lnTo>
                  <a:lnTo>
                    <a:pt x="964" y="676"/>
                  </a:lnTo>
                  <a:lnTo>
                    <a:pt x="949" y="660"/>
                  </a:lnTo>
                  <a:lnTo>
                    <a:pt x="920" y="624"/>
                  </a:lnTo>
                  <a:lnTo>
                    <a:pt x="917" y="620"/>
                  </a:lnTo>
                  <a:lnTo>
                    <a:pt x="917" y="620"/>
                  </a:lnTo>
                  <a:lnTo>
                    <a:pt x="882" y="579"/>
                  </a:lnTo>
                  <a:lnTo>
                    <a:pt x="850" y="543"/>
                  </a:lnTo>
                  <a:lnTo>
                    <a:pt x="819" y="510"/>
                  </a:lnTo>
                  <a:lnTo>
                    <a:pt x="789" y="480"/>
                  </a:lnTo>
                  <a:lnTo>
                    <a:pt x="789" y="480"/>
                  </a:lnTo>
                  <a:lnTo>
                    <a:pt x="751" y="446"/>
                  </a:lnTo>
                  <a:lnTo>
                    <a:pt x="712" y="412"/>
                  </a:lnTo>
                  <a:lnTo>
                    <a:pt x="712" y="412"/>
                  </a:lnTo>
                  <a:lnTo>
                    <a:pt x="668" y="372"/>
                  </a:lnTo>
                  <a:lnTo>
                    <a:pt x="624" y="332"/>
                  </a:lnTo>
                  <a:lnTo>
                    <a:pt x="604" y="313"/>
                  </a:lnTo>
                  <a:lnTo>
                    <a:pt x="583" y="291"/>
                  </a:lnTo>
                  <a:lnTo>
                    <a:pt x="564" y="269"/>
                  </a:lnTo>
                  <a:lnTo>
                    <a:pt x="544" y="246"/>
                  </a:lnTo>
                  <a:lnTo>
                    <a:pt x="544" y="246"/>
                  </a:lnTo>
                  <a:lnTo>
                    <a:pt x="522" y="221"/>
                  </a:lnTo>
                  <a:lnTo>
                    <a:pt x="501" y="195"/>
                  </a:lnTo>
                  <a:lnTo>
                    <a:pt x="501" y="195"/>
                  </a:lnTo>
                  <a:lnTo>
                    <a:pt x="475" y="165"/>
                  </a:lnTo>
                  <a:lnTo>
                    <a:pt x="450" y="135"/>
                  </a:lnTo>
                  <a:lnTo>
                    <a:pt x="450" y="135"/>
                  </a:lnTo>
                  <a:lnTo>
                    <a:pt x="441" y="125"/>
                  </a:lnTo>
                  <a:lnTo>
                    <a:pt x="431" y="116"/>
                  </a:lnTo>
                  <a:lnTo>
                    <a:pt x="431" y="116"/>
                  </a:lnTo>
                  <a:lnTo>
                    <a:pt x="422" y="107"/>
                  </a:lnTo>
                  <a:lnTo>
                    <a:pt x="413" y="98"/>
                  </a:lnTo>
                  <a:lnTo>
                    <a:pt x="413" y="98"/>
                  </a:lnTo>
                  <a:lnTo>
                    <a:pt x="400" y="81"/>
                  </a:lnTo>
                  <a:lnTo>
                    <a:pt x="389" y="67"/>
                  </a:lnTo>
                  <a:lnTo>
                    <a:pt x="378" y="54"/>
                  </a:lnTo>
                  <a:lnTo>
                    <a:pt x="366" y="44"/>
                  </a:lnTo>
                  <a:lnTo>
                    <a:pt x="366" y="44"/>
                  </a:lnTo>
                  <a:lnTo>
                    <a:pt x="355" y="33"/>
                  </a:lnTo>
                  <a:lnTo>
                    <a:pt x="346" y="21"/>
                  </a:lnTo>
                  <a:lnTo>
                    <a:pt x="346" y="21"/>
                  </a:lnTo>
                  <a:lnTo>
                    <a:pt x="377" y="0"/>
                  </a:lnTo>
                  <a:lnTo>
                    <a:pt x="377" y="0"/>
                  </a:lnTo>
                  <a:lnTo>
                    <a:pt x="382" y="6"/>
                  </a:lnTo>
                  <a:lnTo>
                    <a:pt x="382" y="6"/>
                  </a:lnTo>
                  <a:lnTo>
                    <a:pt x="433" y="64"/>
                  </a:lnTo>
                  <a:lnTo>
                    <a:pt x="433" y="64"/>
                  </a:lnTo>
                  <a:lnTo>
                    <a:pt x="496" y="134"/>
                  </a:lnTo>
                  <a:lnTo>
                    <a:pt x="527" y="170"/>
                  </a:lnTo>
                  <a:lnTo>
                    <a:pt x="558" y="207"/>
                  </a:lnTo>
                  <a:lnTo>
                    <a:pt x="558" y="207"/>
                  </a:lnTo>
                  <a:lnTo>
                    <a:pt x="585" y="239"/>
                  </a:lnTo>
                  <a:lnTo>
                    <a:pt x="614" y="273"/>
                  </a:lnTo>
                  <a:lnTo>
                    <a:pt x="631" y="290"/>
                  </a:lnTo>
                  <a:lnTo>
                    <a:pt x="647" y="307"/>
                  </a:lnTo>
                  <a:lnTo>
                    <a:pt x="665" y="324"/>
                  </a:lnTo>
                  <a:lnTo>
                    <a:pt x="683" y="341"/>
                  </a:lnTo>
                  <a:lnTo>
                    <a:pt x="683" y="341"/>
                  </a:lnTo>
                  <a:lnTo>
                    <a:pt x="729" y="380"/>
                  </a:lnTo>
                  <a:lnTo>
                    <a:pt x="729" y="380"/>
                  </a:lnTo>
                  <a:lnTo>
                    <a:pt x="765" y="411"/>
                  </a:lnTo>
                  <a:lnTo>
                    <a:pt x="801" y="444"/>
                  </a:lnTo>
                  <a:lnTo>
                    <a:pt x="801" y="444"/>
                  </a:lnTo>
                  <a:lnTo>
                    <a:pt x="836" y="477"/>
                  </a:lnTo>
                  <a:lnTo>
                    <a:pt x="869" y="511"/>
                  </a:lnTo>
                  <a:lnTo>
                    <a:pt x="900" y="546"/>
                  </a:lnTo>
                  <a:lnTo>
                    <a:pt x="930" y="581"/>
                  </a:lnTo>
                  <a:lnTo>
                    <a:pt x="930" y="581"/>
                  </a:lnTo>
                  <a:lnTo>
                    <a:pt x="946" y="600"/>
                  </a:lnTo>
                  <a:lnTo>
                    <a:pt x="946" y="600"/>
                  </a:lnTo>
                  <a:lnTo>
                    <a:pt x="962" y="620"/>
                  </a:lnTo>
                  <a:lnTo>
                    <a:pt x="980" y="641"/>
                  </a:lnTo>
                  <a:lnTo>
                    <a:pt x="998" y="661"/>
                  </a:lnTo>
                  <a:lnTo>
                    <a:pt x="1008" y="669"/>
                  </a:lnTo>
                  <a:lnTo>
                    <a:pt x="1018" y="677"/>
                  </a:lnTo>
                  <a:lnTo>
                    <a:pt x="1019" y="678"/>
                  </a:lnTo>
                  <a:lnTo>
                    <a:pt x="1020" y="678"/>
                  </a:lnTo>
                  <a:lnTo>
                    <a:pt x="1020" y="678"/>
                  </a:lnTo>
                  <a:lnTo>
                    <a:pt x="1025" y="680"/>
                  </a:lnTo>
                  <a:lnTo>
                    <a:pt x="1029" y="684"/>
                  </a:lnTo>
                  <a:lnTo>
                    <a:pt x="1029" y="685"/>
                  </a:lnTo>
                  <a:lnTo>
                    <a:pt x="1030" y="686"/>
                  </a:lnTo>
                  <a:lnTo>
                    <a:pt x="1030" y="686"/>
                  </a:lnTo>
                  <a:lnTo>
                    <a:pt x="1032" y="689"/>
                  </a:lnTo>
                  <a:lnTo>
                    <a:pt x="1035" y="692"/>
                  </a:lnTo>
                  <a:lnTo>
                    <a:pt x="1036" y="695"/>
                  </a:lnTo>
                  <a:lnTo>
                    <a:pt x="1037" y="698"/>
                  </a:lnTo>
                  <a:lnTo>
                    <a:pt x="1037" y="699"/>
                  </a:lnTo>
                  <a:lnTo>
                    <a:pt x="1037" y="700"/>
                  </a:lnTo>
                  <a:lnTo>
                    <a:pt x="1037" y="700"/>
                  </a:lnTo>
                  <a:lnTo>
                    <a:pt x="1041" y="711"/>
                  </a:lnTo>
                  <a:lnTo>
                    <a:pt x="1045" y="723"/>
                  </a:lnTo>
                  <a:lnTo>
                    <a:pt x="1047" y="735"/>
                  </a:lnTo>
                  <a:lnTo>
                    <a:pt x="1049" y="748"/>
                  </a:lnTo>
                  <a:lnTo>
                    <a:pt x="1051" y="774"/>
                  </a:lnTo>
                  <a:lnTo>
                    <a:pt x="1051" y="800"/>
                  </a:lnTo>
                  <a:lnTo>
                    <a:pt x="1050" y="826"/>
                  </a:lnTo>
                  <a:lnTo>
                    <a:pt x="1047" y="851"/>
                  </a:lnTo>
                  <a:lnTo>
                    <a:pt x="1044" y="872"/>
                  </a:lnTo>
                  <a:lnTo>
                    <a:pt x="1040" y="892"/>
                  </a:lnTo>
                  <a:lnTo>
                    <a:pt x="1040" y="892"/>
                  </a:lnTo>
                  <a:lnTo>
                    <a:pt x="1037" y="911"/>
                  </a:lnTo>
                  <a:lnTo>
                    <a:pt x="1035" y="929"/>
                  </a:lnTo>
                  <a:lnTo>
                    <a:pt x="1030" y="967"/>
                  </a:lnTo>
                  <a:lnTo>
                    <a:pt x="1030" y="973"/>
                  </a:lnTo>
                  <a:lnTo>
                    <a:pt x="1030" y="973"/>
                  </a:lnTo>
                  <a:lnTo>
                    <a:pt x="1029" y="991"/>
                  </a:lnTo>
                  <a:lnTo>
                    <a:pt x="1029" y="991"/>
                  </a:lnTo>
                  <a:lnTo>
                    <a:pt x="1029" y="1009"/>
                  </a:lnTo>
                  <a:lnTo>
                    <a:pt x="1028" y="1017"/>
                  </a:lnTo>
                  <a:lnTo>
                    <a:pt x="1026" y="1024"/>
                  </a:lnTo>
                  <a:lnTo>
                    <a:pt x="1026" y="1024"/>
                  </a:lnTo>
                  <a:lnTo>
                    <a:pt x="1024" y="1031"/>
                  </a:lnTo>
                  <a:lnTo>
                    <a:pt x="1023" y="1039"/>
                  </a:lnTo>
                  <a:lnTo>
                    <a:pt x="1023" y="1051"/>
                  </a:lnTo>
                  <a:lnTo>
                    <a:pt x="1023" y="1051"/>
                  </a:lnTo>
                  <a:lnTo>
                    <a:pt x="1023" y="1059"/>
                  </a:lnTo>
                  <a:lnTo>
                    <a:pt x="1021" y="1068"/>
                  </a:lnTo>
                  <a:lnTo>
                    <a:pt x="1019" y="1075"/>
                  </a:lnTo>
                  <a:lnTo>
                    <a:pt x="1016" y="1079"/>
                  </a:lnTo>
                  <a:lnTo>
                    <a:pt x="1013" y="1083"/>
                  </a:lnTo>
                  <a:lnTo>
                    <a:pt x="1013" y="1083"/>
                  </a:lnTo>
                  <a:lnTo>
                    <a:pt x="1010" y="1085"/>
                  </a:lnTo>
                  <a:lnTo>
                    <a:pt x="1008" y="1086"/>
                  </a:lnTo>
                  <a:lnTo>
                    <a:pt x="1005" y="1087"/>
                  </a:lnTo>
                  <a:lnTo>
                    <a:pt x="1002" y="1088"/>
                  </a:lnTo>
                  <a:lnTo>
                    <a:pt x="1002" y="1088"/>
                  </a:lnTo>
                  <a:lnTo>
                    <a:pt x="1002" y="1088"/>
                  </a:lnTo>
                  <a:lnTo>
                    <a:pt x="998" y="1087"/>
                  </a:lnTo>
                  <a:lnTo>
                    <a:pt x="997" y="1087"/>
                  </a:lnTo>
                  <a:lnTo>
                    <a:pt x="996" y="1087"/>
                  </a:lnTo>
                  <a:lnTo>
                    <a:pt x="996" y="1087"/>
                  </a:lnTo>
                  <a:lnTo>
                    <a:pt x="992" y="1088"/>
                  </a:lnTo>
                  <a:lnTo>
                    <a:pt x="991" y="1088"/>
                  </a:lnTo>
                  <a:close/>
                  <a:moveTo>
                    <a:pt x="1002" y="731"/>
                  </a:moveTo>
                  <a:lnTo>
                    <a:pt x="1002" y="731"/>
                  </a:lnTo>
                  <a:lnTo>
                    <a:pt x="954" y="761"/>
                  </a:lnTo>
                  <a:lnTo>
                    <a:pt x="954" y="761"/>
                  </a:lnTo>
                  <a:lnTo>
                    <a:pt x="918" y="784"/>
                  </a:lnTo>
                  <a:lnTo>
                    <a:pt x="918" y="784"/>
                  </a:lnTo>
                  <a:lnTo>
                    <a:pt x="885" y="803"/>
                  </a:lnTo>
                  <a:lnTo>
                    <a:pt x="885" y="803"/>
                  </a:lnTo>
                  <a:lnTo>
                    <a:pt x="856" y="821"/>
                  </a:lnTo>
                  <a:lnTo>
                    <a:pt x="842" y="830"/>
                  </a:lnTo>
                  <a:lnTo>
                    <a:pt x="829" y="839"/>
                  </a:lnTo>
                  <a:lnTo>
                    <a:pt x="819" y="847"/>
                  </a:lnTo>
                  <a:lnTo>
                    <a:pt x="819" y="847"/>
                  </a:lnTo>
                  <a:lnTo>
                    <a:pt x="773" y="881"/>
                  </a:lnTo>
                  <a:lnTo>
                    <a:pt x="729" y="917"/>
                  </a:lnTo>
                  <a:lnTo>
                    <a:pt x="729" y="917"/>
                  </a:lnTo>
                  <a:lnTo>
                    <a:pt x="717" y="925"/>
                  </a:lnTo>
                  <a:lnTo>
                    <a:pt x="717" y="925"/>
                  </a:lnTo>
                  <a:lnTo>
                    <a:pt x="704" y="936"/>
                  </a:lnTo>
                  <a:lnTo>
                    <a:pt x="691" y="948"/>
                  </a:lnTo>
                  <a:lnTo>
                    <a:pt x="678" y="960"/>
                  </a:lnTo>
                  <a:lnTo>
                    <a:pt x="672" y="967"/>
                  </a:lnTo>
                  <a:lnTo>
                    <a:pt x="668" y="974"/>
                  </a:lnTo>
                  <a:lnTo>
                    <a:pt x="664" y="980"/>
                  </a:lnTo>
                  <a:lnTo>
                    <a:pt x="671" y="982"/>
                  </a:lnTo>
                  <a:lnTo>
                    <a:pt x="671" y="982"/>
                  </a:lnTo>
                  <a:lnTo>
                    <a:pt x="699" y="991"/>
                  </a:lnTo>
                  <a:lnTo>
                    <a:pt x="699" y="991"/>
                  </a:lnTo>
                  <a:lnTo>
                    <a:pt x="718" y="996"/>
                  </a:lnTo>
                  <a:lnTo>
                    <a:pt x="738" y="1003"/>
                  </a:lnTo>
                  <a:lnTo>
                    <a:pt x="738" y="1003"/>
                  </a:lnTo>
                  <a:lnTo>
                    <a:pt x="756" y="1007"/>
                  </a:lnTo>
                  <a:lnTo>
                    <a:pt x="772" y="1010"/>
                  </a:lnTo>
                  <a:lnTo>
                    <a:pt x="772" y="1010"/>
                  </a:lnTo>
                  <a:lnTo>
                    <a:pt x="792" y="1014"/>
                  </a:lnTo>
                  <a:lnTo>
                    <a:pt x="811" y="1018"/>
                  </a:lnTo>
                  <a:lnTo>
                    <a:pt x="811" y="1018"/>
                  </a:lnTo>
                  <a:lnTo>
                    <a:pt x="854" y="1028"/>
                  </a:lnTo>
                  <a:lnTo>
                    <a:pt x="897" y="1039"/>
                  </a:lnTo>
                  <a:lnTo>
                    <a:pt x="941" y="1046"/>
                  </a:lnTo>
                  <a:lnTo>
                    <a:pt x="962" y="1049"/>
                  </a:lnTo>
                  <a:lnTo>
                    <a:pt x="984" y="1051"/>
                  </a:lnTo>
                  <a:lnTo>
                    <a:pt x="991" y="1052"/>
                  </a:lnTo>
                  <a:lnTo>
                    <a:pt x="990" y="1045"/>
                  </a:lnTo>
                  <a:lnTo>
                    <a:pt x="990" y="1045"/>
                  </a:lnTo>
                  <a:lnTo>
                    <a:pt x="989" y="1039"/>
                  </a:lnTo>
                  <a:lnTo>
                    <a:pt x="989" y="1039"/>
                  </a:lnTo>
                  <a:lnTo>
                    <a:pt x="987" y="1032"/>
                  </a:lnTo>
                  <a:lnTo>
                    <a:pt x="987" y="1029"/>
                  </a:lnTo>
                  <a:lnTo>
                    <a:pt x="987" y="1027"/>
                  </a:lnTo>
                  <a:lnTo>
                    <a:pt x="987" y="1027"/>
                  </a:lnTo>
                  <a:lnTo>
                    <a:pt x="990" y="1018"/>
                  </a:lnTo>
                  <a:lnTo>
                    <a:pt x="992" y="1008"/>
                  </a:lnTo>
                  <a:lnTo>
                    <a:pt x="993" y="988"/>
                  </a:lnTo>
                  <a:lnTo>
                    <a:pt x="993" y="988"/>
                  </a:lnTo>
                  <a:lnTo>
                    <a:pt x="994" y="974"/>
                  </a:lnTo>
                  <a:lnTo>
                    <a:pt x="994" y="974"/>
                  </a:lnTo>
                  <a:lnTo>
                    <a:pt x="995" y="957"/>
                  </a:lnTo>
                  <a:lnTo>
                    <a:pt x="995" y="957"/>
                  </a:lnTo>
                  <a:lnTo>
                    <a:pt x="998" y="925"/>
                  </a:lnTo>
                  <a:lnTo>
                    <a:pt x="1000" y="910"/>
                  </a:lnTo>
                  <a:lnTo>
                    <a:pt x="1004" y="893"/>
                  </a:lnTo>
                  <a:lnTo>
                    <a:pt x="1004" y="893"/>
                  </a:lnTo>
                  <a:lnTo>
                    <a:pt x="1010" y="856"/>
                  </a:lnTo>
                  <a:lnTo>
                    <a:pt x="1013" y="835"/>
                  </a:lnTo>
                  <a:lnTo>
                    <a:pt x="1015" y="813"/>
                  </a:lnTo>
                  <a:lnTo>
                    <a:pt x="1016" y="793"/>
                  </a:lnTo>
                  <a:lnTo>
                    <a:pt x="1015" y="772"/>
                  </a:lnTo>
                  <a:lnTo>
                    <a:pt x="1014" y="753"/>
                  </a:lnTo>
                  <a:lnTo>
                    <a:pt x="1010" y="734"/>
                  </a:lnTo>
                  <a:lnTo>
                    <a:pt x="1008" y="726"/>
                  </a:lnTo>
                  <a:lnTo>
                    <a:pt x="1002" y="73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91" name="Freeform 207"/>
            <p:cNvSpPr/>
            <p:nvPr>
              <p:custDataLst>
                <p:tags r:id="rId45"/>
              </p:custDataLst>
            </p:nvPr>
          </p:nvSpPr>
          <p:spPr bwMode="auto">
            <a:xfrm>
              <a:off x="4251325" y="2251075"/>
              <a:ext cx="195263" cy="161925"/>
            </a:xfrm>
            <a:custGeom>
              <a:avLst/>
              <a:gdLst/>
              <a:ahLst/>
              <a:cxnLst>
                <a:cxn ang="0">
                  <a:pos x="15" y="307"/>
                </a:cxn>
                <a:cxn ang="0">
                  <a:pos x="9" y="306"/>
                </a:cxn>
                <a:cxn ang="0">
                  <a:pos x="2" y="298"/>
                </a:cxn>
                <a:cxn ang="0">
                  <a:pos x="0" y="293"/>
                </a:cxn>
                <a:cxn ang="0">
                  <a:pos x="2" y="281"/>
                </a:cxn>
                <a:cxn ang="0">
                  <a:pos x="6" y="275"/>
                </a:cxn>
                <a:cxn ang="0">
                  <a:pos x="12" y="272"/>
                </a:cxn>
                <a:cxn ang="0">
                  <a:pos x="18" y="269"/>
                </a:cxn>
                <a:cxn ang="0">
                  <a:pos x="30" y="259"/>
                </a:cxn>
                <a:cxn ang="0">
                  <a:pos x="48" y="238"/>
                </a:cxn>
                <a:cxn ang="0">
                  <a:pos x="59" y="222"/>
                </a:cxn>
                <a:cxn ang="0">
                  <a:pos x="75" y="201"/>
                </a:cxn>
                <a:cxn ang="0">
                  <a:pos x="94" y="180"/>
                </a:cxn>
                <a:cxn ang="0">
                  <a:pos x="136" y="143"/>
                </a:cxn>
                <a:cxn ang="0">
                  <a:pos x="160" y="124"/>
                </a:cxn>
                <a:cxn ang="0">
                  <a:pos x="174" y="112"/>
                </a:cxn>
                <a:cxn ang="0">
                  <a:pos x="224" y="83"/>
                </a:cxn>
                <a:cxn ang="0">
                  <a:pos x="241" y="73"/>
                </a:cxn>
                <a:cxn ang="0">
                  <a:pos x="259" y="63"/>
                </a:cxn>
                <a:cxn ang="0">
                  <a:pos x="305" y="32"/>
                </a:cxn>
                <a:cxn ang="0">
                  <a:pos x="345" y="3"/>
                </a:cxn>
                <a:cxn ang="0">
                  <a:pos x="354" y="0"/>
                </a:cxn>
                <a:cxn ang="0">
                  <a:pos x="359" y="1"/>
                </a:cxn>
                <a:cxn ang="0">
                  <a:pos x="366" y="8"/>
                </a:cxn>
                <a:cxn ang="0">
                  <a:pos x="368" y="12"/>
                </a:cxn>
                <a:cxn ang="0">
                  <a:pos x="369" y="22"/>
                </a:cxn>
                <a:cxn ang="0">
                  <a:pos x="367" y="29"/>
                </a:cxn>
                <a:cxn ang="0">
                  <a:pos x="362" y="35"/>
                </a:cxn>
                <a:cxn ang="0">
                  <a:pos x="339" y="51"/>
                </a:cxn>
                <a:cxn ang="0">
                  <a:pos x="270" y="96"/>
                </a:cxn>
                <a:cxn ang="0">
                  <a:pos x="240" y="115"/>
                </a:cxn>
                <a:cxn ang="0">
                  <a:pos x="180" y="157"/>
                </a:cxn>
                <a:cxn ang="0">
                  <a:pos x="151" y="179"/>
                </a:cxn>
                <a:cxn ang="0">
                  <a:pos x="109" y="218"/>
                </a:cxn>
                <a:cxn ang="0">
                  <a:pos x="78" y="252"/>
                </a:cxn>
                <a:cxn ang="0">
                  <a:pos x="69" y="264"/>
                </a:cxn>
                <a:cxn ang="0">
                  <a:pos x="47" y="290"/>
                </a:cxn>
                <a:cxn ang="0">
                  <a:pos x="35" y="300"/>
                </a:cxn>
                <a:cxn ang="0">
                  <a:pos x="21" y="306"/>
                </a:cxn>
                <a:cxn ang="0">
                  <a:pos x="15" y="307"/>
                </a:cxn>
              </a:cxnLst>
              <a:rect l="0" t="0" r="r" b="b"/>
              <a:pathLst>
                <a:path w="369" h="307">
                  <a:moveTo>
                    <a:pt x="15" y="307"/>
                  </a:moveTo>
                  <a:lnTo>
                    <a:pt x="15" y="307"/>
                  </a:lnTo>
                  <a:lnTo>
                    <a:pt x="12" y="307"/>
                  </a:lnTo>
                  <a:lnTo>
                    <a:pt x="9" y="306"/>
                  </a:lnTo>
                  <a:lnTo>
                    <a:pt x="5" y="303"/>
                  </a:lnTo>
                  <a:lnTo>
                    <a:pt x="2" y="298"/>
                  </a:lnTo>
                  <a:lnTo>
                    <a:pt x="0" y="293"/>
                  </a:lnTo>
                  <a:lnTo>
                    <a:pt x="0" y="293"/>
                  </a:lnTo>
                  <a:lnTo>
                    <a:pt x="0" y="287"/>
                  </a:lnTo>
                  <a:lnTo>
                    <a:pt x="2" y="281"/>
                  </a:lnTo>
                  <a:lnTo>
                    <a:pt x="4" y="277"/>
                  </a:lnTo>
                  <a:lnTo>
                    <a:pt x="6" y="275"/>
                  </a:lnTo>
                  <a:lnTo>
                    <a:pt x="9" y="273"/>
                  </a:lnTo>
                  <a:lnTo>
                    <a:pt x="12" y="272"/>
                  </a:lnTo>
                  <a:lnTo>
                    <a:pt x="12" y="272"/>
                  </a:lnTo>
                  <a:lnTo>
                    <a:pt x="18" y="269"/>
                  </a:lnTo>
                  <a:lnTo>
                    <a:pt x="24" y="265"/>
                  </a:lnTo>
                  <a:lnTo>
                    <a:pt x="30" y="259"/>
                  </a:lnTo>
                  <a:lnTo>
                    <a:pt x="36" y="253"/>
                  </a:lnTo>
                  <a:lnTo>
                    <a:pt x="48" y="238"/>
                  </a:lnTo>
                  <a:lnTo>
                    <a:pt x="59" y="222"/>
                  </a:lnTo>
                  <a:lnTo>
                    <a:pt x="59" y="222"/>
                  </a:lnTo>
                  <a:lnTo>
                    <a:pt x="68" y="210"/>
                  </a:lnTo>
                  <a:lnTo>
                    <a:pt x="75" y="201"/>
                  </a:lnTo>
                  <a:lnTo>
                    <a:pt x="75" y="201"/>
                  </a:lnTo>
                  <a:lnTo>
                    <a:pt x="94" y="180"/>
                  </a:lnTo>
                  <a:lnTo>
                    <a:pt x="114" y="162"/>
                  </a:lnTo>
                  <a:lnTo>
                    <a:pt x="136" y="143"/>
                  </a:lnTo>
                  <a:lnTo>
                    <a:pt x="157" y="126"/>
                  </a:lnTo>
                  <a:lnTo>
                    <a:pt x="160" y="124"/>
                  </a:lnTo>
                  <a:lnTo>
                    <a:pt x="160" y="124"/>
                  </a:lnTo>
                  <a:lnTo>
                    <a:pt x="174" y="112"/>
                  </a:lnTo>
                  <a:lnTo>
                    <a:pt x="190" y="102"/>
                  </a:lnTo>
                  <a:lnTo>
                    <a:pt x="224" y="83"/>
                  </a:lnTo>
                  <a:lnTo>
                    <a:pt x="224" y="83"/>
                  </a:lnTo>
                  <a:lnTo>
                    <a:pt x="241" y="73"/>
                  </a:lnTo>
                  <a:lnTo>
                    <a:pt x="259" y="63"/>
                  </a:lnTo>
                  <a:lnTo>
                    <a:pt x="259" y="63"/>
                  </a:lnTo>
                  <a:lnTo>
                    <a:pt x="283" y="47"/>
                  </a:lnTo>
                  <a:lnTo>
                    <a:pt x="305" y="32"/>
                  </a:lnTo>
                  <a:lnTo>
                    <a:pt x="345" y="3"/>
                  </a:lnTo>
                  <a:lnTo>
                    <a:pt x="345" y="3"/>
                  </a:lnTo>
                  <a:lnTo>
                    <a:pt x="350" y="1"/>
                  </a:lnTo>
                  <a:lnTo>
                    <a:pt x="354" y="0"/>
                  </a:lnTo>
                  <a:lnTo>
                    <a:pt x="354" y="0"/>
                  </a:lnTo>
                  <a:lnTo>
                    <a:pt x="359" y="1"/>
                  </a:lnTo>
                  <a:lnTo>
                    <a:pt x="363" y="4"/>
                  </a:lnTo>
                  <a:lnTo>
                    <a:pt x="366" y="8"/>
                  </a:lnTo>
                  <a:lnTo>
                    <a:pt x="368" y="12"/>
                  </a:lnTo>
                  <a:lnTo>
                    <a:pt x="368" y="12"/>
                  </a:lnTo>
                  <a:lnTo>
                    <a:pt x="369" y="16"/>
                  </a:lnTo>
                  <a:lnTo>
                    <a:pt x="369" y="22"/>
                  </a:lnTo>
                  <a:lnTo>
                    <a:pt x="369" y="25"/>
                  </a:lnTo>
                  <a:lnTo>
                    <a:pt x="367" y="29"/>
                  </a:lnTo>
                  <a:lnTo>
                    <a:pt x="365" y="32"/>
                  </a:lnTo>
                  <a:lnTo>
                    <a:pt x="362" y="35"/>
                  </a:lnTo>
                  <a:lnTo>
                    <a:pt x="362" y="35"/>
                  </a:lnTo>
                  <a:lnTo>
                    <a:pt x="339" y="51"/>
                  </a:lnTo>
                  <a:lnTo>
                    <a:pt x="317" y="67"/>
                  </a:lnTo>
                  <a:lnTo>
                    <a:pt x="270" y="96"/>
                  </a:lnTo>
                  <a:lnTo>
                    <a:pt x="270" y="96"/>
                  </a:lnTo>
                  <a:lnTo>
                    <a:pt x="240" y="115"/>
                  </a:lnTo>
                  <a:lnTo>
                    <a:pt x="210" y="135"/>
                  </a:lnTo>
                  <a:lnTo>
                    <a:pt x="180" y="157"/>
                  </a:lnTo>
                  <a:lnTo>
                    <a:pt x="151" y="179"/>
                  </a:lnTo>
                  <a:lnTo>
                    <a:pt x="151" y="179"/>
                  </a:lnTo>
                  <a:lnTo>
                    <a:pt x="131" y="198"/>
                  </a:lnTo>
                  <a:lnTo>
                    <a:pt x="109" y="218"/>
                  </a:lnTo>
                  <a:lnTo>
                    <a:pt x="88" y="239"/>
                  </a:lnTo>
                  <a:lnTo>
                    <a:pt x="78" y="252"/>
                  </a:lnTo>
                  <a:lnTo>
                    <a:pt x="69" y="264"/>
                  </a:lnTo>
                  <a:lnTo>
                    <a:pt x="69" y="264"/>
                  </a:lnTo>
                  <a:lnTo>
                    <a:pt x="59" y="277"/>
                  </a:lnTo>
                  <a:lnTo>
                    <a:pt x="47" y="290"/>
                  </a:lnTo>
                  <a:lnTo>
                    <a:pt x="42" y="295"/>
                  </a:lnTo>
                  <a:lnTo>
                    <a:pt x="35" y="300"/>
                  </a:lnTo>
                  <a:lnTo>
                    <a:pt x="29" y="304"/>
                  </a:lnTo>
                  <a:lnTo>
                    <a:pt x="21" y="306"/>
                  </a:lnTo>
                  <a:lnTo>
                    <a:pt x="21" y="306"/>
                  </a:lnTo>
                  <a:lnTo>
                    <a:pt x="15" y="307"/>
                  </a:lnTo>
                  <a:lnTo>
                    <a:pt x="15" y="307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92" name="Freeform 208"/>
            <p:cNvSpPr/>
            <p:nvPr>
              <p:custDataLst>
                <p:tags r:id="rId46"/>
              </p:custDataLst>
            </p:nvPr>
          </p:nvSpPr>
          <p:spPr bwMode="auto">
            <a:xfrm>
              <a:off x="4284663" y="2282825"/>
              <a:ext cx="195263" cy="171450"/>
            </a:xfrm>
            <a:custGeom>
              <a:avLst/>
              <a:gdLst/>
              <a:ahLst/>
              <a:cxnLst>
                <a:cxn ang="0">
                  <a:pos x="15" y="323"/>
                </a:cxn>
                <a:cxn ang="0">
                  <a:pos x="6" y="319"/>
                </a:cxn>
                <a:cxn ang="0">
                  <a:pos x="1" y="309"/>
                </a:cxn>
                <a:cxn ang="0">
                  <a:pos x="0" y="306"/>
                </a:cxn>
                <a:cxn ang="0">
                  <a:pos x="0" y="297"/>
                </a:cxn>
                <a:cxn ang="0">
                  <a:pos x="4" y="290"/>
                </a:cxn>
                <a:cxn ang="0">
                  <a:pos x="7" y="287"/>
                </a:cxn>
                <a:cxn ang="0">
                  <a:pos x="15" y="277"/>
                </a:cxn>
                <a:cxn ang="0">
                  <a:pos x="20" y="266"/>
                </a:cxn>
                <a:cxn ang="0">
                  <a:pos x="29" y="253"/>
                </a:cxn>
                <a:cxn ang="0">
                  <a:pos x="48" y="230"/>
                </a:cxn>
                <a:cxn ang="0">
                  <a:pos x="68" y="211"/>
                </a:cxn>
                <a:cxn ang="0">
                  <a:pos x="94" y="190"/>
                </a:cxn>
                <a:cxn ang="0">
                  <a:pos x="126" y="162"/>
                </a:cxn>
                <a:cxn ang="0">
                  <a:pos x="159" y="135"/>
                </a:cxn>
                <a:cxn ang="0">
                  <a:pos x="187" y="111"/>
                </a:cxn>
                <a:cxn ang="0">
                  <a:pos x="236" y="73"/>
                </a:cxn>
                <a:cxn ang="0">
                  <a:pos x="254" y="61"/>
                </a:cxn>
                <a:cxn ang="0">
                  <a:pos x="311" y="23"/>
                </a:cxn>
                <a:cxn ang="0">
                  <a:pos x="344" y="3"/>
                </a:cxn>
                <a:cxn ang="0">
                  <a:pos x="348" y="1"/>
                </a:cxn>
                <a:cxn ang="0">
                  <a:pos x="352" y="0"/>
                </a:cxn>
                <a:cxn ang="0">
                  <a:pos x="358" y="2"/>
                </a:cxn>
                <a:cxn ang="0">
                  <a:pos x="366" y="9"/>
                </a:cxn>
                <a:cxn ang="0">
                  <a:pos x="368" y="14"/>
                </a:cxn>
                <a:cxn ang="0">
                  <a:pos x="369" y="22"/>
                </a:cxn>
                <a:cxn ang="0">
                  <a:pos x="366" y="29"/>
                </a:cxn>
                <a:cxn ang="0">
                  <a:pos x="361" y="35"/>
                </a:cxn>
                <a:cxn ang="0">
                  <a:pos x="325" y="57"/>
                </a:cxn>
                <a:cxn ang="0">
                  <a:pos x="271" y="92"/>
                </a:cxn>
                <a:cxn ang="0">
                  <a:pos x="250" y="107"/>
                </a:cxn>
                <a:cxn ang="0">
                  <a:pos x="190" y="157"/>
                </a:cxn>
                <a:cxn ang="0">
                  <a:pos x="164" y="179"/>
                </a:cxn>
                <a:cxn ang="0">
                  <a:pos x="134" y="203"/>
                </a:cxn>
                <a:cxn ang="0">
                  <a:pos x="102" y="229"/>
                </a:cxn>
                <a:cxn ang="0">
                  <a:pos x="72" y="258"/>
                </a:cxn>
                <a:cxn ang="0">
                  <a:pos x="66" y="264"/>
                </a:cxn>
                <a:cxn ang="0">
                  <a:pos x="51" y="286"/>
                </a:cxn>
                <a:cxn ang="0">
                  <a:pos x="46" y="295"/>
                </a:cxn>
                <a:cxn ang="0">
                  <a:pos x="33" y="312"/>
                </a:cxn>
                <a:cxn ang="0">
                  <a:pos x="24" y="319"/>
                </a:cxn>
                <a:cxn ang="0">
                  <a:pos x="15" y="323"/>
                </a:cxn>
              </a:cxnLst>
              <a:rect l="0" t="0" r="r" b="b"/>
              <a:pathLst>
                <a:path w="369" h="323">
                  <a:moveTo>
                    <a:pt x="15" y="323"/>
                  </a:moveTo>
                  <a:lnTo>
                    <a:pt x="15" y="323"/>
                  </a:lnTo>
                  <a:lnTo>
                    <a:pt x="10" y="322"/>
                  </a:lnTo>
                  <a:lnTo>
                    <a:pt x="6" y="319"/>
                  </a:lnTo>
                  <a:lnTo>
                    <a:pt x="3" y="315"/>
                  </a:lnTo>
                  <a:lnTo>
                    <a:pt x="1" y="309"/>
                  </a:lnTo>
                  <a:lnTo>
                    <a:pt x="1" y="309"/>
                  </a:lnTo>
                  <a:lnTo>
                    <a:pt x="0" y="306"/>
                  </a:lnTo>
                  <a:lnTo>
                    <a:pt x="0" y="300"/>
                  </a:lnTo>
                  <a:lnTo>
                    <a:pt x="0" y="297"/>
                  </a:lnTo>
                  <a:lnTo>
                    <a:pt x="2" y="294"/>
                  </a:lnTo>
                  <a:lnTo>
                    <a:pt x="4" y="290"/>
                  </a:lnTo>
                  <a:lnTo>
                    <a:pt x="7" y="287"/>
                  </a:lnTo>
                  <a:lnTo>
                    <a:pt x="7" y="287"/>
                  </a:lnTo>
                  <a:lnTo>
                    <a:pt x="11" y="283"/>
                  </a:lnTo>
                  <a:lnTo>
                    <a:pt x="15" y="277"/>
                  </a:lnTo>
                  <a:lnTo>
                    <a:pt x="20" y="266"/>
                  </a:lnTo>
                  <a:lnTo>
                    <a:pt x="20" y="266"/>
                  </a:lnTo>
                  <a:lnTo>
                    <a:pt x="24" y="259"/>
                  </a:lnTo>
                  <a:lnTo>
                    <a:pt x="29" y="253"/>
                  </a:lnTo>
                  <a:lnTo>
                    <a:pt x="29" y="253"/>
                  </a:lnTo>
                  <a:lnTo>
                    <a:pt x="48" y="230"/>
                  </a:lnTo>
                  <a:lnTo>
                    <a:pt x="59" y="221"/>
                  </a:lnTo>
                  <a:lnTo>
                    <a:pt x="68" y="211"/>
                  </a:lnTo>
                  <a:lnTo>
                    <a:pt x="68" y="211"/>
                  </a:lnTo>
                  <a:lnTo>
                    <a:pt x="94" y="190"/>
                  </a:lnTo>
                  <a:lnTo>
                    <a:pt x="94" y="190"/>
                  </a:lnTo>
                  <a:lnTo>
                    <a:pt x="126" y="162"/>
                  </a:lnTo>
                  <a:lnTo>
                    <a:pt x="159" y="135"/>
                  </a:lnTo>
                  <a:lnTo>
                    <a:pt x="159" y="135"/>
                  </a:lnTo>
                  <a:lnTo>
                    <a:pt x="187" y="111"/>
                  </a:lnTo>
                  <a:lnTo>
                    <a:pt x="187" y="111"/>
                  </a:lnTo>
                  <a:lnTo>
                    <a:pt x="220" y="85"/>
                  </a:lnTo>
                  <a:lnTo>
                    <a:pt x="236" y="73"/>
                  </a:lnTo>
                  <a:lnTo>
                    <a:pt x="254" y="61"/>
                  </a:lnTo>
                  <a:lnTo>
                    <a:pt x="254" y="61"/>
                  </a:lnTo>
                  <a:lnTo>
                    <a:pt x="282" y="41"/>
                  </a:lnTo>
                  <a:lnTo>
                    <a:pt x="311" y="23"/>
                  </a:lnTo>
                  <a:lnTo>
                    <a:pt x="311" y="23"/>
                  </a:lnTo>
                  <a:lnTo>
                    <a:pt x="344" y="3"/>
                  </a:lnTo>
                  <a:lnTo>
                    <a:pt x="344" y="3"/>
                  </a:lnTo>
                  <a:lnTo>
                    <a:pt x="348" y="1"/>
                  </a:lnTo>
                  <a:lnTo>
                    <a:pt x="352" y="0"/>
                  </a:lnTo>
                  <a:lnTo>
                    <a:pt x="352" y="0"/>
                  </a:lnTo>
                  <a:lnTo>
                    <a:pt x="355" y="1"/>
                  </a:lnTo>
                  <a:lnTo>
                    <a:pt x="358" y="2"/>
                  </a:lnTo>
                  <a:lnTo>
                    <a:pt x="363" y="5"/>
                  </a:lnTo>
                  <a:lnTo>
                    <a:pt x="366" y="9"/>
                  </a:lnTo>
                  <a:lnTo>
                    <a:pt x="368" y="14"/>
                  </a:lnTo>
                  <a:lnTo>
                    <a:pt x="368" y="14"/>
                  </a:lnTo>
                  <a:lnTo>
                    <a:pt x="369" y="17"/>
                  </a:lnTo>
                  <a:lnTo>
                    <a:pt x="369" y="22"/>
                  </a:lnTo>
                  <a:lnTo>
                    <a:pt x="368" y="25"/>
                  </a:lnTo>
                  <a:lnTo>
                    <a:pt x="366" y="29"/>
                  </a:lnTo>
                  <a:lnTo>
                    <a:pt x="364" y="32"/>
                  </a:lnTo>
                  <a:lnTo>
                    <a:pt x="361" y="35"/>
                  </a:lnTo>
                  <a:lnTo>
                    <a:pt x="361" y="35"/>
                  </a:lnTo>
                  <a:lnTo>
                    <a:pt x="325" y="57"/>
                  </a:lnTo>
                  <a:lnTo>
                    <a:pt x="325" y="57"/>
                  </a:lnTo>
                  <a:lnTo>
                    <a:pt x="271" y="92"/>
                  </a:lnTo>
                  <a:lnTo>
                    <a:pt x="271" y="92"/>
                  </a:lnTo>
                  <a:lnTo>
                    <a:pt x="250" y="107"/>
                  </a:lnTo>
                  <a:lnTo>
                    <a:pt x="229" y="123"/>
                  </a:lnTo>
                  <a:lnTo>
                    <a:pt x="190" y="157"/>
                  </a:lnTo>
                  <a:lnTo>
                    <a:pt x="190" y="157"/>
                  </a:lnTo>
                  <a:lnTo>
                    <a:pt x="164" y="179"/>
                  </a:lnTo>
                  <a:lnTo>
                    <a:pt x="164" y="179"/>
                  </a:lnTo>
                  <a:lnTo>
                    <a:pt x="134" y="203"/>
                  </a:lnTo>
                  <a:lnTo>
                    <a:pt x="134" y="203"/>
                  </a:lnTo>
                  <a:lnTo>
                    <a:pt x="102" y="229"/>
                  </a:lnTo>
                  <a:lnTo>
                    <a:pt x="86" y="242"/>
                  </a:lnTo>
                  <a:lnTo>
                    <a:pt x="72" y="258"/>
                  </a:lnTo>
                  <a:lnTo>
                    <a:pt x="72" y="258"/>
                  </a:lnTo>
                  <a:lnTo>
                    <a:pt x="66" y="264"/>
                  </a:lnTo>
                  <a:lnTo>
                    <a:pt x="61" y="271"/>
                  </a:lnTo>
                  <a:lnTo>
                    <a:pt x="51" y="286"/>
                  </a:lnTo>
                  <a:lnTo>
                    <a:pt x="51" y="286"/>
                  </a:lnTo>
                  <a:lnTo>
                    <a:pt x="46" y="295"/>
                  </a:lnTo>
                  <a:lnTo>
                    <a:pt x="40" y="303"/>
                  </a:lnTo>
                  <a:lnTo>
                    <a:pt x="33" y="312"/>
                  </a:lnTo>
                  <a:lnTo>
                    <a:pt x="24" y="319"/>
                  </a:lnTo>
                  <a:lnTo>
                    <a:pt x="24" y="319"/>
                  </a:lnTo>
                  <a:lnTo>
                    <a:pt x="19" y="322"/>
                  </a:lnTo>
                  <a:lnTo>
                    <a:pt x="15" y="323"/>
                  </a:lnTo>
                  <a:lnTo>
                    <a:pt x="15" y="32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93" name="Freeform 209"/>
            <p:cNvSpPr/>
            <p:nvPr>
              <p:custDataLst>
                <p:tags r:id="rId47"/>
              </p:custDataLst>
            </p:nvPr>
          </p:nvSpPr>
          <p:spPr bwMode="auto">
            <a:xfrm>
              <a:off x="4446588" y="2346325"/>
              <a:ext cx="285750" cy="307975"/>
            </a:xfrm>
            <a:custGeom>
              <a:avLst/>
              <a:gdLst/>
              <a:ahLst/>
              <a:cxnLst>
                <a:cxn ang="0">
                  <a:pos x="524" y="583"/>
                </a:cxn>
                <a:cxn ang="0">
                  <a:pos x="515" y="580"/>
                </a:cxn>
                <a:cxn ang="0">
                  <a:pos x="501" y="571"/>
                </a:cxn>
                <a:cxn ang="0">
                  <a:pos x="476" y="549"/>
                </a:cxn>
                <a:cxn ang="0">
                  <a:pos x="437" y="513"/>
                </a:cxn>
                <a:cxn ang="0">
                  <a:pos x="414" y="488"/>
                </a:cxn>
                <a:cxn ang="0">
                  <a:pos x="388" y="460"/>
                </a:cxn>
                <a:cxn ang="0">
                  <a:pos x="339" y="409"/>
                </a:cxn>
                <a:cxn ang="0">
                  <a:pos x="300" y="361"/>
                </a:cxn>
                <a:cxn ang="0">
                  <a:pos x="288" y="344"/>
                </a:cxn>
                <a:cxn ang="0">
                  <a:pos x="246" y="293"/>
                </a:cxn>
                <a:cxn ang="0">
                  <a:pos x="202" y="245"/>
                </a:cxn>
                <a:cxn ang="0">
                  <a:pos x="167" y="208"/>
                </a:cxn>
                <a:cxn ang="0">
                  <a:pos x="134" y="170"/>
                </a:cxn>
                <a:cxn ang="0">
                  <a:pos x="121" y="153"/>
                </a:cxn>
                <a:cxn ang="0">
                  <a:pos x="95" y="121"/>
                </a:cxn>
                <a:cxn ang="0">
                  <a:pos x="54" y="76"/>
                </a:cxn>
                <a:cxn ang="0">
                  <a:pos x="24" y="48"/>
                </a:cxn>
                <a:cxn ang="0">
                  <a:pos x="8" y="36"/>
                </a:cxn>
                <a:cxn ang="0">
                  <a:pos x="3" y="29"/>
                </a:cxn>
                <a:cxn ang="0">
                  <a:pos x="0" y="22"/>
                </a:cxn>
                <a:cxn ang="0">
                  <a:pos x="1" y="13"/>
                </a:cxn>
                <a:cxn ang="0">
                  <a:pos x="4" y="8"/>
                </a:cxn>
                <a:cxn ang="0">
                  <a:pos x="12" y="1"/>
                </a:cxn>
                <a:cxn ang="0">
                  <a:pos x="16" y="0"/>
                </a:cxn>
                <a:cxn ang="0">
                  <a:pos x="25" y="3"/>
                </a:cxn>
                <a:cxn ang="0">
                  <a:pos x="41" y="15"/>
                </a:cxn>
                <a:cxn ang="0">
                  <a:pos x="70" y="41"/>
                </a:cxn>
                <a:cxn ang="0">
                  <a:pos x="110" y="84"/>
                </a:cxn>
                <a:cxn ang="0">
                  <a:pos x="136" y="115"/>
                </a:cxn>
                <a:cxn ang="0">
                  <a:pos x="206" y="198"/>
                </a:cxn>
                <a:cxn ang="0">
                  <a:pos x="290" y="291"/>
                </a:cxn>
                <a:cxn ang="0">
                  <a:pos x="303" y="306"/>
                </a:cxn>
                <a:cxn ang="0">
                  <a:pos x="341" y="353"/>
                </a:cxn>
                <a:cxn ang="0">
                  <a:pos x="371" y="390"/>
                </a:cxn>
                <a:cxn ang="0">
                  <a:pos x="403" y="425"/>
                </a:cxn>
                <a:cxn ang="0">
                  <a:pos x="433" y="457"/>
                </a:cxn>
                <a:cxn ang="0">
                  <a:pos x="457" y="482"/>
                </a:cxn>
                <a:cxn ang="0">
                  <a:pos x="493" y="518"/>
                </a:cxn>
                <a:cxn ang="0">
                  <a:pos x="519" y="540"/>
                </a:cxn>
                <a:cxn ang="0">
                  <a:pos x="532" y="549"/>
                </a:cxn>
                <a:cxn ang="0">
                  <a:pos x="539" y="554"/>
                </a:cxn>
                <a:cxn ang="0">
                  <a:pos x="541" y="560"/>
                </a:cxn>
                <a:cxn ang="0">
                  <a:pos x="541" y="570"/>
                </a:cxn>
                <a:cxn ang="0">
                  <a:pos x="539" y="575"/>
                </a:cxn>
                <a:cxn ang="0">
                  <a:pos x="530" y="582"/>
                </a:cxn>
                <a:cxn ang="0">
                  <a:pos x="524" y="583"/>
                </a:cxn>
              </a:cxnLst>
              <a:rect l="0" t="0" r="r" b="b"/>
              <a:pathLst>
                <a:path w="541" h="583">
                  <a:moveTo>
                    <a:pt x="524" y="583"/>
                  </a:moveTo>
                  <a:lnTo>
                    <a:pt x="524" y="583"/>
                  </a:lnTo>
                  <a:lnTo>
                    <a:pt x="520" y="582"/>
                  </a:lnTo>
                  <a:lnTo>
                    <a:pt x="515" y="580"/>
                  </a:lnTo>
                  <a:lnTo>
                    <a:pt x="515" y="580"/>
                  </a:lnTo>
                  <a:lnTo>
                    <a:pt x="501" y="571"/>
                  </a:lnTo>
                  <a:lnTo>
                    <a:pt x="488" y="560"/>
                  </a:lnTo>
                  <a:lnTo>
                    <a:pt x="476" y="549"/>
                  </a:lnTo>
                  <a:lnTo>
                    <a:pt x="462" y="538"/>
                  </a:lnTo>
                  <a:lnTo>
                    <a:pt x="437" y="513"/>
                  </a:lnTo>
                  <a:lnTo>
                    <a:pt x="414" y="488"/>
                  </a:lnTo>
                  <a:lnTo>
                    <a:pt x="414" y="488"/>
                  </a:lnTo>
                  <a:lnTo>
                    <a:pt x="388" y="460"/>
                  </a:lnTo>
                  <a:lnTo>
                    <a:pt x="388" y="460"/>
                  </a:lnTo>
                  <a:lnTo>
                    <a:pt x="365" y="437"/>
                  </a:lnTo>
                  <a:lnTo>
                    <a:pt x="339" y="409"/>
                  </a:lnTo>
                  <a:lnTo>
                    <a:pt x="313" y="377"/>
                  </a:lnTo>
                  <a:lnTo>
                    <a:pt x="300" y="361"/>
                  </a:lnTo>
                  <a:lnTo>
                    <a:pt x="288" y="344"/>
                  </a:lnTo>
                  <a:lnTo>
                    <a:pt x="288" y="344"/>
                  </a:lnTo>
                  <a:lnTo>
                    <a:pt x="268" y="319"/>
                  </a:lnTo>
                  <a:lnTo>
                    <a:pt x="246" y="293"/>
                  </a:lnTo>
                  <a:lnTo>
                    <a:pt x="224" y="269"/>
                  </a:lnTo>
                  <a:lnTo>
                    <a:pt x="202" y="245"/>
                  </a:lnTo>
                  <a:lnTo>
                    <a:pt x="202" y="245"/>
                  </a:lnTo>
                  <a:lnTo>
                    <a:pt x="167" y="208"/>
                  </a:lnTo>
                  <a:lnTo>
                    <a:pt x="150" y="189"/>
                  </a:lnTo>
                  <a:lnTo>
                    <a:pt x="134" y="170"/>
                  </a:lnTo>
                  <a:lnTo>
                    <a:pt x="134" y="170"/>
                  </a:lnTo>
                  <a:lnTo>
                    <a:pt x="121" y="153"/>
                  </a:lnTo>
                  <a:lnTo>
                    <a:pt x="121" y="153"/>
                  </a:lnTo>
                  <a:lnTo>
                    <a:pt x="95" y="121"/>
                  </a:lnTo>
                  <a:lnTo>
                    <a:pt x="69" y="90"/>
                  </a:lnTo>
                  <a:lnTo>
                    <a:pt x="54" y="76"/>
                  </a:lnTo>
                  <a:lnTo>
                    <a:pt x="40" y="61"/>
                  </a:lnTo>
                  <a:lnTo>
                    <a:pt x="24" y="48"/>
                  </a:lnTo>
                  <a:lnTo>
                    <a:pt x="8" y="36"/>
                  </a:lnTo>
                  <a:lnTo>
                    <a:pt x="8" y="36"/>
                  </a:lnTo>
                  <a:lnTo>
                    <a:pt x="5" y="32"/>
                  </a:lnTo>
                  <a:lnTo>
                    <a:pt x="3" y="29"/>
                  </a:lnTo>
                  <a:lnTo>
                    <a:pt x="0" y="25"/>
                  </a:lnTo>
                  <a:lnTo>
                    <a:pt x="0" y="22"/>
                  </a:lnTo>
                  <a:lnTo>
                    <a:pt x="0" y="17"/>
                  </a:lnTo>
                  <a:lnTo>
                    <a:pt x="1" y="13"/>
                  </a:lnTo>
                  <a:lnTo>
                    <a:pt x="1" y="13"/>
                  </a:lnTo>
                  <a:lnTo>
                    <a:pt x="4" y="8"/>
                  </a:lnTo>
                  <a:lnTo>
                    <a:pt x="7" y="3"/>
                  </a:lnTo>
                  <a:lnTo>
                    <a:pt x="12" y="1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21" y="0"/>
                  </a:lnTo>
                  <a:lnTo>
                    <a:pt x="25" y="3"/>
                  </a:lnTo>
                  <a:lnTo>
                    <a:pt x="25" y="3"/>
                  </a:lnTo>
                  <a:lnTo>
                    <a:pt x="41" y="15"/>
                  </a:lnTo>
                  <a:lnTo>
                    <a:pt x="55" y="28"/>
                  </a:lnTo>
                  <a:lnTo>
                    <a:pt x="70" y="41"/>
                  </a:lnTo>
                  <a:lnTo>
                    <a:pt x="83" y="55"/>
                  </a:lnTo>
                  <a:lnTo>
                    <a:pt x="110" y="84"/>
                  </a:lnTo>
                  <a:lnTo>
                    <a:pt x="136" y="115"/>
                  </a:lnTo>
                  <a:lnTo>
                    <a:pt x="136" y="115"/>
                  </a:lnTo>
                  <a:lnTo>
                    <a:pt x="170" y="156"/>
                  </a:lnTo>
                  <a:lnTo>
                    <a:pt x="206" y="198"/>
                  </a:lnTo>
                  <a:lnTo>
                    <a:pt x="246" y="242"/>
                  </a:lnTo>
                  <a:lnTo>
                    <a:pt x="290" y="291"/>
                  </a:lnTo>
                  <a:lnTo>
                    <a:pt x="290" y="291"/>
                  </a:lnTo>
                  <a:lnTo>
                    <a:pt x="303" y="306"/>
                  </a:lnTo>
                  <a:lnTo>
                    <a:pt x="317" y="322"/>
                  </a:lnTo>
                  <a:lnTo>
                    <a:pt x="341" y="353"/>
                  </a:lnTo>
                  <a:lnTo>
                    <a:pt x="341" y="353"/>
                  </a:lnTo>
                  <a:lnTo>
                    <a:pt x="371" y="390"/>
                  </a:lnTo>
                  <a:lnTo>
                    <a:pt x="387" y="407"/>
                  </a:lnTo>
                  <a:lnTo>
                    <a:pt x="403" y="425"/>
                  </a:lnTo>
                  <a:lnTo>
                    <a:pt x="403" y="425"/>
                  </a:lnTo>
                  <a:lnTo>
                    <a:pt x="433" y="457"/>
                  </a:lnTo>
                  <a:lnTo>
                    <a:pt x="433" y="457"/>
                  </a:lnTo>
                  <a:lnTo>
                    <a:pt x="457" y="482"/>
                  </a:lnTo>
                  <a:lnTo>
                    <a:pt x="481" y="507"/>
                  </a:lnTo>
                  <a:lnTo>
                    <a:pt x="493" y="518"/>
                  </a:lnTo>
                  <a:lnTo>
                    <a:pt x="507" y="529"/>
                  </a:lnTo>
                  <a:lnTo>
                    <a:pt x="519" y="540"/>
                  </a:lnTo>
                  <a:lnTo>
                    <a:pt x="532" y="549"/>
                  </a:lnTo>
                  <a:lnTo>
                    <a:pt x="532" y="549"/>
                  </a:lnTo>
                  <a:lnTo>
                    <a:pt x="537" y="552"/>
                  </a:lnTo>
                  <a:lnTo>
                    <a:pt x="539" y="554"/>
                  </a:lnTo>
                  <a:lnTo>
                    <a:pt x="540" y="557"/>
                  </a:lnTo>
                  <a:lnTo>
                    <a:pt x="541" y="560"/>
                  </a:lnTo>
                  <a:lnTo>
                    <a:pt x="541" y="565"/>
                  </a:lnTo>
                  <a:lnTo>
                    <a:pt x="541" y="570"/>
                  </a:lnTo>
                  <a:lnTo>
                    <a:pt x="541" y="570"/>
                  </a:lnTo>
                  <a:lnTo>
                    <a:pt x="539" y="575"/>
                  </a:lnTo>
                  <a:lnTo>
                    <a:pt x="534" y="579"/>
                  </a:lnTo>
                  <a:lnTo>
                    <a:pt x="530" y="582"/>
                  </a:lnTo>
                  <a:lnTo>
                    <a:pt x="527" y="583"/>
                  </a:lnTo>
                  <a:lnTo>
                    <a:pt x="524" y="583"/>
                  </a:lnTo>
                  <a:lnTo>
                    <a:pt x="524" y="58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94" name="Freeform 210"/>
            <p:cNvSpPr/>
            <p:nvPr>
              <p:custDataLst>
                <p:tags r:id="rId48"/>
              </p:custDataLst>
            </p:nvPr>
          </p:nvSpPr>
          <p:spPr bwMode="auto">
            <a:xfrm>
              <a:off x="4349750" y="2435225"/>
              <a:ext cx="273050" cy="288925"/>
            </a:xfrm>
            <a:custGeom>
              <a:avLst/>
              <a:gdLst/>
              <a:ahLst/>
              <a:cxnLst>
                <a:cxn ang="0">
                  <a:pos x="493" y="546"/>
                </a:cxn>
                <a:cxn ang="0">
                  <a:pos x="481" y="537"/>
                </a:cxn>
                <a:cxn ang="0">
                  <a:pos x="475" y="524"/>
                </a:cxn>
                <a:cxn ang="0">
                  <a:pos x="457" y="505"/>
                </a:cxn>
                <a:cxn ang="0">
                  <a:pos x="444" y="490"/>
                </a:cxn>
                <a:cxn ang="0">
                  <a:pos x="436" y="479"/>
                </a:cxn>
                <a:cxn ang="0">
                  <a:pos x="411" y="452"/>
                </a:cxn>
                <a:cxn ang="0">
                  <a:pos x="402" y="443"/>
                </a:cxn>
                <a:cxn ang="0">
                  <a:pos x="387" y="420"/>
                </a:cxn>
                <a:cxn ang="0">
                  <a:pos x="376" y="410"/>
                </a:cxn>
                <a:cxn ang="0">
                  <a:pos x="345" y="378"/>
                </a:cxn>
                <a:cxn ang="0">
                  <a:pos x="321" y="352"/>
                </a:cxn>
                <a:cxn ang="0">
                  <a:pos x="280" y="313"/>
                </a:cxn>
                <a:cxn ang="0">
                  <a:pos x="252" y="285"/>
                </a:cxn>
                <a:cxn ang="0">
                  <a:pos x="151" y="183"/>
                </a:cxn>
                <a:cxn ang="0">
                  <a:pos x="106" y="136"/>
                </a:cxn>
                <a:cxn ang="0">
                  <a:pos x="64" y="92"/>
                </a:cxn>
                <a:cxn ang="0">
                  <a:pos x="33" y="58"/>
                </a:cxn>
                <a:cxn ang="0">
                  <a:pos x="13" y="39"/>
                </a:cxn>
                <a:cxn ang="0">
                  <a:pos x="3" y="26"/>
                </a:cxn>
                <a:cxn ang="0">
                  <a:pos x="0" y="14"/>
                </a:cxn>
                <a:cxn ang="0">
                  <a:pos x="5" y="6"/>
                </a:cxn>
                <a:cxn ang="0">
                  <a:pos x="19" y="0"/>
                </a:cxn>
                <a:cxn ang="0">
                  <a:pos x="26" y="2"/>
                </a:cxn>
                <a:cxn ang="0">
                  <a:pos x="34" y="8"/>
                </a:cxn>
                <a:cxn ang="0">
                  <a:pos x="72" y="47"/>
                </a:cxn>
                <a:cxn ang="0">
                  <a:pos x="94" y="67"/>
                </a:cxn>
                <a:cxn ang="0">
                  <a:pos x="151" y="133"/>
                </a:cxn>
                <a:cxn ang="0">
                  <a:pos x="191" y="176"/>
                </a:cxn>
                <a:cxn ang="0">
                  <a:pos x="275" y="260"/>
                </a:cxn>
                <a:cxn ang="0">
                  <a:pos x="311" y="293"/>
                </a:cxn>
                <a:cxn ang="0">
                  <a:pos x="364" y="343"/>
                </a:cxn>
                <a:cxn ang="0">
                  <a:pos x="407" y="387"/>
                </a:cxn>
                <a:cxn ang="0">
                  <a:pos x="423" y="411"/>
                </a:cxn>
                <a:cxn ang="0">
                  <a:pos x="440" y="429"/>
                </a:cxn>
                <a:cxn ang="0">
                  <a:pos x="452" y="440"/>
                </a:cxn>
                <a:cxn ang="0">
                  <a:pos x="460" y="452"/>
                </a:cxn>
                <a:cxn ang="0">
                  <a:pos x="481" y="478"/>
                </a:cxn>
                <a:cxn ang="0">
                  <a:pos x="496" y="493"/>
                </a:cxn>
                <a:cxn ang="0">
                  <a:pos x="508" y="510"/>
                </a:cxn>
                <a:cxn ang="0">
                  <a:pos x="512" y="513"/>
                </a:cxn>
                <a:cxn ang="0">
                  <a:pos x="515" y="524"/>
                </a:cxn>
                <a:cxn ang="0">
                  <a:pos x="515" y="533"/>
                </a:cxn>
                <a:cxn ang="0">
                  <a:pos x="510" y="542"/>
                </a:cxn>
                <a:cxn ang="0">
                  <a:pos x="499" y="546"/>
                </a:cxn>
              </a:cxnLst>
              <a:rect l="0" t="0" r="r" b="b"/>
              <a:pathLst>
                <a:path w="515" h="546">
                  <a:moveTo>
                    <a:pt x="499" y="546"/>
                  </a:moveTo>
                  <a:lnTo>
                    <a:pt x="499" y="546"/>
                  </a:lnTo>
                  <a:lnTo>
                    <a:pt x="493" y="546"/>
                  </a:lnTo>
                  <a:lnTo>
                    <a:pt x="488" y="543"/>
                  </a:lnTo>
                  <a:lnTo>
                    <a:pt x="483" y="540"/>
                  </a:lnTo>
                  <a:lnTo>
                    <a:pt x="481" y="537"/>
                  </a:lnTo>
                  <a:lnTo>
                    <a:pt x="480" y="534"/>
                  </a:lnTo>
                  <a:lnTo>
                    <a:pt x="480" y="534"/>
                  </a:lnTo>
                  <a:lnTo>
                    <a:pt x="475" y="524"/>
                  </a:lnTo>
                  <a:lnTo>
                    <a:pt x="470" y="517"/>
                  </a:lnTo>
                  <a:lnTo>
                    <a:pt x="463" y="511"/>
                  </a:lnTo>
                  <a:lnTo>
                    <a:pt x="457" y="505"/>
                  </a:lnTo>
                  <a:lnTo>
                    <a:pt x="457" y="505"/>
                  </a:lnTo>
                  <a:lnTo>
                    <a:pt x="450" y="498"/>
                  </a:lnTo>
                  <a:lnTo>
                    <a:pt x="444" y="490"/>
                  </a:lnTo>
                  <a:lnTo>
                    <a:pt x="444" y="490"/>
                  </a:lnTo>
                  <a:lnTo>
                    <a:pt x="436" y="479"/>
                  </a:lnTo>
                  <a:lnTo>
                    <a:pt x="436" y="479"/>
                  </a:lnTo>
                  <a:lnTo>
                    <a:pt x="425" y="466"/>
                  </a:lnTo>
                  <a:lnTo>
                    <a:pt x="419" y="458"/>
                  </a:lnTo>
                  <a:lnTo>
                    <a:pt x="411" y="452"/>
                  </a:lnTo>
                  <a:lnTo>
                    <a:pt x="411" y="452"/>
                  </a:lnTo>
                  <a:lnTo>
                    <a:pt x="407" y="448"/>
                  </a:lnTo>
                  <a:lnTo>
                    <a:pt x="402" y="443"/>
                  </a:lnTo>
                  <a:lnTo>
                    <a:pt x="395" y="433"/>
                  </a:lnTo>
                  <a:lnTo>
                    <a:pt x="395" y="433"/>
                  </a:lnTo>
                  <a:lnTo>
                    <a:pt x="387" y="420"/>
                  </a:lnTo>
                  <a:lnTo>
                    <a:pt x="382" y="415"/>
                  </a:lnTo>
                  <a:lnTo>
                    <a:pt x="376" y="410"/>
                  </a:lnTo>
                  <a:lnTo>
                    <a:pt x="376" y="410"/>
                  </a:lnTo>
                  <a:lnTo>
                    <a:pt x="367" y="404"/>
                  </a:lnTo>
                  <a:lnTo>
                    <a:pt x="360" y="395"/>
                  </a:lnTo>
                  <a:lnTo>
                    <a:pt x="345" y="378"/>
                  </a:lnTo>
                  <a:lnTo>
                    <a:pt x="345" y="378"/>
                  </a:lnTo>
                  <a:lnTo>
                    <a:pt x="333" y="364"/>
                  </a:lnTo>
                  <a:lnTo>
                    <a:pt x="321" y="352"/>
                  </a:lnTo>
                  <a:lnTo>
                    <a:pt x="321" y="352"/>
                  </a:lnTo>
                  <a:lnTo>
                    <a:pt x="299" y="332"/>
                  </a:lnTo>
                  <a:lnTo>
                    <a:pt x="280" y="313"/>
                  </a:lnTo>
                  <a:lnTo>
                    <a:pt x="280" y="313"/>
                  </a:lnTo>
                  <a:lnTo>
                    <a:pt x="252" y="285"/>
                  </a:lnTo>
                  <a:lnTo>
                    <a:pt x="252" y="285"/>
                  </a:lnTo>
                  <a:lnTo>
                    <a:pt x="225" y="260"/>
                  </a:lnTo>
                  <a:lnTo>
                    <a:pt x="200" y="234"/>
                  </a:lnTo>
                  <a:lnTo>
                    <a:pt x="151" y="183"/>
                  </a:lnTo>
                  <a:lnTo>
                    <a:pt x="151" y="183"/>
                  </a:lnTo>
                  <a:lnTo>
                    <a:pt x="106" y="136"/>
                  </a:lnTo>
                  <a:lnTo>
                    <a:pt x="106" y="136"/>
                  </a:lnTo>
                  <a:lnTo>
                    <a:pt x="87" y="116"/>
                  </a:lnTo>
                  <a:lnTo>
                    <a:pt x="87" y="116"/>
                  </a:lnTo>
                  <a:lnTo>
                    <a:pt x="64" y="92"/>
                  </a:lnTo>
                  <a:lnTo>
                    <a:pt x="40" y="66"/>
                  </a:lnTo>
                  <a:lnTo>
                    <a:pt x="40" y="66"/>
                  </a:lnTo>
                  <a:lnTo>
                    <a:pt x="33" y="58"/>
                  </a:lnTo>
                  <a:lnTo>
                    <a:pt x="24" y="50"/>
                  </a:lnTo>
                  <a:lnTo>
                    <a:pt x="24" y="50"/>
                  </a:lnTo>
                  <a:lnTo>
                    <a:pt x="13" y="39"/>
                  </a:lnTo>
                  <a:lnTo>
                    <a:pt x="8" y="33"/>
                  </a:lnTo>
                  <a:lnTo>
                    <a:pt x="3" y="26"/>
                  </a:lnTo>
                  <a:lnTo>
                    <a:pt x="3" y="26"/>
                  </a:lnTo>
                  <a:lnTo>
                    <a:pt x="1" y="22"/>
                  </a:lnTo>
                  <a:lnTo>
                    <a:pt x="0" y="18"/>
                  </a:lnTo>
                  <a:lnTo>
                    <a:pt x="0" y="14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5" y="6"/>
                  </a:lnTo>
                  <a:lnTo>
                    <a:pt x="9" y="3"/>
                  </a:lnTo>
                  <a:lnTo>
                    <a:pt x="14" y="1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22" y="1"/>
                  </a:lnTo>
                  <a:lnTo>
                    <a:pt x="26" y="2"/>
                  </a:lnTo>
                  <a:lnTo>
                    <a:pt x="31" y="4"/>
                  </a:lnTo>
                  <a:lnTo>
                    <a:pt x="34" y="8"/>
                  </a:lnTo>
                  <a:lnTo>
                    <a:pt x="34" y="8"/>
                  </a:lnTo>
                  <a:lnTo>
                    <a:pt x="42" y="18"/>
                  </a:lnTo>
                  <a:lnTo>
                    <a:pt x="51" y="29"/>
                  </a:lnTo>
                  <a:lnTo>
                    <a:pt x="72" y="47"/>
                  </a:lnTo>
                  <a:lnTo>
                    <a:pt x="72" y="47"/>
                  </a:lnTo>
                  <a:lnTo>
                    <a:pt x="83" y="57"/>
                  </a:lnTo>
                  <a:lnTo>
                    <a:pt x="94" y="67"/>
                  </a:lnTo>
                  <a:lnTo>
                    <a:pt x="94" y="67"/>
                  </a:lnTo>
                  <a:lnTo>
                    <a:pt x="124" y="100"/>
                  </a:lnTo>
                  <a:lnTo>
                    <a:pt x="151" y="133"/>
                  </a:lnTo>
                  <a:lnTo>
                    <a:pt x="164" y="146"/>
                  </a:lnTo>
                  <a:lnTo>
                    <a:pt x="164" y="146"/>
                  </a:lnTo>
                  <a:lnTo>
                    <a:pt x="191" y="176"/>
                  </a:lnTo>
                  <a:lnTo>
                    <a:pt x="219" y="205"/>
                  </a:lnTo>
                  <a:lnTo>
                    <a:pt x="247" y="232"/>
                  </a:lnTo>
                  <a:lnTo>
                    <a:pt x="275" y="260"/>
                  </a:lnTo>
                  <a:lnTo>
                    <a:pt x="275" y="260"/>
                  </a:lnTo>
                  <a:lnTo>
                    <a:pt x="311" y="293"/>
                  </a:lnTo>
                  <a:lnTo>
                    <a:pt x="311" y="293"/>
                  </a:lnTo>
                  <a:lnTo>
                    <a:pt x="342" y="321"/>
                  </a:lnTo>
                  <a:lnTo>
                    <a:pt x="342" y="321"/>
                  </a:lnTo>
                  <a:lnTo>
                    <a:pt x="364" y="343"/>
                  </a:lnTo>
                  <a:lnTo>
                    <a:pt x="386" y="363"/>
                  </a:lnTo>
                  <a:lnTo>
                    <a:pt x="396" y="375"/>
                  </a:lnTo>
                  <a:lnTo>
                    <a:pt x="407" y="387"/>
                  </a:lnTo>
                  <a:lnTo>
                    <a:pt x="415" y="398"/>
                  </a:lnTo>
                  <a:lnTo>
                    <a:pt x="423" y="411"/>
                  </a:lnTo>
                  <a:lnTo>
                    <a:pt x="423" y="411"/>
                  </a:lnTo>
                  <a:lnTo>
                    <a:pt x="426" y="416"/>
                  </a:lnTo>
                  <a:lnTo>
                    <a:pt x="430" y="421"/>
                  </a:lnTo>
                  <a:lnTo>
                    <a:pt x="440" y="429"/>
                  </a:lnTo>
                  <a:lnTo>
                    <a:pt x="440" y="429"/>
                  </a:lnTo>
                  <a:lnTo>
                    <a:pt x="446" y="435"/>
                  </a:lnTo>
                  <a:lnTo>
                    <a:pt x="452" y="440"/>
                  </a:lnTo>
                  <a:lnTo>
                    <a:pt x="452" y="440"/>
                  </a:lnTo>
                  <a:lnTo>
                    <a:pt x="460" y="452"/>
                  </a:lnTo>
                  <a:lnTo>
                    <a:pt x="460" y="452"/>
                  </a:lnTo>
                  <a:lnTo>
                    <a:pt x="470" y="466"/>
                  </a:lnTo>
                  <a:lnTo>
                    <a:pt x="475" y="472"/>
                  </a:lnTo>
                  <a:lnTo>
                    <a:pt x="481" y="478"/>
                  </a:lnTo>
                  <a:lnTo>
                    <a:pt x="481" y="478"/>
                  </a:lnTo>
                  <a:lnTo>
                    <a:pt x="489" y="486"/>
                  </a:lnTo>
                  <a:lnTo>
                    <a:pt x="496" y="493"/>
                  </a:lnTo>
                  <a:lnTo>
                    <a:pt x="502" y="501"/>
                  </a:lnTo>
                  <a:lnTo>
                    <a:pt x="507" y="509"/>
                  </a:lnTo>
                  <a:lnTo>
                    <a:pt x="508" y="510"/>
                  </a:lnTo>
                  <a:lnTo>
                    <a:pt x="509" y="511"/>
                  </a:lnTo>
                  <a:lnTo>
                    <a:pt x="509" y="511"/>
                  </a:lnTo>
                  <a:lnTo>
                    <a:pt x="512" y="513"/>
                  </a:lnTo>
                  <a:lnTo>
                    <a:pt x="514" y="516"/>
                  </a:lnTo>
                  <a:lnTo>
                    <a:pt x="515" y="520"/>
                  </a:lnTo>
                  <a:lnTo>
                    <a:pt x="515" y="524"/>
                  </a:lnTo>
                  <a:lnTo>
                    <a:pt x="515" y="530"/>
                  </a:lnTo>
                  <a:lnTo>
                    <a:pt x="515" y="530"/>
                  </a:lnTo>
                  <a:lnTo>
                    <a:pt x="515" y="533"/>
                  </a:lnTo>
                  <a:lnTo>
                    <a:pt x="514" y="537"/>
                  </a:lnTo>
                  <a:lnTo>
                    <a:pt x="513" y="540"/>
                  </a:lnTo>
                  <a:lnTo>
                    <a:pt x="510" y="542"/>
                  </a:lnTo>
                  <a:lnTo>
                    <a:pt x="510" y="542"/>
                  </a:lnTo>
                  <a:lnTo>
                    <a:pt x="506" y="545"/>
                  </a:lnTo>
                  <a:lnTo>
                    <a:pt x="499" y="546"/>
                  </a:lnTo>
                  <a:lnTo>
                    <a:pt x="499" y="546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95" name="Freeform 211"/>
            <p:cNvSpPr/>
            <p:nvPr>
              <p:custDataLst>
                <p:tags r:id="rId49"/>
              </p:custDataLst>
            </p:nvPr>
          </p:nvSpPr>
          <p:spPr bwMode="auto">
            <a:xfrm>
              <a:off x="4708525" y="2740025"/>
              <a:ext cx="77788" cy="74613"/>
            </a:xfrm>
            <a:custGeom>
              <a:avLst/>
              <a:gdLst/>
              <a:ahLst/>
              <a:cxnLst>
                <a:cxn ang="0">
                  <a:pos x="116" y="142"/>
                </a:cxn>
                <a:cxn ang="0">
                  <a:pos x="111" y="142"/>
                </a:cxn>
                <a:cxn ang="0">
                  <a:pos x="101" y="140"/>
                </a:cxn>
                <a:cxn ang="0">
                  <a:pos x="90" y="136"/>
                </a:cxn>
                <a:cxn ang="0">
                  <a:pos x="88" y="139"/>
                </a:cxn>
                <a:cxn ang="0">
                  <a:pos x="79" y="141"/>
                </a:cxn>
                <a:cxn ang="0">
                  <a:pos x="77" y="141"/>
                </a:cxn>
                <a:cxn ang="0">
                  <a:pos x="63" y="139"/>
                </a:cxn>
                <a:cxn ang="0">
                  <a:pos x="49" y="136"/>
                </a:cxn>
                <a:cxn ang="0">
                  <a:pos x="42" y="134"/>
                </a:cxn>
                <a:cxn ang="0">
                  <a:pos x="33" y="127"/>
                </a:cxn>
                <a:cxn ang="0">
                  <a:pos x="30" y="129"/>
                </a:cxn>
                <a:cxn ang="0">
                  <a:pos x="21" y="131"/>
                </a:cxn>
                <a:cxn ang="0">
                  <a:pos x="18" y="130"/>
                </a:cxn>
                <a:cxn ang="0">
                  <a:pos x="12" y="127"/>
                </a:cxn>
                <a:cxn ang="0">
                  <a:pos x="7" y="122"/>
                </a:cxn>
                <a:cxn ang="0">
                  <a:pos x="6" y="117"/>
                </a:cxn>
                <a:cxn ang="0">
                  <a:pos x="5" y="115"/>
                </a:cxn>
                <a:cxn ang="0">
                  <a:pos x="1" y="108"/>
                </a:cxn>
                <a:cxn ang="0">
                  <a:pos x="1" y="101"/>
                </a:cxn>
                <a:cxn ang="0">
                  <a:pos x="3" y="95"/>
                </a:cxn>
                <a:cxn ang="0">
                  <a:pos x="13" y="83"/>
                </a:cxn>
                <a:cxn ang="0">
                  <a:pos x="31" y="62"/>
                </a:cxn>
                <a:cxn ang="0">
                  <a:pos x="63" y="34"/>
                </a:cxn>
                <a:cxn ang="0">
                  <a:pos x="92" y="13"/>
                </a:cxn>
                <a:cxn ang="0">
                  <a:pos x="98" y="8"/>
                </a:cxn>
                <a:cxn ang="0">
                  <a:pos x="113" y="1"/>
                </a:cxn>
                <a:cxn ang="0">
                  <a:pos x="121" y="0"/>
                </a:cxn>
                <a:cxn ang="0">
                  <a:pos x="131" y="2"/>
                </a:cxn>
                <a:cxn ang="0">
                  <a:pos x="137" y="5"/>
                </a:cxn>
                <a:cxn ang="0">
                  <a:pos x="143" y="15"/>
                </a:cxn>
                <a:cxn ang="0">
                  <a:pos x="147" y="29"/>
                </a:cxn>
                <a:cxn ang="0">
                  <a:pos x="148" y="35"/>
                </a:cxn>
                <a:cxn ang="0">
                  <a:pos x="147" y="53"/>
                </a:cxn>
                <a:cxn ang="0">
                  <a:pos x="148" y="84"/>
                </a:cxn>
                <a:cxn ang="0">
                  <a:pos x="148" y="100"/>
                </a:cxn>
                <a:cxn ang="0">
                  <a:pos x="146" y="116"/>
                </a:cxn>
                <a:cxn ang="0">
                  <a:pos x="145" y="125"/>
                </a:cxn>
                <a:cxn ang="0">
                  <a:pos x="141" y="132"/>
                </a:cxn>
                <a:cxn ang="0">
                  <a:pos x="136" y="136"/>
                </a:cxn>
                <a:cxn ang="0">
                  <a:pos x="128" y="141"/>
                </a:cxn>
                <a:cxn ang="0">
                  <a:pos x="126" y="141"/>
                </a:cxn>
                <a:cxn ang="0">
                  <a:pos x="121" y="142"/>
                </a:cxn>
                <a:cxn ang="0">
                  <a:pos x="116" y="142"/>
                </a:cxn>
              </a:cxnLst>
              <a:rect l="0" t="0" r="r" b="b"/>
              <a:pathLst>
                <a:path w="148" h="142">
                  <a:moveTo>
                    <a:pt x="116" y="142"/>
                  </a:moveTo>
                  <a:lnTo>
                    <a:pt x="116" y="142"/>
                  </a:lnTo>
                  <a:lnTo>
                    <a:pt x="111" y="142"/>
                  </a:lnTo>
                  <a:lnTo>
                    <a:pt x="111" y="142"/>
                  </a:lnTo>
                  <a:lnTo>
                    <a:pt x="101" y="140"/>
                  </a:lnTo>
                  <a:lnTo>
                    <a:pt x="101" y="140"/>
                  </a:lnTo>
                  <a:lnTo>
                    <a:pt x="93" y="136"/>
                  </a:lnTo>
                  <a:lnTo>
                    <a:pt x="90" y="136"/>
                  </a:lnTo>
                  <a:lnTo>
                    <a:pt x="88" y="139"/>
                  </a:lnTo>
                  <a:lnTo>
                    <a:pt x="88" y="139"/>
                  </a:lnTo>
                  <a:lnTo>
                    <a:pt x="84" y="141"/>
                  </a:lnTo>
                  <a:lnTo>
                    <a:pt x="79" y="141"/>
                  </a:lnTo>
                  <a:lnTo>
                    <a:pt x="79" y="141"/>
                  </a:lnTo>
                  <a:lnTo>
                    <a:pt x="77" y="141"/>
                  </a:lnTo>
                  <a:lnTo>
                    <a:pt x="77" y="141"/>
                  </a:lnTo>
                  <a:lnTo>
                    <a:pt x="63" y="139"/>
                  </a:lnTo>
                  <a:lnTo>
                    <a:pt x="63" y="139"/>
                  </a:lnTo>
                  <a:lnTo>
                    <a:pt x="49" y="136"/>
                  </a:lnTo>
                  <a:lnTo>
                    <a:pt x="49" y="136"/>
                  </a:lnTo>
                  <a:lnTo>
                    <a:pt x="42" y="134"/>
                  </a:lnTo>
                  <a:lnTo>
                    <a:pt x="36" y="130"/>
                  </a:lnTo>
                  <a:lnTo>
                    <a:pt x="33" y="127"/>
                  </a:lnTo>
                  <a:lnTo>
                    <a:pt x="30" y="129"/>
                  </a:lnTo>
                  <a:lnTo>
                    <a:pt x="30" y="129"/>
                  </a:lnTo>
                  <a:lnTo>
                    <a:pt x="25" y="130"/>
                  </a:lnTo>
                  <a:lnTo>
                    <a:pt x="21" y="131"/>
                  </a:lnTo>
                  <a:lnTo>
                    <a:pt x="21" y="131"/>
                  </a:lnTo>
                  <a:lnTo>
                    <a:pt x="18" y="130"/>
                  </a:lnTo>
                  <a:lnTo>
                    <a:pt x="13" y="129"/>
                  </a:lnTo>
                  <a:lnTo>
                    <a:pt x="12" y="127"/>
                  </a:lnTo>
                  <a:lnTo>
                    <a:pt x="10" y="125"/>
                  </a:lnTo>
                  <a:lnTo>
                    <a:pt x="7" y="122"/>
                  </a:lnTo>
                  <a:lnTo>
                    <a:pt x="6" y="119"/>
                  </a:lnTo>
                  <a:lnTo>
                    <a:pt x="6" y="117"/>
                  </a:lnTo>
                  <a:lnTo>
                    <a:pt x="5" y="115"/>
                  </a:lnTo>
                  <a:lnTo>
                    <a:pt x="5" y="115"/>
                  </a:lnTo>
                  <a:lnTo>
                    <a:pt x="2" y="112"/>
                  </a:lnTo>
                  <a:lnTo>
                    <a:pt x="1" y="108"/>
                  </a:lnTo>
                  <a:lnTo>
                    <a:pt x="0" y="104"/>
                  </a:lnTo>
                  <a:lnTo>
                    <a:pt x="1" y="101"/>
                  </a:lnTo>
                  <a:lnTo>
                    <a:pt x="2" y="98"/>
                  </a:lnTo>
                  <a:lnTo>
                    <a:pt x="3" y="95"/>
                  </a:lnTo>
                  <a:lnTo>
                    <a:pt x="3" y="95"/>
                  </a:lnTo>
                  <a:lnTo>
                    <a:pt x="13" y="83"/>
                  </a:lnTo>
                  <a:lnTo>
                    <a:pt x="22" y="72"/>
                  </a:lnTo>
                  <a:lnTo>
                    <a:pt x="31" y="62"/>
                  </a:lnTo>
                  <a:lnTo>
                    <a:pt x="42" y="52"/>
                  </a:lnTo>
                  <a:lnTo>
                    <a:pt x="63" y="34"/>
                  </a:lnTo>
                  <a:lnTo>
                    <a:pt x="87" y="17"/>
                  </a:lnTo>
                  <a:lnTo>
                    <a:pt x="92" y="13"/>
                  </a:lnTo>
                  <a:lnTo>
                    <a:pt x="92" y="13"/>
                  </a:lnTo>
                  <a:lnTo>
                    <a:pt x="98" y="8"/>
                  </a:lnTo>
                  <a:lnTo>
                    <a:pt x="105" y="4"/>
                  </a:lnTo>
                  <a:lnTo>
                    <a:pt x="113" y="1"/>
                  </a:lnTo>
                  <a:lnTo>
                    <a:pt x="121" y="0"/>
                  </a:lnTo>
                  <a:lnTo>
                    <a:pt x="121" y="0"/>
                  </a:lnTo>
                  <a:lnTo>
                    <a:pt x="126" y="1"/>
                  </a:lnTo>
                  <a:lnTo>
                    <a:pt x="131" y="2"/>
                  </a:lnTo>
                  <a:lnTo>
                    <a:pt x="131" y="2"/>
                  </a:lnTo>
                  <a:lnTo>
                    <a:pt x="137" y="5"/>
                  </a:lnTo>
                  <a:lnTo>
                    <a:pt x="141" y="9"/>
                  </a:lnTo>
                  <a:lnTo>
                    <a:pt x="143" y="15"/>
                  </a:lnTo>
                  <a:lnTo>
                    <a:pt x="145" y="20"/>
                  </a:lnTo>
                  <a:lnTo>
                    <a:pt x="147" y="29"/>
                  </a:lnTo>
                  <a:lnTo>
                    <a:pt x="148" y="35"/>
                  </a:lnTo>
                  <a:lnTo>
                    <a:pt x="148" y="35"/>
                  </a:lnTo>
                  <a:lnTo>
                    <a:pt x="147" y="53"/>
                  </a:lnTo>
                  <a:lnTo>
                    <a:pt x="147" y="53"/>
                  </a:lnTo>
                  <a:lnTo>
                    <a:pt x="147" y="81"/>
                  </a:lnTo>
                  <a:lnTo>
                    <a:pt x="148" y="84"/>
                  </a:lnTo>
                  <a:lnTo>
                    <a:pt x="148" y="84"/>
                  </a:lnTo>
                  <a:lnTo>
                    <a:pt x="148" y="100"/>
                  </a:lnTo>
                  <a:lnTo>
                    <a:pt x="147" y="108"/>
                  </a:lnTo>
                  <a:lnTo>
                    <a:pt x="146" y="116"/>
                  </a:lnTo>
                  <a:lnTo>
                    <a:pt x="146" y="116"/>
                  </a:lnTo>
                  <a:lnTo>
                    <a:pt x="145" y="125"/>
                  </a:lnTo>
                  <a:lnTo>
                    <a:pt x="143" y="128"/>
                  </a:lnTo>
                  <a:lnTo>
                    <a:pt x="141" y="132"/>
                  </a:lnTo>
                  <a:lnTo>
                    <a:pt x="139" y="134"/>
                  </a:lnTo>
                  <a:lnTo>
                    <a:pt x="136" y="136"/>
                  </a:lnTo>
                  <a:lnTo>
                    <a:pt x="128" y="141"/>
                  </a:lnTo>
                  <a:lnTo>
                    <a:pt x="128" y="141"/>
                  </a:lnTo>
                  <a:lnTo>
                    <a:pt x="127" y="141"/>
                  </a:lnTo>
                  <a:lnTo>
                    <a:pt x="126" y="141"/>
                  </a:lnTo>
                  <a:lnTo>
                    <a:pt x="126" y="141"/>
                  </a:lnTo>
                  <a:lnTo>
                    <a:pt x="121" y="142"/>
                  </a:lnTo>
                  <a:lnTo>
                    <a:pt x="116" y="142"/>
                  </a:lnTo>
                  <a:lnTo>
                    <a:pt x="116" y="14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96" name="Freeform 212"/>
            <p:cNvSpPr/>
            <p:nvPr>
              <p:custDataLst>
                <p:tags r:id="rId50"/>
              </p:custDataLst>
            </p:nvPr>
          </p:nvSpPr>
          <p:spPr bwMode="auto">
            <a:xfrm>
              <a:off x="4197350" y="2182813"/>
              <a:ext cx="260350" cy="244475"/>
            </a:xfrm>
            <a:custGeom>
              <a:avLst/>
              <a:gdLst/>
              <a:ahLst/>
              <a:cxnLst>
                <a:cxn ang="0">
                  <a:pos x="106" y="462"/>
                </a:cxn>
                <a:cxn ang="0">
                  <a:pos x="96" y="455"/>
                </a:cxn>
                <a:cxn ang="0">
                  <a:pos x="94" y="452"/>
                </a:cxn>
                <a:cxn ang="0">
                  <a:pos x="85" y="442"/>
                </a:cxn>
                <a:cxn ang="0">
                  <a:pos x="76" y="430"/>
                </a:cxn>
                <a:cxn ang="0">
                  <a:pos x="53" y="411"/>
                </a:cxn>
                <a:cxn ang="0">
                  <a:pos x="35" y="386"/>
                </a:cxn>
                <a:cxn ang="0">
                  <a:pos x="15" y="339"/>
                </a:cxn>
                <a:cxn ang="0">
                  <a:pos x="5" y="299"/>
                </a:cxn>
                <a:cxn ang="0">
                  <a:pos x="0" y="253"/>
                </a:cxn>
                <a:cxn ang="0">
                  <a:pos x="3" y="202"/>
                </a:cxn>
                <a:cxn ang="0">
                  <a:pos x="8" y="172"/>
                </a:cxn>
                <a:cxn ang="0">
                  <a:pos x="24" y="124"/>
                </a:cxn>
                <a:cxn ang="0">
                  <a:pos x="48" y="85"/>
                </a:cxn>
                <a:cxn ang="0">
                  <a:pos x="68" y="64"/>
                </a:cxn>
                <a:cxn ang="0">
                  <a:pos x="124" y="25"/>
                </a:cxn>
                <a:cxn ang="0">
                  <a:pos x="193" y="4"/>
                </a:cxn>
                <a:cxn ang="0">
                  <a:pos x="241" y="0"/>
                </a:cxn>
                <a:cxn ang="0">
                  <a:pos x="298" y="5"/>
                </a:cxn>
                <a:cxn ang="0">
                  <a:pos x="352" y="20"/>
                </a:cxn>
                <a:cxn ang="0">
                  <a:pos x="401" y="44"/>
                </a:cxn>
                <a:cxn ang="0">
                  <a:pos x="445" y="76"/>
                </a:cxn>
                <a:cxn ang="0">
                  <a:pos x="480" y="115"/>
                </a:cxn>
                <a:cxn ang="0">
                  <a:pos x="492" y="135"/>
                </a:cxn>
                <a:cxn ang="0">
                  <a:pos x="491" y="146"/>
                </a:cxn>
                <a:cxn ang="0">
                  <a:pos x="483" y="153"/>
                </a:cxn>
                <a:cxn ang="0">
                  <a:pos x="473" y="157"/>
                </a:cxn>
                <a:cxn ang="0">
                  <a:pos x="465" y="154"/>
                </a:cxn>
                <a:cxn ang="0">
                  <a:pos x="458" y="147"/>
                </a:cxn>
                <a:cxn ang="0">
                  <a:pos x="429" y="112"/>
                </a:cxn>
                <a:cxn ang="0">
                  <a:pos x="395" y="85"/>
                </a:cxn>
                <a:cxn ang="0">
                  <a:pos x="356" y="65"/>
                </a:cxn>
                <a:cxn ang="0">
                  <a:pos x="289" y="42"/>
                </a:cxn>
                <a:cxn ang="0">
                  <a:pos x="247" y="34"/>
                </a:cxn>
                <a:cxn ang="0">
                  <a:pos x="219" y="34"/>
                </a:cxn>
                <a:cxn ang="0">
                  <a:pos x="182" y="40"/>
                </a:cxn>
                <a:cxn ang="0">
                  <a:pos x="144" y="53"/>
                </a:cxn>
                <a:cxn ang="0">
                  <a:pos x="109" y="74"/>
                </a:cxn>
                <a:cxn ang="0">
                  <a:pos x="80" y="100"/>
                </a:cxn>
                <a:cxn ang="0">
                  <a:pos x="59" y="133"/>
                </a:cxn>
                <a:cxn ang="0">
                  <a:pos x="48" y="163"/>
                </a:cxn>
                <a:cxn ang="0">
                  <a:pos x="39" y="210"/>
                </a:cxn>
                <a:cxn ang="0">
                  <a:pos x="38" y="259"/>
                </a:cxn>
                <a:cxn ang="0">
                  <a:pos x="45" y="304"/>
                </a:cxn>
                <a:cxn ang="0">
                  <a:pos x="60" y="348"/>
                </a:cxn>
                <a:cxn ang="0">
                  <a:pos x="76" y="373"/>
                </a:cxn>
                <a:cxn ang="0">
                  <a:pos x="101" y="402"/>
                </a:cxn>
                <a:cxn ang="0">
                  <a:pos x="122" y="429"/>
                </a:cxn>
                <a:cxn ang="0">
                  <a:pos x="125" y="431"/>
                </a:cxn>
                <a:cxn ang="0">
                  <a:pos x="131" y="446"/>
                </a:cxn>
                <a:cxn ang="0">
                  <a:pos x="129" y="455"/>
                </a:cxn>
                <a:cxn ang="0">
                  <a:pos x="121" y="462"/>
                </a:cxn>
                <a:cxn ang="0">
                  <a:pos x="110" y="463"/>
                </a:cxn>
              </a:cxnLst>
              <a:rect l="0" t="0" r="r" b="b"/>
              <a:pathLst>
                <a:path w="492" h="463">
                  <a:moveTo>
                    <a:pt x="110" y="463"/>
                  </a:moveTo>
                  <a:lnTo>
                    <a:pt x="110" y="463"/>
                  </a:lnTo>
                  <a:lnTo>
                    <a:pt x="106" y="462"/>
                  </a:lnTo>
                  <a:lnTo>
                    <a:pt x="102" y="461"/>
                  </a:lnTo>
                  <a:lnTo>
                    <a:pt x="98" y="458"/>
                  </a:lnTo>
                  <a:lnTo>
                    <a:pt x="96" y="455"/>
                  </a:lnTo>
                  <a:lnTo>
                    <a:pt x="96" y="455"/>
                  </a:lnTo>
                  <a:lnTo>
                    <a:pt x="94" y="453"/>
                  </a:lnTo>
                  <a:lnTo>
                    <a:pt x="94" y="452"/>
                  </a:lnTo>
                  <a:lnTo>
                    <a:pt x="91" y="450"/>
                  </a:lnTo>
                  <a:lnTo>
                    <a:pt x="91" y="450"/>
                  </a:lnTo>
                  <a:lnTo>
                    <a:pt x="85" y="442"/>
                  </a:lnTo>
                  <a:lnTo>
                    <a:pt x="85" y="442"/>
                  </a:lnTo>
                  <a:lnTo>
                    <a:pt x="80" y="435"/>
                  </a:lnTo>
                  <a:lnTo>
                    <a:pt x="76" y="430"/>
                  </a:lnTo>
                  <a:lnTo>
                    <a:pt x="65" y="421"/>
                  </a:lnTo>
                  <a:lnTo>
                    <a:pt x="65" y="421"/>
                  </a:lnTo>
                  <a:lnTo>
                    <a:pt x="53" y="411"/>
                  </a:lnTo>
                  <a:lnTo>
                    <a:pt x="53" y="411"/>
                  </a:lnTo>
                  <a:lnTo>
                    <a:pt x="44" y="399"/>
                  </a:lnTo>
                  <a:lnTo>
                    <a:pt x="35" y="386"/>
                  </a:lnTo>
                  <a:lnTo>
                    <a:pt x="27" y="370"/>
                  </a:lnTo>
                  <a:lnTo>
                    <a:pt x="21" y="355"/>
                  </a:lnTo>
                  <a:lnTo>
                    <a:pt x="15" y="339"/>
                  </a:lnTo>
                  <a:lnTo>
                    <a:pt x="11" y="325"/>
                  </a:lnTo>
                  <a:lnTo>
                    <a:pt x="5" y="299"/>
                  </a:lnTo>
                  <a:lnTo>
                    <a:pt x="5" y="299"/>
                  </a:lnTo>
                  <a:lnTo>
                    <a:pt x="3" y="285"/>
                  </a:lnTo>
                  <a:lnTo>
                    <a:pt x="0" y="269"/>
                  </a:lnTo>
                  <a:lnTo>
                    <a:pt x="0" y="253"/>
                  </a:lnTo>
                  <a:lnTo>
                    <a:pt x="0" y="235"/>
                  </a:lnTo>
                  <a:lnTo>
                    <a:pt x="0" y="218"/>
                  </a:lnTo>
                  <a:lnTo>
                    <a:pt x="3" y="202"/>
                  </a:lnTo>
                  <a:lnTo>
                    <a:pt x="5" y="186"/>
                  </a:lnTo>
                  <a:lnTo>
                    <a:pt x="8" y="172"/>
                  </a:lnTo>
                  <a:lnTo>
                    <a:pt x="8" y="172"/>
                  </a:lnTo>
                  <a:lnTo>
                    <a:pt x="13" y="154"/>
                  </a:lnTo>
                  <a:lnTo>
                    <a:pt x="18" y="139"/>
                  </a:lnTo>
                  <a:lnTo>
                    <a:pt x="24" y="124"/>
                  </a:lnTo>
                  <a:lnTo>
                    <a:pt x="31" y="110"/>
                  </a:lnTo>
                  <a:lnTo>
                    <a:pt x="39" y="98"/>
                  </a:lnTo>
                  <a:lnTo>
                    <a:pt x="48" y="85"/>
                  </a:lnTo>
                  <a:lnTo>
                    <a:pt x="57" y="74"/>
                  </a:lnTo>
                  <a:lnTo>
                    <a:pt x="68" y="64"/>
                  </a:lnTo>
                  <a:lnTo>
                    <a:pt x="68" y="64"/>
                  </a:lnTo>
                  <a:lnTo>
                    <a:pt x="85" y="49"/>
                  </a:lnTo>
                  <a:lnTo>
                    <a:pt x="105" y="36"/>
                  </a:lnTo>
                  <a:lnTo>
                    <a:pt x="124" y="25"/>
                  </a:lnTo>
                  <a:lnTo>
                    <a:pt x="146" y="16"/>
                  </a:lnTo>
                  <a:lnTo>
                    <a:pt x="169" y="9"/>
                  </a:lnTo>
                  <a:lnTo>
                    <a:pt x="193" y="4"/>
                  </a:lnTo>
                  <a:lnTo>
                    <a:pt x="216" y="1"/>
                  </a:lnTo>
                  <a:lnTo>
                    <a:pt x="241" y="0"/>
                  </a:lnTo>
                  <a:lnTo>
                    <a:pt x="241" y="0"/>
                  </a:lnTo>
                  <a:lnTo>
                    <a:pt x="260" y="1"/>
                  </a:lnTo>
                  <a:lnTo>
                    <a:pt x="279" y="2"/>
                  </a:lnTo>
                  <a:lnTo>
                    <a:pt x="298" y="5"/>
                  </a:lnTo>
                  <a:lnTo>
                    <a:pt x="316" y="9"/>
                  </a:lnTo>
                  <a:lnTo>
                    <a:pt x="334" y="14"/>
                  </a:lnTo>
                  <a:lnTo>
                    <a:pt x="352" y="20"/>
                  </a:lnTo>
                  <a:lnTo>
                    <a:pt x="368" y="27"/>
                  </a:lnTo>
                  <a:lnTo>
                    <a:pt x="385" y="35"/>
                  </a:lnTo>
                  <a:lnTo>
                    <a:pt x="401" y="44"/>
                  </a:lnTo>
                  <a:lnTo>
                    <a:pt x="416" y="54"/>
                  </a:lnTo>
                  <a:lnTo>
                    <a:pt x="430" y="65"/>
                  </a:lnTo>
                  <a:lnTo>
                    <a:pt x="445" y="76"/>
                  </a:lnTo>
                  <a:lnTo>
                    <a:pt x="457" y="88"/>
                  </a:lnTo>
                  <a:lnTo>
                    <a:pt x="469" y="102"/>
                  </a:lnTo>
                  <a:lnTo>
                    <a:pt x="480" y="115"/>
                  </a:lnTo>
                  <a:lnTo>
                    <a:pt x="490" y="130"/>
                  </a:lnTo>
                  <a:lnTo>
                    <a:pt x="490" y="130"/>
                  </a:lnTo>
                  <a:lnTo>
                    <a:pt x="492" y="135"/>
                  </a:lnTo>
                  <a:lnTo>
                    <a:pt x="492" y="139"/>
                  </a:lnTo>
                  <a:lnTo>
                    <a:pt x="492" y="143"/>
                  </a:lnTo>
                  <a:lnTo>
                    <a:pt x="491" y="146"/>
                  </a:lnTo>
                  <a:lnTo>
                    <a:pt x="491" y="146"/>
                  </a:lnTo>
                  <a:lnTo>
                    <a:pt x="487" y="150"/>
                  </a:lnTo>
                  <a:lnTo>
                    <a:pt x="483" y="153"/>
                  </a:lnTo>
                  <a:lnTo>
                    <a:pt x="478" y="155"/>
                  </a:lnTo>
                  <a:lnTo>
                    <a:pt x="473" y="157"/>
                  </a:lnTo>
                  <a:lnTo>
                    <a:pt x="473" y="157"/>
                  </a:lnTo>
                  <a:lnTo>
                    <a:pt x="473" y="157"/>
                  </a:lnTo>
                  <a:lnTo>
                    <a:pt x="469" y="155"/>
                  </a:lnTo>
                  <a:lnTo>
                    <a:pt x="465" y="154"/>
                  </a:lnTo>
                  <a:lnTo>
                    <a:pt x="462" y="151"/>
                  </a:lnTo>
                  <a:lnTo>
                    <a:pt x="458" y="147"/>
                  </a:lnTo>
                  <a:lnTo>
                    <a:pt x="458" y="147"/>
                  </a:lnTo>
                  <a:lnTo>
                    <a:pt x="450" y="135"/>
                  </a:lnTo>
                  <a:lnTo>
                    <a:pt x="439" y="123"/>
                  </a:lnTo>
                  <a:lnTo>
                    <a:pt x="429" y="112"/>
                  </a:lnTo>
                  <a:lnTo>
                    <a:pt x="419" y="102"/>
                  </a:lnTo>
                  <a:lnTo>
                    <a:pt x="407" y="94"/>
                  </a:lnTo>
                  <a:lnTo>
                    <a:pt x="395" y="85"/>
                  </a:lnTo>
                  <a:lnTo>
                    <a:pt x="383" y="77"/>
                  </a:lnTo>
                  <a:lnTo>
                    <a:pt x="369" y="71"/>
                  </a:lnTo>
                  <a:lnTo>
                    <a:pt x="356" y="65"/>
                  </a:lnTo>
                  <a:lnTo>
                    <a:pt x="342" y="59"/>
                  </a:lnTo>
                  <a:lnTo>
                    <a:pt x="316" y="50"/>
                  </a:lnTo>
                  <a:lnTo>
                    <a:pt x="289" y="42"/>
                  </a:lnTo>
                  <a:lnTo>
                    <a:pt x="263" y="36"/>
                  </a:lnTo>
                  <a:lnTo>
                    <a:pt x="263" y="36"/>
                  </a:lnTo>
                  <a:lnTo>
                    <a:pt x="247" y="34"/>
                  </a:lnTo>
                  <a:lnTo>
                    <a:pt x="232" y="33"/>
                  </a:lnTo>
                  <a:lnTo>
                    <a:pt x="232" y="33"/>
                  </a:lnTo>
                  <a:lnTo>
                    <a:pt x="219" y="34"/>
                  </a:lnTo>
                  <a:lnTo>
                    <a:pt x="207" y="35"/>
                  </a:lnTo>
                  <a:lnTo>
                    <a:pt x="195" y="37"/>
                  </a:lnTo>
                  <a:lnTo>
                    <a:pt x="182" y="40"/>
                  </a:lnTo>
                  <a:lnTo>
                    <a:pt x="169" y="44"/>
                  </a:lnTo>
                  <a:lnTo>
                    <a:pt x="156" y="48"/>
                  </a:lnTo>
                  <a:lnTo>
                    <a:pt x="144" y="53"/>
                  </a:lnTo>
                  <a:lnTo>
                    <a:pt x="133" y="59"/>
                  </a:lnTo>
                  <a:lnTo>
                    <a:pt x="120" y="66"/>
                  </a:lnTo>
                  <a:lnTo>
                    <a:pt x="109" y="74"/>
                  </a:lnTo>
                  <a:lnTo>
                    <a:pt x="99" y="82"/>
                  </a:lnTo>
                  <a:lnTo>
                    <a:pt x="89" y="90"/>
                  </a:lnTo>
                  <a:lnTo>
                    <a:pt x="80" y="100"/>
                  </a:lnTo>
                  <a:lnTo>
                    <a:pt x="72" y="110"/>
                  </a:lnTo>
                  <a:lnTo>
                    <a:pt x="66" y="121"/>
                  </a:lnTo>
                  <a:lnTo>
                    <a:pt x="59" y="133"/>
                  </a:lnTo>
                  <a:lnTo>
                    <a:pt x="59" y="133"/>
                  </a:lnTo>
                  <a:lnTo>
                    <a:pt x="53" y="147"/>
                  </a:lnTo>
                  <a:lnTo>
                    <a:pt x="48" y="163"/>
                  </a:lnTo>
                  <a:lnTo>
                    <a:pt x="44" y="178"/>
                  </a:lnTo>
                  <a:lnTo>
                    <a:pt x="41" y="195"/>
                  </a:lnTo>
                  <a:lnTo>
                    <a:pt x="39" y="210"/>
                  </a:lnTo>
                  <a:lnTo>
                    <a:pt x="38" y="227"/>
                  </a:lnTo>
                  <a:lnTo>
                    <a:pt x="37" y="242"/>
                  </a:lnTo>
                  <a:lnTo>
                    <a:pt x="38" y="259"/>
                  </a:lnTo>
                  <a:lnTo>
                    <a:pt x="39" y="274"/>
                  </a:lnTo>
                  <a:lnTo>
                    <a:pt x="42" y="290"/>
                  </a:lnTo>
                  <a:lnTo>
                    <a:pt x="45" y="304"/>
                  </a:lnTo>
                  <a:lnTo>
                    <a:pt x="49" y="320"/>
                  </a:lnTo>
                  <a:lnTo>
                    <a:pt x="54" y="334"/>
                  </a:lnTo>
                  <a:lnTo>
                    <a:pt x="60" y="348"/>
                  </a:lnTo>
                  <a:lnTo>
                    <a:pt x="68" y="361"/>
                  </a:lnTo>
                  <a:lnTo>
                    <a:pt x="76" y="373"/>
                  </a:lnTo>
                  <a:lnTo>
                    <a:pt x="76" y="373"/>
                  </a:lnTo>
                  <a:lnTo>
                    <a:pt x="87" y="389"/>
                  </a:lnTo>
                  <a:lnTo>
                    <a:pt x="101" y="402"/>
                  </a:lnTo>
                  <a:lnTo>
                    <a:pt x="101" y="402"/>
                  </a:lnTo>
                  <a:lnTo>
                    <a:pt x="112" y="416"/>
                  </a:lnTo>
                  <a:lnTo>
                    <a:pt x="121" y="428"/>
                  </a:lnTo>
                  <a:lnTo>
                    <a:pt x="122" y="429"/>
                  </a:lnTo>
                  <a:lnTo>
                    <a:pt x="123" y="430"/>
                  </a:lnTo>
                  <a:lnTo>
                    <a:pt x="123" y="430"/>
                  </a:lnTo>
                  <a:lnTo>
                    <a:pt x="125" y="431"/>
                  </a:lnTo>
                  <a:lnTo>
                    <a:pt x="128" y="434"/>
                  </a:lnTo>
                  <a:lnTo>
                    <a:pt x="130" y="440"/>
                  </a:lnTo>
                  <a:lnTo>
                    <a:pt x="131" y="446"/>
                  </a:lnTo>
                  <a:lnTo>
                    <a:pt x="130" y="451"/>
                  </a:lnTo>
                  <a:lnTo>
                    <a:pt x="130" y="451"/>
                  </a:lnTo>
                  <a:lnTo>
                    <a:pt x="129" y="455"/>
                  </a:lnTo>
                  <a:lnTo>
                    <a:pt x="125" y="458"/>
                  </a:lnTo>
                  <a:lnTo>
                    <a:pt x="123" y="460"/>
                  </a:lnTo>
                  <a:lnTo>
                    <a:pt x="121" y="462"/>
                  </a:lnTo>
                  <a:lnTo>
                    <a:pt x="117" y="463"/>
                  </a:lnTo>
                  <a:lnTo>
                    <a:pt x="114" y="463"/>
                  </a:lnTo>
                  <a:lnTo>
                    <a:pt x="110" y="46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矩形 6"/>
          <p:cNvSpPr/>
          <p:nvPr>
            <p:custDataLst>
              <p:tags r:id="rId1"/>
            </p:custDataLst>
          </p:nvPr>
        </p:nvSpPr>
        <p:spPr>
          <a:xfrm>
            <a:off x="207010" y="708025"/>
            <a:ext cx="5585460" cy="1530350"/>
          </a:xfrm>
          <a:prstGeom prst="rect">
            <a:avLst/>
          </a:prstGeom>
          <a:solidFill>
            <a:srgbClr val="1E7AB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350">
              <a:latin typeface="Noto Serif CJK SC" panose="02020400000000000000" pitchFamily="18" charset="-122"/>
              <a:ea typeface="FZHei-B01S" panose="02010601030101010101" pitchFamily="2" charset="-122"/>
              <a:sym typeface="Noto Serif CJK SC" panose="02020400000000000000" pitchFamily="18" charset="-122"/>
            </a:endParaRPr>
          </a:p>
        </p:txBody>
      </p:sp>
      <p:sp>
        <p:nvSpPr>
          <p:cNvPr id="4" name="矩形 3"/>
          <p:cNvSpPr/>
          <p:nvPr>
            <p:custDataLst>
              <p:tags r:id="rId2"/>
            </p:custDataLst>
          </p:nvPr>
        </p:nvSpPr>
        <p:spPr>
          <a:xfrm>
            <a:off x="207010" y="1406525"/>
            <a:ext cx="8709660" cy="359981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350">
              <a:latin typeface="Noto Serif CJK SC" panose="02020400000000000000" pitchFamily="18" charset="-122"/>
              <a:ea typeface="FZHei-B01S" panose="02010601030101010101" pitchFamily="2" charset="-122"/>
              <a:sym typeface="Noto Serif CJK SC" panose="02020400000000000000" pitchFamily="18" charset="-122"/>
            </a:endParaRPr>
          </a:p>
        </p:txBody>
      </p:sp>
      <p:sp>
        <p:nvSpPr>
          <p:cNvPr id="8" name="Title 1"/>
          <p:cNvSpPr>
            <a:spLocks noGrp="1"/>
          </p:cNvSpPr>
          <p:nvPr>
            <p:custDataLst>
              <p:tags r:id="rId3"/>
            </p:custDataLst>
          </p:nvPr>
        </p:nvSpPr>
        <p:spPr>
          <a:xfrm>
            <a:off x="368935" y="751840"/>
            <a:ext cx="5574665" cy="72136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5335" kern="120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+mj-ea"/>
                <a:cs typeface="Times New Roman" panose="02020603050405020304" pitchFamily="18" charset="0"/>
              </a:defRPr>
            </a:lvl1pPr>
          </a:lstStyle>
          <a:p>
            <a:r>
              <a:rPr lang="en-US" altLang="zh-CN" sz="3600" dirty="0">
                <a:solidFill>
                  <a:schemeClr val="bg1"/>
                </a:solidFill>
              </a:rPr>
              <a:t>List: Array Implementation</a:t>
            </a:r>
          </a:p>
        </p:txBody>
      </p:sp>
      <p:pic>
        <p:nvPicPr>
          <p:cNvPr id="5" name="图片 4" descr="华工标志（透明版"/>
          <p:cNvPicPr>
            <a:picLocks noChangeAspect="1"/>
          </p:cNvPicPr>
          <p:nvPr>
            <p:custDataLst>
              <p:tags r:id="rId4"/>
            </p:custDataLst>
          </p:nvPr>
        </p:nvPicPr>
        <p:blipFill>
          <a:blip r:embed="rId6" cstate="print"/>
          <a:stretch>
            <a:fillRect/>
          </a:stretch>
        </p:blipFill>
        <p:spPr>
          <a:xfrm>
            <a:off x="7740015" y="116205"/>
            <a:ext cx="1230630" cy="1230630"/>
          </a:xfrm>
          <a:prstGeom prst="rect">
            <a:avLst/>
          </a:prstGeom>
        </p:spPr>
      </p:pic>
      <p:sp>
        <p:nvSpPr>
          <p:cNvPr id="11267" name="Rectangle 3"/>
          <p:cNvSpPr>
            <a:spLocks noGrp="1" noChangeArrowheads="1"/>
          </p:cNvSpPr>
          <p:nvPr>
            <p:ph idx="1"/>
          </p:nvPr>
        </p:nvSpPr>
        <p:spPr bwMode="auto">
          <a:xfrm>
            <a:off x="377190" y="1583690"/>
            <a:ext cx="8376920" cy="3627120"/>
          </a:xfrm>
        </p:spPr>
        <p:txBody>
          <a:bodyPr wrap="square" numCol="1" anchor="t" anchorCtr="0" compatLnSpc="1">
            <a:noAutofit/>
          </a:bodyPr>
          <a:lstStyle/>
          <a:p>
            <a:pPr fontAlgn="auto">
              <a:lnSpc>
                <a:spcPts val="4000"/>
              </a:lnSpc>
              <a:spcBef>
                <a:spcPts val="0"/>
              </a:spcBef>
            </a:pPr>
            <a:r>
              <a:rPr lang="en-US" altLang="zh-CN" dirty="0">
                <a:ea typeface="宋体" panose="02010600030101010101" pitchFamily="2" charset="-122"/>
              </a:rPr>
              <a:t>Basic Idea</a:t>
            </a:r>
            <a:r>
              <a:rPr lang="en-US" altLang="zh-CN" sz="2100" dirty="0">
                <a:ea typeface="宋体" panose="02010600030101010101" pitchFamily="2" charset="-122"/>
              </a:rPr>
              <a:t>:</a:t>
            </a:r>
          </a:p>
          <a:p>
            <a:pPr lvl="1" fontAlgn="auto">
              <a:lnSpc>
                <a:spcPts val="4000"/>
              </a:lnSpc>
              <a:spcBef>
                <a:spcPts val="0"/>
              </a:spcBef>
            </a:pPr>
            <a:r>
              <a:rPr lang="en-US" altLang="zh-CN" dirty="0">
                <a:ea typeface="宋体" panose="02010600030101010101" pitchFamily="2" charset="-122"/>
              </a:rPr>
              <a:t>Pre-allocate a big array of size </a:t>
            </a:r>
            <a:r>
              <a:rPr lang="en-US" altLang="zh-CN" b="1" dirty="0">
                <a:latin typeface="Courier New" panose="02070309020205020404" pitchFamily="49" charset="0"/>
                <a:ea typeface="宋体" panose="02010600030101010101" pitchFamily="2" charset="-122"/>
              </a:rPr>
              <a:t>MAX_SIZE</a:t>
            </a:r>
          </a:p>
          <a:p>
            <a:pPr lvl="1" fontAlgn="auto">
              <a:lnSpc>
                <a:spcPts val="4000"/>
              </a:lnSpc>
              <a:spcBef>
                <a:spcPts val="0"/>
              </a:spcBef>
            </a:pPr>
            <a:r>
              <a:rPr lang="en-US" altLang="zh-CN" dirty="0">
                <a:ea typeface="宋体" panose="02010600030101010101" pitchFamily="2" charset="-122"/>
              </a:rPr>
              <a:t>Keep track of current size using a variable </a:t>
            </a:r>
            <a:r>
              <a:rPr lang="en-US" altLang="zh-CN" b="1" dirty="0">
                <a:latin typeface="Courier New" panose="02070309020205020404" pitchFamily="49" charset="0"/>
                <a:ea typeface="宋体" panose="02010600030101010101" pitchFamily="2" charset="-122"/>
              </a:rPr>
              <a:t>count</a:t>
            </a:r>
          </a:p>
          <a:p>
            <a:pPr lvl="1" fontAlgn="auto">
              <a:lnSpc>
                <a:spcPts val="4000"/>
              </a:lnSpc>
              <a:spcBef>
                <a:spcPts val="0"/>
              </a:spcBef>
            </a:pPr>
            <a:r>
              <a:rPr lang="en-US" altLang="zh-CN" dirty="0">
                <a:ea typeface="宋体" panose="02010600030101010101" pitchFamily="2" charset="-122"/>
              </a:rPr>
              <a:t>Keep track of current position using a variable </a:t>
            </a:r>
            <a:r>
              <a:rPr lang="en-US" altLang="zh-CN" b="1" dirty="0" err="1">
                <a:latin typeface="Courier New" panose="02070309020205020404" pitchFamily="49" charset="0"/>
              </a:rPr>
              <a:t>curr_position</a:t>
            </a:r>
            <a:r>
              <a:rPr lang="en-US" altLang="zh-CN" b="1" dirty="0">
                <a:latin typeface="Courier New" panose="02070309020205020404" pitchFamily="49" charset="0"/>
                <a:ea typeface="宋体" panose="02010600030101010101" pitchFamily="2" charset="-122"/>
              </a:rPr>
              <a:t> </a:t>
            </a:r>
            <a:endParaRPr lang="en-US" altLang="zh-CN" dirty="0">
              <a:latin typeface="Tahoma" panose="020B0604030504040204" pitchFamily="34" charset="0"/>
              <a:ea typeface="宋体" panose="02010600030101010101" pitchFamily="2" charset="-122"/>
            </a:endParaRPr>
          </a:p>
          <a:p>
            <a:pPr lvl="1" fontAlgn="auto">
              <a:lnSpc>
                <a:spcPts val="4000"/>
              </a:lnSpc>
              <a:spcBef>
                <a:spcPts val="0"/>
              </a:spcBef>
            </a:pPr>
            <a:r>
              <a:rPr lang="en-US" altLang="zh-CN" dirty="0">
                <a:solidFill>
                  <a:srgbClr val="FF0000"/>
                </a:solidFill>
                <a:ea typeface="宋体" panose="02010600030101010101" pitchFamily="2" charset="-122"/>
              </a:rPr>
              <a:t>Shift elements</a:t>
            </a:r>
            <a:r>
              <a:rPr lang="en-US" altLang="zh-CN" dirty="0">
                <a:ea typeface="宋体" panose="02010600030101010101" pitchFamily="2" charset="-122"/>
              </a:rPr>
              <a:t> when you have to </a:t>
            </a:r>
            <a:r>
              <a:rPr lang="en-US" altLang="zh-CN" dirty="0">
                <a:solidFill>
                  <a:srgbClr val="0000FF"/>
                </a:solidFill>
                <a:ea typeface="宋体" panose="02010600030101010101" pitchFamily="2" charset="-122"/>
              </a:rPr>
              <a:t>insert or remove</a:t>
            </a:r>
          </a:p>
        </p:txBody>
      </p:sp>
      <p:grpSp>
        <p:nvGrpSpPr>
          <p:cNvPr id="11271" name="Group 37"/>
          <p:cNvGrpSpPr/>
          <p:nvPr/>
        </p:nvGrpSpPr>
        <p:grpSpPr bwMode="auto">
          <a:xfrm>
            <a:off x="1423670" y="5234305"/>
            <a:ext cx="6617970" cy="819150"/>
            <a:chOff x="720" y="2976"/>
            <a:chExt cx="4705" cy="583"/>
          </a:xfrm>
        </p:grpSpPr>
        <p:sp>
          <p:nvSpPr>
            <p:cNvPr id="11272" name="Rectangle 5"/>
            <p:cNvSpPr>
              <a:spLocks noChangeArrowheads="1"/>
            </p:cNvSpPr>
            <p:nvPr/>
          </p:nvSpPr>
          <p:spPr bwMode="auto">
            <a:xfrm>
              <a:off x="4366" y="3241"/>
              <a:ext cx="1058" cy="318"/>
            </a:xfrm>
            <a:prstGeom prst="rect">
              <a:avLst/>
            </a:prstGeom>
            <a:solidFill>
              <a:srgbClr val="00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750"/>
                </a:spcBef>
                <a:buFont typeface="Arial" panose="020B0604020202020204" pitchFamily="34" charset="0"/>
                <a:buChar char="•"/>
                <a:defRPr sz="21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375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857250" indent="-228600">
                <a:lnSpc>
                  <a:spcPct val="90000"/>
                </a:lnSpc>
                <a:spcBef>
                  <a:spcPts val="375"/>
                </a:spcBef>
                <a:buFont typeface="Arial" panose="020B0604020202020204" pitchFamily="34" charset="0"/>
                <a:buChar char="•"/>
                <a:defRPr sz="15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375"/>
                </a:spcBef>
                <a:buFont typeface="Arial" panose="020B0604020202020204" pitchFamily="34" charset="0"/>
                <a:buChar char="•"/>
                <a:defRPr sz="13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375"/>
                </a:spcBef>
                <a:buFont typeface="Arial" panose="020B0604020202020204" pitchFamily="34" charset="0"/>
                <a:buChar char="•"/>
                <a:defRPr sz="13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fontAlgn="base">
                <a:lnSpc>
                  <a:spcPct val="90000"/>
                </a:lnSpc>
                <a:spcBef>
                  <a:spcPts val="375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13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fontAlgn="base">
                <a:lnSpc>
                  <a:spcPct val="90000"/>
                </a:lnSpc>
                <a:spcBef>
                  <a:spcPts val="375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13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fontAlgn="base">
                <a:lnSpc>
                  <a:spcPct val="90000"/>
                </a:lnSpc>
                <a:spcBef>
                  <a:spcPts val="375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13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fontAlgn="base">
                <a:lnSpc>
                  <a:spcPct val="90000"/>
                </a:lnSpc>
                <a:spcBef>
                  <a:spcPts val="375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13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20000"/>
                </a:spcBef>
                <a:buFontTx/>
                <a:buNone/>
              </a:pPr>
              <a:endParaRPr lang="zh-CN" altLang="zh-CN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11273" name="Rectangle 6"/>
            <p:cNvSpPr>
              <a:spLocks noChangeArrowheads="1"/>
            </p:cNvSpPr>
            <p:nvPr/>
          </p:nvSpPr>
          <p:spPr bwMode="auto">
            <a:xfrm>
              <a:off x="3682" y="3241"/>
              <a:ext cx="684" cy="318"/>
            </a:xfrm>
            <a:prstGeom prst="rect">
              <a:avLst/>
            </a:prstGeom>
            <a:solidFill>
              <a:srgbClr val="00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750"/>
                </a:spcBef>
                <a:buFont typeface="Arial" panose="020B0604020202020204" pitchFamily="34" charset="0"/>
                <a:buChar char="•"/>
                <a:defRPr sz="21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375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857250" indent="-228600">
                <a:lnSpc>
                  <a:spcPct val="90000"/>
                </a:lnSpc>
                <a:spcBef>
                  <a:spcPts val="375"/>
                </a:spcBef>
                <a:buFont typeface="Arial" panose="020B0604020202020204" pitchFamily="34" charset="0"/>
                <a:buChar char="•"/>
                <a:defRPr sz="15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375"/>
                </a:spcBef>
                <a:buFont typeface="Arial" panose="020B0604020202020204" pitchFamily="34" charset="0"/>
                <a:buChar char="•"/>
                <a:defRPr sz="13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375"/>
                </a:spcBef>
                <a:buFont typeface="Arial" panose="020B0604020202020204" pitchFamily="34" charset="0"/>
                <a:buChar char="•"/>
                <a:defRPr sz="13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fontAlgn="base">
                <a:lnSpc>
                  <a:spcPct val="90000"/>
                </a:lnSpc>
                <a:spcBef>
                  <a:spcPts val="375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13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fontAlgn="base">
                <a:lnSpc>
                  <a:spcPct val="90000"/>
                </a:lnSpc>
                <a:spcBef>
                  <a:spcPts val="375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13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fontAlgn="base">
                <a:lnSpc>
                  <a:spcPct val="90000"/>
                </a:lnSpc>
                <a:spcBef>
                  <a:spcPts val="375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13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fontAlgn="base">
                <a:lnSpc>
                  <a:spcPct val="90000"/>
                </a:lnSpc>
                <a:spcBef>
                  <a:spcPts val="375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13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20000"/>
                </a:spcBef>
                <a:buFontTx/>
                <a:buNone/>
              </a:pPr>
              <a:endParaRPr lang="zh-CN" altLang="zh-CN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11274" name="Rectangle 7"/>
            <p:cNvSpPr>
              <a:spLocks noChangeArrowheads="1"/>
            </p:cNvSpPr>
            <p:nvPr/>
          </p:nvSpPr>
          <p:spPr bwMode="auto">
            <a:xfrm>
              <a:off x="2958" y="3241"/>
              <a:ext cx="724" cy="318"/>
            </a:xfrm>
            <a:prstGeom prst="rect">
              <a:avLst/>
            </a:prstGeom>
            <a:solidFill>
              <a:srgbClr val="FFFF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750"/>
                </a:spcBef>
                <a:buFont typeface="Arial" panose="020B0604020202020204" pitchFamily="34" charset="0"/>
                <a:buChar char="•"/>
                <a:defRPr sz="21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375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857250" indent="-228600">
                <a:lnSpc>
                  <a:spcPct val="90000"/>
                </a:lnSpc>
                <a:spcBef>
                  <a:spcPts val="375"/>
                </a:spcBef>
                <a:buFont typeface="Arial" panose="020B0604020202020204" pitchFamily="34" charset="0"/>
                <a:buChar char="•"/>
                <a:defRPr sz="15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375"/>
                </a:spcBef>
                <a:buFont typeface="Arial" panose="020B0604020202020204" pitchFamily="34" charset="0"/>
                <a:buChar char="•"/>
                <a:defRPr sz="13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375"/>
                </a:spcBef>
                <a:buFont typeface="Arial" panose="020B0604020202020204" pitchFamily="34" charset="0"/>
                <a:buChar char="•"/>
                <a:defRPr sz="13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fontAlgn="base">
                <a:lnSpc>
                  <a:spcPct val="90000"/>
                </a:lnSpc>
                <a:spcBef>
                  <a:spcPts val="375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13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fontAlgn="base">
                <a:lnSpc>
                  <a:spcPct val="90000"/>
                </a:lnSpc>
                <a:spcBef>
                  <a:spcPts val="375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13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fontAlgn="base">
                <a:lnSpc>
                  <a:spcPct val="90000"/>
                </a:lnSpc>
                <a:spcBef>
                  <a:spcPts val="375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13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fontAlgn="base">
                <a:lnSpc>
                  <a:spcPct val="90000"/>
                </a:lnSpc>
                <a:spcBef>
                  <a:spcPts val="375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13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20000"/>
                </a:spcBef>
                <a:buFontTx/>
                <a:buNone/>
              </a:pPr>
              <a:r>
                <a:rPr lang="en-US" altLang="zh-CN" sz="1800">
                  <a:latin typeface="Arial" panose="020B0604020202020204" pitchFamily="34" charset="0"/>
                  <a:ea typeface="宋体" panose="02010600030101010101" pitchFamily="2" charset="-122"/>
                </a:rPr>
                <a:t>A</a:t>
              </a:r>
              <a:r>
                <a:rPr lang="en-US" altLang="zh-CN" sz="1800" baseline="-25000">
                  <a:latin typeface="Arial" panose="020B0604020202020204" pitchFamily="34" charset="0"/>
                  <a:ea typeface="宋体" panose="02010600030101010101" pitchFamily="2" charset="-122"/>
                </a:rPr>
                <a:t>N</a:t>
              </a:r>
            </a:p>
          </p:txBody>
        </p:sp>
        <p:sp>
          <p:nvSpPr>
            <p:cNvPr id="11275" name="Rectangle 8"/>
            <p:cNvSpPr>
              <a:spLocks noChangeArrowheads="1"/>
            </p:cNvSpPr>
            <p:nvPr/>
          </p:nvSpPr>
          <p:spPr bwMode="auto">
            <a:xfrm>
              <a:off x="2571" y="3241"/>
              <a:ext cx="387" cy="318"/>
            </a:xfrm>
            <a:prstGeom prst="rect">
              <a:avLst/>
            </a:prstGeom>
            <a:solidFill>
              <a:srgbClr val="FFFF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750"/>
                </a:spcBef>
                <a:buFont typeface="Arial" panose="020B0604020202020204" pitchFamily="34" charset="0"/>
                <a:buChar char="•"/>
                <a:defRPr sz="21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375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857250" indent="-228600">
                <a:lnSpc>
                  <a:spcPct val="90000"/>
                </a:lnSpc>
                <a:spcBef>
                  <a:spcPts val="375"/>
                </a:spcBef>
                <a:buFont typeface="Arial" panose="020B0604020202020204" pitchFamily="34" charset="0"/>
                <a:buChar char="•"/>
                <a:defRPr sz="15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375"/>
                </a:spcBef>
                <a:buFont typeface="Arial" panose="020B0604020202020204" pitchFamily="34" charset="0"/>
                <a:buChar char="•"/>
                <a:defRPr sz="13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375"/>
                </a:spcBef>
                <a:buFont typeface="Arial" panose="020B0604020202020204" pitchFamily="34" charset="0"/>
                <a:buChar char="•"/>
                <a:defRPr sz="13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fontAlgn="base">
                <a:lnSpc>
                  <a:spcPct val="90000"/>
                </a:lnSpc>
                <a:spcBef>
                  <a:spcPts val="375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13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fontAlgn="base">
                <a:lnSpc>
                  <a:spcPct val="90000"/>
                </a:lnSpc>
                <a:spcBef>
                  <a:spcPts val="375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13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fontAlgn="base">
                <a:lnSpc>
                  <a:spcPct val="90000"/>
                </a:lnSpc>
                <a:spcBef>
                  <a:spcPts val="375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13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fontAlgn="base">
                <a:lnSpc>
                  <a:spcPct val="90000"/>
                </a:lnSpc>
                <a:spcBef>
                  <a:spcPts val="375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13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20000"/>
                </a:spcBef>
                <a:buFontTx/>
                <a:buNone/>
              </a:pPr>
              <a:r>
                <a:rPr lang="en-US" altLang="zh-CN" sz="1800">
                  <a:latin typeface="Arial" panose="020B0604020202020204" pitchFamily="34" charset="0"/>
                  <a:ea typeface="宋体" panose="02010600030101010101" pitchFamily="2" charset="-122"/>
                </a:rPr>
                <a:t>…</a:t>
              </a:r>
            </a:p>
          </p:txBody>
        </p:sp>
        <p:sp>
          <p:nvSpPr>
            <p:cNvPr id="11276" name="Rectangle 9"/>
            <p:cNvSpPr>
              <a:spLocks noChangeArrowheads="1"/>
            </p:cNvSpPr>
            <p:nvPr/>
          </p:nvSpPr>
          <p:spPr bwMode="auto">
            <a:xfrm>
              <a:off x="2134" y="3241"/>
              <a:ext cx="437" cy="318"/>
            </a:xfrm>
            <a:prstGeom prst="rect">
              <a:avLst/>
            </a:prstGeom>
            <a:solidFill>
              <a:srgbClr val="FFFF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750"/>
                </a:spcBef>
                <a:buFont typeface="Arial" panose="020B0604020202020204" pitchFamily="34" charset="0"/>
                <a:buChar char="•"/>
                <a:defRPr sz="21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375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857250" indent="-228600">
                <a:lnSpc>
                  <a:spcPct val="90000"/>
                </a:lnSpc>
                <a:spcBef>
                  <a:spcPts val="375"/>
                </a:spcBef>
                <a:buFont typeface="Arial" panose="020B0604020202020204" pitchFamily="34" charset="0"/>
                <a:buChar char="•"/>
                <a:defRPr sz="15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375"/>
                </a:spcBef>
                <a:buFont typeface="Arial" panose="020B0604020202020204" pitchFamily="34" charset="0"/>
                <a:buChar char="•"/>
                <a:defRPr sz="13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375"/>
                </a:spcBef>
                <a:buFont typeface="Arial" panose="020B0604020202020204" pitchFamily="34" charset="0"/>
                <a:buChar char="•"/>
                <a:defRPr sz="13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fontAlgn="base">
                <a:lnSpc>
                  <a:spcPct val="90000"/>
                </a:lnSpc>
                <a:spcBef>
                  <a:spcPts val="375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13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fontAlgn="base">
                <a:lnSpc>
                  <a:spcPct val="90000"/>
                </a:lnSpc>
                <a:spcBef>
                  <a:spcPts val="375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13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fontAlgn="base">
                <a:lnSpc>
                  <a:spcPct val="90000"/>
                </a:lnSpc>
                <a:spcBef>
                  <a:spcPts val="375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13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fontAlgn="base">
                <a:lnSpc>
                  <a:spcPct val="90000"/>
                </a:lnSpc>
                <a:spcBef>
                  <a:spcPts val="375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13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20000"/>
                </a:spcBef>
                <a:buFontTx/>
                <a:buNone/>
              </a:pPr>
              <a:r>
                <a:rPr lang="en-US" altLang="zh-CN" sz="1800">
                  <a:latin typeface="Arial" panose="020B0604020202020204" pitchFamily="34" charset="0"/>
                  <a:ea typeface="宋体" panose="02010600030101010101" pitchFamily="2" charset="-122"/>
                </a:rPr>
                <a:t>A</a:t>
              </a:r>
              <a:r>
                <a:rPr lang="en-US" altLang="zh-CN" sz="1800" baseline="-25000">
                  <a:latin typeface="Arial" panose="020B0604020202020204" pitchFamily="34" charset="0"/>
                  <a:ea typeface="宋体" panose="02010600030101010101" pitchFamily="2" charset="-122"/>
                </a:rPr>
                <a:t>4</a:t>
              </a:r>
            </a:p>
          </p:txBody>
        </p:sp>
        <p:sp>
          <p:nvSpPr>
            <p:cNvPr id="11277" name="Rectangle 10"/>
            <p:cNvSpPr>
              <a:spLocks noChangeArrowheads="1"/>
            </p:cNvSpPr>
            <p:nvPr/>
          </p:nvSpPr>
          <p:spPr bwMode="auto">
            <a:xfrm>
              <a:off x="1618" y="3241"/>
              <a:ext cx="516" cy="318"/>
            </a:xfrm>
            <a:prstGeom prst="rect">
              <a:avLst/>
            </a:prstGeom>
            <a:solidFill>
              <a:srgbClr val="FFFF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750"/>
                </a:spcBef>
                <a:buFont typeface="Arial" panose="020B0604020202020204" pitchFamily="34" charset="0"/>
                <a:buChar char="•"/>
                <a:defRPr sz="21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375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857250" indent="-228600">
                <a:lnSpc>
                  <a:spcPct val="90000"/>
                </a:lnSpc>
                <a:spcBef>
                  <a:spcPts val="375"/>
                </a:spcBef>
                <a:buFont typeface="Arial" panose="020B0604020202020204" pitchFamily="34" charset="0"/>
                <a:buChar char="•"/>
                <a:defRPr sz="15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375"/>
                </a:spcBef>
                <a:buFont typeface="Arial" panose="020B0604020202020204" pitchFamily="34" charset="0"/>
                <a:buChar char="•"/>
                <a:defRPr sz="13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375"/>
                </a:spcBef>
                <a:buFont typeface="Arial" panose="020B0604020202020204" pitchFamily="34" charset="0"/>
                <a:buChar char="•"/>
                <a:defRPr sz="13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fontAlgn="base">
                <a:lnSpc>
                  <a:spcPct val="90000"/>
                </a:lnSpc>
                <a:spcBef>
                  <a:spcPts val="375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13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fontAlgn="base">
                <a:lnSpc>
                  <a:spcPct val="90000"/>
                </a:lnSpc>
                <a:spcBef>
                  <a:spcPts val="375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13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fontAlgn="base">
                <a:lnSpc>
                  <a:spcPct val="90000"/>
                </a:lnSpc>
                <a:spcBef>
                  <a:spcPts val="375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13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fontAlgn="base">
                <a:lnSpc>
                  <a:spcPct val="90000"/>
                </a:lnSpc>
                <a:spcBef>
                  <a:spcPts val="375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13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20000"/>
                </a:spcBef>
                <a:buFontTx/>
                <a:buNone/>
              </a:pPr>
              <a:r>
                <a:rPr lang="en-US" altLang="zh-CN" sz="1800">
                  <a:latin typeface="Arial" panose="020B0604020202020204" pitchFamily="34" charset="0"/>
                  <a:ea typeface="宋体" panose="02010600030101010101" pitchFamily="2" charset="-122"/>
                </a:rPr>
                <a:t>A</a:t>
              </a:r>
              <a:r>
                <a:rPr lang="en-US" altLang="zh-CN" sz="1800" baseline="-25000">
                  <a:latin typeface="Arial" panose="020B0604020202020204" pitchFamily="34" charset="0"/>
                  <a:ea typeface="宋体" panose="02010600030101010101" pitchFamily="2" charset="-122"/>
                </a:rPr>
                <a:t>3</a:t>
              </a:r>
            </a:p>
          </p:txBody>
        </p:sp>
        <p:sp>
          <p:nvSpPr>
            <p:cNvPr id="11278" name="Rectangle 11"/>
            <p:cNvSpPr>
              <a:spLocks noChangeArrowheads="1"/>
            </p:cNvSpPr>
            <p:nvPr/>
          </p:nvSpPr>
          <p:spPr bwMode="auto">
            <a:xfrm>
              <a:off x="1183" y="3241"/>
              <a:ext cx="435" cy="318"/>
            </a:xfrm>
            <a:prstGeom prst="rect">
              <a:avLst/>
            </a:prstGeom>
            <a:solidFill>
              <a:srgbClr val="FFFF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750"/>
                </a:spcBef>
                <a:buFont typeface="Arial" panose="020B0604020202020204" pitchFamily="34" charset="0"/>
                <a:buChar char="•"/>
                <a:defRPr sz="21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375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857250" indent="-228600">
                <a:lnSpc>
                  <a:spcPct val="90000"/>
                </a:lnSpc>
                <a:spcBef>
                  <a:spcPts val="375"/>
                </a:spcBef>
                <a:buFont typeface="Arial" panose="020B0604020202020204" pitchFamily="34" charset="0"/>
                <a:buChar char="•"/>
                <a:defRPr sz="15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375"/>
                </a:spcBef>
                <a:buFont typeface="Arial" panose="020B0604020202020204" pitchFamily="34" charset="0"/>
                <a:buChar char="•"/>
                <a:defRPr sz="13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375"/>
                </a:spcBef>
                <a:buFont typeface="Arial" panose="020B0604020202020204" pitchFamily="34" charset="0"/>
                <a:buChar char="•"/>
                <a:defRPr sz="13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fontAlgn="base">
                <a:lnSpc>
                  <a:spcPct val="90000"/>
                </a:lnSpc>
                <a:spcBef>
                  <a:spcPts val="375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13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fontAlgn="base">
                <a:lnSpc>
                  <a:spcPct val="90000"/>
                </a:lnSpc>
                <a:spcBef>
                  <a:spcPts val="375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13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fontAlgn="base">
                <a:lnSpc>
                  <a:spcPct val="90000"/>
                </a:lnSpc>
                <a:spcBef>
                  <a:spcPts val="375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13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fontAlgn="base">
                <a:lnSpc>
                  <a:spcPct val="90000"/>
                </a:lnSpc>
                <a:spcBef>
                  <a:spcPts val="375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13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20000"/>
                </a:spcBef>
                <a:buFontTx/>
                <a:buNone/>
              </a:pPr>
              <a:r>
                <a:rPr lang="en-US" altLang="zh-CN" sz="1800">
                  <a:latin typeface="Arial" panose="020B0604020202020204" pitchFamily="34" charset="0"/>
                  <a:ea typeface="宋体" panose="02010600030101010101" pitchFamily="2" charset="-122"/>
                </a:rPr>
                <a:t>A</a:t>
              </a:r>
              <a:r>
                <a:rPr lang="en-US" altLang="zh-CN" sz="1800" baseline="-25000">
                  <a:latin typeface="Arial" panose="020B0604020202020204" pitchFamily="34" charset="0"/>
                  <a:ea typeface="宋体" panose="02010600030101010101" pitchFamily="2" charset="-122"/>
                </a:rPr>
                <a:t>2</a:t>
              </a:r>
            </a:p>
          </p:txBody>
        </p:sp>
        <p:sp>
          <p:nvSpPr>
            <p:cNvPr id="11279" name="Rectangle 12"/>
            <p:cNvSpPr>
              <a:spLocks noChangeArrowheads="1"/>
            </p:cNvSpPr>
            <p:nvPr/>
          </p:nvSpPr>
          <p:spPr bwMode="auto">
            <a:xfrm>
              <a:off x="720" y="3241"/>
              <a:ext cx="463" cy="318"/>
            </a:xfrm>
            <a:prstGeom prst="rect">
              <a:avLst/>
            </a:prstGeom>
            <a:solidFill>
              <a:srgbClr val="FFFF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750"/>
                </a:spcBef>
                <a:buFont typeface="Arial" panose="020B0604020202020204" pitchFamily="34" charset="0"/>
                <a:buChar char="•"/>
                <a:defRPr sz="21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375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857250" indent="-228600">
                <a:lnSpc>
                  <a:spcPct val="90000"/>
                </a:lnSpc>
                <a:spcBef>
                  <a:spcPts val="375"/>
                </a:spcBef>
                <a:buFont typeface="Arial" panose="020B0604020202020204" pitchFamily="34" charset="0"/>
                <a:buChar char="•"/>
                <a:defRPr sz="15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375"/>
                </a:spcBef>
                <a:buFont typeface="Arial" panose="020B0604020202020204" pitchFamily="34" charset="0"/>
                <a:buChar char="•"/>
                <a:defRPr sz="13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375"/>
                </a:spcBef>
                <a:buFont typeface="Arial" panose="020B0604020202020204" pitchFamily="34" charset="0"/>
                <a:buChar char="•"/>
                <a:defRPr sz="13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fontAlgn="base">
                <a:lnSpc>
                  <a:spcPct val="90000"/>
                </a:lnSpc>
                <a:spcBef>
                  <a:spcPts val="375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13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fontAlgn="base">
                <a:lnSpc>
                  <a:spcPct val="90000"/>
                </a:lnSpc>
                <a:spcBef>
                  <a:spcPts val="375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13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fontAlgn="base">
                <a:lnSpc>
                  <a:spcPct val="90000"/>
                </a:lnSpc>
                <a:spcBef>
                  <a:spcPts val="375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13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fontAlgn="base">
                <a:lnSpc>
                  <a:spcPct val="90000"/>
                </a:lnSpc>
                <a:spcBef>
                  <a:spcPts val="375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13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20000"/>
                </a:spcBef>
                <a:buFontTx/>
                <a:buNone/>
              </a:pPr>
              <a:r>
                <a:rPr lang="en-US" altLang="zh-CN" sz="1800">
                  <a:latin typeface="Arial" panose="020B0604020202020204" pitchFamily="34" charset="0"/>
                  <a:ea typeface="宋体" panose="02010600030101010101" pitchFamily="2" charset="-122"/>
                </a:rPr>
                <a:t>A</a:t>
              </a:r>
              <a:r>
                <a:rPr lang="en-US" altLang="zh-CN" sz="1800" baseline="-25000">
                  <a:latin typeface="Arial" panose="020B0604020202020204" pitchFamily="34" charset="0"/>
                  <a:ea typeface="宋体" panose="02010600030101010101" pitchFamily="2" charset="-122"/>
                </a:rPr>
                <a:t>1</a:t>
              </a:r>
            </a:p>
          </p:txBody>
        </p:sp>
        <p:sp>
          <p:nvSpPr>
            <p:cNvPr id="11280" name="Rectangle 13"/>
            <p:cNvSpPr>
              <a:spLocks noChangeArrowheads="1"/>
            </p:cNvSpPr>
            <p:nvPr/>
          </p:nvSpPr>
          <p:spPr bwMode="auto">
            <a:xfrm>
              <a:off x="4366" y="2976"/>
              <a:ext cx="1058" cy="265"/>
            </a:xfrm>
            <a:prstGeom prst="rect">
              <a:avLst/>
            </a:prstGeom>
            <a:solidFill>
              <a:srgbClr val="00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750"/>
                </a:spcBef>
                <a:buFont typeface="Arial" panose="020B0604020202020204" pitchFamily="34" charset="0"/>
                <a:buChar char="•"/>
                <a:defRPr sz="21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375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857250" indent="-228600">
                <a:lnSpc>
                  <a:spcPct val="90000"/>
                </a:lnSpc>
                <a:spcBef>
                  <a:spcPts val="375"/>
                </a:spcBef>
                <a:buFont typeface="Arial" panose="020B0604020202020204" pitchFamily="34" charset="0"/>
                <a:buChar char="•"/>
                <a:defRPr sz="15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375"/>
                </a:spcBef>
                <a:buFont typeface="Arial" panose="020B0604020202020204" pitchFamily="34" charset="0"/>
                <a:buChar char="•"/>
                <a:defRPr sz="13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375"/>
                </a:spcBef>
                <a:buFont typeface="Arial" panose="020B0604020202020204" pitchFamily="34" charset="0"/>
                <a:buChar char="•"/>
                <a:defRPr sz="13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fontAlgn="base">
                <a:lnSpc>
                  <a:spcPct val="90000"/>
                </a:lnSpc>
                <a:spcBef>
                  <a:spcPts val="375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13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fontAlgn="base">
                <a:lnSpc>
                  <a:spcPct val="90000"/>
                </a:lnSpc>
                <a:spcBef>
                  <a:spcPts val="375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13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fontAlgn="base">
                <a:lnSpc>
                  <a:spcPct val="90000"/>
                </a:lnSpc>
                <a:spcBef>
                  <a:spcPts val="375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13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fontAlgn="base">
                <a:lnSpc>
                  <a:spcPct val="90000"/>
                </a:lnSpc>
                <a:spcBef>
                  <a:spcPts val="375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13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20000"/>
                </a:spcBef>
                <a:buFontTx/>
                <a:buNone/>
              </a:pPr>
              <a:r>
                <a:rPr lang="en-US" altLang="zh-CN" sz="1800" dirty="0">
                  <a:latin typeface="Arial" panose="020B0604020202020204" pitchFamily="34" charset="0"/>
                  <a:ea typeface="宋体" panose="02010600030101010101" pitchFamily="2" charset="-122"/>
                </a:rPr>
                <a:t>MAX_SIZE</a:t>
              </a:r>
            </a:p>
          </p:txBody>
        </p:sp>
        <p:sp>
          <p:nvSpPr>
            <p:cNvPr id="11281" name="Rectangle 14"/>
            <p:cNvSpPr>
              <a:spLocks noChangeArrowheads="1"/>
            </p:cNvSpPr>
            <p:nvPr/>
          </p:nvSpPr>
          <p:spPr bwMode="auto">
            <a:xfrm>
              <a:off x="3682" y="2976"/>
              <a:ext cx="684" cy="265"/>
            </a:xfrm>
            <a:prstGeom prst="rect">
              <a:avLst/>
            </a:prstGeom>
            <a:solidFill>
              <a:srgbClr val="00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750"/>
                </a:spcBef>
                <a:buFont typeface="Arial" panose="020B0604020202020204" pitchFamily="34" charset="0"/>
                <a:buChar char="•"/>
                <a:defRPr sz="21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375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857250" indent="-228600">
                <a:lnSpc>
                  <a:spcPct val="90000"/>
                </a:lnSpc>
                <a:spcBef>
                  <a:spcPts val="375"/>
                </a:spcBef>
                <a:buFont typeface="Arial" panose="020B0604020202020204" pitchFamily="34" charset="0"/>
                <a:buChar char="•"/>
                <a:defRPr sz="15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375"/>
                </a:spcBef>
                <a:buFont typeface="Arial" panose="020B0604020202020204" pitchFamily="34" charset="0"/>
                <a:buChar char="•"/>
                <a:defRPr sz="13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375"/>
                </a:spcBef>
                <a:buFont typeface="Arial" panose="020B0604020202020204" pitchFamily="34" charset="0"/>
                <a:buChar char="•"/>
                <a:defRPr sz="13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fontAlgn="base">
                <a:lnSpc>
                  <a:spcPct val="90000"/>
                </a:lnSpc>
                <a:spcBef>
                  <a:spcPts val="375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13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fontAlgn="base">
                <a:lnSpc>
                  <a:spcPct val="90000"/>
                </a:lnSpc>
                <a:spcBef>
                  <a:spcPts val="375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13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fontAlgn="base">
                <a:lnSpc>
                  <a:spcPct val="90000"/>
                </a:lnSpc>
                <a:spcBef>
                  <a:spcPts val="375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13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fontAlgn="base">
                <a:lnSpc>
                  <a:spcPct val="90000"/>
                </a:lnSpc>
                <a:spcBef>
                  <a:spcPts val="375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13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20000"/>
                </a:spcBef>
                <a:buFontTx/>
                <a:buNone/>
              </a:pPr>
              <a:endParaRPr lang="zh-CN" altLang="zh-CN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11282" name="Rectangle 15"/>
            <p:cNvSpPr>
              <a:spLocks noChangeArrowheads="1"/>
            </p:cNvSpPr>
            <p:nvPr/>
          </p:nvSpPr>
          <p:spPr bwMode="auto">
            <a:xfrm>
              <a:off x="2958" y="2976"/>
              <a:ext cx="724" cy="265"/>
            </a:xfrm>
            <a:prstGeom prst="rect">
              <a:avLst/>
            </a:prstGeom>
            <a:solidFill>
              <a:srgbClr val="FFFF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750"/>
                </a:spcBef>
                <a:buFont typeface="Arial" panose="020B0604020202020204" pitchFamily="34" charset="0"/>
                <a:buChar char="•"/>
                <a:defRPr sz="21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375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857250" indent="-228600">
                <a:lnSpc>
                  <a:spcPct val="90000"/>
                </a:lnSpc>
                <a:spcBef>
                  <a:spcPts val="375"/>
                </a:spcBef>
                <a:buFont typeface="Arial" panose="020B0604020202020204" pitchFamily="34" charset="0"/>
                <a:buChar char="•"/>
                <a:defRPr sz="15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375"/>
                </a:spcBef>
                <a:buFont typeface="Arial" panose="020B0604020202020204" pitchFamily="34" charset="0"/>
                <a:buChar char="•"/>
                <a:defRPr sz="13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375"/>
                </a:spcBef>
                <a:buFont typeface="Arial" panose="020B0604020202020204" pitchFamily="34" charset="0"/>
                <a:buChar char="•"/>
                <a:defRPr sz="13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fontAlgn="base">
                <a:lnSpc>
                  <a:spcPct val="90000"/>
                </a:lnSpc>
                <a:spcBef>
                  <a:spcPts val="375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13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fontAlgn="base">
                <a:lnSpc>
                  <a:spcPct val="90000"/>
                </a:lnSpc>
                <a:spcBef>
                  <a:spcPts val="375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13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fontAlgn="base">
                <a:lnSpc>
                  <a:spcPct val="90000"/>
                </a:lnSpc>
                <a:spcBef>
                  <a:spcPts val="375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13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fontAlgn="base">
                <a:lnSpc>
                  <a:spcPct val="90000"/>
                </a:lnSpc>
                <a:spcBef>
                  <a:spcPts val="375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13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20000"/>
                </a:spcBef>
                <a:buFontTx/>
                <a:buNone/>
              </a:pPr>
              <a:r>
                <a:rPr lang="en-US" altLang="zh-CN" sz="1800">
                  <a:latin typeface="Arial" panose="020B0604020202020204" pitchFamily="34" charset="0"/>
                  <a:ea typeface="宋体" panose="02010600030101010101" pitchFamily="2" charset="-122"/>
                </a:rPr>
                <a:t>count-1</a:t>
              </a:r>
            </a:p>
          </p:txBody>
        </p:sp>
        <p:sp>
          <p:nvSpPr>
            <p:cNvPr id="11283" name="Rectangle 16"/>
            <p:cNvSpPr>
              <a:spLocks noChangeArrowheads="1"/>
            </p:cNvSpPr>
            <p:nvPr/>
          </p:nvSpPr>
          <p:spPr bwMode="auto">
            <a:xfrm>
              <a:off x="2571" y="2976"/>
              <a:ext cx="387" cy="265"/>
            </a:xfrm>
            <a:prstGeom prst="rect">
              <a:avLst/>
            </a:prstGeom>
            <a:solidFill>
              <a:srgbClr val="FFFF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750"/>
                </a:spcBef>
                <a:buFont typeface="Arial" panose="020B0604020202020204" pitchFamily="34" charset="0"/>
                <a:buChar char="•"/>
                <a:defRPr sz="21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375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857250" indent="-228600">
                <a:lnSpc>
                  <a:spcPct val="90000"/>
                </a:lnSpc>
                <a:spcBef>
                  <a:spcPts val="375"/>
                </a:spcBef>
                <a:buFont typeface="Arial" panose="020B0604020202020204" pitchFamily="34" charset="0"/>
                <a:buChar char="•"/>
                <a:defRPr sz="15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375"/>
                </a:spcBef>
                <a:buFont typeface="Arial" panose="020B0604020202020204" pitchFamily="34" charset="0"/>
                <a:buChar char="•"/>
                <a:defRPr sz="13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375"/>
                </a:spcBef>
                <a:buFont typeface="Arial" panose="020B0604020202020204" pitchFamily="34" charset="0"/>
                <a:buChar char="•"/>
                <a:defRPr sz="13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fontAlgn="base">
                <a:lnSpc>
                  <a:spcPct val="90000"/>
                </a:lnSpc>
                <a:spcBef>
                  <a:spcPts val="375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13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fontAlgn="base">
                <a:lnSpc>
                  <a:spcPct val="90000"/>
                </a:lnSpc>
                <a:spcBef>
                  <a:spcPts val="375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13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fontAlgn="base">
                <a:lnSpc>
                  <a:spcPct val="90000"/>
                </a:lnSpc>
                <a:spcBef>
                  <a:spcPts val="375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13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fontAlgn="base">
                <a:lnSpc>
                  <a:spcPct val="90000"/>
                </a:lnSpc>
                <a:spcBef>
                  <a:spcPts val="375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13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20000"/>
                </a:spcBef>
                <a:buFontTx/>
                <a:buNone/>
              </a:pPr>
              <a:r>
                <a:rPr lang="en-US" altLang="zh-CN" sz="1800">
                  <a:latin typeface="Arial" panose="020B0604020202020204" pitchFamily="34" charset="0"/>
                  <a:ea typeface="宋体" panose="02010600030101010101" pitchFamily="2" charset="-122"/>
                </a:rPr>
                <a:t>…</a:t>
              </a:r>
            </a:p>
          </p:txBody>
        </p:sp>
        <p:sp>
          <p:nvSpPr>
            <p:cNvPr id="11284" name="Rectangle 17"/>
            <p:cNvSpPr>
              <a:spLocks noChangeArrowheads="1"/>
            </p:cNvSpPr>
            <p:nvPr/>
          </p:nvSpPr>
          <p:spPr bwMode="auto">
            <a:xfrm>
              <a:off x="2134" y="2976"/>
              <a:ext cx="437" cy="265"/>
            </a:xfrm>
            <a:prstGeom prst="rect">
              <a:avLst/>
            </a:prstGeom>
            <a:solidFill>
              <a:srgbClr val="FFFF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750"/>
                </a:spcBef>
                <a:buFont typeface="Arial" panose="020B0604020202020204" pitchFamily="34" charset="0"/>
                <a:buChar char="•"/>
                <a:defRPr sz="21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375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857250" indent="-228600">
                <a:lnSpc>
                  <a:spcPct val="90000"/>
                </a:lnSpc>
                <a:spcBef>
                  <a:spcPts val="375"/>
                </a:spcBef>
                <a:buFont typeface="Arial" panose="020B0604020202020204" pitchFamily="34" charset="0"/>
                <a:buChar char="•"/>
                <a:defRPr sz="15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375"/>
                </a:spcBef>
                <a:buFont typeface="Arial" panose="020B0604020202020204" pitchFamily="34" charset="0"/>
                <a:buChar char="•"/>
                <a:defRPr sz="13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375"/>
                </a:spcBef>
                <a:buFont typeface="Arial" panose="020B0604020202020204" pitchFamily="34" charset="0"/>
                <a:buChar char="•"/>
                <a:defRPr sz="13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fontAlgn="base">
                <a:lnSpc>
                  <a:spcPct val="90000"/>
                </a:lnSpc>
                <a:spcBef>
                  <a:spcPts val="375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13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fontAlgn="base">
                <a:lnSpc>
                  <a:spcPct val="90000"/>
                </a:lnSpc>
                <a:spcBef>
                  <a:spcPts val="375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13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fontAlgn="base">
                <a:lnSpc>
                  <a:spcPct val="90000"/>
                </a:lnSpc>
                <a:spcBef>
                  <a:spcPts val="375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13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fontAlgn="base">
                <a:lnSpc>
                  <a:spcPct val="90000"/>
                </a:lnSpc>
                <a:spcBef>
                  <a:spcPts val="375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13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20000"/>
                </a:spcBef>
                <a:buFontTx/>
                <a:buNone/>
              </a:pPr>
              <a:r>
                <a:rPr lang="en-US" altLang="zh-CN" sz="1800">
                  <a:latin typeface="Arial" panose="020B0604020202020204" pitchFamily="34" charset="0"/>
                  <a:ea typeface="宋体" panose="02010600030101010101" pitchFamily="2" charset="-122"/>
                </a:rPr>
                <a:t>3</a:t>
              </a:r>
            </a:p>
          </p:txBody>
        </p:sp>
        <p:sp>
          <p:nvSpPr>
            <p:cNvPr id="11285" name="Rectangle 18"/>
            <p:cNvSpPr>
              <a:spLocks noChangeArrowheads="1"/>
            </p:cNvSpPr>
            <p:nvPr/>
          </p:nvSpPr>
          <p:spPr bwMode="auto">
            <a:xfrm>
              <a:off x="1618" y="2976"/>
              <a:ext cx="516" cy="265"/>
            </a:xfrm>
            <a:prstGeom prst="rect">
              <a:avLst/>
            </a:prstGeom>
            <a:solidFill>
              <a:srgbClr val="FFFF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750"/>
                </a:spcBef>
                <a:buFont typeface="Arial" panose="020B0604020202020204" pitchFamily="34" charset="0"/>
                <a:buChar char="•"/>
                <a:defRPr sz="21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375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857250" indent="-228600">
                <a:lnSpc>
                  <a:spcPct val="90000"/>
                </a:lnSpc>
                <a:spcBef>
                  <a:spcPts val="375"/>
                </a:spcBef>
                <a:buFont typeface="Arial" panose="020B0604020202020204" pitchFamily="34" charset="0"/>
                <a:buChar char="•"/>
                <a:defRPr sz="15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375"/>
                </a:spcBef>
                <a:buFont typeface="Arial" panose="020B0604020202020204" pitchFamily="34" charset="0"/>
                <a:buChar char="•"/>
                <a:defRPr sz="13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375"/>
                </a:spcBef>
                <a:buFont typeface="Arial" panose="020B0604020202020204" pitchFamily="34" charset="0"/>
                <a:buChar char="•"/>
                <a:defRPr sz="13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fontAlgn="base">
                <a:lnSpc>
                  <a:spcPct val="90000"/>
                </a:lnSpc>
                <a:spcBef>
                  <a:spcPts val="375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13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fontAlgn="base">
                <a:lnSpc>
                  <a:spcPct val="90000"/>
                </a:lnSpc>
                <a:spcBef>
                  <a:spcPts val="375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13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fontAlgn="base">
                <a:lnSpc>
                  <a:spcPct val="90000"/>
                </a:lnSpc>
                <a:spcBef>
                  <a:spcPts val="375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13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fontAlgn="base">
                <a:lnSpc>
                  <a:spcPct val="90000"/>
                </a:lnSpc>
                <a:spcBef>
                  <a:spcPts val="375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13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20000"/>
                </a:spcBef>
                <a:buFontTx/>
                <a:buNone/>
              </a:pPr>
              <a:r>
                <a:rPr lang="en-US" altLang="zh-CN" sz="1800">
                  <a:latin typeface="Arial" panose="020B0604020202020204" pitchFamily="34" charset="0"/>
                  <a:ea typeface="宋体" panose="02010600030101010101" pitchFamily="2" charset="-122"/>
                </a:rPr>
                <a:t>2</a:t>
              </a:r>
            </a:p>
          </p:txBody>
        </p:sp>
        <p:sp>
          <p:nvSpPr>
            <p:cNvPr id="11286" name="Rectangle 19"/>
            <p:cNvSpPr>
              <a:spLocks noChangeArrowheads="1"/>
            </p:cNvSpPr>
            <p:nvPr/>
          </p:nvSpPr>
          <p:spPr bwMode="auto">
            <a:xfrm>
              <a:off x="1183" y="2976"/>
              <a:ext cx="435" cy="265"/>
            </a:xfrm>
            <a:prstGeom prst="rect">
              <a:avLst/>
            </a:prstGeom>
            <a:solidFill>
              <a:srgbClr val="FFFF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750"/>
                </a:spcBef>
                <a:buFont typeface="Arial" panose="020B0604020202020204" pitchFamily="34" charset="0"/>
                <a:buChar char="•"/>
                <a:defRPr sz="21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375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857250" indent="-228600">
                <a:lnSpc>
                  <a:spcPct val="90000"/>
                </a:lnSpc>
                <a:spcBef>
                  <a:spcPts val="375"/>
                </a:spcBef>
                <a:buFont typeface="Arial" panose="020B0604020202020204" pitchFamily="34" charset="0"/>
                <a:buChar char="•"/>
                <a:defRPr sz="15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375"/>
                </a:spcBef>
                <a:buFont typeface="Arial" panose="020B0604020202020204" pitchFamily="34" charset="0"/>
                <a:buChar char="•"/>
                <a:defRPr sz="13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375"/>
                </a:spcBef>
                <a:buFont typeface="Arial" panose="020B0604020202020204" pitchFamily="34" charset="0"/>
                <a:buChar char="•"/>
                <a:defRPr sz="13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fontAlgn="base">
                <a:lnSpc>
                  <a:spcPct val="90000"/>
                </a:lnSpc>
                <a:spcBef>
                  <a:spcPts val="375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13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fontAlgn="base">
                <a:lnSpc>
                  <a:spcPct val="90000"/>
                </a:lnSpc>
                <a:spcBef>
                  <a:spcPts val="375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13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fontAlgn="base">
                <a:lnSpc>
                  <a:spcPct val="90000"/>
                </a:lnSpc>
                <a:spcBef>
                  <a:spcPts val="375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13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fontAlgn="base">
                <a:lnSpc>
                  <a:spcPct val="90000"/>
                </a:lnSpc>
                <a:spcBef>
                  <a:spcPts val="375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13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20000"/>
                </a:spcBef>
                <a:buFontTx/>
                <a:buNone/>
              </a:pPr>
              <a:r>
                <a:rPr lang="en-US" altLang="zh-CN" sz="1800">
                  <a:latin typeface="Arial" panose="020B0604020202020204" pitchFamily="34" charset="0"/>
                  <a:ea typeface="宋体" panose="02010600030101010101" pitchFamily="2" charset="-122"/>
                </a:rPr>
                <a:t>1</a:t>
              </a:r>
            </a:p>
          </p:txBody>
        </p:sp>
        <p:sp>
          <p:nvSpPr>
            <p:cNvPr id="11287" name="Rectangle 20"/>
            <p:cNvSpPr>
              <a:spLocks noChangeArrowheads="1"/>
            </p:cNvSpPr>
            <p:nvPr/>
          </p:nvSpPr>
          <p:spPr bwMode="auto">
            <a:xfrm>
              <a:off x="720" y="2976"/>
              <a:ext cx="463" cy="265"/>
            </a:xfrm>
            <a:prstGeom prst="rect">
              <a:avLst/>
            </a:prstGeom>
            <a:solidFill>
              <a:srgbClr val="FFFF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750"/>
                </a:spcBef>
                <a:buFont typeface="Arial" panose="020B0604020202020204" pitchFamily="34" charset="0"/>
                <a:buChar char="•"/>
                <a:defRPr sz="21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375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857250" indent="-228600">
                <a:lnSpc>
                  <a:spcPct val="90000"/>
                </a:lnSpc>
                <a:spcBef>
                  <a:spcPts val="375"/>
                </a:spcBef>
                <a:buFont typeface="Arial" panose="020B0604020202020204" pitchFamily="34" charset="0"/>
                <a:buChar char="•"/>
                <a:defRPr sz="15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375"/>
                </a:spcBef>
                <a:buFont typeface="Arial" panose="020B0604020202020204" pitchFamily="34" charset="0"/>
                <a:buChar char="•"/>
                <a:defRPr sz="13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375"/>
                </a:spcBef>
                <a:buFont typeface="Arial" panose="020B0604020202020204" pitchFamily="34" charset="0"/>
                <a:buChar char="•"/>
                <a:defRPr sz="13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fontAlgn="base">
                <a:lnSpc>
                  <a:spcPct val="90000"/>
                </a:lnSpc>
                <a:spcBef>
                  <a:spcPts val="375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13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fontAlgn="base">
                <a:lnSpc>
                  <a:spcPct val="90000"/>
                </a:lnSpc>
                <a:spcBef>
                  <a:spcPts val="375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13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fontAlgn="base">
                <a:lnSpc>
                  <a:spcPct val="90000"/>
                </a:lnSpc>
                <a:spcBef>
                  <a:spcPts val="375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13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fontAlgn="base">
                <a:lnSpc>
                  <a:spcPct val="90000"/>
                </a:lnSpc>
                <a:spcBef>
                  <a:spcPts val="375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13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20000"/>
                </a:spcBef>
                <a:buFontTx/>
                <a:buNone/>
              </a:pPr>
              <a:r>
                <a:rPr lang="en-US" altLang="zh-CN" sz="1800">
                  <a:latin typeface="Arial" panose="020B0604020202020204" pitchFamily="34" charset="0"/>
                  <a:ea typeface="宋体" panose="02010600030101010101" pitchFamily="2" charset="-122"/>
                </a:rPr>
                <a:t>0</a:t>
              </a:r>
            </a:p>
          </p:txBody>
        </p:sp>
        <p:sp>
          <p:nvSpPr>
            <p:cNvPr id="11288" name="Line 21"/>
            <p:cNvSpPr>
              <a:spLocks noChangeShapeType="1"/>
            </p:cNvSpPr>
            <p:nvPr/>
          </p:nvSpPr>
          <p:spPr bwMode="auto">
            <a:xfrm>
              <a:off x="720" y="3264"/>
              <a:ext cx="4704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350"/>
            </a:p>
          </p:txBody>
        </p:sp>
        <p:sp>
          <p:nvSpPr>
            <p:cNvPr id="11289" name="Line 22"/>
            <p:cNvSpPr>
              <a:spLocks noChangeShapeType="1"/>
            </p:cNvSpPr>
            <p:nvPr/>
          </p:nvSpPr>
          <p:spPr bwMode="auto">
            <a:xfrm>
              <a:off x="720" y="2976"/>
              <a:ext cx="0" cy="583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350"/>
            </a:p>
          </p:txBody>
        </p:sp>
        <p:sp>
          <p:nvSpPr>
            <p:cNvPr id="11290" name="Line 23"/>
            <p:cNvSpPr>
              <a:spLocks noChangeShapeType="1"/>
            </p:cNvSpPr>
            <p:nvPr/>
          </p:nvSpPr>
          <p:spPr bwMode="auto">
            <a:xfrm>
              <a:off x="1183" y="2976"/>
              <a:ext cx="0" cy="583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350"/>
            </a:p>
          </p:txBody>
        </p:sp>
        <p:sp>
          <p:nvSpPr>
            <p:cNvPr id="11291" name="Line 24"/>
            <p:cNvSpPr>
              <a:spLocks noChangeShapeType="1"/>
            </p:cNvSpPr>
            <p:nvPr/>
          </p:nvSpPr>
          <p:spPr bwMode="auto">
            <a:xfrm>
              <a:off x="1618" y="2976"/>
              <a:ext cx="0" cy="583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350"/>
            </a:p>
          </p:txBody>
        </p:sp>
        <p:sp>
          <p:nvSpPr>
            <p:cNvPr id="11292" name="Line 25"/>
            <p:cNvSpPr>
              <a:spLocks noChangeShapeType="1"/>
            </p:cNvSpPr>
            <p:nvPr/>
          </p:nvSpPr>
          <p:spPr bwMode="auto">
            <a:xfrm>
              <a:off x="2134" y="2976"/>
              <a:ext cx="0" cy="583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350"/>
            </a:p>
          </p:txBody>
        </p:sp>
        <p:sp>
          <p:nvSpPr>
            <p:cNvPr id="11293" name="Line 26"/>
            <p:cNvSpPr>
              <a:spLocks noChangeShapeType="1"/>
            </p:cNvSpPr>
            <p:nvPr/>
          </p:nvSpPr>
          <p:spPr bwMode="auto">
            <a:xfrm>
              <a:off x="2571" y="2976"/>
              <a:ext cx="0" cy="583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350"/>
            </a:p>
          </p:txBody>
        </p:sp>
        <p:sp>
          <p:nvSpPr>
            <p:cNvPr id="11294" name="Line 27"/>
            <p:cNvSpPr>
              <a:spLocks noChangeShapeType="1"/>
            </p:cNvSpPr>
            <p:nvPr/>
          </p:nvSpPr>
          <p:spPr bwMode="auto">
            <a:xfrm>
              <a:off x="2958" y="2976"/>
              <a:ext cx="0" cy="583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350"/>
            </a:p>
          </p:txBody>
        </p:sp>
        <p:sp>
          <p:nvSpPr>
            <p:cNvPr id="11295" name="Line 28"/>
            <p:cNvSpPr>
              <a:spLocks noChangeShapeType="1"/>
            </p:cNvSpPr>
            <p:nvPr/>
          </p:nvSpPr>
          <p:spPr bwMode="auto">
            <a:xfrm>
              <a:off x="3682" y="2976"/>
              <a:ext cx="0" cy="583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350"/>
            </a:p>
          </p:txBody>
        </p:sp>
        <p:sp>
          <p:nvSpPr>
            <p:cNvPr id="11296" name="Line 29"/>
            <p:cNvSpPr>
              <a:spLocks noChangeShapeType="1"/>
            </p:cNvSpPr>
            <p:nvPr/>
          </p:nvSpPr>
          <p:spPr bwMode="auto">
            <a:xfrm>
              <a:off x="4368" y="2976"/>
              <a:ext cx="0" cy="576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350"/>
            </a:p>
          </p:txBody>
        </p:sp>
        <p:sp>
          <p:nvSpPr>
            <p:cNvPr id="11297" name="Line 30"/>
            <p:cNvSpPr>
              <a:spLocks noChangeShapeType="1"/>
            </p:cNvSpPr>
            <p:nvPr/>
          </p:nvSpPr>
          <p:spPr bwMode="auto">
            <a:xfrm>
              <a:off x="5424" y="2976"/>
              <a:ext cx="1" cy="583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350"/>
            </a:p>
          </p:txBody>
        </p:sp>
        <p:sp>
          <p:nvSpPr>
            <p:cNvPr id="11298" name="Line 31"/>
            <p:cNvSpPr>
              <a:spLocks noChangeShapeType="1"/>
            </p:cNvSpPr>
            <p:nvPr/>
          </p:nvSpPr>
          <p:spPr bwMode="auto">
            <a:xfrm>
              <a:off x="2134" y="2976"/>
              <a:ext cx="437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350"/>
            </a:p>
          </p:txBody>
        </p:sp>
        <p:sp>
          <p:nvSpPr>
            <p:cNvPr id="11299" name="Line 32"/>
            <p:cNvSpPr>
              <a:spLocks noChangeShapeType="1"/>
            </p:cNvSpPr>
            <p:nvPr/>
          </p:nvSpPr>
          <p:spPr bwMode="auto">
            <a:xfrm>
              <a:off x="720" y="2976"/>
              <a:ext cx="4704" cy="0"/>
            </a:xfrm>
            <a:prstGeom prst="line">
              <a:avLst/>
            </a:prstGeom>
            <a:noFill/>
            <a:ln w="28575" cap="sq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350"/>
            </a:p>
          </p:txBody>
        </p:sp>
        <p:sp>
          <p:nvSpPr>
            <p:cNvPr id="11300" name="Line 34"/>
            <p:cNvSpPr>
              <a:spLocks noChangeShapeType="1"/>
            </p:cNvSpPr>
            <p:nvPr/>
          </p:nvSpPr>
          <p:spPr bwMode="auto">
            <a:xfrm>
              <a:off x="2958" y="3559"/>
              <a:ext cx="724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350"/>
            </a:p>
          </p:txBody>
        </p:sp>
        <p:sp>
          <p:nvSpPr>
            <p:cNvPr id="11301" name="Line 35"/>
            <p:cNvSpPr>
              <a:spLocks noChangeShapeType="1"/>
            </p:cNvSpPr>
            <p:nvPr/>
          </p:nvSpPr>
          <p:spPr bwMode="auto">
            <a:xfrm flipV="1">
              <a:off x="720" y="3552"/>
              <a:ext cx="4704" cy="7"/>
            </a:xfrm>
            <a:prstGeom prst="line">
              <a:avLst/>
            </a:prstGeom>
            <a:noFill/>
            <a:ln w="28575" cap="sq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350"/>
            </a:p>
          </p:txBody>
        </p:sp>
      </p:grpSp>
      <p:sp>
        <p:nvSpPr>
          <p:cNvPr id="2" name="日期占位符 3"/>
          <p:cNvSpPr>
            <a:spLocks noGrp="1"/>
          </p:cNvSpPr>
          <p:nvPr>
            <p:ph type="dt" sz="quarter" idx="10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lvl1pP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557530" indent="-214630"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857250" indent="-171450"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200150" indent="-171450"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543050" indent="-171450"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1885950" indent="-171450" eaLnBrk="0" fontAlgn="base" hangingPunct="0">
              <a:spcBef>
                <a:spcPct val="0"/>
              </a:spcBef>
              <a:spcAft>
                <a:spcPct val="0"/>
              </a:spcAf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228850" indent="-171450" eaLnBrk="0" fontAlgn="base" hangingPunct="0">
              <a:spcBef>
                <a:spcPct val="0"/>
              </a:spcBef>
              <a:spcAft>
                <a:spcPct val="0"/>
              </a:spcAf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2571750" indent="-171450" eaLnBrk="0" fontAlgn="base" hangingPunct="0">
              <a:spcBef>
                <a:spcPct val="0"/>
              </a:spcBef>
              <a:spcAft>
                <a:spcPct val="0"/>
              </a:spcAf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2914650" indent="-171450" eaLnBrk="0" fontAlgn="base" hangingPunct="0">
              <a:spcBef>
                <a:spcPct val="0"/>
              </a:spcBef>
              <a:spcAft>
                <a:spcPct val="0"/>
              </a:spcAf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defRPr/>
            </a:pPr>
            <a:fld id="{2100842A-A5DD-43D4-9E1D-7DBF6BF8C6C6}" type="datetime1">
              <a:rPr lang="zh-CN" altLang="en-US" sz="790" smtClean="0"/>
              <a:pPr>
                <a:defRPr/>
              </a:pPr>
              <a:t>2025/12/16</a:t>
            </a:fld>
            <a:endParaRPr lang="zh-CN" altLang="en-US" sz="790"/>
          </a:p>
        </p:txBody>
      </p:sp>
      <p:sp>
        <p:nvSpPr>
          <p:cNvPr id="3" name="页脚占位符 4"/>
          <p:cNvSpPr>
            <a:spLocks noGrp="1"/>
          </p:cNvSpPr>
          <p:nvPr>
            <p:ph type="ftr" sz="quarter" idx="11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lvl1pP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557530" indent="-214630"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857250" indent="-171450"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200150" indent="-171450"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543050" indent="-171450"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1885950" indent="-171450" eaLnBrk="0" fontAlgn="base" hangingPunct="0">
              <a:spcBef>
                <a:spcPct val="0"/>
              </a:spcBef>
              <a:spcAft>
                <a:spcPct val="0"/>
              </a:spcAf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228850" indent="-171450" eaLnBrk="0" fontAlgn="base" hangingPunct="0">
              <a:spcBef>
                <a:spcPct val="0"/>
              </a:spcBef>
              <a:spcAft>
                <a:spcPct val="0"/>
              </a:spcAf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2571750" indent="-171450" eaLnBrk="0" fontAlgn="base" hangingPunct="0">
              <a:spcBef>
                <a:spcPct val="0"/>
              </a:spcBef>
              <a:spcAft>
                <a:spcPct val="0"/>
              </a:spcAf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2914650" indent="-171450" eaLnBrk="0" fontAlgn="base" hangingPunct="0">
              <a:spcBef>
                <a:spcPct val="0"/>
              </a:spcBef>
              <a:spcAft>
                <a:spcPct val="0"/>
              </a:spcAf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defRPr/>
            </a:pPr>
            <a:r>
              <a:rPr lang="en-US" altLang="zh-CN" sz="790"/>
              <a:t>Stacks and Queues - Lecture 6</a:t>
            </a:r>
          </a:p>
        </p:txBody>
      </p:sp>
      <p:sp>
        <p:nvSpPr>
          <p:cNvPr id="11268" name="灯片编号占位符 5"/>
          <p:cNvSpPr>
            <a:spLocks noGrp="1"/>
          </p:cNvSpPr>
          <p:nvPr>
            <p:ph type="sldNum" sz="quarter" idx="12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lvl1pP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557530" indent="-214630"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857250" indent="-171450"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200150" indent="-171450"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543050" indent="-171450"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1885950" indent="-171450" eaLnBrk="0" fontAlgn="base" hangingPunct="0">
              <a:spcBef>
                <a:spcPct val="0"/>
              </a:spcBef>
              <a:spcAft>
                <a:spcPct val="0"/>
              </a:spcAf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228850" indent="-171450" eaLnBrk="0" fontAlgn="base" hangingPunct="0">
              <a:spcBef>
                <a:spcPct val="0"/>
              </a:spcBef>
              <a:spcAft>
                <a:spcPct val="0"/>
              </a:spcAf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2571750" indent="-171450" eaLnBrk="0" fontAlgn="base" hangingPunct="0">
              <a:spcBef>
                <a:spcPct val="0"/>
              </a:spcBef>
              <a:spcAft>
                <a:spcPct val="0"/>
              </a:spcAf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2914650" indent="-171450" eaLnBrk="0" fontAlgn="base" hangingPunct="0">
              <a:spcBef>
                <a:spcPct val="0"/>
              </a:spcBef>
              <a:spcAft>
                <a:spcPct val="0"/>
              </a:spcAf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defRPr/>
            </a:pPr>
            <a:fld id="{2F35F393-5FBA-4147-90CE-5783CC8149EF}" type="slidenum">
              <a:rPr lang="en-US" altLang="zh-CN" sz="790">
                <a:latin typeface="Times New Roman" panose="02020603050405020304" pitchFamily="18" charset="0"/>
              </a:rPr>
              <a:pPr>
                <a:defRPr/>
              </a:pPr>
              <a:t>7</a:t>
            </a:fld>
            <a:endParaRPr lang="en-US" altLang="zh-CN" sz="79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  <p:transition/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矩形 8"/>
          <p:cNvSpPr/>
          <p:nvPr>
            <p:custDataLst>
              <p:tags r:id="rId1"/>
            </p:custDataLst>
          </p:nvPr>
        </p:nvSpPr>
        <p:spPr>
          <a:xfrm>
            <a:off x="207010" y="708025"/>
            <a:ext cx="5585460" cy="1530350"/>
          </a:xfrm>
          <a:prstGeom prst="rect">
            <a:avLst/>
          </a:prstGeom>
          <a:solidFill>
            <a:srgbClr val="1E7AB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350">
              <a:latin typeface="Noto Serif CJK SC" panose="02020400000000000000" pitchFamily="18" charset="-122"/>
              <a:ea typeface="FZHei-B01S" panose="02010601030101010101" pitchFamily="2" charset="-122"/>
              <a:sym typeface="Noto Serif CJK SC" panose="02020400000000000000" pitchFamily="18" charset="-122"/>
            </a:endParaRPr>
          </a:p>
        </p:txBody>
      </p:sp>
      <p:sp>
        <p:nvSpPr>
          <p:cNvPr id="10" name="矩形 9"/>
          <p:cNvSpPr/>
          <p:nvPr>
            <p:custDataLst>
              <p:tags r:id="rId2"/>
            </p:custDataLst>
          </p:nvPr>
        </p:nvSpPr>
        <p:spPr>
          <a:xfrm>
            <a:off x="207010" y="1406525"/>
            <a:ext cx="8709660" cy="496252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350">
              <a:latin typeface="Noto Serif CJK SC" panose="02020400000000000000" pitchFamily="18" charset="-122"/>
              <a:ea typeface="FZHei-B01S" panose="02010601030101010101" pitchFamily="2" charset="-122"/>
              <a:sym typeface="Noto Serif CJK SC" panose="02020400000000000000" pitchFamily="18" charset="-122"/>
            </a:endParaRPr>
          </a:p>
        </p:txBody>
      </p:sp>
      <p:sp>
        <p:nvSpPr>
          <p:cNvPr id="11" name="Title 1"/>
          <p:cNvSpPr>
            <a:spLocks noGrp="1"/>
          </p:cNvSpPr>
          <p:nvPr>
            <p:custDataLst>
              <p:tags r:id="rId3"/>
            </p:custDataLst>
          </p:nvPr>
        </p:nvSpPr>
        <p:spPr>
          <a:xfrm>
            <a:off x="368935" y="751840"/>
            <a:ext cx="5574665" cy="72136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5335" kern="120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+mj-ea"/>
                <a:cs typeface="Times New Roman" panose="02020603050405020304" pitchFamily="18" charset="0"/>
              </a:defRPr>
            </a:lvl1pPr>
          </a:lstStyle>
          <a:p>
            <a:r>
              <a:rPr lang="en-US" altLang="zh-CN" sz="3600" dirty="0">
                <a:solidFill>
                  <a:schemeClr val="bg1"/>
                </a:solidFill>
              </a:rPr>
              <a:t>List: Array Implementation</a:t>
            </a:r>
          </a:p>
        </p:txBody>
      </p:sp>
      <p:pic>
        <p:nvPicPr>
          <p:cNvPr id="12" name="图片 11" descr="华工标志（透明版"/>
          <p:cNvPicPr>
            <a:picLocks noChangeAspect="1"/>
          </p:cNvPicPr>
          <p:nvPr>
            <p:custDataLst>
              <p:tags r:id="rId4"/>
            </p:custDataLst>
          </p:nvPr>
        </p:nvPicPr>
        <p:blipFill>
          <a:blip r:embed="rId6" cstate="print"/>
          <a:stretch>
            <a:fillRect/>
          </a:stretch>
        </p:blipFill>
        <p:spPr>
          <a:xfrm>
            <a:off x="7740015" y="116205"/>
            <a:ext cx="1230630" cy="1230630"/>
          </a:xfrm>
          <a:prstGeom prst="rect">
            <a:avLst/>
          </a:prstGeom>
        </p:spPr>
      </p:pic>
      <p:sp>
        <p:nvSpPr>
          <p:cNvPr id="2" name="日期占位符 2"/>
          <p:cNvSpPr>
            <a:spLocks noGrp="1"/>
          </p:cNvSpPr>
          <p:nvPr>
            <p:ph type="dt" sz="quarter" idx="10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lvl1pP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557530" indent="-214630"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857250" indent="-171450"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200150" indent="-171450"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543050" indent="-171450"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1885950" indent="-171450" eaLnBrk="0" fontAlgn="base" hangingPunct="0">
              <a:spcBef>
                <a:spcPct val="0"/>
              </a:spcBef>
              <a:spcAft>
                <a:spcPct val="0"/>
              </a:spcAf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228850" indent="-171450" eaLnBrk="0" fontAlgn="base" hangingPunct="0">
              <a:spcBef>
                <a:spcPct val="0"/>
              </a:spcBef>
              <a:spcAft>
                <a:spcPct val="0"/>
              </a:spcAf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2571750" indent="-171450" eaLnBrk="0" fontAlgn="base" hangingPunct="0">
              <a:spcBef>
                <a:spcPct val="0"/>
              </a:spcBef>
              <a:spcAft>
                <a:spcPct val="0"/>
              </a:spcAf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2914650" indent="-171450" eaLnBrk="0" fontAlgn="base" hangingPunct="0">
              <a:spcBef>
                <a:spcPct val="0"/>
              </a:spcBef>
              <a:spcAft>
                <a:spcPct val="0"/>
              </a:spcAf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defRPr/>
            </a:pPr>
            <a:fld id="{30105C42-C8D8-4294-86B6-3EE25C46CA4F}" type="datetime1">
              <a:rPr lang="zh-CN" altLang="en-US" sz="790" smtClean="0"/>
              <a:pPr>
                <a:defRPr/>
              </a:pPr>
              <a:t>2025/12/16</a:t>
            </a:fld>
            <a:endParaRPr lang="en-US" altLang="zh-CN" sz="790"/>
          </a:p>
        </p:txBody>
      </p:sp>
      <p:sp>
        <p:nvSpPr>
          <p:cNvPr id="12291" name="页脚占位符 3"/>
          <p:cNvSpPr>
            <a:spLocks noGrp="1"/>
          </p:cNvSpPr>
          <p:nvPr>
            <p:ph type="ftr" sz="quarter" idx="11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lvl1pP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557530" indent="-214630"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857250" indent="-171450"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200150" indent="-171450"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543050" indent="-171450"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1885950" indent="-171450" eaLnBrk="0" fontAlgn="base" hangingPunct="0">
              <a:spcBef>
                <a:spcPct val="0"/>
              </a:spcBef>
              <a:spcAft>
                <a:spcPct val="0"/>
              </a:spcAf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228850" indent="-171450" eaLnBrk="0" fontAlgn="base" hangingPunct="0">
              <a:spcBef>
                <a:spcPct val="0"/>
              </a:spcBef>
              <a:spcAft>
                <a:spcPct val="0"/>
              </a:spcAf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2571750" indent="-171450" eaLnBrk="0" fontAlgn="base" hangingPunct="0">
              <a:spcBef>
                <a:spcPct val="0"/>
              </a:spcBef>
              <a:spcAft>
                <a:spcPct val="0"/>
              </a:spcAf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2914650" indent="-171450" eaLnBrk="0" fontAlgn="base" hangingPunct="0">
              <a:spcBef>
                <a:spcPct val="0"/>
              </a:spcBef>
              <a:spcAft>
                <a:spcPct val="0"/>
              </a:spcAf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defRPr/>
            </a:pPr>
            <a:r>
              <a:rPr lang="en-US" altLang="zh-CN" sz="790"/>
              <a:t>Stacks and Queues - Lecture 6</a:t>
            </a:r>
          </a:p>
        </p:txBody>
      </p:sp>
      <p:sp>
        <p:nvSpPr>
          <p:cNvPr id="12292" name="灯片编号占位符 4"/>
          <p:cNvSpPr>
            <a:spLocks noGrp="1"/>
          </p:cNvSpPr>
          <p:nvPr>
            <p:ph type="sldNum" sz="quarter" idx="12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lvl1pP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557530" indent="-214630"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857250" indent="-171450"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200150" indent="-171450"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543050" indent="-171450"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1885950" indent="-171450" eaLnBrk="0" fontAlgn="base" hangingPunct="0">
              <a:spcBef>
                <a:spcPct val="0"/>
              </a:spcBef>
              <a:spcAft>
                <a:spcPct val="0"/>
              </a:spcAf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228850" indent="-171450" eaLnBrk="0" fontAlgn="base" hangingPunct="0">
              <a:spcBef>
                <a:spcPct val="0"/>
              </a:spcBef>
              <a:spcAft>
                <a:spcPct val="0"/>
              </a:spcAf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2571750" indent="-171450" eaLnBrk="0" fontAlgn="base" hangingPunct="0">
              <a:spcBef>
                <a:spcPct val="0"/>
              </a:spcBef>
              <a:spcAft>
                <a:spcPct val="0"/>
              </a:spcAf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2914650" indent="-171450" eaLnBrk="0" fontAlgn="base" hangingPunct="0">
              <a:spcBef>
                <a:spcPct val="0"/>
              </a:spcBef>
              <a:spcAft>
                <a:spcPct val="0"/>
              </a:spcAf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defRPr/>
            </a:pPr>
            <a:fld id="{92DD7085-AFF7-45DC-B64E-B694421A05FB}" type="slidenum">
              <a:rPr lang="en-US" altLang="zh-CN" sz="790">
                <a:latin typeface="Times New Roman" panose="02020603050405020304" pitchFamily="18" charset="0"/>
              </a:rPr>
              <a:pPr>
                <a:defRPr/>
              </a:pPr>
              <a:t>8</a:t>
            </a:fld>
            <a:endParaRPr lang="en-US" altLang="zh-CN" sz="790">
              <a:latin typeface="Times New Roman" panose="02020603050405020304" pitchFamily="18" charset="0"/>
            </a:endParaRPr>
          </a:p>
        </p:txBody>
      </p:sp>
      <p:sp>
        <p:nvSpPr>
          <p:cNvPr id="12294" name="Line 37"/>
          <p:cNvSpPr>
            <a:spLocks noChangeShapeType="1"/>
          </p:cNvSpPr>
          <p:nvPr/>
        </p:nvSpPr>
        <p:spPr bwMode="auto">
          <a:xfrm flipV="1">
            <a:off x="3588385" y="1905000"/>
            <a:ext cx="376555" cy="12763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350"/>
          </a:p>
        </p:txBody>
      </p:sp>
      <p:sp>
        <p:nvSpPr>
          <p:cNvPr id="12295" name="Rectangle 39"/>
          <p:cNvSpPr>
            <a:spLocks noChangeArrowheads="1"/>
          </p:cNvSpPr>
          <p:nvPr/>
        </p:nvSpPr>
        <p:spPr bwMode="auto">
          <a:xfrm>
            <a:off x="6027420" y="2177415"/>
            <a:ext cx="1162050" cy="348615"/>
          </a:xfrm>
          <a:prstGeom prst="rect">
            <a:avLst/>
          </a:prstGeom>
          <a:solidFill>
            <a:srgbClr val="00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lvl1pPr>
              <a:lnSpc>
                <a:spcPct val="90000"/>
              </a:lnSpc>
              <a:spcBef>
                <a:spcPts val="750"/>
              </a:spcBef>
              <a:buFont typeface="Arial" panose="020B0604020202020204" pitchFamily="34" charset="0"/>
              <a:buChar char="•"/>
              <a:defRPr sz="21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857250" indent="-228600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5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fontAlgn="base">
              <a:lnSpc>
                <a:spcPct val="90000"/>
              </a:lnSpc>
              <a:spcBef>
                <a:spcPts val="375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fontAlgn="base">
              <a:lnSpc>
                <a:spcPct val="90000"/>
              </a:lnSpc>
              <a:spcBef>
                <a:spcPts val="375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fontAlgn="base">
              <a:lnSpc>
                <a:spcPct val="90000"/>
              </a:lnSpc>
              <a:spcBef>
                <a:spcPts val="375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fontAlgn="base">
              <a:lnSpc>
                <a:spcPct val="90000"/>
              </a:lnSpc>
              <a:spcBef>
                <a:spcPts val="375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20000"/>
              </a:spcBef>
              <a:buFontTx/>
              <a:buNone/>
            </a:pPr>
            <a:endParaRPr lang="zh-CN" altLang="zh-CN" sz="12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12296" name="Rectangle 40"/>
          <p:cNvSpPr>
            <a:spLocks noChangeArrowheads="1"/>
          </p:cNvSpPr>
          <p:nvPr/>
        </p:nvSpPr>
        <p:spPr bwMode="auto">
          <a:xfrm>
            <a:off x="4868545" y="2177415"/>
            <a:ext cx="1158875" cy="348615"/>
          </a:xfrm>
          <a:prstGeom prst="rect">
            <a:avLst/>
          </a:prstGeom>
          <a:solidFill>
            <a:srgbClr val="00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lvl1pPr>
              <a:lnSpc>
                <a:spcPct val="90000"/>
              </a:lnSpc>
              <a:spcBef>
                <a:spcPts val="750"/>
              </a:spcBef>
              <a:buFont typeface="Arial" panose="020B0604020202020204" pitchFamily="34" charset="0"/>
              <a:buChar char="•"/>
              <a:defRPr sz="21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857250" indent="-228600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5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fontAlgn="base">
              <a:lnSpc>
                <a:spcPct val="90000"/>
              </a:lnSpc>
              <a:spcBef>
                <a:spcPts val="375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fontAlgn="base">
              <a:lnSpc>
                <a:spcPct val="90000"/>
              </a:lnSpc>
              <a:spcBef>
                <a:spcPts val="375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fontAlgn="base">
              <a:lnSpc>
                <a:spcPct val="90000"/>
              </a:lnSpc>
              <a:spcBef>
                <a:spcPts val="375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fontAlgn="base">
              <a:lnSpc>
                <a:spcPct val="90000"/>
              </a:lnSpc>
              <a:spcBef>
                <a:spcPts val="375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20000"/>
              </a:spcBef>
              <a:buFontTx/>
              <a:buNone/>
            </a:pPr>
            <a:endParaRPr lang="zh-CN" altLang="zh-CN" sz="12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12297" name="Rectangle 41"/>
          <p:cNvSpPr>
            <a:spLocks noChangeArrowheads="1"/>
          </p:cNvSpPr>
          <p:nvPr/>
        </p:nvSpPr>
        <p:spPr bwMode="auto">
          <a:xfrm>
            <a:off x="4480560" y="2177415"/>
            <a:ext cx="387985" cy="348615"/>
          </a:xfrm>
          <a:prstGeom prst="rect">
            <a:avLst/>
          </a:prstGeom>
          <a:solidFill>
            <a:srgbClr val="FFFF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lvl1pPr>
              <a:lnSpc>
                <a:spcPct val="90000"/>
              </a:lnSpc>
              <a:spcBef>
                <a:spcPts val="750"/>
              </a:spcBef>
              <a:buFont typeface="Arial" panose="020B0604020202020204" pitchFamily="34" charset="0"/>
              <a:buChar char="•"/>
              <a:defRPr sz="21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857250" indent="-228600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5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fontAlgn="base">
              <a:lnSpc>
                <a:spcPct val="90000"/>
              </a:lnSpc>
              <a:spcBef>
                <a:spcPts val="375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fontAlgn="base">
              <a:lnSpc>
                <a:spcPct val="90000"/>
              </a:lnSpc>
              <a:spcBef>
                <a:spcPts val="375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fontAlgn="base">
              <a:lnSpc>
                <a:spcPct val="90000"/>
              </a:lnSpc>
              <a:spcBef>
                <a:spcPts val="375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fontAlgn="base">
              <a:lnSpc>
                <a:spcPct val="90000"/>
              </a:lnSpc>
              <a:spcBef>
                <a:spcPts val="375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20000"/>
              </a:spcBef>
              <a:buFontTx/>
              <a:buNone/>
            </a:pPr>
            <a:r>
              <a:rPr lang="en-US" altLang="zh-CN" sz="1200">
                <a:latin typeface="Arial" panose="020B0604020202020204" pitchFamily="34" charset="0"/>
                <a:ea typeface="宋体" panose="02010600030101010101" pitchFamily="2" charset="-122"/>
              </a:rPr>
              <a:t>F</a:t>
            </a:r>
          </a:p>
        </p:txBody>
      </p:sp>
      <p:sp>
        <p:nvSpPr>
          <p:cNvPr id="12298" name="Rectangle 42"/>
          <p:cNvSpPr>
            <a:spLocks noChangeArrowheads="1"/>
          </p:cNvSpPr>
          <p:nvPr/>
        </p:nvSpPr>
        <p:spPr bwMode="auto">
          <a:xfrm>
            <a:off x="4053840" y="2177415"/>
            <a:ext cx="426085" cy="348615"/>
          </a:xfrm>
          <a:prstGeom prst="rect">
            <a:avLst/>
          </a:prstGeom>
          <a:solidFill>
            <a:srgbClr val="FFFF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lvl1pPr>
              <a:lnSpc>
                <a:spcPct val="90000"/>
              </a:lnSpc>
              <a:spcBef>
                <a:spcPts val="750"/>
              </a:spcBef>
              <a:buFont typeface="Arial" panose="020B0604020202020204" pitchFamily="34" charset="0"/>
              <a:buChar char="•"/>
              <a:defRPr sz="21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857250" indent="-228600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5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fontAlgn="base">
              <a:lnSpc>
                <a:spcPct val="90000"/>
              </a:lnSpc>
              <a:spcBef>
                <a:spcPts val="375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fontAlgn="base">
              <a:lnSpc>
                <a:spcPct val="90000"/>
              </a:lnSpc>
              <a:spcBef>
                <a:spcPts val="375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fontAlgn="base">
              <a:lnSpc>
                <a:spcPct val="90000"/>
              </a:lnSpc>
              <a:spcBef>
                <a:spcPts val="375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fontAlgn="base">
              <a:lnSpc>
                <a:spcPct val="90000"/>
              </a:lnSpc>
              <a:spcBef>
                <a:spcPts val="375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20000"/>
              </a:spcBef>
              <a:buFontTx/>
              <a:buNone/>
            </a:pPr>
            <a:r>
              <a:rPr lang="en-US" altLang="zh-CN" sz="1200">
                <a:latin typeface="Arial" panose="020B0604020202020204" pitchFamily="34" charset="0"/>
                <a:ea typeface="宋体" panose="02010600030101010101" pitchFamily="2" charset="-122"/>
              </a:rPr>
              <a:t>E</a:t>
            </a:r>
          </a:p>
        </p:txBody>
      </p:sp>
      <p:sp>
        <p:nvSpPr>
          <p:cNvPr id="12299" name="Rectangle 43"/>
          <p:cNvSpPr>
            <a:spLocks noChangeArrowheads="1"/>
          </p:cNvSpPr>
          <p:nvPr/>
        </p:nvSpPr>
        <p:spPr bwMode="auto">
          <a:xfrm>
            <a:off x="3575050" y="2177415"/>
            <a:ext cx="478790" cy="348615"/>
          </a:xfrm>
          <a:prstGeom prst="rect">
            <a:avLst/>
          </a:prstGeom>
          <a:solidFill>
            <a:srgbClr val="FFFF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lvl1pPr>
              <a:lnSpc>
                <a:spcPct val="90000"/>
              </a:lnSpc>
              <a:spcBef>
                <a:spcPts val="750"/>
              </a:spcBef>
              <a:buFont typeface="Arial" panose="020B0604020202020204" pitchFamily="34" charset="0"/>
              <a:buChar char="•"/>
              <a:defRPr sz="21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857250" indent="-228600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5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fontAlgn="base">
              <a:lnSpc>
                <a:spcPct val="90000"/>
              </a:lnSpc>
              <a:spcBef>
                <a:spcPts val="375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fontAlgn="base">
              <a:lnSpc>
                <a:spcPct val="90000"/>
              </a:lnSpc>
              <a:spcBef>
                <a:spcPts val="375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fontAlgn="base">
              <a:lnSpc>
                <a:spcPct val="90000"/>
              </a:lnSpc>
              <a:spcBef>
                <a:spcPts val="375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fontAlgn="base">
              <a:lnSpc>
                <a:spcPct val="90000"/>
              </a:lnSpc>
              <a:spcBef>
                <a:spcPts val="375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20000"/>
              </a:spcBef>
              <a:buFontTx/>
              <a:buNone/>
            </a:pPr>
            <a:r>
              <a:rPr lang="en-US" altLang="zh-CN" sz="1200">
                <a:latin typeface="Arial" panose="020B0604020202020204" pitchFamily="34" charset="0"/>
                <a:ea typeface="宋体" panose="02010600030101010101" pitchFamily="2" charset="-122"/>
              </a:rPr>
              <a:t>D</a:t>
            </a:r>
          </a:p>
        </p:txBody>
      </p:sp>
      <p:sp>
        <p:nvSpPr>
          <p:cNvPr id="12300" name="Rectangle 44"/>
          <p:cNvSpPr>
            <a:spLocks noChangeArrowheads="1"/>
          </p:cNvSpPr>
          <p:nvPr/>
        </p:nvSpPr>
        <p:spPr bwMode="auto">
          <a:xfrm>
            <a:off x="3006725" y="2177415"/>
            <a:ext cx="568325" cy="348615"/>
          </a:xfrm>
          <a:prstGeom prst="rect">
            <a:avLst/>
          </a:prstGeom>
          <a:solidFill>
            <a:srgbClr val="FFFF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lvl1pPr>
              <a:lnSpc>
                <a:spcPct val="90000"/>
              </a:lnSpc>
              <a:spcBef>
                <a:spcPts val="750"/>
              </a:spcBef>
              <a:buFont typeface="Arial" panose="020B0604020202020204" pitchFamily="34" charset="0"/>
              <a:buChar char="•"/>
              <a:defRPr sz="21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857250" indent="-228600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5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fontAlgn="base">
              <a:lnSpc>
                <a:spcPct val="90000"/>
              </a:lnSpc>
              <a:spcBef>
                <a:spcPts val="375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fontAlgn="base">
              <a:lnSpc>
                <a:spcPct val="90000"/>
              </a:lnSpc>
              <a:spcBef>
                <a:spcPts val="375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fontAlgn="base">
              <a:lnSpc>
                <a:spcPct val="90000"/>
              </a:lnSpc>
              <a:spcBef>
                <a:spcPts val="375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fontAlgn="base">
              <a:lnSpc>
                <a:spcPct val="90000"/>
              </a:lnSpc>
              <a:spcBef>
                <a:spcPts val="375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20000"/>
              </a:spcBef>
              <a:buFontTx/>
              <a:buNone/>
            </a:pPr>
            <a:r>
              <a:rPr lang="en-US" altLang="zh-CN" sz="1200">
                <a:latin typeface="Arial" panose="020B0604020202020204" pitchFamily="34" charset="0"/>
                <a:ea typeface="宋体" panose="02010600030101010101" pitchFamily="2" charset="-122"/>
              </a:rPr>
              <a:t>C</a:t>
            </a:r>
          </a:p>
        </p:txBody>
      </p:sp>
      <p:sp>
        <p:nvSpPr>
          <p:cNvPr id="12301" name="Rectangle 45"/>
          <p:cNvSpPr>
            <a:spLocks noChangeArrowheads="1"/>
          </p:cNvSpPr>
          <p:nvPr/>
        </p:nvSpPr>
        <p:spPr bwMode="auto">
          <a:xfrm>
            <a:off x="2529205" y="2177415"/>
            <a:ext cx="478790" cy="348615"/>
          </a:xfrm>
          <a:prstGeom prst="rect">
            <a:avLst/>
          </a:prstGeom>
          <a:solidFill>
            <a:srgbClr val="FFFF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lvl1pPr>
              <a:lnSpc>
                <a:spcPct val="90000"/>
              </a:lnSpc>
              <a:spcBef>
                <a:spcPts val="750"/>
              </a:spcBef>
              <a:buFont typeface="Arial" panose="020B0604020202020204" pitchFamily="34" charset="0"/>
              <a:buChar char="•"/>
              <a:defRPr sz="21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857250" indent="-228600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5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fontAlgn="base">
              <a:lnSpc>
                <a:spcPct val="90000"/>
              </a:lnSpc>
              <a:spcBef>
                <a:spcPts val="375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fontAlgn="base">
              <a:lnSpc>
                <a:spcPct val="90000"/>
              </a:lnSpc>
              <a:spcBef>
                <a:spcPts val="375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fontAlgn="base">
              <a:lnSpc>
                <a:spcPct val="90000"/>
              </a:lnSpc>
              <a:spcBef>
                <a:spcPts val="375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fontAlgn="base">
              <a:lnSpc>
                <a:spcPct val="90000"/>
              </a:lnSpc>
              <a:spcBef>
                <a:spcPts val="375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20000"/>
              </a:spcBef>
              <a:buFontTx/>
              <a:buNone/>
            </a:pPr>
            <a:r>
              <a:rPr lang="en-US" altLang="zh-CN" sz="1200">
                <a:latin typeface="Arial" panose="020B0604020202020204" pitchFamily="34" charset="0"/>
                <a:ea typeface="宋体" panose="02010600030101010101" pitchFamily="2" charset="-122"/>
              </a:rPr>
              <a:t>B</a:t>
            </a:r>
          </a:p>
        </p:txBody>
      </p:sp>
      <p:sp>
        <p:nvSpPr>
          <p:cNvPr id="12302" name="Rectangle 46"/>
          <p:cNvSpPr>
            <a:spLocks noChangeArrowheads="1"/>
          </p:cNvSpPr>
          <p:nvPr/>
        </p:nvSpPr>
        <p:spPr bwMode="auto">
          <a:xfrm>
            <a:off x="2020570" y="2177415"/>
            <a:ext cx="508635" cy="348615"/>
          </a:xfrm>
          <a:prstGeom prst="rect">
            <a:avLst/>
          </a:prstGeom>
          <a:solidFill>
            <a:srgbClr val="FFFF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lvl1pPr>
              <a:lnSpc>
                <a:spcPct val="90000"/>
              </a:lnSpc>
              <a:spcBef>
                <a:spcPts val="750"/>
              </a:spcBef>
              <a:buFont typeface="Arial" panose="020B0604020202020204" pitchFamily="34" charset="0"/>
              <a:buChar char="•"/>
              <a:defRPr sz="21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857250" indent="-228600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5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fontAlgn="base">
              <a:lnSpc>
                <a:spcPct val="90000"/>
              </a:lnSpc>
              <a:spcBef>
                <a:spcPts val="375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fontAlgn="base">
              <a:lnSpc>
                <a:spcPct val="90000"/>
              </a:lnSpc>
              <a:spcBef>
                <a:spcPts val="375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fontAlgn="base">
              <a:lnSpc>
                <a:spcPct val="90000"/>
              </a:lnSpc>
              <a:spcBef>
                <a:spcPts val="375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fontAlgn="base">
              <a:lnSpc>
                <a:spcPct val="90000"/>
              </a:lnSpc>
              <a:spcBef>
                <a:spcPts val="375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20000"/>
              </a:spcBef>
              <a:buFontTx/>
              <a:buNone/>
            </a:pPr>
            <a:r>
              <a:rPr lang="en-US" altLang="zh-CN" sz="1200">
                <a:latin typeface="Arial" panose="020B0604020202020204" pitchFamily="34" charset="0"/>
                <a:ea typeface="宋体" panose="02010600030101010101" pitchFamily="2" charset="-122"/>
              </a:rPr>
              <a:t>A</a:t>
            </a:r>
          </a:p>
        </p:txBody>
      </p:sp>
      <p:sp>
        <p:nvSpPr>
          <p:cNvPr id="12303" name="Rectangle 47"/>
          <p:cNvSpPr>
            <a:spLocks noChangeArrowheads="1"/>
          </p:cNvSpPr>
          <p:nvPr/>
        </p:nvSpPr>
        <p:spPr bwMode="auto">
          <a:xfrm>
            <a:off x="6027420" y="1885950"/>
            <a:ext cx="1162050" cy="291465"/>
          </a:xfrm>
          <a:prstGeom prst="rect">
            <a:avLst/>
          </a:prstGeom>
          <a:solidFill>
            <a:srgbClr val="00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lvl1pPr>
              <a:lnSpc>
                <a:spcPct val="90000"/>
              </a:lnSpc>
              <a:spcBef>
                <a:spcPts val="750"/>
              </a:spcBef>
              <a:buFont typeface="Arial" panose="020B0604020202020204" pitchFamily="34" charset="0"/>
              <a:buChar char="•"/>
              <a:defRPr sz="21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857250" indent="-228600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5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fontAlgn="base">
              <a:lnSpc>
                <a:spcPct val="90000"/>
              </a:lnSpc>
              <a:spcBef>
                <a:spcPts val="375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fontAlgn="base">
              <a:lnSpc>
                <a:spcPct val="90000"/>
              </a:lnSpc>
              <a:spcBef>
                <a:spcPts val="375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fontAlgn="base">
              <a:lnSpc>
                <a:spcPct val="90000"/>
              </a:lnSpc>
              <a:spcBef>
                <a:spcPts val="375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fontAlgn="base">
              <a:lnSpc>
                <a:spcPct val="90000"/>
              </a:lnSpc>
              <a:spcBef>
                <a:spcPts val="375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20000"/>
              </a:spcBef>
              <a:buFontTx/>
              <a:buNone/>
            </a:pPr>
            <a:r>
              <a:rPr lang="en-US" altLang="zh-CN" sz="1200" dirty="0">
                <a:latin typeface="Arial" panose="020B0604020202020204" pitchFamily="34" charset="0"/>
                <a:ea typeface="宋体" panose="02010600030101010101" pitchFamily="2" charset="-122"/>
              </a:rPr>
              <a:t>MAX_SIZE</a:t>
            </a:r>
          </a:p>
        </p:txBody>
      </p:sp>
      <p:sp>
        <p:nvSpPr>
          <p:cNvPr id="12304" name="Rectangle 48"/>
          <p:cNvSpPr>
            <a:spLocks noChangeArrowheads="1"/>
          </p:cNvSpPr>
          <p:nvPr/>
        </p:nvSpPr>
        <p:spPr bwMode="auto">
          <a:xfrm>
            <a:off x="4868545" y="1885950"/>
            <a:ext cx="1158875" cy="291465"/>
          </a:xfrm>
          <a:prstGeom prst="rect">
            <a:avLst/>
          </a:prstGeom>
          <a:solidFill>
            <a:srgbClr val="00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lvl1pPr>
              <a:lnSpc>
                <a:spcPct val="90000"/>
              </a:lnSpc>
              <a:spcBef>
                <a:spcPts val="750"/>
              </a:spcBef>
              <a:buFont typeface="Arial" panose="020B0604020202020204" pitchFamily="34" charset="0"/>
              <a:buChar char="•"/>
              <a:defRPr sz="21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857250" indent="-228600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5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fontAlgn="base">
              <a:lnSpc>
                <a:spcPct val="90000"/>
              </a:lnSpc>
              <a:spcBef>
                <a:spcPts val="375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fontAlgn="base">
              <a:lnSpc>
                <a:spcPct val="90000"/>
              </a:lnSpc>
              <a:spcBef>
                <a:spcPts val="375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fontAlgn="base">
              <a:lnSpc>
                <a:spcPct val="90000"/>
              </a:lnSpc>
              <a:spcBef>
                <a:spcPts val="375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fontAlgn="base">
              <a:lnSpc>
                <a:spcPct val="90000"/>
              </a:lnSpc>
              <a:spcBef>
                <a:spcPts val="375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20000"/>
              </a:spcBef>
              <a:buFontTx/>
              <a:buNone/>
            </a:pPr>
            <a:endParaRPr lang="zh-CN" altLang="zh-CN" sz="12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12305" name="Rectangle 49"/>
          <p:cNvSpPr>
            <a:spLocks noChangeArrowheads="1"/>
          </p:cNvSpPr>
          <p:nvPr/>
        </p:nvSpPr>
        <p:spPr bwMode="auto">
          <a:xfrm>
            <a:off x="4480560" y="1885950"/>
            <a:ext cx="387985" cy="291465"/>
          </a:xfrm>
          <a:prstGeom prst="rect">
            <a:avLst/>
          </a:prstGeom>
          <a:solidFill>
            <a:srgbClr val="FFFF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lvl1pPr>
              <a:lnSpc>
                <a:spcPct val="90000"/>
              </a:lnSpc>
              <a:spcBef>
                <a:spcPts val="750"/>
              </a:spcBef>
              <a:buFont typeface="Arial" panose="020B0604020202020204" pitchFamily="34" charset="0"/>
              <a:buChar char="•"/>
              <a:defRPr sz="21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857250" indent="-228600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5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fontAlgn="base">
              <a:lnSpc>
                <a:spcPct val="90000"/>
              </a:lnSpc>
              <a:spcBef>
                <a:spcPts val="375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fontAlgn="base">
              <a:lnSpc>
                <a:spcPct val="90000"/>
              </a:lnSpc>
              <a:spcBef>
                <a:spcPts val="375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fontAlgn="base">
              <a:lnSpc>
                <a:spcPct val="90000"/>
              </a:lnSpc>
              <a:spcBef>
                <a:spcPts val="375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fontAlgn="base">
              <a:lnSpc>
                <a:spcPct val="90000"/>
              </a:lnSpc>
              <a:spcBef>
                <a:spcPts val="375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20000"/>
              </a:spcBef>
              <a:buFontTx/>
              <a:buNone/>
            </a:pPr>
            <a:r>
              <a:rPr lang="en-US" altLang="zh-CN" sz="1200">
                <a:latin typeface="Arial" panose="020B0604020202020204" pitchFamily="34" charset="0"/>
                <a:ea typeface="宋体" panose="02010600030101010101" pitchFamily="2" charset="-122"/>
              </a:rPr>
              <a:t>5</a:t>
            </a:r>
          </a:p>
        </p:txBody>
      </p:sp>
      <p:sp>
        <p:nvSpPr>
          <p:cNvPr id="12306" name="Rectangle 50"/>
          <p:cNvSpPr>
            <a:spLocks noChangeArrowheads="1"/>
          </p:cNvSpPr>
          <p:nvPr/>
        </p:nvSpPr>
        <p:spPr bwMode="auto">
          <a:xfrm>
            <a:off x="4053840" y="1885950"/>
            <a:ext cx="426085" cy="291465"/>
          </a:xfrm>
          <a:prstGeom prst="rect">
            <a:avLst/>
          </a:prstGeom>
          <a:solidFill>
            <a:srgbClr val="FFFF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lvl1pPr>
              <a:lnSpc>
                <a:spcPct val="90000"/>
              </a:lnSpc>
              <a:spcBef>
                <a:spcPts val="750"/>
              </a:spcBef>
              <a:buFont typeface="Arial" panose="020B0604020202020204" pitchFamily="34" charset="0"/>
              <a:buChar char="•"/>
              <a:defRPr sz="21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857250" indent="-228600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5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fontAlgn="base">
              <a:lnSpc>
                <a:spcPct val="90000"/>
              </a:lnSpc>
              <a:spcBef>
                <a:spcPts val="375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fontAlgn="base">
              <a:lnSpc>
                <a:spcPct val="90000"/>
              </a:lnSpc>
              <a:spcBef>
                <a:spcPts val="375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fontAlgn="base">
              <a:lnSpc>
                <a:spcPct val="90000"/>
              </a:lnSpc>
              <a:spcBef>
                <a:spcPts val="375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fontAlgn="base">
              <a:lnSpc>
                <a:spcPct val="90000"/>
              </a:lnSpc>
              <a:spcBef>
                <a:spcPts val="375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20000"/>
              </a:spcBef>
              <a:buFontTx/>
              <a:buNone/>
            </a:pPr>
            <a:r>
              <a:rPr lang="en-US" altLang="zh-CN" sz="1200">
                <a:latin typeface="Arial" panose="020B0604020202020204" pitchFamily="34" charset="0"/>
                <a:ea typeface="宋体" panose="02010600030101010101" pitchFamily="2" charset="-122"/>
              </a:rPr>
              <a:t>4</a:t>
            </a:r>
          </a:p>
        </p:txBody>
      </p:sp>
      <p:sp>
        <p:nvSpPr>
          <p:cNvPr id="12307" name="Rectangle 51"/>
          <p:cNvSpPr>
            <a:spLocks noChangeArrowheads="1"/>
          </p:cNvSpPr>
          <p:nvPr/>
        </p:nvSpPr>
        <p:spPr bwMode="auto">
          <a:xfrm>
            <a:off x="3575050" y="1885950"/>
            <a:ext cx="478790" cy="291465"/>
          </a:xfrm>
          <a:prstGeom prst="rect">
            <a:avLst/>
          </a:prstGeom>
          <a:solidFill>
            <a:srgbClr val="FFFF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lvl1pPr>
              <a:lnSpc>
                <a:spcPct val="90000"/>
              </a:lnSpc>
              <a:spcBef>
                <a:spcPts val="750"/>
              </a:spcBef>
              <a:buFont typeface="Arial" panose="020B0604020202020204" pitchFamily="34" charset="0"/>
              <a:buChar char="•"/>
              <a:defRPr sz="21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857250" indent="-228600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5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fontAlgn="base">
              <a:lnSpc>
                <a:spcPct val="90000"/>
              </a:lnSpc>
              <a:spcBef>
                <a:spcPts val="375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fontAlgn="base">
              <a:lnSpc>
                <a:spcPct val="90000"/>
              </a:lnSpc>
              <a:spcBef>
                <a:spcPts val="375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fontAlgn="base">
              <a:lnSpc>
                <a:spcPct val="90000"/>
              </a:lnSpc>
              <a:spcBef>
                <a:spcPts val="375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fontAlgn="base">
              <a:lnSpc>
                <a:spcPct val="90000"/>
              </a:lnSpc>
              <a:spcBef>
                <a:spcPts val="375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20000"/>
              </a:spcBef>
              <a:buFontTx/>
              <a:buNone/>
            </a:pPr>
            <a:r>
              <a:rPr lang="en-US" altLang="zh-CN" sz="1200">
                <a:latin typeface="Arial" panose="020B0604020202020204" pitchFamily="34" charset="0"/>
                <a:ea typeface="宋体" panose="02010600030101010101" pitchFamily="2" charset="-122"/>
              </a:rPr>
              <a:t>3</a:t>
            </a:r>
          </a:p>
        </p:txBody>
      </p:sp>
      <p:sp>
        <p:nvSpPr>
          <p:cNvPr id="12308" name="Rectangle 52"/>
          <p:cNvSpPr>
            <a:spLocks noChangeArrowheads="1"/>
          </p:cNvSpPr>
          <p:nvPr/>
        </p:nvSpPr>
        <p:spPr bwMode="auto">
          <a:xfrm>
            <a:off x="3006725" y="1885950"/>
            <a:ext cx="568325" cy="291465"/>
          </a:xfrm>
          <a:prstGeom prst="rect">
            <a:avLst/>
          </a:prstGeom>
          <a:solidFill>
            <a:srgbClr val="FFFF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lvl1pPr>
              <a:lnSpc>
                <a:spcPct val="90000"/>
              </a:lnSpc>
              <a:spcBef>
                <a:spcPts val="750"/>
              </a:spcBef>
              <a:buFont typeface="Arial" panose="020B0604020202020204" pitchFamily="34" charset="0"/>
              <a:buChar char="•"/>
              <a:defRPr sz="21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857250" indent="-228600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5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fontAlgn="base">
              <a:lnSpc>
                <a:spcPct val="90000"/>
              </a:lnSpc>
              <a:spcBef>
                <a:spcPts val="375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fontAlgn="base">
              <a:lnSpc>
                <a:spcPct val="90000"/>
              </a:lnSpc>
              <a:spcBef>
                <a:spcPts val="375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fontAlgn="base">
              <a:lnSpc>
                <a:spcPct val="90000"/>
              </a:lnSpc>
              <a:spcBef>
                <a:spcPts val="375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fontAlgn="base">
              <a:lnSpc>
                <a:spcPct val="90000"/>
              </a:lnSpc>
              <a:spcBef>
                <a:spcPts val="375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20000"/>
              </a:spcBef>
              <a:buFontTx/>
              <a:buNone/>
            </a:pPr>
            <a:r>
              <a:rPr lang="en-US" altLang="zh-CN" sz="1200">
                <a:latin typeface="Arial" panose="020B0604020202020204" pitchFamily="34" charset="0"/>
                <a:ea typeface="宋体" panose="02010600030101010101" pitchFamily="2" charset="-122"/>
              </a:rPr>
              <a:t>2</a:t>
            </a:r>
          </a:p>
        </p:txBody>
      </p:sp>
      <p:sp>
        <p:nvSpPr>
          <p:cNvPr id="12309" name="Rectangle 53"/>
          <p:cNvSpPr>
            <a:spLocks noChangeArrowheads="1"/>
          </p:cNvSpPr>
          <p:nvPr/>
        </p:nvSpPr>
        <p:spPr bwMode="auto">
          <a:xfrm>
            <a:off x="2529205" y="1885950"/>
            <a:ext cx="478790" cy="291465"/>
          </a:xfrm>
          <a:prstGeom prst="rect">
            <a:avLst/>
          </a:prstGeom>
          <a:solidFill>
            <a:srgbClr val="FFFF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lvl1pPr>
              <a:lnSpc>
                <a:spcPct val="90000"/>
              </a:lnSpc>
              <a:spcBef>
                <a:spcPts val="750"/>
              </a:spcBef>
              <a:buFont typeface="Arial" panose="020B0604020202020204" pitchFamily="34" charset="0"/>
              <a:buChar char="•"/>
              <a:defRPr sz="21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857250" indent="-228600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5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fontAlgn="base">
              <a:lnSpc>
                <a:spcPct val="90000"/>
              </a:lnSpc>
              <a:spcBef>
                <a:spcPts val="375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fontAlgn="base">
              <a:lnSpc>
                <a:spcPct val="90000"/>
              </a:lnSpc>
              <a:spcBef>
                <a:spcPts val="375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fontAlgn="base">
              <a:lnSpc>
                <a:spcPct val="90000"/>
              </a:lnSpc>
              <a:spcBef>
                <a:spcPts val="375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fontAlgn="base">
              <a:lnSpc>
                <a:spcPct val="90000"/>
              </a:lnSpc>
              <a:spcBef>
                <a:spcPts val="375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20000"/>
              </a:spcBef>
              <a:buFontTx/>
              <a:buNone/>
            </a:pPr>
            <a:r>
              <a:rPr lang="en-US" altLang="zh-CN" sz="1200">
                <a:latin typeface="Arial" panose="020B0604020202020204" pitchFamily="34" charset="0"/>
                <a:ea typeface="宋体" panose="02010600030101010101" pitchFamily="2" charset="-122"/>
              </a:rPr>
              <a:t>1</a:t>
            </a:r>
          </a:p>
        </p:txBody>
      </p:sp>
      <p:sp>
        <p:nvSpPr>
          <p:cNvPr id="12310" name="Rectangle 54"/>
          <p:cNvSpPr>
            <a:spLocks noChangeArrowheads="1"/>
          </p:cNvSpPr>
          <p:nvPr/>
        </p:nvSpPr>
        <p:spPr bwMode="auto">
          <a:xfrm>
            <a:off x="2020570" y="1885950"/>
            <a:ext cx="508635" cy="291465"/>
          </a:xfrm>
          <a:prstGeom prst="rect">
            <a:avLst/>
          </a:prstGeom>
          <a:solidFill>
            <a:srgbClr val="FFFF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lvl1pPr>
              <a:lnSpc>
                <a:spcPct val="90000"/>
              </a:lnSpc>
              <a:spcBef>
                <a:spcPts val="750"/>
              </a:spcBef>
              <a:buFont typeface="Arial" panose="020B0604020202020204" pitchFamily="34" charset="0"/>
              <a:buChar char="•"/>
              <a:defRPr sz="21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857250" indent="-228600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5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fontAlgn="base">
              <a:lnSpc>
                <a:spcPct val="90000"/>
              </a:lnSpc>
              <a:spcBef>
                <a:spcPts val="375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fontAlgn="base">
              <a:lnSpc>
                <a:spcPct val="90000"/>
              </a:lnSpc>
              <a:spcBef>
                <a:spcPts val="375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fontAlgn="base">
              <a:lnSpc>
                <a:spcPct val="90000"/>
              </a:lnSpc>
              <a:spcBef>
                <a:spcPts val="375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fontAlgn="base">
              <a:lnSpc>
                <a:spcPct val="90000"/>
              </a:lnSpc>
              <a:spcBef>
                <a:spcPts val="375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20000"/>
              </a:spcBef>
              <a:buFontTx/>
              <a:buNone/>
            </a:pPr>
            <a:r>
              <a:rPr lang="en-US" altLang="zh-CN" sz="1200">
                <a:latin typeface="Arial" panose="020B0604020202020204" pitchFamily="34" charset="0"/>
                <a:ea typeface="宋体" panose="02010600030101010101" pitchFamily="2" charset="-122"/>
              </a:rPr>
              <a:t>0</a:t>
            </a:r>
          </a:p>
        </p:txBody>
      </p:sp>
      <p:sp>
        <p:nvSpPr>
          <p:cNvPr id="12311" name="Line 55"/>
          <p:cNvSpPr>
            <a:spLocks noChangeShapeType="1"/>
          </p:cNvSpPr>
          <p:nvPr/>
        </p:nvSpPr>
        <p:spPr bwMode="auto">
          <a:xfrm>
            <a:off x="2020570" y="2202815"/>
            <a:ext cx="5168900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350"/>
          </a:p>
        </p:txBody>
      </p:sp>
      <p:sp>
        <p:nvSpPr>
          <p:cNvPr id="12312" name="Line 56"/>
          <p:cNvSpPr>
            <a:spLocks noChangeShapeType="1"/>
          </p:cNvSpPr>
          <p:nvPr/>
        </p:nvSpPr>
        <p:spPr bwMode="auto">
          <a:xfrm>
            <a:off x="2020570" y="1885950"/>
            <a:ext cx="0" cy="64071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350"/>
          </a:p>
        </p:txBody>
      </p:sp>
      <p:sp>
        <p:nvSpPr>
          <p:cNvPr id="12313" name="Line 57"/>
          <p:cNvSpPr>
            <a:spLocks noChangeShapeType="1"/>
          </p:cNvSpPr>
          <p:nvPr/>
        </p:nvSpPr>
        <p:spPr bwMode="auto">
          <a:xfrm>
            <a:off x="2529205" y="1885950"/>
            <a:ext cx="0" cy="640715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350"/>
          </a:p>
        </p:txBody>
      </p:sp>
      <p:sp>
        <p:nvSpPr>
          <p:cNvPr id="12314" name="Line 58"/>
          <p:cNvSpPr>
            <a:spLocks noChangeShapeType="1"/>
          </p:cNvSpPr>
          <p:nvPr/>
        </p:nvSpPr>
        <p:spPr bwMode="auto">
          <a:xfrm>
            <a:off x="3006725" y="1885950"/>
            <a:ext cx="0" cy="640715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350"/>
          </a:p>
        </p:txBody>
      </p:sp>
      <p:sp>
        <p:nvSpPr>
          <p:cNvPr id="12315" name="Line 59"/>
          <p:cNvSpPr>
            <a:spLocks noChangeShapeType="1"/>
          </p:cNvSpPr>
          <p:nvPr/>
        </p:nvSpPr>
        <p:spPr bwMode="auto">
          <a:xfrm>
            <a:off x="3575050" y="1885950"/>
            <a:ext cx="0" cy="640715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350"/>
          </a:p>
        </p:txBody>
      </p:sp>
      <p:sp>
        <p:nvSpPr>
          <p:cNvPr id="12316" name="Line 60"/>
          <p:cNvSpPr>
            <a:spLocks noChangeShapeType="1"/>
          </p:cNvSpPr>
          <p:nvPr/>
        </p:nvSpPr>
        <p:spPr bwMode="auto">
          <a:xfrm>
            <a:off x="4053840" y="1885950"/>
            <a:ext cx="0" cy="640715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350"/>
          </a:p>
        </p:txBody>
      </p:sp>
      <p:sp>
        <p:nvSpPr>
          <p:cNvPr id="12317" name="Line 61"/>
          <p:cNvSpPr>
            <a:spLocks noChangeShapeType="1"/>
          </p:cNvSpPr>
          <p:nvPr/>
        </p:nvSpPr>
        <p:spPr bwMode="auto">
          <a:xfrm>
            <a:off x="4480560" y="1885950"/>
            <a:ext cx="0" cy="640715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350"/>
          </a:p>
        </p:txBody>
      </p:sp>
      <p:sp>
        <p:nvSpPr>
          <p:cNvPr id="12318" name="Line 62"/>
          <p:cNvSpPr>
            <a:spLocks noChangeShapeType="1"/>
          </p:cNvSpPr>
          <p:nvPr/>
        </p:nvSpPr>
        <p:spPr bwMode="auto">
          <a:xfrm>
            <a:off x="4868545" y="1885950"/>
            <a:ext cx="0" cy="640715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350"/>
          </a:p>
        </p:txBody>
      </p:sp>
      <p:sp>
        <p:nvSpPr>
          <p:cNvPr id="12319" name="Line 63"/>
          <p:cNvSpPr>
            <a:spLocks noChangeShapeType="1"/>
          </p:cNvSpPr>
          <p:nvPr/>
        </p:nvSpPr>
        <p:spPr bwMode="auto">
          <a:xfrm>
            <a:off x="6028690" y="1885950"/>
            <a:ext cx="0" cy="633095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350"/>
          </a:p>
        </p:txBody>
      </p:sp>
      <p:sp>
        <p:nvSpPr>
          <p:cNvPr id="12320" name="Line 64"/>
          <p:cNvSpPr>
            <a:spLocks noChangeShapeType="1"/>
          </p:cNvSpPr>
          <p:nvPr/>
        </p:nvSpPr>
        <p:spPr bwMode="auto">
          <a:xfrm>
            <a:off x="7189470" y="1885950"/>
            <a:ext cx="1270" cy="64071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350"/>
          </a:p>
        </p:txBody>
      </p:sp>
      <p:sp>
        <p:nvSpPr>
          <p:cNvPr id="12321" name="Line 65"/>
          <p:cNvSpPr>
            <a:spLocks noChangeShapeType="1"/>
          </p:cNvSpPr>
          <p:nvPr/>
        </p:nvSpPr>
        <p:spPr bwMode="auto">
          <a:xfrm>
            <a:off x="3575050" y="1885950"/>
            <a:ext cx="478790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350"/>
          </a:p>
        </p:txBody>
      </p:sp>
      <p:sp>
        <p:nvSpPr>
          <p:cNvPr id="12322" name="Line 66"/>
          <p:cNvSpPr>
            <a:spLocks noChangeShapeType="1"/>
          </p:cNvSpPr>
          <p:nvPr/>
        </p:nvSpPr>
        <p:spPr bwMode="auto">
          <a:xfrm>
            <a:off x="2020570" y="1885950"/>
            <a:ext cx="5168900" cy="0"/>
          </a:xfrm>
          <a:prstGeom prst="line">
            <a:avLst/>
          </a:prstGeom>
          <a:noFill/>
          <a:ln w="28575" cap="sq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350"/>
          </a:p>
        </p:txBody>
      </p:sp>
      <p:sp>
        <p:nvSpPr>
          <p:cNvPr id="12323" name="Line 67"/>
          <p:cNvSpPr>
            <a:spLocks noChangeShapeType="1"/>
          </p:cNvSpPr>
          <p:nvPr/>
        </p:nvSpPr>
        <p:spPr bwMode="auto">
          <a:xfrm>
            <a:off x="4480560" y="2526665"/>
            <a:ext cx="795655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350"/>
          </a:p>
        </p:txBody>
      </p:sp>
      <p:sp>
        <p:nvSpPr>
          <p:cNvPr id="12324" name="Line 68"/>
          <p:cNvSpPr>
            <a:spLocks noChangeShapeType="1"/>
          </p:cNvSpPr>
          <p:nvPr/>
        </p:nvSpPr>
        <p:spPr bwMode="auto">
          <a:xfrm flipV="1">
            <a:off x="2020570" y="2519045"/>
            <a:ext cx="5168900" cy="7620"/>
          </a:xfrm>
          <a:prstGeom prst="line">
            <a:avLst/>
          </a:prstGeom>
          <a:noFill/>
          <a:ln w="28575" cap="sq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350"/>
          </a:p>
        </p:txBody>
      </p:sp>
      <p:sp>
        <p:nvSpPr>
          <p:cNvPr id="12325" name="AutoShape 70"/>
          <p:cNvSpPr>
            <a:spLocks noChangeArrowheads="1"/>
          </p:cNvSpPr>
          <p:nvPr/>
        </p:nvSpPr>
        <p:spPr bwMode="auto">
          <a:xfrm>
            <a:off x="3286125" y="1682115"/>
            <a:ext cx="158115" cy="158115"/>
          </a:xfrm>
          <a:prstGeom prst="downArrow">
            <a:avLst>
              <a:gd name="adj1" fmla="val 50000"/>
              <a:gd name="adj2" fmla="val 25000"/>
            </a:avLst>
          </a:prstGeom>
          <a:solidFill>
            <a:srgbClr val="339966"/>
          </a:solidFill>
          <a:ln w="9525">
            <a:solidFill>
              <a:schemeClr val="tx1"/>
            </a:solidFill>
            <a:miter lim="800000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CN" altLang="en-US" sz="1200">
              <a:ea typeface="宋体" panose="02010600030101010101" pitchFamily="2" charset="-122"/>
            </a:endParaRPr>
          </a:p>
        </p:txBody>
      </p:sp>
      <p:sp>
        <p:nvSpPr>
          <p:cNvPr id="12326" name="Text Box 71"/>
          <p:cNvSpPr txBox="1">
            <a:spLocks noChangeArrowheads="1"/>
          </p:cNvSpPr>
          <p:nvPr/>
        </p:nvSpPr>
        <p:spPr bwMode="auto">
          <a:xfrm>
            <a:off x="2854325" y="1365885"/>
            <a:ext cx="2275840" cy="30670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CN" sz="1400" dirty="0">
                <a:solidFill>
                  <a:srgbClr val="CC0000"/>
                </a:solidFill>
                <a:ea typeface="宋体" panose="02010600030101010101" pitchFamily="2" charset="-122"/>
              </a:rPr>
              <a:t>insert Z in kth position</a:t>
            </a:r>
          </a:p>
        </p:txBody>
      </p:sp>
      <p:sp>
        <p:nvSpPr>
          <p:cNvPr id="12327" name="Line 105"/>
          <p:cNvSpPr>
            <a:spLocks noChangeShapeType="1"/>
          </p:cNvSpPr>
          <p:nvPr/>
        </p:nvSpPr>
        <p:spPr bwMode="auto">
          <a:xfrm>
            <a:off x="5290820" y="1885950"/>
            <a:ext cx="0" cy="640715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350"/>
          </a:p>
        </p:txBody>
      </p:sp>
      <p:sp>
        <p:nvSpPr>
          <p:cNvPr id="12328" name="Line 106"/>
          <p:cNvSpPr>
            <a:spLocks noChangeShapeType="1"/>
          </p:cNvSpPr>
          <p:nvPr/>
        </p:nvSpPr>
        <p:spPr bwMode="auto">
          <a:xfrm flipV="1">
            <a:off x="3588385" y="3176270"/>
            <a:ext cx="376555" cy="12763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350"/>
          </a:p>
        </p:txBody>
      </p:sp>
      <p:sp>
        <p:nvSpPr>
          <p:cNvPr id="12329" name="Rectangle 107"/>
          <p:cNvSpPr>
            <a:spLocks noChangeArrowheads="1"/>
          </p:cNvSpPr>
          <p:nvPr/>
        </p:nvSpPr>
        <p:spPr bwMode="auto">
          <a:xfrm>
            <a:off x="6027420" y="3449320"/>
            <a:ext cx="1162050" cy="348615"/>
          </a:xfrm>
          <a:prstGeom prst="rect">
            <a:avLst/>
          </a:prstGeom>
          <a:solidFill>
            <a:srgbClr val="00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lvl1pPr>
              <a:lnSpc>
                <a:spcPct val="90000"/>
              </a:lnSpc>
              <a:spcBef>
                <a:spcPts val="750"/>
              </a:spcBef>
              <a:buFont typeface="Arial" panose="020B0604020202020204" pitchFamily="34" charset="0"/>
              <a:buChar char="•"/>
              <a:defRPr sz="21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857250" indent="-228600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5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fontAlgn="base">
              <a:lnSpc>
                <a:spcPct val="90000"/>
              </a:lnSpc>
              <a:spcBef>
                <a:spcPts val="375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fontAlgn="base">
              <a:lnSpc>
                <a:spcPct val="90000"/>
              </a:lnSpc>
              <a:spcBef>
                <a:spcPts val="375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fontAlgn="base">
              <a:lnSpc>
                <a:spcPct val="90000"/>
              </a:lnSpc>
              <a:spcBef>
                <a:spcPts val="375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fontAlgn="base">
              <a:lnSpc>
                <a:spcPct val="90000"/>
              </a:lnSpc>
              <a:spcBef>
                <a:spcPts val="375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20000"/>
              </a:spcBef>
              <a:buFontTx/>
              <a:buNone/>
            </a:pPr>
            <a:endParaRPr lang="zh-CN" altLang="zh-CN" sz="12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12330" name="Rectangle 108"/>
          <p:cNvSpPr>
            <a:spLocks noChangeArrowheads="1"/>
          </p:cNvSpPr>
          <p:nvPr/>
        </p:nvSpPr>
        <p:spPr bwMode="auto">
          <a:xfrm>
            <a:off x="5290820" y="3449320"/>
            <a:ext cx="737235" cy="348615"/>
          </a:xfrm>
          <a:prstGeom prst="rect">
            <a:avLst/>
          </a:prstGeom>
          <a:solidFill>
            <a:srgbClr val="00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lvl1pPr>
              <a:lnSpc>
                <a:spcPct val="90000"/>
              </a:lnSpc>
              <a:spcBef>
                <a:spcPts val="750"/>
              </a:spcBef>
              <a:buFont typeface="Arial" panose="020B0604020202020204" pitchFamily="34" charset="0"/>
              <a:buChar char="•"/>
              <a:defRPr sz="21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857250" indent="-228600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5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fontAlgn="base">
              <a:lnSpc>
                <a:spcPct val="90000"/>
              </a:lnSpc>
              <a:spcBef>
                <a:spcPts val="375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fontAlgn="base">
              <a:lnSpc>
                <a:spcPct val="90000"/>
              </a:lnSpc>
              <a:spcBef>
                <a:spcPts val="375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fontAlgn="base">
              <a:lnSpc>
                <a:spcPct val="90000"/>
              </a:lnSpc>
              <a:spcBef>
                <a:spcPts val="375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fontAlgn="base">
              <a:lnSpc>
                <a:spcPct val="90000"/>
              </a:lnSpc>
              <a:spcBef>
                <a:spcPts val="375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20000"/>
              </a:spcBef>
              <a:buFontTx/>
              <a:buNone/>
            </a:pPr>
            <a:endParaRPr lang="zh-CN" altLang="zh-CN" sz="12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12331" name="Rectangle 109"/>
          <p:cNvSpPr>
            <a:spLocks noChangeArrowheads="1"/>
          </p:cNvSpPr>
          <p:nvPr/>
        </p:nvSpPr>
        <p:spPr bwMode="auto">
          <a:xfrm>
            <a:off x="4480560" y="3449320"/>
            <a:ext cx="387985" cy="348615"/>
          </a:xfrm>
          <a:prstGeom prst="rect">
            <a:avLst/>
          </a:prstGeom>
          <a:solidFill>
            <a:srgbClr val="FFFF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lvl1pPr>
              <a:lnSpc>
                <a:spcPct val="90000"/>
              </a:lnSpc>
              <a:spcBef>
                <a:spcPts val="750"/>
              </a:spcBef>
              <a:buFont typeface="Arial" panose="020B0604020202020204" pitchFamily="34" charset="0"/>
              <a:buChar char="•"/>
              <a:defRPr sz="21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857250" indent="-228600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5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fontAlgn="base">
              <a:lnSpc>
                <a:spcPct val="90000"/>
              </a:lnSpc>
              <a:spcBef>
                <a:spcPts val="375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fontAlgn="base">
              <a:lnSpc>
                <a:spcPct val="90000"/>
              </a:lnSpc>
              <a:spcBef>
                <a:spcPts val="375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fontAlgn="base">
              <a:lnSpc>
                <a:spcPct val="90000"/>
              </a:lnSpc>
              <a:spcBef>
                <a:spcPts val="375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fontAlgn="base">
              <a:lnSpc>
                <a:spcPct val="90000"/>
              </a:lnSpc>
              <a:spcBef>
                <a:spcPts val="375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20000"/>
              </a:spcBef>
              <a:buFontTx/>
              <a:buNone/>
            </a:pPr>
            <a:r>
              <a:rPr lang="en-US" altLang="zh-CN" sz="1200">
                <a:latin typeface="Arial" panose="020B0604020202020204" pitchFamily="34" charset="0"/>
                <a:ea typeface="宋体" panose="02010600030101010101" pitchFamily="2" charset="-122"/>
              </a:rPr>
              <a:t>E</a:t>
            </a:r>
          </a:p>
        </p:txBody>
      </p:sp>
      <p:sp>
        <p:nvSpPr>
          <p:cNvPr id="12332" name="Rectangle 110"/>
          <p:cNvSpPr>
            <a:spLocks noChangeArrowheads="1"/>
          </p:cNvSpPr>
          <p:nvPr/>
        </p:nvSpPr>
        <p:spPr bwMode="auto">
          <a:xfrm>
            <a:off x="4053840" y="3449320"/>
            <a:ext cx="426085" cy="348615"/>
          </a:xfrm>
          <a:prstGeom prst="rect">
            <a:avLst/>
          </a:prstGeom>
          <a:solidFill>
            <a:srgbClr val="FFFF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lvl1pPr>
              <a:lnSpc>
                <a:spcPct val="90000"/>
              </a:lnSpc>
              <a:spcBef>
                <a:spcPts val="750"/>
              </a:spcBef>
              <a:buFont typeface="Arial" panose="020B0604020202020204" pitchFamily="34" charset="0"/>
              <a:buChar char="•"/>
              <a:defRPr sz="21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857250" indent="-228600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5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fontAlgn="base">
              <a:lnSpc>
                <a:spcPct val="90000"/>
              </a:lnSpc>
              <a:spcBef>
                <a:spcPts val="375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fontAlgn="base">
              <a:lnSpc>
                <a:spcPct val="90000"/>
              </a:lnSpc>
              <a:spcBef>
                <a:spcPts val="375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fontAlgn="base">
              <a:lnSpc>
                <a:spcPct val="90000"/>
              </a:lnSpc>
              <a:spcBef>
                <a:spcPts val="375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fontAlgn="base">
              <a:lnSpc>
                <a:spcPct val="90000"/>
              </a:lnSpc>
              <a:spcBef>
                <a:spcPts val="375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20000"/>
              </a:spcBef>
              <a:buFontTx/>
              <a:buNone/>
            </a:pPr>
            <a:r>
              <a:rPr lang="en-US" altLang="zh-CN" sz="1200">
                <a:latin typeface="Arial" panose="020B0604020202020204" pitchFamily="34" charset="0"/>
                <a:ea typeface="宋体" panose="02010600030101010101" pitchFamily="2" charset="-122"/>
              </a:rPr>
              <a:t>D</a:t>
            </a:r>
          </a:p>
        </p:txBody>
      </p:sp>
      <p:sp>
        <p:nvSpPr>
          <p:cNvPr id="12333" name="Rectangle 111"/>
          <p:cNvSpPr>
            <a:spLocks noChangeArrowheads="1"/>
          </p:cNvSpPr>
          <p:nvPr/>
        </p:nvSpPr>
        <p:spPr bwMode="auto">
          <a:xfrm>
            <a:off x="3575050" y="3449320"/>
            <a:ext cx="478790" cy="348615"/>
          </a:xfrm>
          <a:prstGeom prst="rect">
            <a:avLst/>
          </a:prstGeom>
          <a:solidFill>
            <a:srgbClr val="FFFF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lvl1pPr>
              <a:lnSpc>
                <a:spcPct val="90000"/>
              </a:lnSpc>
              <a:spcBef>
                <a:spcPts val="750"/>
              </a:spcBef>
              <a:buFont typeface="Arial" panose="020B0604020202020204" pitchFamily="34" charset="0"/>
              <a:buChar char="•"/>
              <a:defRPr sz="21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857250" indent="-228600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5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fontAlgn="base">
              <a:lnSpc>
                <a:spcPct val="90000"/>
              </a:lnSpc>
              <a:spcBef>
                <a:spcPts val="375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fontAlgn="base">
              <a:lnSpc>
                <a:spcPct val="90000"/>
              </a:lnSpc>
              <a:spcBef>
                <a:spcPts val="375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fontAlgn="base">
              <a:lnSpc>
                <a:spcPct val="90000"/>
              </a:lnSpc>
              <a:spcBef>
                <a:spcPts val="375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fontAlgn="base">
              <a:lnSpc>
                <a:spcPct val="90000"/>
              </a:lnSpc>
              <a:spcBef>
                <a:spcPts val="375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20000"/>
              </a:spcBef>
              <a:buFontTx/>
              <a:buNone/>
            </a:pPr>
            <a:r>
              <a:rPr lang="en-US" altLang="zh-CN" sz="1200">
                <a:latin typeface="Arial" panose="020B0604020202020204" pitchFamily="34" charset="0"/>
                <a:ea typeface="宋体" panose="02010600030101010101" pitchFamily="2" charset="-122"/>
              </a:rPr>
              <a:t>C</a:t>
            </a:r>
          </a:p>
        </p:txBody>
      </p:sp>
      <p:sp>
        <p:nvSpPr>
          <p:cNvPr id="12334" name="Rectangle 112"/>
          <p:cNvSpPr>
            <a:spLocks noChangeArrowheads="1"/>
          </p:cNvSpPr>
          <p:nvPr/>
        </p:nvSpPr>
        <p:spPr bwMode="auto">
          <a:xfrm>
            <a:off x="3006725" y="3449320"/>
            <a:ext cx="568325" cy="348615"/>
          </a:xfrm>
          <a:prstGeom prst="rect">
            <a:avLst/>
          </a:prstGeom>
          <a:solidFill>
            <a:srgbClr val="FFFF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lvl1pPr>
              <a:lnSpc>
                <a:spcPct val="90000"/>
              </a:lnSpc>
              <a:spcBef>
                <a:spcPts val="750"/>
              </a:spcBef>
              <a:buFont typeface="Arial" panose="020B0604020202020204" pitchFamily="34" charset="0"/>
              <a:buChar char="•"/>
              <a:defRPr sz="21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857250" indent="-228600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5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fontAlgn="base">
              <a:lnSpc>
                <a:spcPct val="90000"/>
              </a:lnSpc>
              <a:spcBef>
                <a:spcPts val="375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fontAlgn="base">
              <a:lnSpc>
                <a:spcPct val="90000"/>
              </a:lnSpc>
              <a:spcBef>
                <a:spcPts val="375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fontAlgn="base">
              <a:lnSpc>
                <a:spcPct val="90000"/>
              </a:lnSpc>
              <a:spcBef>
                <a:spcPts val="375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fontAlgn="base">
              <a:lnSpc>
                <a:spcPct val="90000"/>
              </a:lnSpc>
              <a:spcBef>
                <a:spcPts val="375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20000"/>
              </a:spcBef>
              <a:buFontTx/>
              <a:buNone/>
            </a:pPr>
            <a:r>
              <a:rPr lang="en-US" altLang="zh-CN" sz="1200">
                <a:latin typeface="Arial" panose="020B0604020202020204" pitchFamily="34" charset="0"/>
                <a:ea typeface="宋体" panose="02010600030101010101" pitchFamily="2" charset="-122"/>
              </a:rPr>
              <a:t>Z</a:t>
            </a:r>
          </a:p>
        </p:txBody>
      </p:sp>
      <p:sp>
        <p:nvSpPr>
          <p:cNvPr id="12335" name="Rectangle 113"/>
          <p:cNvSpPr>
            <a:spLocks noChangeArrowheads="1"/>
          </p:cNvSpPr>
          <p:nvPr/>
        </p:nvSpPr>
        <p:spPr bwMode="auto">
          <a:xfrm>
            <a:off x="2529205" y="3449320"/>
            <a:ext cx="478790" cy="348615"/>
          </a:xfrm>
          <a:prstGeom prst="rect">
            <a:avLst/>
          </a:prstGeom>
          <a:solidFill>
            <a:srgbClr val="FFFF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lvl1pPr>
              <a:lnSpc>
                <a:spcPct val="90000"/>
              </a:lnSpc>
              <a:spcBef>
                <a:spcPts val="750"/>
              </a:spcBef>
              <a:buFont typeface="Arial" panose="020B0604020202020204" pitchFamily="34" charset="0"/>
              <a:buChar char="•"/>
              <a:defRPr sz="21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857250" indent="-228600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5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fontAlgn="base">
              <a:lnSpc>
                <a:spcPct val="90000"/>
              </a:lnSpc>
              <a:spcBef>
                <a:spcPts val="375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fontAlgn="base">
              <a:lnSpc>
                <a:spcPct val="90000"/>
              </a:lnSpc>
              <a:spcBef>
                <a:spcPts val="375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fontAlgn="base">
              <a:lnSpc>
                <a:spcPct val="90000"/>
              </a:lnSpc>
              <a:spcBef>
                <a:spcPts val="375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fontAlgn="base">
              <a:lnSpc>
                <a:spcPct val="90000"/>
              </a:lnSpc>
              <a:spcBef>
                <a:spcPts val="375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20000"/>
              </a:spcBef>
              <a:buFontTx/>
              <a:buNone/>
            </a:pPr>
            <a:r>
              <a:rPr lang="en-US" altLang="zh-CN" sz="1200">
                <a:latin typeface="Arial" panose="020B0604020202020204" pitchFamily="34" charset="0"/>
                <a:ea typeface="宋体" panose="02010600030101010101" pitchFamily="2" charset="-122"/>
              </a:rPr>
              <a:t>B</a:t>
            </a:r>
          </a:p>
        </p:txBody>
      </p:sp>
      <p:sp>
        <p:nvSpPr>
          <p:cNvPr id="12336" name="Rectangle 114"/>
          <p:cNvSpPr>
            <a:spLocks noChangeArrowheads="1"/>
          </p:cNvSpPr>
          <p:nvPr/>
        </p:nvSpPr>
        <p:spPr bwMode="auto">
          <a:xfrm>
            <a:off x="2020570" y="3449320"/>
            <a:ext cx="508635" cy="348615"/>
          </a:xfrm>
          <a:prstGeom prst="rect">
            <a:avLst/>
          </a:prstGeom>
          <a:solidFill>
            <a:srgbClr val="FFFF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lvl1pPr>
              <a:lnSpc>
                <a:spcPct val="90000"/>
              </a:lnSpc>
              <a:spcBef>
                <a:spcPts val="750"/>
              </a:spcBef>
              <a:buFont typeface="Arial" panose="020B0604020202020204" pitchFamily="34" charset="0"/>
              <a:buChar char="•"/>
              <a:defRPr sz="21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857250" indent="-228600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5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fontAlgn="base">
              <a:lnSpc>
                <a:spcPct val="90000"/>
              </a:lnSpc>
              <a:spcBef>
                <a:spcPts val="375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fontAlgn="base">
              <a:lnSpc>
                <a:spcPct val="90000"/>
              </a:lnSpc>
              <a:spcBef>
                <a:spcPts val="375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fontAlgn="base">
              <a:lnSpc>
                <a:spcPct val="90000"/>
              </a:lnSpc>
              <a:spcBef>
                <a:spcPts val="375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fontAlgn="base">
              <a:lnSpc>
                <a:spcPct val="90000"/>
              </a:lnSpc>
              <a:spcBef>
                <a:spcPts val="375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20000"/>
              </a:spcBef>
              <a:buFontTx/>
              <a:buNone/>
            </a:pPr>
            <a:r>
              <a:rPr lang="en-US" altLang="zh-CN" sz="1200">
                <a:latin typeface="Arial" panose="020B0604020202020204" pitchFamily="34" charset="0"/>
                <a:ea typeface="宋体" panose="02010600030101010101" pitchFamily="2" charset="-122"/>
              </a:rPr>
              <a:t>A</a:t>
            </a:r>
          </a:p>
        </p:txBody>
      </p:sp>
      <p:sp>
        <p:nvSpPr>
          <p:cNvPr id="12337" name="Rectangle 115"/>
          <p:cNvSpPr>
            <a:spLocks noChangeArrowheads="1"/>
          </p:cNvSpPr>
          <p:nvPr/>
        </p:nvSpPr>
        <p:spPr bwMode="auto">
          <a:xfrm>
            <a:off x="6027420" y="3157220"/>
            <a:ext cx="1162050" cy="291465"/>
          </a:xfrm>
          <a:prstGeom prst="rect">
            <a:avLst/>
          </a:prstGeom>
          <a:solidFill>
            <a:srgbClr val="00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lvl1pPr>
              <a:lnSpc>
                <a:spcPct val="90000"/>
              </a:lnSpc>
              <a:spcBef>
                <a:spcPts val="750"/>
              </a:spcBef>
              <a:buFont typeface="Arial" panose="020B0604020202020204" pitchFamily="34" charset="0"/>
              <a:buChar char="•"/>
              <a:defRPr sz="21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857250" indent="-228600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5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fontAlgn="base">
              <a:lnSpc>
                <a:spcPct val="90000"/>
              </a:lnSpc>
              <a:spcBef>
                <a:spcPts val="375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fontAlgn="base">
              <a:lnSpc>
                <a:spcPct val="90000"/>
              </a:lnSpc>
              <a:spcBef>
                <a:spcPts val="375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fontAlgn="base">
              <a:lnSpc>
                <a:spcPct val="90000"/>
              </a:lnSpc>
              <a:spcBef>
                <a:spcPts val="375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fontAlgn="base">
              <a:lnSpc>
                <a:spcPct val="90000"/>
              </a:lnSpc>
              <a:spcBef>
                <a:spcPts val="375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20000"/>
              </a:spcBef>
              <a:buFontTx/>
              <a:buNone/>
            </a:pPr>
            <a:r>
              <a:rPr lang="en-US" altLang="zh-CN" sz="1200" dirty="0">
                <a:latin typeface="Arial" panose="020B0604020202020204" pitchFamily="34" charset="0"/>
                <a:ea typeface="宋体" panose="02010600030101010101" pitchFamily="2" charset="-122"/>
              </a:rPr>
              <a:t>MAX_SIZE</a:t>
            </a:r>
          </a:p>
        </p:txBody>
      </p:sp>
      <p:sp>
        <p:nvSpPr>
          <p:cNvPr id="12338" name="Rectangle 116"/>
          <p:cNvSpPr>
            <a:spLocks noChangeArrowheads="1"/>
          </p:cNvSpPr>
          <p:nvPr/>
        </p:nvSpPr>
        <p:spPr bwMode="auto">
          <a:xfrm>
            <a:off x="5290820" y="3157220"/>
            <a:ext cx="737235" cy="291465"/>
          </a:xfrm>
          <a:prstGeom prst="rect">
            <a:avLst/>
          </a:prstGeom>
          <a:solidFill>
            <a:srgbClr val="00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lvl1pPr>
              <a:lnSpc>
                <a:spcPct val="90000"/>
              </a:lnSpc>
              <a:spcBef>
                <a:spcPts val="750"/>
              </a:spcBef>
              <a:buFont typeface="Arial" panose="020B0604020202020204" pitchFamily="34" charset="0"/>
              <a:buChar char="•"/>
              <a:defRPr sz="21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857250" indent="-228600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5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fontAlgn="base">
              <a:lnSpc>
                <a:spcPct val="90000"/>
              </a:lnSpc>
              <a:spcBef>
                <a:spcPts val="375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fontAlgn="base">
              <a:lnSpc>
                <a:spcPct val="90000"/>
              </a:lnSpc>
              <a:spcBef>
                <a:spcPts val="375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fontAlgn="base">
              <a:lnSpc>
                <a:spcPct val="90000"/>
              </a:lnSpc>
              <a:spcBef>
                <a:spcPts val="375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fontAlgn="base">
              <a:lnSpc>
                <a:spcPct val="90000"/>
              </a:lnSpc>
              <a:spcBef>
                <a:spcPts val="375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20000"/>
              </a:spcBef>
              <a:buFontTx/>
              <a:buNone/>
            </a:pPr>
            <a:endParaRPr lang="zh-CN" altLang="zh-CN" sz="12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12339" name="Rectangle 117"/>
          <p:cNvSpPr>
            <a:spLocks noChangeArrowheads="1"/>
          </p:cNvSpPr>
          <p:nvPr/>
        </p:nvSpPr>
        <p:spPr bwMode="auto">
          <a:xfrm>
            <a:off x="4480560" y="3157220"/>
            <a:ext cx="387985" cy="291465"/>
          </a:xfrm>
          <a:prstGeom prst="rect">
            <a:avLst/>
          </a:prstGeom>
          <a:solidFill>
            <a:srgbClr val="FFFF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lvl1pPr>
              <a:lnSpc>
                <a:spcPct val="90000"/>
              </a:lnSpc>
              <a:spcBef>
                <a:spcPts val="750"/>
              </a:spcBef>
              <a:buFont typeface="Arial" panose="020B0604020202020204" pitchFamily="34" charset="0"/>
              <a:buChar char="•"/>
              <a:defRPr sz="21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857250" indent="-228600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5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fontAlgn="base">
              <a:lnSpc>
                <a:spcPct val="90000"/>
              </a:lnSpc>
              <a:spcBef>
                <a:spcPts val="375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fontAlgn="base">
              <a:lnSpc>
                <a:spcPct val="90000"/>
              </a:lnSpc>
              <a:spcBef>
                <a:spcPts val="375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fontAlgn="base">
              <a:lnSpc>
                <a:spcPct val="90000"/>
              </a:lnSpc>
              <a:spcBef>
                <a:spcPts val="375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fontAlgn="base">
              <a:lnSpc>
                <a:spcPct val="90000"/>
              </a:lnSpc>
              <a:spcBef>
                <a:spcPts val="375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20000"/>
              </a:spcBef>
              <a:buFontTx/>
              <a:buNone/>
            </a:pPr>
            <a:r>
              <a:rPr lang="en-US" altLang="zh-CN" sz="1200">
                <a:latin typeface="Arial" panose="020B0604020202020204" pitchFamily="34" charset="0"/>
                <a:ea typeface="宋体" panose="02010600030101010101" pitchFamily="2" charset="-122"/>
              </a:rPr>
              <a:t>5</a:t>
            </a:r>
          </a:p>
        </p:txBody>
      </p:sp>
      <p:sp>
        <p:nvSpPr>
          <p:cNvPr id="12340" name="Rectangle 118"/>
          <p:cNvSpPr>
            <a:spLocks noChangeArrowheads="1"/>
          </p:cNvSpPr>
          <p:nvPr/>
        </p:nvSpPr>
        <p:spPr bwMode="auto">
          <a:xfrm>
            <a:off x="4053840" y="3157220"/>
            <a:ext cx="426085" cy="291465"/>
          </a:xfrm>
          <a:prstGeom prst="rect">
            <a:avLst/>
          </a:prstGeom>
          <a:solidFill>
            <a:srgbClr val="FFFF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lvl1pPr>
              <a:lnSpc>
                <a:spcPct val="90000"/>
              </a:lnSpc>
              <a:spcBef>
                <a:spcPts val="750"/>
              </a:spcBef>
              <a:buFont typeface="Arial" panose="020B0604020202020204" pitchFamily="34" charset="0"/>
              <a:buChar char="•"/>
              <a:defRPr sz="21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857250" indent="-228600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5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fontAlgn="base">
              <a:lnSpc>
                <a:spcPct val="90000"/>
              </a:lnSpc>
              <a:spcBef>
                <a:spcPts val="375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fontAlgn="base">
              <a:lnSpc>
                <a:spcPct val="90000"/>
              </a:lnSpc>
              <a:spcBef>
                <a:spcPts val="375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fontAlgn="base">
              <a:lnSpc>
                <a:spcPct val="90000"/>
              </a:lnSpc>
              <a:spcBef>
                <a:spcPts val="375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fontAlgn="base">
              <a:lnSpc>
                <a:spcPct val="90000"/>
              </a:lnSpc>
              <a:spcBef>
                <a:spcPts val="375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20000"/>
              </a:spcBef>
              <a:buFontTx/>
              <a:buNone/>
            </a:pPr>
            <a:r>
              <a:rPr lang="en-US" altLang="zh-CN" sz="1200">
                <a:latin typeface="Arial" panose="020B0604020202020204" pitchFamily="34" charset="0"/>
                <a:ea typeface="宋体" panose="02010600030101010101" pitchFamily="2" charset="-122"/>
              </a:rPr>
              <a:t>4</a:t>
            </a:r>
          </a:p>
        </p:txBody>
      </p:sp>
      <p:sp>
        <p:nvSpPr>
          <p:cNvPr id="12341" name="Rectangle 119"/>
          <p:cNvSpPr>
            <a:spLocks noChangeArrowheads="1"/>
          </p:cNvSpPr>
          <p:nvPr/>
        </p:nvSpPr>
        <p:spPr bwMode="auto">
          <a:xfrm>
            <a:off x="3575050" y="3157220"/>
            <a:ext cx="478790" cy="291465"/>
          </a:xfrm>
          <a:prstGeom prst="rect">
            <a:avLst/>
          </a:prstGeom>
          <a:solidFill>
            <a:srgbClr val="FFFF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lvl1pPr>
              <a:lnSpc>
                <a:spcPct val="90000"/>
              </a:lnSpc>
              <a:spcBef>
                <a:spcPts val="750"/>
              </a:spcBef>
              <a:buFont typeface="Arial" panose="020B0604020202020204" pitchFamily="34" charset="0"/>
              <a:buChar char="•"/>
              <a:defRPr sz="21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857250" indent="-228600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5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fontAlgn="base">
              <a:lnSpc>
                <a:spcPct val="90000"/>
              </a:lnSpc>
              <a:spcBef>
                <a:spcPts val="375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fontAlgn="base">
              <a:lnSpc>
                <a:spcPct val="90000"/>
              </a:lnSpc>
              <a:spcBef>
                <a:spcPts val="375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fontAlgn="base">
              <a:lnSpc>
                <a:spcPct val="90000"/>
              </a:lnSpc>
              <a:spcBef>
                <a:spcPts val="375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fontAlgn="base">
              <a:lnSpc>
                <a:spcPct val="90000"/>
              </a:lnSpc>
              <a:spcBef>
                <a:spcPts val="375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20000"/>
              </a:spcBef>
              <a:buFontTx/>
              <a:buNone/>
            </a:pPr>
            <a:r>
              <a:rPr lang="en-US" altLang="zh-CN" sz="1200">
                <a:latin typeface="Arial" panose="020B0604020202020204" pitchFamily="34" charset="0"/>
                <a:ea typeface="宋体" panose="02010600030101010101" pitchFamily="2" charset="-122"/>
              </a:rPr>
              <a:t>3</a:t>
            </a:r>
          </a:p>
        </p:txBody>
      </p:sp>
      <p:sp>
        <p:nvSpPr>
          <p:cNvPr id="12342" name="Rectangle 120"/>
          <p:cNvSpPr>
            <a:spLocks noChangeArrowheads="1"/>
          </p:cNvSpPr>
          <p:nvPr/>
        </p:nvSpPr>
        <p:spPr bwMode="auto">
          <a:xfrm>
            <a:off x="3006725" y="3157220"/>
            <a:ext cx="568325" cy="291465"/>
          </a:xfrm>
          <a:prstGeom prst="rect">
            <a:avLst/>
          </a:prstGeom>
          <a:solidFill>
            <a:srgbClr val="FFFF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lvl1pPr>
              <a:lnSpc>
                <a:spcPct val="90000"/>
              </a:lnSpc>
              <a:spcBef>
                <a:spcPts val="750"/>
              </a:spcBef>
              <a:buFont typeface="Arial" panose="020B0604020202020204" pitchFamily="34" charset="0"/>
              <a:buChar char="•"/>
              <a:defRPr sz="21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857250" indent="-228600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5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fontAlgn="base">
              <a:lnSpc>
                <a:spcPct val="90000"/>
              </a:lnSpc>
              <a:spcBef>
                <a:spcPts val="375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fontAlgn="base">
              <a:lnSpc>
                <a:spcPct val="90000"/>
              </a:lnSpc>
              <a:spcBef>
                <a:spcPts val="375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fontAlgn="base">
              <a:lnSpc>
                <a:spcPct val="90000"/>
              </a:lnSpc>
              <a:spcBef>
                <a:spcPts val="375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fontAlgn="base">
              <a:lnSpc>
                <a:spcPct val="90000"/>
              </a:lnSpc>
              <a:spcBef>
                <a:spcPts val="375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20000"/>
              </a:spcBef>
              <a:buFontTx/>
              <a:buNone/>
            </a:pPr>
            <a:r>
              <a:rPr lang="en-US" altLang="zh-CN" sz="1200">
                <a:latin typeface="Arial" panose="020B0604020202020204" pitchFamily="34" charset="0"/>
                <a:ea typeface="宋体" panose="02010600030101010101" pitchFamily="2" charset="-122"/>
              </a:rPr>
              <a:t>2</a:t>
            </a:r>
          </a:p>
        </p:txBody>
      </p:sp>
      <p:sp>
        <p:nvSpPr>
          <p:cNvPr id="12343" name="Rectangle 121"/>
          <p:cNvSpPr>
            <a:spLocks noChangeArrowheads="1"/>
          </p:cNvSpPr>
          <p:nvPr/>
        </p:nvSpPr>
        <p:spPr bwMode="auto">
          <a:xfrm>
            <a:off x="2529205" y="3157220"/>
            <a:ext cx="478790" cy="291465"/>
          </a:xfrm>
          <a:prstGeom prst="rect">
            <a:avLst/>
          </a:prstGeom>
          <a:solidFill>
            <a:srgbClr val="FFFF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lvl1pPr>
              <a:lnSpc>
                <a:spcPct val="90000"/>
              </a:lnSpc>
              <a:spcBef>
                <a:spcPts val="750"/>
              </a:spcBef>
              <a:buFont typeface="Arial" panose="020B0604020202020204" pitchFamily="34" charset="0"/>
              <a:buChar char="•"/>
              <a:defRPr sz="21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857250" indent="-228600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5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fontAlgn="base">
              <a:lnSpc>
                <a:spcPct val="90000"/>
              </a:lnSpc>
              <a:spcBef>
                <a:spcPts val="375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fontAlgn="base">
              <a:lnSpc>
                <a:spcPct val="90000"/>
              </a:lnSpc>
              <a:spcBef>
                <a:spcPts val="375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fontAlgn="base">
              <a:lnSpc>
                <a:spcPct val="90000"/>
              </a:lnSpc>
              <a:spcBef>
                <a:spcPts val="375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fontAlgn="base">
              <a:lnSpc>
                <a:spcPct val="90000"/>
              </a:lnSpc>
              <a:spcBef>
                <a:spcPts val="375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20000"/>
              </a:spcBef>
              <a:buFontTx/>
              <a:buNone/>
            </a:pPr>
            <a:r>
              <a:rPr lang="en-US" altLang="zh-CN" sz="1200">
                <a:latin typeface="Arial" panose="020B0604020202020204" pitchFamily="34" charset="0"/>
                <a:ea typeface="宋体" panose="02010600030101010101" pitchFamily="2" charset="-122"/>
              </a:rPr>
              <a:t>1</a:t>
            </a:r>
          </a:p>
        </p:txBody>
      </p:sp>
      <p:sp>
        <p:nvSpPr>
          <p:cNvPr id="12344" name="Rectangle 122"/>
          <p:cNvSpPr>
            <a:spLocks noChangeArrowheads="1"/>
          </p:cNvSpPr>
          <p:nvPr/>
        </p:nvSpPr>
        <p:spPr bwMode="auto">
          <a:xfrm>
            <a:off x="2020570" y="3157220"/>
            <a:ext cx="508635" cy="291465"/>
          </a:xfrm>
          <a:prstGeom prst="rect">
            <a:avLst/>
          </a:prstGeom>
          <a:solidFill>
            <a:srgbClr val="FFFF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lvl1pPr>
              <a:lnSpc>
                <a:spcPct val="90000"/>
              </a:lnSpc>
              <a:spcBef>
                <a:spcPts val="750"/>
              </a:spcBef>
              <a:buFont typeface="Arial" panose="020B0604020202020204" pitchFamily="34" charset="0"/>
              <a:buChar char="•"/>
              <a:defRPr sz="21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857250" indent="-228600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5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fontAlgn="base">
              <a:lnSpc>
                <a:spcPct val="90000"/>
              </a:lnSpc>
              <a:spcBef>
                <a:spcPts val="375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fontAlgn="base">
              <a:lnSpc>
                <a:spcPct val="90000"/>
              </a:lnSpc>
              <a:spcBef>
                <a:spcPts val="375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fontAlgn="base">
              <a:lnSpc>
                <a:spcPct val="90000"/>
              </a:lnSpc>
              <a:spcBef>
                <a:spcPts val="375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fontAlgn="base">
              <a:lnSpc>
                <a:spcPct val="90000"/>
              </a:lnSpc>
              <a:spcBef>
                <a:spcPts val="375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20000"/>
              </a:spcBef>
              <a:buFontTx/>
              <a:buNone/>
            </a:pPr>
            <a:r>
              <a:rPr lang="en-US" altLang="zh-CN" sz="1200">
                <a:latin typeface="Arial" panose="020B0604020202020204" pitchFamily="34" charset="0"/>
                <a:ea typeface="宋体" panose="02010600030101010101" pitchFamily="2" charset="-122"/>
              </a:rPr>
              <a:t>0</a:t>
            </a:r>
          </a:p>
        </p:txBody>
      </p:sp>
      <p:sp>
        <p:nvSpPr>
          <p:cNvPr id="12345" name="Line 124"/>
          <p:cNvSpPr>
            <a:spLocks noChangeShapeType="1"/>
          </p:cNvSpPr>
          <p:nvPr/>
        </p:nvSpPr>
        <p:spPr bwMode="auto">
          <a:xfrm>
            <a:off x="2020570" y="3157220"/>
            <a:ext cx="0" cy="64071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350"/>
          </a:p>
        </p:txBody>
      </p:sp>
      <p:sp>
        <p:nvSpPr>
          <p:cNvPr id="12346" name="Line 125"/>
          <p:cNvSpPr>
            <a:spLocks noChangeShapeType="1"/>
          </p:cNvSpPr>
          <p:nvPr/>
        </p:nvSpPr>
        <p:spPr bwMode="auto">
          <a:xfrm>
            <a:off x="2529205" y="3157220"/>
            <a:ext cx="0" cy="640715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350"/>
          </a:p>
        </p:txBody>
      </p:sp>
      <p:sp>
        <p:nvSpPr>
          <p:cNvPr id="12347" name="Line 126"/>
          <p:cNvSpPr>
            <a:spLocks noChangeShapeType="1"/>
          </p:cNvSpPr>
          <p:nvPr/>
        </p:nvSpPr>
        <p:spPr bwMode="auto">
          <a:xfrm>
            <a:off x="3006725" y="3157220"/>
            <a:ext cx="0" cy="640715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350"/>
          </a:p>
        </p:txBody>
      </p:sp>
      <p:sp>
        <p:nvSpPr>
          <p:cNvPr id="12348" name="Line 127"/>
          <p:cNvSpPr>
            <a:spLocks noChangeShapeType="1"/>
          </p:cNvSpPr>
          <p:nvPr/>
        </p:nvSpPr>
        <p:spPr bwMode="auto">
          <a:xfrm>
            <a:off x="3575050" y="3157220"/>
            <a:ext cx="0" cy="640715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350"/>
          </a:p>
        </p:txBody>
      </p:sp>
      <p:sp>
        <p:nvSpPr>
          <p:cNvPr id="12349" name="Line 128"/>
          <p:cNvSpPr>
            <a:spLocks noChangeShapeType="1"/>
          </p:cNvSpPr>
          <p:nvPr/>
        </p:nvSpPr>
        <p:spPr bwMode="auto">
          <a:xfrm>
            <a:off x="4053840" y="3157220"/>
            <a:ext cx="0" cy="640715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350"/>
          </a:p>
        </p:txBody>
      </p:sp>
      <p:sp>
        <p:nvSpPr>
          <p:cNvPr id="12350" name="Line 129"/>
          <p:cNvSpPr>
            <a:spLocks noChangeShapeType="1"/>
          </p:cNvSpPr>
          <p:nvPr/>
        </p:nvSpPr>
        <p:spPr bwMode="auto">
          <a:xfrm>
            <a:off x="4480560" y="3157220"/>
            <a:ext cx="0" cy="640715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350"/>
          </a:p>
        </p:txBody>
      </p:sp>
      <p:sp>
        <p:nvSpPr>
          <p:cNvPr id="12351" name="Line 131"/>
          <p:cNvSpPr>
            <a:spLocks noChangeShapeType="1"/>
          </p:cNvSpPr>
          <p:nvPr/>
        </p:nvSpPr>
        <p:spPr bwMode="auto">
          <a:xfrm>
            <a:off x="6028690" y="3157220"/>
            <a:ext cx="0" cy="633095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350"/>
          </a:p>
        </p:txBody>
      </p:sp>
      <p:sp>
        <p:nvSpPr>
          <p:cNvPr id="12352" name="Line 132"/>
          <p:cNvSpPr>
            <a:spLocks noChangeShapeType="1"/>
          </p:cNvSpPr>
          <p:nvPr/>
        </p:nvSpPr>
        <p:spPr bwMode="auto">
          <a:xfrm>
            <a:off x="7189470" y="3157220"/>
            <a:ext cx="1270" cy="64071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350"/>
          </a:p>
        </p:txBody>
      </p:sp>
      <p:sp>
        <p:nvSpPr>
          <p:cNvPr id="12353" name="Line 133"/>
          <p:cNvSpPr>
            <a:spLocks noChangeShapeType="1"/>
          </p:cNvSpPr>
          <p:nvPr/>
        </p:nvSpPr>
        <p:spPr bwMode="auto">
          <a:xfrm>
            <a:off x="3575050" y="3157220"/>
            <a:ext cx="478790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350"/>
          </a:p>
        </p:txBody>
      </p:sp>
      <p:sp>
        <p:nvSpPr>
          <p:cNvPr id="12354" name="Line 135"/>
          <p:cNvSpPr>
            <a:spLocks noChangeShapeType="1"/>
          </p:cNvSpPr>
          <p:nvPr/>
        </p:nvSpPr>
        <p:spPr bwMode="auto">
          <a:xfrm>
            <a:off x="4480560" y="3797935"/>
            <a:ext cx="795655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350"/>
          </a:p>
        </p:txBody>
      </p:sp>
      <p:sp>
        <p:nvSpPr>
          <p:cNvPr id="12355" name="AutoShape 137"/>
          <p:cNvSpPr>
            <a:spLocks noChangeArrowheads="1"/>
          </p:cNvSpPr>
          <p:nvPr/>
        </p:nvSpPr>
        <p:spPr bwMode="auto">
          <a:xfrm>
            <a:off x="3286125" y="2954020"/>
            <a:ext cx="158115" cy="158115"/>
          </a:xfrm>
          <a:prstGeom prst="downArrow">
            <a:avLst>
              <a:gd name="adj1" fmla="val 50000"/>
              <a:gd name="adj2" fmla="val 25000"/>
            </a:avLst>
          </a:prstGeom>
          <a:solidFill>
            <a:srgbClr val="339966"/>
          </a:solidFill>
          <a:ln w="9525">
            <a:solidFill>
              <a:schemeClr val="tx1"/>
            </a:solidFill>
            <a:miter lim="800000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CN" altLang="en-US" sz="1200">
              <a:ea typeface="宋体" panose="02010600030101010101" pitchFamily="2" charset="-122"/>
            </a:endParaRPr>
          </a:p>
        </p:txBody>
      </p:sp>
      <p:sp>
        <p:nvSpPr>
          <p:cNvPr id="12356" name="Line 138"/>
          <p:cNvSpPr>
            <a:spLocks noChangeShapeType="1"/>
          </p:cNvSpPr>
          <p:nvPr/>
        </p:nvSpPr>
        <p:spPr bwMode="auto">
          <a:xfrm>
            <a:off x="5290820" y="3157220"/>
            <a:ext cx="0" cy="640715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350"/>
          </a:p>
        </p:txBody>
      </p:sp>
      <p:sp>
        <p:nvSpPr>
          <p:cNvPr id="12357" name="Rectangle 139"/>
          <p:cNvSpPr>
            <a:spLocks noChangeArrowheads="1"/>
          </p:cNvSpPr>
          <p:nvPr/>
        </p:nvSpPr>
        <p:spPr bwMode="auto">
          <a:xfrm>
            <a:off x="4867275" y="3474085"/>
            <a:ext cx="421640" cy="316865"/>
          </a:xfrm>
          <a:prstGeom prst="rect">
            <a:avLst/>
          </a:prstGeom>
          <a:solidFill>
            <a:srgbClr val="FFFF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lvl1pPr>
              <a:lnSpc>
                <a:spcPct val="90000"/>
              </a:lnSpc>
              <a:spcBef>
                <a:spcPts val="750"/>
              </a:spcBef>
              <a:buFont typeface="Arial" panose="020B0604020202020204" pitchFamily="34" charset="0"/>
              <a:buChar char="•"/>
              <a:defRPr sz="21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857250" indent="-228600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5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fontAlgn="base">
              <a:lnSpc>
                <a:spcPct val="90000"/>
              </a:lnSpc>
              <a:spcBef>
                <a:spcPts val="375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fontAlgn="base">
              <a:lnSpc>
                <a:spcPct val="90000"/>
              </a:lnSpc>
              <a:spcBef>
                <a:spcPts val="375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fontAlgn="base">
              <a:lnSpc>
                <a:spcPct val="90000"/>
              </a:lnSpc>
              <a:spcBef>
                <a:spcPts val="375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fontAlgn="base">
              <a:lnSpc>
                <a:spcPct val="90000"/>
              </a:lnSpc>
              <a:spcBef>
                <a:spcPts val="375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20000"/>
              </a:spcBef>
              <a:buFontTx/>
              <a:buNone/>
            </a:pPr>
            <a:r>
              <a:rPr lang="en-US" altLang="zh-CN" sz="1200">
                <a:latin typeface="Arial" panose="020B0604020202020204" pitchFamily="34" charset="0"/>
                <a:ea typeface="宋体" panose="02010600030101010101" pitchFamily="2" charset="-122"/>
              </a:rPr>
              <a:t>F</a:t>
            </a:r>
          </a:p>
        </p:txBody>
      </p:sp>
      <p:sp>
        <p:nvSpPr>
          <p:cNvPr id="12358" name="Rectangle 140"/>
          <p:cNvSpPr>
            <a:spLocks noChangeArrowheads="1"/>
          </p:cNvSpPr>
          <p:nvPr/>
        </p:nvSpPr>
        <p:spPr bwMode="auto">
          <a:xfrm>
            <a:off x="4867275" y="3157220"/>
            <a:ext cx="421640" cy="316865"/>
          </a:xfrm>
          <a:prstGeom prst="rect">
            <a:avLst/>
          </a:prstGeom>
          <a:solidFill>
            <a:srgbClr val="FFFF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lvl1pPr>
              <a:lnSpc>
                <a:spcPct val="90000"/>
              </a:lnSpc>
              <a:spcBef>
                <a:spcPts val="750"/>
              </a:spcBef>
              <a:buFont typeface="Arial" panose="020B0604020202020204" pitchFamily="34" charset="0"/>
              <a:buChar char="•"/>
              <a:defRPr sz="21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857250" indent="-228600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5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fontAlgn="base">
              <a:lnSpc>
                <a:spcPct val="90000"/>
              </a:lnSpc>
              <a:spcBef>
                <a:spcPts val="375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fontAlgn="base">
              <a:lnSpc>
                <a:spcPct val="90000"/>
              </a:lnSpc>
              <a:spcBef>
                <a:spcPts val="375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fontAlgn="base">
              <a:lnSpc>
                <a:spcPct val="90000"/>
              </a:lnSpc>
              <a:spcBef>
                <a:spcPts val="375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fontAlgn="base">
              <a:lnSpc>
                <a:spcPct val="90000"/>
              </a:lnSpc>
              <a:spcBef>
                <a:spcPts val="375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20000"/>
              </a:spcBef>
              <a:buFontTx/>
              <a:buNone/>
            </a:pPr>
            <a:r>
              <a:rPr lang="en-US" altLang="zh-CN" sz="1200">
                <a:latin typeface="Arial" panose="020B0604020202020204" pitchFamily="34" charset="0"/>
                <a:ea typeface="宋体" panose="02010600030101010101" pitchFamily="2" charset="-122"/>
              </a:rPr>
              <a:t>6</a:t>
            </a:r>
          </a:p>
        </p:txBody>
      </p:sp>
      <p:sp>
        <p:nvSpPr>
          <p:cNvPr id="12359" name="Line 134"/>
          <p:cNvSpPr>
            <a:spLocks noChangeShapeType="1"/>
          </p:cNvSpPr>
          <p:nvPr/>
        </p:nvSpPr>
        <p:spPr bwMode="auto">
          <a:xfrm>
            <a:off x="2020570" y="3157220"/>
            <a:ext cx="5168900" cy="0"/>
          </a:xfrm>
          <a:prstGeom prst="line">
            <a:avLst/>
          </a:prstGeom>
          <a:noFill/>
          <a:ln w="28575" cap="sq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350"/>
          </a:p>
        </p:txBody>
      </p:sp>
      <p:sp>
        <p:nvSpPr>
          <p:cNvPr id="12360" name="Line 130"/>
          <p:cNvSpPr>
            <a:spLocks noChangeShapeType="1"/>
          </p:cNvSpPr>
          <p:nvPr/>
        </p:nvSpPr>
        <p:spPr bwMode="auto">
          <a:xfrm>
            <a:off x="4867275" y="3157220"/>
            <a:ext cx="0" cy="640715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350"/>
          </a:p>
        </p:txBody>
      </p:sp>
      <p:sp>
        <p:nvSpPr>
          <p:cNvPr id="12361" name="Line 123"/>
          <p:cNvSpPr>
            <a:spLocks noChangeShapeType="1"/>
          </p:cNvSpPr>
          <p:nvPr/>
        </p:nvSpPr>
        <p:spPr bwMode="auto">
          <a:xfrm>
            <a:off x="2020570" y="3474085"/>
            <a:ext cx="5168900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350"/>
          </a:p>
        </p:txBody>
      </p:sp>
      <p:sp>
        <p:nvSpPr>
          <p:cNvPr id="12362" name="Line 136"/>
          <p:cNvSpPr>
            <a:spLocks noChangeShapeType="1"/>
          </p:cNvSpPr>
          <p:nvPr/>
        </p:nvSpPr>
        <p:spPr bwMode="auto">
          <a:xfrm flipV="1">
            <a:off x="2020570" y="3790315"/>
            <a:ext cx="5168900" cy="7620"/>
          </a:xfrm>
          <a:prstGeom prst="line">
            <a:avLst/>
          </a:prstGeom>
          <a:noFill/>
          <a:ln w="28575" cap="sq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350"/>
          </a:p>
        </p:txBody>
      </p:sp>
      <p:sp>
        <p:nvSpPr>
          <p:cNvPr id="12363" name="AutoShape 141"/>
          <p:cNvSpPr>
            <a:spLocks noChangeArrowheads="1"/>
          </p:cNvSpPr>
          <p:nvPr/>
        </p:nvSpPr>
        <p:spPr bwMode="auto">
          <a:xfrm>
            <a:off x="4182745" y="2624455"/>
            <a:ext cx="210820" cy="422275"/>
          </a:xfrm>
          <a:prstGeom prst="downArrow">
            <a:avLst>
              <a:gd name="adj1" fmla="val 50000"/>
              <a:gd name="adj2" fmla="val 50000"/>
            </a:avLst>
          </a:prstGeom>
          <a:solidFill>
            <a:schemeClr val="accent2"/>
          </a:solidFill>
          <a:ln w="9525">
            <a:solidFill>
              <a:schemeClr val="tx1"/>
            </a:solidFill>
            <a:miter lim="800000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CN" altLang="en-US" sz="1200">
              <a:ea typeface="宋体" panose="02010600030101010101" pitchFamily="2" charset="-122"/>
            </a:endParaRPr>
          </a:p>
        </p:txBody>
      </p:sp>
      <p:sp>
        <p:nvSpPr>
          <p:cNvPr id="3" name="矩形 2"/>
          <p:cNvSpPr/>
          <p:nvPr/>
        </p:nvSpPr>
        <p:spPr>
          <a:xfrm>
            <a:off x="525145" y="3808095"/>
            <a:ext cx="5440680" cy="52197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zh-CN" sz="2800" dirty="0">
                <a:solidFill>
                  <a:srgbClr val="990099"/>
                </a:solidFill>
                <a:ea typeface="宋体" panose="02010600030101010101" pitchFamily="2" charset="-122"/>
              </a:rPr>
              <a:t>Running time for N elements?</a:t>
            </a:r>
          </a:p>
        </p:txBody>
      </p:sp>
      <p:sp>
        <p:nvSpPr>
          <p:cNvPr id="4" name="矩形 3"/>
          <p:cNvSpPr/>
          <p:nvPr/>
        </p:nvSpPr>
        <p:spPr>
          <a:xfrm>
            <a:off x="544830" y="4264025"/>
            <a:ext cx="8517890" cy="70675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spcBef>
                <a:spcPct val="30000"/>
              </a:spcBef>
            </a:pPr>
            <a:r>
              <a:rPr lang="en-US" altLang="zh-CN" sz="2000" dirty="0">
                <a:solidFill>
                  <a:srgbClr val="008000"/>
                </a:solidFill>
              </a:rPr>
              <a:t>On average, must move half the elements to make room – assuming insertions at positions are equally likely</a:t>
            </a:r>
          </a:p>
        </p:txBody>
      </p:sp>
      <p:sp>
        <p:nvSpPr>
          <p:cNvPr id="5" name="矩形 4"/>
          <p:cNvSpPr/>
          <p:nvPr/>
        </p:nvSpPr>
        <p:spPr>
          <a:xfrm>
            <a:off x="535940" y="4945380"/>
            <a:ext cx="8317865" cy="70675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zh-CN" sz="2000" dirty="0">
                <a:solidFill>
                  <a:srgbClr val="CC0000"/>
                </a:solidFill>
              </a:rPr>
              <a:t>Worst case is insert at position 0.  Must move all N items one position before the insert</a:t>
            </a:r>
          </a:p>
        </p:txBody>
      </p:sp>
      <p:sp>
        <p:nvSpPr>
          <p:cNvPr id="6" name="矩形 5"/>
          <p:cNvSpPr/>
          <p:nvPr/>
        </p:nvSpPr>
        <p:spPr>
          <a:xfrm>
            <a:off x="601345" y="5532120"/>
            <a:ext cx="7954645" cy="52197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spcBef>
                <a:spcPct val="30000"/>
              </a:spcBef>
            </a:pPr>
            <a:r>
              <a:rPr lang="en-US" altLang="zh-CN" sz="2800" dirty="0">
                <a:solidFill>
                  <a:srgbClr val="FF0000"/>
                </a:solidFill>
              </a:rPr>
              <a:t>This is O(N) running time. </a:t>
            </a:r>
          </a:p>
        </p:txBody>
      </p:sp>
      <p:sp>
        <p:nvSpPr>
          <p:cNvPr id="7" name="矩形 6"/>
          <p:cNvSpPr/>
          <p:nvPr/>
        </p:nvSpPr>
        <p:spPr>
          <a:xfrm>
            <a:off x="579755" y="5805805"/>
            <a:ext cx="3332480" cy="52197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l-GR" altLang="zh-CN" sz="2800" dirty="0">
                <a:solidFill>
                  <a:srgbClr val="FF0000"/>
                </a:solidFill>
              </a:rPr>
              <a:t>Θ</a:t>
            </a:r>
            <a:r>
              <a:rPr lang="en-US" altLang="zh-CN" sz="2800" dirty="0">
                <a:solidFill>
                  <a:srgbClr val="FF0000"/>
                </a:solidFill>
              </a:rPr>
              <a:t>(1) for best case</a:t>
            </a:r>
          </a:p>
        </p:txBody>
      </p:sp>
      <p:sp>
        <p:nvSpPr>
          <p:cNvPr id="8" name="矩形 7"/>
          <p:cNvSpPr/>
          <p:nvPr/>
        </p:nvSpPr>
        <p:spPr>
          <a:xfrm>
            <a:off x="5662295" y="5726430"/>
            <a:ext cx="1788160" cy="52197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zh-CN" sz="2800" dirty="0">
                <a:solidFill>
                  <a:srgbClr val="990099"/>
                </a:solidFill>
                <a:ea typeface="宋体" panose="02010600030101010101" pitchFamily="2" charset="-122"/>
              </a:rPr>
              <a:t>Quickly?</a:t>
            </a:r>
          </a:p>
        </p:txBody>
      </p:sp>
    </p:spTree>
  </p:cSld>
  <p:clrMapOvr>
    <a:masterClrMapping/>
  </p:clrMapOvr>
  <p:transition/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矩形 8"/>
          <p:cNvSpPr/>
          <p:nvPr>
            <p:custDataLst>
              <p:tags r:id="rId1"/>
            </p:custDataLst>
          </p:nvPr>
        </p:nvSpPr>
        <p:spPr>
          <a:xfrm>
            <a:off x="207010" y="708025"/>
            <a:ext cx="5585460" cy="1530350"/>
          </a:xfrm>
          <a:prstGeom prst="rect">
            <a:avLst/>
          </a:prstGeom>
          <a:solidFill>
            <a:srgbClr val="1E7AB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350">
              <a:latin typeface="Noto Serif CJK SC" panose="02020400000000000000" pitchFamily="18" charset="-122"/>
              <a:ea typeface="FZHei-B01S" panose="02010601030101010101" pitchFamily="2" charset="-122"/>
              <a:sym typeface="Noto Serif CJK SC" panose="02020400000000000000" pitchFamily="18" charset="-122"/>
            </a:endParaRPr>
          </a:p>
        </p:txBody>
      </p:sp>
      <p:sp>
        <p:nvSpPr>
          <p:cNvPr id="10" name="矩形 9"/>
          <p:cNvSpPr/>
          <p:nvPr>
            <p:custDataLst>
              <p:tags r:id="rId2"/>
            </p:custDataLst>
          </p:nvPr>
        </p:nvSpPr>
        <p:spPr>
          <a:xfrm>
            <a:off x="207010" y="1406525"/>
            <a:ext cx="8709660" cy="496252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350">
              <a:latin typeface="Noto Serif CJK SC" panose="02020400000000000000" pitchFamily="18" charset="-122"/>
              <a:ea typeface="FZHei-B01S" panose="02010601030101010101" pitchFamily="2" charset="-122"/>
              <a:sym typeface="Noto Serif CJK SC" panose="02020400000000000000" pitchFamily="18" charset="-122"/>
            </a:endParaRPr>
          </a:p>
        </p:txBody>
      </p:sp>
      <p:sp>
        <p:nvSpPr>
          <p:cNvPr id="11" name="Title 1"/>
          <p:cNvSpPr>
            <a:spLocks noGrp="1"/>
          </p:cNvSpPr>
          <p:nvPr>
            <p:custDataLst>
              <p:tags r:id="rId3"/>
            </p:custDataLst>
          </p:nvPr>
        </p:nvSpPr>
        <p:spPr>
          <a:xfrm>
            <a:off x="368935" y="751840"/>
            <a:ext cx="5574665" cy="72136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5335" kern="120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+mj-ea"/>
                <a:cs typeface="Times New Roman" panose="02020603050405020304" pitchFamily="18" charset="0"/>
              </a:defRPr>
            </a:lvl1pPr>
          </a:lstStyle>
          <a:p>
            <a:r>
              <a:rPr lang="en-US" altLang="zh-CN" sz="3600" dirty="0">
                <a:solidFill>
                  <a:schemeClr val="bg1"/>
                </a:solidFill>
              </a:rPr>
              <a:t>List: Array Implementation</a:t>
            </a:r>
          </a:p>
        </p:txBody>
      </p:sp>
      <p:pic>
        <p:nvPicPr>
          <p:cNvPr id="12" name="图片 11" descr="华工标志（透明版"/>
          <p:cNvPicPr>
            <a:picLocks noChangeAspect="1"/>
          </p:cNvPicPr>
          <p:nvPr>
            <p:custDataLst>
              <p:tags r:id="rId4"/>
            </p:custDataLst>
          </p:nvPr>
        </p:nvPicPr>
        <p:blipFill>
          <a:blip r:embed="rId52" cstate="print"/>
          <a:stretch>
            <a:fillRect/>
          </a:stretch>
        </p:blipFill>
        <p:spPr>
          <a:xfrm>
            <a:off x="7740015" y="116205"/>
            <a:ext cx="1230630" cy="1230630"/>
          </a:xfrm>
          <a:prstGeom prst="rect">
            <a:avLst/>
          </a:prstGeom>
        </p:spPr>
      </p:pic>
      <p:sp>
        <p:nvSpPr>
          <p:cNvPr id="21507" name="Content Placeholder 2"/>
          <p:cNvSpPr>
            <a:spLocks noGrp="1"/>
          </p:cNvSpPr>
          <p:nvPr>
            <p:ph idx="1"/>
          </p:nvPr>
        </p:nvSpPr>
        <p:spPr>
          <a:xfrm>
            <a:off x="500380" y="1508760"/>
            <a:ext cx="8070215" cy="679450"/>
          </a:xfrm>
        </p:spPr>
        <p:txBody>
          <a:bodyPr>
            <a:noAutofit/>
          </a:bodyPr>
          <a:lstStyle/>
          <a:p>
            <a:pPr fontAlgn="auto">
              <a:lnSpc>
                <a:spcPts val="4000"/>
              </a:lnSpc>
              <a:spcBef>
                <a:spcPts val="0"/>
              </a:spcBef>
            </a:pPr>
            <a:r>
              <a:rPr lang="en-US" altLang="zh-CN" sz="2800" dirty="0">
                <a:solidFill>
                  <a:srgbClr val="FF0000"/>
                </a:solidFill>
              </a:rPr>
              <a:t>insert</a:t>
            </a:r>
            <a:r>
              <a:rPr lang="en-US" altLang="zh-CN" sz="2800" dirty="0"/>
              <a:t> the element at position </a:t>
            </a:r>
            <a:r>
              <a:rPr lang="en-US" altLang="zh-CN" sz="2800" dirty="0" err="1"/>
              <a:t>curr</a:t>
            </a:r>
            <a:endParaRPr lang="en-US" altLang="zh-CN" sz="2800" dirty="0"/>
          </a:p>
          <a:p>
            <a:pPr lvl="1" fontAlgn="auto">
              <a:lnSpc>
                <a:spcPts val="4000"/>
              </a:lnSpc>
              <a:spcBef>
                <a:spcPts val="0"/>
              </a:spcBef>
            </a:pPr>
            <a:r>
              <a:rPr lang="en-US" altLang="zh-CN" sz="2000" dirty="0"/>
              <a:t>Shift left n-i-1 elements toward the tail </a:t>
            </a:r>
          </a:p>
        </p:txBody>
      </p:sp>
      <p:sp>
        <p:nvSpPr>
          <p:cNvPr id="21508" name="Slide Number Placeholder 3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557530" indent="-21463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857250" indent="-1714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200150" indent="-1714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1543050" indent="-1714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1885950" indent="-1714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228850" indent="-1714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2571750" indent="-1714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2914650" indent="-1714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fld id="{9EF163A8-F4A2-4371-8360-1A5B1D61D940}" type="slidenum">
              <a:rPr lang="en-US" altLang="zh-CN" sz="770" smtClean="0"/>
              <a:pPr/>
              <a:t>9</a:t>
            </a:fld>
            <a:endParaRPr lang="en-US" altLang="zh-CN" sz="770"/>
          </a:p>
        </p:txBody>
      </p:sp>
      <p:sp>
        <p:nvSpPr>
          <p:cNvPr id="2" name="矩形 1"/>
          <p:cNvSpPr/>
          <p:nvPr/>
        </p:nvSpPr>
        <p:spPr>
          <a:xfrm>
            <a:off x="641985" y="2693035"/>
            <a:ext cx="7979410" cy="2792095"/>
          </a:xfrm>
          <a:prstGeom prst="rect">
            <a:avLst/>
          </a:prstGeom>
        </p:spPr>
        <p:txBody>
          <a:bodyPr vert="horz" lIns="68580" tIns="34290" rIns="68580" bIns="34290" rtlCol="0">
            <a:noAutofit/>
          </a:bodyPr>
          <a:lstStyle/>
          <a:p>
            <a:pPr defTabSz="514350">
              <a:lnSpc>
                <a:spcPct val="90000"/>
              </a:lnSpc>
              <a:spcBef>
                <a:spcPts val="565"/>
              </a:spcBef>
              <a:buFont typeface="Wingdings 2" panose="05020102010507070707" pitchFamily="18" charset="2"/>
              <a:buNone/>
            </a:pPr>
            <a:r>
              <a:rPr lang="en-US" altLang="zh-CN" sz="24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// insert element at the current position</a:t>
            </a:r>
          </a:p>
          <a:p>
            <a:pPr defTabSz="514350">
              <a:lnSpc>
                <a:spcPct val="90000"/>
              </a:lnSpc>
              <a:spcBef>
                <a:spcPts val="565"/>
              </a:spcBef>
              <a:buFont typeface="Wingdings 2" panose="05020102010507070707" pitchFamily="18" charset="2"/>
              <a:buNone/>
            </a:pPr>
            <a:r>
              <a:rPr lang="en-US" altLang="zh-CN" sz="2400" dirty="0">
                <a:solidFill>
                  <a:srgbClr val="990099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void insert(</a:t>
            </a:r>
            <a:r>
              <a:rPr lang="en-US" altLang="zh-CN" sz="2400" dirty="0" err="1">
                <a:solidFill>
                  <a:srgbClr val="990099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const</a:t>
            </a:r>
            <a:r>
              <a:rPr lang="en-US" altLang="zh-CN" sz="2400" dirty="0">
                <a:solidFill>
                  <a:srgbClr val="990099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E&amp; it) {</a:t>
            </a:r>
          </a:p>
          <a:p>
            <a:pPr defTabSz="514350">
              <a:lnSpc>
                <a:spcPct val="90000"/>
              </a:lnSpc>
              <a:spcBef>
                <a:spcPts val="565"/>
              </a:spcBef>
              <a:buFont typeface="Wingdings 2" panose="05020102010507070707" pitchFamily="18" charset="2"/>
              <a:buNone/>
            </a:pPr>
            <a:r>
              <a:rPr lang="en-US" altLang="zh-CN" sz="2400" dirty="0">
                <a:solidFill>
                  <a:srgbClr val="990099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Assert(</a:t>
            </a:r>
            <a:r>
              <a:rPr lang="en-US" altLang="zh-CN" sz="2400" dirty="0" err="1">
                <a:solidFill>
                  <a:srgbClr val="990099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listSize</a:t>
            </a:r>
            <a:r>
              <a:rPr lang="en-US" altLang="zh-CN" sz="2400" dirty="0">
                <a:solidFill>
                  <a:srgbClr val="990099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&gt;=</a:t>
            </a:r>
            <a:r>
              <a:rPr lang="en-US" altLang="zh-CN" sz="2400" dirty="0" err="1">
                <a:solidFill>
                  <a:srgbClr val="990099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maxSize</a:t>
            </a:r>
            <a:r>
              <a:rPr lang="en-US" altLang="zh-CN" sz="2400" dirty="0">
                <a:solidFill>
                  <a:srgbClr val="990099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“Exceed capacity”);</a:t>
            </a:r>
          </a:p>
          <a:p>
            <a:pPr defTabSz="514350">
              <a:lnSpc>
                <a:spcPct val="90000"/>
              </a:lnSpc>
              <a:spcBef>
                <a:spcPts val="565"/>
              </a:spcBef>
              <a:buFont typeface="Wingdings 2" panose="05020102010507070707" pitchFamily="18" charset="2"/>
              <a:buNone/>
            </a:pPr>
            <a:r>
              <a:rPr lang="en-US" altLang="zh-CN" sz="2400" dirty="0">
                <a:solidFill>
                  <a:srgbClr val="008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//shift Elements up </a:t>
            </a:r>
          </a:p>
          <a:p>
            <a:pPr defTabSz="514350">
              <a:lnSpc>
                <a:spcPct val="90000"/>
              </a:lnSpc>
              <a:spcBef>
                <a:spcPts val="565"/>
              </a:spcBef>
              <a:buFont typeface="Wingdings 2" panose="05020102010507070707" pitchFamily="18" charset="2"/>
              <a:buNone/>
            </a:pPr>
            <a:r>
              <a:rPr lang="en-US" altLang="zh-CN" sz="2400" dirty="0">
                <a:solidFill>
                  <a:srgbClr val="990099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for(</a:t>
            </a:r>
            <a:r>
              <a:rPr lang="en-US" altLang="zh-CN" sz="2400" dirty="0" err="1">
                <a:solidFill>
                  <a:srgbClr val="990099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int</a:t>
            </a:r>
            <a:r>
              <a:rPr lang="en-US" altLang="zh-CN" sz="2400" dirty="0">
                <a:solidFill>
                  <a:srgbClr val="990099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zh-CN" sz="2400" dirty="0" err="1">
                <a:solidFill>
                  <a:srgbClr val="990099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i</a:t>
            </a:r>
            <a:r>
              <a:rPr lang="en-US" altLang="zh-CN" sz="2400" dirty="0">
                <a:solidFill>
                  <a:srgbClr val="990099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=</a:t>
            </a:r>
            <a:r>
              <a:rPr lang="en-US" altLang="zh-CN" sz="2400" dirty="0" err="1">
                <a:solidFill>
                  <a:srgbClr val="990099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listSize</a:t>
            </a:r>
            <a:r>
              <a:rPr lang="en-US" altLang="zh-CN" sz="2400" dirty="0">
                <a:solidFill>
                  <a:srgbClr val="990099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; </a:t>
            </a:r>
            <a:r>
              <a:rPr lang="en-US" altLang="zh-CN" sz="2400" dirty="0" err="1">
                <a:solidFill>
                  <a:srgbClr val="990099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i</a:t>
            </a:r>
            <a:r>
              <a:rPr lang="en-US" altLang="zh-CN" sz="2400" dirty="0">
                <a:solidFill>
                  <a:srgbClr val="990099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&gt;</a:t>
            </a:r>
            <a:r>
              <a:rPr lang="en-US" altLang="zh-CN" sz="2400" dirty="0" err="1">
                <a:solidFill>
                  <a:srgbClr val="990099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curr</a:t>
            </a:r>
            <a:r>
              <a:rPr lang="en-US" altLang="zh-CN" sz="2400" dirty="0">
                <a:solidFill>
                  <a:srgbClr val="990099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; </a:t>
            </a:r>
            <a:r>
              <a:rPr lang="en-US" altLang="zh-CN" sz="2400" dirty="0" err="1">
                <a:solidFill>
                  <a:srgbClr val="990099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i</a:t>
            </a:r>
            <a:r>
              <a:rPr lang="en-US" altLang="zh-CN" sz="2400" dirty="0">
                <a:solidFill>
                  <a:srgbClr val="990099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--)</a:t>
            </a:r>
          </a:p>
          <a:p>
            <a:pPr defTabSz="514350">
              <a:lnSpc>
                <a:spcPct val="90000"/>
              </a:lnSpc>
              <a:spcBef>
                <a:spcPts val="565"/>
              </a:spcBef>
              <a:buFont typeface="Wingdings 2" panose="05020102010507070707" pitchFamily="18" charset="2"/>
              <a:buNone/>
            </a:pPr>
            <a:r>
              <a:rPr lang="en-US" altLang="zh-CN" sz="2400" dirty="0">
                <a:solidFill>
                  <a:srgbClr val="990099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   </a:t>
            </a:r>
            <a:r>
              <a:rPr lang="en-US" altLang="zh-CN" sz="2400" dirty="0" err="1">
                <a:solidFill>
                  <a:srgbClr val="990099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listArray</a:t>
            </a:r>
            <a:r>
              <a:rPr lang="en-US" altLang="zh-CN" sz="2400" dirty="0">
                <a:solidFill>
                  <a:srgbClr val="990099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[</a:t>
            </a:r>
            <a:r>
              <a:rPr lang="en-US" altLang="zh-CN" sz="2400" dirty="0" err="1">
                <a:solidFill>
                  <a:srgbClr val="990099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i</a:t>
            </a:r>
            <a:r>
              <a:rPr lang="en-US" altLang="zh-CN" sz="2400" dirty="0">
                <a:solidFill>
                  <a:srgbClr val="990099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] = </a:t>
            </a:r>
            <a:r>
              <a:rPr lang="en-US" altLang="zh-CN" sz="2400" dirty="0" err="1">
                <a:solidFill>
                  <a:srgbClr val="990099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listArray</a:t>
            </a:r>
            <a:r>
              <a:rPr lang="en-US" altLang="zh-CN" sz="2400" dirty="0">
                <a:solidFill>
                  <a:srgbClr val="990099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[i-1]; </a:t>
            </a:r>
          </a:p>
          <a:p>
            <a:pPr defTabSz="514350">
              <a:lnSpc>
                <a:spcPct val="90000"/>
              </a:lnSpc>
              <a:spcBef>
                <a:spcPts val="565"/>
              </a:spcBef>
              <a:buFont typeface="Wingdings 2" panose="05020102010507070707" pitchFamily="18" charset="2"/>
              <a:buNone/>
            </a:pPr>
            <a:r>
              <a:rPr lang="en-US" altLang="zh-CN" sz="2400" dirty="0">
                <a:solidFill>
                  <a:srgbClr val="990099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</a:t>
            </a:r>
            <a:r>
              <a:rPr lang="en-US" altLang="zh-CN" sz="2400" dirty="0" err="1">
                <a:solidFill>
                  <a:srgbClr val="990099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listArray</a:t>
            </a:r>
            <a:r>
              <a:rPr lang="en-US" altLang="zh-CN" sz="2400" dirty="0">
                <a:solidFill>
                  <a:srgbClr val="990099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[</a:t>
            </a:r>
            <a:r>
              <a:rPr lang="en-US" altLang="zh-CN" sz="2400" dirty="0" err="1">
                <a:solidFill>
                  <a:srgbClr val="990099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curr</a:t>
            </a:r>
            <a:r>
              <a:rPr lang="en-US" altLang="zh-CN" sz="2400" dirty="0">
                <a:solidFill>
                  <a:srgbClr val="990099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] = it; </a:t>
            </a:r>
            <a:r>
              <a:rPr lang="en-US" altLang="zh-CN" sz="2400" dirty="0">
                <a:solidFill>
                  <a:srgbClr val="008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// insert the element</a:t>
            </a:r>
          </a:p>
          <a:p>
            <a:pPr defTabSz="514350">
              <a:lnSpc>
                <a:spcPct val="90000"/>
              </a:lnSpc>
              <a:spcBef>
                <a:spcPts val="565"/>
              </a:spcBef>
              <a:buFont typeface="Wingdings 2" panose="05020102010507070707" pitchFamily="18" charset="2"/>
              <a:buNone/>
            </a:pPr>
            <a:r>
              <a:rPr lang="en-US" altLang="zh-CN" sz="2400" dirty="0">
                <a:solidFill>
                  <a:srgbClr val="990099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</a:t>
            </a:r>
            <a:r>
              <a:rPr lang="en-US" altLang="zh-CN" sz="2400" dirty="0" err="1">
                <a:solidFill>
                  <a:srgbClr val="990099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listSize</a:t>
            </a:r>
            <a:r>
              <a:rPr lang="en-US" altLang="zh-CN" sz="2400" dirty="0">
                <a:solidFill>
                  <a:srgbClr val="990099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++;  </a:t>
            </a:r>
            <a:r>
              <a:rPr lang="en-US" altLang="zh-CN" sz="2400" dirty="0">
                <a:solidFill>
                  <a:srgbClr val="008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// increment list size</a:t>
            </a:r>
          </a:p>
          <a:p>
            <a:pPr defTabSz="514350">
              <a:lnSpc>
                <a:spcPct val="90000"/>
              </a:lnSpc>
              <a:spcBef>
                <a:spcPts val="565"/>
              </a:spcBef>
              <a:buFont typeface="Wingdings 2" panose="05020102010507070707" pitchFamily="18" charset="2"/>
              <a:buNone/>
            </a:pPr>
            <a:r>
              <a:rPr lang="en-US" altLang="zh-CN" sz="2400" dirty="0">
                <a:solidFill>
                  <a:srgbClr val="990099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}</a:t>
            </a:r>
          </a:p>
        </p:txBody>
      </p:sp>
      <p:sp>
        <p:nvSpPr>
          <p:cNvPr id="3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fld id="{13B5CA58-DDBD-4961-A0E4-75F53E554CEE}" type="datetime1">
              <a:rPr lang="zh-CN" altLang="en-US" sz="770" smtClean="0"/>
              <a:pPr>
                <a:defRPr/>
              </a:pPr>
              <a:t>2025/12/16</a:t>
            </a:fld>
            <a:endParaRPr lang="zh-CN" altLang="en-US" sz="770"/>
          </a:p>
        </p:txBody>
      </p:sp>
      <p:sp>
        <p:nvSpPr>
          <p:cNvPr id="4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altLang="zh-CN" sz="770"/>
              <a:t>Stacks and Queues - Lecture 6</a:t>
            </a:r>
          </a:p>
        </p:txBody>
      </p:sp>
      <p:grpSp>
        <p:nvGrpSpPr>
          <p:cNvPr id="955" name="组合 954"/>
          <p:cNvGrpSpPr/>
          <p:nvPr/>
        </p:nvGrpSpPr>
        <p:grpSpPr>
          <a:xfrm rot="5640000">
            <a:off x="7944785" y="5464532"/>
            <a:ext cx="608013" cy="641350"/>
            <a:chOff x="4197350" y="2182813"/>
            <a:chExt cx="608013" cy="641350"/>
          </a:xfrm>
          <a:solidFill>
            <a:schemeClr val="accent5">
              <a:lumMod val="75000"/>
              <a:alpha val="50000"/>
            </a:schemeClr>
          </a:solidFill>
        </p:grpSpPr>
        <p:sp>
          <p:nvSpPr>
            <p:cNvPr id="16550" name="Freeform 166"/>
            <p:cNvSpPr/>
            <p:nvPr>
              <p:custDataLst>
                <p:tags r:id="rId5"/>
              </p:custDataLst>
            </p:nvPr>
          </p:nvSpPr>
          <p:spPr bwMode="auto">
            <a:xfrm>
              <a:off x="4229100" y="2211388"/>
              <a:ext cx="39688" cy="157163"/>
            </a:xfrm>
            <a:custGeom>
              <a:avLst/>
              <a:gdLst/>
              <a:ahLst/>
              <a:cxnLst>
                <a:cxn ang="0">
                  <a:pos x="63" y="2"/>
                </a:cxn>
                <a:cxn ang="0">
                  <a:pos x="63" y="2"/>
                </a:cxn>
                <a:cxn ang="0">
                  <a:pos x="58" y="14"/>
                </a:cxn>
                <a:cxn ang="0">
                  <a:pos x="54" y="25"/>
                </a:cxn>
                <a:cxn ang="0">
                  <a:pos x="47" y="49"/>
                </a:cxn>
                <a:cxn ang="0">
                  <a:pos x="34" y="96"/>
                </a:cxn>
                <a:cxn ang="0">
                  <a:pos x="34" y="96"/>
                </a:cxn>
                <a:cxn ang="0">
                  <a:pos x="27" y="122"/>
                </a:cxn>
                <a:cxn ang="0">
                  <a:pos x="21" y="149"/>
                </a:cxn>
                <a:cxn ang="0">
                  <a:pos x="10" y="203"/>
                </a:cxn>
                <a:cxn ang="0">
                  <a:pos x="10" y="203"/>
                </a:cxn>
                <a:cxn ang="0">
                  <a:pos x="6" y="222"/>
                </a:cxn>
                <a:cxn ang="0">
                  <a:pos x="3" y="243"/>
                </a:cxn>
                <a:cxn ang="0">
                  <a:pos x="1" y="263"/>
                </a:cxn>
                <a:cxn ang="0">
                  <a:pos x="0" y="283"/>
                </a:cxn>
                <a:cxn ang="0">
                  <a:pos x="0" y="283"/>
                </a:cxn>
                <a:cxn ang="0">
                  <a:pos x="1" y="290"/>
                </a:cxn>
                <a:cxn ang="0">
                  <a:pos x="2" y="292"/>
                </a:cxn>
                <a:cxn ang="0">
                  <a:pos x="3" y="294"/>
                </a:cxn>
                <a:cxn ang="0">
                  <a:pos x="6" y="296"/>
                </a:cxn>
                <a:cxn ang="0">
                  <a:pos x="8" y="296"/>
                </a:cxn>
                <a:cxn ang="0">
                  <a:pos x="11" y="296"/>
                </a:cxn>
                <a:cxn ang="0">
                  <a:pos x="14" y="294"/>
                </a:cxn>
                <a:cxn ang="0">
                  <a:pos x="14" y="294"/>
                </a:cxn>
                <a:cxn ang="0">
                  <a:pos x="15" y="293"/>
                </a:cxn>
                <a:cxn ang="0">
                  <a:pos x="16" y="291"/>
                </a:cxn>
                <a:cxn ang="0">
                  <a:pos x="15" y="287"/>
                </a:cxn>
                <a:cxn ang="0">
                  <a:pos x="14" y="285"/>
                </a:cxn>
                <a:cxn ang="0">
                  <a:pos x="12" y="285"/>
                </a:cxn>
                <a:cxn ang="0">
                  <a:pos x="11" y="284"/>
                </a:cxn>
                <a:cxn ang="0">
                  <a:pos x="9" y="285"/>
                </a:cxn>
                <a:cxn ang="0">
                  <a:pos x="9" y="285"/>
                </a:cxn>
                <a:cxn ang="0">
                  <a:pos x="11" y="282"/>
                </a:cxn>
                <a:cxn ang="0">
                  <a:pos x="12" y="276"/>
                </a:cxn>
                <a:cxn ang="0">
                  <a:pos x="14" y="259"/>
                </a:cxn>
                <a:cxn ang="0">
                  <a:pos x="14" y="232"/>
                </a:cxn>
                <a:cxn ang="0">
                  <a:pos x="14" y="232"/>
                </a:cxn>
                <a:cxn ang="0">
                  <a:pos x="17" y="212"/>
                </a:cxn>
                <a:cxn ang="0">
                  <a:pos x="21" y="193"/>
                </a:cxn>
                <a:cxn ang="0">
                  <a:pos x="29" y="155"/>
                </a:cxn>
                <a:cxn ang="0">
                  <a:pos x="29" y="155"/>
                </a:cxn>
                <a:cxn ang="0">
                  <a:pos x="38" y="119"/>
                </a:cxn>
                <a:cxn ang="0">
                  <a:pos x="48" y="83"/>
                </a:cxn>
                <a:cxn ang="0">
                  <a:pos x="48" y="83"/>
                </a:cxn>
                <a:cxn ang="0">
                  <a:pos x="58" y="45"/>
                </a:cxn>
                <a:cxn ang="0">
                  <a:pos x="64" y="25"/>
                </a:cxn>
                <a:cxn ang="0">
                  <a:pos x="68" y="16"/>
                </a:cxn>
                <a:cxn ang="0">
                  <a:pos x="72" y="8"/>
                </a:cxn>
                <a:cxn ang="0">
                  <a:pos x="72" y="8"/>
                </a:cxn>
                <a:cxn ang="0">
                  <a:pos x="73" y="5"/>
                </a:cxn>
                <a:cxn ang="0">
                  <a:pos x="73" y="3"/>
                </a:cxn>
                <a:cxn ang="0">
                  <a:pos x="72" y="2"/>
                </a:cxn>
                <a:cxn ang="0">
                  <a:pos x="71" y="1"/>
                </a:cxn>
                <a:cxn ang="0">
                  <a:pos x="69" y="0"/>
                </a:cxn>
                <a:cxn ang="0">
                  <a:pos x="67" y="0"/>
                </a:cxn>
                <a:cxn ang="0">
                  <a:pos x="65" y="1"/>
                </a:cxn>
                <a:cxn ang="0">
                  <a:pos x="63" y="2"/>
                </a:cxn>
                <a:cxn ang="0">
                  <a:pos x="63" y="2"/>
                </a:cxn>
              </a:cxnLst>
              <a:rect l="0" t="0" r="r" b="b"/>
              <a:pathLst>
                <a:path w="73" h="296">
                  <a:moveTo>
                    <a:pt x="63" y="2"/>
                  </a:moveTo>
                  <a:lnTo>
                    <a:pt x="63" y="2"/>
                  </a:lnTo>
                  <a:lnTo>
                    <a:pt x="58" y="14"/>
                  </a:lnTo>
                  <a:lnTo>
                    <a:pt x="54" y="25"/>
                  </a:lnTo>
                  <a:lnTo>
                    <a:pt x="47" y="49"/>
                  </a:lnTo>
                  <a:lnTo>
                    <a:pt x="34" y="96"/>
                  </a:lnTo>
                  <a:lnTo>
                    <a:pt x="34" y="96"/>
                  </a:lnTo>
                  <a:lnTo>
                    <a:pt x="27" y="122"/>
                  </a:lnTo>
                  <a:lnTo>
                    <a:pt x="21" y="149"/>
                  </a:lnTo>
                  <a:lnTo>
                    <a:pt x="10" y="203"/>
                  </a:lnTo>
                  <a:lnTo>
                    <a:pt x="10" y="203"/>
                  </a:lnTo>
                  <a:lnTo>
                    <a:pt x="6" y="222"/>
                  </a:lnTo>
                  <a:lnTo>
                    <a:pt x="3" y="243"/>
                  </a:lnTo>
                  <a:lnTo>
                    <a:pt x="1" y="263"/>
                  </a:lnTo>
                  <a:lnTo>
                    <a:pt x="0" y="283"/>
                  </a:lnTo>
                  <a:lnTo>
                    <a:pt x="0" y="283"/>
                  </a:lnTo>
                  <a:lnTo>
                    <a:pt x="1" y="290"/>
                  </a:lnTo>
                  <a:lnTo>
                    <a:pt x="2" y="292"/>
                  </a:lnTo>
                  <a:lnTo>
                    <a:pt x="3" y="294"/>
                  </a:lnTo>
                  <a:lnTo>
                    <a:pt x="6" y="296"/>
                  </a:lnTo>
                  <a:lnTo>
                    <a:pt x="8" y="296"/>
                  </a:lnTo>
                  <a:lnTo>
                    <a:pt x="11" y="296"/>
                  </a:lnTo>
                  <a:lnTo>
                    <a:pt x="14" y="294"/>
                  </a:lnTo>
                  <a:lnTo>
                    <a:pt x="14" y="294"/>
                  </a:lnTo>
                  <a:lnTo>
                    <a:pt x="15" y="293"/>
                  </a:lnTo>
                  <a:lnTo>
                    <a:pt x="16" y="291"/>
                  </a:lnTo>
                  <a:lnTo>
                    <a:pt x="15" y="287"/>
                  </a:lnTo>
                  <a:lnTo>
                    <a:pt x="14" y="285"/>
                  </a:lnTo>
                  <a:lnTo>
                    <a:pt x="12" y="285"/>
                  </a:lnTo>
                  <a:lnTo>
                    <a:pt x="11" y="284"/>
                  </a:lnTo>
                  <a:lnTo>
                    <a:pt x="9" y="285"/>
                  </a:lnTo>
                  <a:lnTo>
                    <a:pt x="9" y="285"/>
                  </a:lnTo>
                  <a:lnTo>
                    <a:pt x="11" y="282"/>
                  </a:lnTo>
                  <a:lnTo>
                    <a:pt x="12" y="276"/>
                  </a:lnTo>
                  <a:lnTo>
                    <a:pt x="14" y="259"/>
                  </a:lnTo>
                  <a:lnTo>
                    <a:pt x="14" y="232"/>
                  </a:lnTo>
                  <a:lnTo>
                    <a:pt x="14" y="232"/>
                  </a:lnTo>
                  <a:lnTo>
                    <a:pt x="17" y="212"/>
                  </a:lnTo>
                  <a:lnTo>
                    <a:pt x="21" y="193"/>
                  </a:lnTo>
                  <a:lnTo>
                    <a:pt x="29" y="155"/>
                  </a:lnTo>
                  <a:lnTo>
                    <a:pt x="29" y="155"/>
                  </a:lnTo>
                  <a:lnTo>
                    <a:pt x="38" y="119"/>
                  </a:lnTo>
                  <a:lnTo>
                    <a:pt x="48" y="83"/>
                  </a:lnTo>
                  <a:lnTo>
                    <a:pt x="48" y="83"/>
                  </a:lnTo>
                  <a:lnTo>
                    <a:pt x="58" y="45"/>
                  </a:lnTo>
                  <a:lnTo>
                    <a:pt x="64" y="25"/>
                  </a:lnTo>
                  <a:lnTo>
                    <a:pt x="68" y="16"/>
                  </a:lnTo>
                  <a:lnTo>
                    <a:pt x="72" y="8"/>
                  </a:lnTo>
                  <a:lnTo>
                    <a:pt x="72" y="8"/>
                  </a:lnTo>
                  <a:lnTo>
                    <a:pt x="73" y="5"/>
                  </a:lnTo>
                  <a:lnTo>
                    <a:pt x="73" y="3"/>
                  </a:lnTo>
                  <a:lnTo>
                    <a:pt x="72" y="2"/>
                  </a:lnTo>
                  <a:lnTo>
                    <a:pt x="71" y="1"/>
                  </a:lnTo>
                  <a:lnTo>
                    <a:pt x="69" y="0"/>
                  </a:lnTo>
                  <a:lnTo>
                    <a:pt x="67" y="0"/>
                  </a:lnTo>
                  <a:lnTo>
                    <a:pt x="65" y="1"/>
                  </a:lnTo>
                  <a:lnTo>
                    <a:pt x="63" y="2"/>
                  </a:lnTo>
                  <a:lnTo>
                    <a:pt x="63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51" name="Freeform 167"/>
            <p:cNvSpPr/>
            <p:nvPr>
              <p:custDataLst>
                <p:tags r:id="rId6"/>
              </p:custDataLst>
            </p:nvPr>
          </p:nvSpPr>
          <p:spPr bwMode="auto">
            <a:xfrm>
              <a:off x="4251325" y="2206625"/>
              <a:ext cx="39688" cy="177800"/>
            </a:xfrm>
            <a:custGeom>
              <a:avLst/>
              <a:gdLst/>
              <a:ahLst/>
              <a:cxnLst>
                <a:cxn ang="0">
                  <a:pos x="66" y="3"/>
                </a:cxn>
                <a:cxn ang="0">
                  <a:pos x="66" y="3"/>
                </a:cxn>
                <a:cxn ang="0">
                  <a:pos x="51" y="40"/>
                </a:cxn>
                <a:cxn ang="0">
                  <a:pos x="44" y="59"/>
                </a:cxn>
                <a:cxn ang="0">
                  <a:pos x="38" y="78"/>
                </a:cxn>
                <a:cxn ang="0">
                  <a:pos x="38" y="78"/>
                </a:cxn>
                <a:cxn ang="0">
                  <a:pos x="33" y="101"/>
                </a:cxn>
                <a:cxn ang="0">
                  <a:pos x="29" y="124"/>
                </a:cxn>
                <a:cxn ang="0">
                  <a:pos x="20" y="170"/>
                </a:cxn>
                <a:cxn ang="0">
                  <a:pos x="20" y="170"/>
                </a:cxn>
                <a:cxn ang="0">
                  <a:pos x="5" y="249"/>
                </a:cxn>
                <a:cxn ang="0">
                  <a:pos x="5" y="249"/>
                </a:cxn>
                <a:cxn ang="0">
                  <a:pos x="2" y="270"/>
                </a:cxn>
                <a:cxn ang="0">
                  <a:pos x="1" y="290"/>
                </a:cxn>
                <a:cxn ang="0">
                  <a:pos x="0" y="311"/>
                </a:cxn>
                <a:cxn ang="0">
                  <a:pos x="0" y="332"/>
                </a:cxn>
                <a:cxn ang="0">
                  <a:pos x="0" y="332"/>
                </a:cxn>
                <a:cxn ang="0">
                  <a:pos x="0" y="334"/>
                </a:cxn>
                <a:cxn ang="0">
                  <a:pos x="1" y="336"/>
                </a:cxn>
                <a:cxn ang="0">
                  <a:pos x="3" y="336"/>
                </a:cxn>
                <a:cxn ang="0">
                  <a:pos x="5" y="337"/>
                </a:cxn>
                <a:cxn ang="0">
                  <a:pos x="6" y="336"/>
                </a:cxn>
                <a:cxn ang="0">
                  <a:pos x="8" y="336"/>
                </a:cxn>
                <a:cxn ang="0">
                  <a:pos x="9" y="334"/>
                </a:cxn>
                <a:cxn ang="0">
                  <a:pos x="9" y="332"/>
                </a:cxn>
                <a:cxn ang="0">
                  <a:pos x="9" y="332"/>
                </a:cxn>
                <a:cxn ang="0">
                  <a:pos x="9" y="310"/>
                </a:cxn>
                <a:cxn ang="0">
                  <a:pos x="10" y="288"/>
                </a:cxn>
                <a:cxn ang="0">
                  <a:pos x="12" y="265"/>
                </a:cxn>
                <a:cxn ang="0">
                  <a:pos x="16" y="244"/>
                </a:cxn>
                <a:cxn ang="0">
                  <a:pos x="16" y="244"/>
                </a:cxn>
                <a:cxn ang="0">
                  <a:pos x="32" y="164"/>
                </a:cxn>
                <a:cxn ang="0">
                  <a:pos x="32" y="164"/>
                </a:cxn>
                <a:cxn ang="0">
                  <a:pos x="39" y="122"/>
                </a:cxn>
                <a:cxn ang="0">
                  <a:pos x="47" y="81"/>
                </a:cxn>
                <a:cxn ang="0">
                  <a:pos x="47" y="81"/>
                </a:cxn>
                <a:cxn ang="0">
                  <a:pos x="52" y="61"/>
                </a:cxn>
                <a:cxn ang="0">
                  <a:pos x="60" y="43"/>
                </a:cxn>
                <a:cxn ang="0">
                  <a:pos x="75" y="6"/>
                </a:cxn>
                <a:cxn ang="0">
                  <a:pos x="75" y="6"/>
                </a:cxn>
                <a:cxn ang="0">
                  <a:pos x="76" y="4"/>
                </a:cxn>
                <a:cxn ang="0">
                  <a:pos x="75" y="2"/>
                </a:cxn>
                <a:cxn ang="0">
                  <a:pos x="74" y="1"/>
                </a:cxn>
                <a:cxn ang="0">
                  <a:pos x="72" y="0"/>
                </a:cxn>
                <a:cxn ang="0">
                  <a:pos x="69" y="1"/>
                </a:cxn>
                <a:cxn ang="0">
                  <a:pos x="67" y="2"/>
                </a:cxn>
                <a:cxn ang="0">
                  <a:pos x="66" y="3"/>
                </a:cxn>
                <a:cxn ang="0">
                  <a:pos x="66" y="3"/>
                </a:cxn>
              </a:cxnLst>
              <a:rect l="0" t="0" r="r" b="b"/>
              <a:pathLst>
                <a:path w="76" h="337">
                  <a:moveTo>
                    <a:pt x="66" y="3"/>
                  </a:moveTo>
                  <a:lnTo>
                    <a:pt x="66" y="3"/>
                  </a:lnTo>
                  <a:lnTo>
                    <a:pt x="51" y="40"/>
                  </a:lnTo>
                  <a:lnTo>
                    <a:pt x="44" y="59"/>
                  </a:lnTo>
                  <a:lnTo>
                    <a:pt x="38" y="78"/>
                  </a:lnTo>
                  <a:lnTo>
                    <a:pt x="38" y="78"/>
                  </a:lnTo>
                  <a:lnTo>
                    <a:pt x="33" y="101"/>
                  </a:lnTo>
                  <a:lnTo>
                    <a:pt x="29" y="124"/>
                  </a:lnTo>
                  <a:lnTo>
                    <a:pt x="20" y="170"/>
                  </a:lnTo>
                  <a:lnTo>
                    <a:pt x="20" y="170"/>
                  </a:lnTo>
                  <a:lnTo>
                    <a:pt x="5" y="249"/>
                  </a:lnTo>
                  <a:lnTo>
                    <a:pt x="5" y="249"/>
                  </a:lnTo>
                  <a:lnTo>
                    <a:pt x="2" y="270"/>
                  </a:lnTo>
                  <a:lnTo>
                    <a:pt x="1" y="290"/>
                  </a:lnTo>
                  <a:lnTo>
                    <a:pt x="0" y="311"/>
                  </a:lnTo>
                  <a:lnTo>
                    <a:pt x="0" y="332"/>
                  </a:lnTo>
                  <a:lnTo>
                    <a:pt x="0" y="332"/>
                  </a:lnTo>
                  <a:lnTo>
                    <a:pt x="0" y="334"/>
                  </a:lnTo>
                  <a:lnTo>
                    <a:pt x="1" y="336"/>
                  </a:lnTo>
                  <a:lnTo>
                    <a:pt x="3" y="336"/>
                  </a:lnTo>
                  <a:lnTo>
                    <a:pt x="5" y="337"/>
                  </a:lnTo>
                  <a:lnTo>
                    <a:pt x="6" y="336"/>
                  </a:lnTo>
                  <a:lnTo>
                    <a:pt x="8" y="336"/>
                  </a:lnTo>
                  <a:lnTo>
                    <a:pt x="9" y="334"/>
                  </a:lnTo>
                  <a:lnTo>
                    <a:pt x="9" y="332"/>
                  </a:lnTo>
                  <a:lnTo>
                    <a:pt x="9" y="332"/>
                  </a:lnTo>
                  <a:lnTo>
                    <a:pt x="9" y="310"/>
                  </a:lnTo>
                  <a:lnTo>
                    <a:pt x="10" y="288"/>
                  </a:lnTo>
                  <a:lnTo>
                    <a:pt x="12" y="265"/>
                  </a:lnTo>
                  <a:lnTo>
                    <a:pt x="16" y="244"/>
                  </a:lnTo>
                  <a:lnTo>
                    <a:pt x="16" y="244"/>
                  </a:lnTo>
                  <a:lnTo>
                    <a:pt x="32" y="164"/>
                  </a:lnTo>
                  <a:lnTo>
                    <a:pt x="32" y="164"/>
                  </a:lnTo>
                  <a:lnTo>
                    <a:pt x="39" y="122"/>
                  </a:lnTo>
                  <a:lnTo>
                    <a:pt x="47" y="81"/>
                  </a:lnTo>
                  <a:lnTo>
                    <a:pt x="47" y="81"/>
                  </a:lnTo>
                  <a:lnTo>
                    <a:pt x="52" y="61"/>
                  </a:lnTo>
                  <a:lnTo>
                    <a:pt x="60" y="43"/>
                  </a:lnTo>
                  <a:lnTo>
                    <a:pt x="75" y="6"/>
                  </a:lnTo>
                  <a:lnTo>
                    <a:pt x="75" y="6"/>
                  </a:lnTo>
                  <a:lnTo>
                    <a:pt x="76" y="4"/>
                  </a:lnTo>
                  <a:lnTo>
                    <a:pt x="75" y="2"/>
                  </a:lnTo>
                  <a:lnTo>
                    <a:pt x="74" y="1"/>
                  </a:lnTo>
                  <a:lnTo>
                    <a:pt x="72" y="0"/>
                  </a:lnTo>
                  <a:lnTo>
                    <a:pt x="69" y="1"/>
                  </a:lnTo>
                  <a:lnTo>
                    <a:pt x="67" y="2"/>
                  </a:lnTo>
                  <a:lnTo>
                    <a:pt x="66" y="3"/>
                  </a:lnTo>
                  <a:lnTo>
                    <a:pt x="66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52" name="Freeform 168"/>
            <p:cNvSpPr/>
            <p:nvPr>
              <p:custDataLst>
                <p:tags r:id="rId7"/>
              </p:custDataLst>
            </p:nvPr>
          </p:nvSpPr>
          <p:spPr bwMode="auto">
            <a:xfrm>
              <a:off x="4271963" y="2197100"/>
              <a:ext cx="55563" cy="195263"/>
            </a:xfrm>
            <a:custGeom>
              <a:avLst/>
              <a:gdLst/>
              <a:ahLst/>
              <a:cxnLst>
                <a:cxn ang="0">
                  <a:pos x="98" y="2"/>
                </a:cxn>
                <a:cxn ang="0">
                  <a:pos x="98" y="2"/>
                </a:cxn>
                <a:cxn ang="0">
                  <a:pos x="84" y="26"/>
                </a:cxn>
                <a:cxn ang="0">
                  <a:pos x="71" y="51"/>
                </a:cxn>
                <a:cxn ang="0">
                  <a:pos x="61" y="77"/>
                </a:cxn>
                <a:cxn ang="0">
                  <a:pos x="51" y="103"/>
                </a:cxn>
                <a:cxn ang="0">
                  <a:pos x="42" y="128"/>
                </a:cxn>
                <a:cxn ang="0">
                  <a:pos x="34" y="155"/>
                </a:cxn>
                <a:cxn ang="0">
                  <a:pos x="27" y="182"/>
                </a:cxn>
                <a:cxn ang="0">
                  <a:pos x="21" y="209"/>
                </a:cxn>
                <a:cxn ang="0">
                  <a:pos x="21" y="209"/>
                </a:cxn>
                <a:cxn ang="0">
                  <a:pos x="14" y="234"/>
                </a:cxn>
                <a:cxn ang="0">
                  <a:pos x="9" y="259"/>
                </a:cxn>
                <a:cxn ang="0">
                  <a:pos x="6" y="283"/>
                </a:cxn>
                <a:cxn ang="0">
                  <a:pos x="3" y="308"/>
                </a:cxn>
                <a:cxn ang="0">
                  <a:pos x="3" y="308"/>
                </a:cxn>
                <a:cxn ang="0">
                  <a:pos x="1" y="323"/>
                </a:cxn>
                <a:cxn ang="0">
                  <a:pos x="0" y="340"/>
                </a:cxn>
                <a:cxn ang="0">
                  <a:pos x="0" y="349"/>
                </a:cxn>
                <a:cxn ang="0">
                  <a:pos x="1" y="356"/>
                </a:cxn>
                <a:cxn ang="0">
                  <a:pos x="4" y="363"/>
                </a:cxn>
                <a:cxn ang="0">
                  <a:pos x="6" y="366"/>
                </a:cxn>
                <a:cxn ang="0">
                  <a:pos x="8" y="368"/>
                </a:cxn>
                <a:cxn ang="0">
                  <a:pos x="8" y="368"/>
                </a:cxn>
                <a:cxn ang="0">
                  <a:pos x="11" y="370"/>
                </a:cxn>
                <a:cxn ang="0">
                  <a:pos x="13" y="369"/>
                </a:cxn>
                <a:cxn ang="0">
                  <a:pos x="15" y="368"/>
                </a:cxn>
                <a:cxn ang="0">
                  <a:pos x="16" y="365"/>
                </a:cxn>
                <a:cxn ang="0">
                  <a:pos x="16" y="361"/>
                </a:cxn>
                <a:cxn ang="0">
                  <a:pos x="16" y="361"/>
                </a:cxn>
                <a:cxn ang="0">
                  <a:pos x="16" y="359"/>
                </a:cxn>
                <a:cxn ang="0">
                  <a:pos x="15" y="357"/>
                </a:cxn>
                <a:cxn ang="0">
                  <a:pos x="13" y="356"/>
                </a:cxn>
                <a:cxn ang="0">
                  <a:pos x="11" y="356"/>
                </a:cxn>
                <a:cxn ang="0">
                  <a:pos x="11" y="356"/>
                </a:cxn>
                <a:cxn ang="0">
                  <a:pos x="10" y="349"/>
                </a:cxn>
                <a:cxn ang="0">
                  <a:pos x="10" y="339"/>
                </a:cxn>
                <a:cxn ang="0">
                  <a:pos x="11" y="324"/>
                </a:cxn>
                <a:cxn ang="0">
                  <a:pos x="11" y="324"/>
                </a:cxn>
                <a:cxn ang="0">
                  <a:pos x="12" y="304"/>
                </a:cxn>
                <a:cxn ang="0">
                  <a:pos x="14" y="283"/>
                </a:cxn>
                <a:cxn ang="0">
                  <a:pos x="14" y="283"/>
                </a:cxn>
                <a:cxn ang="0">
                  <a:pos x="19" y="259"/>
                </a:cxn>
                <a:cxn ang="0">
                  <a:pos x="24" y="235"/>
                </a:cxn>
                <a:cxn ang="0">
                  <a:pos x="35" y="185"/>
                </a:cxn>
                <a:cxn ang="0">
                  <a:pos x="35" y="185"/>
                </a:cxn>
                <a:cxn ang="0">
                  <a:pos x="47" y="143"/>
                </a:cxn>
                <a:cxn ang="0">
                  <a:pos x="61" y="102"/>
                </a:cxn>
                <a:cxn ang="0">
                  <a:pos x="61" y="102"/>
                </a:cxn>
                <a:cxn ang="0">
                  <a:pos x="70" y="77"/>
                </a:cxn>
                <a:cxn ang="0">
                  <a:pos x="80" y="53"/>
                </a:cxn>
                <a:cxn ang="0">
                  <a:pos x="93" y="30"/>
                </a:cxn>
                <a:cxn ang="0">
                  <a:pos x="106" y="8"/>
                </a:cxn>
                <a:cxn ang="0">
                  <a:pos x="106" y="8"/>
                </a:cxn>
                <a:cxn ang="0">
                  <a:pos x="106" y="6"/>
                </a:cxn>
                <a:cxn ang="0">
                  <a:pos x="106" y="3"/>
                </a:cxn>
                <a:cxn ang="0">
                  <a:pos x="105" y="2"/>
                </a:cxn>
                <a:cxn ang="0">
                  <a:pos x="104" y="0"/>
                </a:cxn>
                <a:cxn ang="0">
                  <a:pos x="102" y="0"/>
                </a:cxn>
                <a:cxn ang="0">
                  <a:pos x="101" y="0"/>
                </a:cxn>
                <a:cxn ang="0">
                  <a:pos x="99" y="0"/>
                </a:cxn>
                <a:cxn ang="0">
                  <a:pos x="98" y="2"/>
                </a:cxn>
                <a:cxn ang="0">
                  <a:pos x="98" y="2"/>
                </a:cxn>
              </a:cxnLst>
              <a:rect l="0" t="0" r="r" b="b"/>
              <a:pathLst>
                <a:path w="106" h="370">
                  <a:moveTo>
                    <a:pt x="98" y="2"/>
                  </a:moveTo>
                  <a:lnTo>
                    <a:pt x="98" y="2"/>
                  </a:lnTo>
                  <a:lnTo>
                    <a:pt x="84" y="26"/>
                  </a:lnTo>
                  <a:lnTo>
                    <a:pt x="71" y="51"/>
                  </a:lnTo>
                  <a:lnTo>
                    <a:pt x="61" y="77"/>
                  </a:lnTo>
                  <a:lnTo>
                    <a:pt x="51" y="103"/>
                  </a:lnTo>
                  <a:lnTo>
                    <a:pt x="42" y="128"/>
                  </a:lnTo>
                  <a:lnTo>
                    <a:pt x="34" y="155"/>
                  </a:lnTo>
                  <a:lnTo>
                    <a:pt x="27" y="182"/>
                  </a:lnTo>
                  <a:lnTo>
                    <a:pt x="21" y="209"/>
                  </a:lnTo>
                  <a:lnTo>
                    <a:pt x="21" y="209"/>
                  </a:lnTo>
                  <a:lnTo>
                    <a:pt x="14" y="234"/>
                  </a:lnTo>
                  <a:lnTo>
                    <a:pt x="9" y="259"/>
                  </a:lnTo>
                  <a:lnTo>
                    <a:pt x="6" y="283"/>
                  </a:lnTo>
                  <a:lnTo>
                    <a:pt x="3" y="308"/>
                  </a:lnTo>
                  <a:lnTo>
                    <a:pt x="3" y="308"/>
                  </a:lnTo>
                  <a:lnTo>
                    <a:pt x="1" y="323"/>
                  </a:lnTo>
                  <a:lnTo>
                    <a:pt x="0" y="340"/>
                  </a:lnTo>
                  <a:lnTo>
                    <a:pt x="0" y="349"/>
                  </a:lnTo>
                  <a:lnTo>
                    <a:pt x="1" y="356"/>
                  </a:lnTo>
                  <a:lnTo>
                    <a:pt x="4" y="363"/>
                  </a:lnTo>
                  <a:lnTo>
                    <a:pt x="6" y="366"/>
                  </a:lnTo>
                  <a:lnTo>
                    <a:pt x="8" y="368"/>
                  </a:lnTo>
                  <a:lnTo>
                    <a:pt x="8" y="368"/>
                  </a:lnTo>
                  <a:lnTo>
                    <a:pt x="11" y="370"/>
                  </a:lnTo>
                  <a:lnTo>
                    <a:pt x="13" y="369"/>
                  </a:lnTo>
                  <a:lnTo>
                    <a:pt x="15" y="368"/>
                  </a:lnTo>
                  <a:lnTo>
                    <a:pt x="16" y="365"/>
                  </a:lnTo>
                  <a:lnTo>
                    <a:pt x="16" y="361"/>
                  </a:lnTo>
                  <a:lnTo>
                    <a:pt x="16" y="361"/>
                  </a:lnTo>
                  <a:lnTo>
                    <a:pt x="16" y="359"/>
                  </a:lnTo>
                  <a:lnTo>
                    <a:pt x="15" y="357"/>
                  </a:lnTo>
                  <a:lnTo>
                    <a:pt x="13" y="356"/>
                  </a:lnTo>
                  <a:lnTo>
                    <a:pt x="11" y="356"/>
                  </a:lnTo>
                  <a:lnTo>
                    <a:pt x="11" y="356"/>
                  </a:lnTo>
                  <a:lnTo>
                    <a:pt x="10" y="349"/>
                  </a:lnTo>
                  <a:lnTo>
                    <a:pt x="10" y="339"/>
                  </a:lnTo>
                  <a:lnTo>
                    <a:pt x="11" y="324"/>
                  </a:lnTo>
                  <a:lnTo>
                    <a:pt x="11" y="324"/>
                  </a:lnTo>
                  <a:lnTo>
                    <a:pt x="12" y="304"/>
                  </a:lnTo>
                  <a:lnTo>
                    <a:pt x="14" y="283"/>
                  </a:lnTo>
                  <a:lnTo>
                    <a:pt x="14" y="283"/>
                  </a:lnTo>
                  <a:lnTo>
                    <a:pt x="19" y="259"/>
                  </a:lnTo>
                  <a:lnTo>
                    <a:pt x="24" y="235"/>
                  </a:lnTo>
                  <a:lnTo>
                    <a:pt x="35" y="185"/>
                  </a:lnTo>
                  <a:lnTo>
                    <a:pt x="35" y="185"/>
                  </a:lnTo>
                  <a:lnTo>
                    <a:pt x="47" y="143"/>
                  </a:lnTo>
                  <a:lnTo>
                    <a:pt x="61" y="102"/>
                  </a:lnTo>
                  <a:lnTo>
                    <a:pt x="61" y="102"/>
                  </a:lnTo>
                  <a:lnTo>
                    <a:pt x="70" y="77"/>
                  </a:lnTo>
                  <a:lnTo>
                    <a:pt x="80" y="53"/>
                  </a:lnTo>
                  <a:lnTo>
                    <a:pt x="93" y="30"/>
                  </a:lnTo>
                  <a:lnTo>
                    <a:pt x="106" y="8"/>
                  </a:lnTo>
                  <a:lnTo>
                    <a:pt x="106" y="8"/>
                  </a:lnTo>
                  <a:lnTo>
                    <a:pt x="106" y="6"/>
                  </a:lnTo>
                  <a:lnTo>
                    <a:pt x="106" y="3"/>
                  </a:lnTo>
                  <a:lnTo>
                    <a:pt x="105" y="2"/>
                  </a:lnTo>
                  <a:lnTo>
                    <a:pt x="104" y="0"/>
                  </a:lnTo>
                  <a:lnTo>
                    <a:pt x="102" y="0"/>
                  </a:lnTo>
                  <a:lnTo>
                    <a:pt x="101" y="0"/>
                  </a:lnTo>
                  <a:lnTo>
                    <a:pt x="99" y="0"/>
                  </a:lnTo>
                  <a:lnTo>
                    <a:pt x="98" y="2"/>
                  </a:lnTo>
                  <a:lnTo>
                    <a:pt x="98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53" name="Freeform 169"/>
            <p:cNvSpPr/>
            <p:nvPr>
              <p:custDataLst>
                <p:tags r:id="rId8"/>
              </p:custDataLst>
            </p:nvPr>
          </p:nvSpPr>
          <p:spPr bwMode="auto">
            <a:xfrm>
              <a:off x="4305300" y="2198688"/>
              <a:ext cx="39688" cy="146050"/>
            </a:xfrm>
            <a:custGeom>
              <a:avLst/>
              <a:gdLst/>
              <a:ahLst/>
              <a:cxnLst>
                <a:cxn ang="0">
                  <a:pos x="68" y="2"/>
                </a:cxn>
                <a:cxn ang="0">
                  <a:pos x="68" y="2"/>
                </a:cxn>
                <a:cxn ang="0">
                  <a:pos x="62" y="10"/>
                </a:cxn>
                <a:cxn ang="0">
                  <a:pos x="57" y="20"/>
                </a:cxn>
                <a:cxn ang="0">
                  <a:pos x="54" y="31"/>
                </a:cxn>
                <a:cxn ang="0">
                  <a:pos x="53" y="41"/>
                </a:cxn>
                <a:cxn ang="0">
                  <a:pos x="53" y="41"/>
                </a:cxn>
                <a:cxn ang="0">
                  <a:pos x="51" y="51"/>
                </a:cxn>
                <a:cxn ang="0">
                  <a:pos x="49" y="60"/>
                </a:cxn>
                <a:cxn ang="0">
                  <a:pos x="42" y="80"/>
                </a:cxn>
                <a:cxn ang="0">
                  <a:pos x="37" y="101"/>
                </a:cxn>
                <a:cxn ang="0">
                  <a:pos x="32" y="120"/>
                </a:cxn>
                <a:cxn ang="0">
                  <a:pos x="32" y="120"/>
                </a:cxn>
                <a:cxn ang="0">
                  <a:pos x="14" y="191"/>
                </a:cxn>
                <a:cxn ang="0">
                  <a:pos x="7" y="227"/>
                </a:cxn>
                <a:cxn ang="0">
                  <a:pos x="3" y="244"/>
                </a:cxn>
                <a:cxn ang="0">
                  <a:pos x="1" y="263"/>
                </a:cxn>
                <a:cxn ang="0">
                  <a:pos x="1" y="263"/>
                </a:cxn>
                <a:cxn ang="0">
                  <a:pos x="0" y="265"/>
                </a:cxn>
                <a:cxn ang="0">
                  <a:pos x="0" y="270"/>
                </a:cxn>
                <a:cxn ang="0">
                  <a:pos x="0" y="270"/>
                </a:cxn>
                <a:cxn ang="0">
                  <a:pos x="0" y="272"/>
                </a:cxn>
                <a:cxn ang="0">
                  <a:pos x="1" y="273"/>
                </a:cxn>
                <a:cxn ang="0">
                  <a:pos x="3" y="274"/>
                </a:cxn>
                <a:cxn ang="0">
                  <a:pos x="4" y="274"/>
                </a:cxn>
                <a:cxn ang="0">
                  <a:pos x="7" y="273"/>
                </a:cxn>
                <a:cxn ang="0">
                  <a:pos x="8" y="272"/>
                </a:cxn>
                <a:cxn ang="0">
                  <a:pos x="9" y="270"/>
                </a:cxn>
                <a:cxn ang="0">
                  <a:pos x="9" y="270"/>
                </a:cxn>
                <a:cxn ang="0">
                  <a:pos x="11" y="254"/>
                </a:cxn>
                <a:cxn ang="0">
                  <a:pos x="14" y="237"/>
                </a:cxn>
                <a:cxn ang="0">
                  <a:pos x="22" y="204"/>
                </a:cxn>
                <a:cxn ang="0">
                  <a:pos x="37" y="139"/>
                </a:cxn>
                <a:cxn ang="0">
                  <a:pos x="37" y="139"/>
                </a:cxn>
                <a:cxn ang="0">
                  <a:pos x="45" y="106"/>
                </a:cxn>
                <a:cxn ang="0">
                  <a:pos x="54" y="73"/>
                </a:cxn>
                <a:cxn ang="0">
                  <a:pos x="54" y="73"/>
                </a:cxn>
                <a:cxn ang="0">
                  <a:pos x="58" y="56"/>
                </a:cxn>
                <a:cxn ang="0">
                  <a:pos x="61" y="39"/>
                </a:cxn>
                <a:cxn ang="0">
                  <a:pos x="64" y="31"/>
                </a:cxn>
                <a:cxn ang="0">
                  <a:pos x="66" y="22"/>
                </a:cxn>
                <a:cxn ang="0">
                  <a:pos x="70" y="14"/>
                </a:cxn>
                <a:cxn ang="0">
                  <a:pos x="74" y="8"/>
                </a:cxn>
                <a:cxn ang="0">
                  <a:pos x="74" y="8"/>
                </a:cxn>
                <a:cxn ang="0">
                  <a:pos x="75" y="6"/>
                </a:cxn>
                <a:cxn ang="0">
                  <a:pos x="75" y="5"/>
                </a:cxn>
                <a:cxn ang="0">
                  <a:pos x="74" y="1"/>
                </a:cxn>
                <a:cxn ang="0">
                  <a:pos x="72" y="0"/>
                </a:cxn>
                <a:cxn ang="0">
                  <a:pos x="71" y="0"/>
                </a:cxn>
                <a:cxn ang="0">
                  <a:pos x="69" y="0"/>
                </a:cxn>
                <a:cxn ang="0">
                  <a:pos x="68" y="2"/>
                </a:cxn>
                <a:cxn ang="0">
                  <a:pos x="68" y="2"/>
                </a:cxn>
              </a:cxnLst>
              <a:rect l="0" t="0" r="r" b="b"/>
              <a:pathLst>
                <a:path w="75" h="274">
                  <a:moveTo>
                    <a:pt x="68" y="2"/>
                  </a:moveTo>
                  <a:lnTo>
                    <a:pt x="68" y="2"/>
                  </a:lnTo>
                  <a:lnTo>
                    <a:pt x="62" y="10"/>
                  </a:lnTo>
                  <a:lnTo>
                    <a:pt x="57" y="20"/>
                  </a:lnTo>
                  <a:lnTo>
                    <a:pt x="54" y="31"/>
                  </a:lnTo>
                  <a:lnTo>
                    <a:pt x="53" y="41"/>
                  </a:lnTo>
                  <a:lnTo>
                    <a:pt x="53" y="41"/>
                  </a:lnTo>
                  <a:lnTo>
                    <a:pt x="51" y="51"/>
                  </a:lnTo>
                  <a:lnTo>
                    <a:pt x="49" y="60"/>
                  </a:lnTo>
                  <a:lnTo>
                    <a:pt x="42" y="80"/>
                  </a:lnTo>
                  <a:lnTo>
                    <a:pt x="37" y="101"/>
                  </a:lnTo>
                  <a:lnTo>
                    <a:pt x="32" y="120"/>
                  </a:lnTo>
                  <a:lnTo>
                    <a:pt x="32" y="120"/>
                  </a:lnTo>
                  <a:lnTo>
                    <a:pt x="14" y="191"/>
                  </a:lnTo>
                  <a:lnTo>
                    <a:pt x="7" y="227"/>
                  </a:lnTo>
                  <a:lnTo>
                    <a:pt x="3" y="244"/>
                  </a:lnTo>
                  <a:lnTo>
                    <a:pt x="1" y="263"/>
                  </a:lnTo>
                  <a:lnTo>
                    <a:pt x="1" y="263"/>
                  </a:lnTo>
                  <a:lnTo>
                    <a:pt x="0" y="265"/>
                  </a:lnTo>
                  <a:lnTo>
                    <a:pt x="0" y="270"/>
                  </a:lnTo>
                  <a:lnTo>
                    <a:pt x="0" y="270"/>
                  </a:lnTo>
                  <a:lnTo>
                    <a:pt x="0" y="272"/>
                  </a:lnTo>
                  <a:lnTo>
                    <a:pt x="1" y="273"/>
                  </a:lnTo>
                  <a:lnTo>
                    <a:pt x="3" y="274"/>
                  </a:lnTo>
                  <a:lnTo>
                    <a:pt x="4" y="274"/>
                  </a:lnTo>
                  <a:lnTo>
                    <a:pt x="7" y="273"/>
                  </a:lnTo>
                  <a:lnTo>
                    <a:pt x="8" y="272"/>
                  </a:lnTo>
                  <a:lnTo>
                    <a:pt x="9" y="270"/>
                  </a:lnTo>
                  <a:lnTo>
                    <a:pt x="9" y="270"/>
                  </a:lnTo>
                  <a:lnTo>
                    <a:pt x="11" y="254"/>
                  </a:lnTo>
                  <a:lnTo>
                    <a:pt x="14" y="237"/>
                  </a:lnTo>
                  <a:lnTo>
                    <a:pt x="22" y="204"/>
                  </a:lnTo>
                  <a:lnTo>
                    <a:pt x="37" y="139"/>
                  </a:lnTo>
                  <a:lnTo>
                    <a:pt x="37" y="139"/>
                  </a:lnTo>
                  <a:lnTo>
                    <a:pt x="45" y="106"/>
                  </a:lnTo>
                  <a:lnTo>
                    <a:pt x="54" y="73"/>
                  </a:lnTo>
                  <a:lnTo>
                    <a:pt x="54" y="73"/>
                  </a:lnTo>
                  <a:lnTo>
                    <a:pt x="58" y="56"/>
                  </a:lnTo>
                  <a:lnTo>
                    <a:pt x="61" y="39"/>
                  </a:lnTo>
                  <a:lnTo>
                    <a:pt x="64" y="31"/>
                  </a:lnTo>
                  <a:lnTo>
                    <a:pt x="66" y="22"/>
                  </a:lnTo>
                  <a:lnTo>
                    <a:pt x="70" y="14"/>
                  </a:lnTo>
                  <a:lnTo>
                    <a:pt x="74" y="8"/>
                  </a:lnTo>
                  <a:lnTo>
                    <a:pt x="74" y="8"/>
                  </a:lnTo>
                  <a:lnTo>
                    <a:pt x="75" y="6"/>
                  </a:lnTo>
                  <a:lnTo>
                    <a:pt x="75" y="5"/>
                  </a:lnTo>
                  <a:lnTo>
                    <a:pt x="74" y="1"/>
                  </a:lnTo>
                  <a:lnTo>
                    <a:pt x="72" y="0"/>
                  </a:lnTo>
                  <a:lnTo>
                    <a:pt x="71" y="0"/>
                  </a:lnTo>
                  <a:lnTo>
                    <a:pt x="69" y="0"/>
                  </a:lnTo>
                  <a:lnTo>
                    <a:pt x="68" y="2"/>
                  </a:lnTo>
                  <a:lnTo>
                    <a:pt x="68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54" name="Freeform 170"/>
            <p:cNvSpPr/>
            <p:nvPr>
              <p:custDataLst>
                <p:tags r:id="rId9"/>
              </p:custDataLst>
            </p:nvPr>
          </p:nvSpPr>
          <p:spPr bwMode="auto">
            <a:xfrm>
              <a:off x="4338638" y="2201863"/>
              <a:ext cx="31750" cy="112713"/>
            </a:xfrm>
            <a:custGeom>
              <a:avLst/>
              <a:gdLst/>
              <a:ahLst/>
              <a:cxnLst>
                <a:cxn ang="0">
                  <a:pos x="52" y="4"/>
                </a:cxn>
                <a:cxn ang="0">
                  <a:pos x="52" y="4"/>
                </a:cxn>
                <a:cxn ang="0">
                  <a:pos x="51" y="10"/>
                </a:cxn>
                <a:cxn ang="0">
                  <a:pos x="48" y="16"/>
                </a:cxn>
                <a:cxn ang="0">
                  <a:pos x="43" y="29"/>
                </a:cxn>
                <a:cxn ang="0">
                  <a:pos x="38" y="41"/>
                </a:cxn>
                <a:cxn ang="0">
                  <a:pos x="36" y="47"/>
                </a:cxn>
                <a:cxn ang="0">
                  <a:pos x="34" y="54"/>
                </a:cxn>
                <a:cxn ang="0">
                  <a:pos x="34" y="54"/>
                </a:cxn>
                <a:cxn ang="0">
                  <a:pos x="25" y="103"/>
                </a:cxn>
                <a:cxn ang="0">
                  <a:pos x="25" y="103"/>
                </a:cxn>
                <a:cxn ang="0">
                  <a:pos x="23" y="116"/>
                </a:cxn>
                <a:cxn ang="0">
                  <a:pos x="19" y="129"/>
                </a:cxn>
                <a:cxn ang="0">
                  <a:pos x="10" y="156"/>
                </a:cxn>
                <a:cxn ang="0">
                  <a:pos x="3" y="181"/>
                </a:cxn>
                <a:cxn ang="0">
                  <a:pos x="1" y="195"/>
                </a:cxn>
                <a:cxn ang="0">
                  <a:pos x="0" y="208"/>
                </a:cxn>
                <a:cxn ang="0">
                  <a:pos x="0" y="208"/>
                </a:cxn>
                <a:cxn ang="0">
                  <a:pos x="0" y="210"/>
                </a:cxn>
                <a:cxn ang="0">
                  <a:pos x="1" y="211"/>
                </a:cxn>
                <a:cxn ang="0">
                  <a:pos x="2" y="212"/>
                </a:cxn>
                <a:cxn ang="0">
                  <a:pos x="4" y="212"/>
                </a:cxn>
                <a:cxn ang="0">
                  <a:pos x="6" y="212"/>
                </a:cxn>
                <a:cxn ang="0">
                  <a:pos x="7" y="211"/>
                </a:cxn>
                <a:cxn ang="0">
                  <a:pos x="8" y="210"/>
                </a:cxn>
                <a:cxn ang="0">
                  <a:pos x="9" y="208"/>
                </a:cxn>
                <a:cxn ang="0">
                  <a:pos x="9" y="208"/>
                </a:cxn>
                <a:cxn ang="0">
                  <a:pos x="10" y="200"/>
                </a:cxn>
                <a:cxn ang="0">
                  <a:pos x="11" y="192"/>
                </a:cxn>
                <a:cxn ang="0">
                  <a:pos x="15" y="176"/>
                </a:cxn>
                <a:cxn ang="0">
                  <a:pos x="26" y="144"/>
                </a:cxn>
                <a:cxn ang="0">
                  <a:pos x="26" y="144"/>
                </a:cxn>
                <a:cxn ang="0">
                  <a:pos x="29" y="131"/>
                </a:cxn>
                <a:cxn ang="0">
                  <a:pos x="32" y="117"/>
                </a:cxn>
                <a:cxn ang="0">
                  <a:pos x="37" y="91"/>
                </a:cxn>
                <a:cxn ang="0">
                  <a:pos x="37" y="91"/>
                </a:cxn>
                <a:cxn ang="0">
                  <a:pos x="41" y="67"/>
                </a:cxn>
                <a:cxn ang="0">
                  <a:pos x="46" y="42"/>
                </a:cxn>
                <a:cxn ang="0">
                  <a:pos x="46" y="42"/>
                </a:cxn>
                <a:cxn ang="0">
                  <a:pos x="50" y="33"/>
                </a:cxn>
                <a:cxn ang="0">
                  <a:pos x="55" y="23"/>
                </a:cxn>
                <a:cxn ang="0">
                  <a:pos x="59" y="14"/>
                </a:cxn>
                <a:cxn ang="0">
                  <a:pos x="60" y="9"/>
                </a:cxn>
                <a:cxn ang="0">
                  <a:pos x="61" y="4"/>
                </a:cxn>
                <a:cxn ang="0">
                  <a:pos x="61" y="4"/>
                </a:cxn>
                <a:cxn ang="0">
                  <a:pos x="61" y="3"/>
                </a:cxn>
                <a:cxn ang="0">
                  <a:pos x="60" y="1"/>
                </a:cxn>
                <a:cxn ang="0">
                  <a:pos x="59" y="0"/>
                </a:cxn>
                <a:cxn ang="0">
                  <a:pos x="57" y="0"/>
                </a:cxn>
                <a:cxn ang="0">
                  <a:pos x="54" y="1"/>
                </a:cxn>
                <a:cxn ang="0">
                  <a:pos x="53" y="3"/>
                </a:cxn>
                <a:cxn ang="0">
                  <a:pos x="52" y="4"/>
                </a:cxn>
                <a:cxn ang="0">
                  <a:pos x="52" y="4"/>
                </a:cxn>
              </a:cxnLst>
              <a:rect l="0" t="0" r="r" b="b"/>
              <a:pathLst>
                <a:path w="61" h="212">
                  <a:moveTo>
                    <a:pt x="52" y="4"/>
                  </a:moveTo>
                  <a:lnTo>
                    <a:pt x="52" y="4"/>
                  </a:lnTo>
                  <a:lnTo>
                    <a:pt x="51" y="10"/>
                  </a:lnTo>
                  <a:lnTo>
                    <a:pt x="48" y="16"/>
                  </a:lnTo>
                  <a:lnTo>
                    <a:pt x="43" y="29"/>
                  </a:lnTo>
                  <a:lnTo>
                    <a:pt x="38" y="41"/>
                  </a:lnTo>
                  <a:lnTo>
                    <a:pt x="36" y="47"/>
                  </a:lnTo>
                  <a:lnTo>
                    <a:pt x="34" y="54"/>
                  </a:lnTo>
                  <a:lnTo>
                    <a:pt x="34" y="54"/>
                  </a:lnTo>
                  <a:lnTo>
                    <a:pt x="25" y="103"/>
                  </a:lnTo>
                  <a:lnTo>
                    <a:pt x="25" y="103"/>
                  </a:lnTo>
                  <a:lnTo>
                    <a:pt x="23" y="116"/>
                  </a:lnTo>
                  <a:lnTo>
                    <a:pt x="19" y="129"/>
                  </a:lnTo>
                  <a:lnTo>
                    <a:pt x="10" y="156"/>
                  </a:lnTo>
                  <a:lnTo>
                    <a:pt x="3" y="181"/>
                  </a:lnTo>
                  <a:lnTo>
                    <a:pt x="1" y="195"/>
                  </a:lnTo>
                  <a:lnTo>
                    <a:pt x="0" y="208"/>
                  </a:lnTo>
                  <a:lnTo>
                    <a:pt x="0" y="208"/>
                  </a:lnTo>
                  <a:lnTo>
                    <a:pt x="0" y="210"/>
                  </a:lnTo>
                  <a:lnTo>
                    <a:pt x="1" y="211"/>
                  </a:lnTo>
                  <a:lnTo>
                    <a:pt x="2" y="212"/>
                  </a:lnTo>
                  <a:lnTo>
                    <a:pt x="4" y="212"/>
                  </a:lnTo>
                  <a:lnTo>
                    <a:pt x="6" y="212"/>
                  </a:lnTo>
                  <a:lnTo>
                    <a:pt x="7" y="211"/>
                  </a:lnTo>
                  <a:lnTo>
                    <a:pt x="8" y="210"/>
                  </a:lnTo>
                  <a:lnTo>
                    <a:pt x="9" y="208"/>
                  </a:lnTo>
                  <a:lnTo>
                    <a:pt x="9" y="208"/>
                  </a:lnTo>
                  <a:lnTo>
                    <a:pt x="10" y="200"/>
                  </a:lnTo>
                  <a:lnTo>
                    <a:pt x="11" y="192"/>
                  </a:lnTo>
                  <a:lnTo>
                    <a:pt x="15" y="176"/>
                  </a:lnTo>
                  <a:lnTo>
                    <a:pt x="26" y="144"/>
                  </a:lnTo>
                  <a:lnTo>
                    <a:pt x="26" y="144"/>
                  </a:lnTo>
                  <a:lnTo>
                    <a:pt x="29" y="131"/>
                  </a:lnTo>
                  <a:lnTo>
                    <a:pt x="32" y="117"/>
                  </a:lnTo>
                  <a:lnTo>
                    <a:pt x="37" y="91"/>
                  </a:lnTo>
                  <a:lnTo>
                    <a:pt x="37" y="91"/>
                  </a:lnTo>
                  <a:lnTo>
                    <a:pt x="41" y="67"/>
                  </a:lnTo>
                  <a:lnTo>
                    <a:pt x="46" y="42"/>
                  </a:lnTo>
                  <a:lnTo>
                    <a:pt x="46" y="42"/>
                  </a:lnTo>
                  <a:lnTo>
                    <a:pt x="50" y="33"/>
                  </a:lnTo>
                  <a:lnTo>
                    <a:pt x="55" y="23"/>
                  </a:lnTo>
                  <a:lnTo>
                    <a:pt x="59" y="14"/>
                  </a:lnTo>
                  <a:lnTo>
                    <a:pt x="60" y="9"/>
                  </a:lnTo>
                  <a:lnTo>
                    <a:pt x="61" y="4"/>
                  </a:lnTo>
                  <a:lnTo>
                    <a:pt x="61" y="4"/>
                  </a:lnTo>
                  <a:lnTo>
                    <a:pt x="61" y="3"/>
                  </a:lnTo>
                  <a:lnTo>
                    <a:pt x="60" y="1"/>
                  </a:lnTo>
                  <a:lnTo>
                    <a:pt x="59" y="0"/>
                  </a:lnTo>
                  <a:lnTo>
                    <a:pt x="57" y="0"/>
                  </a:lnTo>
                  <a:lnTo>
                    <a:pt x="54" y="1"/>
                  </a:lnTo>
                  <a:lnTo>
                    <a:pt x="53" y="3"/>
                  </a:lnTo>
                  <a:lnTo>
                    <a:pt x="52" y="4"/>
                  </a:lnTo>
                  <a:lnTo>
                    <a:pt x="52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55" name="Freeform 171"/>
            <p:cNvSpPr/>
            <p:nvPr>
              <p:custDataLst>
                <p:tags r:id="rId10"/>
              </p:custDataLst>
            </p:nvPr>
          </p:nvSpPr>
          <p:spPr bwMode="auto">
            <a:xfrm>
              <a:off x="4357688" y="2209800"/>
              <a:ext cx="36513" cy="90488"/>
            </a:xfrm>
            <a:custGeom>
              <a:avLst/>
              <a:gdLst/>
              <a:ahLst/>
              <a:cxnLst>
                <a:cxn ang="0">
                  <a:pos x="60" y="1"/>
                </a:cxn>
                <a:cxn ang="0">
                  <a:pos x="60" y="1"/>
                </a:cxn>
                <a:cxn ang="0">
                  <a:pos x="51" y="10"/>
                </a:cxn>
                <a:cxn ang="0">
                  <a:pos x="43" y="22"/>
                </a:cxn>
                <a:cxn ang="0">
                  <a:pos x="37" y="34"/>
                </a:cxn>
                <a:cxn ang="0">
                  <a:pos x="33" y="48"/>
                </a:cxn>
                <a:cxn ang="0">
                  <a:pos x="29" y="61"/>
                </a:cxn>
                <a:cxn ang="0">
                  <a:pos x="25" y="75"/>
                </a:cxn>
                <a:cxn ang="0">
                  <a:pos x="20" y="100"/>
                </a:cxn>
                <a:cxn ang="0">
                  <a:pos x="20" y="100"/>
                </a:cxn>
                <a:cxn ang="0">
                  <a:pos x="15" y="115"/>
                </a:cxn>
                <a:cxn ang="0">
                  <a:pos x="6" y="135"/>
                </a:cxn>
                <a:cxn ang="0">
                  <a:pos x="3" y="147"/>
                </a:cxn>
                <a:cxn ang="0">
                  <a:pos x="0" y="156"/>
                </a:cxn>
                <a:cxn ang="0">
                  <a:pos x="0" y="164"/>
                </a:cxn>
                <a:cxn ang="0">
                  <a:pos x="1" y="166"/>
                </a:cxn>
                <a:cxn ang="0">
                  <a:pos x="3" y="170"/>
                </a:cxn>
                <a:cxn ang="0">
                  <a:pos x="3" y="170"/>
                </a:cxn>
                <a:cxn ang="0">
                  <a:pos x="4" y="170"/>
                </a:cxn>
                <a:cxn ang="0">
                  <a:pos x="6" y="171"/>
                </a:cxn>
                <a:cxn ang="0">
                  <a:pos x="9" y="169"/>
                </a:cxn>
                <a:cxn ang="0">
                  <a:pos x="10" y="167"/>
                </a:cxn>
                <a:cxn ang="0">
                  <a:pos x="11" y="165"/>
                </a:cxn>
                <a:cxn ang="0">
                  <a:pos x="10" y="164"/>
                </a:cxn>
                <a:cxn ang="0">
                  <a:pos x="9" y="162"/>
                </a:cxn>
                <a:cxn ang="0">
                  <a:pos x="9" y="162"/>
                </a:cxn>
                <a:cxn ang="0">
                  <a:pos x="10" y="159"/>
                </a:cxn>
                <a:cxn ang="0">
                  <a:pos x="14" y="152"/>
                </a:cxn>
                <a:cxn ang="0">
                  <a:pos x="18" y="138"/>
                </a:cxn>
                <a:cxn ang="0">
                  <a:pos x="18" y="138"/>
                </a:cxn>
                <a:cxn ang="0">
                  <a:pos x="24" y="119"/>
                </a:cxn>
                <a:cxn ang="0">
                  <a:pos x="29" y="100"/>
                </a:cxn>
                <a:cxn ang="0">
                  <a:pos x="29" y="100"/>
                </a:cxn>
                <a:cxn ang="0">
                  <a:pos x="34" y="76"/>
                </a:cxn>
                <a:cxn ang="0">
                  <a:pos x="38" y="63"/>
                </a:cxn>
                <a:cxn ang="0">
                  <a:pos x="41" y="51"/>
                </a:cxn>
                <a:cxn ang="0">
                  <a:pos x="47" y="38"/>
                </a:cxn>
                <a:cxn ang="0">
                  <a:pos x="52" y="27"/>
                </a:cxn>
                <a:cxn ang="0">
                  <a:pos x="58" y="17"/>
                </a:cxn>
                <a:cxn ang="0">
                  <a:pos x="66" y="7"/>
                </a:cxn>
                <a:cxn ang="0">
                  <a:pos x="66" y="7"/>
                </a:cxn>
                <a:cxn ang="0">
                  <a:pos x="67" y="6"/>
                </a:cxn>
                <a:cxn ang="0">
                  <a:pos x="68" y="4"/>
                </a:cxn>
                <a:cxn ang="0">
                  <a:pos x="67" y="3"/>
                </a:cxn>
                <a:cxn ang="0">
                  <a:pos x="66" y="1"/>
                </a:cxn>
                <a:cxn ang="0">
                  <a:pos x="65" y="0"/>
                </a:cxn>
                <a:cxn ang="0">
                  <a:pos x="63" y="0"/>
                </a:cxn>
                <a:cxn ang="0">
                  <a:pos x="61" y="0"/>
                </a:cxn>
                <a:cxn ang="0">
                  <a:pos x="60" y="1"/>
                </a:cxn>
                <a:cxn ang="0">
                  <a:pos x="60" y="1"/>
                </a:cxn>
              </a:cxnLst>
              <a:rect l="0" t="0" r="r" b="b"/>
              <a:pathLst>
                <a:path w="68" h="171">
                  <a:moveTo>
                    <a:pt x="60" y="1"/>
                  </a:moveTo>
                  <a:lnTo>
                    <a:pt x="60" y="1"/>
                  </a:lnTo>
                  <a:lnTo>
                    <a:pt x="51" y="10"/>
                  </a:lnTo>
                  <a:lnTo>
                    <a:pt x="43" y="22"/>
                  </a:lnTo>
                  <a:lnTo>
                    <a:pt x="37" y="34"/>
                  </a:lnTo>
                  <a:lnTo>
                    <a:pt x="33" y="48"/>
                  </a:lnTo>
                  <a:lnTo>
                    <a:pt x="29" y="61"/>
                  </a:lnTo>
                  <a:lnTo>
                    <a:pt x="25" y="75"/>
                  </a:lnTo>
                  <a:lnTo>
                    <a:pt x="20" y="100"/>
                  </a:lnTo>
                  <a:lnTo>
                    <a:pt x="20" y="100"/>
                  </a:lnTo>
                  <a:lnTo>
                    <a:pt x="15" y="115"/>
                  </a:lnTo>
                  <a:lnTo>
                    <a:pt x="6" y="135"/>
                  </a:lnTo>
                  <a:lnTo>
                    <a:pt x="3" y="147"/>
                  </a:lnTo>
                  <a:lnTo>
                    <a:pt x="0" y="156"/>
                  </a:lnTo>
                  <a:lnTo>
                    <a:pt x="0" y="164"/>
                  </a:lnTo>
                  <a:lnTo>
                    <a:pt x="1" y="166"/>
                  </a:lnTo>
                  <a:lnTo>
                    <a:pt x="3" y="170"/>
                  </a:lnTo>
                  <a:lnTo>
                    <a:pt x="3" y="170"/>
                  </a:lnTo>
                  <a:lnTo>
                    <a:pt x="4" y="170"/>
                  </a:lnTo>
                  <a:lnTo>
                    <a:pt x="6" y="171"/>
                  </a:lnTo>
                  <a:lnTo>
                    <a:pt x="9" y="169"/>
                  </a:lnTo>
                  <a:lnTo>
                    <a:pt x="10" y="167"/>
                  </a:lnTo>
                  <a:lnTo>
                    <a:pt x="11" y="165"/>
                  </a:lnTo>
                  <a:lnTo>
                    <a:pt x="10" y="164"/>
                  </a:lnTo>
                  <a:lnTo>
                    <a:pt x="9" y="162"/>
                  </a:lnTo>
                  <a:lnTo>
                    <a:pt x="9" y="162"/>
                  </a:lnTo>
                  <a:lnTo>
                    <a:pt x="10" y="159"/>
                  </a:lnTo>
                  <a:lnTo>
                    <a:pt x="14" y="152"/>
                  </a:lnTo>
                  <a:lnTo>
                    <a:pt x="18" y="138"/>
                  </a:lnTo>
                  <a:lnTo>
                    <a:pt x="18" y="138"/>
                  </a:lnTo>
                  <a:lnTo>
                    <a:pt x="24" y="119"/>
                  </a:lnTo>
                  <a:lnTo>
                    <a:pt x="29" y="100"/>
                  </a:lnTo>
                  <a:lnTo>
                    <a:pt x="29" y="100"/>
                  </a:lnTo>
                  <a:lnTo>
                    <a:pt x="34" y="76"/>
                  </a:lnTo>
                  <a:lnTo>
                    <a:pt x="38" y="63"/>
                  </a:lnTo>
                  <a:lnTo>
                    <a:pt x="41" y="51"/>
                  </a:lnTo>
                  <a:lnTo>
                    <a:pt x="47" y="38"/>
                  </a:lnTo>
                  <a:lnTo>
                    <a:pt x="52" y="27"/>
                  </a:lnTo>
                  <a:lnTo>
                    <a:pt x="58" y="17"/>
                  </a:lnTo>
                  <a:lnTo>
                    <a:pt x="66" y="7"/>
                  </a:lnTo>
                  <a:lnTo>
                    <a:pt x="66" y="7"/>
                  </a:lnTo>
                  <a:lnTo>
                    <a:pt x="67" y="6"/>
                  </a:lnTo>
                  <a:lnTo>
                    <a:pt x="68" y="4"/>
                  </a:lnTo>
                  <a:lnTo>
                    <a:pt x="67" y="3"/>
                  </a:lnTo>
                  <a:lnTo>
                    <a:pt x="66" y="1"/>
                  </a:lnTo>
                  <a:lnTo>
                    <a:pt x="65" y="0"/>
                  </a:lnTo>
                  <a:lnTo>
                    <a:pt x="63" y="0"/>
                  </a:lnTo>
                  <a:lnTo>
                    <a:pt x="61" y="0"/>
                  </a:lnTo>
                  <a:lnTo>
                    <a:pt x="60" y="1"/>
                  </a:lnTo>
                  <a:lnTo>
                    <a:pt x="60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56" name="Freeform 172"/>
            <p:cNvSpPr/>
            <p:nvPr>
              <p:custDataLst>
                <p:tags r:id="rId11"/>
              </p:custDataLst>
            </p:nvPr>
          </p:nvSpPr>
          <p:spPr bwMode="auto">
            <a:xfrm>
              <a:off x="4383088" y="2219325"/>
              <a:ext cx="33338" cy="63500"/>
            </a:xfrm>
            <a:custGeom>
              <a:avLst/>
              <a:gdLst/>
              <a:ahLst/>
              <a:cxnLst>
                <a:cxn ang="0">
                  <a:pos x="55" y="0"/>
                </a:cxn>
                <a:cxn ang="0">
                  <a:pos x="55" y="0"/>
                </a:cxn>
                <a:cxn ang="0">
                  <a:pos x="50" y="2"/>
                </a:cxn>
                <a:cxn ang="0">
                  <a:pos x="46" y="5"/>
                </a:cxn>
                <a:cxn ang="0">
                  <a:pos x="42" y="8"/>
                </a:cxn>
                <a:cxn ang="0">
                  <a:pos x="39" y="11"/>
                </a:cxn>
                <a:cxn ang="0">
                  <a:pos x="33" y="19"/>
                </a:cxn>
                <a:cxn ang="0">
                  <a:pos x="29" y="30"/>
                </a:cxn>
                <a:cxn ang="0">
                  <a:pos x="29" y="30"/>
                </a:cxn>
                <a:cxn ang="0">
                  <a:pos x="13" y="70"/>
                </a:cxn>
                <a:cxn ang="0">
                  <a:pos x="6" y="91"/>
                </a:cxn>
                <a:cxn ang="0">
                  <a:pos x="0" y="112"/>
                </a:cxn>
                <a:cxn ang="0">
                  <a:pos x="0" y="112"/>
                </a:cxn>
                <a:cxn ang="0">
                  <a:pos x="0" y="114"/>
                </a:cxn>
                <a:cxn ang="0">
                  <a:pos x="1" y="116"/>
                </a:cxn>
                <a:cxn ang="0">
                  <a:pos x="2" y="118"/>
                </a:cxn>
                <a:cxn ang="0">
                  <a:pos x="4" y="118"/>
                </a:cxn>
                <a:cxn ang="0">
                  <a:pos x="6" y="119"/>
                </a:cxn>
                <a:cxn ang="0">
                  <a:pos x="7" y="118"/>
                </a:cxn>
                <a:cxn ang="0">
                  <a:pos x="8" y="116"/>
                </a:cxn>
                <a:cxn ang="0">
                  <a:pos x="9" y="114"/>
                </a:cxn>
                <a:cxn ang="0">
                  <a:pos x="9" y="114"/>
                </a:cxn>
                <a:cxn ang="0">
                  <a:pos x="13" y="100"/>
                </a:cxn>
                <a:cxn ang="0">
                  <a:pos x="17" y="84"/>
                </a:cxn>
                <a:cxn ang="0">
                  <a:pos x="23" y="70"/>
                </a:cxn>
                <a:cxn ang="0">
                  <a:pos x="30" y="56"/>
                </a:cxn>
                <a:cxn ang="0">
                  <a:pos x="30" y="56"/>
                </a:cxn>
                <a:cxn ang="0">
                  <a:pos x="34" y="42"/>
                </a:cxn>
                <a:cxn ang="0">
                  <a:pos x="39" y="29"/>
                </a:cxn>
                <a:cxn ang="0">
                  <a:pos x="42" y="22"/>
                </a:cxn>
                <a:cxn ang="0">
                  <a:pos x="46" y="17"/>
                </a:cxn>
                <a:cxn ang="0">
                  <a:pos x="51" y="12"/>
                </a:cxn>
                <a:cxn ang="0">
                  <a:pos x="57" y="9"/>
                </a:cxn>
                <a:cxn ang="0">
                  <a:pos x="57" y="9"/>
                </a:cxn>
                <a:cxn ang="0">
                  <a:pos x="60" y="8"/>
                </a:cxn>
                <a:cxn ang="0">
                  <a:pos x="61" y="7"/>
                </a:cxn>
                <a:cxn ang="0">
                  <a:pos x="62" y="5"/>
                </a:cxn>
                <a:cxn ang="0">
                  <a:pos x="61" y="3"/>
                </a:cxn>
                <a:cxn ang="0">
                  <a:pos x="61" y="2"/>
                </a:cxn>
                <a:cxn ang="0">
                  <a:pos x="60" y="0"/>
                </a:cxn>
                <a:cxn ang="0">
                  <a:pos x="57" y="0"/>
                </a:cxn>
                <a:cxn ang="0">
                  <a:pos x="55" y="0"/>
                </a:cxn>
                <a:cxn ang="0">
                  <a:pos x="55" y="0"/>
                </a:cxn>
              </a:cxnLst>
              <a:rect l="0" t="0" r="r" b="b"/>
              <a:pathLst>
                <a:path w="62" h="119">
                  <a:moveTo>
                    <a:pt x="55" y="0"/>
                  </a:moveTo>
                  <a:lnTo>
                    <a:pt x="55" y="0"/>
                  </a:lnTo>
                  <a:lnTo>
                    <a:pt x="50" y="2"/>
                  </a:lnTo>
                  <a:lnTo>
                    <a:pt x="46" y="5"/>
                  </a:lnTo>
                  <a:lnTo>
                    <a:pt x="42" y="8"/>
                  </a:lnTo>
                  <a:lnTo>
                    <a:pt x="39" y="11"/>
                  </a:lnTo>
                  <a:lnTo>
                    <a:pt x="33" y="19"/>
                  </a:lnTo>
                  <a:lnTo>
                    <a:pt x="29" y="30"/>
                  </a:lnTo>
                  <a:lnTo>
                    <a:pt x="29" y="30"/>
                  </a:lnTo>
                  <a:lnTo>
                    <a:pt x="13" y="70"/>
                  </a:lnTo>
                  <a:lnTo>
                    <a:pt x="6" y="91"/>
                  </a:lnTo>
                  <a:lnTo>
                    <a:pt x="0" y="112"/>
                  </a:lnTo>
                  <a:lnTo>
                    <a:pt x="0" y="112"/>
                  </a:lnTo>
                  <a:lnTo>
                    <a:pt x="0" y="114"/>
                  </a:lnTo>
                  <a:lnTo>
                    <a:pt x="1" y="116"/>
                  </a:lnTo>
                  <a:lnTo>
                    <a:pt x="2" y="118"/>
                  </a:lnTo>
                  <a:lnTo>
                    <a:pt x="4" y="118"/>
                  </a:lnTo>
                  <a:lnTo>
                    <a:pt x="6" y="119"/>
                  </a:lnTo>
                  <a:lnTo>
                    <a:pt x="7" y="118"/>
                  </a:lnTo>
                  <a:lnTo>
                    <a:pt x="8" y="116"/>
                  </a:lnTo>
                  <a:lnTo>
                    <a:pt x="9" y="114"/>
                  </a:lnTo>
                  <a:lnTo>
                    <a:pt x="9" y="114"/>
                  </a:lnTo>
                  <a:lnTo>
                    <a:pt x="13" y="100"/>
                  </a:lnTo>
                  <a:lnTo>
                    <a:pt x="17" y="84"/>
                  </a:lnTo>
                  <a:lnTo>
                    <a:pt x="23" y="70"/>
                  </a:lnTo>
                  <a:lnTo>
                    <a:pt x="30" y="56"/>
                  </a:lnTo>
                  <a:lnTo>
                    <a:pt x="30" y="56"/>
                  </a:lnTo>
                  <a:lnTo>
                    <a:pt x="34" y="42"/>
                  </a:lnTo>
                  <a:lnTo>
                    <a:pt x="39" y="29"/>
                  </a:lnTo>
                  <a:lnTo>
                    <a:pt x="42" y="22"/>
                  </a:lnTo>
                  <a:lnTo>
                    <a:pt x="46" y="17"/>
                  </a:lnTo>
                  <a:lnTo>
                    <a:pt x="51" y="12"/>
                  </a:lnTo>
                  <a:lnTo>
                    <a:pt x="57" y="9"/>
                  </a:lnTo>
                  <a:lnTo>
                    <a:pt x="57" y="9"/>
                  </a:lnTo>
                  <a:lnTo>
                    <a:pt x="60" y="8"/>
                  </a:lnTo>
                  <a:lnTo>
                    <a:pt x="61" y="7"/>
                  </a:lnTo>
                  <a:lnTo>
                    <a:pt x="62" y="5"/>
                  </a:lnTo>
                  <a:lnTo>
                    <a:pt x="61" y="3"/>
                  </a:lnTo>
                  <a:lnTo>
                    <a:pt x="61" y="2"/>
                  </a:lnTo>
                  <a:lnTo>
                    <a:pt x="60" y="0"/>
                  </a:lnTo>
                  <a:lnTo>
                    <a:pt x="57" y="0"/>
                  </a:lnTo>
                  <a:lnTo>
                    <a:pt x="55" y="0"/>
                  </a:lnTo>
                  <a:lnTo>
                    <a:pt x="55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57" name="Freeform 173"/>
            <p:cNvSpPr/>
            <p:nvPr>
              <p:custDataLst>
                <p:tags r:id="rId12"/>
              </p:custDataLst>
            </p:nvPr>
          </p:nvSpPr>
          <p:spPr bwMode="auto">
            <a:xfrm>
              <a:off x="4403725" y="2228850"/>
              <a:ext cx="17463" cy="52388"/>
            </a:xfrm>
            <a:custGeom>
              <a:avLst/>
              <a:gdLst/>
              <a:ahLst/>
              <a:cxnLst>
                <a:cxn ang="0">
                  <a:pos x="27" y="1"/>
                </a:cxn>
                <a:cxn ang="0">
                  <a:pos x="27" y="1"/>
                </a:cxn>
                <a:cxn ang="0">
                  <a:pos x="24" y="2"/>
                </a:cxn>
                <a:cxn ang="0">
                  <a:pos x="22" y="6"/>
                </a:cxn>
                <a:cxn ang="0">
                  <a:pos x="17" y="12"/>
                </a:cxn>
                <a:cxn ang="0">
                  <a:pos x="15" y="20"/>
                </a:cxn>
                <a:cxn ang="0">
                  <a:pos x="14" y="27"/>
                </a:cxn>
                <a:cxn ang="0">
                  <a:pos x="14" y="27"/>
                </a:cxn>
                <a:cxn ang="0">
                  <a:pos x="12" y="45"/>
                </a:cxn>
                <a:cxn ang="0">
                  <a:pos x="10" y="61"/>
                </a:cxn>
                <a:cxn ang="0">
                  <a:pos x="6" y="78"/>
                </a:cxn>
                <a:cxn ang="0">
                  <a:pos x="0" y="94"/>
                </a:cxn>
                <a:cxn ang="0">
                  <a:pos x="0" y="94"/>
                </a:cxn>
                <a:cxn ang="0">
                  <a:pos x="0" y="96"/>
                </a:cxn>
                <a:cxn ang="0">
                  <a:pos x="0" y="97"/>
                </a:cxn>
                <a:cxn ang="0">
                  <a:pos x="1" y="100"/>
                </a:cxn>
                <a:cxn ang="0">
                  <a:pos x="3" y="100"/>
                </a:cxn>
                <a:cxn ang="0">
                  <a:pos x="6" y="100"/>
                </a:cxn>
                <a:cxn ang="0">
                  <a:pos x="8" y="98"/>
                </a:cxn>
                <a:cxn ang="0">
                  <a:pos x="9" y="96"/>
                </a:cxn>
                <a:cxn ang="0">
                  <a:pos x="9" y="96"/>
                </a:cxn>
                <a:cxn ang="0">
                  <a:pos x="13" y="85"/>
                </a:cxn>
                <a:cxn ang="0">
                  <a:pos x="15" y="80"/>
                </a:cxn>
                <a:cxn ang="0">
                  <a:pos x="18" y="75"/>
                </a:cxn>
                <a:cxn ang="0">
                  <a:pos x="18" y="75"/>
                </a:cxn>
                <a:cxn ang="0">
                  <a:pos x="19" y="72"/>
                </a:cxn>
                <a:cxn ang="0">
                  <a:pos x="21" y="69"/>
                </a:cxn>
                <a:cxn ang="0">
                  <a:pos x="21" y="62"/>
                </a:cxn>
                <a:cxn ang="0">
                  <a:pos x="22" y="49"/>
                </a:cxn>
                <a:cxn ang="0">
                  <a:pos x="22" y="49"/>
                </a:cxn>
                <a:cxn ang="0">
                  <a:pos x="23" y="28"/>
                </a:cxn>
                <a:cxn ang="0">
                  <a:pos x="24" y="22"/>
                </a:cxn>
                <a:cxn ang="0">
                  <a:pos x="25" y="17"/>
                </a:cxn>
                <a:cxn ang="0">
                  <a:pos x="27" y="13"/>
                </a:cxn>
                <a:cxn ang="0">
                  <a:pos x="30" y="10"/>
                </a:cxn>
                <a:cxn ang="0">
                  <a:pos x="30" y="10"/>
                </a:cxn>
                <a:cxn ang="0">
                  <a:pos x="31" y="9"/>
                </a:cxn>
                <a:cxn ang="0">
                  <a:pos x="32" y="8"/>
                </a:cxn>
                <a:cxn ang="0">
                  <a:pos x="33" y="3"/>
                </a:cxn>
                <a:cxn ang="0">
                  <a:pos x="32" y="2"/>
                </a:cxn>
                <a:cxn ang="0">
                  <a:pos x="31" y="1"/>
                </a:cxn>
                <a:cxn ang="0">
                  <a:pos x="29" y="0"/>
                </a:cxn>
                <a:cxn ang="0">
                  <a:pos x="27" y="1"/>
                </a:cxn>
                <a:cxn ang="0">
                  <a:pos x="27" y="1"/>
                </a:cxn>
              </a:cxnLst>
              <a:rect l="0" t="0" r="r" b="b"/>
              <a:pathLst>
                <a:path w="33" h="100">
                  <a:moveTo>
                    <a:pt x="27" y="1"/>
                  </a:moveTo>
                  <a:lnTo>
                    <a:pt x="27" y="1"/>
                  </a:lnTo>
                  <a:lnTo>
                    <a:pt x="24" y="2"/>
                  </a:lnTo>
                  <a:lnTo>
                    <a:pt x="22" y="6"/>
                  </a:lnTo>
                  <a:lnTo>
                    <a:pt x="17" y="12"/>
                  </a:lnTo>
                  <a:lnTo>
                    <a:pt x="15" y="20"/>
                  </a:lnTo>
                  <a:lnTo>
                    <a:pt x="14" y="27"/>
                  </a:lnTo>
                  <a:lnTo>
                    <a:pt x="14" y="27"/>
                  </a:lnTo>
                  <a:lnTo>
                    <a:pt x="12" y="45"/>
                  </a:lnTo>
                  <a:lnTo>
                    <a:pt x="10" y="61"/>
                  </a:lnTo>
                  <a:lnTo>
                    <a:pt x="6" y="78"/>
                  </a:lnTo>
                  <a:lnTo>
                    <a:pt x="0" y="94"/>
                  </a:lnTo>
                  <a:lnTo>
                    <a:pt x="0" y="94"/>
                  </a:lnTo>
                  <a:lnTo>
                    <a:pt x="0" y="96"/>
                  </a:lnTo>
                  <a:lnTo>
                    <a:pt x="0" y="97"/>
                  </a:lnTo>
                  <a:lnTo>
                    <a:pt x="1" y="100"/>
                  </a:lnTo>
                  <a:lnTo>
                    <a:pt x="3" y="100"/>
                  </a:lnTo>
                  <a:lnTo>
                    <a:pt x="6" y="100"/>
                  </a:lnTo>
                  <a:lnTo>
                    <a:pt x="8" y="98"/>
                  </a:lnTo>
                  <a:lnTo>
                    <a:pt x="9" y="96"/>
                  </a:lnTo>
                  <a:lnTo>
                    <a:pt x="9" y="96"/>
                  </a:lnTo>
                  <a:lnTo>
                    <a:pt x="13" y="85"/>
                  </a:lnTo>
                  <a:lnTo>
                    <a:pt x="15" y="80"/>
                  </a:lnTo>
                  <a:lnTo>
                    <a:pt x="18" y="75"/>
                  </a:lnTo>
                  <a:lnTo>
                    <a:pt x="18" y="75"/>
                  </a:lnTo>
                  <a:lnTo>
                    <a:pt x="19" y="72"/>
                  </a:lnTo>
                  <a:lnTo>
                    <a:pt x="21" y="69"/>
                  </a:lnTo>
                  <a:lnTo>
                    <a:pt x="21" y="62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3" y="28"/>
                  </a:lnTo>
                  <a:lnTo>
                    <a:pt x="24" y="22"/>
                  </a:lnTo>
                  <a:lnTo>
                    <a:pt x="25" y="17"/>
                  </a:lnTo>
                  <a:lnTo>
                    <a:pt x="27" y="13"/>
                  </a:lnTo>
                  <a:lnTo>
                    <a:pt x="30" y="10"/>
                  </a:lnTo>
                  <a:lnTo>
                    <a:pt x="30" y="10"/>
                  </a:lnTo>
                  <a:lnTo>
                    <a:pt x="31" y="9"/>
                  </a:lnTo>
                  <a:lnTo>
                    <a:pt x="32" y="8"/>
                  </a:lnTo>
                  <a:lnTo>
                    <a:pt x="33" y="3"/>
                  </a:lnTo>
                  <a:lnTo>
                    <a:pt x="32" y="2"/>
                  </a:lnTo>
                  <a:lnTo>
                    <a:pt x="31" y="1"/>
                  </a:lnTo>
                  <a:lnTo>
                    <a:pt x="29" y="0"/>
                  </a:lnTo>
                  <a:lnTo>
                    <a:pt x="27" y="1"/>
                  </a:lnTo>
                  <a:lnTo>
                    <a:pt x="27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58" name="Freeform 174"/>
            <p:cNvSpPr/>
            <p:nvPr>
              <p:custDataLst>
                <p:tags r:id="rId13"/>
              </p:custDataLst>
            </p:nvPr>
          </p:nvSpPr>
          <p:spPr bwMode="auto">
            <a:xfrm>
              <a:off x="4340225" y="2436813"/>
              <a:ext cx="4763" cy="42863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76"/>
                </a:cxn>
                <a:cxn ang="0">
                  <a:pos x="0" y="76"/>
                </a:cxn>
                <a:cxn ang="0">
                  <a:pos x="1" y="78"/>
                </a:cxn>
                <a:cxn ang="0">
                  <a:pos x="2" y="79"/>
                </a:cxn>
                <a:cxn ang="0">
                  <a:pos x="3" y="80"/>
                </a:cxn>
                <a:cxn ang="0">
                  <a:pos x="5" y="80"/>
                </a:cxn>
                <a:cxn ang="0">
                  <a:pos x="6" y="80"/>
                </a:cxn>
                <a:cxn ang="0">
                  <a:pos x="8" y="79"/>
                </a:cxn>
                <a:cxn ang="0">
                  <a:pos x="9" y="78"/>
                </a:cxn>
                <a:cxn ang="0">
                  <a:pos x="9" y="76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9" y="3"/>
                </a:cxn>
                <a:cxn ang="0">
                  <a:pos x="8" y="2"/>
                </a:cxn>
                <a:cxn ang="0">
                  <a:pos x="6" y="1"/>
                </a:cxn>
                <a:cxn ang="0">
                  <a:pos x="5" y="0"/>
                </a:cxn>
                <a:cxn ang="0">
                  <a:pos x="3" y="1"/>
                </a:cxn>
                <a:cxn ang="0">
                  <a:pos x="2" y="2"/>
                </a:cxn>
                <a:cxn ang="0">
                  <a:pos x="1" y="3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9" h="80">
                  <a:moveTo>
                    <a:pt x="0" y="5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" y="78"/>
                  </a:lnTo>
                  <a:lnTo>
                    <a:pt x="2" y="79"/>
                  </a:lnTo>
                  <a:lnTo>
                    <a:pt x="3" y="80"/>
                  </a:lnTo>
                  <a:lnTo>
                    <a:pt x="5" y="80"/>
                  </a:lnTo>
                  <a:lnTo>
                    <a:pt x="6" y="80"/>
                  </a:lnTo>
                  <a:lnTo>
                    <a:pt x="8" y="79"/>
                  </a:lnTo>
                  <a:lnTo>
                    <a:pt x="9" y="78"/>
                  </a:lnTo>
                  <a:lnTo>
                    <a:pt x="9" y="76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8" y="2"/>
                  </a:lnTo>
                  <a:lnTo>
                    <a:pt x="6" y="1"/>
                  </a:lnTo>
                  <a:lnTo>
                    <a:pt x="5" y="0"/>
                  </a:lnTo>
                  <a:lnTo>
                    <a:pt x="3" y="1"/>
                  </a:lnTo>
                  <a:lnTo>
                    <a:pt x="2" y="2"/>
                  </a:lnTo>
                  <a:lnTo>
                    <a:pt x="1" y="3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59" name="Freeform 175"/>
            <p:cNvSpPr/>
            <p:nvPr>
              <p:custDataLst>
                <p:tags r:id="rId14"/>
              </p:custDataLst>
            </p:nvPr>
          </p:nvSpPr>
          <p:spPr bwMode="auto">
            <a:xfrm>
              <a:off x="4370388" y="2460625"/>
              <a:ext cx="11113" cy="65088"/>
            </a:xfrm>
            <a:custGeom>
              <a:avLst/>
              <a:gdLst/>
              <a:ahLst/>
              <a:cxnLst>
                <a:cxn ang="0">
                  <a:pos x="12" y="2"/>
                </a:cxn>
                <a:cxn ang="0">
                  <a:pos x="12" y="2"/>
                </a:cxn>
                <a:cxn ang="0">
                  <a:pos x="9" y="9"/>
                </a:cxn>
                <a:cxn ang="0">
                  <a:pos x="7" y="15"/>
                </a:cxn>
                <a:cxn ang="0">
                  <a:pos x="3" y="29"/>
                </a:cxn>
                <a:cxn ang="0">
                  <a:pos x="1" y="44"/>
                </a:cxn>
                <a:cxn ang="0">
                  <a:pos x="0" y="59"/>
                </a:cxn>
                <a:cxn ang="0">
                  <a:pos x="1" y="90"/>
                </a:cxn>
                <a:cxn ang="0">
                  <a:pos x="2" y="118"/>
                </a:cxn>
                <a:cxn ang="0">
                  <a:pos x="2" y="118"/>
                </a:cxn>
                <a:cxn ang="0">
                  <a:pos x="3" y="120"/>
                </a:cxn>
                <a:cxn ang="0">
                  <a:pos x="4" y="122"/>
                </a:cxn>
                <a:cxn ang="0">
                  <a:pos x="5" y="123"/>
                </a:cxn>
                <a:cxn ang="0">
                  <a:pos x="7" y="123"/>
                </a:cxn>
                <a:cxn ang="0">
                  <a:pos x="9" y="123"/>
                </a:cxn>
                <a:cxn ang="0">
                  <a:pos x="10" y="122"/>
                </a:cxn>
                <a:cxn ang="0">
                  <a:pos x="11" y="120"/>
                </a:cxn>
                <a:cxn ang="0">
                  <a:pos x="11" y="118"/>
                </a:cxn>
                <a:cxn ang="0">
                  <a:pos x="11" y="118"/>
                </a:cxn>
                <a:cxn ang="0">
                  <a:pos x="10" y="91"/>
                </a:cxn>
                <a:cxn ang="0">
                  <a:pos x="10" y="61"/>
                </a:cxn>
                <a:cxn ang="0">
                  <a:pos x="10" y="47"/>
                </a:cxn>
                <a:cxn ang="0">
                  <a:pos x="12" y="32"/>
                </a:cxn>
                <a:cxn ang="0">
                  <a:pos x="15" y="19"/>
                </a:cxn>
                <a:cxn ang="0">
                  <a:pos x="17" y="13"/>
                </a:cxn>
                <a:cxn ang="0">
                  <a:pos x="20" y="8"/>
                </a:cxn>
                <a:cxn ang="0">
                  <a:pos x="20" y="8"/>
                </a:cxn>
                <a:cxn ang="0">
                  <a:pos x="22" y="5"/>
                </a:cxn>
                <a:cxn ang="0">
                  <a:pos x="20" y="3"/>
                </a:cxn>
                <a:cxn ang="0">
                  <a:pos x="19" y="1"/>
                </a:cxn>
                <a:cxn ang="0">
                  <a:pos x="18" y="0"/>
                </a:cxn>
                <a:cxn ang="0">
                  <a:pos x="17" y="0"/>
                </a:cxn>
                <a:cxn ang="0">
                  <a:pos x="15" y="0"/>
                </a:cxn>
                <a:cxn ang="0">
                  <a:pos x="13" y="0"/>
                </a:cxn>
                <a:cxn ang="0">
                  <a:pos x="12" y="2"/>
                </a:cxn>
                <a:cxn ang="0">
                  <a:pos x="12" y="2"/>
                </a:cxn>
              </a:cxnLst>
              <a:rect l="0" t="0" r="r" b="b"/>
              <a:pathLst>
                <a:path w="22" h="123">
                  <a:moveTo>
                    <a:pt x="12" y="2"/>
                  </a:moveTo>
                  <a:lnTo>
                    <a:pt x="12" y="2"/>
                  </a:lnTo>
                  <a:lnTo>
                    <a:pt x="9" y="9"/>
                  </a:lnTo>
                  <a:lnTo>
                    <a:pt x="7" y="15"/>
                  </a:lnTo>
                  <a:lnTo>
                    <a:pt x="3" y="29"/>
                  </a:lnTo>
                  <a:lnTo>
                    <a:pt x="1" y="44"/>
                  </a:lnTo>
                  <a:lnTo>
                    <a:pt x="0" y="59"/>
                  </a:lnTo>
                  <a:lnTo>
                    <a:pt x="1" y="90"/>
                  </a:lnTo>
                  <a:lnTo>
                    <a:pt x="2" y="118"/>
                  </a:lnTo>
                  <a:lnTo>
                    <a:pt x="2" y="118"/>
                  </a:lnTo>
                  <a:lnTo>
                    <a:pt x="3" y="120"/>
                  </a:lnTo>
                  <a:lnTo>
                    <a:pt x="4" y="122"/>
                  </a:lnTo>
                  <a:lnTo>
                    <a:pt x="5" y="123"/>
                  </a:lnTo>
                  <a:lnTo>
                    <a:pt x="7" y="123"/>
                  </a:lnTo>
                  <a:lnTo>
                    <a:pt x="9" y="123"/>
                  </a:lnTo>
                  <a:lnTo>
                    <a:pt x="10" y="122"/>
                  </a:lnTo>
                  <a:lnTo>
                    <a:pt x="11" y="120"/>
                  </a:lnTo>
                  <a:lnTo>
                    <a:pt x="11" y="118"/>
                  </a:lnTo>
                  <a:lnTo>
                    <a:pt x="11" y="118"/>
                  </a:lnTo>
                  <a:lnTo>
                    <a:pt x="10" y="91"/>
                  </a:lnTo>
                  <a:lnTo>
                    <a:pt x="10" y="61"/>
                  </a:lnTo>
                  <a:lnTo>
                    <a:pt x="10" y="47"/>
                  </a:lnTo>
                  <a:lnTo>
                    <a:pt x="12" y="32"/>
                  </a:lnTo>
                  <a:lnTo>
                    <a:pt x="15" y="19"/>
                  </a:lnTo>
                  <a:lnTo>
                    <a:pt x="17" y="13"/>
                  </a:lnTo>
                  <a:lnTo>
                    <a:pt x="20" y="8"/>
                  </a:lnTo>
                  <a:lnTo>
                    <a:pt x="20" y="8"/>
                  </a:lnTo>
                  <a:lnTo>
                    <a:pt x="22" y="5"/>
                  </a:lnTo>
                  <a:lnTo>
                    <a:pt x="20" y="3"/>
                  </a:lnTo>
                  <a:lnTo>
                    <a:pt x="19" y="1"/>
                  </a:lnTo>
                  <a:lnTo>
                    <a:pt x="18" y="0"/>
                  </a:lnTo>
                  <a:lnTo>
                    <a:pt x="17" y="0"/>
                  </a:lnTo>
                  <a:lnTo>
                    <a:pt x="15" y="0"/>
                  </a:lnTo>
                  <a:lnTo>
                    <a:pt x="13" y="0"/>
                  </a:lnTo>
                  <a:lnTo>
                    <a:pt x="12" y="2"/>
                  </a:lnTo>
                  <a:lnTo>
                    <a:pt x="12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60" name="Freeform 176"/>
            <p:cNvSpPr/>
            <p:nvPr>
              <p:custDataLst>
                <p:tags r:id="rId15"/>
              </p:custDataLst>
            </p:nvPr>
          </p:nvSpPr>
          <p:spPr bwMode="auto">
            <a:xfrm>
              <a:off x="4395788" y="2492375"/>
              <a:ext cx="7938" cy="55563"/>
            </a:xfrm>
            <a:custGeom>
              <a:avLst/>
              <a:gdLst/>
              <a:ahLst/>
              <a:cxnLst>
                <a:cxn ang="0">
                  <a:pos x="6" y="5"/>
                </a:cxn>
                <a:cxn ang="0">
                  <a:pos x="6" y="5"/>
                </a:cxn>
                <a:cxn ang="0">
                  <a:pos x="5" y="29"/>
                </a:cxn>
                <a:cxn ang="0">
                  <a:pos x="2" y="53"/>
                </a:cxn>
                <a:cxn ang="0">
                  <a:pos x="1" y="77"/>
                </a:cxn>
                <a:cxn ang="0">
                  <a:pos x="0" y="100"/>
                </a:cxn>
                <a:cxn ang="0">
                  <a:pos x="0" y="100"/>
                </a:cxn>
                <a:cxn ang="0">
                  <a:pos x="1" y="102"/>
                </a:cxn>
                <a:cxn ang="0">
                  <a:pos x="2" y="104"/>
                </a:cxn>
                <a:cxn ang="0">
                  <a:pos x="4" y="105"/>
                </a:cxn>
                <a:cxn ang="0">
                  <a:pos x="6" y="105"/>
                </a:cxn>
                <a:cxn ang="0">
                  <a:pos x="7" y="105"/>
                </a:cxn>
                <a:cxn ang="0">
                  <a:pos x="9" y="104"/>
                </a:cxn>
                <a:cxn ang="0">
                  <a:pos x="10" y="102"/>
                </a:cxn>
                <a:cxn ang="0">
                  <a:pos x="10" y="100"/>
                </a:cxn>
                <a:cxn ang="0">
                  <a:pos x="10" y="100"/>
                </a:cxn>
                <a:cxn ang="0">
                  <a:pos x="11" y="77"/>
                </a:cxn>
                <a:cxn ang="0">
                  <a:pos x="13" y="53"/>
                </a:cxn>
                <a:cxn ang="0">
                  <a:pos x="14" y="29"/>
                </a:cxn>
                <a:cxn ang="0">
                  <a:pos x="15" y="5"/>
                </a:cxn>
                <a:cxn ang="0">
                  <a:pos x="15" y="5"/>
                </a:cxn>
                <a:cxn ang="0">
                  <a:pos x="15" y="3"/>
                </a:cxn>
                <a:cxn ang="0">
                  <a:pos x="14" y="2"/>
                </a:cxn>
                <a:cxn ang="0">
                  <a:pos x="12" y="1"/>
                </a:cxn>
                <a:cxn ang="0">
                  <a:pos x="10" y="0"/>
                </a:cxn>
                <a:cxn ang="0">
                  <a:pos x="9" y="1"/>
                </a:cxn>
                <a:cxn ang="0">
                  <a:pos x="7" y="2"/>
                </a:cxn>
                <a:cxn ang="0">
                  <a:pos x="6" y="3"/>
                </a:cxn>
                <a:cxn ang="0">
                  <a:pos x="6" y="5"/>
                </a:cxn>
                <a:cxn ang="0">
                  <a:pos x="6" y="5"/>
                </a:cxn>
              </a:cxnLst>
              <a:rect l="0" t="0" r="r" b="b"/>
              <a:pathLst>
                <a:path w="15" h="105">
                  <a:moveTo>
                    <a:pt x="6" y="5"/>
                  </a:moveTo>
                  <a:lnTo>
                    <a:pt x="6" y="5"/>
                  </a:lnTo>
                  <a:lnTo>
                    <a:pt x="5" y="29"/>
                  </a:lnTo>
                  <a:lnTo>
                    <a:pt x="2" y="53"/>
                  </a:lnTo>
                  <a:lnTo>
                    <a:pt x="1" y="77"/>
                  </a:lnTo>
                  <a:lnTo>
                    <a:pt x="0" y="100"/>
                  </a:lnTo>
                  <a:lnTo>
                    <a:pt x="0" y="100"/>
                  </a:lnTo>
                  <a:lnTo>
                    <a:pt x="1" y="102"/>
                  </a:lnTo>
                  <a:lnTo>
                    <a:pt x="2" y="104"/>
                  </a:lnTo>
                  <a:lnTo>
                    <a:pt x="4" y="105"/>
                  </a:lnTo>
                  <a:lnTo>
                    <a:pt x="6" y="105"/>
                  </a:lnTo>
                  <a:lnTo>
                    <a:pt x="7" y="105"/>
                  </a:lnTo>
                  <a:lnTo>
                    <a:pt x="9" y="104"/>
                  </a:lnTo>
                  <a:lnTo>
                    <a:pt x="10" y="102"/>
                  </a:lnTo>
                  <a:lnTo>
                    <a:pt x="10" y="100"/>
                  </a:lnTo>
                  <a:lnTo>
                    <a:pt x="10" y="100"/>
                  </a:lnTo>
                  <a:lnTo>
                    <a:pt x="11" y="77"/>
                  </a:lnTo>
                  <a:lnTo>
                    <a:pt x="13" y="53"/>
                  </a:lnTo>
                  <a:lnTo>
                    <a:pt x="14" y="29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3"/>
                  </a:lnTo>
                  <a:lnTo>
                    <a:pt x="14" y="2"/>
                  </a:lnTo>
                  <a:lnTo>
                    <a:pt x="12" y="1"/>
                  </a:lnTo>
                  <a:lnTo>
                    <a:pt x="10" y="0"/>
                  </a:lnTo>
                  <a:lnTo>
                    <a:pt x="9" y="1"/>
                  </a:lnTo>
                  <a:lnTo>
                    <a:pt x="7" y="2"/>
                  </a:lnTo>
                  <a:lnTo>
                    <a:pt x="6" y="3"/>
                  </a:lnTo>
                  <a:lnTo>
                    <a:pt x="6" y="5"/>
                  </a:lnTo>
                  <a:lnTo>
                    <a:pt x="6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61" name="Freeform 177"/>
            <p:cNvSpPr/>
            <p:nvPr>
              <p:custDataLst>
                <p:tags r:id="rId16"/>
              </p:custDataLst>
            </p:nvPr>
          </p:nvSpPr>
          <p:spPr bwMode="auto">
            <a:xfrm>
              <a:off x="4424363" y="2520950"/>
              <a:ext cx="4763" cy="71438"/>
            </a:xfrm>
            <a:custGeom>
              <a:avLst/>
              <a:gdLst/>
              <a:ahLst/>
              <a:cxnLst>
                <a:cxn ang="0">
                  <a:pos x="0" y="4"/>
                </a:cxn>
                <a:cxn ang="0">
                  <a:pos x="0" y="132"/>
                </a:cxn>
                <a:cxn ang="0">
                  <a:pos x="0" y="132"/>
                </a:cxn>
                <a:cxn ang="0">
                  <a:pos x="0" y="134"/>
                </a:cxn>
                <a:cxn ang="0">
                  <a:pos x="1" y="136"/>
                </a:cxn>
                <a:cxn ang="0">
                  <a:pos x="3" y="136"/>
                </a:cxn>
                <a:cxn ang="0">
                  <a:pos x="4" y="137"/>
                </a:cxn>
                <a:cxn ang="0">
                  <a:pos x="6" y="136"/>
                </a:cxn>
                <a:cxn ang="0">
                  <a:pos x="7" y="136"/>
                </a:cxn>
                <a:cxn ang="0">
                  <a:pos x="8" y="134"/>
                </a:cxn>
                <a:cxn ang="0">
                  <a:pos x="9" y="132"/>
                </a:cxn>
                <a:cxn ang="0">
                  <a:pos x="9" y="4"/>
                </a:cxn>
                <a:cxn ang="0">
                  <a:pos x="9" y="4"/>
                </a:cxn>
                <a:cxn ang="0">
                  <a:pos x="8" y="2"/>
                </a:cxn>
                <a:cxn ang="0">
                  <a:pos x="7" y="1"/>
                </a:cxn>
                <a:cxn ang="0">
                  <a:pos x="6" y="0"/>
                </a:cxn>
                <a:cxn ang="0">
                  <a:pos x="4" y="0"/>
                </a:cxn>
                <a:cxn ang="0">
                  <a:pos x="3" y="0"/>
                </a:cxn>
                <a:cxn ang="0">
                  <a:pos x="1" y="1"/>
                </a:cxn>
                <a:cxn ang="0">
                  <a:pos x="0" y="2"/>
                </a:cxn>
                <a:cxn ang="0">
                  <a:pos x="0" y="4"/>
                </a:cxn>
                <a:cxn ang="0">
                  <a:pos x="0" y="4"/>
                </a:cxn>
              </a:cxnLst>
              <a:rect l="0" t="0" r="r" b="b"/>
              <a:pathLst>
                <a:path w="9" h="137">
                  <a:moveTo>
                    <a:pt x="0" y="4"/>
                  </a:moveTo>
                  <a:lnTo>
                    <a:pt x="0" y="132"/>
                  </a:lnTo>
                  <a:lnTo>
                    <a:pt x="0" y="132"/>
                  </a:lnTo>
                  <a:lnTo>
                    <a:pt x="0" y="134"/>
                  </a:lnTo>
                  <a:lnTo>
                    <a:pt x="1" y="136"/>
                  </a:lnTo>
                  <a:lnTo>
                    <a:pt x="3" y="136"/>
                  </a:lnTo>
                  <a:lnTo>
                    <a:pt x="4" y="137"/>
                  </a:lnTo>
                  <a:lnTo>
                    <a:pt x="6" y="136"/>
                  </a:lnTo>
                  <a:lnTo>
                    <a:pt x="7" y="136"/>
                  </a:lnTo>
                  <a:lnTo>
                    <a:pt x="8" y="134"/>
                  </a:lnTo>
                  <a:lnTo>
                    <a:pt x="9" y="132"/>
                  </a:lnTo>
                  <a:lnTo>
                    <a:pt x="9" y="4"/>
                  </a:lnTo>
                  <a:lnTo>
                    <a:pt x="9" y="4"/>
                  </a:lnTo>
                  <a:lnTo>
                    <a:pt x="8" y="2"/>
                  </a:lnTo>
                  <a:lnTo>
                    <a:pt x="7" y="1"/>
                  </a:lnTo>
                  <a:lnTo>
                    <a:pt x="6" y="0"/>
                  </a:lnTo>
                  <a:lnTo>
                    <a:pt x="4" y="0"/>
                  </a:lnTo>
                  <a:lnTo>
                    <a:pt x="3" y="0"/>
                  </a:lnTo>
                  <a:lnTo>
                    <a:pt x="1" y="1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62" name="Freeform 178"/>
            <p:cNvSpPr/>
            <p:nvPr>
              <p:custDataLst>
                <p:tags r:id="rId17"/>
              </p:custDataLst>
            </p:nvPr>
          </p:nvSpPr>
          <p:spPr bwMode="auto">
            <a:xfrm>
              <a:off x="4451350" y="2547938"/>
              <a:ext cx="7938" cy="68263"/>
            </a:xfrm>
            <a:custGeom>
              <a:avLst/>
              <a:gdLst/>
              <a:ahLst/>
              <a:cxnLst>
                <a:cxn ang="0">
                  <a:pos x="5" y="5"/>
                </a:cxn>
                <a:cxn ang="0">
                  <a:pos x="5" y="5"/>
                </a:cxn>
                <a:cxn ang="0">
                  <a:pos x="2" y="33"/>
                </a:cxn>
                <a:cxn ang="0">
                  <a:pos x="1" y="47"/>
                </a:cxn>
                <a:cxn ang="0">
                  <a:pos x="0" y="62"/>
                </a:cxn>
                <a:cxn ang="0">
                  <a:pos x="0" y="124"/>
                </a:cxn>
                <a:cxn ang="0">
                  <a:pos x="0" y="124"/>
                </a:cxn>
                <a:cxn ang="0">
                  <a:pos x="1" y="126"/>
                </a:cxn>
                <a:cxn ang="0">
                  <a:pos x="2" y="127"/>
                </a:cxn>
                <a:cxn ang="0">
                  <a:pos x="3" y="128"/>
                </a:cxn>
                <a:cxn ang="0">
                  <a:pos x="5" y="128"/>
                </a:cxn>
                <a:cxn ang="0">
                  <a:pos x="6" y="128"/>
                </a:cxn>
                <a:cxn ang="0">
                  <a:pos x="8" y="127"/>
                </a:cxn>
                <a:cxn ang="0">
                  <a:pos x="9" y="126"/>
                </a:cxn>
                <a:cxn ang="0">
                  <a:pos x="9" y="124"/>
                </a:cxn>
                <a:cxn ang="0">
                  <a:pos x="9" y="69"/>
                </a:cxn>
                <a:cxn ang="0">
                  <a:pos x="9" y="69"/>
                </a:cxn>
                <a:cxn ang="0">
                  <a:pos x="10" y="52"/>
                </a:cxn>
                <a:cxn ang="0">
                  <a:pos x="11" y="37"/>
                </a:cxn>
                <a:cxn ang="0">
                  <a:pos x="14" y="5"/>
                </a:cxn>
                <a:cxn ang="0">
                  <a:pos x="14" y="5"/>
                </a:cxn>
                <a:cxn ang="0">
                  <a:pos x="14" y="3"/>
                </a:cxn>
                <a:cxn ang="0">
                  <a:pos x="13" y="2"/>
                </a:cxn>
                <a:cxn ang="0">
                  <a:pos x="11" y="1"/>
                </a:cxn>
                <a:cxn ang="0">
                  <a:pos x="10" y="0"/>
                </a:cxn>
                <a:cxn ang="0">
                  <a:pos x="6" y="2"/>
                </a:cxn>
                <a:cxn ang="0">
                  <a:pos x="5" y="3"/>
                </a:cxn>
                <a:cxn ang="0">
                  <a:pos x="5" y="5"/>
                </a:cxn>
                <a:cxn ang="0">
                  <a:pos x="5" y="5"/>
                </a:cxn>
              </a:cxnLst>
              <a:rect l="0" t="0" r="r" b="b"/>
              <a:pathLst>
                <a:path w="14" h="128">
                  <a:moveTo>
                    <a:pt x="5" y="5"/>
                  </a:moveTo>
                  <a:lnTo>
                    <a:pt x="5" y="5"/>
                  </a:lnTo>
                  <a:lnTo>
                    <a:pt x="2" y="33"/>
                  </a:lnTo>
                  <a:lnTo>
                    <a:pt x="1" y="47"/>
                  </a:lnTo>
                  <a:lnTo>
                    <a:pt x="0" y="62"/>
                  </a:lnTo>
                  <a:lnTo>
                    <a:pt x="0" y="124"/>
                  </a:lnTo>
                  <a:lnTo>
                    <a:pt x="0" y="124"/>
                  </a:lnTo>
                  <a:lnTo>
                    <a:pt x="1" y="126"/>
                  </a:lnTo>
                  <a:lnTo>
                    <a:pt x="2" y="127"/>
                  </a:lnTo>
                  <a:lnTo>
                    <a:pt x="3" y="128"/>
                  </a:lnTo>
                  <a:lnTo>
                    <a:pt x="5" y="128"/>
                  </a:lnTo>
                  <a:lnTo>
                    <a:pt x="6" y="128"/>
                  </a:lnTo>
                  <a:lnTo>
                    <a:pt x="8" y="127"/>
                  </a:lnTo>
                  <a:lnTo>
                    <a:pt x="9" y="126"/>
                  </a:lnTo>
                  <a:lnTo>
                    <a:pt x="9" y="124"/>
                  </a:lnTo>
                  <a:lnTo>
                    <a:pt x="9" y="69"/>
                  </a:lnTo>
                  <a:lnTo>
                    <a:pt x="9" y="69"/>
                  </a:lnTo>
                  <a:lnTo>
                    <a:pt x="10" y="52"/>
                  </a:lnTo>
                  <a:lnTo>
                    <a:pt x="11" y="37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3"/>
                  </a:lnTo>
                  <a:lnTo>
                    <a:pt x="13" y="2"/>
                  </a:lnTo>
                  <a:lnTo>
                    <a:pt x="11" y="1"/>
                  </a:lnTo>
                  <a:lnTo>
                    <a:pt x="10" y="0"/>
                  </a:lnTo>
                  <a:lnTo>
                    <a:pt x="6" y="2"/>
                  </a:lnTo>
                  <a:lnTo>
                    <a:pt x="5" y="3"/>
                  </a:lnTo>
                  <a:lnTo>
                    <a:pt x="5" y="5"/>
                  </a:lnTo>
                  <a:lnTo>
                    <a:pt x="5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63" name="Freeform 179"/>
            <p:cNvSpPr/>
            <p:nvPr>
              <p:custDataLst>
                <p:tags r:id="rId18"/>
              </p:custDataLst>
            </p:nvPr>
          </p:nvSpPr>
          <p:spPr bwMode="auto">
            <a:xfrm>
              <a:off x="4478338" y="2578100"/>
              <a:ext cx="6350" cy="55563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100"/>
                </a:cxn>
                <a:cxn ang="0">
                  <a:pos x="0" y="100"/>
                </a:cxn>
                <a:cxn ang="0">
                  <a:pos x="0" y="102"/>
                </a:cxn>
                <a:cxn ang="0">
                  <a:pos x="1" y="103"/>
                </a:cxn>
                <a:cxn ang="0">
                  <a:pos x="4" y="104"/>
                </a:cxn>
                <a:cxn ang="0">
                  <a:pos x="5" y="104"/>
                </a:cxn>
                <a:cxn ang="0">
                  <a:pos x="7" y="104"/>
                </a:cxn>
                <a:cxn ang="0">
                  <a:pos x="8" y="103"/>
                </a:cxn>
                <a:cxn ang="0">
                  <a:pos x="9" y="102"/>
                </a:cxn>
                <a:cxn ang="0">
                  <a:pos x="10" y="100"/>
                </a:cxn>
                <a:cxn ang="0">
                  <a:pos x="10" y="5"/>
                </a:cxn>
                <a:cxn ang="0">
                  <a:pos x="10" y="5"/>
                </a:cxn>
                <a:cxn ang="0">
                  <a:pos x="9" y="2"/>
                </a:cxn>
                <a:cxn ang="0">
                  <a:pos x="8" y="1"/>
                </a:cxn>
                <a:cxn ang="0">
                  <a:pos x="7" y="0"/>
                </a:cxn>
                <a:cxn ang="0">
                  <a:pos x="5" y="0"/>
                </a:cxn>
                <a:cxn ang="0">
                  <a:pos x="4" y="0"/>
                </a:cxn>
                <a:cxn ang="0">
                  <a:pos x="1" y="1"/>
                </a:cxn>
                <a:cxn ang="0">
                  <a:pos x="0" y="2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10" h="104">
                  <a:moveTo>
                    <a:pt x="0" y="5"/>
                  </a:moveTo>
                  <a:lnTo>
                    <a:pt x="0" y="100"/>
                  </a:lnTo>
                  <a:lnTo>
                    <a:pt x="0" y="100"/>
                  </a:lnTo>
                  <a:lnTo>
                    <a:pt x="0" y="102"/>
                  </a:lnTo>
                  <a:lnTo>
                    <a:pt x="1" y="103"/>
                  </a:lnTo>
                  <a:lnTo>
                    <a:pt x="4" y="104"/>
                  </a:lnTo>
                  <a:lnTo>
                    <a:pt x="5" y="104"/>
                  </a:lnTo>
                  <a:lnTo>
                    <a:pt x="7" y="104"/>
                  </a:lnTo>
                  <a:lnTo>
                    <a:pt x="8" y="103"/>
                  </a:lnTo>
                  <a:lnTo>
                    <a:pt x="9" y="102"/>
                  </a:lnTo>
                  <a:lnTo>
                    <a:pt x="10" y="100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9" y="2"/>
                  </a:lnTo>
                  <a:lnTo>
                    <a:pt x="8" y="1"/>
                  </a:lnTo>
                  <a:lnTo>
                    <a:pt x="7" y="0"/>
                  </a:lnTo>
                  <a:lnTo>
                    <a:pt x="5" y="0"/>
                  </a:lnTo>
                  <a:lnTo>
                    <a:pt x="4" y="0"/>
                  </a:lnTo>
                  <a:lnTo>
                    <a:pt x="1" y="1"/>
                  </a:lnTo>
                  <a:lnTo>
                    <a:pt x="0" y="2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64" name="Freeform 180"/>
            <p:cNvSpPr/>
            <p:nvPr>
              <p:custDataLst>
                <p:tags r:id="rId19"/>
              </p:custDataLst>
            </p:nvPr>
          </p:nvSpPr>
          <p:spPr bwMode="auto">
            <a:xfrm>
              <a:off x="4500563" y="2608263"/>
              <a:ext cx="7938" cy="49213"/>
            </a:xfrm>
            <a:custGeom>
              <a:avLst/>
              <a:gdLst/>
              <a:ahLst/>
              <a:cxnLst>
                <a:cxn ang="0">
                  <a:pos x="15" y="88"/>
                </a:cxn>
                <a:cxn ang="0">
                  <a:pos x="15" y="88"/>
                </a:cxn>
                <a:cxn ang="0">
                  <a:pos x="12" y="79"/>
                </a:cxn>
                <a:cxn ang="0">
                  <a:pos x="10" y="68"/>
                </a:cxn>
                <a:cxn ang="0">
                  <a:pos x="9" y="57"/>
                </a:cxn>
                <a:cxn ang="0">
                  <a:pos x="9" y="47"/>
                </a:cxn>
                <a:cxn ang="0">
                  <a:pos x="9" y="25"/>
                </a:cxn>
                <a:cxn ang="0">
                  <a:pos x="10" y="4"/>
                </a:cxn>
                <a:cxn ang="0">
                  <a:pos x="10" y="4"/>
                </a:cxn>
                <a:cxn ang="0">
                  <a:pos x="10" y="2"/>
                </a:cxn>
                <a:cxn ang="0">
                  <a:pos x="9" y="1"/>
                </a:cxn>
                <a:cxn ang="0">
                  <a:pos x="7" y="0"/>
                </a:cxn>
                <a:cxn ang="0">
                  <a:pos x="6" y="0"/>
                </a:cxn>
                <a:cxn ang="0">
                  <a:pos x="4" y="0"/>
                </a:cxn>
                <a:cxn ang="0">
                  <a:pos x="2" y="1"/>
                </a:cxn>
                <a:cxn ang="0">
                  <a:pos x="1" y="2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0" y="26"/>
                </a:cxn>
                <a:cxn ang="0">
                  <a:pos x="0" y="48"/>
                </a:cxn>
                <a:cxn ang="0">
                  <a:pos x="0" y="59"/>
                </a:cxn>
                <a:cxn ang="0">
                  <a:pos x="1" y="69"/>
                </a:cxn>
                <a:cxn ang="0">
                  <a:pos x="3" y="81"/>
                </a:cxn>
                <a:cxn ang="0">
                  <a:pos x="6" y="91"/>
                </a:cxn>
                <a:cxn ang="0">
                  <a:pos x="6" y="91"/>
                </a:cxn>
                <a:cxn ang="0">
                  <a:pos x="7" y="93"/>
                </a:cxn>
                <a:cxn ang="0">
                  <a:pos x="8" y="94"/>
                </a:cxn>
                <a:cxn ang="0">
                  <a:pos x="10" y="94"/>
                </a:cxn>
                <a:cxn ang="0">
                  <a:pos x="12" y="94"/>
                </a:cxn>
                <a:cxn ang="0">
                  <a:pos x="13" y="93"/>
                </a:cxn>
                <a:cxn ang="0">
                  <a:pos x="14" y="92"/>
                </a:cxn>
                <a:cxn ang="0">
                  <a:pos x="15" y="90"/>
                </a:cxn>
                <a:cxn ang="0">
                  <a:pos x="15" y="88"/>
                </a:cxn>
                <a:cxn ang="0">
                  <a:pos x="15" y="88"/>
                </a:cxn>
              </a:cxnLst>
              <a:rect l="0" t="0" r="r" b="b"/>
              <a:pathLst>
                <a:path w="15" h="94">
                  <a:moveTo>
                    <a:pt x="15" y="88"/>
                  </a:moveTo>
                  <a:lnTo>
                    <a:pt x="15" y="88"/>
                  </a:lnTo>
                  <a:lnTo>
                    <a:pt x="12" y="79"/>
                  </a:lnTo>
                  <a:lnTo>
                    <a:pt x="10" y="68"/>
                  </a:lnTo>
                  <a:lnTo>
                    <a:pt x="9" y="57"/>
                  </a:lnTo>
                  <a:lnTo>
                    <a:pt x="9" y="47"/>
                  </a:lnTo>
                  <a:lnTo>
                    <a:pt x="9" y="25"/>
                  </a:lnTo>
                  <a:lnTo>
                    <a:pt x="10" y="4"/>
                  </a:lnTo>
                  <a:lnTo>
                    <a:pt x="10" y="4"/>
                  </a:lnTo>
                  <a:lnTo>
                    <a:pt x="10" y="2"/>
                  </a:lnTo>
                  <a:lnTo>
                    <a:pt x="9" y="1"/>
                  </a:lnTo>
                  <a:lnTo>
                    <a:pt x="7" y="0"/>
                  </a:lnTo>
                  <a:lnTo>
                    <a:pt x="6" y="0"/>
                  </a:lnTo>
                  <a:lnTo>
                    <a:pt x="4" y="0"/>
                  </a:lnTo>
                  <a:lnTo>
                    <a:pt x="2" y="1"/>
                  </a:lnTo>
                  <a:lnTo>
                    <a:pt x="1" y="2"/>
                  </a:lnTo>
                  <a:lnTo>
                    <a:pt x="1" y="4"/>
                  </a:lnTo>
                  <a:lnTo>
                    <a:pt x="1" y="4"/>
                  </a:lnTo>
                  <a:lnTo>
                    <a:pt x="0" y="26"/>
                  </a:lnTo>
                  <a:lnTo>
                    <a:pt x="0" y="48"/>
                  </a:lnTo>
                  <a:lnTo>
                    <a:pt x="0" y="59"/>
                  </a:lnTo>
                  <a:lnTo>
                    <a:pt x="1" y="69"/>
                  </a:lnTo>
                  <a:lnTo>
                    <a:pt x="3" y="81"/>
                  </a:lnTo>
                  <a:lnTo>
                    <a:pt x="6" y="91"/>
                  </a:lnTo>
                  <a:lnTo>
                    <a:pt x="6" y="91"/>
                  </a:lnTo>
                  <a:lnTo>
                    <a:pt x="7" y="93"/>
                  </a:lnTo>
                  <a:lnTo>
                    <a:pt x="8" y="94"/>
                  </a:lnTo>
                  <a:lnTo>
                    <a:pt x="10" y="94"/>
                  </a:lnTo>
                  <a:lnTo>
                    <a:pt x="12" y="94"/>
                  </a:lnTo>
                  <a:lnTo>
                    <a:pt x="13" y="93"/>
                  </a:lnTo>
                  <a:lnTo>
                    <a:pt x="14" y="92"/>
                  </a:lnTo>
                  <a:lnTo>
                    <a:pt x="15" y="90"/>
                  </a:lnTo>
                  <a:lnTo>
                    <a:pt x="15" y="88"/>
                  </a:lnTo>
                  <a:lnTo>
                    <a:pt x="15" y="88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65" name="Freeform 181"/>
            <p:cNvSpPr/>
            <p:nvPr>
              <p:custDataLst>
                <p:tags r:id="rId20"/>
              </p:custDataLst>
            </p:nvPr>
          </p:nvSpPr>
          <p:spPr bwMode="auto">
            <a:xfrm>
              <a:off x="4529138" y="2622550"/>
              <a:ext cx="7938" cy="63500"/>
            </a:xfrm>
            <a:custGeom>
              <a:avLst/>
              <a:gdLst/>
              <a:ahLst/>
              <a:cxnLst>
                <a:cxn ang="0">
                  <a:pos x="6" y="5"/>
                </a:cxn>
                <a:cxn ang="0">
                  <a:pos x="6" y="5"/>
                </a:cxn>
                <a:cxn ang="0">
                  <a:pos x="5" y="18"/>
                </a:cxn>
                <a:cxn ang="0">
                  <a:pos x="3" y="31"/>
                </a:cxn>
                <a:cxn ang="0">
                  <a:pos x="1" y="43"/>
                </a:cxn>
                <a:cxn ang="0">
                  <a:pos x="0" y="57"/>
                </a:cxn>
                <a:cxn ang="0">
                  <a:pos x="0" y="57"/>
                </a:cxn>
                <a:cxn ang="0">
                  <a:pos x="0" y="86"/>
                </a:cxn>
                <a:cxn ang="0">
                  <a:pos x="0" y="114"/>
                </a:cxn>
                <a:cxn ang="0">
                  <a:pos x="0" y="114"/>
                </a:cxn>
                <a:cxn ang="0">
                  <a:pos x="1" y="116"/>
                </a:cxn>
                <a:cxn ang="0">
                  <a:pos x="2" y="117"/>
                </a:cxn>
                <a:cxn ang="0">
                  <a:pos x="3" y="118"/>
                </a:cxn>
                <a:cxn ang="0">
                  <a:pos x="6" y="119"/>
                </a:cxn>
                <a:cxn ang="0">
                  <a:pos x="8" y="118"/>
                </a:cxn>
                <a:cxn ang="0">
                  <a:pos x="9" y="117"/>
                </a:cxn>
                <a:cxn ang="0">
                  <a:pos x="10" y="116"/>
                </a:cxn>
                <a:cxn ang="0">
                  <a:pos x="11" y="114"/>
                </a:cxn>
                <a:cxn ang="0">
                  <a:pos x="11" y="57"/>
                </a:cxn>
                <a:cxn ang="0">
                  <a:pos x="11" y="57"/>
                </a:cxn>
                <a:cxn ang="0">
                  <a:pos x="11" y="43"/>
                </a:cxn>
                <a:cxn ang="0">
                  <a:pos x="13" y="31"/>
                </a:cxn>
                <a:cxn ang="0">
                  <a:pos x="14" y="18"/>
                </a:cxn>
                <a:cxn ang="0">
                  <a:pos x="15" y="5"/>
                </a:cxn>
                <a:cxn ang="0">
                  <a:pos x="15" y="5"/>
                </a:cxn>
                <a:cxn ang="0">
                  <a:pos x="15" y="3"/>
                </a:cxn>
                <a:cxn ang="0">
                  <a:pos x="14" y="1"/>
                </a:cxn>
                <a:cxn ang="0">
                  <a:pos x="12" y="0"/>
                </a:cxn>
                <a:cxn ang="0">
                  <a:pos x="11" y="0"/>
                </a:cxn>
                <a:cxn ang="0">
                  <a:pos x="9" y="0"/>
                </a:cxn>
                <a:cxn ang="0">
                  <a:pos x="8" y="1"/>
                </a:cxn>
                <a:cxn ang="0">
                  <a:pos x="6" y="3"/>
                </a:cxn>
                <a:cxn ang="0">
                  <a:pos x="6" y="5"/>
                </a:cxn>
                <a:cxn ang="0">
                  <a:pos x="6" y="5"/>
                </a:cxn>
              </a:cxnLst>
              <a:rect l="0" t="0" r="r" b="b"/>
              <a:pathLst>
                <a:path w="15" h="119">
                  <a:moveTo>
                    <a:pt x="6" y="5"/>
                  </a:moveTo>
                  <a:lnTo>
                    <a:pt x="6" y="5"/>
                  </a:lnTo>
                  <a:lnTo>
                    <a:pt x="5" y="18"/>
                  </a:lnTo>
                  <a:lnTo>
                    <a:pt x="3" y="31"/>
                  </a:lnTo>
                  <a:lnTo>
                    <a:pt x="1" y="43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0" y="86"/>
                  </a:lnTo>
                  <a:lnTo>
                    <a:pt x="0" y="114"/>
                  </a:lnTo>
                  <a:lnTo>
                    <a:pt x="0" y="114"/>
                  </a:lnTo>
                  <a:lnTo>
                    <a:pt x="1" y="116"/>
                  </a:lnTo>
                  <a:lnTo>
                    <a:pt x="2" y="117"/>
                  </a:lnTo>
                  <a:lnTo>
                    <a:pt x="3" y="118"/>
                  </a:lnTo>
                  <a:lnTo>
                    <a:pt x="6" y="119"/>
                  </a:lnTo>
                  <a:lnTo>
                    <a:pt x="8" y="118"/>
                  </a:lnTo>
                  <a:lnTo>
                    <a:pt x="9" y="117"/>
                  </a:lnTo>
                  <a:lnTo>
                    <a:pt x="10" y="116"/>
                  </a:lnTo>
                  <a:lnTo>
                    <a:pt x="11" y="114"/>
                  </a:lnTo>
                  <a:lnTo>
                    <a:pt x="11" y="57"/>
                  </a:lnTo>
                  <a:lnTo>
                    <a:pt x="11" y="57"/>
                  </a:lnTo>
                  <a:lnTo>
                    <a:pt x="11" y="43"/>
                  </a:lnTo>
                  <a:lnTo>
                    <a:pt x="13" y="31"/>
                  </a:lnTo>
                  <a:lnTo>
                    <a:pt x="14" y="18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3"/>
                  </a:lnTo>
                  <a:lnTo>
                    <a:pt x="14" y="1"/>
                  </a:lnTo>
                  <a:lnTo>
                    <a:pt x="12" y="0"/>
                  </a:lnTo>
                  <a:lnTo>
                    <a:pt x="11" y="0"/>
                  </a:lnTo>
                  <a:lnTo>
                    <a:pt x="9" y="0"/>
                  </a:lnTo>
                  <a:lnTo>
                    <a:pt x="8" y="1"/>
                  </a:lnTo>
                  <a:lnTo>
                    <a:pt x="6" y="3"/>
                  </a:lnTo>
                  <a:lnTo>
                    <a:pt x="6" y="5"/>
                  </a:lnTo>
                  <a:lnTo>
                    <a:pt x="6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66" name="Freeform 182"/>
            <p:cNvSpPr/>
            <p:nvPr>
              <p:custDataLst>
                <p:tags r:id="rId21"/>
              </p:custDataLst>
            </p:nvPr>
          </p:nvSpPr>
          <p:spPr bwMode="auto">
            <a:xfrm>
              <a:off x="4551363" y="2652713"/>
              <a:ext cx="4763" cy="55563"/>
            </a:xfrm>
            <a:custGeom>
              <a:avLst/>
              <a:gdLst/>
              <a:ahLst/>
              <a:cxnLst>
                <a:cxn ang="0">
                  <a:pos x="11" y="5"/>
                </a:cxn>
                <a:cxn ang="0">
                  <a:pos x="11" y="5"/>
                </a:cxn>
                <a:cxn ang="0">
                  <a:pos x="11" y="3"/>
                </a:cxn>
                <a:cxn ang="0">
                  <a:pos x="10" y="1"/>
                </a:cxn>
                <a:cxn ang="0">
                  <a:pos x="8" y="0"/>
                </a:cxn>
                <a:cxn ang="0">
                  <a:pos x="6" y="0"/>
                </a:cxn>
                <a:cxn ang="0">
                  <a:pos x="5" y="0"/>
                </a:cxn>
                <a:cxn ang="0">
                  <a:pos x="3" y="1"/>
                </a:cxn>
                <a:cxn ang="0">
                  <a:pos x="2" y="3"/>
                </a:cxn>
                <a:cxn ang="0">
                  <a:pos x="2" y="5"/>
                </a:cxn>
                <a:cxn ang="0">
                  <a:pos x="2" y="5"/>
                </a:cxn>
                <a:cxn ang="0">
                  <a:pos x="0" y="53"/>
                </a:cxn>
                <a:cxn ang="0">
                  <a:pos x="0" y="75"/>
                </a:cxn>
                <a:cxn ang="0">
                  <a:pos x="2" y="99"/>
                </a:cxn>
                <a:cxn ang="0">
                  <a:pos x="2" y="99"/>
                </a:cxn>
                <a:cxn ang="0">
                  <a:pos x="2" y="101"/>
                </a:cxn>
                <a:cxn ang="0">
                  <a:pos x="4" y="103"/>
                </a:cxn>
                <a:cxn ang="0">
                  <a:pos x="7" y="104"/>
                </a:cxn>
                <a:cxn ang="0">
                  <a:pos x="9" y="104"/>
                </a:cxn>
                <a:cxn ang="0">
                  <a:pos x="10" y="103"/>
                </a:cxn>
                <a:cxn ang="0">
                  <a:pos x="11" y="101"/>
                </a:cxn>
                <a:cxn ang="0">
                  <a:pos x="11" y="99"/>
                </a:cxn>
                <a:cxn ang="0">
                  <a:pos x="11" y="99"/>
                </a:cxn>
                <a:cxn ang="0">
                  <a:pos x="9" y="75"/>
                </a:cxn>
                <a:cxn ang="0">
                  <a:pos x="9" y="53"/>
                </a:cxn>
                <a:cxn ang="0">
                  <a:pos x="11" y="5"/>
                </a:cxn>
                <a:cxn ang="0">
                  <a:pos x="11" y="5"/>
                </a:cxn>
              </a:cxnLst>
              <a:rect l="0" t="0" r="r" b="b"/>
              <a:pathLst>
                <a:path w="11" h="104">
                  <a:moveTo>
                    <a:pt x="11" y="5"/>
                  </a:moveTo>
                  <a:lnTo>
                    <a:pt x="11" y="5"/>
                  </a:lnTo>
                  <a:lnTo>
                    <a:pt x="11" y="3"/>
                  </a:lnTo>
                  <a:lnTo>
                    <a:pt x="10" y="1"/>
                  </a:lnTo>
                  <a:lnTo>
                    <a:pt x="8" y="0"/>
                  </a:lnTo>
                  <a:lnTo>
                    <a:pt x="6" y="0"/>
                  </a:lnTo>
                  <a:lnTo>
                    <a:pt x="5" y="0"/>
                  </a:lnTo>
                  <a:lnTo>
                    <a:pt x="3" y="1"/>
                  </a:lnTo>
                  <a:lnTo>
                    <a:pt x="2" y="3"/>
                  </a:lnTo>
                  <a:lnTo>
                    <a:pt x="2" y="5"/>
                  </a:lnTo>
                  <a:lnTo>
                    <a:pt x="2" y="5"/>
                  </a:lnTo>
                  <a:lnTo>
                    <a:pt x="0" y="53"/>
                  </a:lnTo>
                  <a:lnTo>
                    <a:pt x="0" y="75"/>
                  </a:lnTo>
                  <a:lnTo>
                    <a:pt x="2" y="99"/>
                  </a:lnTo>
                  <a:lnTo>
                    <a:pt x="2" y="99"/>
                  </a:lnTo>
                  <a:lnTo>
                    <a:pt x="2" y="101"/>
                  </a:lnTo>
                  <a:lnTo>
                    <a:pt x="4" y="103"/>
                  </a:lnTo>
                  <a:lnTo>
                    <a:pt x="7" y="104"/>
                  </a:lnTo>
                  <a:lnTo>
                    <a:pt x="9" y="104"/>
                  </a:lnTo>
                  <a:lnTo>
                    <a:pt x="10" y="103"/>
                  </a:lnTo>
                  <a:lnTo>
                    <a:pt x="11" y="101"/>
                  </a:lnTo>
                  <a:lnTo>
                    <a:pt x="11" y="99"/>
                  </a:lnTo>
                  <a:lnTo>
                    <a:pt x="11" y="99"/>
                  </a:lnTo>
                  <a:lnTo>
                    <a:pt x="9" y="75"/>
                  </a:lnTo>
                  <a:lnTo>
                    <a:pt x="9" y="53"/>
                  </a:lnTo>
                  <a:lnTo>
                    <a:pt x="11" y="5"/>
                  </a:lnTo>
                  <a:lnTo>
                    <a:pt x="11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67" name="Freeform 183"/>
            <p:cNvSpPr/>
            <p:nvPr>
              <p:custDataLst>
                <p:tags r:id="rId22"/>
              </p:custDataLst>
            </p:nvPr>
          </p:nvSpPr>
          <p:spPr bwMode="auto">
            <a:xfrm>
              <a:off x="4572000" y="2676525"/>
              <a:ext cx="6350" cy="58738"/>
            </a:xfrm>
            <a:custGeom>
              <a:avLst/>
              <a:gdLst/>
              <a:ahLst/>
              <a:cxnLst>
                <a:cxn ang="0">
                  <a:pos x="10" y="4"/>
                </a:cxn>
                <a:cxn ang="0">
                  <a:pos x="10" y="4"/>
                </a:cxn>
                <a:cxn ang="0">
                  <a:pos x="9" y="2"/>
                </a:cxn>
                <a:cxn ang="0">
                  <a:pos x="8" y="1"/>
                </a:cxn>
                <a:cxn ang="0">
                  <a:pos x="7" y="0"/>
                </a:cxn>
                <a:cxn ang="0">
                  <a:pos x="5" y="0"/>
                </a:cxn>
                <a:cxn ang="0">
                  <a:pos x="3" y="0"/>
                </a:cxn>
                <a:cxn ang="0">
                  <a:pos x="2" y="1"/>
                </a:cxn>
                <a:cxn ang="0">
                  <a:pos x="1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1" y="57"/>
                </a:cxn>
                <a:cxn ang="0">
                  <a:pos x="2" y="83"/>
                </a:cxn>
                <a:cxn ang="0">
                  <a:pos x="5" y="109"/>
                </a:cxn>
                <a:cxn ang="0">
                  <a:pos x="5" y="109"/>
                </a:cxn>
                <a:cxn ang="0">
                  <a:pos x="6" y="111"/>
                </a:cxn>
                <a:cxn ang="0">
                  <a:pos x="7" y="112"/>
                </a:cxn>
                <a:cxn ang="0">
                  <a:pos x="10" y="113"/>
                </a:cxn>
                <a:cxn ang="0">
                  <a:pos x="12" y="113"/>
                </a:cxn>
                <a:cxn ang="0">
                  <a:pos x="13" y="112"/>
                </a:cxn>
                <a:cxn ang="0">
                  <a:pos x="14" y="111"/>
                </a:cxn>
                <a:cxn ang="0">
                  <a:pos x="14" y="109"/>
                </a:cxn>
                <a:cxn ang="0">
                  <a:pos x="14" y="109"/>
                </a:cxn>
                <a:cxn ang="0">
                  <a:pos x="12" y="83"/>
                </a:cxn>
                <a:cxn ang="0">
                  <a:pos x="10" y="57"/>
                </a:cxn>
                <a:cxn ang="0">
                  <a:pos x="10" y="4"/>
                </a:cxn>
                <a:cxn ang="0">
                  <a:pos x="10" y="4"/>
                </a:cxn>
              </a:cxnLst>
              <a:rect l="0" t="0" r="r" b="b"/>
              <a:pathLst>
                <a:path w="14" h="113">
                  <a:moveTo>
                    <a:pt x="10" y="4"/>
                  </a:moveTo>
                  <a:lnTo>
                    <a:pt x="10" y="4"/>
                  </a:lnTo>
                  <a:lnTo>
                    <a:pt x="9" y="2"/>
                  </a:lnTo>
                  <a:lnTo>
                    <a:pt x="8" y="1"/>
                  </a:lnTo>
                  <a:lnTo>
                    <a:pt x="7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1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1" y="57"/>
                  </a:lnTo>
                  <a:lnTo>
                    <a:pt x="2" y="83"/>
                  </a:lnTo>
                  <a:lnTo>
                    <a:pt x="5" y="109"/>
                  </a:lnTo>
                  <a:lnTo>
                    <a:pt x="5" y="109"/>
                  </a:lnTo>
                  <a:lnTo>
                    <a:pt x="6" y="111"/>
                  </a:lnTo>
                  <a:lnTo>
                    <a:pt x="7" y="112"/>
                  </a:lnTo>
                  <a:lnTo>
                    <a:pt x="10" y="113"/>
                  </a:lnTo>
                  <a:lnTo>
                    <a:pt x="12" y="113"/>
                  </a:lnTo>
                  <a:lnTo>
                    <a:pt x="13" y="112"/>
                  </a:lnTo>
                  <a:lnTo>
                    <a:pt x="14" y="111"/>
                  </a:lnTo>
                  <a:lnTo>
                    <a:pt x="14" y="109"/>
                  </a:lnTo>
                  <a:lnTo>
                    <a:pt x="14" y="109"/>
                  </a:lnTo>
                  <a:lnTo>
                    <a:pt x="12" y="83"/>
                  </a:lnTo>
                  <a:lnTo>
                    <a:pt x="10" y="57"/>
                  </a:lnTo>
                  <a:lnTo>
                    <a:pt x="10" y="4"/>
                  </a:lnTo>
                  <a:lnTo>
                    <a:pt x="10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68" name="Freeform 184"/>
            <p:cNvSpPr/>
            <p:nvPr>
              <p:custDataLst>
                <p:tags r:id="rId23"/>
              </p:custDataLst>
            </p:nvPr>
          </p:nvSpPr>
          <p:spPr bwMode="auto">
            <a:xfrm>
              <a:off x="4481513" y="2305050"/>
              <a:ext cx="12700" cy="61913"/>
            </a:xfrm>
            <a:custGeom>
              <a:avLst/>
              <a:gdLst/>
              <a:ahLst/>
              <a:cxnLst>
                <a:cxn ang="0">
                  <a:pos x="21" y="109"/>
                </a:cxn>
                <a:cxn ang="0">
                  <a:pos x="21" y="109"/>
                </a:cxn>
                <a:cxn ang="0">
                  <a:pos x="16" y="105"/>
                </a:cxn>
                <a:cxn ang="0">
                  <a:pos x="13" y="101"/>
                </a:cxn>
                <a:cxn ang="0">
                  <a:pos x="11" y="95"/>
                </a:cxn>
                <a:cxn ang="0">
                  <a:pos x="9" y="89"/>
                </a:cxn>
                <a:cxn ang="0">
                  <a:pos x="9" y="76"/>
                </a:cxn>
                <a:cxn ang="0">
                  <a:pos x="9" y="64"/>
                </a:cxn>
                <a:cxn ang="0">
                  <a:pos x="9" y="64"/>
                </a:cxn>
                <a:cxn ang="0">
                  <a:pos x="10" y="34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9" y="3"/>
                </a:cxn>
                <a:cxn ang="0">
                  <a:pos x="8" y="1"/>
                </a:cxn>
                <a:cxn ang="0">
                  <a:pos x="6" y="0"/>
                </a:cxn>
                <a:cxn ang="0">
                  <a:pos x="5" y="0"/>
                </a:cxn>
                <a:cxn ang="0">
                  <a:pos x="3" y="0"/>
                </a:cxn>
                <a:cxn ang="0">
                  <a:pos x="2" y="1"/>
                </a:cxn>
                <a:cxn ang="0">
                  <a:pos x="1" y="3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77"/>
                </a:cxn>
                <a:cxn ang="0">
                  <a:pos x="0" y="77"/>
                </a:cxn>
                <a:cxn ang="0">
                  <a:pos x="0" y="89"/>
                </a:cxn>
                <a:cxn ang="0">
                  <a:pos x="1" y="95"/>
                </a:cxn>
                <a:cxn ang="0">
                  <a:pos x="3" y="100"/>
                </a:cxn>
                <a:cxn ang="0">
                  <a:pos x="5" y="105"/>
                </a:cxn>
                <a:cxn ang="0">
                  <a:pos x="8" y="110"/>
                </a:cxn>
                <a:cxn ang="0">
                  <a:pos x="12" y="115"/>
                </a:cxn>
                <a:cxn ang="0">
                  <a:pos x="16" y="118"/>
                </a:cxn>
                <a:cxn ang="0">
                  <a:pos x="16" y="118"/>
                </a:cxn>
                <a:cxn ang="0">
                  <a:pos x="18" y="119"/>
                </a:cxn>
                <a:cxn ang="0">
                  <a:pos x="20" y="119"/>
                </a:cxn>
                <a:cxn ang="0">
                  <a:pos x="21" y="118"/>
                </a:cxn>
                <a:cxn ang="0">
                  <a:pos x="22" y="117"/>
                </a:cxn>
                <a:cxn ang="0">
                  <a:pos x="23" y="115"/>
                </a:cxn>
                <a:cxn ang="0">
                  <a:pos x="23" y="112"/>
                </a:cxn>
                <a:cxn ang="0">
                  <a:pos x="22" y="111"/>
                </a:cxn>
                <a:cxn ang="0">
                  <a:pos x="21" y="109"/>
                </a:cxn>
                <a:cxn ang="0">
                  <a:pos x="21" y="109"/>
                </a:cxn>
              </a:cxnLst>
              <a:rect l="0" t="0" r="r" b="b"/>
              <a:pathLst>
                <a:path w="23" h="119">
                  <a:moveTo>
                    <a:pt x="21" y="109"/>
                  </a:moveTo>
                  <a:lnTo>
                    <a:pt x="21" y="109"/>
                  </a:lnTo>
                  <a:lnTo>
                    <a:pt x="16" y="105"/>
                  </a:lnTo>
                  <a:lnTo>
                    <a:pt x="13" y="101"/>
                  </a:lnTo>
                  <a:lnTo>
                    <a:pt x="11" y="95"/>
                  </a:lnTo>
                  <a:lnTo>
                    <a:pt x="9" y="89"/>
                  </a:lnTo>
                  <a:lnTo>
                    <a:pt x="9" y="76"/>
                  </a:lnTo>
                  <a:lnTo>
                    <a:pt x="9" y="64"/>
                  </a:lnTo>
                  <a:lnTo>
                    <a:pt x="9" y="64"/>
                  </a:lnTo>
                  <a:lnTo>
                    <a:pt x="10" y="34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8" y="1"/>
                  </a:lnTo>
                  <a:lnTo>
                    <a:pt x="6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1"/>
                  </a:lnTo>
                  <a:lnTo>
                    <a:pt x="1" y="3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89"/>
                  </a:lnTo>
                  <a:lnTo>
                    <a:pt x="1" y="95"/>
                  </a:lnTo>
                  <a:lnTo>
                    <a:pt x="3" y="100"/>
                  </a:lnTo>
                  <a:lnTo>
                    <a:pt x="5" y="105"/>
                  </a:lnTo>
                  <a:lnTo>
                    <a:pt x="8" y="110"/>
                  </a:lnTo>
                  <a:lnTo>
                    <a:pt x="12" y="115"/>
                  </a:lnTo>
                  <a:lnTo>
                    <a:pt x="16" y="118"/>
                  </a:lnTo>
                  <a:lnTo>
                    <a:pt x="16" y="118"/>
                  </a:lnTo>
                  <a:lnTo>
                    <a:pt x="18" y="119"/>
                  </a:lnTo>
                  <a:lnTo>
                    <a:pt x="20" y="119"/>
                  </a:lnTo>
                  <a:lnTo>
                    <a:pt x="21" y="118"/>
                  </a:lnTo>
                  <a:lnTo>
                    <a:pt x="22" y="117"/>
                  </a:lnTo>
                  <a:lnTo>
                    <a:pt x="23" y="115"/>
                  </a:lnTo>
                  <a:lnTo>
                    <a:pt x="23" y="112"/>
                  </a:lnTo>
                  <a:lnTo>
                    <a:pt x="22" y="111"/>
                  </a:lnTo>
                  <a:lnTo>
                    <a:pt x="21" y="109"/>
                  </a:lnTo>
                  <a:lnTo>
                    <a:pt x="21" y="109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69" name="Freeform 185"/>
            <p:cNvSpPr/>
            <p:nvPr>
              <p:custDataLst>
                <p:tags r:id="rId24"/>
              </p:custDataLst>
            </p:nvPr>
          </p:nvSpPr>
          <p:spPr bwMode="auto">
            <a:xfrm>
              <a:off x="4519613" y="2336800"/>
              <a:ext cx="9525" cy="55563"/>
            </a:xfrm>
            <a:custGeom>
              <a:avLst/>
              <a:gdLst/>
              <a:ahLst/>
              <a:cxnLst>
                <a:cxn ang="0">
                  <a:pos x="9" y="3"/>
                </a:cxn>
                <a:cxn ang="0">
                  <a:pos x="9" y="3"/>
                </a:cxn>
                <a:cxn ang="0">
                  <a:pos x="7" y="15"/>
                </a:cxn>
                <a:cxn ang="0">
                  <a:pos x="4" y="27"/>
                </a:cxn>
                <a:cxn ang="0">
                  <a:pos x="2" y="50"/>
                </a:cxn>
                <a:cxn ang="0">
                  <a:pos x="0" y="75"/>
                </a:cxn>
                <a:cxn ang="0">
                  <a:pos x="0" y="99"/>
                </a:cxn>
                <a:cxn ang="0">
                  <a:pos x="0" y="99"/>
                </a:cxn>
                <a:cxn ang="0">
                  <a:pos x="0" y="101"/>
                </a:cxn>
                <a:cxn ang="0">
                  <a:pos x="1" y="102"/>
                </a:cxn>
                <a:cxn ang="0">
                  <a:pos x="3" y="103"/>
                </a:cxn>
                <a:cxn ang="0">
                  <a:pos x="5" y="104"/>
                </a:cxn>
                <a:cxn ang="0">
                  <a:pos x="6" y="103"/>
                </a:cxn>
                <a:cxn ang="0">
                  <a:pos x="8" y="102"/>
                </a:cxn>
                <a:cxn ang="0">
                  <a:pos x="9" y="101"/>
                </a:cxn>
                <a:cxn ang="0">
                  <a:pos x="9" y="99"/>
                </a:cxn>
                <a:cxn ang="0">
                  <a:pos x="9" y="99"/>
                </a:cxn>
                <a:cxn ang="0">
                  <a:pos x="10" y="75"/>
                </a:cxn>
                <a:cxn ang="0">
                  <a:pos x="11" y="52"/>
                </a:cxn>
                <a:cxn ang="0">
                  <a:pos x="13" y="29"/>
                </a:cxn>
                <a:cxn ang="0">
                  <a:pos x="16" y="17"/>
                </a:cxn>
                <a:cxn ang="0">
                  <a:pos x="18" y="6"/>
                </a:cxn>
                <a:cxn ang="0">
                  <a:pos x="18" y="6"/>
                </a:cxn>
                <a:cxn ang="0">
                  <a:pos x="18" y="4"/>
                </a:cxn>
                <a:cxn ang="0">
                  <a:pos x="18" y="2"/>
                </a:cxn>
                <a:cxn ang="0">
                  <a:pos x="17" y="1"/>
                </a:cxn>
                <a:cxn ang="0">
                  <a:pos x="15" y="0"/>
                </a:cxn>
                <a:cxn ang="0">
                  <a:pos x="13" y="0"/>
                </a:cxn>
                <a:cxn ang="0">
                  <a:pos x="12" y="0"/>
                </a:cxn>
                <a:cxn ang="0">
                  <a:pos x="10" y="1"/>
                </a:cxn>
                <a:cxn ang="0">
                  <a:pos x="9" y="3"/>
                </a:cxn>
                <a:cxn ang="0">
                  <a:pos x="9" y="3"/>
                </a:cxn>
              </a:cxnLst>
              <a:rect l="0" t="0" r="r" b="b"/>
              <a:pathLst>
                <a:path w="18" h="104">
                  <a:moveTo>
                    <a:pt x="9" y="3"/>
                  </a:moveTo>
                  <a:lnTo>
                    <a:pt x="9" y="3"/>
                  </a:lnTo>
                  <a:lnTo>
                    <a:pt x="7" y="15"/>
                  </a:lnTo>
                  <a:lnTo>
                    <a:pt x="4" y="27"/>
                  </a:lnTo>
                  <a:lnTo>
                    <a:pt x="2" y="50"/>
                  </a:lnTo>
                  <a:lnTo>
                    <a:pt x="0" y="75"/>
                  </a:lnTo>
                  <a:lnTo>
                    <a:pt x="0" y="99"/>
                  </a:lnTo>
                  <a:lnTo>
                    <a:pt x="0" y="99"/>
                  </a:lnTo>
                  <a:lnTo>
                    <a:pt x="0" y="101"/>
                  </a:lnTo>
                  <a:lnTo>
                    <a:pt x="1" y="102"/>
                  </a:lnTo>
                  <a:lnTo>
                    <a:pt x="3" y="103"/>
                  </a:lnTo>
                  <a:lnTo>
                    <a:pt x="5" y="104"/>
                  </a:lnTo>
                  <a:lnTo>
                    <a:pt x="6" y="103"/>
                  </a:lnTo>
                  <a:lnTo>
                    <a:pt x="8" y="102"/>
                  </a:lnTo>
                  <a:lnTo>
                    <a:pt x="9" y="101"/>
                  </a:lnTo>
                  <a:lnTo>
                    <a:pt x="9" y="99"/>
                  </a:lnTo>
                  <a:lnTo>
                    <a:pt x="9" y="99"/>
                  </a:lnTo>
                  <a:lnTo>
                    <a:pt x="10" y="75"/>
                  </a:lnTo>
                  <a:lnTo>
                    <a:pt x="11" y="52"/>
                  </a:lnTo>
                  <a:lnTo>
                    <a:pt x="13" y="29"/>
                  </a:lnTo>
                  <a:lnTo>
                    <a:pt x="16" y="17"/>
                  </a:lnTo>
                  <a:lnTo>
                    <a:pt x="18" y="6"/>
                  </a:lnTo>
                  <a:lnTo>
                    <a:pt x="18" y="6"/>
                  </a:lnTo>
                  <a:lnTo>
                    <a:pt x="18" y="4"/>
                  </a:lnTo>
                  <a:lnTo>
                    <a:pt x="18" y="2"/>
                  </a:lnTo>
                  <a:lnTo>
                    <a:pt x="17" y="1"/>
                  </a:lnTo>
                  <a:lnTo>
                    <a:pt x="15" y="0"/>
                  </a:lnTo>
                  <a:lnTo>
                    <a:pt x="13" y="0"/>
                  </a:lnTo>
                  <a:lnTo>
                    <a:pt x="12" y="0"/>
                  </a:lnTo>
                  <a:lnTo>
                    <a:pt x="10" y="1"/>
                  </a:lnTo>
                  <a:lnTo>
                    <a:pt x="9" y="3"/>
                  </a:lnTo>
                  <a:lnTo>
                    <a:pt x="9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70" name="Freeform 186"/>
            <p:cNvSpPr/>
            <p:nvPr>
              <p:custDataLst>
                <p:tags r:id="rId25"/>
              </p:custDataLst>
            </p:nvPr>
          </p:nvSpPr>
          <p:spPr bwMode="auto">
            <a:xfrm>
              <a:off x="4543425" y="2370138"/>
              <a:ext cx="7938" cy="71438"/>
            </a:xfrm>
            <a:custGeom>
              <a:avLst/>
              <a:gdLst/>
              <a:ahLst/>
              <a:cxnLst>
                <a:cxn ang="0">
                  <a:pos x="5" y="4"/>
                </a:cxn>
                <a:cxn ang="0">
                  <a:pos x="5" y="4"/>
                </a:cxn>
                <a:cxn ang="0">
                  <a:pos x="4" y="36"/>
                </a:cxn>
                <a:cxn ang="0">
                  <a:pos x="3" y="68"/>
                </a:cxn>
                <a:cxn ang="0">
                  <a:pos x="1" y="100"/>
                </a:cxn>
                <a:cxn ang="0">
                  <a:pos x="0" y="132"/>
                </a:cxn>
                <a:cxn ang="0">
                  <a:pos x="0" y="132"/>
                </a:cxn>
                <a:cxn ang="0">
                  <a:pos x="0" y="134"/>
                </a:cxn>
                <a:cxn ang="0">
                  <a:pos x="1" y="135"/>
                </a:cxn>
                <a:cxn ang="0">
                  <a:pos x="3" y="136"/>
                </a:cxn>
                <a:cxn ang="0">
                  <a:pos x="4" y="136"/>
                </a:cxn>
                <a:cxn ang="0">
                  <a:pos x="7" y="136"/>
                </a:cxn>
                <a:cxn ang="0">
                  <a:pos x="9" y="135"/>
                </a:cxn>
                <a:cxn ang="0">
                  <a:pos x="10" y="134"/>
                </a:cxn>
                <a:cxn ang="0">
                  <a:pos x="10" y="132"/>
                </a:cxn>
                <a:cxn ang="0">
                  <a:pos x="10" y="132"/>
                </a:cxn>
                <a:cxn ang="0">
                  <a:pos x="11" y="100"/>
                </a:cxn>
                <a:cxn ang="0">
                  <a:pos x="13" y="68"/>
                </a:cxn>
                <a:cxn ang="0">
                  <a:pos x="14" y="36"/>
                </a:cxn>
                <a:cxn ang="0">
                  <a:pos x="15" y="4"/>
                </a:cxn>
                <a:cxn ang="0">
                  <a:pos x="15" y="4"/>
                </a:cxn>
                <a:cxn ang="0">
                  <a:pos x="14" y="2"/>
                </a:cxn>
                <a:cxn ang="0">
                  <a:pos x="13" y="1"/>
                </a:cxn>
                <a:cxn ang="0">
                  <a:pos x="12" y="0"/>
                </a:cxn>
                <a:cxn ang="0">
                  <a:pos x="10" y="0"/>
                </a:cxn>
                <a:cxn ang="0">
                  <a:pos x="8" y="0"/>
                </a:cxn>
                <a:cxn ang="0">
                  <a:pos x="7" y="1"/>
                </a:cxn>
                <a:cxn ang="0">
                  <a:pos x="5" y="2"/>
                </a:cxn>
                <a:cxn ang="0">
                  <a:pos x="5" y="4"/>
                </a:cxn>
                <a:cxn ang="0">
                  <a:pos x="5" y="4"/>
                </a:cxn>
              </a:cxnLst>
              <a:rect l="0" t="0" r="r" b="b"/>
              <a:pathLst>
                <a:path w="15" h="136">
                  <a:moveTo>
                    <a:pt x="5" y="4"/>
                  </a:moveTo>
                  <a:lnTo>
                    <a:pt x="5" y="4"/>
                  </a:lnTo>
                  <a:lnTo>
                    <a:pt x="4" y="36"/>
                  </a:lnTo>
                  <a:lnTo>
                    <a:pt x="3" y="68"/>
                  </a:lnTo>
                  <a:lnTo>
                    <a:pt x="1" y="100"/>
                  </a:lnTo>
                  <a:lnTo>
                    <a:pt x="0" y="132"/>
                  </a:lnTo>
                  <a:lnTo>
                    <a:pt x="0" y="132"/>
                  </a:lnTo>
                  <a:lnTo>
                    <a:pt x="0" y="134"/>
                  </a:lnTo>
                  <a:lnTo>
                    <a:pt x="1" y="135"/>
                  </a:lnTo>
                  <a:lnTo>
                    <a:pt x="3" y="136"/>
                  </a:lnTo>
                  <a:lnTo>
                    <a:pt x="4" y="136"/>
                  </a:lnTo>
                  <a:lnTo>
                    <a:pt x="7" y="136"/>
                  </a:lnTo>
                  <a:lnTo>
                    <a:pt x="9" y="135"/>
                  </a:lnTo>
                  <a:lnTo>
                    <a:pt x="10" y="134"/>
                  </a:lnTo>
                  <a:lnTo>
                    <a:pt x="10" y="132"/>
                  </a:lnTo>
                  <a:lnTo>
                    <a:pt x="10" y="132"/>
                  </a:lnTo>
                  <a:lnTo>
                    <a:pt x="11" y="100"/>
                  </a:lnTo>
                  <a:lnTo>
                    <a:pt x="13" y="68"/>
                  </a:lnTo>
                  <a:lnTo>
                    <a:pt x="14" y="36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4" y="2"/>
                  </a:lnTo>
                  <a:lnTo>
                    <a:pt x="13" y="1"/>
                  </a:lnTo>
                  <a:lnTo>
                    <a:pt x="12" y="0"/>
                  </a:lnTo>
                  <a:lnTo>
                    <a:pt x="10" y="0"/>
                  </a:lnTo>
                  <a:lnTo>
                    <a:pt x="8" y="0"/>
                  </a:lnTo>
                  <a:lnTo>
                    <a:pt x="7" y="1"/>
                  </a:lnTo>
                  <a:lnTo>
                    <a:pt x="5" y="2"/>
                  </a:lnTo>
                  <a:lnTo>
                    <a:pt x="5" y="4"/>
                  </a:lnTo>
                  <a:lnTo>
                    <a:pt x="5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71" name="Freeform 187"/>
            <p:cNvSpPr/>
            <p:nvPr>
              <p:custDataLst>
                <p:tags r:id="rId26"/>
              </p:custDataLst>
            </p:nvPr>
          </p:nvSpPr>
          <p:spPr bwMode="auto">
            <a:xfrm>
              <a:off x="4573588" y="2406650"/>
              <a:ext cx="4763" cy="71438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128"/>
                </a:cxn>
                <a:cxn ang="0">
                  <a:pos x="0" y="128"/>
                </a:cxn>
                <a:cxn ang="0">
                  <a:pos x="0" y="130"/>
                </a:cxn>
                <a:cxn ang="0">
                  <a:pos x="1" y="131"/>
                </a:cxn>
                <a:cxn ang="0">
                  <a:pos x="3" y="132"/>
                </a:cxn>
                <a:cxn ang="0">
                  <a:pos x="5" y="133"/>
                </a:cxn>
                <a:cxn ang="0">
                  <a:pos x="6" y="132"/>
                </a:cxn>
                <a:cxn ang="0">
                  <a:pos x="8" y="131"/>
                </a:cxn>
                <a:cxn ang="0">
                  <a:pos x="9" y="130"/>
                </a:cxn>
                <a:cxn ang="0">
                  <a:pos x="9" y="128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9" y="3"/>
                </a:cxn>
                <a:cxn ang="0">
                  <a:pos x="8" y="1"/>
                </a:cxn>
                <a:cxn ang="0">
                  <a:pos x="6" y="1"/>
                </a:cxn>
                <a:cxn ang="0">
                  <a:pos x="5" y="0"/>
                </a:cxn>
                <a:cxn ang="0">
                  <a:pos x="3" y="1"/>
                </a:cxn>
                <a:cxn ang="0">
                  <a:pos x="1" y="1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9" h="133">
                  <a:moveTo>
                    <a:pt x="0" y="5"/>
                  </a:moveTo>
                  <a:lnTo>
                    <a:pt x="0" y="128"/>
                  </a:lnTo>
                  <a:lnTo>
                    <a:pt x="0" y="128"/>
                  </a:lnTo>
                  <a:lnTo>
                    <a:pt x="0" y="130"/>
                  </a:lnTo>
                  <a:lnTo>
                    <a:pt x="1" y="131"/>
                  </a:lnTo>
                  <a:lnTo>
                    <a:pt x="3" y="132"/>
                  </a:lnTo>
                  <a:lnTo>
                    <a:pt x="5" y="133"/>
                  </a:lnTo>
                  <a:lnTo>
                    <a:pt x="6" y="132"/>
                  </a:lnTo>
                  <a:lnTo>
                    <a:pt x="8" y="131"/>
                  </a:lnTo>
                  <a:lnTo>
                    <a:pt x="9" y="130"/>
                  </a:lnTo>
                  <a:lnTo>
                    <a:pt x="9" y="128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8" y="1"/>
                  </a:lnTo>
                  <a:lnTo>
                    <a:pt x="6" y="1"/>
                  </a:lnTo>
                  <a:lnTo>
                    <a:pt x="5" y="0"/>
                  </a:lnTo>
                  <a:lnTo>
                    <a:pt x="3" y="1"/>
                  </a:lnTo>
                  <a:lnTo>
                    <a:pt x="1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72" name="Freeform 188"/>
            <p:cNvSpPr/>
            <p:nvPr>
              <p:custDataLst>
                <p:tags r:id="rId27"/>
              </p:custDataLst>
            </p:nvPr>
          </p:nvSpPr>
          <p:spPr bwMode="auto">
            <a:xfrm>
              <a:off x="4602163" y="2432050"/>
              <a:ext cx="4763" cy="65088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118"/>
                </a:cxn>
                <a:cxn ang="0">
                  <a:pos x="0" y="118"/>
                </a:cxn>
                <a:cxn ang="0">
                  <a:pos x="0" y="120"/>
                </a:cxn>
                <a:cxn ang="0">
                  <a:pos x="1" y="121"/>
                </a:cxn>
                <a:cxn ang="0">
                  <a:pos x="2" y="123"/>
                </a:cxn>
                <a:cxn ang="0">
                  <a:pos x="4" y="123"/>
                </a:cxn>
                <a:cxn ang="0">
                  <a:pos x="6" y="123"/>
                </a:cxn>
                <a:cxn ang="0">
                  <a:pos x="7" y="121"/>
                </a:cxn>
                <a:cxn ang="0">
                  <a:pos x="8" y="120"/>
                </a:cxn>
                <a:cxn ang="0">
                  <a:pos x="9" y="118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8" y="3"/>
                </a:cxn>
                <a:cxn ang="0">
                  <a:pos x="7" y="1"/>
                </a:cxn>
                <a:cxn ang="0">
                  <a:pos x="6" y="1"/>
                </a:cxn>
                <a:cxn ang="0">
                  <a:pos x="4" y="0"/>
                </a:cxn>
                <a:cxn ang="0">
                  <a:pos x="2" y="1"/>
                </a:cxn>
                <a:cxn ang="0">
                  <a:pos x="1" y="1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9" h="123">
                  <a:moveTo>
                    <a:pt x="0" y="5"/>
                  </a:moveTo>
                  <a:lnTo>
                    <a:pt x="0" y="118"/>
                  </a:lnTo>
                  <a:lnTo>
                    <a:pt x="0" y="118"/>
                  </a:lnTo>
                  <a:lnTo>
                    <a:pt x="0" y="120"/>
                  </a:lnTo>
                  <a:lnTo>
                    <a:pt x="1" y="121"/>
                  </a:lnTo>
                  <a:lnTo>
                    <a:pt x="2" y="123"/>
                  </a:lnTo>
                  <a:lnTo>
                    <a:pt x="4" y="123"/>
                  </a:lnTo>
                  <a:lnTo>
                    <a:pt x="6" y="123"/>
                  </a:lnTo>
                  <a:lnTo>
                    <a:pt x="7" y="121"/>
                  </a:lnTo>
                  <a:lnTo>
                    <a:pt x="8" y="120"/>
                  </a:lnTo>
                  <a:lnTo>
                    <a:pt x="9" y="118"/>
                  </a:lnTo>
                  <a:lnTo>
                    <a:pt x="9" y="5"/>
                  </a:lnTo>
                  <a:lnTo>
                    <a:pt x="9" y="5"/>
                  </a:lnTo>
                  <a:lnTo>
                    <a:pt x="8" y="3"/>
                  </a:lnTo>
                  <a:lnTo>
                    <a:pt x="7" y="1"/>
                  </a:lnTo>
                  <a:lnTo>
                    <a:pt x="6" y="1"/>
                  </a:lnTo>
                  <a:lnTo>
                    <a:pt x="4" y="0"/>
                  </a:lnTo>
                  <a:lnTo>
                    <a:pt x="2" y="1"/>
                  </a:lnTo>
                  <a:lnTo>
                    <a:pt x="1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73" name="Freeform 189"/>
            <p:cNvSpPr/>
            <p:nvPr>
              <p:custDataLst>
                <p:tags r:id="rId28"/>
              </p:custDataLst>
            </p:nvPr>
          </p:nvSpPr>
          <p:spPr bwMode="auto">
            <a:xfrm>
              <a:off x="4624388" y="2457450"/>
              <a:ext cx="4763" cy="65088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119"/>
                </a:cxn>
                <a:cxn ang="0">
                  <a:pos x="0" y="119"/>
                </a:cxn>
                <a:cxn ang="0">
                  <a:pos x="0" y="121"/>
                </a:cxn>
                <a:cxn ang="0">
                  <a:pos x="1" y="122"/>
                </a:cxn>
                <a:cxn ang="0">
                  <a:pos x="3" y="123"/>
                </a:cxn>
                <a:cxn ang="0">
                  <a:pos x="4" y="123"/>
                </a:cxn>
                <a:cxn ang="0">
                  <a:pos x="6" y="123"/>
                </a:cxn>
                <a:cxn ang="0">
                  <a:pos x="8" y="122"/>
                </a:cxn>
                <a:cxn ang="0">
                  <a:pos x="9" y="121"/>
                </a:cxn>
                <a:cxn ang="0">
                  <a:pos x="9" y="119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9" y="3"/>
                </a:cxn>
                <a:cxn ang="0">
                  <a:pos x="8" y="1"/>
                </a:cxn>
                <a:cxn ang="0">
                  <a:pos x="6" y="0"/>
                </a:cxn>
                <a:cxn ang="0">
                  <a:pos x="4" y="0"/>
                </a:cxn>
                <a:cxn ang="0">
                  <a:pos x="3" y="0"/>
                </a:cxn>
                <a:cxn ang="0">
                  <a:pos x="1" y="1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9" h="123">
                  <a:moveTo>
                    <a:pt x="0" y="5"/>
                  </a:moveTo>
                  <a:lnTo>
                    <a:pt x="0" y="119"/>
                  </a:lnTo>
                  <a:lnTo>
                    <a:pt x="0" y="119"/>
                  </a:lnTo>
                  <a:lnTo>
                    <a:pt x="0" y="121"/>
                  </a:lnTo>
                  <a:lnTo>
                    <a:pt x="1" y="122"/>
                  </a:lnTo>
                  <a:lnTo>
                    <a:pt x="3" y="123"/>
                  </a:lnTo>
                  <a:lnTo>
                    <a:pt x="4" y="123"/>
                  </a:lnTo>
                  <a:lnTo>
                    <a:pt x="6" y="123"/>
                  </a:lnTo>
                  <a:lnTo>
                    <a:pt x="8" y="122"/>
                  </a:lnTo>
                  <a:lnTo>
                    <a:pt x="9" y="121"/>
                  </a:lnTo>
                  <a:lnTo>
                    <a:pt x="9" y="119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8" y="1"/>
                  </a:lnTo>
                  <a:lnTo>
                    <a:pt x="6" y="0"/>
                  </a:lnTo>
                  <a:lnTo>
                    <a:pt x="4" y="0"/>
                  </a:lnTo>
                  <a:lnTo>
                    <a:pt x="3" y="0"/>
                  </a:lnTo>
                  <a:lnTo>
                    <a:pt x="1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74" name="Freeform 190"/>
            <p:cNvSpPr/>
            <p:nvPr>
              <p:custDataLst>
                <p:tags r:id="rId29"/>
              </p:custDataLst>
            </p:nvPr>
          </p:nvSpPr>
          <p:spPr bwMode="auto">
            <a:xfrm>
              <a:off x="4651375" y="2482850"/>
              <a:ext cx="7938" cy="73025"/>
            </a:xfrm>
            <a:custGeom>
              <a:avLst/>
              <a:gdLst/>
              <a:ahLst/>
              <a:cxnLst>
                <a:cxn ang="0">
                  <a:pos x="5" y="5"/>
                </a:cxn>
                <a:cxn ang="0">
                  <a:pos x="5" y="5"/>
                </a:cxn>
                <a:cxn ang="0">
                  <a:pos x="2" y="30"/>
                </a:cxn>
                <a:cxn ang="0">
                  <a:pos x="1" y="42"/>
                </a:cxn>
                <a:cxn ang="0">
                  <a:pos x="0" y="55"/>
                </a:cxn>
                <a:cxn ang="0">
                  <a:pos x="0" y="132"/>
                </a:cxn>
                <a:cxn ang="0">
                  <a:pos x="0" y="132"/>
                </a:cxn>
                <a:cxn ang="0">
                  <a:pos x="1" y="134"/>
                </a:cxn>
                <a:cxn ang="0">
                  <a:pos x="2" y="136"/>
                </a:cxn>
                <a:cxn ang="0">
                  <a:pos x="3" y="137"/>
                </a:cxn>
                <a:cxn ang="0">
                  <a:pos x="5" y="137"/>
                </a:cxn>
                <a:cxn ang="0">
                  <a:pos x="7" y="137"/>
                </a:cxn>
                <a:cxn ang="0">
                  <a:pos x="8" y="136"/>
                </a:cxn>
                <a:cxn ang="0">
                  <a:pos x="9" y="134"/>
                </a:cxn>
                <a:cxn ang="0">
                  <a:pos x="10" y="132"/>
                </a:cxn>
                <a:cxn ang="0">
                  <a:pos x="10" y="62"/>
                </a:cxn>
                <a:cxn ang="0">
                  <a:pos x="10" y="62"/>
                </a:cxn>
                <a:cxn ang="0">
                  <a:pos x="10" y="47"/>
                </a:cxn>
                <a:cxn ang="0">
                  <a:pos x="11" y="33"/>
                </a:cxn>
                <a:cxn ang="0">
                  <a:pos x="14" y="5"/>
                </a:cxn>
                <a:cxn ang="0">
                  <a:pos x="14" y="5"/>
                </a:cxn>
                <a:cxn ang="0">
                  <a:pos x="14" y="3"/>
                </a:cxn>
                <a:cxn ang="0">
                  <a:pos x="13" y="1"/>
                </a:cxn>
                <a:cxn ang="0">
                  <a:pos x="12" y="0"/>
                </a:cxn>
                <a:cxn ang="0">
                  <a:pos x="10" y="0"/>
                </a:cxn>
                <a:cxn ang="0">
                  <a:pos x="7" y="1"/>
                </a:cxn>
                <a:cxn ang="0">
                  <a:pos x="6" y="3"/>
                </a:cxn>
                <a:cxn ang="0">
                  <a:pos x="5" y="5"/>
                </a:cxn>
                <a:cxn ang="0">
                  <a:pos x="5" y="5"/>
                </a:cxn>
              </a:cxnLst>
              <a:rect l="0" t="0" r="r" b="b"/>
              <a:pathLst>
                <a:path w="14" h="137">
                  <a:moveTo>
                    <a:pt x="5" y="5"/>
                  </a:moveTo>
                  <a:lnTo>
                    <a:pt x="5" y="5"/>
                  </a:lnTo>
                  <a:lnTo>
                    <a:pt x="2" y="30"/>
                  </a:lnTo>
                  <a:lnTo>
                    <a:pt x="1" y="42"/>
                  </a:lnTo>
                  <a:lnTo>
                    <a:pt x="0" y="55"/>
                  </a:lnTo>
                  <a:lnTo>
                    <a:pt x="0" y="132"/>
                  </a:lnTo>
                  <a:lnTo>
                    <a:pt x="0" y="132"/>
                  </a:lnTo>
                  <a:lnTo>
                    <a:pt x="1" y="134"/>
                  </a:lnTo>
                  <a:lnTo>
                    <a:pt x="2" y="136"/>
                  </a:lnTo>
                  <a:lnTo>
                    <a:pt x="3" y="137"/>
                  </a:lnTo>
                  <a:lnTo>
                    <a:pt x="5" y="137"/>
                  </a:lnTo>
                  <a:lnTo>
                    <a:pt x="7" y="137"/>
                  </a:lnTo>
                  <a:lnTo>
                    <a:pt x="8" y="136"/>
                  </a:lnTo>
                  <a:lnTo>
                    <a:pt x="9" y="134"/>
                  </a:lnTo>
                  <a:lnTo>
                    <a:pt x="10" y="132"/>
                  </a:lnTo>
                  <a:lnTo>
                    <a:pt x="10" y="62"/>
                  </a:lnTo>
                  <a:lnTo>
                    <a:pt x="10" y="62"/>
                  </a:lnTo>
                  <a:lnTo>
                    <a:pt x="10" y="47"/>
                  </a:lnTo>
                  <a:lnTo>
                    <a:pt x="11" y="33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3"/>
                  </a:lnTo>
                  <a:lnTo>
                    <a:pt x="13" y="1"/>
                  </a:lnTo>
                  <a:lnTo>
                    <a:pt x="12" y="0"/>
                  </a:lnTo>
                  <a:lnTo>
                    <a:pt x="10" y="0"/>
                  </a:lnTo>
                  <a:lnTo>
                    <a:pt x="7" y="1"/>
                  </a:lnTo>
                  <a:lnTo>
                    <a:pt x="6" y="3"/>
                  </a:lnTo>
                  <a:lnTo>
                    <a:pt x="5" y="5"/>
                  </a:lnTo>
                  <a:lnTo>
                    <a:pt x="5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75" name="Freeform 191"/>
            <p:cNvSpPr/>
            <p:nvPr>
              <p:custDataLst>
                <p:tags r:id="rId30"/>
              </p:custDataLst>
            </p:nvPr>
          </p:nvSpPr>
          <p:spPr bwMode="auto">
            <a:xfrm>
              <a:off x="4684713" y="2500313"/>
              <a:ext cx="4763" cy="87313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161"/>
                </a:cxn>
                <a:cxn ang="0">
                  <a:pos x="0" y="161"/>
                </a:cxn>
                <a:cxn ang="0">
                  <a:pos x="0" y="163"/>
                </a:cxn>
                <a:cxn ang="0">
                  <a:pos x="1" y="164"/>
                </a:cxn>
                <a:cxn ang="0">
                  <a:pos x="3" y="165"/>
                </a:cxn>
                <a:cxn ang="0">
                  <a:pos x="5" y="166"/>
                </a:cxn>
                <a:cxn ang="0">
                  <a:pos x="6" y="165"/>
                </a:cxn>
                <a:cxn ang="0">
                  <a:pos x="8" y="164"/>
                </a:cxn>
                <a:cxn ang="0">
                  <a:pos x="9" y="163"/>
                </a:cxn>
                <a:cxn ang="0">
                  <a:pos x="9" y="161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9" y="3"/>
                </a:cxn>
                <a:cxn ang="0">
                  <a:pos x="8" y="1"/>
                </a:cxn>
                <a:cxn ang="0">
                  <a:pos x="6" y="0"/>
                </a:cxn>
                <a:cxn ang="0">
                  <a:pos x="5" y="0"/>
                </a:cxn>
                <a:cxn ang="0">
                  <a:pos x="3" y="0"/>
                </a:cxn>
                <a:cxn ang="0">
                  <a:pos x="1" y="1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9" h="166">
                  <a:moveTo>
                    <a:pt x="0" y="5"/>
                  </a:moveTo>
                  <a:lnTo>
                    <a:pt x="0" y="161"/>
                  </a:lnTo>
                  <a:lnTo>
                    <a:pt x="0" y="161"/>
                  </a:lnTo>
                  <a:lnTo>
                    <a:pt x="0" y="163"/>
                  </a:lnTo>
                  <a:lnTo>
                    <a:pt x="1" y="164"/>
                  </a:lnTo>
                  <a:lnTo>
                    <a:pt x="3" y="165"/>
                  </a:lnTo>
                  <a:lnTo>
                    <a:pt x="5" y="166"/>
                  </a:lnTo>
                  <a:lnTo>
                    <a:pt x="6" y="165"/>
                  </a:lnTo>
                  <a:lnTo>
                    <a:pt x="8" y="164"/>
                  </a:lnTo>
                  <a:lnTo>
                    <a:pt x="9" y="163"/>
                  </a:lnTo>
                  <a:lnTo>
                    <a:pt x="9" y="161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8" y="1"/>
                  </a:lnTo>
                  <a:lnTo>
                    <a:pt x="6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1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76" name="Freeform 192"/>
            <p:cNvSpPr/>
            <p:nvPr>
              <p:custDataLst>
                <p:tags r:id="rId31"/>
              </p:custDataLst>
            </p:nvPr>
          </p:nvSpPr>
          <p:spPr bwMode="auto">
            <a:xfrm>
              <a:off x="4702175" y="2540000"/>
              <a:ext cx="7938" cy="69850"/>
            </a:xfrm>
            <a:custGeom>
              <a:avLst/>
              <a:gdLst/>
              <a:ahLst/>
              <a:cxnLst>
                <a:cxn ang="0">
                  <a:pos x="6" y="3"/>
                </a:cxn>
                <a:cxn ang="0">
                  <a:pos x="6" y="3"/>
                </a:cxn>
                <a:cxn ang="0">
                  <a:pos x="3" y="19"/>
                </a:cxn>
                <a:cxn ang="0">
                  <a:pos x="1" y="34"/>
                </a:cxn>
                <a:cxn ang="0">
                  <a:pos x="0" y="50"/>
                </a:cxn>
                <a:cxn ang="0">
                  <a:pos x="0" y="65"/>
                </a:cxn>
                <a:cxn ang="0">
                  <a:pos x="1" y="96"/>
                </a:cxn>
                <a:cxn ang="0">
                  <a:pos x="1" y="127"/>
                </a:cxn>
                <a:cxn ang="0">
                  <a:pos x="1" y="127"/>
                </a:cxn>
                <a:cxn ang="0">
                  <a:pos x="2" y="129"/>
                </a:cxn>
                <a:cxn ang="0">
                  <a:pos x="3" y="131"/>
                </a:cxn>
                <a:cxn ang="0">
                  <a:pos x="4" y="132"/>
                </a:cxn>
                <a:cxn ang="0">
                  <a:pos x="6" y="132"/>
                </a:cxn>
                <a:cxn ang="0">
                  <a:pos x="7" y="132"/>
                </a:cxn>
                <a:cxn ang="0">
                  <a:pos x="9" y="131"/>
                </a:cxn>
                <a:cxn ang="0">
                  <a:pos x="10" y="129"/>
                </a:cxn>
                <a:cxn ang="0">
                  <a:pos x="10" y="127"/>
                </a:cxn>
                <a:cxn ang="0">
                  <a:pos x="10" y="127"/>
                </a:cxn>
                <a:cxn ang="0">
                  <a:pos x="10" y="97"/>
                </a:cxn>
                <a:cxn ang="0">
                  <a:pos x="9" y="66"/>
                </a:cxn>
                <a:cxn ang="0">
                  <a:pos x="9" y="51"/>
                </a:cxn>
                <a:cxn ang="0">
                  <a:pos x="10" y="36"/>
                </a:cxn>
                <a:cxn ang="0">
                  <a:pos x="12" y="21"/>
                </a:cxn>
                <a:cxn ang="0">
                  <a:pos x="15" y="5"/>
                </a:cxn>
                <a:cxn ang="0">
                  <a:pos x="15" y="5"/>
                </a:cxn>
                <a:cxn ang="0">
                  <a:pos x="15" y="3"/>
                </a:cxn>
                <a:cxn ang="0">
                  <a:pos x="14" y="2"/>
                </a:cxn>
                <a:cxn ang="0">
                  <a:pos x="13" y="0"/>
                </a:cxn>
                <a:cxn ang="0">
                  <a:pos x="11" y="0"/>
                </a:cxn>
                <a:cxn ang="0">
                  <a:pos x="10" y="0"/>
                </a:cxn>
                <a:cxn ang="0">
                  <a:pos x="8" y="0"/>
                </a:cxn>
                <a:cxn ang="0">
                  <a:pos x="7" y="1"/>
                </a:cxn>
                <a:cxn ang="0">
                  <a:pos x="6" y="3"/>
                </a:cxn>
                <a:cxn ang="0">
                  <a:pos x="6" y="3"/>
                </a:cxn>
              </a:cxnLst>
              <a:rect l="0" t="0" r="r" b="b"/>
              <a:pathLst>
                <a:path w="15" h="132">
                  <a:moveTo>
                    <a:pt x="6" y="3"/>
                  </a:moveTo>
                  <a:lnTo>
                    <a:pt x="6" y="3"/>
                  </a:lnTo>
                  <a:lnTo>
                    <a:pt x="3" y="19"/>
                  </a:lnTo>
                  <a:lnTo>
                    <a:pt x="1" y="34"/>
                  </a:lnTo>
                  <a:lnTo>
                    <a:pt x="0" y="50"/>
                  </a:lnTo>
                  <a:lnTo>
                    <a:pt x="0" y="65"/>
                  </a:lnTo>
                  <a:lnTo>
                    <a:pt x="1" y="96"/>
                  </a:lnTo>
                  <a:lnTo>
                    <a:pt x="1" y="127"/>
                  </a:lnTo>
                  <a:lnTo>
                    <a:pt x="1" y="127"/>
                  </a:lnTo>
                  <a:lnTo>
                    <a:pt x="2" y="129"/>
                  </a:lnTo>
                  <a:lnTo>
                    <a:pt x="3" y="131"/>
                  </a:lnTo>
                  <a:lnTo>
                    <a:pt x="4" y="132"/>
                  </a:lnTo>
                  <a:lnTo>
                    <a:pt x="6" y="132"/>
                  </a:lnTo>
                  <a:lnTo>
                    <a:pt x="7" y="132"/>
                  </a:lnTo>
                  <a:lnTo>
                    <a:pt x="9" y="131"/>
                  </a:lnTo>
                  <a:lnTo>
                    <a:pt x="10" y="129"/>
                  </a:lnTo>
                  <a:lnTo>
                    <a:pt x="10" y="127"/>
                  </a:lnTo>
                  <a:lnTo>
                    <a:pt x="10" y="127"/>
                  </a:lnTo>
                  <a:lnTo>
                    <a:pt x="10" y="97"/>
                  </a:lnTo>
                  <a:lnTo>
                    <a:pt x="9" y="66"/>
                  </a:lnTo>
                  <a:lnTo>
                    <a:pt x="9" y="51"/>
                  </a:lnTo>
                  <a:lnTo>
                    <a:pt x="10" y="36"/>
                  </a:lnTo>
                  <a:lnTo>
                    <a:pt x="12" y="21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3"/>
                  </a:lnTo>
                  <a:lnTo>
                    <a:pt x="14" y="2"/>
                  </a:lnTo>
                  <a:lnTo>
                    <a:pt x="13" y="0"/>
                  </a:lnTo>
                  <a:lnTo>
                    <a:pt x="11" y="0"/>
                  </a:lnTo>
                  <a:lnTo>
                    <a:pt x="10" y="0"/>
                  </a:lnTo>
                  <a:lnTo>
                    <a:pt x="8" y="0"/>
                  </a:lnTo>
                  <a:lnTo>
                    <a:pt x="7" y="1"/>
                  </a:lnTo>
                  <a:lnTo>
                    <a:pt x="6" y="3"/>
                  </a:lnTo>
                  <a:lnTo>
                    <a:pt x="6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77" name="Freeform 193"/>
            <p:cNvSpPr/>
            <p:nvPr>
              <p:custDataLst>
                <p:tags r:id="rId32"/>
              </p:custDataLst>
            </p:nvPr>
          </p:nvSpPr>
          <p:spPr bwMode="auto">
            <a:xfrm>
              <a:off x="4727575" y="2568575"/>
              <a:ext cx="9525" cy="52388"/>
            </a:xfrm>
            <a:custGeom>
              <a:avLst/>
              <a:gdLst/>
              <a:ahLst/>
              <a:cxnLst>
                <a:cxn ang="0">
                  <a:pos x="10" y="3"/>
                </a:cxn>
                <a:cxn ang="0">
                  <a:pos x="10" y="3"/>
                </a:cxn>
                <a:cxn ang="0">
                  <a:pos x="3" y="48"/>
                </a:cxn>
                <a:cxn ang="0">
                  <a:pos x="1" y="72"/>
                </a:cxn>
                <a:cxn ang="0">
                  <a:pos x="0" y="95"/>
                </a:cxn>
                <a:cxn ang="0">
                  <a:pos x="0" y="95"/>
                </a:cxn>
                <a:cxn ang="0">
                  <a:pos x="0" y="97"/>
                </a:cxn>
                <a:cxn ang="0">
                  <a:pos x="1" y="98"/>
                </a:cxn>
                <a:cxn ang="0">
                  <a:pos x="3" y="99"/>
                </a:cxn>
                <a:cxn ang="0">
                  <a:pos x="6" y="99"/>
                </a:cxn>
                <a:cxn ang="0">
                  <a:pos x="7" y="99"/>
                </a:cxn>
                <a:cxn ang="0">
                  <a:pos x="9" y="98"/>
                </a:cxn>
                <a:cxn ang="0">
                  <a:pos x="10" y="97"/>
                </a:cxn>
                <a:cxn ang="0">
                  <a:pos x="10" y="95"/>
                </a:cxn>
                <a:cxn ang="0">
                  <a:pos x="10" y="95"/>
                </a:cxn>
                <a:cxn ang="0">
                  <a:pos x="11" y="72"/>
                </a:cxn>
                <a:cxn ang="0">
                  <a:pos x="13" y="50"/>
                </a:cxn>
                <a:cxn ang="0">
                  <a:pos x="19" y="6"/>
                </a:cxn>
                <a:cxn ang="0">
                  <a:pos x="19" y="6"/>
                </a:cxn>
                <a:cxn ang="0">
                  <a:pos x="19" y="4"/>
                </a:cxn>
                <a:cxn ang="0">
                  <a:pos x="18" y="2"/>
                </a:cxn>
                <a:cxn ang="0">
                  <a:pos x="15" y="0"/>
                </a:cxn>
                <a:cxn ang="0">
                  <a:pos x="14" y="0"/>
                </a:cxn>
                <a:cxn ang="0">
                  <a:pos x="12" y="0"/>
                </a:cxn>
                <a:cxn ang="0">
                  <a:pos x="11" y="2"/>
                </a:cxn>
                <a:cxn ang="0">
                  <a:pos x="10" y="3"/>
                </a:cxn>
                <a:cxn ang="0">
                  <a:pos x="10" y="3"/>
                </a:cxn>
              </a:cxnLst>
              <a:rect l="0" t="0" r="r" b="b"/>
              <a:pathLst>
                <a:path w="19" h="99">
                  <a:moveTo>
                    <a:pt x="10" y="3"/>
                  </a:moveTo>
                  <a:lnTo>
                    <a:pt x="10" y="3"/>
                  </a:lnTo>
                  <a:lnTo>
                    <a:pt x="3" y="48"/>
                  </a:lnTo>
                  <a:lnTo>
                    <a:pt x="1" y="72"/>
                  </a:lnTo>
                  <a:lnTo>
                    <a:pt x="0" y="95"/>
                  </a:lnTo>
                  <a:lnTo>
                    <a:pt x="0" y="95"/>
                  </a:lnTo>
                  <a:lnTo>
                    <a:pt x="0" y="97"/>
                  </a:lnTo>
                  <a:lnTo>
                    <a:pt x="1" y="98"/>
                  </a:lnTo>
                  <a:lnTo>
                    <a:pt x="3" y="99"/>
                  </a:lnTo>
                  <a:lnTo>
                    <a:pt x="6" y="99"/>
                  </a:lnTo>
                  <a:lnTo>
                    <a:pt x="7" y="99"/>
                  </a:lnTo>
                  <a:lnTo>
                    <a:pt x="9" y="98"/>
                  </a:lnTo>
                  <a:lnTo>
                    <a:pt x="10" y="97"/>
                  </a:lnTo>
                  <a:lnTo>
                    <a:pt x="10" y="95"/>
                  </a:lnTo>
                  <a:lnTo>
                    <a:pt x="10" y="95"/>
                  </a:lnTo>
                  <a:lnTo>
                    <a:pt x="11" y="72"/>
                  </a:lnTo>
                  <a:lnTo>
                    <a:pt x="13" y="50"/>
                  </a:lnTo>
                  <a:lnTo>
                    <a:pt x="19" y="6"/>
                  </a:lnTo>
                  <a:lnTo>
                    <a:pt x="19" y="6"/>
                  </a:lnTo>
                  <a:lnTo>
                    <a:pt x="19" y="4"/>
                  </a:lnTo>
                  <a:lnTo>
                    <a:pt x="18" y="2"/>
                  </a:lnTo>
                  <a:lnTo>
                    <a:pt x="15" y="0"/>
                  </a:lnTo>
                  <a:lnTo>
                    <a:pt x="14" y="0"/>
                  </a:lnTo>
                  <a:lnTo>
                    <a:pt x="12" y="0"/>
                  </a:lnTo>
                  <a:lnTo>
                    <a:pt x="11" y="2"/>
                  </a:lnTo>
                  <a:lnTo>
                    <a:pt x="10" y="3"/>
                  </a:lnTo>
                  <a:lnTo>
                    <a:pt x="10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78" name="Freeform 194"/>
            <p:cNvSpPr/>
            <p:nvPr>
              <p:custDataLst>
                <p:tags r:id="rId33"/>
              </p:custDataLst>
            </p:nvPr>
          </p:nvSpPr>
          <p:spPr bwMode="auto">
            <a:xfrm>
              <a:off x="4748213" y="2590800"/>
              <a:ext cx="4763" cy="57150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104"/>
                </a:cxn>
                <a:cxn ang="0">
                  <a:pos x="0" y="104"/>
                </a:cxn>
                <a:cxn ang="0">
                  <a:pos x="0" y="107"/>
                </a:cxn>
                <a:cxn ang="0">
                  <a:pos x="1" y="109"/>
                </a:cxn>
                <a:cxn ang="0">
                  <a:pos x="3" y="109"/>
                </a:cxn>
                <a:cxn ang="0">
                  <a:pos x="4" y="110"/>
                </a:cxn>
                <a:cxn ang="0">
                  <a:pos x="6" y="109"/>
                </a:cxn>
                <a:cxn ang="0">
                  <a:pos x="7" y="109"/>
                </a:cxn>
                <a:cxn ang="0">
                  <a:pos x="9" y="107"/>
                </a:cxn>
                <a:cxn ang="0">
                  <a:pos x="9" y="104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9" y="3"/>
                </a:cxn>
                <a:cxn ang="0">
                  <a:pos x="7" y="2"/>
                </a:cxn>
                <a:cxn ang="0">
                  <a:pos x="6" y="1"/>
                </a:cxn>
                <a:cxn ang="0">
                  <a:pos x="4" y="0"/>
                </a:cxn>
                <a:cxn ang="0">
                  <a:pos x="3" y="1"/>
                </a:cxn>
                <a:cxn ang="0">
                  <a:pos x="1" y="2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9" h="110">
                  <a:moveTo>
                    <a:pt x="0" y="5"/>
                  </a:moveTo>
                  <a:lnTo>
                    <a:pt x="0" y="104"/>
                  </a:lnTo>
                  <a:lnTo>
                    <a:pt x="0" y="104"/>
                  </a:lnTo>
                  <a:lnTo>
                    <a:pt x="0" y="107"/>
                  </a:lnTo>
                  <a:lnTo>
                    <a:pt x="1" y="109"/>
                  </a:lnTo>
                  <a:lnTo>
                    <a:pt x="3" y="109"/>
                  </a:lnTo>
                  <a:lnTo>
                    <a:pt x="4" y="110"/>
                  </a:lnTo>
                  <a:lnTo>
                    <a:pt x="6" y="109"/>
                  </a:lnTo>
                  <a:lnTo>
                    <a:pt x="7" y="109"/>
                  </a:lnTo>
                  <a:lnTo>
                    <a:pt x="9" y="107"/>
                  </a:lnTo>
                  <a:lnTo>
                    <a:pt x="9" y="104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7" y="2"/>
                  </a:lnTo>
                  <a:lnTo>
                    <a:pt x="6" y="1"/>
                  </a:lnTo>
                  <a:lnTo>
                    <a:pt x="4" y="0"/>
                  </a:lnTo>
                  <a:lnTo>
                    <a:pt x="3" y="1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79" name="Freeform 195"/>
            <p:cNvSpPr/>
            <p:nvPr>
              <p:custDataLst>
                <p:tags r:id="rId34"/>
              </p:custDataLst>
            </p:nvPr>
          </p:nvSpPr>
          <p:spPr bwMode="auto">
            <a:xfrm>
              <a:off x="4641850" y="2751138"/>
              <a:ext cx="7938" cy="26988"/>
            </a:xfrm>
            <a:custGeom>
              <a:avLst/>
              <a:gdLst/>
              <a:ahLst/>
              <a:cxnLst>
                <a:cxn ang="0">
                  <a:pos x="15" y="46"/>
                </a:cxn>
                <a:cxn ang="0">
                  <a:pos x="15" y="46"/>
                </a:cxn>
                <a:cxn ang="0">
                  <a:pos x="12" y="36"/>
                </a:cxn>
                <a:cxn ang="0">
                  <a:pos x="11" y="26"/>
                </a:cxn>
                <a:cxn ang="0">
                  <a:pos x="10" y="5"/>
                </a:cxn>
                <a:cxn ang="0">
                  <a:pos x="10" y="5"/>
                </a:cxn>
                <a:cxn ang="0">
                  <a:pos x="10" y="3"/>
                </a:cxn>
                <a:cxn ang="0">
                  <a:pos x="8" y="1"/>
                </a:cxn>
                <a:cxn ang="0">
                  <a:pos x="6" y="1"/>
                </a:cxn>
                <a:cxn ang="0">
                  <a:pos x="5" y="0"/>
                </a:cxn>
                <a:cxn ang="0">
                  <a:pos x="3" y="1"/>
                </a:cxn>
                <a:cxn ang="0">
                  <a:pos x="1" y="1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1" y="27"/>
                </a:cxn>
                <a:cxn ang="0">
                  <a:pos x="2" y="38"/>
                </a:cxn>
                <a:cxn ang="0">
                  <a:pos x="5" y="48"/>
                </a:cxn>
                <a:cxn ang="0">
                  <a:pos x="5" y="48"/>
                </a:cxn>
                <a:cxn ang="0">
                  <a:pos x="6" y="50"/>
                </a:cxn>
                <a:cxn ang="0">
                  <a:pos x="7" y="51"/>
                </a:cxn>
                <a:cxn ang="0">
                  <a:pos x="10" y="51"/>
                </a:cxn>
                <a:cxn ang="0">
                  <a:pos x="11" y="51"/>
                </a:cxn>
                <a:cxn ang="0">
                  <a:pos x="13" y="51"/>
                </a:cxn>
                <a:cxn ang="0">
                  <a:pos x="14" y="49"/>
                </a:cxn>
                <a:cxn ang="0">
                  <a:pos x="15" y="48"/>
                </a:cxn>
                <a:cxn ang="0">
                  <a:pos x="15" y="46"/>
                </a:cxn>
                <a:cxn ang="0">
                  <a:pos x="15" y="46"/>
                </a:cxn>
              </a:cxnLst>
              <a:rect l="0" t="0" r="r" b="b"/>
              <a:pathLst>
                <a:path w="15" h="51">
                  <a:moveTo>
                    <a:pt x="15" y="46"/>
                  </a:moveTo>
                  <a:lnTo>
                    <a:pt x="15" y="46"/>
                  </a:lnTo>
                  <a:lnTo>
                    <a:pt x="12" y="36"/>
                  </a:lnTo>
                  <a:lnTo>
                    <a:pt x="11" y="26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0" y="3"/>
                  </a:lnTo>
                  <a:lnTo>
                    <a:pt x="8" y="1"/>
                  </a:lnTo>
                  <a:lnTo>
                    <a:pt x="6" y="1"/>
                  </a:lnTo>
                  <a:lnTo>
                    <a:pt x="5" y="0"/>
                  </a:lnTo>
                  <a:lnTo>
                    <a:pt x="3" y="1"/>
                  </a:lnTo>
                  <a:lnTo>
                    <a:pt x="1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lnTo>
                    <a:pt x="1" y="27"/>
                  </a:lnTo>
                  <a:lnTo>
                    <a:pt x="2" y="38"/>
                  </a:lnTo>
                  <a:lnTo>
                    <a:pt x="5" y="48"/>
                  </a:lnTo>
                  <a:lnTo>
                    <a:pt x="5" y="48"/>
                  </a:lnTo>
                  <a:lnTo>
                    <a:pt x="6" y="50"/>
                  </a:lnTo>
                  <a:lnTo>
                    <a:pt x="7" y="51"/>
                  </a:lnTo>
                  <a:lnTo>
                    <a:pt x="10" y="51"/>
                  </a:lnTo>
                  <a:lnTo>
                    <a:pt x="11" y="51"/>
                  </a:lnTo>
                  <a:lnTo>
                    <a:pt x="13" y="51"/>
                  </a:lnTo>
                  <a:lnTo>
                    <a:pt x="14" y="49"/>
                  </a:lnTo>
                  <a:lnTo>
                    <a:pt x="15" y="48"/>
                  </a:lnTo>
                  <a:lnTo>
                    <a:pt x="15" y="46"/>
                  </a:lnTo>
                  <a:lnTo>
                    <a:pt x="15" y="46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80" name="Freeform 196"/>
            <p:cNvSpPr/>
            <p:nvPr>
              <p:custDataLst>
                <p:tags r:id="rId35"/>
              </p:custDataLst>
            </p:nvPr>
          </p:nvSpPr>
          <p:spPr bwMode="auto">
            <a:xfrm>
              <a:off x="4675188" y="2751138"/>
              <a:ext cx="12700" cy="34925"/>
            </a:xfrm>
            <a:custGeom>
              <a:avLst/>
              <a:gdLst/>
              <a:ahLst/>
              <a:cxnLst>
                <a:cxn ang="0">
                  <a:pos x="18" y="39"/>
                </a:cxn>
                <a:cxn ang="0">
                  <a:pos x="18" y="39"/>
                </a:cxn>
                <a:cxn ang="0">
                  <a:pos x="14" y="31"/>
                </a:cxn>
                <a:cxn ang="0">
                  <a:pos x="12" y="23"/>
                </a:cxn>
                <a:cxn ang="0">
                  <a:pos x="9" y="13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8" y="3"/>
                </a:cxn>
                <a:cxn ang="0">
                  <a:pos x="7" y="1"/>
                </a:cxn>
                <a:cxn ang="0">
                  <a:pos x="6" y="1"/>
                </a:cxn>
                <a:cxn ang="0">
                  <a:pos x="4" y="0"/>
                </a:cxn>
                <a:cxn ang="0">
                  <a:pos x="3" y="1"/>
                </a:cxn>
                <a:cxn ang="0">
                  <a:pos x="1" y="1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17"/>
                </a:cxn>
                <a:cxn ang="0">
                  <a:pos x="1" y="24"/>
                </a:cxn>
                <a:cxn ang="0">
                  <a:pos x="3" y="30"/>
                </a:cxn>
                <a:cxn ang="0">
                  <a:pos x="3" y="30"/>
                </a:cxn>
                <a:cxn ang="0">
                  <a:pos x="6" y="38"/>
                </a:cxn>
                <a:cxn ang="0">
                  <a:pos x="9" y="45"/>
                </a:cxn>
                <a:cxn ang="0">
                  <a:pos x="13" y="54"/>
                </a:cxn>
                <a:cxn ang="0">
                  <a:pos x="14" y="62"/>
                </a:cxn>
                <a:cxn ang="0">
                  <a:pos x="14" y="62"/>
                </a:cxn>
                <a:cxn ang="0">
                  <a:pos x="15" y="64"/>
                </a:cxn>
                <a:cxn ang="0">
                  <a:pos x="16" y="65"/>
                </a:cxn>
                <a:cxn ang="0">
                  <a:pos x="18" y="66"/>
                </a:cxn>
                <a:cxn ang="0">
                  <a:pos x="19" y="66"/>
                </a:cxn>
                <a:cxn ang="0">
                  <a:pos x="21" y="66"/>
                </a:cxn>
                <a:cxn ang="0">
                  <a:pos x="22" y="65"/>
                </a:cxn>
                <a:cxn ang="0">
                  <a:pos x="23" y="64"/>
                </a:cxn>
                <a:cxn ang="0">
                  <a:pos x="24" y="62"/>
                </a:cxn>
                <a:cxn ang="0">
                  <a:pos x="24" y="62"/>
                </a:cxn>
                <a:cxn ang="0">
                  <a:pos x="23" y="56"/>
                </a:cxn>
                <a:cxn ang="0">
                  <a:pos x="22" y="49"/>
                </a:cxn>
                <a:cxn ang="0">
                  <a:pos x="18" y="39"/>
                </a:cxn>
                <a:cxn ang="0">
                  <a:pos x="18" y="39"/>
                </a:cxn>
              </a:cxnLst>
              <a:rect l="0" t="0" r="r" b="b"/>
              <a:pathLst>
                <a:path w="24" h="66">
                  <a:moveTo>
                    <a:pt x="18" y="39"/>
                  </a:moveTo>
                  <a:lnTo>
                    <a:pt x="18" y="39"/>
                  </a:lnTo>
                  <a:lnTo>
                    <a:pt x="14" y="31"/>
                  </a:lnTo>
                  <a:lnTo>
                    <a:pt x="12" y="23"/>
                  </a:lnTo>
                  <a:lnTo>
                    <a:pt x="9" y="13"/>
                  </a:lnTo>
                  <a:lnTo>
                    <a:pt x="9" y="5"/>
                  </a:lnTo>
                  <a:lnTo>
                    <a:pt x="9" y="5"/>
                  </a:lnTo>
                  <a:lnTo>
                    <a:pt x="8" y="3"/>
                  </a:lnTo>
                  <a:lnTo>
                    <a:pt x="7" y="1"/>
                  </a:lnTo>
                  <a:lnTo>
                    <a:pt x="6" y="1"/>
                  </a:lnTo>
                  <a:lnTo>
                    <a:pt x="4" y="0"/>
                  </a:lnTo>
                  <a:lnTo>
                    <a:pt x="3" y="1"/>
                  </a:lnTo>
                  <a:lnTo>
                    <a:pt x="1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17"/>
                  </a:lnTo>
                  <a:lnTo>
                    <a:pt x="1" y="24"/>
                  </a:lnTo>
                  <a:lnTo>
                    <a:pt x="3" y="30"/>
                  </a:lnTo>
                  <a:lnTo>
                    <a:pt x="3" y="30"/>
                  </a:lnTo>
                  <a:lnTo>
                    <a:pt x="6" y="38"/>
                  </a:lnTo>
                  <a:lnTo>
                    <a:pt x="9" y="45"/>
                  </a:lnTo>
                  <a:lnTo>
                    <a:pt x="13" y="54"/>
                  </a:lnTo>
                  <a:lnTo>
                    <a:pt x="14" y="62"/>
                  </a:lnTo>
                  <a:lnTo>
                    <a:pt x="14" y="62"/>
                  </a:lnTo>
                  <a:lnTo>
                    <a:pt x="15" y="64"/>
                  </a:lnTo>
                  <a:lnTo>
                    <a:pt x="16" y="65"/>
                  </a:lnTo>
                  <a:lnTo>
                    <a:pt x="18" y="66"/>
                  </a:lnTo>
                  <a:lnTo>
                    <a:pt x="19" y="66"/>
                  </a:lnTo>
                  <a:lnTo>
                    <a:pt x="21" y="66"/>
                  </a:lnTo>
                  <a:lnTo>
                    <a:pt x="22" y="65"/>
                  </a:lnTo>
                  <a:lnTo>
                    <a:pt x="23" y="64"/>
                  </a:lnTo>
                  <a:lnTo>
                    <a:pt x="24" y="62"/>
                  </a:lnTo>
                  <a:lnTo>
                    <a:pt x="24" y="62"/>
                  </a:lnTo>
                  <a:lnTo>
                    <a:pt x="23" y="56"/>
                  </a:lnTo>
                  <a:lnTo>
                    <a:pt x="22" y="49"/>
                  </a:lnTo>
                  <a:lnTo>
                    <a:pt x="18" y="39"/>
                  </a:lnTo>
                  <a:lnTo>
                    <a:pt x="18" y="39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81" name="Freeform 197"/>
            <p:cNvSpPr/>
            <p:nvPr>
              <p:custDataLst>
                <p:tags r:id="rId36"/>
              </p:custDataLst>
            </p:nvPr>
          </p:nvSpPr>
          <p:spPr bwMode="auto">
            <a:xfrm>
              <a:off x="4710113" y="2759075"/>
              <a:ext cx="9525" cy="44450"/>
            </a:xfrm>
            <a:custGeom>
              <a:avLst/>
              <a:gdLst/>
              <a:ahLst/>
              <a:cxnLst>
                <a:cxn ang="0">
                  <a:pos x="10" y="4"/>
                </a:cxn>
                <a:cxn ang="0">
                  <a:pos x="10" y="4"/>
                </a:cxn>
                <a:cxn ang="0">
                  <a:pos x="10" y="2"/>
                </a:cxn>
                <a:cxn ang="0">
                  <a:pos x="9" y="1"/>
                </a:cxn>
                <a:cxn ang="0">
                  <a:pos x="6" y="0"/>
                </a:cxn>
                <a:cxn ang="0">
                  <a:pos x="4" y="0"/>
                </a:cxn>
                <a:cxn ang="0">
                  <a:pos x="3" y="0"/>
                </a:cxn>
                <a:cxn ang="0">
                  <a:pos x="1" y="1"/>
                </a:cxn>
                <a:cxn ang="0">
                  <a:pos x="0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1" y="24"/>
                </a:cxn>
                <a:cxn ang="0">
                  <a:pos x="3" y="44"/>
                </a:cxn>
                <a:cxn ang="0">
                  <a:pos x="6" y="63"/>
                </a:cxn>
                <a:cxn ang="0">
                  <a:pos x="10" y="82"/>
                </a:cxn>
                <a:cxn ang="0">
                  <a:pos x="10" y="82"/>
                </a:cxn>
                <a:cxn ang="0">
                  <a:pos x="11" y="84"/>
                </a:cxn>
                <a:cxn ang="0">
                  <a:pos x="12" y="85"/>
                </a:cxn>
                <a:cxn ang="0">
                  <a:pos x="14" y="85"/>
                </a:cxn>
                <a:cxn ang="0">
                  <a:pos x="16" y="85"/>
                </a:cxn>
                <a:cxn ang="0">
                  <a:pos x="17" y="84"/>
                </a:cxn>
                <a:cxn ang="0">
                  <a:pos x="18" y="83"/>
                </a:cxn>
                <a:cxn ang="0">
                  <a:pos x="19" y="82"/>
                </a:cxn>
                <a:cxn ang="0">
                  <a:pos x="19" y="80"/>
                </a:cxn>
                <a:cxn ang="0">
                  <a:pos x="19" y="80"/>
                </a:cxn>
                <a:cxn ang="0">
                  <a:pos x="16" y="61"/>
                </a:cxn>
                <a:cxn ang="0">
                  <a:pos x="13" y="43"/>
                </a:cxn>
                <a:cxn ang="0">
                  <a:pos x="11" y="24"/>
                </a:cxn>
                <a:cxn ang="0">
                  <a:pos x="10" y="4"/>
                </a:cxn>
                <a:cxn ang="0">
                  <a:pos x="10" y="4"/>
                </a:cxn>
              </a:cxnLst>
              <a:rect l="0" t="0" r="r" b="b"/>
              <a:pathLst>
                <a:path w="19" h="85">
                  <a:moveTo>
                    <a:pt x="10" y="4"/>
                  </a:moveTo>
                  <a:lnTo>
                    <a:pt x="10" y="4"/>
                  </a:lnTo>
                  <a:lnTo>
                    <a:pt x="10" y="2"/>
                  </a:lnTo>
                  <a:lnTo>
                    <a:pt x="9" y="1"/>
                  </a:lnTo>
                  <a:lnTo>
                    <a:pt x="6" y="0"/>
                  </a:lnTo>
                  <a:lnTo>
                    <a:pt x="4" y="0"/>
                  </a:lnTo>
                  <a:lnTo>
                    <a:pt x="3" y="0"/>
                  </a:lnTo>
                  <a:lnTo>
                    <a:pt x="1" y="1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1" y="24"/>
                  </a:lnTo>
                  <a:lnTo>
                    <a:pt x="3" y="44"/>
                  </a:lnTo>
                  <a:lnTo>
                    <a:pt x="6" y="63"/>
                  </a:lnTo>
                  <a:lnTo>
                    <a:pt x="10" y="82"/>
                  </a:lnTo>
                  <a:lnTo>
                    <a:pt x="10" y="82"/>
                  </a:lnTo>
                  <a:lnTo>
                    <a:pt x="11" y="84"/>
                  </a:lnTo>
                  <a:lnTo>
                    <a:pt x="12" y="85"/>
                  </a:lnTo>
                  <a:lnTo>
                    <a:pt x="14" y="85"/>
                  </a:lnTo>
                  <a:lnTo>
                    <a:pt x="16" y="85"/>
                  </a:lnTo>
                  <a:lnTo>
                    <a:pt x="17" y="84"/>
                  </a:lnTo>
                  <a:lnTo>
                    <a:pt x="18" y="83"/>
                  </a:lnTo>
                  <a:lnTo>
                    <a:pt x="19" y="82"/>
                  </a:lnTo>
                  <a:lnTo>
                    <a:pt x="19" y="80"/>
                  </a:lnTo>
                  <a:lnTo>
                    <a:pt x="19" y="80"/>
                  </a:lnTo>
                  <a:lnTo>
                    <a:pt x="16" y="61"/>
                  </a:lnTo>
                  <a:lnTo>
                    <a:pt x="13" y="43"/>
                  </a:lnTo>
                  <a:lnTo>
                    <a:pt x="11" y="24"/>
                  </a:lnTo>
                  <a:lnTo>
                    <a:pt x="10" y="4"/>
                  </a:lnTo>
                  <a:lnTo>
                    <a:pt x="10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82" name="Freeform 198"/>
            <p:cNvSpPr/>
            <p:nvPr>
              <p:custDataLst>
                <p:tags r:id="rId37"/>
              </p:custDataLst>
            </p:nvPr>
          </p:nvSpPr>
          <p:spPr bwMode="auto">
            <a:xfrm>
              <a:off x="4416425" y="2370138"/>
              <a:ext cx="15875" cy="106363"/>
            </a:xfrm>
            <a:custGeom>
              <a:avLst/>
              <a:gdLst/>
              <a:ahLst/>
              <a:cxnLst>
                <a:cxn ang="0">
                  <a:pos x="19" y="3"/>
                </a:cxn>
                <a:cxn ang="0">
                  <a:pos x="19" y="3"/>
                </a:cxn>
                <a:cxn ang="0">
                  <a:pos x="14" y="24"/>
                </a:cxn>
                <a:cxn ang="0">
                  <a:pos x="13" y="34"/>
                </a:cxn>
                <a:cxn ang="0">
                  <a:pos x="13" y="45"/>
                </a:cxn>
                <a:cxn ang="0">
                  <a:pos x="13" y="98"/>
                </a:cxn>
                <a:cxn ang="0">
                  <a:pos x="13" y="98"/>
                </a:cxn>
                <a:cxn ang="0">
                  <a:pos x="13" y="124"/>
                </a:cxn>
                <a:cxn ang="0">
                  <a:pos x="12" y="136"/>
                </a:cxn>
                <a:cxn ang="0">
                  <a:pos x="10" y="149"/>
                </a:cxn>
                <a:cxn ang="0">
                  <a:pos x="10" y="149"/>
                </a:cxn>
                <a:cxn ang="0">
                  <a:pos x="4" y="171"/>
                </a:cxn>
                <a:cxn ang="0">
                  <a:pos x="2" y="183"/>
                </a:cxn>
                <a:cxn ang="0">
                  <a:pos x="0" y="194"/>
                </a:cxn>
                <a:cxn ang="0">
                  <a:pos x="0" y="194"/>
                </a:cxn>
                <a:cxn ang="0">
                  <a:pos x="1" y="196"/>
                </a:cxn>
                <a:cxn ang="0">
                  <a:pos x="2" y="197"/>
                </a:cxn>
                <a:cxn ang="0">
                  <a:pos x="3" y="198"/>
                </a:cxn>
                <a:cxn ang="0">
                  <a:pos x="5" y="199"/>
                </a:cxn>
                <a:cxn ang="0">
                  <a:pos x="6" y="198"/>
                </a:cxn>
                <a:cxn ang="0">
                  <a:pos x="8" y="197"/>
                </a:cxn>
                <a:cxn ang="0">
                  <a:pos x="9" y="196"/>
                </a:cxn>
                <a:cxn ang="0">
                  <a:pos x="10" y="194"/>
                </a:cxn>
                <a:cxn ang="0">
                  <a:pos x="10" y="194"/>
                </a:cxn>
                <a:cxn ang="0">
                  <a:pos x="11" y="182"/>
                </a:cxn>
                <a:cxn ang="0">
                  <a:pos x="14" y="169"/>
                </a:cxn>
                <a:cxn ang="0">
                  <a:pos x="20" y="144"/>
                </a:cxn>
                <a:cxn ang="0">
                  <a:pos x="20" y="144"/>
                </a:cxn>
                <a:cxn ang="0">
                  <a:pos x="22" y="135"/>
                </a:cxn>
                <a:cxn ang="0">
                  <a:pos x="22" y="125"/>
                </a:cxn>
                <a:cxn ang="0">
                  <a:pos x="22" y="105"/>
                </a:cxn>
                <a:cxn ang="0">
                  <a:pos x="22" y="105"/>
                </a:cxn>
                <a:cxn ang="0">
                  <a:pos x="22" y="80"/>
                </a:cxn>
                <a:cxn ang="0">
                  <a:pos x="22" y="55"/>
                </a:cxn>
                <a:cxn ang="0">
                  <a:pos x="23" y="31"/>
                </a:cxn>
                <a:cxn ang="0">
                  <a:pos x="25" y="18"/>
                </a:cxn>
                <a:cxn ang="0">
                  <a:pos x="29" y="6"/>
                </a:cxn>
                <a:cxn ang="0">
                  <a:pos x="29" y="6"/>
                </a:cxn>
                <a:cxn ang="0">
                  <a:pos x="29" y="4"/>
                </a:cxn>
                <a:cxn ang="0">
                  <a:pos x="28" y="2"/>
                </a:cxn>
                <a:cxn ang="0">
                  <a:pos x="27" y="1"/>
                </a:cxn>
                <a:cxn ang="0">
                  <a:pos x="24" y="0"/>
                </a:cxn>
                <a:cxn ang="0">
                  <a:pos x="23" y="0"/>
                </a:cxn>
                <a:cxn ang="0">
                  <a:pos x="21" y="0"/>
                </a:cxn>
                <a:cxn ang="0">
                  <a:pos x="20" y="2"/>
                </a:cxn>
                <a:cxn ang="0">
                  <a:pos x="19" y="3"/>
                </a:cxn>
                <a:cxn ang="0">
                  <a:pos x="19" y="3"/>
                </a:cxn>
              </a:cxnLst>
              <a:rect l="0" t="0" r="r" b="b"/>
              <a:pathLst>
                <a:path w="29" h="199">
                  <a:moveTo>
                    <a:pt x="19" y="3"/>
                  </a:moveTo>
                  <a:lnTo>
                    <a:pt x="19" y="3"/>
                  </a:lnTo>
                  <a:lnTo>
                    <a:pt x="14" y="24"/>
                  </a:lnTo>
                  <a:lnTo>
                    <a:pt x="13" y="34"/>
                  </a:lnTo>
                  <a:lnTo>
                    <a:pt x="13" y="45"/>
                  </a:lnTo>
                  <a:lnTo>
                    <a:pt x="13" y="98"/>
                  </a:lnTo>
                  <a:lnTo>
                    <a:pt x="13" y="98"/>
                  </a:lnTo>
                  <a:lnTo>
                    <a:pt x="13" y="124"/>
                  </a:lnTo>
                  <a:lnTo>
                    <a:pt x="12" y="136"/>
                  </a:lnTo>
                  <a:lnTo>
                    <a:pt x="10" y="149"/>
                  </a:lnTo>
                  <a:lnTo>
                    <a:pt x="10" y="149"/>
                  </a:lnTo>
                  <a:lnTo>
                    <a:pt x="4" y="171"/>
                  </a:lnTo>
                  <a:lnTo>
                    <a:pt x="2" y="183"/>
                  </a:lnTo>
                  <a:lnTo>
                    <a:pt x="0" y="194"/>
                  </a:lnTo>
                  <a:lnTo>
                    <a:pt x="0" y="194"/>
                  </a:lnTo>
                  <a:lnTo>
                    <a:pt x="1" y="196"/>
                  </a:lnTo>
                  <a:lnTo>
                    <a:pt x="2" y="197"/>
                  </a:lnTo>
                  <a:lnTo>
                    <a:pt x="3" y="198"/>
                  </a:lnTo>
                  <a:lnTo>
                    <a:pt x="5" y="199"/>
                  </a:lnTo>
                  <a:lnTo>
                    <a:pt x="6" y="198"/>
                  </a:lnTo>
                  <a:lnTo>
                    <a:pt x="8" y="197"/>
                  </a:lnTo>
                  <a:lnTo>
                    <a:pt x="9" y="196"/>
                  </a:lnTo>
                  <a:lnTo>
                    <a:pt x="10" y="194"/>
                  </a:lnTo>
                  <a:lnTo>
                    <a:pt x="10" y="194"/>
                  </a:lnTo>
                  <a:lnTo>
                    <a:pt x="11" y="182"/>
                  </a:lnTo>
                  <a:lnTo>
                    <a:pt x="14" y="169"/>
                  </a:lnTo>
                  <a:lnTo>
                    <a:pt x="20" y="144"/>
                  </a:lnTo>
                  <a:lnTo>
                    <a:pt x="20" y="144"/>
                  </a:lnTo>
                  <a:lnTo>
                    <a:pt x="22" y="135"/>
                  </a:lnTo>
                  <a:lnTo>
                    <a:pt x="22" y="125"/>
                  </a:lnTo>
                  <a:lnTo>
                    <a:pt x="22" y="105"/>
                  </a:lnTo>
                  <a:lnTo>
                    <a:pt x="22" y="105"/>
                  </a:lnTo>
                  <a:lnTo>
                    <a:pt x="22" y="80"/>
                  </a:lnTo>
                  <a:lnTo>
                    <a:pt x="22" y="55"/>
                  </a:lnTo>
                  <a:lnTo>
                    <a:pt x="23" y="31"/>
                  </a:lnTo>
                  <a:lnTo>
                    <a:pt x="25" y="18"/>
                  </a:lnTo>
                  <a:lnTo>
                    <a:pt x="29" y="6"/>
                  </a:lnTo>
                  <a:lnTo>
                    <a:pt x="29" y="6"/>
                  </a:lnTo>
                  <a:lnTo>
                    <a:pt x="29" y="4"/>
                  </a:lnTo>
                  <a:lnTo>
                    <a:pt x="28" y="2"/>
                  </a:lnTo>
                  <a:lnTo>
                    <a:pt x="27" y="1"/>
                  </a:lnTo>
                  <a:lnTo>
                    <a:pt x="24" y="0"/>
                  </a:lnTo>
                  <a:lnTo>
                    <a:pt x="23" y="0"/>
                  </a:lnTo>
                  <a:lnTo>
                    <a:pt x="21" y="0"/>
                  </a:lnTo>
                  <a:lnTo>
                    <a:pt x="20" y="2"/>
                  </a:lnTo>
                  <a:lnTo>
                    <a:pt x="19" y="3"/>
                  </a:lnTo>
                  <a:lnTo>
                    <a:pt x="19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83" name="Freeform 199"/>
            <p:cNvSpPr/>
            <p:nvPr>
              <p:custDataLst>
                <p:tags r:id="rId38"/>
              </p:custDataLst>
            </p:nvPr>
          </p:nvSpPr>
          <p:spPr bwMode="auto">
            <a:xfrm>
              <a:off x="4464050" y="2424113"/>
              <a:ext cx="19050" cy="88900"/>
            </a:xfrm>
            <a:custGeom>
              <a:avLst/>
              <a:gdLst/>
              <a:ahLst/>
              <a:cxnLst>
                <a:cxn ang="0">
                  <a:pos x="26" y="3"/>
                </a:cxn>
                <a:cxn ang="0">
                  <a:pos x="26" y="3"/>
                </a:cxn>
                <a:cxn ang="0">
                  <a:pos x="18" y="42"/>
                </a:cxn>
                <a:cxn ang="0">
                  <a:pos x="11" y="83"/>
                </a:cxn>
                <a:cxn ang="0">
                  <a:pos x="6" y="123"/>
                </a:cxn>
                <a:cxn ang="0">
                  <a:pos x="0" y="162"/>
                </a:cxn>
                <a:cxn ang="0">
                  <a:pos x="0" y="162"/>
                </a:cxn>
                <a:cxn ang="0">
                  <a:pos x="0" y="164"/>
                </a:cxn>
                <a:cxn ang="0">
                  <a:pos x="2" y="166"/>
                </a:cxn>
                <a:cxn ang="0">
                  <a:pos x="3" y="167"/>
                </a:cxn>
                <a:cxn ang="0">
                  <a:pos x="5" y="167"/>
                </a:cxn>
                <a:cxn ang="0">
                  <a:pos x="8" y="166"/>
                </a:cxn>
                <a:cxn ang="0">
                  <a:pos x="10" y="164"/>
                </a:cxn>
                <a:cxn ang="0">
                  <a:pos x="10" y="162"/>
                </a:cxn>
                <a:cxn ang="0">
                  <a:pos x="10" y="162"/>
                </a:cxn>
                <a:cxn ang="0">
                  <a:pos x="15" y="123"/>
                </a:cxn>
                <a:cxn ang="0">
                  <a:pos x="20" y="84"/>
                </a:cxn>
                <a:cxn ang="0">
                  <a:pos x="26" y="45"/>
                </a:cxn>
                <a:cxn ang="0">
                  <a:pos x="36" y="6"/>
                </a:cxn>
                <a:cxn ang="0">
                  <a:pos x="36" y="6"/>
                </a:cxn>
                <a:cxn ang="0">
                  <a:pos x="36" y="4"/>
                </a:cxn>
                <a:cxn ang="0">
                  <a:pos x="35" y="2"/>
                </a:cxn>
                <a:cxn ang="0">
                  <a:pos x="34" y="1"/>
                </a:cxn>
                <a:cxn ang="0">
                  <a:pos x="31" y="0"/>
                </a:cxn>
                <a:cxn ang="0">
                  <a:pos x="29" y="0"/>
                </a:cxn>
                <a:cxn ang="0">
                  <a:pos x="28" y="0"/>
                </a:cxn>
                <a:cxn ang="0">
                  <a:pos x="26" y="1"/>
                </a:cxn>
                <a:cxn ang="0">
                  <a:pos x="26" y="3"/>
                </a:cxn>
                <a:cxn ang="0">
                  <a:pos x="26" y="3"/>
                </a:cxn>
              </a:cxnLst>
              <a:rect l="0" t="0" r="r" b="b"/>
              <a:pathLst>
                <a:path w="36" h="167">
                  <a:moveTo>
                    <a:pt x="26" y="3"/>
                  </a:moveTo>
                  <a:lnTo>
                    <a:pt x="26" y="3"/>
                  </a:lnTo>
                  <a:lnTo>
                    <a:pt x="18" y="42"/>
                  </a:lnTo>
                  <a:lnTo>
                    <a:pt x="11" y="83"/>
                  </a:lnTo>
                  <a:lnTo>
                    <a:pt x="6" y="123"/>
                  </a:lnTo>
                  <a:lnTo>
                    <a:pt x="0" y="162"/>
                  </a:lnTo>
                  <a:lnTo>
                    <a:pt x="0" y="162"/>
                  </a:lnTo>
                  <a:lnTo>
                    <a:pt x="0" y="164"/>
                  </a:lnTo>
                  <a:lnTo>
                    <a:pt x="2" y="166"/>
                  </a:lnTo>
                  <a:lnTo>
                    <a:pt x="3" y="167"/>
                  </a:lnTo>
                  <a:lnTo>
                    <a:pt x="5" y="167"/>
                  </a:lnTo>
                  <a:lnTo>
                    <a:pt x="8" y="166"/>
                  </a:lnTo>
                  <a:lnTo>
                    <a:pt x="10" y="164"/>
                  </a:lnTo>
                  <a:lnTo>
                    <a:pt x="10" y="162"/>
                  </a:lnTo>
                  <a:lnTo>
                    <a:pt x="10" y="162"/>
                  </a:lnTo>
                  <a:lnTo>
                    <a:pt x="15" y="123"/>
                  </a:lnTo>
                  <a:lnTo>
                    <a:pt x="20" y="84"/>
                  </a:lnTo>
                  <a:lnTo>
                    <a:pt x="26" y="45"/>
                  </a:lnTo>
                  <a:lnTo>
                    <a:pt x="36" y="6"/>
                  </a:lnTo>
                  <a:lnTo>
                    <a:pt x="36" y="6"/>
                  </a:lnTo>
                  <a:lnTo>
                    <a:pt x="36" y="4"/>
                  </a:lnTo>
                  <a:lnTo>
                    <a:pt x="35" y="2"/>
                  </a:lnTo>
                  <a:lnTo>
                    <a:pt x="34" y="1"/>
                  </a:lnTo>
                  <a:lnTo>
                    <a:pt x="31" y="0"/>
                  </a:lnTo>
                  <a:lnTo>
                    <a:pt x="29" y="0"/>
                  </a:lnTo>
                  <a:lnTo>
                    <a:pt x="28" y="0"/>
                  </a:lnTo>
                  <a:lnTo>
                    <a:pt x="26" y="1"/>
                  </a:lnTo>
                  <a:lnTo>
                    <a:pt x="26" y="3"/>
                  </a:lnTo>
                  <a:lnTo>
                    <a:pt x="26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84" name="Freeform 200"/>
            <p:cNvSpPr/>
            <p:nvPr>
              <p:custDataLst>
                <p:tags r:id="rId39"/>
              </p:custDataLst>
            </p:nvPr>
          </p:nvSpPr>
          <p:spPr bwMode="auto">
            <a:xfrm>
              <a:off x="4521200" y="2484438"/>
              <a:ext cx="17463" cy="95250"/>
            </a:xfrm>
            <a:custGeom>
              <a:avLst/>
              <a:gdLst/>
              <a:ahLst/>
              <a:cxnLst>
                <a:cxn ang="0">
                  <a:pos x="26" y="5"/>
                </a:cxn>
                <a:cxn ang="0">
                  <a:pos x="26" y="5"/>
                </a:cxn>
                <a:cxn ang="0">
                  <a:pos x="25" y="26"/>
                </a:cxn>
                <a:cxn ang="0">
                  <a:pos x="23" y="46"/>
                </a:cxn>
                <a:cxn ang="0">
                  <a:pos x="20" y="67"/>
                </a:cxn>
                <a:cxn ang="0">
                  <a:pos x="14" y="88"/>
                </a:cxn>
                <a:cxn ang="0">
                  <a:pos x="14" y="88"/>
                </a:cxn>
                <a:cxn ang="0">
                  <a:pos x="11" y="98"/>
                </a:cxn>
                <a:cxn ang="0">
                  <a:pos x="9" y="109"/>
                </a:cxn>
                <a:cxn ang="0">
                  <a:pos x="6" y="131"/>
                </a:cxn>
                <a:cxn ang="0">
                  <a:pos x="3" y="153"/>
                </a:cxn>
                <a:cxn ang="0">
                  <a:pos x="0" y="174"/>
                </a:cxn>
                <a:cxn ang="0">
                  <a:pos x="0" y="174"/>
                </a:cxn>
                <a:cxn ang="0">
                  <a:pos x="0" y="176"/>
                </a:cxn>
                <a:cxn ang="0">
                  <a:pos x="1" y="177"/>
                </a:cxn>
                <a:cxn ang="0">
                  <a:pos x="4" y="179"/>
                </a:cxn>
                <a:cxn ang="0">
                  <a:pos x="6" y="179"/>
                </a:cxn>
                <a:cxn ang="0">
                  <a:pos x="7" y="179"/>
                </a:cxn>
                <a:cxn ang="0">
                  <a:pos x="8" y="178"/>
                </a:cxn>
                <a:cxn ang="0">
                  <a:pos x="9" y="176"/>
                </a:cxn>
                <a:cxn ang="0">
                  <a:pos x="9" y="176"/>
                </a:cxn>
                <a:cxn ang="0">
                  <a:pos x="12" y="155"/>
                </a:cxn>
                <a:cxn ang="0">
                  <a:pos x="15" y="133"/>
                </a:cxn>
                <a:cxn ang="0">
                  <a:pos x="18" y="111"/>
                </a:cxn>
                <a:cxn ang="0">
                  <a:pos x="24" y="91"/>
                </a:cxn>
                <a:cxn ang="0">
                  <a:pos x="24" y="91"/>
                </a:cxn>
                <a:cxn ang="0">
                  <a:pos x="28" y="69"/>
                </a:cxn>
                <a:cxn ang="0">
                  <a:pos x="32" y="48"/>
                </a:cxn>
                <a:cxn ang="0">
                  <a:pos x="34" y="27"/>
                </a:cxn>
                <a:cxn ang="0">
                  <a:pos x="35" y="5"/>
                </a:cxn>
                <a:cxn ang="0">
                  <a:pos x="35" y="5"/>
                </a:cxn>
                <a:cxn ang="0">
                  <a:pos x="34" y="3"/>
                </a:cxn>
                <a:cxn ang="0">
                  <a:pos x="33" y="1"/>
                </a:cxn>
                <a:cxn ang="0">
                  <a:pos x="32" y="0"/>
                </a:cxn>
                <a:cxn ang="0">
                  <a:pos x="30" y="0"/>
                </a:cxn>
                <a:cxn ang="0">
                  <a:pos x="28" y="0"/>
                </a:cxn>
                <a:cxn ang="0">
                  <a:pos x="27" y="1"/>
                </a:cxn>
                <a:cxn ang="0">
                  <a:pos x="26" y="3"/>
                </a:cxn>
                <a:cxn ang="0">
                  <a:pos x="26" y="5"/>
                </a:cxn>
                <a:cxn ang="0">
                  <a:pos x="26" y="5"/>
                </a:cxn>
              </a:cxnLst>
              <a:rect l="0" t="0" r="r" b="b"/>
              <a:pathLst>
                <a:path w="35" h="179">
                  <a:moveTo>
                    <a:pt x="26" y="5"/>
                  </a:moveTo>
                  <a:lnTo>
                    <a:pt x="26" y="5"/>
                  </a:lnTo>
                  <a:lnTo>
                    <a:pt x="25" y="26"/>
                  </a:lnTo>
                  <a:lnTo>
                    <a:pt x="23" y="46"/>
                  </a:lnTo>
                  <a:lnTo>
                    <a:pt x="20" y="67"/>
                  </a:lnTo>
                  <a:lnTo>
                    <a:pt x="14" y="88"/>
                  </a:lnTo>
                  <a:lnTo>
                    <a:pt x="14" y="88"/>
                  </a:lnTo>
                  <a:lnTo>
                    <a:pt x="11" y="98"/>
                  </a:lnTo>
                  <a:lnTo>
                    <a:pt x="9" y="109"/>
                  </a:lnTo>
                  <a:lnTo>
                    <a:pt x="6" y="131"/>
                  </a:lnTo>
                  <a:lnTo>
                    <a:pt x="3" y="153"/>
                  </a:lnTo>
                  <a:lnTo>
                    <a:pt x="0" y="174"/>
                  </a:lnTo>
                  <a:lnTo>
                    <a:pt x="0" y="174"/>
                  </a:lnTo>
                  <a:lnTo>
                    <a:pt x="0" y="176"/>
                  </a:lnTo>
                  <a:lnTo>
                    <a:pt x="1" y="177"/>
                  </a:lnTo>
                  <a:lnTo>
                    <a:pt x="4" y="179"/>
                  </a:lnTo>
                  <a:lnTo>
                    <a:pt x="6" y="179"/>
                  </a:lnTo>
                  <a:lnTo>
                    <a:pt x="7" y="179"/>
                  </a:lnTo>
                  <a:lnTo>
                    <a:pt x="8" y="178"/>
                  </a:lnTo>
                  <a:lnTo>
                    <a:pt x="9" y="176"/>
                  </a:lnTo>
                  <a:lnTo>
                    <a:pt x="9" y="176"/>
                  </a:lnTo>
                  <a:lnTo>
                    <a:pt x="12" y="155"/>
                  </a:lnTo>
                  <a:lnTo>
                    <a:pt x="15" y="133"/>
                  </a:lnTo>
                  <a:lnTo>
                    <a:pt x="18" y="111"/>
                  </a:lnTo>
                  <a:lnTo>
                    <a:pt x="24" y="91"/>
                  </a:lnTo>
                  <a:lnTo>
                    <a:pt x="24" y="91"/>
                  </a:lnTo>
                  <a:lnTo>
                    <a:pt x="28" y="69"/>
                  </a:lnTo>
                  <a:lnTo>
                    <a:pt x="32" y="48"/>
                  </a:lnTo>
                  <a:lnTo>
                    <a:pt x="34" y="27"/>
                  </a:lnTo>
                  <a:lnTo>
                    <a:pt x="35" y="5"/>
                  </a:lnTo>
                  <a:lnTo>
                    <a:pt x="35" y="5"/>
                  </a:lnTo>
                  <a:lnTo>
                    <a:pt x="34" y="3"/>
                  </a:lnTo>
                  <a:lnTo>
                    <a:pt x="33" y="1"/>
                  </a:lnTo>
                  <a:lnTo>
                    <a:pt x="32" y="0"/>
                  </a:lnTo>
                  <a:lnTo>
                    <a:pt x="30" y="0"/>
                  </a:lnTo>
                  <a:lnTo>
                    <a:pt x="28" y="0"/>
                  </a:lnTo>
                  <a:lnTo>
                    <a:pt x="27" y="1"/>
                  </a:lnTo>
                  <a:lnTo>
                    <a:pt x="26" y="3"/>
                  </a:lnTo>
                  <a:lnTo>
                    <a:pt x="26" y="5"/>
                  </a:lnTo>
                  <a:lnTo>
                    <a:pt x="26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85" name="Freeform 201"/>
            <p:cNvSpPr/>
            <p:nvPr>
              <p:custDataLst>
                <p:tags r:id="rId40"/>
              </p:custDataLst>
            </p:nvPr>
          </p:nvSpPr>
          <p:spPr bwMode="auto">
            <a:xfrm>
              <a:off x="4570413" y="2508250"/>
              <a:ext cx="12700" cy="41275"/>
            </a:xfrm>
            <a:custGeom>
              <a:avLst/>
              <a:gdLst/>
              <a:ahLst/>
              <a:cxnLst>
                <a:cxn ang="0">
                  <a:pos x="12" y="3"/>
                </a:cxn>
                <a:cxn ang="0">
                  <a:pos x="12" y="3"/>
                </a:cxn>
                <a:cxn ang="0">
                  <a:pos x="8" y="21"/>
                </a:cxn>
                <a:cxn ang="0">
                  <a:pos x="6" y="38"/>
                </a:cxn>
                <a:cxn ang="0">
                  <a:pos x="3" y="56"/>
                </a:cxn>
                <a:cxn ang="0">
                  <a:pos x="0" y="73"/>
                </a:cxn>
                <a:cxn ang="0">
                  <a:pos x="0" y="73"/>
                </a:cxn>
                <a:cxn ang="0">
                  <a:pos x="0" y="76"/>
                </a:cxn>
                <a:cxn ang="0">
                  <a:pos x="1" y="77"/>
                </a:cxn>
                <a:cxn ang="0">
                  <a:pos x="2" y="78"/>
                </a:cxn>
                <a:cxn ang="0">
                  <a:pos x="3" y="79"/>
                </a:cxn>
                <a:cxn ang="0">
                  <a:pos x="5" y="79"/>
                </a:cxn>
                <a:cxn ang="0">
                  <a:pos x="7" y="79"/>
                </a:cxn>
                <a:cxn ang="0">
                  <a:pos x="8" y="78"/>
                </a:cxn>
                <a:cxn ang="0">
                  <a:pos x="9" y="76"/>
                </a:cxn>
                <a:cxn ang="0">
                  <a:pos x="9" y="76"/>
                </a:cxn>
                <a:cxn ang="0">
                  <a:pos x="12" y="58"/>
                </a:cxn>
                <a:cxn ang="0">
                  <a:pos x="14" y="40"/>
                </a:cxn>
                <a:cxn ang="0">
                  <a:pos x="17" y="23"/>
                </a:cxn>
                <a:cxn ang="0">
                  <a:pos x="22" y="6"/>
                </a:cxn>
                <a:cxn ang="0">
                  <a:pos x="22" y="6"/>
                </a:cxn>
                <a:cxn ang="0">
                  <a:pos x="22" y="4"/>
                </a:cxn>
                <a:cxn ang="0">
                  <a:pos x="22" y="2"/>
                </a:cxn>
                <a:cxn ang="0">
                  <a:pos x="21" y="1"/>
                </a:cxn>
                <a:cxn ang="0">
                  <a:pos x="19" y="0"/>
                </a:cxn>
                <a:cxn ang="0">
                  <a:pos x="16" y="0"/>
                </a:cxn>
                <a:cxn ang="0">
                  <a:pos x="15" y="0"/>
                </a:cxn>
                <a:cxn ang="0">
                  <a:pos x="13" y="1"/>
                </a:cxn>
                <a:cxn ang="0">
                  <a:pos x="12" y="3"/>
                </a:cxn>
                <a:cxn ang="0">
                  <a:pos x="12" y="3"/>
                </a:cxn>
              </a:cxnLst>
              <a:rect l="0" t="0" r="r" b="b"/>
              <a:pathLst>
                <a:path w="22" h="79">
                  <a:moveTo>
                    <a:pt x="12" y="3"/>
                  </a:moveTo>
                  <a:lnTo>
                    <a:pt x="12" y="3"/>
                  </a:lnTo>
                  <a:lnTo>
                    <a:pt x="8" y="21"/>
                  </a:lnTo>
                  <a:lnTo>
                    <a:pt x="6" y="38"/>
                  </a:lnTo>
                  <a:lnTo>
                    <a:pt x="3" y="56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0" y="76"/>
                  </a:lnTo>
                  <a:lnTo>
                    <a:pt x="1" y="77"/>
                  </a:lnTo>
                  <a:lnTo>
                    <a:pt x="2" y="78"/>
                  </a:lnTo>
                  <a:lnTo>
                    <a:pt x="3" y="79"/>
                  </a:lnTo>
                  <a:lnTo>
                    <a:pt x="5" y="79"/>
                  </a:lnTo>
                  <a:lnTo>
                    <a:pt x="7" y="79"/>
                  </a:lnTo>
                  <a:lnTo>
                    <a:pt x="8" y="78"/>
                  </a:lnTo>
                  <a:lnTo>
                    <a:pt x="9" y="76"/>
                  </a:lnTo>
                  <a:lnTo>
                    <a:pt x="9" y="76"/>
                  </a:lnTo>
                  <a:lnTo>
                    <a:pt x="12" y="58"/>
                  </a:lnTo>
                  <a:lnTo>
                    <a:pt x="14" y="40"/>
                  </a:lnTo>
                  <a:lnTo>
                    <a:pt x="17" y="23"/>
                  </a:lnTo>
                  <a:lnTo>
                    <a:pt x="22" y="6"/>
                  </a:lnTo>
                  <a:lnTo>
                    <a:pt x="22" y="6"/>
                  </a:lnTo>
                  <a:lnTo>
                    <a:pt x="22" y="4"/>
                  </a:lnTo>
                  <a:lnTo>
                    <a:pt x="22" y="2"/>
                  </a:lnTo>
                  <a:lnTo>
                    <a:pt x="21" y="1"/>
                  </a:lnTo>
                  <a:lnTo>
                    <a:pt x="19" y="0"/>
                  </a:lnTo>
                  <a:lnTo>
                    <a:pt x="16" y="0"/>
                  </a:lnTo>
                  <a:lnTo>
                    <a:pt x="15" y="0"/>
                  </a:lnTo>
                  <a:lnTo>
                    <a:pt x="13" y="1"/>
                  </a:lnTo>
                  <a:lnTo>
                    <a:pt x="12" y="3"/>
                  </a:lnTo>
                  <a:lnTo>
                    <a:pt x="12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86" name="Freeform 202"/>
            <p:cNvSpPr/>
            <p:nvPr>
              <p:custDataLst>
                <p:tags r:id="rId41"/>
              </p:custDataLst>
            </p:nvPr>
          </p:nvSpPr>
          <p:spPr bwMode="auto">
            <a:xfrm>
              <a:off x="4603750" y="2557463"/>
              <a:ext cx="15875" cy="46038"/>
            </a:xfrm>
            <a:custGeom>
              <a:avLst/>
              <a:gdLst/>
              <a:ahLst/>
              <a:cxnLst>
                <a:cxn ang="0">
                  <a:pos x="20" y="3"/>
                </a:cxn>
                <a:cxn ang="0">
                  <a:pos x="20" y="3"/>
                </a:cxn>
                <a:cxn ang="0">
                  <a:pos x="0" y="79"/>
                </a:cxn>
                <a:cxn ang="0">
                  <a:pos x="0" y="79"/>
                </a:cxn>
                <a:cxn ang="0">
                  <a:pos x="0" y="81"/>
                </a:cxn>
                <a:cxn ang="0">
                  <a:pos x="1" y="83"/>
                </a:cxn>
                <a:cxn ang="0">
                  <a:pos x="2" y="84"/>
                </a:cxn>
                <a:cxn ang="0">
                  <a:pos x="4" y="85"/>
                </a:cxn>
                <a:cxn ang="0">
                  <a:pos x="5" y="85"/>
                </a:cxn>
                <a:cxn ang="0">
                  <a:pos x="7" y="85"/>
                </a:cxn>
                <a:cxn ang="0">
                  <a:pos x="8" y="84"/>
                </a:cxn>
                <a:cxn ang="0">
                  <a:pos x="9" y="82"/>
                </a:cxn>
                <a:cxn ang="0">
                  <a:pos x="9" y="82"/>
                </a:cxn>
                <a:cxn ang="0">
                  <a:pos x="28" y="5"/>
                </a:cxn>
                <a:cxn ang="0">
                  <a:pos x="28" y="5"/>
                </a:cxn>
                <a:cxn ang="0">
                  <a:pos x="29" y="3"/>
                </a:cxn>
                <a:cxn ang="0">
                  <a:pos x="28" y="2"/>
                </a:cxn>
                <a:cxn ang="0">
                  <a:pos x="27" y="1"/>
                </a:cxn>
                <a:cxn ang="0">
                  <a:pos x="25" y="0"/>
                </a:cxn>
                <a:cxn ang="0">
                  <a:pos x="23" y="0"/>
                </a:cxn>
                <a:cxn ang="0">
                  <a:pos x="22" y="0"/>
                </a:cxn>
                <a:cxn ang="0">
                  <a:pos x="20" y="1"/>
                </a:cxn>
                <a:cxn ang="0">
                  <a:pos x="20" y="3"/>
                </a:cxn>
                <a:cxn ang="0">
                  <a:pos x="20" y="3"/>
                </a:cxn>
              </a:cxnLst>
              <a:rect l="0" t="0" r="r" b="b"/>
              <a:pathLst>
                <a:path w="29" h="85">
                  <a:moveTo>
                    <a:pt x="20" y="3"/>
                  </a:moveTo>
                  <a:lnTo>
                    <a:pt x="20" y="3"/>
                  </a:lnTo>
                  <a:lnTo>
                    <a:pt x="0" y="79"/>
                  </a:lnTo>
                  <a:lnTo>
                    <a:pt x="0" y="79"/>
                  </a:lnTo>
                  <a:lnTo>
                    <a:pt x="0" y="81"/>
                  </a:lnTo>
                  <a:lnTo>
                    <a:pt x="1" y="83"/>
                  </a:lnTo>
                  <a:lnTo>
                    <a:pt x="2" y="84"/>
                  </a:lnTo>
                  <a:lnTo>
                    <a:pt x="4" y="85"/>
                  </a:lnTo>
                  <a:lnTo>
                    <a:pt x="5" y="85"/>
                  </a:lnTo>
                  <a:lnTo>
                    <a:pt x="7" y="85"/>
                  </a:lnTo>
                  <a:lnTo>
                    <a:pt x="8" y="84"/>
                  </a:lnTo>
                  <a:lnTo>
                    <a:pt x="9" y="82"/>
                  </a:lnTo>
                  <a:lnTo>
                    <a:pt x="9" y="82"/>
                  </a:lnTo>
                  <a:lnTo>
                    <a:pt x="28" y="5"/>
                  </a:lnTo>
                  <a:lnTo>
                    <a:pt x="28" y="5"/>
                  </a:lnTo>
                  <a:lnTo>
                    <a:pt x="29" y="3"/>
                  </a:lnTo>
                  <a:lnTo>
                    <a:pt x="28" y="2"/>
                  </a:lnTo>
                  <a:lnTo>
                    <a:pt x="27" y="1"/>
                  </a:lnTo>
                  <a:lnTo>
                    <a:pt x="25" y="0"/>
                  </a:lnTo>
                  <a:lnTo>
                    <a:pt x="23" y="0"/>
                  </a:lnTo>
                  <a:lnTo>
                    <a:pt x="22" y="0"/>
                  </a:lnTo>
                  <a:lnTo>
                    <a:pt x="20" y="1"/>
                  </a:lnTo>
                  <a:lnTo>
                    <a:pt x="20" y="3"/>
                  </a:lnTo>
                  <a:lnTo>
                    <a:pt x="20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87" name="Freeform 203"/>
            <p:cNvSpPr/>
            <p:nvPr>
              <p:custDataLst>
                <p:tags r:id="rId42"/>
              </p:custDataLst>
            </p:nvPr>
          </p:nvSpPr>
          <p:spPr bwMode="auto">
            <a:xfrm>
              <a:off x="4687888" y="2668588"/>
              <a:ext cx="15875" cy="61913"/>
            </a:xfrm>
            <a:custGeom>
              <a:avLst/>
              <a:gdLst/>
              <a:ahLst/>
              <a:cxnLst>
                <a:cxn ang="0">
                  <a:pos x="19" y="4"/>
                </a:cxn>
                <a:cxn ang="0">
                  <a:pos x="19" y="4"/>
                </a:cxn>
                <a:cxn ang="0">
                  <a:pos x="19" y="12"/>
                </a:cxn>
                <a:cxn ang="0">
                  <a:pos x="17" y="19"/>
                </a:cxn>
                <a:cxn ang="0">
                  <a:pos x="12" y="35"/>
                </a:cxn>
                <a:cxn ang="0">
                  <a:pos x="8" y="50"/>
                </a:cxn>
                <a:cxn ang="0">
                  <a:pos x="7" y="58"/>
                </a:cxn>
                <a:cxn ang="0">
                  <a:pos x="6" y="65"/>
                </a:cxn>
                <a:cxn ang="0">
                  <a:pos x="6" y="65"/>
                </a:cxn>
                <a:cxn ang="0">
                  <a:pos x="6" y="76"/>
                </a:cxn>
                <a:cxn ang="0">
                  <a:pos x="5" y="89"/>
                </a:cxn>
                <a:cxn ang="0">
                  <a:pos x="4" y="99"/>
                </a:cxn>
                <a:cxn ang="0">
                  <a:pos x="0" y="110"/>
                </a:cxn>
                <a:cxn ang="0">
                  <a:pos x="0" y="110"/>
                </a:cxn>
                <a:cxn ang="0">
                  <a:pos x="0" y="112"/>
                </a:cxn>
                <a:cxn ang="0">
                  <a:pos x="0" y="113"/>
                </a:cxn>
                <a:cxn ang="0">
                  <a:pos x="1" y="116"/>
                </a:cxn>
                <a:cxn ang="0">
                  <a:pos x="3" y="116"/>
                </a:cxn>
                <a:cxn ang="0">
                  <a:pos x="6" y="116"/>
                </a:cxn>
                <a:cxn ang="0">
                  <a:pos x="8" y="114"/>
                </a:cxn>
                <a:cxn ang="0">
                  <a:pos x="9" y="112"/>
                </a:cxn>
                <a:cxn ang="0">
                  <a:pos x="9" y="112"/>
                </a:cxn>
                <a:cxn ang="0">
                  <a:pos x="12" y="102"/>
                </a:cxn>
                <a:cxn ang="0">
                  <a:pos x="14" y="92"/>
                </a:cxn>
                <a:cxn ang="0">
                  <a:pos x="15" y="80"/>
                </a:cxn>
                <a:cxn ang="0">
                  <a:pos x="15" y="70"/>
                </a:cxn>
                <a:cxn ang="0">
                  <a:pos x="15" y="70"/>
                </a:cxn>
                <a:cxn ang="0">
                  <a:pos x="17" y="62"/>
                </a:cxn>
                <a:cxn ang="0">
                  <a:pos x="18" y="54"/>
                </a:cxn>
                <a:cxn ang="0">
                  <a:pos x="22" y="37"/>
                </a:cxn>
                <a:cxn ang="0">
                  <a:pos x="26" y="20"/>
                </a:cxn>
                <a:cxn ang="0">
                  <a:pos x="28" y="12"/>
                </a:cxn>
                <a:cxn ang="0">
                  <a:pos x="29" y="4"/>
                </a:cxn>
                <a:cxn ang="0">
                  <a:pos x="29" y="4"/>
                </a:cxn>
                <a:cxn ang="0">
                  <a:pos x="28" y="2"/>
                </a:cxn>
                <a:cxn ang="0">
                  <a:pos x="27" y="1"/>
                </a:cxn>
                <a:cxn ang="0">
                  <a:pos x="26" y="0"/>
                </a:cxn>
                <a:cxn ang="0">
                  <a:pos x="24" y="0"/>
                </a:cxn>
                <a:cxn ang="0">
                  <a:pos x="22" y="0"/>
                </a:cxn>
                <a:cxn ang="0">
                  <a:pos x="21" y="1"/>
                </a:cxn>
                <a:cxn ang="0">
                  <a:pos x="20" y="2"/>
                </a:cxn>
                <a:cxn ang="0">
                  <a:pos x="19" y="4"/>
                </a:cxn>
                <a:cxn ang="0">
                  <a:pos x="19" y="4"/>
                </a:cxn>
              </a:cxnLst>
              <a:rect l="0" t="0" r="r" b="b"/>
              <a:pathLst>
                <a:path w="29" h="116">
                  <a:moveTo>
                    <a:pt x="19" y="4"/>
                  </a:moveTo>
                  <a:lnTo>
                    <a:pt x="19" y="4"/>
                  </a:lnTo>
                  <a:lnTo>
                    <a:pt x="19" y="12"/>
                  </a:lnTo>
                  <a:lnTo>
                    <a:pt x="17" y="19"/>
                  </a:lnTo>
                  <a:lnTo>
                    <a:pt x="12" y="35"/>
                  </a:lnTo>
                  <a:lnTo>
                    <a:pt x="8" y="50"/>
                  </a:lnTo>
                  <a:lnTo>
                    <a:pt x="7" y="58"/>
                  </a:lnTo>
                  <a:lnTo>
                    <a:pt x="6" y="65"/>
                  </a:lnTo>
                  <a:lnTo>
                    <a:pt x="6" y="65"/>
                  </a:lnTo>
                  <a:lnTo>
                    <a:pt x="6" y="76"/>
                  </a:lnTo>
                  <a:lnTo>
                    <a:pt x="5" y="89"/>
                  </a:lnTo>
                  <a:lnTo>
                    <a:pt x="4" y="99"/>
                  </a:lnTo>
                  <a:lnTo>
                    <a:pt x="0" y="110"/>
                  </a:lnTo>
                  <a:lnTo>
                    <a:pt x="0" y="110"/>
                  </a:lnTo>
                  <a:lnTo>
                    <a:pt x="0" y="112"/>
                  </a:lnTo>
                  <a:lnTo>
                    <a:pt x="0" y="113"/>
                  </a:lnTo>
                  <a:lnTo>
                    <a:pt x="1" y="116"/>
                  </a:lnTo>
                  <a:lnTo>
                    <a:pt x="3" y="116"/>
                  </a:lnTo>
                  <a:lnTo>
                    <a:pt x="6" y="116"/>
                  </a:lnTo>
                  <a:lnTo>
                    <a:pt x="8" y="114"/>
                  </a:lnTo>
                  <a:lnTo>
                    <a:pt x="9" y="112"/>
                  </a:lnTo>
                  <a:lnTo>
                    <a:pt x="9" y="112"/>
                  </a:lnTo>
                  <a:lnTo>
                    <a:pt x="12" y="102"/>
                  </a:lnTo>
                  <a:lnTo>
                    <a:pt x="14" y="92"/>
                  </a:lnTo>
                  <a:lnTo>
                    <a:pt x="15" y="80"/>
                  </a:lnTo>
                  <a:lnTo>
                    <a:pt x="15" y="70"/>
                  </a:lnTo>
                  <a:lnTo>
                    <a:pt x="15" y="70"/>
                  </a:lnTo>
                  <a:lnTo>
                    <a:pt x="17" y="62"/>
                  </a:lnTo>
                  <a:lnTo>
                    <a:pt x="18" y="54"/>
                  </a:lnTo>
                  <a:lnTo>
                    <a:pt x="22" y="37"/>
                  </a:lnTo>
                  <a:lnTo>
                    <a:pt x="26" y="20"/>
                  </a:lnTo>
                  <a:lnTo>
                    <a:pt x="28" y="12"/>
                  </a:lnTo>
                  <a:lnTo>
                    <a:pt x="29" y="4"/>
                  </a:lnTo>
                  <a:lnTo>
                    <a:pt x="29" y="4"/>
                  </a:lnTo>
                  <a:lnTo>
                    <a:pt x="28" y="2"/>
                  </a:lnTo>
                  <a:lnTo>
                    <a:pt x="27" y="1"/>
                  </a:lnTo>
                  <a:lnTo>
                    <a:pt x="26" y="0"/>
                  </a:lnTo>
                  <a:lnTo>
                    <a:pt x="24" y="0"/>
                  </a:lnTo>
                  <a:lnTo>
                    <a:pt x="22" y="0"/>
                  </a:lnTo>
                  <a:lnTo>
                    <a:pt x="21" y="1"/>
                  </a:lnTo>
                  <a:lnTo>
                    <a:pt x="20" y="2"/>
                  </a:lnTo>
                  <a:lnTo>
                    <a:pt x="19" y="4"/>
                  </a:lnTo>
                  <a:lnTo>
                    <a:pt x="19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88" name="Freeform 204"/>
            <p:cNvSpPr/>
            <p:nvPr>
              <p:custDataLst>
                <p:tags r:id="rId43"/>
              </p:custDataLst>
            </p:nvPr>
          </p:nvSpPr>
          <p:spPr bwMode="auto">
            <a:xfrm>
              <a:off x="4714875" y="2657475"/>
              <a:ext cx="11113" cy="61913"/>
            </a:xfrm>
            <a:custGeom>
              <a:avLst/>
              <a:gdLst/>
              <a:ahLst/>
              <a:cxnLst>
                <a:cxn ang="0">
                  <a:pos x="12" y="5"/>
                </a:cxn>
                <a:cxn ang="0">
                  <a:pos x="12" y="5"/>
                </a:cxn>
                <a:cxn ang="0">
                  <a:pos x="10" y="32"/>
                </a:cxn>
                <a:cxn ang="0">
                  <a:pos x="6" y="59"/>
                </a:cxn>
                <a:cxn ang="0">
                  <a:pos x="2" y="86"/>
                </a:cxn>
                <a:cxn ang="0">
                  <a:pos x="0" y="113"/>
                </a:cxn>
                <a:cxn ang="0">
                  <a:pos x="0" y="113"/>
                </a:cxn>
                <a:cxn ang="0">
                  <a:pos x="0" y="115"/>
                </a:cxn>
                <a:cxn ang="0">
                  <a:pos x="1" y="116"/>
                </a:cxn>
                <a:cxn ang="0">
                  <a:pos x="3" y="117"/>
                </a:cxn>
                <a:cxn ang="0">
                  <a:pos x="4" y="117"/>
                </a:cxn>
                <a:cxn ang="0">
                  <a:pos x="6" y="117"/>
                </a:cxn>
                <a:cxn ang="0">
                  <a:pos x="8" y="116"/>
                </a:cxn>
                <a:cxn ang="0">
                  <a:pos x="9" y="115"/>
                </a:cxn>
                <a:cxn ang="0">
                  <a:pos x="9" y="113"/>
                </a:cxn>
                <a:cxn ang="0">
                  <a:pos x="9" y="113"/>
                </a:cxn>
                <a:cxn ang="0">
                  <a:pos x="11" y="86"/>
                </a:cxn>
                <a:cxn ang="0">
                  <a:pos x="15" y="59"/>
                </a:cxn>
                <a:cxn ang="0">
                  <a:pos x="19" y="32"/>
                </a:cxn>
                <a:cxn ang="0">
                  <a:pos x="21" y="5"/>
                </a:cxn>
                <a:cxn ang="0">
                  <a:pos x="21" y="5"/>
                </a:cxn>
                <a:cxn ang="0">
                  <a:pos x="21" y="3"/>
                </a:cxn>
                <a:cxn ang="0">
                  <a:pos x="20" y="2"/>
                </a:cxn>
                <a:cxn ang="0">
                  <a:pos x="19" y="1"/>
                </a:cxn>
                <a:cxn ang="0">
                  <a:pos x="17" y="0"/>
                </a:cxn>
                <a:cxn ang="0">
                  <a:pos x="15" y="1"/>
                </a:cxn>
                <a:cxn ang="0">
                  <a:pos x="14" y="2"/>
                </a:cxn>
                <a:cxn ang="0">
                  <a:pos x="13" y="3"/>
                </a:cxn>
                <a:cxn ang="0">
                  <a:pos x="12" y="5"/>
                </a:cxn>
                <a:cxn ang="0">
                  <a:pos x="12" y="5"/>
                </a:cxn>
              </a:cxnLst>
              <a:rect l="0" t="0" r="r" b="b"/>
              <a:pathLst>
                <a:path w="21" h="117">
                  <a:moveTo>
                    <a:pt x="12" y="5"/>
                  </a:moveTo>
                  <a:lnTo>
                    <a:pt x="12" y="5"/>
                  </a:lnTo>
                  <a:lnTo>
                    <a:pt x="10" y="32"/>
                  </a:lnTo>
                  <a:lnTo>
                    <a:pt x="6" y="59"/>
                  </a:lnTo>
                  <a:lnTo>
                    <a:pt x="2" y="86"/>
                  </a:lnTo>
                  <a:lnTo>
                    <a:pt x="0" y="113"/>
                  </a:lnTo>
                  <a:lnTo>
                    <a:pt x="0" y="113"/>
                  </a:lnTo>
                  <a:lnTo>
                    <a:pt x="0" y="115"/>
                  </a:lnTo>
                  <a:lnTo>
                    <a:pt x="1" y="116"/>
                  </a:lnTo>
                  <a:lnTo>
                    <a:pt x="3" y="117"/>
                  </a:lnTo>
                  <a:lnTo>
                    <a:pt x="4" y="117"/>
                  </a:lnTo>
                  <a:lnTo>
                    <a:pt x="6" y="117"/>
                  </a:lnTo>
                  <a:lnTo>
                    <a:pt x="8" y="116"/>
                  </a:lnTo>
                  <a:lnTo>
                    <a:pt x="9" y="115"/>
                  </a:lnTo>
                  <a:lnTo>
                    <a:pt x="9" y="113"/>
                  </a:lnTo>
                  <a:lnTo>
                    <a:pt x="9" y="113"/>
                  </a:lnTo>
                  <a:lnTo>
                    <a:pt x="11" y="86"/>
                  </a:lnTo>
                  <a:lnTo>
                    <a:pt x="15" y="59"/>
                  </a:lnTo>
                  <a:lnTo>
                    <a:pt x="19" y="32"/>
                  </a:lnTo>
                  <a:lnTo>
                    <a:pt x="21" y="5"/>
                  </a:lnTo>
                  <a:lnTo>
                    <a:pt x="21" y="5"/>
                  </a:lnTo>
                  <a:lnTo>
                    <a:pt x="21" y="3"/>
                  </a:lnTo>
                  <a:lnTo>
                    <a:pt x="20" y="2"/>
                  </a:lnTo>
                  <a:lnTo>
                    <a:pt x="19" y="1"/>
                  </a:lnTo>
                  <a:lnTo>
                    <a:pt x="17" y="0"/>
                  </a:lnTo>
                  <a:lnTo>
                    <a:pt x="15" y="1"/>
                  </a:lnTo>
                  <a:lnTo>
                    <a:pt x="14" y="2"/>
                  </a:lnTo>
                  <a:lnTo>
                    <a:pt x="13" y="3"/>
                  </a:lnTo>
                  <a:lnTo>
                    <a:pt x="12" y="5"/>
                  </a:lnTo>
                  <a:lnTo>
                    <a:pt x="12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90" name="Freeform 206"/>
            <p:cNvSpPr>
              <a:spLocks noEditPoints="1"/>
            </p:cNvSpPr>
            <p:nvPr>
              <p:custDataLst>
                <p:tags r:id="rId44"/>
              </p:custDataLst>
            </p:nvPr>
          </p:nvSpPr>
          <p:spPr bwMode="auto">
            <a:xfrm>
              <a:off x="4249738" y="2249488"/>
              <a:ext cx="555625" cy="574675"/>
            </a:xfrm>
            <a:custGeom>
              <a:avLst/>
              <a:gdLst/>
              <a:ahLst/>
              <a:cxnLst>
                <a:cxn ang="0">
                  <a:pos x="817" y="1056"/>
                </a:cxn>
                <a:cxn ang="0">
                  <a:pos x="716" y="1035"/>
                </a:cxn>
                <a:cxn ang="0">
                  <a:pos x="659" y="1016"/>
                </a:cxn>
                <a:cxn ang="0">
                  <a:pos x="645" y="1010"/>
                </a:cxn>
                <a:cxn ang="0">
                  <a:pos x="623" y="986"/>
                </a:cxn>
                <a:cxn ang="0">
                  <a:pos x="608" y="970"/>
                </a:cxn>
                <a:cxn ang="0">
                  <a:pos x="577" y="929"/>
                </a:cxn>
                <a:cxn ang="0">
                  <a:pos x="513" y="864"/>
                </a:cxn>
                <a:cxn ang="0">
                  <a:pos x="403" y="767"/>
                </a:cxn>
                <a:cxn ang="0">
                  <a:pos x="307" y="683"/>
                </a:cxn>
                <a:cxn ang="0">
                  <a:pos x="222" y="574"/>
                </a:cxn>
                <a:cxn ang="0">
                  <a:pos x="139" y="472"/>
                </a:cxn>
                <a:cxn ang="0">
                  <a:pos x="97" y="439"/>
                </a:cxn>
                <a:cxn ang="0">
                  <a:pos x="31" y="360"/>
                </a:cxn>
                <a:cxn ang="0">
                  <a:pos x="27" y="300"/>
                </a:cxn>
                <a:cxn ang="0">
                  <a:pos x="84" y="371"/>
                </a:cxn>
                <a:cxn ang="0">
                  <a:pos x="141" y="426"/>
                </a:cxn>
                <a:cxn ang="0">
                  <a:pos x="208" y="491"/>
                </a:cxn>
                <a:cxn ang="0">
                  <a:pos x="305" y="624"/>
                </a:cxn>
                <a:cxn ang="0">
                  <a:pos x="398" y="714"/>
                </a:cxn>
                <a:cxn ang="0">
                  <a:pos x="481" y="790"/>
                </a:cxn>
                <a:cxn ang="0">
                  <a:pos x="571" y="872"/>
                </a:cxn>
                <a:cxn ang="0">
                  <a:pos x="646" y="943"/>
                </a:cxn>
                <a:cxn ang="0">
                  <a:pos x="724" y="871"/>
                </a:cxn>
                <a:cxn ang="0">
                  <a:pos x="843" y="787"/>
                </a:cxn>
                <a:cxn ang="0">
                  <a:pos x="981" y="693"/>
                </a:cxn>
                <a:cxn ang="0">
                  <a:pos x="917" y="620"/>
                </a:cxn>
                <a:cxn ang="0">
                  <a:pos x="751" y="446"/>
                </a:cxn>
                <a:cxn ang="0">
                  <a:pos x="583" y="291"/>
                </a:cxn>
                <a:cxn ang="0">
                  <a:pos x="501" y="195"/>
                </a:cxn>
                <a:cxn ang="0">
                  <a:pos x="431" y="116"/>
                </a:cxn>
                <a:cxn ang="0">
                  <a:pos x="378" y="54"/>
                </a:cxn>
                <a:cxn ang="0">
                  <a:pos x="377" y="0"/>
                </a:cxn>
                <a:cxn ang="0">
                  <a:pos x="496" y="134"/>
                </a:cxn>
                <a:cxn ang="0">
                  <a:pos x="631" y="290"/>
                </a:cxn>
                <a:cxn ang="0">
                  <a:pos x="729" y="380"/>
                </a:cxn>
                <a:cxn ang="0">
                  <a:pos x="900" y="546"/>
                </a:cxn>
                <a:cxn ang="0">
                  <a:pos x="980" y="641"/>
                </a:cxn>
                <a:cxn ang="0">
                  <a:pos x="1020" y="678"/>
                </a:cxn>
                <a:cxn ang="0">
                  <a:pos x="1032" y="689"/>
                </a:cxn>
                <a:cxn ang="0">
                  <a:pos x="1037" y="700"/>
                </a:cxn>
                <a:cxn ang="0">
                  <a:pos x="1051" y="800"/>
                </a:cxn>
                <a:cxn ang="0">
                  <a:pos x="1037" y="911"/>
                </a:cxn>
                <a:cxn ang="0">
                  <a:pos x="1029" y="991"/>
                </a:cxn>
                <a:cxn ang="0">
                  <a:pos x="1023" y="1039"/>
                </a:cxn>
                <a:cxn ang="0">
                  <a:pos x="1016" y="1079"/>
                </a:cxn>
                <a:cxn ang="0">
                  <a:pos x="1002" y="1088"/>
                </a:cxn>
                <a:cxn ang="0">
                  <a:pos x="996" y="1087"/>
                </a:cxn>
                <a:cxn ang="0">
                  <a:pos x="954" y="761"/>
                </a:cxn>
                <a:cxn ang="0">
                  <a:pos x="842" y="830"/>
                </a:cxn>
                <a:cxn ang="0">
                  <a:pos x="729" y="917"/>
                </a:cxn>
                <a:cxn ang="0">
                  <a:pos x="672" y="967"/>
                </a:cxn>
                <a:cxn ang="0">
                  <a:pos x="699" y="991"/>
                </a:cxn>
                <a:cxn ang="0">
                  <a:pos x="772" y="1010"/>
                </a:cxn>
                <a:cxn ang="0">
                  <a:pos x="941" y="1046"/>
                </a:cxn>
                <a:cxn ang="0">
                  <a:pos x="989" y="1039"/>
                </a:cxn>
                <a:cxn ang="0">
                  <a:pos x="990" y="1018"/>
                </a:cxn>
                <a:cxn ang="0">
                  <a:pos x="995" y="957"/>
                </a:cxn>
                <a:cxn ang="0">
                  <a:pos x="1010" y="856"/>
                </a:cxn>
                <a:cxn ang="0">
                  <a:pos x="1010" y="734"/>
                </a:cxn>
              </a:cxnLst>
              <a:rect l="0" t="0" r="r" b="b"/>
              <a:pathLst>
                <a:path w="1051" h="1088">
                  <a:moveTo>
                    <a:pt x="991" y="1088"/>
                  </a:moveTo>
                  <a:lnTo>
                    <a:pt x="991" y="1088"/>
                  </a:lnTo>
                  <a:lnTo>
                    <a:pt x="952" y="1084"/>
                  </a:lnTo>
                  <a:lnTo>
                    <a:pt x="911" y="1078"/>
                  </a:lnTo>
                  <a:lnTo>
                    <a:pt x="866" y="1069"/>
                  </a:lnTo>
                  <a:lnTo>
                    <a:pt x="817" y="1056"/>
                  </a:lnTo>
                  <a:lnTo>
                    <a:pt x="817" y="1056"/>
                  </a:lnTo>
                  <a:lnTo>
                    <a:pt x="773" y="1046"/>
                  </a:lnTo>
                  <a:lnTo>
                    <a:pt x="751" y="1041"/>
                  </a:lnTo>
                  <a:lnTo>
                    <a:pt x="728" y="1037"/>
                  </a:lnTo>
                  <a:lnTo>
                    <a:pt x="728" y="1037"/>
                  </a:lnTo>
                  <a:lnTo>
                    <a:pt x="716" y="1035"/>
                  </a:lnTo>
                  <a:lnTo>
                    <a:pt x="706" y="1031"/>
                  </a:lnTo>
                  <a:lnTo>
                    <a:pt x="686" y="1025"/>
                  </a:lnTo>
                  <a:lnTo>
                    <a:pt x="686" y="1025"/>
                  </a:lnTo>
                  <a:lnTo>
                    <a:pt x="673" y="1020"/>
                  </a:lnTo>
                  <a:lnTo>
                    <a:pt x="659" y="1016"/>
                  </a:lnTo>
                  <a:lnTo>
                    <a:pt x="659" y="1016"/>
                  </a:lnTo>
                  <a:lnTo>
                    <a:pt x="654" y="1015"/>
                  </a:lnTo>
                  <a:lnTo>
                    <a:pt x="651" y="1013"/>
                  </a:lnTo>
                  <a:lnTo>
                    <a:pt x="650" y="1012"/>
                  </a:lnTo>
                  <a:lnTo>
                    <a:pt x="649" y="1011"/>
                  </a:lnTo>
                  <a:lnTo>
                    <a:pt x="649" y="1011"/>
                  </a:lnTo>
                  <a:lnTo>
                    <a:pt x="645" y="1010"/>
                  </a:lnTo>
                  <a:lnTo>
                    <a:pt x="645" y="1010"/>
                  </a:lnTo>
                  <a:lnTo>
                    <a:pt x="640" y="1006"/>
                  </a:lnTo>
                  <a:lnTo>
                    <a:pt x="635" y="1001"/>
                  </a:lnTo>
                  <a:lnTo>
                    <a:pt x="628" y="991"/>
                  </a:lnTo>
                  <a:lnTo>
                    <a:pt x="623" y="986"/>
                  </a:lnTo>
                  <a:lnTo>
                    <a:pt x="623" y="986"/>
                  </a:lnTo>
                  <a:lnTo>
                    <a:pt x="620" y="983"/>
                  </a:lnTo>
                  <a:lnTo>
                    <a:pt x="619" y="982"/>
                  </a:lnTo>
                  <a:lnTo>
                    <a:pt x="619" y="982"/>
                  </a:lnTo>
                  <a:lnTo>
                    <a:pt x="614" y="979"/>
                  </a:lnTo>
                  <a:lnTo>
                    <a:pt x="611" y="976"/>
                  </a:lnTo>
                  <a:lnTo>
                    <a:pt x="608" y="970"/>
                  </a:lnTo>
                  <a:lnTo>
                    <a:pt x="608" y="965"/>
                  </a:lnTo>
                  <a:lnTo>
                    <a:pt x="608" y="963"/>
                  </a:lnTo>
                  <a:lnTo>
                    <a:pt x="606" y="961"/>
                  </a:lnTo>
                  <a:lnTo>
                    <a:pt x="606" y="961"/>
                  </a:lnTo>
                  <a:lnTo>
                    <a:pt x="591" y="946"/>
                  </a:lnTo>
                  <a:lnTo>
                    <a:pt x="577" y="929"/>
                  </a:lnTo>
                  <a:lnTo>
                    <a:pt x="577" y="929"/>
                  </a:lnTo>
                  <a:lnTo>
                    <a:pt x="561" y="912"/>
                  </a:lnTo>
                  <a:lnTo>
                    <a:pt x="546" y="895"/>
                  </a:lnTo>
                  <a:lnTo>
                    <a:pt x="529" y="879"/>
                  </a:lnTo>
                  <a:lnTo>
                    <a:pt x="513" y="864"/>
                  </a:lnTo>
                  <a:lnTo>
                    <a:pt x="513" y="864"/>
                  </a:lnTo>
                  <a:lnTo>
                    <a:pt x="490" y="846"/>
                  </a:lnTo>
                  <a:lnTo>
                    <a:pt x="469" y="827"/>
                  </a:lnTo>
                  <a:lnTo>
                    <a:pt x="428" y="789"/>
                  </a:lnTo>
                  <a:lnTo>
                    <a:pt x="428" y="789"/>
                  </a:lnTo>
                  <a:lnTo>
                    <a:pt x="416" y="777"/>
                  </a:lnTo>
                  <a:lnTo>
                    <a:pt x="403" y="767"/>
                  </a:lnTo>
                  <a:lnTo>
                    <a:pt x="378" y="745"/>
                  </a:lnTo>
                  <a:lnTo>
                    <a:pt x="378" y="745"/>
                  </a:lnTo>
                  <a:lnTo>
                    <a:pt x="356" y="729"/>
                  </a:lnTo>
                  <a:lnTo>
                    <a:pt x="336" y="711"/>
                  </a:lnTo>
                  <a:lnTo>
                    <a:pt x="317" y="693"/>
                  </a:lnTo>
                  <a:lnTo>
                    <a:pt x="307" y="683"/>
                  </a:lnTo>
                  <a:lnTo>
                    <a:pt x="299" y="673"/>
                  </a:lnTo>
                  <a:lnTo>
                    <a:pt x="299" y="673"/>
                  </a:lnTo>
                  <a:lnTo>
                    <a:pt x="271" y="638"/>
                  </a:lnTo>
                  <a:lnTo>
                    <a:pt x="271" y="638"/>
                  </a:lnTo>
                  <a:lnTo>
                    <a:pt x="238" y="596"/>
                  </a:lnTo>
                  <a:lnTo>
                    <a:pt x="222" y="574"/>
                  </a:lnTo>
                  <a:lnTo>
                    <a:pt x="207" y="552"/>
                  </a:lnTo>
                  <a:lnTo>
                    <a:pt x="207" y="552"/>
                  </a:lnTo>
                  <a:lnTo>
                    <a:pt x="194" y="534"/>
                  </a:lnTo>
                  <a:lnTo>
                    <a:pt x="178" y="514"/>
                  </a:lnTo>
                  <a:lnTo>
                    <a:pt x="160" y="493"/>
                  </a:lnTo>
                  <a:lnTo>
                    <a:pt x="139" y="472"/>
                  </a:lnTo>
                  <a:lnTo>
                    <a:pt x="139" y="472"/>
                  </a:lnTo>
                  <a:lnTo>
                    <a:pt x="128" y="461"/>
                  </a:lnTo>
                  <a:lnTo>
                    <a:pt x="115" y="453"/>
                  </a:lnTo>
                  <a:lnTo>
                    <a:pt x="115" y="453"/>
                  </a:lnTo>
                  <a:lnTo>
                    <a:pt x="103" y="444"/>
                  </a:lnTo>
                  <a:lnTo>
                    <a:pt x="97" y="439"/>
                  </a:lnTo>
                  <a:lnTo>
                    <a:pt x="92" y="433"/>
                  </a:lnTo>
                  <a:lnTo>
                    <a:pt x="92" y="433"/>
                  </a:lnTo>
                  <a:lnTo>
                    <a:pt x="74" y="414"/>
                  </a:lnTo>
                  <a:lnTo>
                    <a:pt x="57" y="393"/>
                  </a:lnTo>
                  <a:lnTo>
                    <a:pt x="57" y="393"/>
                  </a:lnTo>
                  <a:lnTo>
                    <a:pt x="31" y="360"/>
                  </a:lnTo>
                  <a:lnTo>
                    <a:pt x="16" y="345"/>
                  </a:lnTo>
                  <a:lnTo>
                    <a:pt x="2" y="329"/>
                  </a:lnTo>
                  <a:lnTo>
                    <a:pt x="2" y="329"/>
                  </a:lnTo>
                  <a:lnTo>
                    <a:pt x="0" y="327"/>
                  </a:lnTo>
                  <a:lnTo>
                    <a:pt x="0" y="327"/>
                  </a:lnTo>
                  <a:lnTo>
                    <a:pt x="27" y="300"/>
                  </a:lnTo>
                  <a:lnTo>
                    <a:pt x="27" y="300"/>
                  </a:lnTo>
                  <a:lnTo>
                    <a:pt x="45" y="322"/>
                  </a:lnTo>
                  <a:lnTo>
                    <a:pt x="45" y="322"/>
                  </a:lnTo>
                  <a:lnTo>
                    <a:pt x="68" y="351"/>
                  </a:lnTo>
                  <a:lnTo>
                    <a:pt x="68" y="351"/>
                  </a:lnTo>
                  <a:lnTo>
                    <a:pt x="84" y="371"/>
                  </a:lnTo>
                  <a:lnTo>
                    <a:pt x="102" y="392"/>
                  </a:lnTo>
                  <a:lnTo>
                    <a:pt x="111" y="401"/>
                  </a:lnTo>
                  <a:lnTo>
                    <a:pt x="120" y="411"/>
                  </a:lnTo>
                  <a:lnTo>
                    <a:pt x="131" y="419"/>
                  </a:lnTo>
                  <a:lnTo>
                    <a:pt x="141" y="426"/>
                  </a:lnTo>
                  <a:lnTo>
                    <a:pt x="141" y="426"/>
                  </a:lnTo>
                  <a:lnTo>
                    <a:pt x="151" y="434"/>
                  </a:lnTo>
                  <a:lnTo>
                    <a:pt x="163" y="444"/>
                  </a:lnTo>
                  <a:lnTo>
                    <a:pt x="174" y="454"/>
                  </a:lnTo>
                  <a:lnTo>
                    <a:pt x="186" y="465"/>
                  </a:lnTo>
                  <a:lnTo>
                    <a:pt x="197" y="478"/>
                  </a:lnTo>
                  <a:lnTo>
                    <a:pt x="208" y="491"/>
                  </a:lnTo>
                  <a:lnTo>
                    <a:pt x="219" y="506"/>
                  </a:lnTo>
                  <a:lnTo>
                    <a:pt x="229" y="521"/>
                  </a:lnTo>
                  <a:lnTo>
                    <a:pt x="229" y="521"/>
                  </a:lnTo>
                  <a:lnTo>
                    <a:pt x="261" y="567"/>
                  </a:lnTo>
                  <a:lnTo>
                    <a:pt x="291" y="607"/>
                  </a:lnTo>
                  <a:lnTo>
                    <a:pt x="305" y="624"/>
                  </a:lnTo>
                  <a:lnTo>
                    <a:pt x="319" y="640"/>
                  </a:lnTo>
                  <a:lnTo>
                    <a:pt x="332" y="654"/>
                  </a:lnTo>
                  <a:lnTo>
                    <a:pt x="346" y="668"/>
                  </a:lnTo>
                  <a:lnTo>
                    <a:pt x="346" y="668"/>
                  </a:lnTo>
                  <a:lnTo>
                    <a:pt x="371" y="692"/>
                  </a:lnTo>
                  <a:lnTo>
                    <a:pt x="398" y="714"/>
                  </a:lnTo>
                  <a:lnTo>
                    <a:pt x="398" y="714"/>
                  </a:lnTo>
                  <a:lnTo>
                    <a:pt x="429" y="741"/>
                  </a:lnTo>
                  <a:lnTo>
                    <a:pt x="445" y="755"/>
                  </a:lnTo>
                  <a:lnTo>
                    <a:pt x="459" y="769"/>
                  </a:lnTo>
                  <a:lnTo>
                    <a:pt x="459" y="769"/>
                  </a:lnTo>
                  <a:lnTo>
                    <a:pt x="481" y="790"/>
                  </a:lnTo>
                  <a:lnTo>
                    <a:pt x="504" y="809"/>
                  </a:lnTo>
                  <a:lnTo>
                    <a:pt x="504" y="809"/>
                  </a:lnTo>
                  <a:lnTo>
                    <a:pt x="526" y="828"/>
                  </a:lnTo>
                  <a:lnTo>
                    <a:pt x="548" y="849"/>
                  </a:lnTo>
                  <a:lnTo>
                    <a:pt x="548" y="849"/>
                  </a:lnTo>
                  <a:lnTo>
                    <a:pt x="571" y="872"/>
                  </a:lnTo>
                  <a:lnTo>
                    <a:pt x="594" y="896"/>
                  </a:lnTo>
                  <a:lnTo>
                    <a:pt x="594" y="896"/>
                  </a:lnTo>
                  <a:lnTo>
                    <a:pt x="615" y="920"/>
                  </a:lnTo>
                  <a:lnTo>
                    <a:pt x="638" y="943"/>
                  </a:lnTo>
                  <a:lnTo>
                    <a:pt x="643" y="948"/>
                  </a:lnTo>
                  <a:lnTo>
                    <a:pt x="646" y="943"/>
                  </a:lnTo>
                  <a:lnTo>
                    <a:pt x="646" y="943"/>
                  </a:lnTo>
                  <a:lnTo>
                    <a:pt x="658" y="929"/>
                  </a:lnTo>
                  <a:lnTo>
                    <a:pt x="669" y="917"/>
                  </a:lnTo>
                  <a:lnTo>
                    <a:pt x="682" y="904"/>
                  </a:lnTo>
                  <a:lnTo>
                    <a:pt x="696" y="893"/>
                  </a:lnTo>
                  <a:lnTo>
                    <a:pt x="724" y="871"/>
                  </a:lnTo>
                  <a:lnTo>
                    <a:pt x="753" y="851"/>
                  </a:lnTo>
                  <a:lnTo>
                    <a:pt x="753" y="851"/>
                  </a:lnTo>
                  <a:lnTo>
                    <a:pt x="784" y="829"/>
                  </a:lnTo>
                  <a:lnTo>
                    <a:pt x="784" y="829"/>
                  </a:lnTo>
                  <a:lnTo>
                    <a:pt x="812" y="807"/>
                  </a:lnTo>
                  <a:lnTo>
                    <a:pt x="843" y="787"/>
                  </a:lnTo>
                  <a:lnTo>
                    <a:pt x="906" y="748"/>
                  </a:lnTo>
                  <a:lnTo>
                    <a:pt x="906" y="748"/>
                  </a:lnTo>
                  <a:lnTo>
                    <a:pt x="944" y="725"/>
                  </a:lnTo>
                  <a:lnTo>
                    <a:pt x="980" y="702"/>
                  </a:lnTo>
                  <a:lnTo>
                    <a:pt x="986" y="698"/>
                  </a:lnTo>
                  <a:lnTo>
                    <a:pt x="981" y="693"/>
                  </a:lnTo>
                  <a:lnTo>
                    <a:pt x="981" y="693"/>
                  </a:lnTo>
                  <a:lnTo>
                    <a:pt x="964" y="676"/>
                  </a:lnTo>
                  <a:lnTo>
                    <a:pt x="949" y="660"/>
                  </a:lnTo>
                  <a:lnTo>
                    <a:pt x="920" y="624"/>
                  </a:lnTo>
                  <a:lnTo>
                    <a:pt x="917" y="620"/>
                  </a:lnTo>
                  <a:lnTo>
                    <a:pt x="917" y="620"/>
                  </a:lnTo>
                  <a:lnTo>
                    <a:pt x="882" y="579"/>
                  </a:lnTo>
                  <a:lnTo>
                    <a:pt x="850" y="543"/>
                  </a:lnTo>
                  <a:lnTo>
                    <a:pt x="819" y="510"/>
                  </a:lnTo>
                  <a:lnTo>
                    <a:pt x="789" y="480"/>
                  </a:lnTo>
                  <a:lnTo>
                    <a:pt x="789" y="480"/>
                  </a:lnTo>
                  <a:lnTo>
                    <a:pt x="751" y="446"/>
                  </a:lnTo>
                  <a:lnTo>
                    <a:pt x="712" y="412"/>
                  </a:lnTo>
                  <a:lnTo>
                    <a:pt x="712" y="412"/>
                  </a:lnTo>
                  <a:lnTo>
                    <a:pt x="668" y="372"/>
                  </a:lnTo>
                  <a:lnTo>
                    <a:pt x="624" y="332"/>
                  </a:lnTo>
                  <a:lnTo>
                    <a:pt x="604" y="313"/>
                  </a:lnTo>
                  <a:lnTo>
                    <a:pt x="583" y="291"/>
                  </a:lnTo>
                  <a:lnTo>
                    <a:pt x="564" y="269"/>
                  </a:lnTo>
                  <a:lnTo>
                    <a:pt x="544" y="246"/>
                  </a:lnTo>
                  <a:lnTo>
                    <a:pt x="544" y="246"/>
                  </a:lnTo>
                  <a:lnTo>
                    <a:pt x="522" y="221"/>
                  </a:lnTo>
                  <a:lnTo>
                    <a:pt x="501" y="195"/>
                  </a:lnTo>
                  <a:lnTo>
                    <a:pt x="501" y="195"/>
                  </a:lnTo>
                  <a:lnTo>
                    <a:pt x="475" y="165"/>
                  </a:lnTo>
                  <a:lnTo>
                    <a:pt x="450" y="135"/>
                  </a:lnTo>
                  <a:lnTo>
                    <a:pt x="450" y="135"/>
                  </a:lnTo>
                  <a:lnTo>
                    <a:pt x="441" y="125"/>
                  </a:lnTo>
                  <a:lnTo>
                    <a:pt x="431" y="116"/>
                  </a:lnTo>
                  <a:lnTo>
                    <a:pt x="431" y="116"/>
                  </a:lnTo>
                  <a:lnTo>
                    <a:pt x="422" y="107"/>
                  </a:lnTo>
                  <a:lnTo>
                    <a:pt x="413" y="98"/>
                  </a:lnTo>
                  <a:lnTo>
                    <a:pt x="413" y="98"/>
                  </a:lnTo>
                  <a:lnTo>
                    <a:pt x="400" y="81"/>
                  </a:lnTo>
                  <a:lnTo>
                    <a:pt x="389" y="67"/>
                  </a:lnTo>
                  <a:lnTo>
                    <a:pt x="378" y="54"/>
                  </a:lnTo>
                  <a:lnTo>
                    <a:pt x="366" y="44"/>
                  </a:lnTo>
                  <a:lnTo>
                    <a:pt x="366" y="44"/>
                  </a:lnTo>
                  <a:lnTo>
                    <a:pt x="355" y="33"/>
                  </a:lnTo>
                  <a:lnTo>
                    <a:pt x="346" y="21"/>
                  </a:lnTo>
                  <a:lnTo>
                    <a:pt x="346" y="21"/>
                  </a:lnTo>
                  <a:lnTo>
                    <a:pt x="377" y="0"/>
                  </a:lnTo>
                  <a:lnTo>
                    <a:pt x="377" y="0"/>
                  </a:lnTo>
                  <a:lnTo>
                    <a:pt x="382" y="6"/>
                  </a:lnTo>
                  <a:lnTo>
                    <a:pt x="382" y="6"/>
                  </a:lnTo>
                  <a:lnTo>
                    <a:pt x="433" y="64"/>
                  </a:lnTo>
                  <a:lnTo>
                    <a:pt x="433" y="64"/>
                  </a:lnTo>
                  <a:lnTo>
                    <a:pt x="496" y="134"/>
                  </a:lnTo>
                  <a:lnTo>
                    <a:pt x="527" y="170"/>
                  </a:lnTo>
                  <a:lnTo>
                    <a:pt x="558" y="207"/>
                  </a:lnTo>
                  <a:lnTo>
                    <a:pt x="558" y="207"/>
                  </a:lnTo>
                  <a:lnTo>
                    <a:pt x="585" y="239"/>
                  </a:lnTo>
                  <a:lnTo>
                    <a:pt x="614" y="273"/>
                  </a:lnTo>
                  <a:lnTo>
                    <a:pt x="631" y="290"/>
                  </a:lnTo>
                  <a:lnTo>
                    <a:pt x="647" y="307"/>
                  </a:lnTo>
                  <a:lnTo>
                    <a:pt x="665" y="324"/>
                  </a:lnTo>
                  <a:lnTo>
                    <a:pt x="683" y="341"/>
                  </a:lnTo>
                  <a:lnTo>
                    <a:pt x="683" y="341"/>
                  </a:lnTo>
                  <a:lnTo>
                    <a:pt x="729" y="380"/>
                  </a:lnTo>
                  <a:lnTo>
                    <a:pt x="729" y="380"/>
                  </a:lnTo>
                  <a:lnTo>
                    <a:pt x="765" y="411"/>
                  </a:lnTo>
                  <a:lnTo>
                    <a:pt x="801" y="444"/>
                  </a:lnTo>
                  <a:lnTo>
                    <a:pt x="801" y="444"/>
                  </a:lnTo>
                  <a:lnTo>
                    <a:pt x="836" y="477"/>
                  </a:lnTo>
                  <a:lnTo>
                    <a:pt x="869" y="511"/>
                  </a:lnTo>
                  <a:lnTo>
                    <a:pt x="900" y="546"/>
                  </a:lnTo>
                  <a:lnTo>
                    <a:pt x="930" y="581"/>
                  </a:lnTo>
                  <a:lnTo>
                    <a:pt x="930" y="581"/>
                  </a:lnTo>
                  <a:lnTo>
                    <a:pt x="946" y="600"/>
                  </a:lnTo>
                  <a:lnTo>
                    <a:pt x="946" y="600"/>
                  </a:lnTo>
                  <a:lnTo>
                    <a:pt x="962" y="620"/>
                  </a:lnTo>
                  <a:lnTo>
                    <a:pt x="980" y="641"/>
                  </a:lnTo>
                  <a:lnTo>
                    <a:pt x="998" y="661"/>
                  </a:lnTo>
                  <a:lnTo>
                    <a:pt x="1008" y="669"/>
                  </a:lnTo>
                  <a:lnTo>
                    <a:pt x="1018" y="677"/>
                  </a:lnTo>
                  <a:lnTo>
                    <a:pt x="1019" y="678"/>
                  </a:lnTo>
                  <a:lnTo>
                    <a:pt x="1020" y="678"/>
                  </a:lnTo>
                  <a:lnTo>
                    <a:pt x="1020" y="678"/>
                  </a:lnTo>
                  <a:lnTo>
                    <a:pt x="1025" y="680"/>
                  </a:lnTo>
                  <a:lnTo>
                    <a:pt x="1029" y="684"/>
                  </a:lnTo>
                  <a:lnTo>
                    <a:pt x="1029" y="685"/>
                  </a:lnTo>
                  <a:lnTo>
                    <a:pt x="1030" y="686"/>
                  </a:lnTo>
                  <a:lnTo>
                    <a:pt x="1030" y="686"/>
                  </a:lnTo>
                  <a:lnTo>
                    <a:pt x="1032" y="689"/>
                  </a:lnTo>
                  <a:lnTo>
                    <a:pt x="1035" y="692"/>
                  </a:lnTo>
                  <a:lnTo>
                    <a:pt x="1036" y="695"/>
                  </a:lnTo>
                  <a:lnTo>
                    <a:pt x="1037" y="698"/>
                  </a:lnTo>
                  <a:lnTo>
                    <a:pt x="1037" y="699"/>
                  </a:lnTo>
                  <a:lnTo>
                    <a:pt x="1037" y="700"/>
                  </a:lnTo>
                  <a:lnTo>
                    <a:pt x="1037" y="700"/>
                  </a:lnTo>
                  <a:lnTo>
                    <a:pt x="1041" y="711"/>
                  </a:lnTo>
                  <a:lnTo>
                    <a:pt x="1045" y="723"/>
                  </a:lnTo>
                  <a:lnTo>
                    <a:pt x="1047" y="735"/>
                  </a:lnTo>
                  <a:lnTo>
                    <a:pt x="1049" y="748"/>
                  </a:lnTo>
                  <a:lnTo>
                    <a:pt x="1051" y="774"/>
                  </a:lnTo>
                  <a:lnTo>
                    <a:pt x="1051" y="800"/>
                  </a:lnTo>
                  <a:lnTo>
                    <a:pt x="1050" y="826"/>
                  </a:lnTo>
                  <a:lnTo>
                    <a:pt x="1047" y="851"/>
                  </a:lnTo>
                  <a:lnTo>
                    <a:pt x="1044" y="872"/>
                  </a:lnTo>
                  <a:lnTo>
                    <a:pt x="1040" y="892"/>
                  </a:lnTo>
                  <a:lnTo>
                    <a:pt x="1040" y="892"/>
                  </a:lnTo>
                  <a:lnTo>
                    <a:pt x="1037" y="911"/>
                  </a:lnTo>
                  <a:lnTo>
                    <a:pt x="1035" y="929"/>
                  </a:lnTo>
                  <a:lnTo>
                    <a:pt x="1030" y="967"/>
                  </a:lnTo>
                  <a:lnTo>
                    <a:pt x="1030" y="973"/>
                  </a:lnTo>
                  <a:lnTo>
                    <a:pt x="1030" y="973"/>
                  </a:lnTo>
                  <a:lnTo>
                    <a:pt x="1029" y="991"/>
                  </a:lnTo>
                  <a:lnTo>
                    <a:pt x="1029" y="991"/>
                  </a:lnTo>
                  <a:lnTo>
                    <a:pt x="1029" y="1009"/>
                  </a:lnTo>
                  <a:lnTo>
                    <a:pt x="1028" y="1017"/>
                  </a:lnTo>
                  <a:lnTo>
                    <a:pt x="1026" y="1024"/>
                  </a:lnTo>
                  <a:lnTo>
                    <a:pt x="1026" y="1024"/>
                  </a:lnTo>
                  <a:lnTo>
                    <a:pt x="1024" y="1031"/>
                  </a:lnTo>
                  <a:lnTo>
                    <a:pt x="1023" y="1039"/>
                  </a:lnTo>
                  <a:lnTo>
                    <a:pt x="1023" y="1051"/>
                  </a:lnTo>
                  <a:lnTo>
                    <a:pt x="1023" y="1051"/>
                  </a:lnTo>
                  <a:lnTo>
                    <a:pt x="1023" y="1059"/>
                  </a:lnTo>
                  <a:lnTo>
                    <a:pt x="1021" y="1068"/>
                  </a:lnTo>
                  <a:lnTo>
                    <a:pt x="1019" y="1075"/>
                  </a:lnTo>
                  <a:lnTo>
                    <a:pt x="1016" y="1079"/>
                  </a:lnTo>
                  <a:lnTo>
                    <a:pt x="1013" y="1083"/>
                  </a:lnTo>
                  <a:lnTo>
                    <a:pt x="1013" y="1083"/>
                  </a:lnTo>
                  <a:lnTo>
                    <a:pt x="1010" y="1085"/>
                  </a:lnTo>
                  <a:lnTo>
                    <a:pt x="1008" y="1086"/>
                  </a:lnTo>
                  <a:lnTo>
                    <a:pt x="1005" y="1087"/>
                  </a:lnTo>
                  <a:lnTo>
                    <a:pt x="1002" y="1088"/>
                  </a:lnTo>
                  <a:lnTo>
                    <a:pt x="1002" y="1088"/>
                  </a:lnTo>
                  <a:lnTo>
                    <a:pt x="1002" y="1088"/>
                  </a:lnTo>
                  <a:lnTo>
                    <a:pt x="998" y="1087"/>
                  </a:lnTo>
                  <a:lnTo>
                    <a:pt x="997" y="1087"/>
                  </a:lnTo>
                  <a:lnTo>
                    <a:pt x="996" y="1087"/>
                  </a:lnTo>
                  <a:lnTo>
                    <a:pt x="996" y="1087"/>
                  </a:lnTo>
                  <a:lnTo>
                    <a:pt x="992" y="1088"/>
                  </a:lnTo>
                  <a:lnTo>
                    <a:pt x="991" y="1088"/>
                  </a:lnTo>
                  <a:close/>
                  <a:moveTo>
                    <a:pt x="1002" y="731"/>
                  </a:moveTo>
                  <a:lnTo>
                    <a:pt x="1002" y="731"/>
                  </a:lnTo>
                  <a:lnTo>
                    <a:pt x="954" y="761"/>
                  </a:lnTo>
                  <a:lnTo>
                    <a:pt x="954" y="761"/>
                  </a:lnTo>
                  <a:lnTo>
                    <a:pt x="918" y="784"/>
                  </a:lnTo>
                  <a:lnTo>
                    <a:pt x="918" y="784"/>
                  </a:lnTo>
                  <a:lnTo>
                    <a:pt x="885" y="803"/>
                  </a:lnTo>
                  <a:lnTo>
                    <a:pt x="885" y="803"/>
                  </a:lnTo>
                  <a:lnTo>
                    <a:pt x="856" y="821"/>
                  </a:lnTo>
                  <a:lnTo>
                    <a:pt x="842" y="830"/>
                  </a:lnTo>
                  <a:lnTo>
                    <a:pt x="829" y="839"/>
                  </a:lnTo>
                  <a:lnTo>
                    <a:pt x="819" y="847"/>
                  </a:lnTo>
                  <a:lnTo>
                    <a:pt x="819" y="847"/>
                  </a:lnTo>
                  <a:lnTo>
                    <a:pt x="773" y="881"/>
                  </a:lnTo>
                  <a:lnTo>
                    <a:pt x="729" y="917"/>
                  </a:lnTo>
                  <a:lnTo>
                    <a:pt x="729" y="917"/>
                  </a:lnTo>
                  <a:lnTo>
                    <a:pt x="717" y="925"/>
                  </a:lnTo>
                  <a:lnTo>
                    <a:pt x="717" y="925"/>
                  </a:lnTo>
                  <a:lnTo>
                    <a:pt x="704" y="936"/>
                  </a:lnTo>
                  <a:lnTo>
                    <a:pt x="691" y="948"/>
                  </a:lnTo>
                  <a:lnTo>
                    <a:pt x="678" y="960"/>
                  </a:lnTo>
                  <a:lnTo>
                    <a:pt x="672" y="967"/>
                  </a:lnTo>
                  <a:lnTo>
                    <a:pt x="668" y="974"/>
                  </a:lnTo>
                  <a:lnTo>
                    <a:pt x="664" y="980"/>
                  </a:lnTo>
                  <a:lnTo>
                    <a:pt x="671" y="982"/>
                  </a:lnTo>
                  <a:lnTo>
                    <a:pt x="671" y="982"/>
                  </a:lnTo>
                  <a:lnTo>
                    <a:pt x="699" y="991"/>
                  </a:lnTo>
                  <a:lnTo>
                    <a:pt x="699" y="991"/>
                  </a:lnTo>
                  <a:lnTo>
                    <a:pt x="718" y="996"/>
                  </a:lnTo>
                  <a:lnTo>
                    <a:pt x="738" y="1003"/>
                  </a:lnTo>
                  <a:lnTo>
                    <a:pt x="738" y="1003"/>
                  </a:lnTo>
                  <a:lnTo>
                    <a:pt x="756" y="1007"/>
                  </a:lnTo>
                  <a:lnTo>
                    <a:pt x="772" y="1010"/>
                  </a:lnTo>
                  <a:lnTo>
                    <a:pt x="772" y="1010"/>
                  </a:lnTo>
                  <a:lnTo>
                    <a:pt x="792" y="1014"/>
                  </a:lnTo>
                  <a:lnTo>
                    <a:pt x="811" y="1018"/>
                  </a:lnTo>
                  <a:lnTo>
                    <a:pt x="811" y="1018"/>
                  </a:lnTo>
                  <a:lnTo>
                    <a:pt x="854" y="1028"/>
                  </a:lnTo>
                  <a:lnTo>
                    <a:pt x="897" y="1039"/>
                  </a:lnTo>
                  <a:lnTo>
                    <a:pt x="941" y="1046"/>
                  </a:lnTo>
                  <a:lnTo>
                    <a:pt x="962" y="1049"/>
                  </a:lnTo>
                  <a:lnTo>
                    <a:pt x="984" y="1051"/>
                  </a:lnTo>
                  <a:lnTo>
                    <a:pt x="991" y="1052"/>
                  </a:lnTo>
                  <a:lnTo>
                    <a:pt x="990" y="1045"/>
                  </a:lnTo>
                  <a:lnTo>
                    <a:pt x="990" y="1045"/>
                  </a:lnTo>
                  <a:lnTo>
                    <a:pt x="989" y="1039"/>
                  </a:lnTo>
                  <a:lnTo>
                    <a:pt x="989" y="1039"/>
                  </a:lnTo>
                  <a:lnTo>
                    <a:pt x="987" y="1032"/>
                  </a:lnTo>
                  <a:lnTo>
                    <a:pt x="987" y="1029"/>
                  </a:lnTo>
                  <a:lnTo>
                    <a:pt x="987" y="1027"/>
                  </a:lnTo>
                  <a:lnTo>
                    <a:pt x="987" y="1027"/>
                  </a:lnTo>
                  <a:lnTo>
                    <a:pt x="990" y="1018"/>
                  </a:lnTo>
                  <a:lnTo>
                    <a:pt x="992" y="1008"/>
                  </a:lnTo>
                  <a:lnTo>
                    <a:pt x="993" y="988"/>
                  </a:lnTo>
                  <a:lnTo>
                    <a:pt x="993" y="988"/>
                  </a:lnTo>
                  <a:lnTo>
                    <a:pt x="994" y="974"/>
                  </a:lnTo>
                  <a:lnTo>
                    <a:pt x="994" y="974"/>
                  </a:lnTo>
                  <a:lnTo>
                    <a:pt x="995" y="957"/>
                  </a:lnTo>
                  <a:lnTo>
                    <a:pt x="995" y="957"/>
                  </a:lnTo>
                  <a:lnTo>
                    <a:pt x="998" y="925"/>
                  </a:lnTo>
                  <a:lnTo>
                    <a:pt x="1000" y="910"/>
                  </a:lnTo>
                  <a:lnTo>
                    <a:pt x="1004" y="893"/>
                  </a:lnTo>
                  <a:lnTo>
                    <a:pt x="1004" y="893"/>
                  </a:lnTo>
                  <a:lnTo>
                    <a:pt x="1010" y="856"/>
                  </a:lnTo>
                  <a:lnTo>
                    <a:pt x="1013" y="835"/>
                  </a:lnTo>
                  <a:lnTo>
                    <a:pt x="1015" y="813"/>
                  </a:lnTo>
                  <a:lnTo>
                    <a:pt x="1016" y="793"/>
                  </a:lnTo>
                  <a:lnTo>
                    <a:pt x="1015" y="772"/>
                  </a:lnTo>
                  <a:lnTo>
                    <a:pt x="1014" y="753"/>
                  </a:lnTo>
                  <a:lnTo>
                    <a:pt x="1010" y="734"/>
                  </a:lnTo>
                  <a:lnTo>
                    <a:pt x="1008" y="726"/>
                  </a:lnTo>
                  <a:lnTo>
                    <a:pt x="1002" y="73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91" name="Freeform 207"/>
            <p:cNvSpPr/>
            <p:nvPr>
              <p:custDataLst>
                <p:tags r:id="rId45"/>
              </p:custDataLst>
            </p:nvPr>
          </p:nvSpPr>
          <p:spPr bwMode="auto">
            <a:xfrm>
              <a:off x="4251325" y="2251075"/>
              <a:ext cx="195263" cy="161925"/>
            </a:xfrm>
            <a:custGeom>
              <a:avLst/>
              <a:gdLst/>
              <a:ahLst/>
              <a:cxnLst>
                <a:cxn ang="0">
                  <a:pos x="15" y="307"/>
                </a:cxn>
                <a:cxn ang="0">
                  <a:pos x="9" y="306"/>
                </a:cxn>
                <a:cxn ang="0">
                  <a:pos x="2" y="298"/>
                </a:cxn>
                <a:cxn ang="0">
                  <a:pos x="0" y="293"/>
                </a:cxn>
                <a:cxn ang="0">
                  <a:pos x="2" y="281"/>
                </a:cxn>
                <a:cxn ang="0">
                  <a:pos x="6" y="275"/>
                </a:cxn>
                <a:cxn ang="0">
                  <a:pos x="12" y="272"/>
                </a:cxn>
                <a:cxn ang="0">
                  <a:pos x="18" y="269"/>
                </a:cxn>
                <a:cxn ang="0">
                  <a:pos x="30" y="259"/>
                </a:cxn>
                <a:cxn ang="0">
                  <a:pos x="48" y="238"/>
                </a:cxn>
                <a:cxn ang="0">
                  <a:pos x="59" y="222"/>
                </a:cxn>
                <a:cxn ang="0">
                  <a:pos x="75" y="201"/>
                </a:cxn>
                <a:cxn ang="0">
                  <a:pos x="94" y="180"/>
                </a:cxn>
                <a:cxn ang="0">
                  <a:pos x="136" y="143"/>
                </a:cxn>
                <a:cxn ang="0">
                  <a:pos x="160" y="124"/>
                </a:cxn>
                <a:cxn ang="0">
                  <a:pos x="174" y="112"/>
                </a:cxn>
                <a:cxn ang="0">
                  <a:pos x="224" y="83"/>
                </a:cxn>
                <a:cxn ang="0">
                  <a:pos x="241" y="73"/>
                </a:cxn>
                <a:cxn ang="0">
                  <a:pos x="259" y="63"/>
                </a:cxn>
                <a:cxn ang="0">
                  <a:pos x="305" y="32"/>
                </a:cxn>
                <a:cxn ang="0">
                  <a:pos x="345" y="3"/>
                </a:cxn>
                <a:cxn ang="0">
                  <a:pos x="354" y="0"/>
                </a:cxn>
                <a:cxn ang="0">
                  <a:pos x="359" y="1"/>
                </a:cxn>
                <a:cxn ang="0">
                  <a:pos x="366" y="8"/>
                </a:cxn>
                <a:cxn ang="0">
                  <a:pos x="368" y="12"/>
                </a:cxn>
                <a:cxn ang="0">
                  <a:pos x="369" y="22"/>
                </a:cxn>
                <a:cxn ang="0">
                  <a:pos x="367" y="29"/>
                </a:cxn>
                <a:cxn ang="0">
                  <a:pos x="362" y="35"/>
                </a:cxn>
                <a:cxn ang="0">
                  <a:pos x="339" y="51"/>
                </a:cxn>
                <a:cxn ang="0">
                  <a:pos x="270" y="96"/>
                </a:cxn>
                <a:cxn ang="0">
                  <a:pos x="240" y="115"/>
                </a:cxn>
                <a:cxn ang="0">
                  <a:pos x="180" y="157"/>
                </a:cxn>
                <a:cxn ang="0">
                  <a:pos x="151" y="179"/>
                </a:cxn>
                <a:cxn ang="0">
                  <a:pos x="109" y="218"/>
                </a:cxn>
                <a:cxn ang="0">
                  <a:pos x="78" y="252"/>
                </a:cxn>
                <a:cxn ang="0">
                  <a:pos x="69" y="264"/>
                </a:cxn>
                <a:cxn ang="0">
                  <a:pos x="47" y="290"/>
                </a:cxn>
                <a:cxn ang="0">
                  <a:pos x="35" y="300"/>
                </a:cxn>
                <a:cxn ang="0">
                  <a:pos x="21" y="306"/>
                </a:cxn>
                <a:cxn ang="0">
                  <a:pos x="15" y="307"/>
                </a:cxn>
              </a:cxnLst>
              <a:rect l="0" t="0" r="r" b="b"/>
              <a:pathLst>
                <a:path w="369" h="307">
                  <a:moveTo>
                    <a:pt x="15" y="307"/>
                  </a:moveTo>
                  <a:lnTo>
                    <a:pt x="15" y="307"/>
                  </a:lnTo>
                  <a:lnTo>
                    <a:pt x="12" y="307"/>
                  </a:lnTo>
                  <a:lnTo>
                    <a:pt x="9" y="306"/>
                  </a:lnTo>
                  <a:lnTo>
                    <a:pt x="5" y="303"/>
                  </a:lnTo>
                  <a:lnTo>
                    <a:pt x="2" y="298"/>
                  </a:lnTo>
                  <a:lnTo>
                    <a:pt x="0" y="293"/>
                  </a:lnTo>
                  <a:lnTo>
                    <a:pt x="0" y="293"/>
                  </a:lnTo>
                  <a:lnTo>
                    <a:pt x="0" y="287"/>
                  </a:lnTo>
                  <a:lnTo>
                    <a:pt x="2" y="281"/>
                  </a:lnTo>
                  <a:lnTo>
                    <a:pt x="4" y="277"/>
                  </a:lnTo>
                  <a:lnTo>
                    <a:pt x="6" y="275"/>
                  </a:lnTo>
                  <a:lnTo>
                    <a:pt x="9" y="273"/>
                  </a:lnTo>
                  <a:lnTo>
                    <a:pt x="12" y="272"/>
                  </a:lnTo>
                  <a:lnTo>
                    <a:pt x="12" y="272"/>
                  </a:lnTo>
                  <a:lnTo>
                    <a:pt x="18" y="269"/>
                  </a:lnTo>
                  <a:lnTo>
                    <a:pt x="24" y="265"/>
                  </a:lnTo>
                  <a:lnTo>
                    <a:pt x="30" y="259"/>
                  </a:lnTo>
                  <a:lnTo>
                    <a:pt x="36" y="253"/>
                  </a:lnTo>
                  <a:lnTo>
                    <a:pt x="48" y="238"/>
                  </a:lnTo>
                  <a:lnTo>
                    <a:pt x="59" y="222"/>
                  </a:lnTo>
                  <a:lnTo>
                    <a:pt x="59" y="222"/>
                  </a:lnTo>
                  <a:lnTo>
                    <a:pt x="68" y="210"/>
                  </a:lnTo>
                  <a:lnTo>
                    <a:pt x="75" y="201"/>
                  </a:lnTo>
                  <a:lnTo>
                    <a:pt x="75" y="201"/>
                  </a:lnTo>
                  <a:lnTo>
                    <a:pt x="94" y="180"/>
                  </a:lnTo>
                  <a:lnTo>
                    <a:pt x="114" y="162"/>
                  </a:lnTo>
                  <a:lnTo>
                    <a:pt x="136" y="143"/>
                  </a:lnTo>
                  <a:lnTo>
                    <a:pt x="157" y="126"/>
                  </a:lnTo>
                  <a:lnTo>
                    <a:pt x="160" y="124"/>
                  </a:lnTo>
                  <a:lnTo>
                    <a:pt x="160" y="124"/>
                  </a:lnTo>
                  <a:lnTo>
                    <a:pt x="174" y="112"/>
                  </a:lnTo>
                  <a:lnTo>
                    <a:pt x="190" y="102"/>
                  </a:lnTo>
                  <a:lnTo>
                    <a:pt x="224" y="83"/>
                  </a:lnTo>
                  <a:lnTo>
                    <a:pt x="224" y="83"/>
                  </a:lnTo>
                  <a:lnTo>
                    <a:pt x="241" y="73"/>
                  </a:lnTo>
                  <a:lnTo>
                    <a:pt x="259" y="63"/>
                  </a:lnTo>
                  <a:lnTo>
                    <a:pt x="259" y="63"/>
                  </a:lnTo>
                  <a:lnTo>
                    <a:pt x="283" y="47"/>
                  </a:lnTo>
                  <a:lnTo>
                    <a:pt x="305" y="32"/>
                  </a:lnTo>
                  <a:lnTo>
                    <a:pt x="345" y="3"/>
                  </a:lnTo>
                  <a:lnTo>
                    <a:pt x="345" y="3"/>
                  </a:lnTo>
                  <a:lnTo>
                    <a:pt x="350" y="1"/>
                  </a:lnTo>
                  <a:lnTo>
                    <a:pt x="354" y="0"/>
                  </a:lnTo>
                  <a:lnTo>
                    <a:pt x="354" y="0"/>
                  </a:lnTo>
                  <a:lnTo>
                    <a:pt x="359" y="1"/>
                  </a:lnTo>
                  <a:lnTo>
                    <a:pt x="363" y="4"/>
                  </a:lnTo>
                  <a:lnTo>
                    <a:pt x="366" y="8"/>
                  </a:lnTo>
                  <a:lnTo>
                    <a:pt x="368" y="12"/>
                  </a:lnTo>
                  <a:lnTo>
                    <a:pt x="368" y="12"/>
                  </a:lnTo>
                  <a:lnTo>
                    <a:pt x="369" y="16"/>
                  </a:lnTo>
                  <a:lnTo>
                    <a:pt x="369" y="22"/>
                  </a:lnTo>
                  <a:lnTo>
                    <a:pt x="369" y="25"/>
                  </a:lnTo>
                  <a:lnTo>
                    <a:pt x="367" y="29"/>
                  </a:lnTo>
                  <a:lnTo>
                    <a:pt x="365" y="32"/>
                  </a:lnTo>
                  <a:lnTo>
                    <a:pt x="362" y="35"/>
                  </a:lnTo>
                  <a:lnTo>
                    <a:pt x="362" y="35"/>
                  </a:lnTo>
                  <a:lnTo>
                    <a:pt x="339" y="51"/>
                  </a:lnTo>
                  <a:lnTo>
                    <a:pt x="317" y="67"/>
                  </a:lnTo>
                  <a:lnTo>
                    <a:pt x="270" y="96"/>
                  </a:lnTo>
                  <a:lnTo>
                    <a:pt x="270" y="96"/>
                  </a:lnTo>
                  <a:lnTo>
                    <a:pt x="240" y="115"/>
                  </a:lnTo>
                  <a:lnTo>
                    <a:pt x="210" y="135"/>
                  </a:lnTo>
                  <a:lnTo>
                    <a:pt x="180" y="157"/>
                  </a:lnTo>
                  <a:lnTo>
                    <a:pt x="151" y="179"/>
                  </a:lnTo>
                  <a:lnTo>
                    <a:pt x="151" y="179"/>
                  </a:lnTo>
                  <a:lnTo>
                    <a:pt x="131" y="198"/>
                  </a:lnTo>
                  <a:lnTo>
                    <a:pt x="109" y="218"/>
                  </a:lnTo>
                  <a:lnTo>
                    <a:pt x="88" y="239"/>
                  </a:lnTo>
                  <a:lnTo>
                    <a:pt x="78" y="252"/>
                  </a:lnTo>
                  <a:lnTo>
                    <a:pt x="69" y="264"/>
                  </a:lnTo>
                  <a:lnTo>
                    <a:pt x="69" y="264"/>
                  </a:lnTo>
                  <a:lnTo>
                    <a:pt x="59" y="277"/>
                  </a:lnTo>
                  <a:lnTo>
                    <a:pt x="47" y="290"/>
                  </a:lnTo>
                  <a:lnTo>
                    <a:pt x="42" y="295"/>
                  </a:lnTo>
                  <a:lnTo>
                    <a:pt x="35" y="300"/>
                  </a:lnTo>
                  <a:lnTo>
                    <a:pt x="29" y="304"/>
                  </a:lnTo>
                  <a:lnTo>
                    <a:pt x="21" y="306"/>
                  </a:lnTo>
                  <a:lnTo>
                    <a:pt x="21" y="306"/>
                  </a:lnTo>
                  <a:lnTo>
                    <a:pt x="15" y="307"/>
                  </a:lnTo>
                  <a:lnTo>
                    <a:pt x="15" y="307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92" name="Freeform 208"/>
            <p:cNvSpPr/>
            <p:nvPr>
              <p:custDataLst>
                <p:tags r:id="rId46"/>
              </p:custDataLst>
            </p:nvPr>
          </p:nvSpPr>
          <p:spPr bwMode="auto">
            <a:xfrm>
              <a:off x="4284663" y="2282825"/>
              <a:ext cx="195263" cy="171450"/>
            </a:xfrm>
            <a:custGeom>
              <a:avLst/>
              <a:gdLst/>
              <a:ahLst/>
              <a:cxnLst>
                <a:cxn ang="0">
                  <a:pos x="15" y="323"/>
                </a:cxn>
                <a:cxn ang="0">
                  <a:pos x="6" y="319"/>
                </a:cxn>
                <a:cxn ang="0">
                  <a:pos x="1" y="309"/>
                </a:cxn>
                <a:cxn ang="0">
                  <a:pos x="0" y="306"/>
                </a:cxn>
                <a:cxn ang="0">
                  <a:pos x="0" y="297"/>
                </a:cxn>
                <a:cxn ang="0">
                  <a:pos x="4" y="290"/>
                </a:cxn>
                <a:cxn ang="0">
                  <a:pos x="7" y="287"/>
                </a:cxn>
                <a:cxn ang="0">
                  <a:pos x="15" y="277"/>
                </a:cxn>
                <a:cxn ang="0">
                  <a:pos x="20" y="266"/>
                </a:cxn>
                <a:cxn ang="0">
                  <a:pos x="29" y="253"/>
                </a:cxn>
                <a:cxn ang="0">
                  <a:pos x="48" y="230"/>
                </a:cxn>
                <a:cxn ang="0">
                  <a:pos x="68" y="211"/>
                </a:cxn>
                <a:cxn ang="0">
                  <a:pos x="94" y="190"/>
                </a:cxn>
                <a:cxn ang="0">
                  <a:pos x="126" y="162"/>
                </a:cxn>
                <a:cxn ang="0">
                  <a:pos x="159" y="135"/>
                </a:cxn>
                <a:cxn ang="0">
                  <a:pos x="187" y="111"/>
                </a:cxn>
                <a:cxn ang="0">
                  <a:pos x="236" y="73"/>
                </a:cxn>
                <a:cxn ang="0">
                  <a:pos x="254" y="61"/>
                </a:cxn>
                <a:cxn ang="0">
                  <a:pos x="311" y="23"/>
                </a:cxn>
                <a:cxn ang="0">
                  <a:pos x="344" y="3"/>
                </a:cxn>
                <a:cxn ang="0">
                  <a:pos x="348" y="1"/>
                </a:cxn>
                <a:cxn ang="0">
                  <a:pos x="352" y="0"/>
                </a:cxn>
                <a:cxn ang="0">
                  <a:pos x="358" y="2"/>
                </a:cxn>
                <a:cxn ang="0">
                  <a:pos x="366" y="9"/>
                </a:cxn>
                <a:cxn ang="0">
                  <a:pos x="368" y="14"/>
                </a:cxn>
                <a:cxn ang="0">
                  <a:pos x="369" y="22"/>
                </a:cxn>
                <a:cxn ang="0">
                  <a:pos x="366" y="29"/>
                </a:cxn>
                <a:cxn ang="0">
                  <a:pos x="361" y="35"/>
                </a:cxn>
                <a:cxn ang="0">
                  <a:pos x="325" y="57"/>
                </a:cxn>
                <a:cxn ang="0">
                  <a:pos x="271" y="92"/>
                </a:cxn>
                <a:cxn ang="0">
                  <a:pos x="250" y="107"/>
                </a:cxn>
                <a:cxn ang="0">
                  <a:pos x="190" y="157"/>
                </a:cxn>
                <a:cxn ang="0">
                  <a:pos x="164" y="179"/>
                </a:cxn>
                <a:cxn ang="0">
                  <a:pos x="134" y="203"/>
                </a:cxn>
                <a:cxn ang="0">
                  <a:pos x="102" y="229"/>
                </a:cxn>
                <a:cxn ang="0">
                  <a:pos x="72" y="258"/>
                </a:cxn>
                <a:cxn ang="0">
                  <a:pos x="66" y="264"/>
                </a:cxn>
                <a:cxn ang="0">
                  <a:pos x="51" y="286"/>
                </a:cxn>
                <a:cxn ang="0">
                  <a:pos x="46" y="295"/>
                </a:cxn>
                <a:cxn ang="0">
                  <a:pos x="33" y="312"/>
                </a:cxn>
                <a:cxn ang="0">
                  <a:pos x="24" y="319"/>
                </a:cxn>
                <a:cxn ang="0">
                  <a:pos x="15" y="323"/>
                </a:cxn>
              </a:cxnLst>
              <a:rect l="0" t="0" r="r" b="b"/>
              <a:pathLst>
                <a:path w="369" h="323">
                  <a:moveTo>
                    <a:pt x="15" y="323"/>
                  </a:moveTo>
                  <a:lnTo>
                    <a:pt x="15" y="323"/>
                  </a:lnTo>
                  <a:lnTo>
                    <a:pt x="10" y="322"/>
                  </a:lnTo>
                  <a:lnTo>
                    <a:pt x="6" y="319"/>
                  </a:lnTo>
                  <a:lnTo>
                    <a:pt x="3" y="315"/>
                  </a:lnTo>
                  <a:lnTo>
                    <a:pt x="1" y="309"/>
                  </a:lnTo>
                  <a:lnTo>
                    <a:pt x="1" y="309"/>
                  </a:lnTo>
                  <a:lnTo>
                    <a:pt x="0" y="306"/>
                  </a:lnTo>
                  <a:lnTo>
                    <a:pt x="0" y="300"/>
                  </a:lnTo>
                  <a:lnTo>
                    <a:pt x="0" y="297"/>
                  </a:lnTo>
                  <a:lnTo>
                    <a:pt x="2" y="294"/>
                  </a:lnTo>
                  <a:lnTo>
                    <a:pt x="4" y="290"/>
                  </a:lnTo>
                  <a:lnTo>
                    <a:pt x="7" y="287"/>
                  </a:lnTo>
                  <a:lnTo>
                    <a:pt x="7" y="287"/>
                  </a:lnTo>
                  <a:lnTo>
                    <a:pt x="11" y="283"/>
                  </a:lnTo>
                  <a:lnTo>
                    <a:pt x="15" y="277"/>
                  </a:lnTo>
                  <a:lnTo>
                    <a:pt x="20" y="266"/>
                  </a:lnTo>
                  <a:lnTo>
                    <a:pt x="20" y="266"/>
                  </a:lnTo>
                  <a:lnTo>
                    <a:pt x="24" y="259"/>
                  </a:lnTo>
                  <a:lnTo>
                    <a:pt x="29" y="253"/>
                  </a:lnTo>
                  <a:lnTo>
                    <a:pt x="29" y="253"/>
                  </a:lnTo>
                  <a:lnTo>
                    <a:pt x="48" y="230"/>
                  </a:lnTo>
                  <a:lnTo>
                    <a:pt x="59" y="221"/>
                  </a:lnTo>
                  <a:lnTo>
                    <a:pt x="68" y="211"/>
                  </a:lnTo>
                  <a:lnTo>
                    <a:pt x="68" y="211"/>
                  </a:lnTo>
                  <a:lnTo>
                    <a:pt x="94" y="190"/>
                  </a:lnTo>
                  <a:lnTo>
                    <a:pt x="94" y="190"/>
                  </a:lnTo>
                  <a:lnTo>
                    <a:pt x="126" y="162"/>
                  </a:lnTo>
                  <a:lnTo>
                    <a:pt x="159" y="135"/>
                  </a:lnTo>
                  <a:lnTo>
                    <a:pt x="159" y="135"/>
                  </a:lnTo>
                  <a:lnTo>
                    <a:pt x="187" y="111"/>
                  </a:lnTo>
                  <a:lnTo>
                    <a:pt x="187" y="111"/>
                  </a:lnTo>
                  <a:lnTo>
                    <a:pt x="220" y="85"/>
                  </a:lnTo>
                  <a:lnTo>
                    <a:pt x="236" y="73"/>
                  </a:lnTo>
                  <a:lnTo>
                    <a:pt x="254" y="61"/>
                  </a:lnTo>
                  <a:lnTo>
                    <a:pt x="254" y="61"/>
                  </a:lnTo>
                  <a:lnTo>
                    <a:pt x="282" y="41"/>
                  </a:lnTo>
                  <a:lnTo>
                    <a:pt x="311" y="23"/>
                  </a:lnTo>
                  <a:lnTo>
                    <a:pt x="311" y="23"/>
                  </a:lnTo>
                  <a:lnTo>
                    <a:pt x="344" y="3"/>
                  </a:lnTo>
                  <a:lnTo>
                    <a:pt x="344" y="3"/>
                  </a:lnTo>
                  <a:lnTo>
                    <a:pt x="348" y="1"/>
                  </a:lnTo>
                  <a:lnTo>
                    <a:pt x="352" y="0"/>
                  </a:lnTo>
                  <a:lnTo>
                    <a:pt x="352" y="0"/>
                  </a:lnTo>
                  <a:lnTo>
                    <a:pt x="355" y="1"/>
                  </a:lnTo>
                  <a:lnTo>
                    <a:pt x="358" y="2"/>
                  </a:lnTo>
                  <a:lnTo>
                    <a:pt x="363" y="5"/>
                  </a:lnTo>
                  <a:lnTo>
                    <a:pt x="366" y="9"/>
                  </a:lnTo>
                  <a:lnTo>
                    <a:pt x="368" y="14"/>
                  </a:lnTo>
                  <a:lnTo>
                    <a:pt x="368" y="14"/>
                  </a:lnTo>
                  <a:lnTo>
                    <a:pt x="369" y="17"/>
                  </a:lnTo>
                  <a:lnTo>
                    <a:pt x="369" y="22"/>
                  </a:lnTo>
                  <a:lnTo>
                    <a:pt x="368" y="25"/>
                  </a:lnTo>
                  <a:lnTo>
                    <a:pt x="366" y="29"/>
                  </a:lnTo>
                  <a:lnTo>
                    <a:pt x="364" y="32"/>
                  </a:lnTo>
                  <a:lnTo>
                    <a:pt x="361" y="35"/>
                  </a:lnTo>
                  <a:lnTo>
                    <a:pt x="361" y="35"/>
                  </a:lnTo>
                  <a:lnTo>
                    <a:pt x="325" y="57"/>
                  </a:lnTo>
                  <a:lnTo>
                    <a:pt x="325" y="57"/>
                  </a:lnTo>
                  <a:lnTo>
                    <a:pt x="271" y="92"/>
                  </a:lnTo>
                  <a:lnTo>
                    <a:pt x="271" y="92"/>
                  </a:lnTo>
                  <a:lnTo>
                    <a:pt x="250" y="107"/>
                  </a:lnTo>
                  <a:lnTo>
                    <a:pt x="229" y="123"/>
                  </a:lnTo>
                  <a:lnTo>
                    <a:pt x="190" y="157"/>
                  </a:lnTo>
                  <a:lnTo>
                    <a:pt x="190" y="157"/>
                  </a:lnTo>
                  <a:lnTo>
                    <a:pt x="164" y="179"/>
                  </a:lnTo>
                  <a:lnTo>
                    <a:pt x="164" y="179"/>
                  </a:lnTo>
                  <a:lnTo>
                    <a:pt x="134" y="203"/>
                  </a:lnTo>
                  <a:lnTo>
                    <a:pt x="134" y="203"/>
                  </a:lnTo>
                  <a:lnTo>
                    <a:pt x="102" y="229"/>
                  </a:lnTo>
                  <a:lnTo>
                    <a:pt x="86" y="242"/>
                  </a:lnTo>
                  <a:lnTo>
                    <a:pt x="72" y="258"/>
                  </a:lnTo>
                  <a:lnTo>
                    <a:pt x="72" y="258"/>
                  </a:lnTo>
                  <a:lnTo>
                    <a:pt x="66" y="264"/>
                  </a:lnTo>
                  <a:lnTo>
                    <a:pt x="61" y="271"/>
                  </a:lnTo>
                  <a:lnTo>
                    <a:pt x="51" y="286"/>
                  </a:lnTo>
                  <a:lnTo>
                    <a:pt x="51" y="286"/>
                  </a:lnTo>
                  <a:lnTo>
                    <a:pt x="46" y="295"/>
                  </a:lnTo>
                  <a:lnTo>
                    <a:pt x="40" y="303"/>
                  </a:lnTo>
                  <a:lnTo>
                    <a:pt x="33" y="312"/>
                  </a:lnTo>
                  <a:lnTo>
                    <a:pt x="24" y="319"/>
                  </a:lnTo>
                  <a:lnTo>
                    <a:pt x="24" y="319"/>
                  </a:lnTo>
                  <a:lnTo>
                    <a:pt x="19" y="322"/>
                  </a:lnTo>
                  <a:lnTo>
                    <a:pt x="15" y="323"/>
                  </a:lnTo>
                  <a:lnTo>
                    <a:pt x="15" y="32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93" name="Freeform 209"/>
            <p:cNvSpPr/>
            <p:nvPr>
              <p:custDataLst>
                <p:tags r:id="rId47"/>
              </p:custDataLst>
            </p:nvPr>
          </p:nvSpPr>
          <p:spPr bwMode="auto">
            <a:xfrm>
              <a:off x="4446588" y="2346325"/>
              <a:ext cx="285750" cy="307975"/>
            </a:xfrm>
            <a:custGeom>
              <a:avLst/>
              <a:gdLst/>
              <a:ahLst/>
              <a:cxnLst>
                <a:cxn ang="0">
                  <a:pos x="524" y="583"/>
                </a:cxn>
                <a:cxn ang="0">
                  <a:pos x="515" y="580"/>
                </a:cxn>
                <a:cxn ang="0">
                  <a:pos x="501" y="571"/>
                </a:cxn>
                <a:cxn ang="0">
                  <a:pos x="476" y="549"/>
                </a:cxn>
                <a:cxn ang="0">
                  <a:pos x="437" y="513"/>
                </a:cxn>
                <a:cxn ang="0">
                  <a:pos x="414" y="488"/>
                </a:cxn>
                <a:cxn ang="0">
                  <a:pos x="388" y="460"/>
                </a:cxn>
                <a:cxn ang="0">
                  <a:pos x="339" y="409"/>
                </a:cxn>
                <a:cxn ang="0">
                  <a:pos x="300" y="361"/>
                </a:cxn>
                <a:cxn ang="0">
                  <a:pos x="288" y="344"/>
                </a:cxn>
                <a:cxn ang="0">
                  <a:pos x="246" y="293"/>
                </a:cxn>
                <a:cxn ang="0">
                  <a:pos x="202" y="245"/>
                </a:cxn>
                <a:cxn ang="0">
                  <a:pos x="167" y="208"/>
                </a:cxn>
                <a:cxn ang="0">
                  <a:pos x="134" y="170"/>
                </a:cxn>
                <a:cxn ang="0">
                  <a:pos x="121" y="153"/>
                </a:cxn>
                <a:cxn ang="0">
                  <a:pos x="95" y="121"/>
                </a:cxn>
                <a:cxn ang="0">
                  <a:pos x="54" y="76"/>
                </a:cxn>
                <a:cxn ang="0">
                  <a:pos x="24" y="48"/>
                </a:cxn>
                <a:cxn ang="0">
                  <a:pos x="8" y="36"/>
                </a:cxn>
                <a:cxn ang="0">
                  <a:pos x="3" y="29"/>
                </a:cxn>
                <a:cxn ang="0">
                  <a:pos x="0" y="22"/>
                </a:cxn>
                <a:cxn ang="0">
                  <a:pos x="1" y="13"/>
                </a:cxn>
                <a:cxn ang="0">
                  <a:pos x="4" y="8"/>
                </a:cxn>
                <a:cxn ang="0">
                  <a:pos x="12" y="1"/>
                </a:cxn>
                <a:cxn ang="0">
                  <a:pos x="16" y="0"/>
                </a:cxn>
                <a:cxn ang="0">
                  <a:pos x="25" y="3"/>
                </a:cxn>
                <a:cxn ang="0">
                  <a:pos x="41" y="15"/>
                </a:cxn>
                <a:cxn ang="0">
                  <a:pos x="70" y="41"/>
                </a:cxn>
                <a:cxn ang="0">
                  <a:pos x="110" y="84"/>
                </a:cxn>
                <a:cxn ang="0">
                  <a:pos x="136" y="115"/>
                </a:cxn>
                <a:cxn ang="0">
                  <a:pos x="206" y="198"/>
                </a:cxn>
                <a:cxn ang="0">
                  <a:pos x="290" y="291"/>
                </a:cxn>
                <a:cxn ang="0">
                  <a:pos x="303" y="306"/>
                </a:cxn>
                <a:cxn ang="0">
                  <a:pos x="341" y="353"/>
                </a:cxn>
                <a:cxn ang="0">
                  <a:pos x="371" y="390"/>
                </a:cxn>
                <a:cxn ang="0">
                  <a:pos x="403" y="425"/>
                </a:cxn>
                <a:cxn ang="0">
                  <a:pos x="433" y="457"/>
                </a:cxn>
                <a:cxn ang="0">
                  <a:pos x="457" y="482"/>
                </a:cxn>
                <a:cxn ang="0">
                  <a:pos x="493" y="518"/>
                </a:cxn>
                <a:cxn ang="0">
                  <a:pos x="519" y="540"/>
                </a:cxn>
                <a:cxn ang="0">
                  <a:pos x="532" y="549"/>
                </a:cxn>
                <a:cxn ang="0">
                  <a:pos x="539" y="554"/>
                </a:cxn>
                <a:cxn ang="0">
                  <a:pos x="541" y="560"/>
                </a:cxn>
                <a:cxn ang="0">
                  <a:pos x="541" y="570"/>
                </a:cxn>
                <a:cxn ang="0">
                  <a:pos x="539" y="575"/>
                </a:cxn>
                <a:cxn ang="0">
                  <a:pos x="530" y="582"/>
                </a:cxn>
                <a:cxn ang="0">
                  <a:pos x="524" y="583"/>
                </a:cxn>
              </a:cxnLst>
              <a:rect l="0" t="0" r="r" b="b"/>
              <a:pathLst>
                <a:path w="541" h="583">
                  <a:moveTo>
                    <a:pt x="524" y="583"/>
                  </a:moveTo>
                  <a:lnTo>
                    <a:pt x="524" y="583"/>
                  </a:lnTo>
                  <a:lnTo>
                    <a:pt x="520" y="582"/>
                  </a:lnTo>
                  <a:lnTo>
                    <a:pt x="515" y="580"/>
                  </a:lnTo>
                  <a:lnTo>
                    <a:pt x="515" y="580"/>
                  </a:lnTo>
                  <a:lnTo>
                    <a:pt x="501" y="571"/>
                  </a:lnTo>
                  <a:lnTo>
                    <a:pt x="488" y="560"/>
                  </a:lnTo>
                  <a:lnTo>
                    <a:pt x="476" y="549"/>
                  </a:lnTo>
                  <a:lnTo>
                    <a:pt x="462" y="538"/>
                  </a:lnTo>
                  <a:lnTo>
                    <a:pt x="437" y="513"/>
                  </a:lnTo>
                  <a:lnTo>
                    <a:pt x="414" y="488"/>
                  </a:lnTo>
                  <a:lnTo>
                    <a:pt x="414" y="488"/>
                  </a:lnTo>
                  <a:lnTo>
                    <a:pt x="388" y="460"/>
                  </a:lnTo>
                  <a:lnTo>
                    <a:pt x="388" y="460"/>
                  </a:lnTo>
                  <a:lnTo>
                    <a:pt x="365" y="437"/>
                  </a:lnTo>
                  <a:lnTo>
                    <a:pt x="339" y="409"/>
                  </a:lnTo>
                  <a:lnTo>
                    <a:pt x="313" y="377"/>
                  </a:lnTo>
                  <a:lnTo>
                    <a:pt x="300" y="361"/>
                  </a:lnTo>
                  <a:lnTo>
                    <a:pt x="288" y="344"/>
                  </a:lnTo>
                  <a:lnTo>
                    <a:pt x="288" y="344"/>
                  </a:lnTo>
                  <a:lnTo>
                    <a:pt x="268" y="319"/>
                  </a:lnTo>
                  <a:lnTo>
                    <a:pt x="246" y="293"/>
                  </a:lnTo>
                  <a:lnTo>
                    <a:pt x="224" y="269"/>
                  </a:lnTo>
                  <a:lnTo>
                    <a:pt x="202" y="245"/>
                  </a:lnTo>
                  <a:lnTo>
                    <a:pt x="202" y="245"/>
                  </a:lnTo>
                  <a:lnTo>
                    <a:pt x="167" y="208"/>
                  </a:lnTo>
                  <a:lnTo>
                    <a:pt x="150" y="189"/>
                  </a:lnTo>
                  <a:lnTo>
                    <a:pt x="134" y="170"/>
                  </a:lnTo>
                  <a:lnTo>
                    <a:pt x="134" y="170"/>
                  </a:lnTo>
                  <a:lnTo>
                    <a:pt x="121" y="153"/>
                  </a:lnTo>
                  <a:lnTo>
                    <a:pt x="121" y="153"/>
                  </a:lnTo>
                  <a:lnTo>
                    <a:pt x="95" y="121"/>
                  </a:lnTo>
                  <a:lnTo>
                    <a:pt x="69" y="90"/>
                  </a:lnTo>
                  <a:lnTo>
                    <a:pt x="54" y="76"/>
                  </a:lnTo>
                  <a:lnTo>
                    <a:pt x="40" y="61"/>
                  </a:lnTo>
                  <a:lnTo>
                    <a:pt x="24" y="48"/>
                  </a:lnTo>
                  <a:lnTo>
                    <a:pt x="8" y="36"/>
                  </a:lnTo>
                  <a:lnTo>
                    <a:pt x="8" y="36"/>
                  </a:lnTo>
                  <a:lnTo>
                    <a:pt x="5" y="32"/>
                  </a:lnTo>
                  <a:lnTo>
                    <a:pt x="3" y="29"/>
                  </a:lnTo>
                  <a:lnTo>
                    <a:pt x="0" y="25"/>
                  </a:lnTo>
                  <a:lnTo>
                    <a:pt x="0" y="22"/>
                  </a:lnTo>
                  <a:lnTo>
                    <a:pt x="0" y="17"/>
                  </a:lnTo>
                  <a:lnTo>
                    <a:pt x="1" y="13"/>
                  </a:lnTo>
                  <a:lnTo>
                    <a:pt x="1" y="13"/>
                  </a:lnTo>
                  <a:lnTo>
                    <a:pt x="4" y="8"/>
                  </a:lnTo>
                  <a:lnTo>
                    <a:pt x="7" y="3"/>
                  </a:lnTo>
                  <a:lnTo>
                    <a:pt x="12" y="1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21" y="0"/>
                  </a:lnTo>
                  <a:lnTo>
                    <a:pt x="25" y="3"/>
                  </a:lnTo>
                  <a:lnTo>
                    <a:pt x="25" y="3"/>
                  </a:lnTo>
                  <a:lnTo>
                    <a:pt x="41" y="15"/>
                  </a:lnTo>
                  <a:lnTo>
                    <a:pt x="55" y="28"/>
                  </a:lnTo>
                  <a:lnTo>
                    <a:pt x="70" y="41"/>
                  </a:lnTo>
                  <a:lnTo>
                    <a:pt x="83" y="55"/>
                  </a:lnTo>
                  <a:lnTo>
                    <a:pt x="110" y="84"/>
                  </a:lnTo>
                  <a:lnTo>
                    <a:pt x="136" y="115"/>
                  </a:lnTo>
                  <a:lnTo>
                    <a:pt x="136" y="115"/>
                  </a:lnTo>
                  <a:lnTo>
                    <a:pt x="170" y="156"/>
                  </a:lnTo>
                  <a:lnTo>
                    <a:pt x="206" y="198"/>
                  </a:lnTo>
                  <a:lnTo>
                    <a:pt x="246" y="242"/>
                  </a:lnTo>
                  <a:lnTo>
                    <a:pt x="290" y="291"/>
                  </a:lnTo>
                  <a:lnTo>
                    <a:pt x="290" y="291"/>
                  </a:lnTo>
                  <a:lnTo>
                    <a:pt x="303" y="306"/>
                  </a:lnTo>
                  <a:lnTo>
                    <a:pt x="317" y="322"/>
                  </a:lnTo>
                  <a:lnTo>
                    <a:pt x="341" y="353"/>
                  </a:lnTo>
                  <a:lnTo>
                    <a:pt x="341" y="353"/>
                  </a:lnTo>
                  <a:lnTo>
                    <a:pt x="371" y="390"/>
                  </a:lnTo>
                  <a:lnTo>
                    <a:pt x="387" y="407"/>
                  </a:lnTo>
                  <a:lnTo>
                    <a:pt x="403" y="425"/>
                  </a:lnTo>
                  <a:lnTo>
                    <a:pt x="403" y="425"/>
                  </a:lnTo>
                  <a:lnTo>
                    <a:pt x="433" y="457"/>
                  </a:lnTo>
                  <a:lnTo>
                    <a:pt x="433" y="457"/>
                  </a:lnTo>
                  <a:lnTo>
                    <a:pt x="457" y="482"/>
                  </a:lnTo>
                  <a:lnTo>
                    <a:pt x="481" y="507"/>
                  </a:lnTo>
                  <a:lnTo>
                    <a:pt x="493" y="518"/>
                  </a:lnTo>
                  <a:lnTo>
                    <a:pt x="507" y="529"/>
                  </a:lnTo>
                  <a:lnTo>
                    <a:pt x="519" y="540"/>
                  </a:lnTo>
                  <a:lnTo>
                    <a:pt x="532" y="549"/>
                  </a:lnTo>
                  <a:lnTo>
                    <a:pt x="532" y="549"/>
                  </a:lnTo>
                  <a:lnTo>
                    <a:pt x="537" y="552"/>
                  </a:lnTo>
                  <a:lnTo>
                    <a:pt x="539" y="554"/>
                  </a:lnTo>
                  <a:lnTo>
                    <a:pt x="540" y="557"/>
                  </a:lnTo>
                  <a:lnTo>
                    <a:pt x="541" y="560"/>
                  </a:lnTo>
                  <a:lnTo>
                    <a:pt x="541" y="565"/>
                  </a:lnTo>
                  <a:lnTo>
                    <a:pt x="541" y="570"/>
                  </a:lnTo>
                  <a:lnTo>
                    <a:pt x="541" y="570"/>
                  </a:lnTo>
                  <a:lnTo>
                    <a:pt x="539" y="575"/>
                  </a:lnTo>
                  <a:lnTo>
                    <a:pt x="534" y="579"/>
                  </a:lnTo>
                  <a:lnTo>
                    <a:pt x="530" y="582"/>
                  </a:lnTo>
                  <a:lnTo>
                    <a:pt x="527" y="583"/>
                  </a:lnTo>
                  <a:lnTo>
                    <a:pt x="524" y="583"/>
                  </a:lnTo>
                  <a:lnTo>
                    <a:pt x="524" y="58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94" name="Freeform 210"/>
            <p:cNvSpPr/>
            <p:nvPr>
              <p:custDataLst>
                <p:tags r:id="rId48"/>
              </p:custDataLst>
            </p:nvPr>
          </p:nvSpPr>
          <p:spPr bwMode="auto">
            <a:xfrm>
              <a:off x="4349750" y="2435225"/>
              <a:ext cx="273050" cy="288925"/>
            </a:xfrm>
            <a:custGeom>
              <a:avLst/>
              <a:gdLst/>
              <a:ahLst/>
              <a:cxnLst>
                <a:cxn ang="0">
                  <a:pos x="493" y="546"/>
                </a:cxn>
                <a:cxn ang="0">
                  <a:pos x="481" y="537"/>
                </a:cxn>
                <a:cxn ang="0">
                  <a:pos x="475" y="524"/>
                </a:cxn>
                <a:cxn ang="0">
                  <a:pos x="457" y="505"/>
                </a:cxn>
                <a:cxn ang="0">
                  <a:pos x="444" y="490"/>
                </a:cxn>
                <a:cxn ang="0">
                  <a:pos x="436" y="479"/>
                </a:cxn>
                <a:cxn ang="0">
                  <a:pos x="411" y="452"/>
                </a:cxn>
                <a:cxn ang="0">
                  <a:pos x="402" y="443"/>
                </a:cxn>
                <a:cxn ang="0">
                  <a:pos x="387" y="420"/>
                </a:cxn>
                <a:cxn ang="0">
                  <a:pos x="376" y="410"/>
                </a:cxn>
                <a:cxn ang="0">
                  <a:pos x="345" y="378"/>
                </a:cxn>
                <a:cxn ang="0">
                  <a:pos x="321" y="352"/>
                </a:cxn>
                <a:cxn ang="0">
                  <a:pos x="280" y="313"/>
                </a:cxn>
                <a:cxn ang="0">
                  <a:pos x="252" y="285"/>
                </a:cxn>
                <a:cxn ang="0">
                  <a:pos x="151" y="183"/>
                </a:cxn>
                <a:cxn ang="0">
                  <a:pos x="106" y="136"/>
                </a:cxn>
                <a:cxn ang="0">
                  <a:pos x="64" y="92"/>
                </a:cxn>
                <a:cxn ang="0">
                  <a:pos x="33" y="58"/>
                </a:cxn>
                <a:cxn ang="0">
                  <a:pos x="13" y="39"/>
                </a:cxn>
                <a:cxn ang="0">
                  <a:pos x="3" y="26"/>
                </a:cxn>
                <a:cxn ang="0">
                  <a:pos x="0" y="14"/>
                </a:cxn>
                <a:cxn ang="0">
                  <a:pos x="5" y="6"/>
                </a:cxn>
                <a:cxn ang="0">
                  <a:pos x="19" y="0"/>
                </a:cxn>
                <a:cxn ang="0">
                  <a:pos x="26" y="2"/>
                </a:cxn>
                <a:cxn ang="0">
                  <a:pos x="34" y="8"/>
                </a:cxn>
                <a:cxn ang="0">
                  <a:pos x="72" y="47"/>
                </a:cxn>
                <a:cxn ang="0">
                  <a:pos x="94" y="67"/>
                </a:cxn>
                <a:cxn ang="0">
                  <a:pos x="151" y="133"/>
                </a:cxn>
                <a:cxn ang="0">
                  <a:pos x="191" y="176"/>
                </a:cxn>
                <a:cxn ang="0">
                  <a:pos x="275" y="260"/>
                </a:cxn>
                <a:cxn ang="0">
                  <a:pos x="311" y="293"/>
                </a:cxn>
                <a:cxn ang="0">
                  <a:pos x="364" y="343"/>
                </a:cxn>
                <a:cxn ang="0">
                  <a:pos x="407" y="387"/>
                </a:cxn>
                <a:cxn ang="0">
                  <a:pos x="423" y="411"/>
                </a:cxn>
                <a:cxn ang="0">
                  <a:pos x="440" y="429"/>
                </a:cxn>
                <a:cxn ang="0">
                  <a:pos x="452" y="440"/>
                </a:cxn>
                <a:cxn ang="0">
                  <a:pos x="460" y="452"/>
                </a:cxn>
                <a:cxn ang="0">
                  <a:pos x="481" y="478"/>
                </a:cxn>
                <a:cxn ang="0">
                  <a:pos x="496" y="493"/>
                </a:cxn>
                <a:cxn ang="0">
                  <a:pos x="508" y="510"/>
                </a:cxn>
                <a:cxn ang="0">
                  <a:pos x="512" y="513"/>
                </a:cxn>
                <a:cxn ang="0">
                  <a:pos x="515" y="524"/>
                </a:cxn>
                <a:cxn ang="0">
                  <a:pos x="515" y="533"/>
                </a:cxn>
                <a:cxn ang="0">
                  <a:pos x="510" y="542"/>
                </a:cxn>
                <a:cxn ang="0">
                  <a:pos x="499" y="546"/>
                </a:cxn>
              </a:cxnLst>
              <a:rect l="0" t="0" r="r" b="b"/>
              <a:pathLst>
                <a:path w="515" h="546">
                  <a:moveTo>
                    <a:pt x="499" y="546"/>
                  </a:moveTo>
                  <a:lnTo>
                    <a:pt x="499" y="546"/>
                  </a:lnTo>
                  <a:lnTo>
                    <a:pt x="493" y="546"/>
                  </a:lnTo>
                  <a:lnTo>
                    <a:pt x="488" y="543"/>
                  </a:lnTo>
                  <a:lnTo>
                    <a:pt x="483" y="540"/>
                  </a:lnTo>
                  <a:lnTo>
                    <a:pt x="481" y="537"/>
                  </a:lnTo>
                  <a:lnTo>
                    <a:pt x="480" y="534"/>
                  </a:lnTo>
                  <a:lnTo>
                    <a:pt x="480" y="534"/>
                  </a:lnTo>
                  <a:lnTo>
                    <a:pt x="475" y="524"/>
                  </a:lnTo>
                  <a:lnTo>
                    <a:pt x="470" y="517"/>
                  </a:lnTo>
                  <a:lnTo>
                    <a:pt x="463" y="511"/>
                  </a:lnTo>
                  <a:lnTo>
                    <a:pt x="457" y="505"/>
                  </a:lnTo>
                  <a:lnTo>
                    <a:pt x="457" y="505"/>
                  </a:lnTo>
                  <a:lnTo>
                    <a:pt x="450" y="498"/>
                  </a:lnTo>
                  <a:lnTo>
                    <a:pt x="444" y="490"/>
                  </a:lnTo>
                  <a:lnTo>
                    <a:pt x="444" y="490"/>
                  </a:lnTo>
                  <a:lnTo>
                    <a:pt x="436" y="479"/>
                  </a:lnTo>
                  <a:lnTo>
                    <a:pt x="436" y="479"/>
                  </a:lnTo>
                  <a:lnTo>
                    <a:pt x="425" y="466"/>
                  </a:lnTo>
                  <a:lnTo>
                    <a:pt x="419" y="458"/>
                  </a:lnTo>
                  <a:lnTo>
                    <a:pt x="411" y="452"/>
                  </a:lnTo>
                  <a:lnTo>
                    <a:pt x="411" y="452"/>
                  </a:lnTo>
                  <a:lnTo>
                    <a:pt x="407" y="448"/>
                  </a:lnTo>
                  <a:lnTo>
                    <a:pt x="402" y="443"/>
                  </a:lnTo>
                  <a:lnTo>
                    <a:pt x="395" y="433"/>
                  </a:lnTo>
                  <a:lnTo>
                    <a:pt x="395" y="433"/>
                  </a:lnTo>
                  <a:lnTo>
                    <a:pt x="387" y="420"/>
                  </a:lnTo>
                  <a:lnTo>
                    <a:pt x="382" y="415"/>
                  </a:lnTo>
                  <a:lnTo>
                    <a:pt x="376" y="410"/>
                  </a:lnTo>
                  <a:lnTo>
                    <a:pt x="376" y="410"/>
                  </a:lnTo>
                  <a:lnTo>
                    <a:pt x="367" y="404"/>
                  </a:lnTo>
                  <a:lnTo>
                    <a:pt x="360" y="395"/>
                  </a:lnTo>
                  <a:lnTo>
                    <a:pt x="345" y="378"/>
                  </a:lnTo>
                  <a:lnTo>
                    <a:pt x="345" y="378"/>
                  </a:lnTo>
                  <a:lnTo>
                    <a:pt x="333" y="364"/>
                  </a:lnTo>
                  <a:lnTo>
                    <a:pt x="321" y="352"/>
                  </a:lnTo>
                  <a:lnTo>
                    <a:pt x="321" y="352"/>
                  </a:lnTo>
                  <a:lnTo>
                    <a:pt x="299" y="332"/>
                  </a:lnTo>
                  <a:lnTo>
                    <a:pt x="280" y="313"/>
                  </a:lnTo>
                  <a:lnTo>
                    <a:pt x="280" y="313"/>
                  </a:lnTo>
                  <a:lnTo>
                    <a:pt x="252" y="285"/>
                  </a:lnTo>
                  <a:lnTo>
                    <a:pt x="252" y="285"/>
                  </a:lnTo>
                  <a:lnTo>
                    <a:pt x="225" y="260"/>
                  </a:lnTo>
                  <a:lnTo>
                    <a:pt x="200" y="234"/>
                  </a:lnTo>
                  <a:lnTo>
                    <a:pt x="151" y="183"/>
                  </a:lnTo>
                  <a:lnTo>
                    <a:pt x="151" y="183"/>
                  </a:lnTo>
                  <a:lnTo>
                    <a:pt x="106" y="136"/>
                  </a:lnTo>
                  <a:lnTo>
                    <a:pt x="106" y="136"/>
                  </a:lnTo>
                  <a:lnTo>
                    <a:pt x="87" y="116"/>
                  </a:lnTo>
                  <a:lnTo>
                    <a:pt x="87" y="116"/>
                  </a:lnTo>
                  <a:lnTo>
                    <a:pt x="64" y="92"/>
                  </a:lnTo>
                  <a:lnTo>
                    <a:pt x="40" y="66"/>
                  </a:lnTo>
                  <a:lnTo>
                    <a:pt x="40" y="66"/>
                  </a:lnTo>
                  <a:lnTo>
                    <a:pt x="33" y="58"/>
                  </a:lnTo>
                  <a:lnTo>
                    <a:pt x="24" y="50"/>
                  </a:lnTo>
                  <a:lnTo>
                    <a:pt x="24" y="50"/>
                  </a:lnTo>
                  <a:lnTo>
                    <a:pt x="13" y="39"/>
                  </a:lnTo>
                  <a:lnTo>
                    <a:pt x="8" y="33"/>
                  </a:lnTo>
                  <a:lnTo>
                    <a:pt x="3" y="26"/>
                  </a:lnTo>
                  <a:lnTo>
                    <a:pt x="3" y="26"/>
                  </a:lnTo>
                  <a:lnTo>
                    <a:pt x="1" y="22"/>
                  </a:lnTo>
                  <a:lnTo>
                    <a:pt x="0" y="18"/>
                  </a:lnTo>
                  <a:lnTo>
                    <a:pt x="0" y="14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5" y="6"/>
                  </a:lnTo>
                  <a:lnTo>
                    <a:pt x="9" y="3"/>
                  </a:lnTo>
                  <a:lnTo>
                    <a:pt x="14" y="1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22" y="1"/>
                  </a:lnTo>
                  <a:lnTo>
                    <a:pt x="26" y="2"/>
                  </a:lnTo>
                  <a:lnTo>
                    <a:pt x="31" y="4"/>
                  </a:lnTo>
                  <a:lnTo>
                    <a:pt x="34" y="8"/>
                  </a:lnTo>
                  <a:lnTo>
                    <a:pt x="34" y="8"/>
                  </a:lnTo>
                  <a:lnTo>
                    <a:pt x="42" y="18"/>
                  </a:lnTo>
                  <a:lnTo>
                    <a:pt x="51" y="29"/>
                  </a:lnTo>
                  <a:lnTo>
                    <a:pt x="72" y="47"/>
                  </a:lnTo>
                  <a:lnTo>
                    <a:pt x="72" y="47"/>
                  </a:lnTo>
                  <a:lnTo>
                    <a:pt x="83" y="57"/>
                  </a:lnTo>
                  <a:lnTo>
                    <a:pt x="94" y="67"/>
                  </a:lnTo>
                  <a:lnTo>
                    <a:pt x="94" y="67"/>
                  </a:lnTo>
                  <a:lnTo>
                    <a:pt x="124" y="100"/>
                  </a:lnTo>
                  <a:lnTo>
                    <a:pt x="151" y="133"/>
                  </a:lnTo>
                  <a:lnTo>
                    <a:pt x="164" y="146"/>
                  </a:lnTo>
                  <a:lnTo>
                    <a:pt x="164" y="146"/>
                  </a:lnTo>
                  <a:lnTo>
                    <a:pt x="191" y="176"/>
                  </a:lnTo>
                  <a:lnTo>
                    <a:pt x="219" y="205"/>
                  </a:lnTo>
                  <a:lnTo>
                    <a:pt x="247" y="232"/>
                  </a:lnTo>
                  <a:lnTo>
                    <a:pt x="275" y="260"/>
                  </a:lnTo>
                  <a:lnTo>
                    <a:pt x="275" y="260"/>
                  </a:lnTo>
                  <a:lnTo>
                    <a:pt x="311" y="293"/>
                  </a:lnTo>
                  <a:lnTo>
                    <a:pt x="311" y="293"/>
                  </a:lnTo>
                  <a:lnTo>
                    <a:pt x="342" y="321"/>
                  </a:lnTo>
                  <a:lnTo>
                    <a:pt x="342" y="321"/>
                  </a:lnTo>
                  <a:lnTo>
                    <a:pt x="364" y="343"/>
                  </a:lnTo>
                  <a:lnTo>
                    <a:pt x="386" y="363"/>
                  </a:lnTo>
                  <a:lnTo>
                    <a:pt x="396" y="375"/>
                  </a:lnTo>
                  <a:lnTo>
                    <a:pt x="407" y="387"/>
                  </a:lnTo>
                  <a:lnTo>
                    <a:pt x="415" y="398"/>
                  </a:lnTo>
                  <a:lnTo>
                    <a:pt x="423" y="411"/>
                  </a:lnTo>
                  <a:lnTo>
                    <a:pt x="423" y="411"/>
                  </a:lnTo>
                  <a:lnTo>
                    <a:pt x="426" y="416"/>
                  </a:lnTo>
                  <a:lnTo>
                    <a:pt x="430" y="421"/>
                  </a:lnTo>
                  <a:lnTo>
                    <a:pt x="440" y="429"/>
                  </a:lnTo>
                  <a:lnTo>
                    <a:pt x="440" y="429"/>
                  </a:lnTo>
                  <a:lnTo>
                    <a:pt x="446" y="435"/>
                  </a:lnTo>
                  <a:lnTo>
                    <a:pt x="452" y="440"/>
                  </a:lnTo>
                  <a:lnTo>
                    <a:pt x="452" y="440"/>
                  </a:lnTo>
                  <a:lnTo>
                    <a:pt x="460" y="452"/>
                  </a:lnTo>
                  <a:lnTo>
                    <a:pt x="460" y="452"/>
                  </a:lnTo>
                  <a:lnTo>
                    <a:pt x="470" y="466"/>
                  </a:lnTo>
                  <a:lnTo>
                    <a:pt x="475" y="472"/>
                  </a:lnTo>
                  <a:lnTo>
                    <a:pt x="481" y="478"/>
                  </a:lnTo>
                  <a:lnTo>
                    <a:pt x="481" y="478"/>
                  </a:lnTo>
                  <a:lnTo>
                    <a:pt x="489" y="486"/>
                  </a:lnTo>
                  <a:lnTo>
                    <a:pt x="496" y="493"/>
                  </a:lnTo>
                  <a:lnTo>
                    <a:pt x="502" y="501"/>
                  </a:lnTo>
                  <a:lnTo>
                    <a:pt x="507" y="509"/>
                  </a:lnTo>
                  <a:lnTo>
                    <a:pt x="508" y="510"/>
                  </a:lnTo>
                  <a:lnTo>
                    <a:pt x="509" y="511"/>
                  </a:lnTo>
                  <a:lnTo>
                    <a:pt x="509" y="511"/>
                  </a:lnTo>
                  <a:lnTo>
                    <a:pt x="512" y="513"/>
                  </a:lnTo>
                  <a:lnTo>
                    <a:pt x="514" y="516"/>
                  </a:lnTo>
                  <a:lnTo>
                    <a:pt x="515" y="520"/>
                  </a:lnTo>
                  <a:lnTo>
                    <a:pt x="515" y="524"/>
                  </a:lnTo>
                  <a:lnTo>
                    <a:pt x="515" y="530"/>
                  </a:lnTo>
                  <a:lnTo>
                    <a:pt x="515" y="530"/>
                  </a:lnTo>
                  <a:lnTo>
                    <a:pt x="515" y="533"/>
                  </a:lnTo>
                  <a:lnTo>
                    <a:pt x="514" y="537"/>
                  </a:lnTo>
                  <a:lnTo>
                    <a:pt x="513" y="540"/>
                  </a:lnTo>
                  <a:lnTo>
                    <a:pt x="510" y="542"/>
                  </a:lnTo>
                  <a:lnTo>
                    <a:pt x="510" y="542"/>
                  </a:lnTo>
                  <a:lnTo>
                    <a:pt x="506" y="545"/>
                  </a:lnTo>
                  <a:lnTo>
                    <a:pt x="499" y="546"/>
                  </a:lnTo>
                  <a:lnTo>
                    <a:pt x="499" y="546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95" name="Freeform 211"/>
            <p:cNvSpPr/>
            <p:nvPr>
              <p:custDataLst>
                <p:tags r:id="rId49"/>
              </p:custDataLst>
            </p:nvPr>
          </p:nvSpPr>
          <p:spPr bwMode="auto">
            <a:xfrm>
              <a:off x="4708525" y="2740025"/>
              <a:ext cx="77788" cy="74613"/>
            </a:xfrm>
            <a:custGeom>
              <a:avLst/>
              <a:gdLst/>
              <a:ahLst/>
              <a:cxnLst>
                <a:cxn ang="0">
                  <a:pos x="116" y="142"/>
                </a:cxn>
                <a:cxn ang="0">
                  <a:pos x="111" y="142"/>
                </a:cxn>
                <a:cxn ang="0">
                  <a:pos x="101" y="140"/>
                </a:cxn>
                <a:cxn ang="0">
                  <a:pos x="90" y="136"/>
                </a:cxn>
                <a:cxn ang="0">
                  <a:pos x="88" y="139"/>
                </a:cxn>
                <a:cxn ang="0">
                  <a:pos x="79" y="141"/>
                </a:cxn>
                <a:cxn ang="0">
                  <a:pos x="77" y="141"/>
                </a:cxn>
                <a:cxn ang="0">
                  <a:pos x="63" y="139"/>
                </a:cxn>
                <a:cxn ang="0">
                  <a:pos x="49" y="136"/>
                </a:cxn>
                <a:cxn ang="0">
                  <a:pos x="42" y="134"/>
                </a:cxn>
                <a:cxn ang="0">
                  <a:pos x="33" y="127"/>
                </a:cxn>
                <a:cxn ang="0">
                  <a:pos x="30" y="129"/>
                </a:cxn>
                <a:cxn ang="0">
                  <a:pos x="21" y="131"/>
                </a:cxn>
                <a:cxn ang="0">
                  <a:pos x="18" y="130"/>
                </a:cxn>
                <a:cxn ang="0">
                  <a:pos x="12" y="127"/>
                </a:cxn>
                <a:cxn ang="0">
                  <a:pos x="7" y="122"/>
                </a:cxn>
                <a:cxn ang="0">
                  <a:pos x="6" y="117"/>
                </a:cxn>
                <a:cxn ang="0">
                  <a:pos x="5" y="115"/>
                </a:cxn>
                <a:cxn ang="0">
                  <a:pos x="1" y="108"/>
                </a:cxn>
                <a:cxn ang="0">
                  <a:pos x="1" y="101"/>
                </a:cxn>
                <a:cxn ang="0">
                  <a:pos x="3" y="95"/>
                </a:cxn>
                <a:cxn ang="0">
                  <a:pos x="13" y="83"/>
                </a:cxn>
                <a:cxn ang="0">
                  <a:pos x="31" y="62"/>
                </a:cxn>
                <a:cxn ang="0">
                  <a:pos x="63" y="34"/>
                </a:cxn>
                <a:cxn ang="0">
                  <a:pos x="92" y="13"/>
                </a:cxn>
                <a:cxn ang="0">
                  <a:pos x="98" y="8"/>
                </a:cxn>
                <a:cxn ang="0">
                  <a:pos x="113" y="1"/>
                </a:cxn>
                <a:cxn ang="0">
                  <a:pos x="121" y="0"/>
                </a:cxn>
                <a:cxn ang="0">
                  <a:pos x="131" y="2"/>
                </a:cxn>
                <a:cxn ang="0">
                  <a:pos x="137" y="5"/>
                </a:cxn>
                <a:cxn ang="0">
                  <a:pos x="143" y="15"/>
                </a:cxn>
                <a:cxn ang="0">
                  <a:pos x="147" y="29"/>
                </a:cxn>
                <a:cxn ang="0">
                  <a:pos x="148" y="35"/>
                </a:cxn>
                <a:cxn ang="0">
                  <a:pos x="147" y="53"/>
                </a:cxn>
                <a:cxn ang="0">
                  <a:pos x="148" y="84"/>
                </a:cxn>
                <a:cxn ang="0">
                  <a:pos x="148" y="100"/>
                </a:cxn>
                <a:cxn ang="0">
                  <a:pos x="146" y="116"/>
                </a:cxn>
                <a:cxn ang="0">
                  <a:pos x="145" y="125"/>
                </a:cxn>
                <a:cxn ang="0">
                  <a:pos x="141" y="132"/>
                </a:cxn>
                <a:cxn ang="0">
                  <a:pos x="136" y="136"/>
                </a:cxn>
                <a:cxn ang="0">
                  <a:pos x="128" y="141"/>
                </a:cxn>
                <a:cxn ang="0">
                  <a:pos x="126" y="141"/>
                </a:cxn>
                <a:cxn ang="0">
                  <a:pos x="121" y="142"/>
                </a:cxn>
                <a:cxn ang="0">
                  <a:pos x="116" y="142"/>
                </a:cxn>
              </a:cxnLst>
              <a:rect l="0" t="0" r="r" b="b"/>
              <a:pathLst>
                <a:path w="148" h="142">
                  <a:moveTo>
                    <a:pt x="116" y="142"/>
                  </a:moveTo>
                  <a:lnTo>
                    <a:pt x="116" y="142"/>
                  </a:lnTo>
                  <a:lnTo>
                    <a:pt x="111" y="142"/>
                  </a:lnTo>
                  <a:lnTo>
                    <a:pt x="111" y="142"/>
                  </a:lnTo>
                  <a:lnTo>
                    <a:pt x="101" y="140"/>
                  </a:lnTo>
                  <a:lnTo>
                    <a:pt x="101" y="140"/>
                  </a:lnTo>
                  <a:lnTo>
                    <a:pt x="93" y="136"/>
                  </a:lnTo>
                  <a:lnTo>
                    <a:pt x="90" y="136"/>
                  </a:lnTo>
                  <a:lnTo>
                    <a:pt x="88" y="139"/>
                  </a:lnTo>
                  <a:lnTo>
                    <a:pt x="88" y="139"/>
                  </a:lnTo>
                  <a:lnTo>
                    <a:pt x="84" y="141"/>
                  </a:lnTo>
                  <a:lnTo>
                    <a:pt x="79" y="141"/>
                  </a:lnTo>
                  <a:lnTo>
                    <a:pt x="79" y="141"/>
                  </a:lnTo>
                  <a:lnTo>
                    <a:pt x="77" y="141"/>
                  </a:lnTo>
                  <a:lnTo>
                    <a:pt x="77" y="141"/>
                  </a:lnTo>
                  <a:lnTo>
                    <a:pt x="63" y="139"/>
                  </a:lnTo>
                  <a:lnTo>
                    <a:pt x="63" y="139"/>
                  </a:lnTo>
                  <a:lnTo>
                    <a:pt x="49" y="136"/>
                  </a:lnTo>
                  <a:lnTo>
                    <a:pt x="49" y="136"/>
                  </a:lnTo>
                  <a:lnTo>
                    <a:pt x="42" y="134"/>
                  </a:lnTo>
                  <a:lnTo>
                    <a:pt x="36" y="130"/>
                  </a:lnTo>
                  <a:lnTo>
                    <a:pt x="33" y="127"/>
                  </a:lnTo>
                  <a:lnTo>
                    <a:pt x="30" y="129"/>
                  </a:lnTo>
                  <a:lnTo>
                    <a:pt x="30" y="129"/>
                  </a:lnTo>
                  <a:lnTo>
                    <a:pt x="25" y="130"/>
                  </a:lnTo>
                  <a:lnTo>
                    <a:pt x="21" y="131"/>
                  </a:lnTo>
                  <a:lnTo>
                    <a:pt x="21" y="131"/>
                  </a:lnTo>
                  <a:lnTo>
                    <a:pt x="18" y="130"/>
                  </a:lnTo>
                  <a:lnTo>
                    <a:pt x="13" y="129"/>
                  </a:lnTo>
                  <a:lnTo>
                    <a:pt x="12" y="127"/>
                  </a:lnTo>
                  <a:lnTo>
                    <a:pt x="10" y="125"/>
                  </a:lnTo>
                  <a:lnTo>
                    <a:pt x="7" y="122"/>
                  </a:lnTo>
                  <a:lnTo>
                    <a:pt x="6" y="119"/>
                  </a:lnTo>
                  <a:lnTo>
                    <a:pt x="6" y="117"/>
                  </a:lnTo>
                  <a:lnTo>
                    <a:pt x="5" y="115"/>
                  </a:lnTo>
                  <a:lnTo>
                    <a:pt x="5" y="115"/>
                  </a:lnTo>
                  <a:lnTo>
                    <a:pt x="2" y="112"/>
                  </a:lnTo>
                  <a:lnTo>
                    <a:pt x="1" y="108"/>
                  </a:lnTo>
                  <a:lnTo>
                    <a:pt x="0" y="104"/>
                  </a:lnTo>
                  <a:lnTo>
                    <a:pt x="1" y="101"/>
                  </a:lnTo>
                  <a:lnTo>
                    <a:pt x="2" y="98"/>
                  </a:lnTo>
                  <a:lnTo>
                    <a:pt x="3" y="95"/>
                  </a:lnTo>
                  <a:lnTo>
                    <a:pt x="3" y="95"/>
                  </a:lnTo>
                  <a:lnTo>
                    <a:pt x="13" y="83"/>
                  </a:lnTo>
                  <a:lnTo>
                    <a:pt x="22" y="72"/>
                  </a:lnTo>
                  <a:lnTo>
                    <a:pt x="31" y="62"/>
                  </a:lnTo>
                  <a:lnTo>
                    <a:pt x="42" y="52"/>
                  </a:lnTo>
                  <a:lnTo>
                    <a:pt x="63" y="34"/>
                  </a:lnTo>
                  <a:lnTo>
                    <a:pt x="87" y="17"/>
                  </a:lnTo>
                  <a:lnTo>
                    <a:pt x="92" y="13"/>
                  </a:lnTo>
                  <a:lnTo>
                    <a:pt x="92" y="13"/>
                  </a:lnTo>
                  <a:lnTo>
                    <a:pt x="98" y="8"/>
                  </a:lnTo>
                  <a:lnTo>
                    <a:pt x="105" y="4"/>
                  </a:lnTo>
                  <a:lnTo>
                    <a:pt x="113" y="1"/>
                  </a:lnTo>
                  <a:lnTo>
                    <a:pt x="121" y="0"/>
                  </a:lnTo>
                  <a:lnTo>
                    <a:pt x="121" y="0"/>
                  </a:lnTo>
                  <a:lnTo>
                    <a:pt x="126" y="1"/>
                  </a:lnTo>
                  <a:lnTo>
                    <a:pt x="131" y="2"/>
                  </a:lnTo>
                  <a:lnTo>
                    <a:pt x="131" y="2"/>
                  </a:lnTo>
                  <a:lnTo>
                    <a:pt x="137" y="5"/>
                  </a:lnTo>
                  <a:lnTo>
                    <a:pt x="141" y="9"/>
                  </a:lnTo>
                  <a:lnTo>
                    <a:pt x="143" y="15"/>
                  </a:lnTo>
                  <a:lnTo>
                    <a:pt x="145" y="20"/>
                  </a:lnTo>
                  <a:lnTo>
                    <a:pt x="147" y="29"/>
                  </a:lnTo>
                  <a:lnTo>
                    <a:pt x="148" y="35"/>
                  </a:lnTo>
                  <a:lnTo>
                    <a:pt x="148" y="35"/>
                  </a:lnTo>
                  <a:lnTo>
                    <a:pt x="147" y="53"/>
                  </a:lnTo>
                  <a:lnTo>
                    <a:pt x="147" y="53"/>
                  </a:lnTo>
                  <a:lnTo>
                    <a:pt x="147" y="81"/>
                  </a:lnTo>
                  <a:lnTo>
                    <a:pt x="148" y="84"/>
                  </a:lnTo>
                  <a:lnTo>
                    <a:pt x="148" y="84"/>
                  </a:lnTo>
                  <a:lnTo>
                    <a:pt x="148" y="100"/>
                  </a:lnTo>
                  <a:lnTo>
                    <a:pt x="147" y="108"/>
                  </a:lnTo>
                  <a:lnTo>
                    <a:pt x="146" y="116"/>
                  </a:lnTo>
                  <a:lnTo>
                    <a:pt x="146" y="116"/>
                  </a:lnTo>
                  <a:lnTo>
                    <a:pt x="145" y="125"/>
                  </a:lnTo>
                  <a:lnTo>
                    <a:pt x="143" y="128"/>
                  </a:lnTo>
                  <a:lnTo>
                    <a:pt x="141" y="132"/>
                  </a:lnTo>
                  <a:lnTo>
                    <a:pt x="139" y="134"/>
                  </a:lnTo>
                  <a:lnTo>
                    <a:pt x="136" y="136"/>
                  </a:lnTo>
                  <a:lnTo>
                    <a:pt x="128" y="141"/>
                  </a:lnTo>
                  <a:lnTo>
                    <a:pt x="128" y="141"/>
                  </a:lnTo>
                  <a:lnTo>
                    <a:pt x="127" y="141"/>
                  </a:lnTo>
                  <a:lnTo>
                    <a:pt x="126" y="141"/>
                  </a:lnTo>
                  <a:lnTo>
                    <a:pt x="126" y="141"/>
                  </a:lnTo>
                  <a:lnTo>
                    <a:pt x="121" y="142"/>
                  </a:lnTo>
                  <a:lnTo>
                    <a:pt x="116" y="142"/>
                  </a:lnTo>
                  <a:lnTo>
                    <a:pt x="116" y="14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96" name="Freeform 212"/>
            <p:cNvSpPr/>
            <p:nvPr>
              <p:custDataLst>
                <p:tags r:id="rId50"/>
              </p:custDataLst>
            </p:nvPr>
          </p:nvSpPr>
          <p:spPr bwMode="auto">
            <a:xfrm>
              <a:off x="4197350" y="2182813"/>
              <a:ext cx="260350" cy="244475"/>
            </a:xfrm>
            <a:custGeom>
              <a:avLst/>
              <a:gdLst/>
              <a:ahLst/>
              <a:cxnLst>
                <a:cxn ang="0">
                  <a:pos x="106" y="462"/>
                </a:cxn>
                <a:cxn ang="0">
                  <a:pos x="96" y="455"/>
                </a:cxn>
                <a:cxn ang="0">
                  <a:pos x="94" y="452"/>
                </a:cxn>
                <a:cxn ang="0">
                  <a:pos x="85" y="442"/>
                </a:cxn>
                <a:cxn ang="0">
                  <a:pos x="76" y="430"/>
                </a:cxn>
                <a:cxn ang="0">
                  <a:pos x="53" y="411"/>
                </a:cxn>
                <a:cxn ang="0">
                  <a:pos x="35" y="386"/>
                </a:cxn>
                <a:cxn ang="0">
                  <a:pos x="15" y="339"/>
                </a:cxn>
                <a:cxn ang="0">
                  <a:pos x="5" y="299"/>
                </a:cxn>
                <a:cxn ang="0">
                  <a:pos x="0" y="253"/>
                </a:cxn>
                <a:cxn ang="0">
                  <a:pos x="3" y="202"/>
                </a:cxn>
                <a:cxn ang="0">
                  <a:pos x="8" y="172"/>
                </a:cxn>
                <a:cxn ang="0">
                  <a:pos x="24" y="124"/>
                </a:cxn>
                <a:cxn ang="0">
                  <a:pos x="48" y="85"/>
                </a:cxn>
                <a:cxn ang="0">
                  <a:pos x="68" y="64"/>
                </a:cxn>
                <a:cxn ang="0">
                  <a:pos x="124" y="25"/>
                </a:cxn>
                <a:cxn ang="0">
                  <a:pos x="193" y="4"/>
                </a:cxn>
                <a:cxn ang="0">
                  <a:pos x="241" y="0"/>
                </a:cxn>
                <a:cxn ang="0">
                  <a:pos x="298" y="5"/>
                </a:cxn>
                <a:cxn ang="0">
                  <a:pos x="352" y="20"/>
                </a:cxn>
                <a:cxn ang="0">
                  <a:pos x="401" y="44"/>
                </a:cxn>
                <a:cxn ang="0">
                  <a:pos x="445" y="76"/>
                </a:cxn>
                <a:cxn ang="0">
                  <a:pos x="480" y="115"/>
                </a:cxn>
                <a:cxn ang="0">
                  <a:pos x="492" y="135"/>
                </a:cxn>
                <a:cxn ang="0">
                  <a:pos x="491" y="146"/>
                </a:cxn>
                <a:cxn ang="0">
                  <a:pos x="483" y="153"/>
                </a:cxn>
                <a:cxn ang="0">
                  <a:pos x="473" y="157"/>
                </a:cxn>
                <a:cxn ang="0">
                  <a:pos x="465" y="154"/>
                </a:cxn>
                <a:cxn ang="0">
                  <a:pos x="458" y="147"/>
                </a:cxn>
                <a:cxn ang="0">
                  <a:pos x="429" y="112"/>
                </a:cxn>
                <a:cxn ang="0">
                  <a:pos x="395" y="85"/>
                </a:cxn>
                <a:cxn ang="0">
                  <a:pos x="356" y="65"/>
                </a:cxn>
                <a:cxn ang="0">
                  <a:pos x="289" y="42"/>
                </a:cxn>
                <a:cxn ang="0">
                  <a:pos x="247" y="34"/>
                </a:cxn>
                <a:cxn ang="0">
                  <a:pos x="219" y="34"/>
                </a:cxn>
                <a:cxn ang="0">
                  <a:pos x="182" y="40"/>
                </a:cxn>
                <a:cxn ang="0">
                  <a:pos x="144" y="53"/>
                </a:cxn>
                <a:cxn ang="0">
                  <a:pos x="109" y="74"/>
                </a:cxn>
                <a:cxn ang="0">
                  <a:pos x="80" y="100"/>
                </a:cxn>
                <a:cxn ang="0">
                  <a:pos x="59" y="133"/>
                </a:cxn>
                <a:cxn ang="0">
                  <a:pos x="48" y="163"/>
                </a:cxn>
                <a:cxn ang="0">
                  <a:pos x="39" y="210"/>
                </a:cxn>
                <a:cxn ang="0">
                  <a:pos x="38" y="259"/>
                </a:cxn>
                <a:cxn ang="0">
                  <a:pos x="45" y="304"/>
                </a:cxn>
                <a:cxn ang="0">
                  <a:pos x="60" y="348"/>
                </a:cxn>
                <a:cxn ang="0">
                  <a:pos x="76" y="373"/>
                </a:cxn>
                <a:cxn ang="0">
                  <a:pos x="101" y="402"/>
                </a:cxn>
                <a:cxn ang="0">
                  <a:pos x="122" y="429"/>
                </a:cxn>
                <a:cxn ang="0">
                  <a:pos x="125" y="431"/>
                </a:cxn>
                <a:cxn ang="0">
                  <a:pos x="131" y="446"/>
                </a:cxn>
                <a:cxn ang="0">
                  <a:pos x="129" y="455"/>
                </a:cxn>
                <a:cxn ang="0">
                  <a:pos x="121" y="462"/>
                </a:cxn>
                <a:cxn ang="0">
                  <a:pos x="110" y="463"/>
                </a:cxn>
              </a:cxnLst>
              <a:rect l="0" t="0" r="r" b="b"/>
              <a:pathLst>
                <a:path w="492" h="463">
                  <a:moveTo>
                    <a:pt x="110" y="463"/>
                  </a:moveTo>
                  <a:lnTo>
                    <a:pt x="110" y="463"/>
                  </a:lnTo>
                  <a:lnTo>
                    <a:pt x="106" y="462"/>
                  </a:lnTo>
                  <a:lnTo>
                    <a:pt x="102" y="461"/>
                  </a:lnTo>
                  <a:lnTo>
                    <a:pt x="98" y="458"/>
                  </a:lnTo>
                  <a:lnTo>
                    <a:pt x="96" y="455"/>
                  </a:lnTo>
                  <a:lnTo>
                    <a:pt x="96" y="455"/>
                  </a:lnTo>
                  <a:lnTo>
                    <a:pt x="94" y="453"/>
                  </a:lnTo>
                  <a:lnTo>
                    <a:pt x="94" y="452"/>
                  </a:lnTo>
                  <a:lnTo>
                    <a:pt x="91" y="450"/>
                  </a:lnTo>
                  <a:lnTo>
                    <a:pt x="91" y="450"/>
                  </a:lnTo>
                  <a:lnTo>
                    <a:pt x="85" y="442"/>
                  </a:lnTo>
                  <a:lnTo>
                    <a:pt x="85" y="442"/>
                  </a:lnTo>
                  <a:lnTo>
                    <a:pt x="80" y="435"/>
                  </a:lnTo>
                  <a:lnTo>
                    <a:pt x="76" y="430"/>
                  </a:lnTo>
                  <a:lnTo>
                    <a:pt x="65" y="421"/>
                  </a:lnTo>
                  <a:lnTo>
                    <a:pt x="65" y="421"/>
                  </a:lnTo>
                  <a:lnTo>
                    <a:pt x="53" y="411"/>
                  </a:lnTo>
                  <a:lnTo>
                    <a:pt x="53" y="411"/>
                  </a:lnTo>
                  <a:lnTo>
                    <a:pt x="44" y="399"/>
                  </a:lnTo>
                  <a:lnTo>
                    <a:pt x="35" y="386"/>
                  </a:lnTo>
                  <a:lnTo>
                    <a:pt x="27" y="370"/>
                  </a:lnTo>
                  <a:lnTo>
                    <a:pt x="21" y="355"/>
                  </a:lnTo>
                  <a:lnTo>
                    <a:pt x="15" y="339"/>
                  </a:lnTo>
                  <a:lnTo>
                    <a:pt x="11" y="325"/>
                  </a:lnTo>
                  <a:lnTo>
                    <a:pt x="5" y="299"/>
                  </a:lnTo>
                  <a:lnTo>
                    <a:pt x="5" y="299"/>
                  </a:lnTo>
                  <a:lnTo>
                    <a:pt x="3" y="285"/>
                  </a:lnTo>
                  <a:lnTo>
                    <a:pt x="0" y="269"/>
                  </a:lnTo>
                  <a:lnTo>
                    <a:pt x="0" y="253"/>
                  </a:lnTo>
                  <a:lnTo>
                    <a:pt x="0" y="235"/>
                  </a:lnTo>
                  <a:lnTo>
                    <a:pt x="0" y="218"/>
                  </a:lnTo>
                  <a:lnTo>
                    <a:pt x="3" y="202"/>
                  </a:lnTo>
                  <a:lnTo>
                    <a:pt x="5" y="186"/>
                  </a:lnTo>
                  <a:lnTo>
                    <a:pt x="8" y="172"/>
                  </a:lnTo>
                  <a:lnTo>
                    <a:pt x="8" y="172"/>
                  </a:lnTo>
                  <a:lnTo>
                    <a:pt x="13" y="154"/>
                  </a:lnTo>
                  <a:lnTo>
                    <a:pt x="18" y="139"/>
                  </a:lnTo>
                  <a:lnTo>
                    <a:pt x="24" y="124"/>
                  </a:lnTo>
                  <a:lnTo>
                    <a:pt x="31" y="110"/>
                  </a:lnTo>
                  <a:lnTo>
                    <a:pt x="39" y="98"/>
                  </a:lnTo>
                  <a:lnTo>
                    <a:pt x="48" y="85"/>
                  </a:lnTo>
                  <a:lnTo>
                    <a:pt x="57" y="74"/>
                  </a:lnTo>
                  <a:lnTo>
                    <a:pt x="68" y="64"/>
                  </a:lnTo>
                  <a:lnTo>
                    <a:pt x="68" y="64"/>
                  </a:lnTo>
                  <a:lnTo>
                    <a:pt x="85" y="49"/>
                  </a:lnTo>
                  <a:lnTo>
                    <a:pt x="105" y="36"/>
                  </a:lnTo>
                  <a:lnTo>
                    <a:pt x="124" y="25"/>
                  </a:lnTo>
                  <a:lnTo>
                    <a:pt x="146" y="16"/>
                  </a:lnTo>
                  <a:lnTo>
                    <a:pt x="169" y="9"/>
                  </a:lnTo>
                  <a:lnTo>
                    <a:pt x="193" y="4"/>
                  </a:lnTo>
                  <a:lnTo>
                    <a:pt x="216" y="1"/>
                  </a:lnTo>
                  <a:lnTo>
                    <a:pt x="241" y="0"/>
                  </a:lnTo>
                  <a:lnTo>
                    <a:pt x="241" y="0"/>
                  </a:lnTo>
                  <a:lnTo>
                    <a:pt x="260" y="1"/>
                  </a:lnTo>
                  <a:lnTo>
                    <a:pt x="279" y="2"/>
                  </a:lnTo>
                  <a:lnTo>
                    <a:pt x="298" y="5"/>
                  </a:lnTo>
                  <a:lnTo>
                    <a:pt x="316" y="9"/>
                  </a:lnTo>
                  <a:lnTo>
                    <a:pt x="334" y="14"/>
                  </a:lnTo>
                  <a:lnTo>
                    <a:pt x="352" y="20"/>
                  </a:lnTo>
                  <a:lnTo>
                    <a:pt x="368" y="27"/>
                  </a:lnTo>
                  <a:lnTo>
                    <a:pt x="385" y="35"/>
                  </a:lnTo>
                  <a:lnTo>
                    <a:pt x="401" y="44"/>
                  </a:lnTo>
                  <a:lnTo>
                    <a:pt x="416" y="54"/>
                  </a:lnTo>
                  <a:lnTo>
                    <a:pt x="430" y="65"/>
                  </a:lnTo>
                  <a:lnTo>
                    <a:pt x="445" y="76"/>
                  </a:lnTo>
                  <a:lnTo>
                    <a:pt x="457" y="88"/>
                  </a:lnTo>
                  <a:lnTo>
                    <a:pt x="469" y="102"/>
                  </a:lnTo>
                  <a:lnTo>
                    <a:pt x="480" y="115"/>
                  </a:lnTo>
                  <a:lnTo>
                    <a:pt x="490" y="130"/>
                  </a:lnTo>
                  <a:lnTo>
                    <a:pt x="490" y="130"/>
                  </a:lnTo>
                  <a:lnTo>
                    <a:pt x="492" y="135"/>
                  </a:lnTo>
                  <a:lnTo>
                    <a:pt x="492" y="139"/>
                  </a:lnTo>
                  <a:lnTo>
                    <a:pt x="492" y="143"/>
                  </a:lnTo>
                  <a:lnTo>
                    <a:pt x="491" y="146"/>
                  </a:lnTo>
                  <a:lnTo>
                    <a:pt x="491" y="146"/>
                  </a:lnTo>
                  <a:lnTo>
                    <a:pt x="487" y="150"/>
                  </a:lnTo>
                  <a:lnTo>
                    <a:pt x="483" y="153"/>
                  </a:lnTo>
                  <a:lnTo>
                    <a:pt x="478" y="155"/>
                  </a:lnTo>
                  <a:lnTo>
                    <a:pt x="473" y="157"/>
                  </a:lnTo>
                  <a:lnTo>
                    <a:pt x="473" y="157"/>
                  </a:lnTo>
                  <a:lnTo>
                    <a:pt x="473" y="157"/>
                  </a:lnTo>
                  <a:lnTo>
                    <a:pt x="469" y="155"/>
                  </a:lnTo>
                  <a:lnTo>
                    <a:pt x="465" y="154"/>
                  </a:lnTo>
                  <a:lnTo>
                    <a:pt x="462" y="151"/>
                  </a:lnTo>
                  <a:lnTo>
                    <a:pt x="458" y="147"/>
                  </a:lnTo>
                  <a:lnTo>
                    <a:pt x="458" y="147"/>
                  </a:lnTo>
                  <a:lnTo>
                    <a:pt x="450" y="135"/>
                  </a:lnTo>
                  <a:lnTo>
                    <a:pt x="439" y="123"/>
                  </a:lnTo>
                  <a:lnTo>
                    <a:pt x="429" y="112"/>
                  </a:lnTo>
                  <a:lnTo>
                    <a:pt x="419" y="102"/>
                  </a:lnTo>
                  <a:lnTo>
                    <a:pt x="407" y="94"/>
                  </a:lnTo>
                  <a:lnTo>
                    <a:pt x="395" y="85"/>
                  </a:lnTo>
                  <a:lnTo>
                    <a:pt x="383" y="77"/>
                  </a:lnTo>
                  <a:lnTo>
                    <a:pt x="369" y="71"/>
                  </a:lnTo>
                  <a:lnTo>
                    <a:pt x="356" y="65"/>
                  </a:lnTo>
                  <a:lnTo>
                    <a:pt x="342" y="59"/>
                  </a:lnTo>
                  <a:lnTo>
                    <a:pt x="316" y="50"/>
                  </a:lnTo>
                  <a:lnTo>
                    <a:pt x="289" y="42"/>
                  </a:lnTo>
                  <a:lnTo>
                    <a:pt x="263" y="36"/>
                  </a:lnTo>
                  <a:lnTo>
                    <a:pt x="263" y="36"/>
                  </a:lnTo>
                  <a:lnTo>
                    <a:pt x="247" y="34"/>
                  </a:lnTo>
                  <a:lnTo>
                    <a:pt x="232" y="33"/>
                  </a:lnTo>
                  <a:lnTo>
                    <a:pt x="232" y="33"/>
                  </a:lnTo>
                  <a:lnTo>
                    <a:pt x="219" y="34"/>
                  </a:lnTo>
                  <a:lnTo>
                    <a:pt x="207" y="35"/>
                  </a:lnTo>
                  <a:lnTo>
                    <a:pt x="195" y="37"/>
                  </a:lnTo>
                  <a:lnTo>
                    <a:pt x="182" y="40"/>
                  </a:lnTo>
                  <a:lnTo>
                    <a:pt x="169" y="44"/>
                  </a:lnTo>
                  <a:lnTo>
                    <a:pt x="156" y="48"/>
                  </a:lnTo>
                  <a:lnTo>
                    <a:pt x="144" y="53"/>
                  </a:lnTo>
                  <a:lnTo>
                    <a:pt x="133" y="59"/>
                  </a:lnTo>
                  <a:lnTo>
                    <a:pt x="120" y="66"/>
                  </a:lnTo>
                  <a:lnTo>
                    <a:pt x="109" y="74"/>
                  </a:lnTo>
                  <a:lnTo>
                    <a:pt x="99" y="82"/>
                  </a:lnTo>
                  <a:lnTo>
                    <a:pt x="89" y="90"/>
                  </a:lnTo>
                  <a:lnTo>
                    <a:pt x="80" y="100"/>
                  </a:lnTo>
                  <a:lnTo>
                    <a:pt x="72" y="110"/>
                  </a:lnTo>
                  <a:lnTo>
                    <a:pt x="66" y="121"/>
                  </a:lnTo>
                  <a:lnTo>
                    <a:pt x="59" y="133"/>
                  </a:lnTo>
                  <a:lnTo>
                    <a:pt x="59" y="133"/>
                  </a:lnTo>
                  <a:lnTo>
                    <a:pt x="53" y="147"/>
                  </a:lnTo>
                  <a:lnTo>
                    <a:pt x="48" y="163"/>
                  </a:lnTo>
                  <a:lnTo>
                    <a:pt x="44" y="178"/>
                  </a:lnTo>
                  <a:lnTo>
                    <a:pt x="41" y="195"/>
                  </a:lnTo>
                  <a:lnTo>
                    <a:pt x="39" y="210"/>
                  </a:lnTo>
                  <a:lnTo>
                    <a:pt x="38" y="227"/>
                  </a:lnTo>
                  <a:lnTo>
                    <a:pt x="37" y="242"/>
                  </a:lnTo>
                  <a:lnTo>
                    <a:pt x="38" y="259"/>
                  </a:lnTo>
                  <a:lnTo>
                    <a:pt x="39" y="274"/>
                  </a:lnTo>
                  <a:lnTo>
                    <a:pt x="42" y="290"/>
                  </a:lnTo>
                  <a:lnTo>
                    <a:pt x="45" y="304"/>
                  </a:lnTo>
                  <a:lnTo>
                    <a:pt x="49" y="320"/>
                  </a:lnTo>
                  <a:lnTo>
                    <a:pt x="54" y="334"/>
                  </a:lnTo>
                  <a:lnTo>
                    <a:pt x="60" y="348"/>
                  </a:lnTo>
                  <a:lnTo>
                    <a:pt x="68" y="361"/>
                  </a:lnTo>
                  <a:lnTo>
                    <a:pt x="76" y="373"/>
                  </a:lnTo>
                  <a:lnTo>
                    <a:pt x="76" y="373"/>
                  </a:lnTo>
                  <a:lnTo>
                    <a:pt x="87" y="389"/>
                  </a:lnTo>
                  <a:lnTo>
                    <a:pt x="101" y="402"/>
                  </a:lnTo>
                  <a:lnTo>
                    <a:pt x="101" y="402"/>
                  </a:lnTo>
                  <a:lnTo>
                    <a:pt x="112" y="416"/>
                  </a:lnTo>
                  <a:lnTo>
                    <a:pt x="121" y="428"/>
                  </a:lnTo>
                  <a:lnTo>
                    <a:pt x="122" y="429"/>
                  </a:lnTo>
                  <a:lnTo>
                    <a:pt x="123" y="430"/>
                  </a:lnTo>
                  <a:lnTo>
                    <a:pt x="123" y="430"/>
                  </a:lnTo>
                  <a:lnTo>
                    <a:pt x="125" y="431"/>
                  </a:lnTo>
                  <a:lnTo>
                    <a:pt x="128" y="434"/>
                  </a:lnTo>
                  <a:lnTo>
                    <a:pt x="130" y="440"/>
                  </a:lnTo>
                  <a:lnTo>
                    <a:pt x="131" y="446"/>
                  </a:lnTo>
                  <a:lnTo>
                    <a:pt x="130" y="451"/>
                  </a:lnTo>
                  <a:lnTo>
                    <a:pt x="130" y="451"/>
                  </a:lnTo>
                  <a:lnTo>
                    <a:pt x="129" y="455"/>
                  </a:lnTo>
                  <a:lnTo>
                    <a:pt x="125" y="458"/>
                  </a:lnTo>
                  <a:lnTo>
                    <a:pt x="123" y="460"/>
                  </a:lnTo>
                  <a:lnTo>
                    <a:pt x="121" y="462"/>
                  </a:lnTo>
                  <a:lnTo>
                    <a:pt x="117" y="463"/>
                  </a:lnTo>
                  <a:lnTo>
                    <a:pt x="114" y="463"/>
                  </a:lnTo>
                  <a:lnTo>
                    <a:pt x="110" y="46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矩形 8"/>
          <p:cNvSpPr/>
          <p:nvPr>
            <p:custDataLst>
              <p:tags r:id="rId1"/>
            </p:custDataLst>
          </p:nvPr>
        </p:nvSpPr>
        <p:spPr>
          <a:xfrm>
            <a:off x="207010" y="708025"/>
            <a:ext cx="5585460" cy="1530350"/>
          </a:xfrm>
          <a:prstGeom prst="rect">
            <a:avLst/>
          </a:prstGeom>
          <a:solidFill>
            <a:srgbClr val="1E7AB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350">
              <a:latin typeface="Noto Serif CJK SC" panose="02020400000000000000" pitchFamily="18" charset="-122"/>
              <a:ea typeface="FZHei-B01S" panose="02010601030101010101" pitchFamily="2" charset="-122"/>
              <a:sym typeface="Noto Serif CJK SC" panose="02020400000000000000" pitchFamily="18" charset="-122"/>
            </a:endParaRPr>
          </a:p>
        </p:txBody>
      </p:sp>
      <p:sp>
        <p:nvSpPr>
          <p:cNvPr id="10" name="矩形 9"/>
          <p:cNvSpPr/>
          <p:nvPr>
            <p:custDataLst>
              <p:tags r:id="rId2"/>
            </p:custDataLst>
          </p:nvPr>
        </p:nvSpPr>
        <p:spPr>
          <a:xfrm>
            <a:off x="207010" y="1406525"/>
            <a:ext cx="8709660" cy="442976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350">
              <a:latin typeface="Noto Serif CJK SC" panose="02020400000000000000" pitchFamily="18" charset="-122"/>
              <a:ea typeface="FZHei-B01S" panose="02010601030101010101" pitchFamily="2" charset="-122"/>
              <a:sym typeface="Noto Serif CJK SC" panose="02020400000000000000" pitchFamily="18" charset="-122"/>
            </a:endParaRPr>
          </a:p>
        </p:txBody>
      </p:sp>
      <p:sp>
        <p:nvSpPr>
          <p:cNvPr id="11" name="Title 1"/>
          <p:cNvSpPr>
            <a:spLocks noGrp="1"/>
          </p:cNvSpPr>
          <p:nvPr>
            <p:custDataLst>
              <p:tags r:id="rId3"/>
            </p:custDataLst>
          </p:nvPr>
        </p:nvSpPr>
        <p:spPr>
          <a:xfrm>
            <a:off x="368935" y="751840"/>
            <a:ext cx="5574665" cy="72136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5335" kern="120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+mj-ea"/>
                <a:cs typeface="Times New Roman" panose="02020603050405020304" pitchFamily="18" charset="0"/>
              </a:defRPr>
            </a:lvl1pPr>
          </a:lstStyle>
          <a:p>
            <a:r>
              <a:rPr lang="en-US" altLang="zh-CN" sz="3600" dirty="0">
                <a:solidFill>
                  <a:schemeClr val="bg1"/>
                </a:solidFill>
              </a:rPr>
              <a:t>List: Array Implementation</a:t>
            </a:r>
          </a:p>
        </p:txBody>
      </p:sp>
      <p:pic>
        <p:nvPicPr>
          <p:cNvPr id="12" name="图片 11" descr="华工标志（透明版"/>
          <p:cNvPicPr>
            <a:picLocks noChangeAspect="1"/>
          </p:cNvPicPr>
          <p:nvPr>
            <p:custDataLst>
              <p:tags r:id="rId4"/>
            </p:custDataLst>
          </p:nvPr>
        </p:nvPicPr>
        <p:blipFill>
          <a:blip r:embed="rId52" cstate="print"/>
          <a:stretch>
            <a:fillRect/>
          </a:stretch>
        </p:blipFill>
        <p:spPr>
          <a:xfrm>
            <a:off x="7740015" y="116205"/>
            <a:ext cx="1230630" cy="1230630"/>
          </a:xfrm>
          <a:prstGeom prst="rect">
            <a:avLst/>
          </a:prstGeom>
        </p:spPr>
      </p:pic>
      <p:sp>
        <p:nvSpPr>
          <p:cNvPr id="21507" name="Content Placeholder 2"/>
          <p:cNvSpPr>
            <a:spLocks noGrp="1"/>
          </p:cNvSpPr>
          <p:nvPr>
            <p:ph idx="1"/>
          </p:nvPr>
        </p:nvSpPr>
        <p:spPr>
          <a:xfrm>
            <a:off x="500380" y="1508760"/>
            <a:ext cx="8107045" cy="679450"/>
          </a:xfrm>
        </p:spPr>
        <p:txBody>
          <a:bodyPr>
            <a:noAutofit/>
          </a:bodyPr>
          <a:lstStyle/>
          <a:p>
            <a:pPr fontAlgn="auto">
              <a:lnSpc>
                <a:spcPct val="100000"/>
              </a:lnSpc>
              <a:spcBef>
                <a:spcPts val="0"/>
              </a:spcBef>
            </a:pPr>
            <a:r>
              <a:rPr lang="en-US" altLang="zh-CN" sz="2400" dirty="0">
                <a:solidFill>
                  <a:srgbClr val="FF0000"/>
                </a:solidFill>
              </a:rPr>
              <a:t>remove</a:t>
            </a:r>
            <a:r>
              <a:rPr lang="en-US" altLang="zh-CN" sz="2400" dirty="0"/>
              <a:t> the element at position </a:t>
            </a:r>
            <a:r>
              <a:rPr lang="en-US" altLang="zh-CN" sz="2400" dirty="0" err="1"/>
              <a:t>curr</a:t>
            </a:r>
            <a:endParaRPr lang="en-US" altLang="zh-CN" sz="2400" dirty="0"/>
          </a:p>
          <a:p>
            <a:pPr lvl="1" fontAlgn="auto">
              <a:lnSpc>
                <a:spcPct val="100000"/>
              </a:lnSpc>
              <a:spcBef>
                <a:spcPts val="0"/>
              </a:spcBef>
            </a:pPr>
            <a:r>
              <a:rPr lang="en-US" altLang="zh-CN" sz="1800" dirty="0"/>
              <a:t>Shift left n-i-1 elements toward the head </a:t>
            </a:r>
          </a:p>
        </p:txBody>
      </p:sp>
      <p:sp>
        <p:nvSpPr>
          <p:cNvPr id="21508" name="Slide Number Placeholder 3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557530" indent="-21463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857250" indent="-1714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200150" indent="-1714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1543050" indent="-1714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1885950" indent="-1714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228850" indent="-1714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2571750" indent="-1714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2914650" indent="-1714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fld id="{9EF163A8-F4A2-4371-8360-1A5B1D61D940}" type="slidenum">
              <a:rPr lang="en-US" altLang="zh-CN" sz="770" smtClean="0"/>
              <a:pPr/>
              <a:t>10</a:t>
            </a:fld>
            <a:endParaRPr lang="en-US" altLang="zh-CN" sz="770"/>
          </a:p>
        </p:txBody>
      </p:sp>
      <p:sp>
        <p:nvSpPr>
          <p:cNvPr id="2" name="矩形 1"/>
          <p:cNvSpPr/>
          <p:nvPr/>
        </p:nvSpPr>
        <p:spPr>
          <a:xfrm>
            <a:off x="641985" y="2334260"/>
            <a:ext cx="8016240" cy="2792095"/>
          </a:xfrm>
          <a:prstGeom prst="rect">
            <a:avLst/>
          </a:prstGeom>
        </p:spPr>
        <p:txBody>
          <a:bodyPr vert="horz" lIns="68580" tIns="34290" rIns="68580" bIns="34290" rtlCol="0">
            <a:noAutofit/>
          </a:bodyPr>
          <a:lstStyle/>
          <a:p>
            <a:pPr defTabSz="514350">
              <a:lnSpc>
                <a:spcPct val="90000"/>
              </a:lnSpc>
              <a:spcBef>
                <a:spcPts val="565"/>
              </a:spcBef>
              <a:buFont typeface="Wingdings 2" panose="05020102010507070707" pitchFamily="18" charset="2"/>
              <a:buNone/>
            </a:pPr>
            <a:r>
              <a:rPr lang="en-US" altLang="zh-CN" sz="20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// Remove and return the current element</a:t>
            </a:r>
          </a:p>
          <a:p>
            <a:pPr defTabSz="514350">
              <a:lnSpc>
                <a:spcPct val="90000"/>
              </a:lnSpc>
              <a:spcBef>
                <a:spcPts val="565"/>
              </a:spcBef>
              <a:buFont typeface="Wingdings 2" panose="05020102010507070707" pitchFamily="18" charset="2"/>
              <a:buNone/>
            </a:pPr>
            <a:r>
              <a:rPr lang="en-US" altLang="zh-CN" sz="2000" dirty="0">
                <a:solidFill>
                  <a:srgbClr val="990099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E remove() {</a:t>
            </a:r>
          </a:p>
          <a:p>
            <a:pPr defTabSz="514350">
              <a:lnSpc>
                <a:spcPct val="90000"/>
              </a:lnSpc>
              <a:spcBef>
                <a:spcPts val="565"/>
              </a:spcBef>
              <a:buFont typeface="Wingdings 2" panose="05020102010507070707" pitchFamily="18" charset="2"/>
              <a:buNone/>
            </a:pPr>
            <a:r>
              <a:rPr lang="en-US" altLang="zh-CN" sz="2000" dirty="0">
                <a:solidFill>
                  <a:srgbClr val="990099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  Assert((</a:t>
            </a:r>
            <a:r>
              <a:rPr lang="en-US" altLang="zh-CN" sz="2000" dirty="0" err="1">
                <a:solidFill>
                  <a:srgbClr val="990099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curr</a:t>
            </a:r>
            <a:r>
              <a:rPr lang="en-US" altLang="zh-CN" sz="2000" dirty="0">
                <a:solidFill>
                  <a:srgbClr val="990099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&gt;=0)&amp;&amp;(</a:t>
            </a:r>
            <a:r>
              <a:rPr lang="en-US" altLang="zh-CN" sz="2000" dirty="0" err="1">
                <a:solidFill>
                  <a:srgbClr val="990099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curr</a:t>
            </a:r>
            <a:r>
              <a:rPr lang="en-US" altLang="zh-CN" sz="2000" dirty="0">
                <a:solidFill>
                  <a:srgbClr val="990099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&lt;</a:t>
            </a:r>
            <a:r>
              <a:rPr lang="en-US" altLang="zh-CN" sz="2000" dirty="0" err="1">
                <a:solidFill>
                  <a:srgbClr val="990099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listSize</a:t>
            </a:r>
            <a:r>
              <a:rPr lang="en-US" altLang="zh-CN" sz="2000" dirty="0">
                <a:solidFill>
                  <a:srgbClr val="990099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), “no element);</a:t>
            </a:r>
          </a:p>
          <a:p>
            <a:pPr defTabSz="514350">
              <a:lnSpc>
                <a:spcPct val="90000"/>
              </a:lnSpc>
              <a:spcBef>
                <a:spcPts val="565"/>
              </a:spcBef>
              <a:buFont typeface="Wingdings 2" panose="05020102010507070707" pitchFamily="18" charset="2"/>
              <a:buNone/>
            </a:pPr>
            <a:r>
              <a:rPr lang="en-US" altLang="zh-CN" sz="2000" dirty="0">
                <a:solidFill>
                  <a:srgbClr val="990099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  E it = </a:t>
            </a:r>
            <a:r>
              <a:rPr lang="en-US" altLang="zh-CN" sz="2000" dirty="0" err="1">
                <a:solidFill>
                  <a:srgbClr val="990099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listArray</a:t>
            </a:r>
            <a:r>
              <a:rPr lang="en-US" altLang="zh-CN" sz="2000" dirty="0">
                <a:solidFill>
                  <a:srgbClr val="990099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[</a:t>
            </a:r>
            <a:r>
              <a:rPr lang="en-US" altLang="zh-CN" sz="2000" dirty="0" err="1">
                <a:solidFill>
                  <a:srgbClr val="990099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curr</a:t>
            </a:r>
            <a:r>
              <a:rPr lang="en-US" altLang="zh-CN" sz="2000" dirty="0">
                <a:solidFill>
                  <a:srgbClr val="990099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]; </a:t>
            </a:r>
            <a:r>
              <a:rPr lang="en-US" altLang="zh-CN" sz="2000" dirty="0">
                <a:solidFill>
                  <a:srgbClr val="008000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// Copy the element</a:t>
            </a:r>
          </a:p>
          <a:p>
            <a:pPr defTabSz="514350">
              <a:lnSpc>
                <a:spcPct val="90000"/>
              </a:lnSpc>
              <a:spcBef>
                <a:spcPts val="565"/>
              </a:spcBef>
              <a:buFont typeface="Wingdings 2" panose="05020102010507070707" pitchFamily="18" charset="2"/>
              <a:buNone/>
            </a:pPr>
            <a:r>
              <a:rPr lang="en-US" altLang="zh-CN" sz="2000" dirty="0">
                <a:solidFill>
                  <a:srgbClr val="990099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  for(</a:t>
            </a:r>
            <a:r>
              <a:rPr lang="en-US" altLang="zh-CN" sz="2000" dirty="0" err="1">
                <a:solidFill>
                  <a:srgbClr val="990099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int</a:t>
            </a:r>
            <a:r>
              <a:rPr lang="en-US" altLang="zh-CN" sz="2000" dirty="0">
                <a:solidFill>
                  <a:srgbClr val="990099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 </a:t>
            </a:r>
            <a:r>
              <a:rPr lang="en-US" altLang="zh-CN" sz="2000" dirty="0" err="1">
                <a:solidFill>
                  <a:srgbClr val="990099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i</a:t>
            </a:r>
            <a:r>
              <a:rPr lang="en-US" altLang="zh-CN" sz="2000" dirty="0">
                <a:solidFill>
                  <a:srgbClr val="990099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=</a:t>
            </a:r>
            <a:r>
              <a:rPr lang="en-US" altLang="zh-CN" sz="2000" dirty="0" err="1">
                <a:solidFill>
                  <a:srgbClr val="990099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curr</a:t>
            </a:r>
            <a:r>
              <a:rPr lang="en-US" altLang="zh-CN" sz="2000" dirty="0">
                <a:solidFill>
                  <a:srgbClr val="990099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; </a:t>
            </a:r>
            <a:r>
              <a:rPr lang="en-US" altLang="zh-CN" sz="2000" dirty="0" err="1">
                <a:solidFill>
                  <a:srgbClr val="990099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i</a:t>
            </a:r>
            <a:r>
              <a:rPr lang="en-US" altLang="zh-CN" sz="2000" dirty="0">
                <a:solidFill>
                  <a:srgbClr val="990099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&lt;listSize-1; </a:t>
            </a:r>
            <a:r>
              <a:rPr lang="en-US" altLang="zh-CN" sz="2000" dirty="0" err="1">
                <a:solidFill>
                  <a:srgbClr val="990099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i</a:t>
            </a:r>
            <a:r>
              <a:rPr lang="en-US" altLang="zh-CN" sz="2000" dirty="0">
                <a:solidFill>
                  <a:srgbClr val="990099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++)</a:t>
            </a:r>
          </a:p>
          <a:p>
            <a:pPr defTabSz="514350">
              <a:lnSpc>
                <a:spcPct val="90000"/>
              </a:lnSpc>
              <a:spcBef>
                <a:spcPts val="565"/>
              </a:spcBef>
              <a:buFont typeface="Wingdings 2" panose="05020102010507070707" pitchFamily="18" charset="2"/>
              <a:buNone/>
            </a:pPr>
            <a:r>
              <a:rPr lang="en-US" altLang="zh-CN" sz="2000" dirty="0">
                <a:solidFill>
                  <a:srgbClr val="990099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    </a:t>
            </a:r>
            <a:r>
              <a:rPr lang="en-US" altLang="zh-CN" sz="2000" dirty="0">
                <a:solidFill>
                  <a:srgbClr val="008000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// Shift them down</a:t>
            </a:r>
          </a:p>
          <a:p>
            <a:pPr defTabSz="514350">
              <a:lnSpc>
                <a:spcPct val="90000"/>
              </a:lnSpc>
              <a:spcBef>
                <a:spcPts val="565"/>
              </a:spcBef>
              <a:buFont typeface="Wingdings 2" panose="05020102010507070707" pitchFamily="18" charset="2"/>
              <a:buNone/>
            </a:pPr>
            <a:r>
              <a:rPr lang="en-US" altLang="zh-CN" sz="2000" dirty="0">
                <a:solidFill>
                  <a:srgbClr val="990099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       </a:t>
            </a:r>
            <a:r>
              <a:rPr lang="en-US" altLang="zh-CN" sz="2000" dirty="0" err="1">
                <a:solidFill>
                  <a:srgbClr val="990099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listArray</a:t>
            </a:r>
            <a:r>
              <a:rPr lang="en-US" altLang="zh-CN" sz="2000" dirty="0">
                <a:solidFill>
                  <a:srgbClr val="990099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[</a:t>
            </a:r>
            <a:r>
              <a:rPr lang="en-US" altLang="zh-CN" sz="2000" dirty="0" err="1">
                <a:solidFill>
                  <a:srgbClr val="990099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i</a:t>
            </a:r>
            <a:r>
              <a:rPr lang="en-US" altLang="zh-CN" sz="2000" dirty="0">
                <a:solidFill>
                  <a:srgbClr val="990099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] = </a:t>
            </a:r>
            <a:r>
              <a:rPr lang="en-US" altLang="zh-CN" sz="2000" dirty="0" err="1">
                <a:solidFill>
                  <a:srgbClr val="990099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listArray</a:t>
            </a:r>
            <a:r>
              <a:rPr lang="en-US" altLang="zh-CN" sz="2000" dirty="0">
                <a:solidFill>
                  <a:srgbClr val="990099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[i+1];</a:t>
            </a:r>
          </a:p>
          <a:p>
            <a:pPr defTabSz="514350">
              <a:lnSpc>
                <a:spcPct val="90000"/>
              </a:lnSpc>
              <a:spcBef>
                <a:spcPts val="565"/>
              </a:spcBef>
              <a:buFont typeface="Wingdings 2" panose="05020102010507070707" pitchFamily="18" charset="2"/>
              <a:buNone/>
            </a:pPr>
            <a:r>
              <a:rPr lang="en-US" altLang="zh-CN" sz="2000" dirty="0">
                <a:solidFill>
                  <a:srgbClr val="990099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   </a:t>
            </a:r>
            <a:r>
              <a:rPr lang="en-US" altLang="zh-CN" sz="2000" dirty="0" err="1">
                <a:solidFill>
                  <a:srgbClr val="990099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listSize</a:t>
            </a:r>
            <a:r>
              <a:rPr lang="en-US" altLang="zh-CN" sz="2000" dirty="0">
                <a:solidFill>
                  <a:srgbClr val="990099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--;    </a:t>
            </a:r>
            <a:r>
              <a:rPr lang="en-US" altLang="zh-CN" sz="2000" dirty="0">
                <a:solidFill>
                  <a:srgbClr val="008000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// Decrement size</a:t>
            </a:r>
          </a:p>
          <a:p>
            <a:pPr defTabSz="514350">
              <a:lnSpc>
                <a:spcPct val="90000"/>
              </a:lnSpc>
              <a:spcBef>
                <a:spcPts val="565"/>
              </a:spcBef>
              <a:buFont typeface="Wingdings 2" panose="05020102010507070707" pitchFamily="18" charset="2"/>
              <a:buNone/>
            </a:pPr>
            <a:r>
              <a:rPr lang="en-US" altLang="zh-CN" sz="2000">
                <a:solidFill>
                  <a:srgbClr val="990099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   return </a:t>
            </a:r>
            <a:r>
              <a:rPr lang="en-US" altLang="zh-CN" sz="2000" dirty="0">
                <a:solidFill>
                  <a:srgbClr val="990099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it;</a:t>
            </a:r>
          </a:p>
          <a:p>
            <a:pPr defTabSz="514350">
              <a:lnSpc>
                <a:spcPct val="90000"/>
              </a:lnSpc>
              <a:spcBef>
                <a:spcPts val="565"/>
              </a:spcBef>
              <a:buFont typeface="Wingdings 2" panose="05020102010507070707" pitchFamily="18" charset="2"/>
              <a:buNone/>
            </a:pPr>
            <a:r>
              <a:rPr lang="en-US" altLang="zh-CN" sz="2000" dirty="0">
                <a:solidFill>
                  <a:srgbClr val="990099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 }</a:t>
            </a:r>
          </a:p>
        </p:txBody>
      </p:sp>
      <p:sp>
        <p:nvSpPr>
          <p:cNvPr id="3" name="矩形 2"/>
          <p:cNvSpPr/>
          <p:nvPr/>
        </p:nvSpPr>
        <p:spPr>
          <a:xfrm>
            <a:off x="596265" y="5840095"/>
            <a:ext cx="8727440" cy="4603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spcBef>
                <a:spcPct val="30000"/>
              </a:spcBef>
            </a:pPr>
            <a:r>
              <a:rPr lang="en-US" altLang="zh-CN" sz="2400" dirty="0">
                <a:solidFill>
                  <a:srgbClr val="FF0000"/>
                </a:solidFill>
              </a:rPr>
              <a:t>Time cost – Θ(1) for best case; Θ(n) for worst- and average cases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fld id="{59BF91AF-08F5-47F8-A07A-462EC6AA0C07}" type="datetime1">
              <a:rPr lang="zh-CN" altLang="en-US" sz="770" smtClean="0"/>
              <a:pPr>
                <a:defRPr/>
              </a:pPr>
              <a:t>2025/12/16</a:t>
            </a:fld>
            <a:endParaRPr lang="zh-CN" altLang="en-US" sz="770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altLang="zh-CN" sz="770"/>
              <a:t>Stacks and Queues - Lecture 6</a:t>
            </a:r>
          </a:p>
        </p:txBody>
      </p:sp>
      <p:grpSp>
        <p:nvGrpSpPr>
          <p:cNvPr id="955" name="组合 954"/>
          <p:cNvGrpSpPr/>
          <p:nvPr/>
        </p:nvGrpSpPr>
        <p:grpSpPr>
          <a:xfrm rot="5640000">
            <a:off x="7944785" y="4962247"/>
            <a:ext cx="608013" cy="641350"/>
            <a:chOff x="4197350" y="2182813"/>
            <a:chExt cx="608013" cy="641350"/>
          </a:xfrm>
          <a:solidFill>
            <a:schemeClr val="accent5">
              <a:lumMod val="75000"/>
              <a:alpha val="50000"/>
            </a:schemeClr>
          </a:solidFill>
        </p:grpSpPr>
        <p:sp>
          <p:nvSpPr>
            <p:cNvPr id="16550" name="Freeform 166"/>
            <p:cNvSpPr/>
            <p:nvPr>
              <p:custDataLst>
                <p:tags r:id="rId5"/>
              </p:custDataLst>
            </p:nvPr>
          </p:nvSpPr>
          <p:spPr bwMode="auto">
            <a:xfrm>
              <a:off x="4229100" y="2211388"/>
              <a:ext cx="39688" cy="157163"/>
            </a:xfrm>
            <a:custGeom>
              <a:avLst/>
              <a:gdLst/>
              <a:ahLst/>
              <a:cxnLst>
                <a:cxn ang="0">
                  <a:pos x="63" y="2"/>
                </a:cxn>
                <a:cxn ang="0">
                  <a:pos x="63" y="2"/>
                </a:cxn>
                <a:cxn ang="0">
                  <a:pos x="58" y="14"/>
                </a:cxn>
                <a:cxn ang="0">
                  <a:pos x="54" y="25"/>
                </a:cxn>
                <a:cxn ang="0">
                  <a:pos x="47" y="49"/>
                </a:cxn>
                <a:cxn ang="0">
                  <a:pos x="34" y="96"/>
                </a:cxn>
                <a:cxn ang="0">
                  <a:pos x="34" y="96"/>
                </a:cxn>
                <a:cxn ang="0">
                  <a:pos x="27" y="122"/>
                </a:cxn>
                <a:cxn ang="0">
                  <a:pos x="21" y="149"/>
                </a:cxn>
                <a:cxn ang="0">
                  <a:pos x="10" y="203"/>
                </a:cxn>
                <a:cxn ang="0">
                  <a:pos x="10" y="203"/>
                </a:cxn>
                <a:cxn ang="0">
                  <a:pos x="6" y="222"/>
                </a:cxn>
                <a:cxn ang="0">
                  <a:pos x="3" y="243"/>
                </a:cxn>
                <a:cxn ang="0">
                  <a:pos x="1" y="263"/>
                </a:cxn>
                <a:cxn ang="0">
                  <a:pos x="0" y="283"/>
                </a:cxn>
                <a:cxn ang="0">
                  <a:pos x="0" y="283"/>
                </a:cxn>
                <a:cxn ang="0">
                  <a:pos x="1" y="290"/>
                </a:cxn>
                <a:cxn ang="0">
                  <a:pos x="2" y="292"/>
                </a:cxn>
                <a:cxn ang="0">
                  <a:pos x="3" y="294"/>
                </a:cxn>
                <a:cxn ang="0">
                  <a:pos x="6" y="296"/>
                </a:cxn>
                <a:cxn ang="0">
                  <a:pos x="8" y="296"/>
                </a:cxn>
                <a:cxn ang="0">
                  <a:pos x="11" y="296"/>
                </a:cxn>
                <a:cxn ang="0">
                  <a:pos x="14" y="294"/>
                </a:cxn>
                <a:cxn ang="0">
                  <a:pos x="14" y="294"/>
                </a:cxn>
                <a:cxn ang="0">
                  <a:pos x="15" y="293"/>
                </a:cxn>
                <a:cxn ang="0">
                  <a:pos x="16" y="291"/>
                </a:cxn>
                <a:cxn ang="0">
                  <a:pos x="15" y="287"/>
                </a:cxn>
                <a:cxn ang="0">
                  <a:pos x="14" y="285"/>
                </a:cxn>
                <a:cxn ang="0">
                  <a:pos x="12" y="285"/>
                </a:cxn>
                <a:cxn ang="0">
                  <a:pos x="11" y="284"/>
                </a:cxn>
                <a:cxn ang="0">
                  <a:pos x="9" y="285"/>
                </a:cxn>
                <a:cxn ang="0">
                  <a:pos x="9" y="285"/>
                </a:cxn>
                <a:cxn ang="0">
                  <a:pos x="11" y="282"/>
                </a:cxn>
                <a:cxn ang="0">
                  <a:pos x="12" y="276"/>
                </a:cxn>
                <a:cxn ang="0">
                  <a:pos x="14" y="259"/>
                </a:cxn>
                <a:cxn ang="0">
                  <a:pos x="14" y="232"/>
                </a:cxn>
                <a:cxn ang="0">
                  <a:pos x="14" y="232"/>
                </a:cxn>
                <a:cxn ang="0">
                  <a:pos x="17" y="212"/>
                </a:cxn>
                <a:cxn ang="0">
                  <a:pos x="21" y="193"/>
                </a:cxn>
                <a:cxn ang="0">
                  <a:pos x="29" y="155"/>
                </a:cxn>
                <a:cxn ang="0">
                  <a:pos x="29" y="155"/>
                </a:cxn>
                <a:cxn ang="0">
                  <a:pos x="38" y="119"/>
                </a:cxn>
                <a:cxn ang="0">
                  <a:pos x="48" y="83"/>
                </a:cxn>
                <a:cxn ang="0">
                  <a:pos x="48" y="83"/>
                </a:cxn>
                <a:cxn ang="0">
                  <a:pos x="58" y="45"/>
                </a:cxn>
                <a:cxn ang="0">
                  <a:pos x="64" y="25"/>
                </a:cxn>
                <a:cxn ang="0">
                  <a:pos x="68" y="16"/>
                </a:cxn>
                <a:cxn ang="0">
                  <a:pos x="72" y="8"/>
                </a:cxn>
                <a:cxn ang="0">
                  <a:pos x="72" y="8"/>
                </a:cxn>
                <a:cxn ang="0">
                  <a:pos x="73" y="5"/>
                </a:cxn>
                <a:cxn ang="0">
                  <a:pos x="73" y="3"/>
                </a:cxn>
                <a:cxn ang="0">
                  <a:pos x="72" y="2"/>
                </a:cxn>
                <a:cxn ang="0">
                  <a:pos x="71" y="1"/>
                </a:cxn>
                <a:cxn ang="0">
                  <a:pos x="69" y="0"/>
                </a:cxn>
                <a:cxn ang="0">
                  <a:pos x="67" y="0"/>
                </a:cxn>
                <a:cxn ang="0">
                  <a:pos x="65" y="1"/>
                </a:cxn>
                <a:cxn ang="0">
                  <a:pos x="63" y="2"/>
                </a:cxn>
                <a:cxn ang="0">
                  <a:pos x="63" y="2"/>
                </a:cxn>
              </a:cxnLst>
              <a:rect l="0" t="0" r="r" b="b"/>
              <a:pathLst>
                <a:path w="73" h="296">
                  <a:moveTo>
                    <a:pt x="63" y="2"/>
                  </a:moveTo>
                  <a:lnTo>
                    <a:pt x="63" y="2"/>
                  </a:lnTo>
                  <a:lnTo>
                    <a:pt x="58" y="14"/>
                  </a:lnTo>
                  <a:lnTo>
                    <a:pt x="54" y="25"/>
                  </a:lnTo>
                  <a:lnTo>
                    <a:pt x="47" y="49"/>
                  </a:lnTo>
                  <a:lnTo>
                    <a:pt x="34" y="96"/>
                  </a:lnTo>
                  <a:lnTo>
                    <a:pt x="34" y="96"/>
                  </a:lnTo>
                  <a:lnTo>
                    <a:pt x="27" y="122"/>
                  </a:lnTo>
                  <a:lnTo>
                    <a:pt x="21" y="149"/>
                  </a:lnTo>
                  <a:lnTo>
                    <a:pt x="10" y="203"/>
                  </a:lnTo>
                  <a:lnTo>
                    <a:pt x="10" y="203"/>
                  </a:lnTo>
                  <a:lnTo>
                    <a:pt x="6" y="222"/>
                  </a:lnTo>
                  <a:lnTo>
                    <a:pt x="3" y="243"/>
                  </a:lnTo>
                  <a:lnTo>
                    <a:pt x="1" y="263"/>
                  </a:lnTo>
                  <a:lnTo>
                    <a:pt x="0" y="283"/>
                  </a:lnTo>
                  <a:lnTo>
                    <a:pt x="0" y="283"/>
                  </a:lnTo>
                  <a:lnTo>
                    <a:pt x="1" y="290"/>
                  </a:lnTo>
                  <a:lnTo>
                    <a:pt x="2" y="292"/>
                  </a:lnTo>
                  <a:lnTo>
                    <a:pt x="3" y="294"/>
                  </a:lnTo>
                  <a:lnTo>
                    <a:pt x="6" y="296"/>
                  </a:lnTo>
                  <a:lnTo>
                    <a:pt x="8" y="296"/>
                  </a:lnTo>
                  <a:lnTo>
                    <a:pt x="11" y="296"/>
                  </a:lnTo>
                  <a:lnTo>
                    <a:pt x="14" y="294"/>
                  </a:lnTo>
                  <a:lnTo>
                    <a:pt x="14" y="294"/>
                  </a:lnTo>
                  <a:lnTo>
                    <a:pt x="15" y="293"/>
                  </a:lnTo>
                  <a:lnTo>
                    <a:pt x="16" y="291"/>
                  </a:lnTo>
                  <a:lnTo>
                    <a:pt x="15" y="287"/>
                  </a:lnTo>
                  <a:lnTo>
                    <a:pt x="14" y="285"/>
                  </a:lnTo>
                  <a:lnTo>
                    <a:pt x="12" y="285"/>
                  </a:lnTo>
                  <a:lnTo>
                    <a:pt x="11" y="284"/>
                  </a:lnTo>
                  <a:lnTo>
                    <a:pt x="9" y="285"/>
                  </a:lnTo>
                  <a:lnTo>
                    <a:pt x="9" y="285"/>
                  </a:lnTo>
                  <a:lnTo>
                    <a:pt x="11" y="282"/>
                  </a:lnTo>
                  <a:lnTo>
                    <a:pt x="12" y="276"/>
                  </a:lnTo>
                  <a:lnTo>
                    <a:pt x="14" y="259"/>
                  </a:lnTo>
                  <a:lnTo>
                    <a:pt x="14" y="232"/>
                  </a:lnTo>
                  <a:lnTo>
                    <a:pt x="14" y="232"/>
                  </a:lnTo>
                  <a:lnTo>
                    <a:pt x="17" y="212"/>
                  </a:lnTo>
                  <a:lnTo>
                    <a:pt x="21" y="193"/>
                  </a:lnTo>
                  <a:lnTo>
                    <a:pt x="29" y="155"/>
                  </a:lnTo>
                  <a:lnTo>
                    <a:pt x="29" y="155"/>
                  </a:lnTo>
                  <a:lnTo>
                    <a:pt x="38" y="119"/>
                  </a:lnTo>
                  <a:lnTo>
                    <a:pt x="48" y="83"/>
                  </a:lnTo>
                  <a:lnTo>
                    <a:pt x="48" y="83"/>
                  </a:lnTo>
                  <a:lnTo>
                    <a:pt x="58" y="45"/>
                  </a:lnTo>
                  <a:lnTo>
                    <a:pt x="64" y="25"/>
                  </a:lnTo>
                  <a:lnTo>
                    <a:pt x="68" y="16"/>
                  </a:lnTo>
                  <a:lnTo>
                    <a:pt x="72" y="8"/>
                  </a:lnTo>
                  <a:lnTo>
                    <a:pt x="72" y="8"/>
                  </a:lnTo>
                  <a:lnTo>
                    <a:pt x="73" y="5"/>
                  </a:lnTo>
                  <a:lnTo>
                    <a:pt x="73" y="3"/>
                  </a:lnTo>
                  <a:lnTo>
                    <a:pt x="72" y="2"/>
                  </a:lnTo>
                  <a:lnTo>
                    <a:pt x="71" y="1"/>
                  </a:lnTo>
                  <a:lnTo>
                    <a:pt x="69" y="0"/>
                  </a:lnTo>
                  <a:lnTo>
                    <a:pt x="67" y="0"/>
                  </a:lnTo>
                  <a:lnTo>
                    <a:pt x="65" y="1"/>
                  </a:lnTo>
                  <a:lnTo>
                    <a:pt x="63" y="2"/>
                  </a:lnTo>
                  <a:lnTo>
                    <a:pt x="63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51" name="Freeform 167"/>
            <p:cNvSpPr/>
            <p:nvPr>
              <p:custDataLst>
                <p:tags r:id="rId6"/>
              </p:custDataLst>
            </p:nvPr>
          </p:nvSpPr>
          <p:spPr bwMode="auto">
            <a:xfrm>
              <a:off x="4251325" y="2206625"/>
              <a:ext cx="39688" cy="177800"/>
            </a:xfrm>
            <a:custGeom>
              <a:avLst/>
              <a:gdLst/>
              <a:ahLst/>
              <a:cxnLst>
                <a:cxn ang="0">
                  <a:pos x="66" y="3"/>
                </a:cxn>
                <a:cxn ang="0">
                  <a:pos x="66" y="3"/>
                </a:cxn>
                <a:cxn ang="0">
                  <a:pos x="51" y="40"/>
                </a:cxn>
                <a:cxn ang="0">
                  <a:pos x="44" y="59"/>
                </a:cxn>
                <a:cxn ang="0">
                  <a:pos x="38" y="78"/>
                </a:cxn>
                <a:cxn ang="0">
                  <a:pos x="38" y="78"/>
                </a:cxn>
                <a:cxn ang="0">
                  <a:pos x="33" y="101"/>
                </a:cxn>
                <a:cxn ang="0">
                  <a:pos x="29" y="124"/>
                </a:cxn>
                <a:cxn ang="0">
                  <a:pos x="20" y="170"/>
                </a:cxn>
                <a:cxn ang="0">
                  <a:pos x="20" y="170"/>
                </a:cxn>
                <a:cxn ang="0">
                  <a:pos x="5" y="249"/>
                </a:cxn>
                <a:cxn ang="0">
                  <a:pos x="5" y="249"/>
                </a:cxn>
                <a:cxn ang="0">
                  <a:pos x="2" y="270"/>
                </a:cxn>
                <a:cxn ang="0">
                  <a:pos x="1" y="290"/>
                </a:cxn>
                <a:cxn ang="0">
                  <a:pos x="0" y="311"/>
                </a:cxn>
                <a:cxn ang="0">
                  <a:pos x="0" y="332"/>
                </a:cxn>
                <a:cxn ang="0">
                  <a:pos x="0" y="332"/>
                </a:cxn>
                <a:cxn ang="0">
                  <a:pos x="0" y="334"/>
                </a:cxn>
                <a:cxn ang="0">
                  <a:pos x="1" y="336"/>
                </a:cxn>
                <a:cxn ang="0">
                  <a:pos x="3" y="336"/>
                </a:cxn>
                <a:cxn ang="0">
                  <a:pos x="5" y="337"/>
                </a:cxn>
                <a:cxn ang="0">
                  <a:pos x="6" y="336"/>
                </a:cxn>
                <a:cxn ang="0">
                  <a:pos x="8" y="336"/>
                </a:cxn>
                <a:cxn ang="0">
                  <a:pos x="9" y="334"/>
                </a:cxn>
                <a:cxn ang="0">
                  <a:pos x="9" y="332"/>
                </a:cxn>
                <a:cxn ang="0">
                  <a:pos x="9" y="332"/>
                </a:cxn>
                <a:cxn ang="0">
                  <a:pos x="9" y="310"/>
                </a:cxn>
                <a:cxn ang="0">
                  <a:pos x="10" y="288"/>
                </a:cxn>
                <a:cxn ang="0">
                  <a:pos x="12" y="265"/>
                </a:cxn>
                <a:cxn ang="0">
                  <a:pos x="16" y="244"/>
                </a:cxn>
                <a:cxn ang="0">
                  <a:pos x="16" y="244"/>
                </a:cxn>
                <a:cxn ang="0">
                  <a:pos x="32" y="164"/>
                </a:cxn>
                <a:cxn ang="0">
                  <a:pos x="32" y="164"/>
                </a:cxn>
                <a:cxn ang="0">
                  <a:pos x="39" y="122"/>
                </a:cxn>
                <a:cxn ang="0">
                  <a:pos x="47" y="81"/>
                </a:cxn>
                <a:cxn ang="0">
                  <a:pos x="47" y="81"/>
                </a:cxn>
                <a:cxn ang="0">
                  <a:pos x="52" y="61"/>
                </a:cxn>
                <a:cxn ang="0">
                  <a:pos x="60" y="43"/>
                </a:cxn>
                <a:cxn ang="0">
                  <a:pos x="75" y="6"/>
                </a:cxn>
                <a:cxn ang="0">
                  <a:pos x="75" y="6"/>
                </a:cxn>
                <a:cxn ang="0">
                  <a:pos x="76" y="4"/>
                </a:cxn>
                <a:cxn ang="0">
                  <a:pos x="75" y="2"/>
                </a:cxn>
                <a:cxn ang="0">
                  <a:pos x="74" y="1"/>
                </a:cxn>
                <a:cxn ang="0">
                  <a:pos x="72" y="0"/>
                </a:cxn>
                <a:cxn ang="0">
                  <a:pos x="69" y="1"/>
                </a:cxn>
                <a:cxn ang="0">
                  <a:pos x="67" y="2"/>
                </a:cxn>
                <a:cxn ang="0">
                  <a:pos x="66" y="3"/>
                </a:cxn>
                <a:cxn ang="0">
                  <a:pos x="66" y="3"/>
                </a:cxn>
              </a:cxnLst>
              <a:rect l="0" t="0" r="r" b="b"/>
              <a:pathLst>
                <a:path w="76" h="337">
                  <a:moveTo>
                    <a:pt x="66" y="3"/>
                  </a:moveTo>
                  <a:lnTo>
                    <a:pt x="66" y="3"/>
                  </a:lnTo>
                  <a:lnTo>
                    <a:pt x="51" y="40"/>
                  </a:lnTo>
                  <a:lnTo>
                    <a:pt x="44" y="59"/>
                  </a:lnTo>
                  <a:lnTo>
                    <a:pt x="38" y="78"/>
                  </a:lnTo>
                  <a:lnTo>
                    <a:pt x="38" y="78"/>
                  </a:lnTo>
                  <a:lnTo>
                    <a:pt x="33" y="101"/>
                  </a:lnTo>
                  <a:lnTo>
                    <a:pt x="29" y="124"/>
                  </a:lnTo>
                  <a:lnTo>
                    <a:pt x="20" y="170"/>
                  </a:lnTo>
                  <a:lnTo>
                    <a:pt x="20" y="170"/>
                  </a:lnTo>
                  <a:lnTo>
                    <a:pt x="5" y="249"/>
                  </a:lnTo>
                  <a:lnTo>
                    <a:pt x="5" y="249"/>
                  </a:lnTo>
                  <a:lnTo>
                    <a:pt x="2" y="270"/>
                  </a:lnTo>
                  <a:lnTo>
                    <a:pt x="1" y="290"/>
                  </a:lnTo>
                  <a:lnTo>
                    <a:pt x="0" y="311"/>
                  </a:lnTo>
                  <a:lnTo>
                    <a:pt x="0" y="332"/>
                  </a:lnTo>
                  <a:lnTo>
                    <a:pt x="0" y="332"/>
                  </a:lnTo>
                  <a:lnTo>
                    <a:pt x="0" y="334"/>
                  </a:lnTo>
                  <a:lnTo>
                    <a:pt x="1" y="336"/>
                  </a:lnTo>
                  <a:lnTo>
                    <a:pt x="3" y="336"/>
                  </a:lnTo>
                  <a:lnTo>
                    <a:pt x="5" y="337"/>
                  </a:lnTo>
                  <a:lnTo>
                    <a:pt x="6" y="336"/>
                  </a:lnTo>
                  <a:lnTo>
                    <a:pt x="8" y="336"/>
                  </a:lnTo>
                  <a:lnTo>
                    <a:pt x="9" y="334"/>
                  </a:lnTo>
                  <a:lnTo>
                    <a:pt x="9" y="332"/>
                  </a:lnTo>
                  <a:lnTo>
                    <a:pt x="9" y="332"/>
                  </a:lnTo>
                  <a:lnTo>
                    <a:pt x="9" y="310"/>
                  </a:lnTo>
                  <a:lnTo>
                    <a:pt x="10" y="288"/>
                  </a:lnTo>
                  <a:lnTo>
                    <a:pt x="12" y="265"/>
                  </a:lnTo>
                  <a:lnTo>
                    <a:pt x="16" y="244"/>
                  </a:lnTo>
                  <a:lnTo>
                    <a:pt x="16" y="244"/>
                  </a:lnTo>
                  <a:lnTo>
                    <a:pt x="32" y="164"/>
                  </a:lnTo>
                  <a:lnTo>
                    <a:pt x="32" y="164"/>
                  </a:lnTo>
                  <a:lnTo>
                    <a:pt x="39" y="122"/>
                  </a:lnTo>
                  <a:lnTo>
                    <a:pt x="47" y="81"/>
                  </a:lnTo>
                  <a:lnTo>
                    <a:pt x="47" y="81"/>
                  </a:lnTo>
                  <a:lnTo>
                    <a:pt x="52" y="61"/>
                  </a:lnTo>
                  <a:lnTo>
                    <a:pt x="60" y="43"/>
                  </a:lnTo>
                  <a:lnTo>
                    <a:pt x="75" y="6"/>
                  </a:lnTo>
                  <a:lnTo>
                    <a:pt x="75" y="6"/>
                  </a:lnTo>
                  <a:lnTo>
                    <a:pt x="76" y="4"/>
                  </a:lnTo>
                  <a:lnTo>
                    <a:pt x="75" y="2"/>
                  </a:lnTo>
                  <a:lnTo>
                    <a:pt x="74" y="1"/>
                  </a:lnTo>
                  <a:lnTo>
                    <a:pt x="72" y="0"/>
                  </a:lnTo>
                  <a:lnTo>
                    <a:pt x="69" y="1"/>
                  </a:lnTo>
                  <a:lnTo>
                    <a:pt x="67" y="2"/>
                  </a:lnTo>
                  <a:lnTo>
                    <a:pt x="66" y="3"/>
                  </a:lnTo>
                  <a:lnTo>
                    <a:pt x="66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52" name="Freeform 168"/>
            <p:cNvSpPr/>
            <p:nvPr>
              <p:custDataLst>
                <p:tags r:id="rId7"/>
              </p:custDataLst>
            </p:nvPr>
          </p:nvSpPr>
          <p:spPr bwMode="auto">
            <a:xfrm>
              <a:off x="4271963" y="2197100"/>
              <a:ext cx="55563" cy="195263"/>
            </a:xfrm>
            <a:custGeom>
              <a:avLst/>
              <a:gdLst/>
              <a:ahLst/>
              <a:cxnLst>
                <a:cxn ang="0">
                  <a:pos x="98" y="2"/>
                </a:cxn>
                <a:cxn ang="0">
                  <a:pos x="98" y="2"/>
                </a:cxn>
                <a:cxn ang="0">
                  <a:pos x="84" y="26"/>
                </a:cxn>
                <a:cxn ang="0">
                  <a:pos x="71" y="51"/>
                </a:cxn>
                <a:cxn ang="0">
                  <a:pos x="61" y="77"/>
                </a:cxn>
                <a:cxn ang="0">
                  <a:pos x="51" y="103"/>
                </a:cxn>
                <a:cxn ang="0">
                  <a:pos x="42" y="128"/>
                </a:cxn>
                <a:cxn ang="0">
                  <a:pos x="34" y="155"/>
                </a:cxn>
                <a:cxn ang="0">
                  <a:pos x="27" y="182"/>
                </a:cxn>
                <a:cxn ang="0">
                  <a:pos x="21" y="209"/>
                </a:cxn>
                <a:cxn ang="0">
                  <a:pos x="21" y="209"/>
                </a:cxn>
                <a:cxn ang="0">
                  <a:pos x="14" y="234"/>
                </a:cxn>
                <a:cxn ang="0">
                  <a:pos x="9" y="259"/>
                </a:cxn>
                <a:cxn ang="0">
                  <a:pos x="6" y="283"/>
                </a:cxn>
                <a:cxn ang="0">
                  <a:pos x="3" y="308"/>
                </a:cxn>
                <a:cxn ang="0">
                  <a:pos x="3" y="308"/>
                </a:cxn>
                <a:cxn ang="0">
                  <a:pos x="1" y="323"/>
                </a:cxn>
                <a:cxn ang="0">
                  <a:pos x="0" y="340"/>
                </a:cxn>
                <a:cxn ang="0">
                  <a:pos x="0" y="349"/>
                </a:cxn>
                <a:cxn ang="0">
                  <a:pos x="1" y="356"/>
                </a:cxn>
                <a:cxn ang="0">
                  <a:pos x="4" y="363"/>
                </a:cxn>
                <a:cxn ang="0">
                  <a:pos x="6" y="366"/>
                </a:cxn>
                <a:cxn ang="0">
                  <a:pos x="8" y="368"/>
                </a:cxn>
                <a:cxn ang="0">
                  <a:pos x="8" y="368"/>
                </a:cxn>
                <a:cxn ang="0">
                  <a:pos x="11" y="370"/>
                </a:cxn>
                <a:cxn ang="0">
                  <a:pos x="13" y="369"/>
                </a:cxn>
                <a:cxn ang="0">
                  <a:pos x="15" y="368"/>
                </a:cxn>
                <a:cxn ang="0">
                  <a:pos x="16" y="365"/>
                </a:cxn>
                <a:cxn ang="0">
                  <a:pos x="16" y="361"/>
                </a:cxn>
                <a:cxn ang="0">
                  <a:pos x="16" y="361"/>
                </a:cxn>
                <a:cxn ang="0">
                  <a:pos x="16" y="359"/>
                </a:cxn>
                <a:cxn ang="0">
                  <a:pos x="15" y="357"/>
                </a:cxn>
                <a:cxn ang="0">
                  <a:pos x="13" y="356"/>
                </a:cxn>
                <a:cxn ang="0">
                  <a:pos x="11" y="356"/>
                </a:cxn>
                <a:cxn ang="0">
                  <a:pos x="11" y="356"/>
                </a:cxn>
                <a:cxn ang="0">
                  <a:pos x="10" y="349"/>
                </a:cxn>
                <a:cxn ang="0">
                  <a:pos x="10" y="339"/>
                </a:cxn>
                <a:cxn ang="0">
                  <a:pos x="11" y="324"/>
                </a:cxn>
                <a:cxn ang="0">
                  <a:pos x="11" y="324"/>
                </a:cxn>
                <a:cxn ang="0">
                  <a:pos x="12" y="304"/>
                </a:cxn>
                <a:cxn ang="0">
                  <a:pos x="14" y="283"/>
                </a:cxn>
                <a:cxn ang="0">
                  <a:pos x="14" y="283"/>
                </a:cxn>
                <a:cxn ang="0">
                  <a:pos x="19" y="259"/>
                </a:cxn>
                <a:cxn ang="0">
                  <a:pos x="24" y="235"/>
                </a:cxn>
                <a:cxn ang="0">
                  <a:pos x="35" y="185"/>
                </a:cxn>
                <a:cxn ang="0">
                  <a:pos x="35" y="185"/>
                </a:cxn>
                <a:cxn ang="0">
                  <a:pos x="47" y="143"/>
                </a:cxn>
                <a:cxn ang="0">
                  <a:pos x="61" y="102"/>
                </a:cxn>
                <a:cxn ang="0">
                  <a:pos x="61" y="102"/>
                </a:cxn>
                <a:cxn ang="0">
                  <a:pos x="70" y="77"/>
                </a:cxn>
                <a:cxn ang="0">
                  <a:pos x="80" y="53"/>
                </a:cxn>
                <a:cxn ang="0">
                  <a:pos x="93" y="30"/>
                </a:cxn>
                <a:cxn ang="0">
                  <a:pos x="106" y="8"/>
                </a:cxn>
                <a:cxn ang="0">
                  <a:pos x="106" y="8"/>
                </a:cxn>
                <a:cxn ang="0">
                  <a:pos x="106" y="6"/>
                </a:cxn>
                <a:cxn ang="0">
                  <a:pos x="106" y="3"/>
                </a:cxn>
                <a:cxn ang="0">
                  <a:pos x="105" y="2"/>
                </a:cxn>
                <a:cxn ang="0">
                  <a:pos x="104" y="0"/>
                </a:cxn>
                <a:cxn ang="0">
                  <a:pos x="102" y="0"/>
                </a:cxn>
                <a:cxn ang="0">
                  <a:pos x="101" y="0"/>
                </a:cxn>
                <a:cxn ang="0">
                  <a:pos x="99" y="0"/>
                </a:cxn>
                <a:cxn ang="0">
                  <a:pos x="98" y="2"/>
                </a:cxn>
                <a:cxn ang="0">
                  <a:pos x="98" y="2"/>
                </a:cxn>
              </a:cxnLst>
              <a:rect l="0" t="0" r="r" b="b"/>
              <a:pathLst>
                <a:path w="106" h="370">
                  <a:moveTo>
                    <a:pt x="98" y="2"/>
                  </a:moveTo>
                  <a:lnTo>
                    <a:pt x="98" y="2"/>
                  </a:lnTo>
                  <a:lnTo>
                    <a:pt x="84" y="26"/>
                  </a:lnTo>
                  <a:lnTo>
                    <a:pt x="71" y="51"/>
                  </a:lnTo>
                  <a:lnTo>
                    <a:pt x="61" y="77"/>
                  </a:lnTo>
                  <a:lnTo>
                    <a:pt x="51" y="103"/>
                  </a:lnTo>
                  <a:lnTo>
                    <a:pt x="42" y="128"/>
                  </a:lnTo>
                  <a:lnTo>
                    <a:pt x="34" y="155"/>
                  </a:lnTo>
                  <a:lnTo>
                    <a:pt x="27" y="182"/>
                  </a:lnTo>
                  <a:lnTo>
                    <a:pt x="21" y="209"/>
                  </a:lnTo>
                  <a:lnTo>
                    <a:pt x="21" y="209"/>
                  </a:lnTo>
                  <a:lnTo>
                    <a:pt x="14" y="234"/>
                  </a:lnTo>
                  <a:lnTo>
                    <a:pt x="9" y="259"/>
                  </a:lnTo>
                  <a:lnTo>
                    <a:pt x="6" y="283"/>
                  </a:lnTo>
                  <a:lnTo>
                    <a:pt x="3" y="308"/>
                  </a:lnTo>
                  <a:lnTo>
                    <a:pt x="3" y="308"/>
                  </a:lnTo>
                  <a:lnTo>
                    <a:pt x="1" y="323"/>
                  </a:lnTo>
                  <a:lnTo>
                    <a:pt x="0" y="340"/>
                  </a:lnTo>
                  <a:lnTo>
                    <a:pt x="0" y="349"/>
                  </a:lnTo>
                  <a:lnTo>
                    <a:pt x="1" y="356"/>
                  </a:lnTo>
                  <a:lnTo>
                    <a:pt x="4" y="363"/>
                  </a:lnTo>
                  <a:lnTo>
                    <a:pt x="6" y="366"/>
                  </a:lnTo>
                  <a:lnTo>
                    <a:pt x="8" y="368"/>
                  </a:lnTo>
                  <a:lnTo>
                    <a:pt x="8" y="368"/>
                  </a:lnTo>
                  <a:lnTo>
                    <a:pt x="11" y="370"/>
                  </a:lnTo>
                  <a:lnTo>
                    <a:pt x="13" y="369"/>
                  </a:lnTo>
                  <a:lnTo>
                    <a:pt x="15" y="368"/>
                  </a:lnTo>
                  <a:lnTo>
                    <a:pt x="16" y="365"/>
                  </a:lnTo>
                  <a:lnTo>
                    <a:pt x="16" y="361"/>
                  </a:lnTo>
                  <a:lnTo>
                    <a:pt x="16" y="361"/>
                  </a:lnTo>
                  <a:lnTo>
                    <a:pt x="16" y="359"/>
                  </a:lnTo>
                  <a:lnTo>
                    <a:pt x="15" y="357"/>
                  </a:lnTo>
                  <a:lnTo>
                    <a:pt x="13" y="356"/>
                  </a:lnTo>
                  <a:lnTo>
                    <a:pt x="11" y="356"/>
                  </a:lnTo>
                  <a:lnTo>
                    <a:pt x="11" y="356"/>
                  </a:lnTo>
                  <a:lnTo>
                    <a:pt x="10" y="349"/>
                  </a:lnTo>
                  <a:lnTo>
                    <a:pt x="10" y="339"/>
                  </a:lnTo>
                  <a:lnTo>
                    <a:pt x="11" y="324"/>
                  </a:lnTo>
                  <a:lnTo>
                    <a:pt x="11" y="324"/>
                  </a:lnTo>
                  <a:lnTo>
                    <a:pt x="12" y="304"/>
                  </a:lnTo>
                  <a:lnTo>
                    <a:pt x="14" y="283"/>
                  </a:lnTo>
                  <a:lnTo>
                    <a:pt x="14" y="283"/>
                  </a:lnTo>
                  <a:lnTo>
                    <a:pt x="19" y="259"/>
                  </a:lnTo>
                  <a:lnTo>
                    <a:pt x="24" y="235"/>
                  </a:lnTo>
                  <a:lnTo>
                    <a:pt x="35" y="185"/>
                  </a:lnTo>
                  <a:lnTo>
                    <a:pt x="35" y="185"/>
                  </a:lnTo>
                  <a:lnTo>
                    <a:pt x="47" y="143"/>
                  </a:lnTo>
                  <a:lnTo>
                    <a:pt x="61" y="102"/>
                  </a:lnTo>
                  <a:lnTo>
                    <a:pt x="61" y="102"/>
                  </a:lnTo>
                  <a:lnTo>
                    <a:pt x="70" y="77"/>
                  </a:lnTo>
                  <a:lnTo>
                    <a:pt x="80" y="53"/>
                  </a:lnTo>
                  <a:lnTo>
                    <a:pt x="93" y="30"/>
                  </a:lnTo>
                  <a:lnTo>
                    <a:pt x="106" y="8"/>
                  </a:lnTo>
                  <a:lnTo>
                    <a:pt x="106" y="8"/>
                  </a:lnTo>
                  <a:lnTo>
                    <a:pt x="106" y="6"/>
                  </a:lnTo>
                  <a:lnTo>
                    <a:pt x="106" y="3"/>
                  </a:lnTo>
                  <a:lnTo>
                    <a:pt x="105" y="2"/>
                  </a:lnTo>
                  <a:lnTo>
                    <a:pt x="104" y="0"/>
                  </a:lnTo>
                  <a:lnTo>
                    <a:pt x="102" y="0"/>
                  </a:lnTo>
                  <a:lnTo>
                    <a:pt x="101" y="0"/>
                  </a:lnTo>
                  <a:lnTo>
                    <a:pt x="99" y="0"/>
                  </a:lnTo>
                  <a:lnTo>
                    <a:pt x="98" y="2"/>
                  </a:lnTo>
                  <a:lnTo>
                    <a:pt x="98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53" name="Freeform 169"/>
            <p:cNvSpPr/>
            <p:nvPr>
              <p:custDataLst>
                <p:tags r:id="rId8"/>
              </p:custDataLst>
            </p:nvPr>
          </p:nvSpPr>
          <p:spPr bwMode="auto">
            <a:xfrm>
              <a:off x="4305300" y="2198688"/>
              <a:ext cx="39688" cy="146050"/>
            </a:xfrm>
            <a:custGeom>
              <a:avLst/>
              <a:gdLst/>
              <a:ahLst/>
              <a:cxnLst>
                <a:cxn ang="0">
                  <a:pos x="68" y="2"/>
                </a:cxn>
                <a:cxn ang="0">
                  <a:pos x="68" y="2"/>
                </a:cxn>
                <a:cxn ang="0">
                  <a:pos x="62" y="10"/>
                </a:cxn>
                <a:cxn ang="0">
                  <a:pos x="57" y="20"/>
                </a:cxn>
                <a:cxn ang="0">
                  <a:pos x="54" y="31"/>
                </a:cxn>
                <a:cxn ang="0">
                  <a:pos x="53" y="41"/>
                </a:cxn>
                <a:cxn ang="0">
                  <a:pos x="53" y="41"/>
                </a:cxn>
                <a:cxn ang="0">
                  <a:pos x="51" y="51"/>
                </a:cxn>
                <a:cxn ang="0">
                  <a:pos x="49" y="60"/>
                </a:cxn>
                <a:cxn ang="0">
                  <a:pos x="42" y="80"/>
                </a:cxn>
                <a:cxn ang="0">
                  <a:pos x="37" y="101"/>
                </a:cxn>
                <a:cxn ang="0">
                  <a:pos x="32" y="120"/>
                </a:cxn>
                <a:cxn ang="0">
                  <a:pos x="32" y="120"/>
                </a:cxn>
                <a:cxn ang="0">
                  <a:pos x="14" y="191"/>
                </a:cxn>
                <a:cxn ang="0">
                  <a:pos x="7" y="227"/>
                </a:cxn>
                <a:cxn ang="0">
                  <a:pos x="3" y="244"/>
                </a:cxn>
                <a:cxn ang="0">
                  <a:pos x="1" y="263"/>
                </a:cxn>
                <a:cxn ang="0">
                  <a:pos x="1" y="263"/>
                </a:cxn>
                <a:cxn ang="0">
                  <a:pos x="0" y="265"/>
                </a:cxn>
                <a:cxn ang="0">
                  <a:pos x="0" y="270"/>
                </a:cxn>
                <a:cxn ang="0">
                  <a:pos x="0" y="270"/>
                </a:cxn>
                <a:cxn ang="0">
                  <a:pos x="0" y="272"/>
                </a:cxn>
                <a:cxn ang="0">
                  <a:pos x="1" y="273"/>
                </a:cxn>
                <a:cxn ang="0">
                  <a:pos x="3" y="274"/>
                </a:cxn>
                <a:cxn ang="0">
                  <a:pos x="4" y="274"/>
                </a:cxn>
                <a:cxn ang="0">
                  <a:pos x="7" y="273"/>
                </a:cxn>
                <a:cxn ang="0">
                  <a:pos x="8" y="272"/>
                </a:cxn>
                <a:cxn ang="0">
                  <a:pos x="9" y="270"/>
                </a:cxn>
                <a:cxn ang="0">
                  <a:pos x="9" y="270"/>
                </a:cxn>
                <a:cxn ang="0">
                  <a:pos x="11" y="254"/>
                </a:cxn>
                <a:cxn ang="0">
                  <a:pos x="14" y="237"/>
                </a:cxn>
                <a:cxn ang="0">
                  <a:pos x="22" y="204"/>
                </a:cxn>
                <a:cxn ang="0">
                  <a:pos x="37" y="139"/>
                </a:cxn>
                <a:cxn ang="0">
                  <a:pos x="37" y="139"/>
                </a:cxn>
                <a:cxn ang="0">
                  <a:pos x="45" y="106"/>
                </a:cxn>
                <a:cxn ang="0">
                  <a:pos x="54" y="73"/>
                </a:cxn>
                <a:cxn ang="0">
                  <a:pos x="54" y="73"/>
                </a:cxn>
                <a:cxn ang="0">
                  <a:pos x="58" y="56"/>
                </a:cxn>
                <a:cxn ang="0">
                  <a:pos x="61" y="39"/>
                </a:cxn>
                <a:cxn ang="0">
                  <a:pos x="64" y="31"/>
                </a:cxn>
                <a:cxn ang="0">
                  <a:pos x="66" y="22"/>
                </a:cxn>
                <a:cxn ang="0">
                  <a:pos x="70" y="14"/>
                </a:cxn>
                <a:cxn ang="0">
                  <a:pos x="74" y="8"/>
                </a:cxn>
                <a:cxn ang="0">
                  <a:pos x="74" y="8"/>
                </a:cxn>
                <a:cxn ang="0">
                  <a:pos x="75" y="6"/>
                </a:cxn>
                <a:cxn ang="0">
                  <a:pos x="75" y="5"/>
                </a:cxn>
                <a:cxn ang="0">
                  <a:pos x="74" y="1"/>
                </a:cxn>
                <a:cxn ang="0">
                  <a:pos x="72" y="0"/>
                </a:cxn>
                <a:cxn ang="0">
                  <a:pos x="71" y="0"/>
                </a:cxn>
                <a:cxn ang="0">
                  <a:pos x="69" y="0"/>
                </a:cxn>
                <a:cxn ang="0">
                  <a:pos x="68" y="2"/>
                </a:cxn>
                <a:cxn ang="0">
                  <a:pos x="68" y="2"/>
                </a:cxn>
              </a:cxnLst>
              <a:rect l="0" t="0" r="r" b="b"/>
              <a:pathLst>
                <a:path w="75" h="274">
                  <a:moveTo>
                    <a:pt x="68" y="2"/>
                  </a:moveTo>
                  <a:lnTo>
                    <a:pt x="68" y="2"/>
                  </a:lnTo>
                  <a:lnTo>
                    <a:pt x="62" y="10"/>
                  </a:lnTo>
                  <a:lnTo>
                    <a:pt x="57" y="20"/>
                  </a:lnTo>
                  <a:lnTo>
                    <a:pt x="54" y="31"/>
                  </a:lnTo>
                  <a:lnTo>
                    <a:pt x="53" y="41"/>
                  </a:lnTo>
                  <a:lnTo>
                    <a:pt x="53" y="41"/>
                  </a:lnTo>
                  <a:lnTo>
                    <a:pt x="51" y="51"/>
                  </a:lnTo>
                  <a:lnTo>
                    <a:pt x="49" y="60"/>
                  </a:lnTo>
                  <a:lnTo>
                    <a:pt x="42" y="80"/>
                  </a:lnTo>
                  <a:lnTo>
                    <a:pt x="37" y="101"/>
                  </a:lnTo>
                  <a:lnTo>
                    <a:pt x="32" y="120"/>
                  </a:lnTo>
                  <a:lnTo>
                    <a:pt x="32" y="120"/>
                  </a:lnTo>
                  <a:lnTo>
                    <a:pt x="14" y="191"/>
                  </a:lnTo>
                  <a:lnTo>
                    <a:pt x="7" y="227"/>
                  </a:lnTo>
                  <a:lnTo>
                    <a:pt x="3" y="244"/>
                  </a:lnTo>
                  <a:lnTo>
                    <a:pt x="1" y="263"/>
                  </a:lnTo>
                  <a:lnTo>
                    <a:pt x="1" y="263"/>
                  </a:lnTo>
                  <a:lnTo>
                    <a:pt x="0" y="265"/>
                  </a:lnTo>
                  <a:lnTo>
                    <a:pt x="0" y="270"/>
                  </a:lnTo>
                  <a:lnTo>
                    <a:pt x="0" y="270"/>
                  </a:lnTo>
                  <a:lnTo>
                    <a:pt x="0" y="272"/>
                  </a:lnTo>
                  <a:lnTo>
                    <a:pt x="1" y="273"/>
                  </a:lnTo>
                  <a:lnTo>
                    <a:pt x="3" y="274"/>
                  </a:lnTo>
                  <a:lnTo>
                    <a:pt x="4" y="274"/>
                  </a:lnTo>
                  <a:lnTo>
                    <a:pt x="7" y="273"/>
                  </a:lnTo>
                  <a:lnTo>
                    <a:pt x="8" y="272"/>
                  </a:lnTo>
                  <a:lnTo>
                    <a:pt x="9" y="270"/>
                  </a:lnTo>
                  <a:lnTo>
                    <a:pt x="9" y="270"/>
                  </a:lnTo>
                  <a:lnTo>
                    <a:pt x="11" y="254"/>
                  </a:lnTo>
                  <a:lnTo>
                    <a:pt x="14" y="237"/>
                  </a:lnTo>
                  <a:lnTo>
                    <a:pt x="22" y="204"/>
                  </a:lnTo>
                  <a:lnTo>
                    <a:pt x="37" y="139"/>
                  </a:lnTo>
                  <a:lnTo>
                    <a:pt x="37" y="139"/>
                  </a:lnTo>
                  <a:lnTo>
                    <a:pt x="45" y="106"/>
                  </a:lnTo>
                  <a:lnTo>
                    <a:pt x="54" y="73"/>
                  </a:lnTo>
                  <a:lnTo>
                    <a:pt x="54" y="73"/>
                  </a:lnTo>
                  <a:lnTo>
                    <a:pt x="58" y="56"/>
                  </a:lnTo>
                  <a:lnTo>
                    <a:pt x="61" y="39"/>
                  </a:lnTo>
                  <a:lnTo>
                    <a:pt x="64" y="31"/>
                  </a:lnTo>
                  <a:lnTo>
                    <a:pt x="66" y="22"/>
                  </a:lnTo>
                  <a:lnTo>
                    <a:pt x="70" y="14"/>
                  </a:lnTo>
                  <a:lnTo>
                    <a:pt x="74" y="8"/>
                  </a:lnTo>
                  <a:lnTo>
                    <a:pt x="74" y="8"/>
                  </a:lnTo>
                  <a:lnTo>
                    <a:pt x="75" y="6"/>
                  </a:lnTo>
                  <a:lnTo>
                    <a:pt x="75" y="5"/>
                  </a:lnTo>
                  <a:lnTo>
                    <a:pt x="74" y="1"/>
                  </a:lnTo>
                  <a:lnTo>
                    <a:pt x="72" y="0"/>
                  </a:lnTo>
                  <a:lnTo>
                    <a:pt x="71" y="0"/>
                  </a:lnTo>
                  <a:lnTo>
                    <a:pt x="69" y="0"/>
                  </a:lnTo>
                  <a:lnTo>
                    <a:pt x="68" y="2"/>
                  </a:lnTo>
                  <a:lnTo>
                    <a:pt x="68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54" name="Freeform 170"/>
            <p:cNvSpPr/>
            <p:nvPr>
              <p:custDataLst>
                <p:tags r:id="rId9"/>
              </p:custDataLst>
            </p:nvPr>
          </p:nvSpPr>
          <p:spPr bwMode="auto">
            <a:xfrm>
              <a:off x="4338638" y="2201863"/>
              <a:ext cx="31750" cy="112713"/>
            </a:xfrm>
            <a:custGeom>
              <a:avLst/>
              <a:gdLst/>
              <a:ahLst/>
              <a:cxnLst>
                <a:cxn ang="0">
                  <a:pos x="52" y="4"/>
                </a:cxn>
                <a:cxn ang="0">
                  <a:pos x="52" y="4"/>
                </a:cxn>
                <a:cxn ang="0">
                  <a:pos x="51" y="10"/>
                </a:cxn>
                <a:cxn ang="0">
                  <a:pos x="48" y="16"/>
                </a:cxn>
                <a:cxn ang="0">
                  <a:pos x="43" y="29"/>
                </a:cxn>
                <a:cxn ang="0">
                  <a:pos x="38" y="41"/>
                </a:cxn>
                <a:cxn ang="0">
                  <a:pos x="36" y="47"/>
                </a:cxn>
                <a:cxn ang="0">
                  <a:pos x="34" y="54"/>
                </a:cxn>
                <a:cxn ang="0">
                  <a:pos x="34" y="54"/>
                </a:cxn>
                <a:cxn ang="0">
                  <a:pos x="25" y="103"/>
                </a:cxn>
                <a:cxn ang="0">
                  <a:pos x="25" y="103"/>
                </a:cxn>
                <a:cxn ang="0">
                  <a:pos x="23" y="116"/>
                </a:cxn>
                <a:cxn ang="0">
                  <a:pos x="19" y="129"/>
                </a:cxn>
                <a:cxn ang="0">
                  <a:pos x="10" y="156"/>
                </a:cxn>
                <a:cxn ang="0">
                  <a:pos x="3" y="181"/>
                </a:cxn>
                <a:cxn ang="0">
                  <a:pos x="1" y="195"/>
                </a:cxn>
                <a:cxn ang="0">
                  <a:pos x="0" y="208"/>
                </a:cxn>
                <a:cxn ang="0">
                  <a:pos x="0" y="208"/>
                </a:cxn>
                <a:cxn ang="0">
                  <a:pos x="0" y="210"/>
                </a:cxn>
                <a:cxn ang="0">
                  <a:pos x="1" y="211"/>
                </a:cxn>
                <a:cxn ang="0">
                  <a:pos x="2" y="212"/>
                </a:cxn>
                <a:cxn ang="0">
                  <a:pos x="4" y="212"/>
                </a:cxn>
                <a:cxn ang="0">
                  <a:pos x="6" y="212"/>
                </a:cxn>
                <a:cxn ang="0">
                  <a:pos x="7" y="211"/>
                </a:cxn>
                <a:cxn ang="0">
                  <a:pos x="8" y="210"/>
                </a:cxn>
                <a:cxn ang="0">
                  <a:pos x="9" y="208"/>
                </a:cxn>
                <a:cxn ang="0">
                  <a:pos x="9" y="208"/>
                </a:cxn>
                <a:cxn ang="0">
                  <a:pos x="10" y="200"/>
                </a:cxn>
                <a:cxn ang="0">
                  <a:pos x="11" y="192"/>
                </a:cxn>
                <a:cxn ang="0">
                  <a:pos x="15" y="176"/>
                </a:cxn>
                <a:cxn ang="0">
                  <a:pos x="26" y="144"/>
                </a:cxn>
                <a:cxn ang="0">
                  <a:pos x="26" y="144"/>
                </a:cxn>
                <a:cxn ang="0">
                  <a:pos x="29" y="131"/>
                </a:cxn>
                <a:cxn ang="0">
                  <a:pos x="32" y="117"/>
                </a:cxn>
                <a:cxn ang="0">
                  <a:pos x="37" y="91"/>
                </a:cxn>
                <a:cxn ang="0">
                  <a:pos x="37" y="91"/>
                </a:cxn>
                <a:cxn ang="0">
                  <a:pos x="41" y="67"/>
                </a:cxn>
                <a:cxn ang="0">
                  <a:pos x="46" y="42"/>
                </a:cxn>
                <a:cxn ang="0">
                  <a:pos x="46" y="42"/>
                </a:cxn>
                <a:cxn ang="0">
                  <a:pos x="50" y="33"/>
                </a:cxn>
                <a:cxn ang="0">
                  <a:pos x="55" y="23"/>
                </a:cxn>
                <a:cxn ang="0">
                  <a:pos x="59" y="14"/>
                </a:cxn>
                <a:cxn ang="0">
                  <a:pos x="60" y="9"/>
                </a:cxn>
                <a:cxn ang="0">
                  <a:pos x="61" y="4"/>
                </a:cxn>
                <a:cxn ang="0">
                  <a:pos x="61" y="4"/>
                </a:cxn>
                <a:cxn ang="0">
                  <a:pos x="61" y="3"/>
                </a:cxn>
                <a:cxn ang="0">
                  <a:pos x="60" y="1"/>
                </a:cxn>
                <a:cxn ang="0">
                  <a:pos x="59" y="0"/>
                </a:cxn>
                <a:cxn ang="0">
                  <a:pos x="57" y="0"/>
                </a:cxn>
                <a:cxn ang="0">
                  <a:pos x="54" y="1"/>
                </a:cxn>
                <a:cxn ang="0">
                  <a:pos x="53" y="3"/>
                </a:cxn>
                <a:cxn ang="0">
                  <a:pos x="52" y="4"/>
                </a:cxn>
                <a:cxn ang="0">
                  <a:pos x="52" y="4"/>
                </a:cxn>
              </a:cxnLst>
              <a:rect l="0" t="0" r="r" b="b"/>
              <a:pathLst>
                <a:path w="61" h="212">
                  <a:moveTo>
                    <a:pt x="52" y="4"/>
                  </a:moveTo>
                  <a:lnTo>
                    <a:pt x="52" y="4"/>
                  </a:lnTo>
                  <a:lnTo>
                    <a:pt x="51" y="10"/>
                  </a:lnTo>
                  <a:lnTo>
                    <a:pt x="48" y="16"/>
                  </a:lnTo>
                  <a:lnTo>
                    <a:pt x="43" y="29"/>
                  </a:lnTo>
                  <a:lnTo>
                    <a:pt x="38" y="41"/>
                  </a:lnTo>
                  <a:lnTo>
                    <a:pt x="36" y="47"/>
                  </a:lnTo>
                  <a:lnTo>
                    <a:pt x="34" y="54"/>
                  </a:lnTo>
                  <a:lnTo>
                    <a:pt x="34" y="54"/>
                  </a:lnTo>
                  <a:lnTo>
                    <a:pt x="25" y="103"/>
                  </a:lnTo>
                  <a:lnTo>
                    <a:pt x="25" y="103"/>
                  </a:lnTo>
                  <a:lnTo>
                    <a:pt x="23" y="116"/>
                  </a:lnTo>
                  <a:lnTo>
                    <a:pt x="19" y="129"/>
                  </a:lnTo>
                  <a:lnTo>
                    <a:pt x="10" y="156"/>
                  </a:lnTo>
                  <a:lnTo>
                    <a:pt x="3" y="181"/>
                  </a:lnTo>
                  <a:lnTo>
                    <a:pt x="1" y="195"/>
                  </a:lnTo>
                  <a:lnTo>
                    <a:pt x="0" y="208"/>
                  </a:lnTo>
                  <a:lnTo>
                    <a:pt x="0" y="208"/>
                  </a:lnTo>
                  <a:lnTo>
                    <a:pt x="0" y="210"/>
                  </a:lnTo>
                  <a:lnTo>
                    <a:pt x="1" y="211"/>
                  </a:lnTo>
                  <a:lnTo>
                    <a:pt x="2" y="212"/>
                  </a:lnTo>
                  <a:lnTo>
                    <a:pt x="4" y="212"/>
                  </a:lnTo>
                  <a:lnTo>
                    <a:pt x="6" y="212"/>
                  </a:lnTo>
                  <a:lnTo>
                    <a:pt x="7" y="211"/>
                  </a:lnTo>
                  <a:lnTo>
                    <a:pt x="8" y="210"/>
                  </a:lnTo>
                  <a:lnTo>
                    <a:pt x="9" y="208"/>
                  </a:lnTo>
                  <a:lnTo>
                    <a:pt x="9" y="208"/>
                  </a:lnTo>
                  <a:lnTo>
                    <a:pt x="10" y="200"/>
                  </a:lnTo>
                  <a:lnTo>
                    <a:pt x="11" y="192"/>
                  </a:lnTo>
                  <a:lnTo>
                    <a:pt x="15" y="176"/>
                  </a:lnTo>
                  <a:lnTo>
                    <a:pt x="26" y="144"/>
                  </a:lnTo>
                  <a:lnTo>
                    <a:pt x="26" y="144"/>
                  </a:lnTo>
                  <a:lnTo>
                    <a:pt x="29" y="131"/>
                  </a:lnTo>
                  <a:lnTo>
                    <a:pt x="32" y="117"/>
                  </a:lnTo>
                  <a:lnTo>
                    <a:pt x="37" y="91"/>
                  </a:lnTo>
                  <a:lnTo>
                    <a:pt x="37" y="91"/>
                  </a:lnTo>
                  <a:lnTo>
                    <a:pt x="41" y="67"/>
                  </a:lnTo>
                  <a:lnTo>
                    <a:pt x="46" y="42"/>
                  </a:lnTo>
                  <a:lnTo>
                    <a:pt x="46" y="42"/>
                  </a:lnTo>
                  <a:lnTo>
                    <a:pt x="50" y="33"/>
                  </a:lnTo>
                  <a:lnTo>
                    <a:pt x="55" y="23"/>
                  </a:lnTo>
                  <a:lnTo>
                    <a:pt x="59" y="14"/>
                  </a:lnTo>
                  <a:lnTo>
                    <a:pt x="60" y="9"/>
                  </a:lnTo>
                  <a:lnTo>
                    <a:pt x="61" y="4"/>
                  </a:lnTo>
                  <a:lnTo>
                    <a:pt x="61" y="4"/>
                  </a:lnTo>
                  <a:lnTo>
                    <a:pt x="61" y="3"/>
                  </a:lnTo>
                  <a:lnTo>
                    <a:pt x="60" y="1"/>
                  </a:lnTo>
                  <a:lnTo>
                    <a:pt x="59" y="0"/>
                  </a:lnTo>
                  <a:lnTo>
                    <a:pt x="57" y="0"/>
                  </a:lnTo>
                  <a:lnTo>
                    <a:pt x="54" y="1"/>
                  </a:lnTo>
                  <a:lnTo>
                    <a:pt x="53" y="3"/>
                  </a:lnTo>
                  <a:lnTo>
                    <a:pt x="52" y="4"/>
                  </a:lnTo>
                  <a:lnTo>
                    <a:pt x="52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55" name="Freeform 171"/>
            <p:cNvSpPr/>
            <p:nvPr>
              <p:custDataLst>
                <p:tags r:id="rId10"/>
              </p:custDataLst>
            </p:nvPr>
          </p:nvSpPr>
          <p:spPr bwMode="auto">
            <a:xfrm>
              <a:off x="4357688" y="2209800"/>
              <a:ext cx="36513" cy="90488"/>
            </a:xfrm>
            <a:custGeom>
              <a:avLst/>
              <a:gdLst/>
              <a:ahLst/>
              <a:cxnLst>
                <a:cxn ang="0">
                  <a:pos x="60" y="1"/>
                </a:cxn>
                <a:cxn ang="0">
                  <a:pos x="60" y="1"/>
                </a:cxn>
                <a:cxn ang="0">
                  <a:pos x="51" y="10"/>
                </a:cxn>
                <a:cxn ang="0">
                  <a:pos x="43" y="22"/>
                </a:cxn>
                <a:cxn ang="0">
                  <a:pos x="37" y="34"/>
                </a:cxn>
                <a:cxn ang="0">
                  <a:pos x="33" y="48"/>
                </a:cxn>
                <a:cxn ang="0">
                  <a:pos x="29" y="61"/>
                </a:cxn>
                <a:cxn ang="0">
                  <a:pos x="25" y="75"/>
                </a:cxn>
                <a:cxn ang="0">
                  <a:pos x="20" y="100"/>
                </a:cxn>
                <a:cxn ang="0">
                  <a:pos x="20" y="100"/>
                </a:cxn>
                <a:cxn ang="0">
                  <a:pos x="15" y="115"/>
                </a:cxn>
                <a:cxn ang="0">
                  <a:pos x="6" y="135"/>
                </a:cxn>
                <a:cxn ang="0">
                  <a:pos x="3" y="147"/>
                </a:cxn>
                <a:cxn ang="0">
                  <a:pos x="0" y="156"/>
                </a:cxn>
                <a:cxn ang="0">
                  <a:pos x="0" y="164"/>
                </a:cxn>
                <a:cxn ang="0">
                  <a:pos x="1" y="166"/>
                </a:cxn>
                <a:cxn ang="0">
                  <a:pos x="3" y="170"/>
                </a:cxn>
                <a:cxn ang="0">
                  <a:pos x="3" y="170"/>
                </a:cxn>
                <a:cxn ang="0">
                  <a:pos x="4" y="170"/>
                </a:cxn>
                <a:cxn ang="0">
                  <a:pos x="6" y="171"/>
                </a:cxn>
                <a:cxn ang="0">
                  <a:pos x="9" y="169"/>
                </a:cxn>
                <a:cxn ang="0">
                  <a:pos x="10" y="167"/>
                </a:cxn>
                <a:cxn ang="0">
                  <a:pos x="11" y="165"/>
                </a:cxn>
                <a:cxn ang="0">
                  <a:pos x="10" y="164"/>
                </a:cxn>
                <a:cxn ang="0">
                  <a:pos x="9" y="162"/>
                </a:cxn>
                <a:cxn ang="0">
                  <a:pos x="9" y="162"/>
                </a:cxn>
                <a:cxn ang="0">
                  <a:pos x="10" y="159"/>
                </a:cxn>
                <a:cxn ang="0">
                  <a:pos x="14" y="152"/>
                </a:cxn>
                <a:cxn ang="0">
                  <a:pos x="18" y="138"/>
                </a:cxn>
                <a:cxn ang="0">
                  <a:pos x="18" y="138"/>
                </a:cxn>
                <a:cxn ang="0">
                  <a:pos x="24" y="119"/>
                </a:cxn>
                <a:cxn ang="0">
                  <a:pos x="29" y="100"/>
                </a:cxn>
                <a:cxn ang="0">
                  <a:pos x="29" y="100"/>
                </a:cxn>
                <a:cxn ang="0">
                  <a:pos x="34" y="76"/>
                </a:cxn>
                <a:cxn ang="0">
                  <a:pos x="38" y="63"/>
                </a:cxn>
                <a:cxn ang="0">
                  <a:pos x="41" y="51"/>
                </a:cxn>
                <a:cxn ang="0">
                  <a:pos x="47" y="38"/>
                </a:cxn>
                <a:cxn ang="0">
                  <a:pos x="52" y="27"/>
                </a:cxn>
                <a:cxn ang="0">
                  <a:pos x="58" y="17"/>
                </a:cxn>
                <a:cxn ang="0">
                  <a:pos x="66" y="7"/>
                </a:cxn>
                <a:cxn ang="0">
                  <a:pos x="66" y="7"/>
                </a:cxn>
                <a:cxn ang="0">
                  <a:pos x="67" y="6"/>
                </a:cxn>
                <a:cxn ang="0">
                  <a:pos x="68" y="4"/>
                </a:cxn>
                <a:cxn ang="0">
                  <a:pos x="67" y="3"/>
                </a:cxn>
                <a:cxn ang="0">
                  <a:pos x="66" y="1"/>
                </a:cxn>
                <a:cxn ang="0">
                  <a:pos x="65" y="0"/>
                </a:cxn>
                <a:cxn ang="0">
                  <a:pos x="63" y="0"/>
                </a:cxn>
                <a:cxn ang="0">
                  <a:pos x="61" y="0"/>
                </a:cxn>
                <a:cxn ang="0">
                  <a:pos x="60" y="1"/>
                </a:cxn>
                <a:cxn ang="0">
                  <a:pos x="60" y="1"/>
                </a:cxn>
              </a:cxnLst>
              <a:rect l="0" t="0" r="r" b="b"/>
              <a:pathLst>
                <a:path w="68" h="171">
                  <a:moveTo>
                    <a:pt x="60" y="1"/>
                  </a:moveTo>
                  <a:lnTo>
                    <a:pt x="60" y="1"/>
                  </a:lnTo>
                  <a:lnTo>
                    <a:pt x="51" y="10"/>
                  </a:lnTo>
                  <a:lnTo>
                    <a:pt x="43" y="22"/>
                  </a:lnTo>
                  <a:lnTo>
                    <a:pt x="37" y="34"/>
                  </a:lnTo>
                  <a:lnTo>
                    <a:pt x="33" y="48"/>
                  </a:lnTo>
                  <a:lnTo>
                    <a:pt x="29" y="61"/>
                  </a:lnTo>
                  <a:lnTo>
                    <a:pt x="25" y="75"/>
                  </a:lnTo>
                  <a:lnTo>
                    <a:pt x="20" y="100"/>
                  </a:lnTo>
                  <a:lnTo>
                    <a:pt x="20" y="100"/>
                  </a:lnTo>
                  <a:lnTo>
                    <a:pt x="15" y="115"/>
                  </a:lnTo>
                  <a:lnTo>
                    <a:pt x="6" y="135"/>
                  </a:lnTo>
                  <a:lnTo>
                    <a:pt x="3" y="147"/>
                  </a:lnTo>
                  <a:lnTo>
                    <a:pt x="0" y="156"/>
                  </a:lnTo>
                  <a:lnTo>
                    <a:pt x="0" y="164"/>
                  </a:lnTo>
                  <a:lnTo>
                    <a:pt x="1" y="166"/>
                  </a:lnTo>
                  <a:lnTo>
                    <a:pt x="3" y="170"/>
                  </a:lnTo>
                  <a:lnTo>
                    <a:pt x="3" y="170"/>
                  </a:lnTo>
                  <a:lnTo>
                    <a:pt x="4" y="170"/>
                  </a:lnTo>
                  <a:lnTo>
                    <a:pt x="6" y="171"/>
                  </a:lnTo>
                  <a:lnTo>
                    <a:pt x="9" y="169"/>
                  </a:lnTo>
                  <a:lnTo>
                    <a:pt x="10" y="167"/>
                  </a:lnTo>
                  <a:lnTo>
                    <a:pt x="11" y="165"/>
                  </a:lnTo>
                  <a:lnTo>
                    <a:pt x="10" y="164"/>
                  </a:lnTo>
                  <a:lnTo>
                    <a:pt x="9" y="162"/>
                  </a:lnTo>
                  <a:lnTo>
                    <a:pt x="9" y="162"/>
                  </a:lnTo>
                  <a:lnTo>
                    <a:pt x="10" y="159"/>
                  </a:lnTo>
                  <a:lnTo>
                    <a:pt x="14" y="152"/>
                  </a:lnTo>
                  <a:lnTo>
                    <a:pt x="18" y="138"/>
                  </a:lnTo>
                  <a:lnTo>
                    <a:pt x="18" y="138"/>
                  </a:lnTo>
                  <a:lnTo>
                    <a:pt x="24" y="119"/>
                  </a:lnTo>
                  <a:lnTo>
                    <a:pt x="29" y="100"/>
                  </a:lnTo>
                  <a:lnTo>
                    <a:pt x="29" y="100"/>
                  </a:lnTo>
                  <a:lnTo>
                    <a:pt x="34" y="76"/>
                  </a:lnTo>
                  <a:lnTo>
                    <a:pt x="38" y="63"/>
                  </a:lnTo>
                  <a:lnTo>
                    <a:pt x="41" y="51"/>
                  </a:lnTo>
                  <a:lnTo>
                    <a:pt x="47" y="38"/>
                  </a:lnTo>
                  <a:lnTo>
                    <a:pt x="52" y="27"/>
                  </a:lnTo>
                  <a:lnTo>
                    <a:pt x="58" y="17"/>
                  </a:lnTo>
                  <a:lnTo>
                    <a:pt x="66" y="7"/>
                  </a:lnTo>
                  <a:lnTo>
                    <a:pt x="66" y="7"/>
                  </a:lnTo>
                  <a:lnTo>
                    <a:pt x="67" y="6"/>
                  </a:lnTo>
                  <a:lnTo>
                    <a:pt x="68" y="4"/>
                  </a:lnTo>
                  <a:lnTo>
                    <a:pt x="67" y="3"/>
                  </a:lnTo>
                  <a:lnTo>
                    <a:pt x="66" y="1"/>
                  </a:lnTo>
                  <a:lnTo>
                    <a:pt x="65" y="0"/>
                  </a:lnTo>
                  <a:lnTo>
                    <a:pt x="63" y="0"/>
                  </a:lnTo>
                  <a:lnTo>
                    <a:pt x="61" y="0"/>
                  </a:lnTo>
                  <a:lnTo>
                    <a:pt x="60" y="1"/>
                  </a:lnTo>
                  <a:lnTo>
                    <a:pt x="60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56" name="Freeform 172"/>
            <p:cNvSpPr/>
            <p:nvPr>
              <p:custDataLst>
                <p:tags r:id="rId11"/>
              </p:custDataLst>
            </p:nvPr>
          </p:nvSpPr>
          <p:spPr bwMode="auto">
            <a:xfrm>
              <a:off x="4383088" y="2219325"/>
              <a:ext cx="33338" cy="63500"/>
            </a:xfrm>
            <a:custGeom>
              <a:avLst/>
              <a:gdLst/>
              <a:ahLst/>
              <a:cxnLst>
                <a:cxn ang="0">
                  <a:pos x="55" y="0"/>
                </a:cxn>
                <a:cxn ang="0">
                  <a:pos x="55" y="0"/>
                </a:cxn>
                <a:cxn ang="0">
                  <a:pos x="50" y="2"/>
                </a:cxn>
                <a:cxn ang="0">
                  <a:pos x="46" y="5"/>
                </a:cxn>
                <a:cxn ang="0">
                  <a:pos x="42" y="8"/>
                </a:cxn>
                <a:cxn ang="0">
                  <a:pos x="39" y="11"/>
                </a:cxn>
                <a:cxn ang="0">
                  <a:pos x="33" y="19"/>
                </a:cxn>
                <a:cxn ang="0">
                  <a:pos x="29" y="30"/>
                </a:cxn>
                <a:cxn ang="0">
                  <a:pos x="29" y="30"/>
                </a:cxn>
                <a:cxn ang="0">
                  <a:pos x="13" y="70"/>
                </a:cxn>
                <a:cxn ang="0">
                  <a:pos x="6" y="91"/>
                </a:cxn>
                <a:cxn ang="0">
                  <a:pos x="0" y="112"/>
                </a:cxn>
                <a:cxn ang="0">
                  <a:pos x="0" y="112"/>
                </a:cxn>
                <a:cxn ang="0">
                  <a:pos x="0" y="114"/>
                </a:cxn>
                <a:cxn ang="0">
                  <a:pos x="1" y="116"/>
                </a:cxn>
                <a:cxn ang="0">
                  <a:pos x="2" y="118"/>
                </a:cxn>
                <a:cxn ang="0">
                  <a:pos x="4" y="118"/>
                </a:cxn>
                <a:cxn ang="0">
                  <a:pos x="6" y="119"/>
                </a:cxn>
                <a:cxn ang="0">
                  <a:pos x="7" y="118"/>
                </a:cxn>
                <a:cxn ang="0">
                  <a:pos x="8" y="116"/>
                </a:cxn>
                <a:cxn ang="0">
                  <a:pos x="9" y="114"/>
                </a:cxn>
                <a:cxn ang="0">
                  <a:pos x="9" y="114"/>
                </a:cxn>
                <a:cxn ang="0">
                  <a:pos x="13" y="100"/>
                </a:cxn>
                <a:cxn ang="0">
                  <a:pos x="17" y="84"/>
                </a:cxn>
                <a:cxn ang="0">
                  <a:pos x="23" y="70"/>
                </a:cxn>
                <a:cxn ang="0">
                  <a:pos x="30" y="56"/>
                </a:cxn>
                <a:cxn ang="0">
                  <a:pos x="30" y="56"/>
                </a:cxn>
                <a:cxn ang="0">
                  <a:pos x="34" y="42"/>
                </a:cxn>
                <a:cxn ang="0">
                  <a:pos x="39" y="29"/>
                </a:cxn>
                <a:cxn ang="0">
                  <a:pos x="42" y="22"/>
                </a:cxn>
                <a:cxn ang="0">
                  <a:pos x="46" y="17"/>
                </a:cxn>
                <a:cxn ang="0">
                  <a:pos x="51" y="12"/>
                </a:cxn>
                <a:cxn ang="0">
                  <a:pos x="57" y="9"/>
                </a:cxn>
                <a:cxn ang="0">
                  <a:pos x="57" y="9"/>
                </a:cxn>
                <a:cxn ang="0">
                  <a:pos x="60" y="8"/>
                </a:cxn>
                <a:cxn ang="0">
                  <a:pos x="61" y="7"/>
                </a:cxn>
                <a:cxn ang="0">
                  <a:pos x="62" y="5"/>
                </a:cxn>
                <a:cxn ang="0">
                  <a:pos x="61" y="3"/>
                </a:cxn>
                <a:cxn ang="0">
                  <a:pos x="61" y="2"/>
                </a:cxn>
                <a:cxn ang="0">
                  <a:pos x="60" y="0"/>
                </a:cxn>
                <a:cxn ang="0">
                  <a:pos x="57" y="0"/>
                </a:cxn>
                <a:cxn ang="0">
                  <a:pos x="55" y="0"/>
                </a:cxn>
                <a:cxn ang="0">
                  <a:pos x="55" y="0"/>
                </a:cxn>
              </a:cxnLst>
              <a:rect l="0" t="0" r="r" b="b"/>
              <a:pathLst>
                <a:path w="62" h="119">
                  <a:moveTo>
                    <a:pt x="55" y="0"/>
                  </a:moveTo>
                  <a:lnTo>
                    <a:pt x="55" y="0"/>
                  </a:lnTo>
                  <a:lnTo>
                    <a:pt x="50" y="2"/>
                  </a:lnTo>
                  <a:lnTo>
                    <a:pt x="46" y="5"/>
                  </a:lnTo>
                  <a:lnTo>
                    <a:pt x="42" y="8"/>
                  </a:lnTo>
                  <a:lnTo>
                    <a:pt x="39" y="11"/>
                  </a:lnTo>
                  <a:lnTo>
                    <a:pt x="33" y="19"/>
                  </a:lnTo>
                  <a:lnTo>
                    <a:pt x="29" y="30"/>
                  </a:lnTo>
                  <a:lnTo>
                    <a:pt x="29" y="30"/>
                  </a:lnTo>
                  <a:lnTo>
                    <a:pt x="13" y="70"/>
                  </a:lnTo>
                  <a:lnTo>
                    <a:pt x="6" y="91"/>
                  </a:lnTo>
                  <a:lnTo>
                    <a:pt x="0" y="112"/>
                  </a:lnTo>
                  <a:lnTo>
                    <a:pt x="0" y="112"/>
                  </a:lnTo>
                  <a:lnTo>
                    <a:pt x="0" y="114"/>
                  </a:lnTo>
                  <a:lnTo>
                    <a:pt x="1" y="116"/>
                  </a:lnTo>
                  <a:lnTo>
                    <a:pt x="2" y="118"/>
                  </a:lnTo>
                  <a:lnTo>
                    <a:pt x="4" y="118"/>
                  </a:lnTo>
                  <a:lnTo>
                    <a:pt x="6" y="119"/>
                  </a:lnTo>
                  <a:lnTo>
                    <a:pt x="7" y="118"/>
                  </a:lnTo>
                  <a:lnTo>
                    <a:pt x="8" y="116"/>
                  </a:lnTo>
                  <a:lnTo>
                    <a:pt x="9" y="114"/>
                  </a:lnTo>
                  <a:lnTo>
                    <a:pt x="9" y="114"/>
                  </a:lnTo>
                  <a:lnTo>
                    <a:pt x="13" y="100"/>
                  </a:lnTo>
                  <a:lnTo>
                    <a:pt x="17" y="84"/>
                  </a:lnTo>
                  <a:lnTo>
                    <a:pt x="23" y="70"/>
                  </a:lnTo>
                  <a:lnTo>
                    <a:pt x="30" y="56"/>
                  </a:lnTo>
                  <a:lnTo>
                    <a:pt x="30" y="56"/>
                  </a:lnTo>
                  <a:lnTo>
                    <a:pt x="34" y="42"/>
                  </a:lnTo>
                  <a:lnTo>
                    <a:pt x="39" y="29"/>
                  </a:lnTo>
                  <a:lnTo>
                    <a:pt x="42" y="22"/>
                  </a:lnTo>
                  <a:lnTo>
                    <a:pt x="46" y="17"/>
                  </a:lnTo>
                  <a:lnTo>
                    <a:pt x="51" y="12"/>
                  </a:lnTo>
                  <a:lnTo>
                    <a:pt x="57" y="9"/>
                  </a:lnTo>
                  <a:lnTo>
                    <a:pt x="57" y="9"/>
                  </a:lnTo>
                  <a:lnTo>
                    <a:pt x="60" y="8"/>
                  </a:lnTo>
                  <a:lnTo>
                    <a:pt x="61" y="7"/>
                  </a:lnTo>
                  <a:lnTo>
                    <a:pt x="62" y="5"/>
                  </a:lnTo>
                  <a:lnTo>
                    <a:pt x="61" y="3"/>
                  </a:lnTo>
                  <a:lnTo>
                    <a:pt x="61" y="2"/>
                  </a:lnTo>
                  <a:lnTo>
                    <a:pt x="60" y="0"/>
                  </a:lnTo>
                  <a:lnTo>
                    <a:pt x="57" y="0"/>
                  </a:lnTo>
                  <a:lnTo>
                    <a:pt x="55" y="0"/>
                  </a:lnTo>
                  <a:lnTo>
                    <a:pt x="55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57" name="Freeform 173"/>
            <p:cNvSpPr/>
            <p:nvPr>
              <p:custDataLst>
                <p:tags r:id="rId12"/>
              </p:custDataLst>
            </p:nvPr>
          </p:nvSpPr>
          <p:spPr bwMode="auto">
            <a:xfrm>
              <a:off x="4403725" y="2228850"/>
              <a:ext cx="17463" cy="52388"/>
            </a:xfrm>
            <a:custGeom>
              <a:avLst/>
              <a:gdLst/>
              <a:ahLst/>
              <a:cxnLst>
                <a:cxn ang="0">
                  <a:pos x="27" y="1"/>
                </a:cxn>
                <a:cxn ang="0">
                  <a:pos x="27" y="1"/>
                </a:cxn>
                <a:cxn ang="0">
                  <a:pos x="24" y="2"/>
                </a:cxn>
                <a:cxn ang="0">
                  <a:pos x="22" y="6"/>
                </a:cxn>
                <a:cxn ang="0">
                  <a:pos x="17" y="12"/>
                </a:cxn>
                <a:cxn ang="0">
                  <a:pos x="15" y="20"/>
                </a:cxn>
                <a:cxn ang="0">
                  <a:pos x="14" y="27"/>
                </a:cxn>
                <a:cxn ang="0">
                  <a:pos x="14" y="27"/>
                </a:cxn>
                <a:cxn ang="0">
                  <a:pos x="12" y="45"/>
                </a:cxn>
                <a:cxn ang="0">
                  <a:pos x="10" y="61"/>
                </a:cxn>
                <a:cxn ang="0">
                  <a:pos x="6" y="78"/>
                </a:cxn>
                <a:cxn ang="0">
                  <a:pos x="0" y="94"/>
                </a:cxn>
                <a:cxn ang="0">
                  <a:pos x="0" y="94"/>
                </a:cxn>
                <a:cxn ang="0">
                  <a:pos x="0" y="96"/>
                </a:cxn>
                <a:cxn ang="0">
                  <a:pos x="0" y="97"/>
                </a:cxn>
                <a:cxn ang="0">
                  <a:pos x="1" y="100"/>
                </a:cxn>
                <a:cxn ang="0">
                  <a:pos x="3" y="100"/>
                </a:cxn>
                <a:cxn ang="0">
                  <a:pos x="6" y="100"/>
                </a:cxn>
                <a:cxn ang="0">
                  <a:pos x="8" y="98"/>
                </a:cxn>
                <a:cxn ang="0">
                  <a:pos x="9" y="96"/>
                </a:cxn>
                <a:cxn ang="0">
                  <a:pos x="9" y="96"/>
                </a:cxn>
                <a:cxn ang="0">
                  <a:pos x="13" y="85"/>
                </a:cxn>
                <a:cxn ang="0">
                  <a:pos x="15" y="80"/>
                </a:cxn>
                <a:cxn ang="0">
                  <a:pos x="18" y="75"/>
                </a:cxn>
                <a:cxn ang="0">
                  <a:pos x="18" y="75"/>
                </a:cxn>
                <a:cxn ang="0">
                  <a:pos x="19" y="72"/>
                </a:cxn>
                <a:cxn ang="0">
                  <a:pos x="21" y="69"/>
                </a:cxn>
                <a:cxn ang="0">
                  <a:pos x="21" y="62"/>
                </a:cxn>
                <a:cxn ang="0">
                  <a:pos x="22" y="49"/>
                </a:cxn>
                <a:cxn ang="0">
                  <a:pos x="22" y="49"/>
                </a:cxn>
                <a:cxn ang="0">
                  <a:pos x="23" y="28"/>
                </a:cxn>
                <a:cxn ang="0">
                  <a:pos x="24" y="22"/>
                </a:cxn>
                <a:cxn ang="0">
                  <a:pos x="25" y="17"/>
                </a:cxn>
                <a:cxn ang="0">
                  <a:pos x="27" y="13"/>
                </a:cxn>
                <a:cxn ang="0">
                  <a:pos x="30" y="10"/>
                </a:cxn>
                <a:cxn ang="0">
                  <a:pos x="30" y="10"/>
                </a:cxn>
                <a:cxn ang="0">
                  <a:pos x="31" y="9"/>
                </a:cxn>
                <a:cxn ang="0">
                  <a:pos x="32" y="8"/>
                </a:cxn>
                <a:cxn ang="0">
                  <a:pos x="33" y="3"/>
                </a:cxn>
                <a:cxn ang="0">
                  <a:pos x="32" y="2"/>
                </a:cxn>
                <a:cxn ang="0">
                  <a:pos x="31" y="1"/>
                </a:cxn>
                <a:cxn ang="0">
                  <a:pos x="29" y="0"/>
                </a:cxn>
                <a:cxn ang="0">
                  <a:pos x="27" y="1"/>
                </a:cxn>
                <a:cxn ang="0">
                  <a:pos x="27" y="1"/>
                </a:cxn>
              </a:cxnLst>
              <a:rect l="0" t="0" r="r" b="b"/>
              <a:pathLst>
                <a:path w="33" h="100">
                  <a:moveTo>
                    <a:pt x="27" y="1"/>
                  </a:moveTo>
                  <a:lnTo>
                    <a:pt x="27" y="1"/>
                  </a:lnTo>
                  <a:lnTo>
                    <a:pt x="24" y="2"/>
                  </a:lnTo>
                  <a:lnTo>
                    <a:pt x="22" y="6"/>
                  </a:lnTo>
                  <a:lnTo>
                    <a:pt x="17" y="12"/>
                  </a:lnTo>
                  <a:lnTo>
                    <a:pt x="15" y="20"/>
                  </a:lnTo>
                  <a:lnTo>
                    <a:pt x="14" y="27"/>
                  </a:lnTo>
                  <a:lnTo>
                    <a:pt x="14" y="27"/>
                  </a:lnTo>
                  <a:lnTo>
                    <a:pt x="12" y="45"/>
                  </a:lnTo>
                  <a:lnTo>
                    <a:pt x="10" y="61"/>
                  </a:lnTo>
                  <a:lnTo>
                    <a:pt x="6" y="78"/>
                  </a:lnTo>
                  <a:lnTo>
                    <a:pt x="0" y="94"/>
                  </a:lnTo>
                  <a:lnTo>
                    <a:pt x="0" y="94"/>
                  </a:lnTo>
                  <a:lnTo>
                    <a:pt x="0" y="96"/>
                  </a:lnTo>
                  <a:lnTo>
                    <a:pt x="0" y="97"/>
                  </a:lnTo>
                  <a:lnTo>
                    <a:pt x="1" y="100"/>
                  </a:lnTo>
                  <a:lnTo>
                    <a:pt x="3" y="100"/>
                  </a:lnTo>
                  <a:lnTo>
                    <a:pt x="6" y="100"/>
                  </a:lnTo>
                  <a:lnTo>
                    <a:pt x="8" y="98"/>
                  </a:lnTo>
                  <a:lnTo>
                    <a:pt x="9" y="96"/>
                  </a:lnTo>
                  <a:lnTo>
                    <a:pt x="9" y="96"/>
                  </a:lnTo>
                  <a:lnTo>
                    <a:pt x="13" y="85"/>
                  </a:lnTo>
                  <a:lnTo>
                    <a:pt x="15" y="80"/>
                  </a:lnTo>
                  <a:lnTo>
                    <a:pt x="18" y="75"/>
                  </a:lnTo>
                  <a:lnTo>
                    <a:pt x="18" y="75"/>
                  </a:lnTo>
                  <a:lnTo>
                    <a:pt x="19" y="72"/>
                  </a:lnTo>
                  <a:lnTo>
                    <a:pt x="21" y="69"/>
                  </a:lnTo>
                  <a:lnTo>
                    <a:pt x="21" y="62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3" y="28"/>
                  </a:lnTo>
                  <a:lnTo>
                    <a:pt x="24" y="22"/>
                  </a:lnTo>
                  <a:lnTo>
                    <a:pt x="25" y="17"/>
                  </a:lnTo>
                  <a:lnTo>
                    <a:pt x="27" y="13"/>
                  </a:lnTo>
                  <a:lnTo>
                    <a:pt x="30" y="10"/>
                  </a:lnTo>
                  <a:lnTo>
                    <a:pt x="30" y="10"/>
                  </a:lnTo>
                  <a:lnTo>
                    <a:pt x="31" y="9"/>
                  </a:lnTo>
                  <a:lnTo>
                    <a:pt x="32" y="8"/>
                  </a:lnTo>
                  <a:lnTo>
                    <a:pt x="33" y="3"/>
                  </a:lnTo>
                  <a:lnTo>
                    <a:pt x="32" y="2"/>
                  </a:lnTo>
                  <a:lnTo>
                    <a:pt x="31" y="1"/>
                  </a:lnTo>
                  <a:lnTo>
                    <a:pt x="29" y="0"/>
                  </a:lnTo>
                  <a:lnTo>
                    <a:pt x="27" y="1"/>
                  </a:lnTo>
                  <a:lnTo>
                    <a:pt x="27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58" name="Freeform 174"/>
            <p:cNvSpPr/>
            <p:nvPr>
              <p:custDataLst>
                <p:tags r:id="rId13"/>
              </p:custDataLst>
            </p:nvPr>
          </p:nvSpPr>
          <p:spPr bwMode="auto">
            <a:xfrm>
              <a:off x="4340225" y="2436813"/>
              <a:ext cx="4763" cy="42863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76"/>
                </a:cxn>
                <a:cxn ang="0">
                  <a:pos x="0" y="76"/>
                </a:cxn>
                <a:cxn ang="0">
                  <a:pos x="1" y="78"/>
                </a:cxn>
                <a:cxn ang="0">
                  <a:pos x="2" y="79"/>
                </a:cxn>
                <a:cxn ang="0">
                  <a:pos x="3" y="80"/>
                </a:cxn>
                <a:cxn ang="0">
                  <a:pos x="5" y="80"/>
                </a:cxn>
                <a:cxn ang="0">
                  <a:pos x="6" y="80"/>
                </a:cxn>
                <a:cxn ang="0">
                  <a:pos x="8" y="79"/>
                </a:cxn>
                <a:cxn ang="0">
                  <a:pos x="9" y="78"/>
                </a:cxn>
                <a:cxn ang="0">
                  <a:pos x="9" y="76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9" y="3"/>
                </a:cxn>
                <a:cxn ang="0">
                  <a:pos x="8" y="2"/>
                </a:cxn>
                <a:cxn ang="0">
                  <a:pos x="6" y="1"/>
                </a:cxn>
                <a:cxn ang="0">
                  <a:pos x="5" y="0"/>
                </a:cxn>
                <a:cxn ang="0">
                  <a:pos x="3" y="1"/>
                </a:cxn>
                <a:cxn ang="0">
                  <a:pos x="2" y="2"/>
                </a:cxn>
                <a:cxn ang="0">
                  <a:pos x="1" y="3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9" h="80">
                  <a:moveTo>
                    <a:pt x="0" y="5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" y="78"/>
                  </a:lnTo>
                  <a:lnTo>
                    <a:pt x="2" y="79"/>
                  </a:lnTo>
                  <a:lnTo>
                    <a:pt x="3" y="80"/>
                  </a:lnTo>
                  <a:lnTo>
                    <a:pt x="5" y="80"/>
                  </a:lnTo>
                  <a:lnTo>
                    <a:pt x="6" y="80"/>
                  </a:lnTo>
                  <a:lnTo>
                    <a:pt x="8" y="79"/>
                  </a:lnTo>
                  <a:lnTo>
                    <a:pt x="9" y="78"/>
                  </a:lnTo>
                  <a:lnTo>
                    <a:pt x="9" y="76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8" y="2"/>
                  </a:lnTo>
                  <a:lnTo>
                    <a:pt x="6" y="1"/>
                  </a:lnTo>
                  <a:lnTo>
                    <a:pt x="5" y="0"/>
                  </a:lnTo>
                  <a:lnTo>
                    <a:pt x="3" y="1"/>
                  </a:lnTo>
                  <a:lnTo>
                    <a:pt x="2" y="2"/>
                  </a:lnTo>
                  <a:lnTo>
                    <a:pt x="1" y="3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59" name="Freeform 175"/>
            <p:cNvSpPr/>
            <p:nvPr>
              <p:custDataLst>
                <p:tags r:id="rId14"/>
              </p:custDataLst>
            </p:nvPr>
          </p:nvSpPr>
          <p:spPr bwMode="auto">
            <a:xfrm>
              <a:off x="4370388" y="2460625"/>
              <a:ext cx="11113" cy="65088"/>
            </a:xfrm>
            <a:custGeom>
              <a:avLst/>
              <a:gdLst/>
              <a:ahLst/>
              <a:cxnLst>
                <a:cxn ang="0">
                  <a:pos x="12" y="2"/>
                </a:cxn>
                <a:cxn ang="0">
                  <a:pos x="12" y="2"/>
                </a:cxn>
                <a:cxn ang="0">
                  <a:pos x="9" y="9"/>
                </a:cxn>
                <a:cxn ang="0">
                  <a:pos x="7" y="15"/>
                </a:cxn>
                <a:cxn ang="0">
                  <a:pos x="3" y="29"/>
                </a:cxn>
                <a:cxn ang="0">
                  <a:pos x="1" y="44"/>
                </a:cxn>
                <a:cxn ang="0">
                  <a:pos x="0" y="59"/>
                </a:cxn>
                <a:cxn ang="0">
                  <a:pos x="1" y="90"/>
                </a:cxn>
                <a:cxn ang="0">
                  <a:pos x="2" y="118"/>
                </a:cxn>
                <a:cxn ang="0">
                  <a:pos x="2" y="118"/>
                </a:cxn>
                <a:cxn ang="0">
                  <a:pos x="3" y="120"/>
                </a:cxn>
                <a:cxn ang="0">
                  <a:pos x="4" y="122"/>
                </a:cxn>
                <a:cxn ang="0">
                  <a:pos x="5" y="123"/>
                </a:cxn>
                <a:cxn ang="0">
                  <a:pos x="7" y="123"/>
                </a:cxn>
                <a:cxn ang="0">
                  <a:pos x="9" y="123"/>
                </a:cxn>
                <a:cxn ang="0">
                  <a:pos x="10" y="122"/>
                </a:cxn>
                <a:cxn ang="0">
                  <a:pos x="11" y="120"/>
                </a:cxn>
                <a:cxn ang="0">
                  <a:pos x="11" y="118"/>
                </a:cxn>
                <a:cxn ang="0">
                  <a:pos x="11" y="118"/>
                </a:cxn>
                <a:cxn ang="0">
                  <a:pos x="10" y="91"/>
                </a:cxn>
                <a:cxn ang="0">
                  <a:pos x="10" y="61"/>
                </a:cxn>
                <a:cxn ang="0">
                  <a:pos x="10" y="47"/>
                </a:cxn>
                <a:cxn ang="0">
                  <a:pos x="12" y="32"/>
                </a:cxn>
                <a:cxn ang="0">
                  <a:pos x="15" y="19"/>
                </a:cxn>
                <a:cxn ang="0">
                  <a:pos x="17" y="13"/>
                </a:cxn>
                <a:cxn ang="0">
                  <a:pos x="20" y="8"/>
                </a:cxn>
                <a:cxn ang="0">
                  <a:pos x="20" y="8"/>
                </a:cxn>
                <a:cxn ang="0">
                  <a:pos x="22" y="5"/>
                </a:cxn>
                <a:cxn ang="0">
                  <a:pos x="20" y="3"/>
                </a:cxn>
                <a:cxn ang="0">
                  <a:pos x="19" y="1"/>
                </a:cxn>
                <a:cxn ang="0">
                  <a:pos x="18" y="0"/>
                </a:cxn>
                <a:cxn ang="0">
                  <a:pos x="17" y="0"/>
                </a:cxn>
                <a:cxn ang="0">
                  <a:pos x="15" y="0"/>
                </a:cxn>
                <a:cxn ang="0">
                  <a:pos x="13" y="0"/>
                </a:cxn>
                <a:cxn ang="0">
                  <a:pos x="12" y="2"/>
                </a:cxn>
                <a:cxn ang="0">
                  <a:pos x="12" y="2"/>
                </a:cxn>
              </a:cxnLst>
              <a:rect l="0" t="0" r="r" b="b"/>
              <a:pathLst>
                <a:path w="22" h="123">
                  <a:moveTo>
                    <a:pt x="12" y="2"/>
                  </a:moveTo>
                  <a:lnTo>
                    <a:pt x="12" y="2"/>
                  </a:lnTo>
                  <a:lnTo>
                    <a:pt x="9" y="9"/>
                  </a:lnTo>
                  <a:lnTo>
                    <a:pt x="7" y="15"/>
                  </a:lnTo>
                  <a:lnTo>
                    <a:pt x="3" y="29"/>
                  </a:lnTo>
                  <a:lnTo>
                    <a:pt x="1" y="44"/>
                  </a:lnTo>
                  <a:lnTo>
                    <a:pt x="0" y="59"/>
                  </a:lnTo>
                  <a:lnTo>
                    <a:pt x="1" y="90"/>
                  </a:lnTo>
                  <a:lnTo>
                    <a:pt x="2" y="118"/>
                  </a:lnTo>
                  <a:lnTo>
                    <a:pt x="2" y="118"/>
                  </a:lnTo>
                  <a:lnTo>
                    <a:pt x="3" y="120"/>
                  </a:lnTo>
                  <a:lnTo>
                    <a:pt x="4" y="122"/>
                  </a:lnTo>
                  <a:lnTo>
                    <a:pt x="5" y="123"/>
                  </a:lnTo>
                  <a:lnTo>
                    <a:pt x="7" y="123"/>
                  </a:lnTo>
                  <a:lnTo>
                    <a:pt x="9" y="123"/>
                  </a:lnTo>
                  <a:lnTo>
                    <a:pt x="10" y="122"/>
                  </a:lnTo>
                  <a:lnTo>
                    <a:pt x="11" y="120"/>
                  </a:lnTo>
                  <a:lnTo>
                    <a:pt x="11" y="118"/>
                  </a:lnTo>
                  <a:lnTo>
                    <a:pt x="11" y="118"/>
                  </a:lnTo>
                  <a:lnTo>
                    <a:pt x="10" y="91"/>
                  </a:lnTo>
                  <a:lnTo>
                    <a:pt x="10" y="61"/>
                  </a:lnTo>
                  <a:lnTo>
                    <a:pt x="10" y="47"/>
                  </a:lnTo>
                  <a:lnTo>
                    <a:pt x="12" y="32"/>
                  </a:lnTo>
                  <a:lnTo>
                    <a:pt x="15" y="19"/>
                  </a:lnTo>
                  <a:lnTo>
                    <a:pt x="17" y="13"/>
                  </a:lnTo>
                  <a:lnTo>
                    <a:pt x="20" y="8"/>
                  </a:lnTo>
                  <a:lnTo>
                    <a:pt x="20" y="8"/>
                  </a:lnTo>
                  <a:lnTo>
                    <a:pt x="22" y="5"/>
                  </a:lnTo>
                  <a:lnTo>
                    <a:pt x="20" y="3"/>
                  </a:lnTo>
                  <a:lnTo>
                    <a:pt x="19" y="1"/>
                  </a:lnTo>
                  <a:lnTo>
                    <a:pt x="18" y="0"/>
                  </a:lnTo>
                  <a:lnTo>
                    <a:pt x="17" y="0"/>
                  </a:lnTo>
                  <a:lnTo>
                    <a:pt x="15" y="0"/>
                  </a:lnTo>
                  <a:lnTo>
                    <a:pt x="13" y="0"/>
                  </a:lnTo>
                  <a:lnTo>
                    <a:pt x="12" y="2"/>
                  </a:lnTo>
                  <a:lnTo>
                    <a:pt x="12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60" name="Freeform 176"/>
            <p:cNvSpPr/>
            <p:nvPr>
              <p:custDataLst>
                <p:tags r:id="rId15"/>
              </p:custDataLst>
            </p:nvPr>
          </p:nvSpPr>
          <p:spPr bwMode="auto">
            <a:xfrm>
              <a:off x="4395788" y="2492375"/>
              <a:ext cx="7938" cy="55563"/>
            </a:xfrm>
            <a:custGeom>
              <a:avLst/>
              <a:gdLst/>
              <a:ahLst/>
              <a:cxnLst>
                <a:cxn ang="0">
                  <a:pos x="6" y="5"/>
                </a:cxn>
                <a:cxn ang="0">
                  <a:pos x="6" y="5"/>
                </a:cxn>
                <a:cxn ang="0">
                  <a:pos x="5" y="29"/>
                </a:cxn>
                <a:cxn ang="0">
                  <a:pos x="2" y="53"/>
                </a:cxn>
                <a:cxn ang="0">
                  <a:pos x="1" y="77"/>
                </a:cxn>
                <a:cxn ang="0">
                  <a:pos x="0" y="100"/>
                </a:cxn>
                <a:cxn ang="0">
                  <a:pos x="0" y="100"/>
                </a:cxn>
                <a:cxn ang="0">
                  <a:pos x="1" y="102"/>
                </a:cxn>
                <a:cxn ang="0">
                  <a:pos x="2" y="104"/>
                </a:cxn>
                <a:cxn ang="0">
                  <a:pos x="4" y="105"/>
                </a:cxn>
                <a:cxn ang="0">
                  <a:pos x="6" y="105"/>
                </a:cxn>
                <a:cxn ang="0">
                  <a:pos x="7" y="105"/>
                </a:cxn>
                <a:cxn ang="0">
                  <a:pos x="9" y="104"/>
                </a:cxn>
                <a:cxn ang="0">
                  <a:pos x="10" y="102"/>
                </a:cxn>
                <a:cxn ang="0">
                  <a:pos x="10" y="100"/>
                </a:cxn>
                <a:cxn ang="0">
                  <a:pos x="10" y="100"/>
                </a:cxn>
                <a:cxn ang="0">
                  <a:pos x="11" y="77"/>
                </a:cxn>
                <a:cxn ang="0">
                  <a:pos x="13" y="53"/>
                </a:cxn>
                <a:cxn ang="0">
                  <a:pos x="14" y="29"/>
                </a:cxn>
                <a:cxn ang="0">
                  <a:pos x="15" y="5"/>
                </a:cxn>
                <a:cxn ang="0">
                  <a:pos x="15" y="5"/>
                </a:cxn>
                <a:cxn ang="0">
                  <a:pos x="15" y="3"/>
                </a:cxn>
                <a:cxn ang="0">
                  <a:pos x="14" y="2"/>
                </a:cxn>
                <a:cxn ang="0">
                  <a:pos x="12" y="1"/>
                </a:cxn>
                <a:cxn ang="0">
                  <a:pos x="10" y="0"/>
                </a:cxn>
                <a:cxn ang="0">
                  <a:pos x="9" y="1"/>
                </a:cxn>
                <a:cxn ang="0">
                  <a:pos x="7" y="2"/>
                </a:cxn>
                <a:cxn ang="0">
                  <a:pos x="6" y="3"/>
                </a:cxn>
                <a:cxn ang="0">
                  <a:pos x="6" y="5"/>
                </a:cxn>
                <a:cxn ang="0">
                  <a:pos x="6" y="5"/>
                </a:cxn>
              </a:cxnLst>
              <a:rect l="0" t="0" r="r" b="b"/>
              <a:pathLst>
                <a:path w="15" h="105">
                  <a:moveTo>
                    <a:pt x="6" y="5"/>
                  </a:moveTo>
                  <a:lnTo>
                    <a:pt x="6" y="5"/>
                  </a:lnTo>
                  <a:lnTo>
                    <a:pt x="5" y="29"/>
                  </a:lnTo>
                  <a:lnTo>
                    <a:pt x="2" y="53"/>
                  </a:lnTo>
                  <a:lnTo>
                    <a:pt x="1" y="77"/>
                  </a:lnTo>
                  <a:lnTo>
                    <a:pt x="0" y="100"/>
                  </a:lnTo>
                  <a:lnTo>
                    <a:pt x="0" y="100"/>
                  </a:lnTo>
                  <a:lnTo>
                    <a:pt x="1" y="102"/>
                  </a:lnTo>
                  <a:lnTo>
                    <a:pt x="2" y="104"/>
                  </a:lnTo>
                  <a:lnTo>
                    <a:pt x="4" y="105"/>
                  </a:lnTo>
                  <a:lnTo>
                    <a:pt x="6" y="105"/>
                  </a:lnTo>
                  <a:lnTo>
                    <a:pt x="7" y="105"/>
                  </a:lnTo>
                  <a:lnTo>
                    <a:pt x="9" y="104"/>
                  </a:lnTo>
                  <a:lnTo>
                    <a:pt x="10" y="102"/>
                  </a:lnTo>
                  <a:lnTo>
                    <a:pt x="10" y="100"/>
                  </a:lnTo>
                  <a:lnTo>
                    <a:pt x="10" y="100"/>
                  </a:lnTo>
                  <a:lnTo>
                    <a:pt x="11" y="77"/>
                  </a:lnTo>
                  <a:lnTo>
                    <a:pt x="13" y="53"/>
                  </a:lnTo>
                  <a:lnTo>
                    <a:pt x="14" y="29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3"/>
                  </a:lnTo>
                  <a:lnTo>
                    <a:pt x="14" y="2"/>
                  </a:lnTo>
                  <a:lnTo>
                    <a:pt x="12" y="1"/>
                  </a:lnTo>
                  <a:lnTo>
                    <a:pt x="10" y="0"/>
                  </a:lnTo>
                  <a:lnTo>
                    <a:pt x="9" y="1"/>
                  </a:lnTo>
                  <a:lnTo>
                    <a:pt x="7" y="2"/>
                  </a:lnTo>
                  <a:lnTo>
                    <a:pt x="6" y="3"/>
                  </a:lnTo>
                  <a:lnTo>
                    <a:pt x="6" y="5"/>
                  </a:lnTo>
                  <a:lnTo>
                    <a:pt x="6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61" name="Freeform 177"/>
            <p:cNvSpPr/>
            <p:nvPr>
              <p:custDataLst>
                <p:tags r:id="rId16"/>
              </p:custDataLst>
            </p:nvPr>
          </p:nvSpPr>
          <p:spPr bwMode="auto">
            <a:xfrm>
              <a:off x="4424363" y="2520950"/>
              <a:ext cx="4763" cy="71438"/>
            </a:xfrm>
            <a:custGeom>
              <a:avLst/>
              <a:gdLst/>
              <a:ahLst/>
              <a:cxnLst>
                <a:cxn ang="0">
                  <a:pos x="0" y="4"/>
                </a:cxn>
                <a:cxn ang="0">
                  <a:pos x="0" y="132"/>
                </a:cxn>
                <a:cxn ang="0">
                  <a:pos x="0" y="132"/>
                </a:cxn>
                <a:cxn ang="0">
                  <a:pos x="0" y="134"/>
                </a:cxn>
                <a:cxn ang="0">
                  <a:pos x="1" y="136"/>
                </a:cxn>
                <a:cxn ang="0">
                  <a:pos x="3" y="136"/>
                </a:cxn>
                <a:cxn ang="0">
                  <a:pos x="4" y="137"/>
                </a:cxn>
                <a:cxn ang="0">
                  <a:pos x="6" y="136"/>
                </a:cxn>
                <a:cxn ang="0">
                  <a:pos x="7" y="136"/>
                </a:cxn>
                <a:cxn ang="0">
                  <a:pos x="8" y="134"/>
                </a:cxn>
                <a:cxn ang="0">
                  <a:pos x="9" y="132"/>
                </a:cxn>
                <a:cxn ang="0">
                  <a:pos x="9" y="4"/>
                </a:cxn>
                <a:cxn ang="0">
                  <a:pos x="9" y="4"/>
                </a:cxn>
                <a:cxn ang="0">
                  <a:pos x="8" y="2"/>
                </a:cxn>
                <a:cxn ang="0">
                  <a:pos x="7" y="1"/>
                </a:cxn>
                <a:cxn ang="0">
                  <a:pos x="6" y="0"/>
                </a:cxn>
                <a:cxn ang="0">
                  <a:pos x="4" y="0"/>
                </a:cxn>
                <a:cxn ang="0">
                  <a:pos x="3" y="0"/>
                </a:cxn>
                <a:cxn ang="0">
                  <a:pos x="1" y="1"/>
                </a:cxn>
                <a:cxn ang="0">
                  <a:pos x="0" y="2"/>
                </a:cxn>
                <a:cxn ang="0">
                  <a:pos x="0" y="4"/>
                </a:cxn>
                <a:cxn ang="0">
                  <a:pos x="0" y="4"/>
                </a:cxn>
              </a:cxnLst>
              <a:rect l="0" t="0" r="r" b="b"/>
              <a:pathLst>
                <a:path w="9" h="137">
                  <a:moveTo>
                    <a:pt x="0" y="4"/>
                  </a:moveTo>
                  <a:lnTo>
                    <a:pt x="0" y="132"/>
                  </a:lnTo>
                  <a:lnTo>
                    <a:pt x="0" y="132"/>
                  </a:lnTo>
                  <a:lnTo>
                    <a:pt x="0" y="134"/>
                  </a:lnTo>
                  <a:lnTo>
                    <a:pt x="1" y="136"/>
                  </a:lnTo>
                  <a:lnTo>
                    <a:pt x="3" y="136"/>
                  </a:lnTo>
                  <a:lnTo>
                    <a:pt x="4" y="137"/>
                  </a:lnTo>
                  <a:lnTo>
                    <a:pt x="6" y="136"/>
                  </a:lnTo>
                  <a:lnTo>
                    <a:pt x="7" y="136"/>
                  </a:lnTo>
                  <a:lnTo>
                    <a:pt x="8" y="134"/>
                  </a:lnTo>
                  <a:lnTo>
                    <a:pt x="9" y="132"/>
                  </a:lnTo>
                  <a:lnTo>
                    <a:pt x="9" y="4"/>
                  </a:lnTo>
                  <a:lnTo>
                    <a:pt x="9" y="4"/>
                  </a:lnTo>
                  <a:lnTo>
                    <a:pt x="8" y="2"/>
                  </a:lnTo>
                  <a:lnTo>
                    <a:pt x="7" y="1"/>
                  </a:lnTo>
                  <a:lnTo>
                    <a:pt x="6" y="0"/>
                  </a:lnTo>
                  <a:lnTo>
                    <a:pt x="4" y="0"/>
                  </a:lnTo>
                  <a:lnTo>
                    <a:pt x="3" y="0"/>
                  </a:lnTo>
                  <a:lnTo>
                    <a:pt x="1" y="1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62" name="Freeform 178"/>
            <p:cNvSpPr/>
            <p:nvPr>
              <p:custDataLst>
                <p:tags r:id="rId17"/>
              </p:custDataLst>
            </p:nvPr>
          </p:nvSpPr>
          <p:spPr bwMode="auto">
            <a:xfrm>
              <a:off x="4451350" y="2547938"/>
              <a:ext cx="7938" cy="68263"/>
            </a:xfrm>
            <a:custGeom>
              <a:avLst/>
              <a:gdLst/>
              <a:ahLst/>
              <a:cxnLst>
                <a:cxn ang="0">
                  <a:pos x="5" y="5"/>
                </a:cxn>
                <a:cxn ang="0">
                  <a:pos x="5" y="5"/>
                </a:cxn>
                <a:cxn ang="0">
                  <a:pos x="2" y="33"/>
                </a:cxn>
                <a:cxn ang="0">
                  <a:pos x="1" y="47"/>
                </a:cxn>
                <a:cxn ang="0">
                  <a:pos x="0" y="62"/>
                </a:cxn>
                <a:cxn ang="0">
                  <a:pos x="0" y="124"/>
                </a:cxn>
                <a:cxn ang="0">
                  <a:pos x="0" y="124"/>
                </a:cxn>
                <a:cxn ang="0">
                  <a:pos x="1" y="126"/>
                </a:cxn>
                <a:cxn ang="0">
                  <a:pos x="2" y="127"/>
                </a:cxn>
                <a:cxn ang="0">
                  <a:pos x="3" y="128"/>
                </a:cxn>
                <a:cxn ang="0">
                  <a:pos x="5" y="128"/>
                </a:cxn>
                <a:cxn ang="0">
                  <a:pos x="6" y="128"/>
                </a:cxn>
                <a:cxn ang="0">
                  <a:pos x="8" y="127"/>
                </a:cxn>
                <a:cxn ang="0">
                  <a:pos x="9" y="126"/>
                </a:cxn>
                <a:cxn ang="0">
                  <a:pos x="9" y="124"/>
                </a:cxn>
                <a:cxn ang="0">
                  <a:pos x="9" y="69"/>
                </a:cxn>
                <a:cxn ang="0">
                  <a:pos x="9" y="69"/>
                </a:cxn>
                <a:cxn ang="0">
                  <a:pos x="10" y="52"/>
                </a:cxn>
                <a:cxn ang="0">
                  <a:pos x="11" y="37"/>
                </a:cxn>
                <a:cxn ang="0">
                  <a:pos x="14" y="5"/>
                </a:cxn>
                <a:cxn ang="0">
                  <a:pos x="14" y="5"/>
                </a:cxn>
                <a:cxn ang="0">
                  <a:pos x="14" y="3"/>
                </a:cxn>
                <a:cxn ang="0">
                  <a:pos x="13" y="2"/>
                </a:cxn>
                <a:cxn ang="0">
                  <a:pos x="11" y="1"/>
                </a:cxn>
                <a:cxn ang="0">
                  <a:pos x="10" y="0"/>
                </a:cxn>
                <a:cxn ang="0">
                  <a:pos x="6" y="2"/>
                </a:cxn>
                <a:cxn ang="0">
                  <a:pos x="5" y="3"/>
                </a:cxn>
                <a:cxn ang="0">
                  <a:pos x="5" y="5"/>
                </a:cxn>
                <a:cxn ang="0">
                  <a:pos x="5" y="5"/>
                </a:cxn>
              </a:cxnLst>
              <a:rect l="0" t="0" r="r" b="b"/>
              <a:pathLst>
                <a:path w="14" h="128">
                  <a:moveTo>
                    <a:pt x="5" y="5"/>
                  </a:moveTo>
                  <a:lnTo>
                    <a:pt x="5" y="5"/>
                  </a:lnTo>
                  <a:lnTo>
                    <a:pt x="2" y="33"/>
                  </a:lnTo>
                  <a:lnTo>
                    <a:pt x="1" y="47"/>
                  </a:lnTo>
                  <a:lnTo>
                    <a:pt x="0" y="62"/>
                  </a:lnTo>
                  <a:lnTo>
                    <a:pt x="0" y="124"/>
                  </a:lnTo>
                  <a:lnTo>
                    <a:pt x="0" y="124"/>
                  </a:lnTo>
                  <a:lnTo>
                    <a:pt x="1" y="126"/>
                  </a:lnTo>
                  <a:lnTo>
                    <a:pt x="2" y="127"/>
                  </a:lnTo>
                  <a:lnTo>
                    <a:pt x="3" y="128"/>
                  </a:lnTo>
                  <a:lnTo>
                    <a:pt x="5" y="128"/>
                  </a:lnTo>
                  <a:lnTo>
                    <a:pt x="6" y="128"/>
                  </a:lnTo>
                  <a:lnTo>
                    <a:pt x="8" y="127"/>
                  </a:lnTo>
                  <a:lnTo>
                    <a:pt x="9" y="126"/>
                  </a:lnTo>
                  <a:lnTo>
                    <a:pt x="9" y="124"/>
                  </a:lnTo>
                  <a:lnTo>
                    <a:pt x="9" y="69"/>
                  </a:lnTo>
                  <a:lnTo>
                    <a:pt x="9" y="69"/>
                  </a:lnTo>
                  <a:lnTo>
                    <a:pt x="10" y="52"/>
                  </a:lnTo>
                  <a:lnTo>
                    <a:pt x="11" y="37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3"/>
                  </a:lnTo>
                  <a:lnTo>
                    <a:pt x="13" y="2"/>
                  </a:lnTo>
                  <a:lnTo>
                    <a:pt x="11" y="1"/>
                  </a:lnTo>
                  <a:lnTo>
                    <a:pt x="10" y="0"/>
                  </a:lnTo>
                  <a:lnTo>
                    <a:pt x="6" y="2"/>
                  </a:lnTo>
                  <a:lnTo>
                    <a:pt x="5" y="3"/>
                  </a:lnTo>
                  <a:lnTo>
                    <a:pt x="5" y="5"/>
                  </a:lnTo>
                  <a:lnTo>
                    <a:pt x="5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63" name="Freeform 179"/>
            <p:cNvSpPr/>
            <p:nvPr>
              <p:custDataLst>
                <p:tags r:id="rId18"/>
              </p:custDataLst>
            </p:nvPr>
          </p:nvSpPr>
          <p:spPr bwMode="auto">
            <a:xfrm>
              <a:off x="4478338" y="2578100"/>
              <a:ext cx="6350" cy="55563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100"/>
                </a:cxn>
                <a:cxn ang="0">
                  <a:pos x="0" y="100"/>
                </a:cxn>
                <a:cxn ang="0">
                  <a:pos x="0" y="102"/>
                </a:cxn>
                <a:cxn ang="0">
                  <a:pos x="1" y="103"/>
                </a:cxn>
                <a:cxn ang="0">
                  <a:pos x="4" y="104"/>
                </a:cxn>
                <a:cxn ang="0">
                  <a:pos x="5" y="104"/>
                </a:cxn>
                <a:cxn ang="0">
                  <a:pos x="7" y="104"/>
                </a:cxn>
                <a:cxn ang="0">
                  <a:pos x="8" y="103"/>
                </a:cxn>
                <a:cxn ang="0">
                  <a:pos x="9" y="102"/>
                </a:cxn>
                <a:cxn ang="0">
                  <a:pos x="10" y="100"/>
                </a:cxn>
                <a:cxn ang="0">
                  <a:pos x="10" y="5"/>
                </a:cxn>
                <a:cxn ang="0">
                  <a:pos x="10" y="5"/>
                </a:cxn>
                <a:cxn ang="0">
                  <a:pos x="9" y="2"/>
                </a:cxn>
                <a:cxn ang="0">
                  <a:pos x="8" y="1"/>
                </a:cxn>
                <a:cxn ang="0">
                  <a:pos x="7" y="0"/>
                </a:cxn>
                <a:cxn ang="0">
                  <a:pos x="5" y="0"/>
                </a:cxn>
                <a:cxn ang="0">
                  <a:pos x="4" y="0"/>
                </a:cxn>
                <a:cxn ang="0">
                  <a:pos x="1" y="1"/>
                </a:cxn>
                <a:cxn ang="0">
                  <a:pos x="0" y="2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10" h="104">
                  <a:moveTo>
                    <a:pt x="0" y="5"/>
                  </a:moveTo>
                  <a:lnTo>
                    <a:pt x="0" y="100"/>
                  </a:lnTo>
                  <a:lnTo>
                    <a:pt x="0" y="100"/>
                  </a:lnTo>
                  <a:lnTo>
                    <a:pt x="0" y="102"/>
                  </a:lnTo>
                  <a:lnTo>
                    <a:pt x="1" y="103"/>
                  </a:lnTo>
                  <a:lnTo>
                    <a:pt x="4" y="104"/>
                  </a:lnTo>
                  <a:lnTo>
                    <a:pt x="5" y="104"/>
                  </a:lnTo>
                  <a:lnTo>
                    <a:pt x="7" y="104"/>
                  </a:lnTo>
                  <a:lnTo>
                    <a:pt x="8" y="103"/>
                  </a:lnTo>
                  <a:lnTo>
                    <a:pt x="9" y="102"/>
                  </a:lnTo>
                  <a:lnTo>
                    <a:pt x="10" y="100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9" y="2"/>
                  </a:lnTo>
                  <a:lnTo>
                    <a:pt x="8" y="1"/>
                  </a:lnTo>
                  <a:lnTo>
                    <a:pt x="7" y="0"/>
                  </a:lnTo>
                  <a:lnTo>
                    <a:pt x="5" y="0"/>
                  </a:lnTo>
                  <a:lnTo>
                    <a:pt x="4" y="0"/>
                  </a:lnTo>
                  <a:lnTo>
                    <a:pt x="1" y="1"/>
                  </a:lnTo>
                  <a:lnTo>
                    <a:pt x="0" y="2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64" name="Freeform 180"/>
            <p:cNvSpPr/>
            <p:nvPr>
              <p:custDataLst>
                <p:tags r:id="rId19"/>
              </p:custDataLst>
            </p:nvPr>
          </p:nvSpPr>
          <p:spPr bwMode="auto">
            <a:xfrm>
              <a:off x="4500563" y="2608263"/>
              <a:ext cx="7938" cy="49213"/>
            </a:xfrm>
            <a:custGeom>
              <a:avLst/>
              <a:gdLst/>
              <a:ahLst/>
              <a:cxnLst>
                <a:cxn ang="0">
                  <a:pos x="15" y="88"/>
                </a:cxn>
                <a:cxn ang="0">
                  <a:pos x="15" y="88"/>
                </a:cxn>
                <a:cxn ang="0">
                  <a:pos x="12" y="79"/>
                </a:cxn>
                <a:cxn ang="0">
                  <a:pos x="10" y="68"/>
                </a:cxn>
                <a:cxn ang="0">
                  <a:pos x="9" y="57"/>
                </a:cxn>
                <a:cxn ang="0">
                  <a:pos x="9" y="47"/>
                </a:cxn>
                <a:cxn ang="0">
                  <a:pos x="9" y="25"/>
                </a:cxn>
                <a:cxn ang="0">
                  <a:pos x="10" y="4"/>
                </a:cxn>
                <a:cxn ang="0">
                  <a:pos x="10" y="4"/>
                </a:cxn>
                <a:cxn ang="0">
                  <a:pos x="10" y="2"/>
                </a:cxn>
                <a:cxn ang="0">
                  <a:pos x="9" y="1"/>
                </a:cxn>
                <a:cxn ang="0">
                  <a:pos x="7" y="0"/>
                </a:cxn>
                <a:cxn ang="0">
                  <a:pos x="6" y="0"/>
                </a:cxn>
                <a:cxn ang="0">
                  <a:pos x="4" y="0"/>
                </a:cxn>
                <a:cxn ang="0">
                  <a:pos x="2" y="1"/>
                </a:cxn>
                <a:cxn ang="0">
                  <a:pos x="1" y="2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0" y="26"/>
                </a:cxn>
                <a:cxn ang="0">
                  <a:pos x="0" y="48"/>
                </a:cxn>
                <a:cxn ang="0">
                  <a:pos x="0" y="59"/>
                </a:cxn>
                <a:cxn ang="0">
                  <a:pos x="1" y="69"/>
                </a:cxn>
                <a:cxn ang="0">
                  <a:pos x="3" y="81"/>
                </a:cxn>
                <a:cxn ang="0">
                  <a:pos x="6" y="91"/>
                </a:cxn>
                <a:cxn ang="0">
                  <a:pos x="6" y="91"/>
                </a:cxn>
                <a:cxn ang="0">
                  <a:pos x="7" y="93"/>
                </a:cxn>
                <a:cxn ang="0">
                  <a:pos x="8" y="94"/>
                </a:cxn>
                <a:cxn ang="0">
                  <a:pos x="10" y="94"/>
                </a:cxn>
                <a:cxn ang="0">
                  <a:pos x="12" y="94"/>
                </a:cxn>
                <a:cxn ang="0">
                  <a:pos x="13" y="93"/>
                </a:cxn>
                <a:cxn ang="0">
                  <a:pos x="14" y="92"/>
                </a:cxn>
                <a:cxn ang="0">
                  <a:pos x="15" y="90"/>
                </a:cxn>
                <a:cxn ang="0">
                  <a:pos x="15" y="88"/>
                </a:cxn>
                <a:cxn ang="0">
                  <a:pos x="15" y="88"/>
                </a:cxn>
              </a:cxnLst>
              <a:rect l="0" t="0" r="r" b="b"/>
              <a:pathLst>
                <a:path w="15" h="94">
                  <a:moveTo>
                    <a:pt x="15" y="88"/>
                  </a:moveTo>
                  <a:lnTo>
                    <a:pt x="15" y="88"/>
                  </a:lnTo>
                  <a:lnTo>
                    <a:pt x="12" y="79"/>
                  </a:lnTo>
                  <a:lnTo>
                    <a:pt x="10" y="68"/>
                  </a:lnTo>
                  <a:lnTo>
                    <a:pt x="9" y="57"/>
                  </a:lnTo>
                  <a:lnTo>
                    <a:pt x="9" y="47"/>
                  </a:lnTo>
                  <a:lnTo>
                    <a:pt x="9" y="25"/>
                  </a:lnTo>
                  <a:lnTo>
                    <a:pt x="10" y="4"/>
                  </a:lnTo>
                  <a:lnTo>
                    <a:pt x="10" y="4"/>
                  </a:lnTo>
                  <a:lnTo>
                    <a:pt x="10" y="2"/>
                  </a:lnTo>
                  <a:lnTo>
                    <a:pt x="9" y="1"/>
                  </a:lnTo>
                  <a:lnTo>
                    <a:pt x="7" y="0"/>
                  </a:lnTo>
                  <a:lnTo>
                    <a:pt x="6" y="0"/>
                  </a:lnTo>
                  <a:lnTo>
                    <a:pt x="4" y="0"/>
                  </a:lnTo>
                  <a:lnTo>
                    <a:pt x="2" y="1"/>
                  </a:lnTo>
                  <a:lnTo>
                    <a:pt x="1" y="2"/>
                  </a:lnTo>
                  <a:lnTo>
                    <a:pt x="1" y="4"/>
                  </a:lnTo>
                  <a:lnTo>
                    <a:pt x="1" y="4"/>
                  </a:lnTo>
                  <a:lnTo>
                    <a:pt x="0" y="26"/>
                  </a:lnTo>
                  <a:lnTo>
                    <a:pt x="0" y="48"/>
                  </a:lnTo>
                  <a:lnTo>
                    <a:pt x="0" y="59"/>
                  </a:lnTo>
                  <a:lnTo>
                    <a:pt x="1" y="69"/>
                  </a:lnTo>
                  <a:lnTo>
                    <a:pt x="3" y="81"/>
                  </a:lnTo>
                  <a:lnTo>
                    <a:pt x="6" y="91"/>
                  </a:lnTo>
                  <a:lnTo>
                    <a:pt x="6" y="91"/>
                  </a:lnTo>
                  <a:lnTo>
                    <a:pt x="7" y="93"/>
                  </a:lnTo>
                  <a:lnTo>
                    <a:pt x="8" y="94"/>
                  </a:lnTo>
                  <a:lnTo>
                    <a:pt x="10" y="94"/>
                  </a:lnTo>
                  <a:lnTo>
                    <a:pt x="12" y="94"/>
                  </a:lnTo>
                  <a:lnTo>
                    <a:pt x="13" y="93"/>
                  </a:lnTo>
                  <a:lnTo>
                    <a:pt x="14" y="92"/>
                  </a:lnTo>
                  <a:lnTo>
                    <a:pt x="15" y="90"/>
                  </a:lnTo>
                  <a:lnTo>
                    <a:pt x="15" y="88"/>
                  </a:lnTo>
                  <a:lnTo>
                    <a:pt x="15" y="88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65" name="Freeform 181"/>
            <p:cNvSpPr/>
            <p:nvPr>
              <p:custDataLst>
                <p:tags r:id="rId20"/>
              </p:custDataLst>
            </p:nvPr>
          </p:nvSpPr>
          <p:spPr bwMode="auto">
            <a:xfrm>
              <a:off x="4529138" y="2622550"/>
              <a:ext cx="7938" cy="63500"/>
            </a:xfrm>
            <a:custGeom>
              <a:avLst/>
              <a:gdLst/>
              <a:ahLst/>
              <a:cxnLst>
                <a:cxn ang="0">
                  <a:pos x="6" y="5"/>
                </a:cxn>
                <a:cxn ang="0">
                  <a:pos x="6" y="5"/>
                </a:cxn>
                <a:cxn ang="0">
                  <a:pos x="5" y="18"/>
                </a:cxn>
                <a:cxn ang="0">
                  <a:pos x="3" y="31"/>
                </a:cxn>
                <a:cxn ang="0">
                  <a:pos x="1" y="43"/>
                </a:cxn>
                <a:cxn ang="0">
                  <a:pos x="0" y="57"/>
                </a:cxn>
                <a:cxn ang="0">
                  <a:pos x="0" y="57"/>
                </a:cxn>
                <a:cxn ang="0">
                  <a:pos x="0" y="86"/>
                </a:cxn>
                <a:cxn ang="0">
                  <a:pos x="0" y="114"/>
                </a:cxn>
                <a:cxn ang="0">
                  <a:pos x="0" y="114"/>
                </a:cxn>
                <a:cxn ang="0">
                  <a:pos x="1" y="116"/>
                </a:cxn>
                <a:cxn ang="0">
                  <a:pos x="2" y="117"/>
                </a:cxn>
                <a:cxn ang="0">
                  <a:pos x="3" y="118"/>
                </a:cxn>
                <a:cxn ang="0">
                  <a:pos x="6" y="119"/>
                </a:cxn>
                <a:cxn ang="0">
                  <a:pos x="8" y="118"/>
                </a:cxn>
                <a:cxn ang="0">
                  <a:pos x="9" y="117"/>
                </a:cxn>
                <a:cxn ang="0">
                  <a:pos x="10" y="116"/>
                </a:cxn>
                <a:cxn ang="0">
                  <a:pos x="11" y="114"/>
                </a:cxn>
                <a:cxn ang="0">
                  <a:pos x="11" y="57"/>
                </a:cxn>
                <a:cxn ang="0">
                  <a:pos x="11" y="57"/>
                </a:cxn>
                <a:cxn ang="0">
                  <a:pos x="11" y="43"/>
                </a:cxn>
                <a:cxn ang="0">
                  <a:pos x="13" y="31"/>
                </a:cxn>
                <a:cxn ang="0">
                  <a:pos x="14" y="18"/>
                </a:cxn>
                <a:cxn ang="0">
                  <a:pos x="15" y="5"/>
                </a:cxn>
                <a:cxn ang="0">
                  <a:pos x="15" y="5"/>
                </a:cxn>
                <a:cxn ang="0">
                  <a:pos x="15" y="3"/>
                </a:cxn>
                <a:cxn ang="0">
                  <a:pos x="14" y="1"/>
                </a:cxn>
                <a:cxn ang="0">
                  <a:pos x="12" y="0"/>
                </a:cxn>
                <a:cxn ang="0">
                  <a:pos x="11" y="0"/>
                </a:cxn>
                <a:cxn ang="0">
                  <a:pos x="9" y="0"/>
                </a:cxn>
                <a:cxn ang="0">
                  <a:pos x="8" y="1"/>
                </a:cxn>
                <a:cxn ang="0">
                  <a:pos x="6" y="3"/>
                </a:cxn>
                <a:cxn ang="0">
                  <a:pos x="6" y="5"/>
                </a:cxn>
                <a:cxn ang="0">
                  <a:pos x="6" y="5"/>
                </a:cxn>
              </a:cxnLst>
              <a:rect l="0" t="0" r="r" b="b"/>
              <a:pathLst>
                <a:path w="15" h="119">
                  <a:moveTo>
                    <a:pt x="6" y="5"/>
                  </a:moveTo>
                  <a:lnTo>
                    <a:pt x="6" y="5"/>
                  </a:lnTo>
                  <a:lnTo>
                    <a:pt x="5" y="18"/>
                  </a:lnTo>
                  <a:lnTo>
                    <a:pt x="3" y="31"/>
                  </a:lnTo>
                  <a:lnTo>
                    <a:pt x="1" y="43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0" y="86"/>
                  </a:lnTo>
                  <a:lnTo>
                    <a:pt x="0" y="114"/>
                  </a:lnTo>
                  <a:lnTo>
                    <a:pt x="0" y="114"/>
                  </a:lnTo>
                  <a:lnTo>
                    <a:pt x="1" y="116"/>
                  </a:lnTo>
                  <a:lnTo>
                    <a:pt x="2" y="117"/>
                  </a:lnTo>
                  <a:lnTo>
                    <a:pt x="3" y="118"/>
                  </a:lnTo>
                  <a:lnTo>
                    <a:pt x="6" y="119"/>
                  </a:lnTo>
                  <a:lnTo>
                    <a:pt x="8" y="118"/>
                  </a:lnTo>
                  <a:lnTo>
                    <a:pt x="9" y="117"/>
                  </a:lnTo>
                  <a:lnTo>
                    <a:pt x="10" y="116"/>
                  </a:lnTo>
                  <a:lnTo>
                    <a:pt x="11" y="114"/>
                  </a:lnTo>
                  <a:lnTo>
                    <a:pt x="11" y="57"/>
                  </a:lnTo>
                  <a:lnTo>
                    <a:pt x="11" y="57"/>
                  </a:lnTo>
                  <a:lnTo>
                    <a:pt x="11" y="43"/>
                  </a:lnTo>
                  <a:lnTo>
                    <a:pt x="13" y="31"/>
                  </a:lnTo>
                  <a:lnTo>
                    <a:pt x="14" y="18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3"/>
                  </a:lnTo>
                  <a:lnTo>
                    <a:pt x="14" y="1"/>
                  </a:lnTo>
                  <a:lnTo>
                    <a:pt x="12" y="0"/>
                  </a:lnTo>
                  <a:lnTo>
                    <a:pt x="11" y="0"/>
                  </a:lnTo>
                  <a:lnTo>
                    <a:pt x="9" y="0"/>
                  </a:lnTo>
                  <a:lnTo>
                    <a:pt x="8" y="1"/>
                  </a:lnTo>
                  <a:lnTo>
                    <a:pt x="6" y="3"/>
                  </a:lnTo>
                  <a:lnTo>
                    <a:pt x="6" y="5"/>
                  </a:lnTo>
                  <a:lnTo>
                    <a:pt x="6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66" name="Freeform 182"/>
            <p:cNvSpPr/>
            <p:nvPr>
              <p:custDataLst>
                <p:tags r:id="rId21"/>
              </p:custDataLst>
            </p:nvPr>
          </p:nvSpPr>
          <p:spPr bwMode="auto">
            <a:xfrm>
              <a:off x="4551363" y="2652713"/>
              <a:ext cx="4763" cy="55563"/>
            </a:xfrm>
            <a:custGeom>
              <a:avLst/>
              <a:gdLst/>
              <a:ahLst/>
              <a:cxnLst>
                <a:cxn ang="0">
                  <a:pos x="11" y="5"/>
                </a:cxn>
                <a:cxn ang="0">
                  <a:pos x="11" y="5"/>
                </a:cxn>
                <a:cxn ang="0">
                  <a:pos x="11" y="3"/>
                </a:cxn>
                <a:cxn ang="0">
                  <a:pos x="10" y="1"/>
                </a:cxn>
                <a:cxn ang="0">
                  <a:pos x="8" y="0"/>
                </a:cxn>
                <a:cxn ang="0">
                  <a:pos x="6" y="0"/>
                </a:cxn>
                <a:cxn ang="0">
                  <a:pos x="5" y="0"/>
                </a:cxn>
                <a:cxn ang="0">
                  <a:pos x="3" y="1"/>
                </a:cxn>
                <a:cxn ang="0">
                  <a:pos x="2" y="3"/>
                </a:cxn>
                <a:cxn ang="0">
                  <a:pos x="2" y="5"/>
                </a:cxn>
                <a:cxn ang="0">
                  <a:pos x="2" y="5"/>
                </a:cxn>
                <a:cxn ang="0">
                  <a:pos x="0" y="53"/>
                </a:cxn>
                <a:cxn ang="0">
                  <a:pos x="0" y="75"/>
                </a:cxn>
                <a:cxn ang="0">
                  <a:pos x="2" y="99"/>
                </a:cxn>
                <a:cxn ang="0">
                  <a:pos x="2" y="99"/>
                </a:cxn>
                <a:cxn ang="0">
                  <a:pos x="2" y="101"/>
                </a:cxn>
                <a:cxn ang="0">
                  <a:pos x="4" y="103"/>
                </a:cxn>
                <a:cxn ang="0">
                  <a:pos x="7" y="104"/>
                </a:cxn>
                <a:cxn ang="0">
                  <a:pos x="9" y="104"/>
                </a:cxn>
                <a:cxn ang="0">
                  <a:pos x="10" y="103"/>
                </a:cxn>
                <a:cxn ang="0">
                  <a:pos x="11" y="101"/>
                </a:cxn>
                <a:cxn ang="0">
                  <a:pos x="11" y="99"/>
                </a:cxn>
                <a:cxn ang="0">
                  <a:pos x="11" y="99"/>
                </a:cxn>
                <a:cxn ang="0">
                  <a:pos x="9" y="75"/>
                </a:cxn>
                <a:cxn ang="0">
                  <a:pos x="9" y="53"/>
                </a:cxn>
                <a:cxn ang="0">
                  <a:pos x="11" y="5"/>
                </a:cxn>
                <a:cxn ang="0">
                  <a:pos x="11" y="5"/>
                </a:cxn>
              </a:cxnLst>
              <a:rect l="0" t="0" r="r" b="b"/>
              <a:pathLst>
                <a:path w="11" h="104">
                  <a:moveTo>
                    <a:pt x="11" y="5"/>
                  </a:moveTo>
                  <a:lnTo>
                    <a:pt x="11" y="5"/>
                  </a:lnTo>
                  <a:lnTo>
                    <a:pt x="11" y="3"/>
                  </a:lnTo>
                  <a:lnTo>
                    <a:pt x="10" y="1"/>
                  </a:lnTo>
                  <a:lnTo>
                    <a:pt x="8" y="0"/>
                  </a:lnTo>
                  <a:lnTo>
                    <a:pt x="6" y="0"/>
                  </a:lnTo>
                  <a:lnTo>
                    <a:pt x="5" y="0"/>
                  </a:lnTo>
                  <a:lnTo>
                    <a:pt x="3" y="1"/>
                  </a:lnTo>
                  <a:lnTo>
                    <a:pt x="2" y="3"/>
                  </a:lnTo>
                  <a:lnTo>
                    <a:pt x="2" y="5"/>
                  </a:lnTo>
                  <a:lnTo>
                    <a:pt x="2" y="5"/>
                  </a:lnTo>
                  <a:lnTo>
                    <a:pt x="0" y="53"/>
                  </a:lnTo>
                  <a:lnTo>
                    <a:pt x="0" y="75"/>
                  </a:lnTo>
                  <a:lnTo>
                    <a:pt x="2" y="99"/>
                  </a:lnTo>
                  <a:lnTo>
                    <a:pt x="2" y="99"/>
                  </a:lnTo>
                  <a:lnTo>
                    <a:pt x="2" y="101"/>
                  </a:lnTo>
                  <a:lnTo>
                    <a:pt x="4" y="103"/>
                  </a:lnTo>
                  <a:lnTo>
                    <a:pt x="7" y="104"/>
                  </a:lnTo>
                  <a:lnTo>
                    <a:pt x="9" y="104"/>
                  </a:lnTo>
                  <a:lnTo>
                    <a:pt x="10" y="103"/>
                  </a:lnTo>
                  <a:lnTo>
                    <a:pt x="11" y="101"/>
                  </a:lnTo>
                  <a:lnTo>
                    <a:pt x="11" y="99"/>
                  </a:lnTo>
                  <a:lnTo>
                    <a:pt x="11" y="99"/>
                  </a:lnTo>
                  <a:lnTo>
                    <a:pt x="9" y="75"/>
                  </a:lnTo>
                  <a:lnTo>
                    <a:pt x="9" y="53"/>
                  </a:lnTo>
                  <a:lnTo>
                    <a:pt x="11" y="5"/>
                  </a:lnTo>
                  <a:lnTo>
                    <a:pt x="11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67" name="Freeform 183"/>
            <p:cNvSpPr/>
            <p:nvPr>
              <p:custDataLst>
                <p:tags r:id="rId22"/>
              </p:custDataLst>
            </p:nvPr>
          </p:nvSpPr>
          <p:spPr bwMode="auto">
            <a:xfrm>
              <a:off x="4572000" y="2676525"/>
              <a:ext cx="6350" cy="58738"/>
            </a:xfrm>
            <a:custGeom>
              <a:avLst/>
              <a:gdLst/>
              <a:ahLst/>
              <a:cxnLst>
                <a:cxn ang="0">
                  <a:pos x="10" y="4"/>
                </a:cxn>
                <a:cxn ang="0">
                  <a:pos x="10" y="4"/>
                </a:cxn>
                <a:cxn ang="0">
                  <a:pos x="9" y="2"/>
                </a:cxn>
                <a:cxn ang="0">
                  <a:pos x="8" y="1"/>
                </a:cxn>
                <a:cxn ang="0">
                  <a:pos x="7" y="0"/>
                </a:cxn>
                <a:cxn ang="0">
                  <a:pos x="5" y="0"/>
                </a:cxn>
                <a:cxn ang="0">
                  <a:pos x="3" y="0"/>
                </a:cxn>
                <a:cxn ang="0">
                  <a:pos x="2" y="1"/>
                </a:cxn>
                <a:cxn ang="0">
                  <a:pos x="1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1" y="57"/>
                </a:cxn>
                <a:cxn ang="0">
                  <a:pos x="2" y="83"/>
                </a:cxn>
                <a:cxn ang="0">
                  <a:pos x="5" y="109"/>
                </a:cxn>
                <a:cxn ang="0">
                  <a:pos x="5" y="109"/>
                </a:cxn>
                <a:cxn ang="0">
                  <a:pos x="6" y="111"/>
                </a:cxn>
                <a:cxn ang="0">
                  <a:pos x="7" y="112"/>
                </a:cxn>
                <a:cxn ang="0">
                  <a:pos x="10" y="113"/>
                </a:cxn>
                <a:cxn ang="0">
                  <a:pos x="12" y="113"/>
                </a:cxn>
                <a:cxn ang="0">
                  <a:pos x="13" y="112"/>
                </a:cxn>
                <a:cxn ang="0">
                  <a:pos x="14" y="111"/>
                </a:cxn>
                <a:cxn ang="0">
                  <a:pos x="14" y="109"/>
                </a:cxn>
                <a:cxn ang="0">
                  <a:pos x="14" y="109"/>
                </a:cxn>
                <a:cxn ang="0">
                  <a:pos x="12" y="83"/>
                </a:cxn>
                <a:cxn ang="0">
                  <a:pos x="10" y="57"/>
                </a:cxn>
                <a:cxn ang="0">
                  <a:pos x="10" y="4"/>
                </a:cxn>
                <a:cxn ang="0">
                  <a:pos x="10" y="4"/>
                </a:cxn>
              </a:cxnLst>
              <a:rect l="0" t="0" r="r" b="b"/>
              <a:pathLst>
                <a:path w="14" h="113">
                  <a:moveTo>
                    <a:pt x="10" y="4"/>
                  </a:moveTo>
                  <a:lnTo>
                    <a:pt x="10" y="4"/>
                  </a:lnTo>
                  <a:lnTo>
                    <a:pt x="9" y="2"/>
                  </a:lnTo>
                  <a:lnTo>
                    <a:pt x="8" y="1"/>
                  </a:lnTo>
                  <a:lnTo>
                    <a:pt x="7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1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1" y="57"/>
                  </a:lnTo>
                  <a:lnTo>
                    <a:pt x="2" y="83"/>
                  </a:lnTo>
                  <a:lnTo>
                    <a:pt x="5" y="109"/>
                  </a:lnTo>
                  <a:lnTo>
                    <a:pt x="5" y="109"/>
                  </a:lnTo>
                  <a:lnTo>
                    <a:pt x="6" y="111"/>
                  </a:lnTo>
                  <a:lnTo>
                    <a:pt x="7" y="112"/>
                  </a:lnTo>
                  <a:lnTo>
                    <a:pt x="10" y="113"/>
                  </a:lnTo>
                  <a:lnTo>
                    <a:pt x="12" y="113"/>
                  </a:lnTo>
                  <a:lnTo>
                    <a:pt x="13" y="112"/>
                  </a:lnTo>
                  <a:lnTo>
                    <a:pt x="14" y="111"/>
                  </a:lnTo>
                  <a:lnTo>
                    <a:pt x="14" y="109"/>
                  </a:lnTo>
                  <a:lnTo>
                    <a:pt x="14" y="109"/>
                  </a:lnTo>
                  <a:lnTo>
                    <a:pt x="12" y="83"/>
                  </a:lnTo>
                  <a:lnTo>
                    <a:pt x="10" y="57"/>
                  </a:lnTo>
                  <a:lnTo>
                    <a:pt x="10" y="4"/>
                  </a:lnTo>
                  <a:lnTo>
                    <a:pt x="10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68" name="Freeform 184"/>
            <p:cNvSpPr/>
            <p:nvPr>
              <p:custDataLst>
                <p:tags r:id="rId23"/>
              </p:custDataLst>
            </p:nvPr>
          </p:nvSpPr>
          <p:spPr bwMode="auto">
            <a:xfrm>
              <a:off x="4481513" y="2305050"/>
              <a:ext cx="12700" cy="61913"/>
            </a:xfrm>
            <a:custGeom>
              <a:avLst/>
              <a:gdLst/>
              <a:ahLst/>
              <a:cxnLst>
                <a:cxn ang="0">
                  <a:pos x="21" y="109"/>
                </a:cxn>
                <a:cxn ang="0">
                  <a:pos x="21" y="109"/>
                </a:cxn>
                <a:cxn ang="0">
                  <a:pos x="16" y="105"/>
                </a:cxn>
                <a:cxn ang="0">
                  <a:pos x="13" y="101"/>
                </a:cxn>
                <a:cxn ang="0">
                  <a:pos x="11" y="95"/>
                </a:cxn>
                <a:cxn ang="0">
                  <a:pos x="9" y="89"/>
                </a:cxn>
                <a:cxn ang="0">
                  <a:pos x="9" y="76"/>
                </a:cxn>
                <a:cxn ang="0">
                  <a:pos x="9" y="64"/>
                </a:cxn>
                <a:cxn ang="0">
                  <a:pos x="9" y="64"/>
                </a:cxn>
                <a:cxn ang="0">
                  <a:pos x="10" y="34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9" y="3"/>
                </a:cxn>
                <a:cxn ang="0">
                  <a:pos x="8" y="1"/>
                </a:cxn>
                <a:cxn ang="0">
                  <a:pos x="6" y="0"/>
                </a:cxn>
                <a:cxn ang="0">
                  <a:pos x="5" y="0"/>
                </a:cxn>
                <a:cxn ang="0">
                  <a:pos x="3" y="0"/>
                </a:cxn>
                <a:cxn ang="0">
                  <a:pos x="2" y="1"/>
                </a:cxn>
                <a:cxn ang="0">
                  <a:pos x="1" y="3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77"/>
                </a:cxn>
                <a:cxn ang="0">
                  <a:pos x="0" y="77"/>
                </a:cxn>
                <a:cxn ang="0">
                  <a:pos x="0" y="89"/>
                </a:cxn>
                <a:cxn ang="0">
                  <a:pos x="1" y="95"/>
                </a:cxn>
                <a:cxn ang="0">
                  <a:pos x="3" y="100"/>
                </a:cxn>
                <a:cxn ang="0">
                  <a:pos x="5" y="105"/>
                </a:cxn>
                <a:cxn ang="0">
                  <a:pos x="8" y="110"/>
                </a:cxn>
                <a:cxn ang="0">
                  <a:pos x="12" y="115"/>
                </a:cxn>
                <a:cxn ang="0">
                  <a:pos x="16" y="118"/>
                </a:cxn>
                <a:cxn ang="0">
                  <a:pos x="16" y="118"/>
                </a:cxn>
                <a:cxn ang="0">
                  <a:pos x="18" y="119"/>
                </a:cxn>
                <a:cxn ang="0">
                  <a:pos x="20" y="119"/>
                </a:cxn>
                <a:cxn ang="0">
                  <a:pos x="21" y="118"/>
                </a:cxn>
                <a:cxn ang="0">
                  <a:pos x="22" y="117"/>
                </a:cxn>
                <a:cxn ang="0">
                  <a:pos x="23" y="115"/>
                </a:cxn>
                <a:cxn ang="0">
                  <a:pos x="23" y="112"/>
                </a:cxn>
                <a:cxn ang="0">
                  <a:pos x="22" y="111"/>
                </a:cxn>
                <a:cxn ang="0">
                  <a:pos x="21" y="109"/>
                </a:cxn>
                <a:cxn ang="0">
                  <a:pos x="21" y="109"/>
                </a:cxn>
              </a:cxnLst>
              <a:rect l="0" t="0" r="r" b="b"/>
              <a:pathLst>
                <a:path w="23" h="119">
                  <a:moveTo>
                    <a:pt x="21" y="109"/>
                  </a:moveTo>
                  <a:lnTo>
                    <a:pt x="21" y="109"/>
                  </a:lnTo>
                  <a:lnTo>
                    <a:pt x="16" y="105"/>
                  </a:lnTo>
                  <a:lnTo>
                    <a:pt x="13" y="101"/>
                  </a:lnTo>
                  <a:lnTo>
                    <a:pt x="11" y="95"/>
                  </a:lnTo>
                  <a:lnTo>
                    <a:pt x="9" y="89"/>
                  </a:lnTo>
                  <a:lnTo>
                    <a:pt x="9" y="76"/>
                  </a:lnTo>
                  <a:lnTo>
                    <a:pt x="9" y="64"/>
                  </a:lnTo>
                  <a:lnTo>
                    <a:pt x="9" y="64"/>
                  </a:lnTo>
                  <a:lnTo>
                    <a:pt x="10" y="34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8" y="1"/>
                  </a:lnTo>
                  <a:lnTo>
                    <a:pt x="6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1"/>
                  </a:lnTo>
                  <a:lnTo>
                    <a:pt x="1" y="3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89"/>
                  </a:lnTo>
                  <a:lnTo>
                    <a:pt x="1" y="95"/>
                  </a:lnTo>
                  <a:lnTo>
                    <a:pt x="3" y="100"/>
                  </a:lnTo>
                  <a:lnTo>
                    <a:pt x="5" y="105"/>
                  </a:lnTo>
                  <a:lnTo>
                    <a:pt x="8" y="110"/>
                  </a:lnTo>
                  <a:lnTo>
                    <a:pt x="12" y="115"/>
                  </a:lnTo>
                  <a:lnTo>
                    <a:pt x="16" y="118"/>
                  </a:lnTo>
                  <a:lnTo>
                    <a:pt x="16" y="118"/>
                  </a:lnTo>
                  <a:lnTo>
                    <a:pt x="18" y="119"/>
                  </a:lnTo>
                  <a:lnTo>
                    <a:pt x="20" y="119"/>
                  </a:lnTo>
                  <a:lnTo>
                    <a:pt x="21" y="118"/>
                  </a:lnTo>
                  <a:lnTo>
                    <a:pt x="22" y="117"/>
                  </a:lnTo>
                  <a:lnTo>
                    <a:pt x="23" y="115"/>
                  </a:lnTo>
                  <a:lnTo>
                    <a:pt x="23" y="112"/>
                  </a:lnTo>
                  <a:lnTo>
                    <a:pt x="22" y="111"/>
                  </a:lnTo>
                  <a:lnTo>
                    <a:pt x="21" y="109"/>
                  </a:lnTo>
                  <a:lnTo>
                    <a:pt x="21" y="109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69" name="Freeform 185"/>
            <p:cNvSpPr/>
            <p:nvPr>
              <p:custDataLst>
                <p:tags r:id="rId24"/>
              </p:custDataLst>
            </p:nvPr>
          </p:nvSpPr>
          <p:spPr bwMode="auto">
            <a:xfrm>
              <a:off x="4519613" y="2336800"/>
              <a:ext cx="9525" cy="55563"/>
            </a:xfrm>
            <a:custGeom>
              <a:avLst/>
              <a:gdLst/>
              <a:ahLst/>
              <a:cxnLst>
                <a:cxn ang="0">
                  <a:pos x="9" y="3"/>
                </a:cxn>
                <a:cxn ang="0">
                  <a:pos x="9" y="3"/>
                </a:cxn>
                <a:cxn ang="0">
                  <a:pos x="7" y="15"/>
                </a:cxn>
                <a:cxn ang="0">
                  <a:pos x="4" y="27"/>
                </a:cxn>
                <a:cxn ang="0">
                  <a:pos x="2" y="50"/>
                </a:cxn>
                <a:cxn ang="0">
                  <a:pos x="0" y="75"/>
                </a:cxn>
                <a:cxn ang="0">
                  <a:pos x="0" y="99"/>
                </a:cxn>
                <a:cxn ang="0">
                  <a:pos x="0" y="99"/>
                </a:cxn>
                <a:cxn ang="0">
                  <a:pos x="0" y="101"/>
                </a:cxn>
                <a:cxn ang="0">
                  <a:pos x="1" y="102"/>
                </a:cxn>
                <a:cxn ang="0">
                  <a:pos x="3" y="103"/>
                </a:cxn>
                <a:cxn ang="0">
                  <a:pos x="5" y="104"/>
                </a:cxn>
                <a:cxn ang="0">
                  <a:pos x="6" y="103"/>
                </a:cxn>
                <a:cxn ang="0">
                  <a:pos x="8" y="102"/>
                </a:cxn>
                <a:cxn ang="0">
                  <a:pos x="9" y="101"/>
                </a:cxn>
                <a:cxn ang="0">
                  <a:pos x="9" y="99"/>
                </a:cxn>
                <a:cxn ang="0">
                  <a:pos x="9" y="99"/>
                </a:cxn>
                <a:cxn ang="0">
                  <a:pos x="10" y="75"/>
                </a:cxn>
                <a:cxn ang="0">
                  <a:pos x="11" y="52"/>
                </a:cxn>
                <a:cxn ang="0">
                  <a:pos x="13" y="29"/>
                </a:cxn>
                <a:cxn ang="0">
                  <a:pos x="16" y="17"/>
                </a:cxn>
                <a:cxn ang="0">
                  <a:pos x="18" y="6"/>
                </a:cxn>
                <a:cxn ang="0">
                  <a:pos x="18" y="6"/>
                </a:cxn>
                <a:cxn ang="0">
                  <a:pos x="18" y="4"/>
                </a:cxn>
                <a:cxn ang="0">
                  <a:pos x="18" y="2"/>
                </a:cxn>
                <a:cxn ang="0">
                  <a:pos x="17" y="1"/>
                </a:cxn>
                <a:cxn ang="0">
                  <a:pos x="15" y="0"/>
                </a:cxn>
                <a:cxn ang="0">
                  <a:pos x="13" y="0"/>
                </a:cxn>
                <a:cxn ang="0">
                  <a:pos x="12" y="0"/>
                </a:cxn>
                <a:cxn ang="0">
                  <a:pos x="10" y="1"/>
                </a:cxn>
                <a:cxn ang="0">
                  <a:pos x="9" y="3"/>
                </a:cxn>
                <a:cxn ang="0">
                  <a:pos x="9" y="3"/>
                </a:cxn>
              </a:cxnLst>
              <a:rect l="0" t="0" r="r" b="b"/>
              <a:pathLst>
                <a:path w="18" h="104">
                  <a:moveTo>
                    <a:pt x="9" y="3"/>
                  </a:moveTo>
                  <a:lnTo>
                    <a:pt x="9" y="3"/>
                  </a:lnTo>
                  <a:lnTo>
                    <a:pt x="7" y="15"/>
                  </a:lnTo>
                  <a:lnTo>
                    <a:pt x="4" y="27"/>
                  </a:lnTo>
                  <a:lnTo>
                    <a:pt x="2" y="50"/>
                  </a:lnTo>
                  <a:lnTo>
                    <a:pt x="0" y="75"/>
                  </a:lnTo>
                  <a:lnTo>
                    <a:pt x="0" y="99"/>
                  </a:lnTo>
                  <a:lnTo>
                    <a:pt x="0" y="99"/>
                  </a:lnTo>
                  <a:lnTo>
                    <a:pt x="0" y="101"/>
                  </a:lnTo>
                  <a:lnTo>
                    <a:pt x="1" y="102"/>
                  </a:lnTo>
                  <a:lnTo>
                    <a:pt x="3" y="103"/>
                  </a:lnTo>
                  <a:lnTo>
                    <a:pt x="5" y="104"/>
                  </a:lnTo>
                  <a:lnTo>
                    <a:pt x="6" y="103"/>
                  </a:lnTo>
                  <a:lnTo>
                    <a:pt x="8" y="102"/>
                  </a:lnTo>
                  <a:lnTo>
                    <a:pt x="9" y="101"/>
                  </a:lnTo>
                  <a:lnTo>
                    <a:pt x="9" y="99"/>
                  </a:lnTo>
                  <a:lnTo>
                    <a:pt x="9" y="99"/>
                  </a:lnTo>
                  <a:lnTo>
                    <a:pt x="10" y="75"/>
                  </a:lnTo>
                  <a:lnTo>
                    <a:pt x="11" y="52"/>
                  </a:lnTo>
                  <a:lnTo>
                    <a:pt x="13" y="29"/>
                  </a:lnTo>
                  <a:lnTo>
                    <a:pt x="16" y="17"/>
                  </a:lnTo>
                  <a:lnTo>
                    <a:pt x="18" y="6"/>
                  </a:lnTo>
                  <a:lnTo>
                    <a:pt x="18" y="6"/>
                  </a:lnTo>
                  <a:lnTo>
                    <a:pt x="18" y="4"/>
                  </a:lnTo>
                  <a:lnTo>
                    <a:pt x="18" y="2"/>
                  </a:lnTo>
                  <a:lnTo>
                    <a:pt x="17" y="1"/>
                  </a:lnTo>
                  <a:lnTo>
                    <a:pt x="15" y="0"/>
                  </a:lnTo>
                  <a:lnTo>
                    <a:pt x="13" y="0"/>
                  </a:lnTo>
                  <a:lnTo>
                    <a:pt x="12" y="0"/>
                  </a:lnTo>
                  <a:lnTo>
                    <a:pt x="10" y="1"/>
                  </a:lnTo>
                  <a:lnTo>
                    <a:pt x="9" y="3"/>
                  </a:lnTo>
                  <a:lnTo>
                    <a:pt x="9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70" name="Freeform 186"/>
            <p:cNvSpPr/>
            <p:nvPr>
              <p:custDataLst>
                <p:tags r:id="rId25"/>
              </p:custDataLst>
            </p:nvPr>
          </p:nvSpPr>
          <p:spPr bwMode="auto">
            <a:xfrm>
              <a:off x="4543425" y="2370138"/>
              <a:ext cx="7938" cy="71438"/>
            </a:xfrm>
            <a:custGeom>
              <a:avLst/>
              <a:gdLst/>
              <a:ahLst/>
              <a:cxnLst>
                <a:cxn ang="0">
                  <a:pos x="5" y="4"/>
                </a:cxn>
                <a:cxn ang="0">
                  <a:pos x="5" y="4"/>
                </a:cxn>
                <a:cxn ang="0">
                  <a:pos x="4" y="36"/>
                </a:cxn>
                <a:cxn ang="0">
                  <a:pos x="3" y="68"/>
                </a:cxn>
                <a:cxn ang="0">
                  <a:pos x="1" y="100"/>
                </a:cxn>
                <a:cxn ang="0">
                  <a:pos x="0" y="132"/>
                </a:cxn>
                <a:cxn ang="0">
                  <a:pos x="0" y="132"/>
                </a:cxn>
                <a:cxn ang="0">
                  <a:pos x="0" y="134"/>
                </a:cxn>
                <a:cxn ang="0">
                  <a:pos x="1" y="135"/>
                </a:cxn>
                <a:cxn ang="0">
                  <a:pos x="3" y="136"/>
                </a:cxn>
                <a:cxn ang="0">
                  <a:pos x="4" y="136"/>
                </a:cxn>
                <a:cxn ang="0">
                  <a:pos x="7" y="136"/>
                </a:cxn>
                <a:cxn ang="0">
                  <a:pos x="9" y="135"/>
                </a:cxn>
                <a:cxn ang="0">
                  <a:pos x="10" y="134"/>
                </a:cxn>
                <a:cxn ang="0">
                  <a:pos x="10" y="132"/>
                </a:cxn>
                <a:cxn ang="0">
                  <a:pos x="10" y="132"/>
                </a:cxn>
                <a:cxn ang="0">
                  <a:pos x="11" y="100"/>
                </a:cxn>
                <a:cxn ang="0">
                  <a:pos x="13" y="68"/>
                </a:cxn>
                <a:cxn ang="0">
                  <a:pos x="14" y="36"/>
                </a:cxn>
                <a:cxn ang="0">
                  <a:pos x="15" y="4"/>
                </a:cxn>
                <a:cxn ang="0">
                  <a:pos x="15" y="4"/>
                </a:cxn>
                <a:cxn ang="0">
                  <a:pos x="14" y="2"/>
                </a:cxn>
                <a:cxn ang="0">
                  <a:pos x="13" y="1"/>
                </a:cxn>
                <a:cxn ang="0">
                  <a:pos x="12" y="0"/>
                </a:cxn>
                <a:cxn ang="0">
                  <a:pos x="10" y="0"/>
                </a:cxn>
                <a:cxn ang="0">
                  <a:pos x="8" y="0"/>
                </a:cxn>
                <a:cxn ang="0">
                  <a:pos x="7" y="1"/>
                </a:cxn>
                <a:cxn ang="0">
                  <a:pos x="5" y="2"/>
                </a:cxn>
                <a:cxn ang="0">
                  <a:pos x="5" y="4"/>
                </a:cxn>
                <a:cxn ang="0">
                  <a:pos x="5" y="4"/>
                </a:cxn>
              </a:cxnLst>
              <a:rect l="0" t="0" r="r" b="b"/>
              <a:pathLst>
                <a:path w="15" h="136">
                  <a:moveTo>
                    <a:pt x="5" y="4"/>
                  </a:moveTo>
                  <a:lnTo>
                    <a:pt x="5" y="4"/>
                  </a:lnTo>
                  <a:lnTo>
                    <a:pt x="4" y="36"/>
                  </a:lnTo>
                  <a:lnTo>
                    <a:pt x="3" y="68"/>
                  </a:lnTo>
                  <a:lnTo>
                    <a:pt x="1" y="100"/>
                  </a:lnTo>
                  <a:lnTo>
                    <a:pt x="0" y="132"/>
                  </a:lnTo>
                  <a:lnTo>
                    <a:pt x="0" y="132"/>
                  </a:lnTo>
                  <a:lnTo>
                    <a:pt x="0" y="134"/>
                  </a:lnTo>
                  <a:lnTo>
                    <a:pt x="1" y="135"/>
                  </a:lnTo>
                  <a:lnTo>
                    <a:pt x="3" y="136"/>
                  </a:lnTo>
                  <a:lnTo>
                    <a:pt x="4" y="136"/>
                  </a:lnTo>
                  <a:lnTo>
                    <a:pt x="7" y="136"/>
                  </a:lnTo>
                  <a:lnTo>
                    <a:pt x="9" y="135"/>
                  </a:lnTo>
                  <a:lnTo>
                    <a:pt x="10" y="134"/>
                  </a:lnTo>
                  <a:lnTo>
                    <a:pt x="10" y="132"/>
                  </a:lnTo>
                  <a:lnTo>
                    <a:pt x="10" y="132"/>
                  </a:lnTo>
                  <a:lnTo>
                    <a:pt x="11" y="100"/>
                  </a:lnTo>
                  <a:lnTo>
                    <a:pt x="13" y="68"/>
                  </a:lnTo>
                  <a:lnTo>
                    <a:pt x="14" y="36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4" y="2"/>
                  </a:lnTo>
                  <a:lnTo>
                    <a:pt x="13" y="1"/>
                  </a:lnTo>
                  <a:lnTo>
                    <a:pt x="12" y="0"/>
                  </a:lnTo>
                  <a:lnTo>
                    <a:pt x="10" y="0"/>
                  </a:lnTo>
                  <a:lnTo>
                    <a:pt x="8" y="0"/>
                  </a:lnTo>
                  <a:lnTo>
                    <a:pt x="7" y="1"/>
                  </a:lnTo>
                  <a:lnTo>
                    <a:pt x="5" y="2"/>
                  </a:lnTo>
                  <a:lnTo>
                    <a:pt x="5" y="4"/>
                  </a:lnTo>
                  <a:lnTo>
                    <a:pt x="5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71" name="Freeform 187"/>
            <p:cNvSpPr/>
            <p:nvPr>
              <p:custDataLst>
                <p:tags r:id="rId26"/>
              </p:custDataLst>
            </p:nvPr>
          </p:nvSpPr>
          <p:spPr bwMode="auto">
            <a:xfrm>
              <a:off x="4573588" y="2406650"/>
              <a:ext cx="4763" cy="71438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128"/>
                </a:cxn>
                <a:cxn ang="0">
                  <a:pos x="0" y="128"/>
                </a:cxn>
                <a:cxn ang="0">
                  <a:pos x="0" y="130"/>
                </a:cxn>
                <a:cxn ang="0">
                  <a:pos x="1" y="131"/>
                </a:cxn>
                <a:cxn ang="0">
                  <a:pos x="3" y="132"/>
                </a:cxn>
                <a:cxn ang="0">
                  <a:pos x="5" y="133"/>
                </a:cxn>
                <a:cxn ang="0">
                  <a:pos x="6" y="132"/>
                </a:cxn>
                <a:cxn ang="0">
                  <a:pos x="8" y="131"/>
                </a:cxn>
                <a:cxn ang="0">
                  <a:pos x="9" y="130"/>
                </a:cxn>
                <a:cxn ang="0">
                  <a:pos x="9" y="128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9" y="3"/>
                </a:cxn>
                <a:cxn ang="0">
                  <a:pos x="8" y="1"/>
                </a:cxn>
                <a:cxn ang="0">
                  <a:pos x="6" y="1"/>
                </a:cxn>
                <a:cxn ang="0">
                  <a:pos x="5" y="0"/>
                </a:cxn>
                <a:cxn ang="0">
                  <a:pos x="3" y="1"/>
                </a:cxn>
                <a:cxn ang="0">
                  <a:pos x="1" y="1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9" h="133">
                  <a:moveTo>
                    <a:pt x="0" y="5"/>
                  </a:moveTo>
                  <a:lnTo>
                    <a:pt x="0" y="128"/>
                  </a:lnTo>
                  <a:lnTo>
                    <a:pt x="0" y="128"/>
                  </a:lnTo>
                  <a:lnTo>
                    <a:pt x="0" y="130"/>
                  </a:lnTo>
                  <a:lnTo>
                    <a:pt x="1" y="131"/>
                  </a:lnTo>
                  <a:lnTo>
                    <a:pt x="3" y="132"/>
                  </a:lnTo>
                  <a:lnTo>
                    <a:pt x="5" y="133"/>
                  </a:lnTo>
                  <a:lnTo>
                    <a:pt x="6" y="132"/>
                  </a:lnTo>
                  <a:lnTo>
                    <a:pt x="8" y="131"/>
                  </a:lnTo>
                  <a:lnTo>
                    <a:pt x="9" y="130"/>
                  </a:lnTo>
                  <a:lnTo>
                    <a:pt x="9" y="128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8" y="1"/>
                  </a:lnTo>
                  <a:lnTo>
                    <a:pt x="6" y="1"/>
                  </a:lnTo>
                  <a:lnTo>
                    <a:pt x="5" y="0"/>
                  </a:lnTo>
                  <a:lnTo>
                    <a:pt x="3" y="1"/>
                  </a:lnTo>
                  <a:lnTo>
                    <a:pt x="1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72" name="Freeform 188"/>
            <p:cNvSpPr/>
            <p:nvPr>
              <p:custDataLst>
                <p:tags r:id="rId27"/>
              </p:custDataLst>
            </p:nvPr>
          </p:nvSpPr>
          <p:spPr bwMode="auto">
            <a:xfrm>
              <a:off x="4602163" y="2432050"/>
              <a:ext cx="4763" cy="65088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118"/>
                </a:cxn>
                <a:cxn ang="0">
                  <a:pos x="0" y="118"/>
                </a:cxn>
                <a:cxn ang="0">
                  <a:pos x="0" y="120"/>
                </a:cxn>
                <a:cxn ang="0">
                  <a:pos x="1" y="121"/>
                </a:cxn>
                <a:cxn ang="0">
                  <a:pos x="2" y="123"/>
                </a:cxn>
                <a:cxn ang="0">
                  <a:pos x="4" y="123"/>
                </a:cxn>
                <a:cxn ang="0">
                  <a:pos x="6" y="123"/>
                </a:cxn>
                <a:cxn ang="0">
                  <a:pos x="7" y="121"/>
                </a:cxn>
                <a:cxn ang="0">
                  <a:pos x="8" y="120"/>
                </a:cxn>
                <a:cxn ang="0">
                  <a:pos x="9" y="118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8" y="3"/>
                </a:cxn>
                <a:cxn ang="0">
                  <a:pos x="7" y="1"/>
                </a:cxn>
                <a:cxn ang="0">
                  <a:pos x="6" y="1"/>
                </a:cxn>
                <a:cxn ang="0">
                  <a:pos x="4" y="0"/>
                </a:cxn>
                <a:cxn ang="0">
                  <a:pos x="2" y="1"/>
                </a:cxn>
                <a:cxn ang="0">
                  <a:pos x="1" y="1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9" h="123">
                  <a:moveTo>
                    <a:pt x="0" y="5"/>
                  </a:moveTo>
                  <a:lnTo>
                    <a:pt x="0" y="118"/>
                  </a:lnTo>
                  <a:lnTo>
                    <a:pt x="0" y="118"/>
                  </a:lnTo>
                  <a:lnTo>
                    <a:pt x="0" y="120"/>
                  </a:lnTo>
                  <a:lnTo>
                    <a:pt x="1" y="121"/>
                  </a:lnTo>
                  <a:lnTo>
                    <a:pt x="2" y="123"/>
                  </a:lnTo>
                  <a:lnTo>
                    <a:pt x="4" y="123"/>
                  </a:lnTo>
                  <a:lnTo>
                    <a:pt x="6" y="123"/>
                  </a:lnTo>
                  <a:lnTo>
                    <a:pt x="7" y="121"/>
                  </a:lnTo>
                  <a:lnTo>
                    <a:pt x="8" y="120"/>
                  </a:lnTo>
                  <a:lnTo>
                    <a:pt x="9" y="118"/>
                  </a:lnTo>
                  <a:lnTo>
                    <a:pt x="9" y="5"/>
                  </a:lnTo>
                  <a:lnTo>
                    <a:pt x="9" y="5"/>
                  </a:lnTo>
                  <a:lnTo>
                    <a:pt x="8" y="3"/>
                  </a:lnTo>
                  <a:lnTo>
                    <a:pt x="7" y="1"/>
                  </a:lnTo>
                  <a:lnTo>
                    <a:pt x="6" y="1"/>
                  </a:lnTo>
                  <a:lnTo>
                    <a:pt x="4" y="0"/>
                  </a:lnTo>
                  <a:lnTo>
                    <a:pt x="2" y="1"/>
                  </a:lnTo>
                  <a:lnTo>
                    <a:pt x="1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73" name="Freeform 189"/>
            <p:cNvSpPr/>
            <p:nvPr>
              <p:custDataLst>
                <p:tags r:id="rId28"/>
              </p:custDataLst>
            </p:nvPr>
          </p:nvSpPr>
          <p:spPr bwMode="auto">
            <a:xfrm>
              <a:off x="4624388" y="2457450"/>
              <a:ext cx="4763" cy="65088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119"/>
                </a:cxn>
                <a:cxn ang="0">
                  <a:pos x="0" y="119"/>
                </a:cxn>
                <a:cxn ang="0">
                  <a:pos x="0" y="121"/>
                </a:cxn>
                <a:cxn ang="0">
                  <a:pos x="1" y="122"/>
                </a:cxn>
                <a:cxn ang="0">
                  <a:pos x="3" y="123"/>
                </a:cxn>
                <a:cxn ang="0">
                  <a:pos x="4" y="123"/>
                </a:cxn>
                <a:cxn ang="0">
                  <a:pos x="6" y="123"/>
                </a:cxn>
                <a:cxn ang="0">
                  <a:pos x="8" y="122"/>
                </a:cxn>
                <a:cxn ang="0">
                  <a:pos x="9" y="121"/>
                </a:cxn>
                <a:cxn ang="0">
                  <a:pos x="9" y="119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9" y="3"/>
                </a:cxn>
                <a:cxn ang="0">
                  <a:pos x="8" y="1"/>
                </a:cxn>
                <a:cxn ang="0">
                  <a:pos x="6" y="0"/>
                </a:cxn>
                <a:cxn ang="0">
                  <a:pos x="4" y="0"/>
                </a:cxn>
                <a:cxn ang="0">
                  <a:pos x="3" y="0"/>
                </a:cxn>
                <a:cxn ang="0">
                  <a:pos x="1" y="1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9" h="123">
                  <a:moveTo>
                    <a:pt x="0" y="5"/>
                  </a:moveTo>
                  <a:lnTo>
                    <a:pt x="0" y="119"/>
                  </a:lnTo>
                  <a:lnTo>
                    <a:pt x="0" y="119"/>
                  </a:lnTo>
                  <a:lnTo>
                    <a:pt x="0" y="121"/>
                  </a:lnTo>
                  <a:lnTo>
                    <a:pt x="1" y="122"/>
                  </a:lnTo>
                  <a:lnTo>
                    <a:pt x="3" y="123"/>
                  </a:lnTo>
                  <a:lnTo>
                    <a:pt x="4" y="123"/>
                  </a:lnTo>
                  <a:lnTo>
                    <a:pt x="6" y="123"/>
                  </a:lnTo>
                  <a:lnTo>
                    <a:pt x="8" y="122"/>
                  </a:lnTo>
                  <a:lnTo>
                    <a:pt x="9" y="121"/>
                  </a:lnTo>
                  <a:lnTo>
                    <a:pt x="9" y="119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8" y="1"/>
                  </a:lnTo>
                  <a:lnTo>
                    <a:pt x="6" y="0"/>
                  </a:lnTo>
                  <a:lnTo>
                    <a:pt x="4" y="0"/>
                  </a:lnTo>
                  <a:lnTo>
                    <a:pt x="3" y="0"/>
                  </a:lnTo>
                  <a:lnTo>
                    <a:pt x="1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74" name="Freeform 190"/>
            <p:cNvSpPr/>
            <p:nvPr>
              <p:custDataLst>
                <p:tags r:id="rId29"/>
              </p:custDataLst>
            </p:nvPr>
          </p:nvSpPr>
          <p:spPr bwMode="auto">
            <a:xfrm>
              <a:off x="4651375" y="2482850"/>
              <a:ext cx="7938" cy="73025"/>
            </a:xfrm>
            <a:custGeom>
              <a:avLst/>
              <a:gdLst/>
              <a:ahLst/>
              <a:cxnLst>
                <a:cxn ang="0">
                  <a:pos x="5" y="5"/>
                </a:cxn>
                <a:cxn ang="0">
                  <a:pos x="5" y="5"/>
                </a:cxn>
                <a:cxn ang="0">
                  <a:pos x="2" y="30"/>
                </a:cxn>
                <a:cxn ang="0">
                  <a:pos x="1" y="42"/>
                </a:cxn>
                <a:cxn ang="0">
                  <a:pos x="0" y="55"/>
                </a:cxn>
                <a:cxn ang="0">
                  <a:pos x="0" y="132"/>
                </a:cxn>
                <a:cxn ang="0">
                  <a:pos x="0" y="132"/>
                </a:cxn>
                <a:cxn ang="0">
                  <a:pos x="1" y="134"/>
                </a:cxn>
                <a:cxn ang="0">
                  <a:pos x="2" y="136"/>
                </a:cxn>
                <a:cxn ang="0">
                  <a:pos x="3" y="137"/>
                </a:cxn>
                <a:cxn ang="0">
                  <a:pos x="5" y="137"/>
                </a:cxn>
                <a:cxn ang="0">
                  <a:pos x="7" y="137"/>
                </a:cxn>
                <a:cxn ang="0">
                  <a:pos x="8" y="136"/>
                </a:cxn>
                <a:cxn ang="0">
                  <a:pos x="9" y="134"/>
                </a:cxn>
                <a:cxn ang="0">
                  <a:pos x="10" y="132"/>
                </a:cxn>
                <a:cxn ang="0">
                  <a:pos x="10" y="62"/>
                </a:cxn>
                <a:cxn ang="0">
                  <a:pos x="10" y="62"/>
                </a:cxn>
                <a:cxn ang="0">
                  <a:pos x="10" y="47"/>
                </a:cxn>
                <a:cxn ang="0">
                  <a:pos x="11" y="33"/>
                </a:cxn>
                <a:cxn ang="0">
                  <a:pos x="14" y="5"/>
                </a:cxn>
                <a:cxn ang="0">
                  <a:pos x="14" y="5"/>
                </a:cxn>
                <a:cxn ang="0">
                  <a:pos x="14" y="3"/>
                </a:cxn>
                <a:cxn ang="0">
                  <a:pos x="13" y="1"/>
                </a:cxn>
                <a:cxn ang="0">
                  <a:pos x="12" y="0"/>
                </a:cxn>
                <a:cxn ang="0">
                  <a:pos x="10" y="0"/>
                </a:cxn>
                <a:cxn ang="0">
                  <a:pos x="7" y="1"/>
                </a:cxn>
                <a:cxn ang="0">
                  <a:pos x="6" y="3"/>
                </a:cxn>
                <a:cxn ang="0">
                  <a:pos x="5" y="5"/>
                </a:cxn>
                <a:cxn ang="0">
                  <a:pos x="5" y="5"/>
                </a:cxn>
              </a:cxnLst>
              <a:rect l="0" t="0" r="r" b="b"/>
              <a:pathLst>
                <a:path w="14" h="137">
                  <a:moveTo>
                    <a:pt x="5" y="5"/>
                  </a:moveTo>
                  <a:lnTo>
                    <a:pt x="5" y="5"/>
                  </a:lnTo>
                  <a:lnTo>
                    <a:pt x="2" y="30"/>
                  </a:lnTo>
                  <a:lnTo>
                    <a:pt x="1" y="42"/>
                  </a:lnTo>
                  <a:lnTo>
                    <a:pt x="0" y="55"/>
                  </a:lnTo>
                  <a:lnTo>
                    <a:pt x="0" y="132"/>
                  </a:lnTo>
                  <a:lnTo>
                    <a:pt x="0" y="132"/>
                  </a:lnTo>
                  <a:lnTo>
                    <a:pt x="1" y="134"/>
                  </a:lnTo>
                  <a:lnTo>
                    <a:pt x="2" y="136"/>
                  </a:lnTo>
                  <a:lnTo>
                    <a:pt x="3" y="137"/>
                  </a:lnTo>
                  <a:lnTo>
                    <a:pt x="5" y="137"/>
                  </a:lnTo>
                  <a:lnTo>
                    <a:pt x="7" y="137"/>
                  </a:lnTo>
                  <a:lnTo>
                    <a:pt x="8" y="136"/>
                  </a:lnTo>
                  <a:lnTo>
                    <a:pt x="9" y="134"/>
                  </a:lnTo>
                  <a:lnTo>
                    <a:pt x="10" y="132"/>
                  </a:lnTo>
                  <a:lnTo>
                    <a:pt x="10" y="62"/>
                  </a:lnTo>
                  <a:lnTo>
                    <a:pt x="10" y="62"/>
                  </a:lnTo>
                  <a:lnTo>
                    <a:pt x="10" y="47"/>
                  </a:lnTo>
                  <a:lnTo>
                    <a:pt x="11" y="33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3"/>
                  </a:lnTo>
                  <a:lnTo>
                    <a:pt x="13" y="1"/>
                  </a:lnTo>
                  <a:lnTo>
                    <a:pt x="12" y="0"/>
                  </a:lnTo>
                  <a:lnTo>
                    <a:pt x="10" y="0"/>
                  </a:lnTo>
                  <a:lnTo>
                    <a:pt x="7" y="1"/>
                  </a:lnTo>
                  <a:lnTo>
                    <a:pt x="6" y="3"/>
                  </a:lnTo>
                  <a:lnTo>
                    <a:pt x="5" y="5"/>
                  </a:lnTo>
                  <a:lnTo>
                    <a:pt x="5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75" name="Freeform 191"/>
            <p:cNvSpPr/>
            <p:nvPr>
              <p:custDataLst>
                <p:tags r:id="rId30"/>
              </p:custDataLst>
            </p:nvPr>
          </p:nvSpPr>
          <p:spPr bwMode="auto">
            <a:xfrm>
              <a:off x="4684713" y="2500313"/>
              <a:ext cx="4763" cy="87313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161"/>
                </a:cxn>
                <a:cxn ang="0">
                  <a:pos x="0" y="161"/>
                </a:cxn>
                <a:cxn ang="0">
                  <a:pos x="0" y="163"/>
                </a:cxn>
                <a:cxn ang="0">
                  <a:pos x="1" y="164"/>
                </a:cxn>
                <a:cxn ang="0">
                  <a:pos x="3" y="165"/>
                </a:cxn>
                <a:cxn ang="0">
                  <a:pos x="5" y="166"/>
                </a:cxn>
                <a:cxn ang="0">
                  <a:pos x="6" y="165"/>
                </a:cxn>
                <a:cxn ang="0">
                  <a:pos x="8" y="164"/>
                </a:cxn>
                <a:cxn ang="0">
                  <a:pos x="9" y="163"/>
                </a:cxn>
                <a:cxn ang="0">
                  <a:pos x="9" y="161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9" y="3"/>
                </a:cxn>
                <a:cxn ang="0">
                  <a:pos x="8" y="1"/>
                </a:cxn>
                <a:cxn ang="0">
                  <a:pos x="6" y="0"/>
                </a:cxn>
                <a:cxn ang="0">
                  <a:pos x="5" y="0"/>
                </a:cxn>
                <a:cxn ang="0">
                  <a:pos x="3" y="0"/>
                </a:cxn>
                <a:cxn ang="0">
                  <a:pos x="1" y="1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9" h="166">
                  <a:moveTo>
                    <a:pt x="0" y="5"/>
                  </a:moveTo>
                  <a:lnTo>
                    <a:pt x="0" y="161"/>
                  </a:lnTo>
                  <a:lnTo>
                    <a:pt x="0" y="161"/>
                  </a:lnTo>
                  <a:lnTo>
                    <a:pt x="0" y="163"/>
                  </a:lnTo>
                  <a:lnTo>
                    <a:pt x="1" y="164"/>
                  </a:lnTo>
                  <a:lnTo>
                    <a:pt x="3" y="165"/>
                  </a:lnTo>
                  <a:lnTo>
                    <a:pt x="5" y="166"/>
                  </a:lnTo>
                  <a:lnTo>
                    <a:pt x="6" y="165"/>
                  </a:lnTo>
                  <a:lnTo>
                    <a:pt x="8" y="164"/>
                  </a:lnTo>
                  <a:lnTo>
                    <a:pt x="9" y="163"/>
                  </a:lnTo>
                  <a:lnTo>
                    <a:pt x="9" y="161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8" y="1"/>
                  </a:lnTo>
                  <a:lnTo>
                    <a:pt x="6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1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76" name="Freeform 192"/>
            <p:cNvSpPr/>
            <p:nvPr>
              <p:custDataLst>
                <p:tags r:id="rId31"/>
              </p:custDataLst>
            </p:nvPr>
          </p:nvSpPr>
          <p:spPr bwMode="auto">
            <a:xfrm>
              <a:off x="4702175" y="2540000"/>
              <a:ext cx="7938" cy="69850"/>
            </a:xfrm>
            <a:custGeom>
              <a:avLst/>
              <a:gdLst/>
              <a:ahLst/>
              <a:cxnLst>
                <a:cxn ang="0">
                  <a:pos x="6" y="3"/>
                </a:cxn>
                <a:cxn ang="0">
                  <a:pos x="6" y="3"/>
                </a:cxn>
                <a:cxn ang="0">
                  <a:pos x="3" y="19"/>
                </a:cxn>
                <a:cxn ang="0">
                  <a:pos x="1" y="34"/>
                </a:cxn>
                <a:cxn ang="0">
                  <a:pos x="0" y="50"/>
                </a:cxn>
                <a:cxn ang="0">
                  <a:pos x="0" y="65"/>
                </a:cxn>
                <a:cxn ang="0">
                  <a:pos x="1" y="96"/>
                </a:cxn>
                <a:cxn ang="0">
                  <a:pos x="1" y="127"/>
                </a:cxn>
                <a:cxn ang="0">
                  <a:pos x="1" y="127"/>
                </a:cxn>
                <a:cxn ang="0">
                  <a:pos x="2" y="129"/>
                </a:cxn>
                <a:cxn ang="0">
                  <a:pos x="3" y="131"/>
                </a:cxn>
                <a:cxn ang="0">
                  <a:pos x="4" y="132"/>
                </a:cxn>
                <a:cxn ang="0">
                  <a:pos x="6" y="132"/>
                </a:cxn>
                <a:cxn ang="0">
                  <a:pos x="7" y="132"/>
                </a:cxn>
                <a:cxn ang="0">
                  <a:pos x="9" y="131"/>
                </a:cxn>
                <a:cxn ang="0">
                  <a:pos x="10" y="129"/>
                </a:cxn>
                <a:cxn ang="0">
                  <a:pos x="10" y="127"/>
                </a:cxn>
                <a:cxn ang="0">
                  <a:pos x="10" y="127"/>
                </a:cxn>
                <a:cxn ang="0">
                  <a:pos x="10" y="97"/>
                </a:cxn>
                <a:cxn ang="0">
                  <a:pos x="9" y="66"/>
                </a:cxn>
                <a:cxn ang="0">
                  <a:pos x="9" y="51"/>
                </a:cxn>
                <a:cxn ang="0">
                  <a:pos x="10" y="36"/>
                </a:cxn>
                <a:cxn ang="0">
                  <a:pos x="12" y="21"/>
                </a:cxn>
                <a:cxn ang="0">
                  <a:pos x="15" y="5"/>
                </a:cxn>
                <a:cxn ang="0">
                  <a:pos x="15" y="5"/>
                </a:cxn>
                <a:cxn ang="0">
                  <a:pos x="15" y="3"/>
                </a:cxn>
                <a:cxn ang="0">
                  <a:pos x="14" y="2"/>
                </a:cxn>
                <a:cxn ang="0">
                  <a:pos x="13" y="0"/>
                </a:cxn>
                <a:cxn ang="0">
                  <a:pos x="11" y="0"/>
                </a:cxn>
                <a:cxn ang="0">
                  <a:pos x="10" y="0"/>
                </a:cxn>
                <a:cxn ang="0">
                  <a:pos x="8" y="0"/>
                </a:cxn>
                <a:cxn ang="0">
                  <a:pos x="7" y="1"/>
                </a:cxn>
                <a:cxn ang="0">
                  <a:pos x="6" y="3"/>
                </a:cxn>
                <a:cxn ang="0">
                  <a:pos x="6" y="3"/>
                </a:cxn>
              </a:cxnLst>
              <a:rect l="0" t="0" r="r" b="b"/>
              <a:pathLst>
                <a:path w="15" h="132">
                  <a:moveTo>
                    <a:pt x="6" y="3"/>
                  </a:moveTo>
                  <a:lnTo>
                    <a:pt x="6" y="3"/>
                  </a:lnTo>
                  <a:lnTo>
                    <a:pt x="3" y="19"/>
                  </a:lnTo>
                  <a:lnTo>
                    <a:pt x="1" y="34"/>
                  </a:lnTo>
                  <a:lnTo>
                    <a:pt x="0" y="50"/>
                  </a:lnTo>
                  <a:lnTo>
                    <a:pt x="0" y="65"/>
                  </a:lnTo>
                  <a:lnTo>
                    <a:pt x="1" y="96"/>
                  </a:lnTo>
                  <a:lnTo>
                    <a:pt x="1" y="127"/>
                  </a:lnTo>
                  <a:lnTo>
                    <a:pt x="1" y="127"/>
                  </a:lnTo>
                  <a:lnTo>
                    <a:pt x="2" y="129"/>
                  </a:lnTo>
                  <a:lnTo>
                    <a:pt x="3" y="131"/>
                  </a:lnTo>
                  <a:lnTo>
                    <a:pt x="4" y="132"/>
                  </a:lnTo>
                  <a:lnTo>
                    <a:pt x="6" y="132"/>
                  </a:lnTo>
                  <a:lnTo>
                    <a:pt x="7" y="132"/>
                  </a:lnTo>
                  <a:lnTo>
                    <a:pt x="9" y="131"/>
                  </a:lnTo>
                  <a:lnTo>
                    <a:pt x="10" y="129"/>
                  </a:lnTo>
                  <a:lnTo>
                    <a:pt x="10" y="127"/>
                  </a:lnTo>
                  <a:lnTo>
                    <a:pt x="10" y="127"/>
                  </a:lnTo>
                  <a:lnTo>
                    <a:pt x="10" y="97"/>
                  </a:lnTo>
                  <a:lnTo>
                    <a:pt x="9" y="66"/>
                  </a:lnTo>
                  <a:lnTo>
                    <a:pt x="9" y="51"/>
                  </a:lnTo>
                  <a:lnTo>
                    <a:pt x="10" y="36"/>
                  </a:lnTo>
                  <a:lnTo>
                    <a:pt x="12" y="21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3"/>
                  </a:lnTo>
                  <a:lnTo>
                    <a:pt x="14" y="2"/>
                  </a:lnTo>
                  <a:lnTo>
                    <a:pt x="13" y="0"/>
                  </a:lnTo>
                  <a:lnTo>
                    <a:pt x="11" y="0"/>
                  </a:lnTo>
                  <a:lnTo>
                    <a:pt x="10" y="0"/>
                  </a:lnTo>
                  <a:lnTo>
                    <a:pt x="8" y="0"/>
                  </a:lnTo>
                  <a:lnTo>
                    <a:pt x="7" y="1"/>
                  </a:lnTo>
                  <a:lnTo>
                    <a:pt x="6" y="3"/>
                  </a:lnTo>
                  <a:lnTo>
                    <a:pt x="6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77" name="Freeform 193"/>
            <p:cNvSpPr/>
            <p:nvPr>
              <p:custDataLst>
                <p:tags r:id="rId32"/>
              </p:custDataLst>
            </p:nvPr>
          </p:nvSpPr>
          <p:spPr bwMode="auto">
            <a:xfrm>
              <a:off x="4727575" y="2568575"/>
              <a:ext cx="9525" cy="52388"/>
            </a:xfrm>
            <a:custGeom>
              <a:avLst/>
              <a:gdLst/>
              <a:ahLst/>
              <a:cxnLst>
                <a:cxn ang="0">
                  <a:pos x="10" y="3"/>
                </a:cxn>
                <a:cxn ang="0">
                  <a:pos x="10" y="3"/>
                </a:cxn>
                <a:cxn ang="0">
                  <a:pos x="3" y="48"/>
                </a:cxn>
                <a:cxn ang="0">
                  <a:pos x="1" y="72"/>
                </a:cxn>
                <a:cxn ang="0">
                  <a:pos x="0" y="95"/>
                </a:cxn>
                <a:cxn ang="0">
                  <a:pos x="0" y="95"/>
                </a:cxn>
                <a:cxn ang="0">
                  <a:pos x="0" y="97"/>
                </a:cxn>
                <a:cxn ang="0">
                  <a:pos x="1" y="98"/>
                </a:cxn>
                <a:cxn ang="0">
                  <a:pos x="3" y="99"/>
                </a:cxn>
                <a:cxn ang="0">
                  <a:pos x="6" y="99"/>
                </a:cxn>
                <a:cxn ang="0">
                  <a:pos x="7" y="99"/>
                </a:cxn>
                <a:cxn ang="0">
                  <a:pos x="9" y="98"/>
                </a:cxn>
                <a:cxn ang="0">
                  <a:pos x="10" y="97"/>
                </a:cxn>
                <a:cxn ang="0">
                  <a:pos x="10" y="95"/>
                </a:cxn>
                <a:cxn ang="0">
                  <a:pos x="10" y="95"/>
                </a:cxn>
                <a:cxn ang="0">
                  <a:pos x="11" y="72"/>
                </a:cxn>
                <a:cxn ang="0">
                  <a:pos x="13" y="50"/>
                </a:cxn>
                <a:cxn ang="0">
                  <a:pos x="19" y="6"/>
                </a:cxn>
                <a:cxn ang="0">
                  <a:pos x="19" y="6"/>
                </a:cxn>
                <a:cxn ang="0">
                  <a:pos x="19" y="4"/>
                </a:cxn>
                <a:cxn ang="0">
                  <a:pos x="18" y="2"/>
                </a:cxn>
                <a:cxn ang="0">
                  <a:pos x="15" y="0"/>
                </a:cxn>
                <a:cxn ang="0">
                  <a:pos x="14" y="0"/>
                </a:cxn>
                <a:cxn ang="0">
                  <a:pos x="12" y="0"/>
                </a:cxn>
                <a:cxn ang="0">
                  <a:pos x="11" y="2"/>
                </a:cxn>
                <a:cxn ang="0">
                  <a:pos x="10" y="3"/>
                </a:cxn>
                <a:cxn ang="0">
                  <a:pos x="10" y="3"/>
                </a:cxn>
              </a:cxnLst>
              <a:rect l="0" t="0" r="r" b="b"/>
              <a:pathLst>
                <a:path w="19" h="99">
                  <a:moveTo>
                    <a:pt x="10" y="3"/>
                  </a:moveTo>
                  <a:lnTo>
                    <a:pt x="10" y="3"/>
                  </a:lnTo>
                  <a:lnTo>
                    <a:pt x="3" y="48"/>
                  </a:lnTo>
                  <a:lnTo>
                    <a:pt x="1" y="72"/>
                  </a:lnTo>
                  <a:lnTo>
                    <a:pt x="0" y="95"/>
                  </a:lnTo>
                  <a:lnTo>
                    <a:pt x="0" y="95"/>
                  </a:lnTo>
                  <a:lnTo>
                    <a:pt x="0" y="97"/>
                  </a:lnTo>
                  <a:lnTo>
                    <a:pt x="1" y="98"/>
                  </a:lnTo>
                  <a:lnTo>
                    <a:pt x="3" y="99"/>
                  </a:lnTo>
                  <a:lnTo>
                    <a:pt x="6" y="99"/>
                  </a:lnTo>
                  <a:lnTo>
                    <a:pt x="7" y="99"/>
                  </a:lnTo>
                  <a:lnTo>
                    <a:pt x="9" y="98"/>
                  </a:lnTo>
                  <a:lnTo>
                    <a:pt x="10" y="97"/>
                  </a:lnTo>
                  <a:lnTo>
                    <a:pt x="10" y="95"/>
                  </a:lnTo>
                  <a:lnTo>
                    <a:pt x="10" y="95"/>
                  </a:lnTo>
                  <a:lnTo>
                    <a:pt x="11" y="72"/>
                  </a:lnTo>
                  <a:lnTo>
                    <a:pt x="13" y="50"/>
                  </a:lnTo>
                  <a:lnTo>
                    <a:pt x="19" y="6"/>
                  </a:lnTo>
                  <a:lnTo>
                    <a:pt x="19" y="6"/>
                  </a:lnTo>
                  <a:lnTo>
                    <a:pt x="19" y="4"/>
                  </a:lnTo>
                  <a:lnTo>
                    <a:pt x="18" y="2"/>
                  </a:lnTo>
                  <a:lnTo>
                    <a:pt x="15" y="0"/>
                  </a:lnTo>
                  <a:lnTo>
                    <a:pt x="14" y="0"/>
                  </a:lnTo>
                  <a:lnTo>
                    <a:pt x="12" y="0"/>
                  </a:lnTo>
                  <a:lnTo>
                    <a:pt x="11" y="2"/>
                  </a:lnTo>
                  <a:lnTo>
                    <a:pt x="10" y="3"/>
                  </a:lnTo>
                  <a:lnTo>
                    <a:pt x="10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78" name="Freeform 194"/>
            <p:cNvSpPr/>
            <p:nvPr>
              <p:custDataLst>
                <p:tags r:id="rId33"/>
              </p:custDataLst>
            </p:nvPr>
          </p:nvSpPr>
          <p:spPr bwMode="auto">
            <a:xfrm>
              <a:off x="4748213" y="2590800"/>
              <a:ext cx="4763" cy="57150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104"/>
                </a:cxn>
                <a:cxn ang="0">
                  <a:pos x="0" y="104"/>
                </a:cxn>
                <a:cxn ang="0">
                  <a:pos x="0" y="107"/>
                </a:cxn>
                <a:cxn ang="0">
                  <a:pos x="1" y="109"/>
                </a:cxn>
                <a:cxn ang="0">
                  <a:pos x="3" y="109"/>
                </a:cxn>
                <a:cxn ang="0">
                  <a:pos x="4" y="110"/>
                </a:cxn>
                <a:cxn ang="0">
                  <a:pos x="6" y="109"/>
                </a:cxn>
                <a:cxn ang="0">
                  <a:pos x="7" y="109"/>
                </a:cxn>
                <a:cxn ang="0">
                  <a:pos x="9" y="107"/>
                </a:cxn>
                <a:cxn ang="0">
                  <a:pos x="9" y="104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9" y="3"/>
                </a:cxn>
                <a:cxn ang="0">
                  <a:pos x="7" y="2"/>
                </a:cxn>
                <a:cxn ang="0">
                  <a:pos x="6" y="1"/>
                </a:cxn>
                <a:cxn ang="0">
                  <a:pos x="4" y="0"/>
                </a:cxn>
                <a:cxn ang="0">
                  <a:pos x="3" y="1"/>
                </a:cxn>
                <a:cxn ang="0">
                  <a:pos x="1" y="2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9" h="110">
                  <a:moveTo>
                    <a:pt x="0" y="5"/>
                  </a:moveTo>
                  <a:lnTo>
                    <a:pt x="0" y="104"/>
                  </a:lnTo>
                  <a:lnTo>
                    <a:pt x="0" y="104"/>
                  </a:lnTo>
                  <a:lnTo>
                    <a:pt x="0" y="107"/>
                  </a:lnTo>
                  <a:lnTo>
                    <a:pt x="1" y="109"/>
                  </a:lnTo>
                  <a:lnTo>
                    <a:pt x="3" y="109"/>
                  </a:lnTo>
                  <a:lnTo>
                    <a:pt x="4" y="110"/>
                  </a:lnTo>
                  <a:lnTo>
                    <a:pt x="6" y="109"/>
                  </a:lnTo>
                  <a:lnTo>
                    <a:pt x="7" y="109"/>
                  </a:lnTo>
                  <a:lnTo>
                    <a:pt x="9" y="107"/>
                  </a:lnTo>
                  <a:lnTo>
                    <a:pt x="9" y="104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7" y="2"/>
                  </a:lnTo>
                  <a:lnTo>
                    <a:pt x="6" y="1"/>
                  </a:lnTo>
                  <a:lnTo>
                    <a:pt x="4" y="0"/>
                  </a:lnTo>
                  <a:lnTo>
                    <a:pt x="3" y="1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79" name="Freeform 195"/>
            <p:cNvSpPr/>
            <p:nvPr>
              <p:custDataLst>
                <p:tags r:id="rId34"/>
              </p:custDataLst>
            </p:nvPr>
          </p:nvSpPr>
          <p:spPr bwMode="auto">
            <a:xfrm>
              <a:off x="4641850" y="2751138"/>
              <a:ext cx="7938" cy="26988"/>
            </a:xfrm>
            <a:custGeom>
              <a:avLst/>
              <a:gdLst/>
              <a:ahLst/>
              <a:cxnLst>
                <a:cxn ang="0">
                  <a:pos x="15" y="46"/>
                </a:cxn>
                <a:cxn ang="0">
                  <a:pos x="15" y="46"/>
                </a:cxn>
                <a:cxn ang="0">
                  <a:pos x="12" y="36"/>
                </a:cxn>
                <a:cxn ang="0">
                  <a:pos x="11" y="26"/>
                </a:cxn>
                <a:cxn ang="0">
                  <a:pos x="10" y="5"/>
                </a:cxn>
                <a:cxn ang="0">
                  <a:pos x="10" y="5"/>
                </a:cxn>
                <a:cxn ang="0">
                  <a:pos x="10" y="3"/>
                </a:cxn>
                <a:cxn ang="0">
                  <a:pos x="8" y="1"/>
                </a:cxn>
                <a:cxn ang="0">
                  <a:pos x="6" y="1"/>
                </a:cxn>
                <a:cxn ang="0">
                  <a:pos x="5" y="0"/>
                </a:cxn>
                <a:cxn ang="0">
                  <a:pos x="3" y="1"/>
                </a:cxn>
                <a:cxn ang="0">
                  <a:pos x="1" y="1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1" y="27"/>
                </a:cxn>
                <a:cxn ang="0">
                  <a:pos x="2" y="38"/>
                </a:cxn>
                <a:cxn ang="0">
                  <a:pos x="5" y="48"/>
                </a:cxn>
                <a:cxn ang="0">
                  <a:pos x="5" y="48"/>
                </a:cxn>
                <a:cxn ang="0">
                  <a:pos x="6" y="50"/>
                </a:cxn>
                <a:cxn ang="0">
                  <a:pos x="7" y="51"/>
                </a:cxn>
                <a:cxn ang="0">
                  <a:pos x="10" y="51"/>
                </a:cxn>
                <a:cxn ang="0">
                  <a:pos x="11" y="51"/>
                </a:cxn>
                <a:cxn ang="0">
                  <a:pos x="13" y="51"/>
                </a:cxn>
                <a:cxn ang="0">
                  <a:pos x="14" y="49"/>
                </a:cxn>
                <a:cxn ang="0">
                  <a:pos x="15" y="48"/>
                </a:cxn>
                <a:cxn ang="0">
                  <a:pos x="15" y="46"/>
                </a:cxn>
                <a:cxn ang="0">
                  <a:pos x="15" y="46"/>
                </a:cxn>
              </a:cxnLst>
              <a:rect l="0" t="0" r="r" b="b"/>
              <a:pathLst>
                <a:path w="15" h="51">
                  <a:moveTo>
                    <a:pt x="15" y="46"/>
                  </a:moveTo>
                  <a:lnTo>
                    <a:pt x="15" y="46"/>
                  </a:lnTo>
                  <a:lnTo>
                    <a:pt x="12" y="36"/>
                  </a:lnTo>
                  <a:lnTo>
                    <a:pt x="11" y="26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0" y="3"/>
                  </a:lnTo>
                  <a:lnTo>
                    <a:pt x="8" y="1"/>
                  </a:lnTo>
                  <a:lnTo>
                    <a:pt x="6" y="1"/>
                  </a:lnTo>
                  <a:lnTo>
                    <a:pt x="5" y="0"/>
                  </a:lnTo>
                  <a:lnTo>
                    <a:pt x="3" y="1"/>
                  </a:lnTo>
                  <a:lnTo>
                    <a:pt x="1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lnTo>
                    <a:pt x="1" y="27"/>
                  </a:lnTo>
                  <a:lnTo>
                    <a:pt x="2" y="38"/>
                  </a:lnTo>
                  <a:lnTo>
                    <a:pt x="5" y="48"/>
                  </a:lnTo>
                  <a:lnTo>
                    <a:pt x="5" y="48"/>
                  </a:lnTo>
                  <a:lnTo>
                    <a:pt x="6" y="50"/>
                  </a:lnTo>
                  <a:lnTo>
                    <a:pt x="7" y="51"/>
                  </a:lnTo>
                  <a:lnTo>
                    <a:pt x="10" y="51"/>
                  </a:lnTo>
                  <a:lnTo>
                    <a:pt x="11" y="51"/>
                  </a:lnTo>
                  <a:lnTo>
                    <a:pt x="13" y="51"/>
                  </a:lnTo>
                  <a:lnTo>
                    <a:pt x="14" y="49"/>
                  </a:lnTo>
                  <a:lnTo>
                    <a:pt x="15" y="48"/>
                  </a:lnTo>
                  <a:lnTo>
                    <a:pt x="15" y="46"/>
                  </a:lnTo>
                  <a:lnTo>
                    <a:pt x="15" y="46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80" name="Freeform 196"/>
            <p:cNvSpPr/>
            <p:nvPr>
              <p:custDataLst>
                <p:tags r:id="rId35"/>
              </p:custDataLst>
            </p:nvPr>
          </p:nvSpPr>
          <p:spPr bwMode="auto">
            <a:xfrm>
              <a:off x="4675188" y="2751138"/>
              <a:ext cx="12700" cy="34925"/>
            </a:xfrm>
            <a:custGeom>
              <a:avLst/>
              <a:gdLst/>
              <a:ahLst/>
              <a:cxnLst>
                <a:cxn ang="0">
                  <a:pos x="18" y="39"/>
                </a:cxn>
                <a:cxn ang="0">
                  <a:pos x="18" y="39"/>
                </a:cxn>
                <a:cxn ang="0">
                  <a:pos x="14" y="31"/>
                </a:cxn>
                <a:cxn ang="0">
                  <a:pos x="12" y="23"/>
                </a:cxn>
                <a:cxn ang="0">
                  <a:pos x="9" y="13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8" y="3"/>
                </a:cxn>
                <a:cxn ang="0">
                  <a:pos x="7" y="1"/>
                </a:cxn>
                <a:cxn ang="0">
                  <a:pos x="6" y="1"/>
                </a:cxn>
                <a:cxn ang="0">
                  <a:pos x="4" y="0"/>
                </a:cxn>
                <a:cxn ang="0">
                  <a:pos x="3" y="1"/>
                </a:cxn>
                <a:cxn ang="0">
                  <a:pos x="1" y="1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17"/>
                </a:cxn>
                <a:cxn ang="0">
                  <a:pos x="1" y="24"/>
                </a:cxn>
                <a:cxn ang="0">
                  <a:pos x="3" y="30"/>
                </a:cxn>
                <a:cxn ang="0">
                  <a:pos x="3" y="30"/>
                </a:cxn>
                <a:cxn ang="0">
                  <a:pos x="6" y="38"/>
                </a:cxn>
                <a:cxn ang="0">
                  <a:pos x="9" y="45"/>
                </a:cxn>
                <a:cxn ang="0">
                  <a:pos x="13" y="54"/>
                </a:cxn>
                <a:cxn ang="0">
                  <a:pos x="14" y="62"/>
                </a:cxn>
                <a:cxn ang="0">
                  <a:pos x="14" y="62"/>
                </a:cxn>
                <a:cxn ang="0">
                  <a:pos x="15" y="64"/>
                </a:cxn>
                <a:cxn ang="0">
                  <a:pos x="16" y="65"/>
                </a:cxn>
                <a:cxn ang="0">
                  <a:pos x="18" y="66"/>
                </a:cxn>
                <a:cxn ang="0">
                  <a:pos x="19" y="66"/>
                </a:cxn>
                <a:cxn ang="0">
                  <a:pos x="21" y="66"/>
                </a:cxn>
                <a:cxn ang="0">
                  <a:pos x="22" y="65"/>
                </a:cxn>
                <a:cxn ang="0">
                  <a:pos x="23" y="64"/>
                </a:cxn>
                <a:cxn ang="0">
                  <a:pos x="24" y="62"/>
                </a:cxn>
                <a:cxn ang="0">
                  <a:pos x="24" y="62"/>
                </a:cxn>
                <a:cxn ang="0">
                  <a:pos x="23" y="56"/>
                </a:cxn>
                <a:cxn ang="0">
                  <a:pos x="22" y="49"/>
                </a:cxn>
                <a:cxn ang="0">
                  <a:pos x="18" y="39"/>
                </a:cxn>
                <a:cxn ang="0">
                  <a:pos x="18" y="39"/>
                </a:cxn>
              </a:cxnLst>
              <a:rect l="0" t="0" r="r" b="b"/>
              <a:pathLst>
                <a:path w="24" h="66">
                  <a:moveTo>
                    <a:pt x="18" y="39"/>
                  </a:moveTo>
                  <a:lnTo>
                    <a:pt x="18" y="39"/>
                  </a:lnTo>
                  <a:lnTo>
                    <a:pt x="14" y="31"/>
                  </a:lnTo>
                  <a:lnTo>
                    <a:pt x="12" y="23"/>
                  </a:lnTo>
                  <a:lnTo>
                    <a:pt x="9" y="13"/>
                  </a:lnTo>
                  <a:lnTo>
                    <a:pt x="9" y="5"/>
                  </a:lnTo>
                  <a:lnTo>
                    <a:pt x="9" y="5"/>
                  </a:lnTo>
                  <a:lnTo>
                    <a:pt x="8" y="3"/>
                  </a:lnTo>
                  <a:lnTo>
                    <a:pt x="7" y="1"/>
                  </a:lnTo>
                  <a:lnTo>
                    <a:pt x="6" y="1"/>
                  </a:lnTo>
                  <a:lnTo>
                    <a:pt x="4" y="0"/>
                  </a:lnTo>
                  <a:lnTo>
                    <a:pt x="3" y="1"/>
                  </a:lnTo>
                  <a:lnTo>
                    <a:pt x="1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17"/>
                  </a:lnTo>
                  <a:lnTo>
                    <a:pt x="1" y="24"/>
                  </a:lnTo>
                  <a:lnTo>
                    <a:pt x="3" y="30"/>
                  </a:lnTo>
                  <a:lnTo>
                    <a:pt x="3" y="30"/>
                  </a:lnTo>
                  <a:lnTo>
                    <a:pt x="6" y="38"/>
                  </a:lnTo>
                  <a:lnTo>
                    <a:pt x="9" y="45"/>
                  </a:lnTo>
                  <a:lnTo>
                    <a:pt x="13" y="54"/>
                  </a:lnTo>
                  <a:lnTo>
                    <a:pt x="14" y="62"/>
                  </a:lnTo>
                  <a:lnTo>
                    <a:pt x="14" y="62"/>
                  </a:lnTo>
                  <a:lnTo>
                    <a:pt x="15" y="64"/>
                  </a:lnTo>
                  <a:lnTo>
                    <a:pt x="16" y="65"/>
                  </a:lnTo>
                  <a:lnTo>
                    <a:pt x="18" y="66"/>
                  </a:lnTo>
                  <a:lnTo>
                    <a:pt x="19" y="66"/>
                  </a:lnTo>
                  <a:lnTo>
                    <a:pt x="21" y="66"/>
                  </a:lnTo>
                  <a:lnTo>
                    <a:pt x="22" y="65"/>
                  </a:lnTo>
                  <a:lnTo>
                    <a:pt x="23" y="64"/>
                  </a:lnTo>
                  <a:lnTo>
                    <a:pt x="24" y="62"/>
                  </a:lnTo>
                  <a:lnTo>
                    <a:pt x="24" y="62"/>
                  </a:lnTo>
                  <a:lnTo>
                    <a:pt x="23" y="56"/>
                  </a:lnTo>
                  <a:lnTo>
                    <a:pt x="22" y="49"/>
                  </a:lnTo>
                  <a:lnTo>
                    <a:pt x="18" y="39"/>
                  </a:lnTo>
                  <a:lnTo>
                    <a:pt x="18" y="39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81" name="Freeform 197"/>
            <p:cNvSpPr/>
            <p:nvPr>
              <p:custDataLst>
                <p:tags r:id="rId36"/>
              </p:custDataLst>
            </p:nvPr>
          </p:nvSpPr>
          <p:spPr bwMode="auto">
            <a:xfrm>
              <a:off x="4710113" y="2759075"/>
              <a:ext cx="9525" cy="44450"/>
            </a:xfrm>
            <a:custGeom>
              <a:avLst/>
              <a:gdLst/>
              <a:ahLst/>
              <a:cxnLst>
                <a:cxn ang="0">
                  <a:pos x="10" y="4"/>
                </a:cxn>
                <a:cxn ang="0">
                  <a:pos x="10" y="4"/>
                </a:cxn>
                <a:cxn ang="0">
                  <a:pos x="10" y="2"/>
                </a:cxn>
                <a:cxn ang="0">
                  <a:pos x="9" y="1"/>
                </a:cxn>
                <a:cxn ang="0">
                  <a:pos x="6" y="0"/>
                </a:cxn>
                <a:cxn ang="0">
                  <a:pos x="4" y="0"/>
                </a:cxn>
                <a:cxn ang="0">
                  <a:pos x="3" y="0"/>
                </a:cxn>
                <a:cxn ang="0">
                  <a:pos x="1" y="1"/>
                </a:cxn>
                <a:cxn ang="0">
                  <a:pos x="0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1" y="24"/>
                </a:cxn>
                <a:cxn ang="0">
                  <a:pos x="3" y="44"/>
                </a:cxn>
                <a:cxn ang="0">
                  <a:pos x="6" y="63"/>
                </a:cxn>
                <a:cxn ang="0">
                  <a:pos x="10" y="82"/>
                </a:cxn>
                <a:cxn ang="0">
                  <a:pos x="10" y="82"/>
                </a:cxn>
                <a:cxn ang="0">
                  <a:pos x="11" y="84"/>
                </a:cxn>
                <a:cxn ang="0">
                  <a:pos x="12" y="85"/>
                </a:cxn>
                <a:cxn ang="0">
                  <a:pos x="14" y="85"/>
                </a:cxn>
                <a:cxn ang="0">
                  <a:pos x="16" y="85"/>
                </a:cxn>
                <a:cxn ang="0">
                  <a:pos x="17" y="84"/>
                </a:cxn>
                <a:cxn ang="0">
                  <a:pos x="18" y="83"/>
                </a:cxn>
                <a:cxn ang="0">
                  <a:pos x="19" y="82"/>
                </a:cxn>
                <a:cxn ang="0">
                  <a:pos x="19" y="80"/>
                </a:cxn>
                <a:cxn ang="0">
                  <a:pos x="19" y="80"/>
                </a:cxn>
                <a:cxn ang="0">
                  <a:pos x="16" y="61"/>
                </a:cxn>
                <a:cxn ang="0">
                  <a:pos x="13" y="43"/>
                </a:cxn>
                <a:cxn ang="0">
                  <a:pos x="11" y="24"/>
                </a:cxn>
                <a:cxn ang="0">
                  <a:pos x="10" y="4"/>
                </a:cxn>
                <a:cxn ang="0">
                  <a:pos x="10" y="4"/>
                </a:cxn>
              </a:cxnLst>
              <a:rect l="0" t="0" r="r" b="b"/>
              <a:pathLst>
                <a:path w="19" h="85">
                  <a:moveTo>
                    <a:pt x="10" y="4"/>
                  </a:moveTo>
                  <a:lnTo>
                    <a:pt x="10" y="4"/>
                  </a:lnTo>
                  <a:lnTo>
                    <a:pt x="10" y="2"/>
                  </a:lnTo>
                  <a:lnTo>
                    <a:pt x="9" y="1"/>
                  </a:lnTo>
                  <a:lnTo>
                    <a:pt x="6" y="0"/>
                  </a:lnTo>
                  <a:lnTo>
                    <a:pt x="4" y="0"/>
                  </a:lnTo>
                  <a:lnTo>
                    <a:pt x="3" y="0"/>
                  </a:lnTo>
                  <a:lnTo>
                    <a:pt x="1" y="1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1" y="24"/>
                  </a:lnTo>
                  <a:lnTo>
                    <a:pt x="3" y="44"/>
                  </a:lnTo>
                  <a:lnTo>
                    <a:pt x="6" y="63"/>
                  </a:lnTo>
                  <a:lnTo>
                    <a:pt x="10" y="82"/>
                  </a:lnTo>
                  <a:lnTo>
                    <a:pt x="10" y="82"/>
                  </a:lnTo>
                  <a:lnTo>
                    <a:pt x="11" y="84"/>
                  </a:lnTo>
                  <a:lnTo>
                    <a:pt x="12" y="85"/>
                  </a:lnTo>
                  <a:lnTo>
                    <a:pt x="14" y="85"/>
                  </a:lnTo>
                  <a:lnTo>
                    <a:pt x="16" y="85"/>
                  </a:lnTo>
                  <a:lnTo>
                    <a:pt x="17" y="84"/>
                  </a:lnTo>
                  <a:lnTo>
                    <a:pt x="18" y="83"/>
                  </a:lnTo>
                  <a:lnTo>
                    <a:pt x="19" y="82"/>
                  </a:lnTo>
                  <a:lnTo>
                    <a:pt x="19" y="80"/>
                  </a:lnTo>
                  <a:lnTo>
                    <a:pt x="19" y="80"/>
                  </a:lnTo>
                  <a:lnTo>
                    <a:pt x="16" y="61"/>
                  </a:lnTo>
                  <a:lnTo>
                    <a:pt x="13" y="43"/>
                  </a:lnTo>
                  <a:lnTo>
                    <a:pt x="11" y="24"/>
                  </a:lnTo>
                  <a:lnTo>
                    <a:pt x="10" y="4"/>
                  </a:lnTo>
                  <a:lnTo>
                    <a:pt x="10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82" name="Freeform 198"/>
            <p:cNvSpPr/>
            <p:nvPr>
              <p:custDataLst>
                <p:tags r:id="rId37"/>
              </p:custDataLst>
            </p:nvPr>
          </p:nvSpPr>
          <p:spPr bwMode="auto">
            <a:xfrm>
              <a:off x="4416425" y="2370138"/>
              <a:ext cx="15875" cy="106363"/>
            </a:xfrm>
            <a:custGeom>
              <a:avLst/>
              <a:gdLst/>
              <a:ahLst/>
              <a:cxnLst>
                <a:cxn ang="0">
                  <a:pos x="19" y="3"/>
                </a:cxn>
                <a:cxn ang="0">
                  <a:pos x="19" y="3"/>
                </a:cxn>
                <a:cxn ang="0">
                  <a:pos x="14" y="24"/>
                </a:cxn>
                <a:cxn ang="0">
                  <a:pos x="13" y="34"/>
                </a:cxn>
                <a:cxn ang="0">
                  <a:pos x="13" y="45"/>
                </a:cxn>
                <a:cxn ang="0">
                  <a:pos x="13" y="98"/>
                </a:cxn>
                <a:cxn ang="0">
                  <a:pos x="13" y="98"/>
                </a:cxn>
                <a:cxn ang="0">
                  <a:pos x="13" y="124"/>
                </a:cxn>
                <a:cxn ang="0">
                  <a:pos x="12" y="136"/>
                </a:cxn>
                <a:cxn ang="0">
                  <a:pos x="10" y="149"/>
                </a:cxn>
                <a:cxn ang="0">
                  <a:pos x="10" y="149"/>
                </a:cxn>
                <a:cxn ang="0">
                  <a:pos x="4" y="171"/>
                </a:cxn>
                <a:cxn ang="0">
                  <a:pos x="2" y="183"/>
                </a:cxn>
                <a:cxn ang="0">
                  <a:pos x="0" y="194"/>
                </a:cxn>
                <a:cxn ang="0">
                  <a:pos x="0" y="194"/>
                </a:cxn>
                <a:cxn ang="0">
                  <a:pos x="1" y="196"/>
                </a:cxn>
                <a:cxn ang="0">
                  <a:pos x="2" y="197"/>
                </a:cxn>
                <a:cxn ang="0">
                  <a:pos x="3" y="198"/>
                </a:cxn>
                <a:cxn ang="0">
                  <a:pos x="5" y="199"/>
                </a:cxn>
                <a:cxn ang="0">
                  <a:pos x="6" y="198"/>
                </a:cxn>
                <a:cxn ang="0">
                  <a:pos x="8" y="197"/>
                </a:cxn>
                <a:cxn ang="0">
                  <a:pos x="9" y="196"/>
                </a:cxn>
                <a:cxn ang="0">
                  <a:pos x="10" y="194"/>
                </a:cxn>
                <a:cxn ang="0">
                  <a:pos x="10" y="194"/>
                </a:cxn>
                <a:cxn ang="0">
                  <a:pos x="11" y="182"/>
                </a:cxn>
                <a:cxn ang="0">
                  <a:pos x="14" y="169"/>
                </a:cxn>
                <a:cxn ang="0">
                  <a:pos x="20" y="144"/>
                </a:cxn>
                <a:cxn ang="0">
                  <a:pos x="20" y="144"/>
                </a:cxn>
                <a:cxn ang="0">
                  <a:pos x="22" y="135"/>
                </a:cxn>
                <a:cxn ang="0">
                  <a:pos x="22" y="125"/>
                </a:cxn>
                <a:cxn ang="0">
                  <a:pos x="22" y="105"/>
                </a:cxn>
                <a:cxn ang="0">
                  <a:pos x="22" y="105"/>
                </a:cxn>
                <a:cxn ang="0">
                  <a:pos x="22" y="80"/>
                </a:cxn>
                <a:cxn ang="0">
                  <a:pos x="22" y="55"/>
                </a:cxn>
                <a:cxn ang="0">
                  <a:pos x="23" y="31"/>
                </a:cxn>
                <a:cxn ang="0">
                  <a:pos x="25" y="18"/>
                </a:cxn>
                <a:cxn ang="0">
                  <a:pos x="29" y="6"/>
                </a:cxn>
                <a:cxn ang="0">
                  <a:pos x="29" y="6"/>
                </a:cxn>
                <a:cxn ang="0">
                  <a:pos x="29" y="4"/>
                </a:cxn>
                <a:cxn ang="0">
                  <a:pos x="28" y="2"/>
                </a:cxn>
                <a:cxn ang="0">
                  <a:pos x="27" y="1"/>
                </a:cxn>
                <a:cxn ang="0">
                  <a:pos x="24" y="0"/>
                </a:cxn>
                <a:cxn ang="0">
                  <a:pos x="23" y="0"/>
                </a:cxn>
                <a:cxn ang="0">
                  <a:pos x="21" y="0"/>
                </a:cxn>
                <a:cxn ang="0">
                  <a:pos x="20" y="2"/>
                </a:cxn>
                <a:cxn ang="0">
                  <a:pos x="19" y="3"/>
                </a:cxn>
                <a:cxn ang="0">
                  <a:pos x="19" y="3"/>
                </a:cxn>
              </a:cxnLst>
              <a:rect l="0" t="0" r="r" b="b"/>
              <a:pathLst>
                <a:path w="29" h="199">
                  <a:moveTo>
                    <a:pt x="19" y="3"/>
                  </a:moveTo>
                  <a:lnTo>
                    <a:pt x="19" y="3"/>
                  </a:lnTo>
                  <a:lnTo>
                    <a:pt x="14" y="24"/>
                  </a:lnTo>
                  <a:lnTo>
                    <a:pt x="13" y="34"/>
                  </a:lnTo>
                  <a:lnTo>
                    <a:pt x="13" y="45"/>
                  </a:lnTo>
                  <a:lnTo>
                    <a:pt x="13" y="98"/>
                  </a:lnTo>
                  <a:lnTo>
                    <a:pt x="13" y="98"/>
                  </a:lnTo>
                  <a:lnTo>
                    <a:pt x="13" y="124"/>
                  </a:lnTo>
                  <a:lnTo>
                    <a:pt x="12" y="136"/>
                  </a:lnTo>
                  <a:lnTo>
                    <a:pt x="10" y="149"/>
                  </a:lnTo>
                  <a:lnTo>
                    <a:pt x="10" y="149"/>
                  </a:lnTo>
                  <a:lnTo>
                    <a:pt x="4" y="171"/>
                  </a:lnTo>
                  <a:lnTo>
                    <a:pt x="2" y="183"/>
                  </a:lnTo>
                  <a:lnTo>
                    <a:pt x="0" y="194"/>
                  </a:lnTo>
                  <a:lnTo>
                    <a:pt x="0" y="194"/>
                  </a:lnTo>
                  <a:lnTo>
                    <a:pt x="1" y="196"/>
                  </a:lnTo>
                  <a:lnTo>
                    <a:pt x="2" y="197"/>
                  </a:lnTo>
                  <a:lnTo>
                    <a:pt x="3" y="198"/>
                  </a:lnTo>
                  <a:lnTo>
                    <a:pt x="5" y="199"/>
                  </a:lnTo>
                  <a:lnTo>
                    <a:pt x="6" y="198"/>
                  </a:lnTo>
                  <a:lnTo>
                    <a:pt x="8" y="197"/>
                  </a:lnTo>
                  <a:lnTo>
                    <a:pt x="9" y="196"/>
                  </a:lnTo>
                  <a:lnTo>
                    <a:pt x="10" y="194"/>
                  </a:lnTo>
                  <a:lnTo>
                    <a:pt x="10" y="194"/>
                  </a:lnTo>
                  <a:lnTo>
                    <a:pt x="11" y="182"/>
                  </a:lnTo>
                  <a:lnTo>
                    <a:pt x="14" y="169"/>
                  </a:lnTo>
                  <a:lnTo>
                    <a:pt x="20" y="144"/>
                  </a:lnTo>
                  <a:lnTo>
                    <a:pt x="20" y="144"/>
                  </a:lnTo>
                  <a:lnTo>
                    <a:pt x="22" y="135"/>
                  </a:lnTo>
                  <a:lnTo>
                    <a:pt x="22" y="125"/>
                  </a:lnTo>
                  <a:lnTo>
                    <a:pt x="22" y="105"/>
                  </a:lnTo>
                  <a:lnTo>
                    <a:pt x="22" y="105"/>
                  </a:lnTo>
                  <a:lnTo>
                    <a:pt x="22" y="80"/>
                  </a:lnTo>
                  <a:lnTo>
                    <a:pt x="22" y="55"/>
                  </a:lnTo>
                  <a:lnTo>
                    <a:pt x="23" y="31"/>
                  </a:lnTo>
                  <a:lnTo>
                    <a:pt x="25" y="18"/>
                  </a:lnTo>
                  <a:lnTo>
                    <a:pt x="29" y="6"/>
                  </a:lnTo>
                  <a:lnTo>
                    <a:pt x="29" y="6"/>
                  </a:lnTo>
                  <a:lnTo>
                    <a:pt x="29" y="4"/>
                  </a:lnTo>
                  <a:lnTo>
                    <a:pt x="28" y="2"/>
                  </a:lnTo>
                  <a:lnTo>
                    <a:pt x="27" y="1"/>
                  </a:lnTo>
                  <a:lnTo>
                    <a:pt x="24" y="0"/>
                  </a:lnTo>
                  <a:lnTo>
                    <a:pt x="23" y="0"/>
                  </a:lnTo>
                  <a:lnTo>
                    <a:pt x="21" y="0"/>
                  </a:lnTo>
                  <a:lnTo>
                    <a:pt x="20" y="2"/>
                  </a:lnTo>
                  <a:lnTo>
                    <a:pt x="19" y="3"/>
                  </a:lnTo>
                  <a:lnTo>
                    <a:pt x="19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83" name="Freeform 199"/>
            <p:cNvSpPr/>
            <p:nvPr>
              <p:custDataLst>
                <p:tags r:id="rId38"/>
              </p:custDataLst>
            </p:nvPr>
          </p:nvSpPr>
          <p:spPr bwMode="auto">
            <a:xfrm>
              <a:off x="4464050" y="2424113"/>
              <a:ext cx="19050" cy="88900"/>
            </a:xfrm>
            <a:custGeom>
              <a:avLst/>
              <a:gdLst/>
              <a:ahLst/>
              <a:cxnLst>
                <a:cxn ang="0">
                  <a:pos x="26" y="3"/>
                </a:cxn>
                <a:cxn ang="0">
                  <a:pos x="26" y="3"/>
                </a:cxn>
                <a:cxn ang="0">
                  <a:pos x="18" y="42"/>
                </a:cxn>
                <a:cxn ang="0">
                  <a:pos x="11" y="83"/>
                </a:cxn>
                <a:cxn ang="0">
                  <a:pos x="6" y="123"/>
                </a:cxn>
                <a:cxn ang="0">
                  <a:pos x="0" y="162"/>
                </a:cxn>
                <a:cxn ang="0">
                  <a:pos x="0" y="162"/>
                </a:cxn>
                <a:cxn ang="0">
                  <a:pos x="0" y="164"/>
                </a:cxn>
                <a:cxn ang="0">
                  <a:pos x="2" y="166"/>
                </a:cxn>
                <a:cxn ang="0">
                  <a:pos x="3" y="167"/>
                </a:cxn>
                <a:cxn ang="0">
                  <a:pos x="5" y="167"/>
                </a:cxn>
                <a:cxn ang="0">
                  <a:pos x="8" y="166"/>
                </a:cxn>
                <a:cxn ang="0">
                  <a:pos x="10" y="164"/>
                </a:cxn>
                <a:cxn ang="0">
                  <a:pos x="10" y="162"/>
                </a:cxn>
                <a:cxn ang="0">
                  <a:pos x="10" y="162"/>
                </a:cxn>
                <a:cxn ang="0">
                  <a:pos x="15" y="123"/>
                </a:cxn>
                <a:cxn ang="0">
                  <a:pos x="20" y="84"/>
                </a:cxn>
                <a:cxn ang="0">
                  <a:pos x="26" y="45"/>
                </a:cxn>
                <a:cxn ang="0">
                  <a:pos x="36" y="6"/>
                </a:cxn>
                <a:cxn ang="0">
                  <a:pos x="36" y="6"/>
                </a:cxn>
                <a:cxn ang="0">
                  <a:pos x="36" y="4"/>
                </a:cxn>
                <a:cxn ang="0">
                  <a:pos x="35" y="2"/>
                </a:cxn>
                <a:cxn ang="0">
                  <a:pos x="34" y="1"/>
                </a:cxn>
                <a:cxn ang="0">
                  <a:pos x="31" y="0"/>
                </a:cxn>
                <a:cxn ang="0">
                  <a:pos x="29" y="0"/>
                </a:cxn>
                <a:cxn ang="0">
                  <a:pos x="28" y="0"/>
                </a:cxn>
                <a:cxn ang="0">
                  <a:pos x="26" y="1"/>
                </a:cxn>
                <a:cxn ang="0">
                  <a:pos x="26" y="3"/>
                </a:cxn>
                <a:cxn ang="0">
                  <a:pos x="26" y="3"/>
                </a:cxn>
              </a:cxnLst>
              <a:rect l="0" t="0" r="r" b="b"/>
              <a:pathLst>
                <a:path w="36" h="167">
                  <a:moveTo>
                    <a:pt x="26" y="3"/>
                  </a:moveTo>
                  <a:lnTo>
                    <a:pt x="26" y="3"/>
                  </a:lnTo>
                  <a:lnTo>
                    <a:pt x="18" y="42"/>
                  </a:lnTo>
                  <a:lnTo>
                    <a:pt x="11" y="83"/>
                  </a:lnTo>
                  <a:lnTo>
                    <a:pt x="6" y="123"/>
                  </a:lnTo>
                  <a:lnTo>
                    <a:pt x="0" y="162"/>
                  </a:lnTo>
                  <a:lnTo>
                    <a:pt x="0" y="162"/>
                  </a:lnTo>
                  <a:lnTo>
                    <a:pt x="0" y="164"/>
                  </a:lnTo>
                  <a:lnTo>
                    <a:pt x="2" y="166"/>
                  </a:lnTo>
                  <a:lnTo>
                    <a:pt x="3" y="167"/>
                  </a:lnTo>
                  <a:lnTo>
                    <a:pt x="5" y="167"/>
                  </a:lnTo>
                  <a:lnTo>
                    <a:pt x="8" y="166"/>
                  </a:lnTo>
                  <a:lnTo>
                    <a:pt x="10" y="164"/>
                  </a:lnTo>
                  <a:lnTo>
                    <a:pt x="10" y="162"/>
                  </a:lnTo>
                  <a:lnTo>
                    <a:pt x="10" y="162"/>
                  </a:lnTo>
                  <a:lnTo>
                    <a:pt x="15" y="123"/>
                  </a:lnTo>
                  <a:lnTo>
                    <a:pt x="20" y="84"/>
                  </a:lnTo>
                  <a:lnTo>
                    <a:pt x="26" y="45"/>
                  </a:lnTo>
                  <a:lnTo>
                    <a:pt x="36" y="6"/>
                  </a:lnTo>
                  <a:lnTo>
                    <a:pt x="36" y="6"/>
                  </a:lnTo>
                  <a:lnTo>
                    <a:pt x="36" y="4"/>
                  </a:lnTo>
                  <a:lnTo>
                    <a:pt x="35" y="2"/>
                  </a:lnTo>
                  <a:lnTo>
                    <a:pt x="34" y="1"/>
                  </a:lnTo>
                  <a:lnTo>
                    <a:pt x="31" y="0"/>
                  </a:lnTo>
                  <a:lnTo>
                    <a:pt x="29" y="0"/>
                  </a:lnTo>
                  <a:lnTo>
                    <a:pt x="28" y="0"/>
                  </a:lnTo>
                  <a:lnTo>
                    <a:pt x="26" y="1"/>
                  </a:lnTo>
                  <a:lnTo>
                    <a:pt x="26" y="3"/>
                  </a:lnTo>
                  <a:lnTo>
                    <a:pt x="26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84" name="Freeform 200"/>
            <p:cNvSpPr/>
            <p:nvPr>
              <p:custDataLst>
                <p:tags r:id="rId39"/>
              </p:custDataLst>
            </p:nvPr>
          </p:nvSpPr>
          <p:spPr bwMode="auto">
            <a:xfrm>
              <a:off x="4521200" y="2484438"/>
              <a:ext cx="17463" cy="95250"/>
            </a:xfrm>
            <a:custGeom>
              <a:avLst/>
              <a:gdLst/>
              <a:ahLst/>
              <a:cxnLst>
                <a:cxn ang="0">
                  <a:pos x="26" y="5"/>
                </a:cxn>
                <a:cxn ang="0">
                  <a:pos x="26" y="5"/>
                </a:cxn>
                <a:cxn ang="0">
                  <a:pos x="25" y="26"/>
                </a:cxn>
                <a:cxn ang="0">
                  <a:pos x="23" y="46"/>
                </a:cxn>
                <a:cxn ang="0">
                  <a:pos x="20" y="67"/>
                </a:cxn>
                <a:cxn ang="0">
                  <a:pos x="14" y="88"/>
                </a:cxn>
                <a:cxn ang="0">
                  <a:pos x="14" y="88"/>
                </a:cxn>
                <a:cxn ang="0">
                  <a:pos x="11" y="98"/>
                </a:cxn>
                <a:cxn ang="0">
                  <a:pos x="9" y="109"/>
                </a:cxn>
                <a:cxn ang="0">
                  <a:pos x="6" y="131"/>
                </a:cxn>
                <a:cxn ang="0">
                  <a:pos x="3" y="153"/>
                </a:cxn>
                <a:cxn ang="0">
                  <a:pos x="0" y="174"/>
                </a:cxn>
                <a:cxn ang="0">
                  <a:pos x="0" y="174"/>
                </a:cxn>
                <a:cxn ang="0">
                  <a:pos x="0" y="176"/>
                </a:cxn>
                <a:cxn ang="0">
                  <a:pos x="1" y="177"/>
                </a:cxn>
                <a:cxn ang="0">
                  <a:pos x="4" y="179"/>
                </a:cxn>
                <a:cxn ang="0">
                  <a:pos x="6" y="179"/>
                </a:cxn>
                <a:cxn ang="0">
                  <a:pos x="7" y="179"/>
                </a:cxn>
                <a:cxn ang="0">
                  <a:pos x="8" y="178"/>
                </a:cxn>
                <a:cxn ang="0">
                  <a:pos x="9" y="176"/>
                </a:cxn>
                <a:cxn ang="0">
                  <a:pos x="9" y="176"/>
                </a:cxn>
                <a:cxn ang="0">
                  <a:pos x="12" y="155"/>
                </a:cxn>
                <a:cxn ang="0">
                  <a:pos x="15" y="133"/>
                </a:cxn>
                <a:cxn ang="0">
                  <a:pos x="18" y="111"/>
                </a:cxn>
                <a:cxn ang="0">
                  <a:pos x="24" y="91"/>
                </a:cxn>
                <a:cxn ang="0">
                  <a:pos x="24" y="91"/>
                </a:cxn>
                <a:cxn ang="0">
                  <a:pos x="28" y="69"/>
                </a:cxn>
                <a:cxn ang="0">
                  <a:pos x="32" y="48"/>
                </a:cxn>
                <a:cxn ang="0">
                  <a:pos x="34" y="27"/>
                </a:cxn>
                <a:cxn ang="0">
                  <a:pos x="35" y="5"/>
                </a:cxn>
                <a:cxn ang="0">
                  <a:pos x="35" y="5"/>
                </a:cxn>
                <a:cxn ang="0">
                  <a:pos x="34" y="3"/>
                </a:cxn>
                <a:cxn ang="0">
                  <a:pos x="33" y="1"/>
                </a:cxn>
                <a:cxn ang="0">
                  <a:pos x="32" y="0"/>
                </a:cxn>
                <a:cxn ang="0">
                  <a:pos x="30" y="0"/>
                </a:cxn>
                <a:cxn ang="0">
                  <a:pos x="28" y="0"/>
                </a:cxn>
                <a:cxn ang="0">
                  <a:pos x="27" y="1"/>
                </a:cxn>
                <a:cxn ang="0">
                  <a:pos x="26" y="3"/>
                </a:cxn>
                <a:cxn ang="0">
                  <a:pos x="26" y="5"/>
                </a:cxn>
                <a:cxn ang="0">
                  <a:pos x="26" y="5"/>
                </a:cxn>
              </a:cxnLst>
              <a:rect l="0" t="0" r="r" b="b"/>
              <a:pathLst>
                <a:path w="35" h="179">
                  <a:moveTo>
                    <a:pt x="26" y="5"/>
                  </a:moveTo>
                  <a:lnTo>
                    <a:pt x="26" y="5"/>
                  </a:lnTo>
                  <a:lnTo>
                    <a:pt x="25" y="26"/>
                  </a:lnTo>
                  <a:lnTo>
                    <a:pt x="23" y="46"/>
                  </a:lnTo>
                  <a:lnTo>
                    <a:pt x="20" y="67"/>
                  </a:lnTo>
                  <a:lnTo>
                    <a:pt x="14" y="88"/>
                  </a:lnTo>
                  <a:lnTo>
                    <a:pt x="14" y="88"/>
                  </a:lnTo>
                  <a:lnTo>
                    <a:pt x="11" y="98"/>
                  </a:lnTo>
                  <a:lnTo>
                    <a:pt x="9" y="109"/>
                  </a:lnTo>
                  <a:lnTo>
                    <a:pt x="6" y="131"/>
                  </a:lnTo>
                  <a:lnTo>
                    <a:pt x="3" y="153"/>
                  </a:lnTo>
                  <a:lnTo>
                    <a:pt x="0" y="174"/>
                  </a:lnTo>
                  <a:lnTo>
                    <a:pt x="0" y="174"/>
                  </a:lnTo>
                  <a:lnTo>
                    <a:pt x="0" y="176"/>
                  </a:lnTo>
                  <a:lnTo>
                    <a:pt x="1" y="177"/>
                  </a:lnTo>
                  <a:lnTo>
                    <a:pt x="4" y="179"/>
                  </a:lnTo>
                  <a:lnTo>
                    <a:pt x="6" y="179"/>
                  </a:lnTo>
                  <a:lnTo>
                    <a:pt x="7" y="179"/>
                  </a:lnTo>
                  <a:lnTo>
                    <a:pt x="8" y="178"/>
                  </a:lnTo>
                  <a:lnTo>
                    <a:pt x="9" y="176"/>
                  </a:lnTo>
                  <a:lnTo>
                    <a:pt x="9" y="176"/>
                  </a:lnTo>
                  <a:lnTo>
                    <a:pt x="12" y="155"/>
                  </a:lnTo>
                  <a:lnTo>
                    <a:pt x="15" y="133"/>
                  </a:lnTo>
                  <a:lnTo>
                    <a:pt x="18" y="111"/>
                  </a:lnTo>
                  <a:lnTo>
                    <a:pt x="24" y="91"/>
                  </a:lnTo>
                  <a:lnTo>
                    <a:pt x="24" y="91"/>
                  </a:lnTo>
                  <a:lnTo>
                    <a:pt x="28" y="69"/>
                  </a:lnTo>
                  <a:lnTo>
                    <a:pt x="32" y="48"/>
                  </a:lnTo>
                  <a:lnTo>
                    <a:pt x="34" y="27"/>
                  </a:lnTo>
                  <a:lnTo>
                    <a:pt x="35" y="5"/>
                  </a:lnTo>
                  <a:lnTo>
                    <a:pt x="35" y="5"/>
                  </a:lnTo>
                  <a:lnTo>
                    <a:pt x="34" y="3"/>
                  </a:lnTo>
                  <a:lnTo>
                    <a:pt x="33" y="1"/>
                  </a:lnTo>
                  <a:lnTo>
                    <a:pt x="32" y="0"/>
                  </a:lnTo>
                  <a:lnTo>
                    <a:pt x="30" y="0"/>
                  </a:lnTo>
                  <a:lnTo>
                    <a:pt x="28" y="0"/>
                  </a:lnTo>
                  <a:lnTo>
                    <a:pt x="27" y="1"/>
                  </a:lnTo>
                  <a:lnTo>
                    <a:pt x="26" y="3"/>
                  </a:lnTo>
                  <a:lnTo>
                    <a:pt x="26" y="5"/>
                  </a:lnTo>
                  <a:lnTo>
                    <a:pt x="26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85" name="Freeform 201"/>
            <p:cNvSpPr/>
            <p:nvPr>
              <p:custDataLst>
                <p:tags r:id="rId40"/>
              </p:custDataLst>
            </p:nvPr>
          </p:nvSpPr>
          <p:spPr bwMode="auto">
            <a:xfrm>
              <a:off x="4570413" y="2508250"/>
              <a:ext cx="12700" cy="41275"/>
            </a:xfrm>
            <a:custGeom>
              <a:avLst/>
              <a:gdLst/>
              <a:ahLst/>
              <a:cxnLst>
                <a:cxn ang="0">
                  <a:pos x="12" y="3"/>
                </a:cxn>
                <a:cxn ang="0">
                  <a:pos x="12" y="3"/>
                </a:cxn>
                <a:cxn ang="0">
                  <a:pos x="8" y="21"/>
                </a:cxn>
                <a:cxn ang="0">
                  <a:pos x="6" y="38"/>
                </a:cxn>
                <a:cxn ang="0">
                  <a:pos x="3" y="56"/>
                </a:cxn>
                <a:cxn ang="0">
                  <a:pos x="0" y="73"/>
                </a:cxn>
                <a:cxn ang="0">
                  <a:pos x="0" y="73"/>
                </a:cxn>
                <a:cxn ang="0">
                  <a:pos x="0" y="76"/>
                </a:cxn>
                <a:cxn ang="0">
                  <a:pos x="1" y="77"/>
                </a:cxn>
                <a:cxn ang="0">
                  <a:pos x="2" y="78"/>
                </a:cxn>
                <a:cxn ang="0">
                  <a:pos x="3" y="79"/>
                </a:cxn>
                <a:cxn ang="0">
                  <a:pos x="5" y="79"/>
                </a:cxn>
                <a:cxn ang="0">
                  <a:pos x="7" y="79"/>
                </a:cxn>
                <a:cxn ang="0">
                  <a:pos x="8" y="78"/>
                </a:cxn>
                <a:cxn ang="0">
                  <a:pos x="9" y="76"/>
                </a:cxn>
                <a:cxn ang="0">
                  <a:pos x="9" y="76"/>
                </a:cxn>
                <a:cxn ang="0">
                  <a:pos x="12" y="58"/>
                </a:cxn>
                <a:cxn ang="0">
                  <a:pos x="14" y="40"/>
                </a:cxn>
                <a:cxn ang="0">
                  <a:pos x="17" y="23"/>
                </a:cxn>
                <a:cxn ang="0">
                  <a:pos x="22" y="6"/>
                </a:cxn>
                <a:cxn ang="0">
                  <a:pos x="22" y="6"/>
                </a:cxn>
                <a:cxn ang="0">
                  <a:pos x="22" y="4"/>
                </a:cxn>
                <a:cxn ang="0">
                  <a:pos x="22" y="2"/>
                </a:cxn>
                <a:cxn ang="0">
                  <a:pos x="21" y="1"/>
                </a:cxn>
                <a:cxn ang="0">
                  <a:pos x="19" y="0"/>
                </a:cxn>
                <a:cxn ang="0">
                  <a:pos x="16" y="0"/>
                </a:cxn>
                <a:cxn ang="0">
                  <a:pos x="15" y="0"/>
                </a:cxn>
                <a:cxn ang="0">
                  <a:pos x="13" y="1"/>
                </a:cxn>
                <a:cxn ang="0">
                  <a:pos x="12" y="3"/>
                </a:cxn>
                <a:cxn ang="0">
                  <a:pos x="12" y="3"/>
                </a:cxn>
              </a:cxnLst>
              <a:rect l="0" t="0" r="r" b="b"/>
              <a:pathLst>
                <a:path w="22" h="79">
                  <a:moveTo>
                    <a:pt x="12" y="3"/>
                  </a:moveTo>
                  <a:lnTo>
                    <a:pt x="12" y="3"/>
                  </a:lnTo>
                  <a:lnTo>
                    <a:pt x="8" y="21"/>
                  </a:lnTo>
                  <a:lnTo>
                    <a:pt x="6" y="38"/>
                  </a:lnTo>
                  <a:lnTo>
                    <a:pt x="3" y="56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0" y="76"/>
                  </a:lnTo>
                  <a:lnTo>
                    <a:pt x="1" y="77"/>
                  </a:lnTo>
                  <a:lnTo>
                    <a:pt x="2" y="78"/>
                  </a:lnTo>
                  <a:lnTo>
                    <a:pt x="3" y="79"/>
                  </a:lnTo>
                  <a:lnTo>
                    <a:pt x="5" y="79"/>
                  </a:lnTo>
                  <a:lnTo>
                    <a:pt x="7" y="79"/>
                  </a:lnTo>
                  <a:lnTo>
                    <a:pt x="8" y="78"/>
                  </a:lnTo>
                  <a:lnTo>
                    <a:pt x="9" y="76"/>
                  </a:lnTo>
                  <a:lnTo>
                    <a:pt x="9" y="76"/>
                  </a:lnTo>
                  <a:lnTo>
                    <a:pt x="12" y="58"/>
                  </a:lnTo>
                  <a:lnTo>
                    <a:pt x="14" y="40"/>
                  </a:lnTo>
                  <a:lnTo>
                    <a:pt x="17" y="23"/>
                  </a:lnTo>
                  <a:lnTo>
                    <a:pt x="22" y="6"/>
                  </a:lnTo>
                  <a:lnTo>
                    <a:pt x="22" y="6"/>
                  </a:lnTo>
                  <a:lnTo>
                    <a:pt x="22" y="4"/>
                  </a:lnTo>
                  <a:lnTo>
                    <a:pt x="22" y="2"/>
                  </a:lnTo>
                  <a:lnTo>
                    <a:pt x="21" y="1"/>
                  </a:lnTo>
                  <a:lnTo>
                    <a:pt x="19" y="0"/>
                  </a:lnTo>
                  <a:lnTo>
                    <a:pt x="16" y="0"/>
                  </a:lnTo>
                  <a:lnTo>
                    <a:pt x="15" y="0"/>
                  </a:lnTo>
                  <a:lnTo>
                    <a:pt x="13" y="1"/>
                  </a:lnTo>
                  <a:lnTo>
                    <a:pt x="12" y="3"/>
                  </a:lnTo>
                  <a:lnTo>
                    <a:pt x="12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86" name="Freeform 202"/>
            <p:cNvSpPr/>
            <p:nvPr>
              <p:custDataLst>
                <p:tags r:id="rId41"/>
              </p:custDataLst>
            </p:nvPr>
          </p:nvSpPr>
          <p:spPr bwMode="auto">
            <a:xfrm>
              <a:off x="4603750" y="2557463"/>
              <a:ext cx="15875" cy="46038"/>
            </a:xfrm>
            <a:custGeom>
              <a:avLst/>
              <a:gdLst/>
              <a:ahLst/>
              <a:cxnLst>
                <a:cxn ang="0">
                  <a:pos x="20" y="3"/>
                </a:cxn>
                <a:cxn ang="0">
                  <a:pos x="20" y="3"/>
                </a:cxn>
                <a:cxn ang="0">
                  <a:pos x="0" y="79"/>
                </a:cxn>
                <a:cxn ang="0">
                  <a:pos x="0" y="79"/>
                </a:cxn>
                <a:cxn ang="0">
                  <a:pos x="0" y="81"/>
                </a:cxn>
                <a:cxn ang="0">
                  <a:pos x="1" y="83"/>
                </a:cxn>
                <a:cxn ang="0">
                  <a:pos x="2" y="84"/>
                </a:cxn>
                <a:cxn ang="0">
                  <a:pos x="4" y="85"/>
                </a:cxn>
                <a:cxn ang="0">
                  <a:pos x="5" y="85"/>
                </a:cxn>
                <a:cxn ang="0">
                  <a:pos x="7" y="85"/>
                </a:cxn>
                <a:cxn ang="0">
                  <a:pos x="8" y="84"/>
                </a:cxn>
                <a:cxn ang="0">
                  <a:pos x="9" y="82"/>
                </a:cxn>
                <a:cxn ang="0">
                  <a:pos x="9" y="82"/>
                </a:cxn>
                <a:cxn ang="0">
                  <a:pos x="28" y="5"/>
                </a:cxn>
                <a:cxn ang="0">
                  <a:pos x="28" y="5"/>
                </a:cxn>
                <a:cxn ang="0">
                  <a:pos x="29" y="3"/>
                </a:cxn>
                <a:cxn ang="0">
                  <a:pos x="28" y="2"/>
                </a:cxn>
                <a:cxn ang="0">
                  <a:pos x="27" y="1"/>
                </a:cxn>
                <a:cxn ang="0">
                  <a:pos x="25" y="0"/>
                </a:cxn>
                <a:cxn ang="0">
                  <a:pos x="23" y="0"/>
                </a:cxn>
                <a:cxn ang="0">
                  <a:pos x="22" y="0"/>
                </a:cxn>
                <a:cxn ang="0">
                  <a:pos x="20" y="1"/>
                </a:cxn>
                <a:cxn ang="0">
                  <a:pos x="20" y="3"/>
                </a:cxn>
                <a:cxn ang="0">
                  <a:pos x="20" y="3"/>
                </a:cxn>
              </a:cxnLst>
              <a:rect l="0" t="0" r="r" b="b"/>
              <a:pathLst>
                <a:path w="29" h="85">
                  <a:moveTo>
                    <a:pt x="20" y="3"/>
                  </a:moveTo>
                  <a:lnTo>
                    <a:pt x="20" y="3"/>
                  </a:lnTo>
                  <a:lnTo>
                    <a:pt x="0" y="79"/>
                  </a:lnTo>
                  <a:lnTo>
                    <a:pt x="0" y="79"/>
                  </a:lnTo>
                  <a:lnTo>
                    <a:pt x="0" y="81"/>
                  </a:lnTo>
                  <a:lnTo>
                    <a:pt x="1" y="83"/>
                  </a:lnTo>
                  <a:lnTo>
                    <a:pt x="2" y="84"/>
                  </a:lnTo>
                  <a:lnTo>
                    <a:pt x="4" y="85"/>
                  </a:lnTo>
                  <a:lnTo>
                    <a:pt x="5" y="85"/>
                  </a:lnTo>
                  <a:lnTo>
                    <a:pt x="7" y="85"/>
                  </a:lnTo>
                  <a:lnTo>
                    <a:pt x="8" y="84"/>
                  </a:lnTo>
                  <a:lnTo>
                    <a:pt x="9" y="82"/>
                  </a:lnTo>
                  <a:lnTo>
                    <a:pt x="9" y="82"/>
                  </a:lnTo>
                  <a:lnTo>
                    <a:pt x="28" y="5"/>
                  </a:lnTo>
                  <a:lnTo>
                    <a:pt x="28" y="5"/>
                  </a:lnTo>
                  <a:lnTo>
                    <a:pt x="29" y="3"/>
                  </a:lnTo>
                  <a:lnTo>
                    <a:pt x="28" y="2"/>
                  </a:lnTo>
                  <a:lnTo>
                    <a:pt x="27" y="1"/>
                  </a:lnTo>
                  <a:lnTo>
                    <a:pt x="25" y="0"/>
                  </a:lnTo>
                  <a:lnTo>
                    <a:pt x="23" y="0"/>
                  </a:lnTo>
                  <a:lnTo>
                    <a:pt x="22" y="0"/>
                  </a:lnTo>
                  <a:lnTo>
                    <a:pt x="20" y="1"/>
                  </a:lnTo>
                  <a:lnTo>
                    <a:pt x="20" y="3"/>
                  </a:lnTo>
                  <a:lnTo>
                    <a:pt x="20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87" name="Freeform 203"/>
            <p:cNvSpPr/>
            <p:nvPr>
              <p:custDataLst>
                <p:tags r:id="rId42"/>
              </p:custDataLst>
            </p:nvPr>
          </p:nvSpPr>
          <p:spPr bwMode="auto">
            <a:xfrm>
              <a:off x="4687888" y="2668588"/>
              <a:ext cx="15875" cy="61913"/>
            </a:xfrm>
            <a:custGeom>
              <a:avLst/>
              <a:gdLst/>
              <a:ahLst/>
              <a:cxnLst>
                <a:cxn ang="0">
                  <a:pos x="19" y="4"/>
                </a:cxn>
                <a:cxn ang="0">
                  <a:pos x="19" y="4"/>
                </a:cxn>
                <a:cxn ang="0">
                  <a:pos x="19" y="12"/>
                </a:cxn>
                <a:cxn ang="0">
                  <a:pos x="17" y="19"/>
                </a:cxn>
                <a:cxn ang="0">
                  <a:pos x="12" y="35"/>
                </a:cxn>
                <a:cxn ang="0">
                  <a:pos x="8" y="50"/>
                </a:cxn>
                <a:cxn ang="0">
                  <a:pos x="7" y="58"/>
                </a:cxn>
                <a:cxn ang="0">
                  <a:pos x="6" y="65"/>
                </a:cxn>
                <a:cxn ang="0">
                  <a:pos x="6" y="65"/>
                </a:cxn>
                <a:cxn ang="0">
                  <a:pos x="6" y="76"/>
                </a:cxn>
                <a:cxn ang="0">
                  <a:pos x="5" y="89"/>
                </a:cxn>
                <a:cxn ang="0">
                  <a:pos x="4" y="99"/>
                </a:cxn>
                <a:cxn ang="0">
                  <a:pos x="0" y="110"/>
                </a:cxn>
                <a:cxn ang="0">
                  <a:pos x="0" y="110"/>
                </a:cxn>
                <a:cxn ang="0">
                  <a:pos x="0" y="112"/>
                </a:cxn>
                <a:cxn ang="0">
                  <a:pos x="0" y="113"/>
                </a:cxn>
                <a:cxn ang="0">
                  <a:pos x="1" y="116"/>
                </a:cxn>
                <a:cxn ang="0">
                  <a:pos x="3" y="116"/>
                </a:cxn>
                <a:cxn ang="0">
                  <a:pos x="6" y="116"/>
                </a:cxn>
                <a:cxn ang="0">
                  <a:pos x="8" y="114"/>
                </a:cxn>
                <a:cxn ang="0">
                  <a:pos x="9" y="112"/>
                </a:cxn>
                <a:cxn ang="0">
                  <a:pos x="9" y="112"/>
                </a:cxn>
                <a:cxn ang="0">
                  <a:pos x="12" y="102"/>
                </a:cxn>
                <a:cxn ang="0">
                  <a:pos x="14" y="92"/>
                </a:cxn>
                <a:cxn ang="0">
                  <a:pos x="15" y="80"/>
                </a:cxn>
                <a:cxn ang="0">
                  <a:pos x="15" y="70"/>
                </a:cxn>
                <a:cxn ang="0">
                  <a:pos x="15" y="70"/>
                </a:cxn>
                <a:cxn ang="0">
                  <a:pos x="17" y="62"/>
                </a:cxn>
                <a:cxn ang="0">
                  <a:pos x="18" y="54"/>
                </a:cxn>
                <a:cxn ang="0">
                  <a:pos x="22" y="37"/>
                </a:cxn>
                <a:cxn ang="0">
                  <a:pos x="26" y="20"/>
                </a:cxn>
                <a:cxn ang="0">
                  <a:pos x="28" y="12"/>
                </a:cxn>
                <a:cxn ang="0">
                  <a:pos x="29" y="4"/>
                </a:cxn>
                <a:cxn ang="0">
                  <a:pos x="29" y="4"/>
                </a:cxn>
                <a:cxn ang="0">
                  <a:pos x="28" y="2"/>
                </a:cxn>
                <a:cxn ang="0">
                  <a:pos x="27" y="1"/>
                </a:cxn>
                <a:cxn ang="0">
                  <a:pos x="26" y="0"/>
                </a:cxn>
                <a:cxn ang="0">
                  <a:pos x="24" y="0"/>
                </a:cxn>
                <a:cxn ang="0">
                  <a:pos x="22" y="0"/>
                </a:cxn>
                <a:cxn ang="0">
                  <a:pos x="21" y="1"/>
                </a:cxn>
                <a:cxn ang="0">
                  <a:pos x="20" y="2"/>
                </a:cxn>
                <a:cxn ang="0">
                  <a:pos x="19" y="4"/>
                </a:cxn>
                <a:cxn ang="0">
                  <a:pos x="19" y="4"/>
                </a:cxn>
              </a:cxnLst>
              <a:rect l="0" t="0" r="r" b="b"/>
              <a:pathLst>
                <a:path w="29" h="116">
                  <a:moveTo>
                    <a:pt x="19" y="4"/>
                  </a:moveTo>
                  <a:lnTo>
                    <a:pt x="19" y="4"/>
                  </a:lnTo>
                  <a:lnTo>
                    <a:pt x="19" y="12"/>
                  </a:lnTo>
                  <a:lnTo>
                    <a:pt x="17" y="19"/>
                  </a:lnTo>
                  <a:lnTo>
                    <a:pt x="12" y="35"/>
                  </a:lnTo>
                  <a:lnTo>
                    <a:pt x="8" y="50"/>
                  </a:lnTo>
                  <a:lnTo>
                    <a:pt x="7" y="58"/>
                  </a:lnTo>
                  <a:lnTo>
                    <a:pt x="6" y="65"/>
                  </a:lnTo>
                  <a:lnTo>
                    <a:pt x="6" y="65"/>
                  </a:lnTo>
                  <a:lnTo>
                    <a:pt x="6" y="76"/>
                  </a:lnTo>
                  <a:lnTo>
                    <a:pt x="5" y="89"/>
                  </a:lnTo>
                  <a:lnTo>
                    <a:pt x="4" y="99"/>
                  </a:lnTo>
                  <a:lnTo>
                    <a:pt x="0" y="110"/>
                  </a:lnTo>
                  <a:lnTo>
                    <a:pt x="0" y="110"/>
                  </a:lnTo>
                  <a:lnTo>
                    <a:pt x="0" y="112"/>
                  </a:lnTo>
                  <a:lnTo>
                    <a:pt x="0" y="113"/>
                  </a:lnTo>
                  <a:lnTo>
                    <a:pt x="1" y="116"/>
                  </a:lnTo>
                  <a:lnTo>
                    <a:pt x="3" y="116"/>
                  </a:lnTo>
                  <a:lnTo>
                    <a:pt x="6" y="116"/>
                  </a:lnTo>
                  <a:lnTo>
                    <a:pt x="8" y="114"/>
                  </a:lnTo>
                  <a:lnTo>
                    <a:pt x="9" y="112"/>
                  </a:lnTo>
                  <a:lnTo>
                    <a:pt x="9" y="112"/>
                  </a:lnTo>
                  <a:lnTo>
                    <a:pt x="12" y="102"/>
                  </a:lnTo>
                  <a:lnTo>
                    <a:pt x="14" y="92"/>
                  </a:lnTo>
                  <a:lnTo>
                    <a:pt x="15" y="80"/>
                  </a:lnTo>
                  <a:lnTo>
                    <a:pt x="15" y="70"/>
                  </a:lnTo>
                  <a:lnTo>
                    <a:pt x="15" y="70"/>
                  </a:lnTo>
                  <a:lnTo>
                    <a:pt x="17" y="62"/>
                  </a:lnTo>
                  <a:lnTo>
                    <a:pt x="18" y="54"/>
                  </a:lnTo>
                  <a:lnTo>
                    <a:pt x="22" y="37"/>
                  </a:lnTo>
                  <a:lnTo>
                    <a:pt x="26" y="20"/>
                  </a:lnTo>
                  <a:lnTo>
                    <a:pt x="28" y="12"/>
                  </a:lnTo>
                  <a:lnTo>
                    <a:pt x="29" y="4"/>
                  </a:lnTo>
                  <a:lnTo>
                    <a:pt x="29" y="4"/>
                  </a:lnTo>
                  <a:lnTo>
                    <a:pt x="28" y="2"/>
                  </a:lnTo>
                  <a:lnTo>
                    <a:pt x="27" y="1"/>
                  </a:lnTo>
                  <a:lnTo>
                    <a:pt x="26" y="0"/>
                  </a:lnTo>
                  <a:lnTo>
                    <a:pt x="24" y="0"/>
                  </a:lnTo>
                  <a:lnTo>
                    <a:pt x="22" y="0"/>
                  </a:lnTo>
                  <a:lnTo>
                    <a:pt x="21" y="1"/>
                  </a:lnTo>
                  <a:lnTo>
                    <a:pt x="20" y="2"/>
                  </a:lnTo>
                  <a:lnTo>
                    <a:pt x="19" y="4"/>
                  </a:lnTo>
                  <a:lnTo>
                    <a:pt x="19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88" name="Freeform 204"/>
            <p:cNvSpPr/>
            <p:nvPr>
              <p:custDataLst>
                <p:tags r:id="rId43"/>
              </p:custDataLst>
            </p:nvPr>
          </p:nvSpPr>
          <p:spPr bwMode="auto">
            <a:xfrm>
              <a:off x="4714875" y="2657475"/>
              <a:ext cx="11113" cy="61913"/>
            </a:xfrm>
            <a:custGeom>
              <a:avLst/>
              <a:gdLst/>
              <a:ahLst/>
              <a:cxnLst>
                <a:cxn ang="0">
                  <a:pos x="12" y="5"/>
                </a:cxn>
                <a:cxn ang="0">
                  <a:pos x="12" y="5"/>
                </a:cxn>
                <a:cxn ang="0">
                  <a:pos x="10" y="32"/>
                </a:cxn>
                <a:cxn ang="0">
                  <a:pos x="6" y="59"/>
                </a:cxn>
                <a:cxn ang="0">
                  <a:pos x="2" y="86"/>
                </a:cxn>
                <a:cxn ang="0">
                  <a:pos x="0" y="113"/>
                </a:cxn>
                <a:cxn ang="0">
                  <a:pos x="0" y="113"/>
                </a:cxn>
                <a:cxn ang="0">
                  <a:pos x="0" y="115"/>
                </a:cxn>
                <a:cxn ang="0">
                  <a:pos x="1" y="116"/>
                </a:cxn>
                <a:cxn ang="0">
                  <a:pos x="3" y="117"/>
                </a:cxn>
                <a:cxn ang="0">
                  <a:pos x="4" y="117"/>
                </a:cxn>
                <a:cxn ang="0">
                  <a:pos x="6" y="117"/>
                </a:cxn>
                <a:cxn ang="0">
                  <a:pos x="8" y="116"/>
                </a:cxn>
                <a:cxn ang="0">
                  <a:pos x="9" y="115"/>
                </a:cxn>
                <a:cxn ang="0">
                  <a:pos x="9" y="113"/>
                </a:cxn>
                <a:cxn ang="0">
                  <a:pos x="9" y="113"/>
                </a:cxn>
                <a:cxn ang="0">
                  <a:pos x="11" y="86"/>
                </a:cxn>
                <a:cxn ang="0">
                  <a:pos x="15" y="59"/>
                </a:cxn>
                <a:cxn ang="0">
                  <a:pos x="19" y="32"/>
                </a:cxn>
                <a:cxn ang="0">
                  <a:pos x="21" y="5"/>
                </a:cxn>
                <a:cxn ang="0">
                  <a:pos x="21" y="5"/>
                </a:cxn>
                <a:cxn ang="0">
                  <a:pos x="21" y="3"/>
                </a:cxn>
                <a:cxn ang="0">
                  <a:pos x="20" y="2"/>
                </a:cxn>
                <a:cxn ang="0">
                  <a:pos x="19" y="1"/>
                </a:cxn>
                <a:cxn ang="0">
                  <a:pos x="17" y="0"/>
                </a:cxn>
                <a:cxn ang="0">
                  <a:pos x="15" y="1"/>
                </a:cxn>
                <a:cxn ang="0">
                  <a:pos x="14" y="2"/>
                </a:cxn>
                <a:cxn ang="0">
                  <a:pos x="13" y="3"/>
                </a:cxn>
                <a:cxn ang="0">
                  <a:pos x="12" y="5"/>
                </a:cxn>
                <a:cxn ang="0">
                  <a:pos x="12" y="5"/>
                </a:cxn>
              </a:cxnLst>
              <a:rect l="0" t="0" r="r" b="b"/>
              <a:pathLst>
                <a:path w="21" h="117">
                  <a:moveTo>
                    <a:pt x="12" y="5"/>
                  </a:moveTo>
                  <a:lnTo>
                    <a:pt x="12" y="5"/>
                  </a:lnTo>
                  <a:lnTo>
                    <a:pt x="10" y="32"/>
                  </a:lnTo>
                  <a:lnTo>
                    <a:pt x="6" y="59"/>
                  </a:lnTo>
                  <a:lnTo>
                    <a:pt x="2" y="86"/>
                  </a:lnTo>
                  <a:lnTo>
                    <a:pt x="0" y="113"/>
                  </a:lnTo>
                  <a:lnTo>
                    <a:pt x="0" y="113"/>
                  </a:lnTo>
                  <a:lnTo>
                    <a:pt x="0" y="115"/>
                  </a:lnTo>
                  <a:lnTo>
                    <a:pt x="1" y="116"/>
                  </a:lnTo>
                  <a:lnTo>
                    <a:pt x="3" y="117"/>
                  </a:lnTo>
                  <a:lnTo>
                    <a:pt x="4" y="117"/>
                  </a:lnTo>
                  <a:lnTo>
                    <a:pt x="6" y="117"/>
                  </a:lnTo>
                  <a:lnTo>
                    <a:pt x="8" y="116"/>
                  </a:lnTo>
                  <a:lnTo>
                    <a:pt x="9" y="115"/>
                  </a:lnTo>
                  <a:lnTo>
                    <a:pt x="9" y="113"/>
                  </a:lnTo>
                  <a:lnTo>
                    <a:pt x="9" y="113"/>
                  </a:lnTo>
                  <a:lnTo>
                    <a:pt x="11" y="86"/>
                  </a:lnTo>
                  <a:lnTo>
                    <a:pt x="15" y="59"/>
                  </a:lnTo>
                  <a:lnTo>
                    <a:pt x="19" y="32"/>
                  </a:lnTo>
                  <a:lnTo>
                    <a:pt x="21" y="5"/>
                  </a:lnTo>
                  <a:lnTo>
                    <a:pt x="21" y="5"/>
                  </a:lnTo>
                  <a:lnTo>
                    <a:pt x="21" y="3"/>
                  </a:lnTo>
                  <a:lnTo>
                    <a:pt x="20" y="2"/>
                  </a:lnTo>
                  <a:lnTo>
                    <a:pt x="19" y="1"/>
                  </a:lnTo>
                  <a:lnTo>
                    <a:pt x="17" y="0"/>
                  </a:lnTo>
                  <a:lnTo>
                    <a:pt x="15" y="1"/>
                  </a:lnTo>
                  <a:lnTo>
                    <a:pt x="14" y="2"/>
                  </a:lnTo>
                  <a:lnTo>
                    <a:pt x="13" y="3"/>
                  </a:lnTo>
                  <a:lnTo>
                    <a:pt x="12" y="5"/>
                  </a:lnTo>
                  <a:lnTo>
                    <a:pt x="12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90" name="Freeform 206"/>
            <p:cNvSpPr>
              <a:spLocks noEditPoints="1"/>
            </p:cNvSpPr>
            <p:nvPr>
              <p:custDataLst>
                <p:tags r:id="rId44"/>
              </p:custDataLst>
            </p:nvPr>
          </p:nvSpPr>
          <p:spPr bwMode="auto">
            <a:xfrm>
              <a:off x="4249738" y="2249488"/>
              <a:ext cx="555625" cy="574675"/>
            </a:xfrm>
            <a:custGeom>
              <a:avLst/>
              <a:gdLst/>
              <a:ahLst/>
              <a:cxnLst>
                <a:cxn ang="0">
                  <a:pos x="817" y="1056"/>
                </a:cxn>
                <a:cxn ang="0">
                  <a:pos x="716" y="1035"/>
                </a:cxn>
                <a:cxn ang="0">
                  <a:pos x="659" y="1016"/>
                </a:cxn>
                <a:cxn ang="0">
                  <a:pos x="645" y="1010"/>
                </a:cxn>
                <a:cxn ang="0">
                  <a:pos x="623" y="986"/>
                </a:cxn>
                <a:cxn ang="0">
                  <a:pos x="608" y="970"/>
                </a:cxn>
                <a:cxn ang="0">
                  <a:pos x="577" y="929"/>
                </a:cxn>
                <a:cxn ang="0">
                  <a:pos x="513" y="864"/>
                </a:cxn>
                <a:cxn ang="0">
                  <a:pos x="403" y="767"/>
                </a:cxn>
                <a:cxn ang="0">
                  <a:pos x="307" y="683"/>
                </a:cxn>
                <a:cxn ang="0">
                  <a:pos x="222" y="574"/>
                </a:cxn>
                <a:cxn ang="0">
                  <a:pos x="139" y="472"/>
                </a:cxn>
                <a:cxn ang="0">
                  <a:pos x="97" y="439"/>
                </a:cxn>
                <a:cxn ang="0">
                  <a:pos x="31" y="360"/>
                </a:cxn>
                <a:cxn ang="0">
                  <a:pos x="27" y="300"/>
                </a:cxn>
                <a:cxn ang="0">
                  <a:pos x="84" y="371"/>
                </a:cxn>
                <a:cxn ang="0">
                  <a:pos x="141" y="426"/>
                </a:cxn>
                <a:cxn ang="0">
                  <a:pos x="208" y="491"/>
                </a:cxn>
                <a:cxn ang="0">
                  <a:pos x="305" y="624"/>
                </a:cxn>
                <a:cxn ang="0">
                  <a:pos x="398" y="714"/>
                </a:cxn>
                <a:cxn ang="0">
                  <a:pos x="481" y="790"/>
                </a:cxn>
                <a:cxn ang="0">
                  <a:pos x="571" y="872"/>
                </a:cxn>
                <a:cxn ang="0">
                  <a:pos x="646" y="943"/>
                </a:cxn>
                <a:cxn ang="0">
                  <a:pos x="724" y="871"/>
                </a:cxn>
                <a:cxn ang="0">
                  <a:pos x="843" y="787"/>
                </a:cxn>
                <a:cxn ang="0">
                  <a:pos x="981" y="693"/>
                </a:cxn>
                <a:cxn ang="0">
                  <a:pos x="917" y="620"/>
                </a:cxn>
                <a:cxn ang="0">
                  <a:pos x="751" y="446"/>
                </a:cxn>
                <a:cxn ang="0">
                  <a:pos x="583" y="291"/>
                </a:cxn>
                <a:cxn ang="0">
                  <a:pos x="501" y="195"/>
                </a:cxn>
                <a:cxn ang="0">
                  <a:pos x="431" y="116"/>
                </a:cxn>
                <a:cxn ang="0">
                  <a:pos x="378" y="54"/>
                </a:cxn>
                <a:cxn ang="0">
                  <a:pos x="377" y="0"/>
                </a:cxn>
                <a:cxn ang="0">
                  <a:pos x="496" y="134"/>
                </a:cxn>
                <a:cxn ang="0">
                  <a:pos x="631" y="290"/>
                </a:cxn>
                <a:cxn ang="0">
                  <a:pos x="729" y="380"/>
                </a:cxn>
                <a:cxn ang="0">
                  <a:pos x="900" y="546"/>
                </a:cxn>
                <a:cxn ang="0">
                  <a:pos x="980" y="641"/>
                </a:cxn>
                <a:cxn ang="0">
                  <a:pos x="1020" y="678"/>
                </a:cxn>
                <a:cxn ang="0">
                  <a:pos x="1032" y="689"/>
                </a:cxn>
                <a:cxn ang="0">
                  <a:pos x="1037" y="700"/>
                </a:cxn>
                <a:cxn ang="0">
                  <a:pos x="1051" y="800"/>
                </a:cxn>
                <a:cxn ang="0">
                  <a:pos x="1037" y="911"/>
                </a:cxn>
                <a:cxn ang="0">
                  <a:pos x="1029" y="991"/>
                </a:cxn>
                <a:cxn ang="0">
                  <a:pos x="1023" y="1039"/>
                </a:cxn>
                <a:cxn ang="0">
                  <a:pos x="1016" y="1079"/>
                </a:cxn>
                <a:cxn ang="0">
                  <a:pos x="1002" y="1088"/>
                </a:cxn>
                <a:cxn ang="0">
                  <a:pos x="996" y="1087"/>
                </a:cxn>
                <a:cxn ang="0">
                  <a:pos x="954" y="761"/>
                </a:cxn>
                <a:cxn ang="0">
                  <a:pos x="842" y="830"/>
                </a:cxn>
                <a:cxn ang="0">
                  <a:pos x="729" y="917"/>
                </a:cxn>
                <a:cxn ang="0">
                  <a:pos x="672" y="967"/>
                </a:cxn>
                <a:cxn ang="0">
                  <a:pos x="699" y="991"/>
                </a:cxn>
                <a:cxn ang="0">
                  <a:pos x="772" y="1010"/>
                </a:cxn>
                <a:cxn ang="0">
                  <a:pos x="941" y="1046"/>
                </a:cxn>
                <a:cxn ang="0">
                  <a:pos x="989" y="1039"/>
                </a:cxn>
                <a:cxn ang="0">
                  <a:pos x="990" y="1018"/>
                </a:cxn>
                <a:cxn ang="0">
                  <a:pos x="995" y="957"/>
                </a:cxn>
                <a:cxn ang="0">
                  <a:pos x="1010" y="856"/>
                </a:cxn>
                <a:cxn ang="0">
                  <a:pos x="1010" y="734"/>
                </a:cxn>
              </a:cxnLst>
              <a:rect l="0" t="0" r="r" b="b"/>
              <a:pathLst>
                <a:path w="1051" h="1088">
                  <a:moveTo>
                    <a:pt x="991" y="1088"/>
                  </a:moveTo>
                  <a:lnTo>
                    <a:pt x="991" y="1088"/>
                  </a:lnTo>
                  <a:lnTo>
                    <a:pt x="952" y="1084"/>
                  </a:lnTo>
                  <a:lnTo>
                    <a:pt x="911" y="1078"/>
                  </a:lnTo>
                  <a:lnTo>
                    <a:pt x="866" y="1069"/>
                  </a:lnTo>
                  <a:lnTo>
                    <a:pt x="817" y="1056"/>
                  </a:lnTo>
                  <a:lnTo>
                    <a:pt x="817" y="1056"/>
                  </a:lnTo>
                  <a:lnTo>
                    <a:pt x="773" y="1046"/>
                  </a:lnTo>
                  <a:lnTo>
                    <a:pt x="751" y="1041"/>
                  </a:lnTo>
                  <a:lnTo>
                    <a:pt x="728" y="1037"/>
                  </a:lnTo>
                  <a:lnTo>
                    <a:pt x="728" y="1037"/>
                  </a:lnTo>
                  <a:lnTo>
                    <a:pt x="716" y="1035"/>
                  </a:lnTo>
                  <a:lnTo>
                    <a:pt x="706" y="1031"/>
                  </a:lnTo>
                  <a:lnTo>
                    <a:pt x="686" y="1025"/>
                  </a:lnTo>
                  <a:lnTo>
                    <a:pt x="686" y="1025"/>
                  </a:lnTo>
                  <a:lnTo>
                    <a:pt x="673" y="1020"/>
                  </a:lnTo>
                  <a:lnTo>
                    <a:pt x="659" y="1016"/>
                  </a:lnTo>
                  <a:lnTo>
                    <a:pt x="659" y="1016"/>
                  </a:lnTo>
                  <a:lnTo>
                    <a:pt x="654" y="1015"/>
                  </a:lnTo>
                  <a:lnTo>
                    <a:pt x="651" y="1013"/>
                  </a:lnTo>
                  <a:lnTo>
                    <a:pt x="650" y="1012"/>
                  </a:lnTo>
                  <a:lnTo>
                    <a:pt x="649" y="1011"/>
                  </a:lnTo>
                  <a:lnTo>
                    <a:pt x="649" y="1011"/>
                  </a:lnTo>
                  <a:lnTo>
                    <a:pt x="645" y="1010"/>
                  </a:lnTo>
                  <a:lnTo>
                    <a:pt x="645" y="1010"/>
                  </a:lnTo>
                  <a:lnTo>
                    <a:pt x="640" y="1006"/>
                  </a:lnTo>
                  <a:lnTo>
                    <a:pt x="635" y="1001"/>
                  </a:lnTo>
                  <a:lnTo>
                    <a:pt x="628" y="991"/>
                  </a:lnTo>
                  <a:lnTo>
                    <a:pt x="623" y="986"/>
                  </a:lnTo>
                  <a:lnTo>
                    <a:pt x="623" y="986"/>
                  </a:lnTo>
                  <a:lnTo>
                    <a:pt x="620" y="983"/>
                  </a:lnTo>
                  <a:lnTo>
                    <a:pt x="619" y="982"/>
                  </a:lnTo>
                  <a:lnTo>
                    <a:pt x="619" y="982"/>
                  </a:lnTo>
                  <a:lnTo>
                    <a:pt x="614" y="979"/>
                  </a:lnTo>
                  <a:lnTo>
                    <a:pt x="611" y="976"/>
                  </a:lnTo>
                  <a:lnTo>
                    <a:pt x="608" y="970"/>
                  </a:lnTo>
                  <a:lnTo>
                    <a:pt x="608" y="965"/>
                  </a:lnTo>
                  <a:lnTo>
                    <a:pt x="608" y="963"/>
                  </a:lnTo>
                  <a:lnTo>
                    <a:pt x="606" y="961"/>
                  </a:lnTo>
                  <a:lnTo>
                    <a:pt x="606" y="961"/>
                  </a:lnTo>
                  <a:lnTo>
                    <a:pt x="591" y="946"/>
                  </a:lnTo>
                  <a:lnTo>
                    <a:pt x="577" y="929"/>
                  </a:lnTo>
                  <a:lnTo>
                    <a:pt x="577" y="929"/>
                  </a:lnTo>
                  <a:lnTo>
                    <a:pt x="561" y="912"/>
                  </a:lnTo>
                  <a:lnTo>
                    <a:pt x="546" y="895"/>
                  </a:lnTo>
                  <a:lnTo>
                    <a:pt x="529" y="879"/>
                  </a:lnTo>
                  <a:lnTo>
                    <a:pt x="513" y="864"/>
                  </a:lnTo>
                  <a:lnTo>
                    <a:pt x="513" y="864"/>
                  </a:lnTo>
                  <a:lnTo>
                    <a:pt x="490" y="846"/>
                  </a:lnTo>
                  <a:lnTo>
                    <a:pt x="469" y="827"/>
                  </a:lnTo>
                  <a:lnTo>
                    <a:pt x="428" y="789"/>
                  </a:lnTo>
                  <a:lnTo>
                    <a:pt x="428" y="789"/>
                  </a:lnTo>
                  <a:lnTo>
                    <a:pt x="416" y="777"/>
                  </a:lnTo>
                  <a:lnTo>
                    <a:pt x="403" y="767"/>
                  </a:lnTo>
                  <a:lnTo>
                    <a:pt x="378" y="745"/>
                  </a:lnTo>
                  <a:lnTo>
                    <a:pt x="378" y="745"/>
                  </a:lnTo>
                  <a:lnTo>
                    <a:pt x="356" y="729"/>
                  </a:lnTo>
                  <a:lnTo>
                    <a:pt x="336" y="711"/>
                  </a:lnTo>
                  <a:lnTo>
                    <a:pt x="317" y="693"/>
                  </a:lnTo>
                  <a:lnTo>
                    <a:pt x="307" y="683"/>
                  </a:lnTo>
                  <a:lnTo>
                    <a:pt x="299" y="673"/>
                  </a:lnTo>
                  <a:lnTo>
                    <a:pt x="299" y="673"/>
                  </a:lnTo>
                  <a:lnTo>
                    <a:pt x="271" y="638"/>
                  </a:lnTo>
                  <a:lnTo>
                    <a:pt x="271" y="638"/>
                  </a:lnTo>
                  <a:lnTo>
                    <a:pt x="238" y="596"/>
                  </a:lnTo>
                  <a:lnTo>
                    <a:pt x="222" y="574"/>
                  </a:lnTo>
                  <a:lnTo>
                    <a:pt x="207" y="552"/>
                  </a:lnTo>
                  <a:lnTo>
                    <a:pt x="207" y="552"/>
                  </a:lnTo>
                  <a:lnTo>
                    <a:pt x="194" y="534"/>
                  </a:lnTo>
                  <a:lnTo>
                    <a:pt x="178" y="514"/>
                  </a:lnTo>
                  <a:lnTo>
                    <a:pt x="160" y="493"/>
                  </a:lnTo>
                  <a:lnTo>
                    <a:pt x="139" y="472"/>
                  </a:lnTo>
                  <a:lnTo>
                    <a:pt x="139" y="472"/>
                  </a:lnTo>
                  <a:lnTo>
                    <a:pt x="128" y="461"/>
                  </a:lnTo>
                  <a:lnTo>
                    <a:pt x="115" y="453"/>
                  </a:lnTo>
                  <a:lnTo>
                    <a:pt x="115" y="453"/>
                  </a:lnTo>
                  <a:lnTo>
                    <a:pt x="103" y="444"/>
                  </a:lnTo>
                  <a:lnTo>
                    <a:pt x="97" y="439"/>
                  </a:lnTo>
                  <a:lnTo>
                    <a:pt x="92" y="433"/>
                  </a:lnTo>
                  <a:lnTo>
                    <a:pt x="92" y="433"/>
                  </a:lnTo>
                  <a:lnTo>
                    <a:pt x="74" y="414"/>
                  </a:lnTo>
                  <a:lnTo>
                    <a:pt x="57" y="393"/>
                  </a:lnTo>
                  <a:lnTo>
                    <a:pt x="57" y="393"/>
                  </a:lnTo>
                  <a:lnTo>
                    <a:pt x="31" y="360"/>
                  </a:lnTo>
                  <a:lnTo>
                    <a:pt x="16" y="345"/>
                  </a:lnTo>
                  <a:lnTo>
                    <a:pt x="2" y="329"/>
                  </a:lnTo>
                  <a:lnTo>
                    <a:pt x="2" y="329"/>
                  </a:lnTo>
                  <a:lnTo>
                    <a:pt x="0" y="327"/>
                  </a:lnTo>
                  <a:lnTo>
                    <a:pt x="0" y="327"/>
                  </a:lnTo>
                  <a:lnTo>
                    <a:pt x="27" y="300"/>
                  </a:lnTo>
                  <a:lnTo>
                    <a:pt x="27" y="300"/>
                  </a:lnTo>
                  <a:lnTo>
                    <a:pt x="45" y="322"/>
                  </a:lnTo>
                  <a:lnTo>
                    <a:pt x="45" y="322"/>
                  </a:lnTo>
                  <a:lnTo>
                    <a:pt x="68" y="351"/>
                  </a:lnTo>
                  <a:lnTo>
                    <a:pt x="68" y="351"/>
                  </a:lnTo>
                  <a:lnTo>
                    <a:pt x="84" y="371"/>
                  </a:lnTo>
                  <a:lnTo>
                    <a:pt x="102" y="392"/>
                  </a:lnTo>
                  <a:lnTo>
                    <a:pt x="111" y="401"/>
                  </a:lnTo>
                  <a:lnTo>
                    <a:pt x="120" y="411"/>
                  </a:lnTo>
                  <a:lnTo>
                    <a:pt x="131" y="419"/>
                  </a:lnTo>
                  <a:lnTo>
                    <a:pt x="141" y="426"/>
                  </a:lnTo>
                  <a:lnTo>
                    <a:pt x="141" y="426"/>
                  </a:lnTo>
                  <a:lnTo>
                    <a:pt x="151" y="434"/>
                  </a:lnTo>
                  <a:lnTo>
                    <a:pt x="163" y="444"/>
                  </a:lnTo>
                  <a:lnTo>
                    <a:pt x="174" y="454"/>
                  </a:lnTo>
                  <a:lnTo>
                    <a:pt x="186" y="465"/>
                  </a:lnTo>
                  <a:lnTo>
                    <a:pt x="197" y="478"/>
                  </a:lnTo>
                  <a:lnTo>
                    <a:pt x="208" y="491"/>
                  </a:lnTo>
                  <a:lnTo>
                    <a:pt x="219" y="506"/>
                  </a:lnTo>
                  <a:lnTo>
                    <a:pt x="229" y="521"/>
                  </a:lnTo>
                  <a:lnTo>
                    <a:pt x="229" y="521"/>
                  </a:lnTo>
                  <a:lnTo>
                    <a:pt x="261" y="567"/>
                  </a:lnTo>
                  <a:lnTo>
                    <a:pt x="291" y="607"/>
                  </a:lnTo>
                  <a:lnTo>
                    <a:pt x="305" y="624"/>
                  </a:lnTo>
                  <a:lnTo>
                    <a:pt x="319" y="640"/>
                  </a:lnTo>
                  <a:lnTo>
                    <a:pt x="332" y="654"/>
                  </a:lnTo>
                  <a:lnTo>
                    <a:pt x="346" y="668"/>
                  </a:lnTo>
                  <a:lnTo>
                    <a:pt x="346" y="668"/>
                  </a:lnTo>
                  <a:lnTo>
                    <a:pt x="371" y="692"/>
                  </a:lnTo>
                  <a:lnTo>
                    <a:pt x="398" y="714"/>
                  </a:lnTo>
                  <a:lnTo>
                    <a:pt x="398" y="714"/>
                  </a:lnTo>
                  <a:lnTo>
                    <a:pt x="429" y="741"/>
                  </a:lnTo>
                  <a:lnTo>
                    <a:pt x="445" y="755"/>
                  </a:lnTo>
                  <a:lnTo>
                    <a:pt x="459" y="769"/>
                  </a:lnTo>
                  <a:lnTo>
                    <a:pt x="459" y="769"/>
                  </a:lnTo>
                  <a:lnTo>
                    <a:pt x="481" y="790"/>
                  </a:lnTo>
                  <a:lnTo>
                    <a:pt x="504" y="809"/>
                  </a:lnTo>
                  <a:lnTo>
                    <a:pt x="504" y="809"/>
                  </a:lnTo>
                  <a:lnTo>
                    <a:pt x="526" y="828"/>
                  </a:lnTo>
                  <a:lnTo>
                    <a:pt x="548" y="849"/>
                  </a:lnTo>
                  <a:lnTo>
                    <a:pt x="548" y="849"/>
                  </a:lnTo>
                  <a:lnTo>
                    <a:pt x="571" y="872"/>
                  </a:lnTo>
                  <a:lnTo>
                    <a:pt x="594" y="896"/>
                  </a:lnTo>
                  <a:lnTo>
                    <a:pt x="594" y="896"/>
                  </a:lnTo>
                  <a:lnTo>
                    <a:pt x="615" y="920"/>
                  </a:lnTo>
                  <a:lnTo>
                    <a:pt x="638" y="943"/>
                  </a:lnTo>
                  <a:lnTo>
                    <a:pt x="643" y="948"/>
                  </a:lnTo>
                  <a:lnTo>
                    <a:pt x="646" y="943"/>
                  </a:lnTo>
                  <a:lnTo>
                    <a:pt x="646" y="943"/>
                  </a:lnTo>
                  <a:lnTo>
                    <a:pt x="658" y="929"/>
                  </a:lnTo>
                  <a:lnTo>
                    <a:pt x="669" y="917"/>
                  </a:lnTo>
                  <a:lnTo>
                    <a:pt x="682" y="904"/>
                  </a:lnTo>
                  <a:lnTo>
                    <a:pt x="696" y="893"/>
                  </a:lnTo>
                  <a:lnTo>
                    <a:pt x="724" y="871"/>
                  </a:lnTo>
                  <a:lnTo>
                    <a:pt x="753" y="851"/>
                  </a:lnTo>
                  <a:lnTo>
                    <a:pt x="753" y="851"/>
                  </a:lnTo>
                  <a:lnTo>
                    <a:pt x="784" y="829"/>
                  </a:lnTo>
                  <a:lnTo>
                    <a:pt x="784" y="829"/>
                  </a:lnTo>
                  <a:lnTo>
                    <a:pt x="812" y="807"/>
                  </a:lnTo>
                  <a:lnTo>
                    <a:pt x="843" y="787"/>
                  </a:lnTo>
                  <a:lnTo>
                    <a:pt x="906" y="748"/>
                  </a:lnTo>
                  <a:lnTo>
                    <a:pt x="906" y="748"/>
                  </a:lnTo>
                  <a:lnTo>
                    <a:pt x="944" y="725"/>
                  </a:lnTo>
                  <a:lnTo>
                    <a:pt x="980" y="702"/>
                  </a:lnTo>
                  <a:lnTo>
                    <a:pt x="986" y="698"/>
                  </a:lnTo>
                  <a:lnTo>
                    <a:pt x="981" y="693"/>
                  </a:lnTo>
                  <a:lnTo>
                    <a:pt x="981" y="693"/>
                  </a:lnTo>
                  <a:lnTo>
                    <a:pt x="964" y="676"/>
                  </a:lnTo>
                  <a:lnTo>
                    <a:pt x="949" y="660"/>
                  </a:lnTo>
                  <a:lnTo>
                    <a:pt x="920" y="624"/>
                  </a:lnTo>
                  <a:lnTo>
                    <a:pt x="917" y="620"/>
                  </a:lnTo>
                  <a:lnTo>
                    <a:pt x="917" y="620"/>
                  </a:lnTo>
                  <a:lnTo>
                    <a:pt x="882" y="579"/>
                  </a:lnTo>
                  <a:lnTo>
                    <a:pt x="850" y="543"/>
                  </a:lnTo>
                  <a:lnTo>
                    <a:pt x="819" y="510"/>
                  </a:lnTo>
                  <a:lnTo>
                    <a:pt x="789" y="480"/>
                  </a:lnTo>
                  <a:lnTo>
                    <a:pt x="789" y="480"/>
                  </a:lnTo>
                  <a:lnTo>
                    <a:pt x="751" y="446"/>
                  </a:lnTo>
                  <a:lnTo>
                    <a:pt x="712" y="412"/>
                  </a:lnTo>
                  <a:lnTo>
                    <a:pt x="712" y="412"/>
                  </a:lnTo>
                  <a:lnTo>
                    <a:pt x="668" y="372"/>
                  </a:lnTo>
                  <a:lnTo>
                    <a:pt x="624" y="332"/>
                  </a:lnTo>
                  <a:lnTo>
                    <a:pt x="604" y="313"/>
                  </a:lnTo>
                  <a:lnTo>
                    <a:pt x="583" y="291"/>
                  </a:lnTo>
                  <a:lnTo>
                    <a:pt x="564" y="269"/>
                  </a:lnTo>
                  <a:lnTo>
                    <a:pt x="544" y="246"/>
                  </a:lnTo>
                  <a:lnTo>
                    <a:pt x="544" y="246"/>
                  </a:lnTo>
                  <a:lnTo>
                    <a:pt x="522" y="221"/>
                  </a:lnTo>
                  <a:lnTo>
                    <a:pt x="501" y="195"/>
                  </a:lnTo>
                  <a:lnTo>
                    <a:pt x="501" y="195"/>
                  </a:lnTo>
                  <a:lnTo>
                    <a:pt x="475" y="165"/>
                  </a:lnTo>
                  <a:lnTo>
                    <a:pt x="450" y="135"/>
                  </a:lnTo>
                  <a:lnTo>
                    <a:pt x="450" y="135"/>
                  </a:lnTo>
                  <a:lnTo>
                    <a:pt x="441" y="125"/>
                  </a:lnTo>
                  <a:lnTo>
                    <a:pt x="431" y="116"/>
                  </a:lnTo>
                  <a:lnTo>
                    <a:pt x="431" y="116"/>
                  </a:lnTo>
                  <a:lnTo>
                    <a:pt x="422" y="107"/>
                  </a:lnTo>
                  <a:lnTo>
                    <a:pt x="413" y="98"/>
                  </a:lnTo>
                  <a:lnTo>
                    <a:pt x="413" y="98"/>
                  </a:lnTo>
                  <a:lnTo>
                    <a:pt x="400" y="81"/>
                  </a:lnTo>
                  <a:lnTo>
                    <a:pt x="389" y="67"/>
                  </a:lnTo>
                  <a:lnTo>
                    <a:pt x="378" y="54"/>
                  </a:lnTo>
                  <a:lnTo>
                    <a:pt x="366" y="44"/>
                  </a:lnTo>
                  <a:lnTo>
                    <a:pt x="366" y="44"/>
                  </a:lnTo>
                  <a:lnTo>
                    <a:pt x="355" y="33"/>
                  </a:lnTo>
                  <a:lnTo>
                    <a:pt x="346" y="21"/>
                  </a:lnTo>
                  <a:lnTo>
                    <a:pt x="346" y="21"/>
                  </a:lnTo>
                  <a:lnTo>
                    <a:pt x="377" y="0"/>
                  </a:lnTo>
                  <a:lnTo>
                    <a:pt x="377" y="0"/>
                  </a:lnTo>
                  <a:lnTo>
                    <a:pt x="382" y="6"/>
                  </a:lnTo>
                  <a:lnTo>
                    <a:pt x="382" y="6"/>
                  </a:lnTo>
                  <a:lnTo>
                    <a:pt x="433" y="64"/>
                  </a:lnTo>
                  <a:lnTo>
                    <a:pt x="433" y="64"/>
                  </a:lnTo>
                  <a:lnTo>
                    <a:pt x="496" y="134"/>
                  </a:lnTo>
                  <a:lnTo>
                    <a:pt x="527" y="170"/>
                  </a:lnTo>
                  <a:lnTo>
                    <a:pt x="558" y="207"/>
                  </a:lnTo>
                  <a:lnTo>
                    <a:pt x="558" y="207"/>
                  </a:lnTo>
                  <a:lnTo>
                    <a:pt x="585" y="239"/>
                  </a:lnTo>
                  <a:lnTo>
                    <a:pt x="614" y="273"/>
                  </a:lnTo>
                  <a:lnTo>
                    <a:pt x="631" y="290"/>
                  </a:lnTo>
                  <a:lnTo>
                    <a:pt x="647" y="307"/>
                  </a:lnTo>
                  <a:lnTo>
                    <a:pt x="665" y="324"/>
                  </a:lnTo>
                  <a:lnTo>
                    <a:pt x="683" y="341"/>
                  </a:lnTo>
                  <a:lnTo>
                    <a:pt x="683" y="341"/>
                  </a:lnTo>
                  <a:lnTo>
                    <a:pt x="729" y="380"/>
                  </a:lnTo>
                  <a:lnTo>
                    <a:pt x="729" y="380"/>
                  </a:lnTo>
                  <a:lnTo>
                    <a:pt x="765" y="411"/>
                  </a:lnTo>
                  <a:lnTo>
                    <a:pt x="801" y="444"/>
                  </a:lnTo>
                  <a:lnTo>
                    <a:pt x="801" y="444"/>
                  </a:lnTo>
                  <a:lnTo>
                    <a:pt x="836" y="477"/>
                  </a:lnTo>
                  <a:lnTo>
                    <a:pt x="869" y="511"/>
                  </a:lnTo>
                  <a:lnTo>
                    <a:pt x="900" y="546"/>
                  </a:lnTo>
                  <a:lnTo>
                    <a:pt x="930" y="581"/>
                  </a:lnTo>
                  <a:lnTo>
                    <a:pt x="930" y="581"/>
                  </a:lnTo>
                  <a:lnTo>
                    <a:pt x="946" y="600"/>
                  </a:lnTo>
                  <a:lnTo>
                    <a:pt x="946" y="600"/>
                  </a:lnTo>
                  <a:lnTo>
                    <a:pt x="962" y="620"/>
                  </a:lnTo>
                  <a:lnTo>
                    <a:pt x="980" y="641"/>
                  </a:lnTo>
                  <a:lnTo>
                    <a:pt x="998" y="661"/>
                  </a:lnTo>
                  <a:lnTo>
                    <a:pt x="1008" y="669"/>
                  </a:lnTo>
                  <a:lnTo>
                    <a:pt x="1018" y="677"/>
                  </a:lnTo>
                  <a:lnTo>
                    <a:pt x="1019" y="678"/>
                  </a:lnTo>
                  <a:lnTo>
                    <a:pt x="1020" y="678"/>
                  </a:lnTo>
                  <a:lnTo>
                    <a:pt x="1020" y="678"/>
                  </a:lnTo>
                  <a:lnTo>
                    <a:pt x="1025" y="680"/>
                  </a:lnTo>
                  <a:lnTo>
                    <a:pt x="1029" y="684"/>
                  </a:lnTo>
                  <a:lnTo>
                    <a:pt x="1029" y="685"/>
                  </a:lnTo>
                  <a:lnTo>
                    <a:pt x="1030" y="686"/>
                  </a:lnTo>
                  <a:lnTo>
                    <a:pt x="1030" y="686"/>
                  </a:lnTo>
                  <a:lnTo>
                    <a:pt x="1032" y="689"/>
                  </a:lnTo>
                  <a:lnTo>
                    <a:pt x="1035" y="692"/>
                  </a:lnTo>
                  <a:lnTo>
                    <a:pt x="1036" y="695"/>
                  </a:lnTo>
                  <a:lnTo>
                    <a:pt x="1037" y="698"/>
                  </a:lnTo>
                  <a:lnTo>
                    <a:pt x="1037" y="699"/>
                  </a:lnTo>
                  <a:lnTo>
                    <a:pt x="1037" y="700"/>
                  </a:lnTo>
                  <a:lnTo>
                    <a:pt x="1037" y="700"/>
                  </a:lnTo>
                  <a:lnTo>
                    <a:pt x="1041" y="711"/>
                  </a:lnTo>
                  <a:lnTo>
                    <a:pt x="1045" y="723"/>
                  </a:lnTo>
                  <a:lnTo>
                    <a:pt x="1047" y="735"/>
                  </a:lnTo>
                  <a:lnTo>
                    <a:pt x="1049" y="748"/>
                  </a:lnTo>
                  <a:lnTo>
                    <a:pt x="1051" y="774"/>
                  </a:lnTo>
                  <a:lnTo>
                    <a:pt x="1051" y="800"/>
                  </a:lnTo>
                  <a:lnTo>
                    <a:pt x="1050" y="826"/>
                  </a:lnTo>
                  <a:lnTo>
                    <a:pt x="1047" y="851"/>
                  </a:lnTo>
                  <a:lnTo>
                    <a:pt x="1044" y="872"/>
                  </a:lnTo>
                  <a:lnTo>
                    <a:pt x="1040" y="892"/>
                  </a:lnTo>
                  <a:lnTo>
                    <a:pt x="1040" y="892"/>
                  </a:lnTo>
                  <a:lnTo>
                    <a:pt x="1037" y="911"/>
                  </a:lnTo>
                  <a:lnTo>
                    <a:pt x="1035" y="929"/>
                  </a:lnTo>
                  <a:lnTo>
                    <a:pt x="1030" y="967"/>
                  </a:lnTo>
                  <a:lnTo>
                    <a:pt x="1030" y="973"/>
                  </a:lnTo>
                  <a:lnTo>
                    <a:pt x="1030" y="973"/>
                  </a:lnTo>
                  <a:lnTo>
                    <a:pt x="1029" y="991"/>
                  </a:lnTo>
                  <a:lnTo>
                    <a:pt x="1029" y="991"/>
                  </a:lnTo>
                  <a:lnTo>
                    <a:pt x="1029" y="1009"/>
                  </a:lnTo>
                  <a:lnTo>
                    <a:pt x="1028" y="1017"/>
                  </a:lnTo>
                  <a:lnTo>
                    <a:pt x="1026" y="1024"/>
                  </a:lnTo>
                  <a:lnTo>
                    <a:pt x="1026" y="1024"/>
                  </a:lnTo>
                  <a:lnTo>
                    <a:pt x="1024" y="1031"/>
                  </a:lnTo>
                  <a:lnTo>
                    <a:pt x="1023" y="1039"/>
                  </a:lnTo>
                  <a:lnTo>
                    <a:pt x="1023" y="1051"/>
                  </a:lnTo>
                  <a:lnTo>
                    <a:pt x="1023" y="1051"/>
                  </a:lnTo>
                  <a:lnTo>
                    <a:pt x="1023" y="1059"/>
                  </a:lnTo>
                  <a:lnTo>
                    <a:pt x="1021" y="1068"/>
                  </a:lnTo>
                  <a:lnTo>
                    <a:pt x="1019" y="1075"/>
                  </a:lnTo>
                  <a:lnTo>
                    <a:pt x="1016" y="1079"/>
                  </a:lnTo>
                  <a:lnTo>
                    <a:pt x="1013" y="1083"/>
                  </a:lnTo>
                  <a:lnTo>
                    <a:pt x="1013" y="1083"/>
                  </a:lnTo>
                  <a:lnTo>
                    <a:pt x="1010" y="1085"/>
                  </a:lnTo>
                  <a:lnTo>
                    <a:pt x="1008" y="1086"/>
                  </a:lnTo>
                  <a:lnTo>
                    <a:pt x="1005" y="1087"/>
                  </a:lnTo>
                  <a:lnTo>
                    <a:pt x="1002" y="1088"/>
                  </a:lnTo>
                  <a:lnTo>
                    <a:pt x="1002" y="1088"/>
                  </a:lnTo>
                  <a:lnTo>
                    <a:pt x="1002" y="1088"/>
                  </a:lnTo>
                  <a:lnTo>
                    <a:pt x="998" y="1087"/>
                  </a:lnTo>
                  <a:lnTo>
                    <a:pt x="997" y="1087"/>
                  </a:lnTo>
                  <a:lnTo>
                    <a:pt x="996" y="1087"/>
                  </a:lnTo>
                  <a:lnTo>
                    <a:pt x="996" y="1087"/>
                  </a:lnTo>
                  <a:lnTo>
                    <a:pt x="992" y="1088"/>
                  </a:lnTo>
                  <a:lnTo>
                    <a:pt x="991" y="1088"/>
                  </a:lnTo>
                  <a:close/>
                  <a:moveTo>
                    <a:pt x="1002" y="731"/>
                  </a:moveTo>
                  <a:lnTo>
                    <a:pt x="1002" y="731"/>
                  </a:lnTo>
                  <a:lnTo>
                    <a:pt x="954" y="761"/>
                  </a:lnTo>
                  <a:lnTo>
                    <a:pt x="954" y="761"/>
                  </a:lnTo>
                  <a:lnTo>
                    <a:pt x="918" y="784"/>
                  </a:lnTo>
                  <a:lnTo>
                    <a:pt x="918" y="784"/>
                  </a:lnTo>
                  <a:lnTo>
                    <a:pt x="885" y="803"/>
                  </a:lnTo>
                  <a:lnTo>
                    <a:pt x="885" y="803"/>
                  </a:lnTo>
                  <a:lnTo>
                    <a:pt x="856" y="821"/>
                  </a:lnTo>
                  <a:lnTo>
                    <a:pt x="842" y="830"/>
                  </a:lnTo>
                  <a:lnTo>
                    <a:pt x="829" y="839"/>
                  </a:lnTo>
                  <a:lnTo>
                    <a:pt x="819" y="847"/>
                  </a:lnTo>
                  <a:lnTo>
                    <a:pt x="819" y="847"/>
                  </a:lnTo>
                  <a:lnTo>
                    <a:pt x="773" y="881"/>
                  </a:lnTo>
                  <a:lnTo>
                    <a:pt x="729" y="917"/>
                  </a:lnTo>
                  <a:lnTo>
                    <a:pt x="729" y="917"/>
                  </a:lnTo>
                  <a:lnTo>
                    <a:pt x="717" y="925"/>
                  </a:lnTo>
                  <a:lnTo>
                    <a:pt x="717" y="925"/>
                  </a:lnTo>
                  <a:lnTo>
                    <a:pt x="704" y="936"/>
                  </a:lnTo>
                  <a:lnTo>
                    <a:pt x="691" y="948"/>
                  </a:lnTo>
                  <a:lnTo>
                    <a:pt x="678" y="960"/>
                  </a:lnTo>
                  <a:lnTo>
                    <a:pt x="672" y="967"/>
                  </a:lnTo>
                  <a:lnTo>
                    <a:pt x="668" y="974"/>
                  </a:lnTo>
                  <a:lnTo>
                    <a:pt x="664" y="980"/>
                  </a:lnTo>
                  <a:lnTo>
                    <a:pt x="671" y="982"/>
                  </a:lnTo>
                  <a:lnTo>
                    <a:pt x="671" y="982"/>
                  </a:lnTo>
                  <a:lnTo>
                    <a:pt x="699" y="991"/>
                  </a:lnTo>
                  <a:lnTo>
                    <a:pt x="699" y="991"/>
                  </a:lnTo>
                  <a:lnTo>
                    <a:pt x="718" y="996"/>
                  </a:lnTo>
                  <a:lnTo>
                    <a:pt x="738" y="1003"/>
                  </a:lnTo>
                  <a:lnTo>
                    <a:pt x="738" y="1003"/>
                  </a:lnTo>
                  <a:lnTo>
                    <a:pt x="756" y="1007"/>
                  </a:lnTo>
                  <a:lnTo>
                    <a:pt x="772" y="1010"/>
                  </a:lnTo>
                  <a:lnTo>
                    <a:pt x="772" y="1010"/>
                  </a:lnTo>
                  <a:lnTo>
                    <a:pt x="792" y="1014"/>
                  </a:lnTo>
                  <a:lnTo>
                    <a:pt x="811" y="1018"/>
                  </a:lnTo>
                  <a:lnTo>
                    <a:pt x="811" y="1018"/>
                  </a:lnTo>
                  <a:lnTo>
                    <a:pt x="854" y="1028"/>
                  </a:lnTo>
                  <a:lnTo>
                    <a:pt x="897" y="1039"/>
                  </a:lnTo>
                  <a:lnTo>
                    <a:pt x="941" y="1046"/>
                  </a:lnTo>
                  <a:lnTo>
                    <a:pt x="962" y="1049"/>
                  </a:lnTo>
                  <a:lnTo>
                    <a:pt x="984" y="1051"/>
                  </a:lnTo>
                  <a:lnTo>
                    <a:pt x="991" y="1052"/>
                  </a:lnTo>
                  <a:lnTo>
                    <a:pt x="990" y="1045"/>
                  </a:lnTo>
                  <a:lnTo>
                    <a:pt x="990" y="1045"/>
                  </a:lnTo>
                  <a:lnTo>
                    <a:pt x="989" y="1039"/>
                  </a:lnTo>
                  <a:lnTo>
                    <a:pt x="989" y="1039"/>
                  </a:lnTo>
                  <a:lnTo>
                    <a:pt x="987" y="1032"/>
                  </a:lnTo>
                  <a:lnTo>
                    <a:pt x="987" y="1029"/>
                  </a:lnTo>
                  <a:lnTo>
                    <a:pt x="987" y="1027"/>
                  </a:lnTo>
                  <a:lnTo>
                    <a:pt x="987" y="1027"/>
                  </a:lnTo>
                  <a:lnTo>
                    <a:pt x="990" y="1018"/>
                  </a:lnTo>
                  <a:lnTo>
                    <a:pt x="992" y="1008"/>
                  </a:lnTo>
                  <a:lnTo>
                    <a:pt x="993" y="988"/>
                  </a:lnTo>
                  <a:lnTo>
                    <a:pt x="993" y="988"/>
                  </a:lnTo>
                  <a:lnTo>
                    <a:pt x="994" y="974"/>
                  </a:lnTo>
                  <a:lnTo>
                    <a:pt x="994" y="974"/>
                  </a:lnTo>
                  <a:lnTo>
                    <a:pt x="995" y="957"/>
                  </a:lnTo>
                  <a:lnTo>
                    <a:pt x="995" y="957"/>
                  </a:lnTo>
                  <a:lnTo>
                    <a:pt x="998" y="925"/>
                  </a:lnTo>
                  <a:lnTo>
                    <a:pt x="1000" y="910"/>
                  </a:lnTo>
                  <a:lnTo>
                    <a:pt x="1004" y="893"/>
                  </a:lnTo>
                  <a:lnTo>
                    <a:pt x="1004" y="893"/>
                  </a:lnTo>
                  <a:lnTo>
                    <a:pt x="1010" y="856"/>
                  </a:lnTo>
                  <a:lnTo>
                    <a:pt x="1013" y="835"/>
                  </a:lnTo>
                  <a:lnTo>
                    <a:pt x="1015" y="813"/>
                  </a:lnTo>
                  <a:lnTo>
                    <a:pt x="1016" y="793"/>
                  </a:lnTo>
                  <a:lnTo>
                    <a:pt x="1015" y="772"/>
                  </a:lnTo>
                  <a:lnTo>
                    <a:pt x="1014" y="753"/>
                  </a:lnTo>
                  <a:lnTo>
                    <a:pt x="1010" y="734"/>
                  </a:lnTo>
                  <a:lnTo>
                    <a:pt x="1008" y="726"/>
                  </a:lnTo>
                  <a:lnTo>
                    <a:pt x="1002" y="73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91" name="Freeform 207"/>
            <p:cNvSpPr/>
            <p:nvPr>
              <p:custDataLst>
                <p:tags r:id="rId45"/>
              </p:custDataLst>
            </p:nvPr>
          </p:nvSpPr>
          <p:spPr bwMode="auto">
            <a:xfrm>
              <a:off x="4251325" y="2251075"/>
              <a:ext cx="195263" cy="161925"/>
            </a:xfrm>
            <a:custGeom>
              <a:avLst/>
              <a:gdLst/>
              <a:ahLst/>
              <a:cxnLst>
                <a:cxn ang="0">
                  <a:pos x="15" y="307"/>
                </a:cxn>
                <a:cxn ang="0">
                  <a:pos x="9" y="306"/>
                </a:cxn>
                <a:cxn ang="0">
                  <a:pos x="2" y="298"/>
                </a:cxn>
                <a:cxn ang="0">
                  <a:pos x="0" y="293"/>
                </a:cxn>
                <a:cxn ang="0">
                  <a:pos x="2" y="281"/>
                </a:cxn>
                <a:cxn ang="0">
                  <a:pos x="6" y="275"/>
                </a:cxn>
                <a:cxn ang="0">
                  <a:pos x="12" y="272"/>
                </a:cxn>
                <a:cxn ang="0">
                  <a:pos x="18" y="269"/>
                </a:cxn>
                <a:cxn ang="0">
                  <a:pos x="30" y="259"/>
                </a:cxn>
                <a:cxn ang="0">
                  <a:pos x="48" y="238"/>
                </a:cxn>
                <a:cxn ang="0">
                  <a:pos x="59" y="222"/>
                </a:cxn>
                <a:cxn ang="0">
                  <a:pos x="75" y="201"/>
                </a:cxn>
                <a:cxn ang="0">
                  <a:pos x="94" y="180"/>
                </a:cxn>
                <a:cxn ang="0">
                  <a:pos x="136" y="143"/>
                </a:cxn>
                <a:cxn ang="0">
                  <a:pos x="160" y="124"/>
                </a:cxn>
                <a:cxn ang="0">
                  <a:pos x="174" y="112"/>
                </a:cxn>
                <a:cxn ang="0">
                  <a:pos x="224" y="83"/>
                </a:cxn>
                <a:cxn ang="0">
                  <a:pos x="241" y="73"/>
                </a:cxn>
                <a:cxn ang="0">
                  <a:pos x="259" y="63"/>
                </a:cxn>
                <a:cxn ang="0">
                  <a:pos x="305" y="32"/>
                </a:cxn>
                <a:cxn ang="0">
                  <a:pos x="345" y="3"/>
                </a:cxn>
                <a:cxn ang="0">
                  <a:pos x="354" y="0"/>
                </a:cxn>
                <a:cxn ang="0">
                  <a:pos x="359" y="1"/>
                </a:cxn>
                <a:cxn ang="0">
                  <a:pos x="366" y="8"/>
                </a:cxn>
                <a:cxn ang="0">
                  <a:pos x="368" y="12"/>
                </a:cxn>
                <a:cxn ang="0">
                  <a:pos x="369" y="22"/>
                </a:cxn>
                <a:cxn ang="0">
                  <a:pos x="367" y="29"/>
                </a:cxn>
                <a:cxn ang="0">
                  <a:pos x="362" y="35"/>
                </a:cxn>
                <a:cxn ang="0">
                  <a:pos x="339" y="51"/>
                </a:cxn>
                <a:cxn ang="0">
                  <a:pos x="270" y="96"/>
                </a:cxn>
                <a:cxn ang="0">
                  <a:pos x="240" y="115"/>
                </a:cxn>
                <a:cxn ang="0">
                  <a:pos x="180" y="157"/>
                </a:cxn>
                <a:cxn ang="0">
                  <a:pos x="151" y="179"/>
                </a:cxn>
                <a:cxn ang="0">
                  <a:pos x="109" y="218"/>
                </a:cxn>
                <a:cxn ang="0">
                  <a:pos x="78" y="252"/>
                </a:cxn>
                <a:cxn ang="0">
                  <a:pos x="69" y="264"/>
                </a:cxn>
                <a:cxn ang="0">
                  <a:pos x="47" y="290"/>
                </a:cxn>
                <a:cxn ang="0">
                  <a:pos x="35" y="300"/>
                </a:cxn>
                <a:cxn ang="0">
                  <a:pos x="21" y="306"/>
                </a:cxn>
                <a:cxn ang="0">
                  <a:pos x="15" y="307"/>
                </a:cxn>
              </a:cxnLst>
              <a:rect l="0" t="0" r="r" b="b"/>
              <a:pathLst>
                <a:path w="369" h="307">
                  <a:moveTo>
                    <a:pt x="15" y="307"/>
                  </a:moveTo>
                  <a:lnTo>
                    <a:pt x="15" y="307"/>
                  </a:lnTo>
                  <a:lnTo>
                    <a:pt x="12" y="307"/>
                  </a:lnTo>
                  <a:lnTo>
                    <a:pt x="9" y="306"/>
                  </a:lnTo>
                  <a:lnTo>
                    <a:pt x="5" y="303"/>
                  </a:lnTo>
                  <a:lnTo>
                    <a:pt x="2" y="298"/>
                  </a:lnTo>
                  <a:lnTo>
                    <a:pt x="0" y="293"/>
                  </a:lnTo>
                  <a:lnTo>
                    <a:pt x="0" y="293"/>
                  </a:lnTo>
                  <a:lnTo>
                    <a:pt x="0" y="287"/>
                  </a:lnTo>
                  <a:lnTo>
                    <a:pt x="2" y="281"/>
                  </a:lnTo>
                  <a:lnTo>
                    <a:pt x="4" y="277"/>
                  </a:lnTo>
                  <a:lnTo>
                    <a:pt x="6" y="275"/>
                  </a:lnTo>
                  <a:lnTo>
                    <a:pt x="9" y="273"/>
                  </a:lnTo>
                  <a:lnTo>
                    <a:pt x="12" y="272"/>
                  </a:lnTo>
                  <a:lnTo>
                    <a:pt x="12" y="272"/>
                  </a:lnTo>
                  <a:lnTo>
                    <a:pt x="18" y="269"/>
                  </a:lnTo>
                  <a:lnTo>
                    <a:pt x="24" y="265"/>
                  </a:lnTo>
                  <a:lnTo>
                    <a:pt x="30" y="259"/>
                  </a:lnTo>
                  <a:lnTo>
                    <a:pt x="36" y="253"/>
                  </a:lnTo>
                  <a:lnTo>
                    <a:pt x="48" y="238"/>
                  </a:lnTo>
                  <a:lnTo>
                    <a:pt x="59" y="222"/>
                  </a:lnTo>
                  <a:lnTo>
                    <a:pt x="59" y="222"/>
                  </a:lnTo>
                  <a:lnTo>
                    <a:pt x="68" y="210"/>
                  </a:lnTo>
                  <a:lnTo>
                    <a:pt x="75" y="201"/>
                  </a:lnTo>
                  <a:lnTo>
                    <a:pt x="75" y="201"/>
                  </a:lnTo>
                  <a:lnTo>
                    <a:pt x="94" y="180"/>
                  </a:lnTo>
                  <a:lnTo>
                    <a:pt x="114" y="162"/>
                  </a:lnTo>
                  <a:lnTo>
                    <a:pt x="136" y="143"/>
                  </a:lnTo>
                  <a:lnTo>
                    <a:pt x="157" y="126"/>
                  </a:lnTo>
                  <a:lnTo>
                    <a:pt x="160" y="124"/>
                  </a:lnTo>
                  <a:lnTo>
                    <a:pt x="160" y="124"/>
                  </a:lnTo>
                  <a:lnTo>
                    <a:pt x="174" y="112"/>
                  </a:lnTo>
                  <a:lnTo>
                    <a:pt x="190" y="102"/>
                  </a:lnTo>
                  <a:lnTo>
                    <a:pt x="224" y="83"/>
                  </a:lnTo>
                  <a:lnTo>
                    <a:pt x="224" y="83"/>
                  </a:lnTo>
                  <a:lnTo>
                    <a:pt x="241" y="73"/>
                  </a:lnTo>
                  <a:lnTo>
                    <a:pt x="259" y="63"/>
                  </a:lnTo>
                  <a:lnTo>
                    <a:pt x="259" y="63"/>
                  </a:lnTo>
                  <a:lnTo>
                    <a:pt x="283" y="47"/>
                  </a:lnTo>
                  <a:lnTo>
                    <a:pt x="305" y="32"/>
                  </a:lnTo>
                  <a:lnTo>
                    <a:pt x="345" y="3"/>
                  </a:lnTo>
                  <a:lnTo>
                    <a:pt x="345" y="3"/>
                  </a:lnTo>
                  <a:lnTo>
                    <a:pt x="350" y="1"/>
                  </a:lnTo>
                  <a:lnTo>
                    <a:pt x="354" y="0"/>
                  </a:lnTo>
                  <a:lnTo>
                    <a:pt x="354" y="0"/>
                  </a:lnTo>
                  <a:lnTo>
                    <a:pt x="359" y="1"/>
                  </a:lnTo>
                  <a:lnTo>
                    <a:pt x="363" y="4"/>
                  </a:lnTo>
                  <a:lnTo>
                    <a:pt x="366" y="8"/>
                  </a:lnTo>
                  <a:lnTo>
                    <a:pt x="368" y="12"/>
                  </a:lnTo>
                  <a:lnTo>
                    <a:pt x="368" y="12"/>
                  </a:lnTo>
                  <a:lnTo>
                    <a:pt x="369" y="16"/>
                  </a:lnTo>
                  <a:lnTo>
                    <a:pt x="369" y="22"/>
                  </a:lnTo>
                  <a:lnTo>
                    <a:pt x="369" y="25"/>
                  </a:lnTo>
                  <a:lnTo>
                    <a:pt x="367" y="29"/>
                  </a:lnTo>
                  <a:lnTo>
                    <a:pt x="365" y="32"/>
                  </a:lnTo>
                  <a:lnTo>
                    <a:pt x="362" y="35"/>
                  </a:lnTo>
                  <a:lnTo>
                    <a:pt x="362" y="35"/>
                  </a:lnTo>
                  <a:lnTo>
                    <a:pt x="339" y="51"/>
                  </a:lnTo>
                  <a:lnTo>
                    <a:pt x="317" y="67"/>
                  </a:lnTo>
                  <a:lnTo>
                    <a:pt x="270" y="96"/>
                  </a:lnTo>
                  <a:lnTo>
                    <a:pt x="270" y="96"/>
                  </a:lnTo>
                  <a:lnTo>
                    <a:pt x="240" y="115"/>
                  </a:lnTo>
                  <a:lnTo>
                    <a:pt x="210" y="135"/>
                  </a:lnTo>
                  <a:lnTo>
                    <a:pt x="180" y="157"/>
                  </a:lnTo>
                  <a:lnTo>
                    <a:pt x="151" y="179"/>
                  </a:lnTo>
                  <a:lnTo>
                    <a:pt x="151" y="179"/>
                  </a:lnTo>
                  <a:lnTo>
                    <a:pt x="131" y="198"/>
                  </a:lnTo>
                  <a:lnTo>
                    <a:pt x="109" y="218"/>
                  </a:lnTo>
                  <a:lnTo>
                    <a:pt x="88" y="239"/>
                  </a:lnTo>
                  <a:lnTo>
                    <a:pt x="78" y="252"/>
                  </a:lnTo>
                  <a:lnTo>
                    <a:pt x="69" y="264"/>
                  </a:lnTo>
                  <a:lnTo>
                    <a:pt x="69" y="264"/>
                  </a:lnTo>
                  <a:lnTo>
                    <a:pt x="59" y="277"/>
                  </a:lnTo>
                  <a:lnTo>
                    <a:pt x="47" y="290"/>
                  </a:lnTo>
                  <a:lnTo>
                    <a:pt x="42" y="295"/>
                  </a:lnTo>
                  <a:lnTo>
                    <a:pt x="35" y="300"/>
                  </a:lnTo>
                  <a:lnTo>
                    <a:pt x="29" y="304"/>
                  </a:lnTo>
                  <a:lnTo>
                    <a:pt x="21" y="306"/>
                  </a:lnTo>
                  <a:lnTo>
                    <a:pt x="21" y="306"/>
                  </a:lnTo>
                  <a:lnTo>
                    <a:pt x="15" y="307"/>
                  </a:lnTo>
                  <a:lnTo>
                    <a:pt x="15" y="307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92" name="Freeform 208"/>
            <p:cNvSpPr/>
            <p:nvPr>
              <p:custDataLst>
                <p:tags r:id="rId46"/>
              </p:custDataLst>
            </p:nvPr>
          </p:nvSpPr>
          <p:spPr bwMode="auto">
            <a:xfrm>
              <a:off x="4284663" y="2282825"/>
              <a:ext cx="195263" cy="171450"/>
            </a:xfrm>
            <a:custGeom>
              <a:avLst/>
              <a:gdLst/>
              <a:ahLst/>
              <a:cxnLst>
                <a:cxn ang="0">
                  <a:pos x="15" y="323"/>
                </a:cxn>
                <a:cxn ang="0">
                  <a:pos x="6" y="319"/>
                </a:cxn>
                <a:cxn ang="0">
                  <a:pos x="1" y="309"/>
                </a:cxn>
                <a:cxn ang="0">
                  <a:pos x="0" y="306"/>
                </a:cxn>
                <a:cxn ang="0">
                  <a:pos x="0" y="297"/>
                </a:cxn>
                <a:cxn ang="0">
                  <a:pos x="4" y="290"/>
                </a:cxn>
                <a:cxn ang="0">
                  <a:pos x="7" y="287"/>
                </a:cxn>
                <a:cxn ang="0">
                  <a:pos x="15" y="277"/>
                </a:cxn>
                <a:cxn ang="0">
                  <a:pos x="20" y="266"/>
                </a:cxn>
                <a:cxn ang="0">
                  <a:pos x="29" y="253"/>
                </a:cxn>
                <a:cxn ang="0">
                  <a:pos x="48" y="230"/>
                </a:cxn>
                <a:cxn ang="0">
                  <a:pos x="68" y="211"/>
                </a:cxn>
                <a:cxn ang="0">
                  <a:pos x="94" y="190"/>
                </a:cxn>
                <a:cxn ang="0">
                  <a:pos x="126" y="162"/>
                </a:cxn>
                <a:cxn ang="0">
                  <a:pos x="159" y="135"/>
                </a:cxn>
                <a:cxn ang="0">
                  <a:pos x="187" y="111"/>
                </a:cxn>
                <a:cxn ang="0">
                  <a:pos x="236" y="73"/>
                </a:cxn>
                <a:cxn ang="0">
                  <a:pos x="254" y="61"/>
                </a:cxn>
                <a:cxn ang="0">
                  <a:pos x="311" y="23"/>
                </a:cxn>
                <a:cxn ang="0">
                  <a:pos x="344" y="3"/>
                </a:cxn>
                <a:cxn ang="0">
                  <a:pos x="348" y="1"/>
                </a:cxn>
                <a:cxn ang="0">
                  <a:pos x="352" y="0"/>
                </a:cxn>
                <a:cxn ang="0">
                  <a:pos x="358" y="2"/>
                </a:cxn>
                <a:cxn ang="0">
                  <a:pos x="366" y="9"/>
                </a:cxn>
                <a:cxn ang="0">
                  <a:pos x="368" y="14"/>
                </a:cxn>
                <a:cxn ang="0">
                  <a:pos x="369" y="22"/>
                </a:cxn>
                <a:cxn ang="0">
                  <a:pos x="366" y="29"/>
                </a:cxn>
                <a:cxn ang="0">
                  <a:pos x="361" y="35"/>
                </a:cxn>
                <a:cxn ang="0">
                  <a:pos x="325" y="57"/>
                </a:cxn>
                <a:cxn ang="0">
                  <a:pos x="271" y="92"/>
                </a:cxn>
                <a:cxn ang="0">
                  <a:pos x="250" y="107"/>
                </a:cxn>
                <a:cxn ang="0">
                  <a:pos x="190" y="157"/>
                </a:cxn>
                <a:cxn ang="0">
                  <a:pos x="164" y="179"/>
                </a:cxn>
                <a:cxn ang="0">
                  <a:pos x="134" y="203"/>
                </a:cxn>
                <a:cxn ang="0">
                  <a:pos x="102" y="229"/>
                </a:cxn>
                <a:cxn ang="0">
                  <a:pos x="72" y="258"/>
                </a:cxn>
                <a:cxn ang="0">
                  <a:pos x="66" y="264"/>
                </a:cxn>
                <a:cxn ang="0">
                  <a:pos x="51" y="286"/>
                </a:cxn>
                <a:cxn ang="0">
                  <a:pos x="46" y="295"/>
                </a:cxn>
                <a:cxn ang="0">
                  <a:pos x="33" y="312"/>
                </a:cxn>
                <a:cxn ang="0">
                  <a:pos x="24" y="319"/>
                </a:cxn>
                <a:cxn ang="0">
                  <a:pos x="15" y="323"/>
                </a:cxn>
              </a:cxnLst>
              <a:rect l="0" t="0" r="r" b="b"/>
              <a:pathLst>
                <a:path w="369" h="323">
                  <a:moveTo>
                    <a:pt x="15" y="323"/>
                  </a:moveTo>
                  <a:lnTo>
                    <a:pt x="15" y="323"/>
                  </a:lnTo>
                  <a:lnTo>
                    <a:pt x="10" y="322"/>
                  </a:lnTo>
                  <a:lnTo>
                    <a:pt x="6" y="319"/>
                  </a:lnTo>
                  <a:lnTo>
                    <a:pt x="3" y="315"/>
                  </a:lnTo>
                  <a:lnTo>
                    <a:pt x="1" y="309"/>
                  </a:lnTo>
                  <a:lnTo>
                    <a:pt x="1" y="309"/>
                  </a:lnTo>
                  <a:lnTo>
                    <a:pt x="0" y="306"/>
                  </a:lnTo>
                  <a:lnTo>
                    <a:pt x="0" y="300"/>
                  </a:lnTo>
                  <a:lnTo>
                    <a:pt x="0" y="297"/>
                  </a:lnTo>
                  <a:lnTo>
                    <a:pt x="2" y="294"/>
                  </a:lnTo>
                  <a:lnTo>
                    <a:pt x="4" y="290"/>
                  </a:lnTo>
                  <a:lnTo>
                    <a:pt x="7" y="287"/>
                  </a:lnTo>
                  <a:lnTo>
                    <a:pt x="7" y="287"/>
                  </a:lnTo>
                  <a:lnTo>
                    <a:pt x="11" y="283"/>
                  </a:lnTo>
                  <a:lnTo>
                    <a:pt x="15" y="277"/>
                  </a:lnTo>
                  <a:lnTo>
                    <a:pt x="20" y="266"/>
                  </a:lnTo>
                  <a:lnTo>
                    <a:pt x="20" y="266"/>
                  </a:lnTo>
                  <a:lnTo>
                    <a:pt x="24" y="259"/>
                  </a:lnTo>
                  <a:lnTo>
                    <a:pt x="29" y="253"/>
                  </a:lnTo>
                  <a:lnTo>
                    <a:pt x="29" y="253"/>
                  </a:lnTo>
                  <a:lnTo>
                    <a:pt x="48" y="230"/>
                  </a:lnTo>
                  <a:lnTo>
                    <a:pt x="59" y="221"/>
                  </a:lnTo>
                  <a:lnTo>
                    <a:pt x="68" y="211"/>
                  </a:lnTo>
                  <a:lnTo>
                    <a:pt x="68" y="211"/>
                  </a:lnTo>
                  <a:lnTo>
                    <a:pt x="94" y="190"/>
                  </a:lnTo>
                  <a:lnTo>
                    <a:pt x="94" y="190"/>
                  </a:lnTo>
                  <a:lnTo>
                    <a:pt x="126" y="162"/>
                  </a:lnTo>
                  <a:lnTo>
                    <a:pt x="159" y="135"/>
                  </a:lnTo>
                  <a:lnTo>
                    <a:pt x="159" y="135"/>
                  </a:lnTo>
                  <a:lnTo>
                    <a:pt x="187" y="111"/>
                  </a:lnTo>
                  <a:lnTo>
                    <a:pt x="187" y="111"/>
                  </a:lnTo>
                  <a:lnTo>
                    <a:pt x="220" y="85"/>
                  </a:lnTo>
                  <a:lnTo>
                    <a:pt x="236" y="73"/>
                  </a:lnTo>
                  <a:lnTo>
                    <a:pt x="254" y="61"/>
                  </a:lnTo>
                  <a:lnTo>
                    <a:pt x="254" y="61"/>
                  </a:lnTo>
                  <a:lnTo>
                    <a:pt x="282" y="41"/>
                  </a:lnTo>
                  <a:lnTo>
                    <a:pt x="311" y="23"/>
                  </a:lnTo>
                  <a:lnTo>
                    <a:pt x="311" y="23"/>
                  </a:lnTo>
                  <a:lnTo>
                    <a:pt x="344" y="3"/>
                  </a:lnTo>
                  <a:lnTo>
                    <a:pt x="344" y="3"/>
                  </a:lnTo>
                  <a:lnTo>
                    <a:pt x="348" y="1"/>
                  </a:lnTo>
                  <a:lnTo>
                    <a:pt x="352" y="0"/>
                  </a:lnTo>
                  <a:lnTo>
                    <a:pt x="352" y="0"/>
                  </a:lnTo>
                  <a:lnTo>
                    <a:pt x="355" y="1"/>
                  </a:lnTo>
                  <a:lnTo>
                    <a:pt x="358" y="2"/>
                  </a:lnTo>
                  <a:lnTo>
                    <a:pt x="363" y="5"/>
                  </a:lnTo>
                  <a:lnTo>
                    <a:pt x="366" y="9"/>
                  </a:lnTo>
                  <a:lnTo>
                    <a:pt x="368" y="14"/>
                  </a:lnTo>
                  <a:lnTo>
                    <a:pt x="368" y="14"/>
                  </a:lnTo>
                  <a:lnTo>
                    <a:pt x="369" y="17"/>
                  </a:lnTo>
                  <a:lnTo>
                    <a:pt x="369" y="22"/>
                  </a:lnTo>
                  <a:lnTo>
                    <a:pt x="368" y="25"/>
                  </a:lnTo>
                  <a:lnTo>
                    <a:pt x="366" y="29"/>
                  </a:lnTo>
                  <a:lnTo>
                    <a:pt x="364" y="32"/>
                  </a:lnTo>
                  <a:lnTo>
                    <a:pt x="361" y="35"/>
                  </a:lnTo>
                  <a:lnTo>
                    <a:pt x="361" y="35"/>
                  </a:lnTo>
                  <a:lnTo>
                    <a:pt x="325" y="57"/>
                  </a:lnTo>
                  <a:lnTo>
                    <a:pt x="325" y="57"/>
                  </a:lnTo>
                  <a:lnTo>
                    <a:pt x="271" y="92"/>
                  </a:lnTo>
                  <a:lnTo>
                    <a:pt x="271" y="92"/>
                  </a:lnTo>
                  <a:lnTo>
                    <a:pt x="250" y="107"/>
                  </a:lnTo>
                  <a:lnTo>
                    <a:pt x="229" y="123"/>
                  </a:lnTo>
                  <a:lnTo>
                    <a:pt x="190" y="157"/>
                  </a:lnTo>
                  <a:lnTo>
                    <a:pt x="190" y="157"/>
                  </a:lnTo>
                  <a:lnTo>
                    <a:pt x="164" y="179"/>
                  </a:lnTo>
                  <a:lnTo>
                    <a:pt x="164" y="179"/>
                  </a:lnTo>
                  <a:lnTo>
                    <a:pt x="134" y="203"/>
                  </a:lnTo>
                  <a:lnTo>
                    <a:pt x="134" y="203"/>
                  </a:lnTo>
                  <a:lnTo>
                    <a:pt x="102" y="229"/>
                  </a:lnTo>
                  <a:lnTo>
                    <a:pt x="86" y="242"/>
                  </a:lnTo>
                  <a:lnTo>
                    <a:pt x="72" y="258"/>
                  </a:lnTo>
                  <a:lnTo>
                    <a:pt x="72" y="258"/>
                  </a:lnTo>
                  <a:lnTo>
                    <a:pt x="66" y="264"/>
                  </a:lnTo>
                  <a:lnTo>
                    <a:pt x="61" y="271"/>
                  </a:lnTo>
                  <a:lnTo>
                    <a:pt x="51" y="286"/>
                  </a:lnTo>
                  <a:lnTo>
                    <a:pt x="51" y="286"/>
                  </a:lnTo>
                  <a:lnTo>
                    <a:pt x="46" y="295"/>
                  </a:lnTo>
                  <a:lnTo>
                    <a:pt x="40" y="303"/>
                  </a:lnTo>
                  <a:lnTo>
                    <a:pt x="33" y="312"/>
                  </a:lnTo>
                  <a:lnTo>
                    <a:pt x="24" y="319"/>
                  </a:lnTo>
                  <a:lnTo>
                    <a:pt x="24" y="319"/>
                  </a:lnTo>
                  <a:lnTo>
                    <a:pt x="19" y="322"/>
                  </a:lnTo>
                  <a:lnTo>
                    <a:pt x="15" y="323"/>
                  </a:lnTo>
                  <a:lnTo>
                    <a:pt x="15" y="32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93" name="Freeform 209"/>
            <p:cNvSpPr/>
            <p:nvPr>
              <p:custDataLst>
                <p:tags r:id="rId47"/>
              </p:custDataLst>
            </p:nvPr>
          </p:nvSpPr>
          <p:spPr bwMode="auto">
            <a:xfrm>
              <a:off x="4446588" y="2346325"/>
              <a:ext cx="285750" cy="307975"/>
            </a:xfrm>
            <a:custGeom>
              <a:avLst/>
              <a:gdLst/>
              <a:ahLst/>
              <a:cxnLst>
                <a:cxn ang="0">
                  <a:pos x="524" y="583"/>
                </a:cxn>
                <a:cxn ang="0">
                  <a:pos x="515" y="580"/>
                </a:cxn>
                <a:cxn ang="0">
                  <a:pos x="501" y="571"/>
                </a:cxn>
                <a:cxn ang="0">
                  <a:pos x="476" y="549"/>
                </a:cxn>
                <a:cxn ang="0">
                  <a:pos x="437" y="513"/>
                </a:cxn>
                <a:cxn ang="0">
                  <a:pos x="414" y="488"/>
                </a:cxn>
                <a:cxn ang="0">
                  <a:pos x="388" y="460"/>
                </a:cxn>
                <a:cxn ang="0">
                  <a:pos x="339" y="409"/>
                </a:cxn>
                <a:cxn ang="0">
                  <a:pos x="300" y="361"/>
                </a:cxn>
                <a:cxn ang="0">
                  <a:pos x="288" y="344"/>
                </a:cxn>
                <a:cxn ang="0">
                  <a:pos x="246" y="293"/>
                </a:cxn>
                <a:cxn ang="0">
                  <a:pos x="202" y="245"/>
                </a:cxn>
                <a:cxn ang="0">
                  <a:pos x="167" y="208"/>
                </a:cxn>
                <a:cxn ang="0">
                  <a:pos x="134" y="170"/>
                </a:cxn>
                <a:cxn ang="0">
                  <a:pos x="121" y="153"/>
                </a:cxn>
                <a:cxn ang="0">
                  <a:pos x="95" y="121"/>
                </a:cxn>
                <a:cxn ang="0">
                  <a:pos x="54" y="76"/>
                </a:cxn>
                <a:cxn ang="0">
                  <a:pos x="24" y="48"/>
                </a:cxn>
                <a:cxn ang="0">
                  <a:pos x="8" y="36"/>
                </a:cxn>
                <a:cxn ang="0">
                  <a:pos x="3" y="29"/>
                </a:cxn>
                <a:cxn ang="0">
                  <a:pos x="0" y="22"/>
                </a:cxn>
                <a:cxn ang="0">
                  <a:pos x="1" y="13"/>
                </a:cxn>
                <a:cxn ang="0">
                  <a:pos x="4" y="8"/>
                </a:cxn>
                <a:cxn ang="0">
                  <a:pos x="12" y="1"/>
                </a:cxn>
                <a:cxn ang="0">
                  <a:pos x="16" y="0"/>
                </a:cxn>
                <a:cxn ang="0">
                  <a:pos x="25" y="3"/>
                </a:cxn>
                <a:cxn ang="0">
                  <a:pos x="41" y="15"/>
                </a:cxn>
                <a:cxn ang="0">
                  <a:pos x="70" y="41"/>
                </a:cxn>
                <a:cxn ang="0">
                  <a:pos x="110" y="84"/>
                </a:cxn>
                <a:cxn ang="0">
                  <a:pos x="136" y="115"/>
                </a:cxn>
                <a:cxn ang="0">
                  <a:pos x="206" y="198"/>
                </a:cxn>
                <a:cxn ang="0">
                  <a:pos x="290" y="291"/>
                </a:cxn>
                <a:cxn ang="0">
                  <a:pos x="303" y="306"/>
                </a:cxn>
                <a:cxn ang="0">
                  <a:pos x="341" y="353"/>
                </a:cxn>
                <a:cxn ang="0">
                  <a:pos x="371" y="390"/>
                </a:cxn>
                <a:cxn ang="0">
                  <a:pos x="403" y="425"/>
                </a:cxn>
                <a:cxn ang="0">
                  <a:pos x="433" y="457"/>
                </a:cxn>
                <a:cxn ang="0">
                  <a:pos x="457" y="482"/>
                </a:cxn>
                <a:cxn ang="0">
                  <a:pos x="493" y="518"/>
                </a:cxn>
                <a:cxn ang="0">
                  <a:pos x="519" y="540"/>
                </a:cxn>
                <a:cxn ang="0">
                  <a:pos x="532" y="549"/>
                </a:cxn>
                <a:cxn ang="0">
                  <a:pos x="539" y="554"/>
                </a:cxn>
                <a:cxn ang="0">
                  <a:pos x="541" y="560"/>
                </a:cxn>
                <a:cxn ang="0">
                  <a:pos x="541" y="570"/>
                </a:cxn>
                <a:cxn ang="0">
                  <a:pos x="539" y="575"/>
                </a:cxn>
                <a:cxn ang="0">
                  <a:pos x="530" y="582"/>
                </a:cxn>
                <a:cxn ang="0">
                  <a:pos x="524" y="583"/>
                </a:cxn>
              </a:cxnLst>
              <a:rect l="0" t="0" r="r" b="b"/>
              <a:pathLst>
                <a:path w="541" h="583">
                  <a:moveTo>
                    <a:pt x="524" y="583"/>
                  </a:moveTo>
                  <a:lnTo>
                    <a:pt x="524" y="583"/>
                  </a:lnTo>
                  <a:lnTo>
                    <a:pt x="520" y="582"/>
                  </a:lnTo>
                  <a:lnTo>
                    <a:pt x="515" y="580"/>
                  </a:lnTo>
                  <a:lnTo>
                    <a:pt x="515" y="580"/>
                  </a:lnTo>
                  <a:lnTo>
                    <a:pt x="501" y="571"/>
                  </a:lnTo>
                  <a:lnTo>
                    <a:pt x="488" y="560"/>
                  </a:lnTo>
                  <a:lnTo>
                    <a:pt x="476" y="549"/>
                  </a:lnTo>
                  <a:lnTo>
                    <a:pt x="462" y="538"/>
                  </a:lnTo>
                  <a:lnTo>
                    <a:pt x="437" y="513"/>
                  </a:lnTo>
                  <a:lnTo>
                    <a:pt x="414" y="488"/>
                  </a:lnTo>
                  <a:lnTo>
                    <a:pt x="414" y="488"/>
                  </a:lnTo>
                  <a:lnTo>
                    <a:pt x="388" y="460"/>
                  </a:lnTo>
                  <a:lnTo>
                    <a:pt x="388" y="460"/>
                  </a:lnTo>
                  <a:lnTo>
                    <a:pt x="365" y="437"/>
                  </a:lnTo>
                  <a:lnTo>
                    <a:pt x="339" y="409"/>
                  </a:lnTo>
                  <a:lnTo>
                    <a:pt x="313" y="377"/>
                  </a:lnTo>
                  <a:lnTo>
                    <a:pt x="300" y="361"/>
                  </a:lnTo>
                  <a:lnTo>
                    <a:pt x="288" y="344"/>
                  </a:lnTo>
                  <a:lnTo>
                    <a:pt x="288" y="344"/>
                  </a:lnTo>
                  <a:lnTo>
                    <a:pt x="268" y="319"/>
                  </a:lnTo>
                  <a:lnTo>
                    <a:pt x="246" y="293"/>
                  </a:lnTo>
                  <a:lnTo>
                    <a:pt x="224" y="269"/>
                  </a:lnTo>
                  <a:lnTo>
                    <a:pt x="202" y="245"/>
                  </a:lnTo>
                  <a:lnTo>
                    <a:pt x="202" y="245"/>
                  </a:lnTo>
                  <a:lnTo>
                    <a:pt x="167" y="208"/>
                  </a:lnTo>
                  <a:lnTo>
                    <a:pt x="150" y="189"/>
                  </a:lnTo>
                  <a:lnTo>
                    <a:pt x="134" y="170"/>
                  </a:lnTo>
                  <a:lnTo>
                    <a:pt x="134" y="170"/>
                  </a:lnTo>
                  <a:lnTo>
                    <a:pt x="121" y="153"/>
                  </a:lnTo>
                  <a:lnTo>
                    <a:pt x="121" y="153"/>
                  </a:lnTo>
                  <a:lnTo>
                    <a:pt x="95" y="121"/>
                  </a:lnTo>
                  <a:lnTo>
                    <a:pt x="69" y="90"/>
                  </a:lnTo>
                  <a:lnTo>
                    <a:pt x="54" y="76"/>
                  </a:lnTo>
                  <a:lnTo>
                    <a:pt x="40" y="61"/>
                  </a:lnTo>
                  <a:lnTo>
                    <a:pt x="24" y="48"/>
                  </a:lnTo>
                  <a:lnTo>
                    <a:pt x="8" y="36"/>
                  </a:lnTo>
                  <a:lnTo>
                    <a:pt x="8" y="36"/>
                  </a:lnTo>
                  <a:lnTo>
                    <a:pt x="5" y="32"/>
                  </a:lnTo>
                  <a:lnTo>
                    <a:pt x="3" y="29"/>
                  </a:lnTo>
                  <a:lnTo>
                    <a:pt x="0" y="25"/>
                  </a:lnTo>
                  <a:lnTo>
                    <a:pt x="0" y="22"/>
                  </a:lnTo>
                  <a:lnTo>
                    <a:pt x="0" y="17"/>
                  </a:lnTo>
                  <a:lnTo>
                    <a:pt x="1" y="13"/>
                  </a:lnTo>
                  <a:lnTo>
                    <a:pt x="1" y="13"/>
                  </a:lnTo>
                  <a:lnTo>
                    <a:pt x="4" y="8"/>
                  </a:lnTo>
                  <a:lnTo>
                    <a:pt x="7" y="3"/>
                  </a:lnTo>
                  <a:lnTo>
                    <a:pt x="12" y="1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21" y="0"/>
                  </a:lnTo>
                  <a:lnTo>
                    <a:pt x="25" y="3"/>
                  </a:lnTo>
                  <a:lnTo>
                    <a:pt x="25" y="3"/>
                  </a:lnTo>
                  <a:lnTo>
                    <a:pt x="41" y="15"/>
                  </a:lnTo>
                  <a:lnTo>
                    <a:pt x="55" y="28"/>
                  </a:lnTo>
                  <a:lnTo>
                    <a:pt x="70" y="41"/>
                  </a:lnTo>
                  <a:lnTo>
                    <a:pt x="83" y="55"/>
                  </a:lnTo>
                  <a:lnTo>
                    <a:pt x="110" y="84"/>
                  </a:lnTo>
                  <a:lnTo>
                    <a:pt x="136" y="115"/>
                  </a:lnTo>
                  <a:lnTo>
                    <a:pt x="136" y="115"/>
                  </a:lnTo>
                  <a:lnTo>
                    <a:pt x="170" y="156"/>
                  </a:lnTo>
                  <a:lnTo>
                    <a:pt x="206" y="198"/>
                  </a:lnTo>
                  <a:lnTo>
                    <a:pt x="246" y="242"/>
                  </a:lnTo>
                  <a:lnTo>
                    <a:pt x="290" y="291"/>
                  </a:lnTo>
                  <a:lnTo>
                    <a:pt x="290" y="291"/>
                  </a:lnTo>
                  <a:lnTo>
                    <a:pt x="303" y="306"/>
                  </a:lnTo>
                  <a:lnTo>
                    <a:pt x="317" y="322"/>
                  </a:lnTo>
                  <a:lnTo>
                    <a:pt x="341" y="353"/>
                  </a:lnTo>
                  <a:lnTo>
                    <a:pt x="341" y="353"/>
                  </a:lnTo>
                  <a:lnTo>
                    <a:pt x="371" y="390"/>
                  </a:lnTo>
                  <a:lnTo>
                    <a:pt x="387" y="407"/>
                  </a:lnTo>
                  <a:lnTo>
                    <a:pt x="403" y="425"/>
                  </a:lnTo>
                  <a:lnTo>
                    <a:pt x="403" y="425"/>
                  </a:lnTo>
                  <a:lnTo>
                    <a:pt x="433" y="457"/>
                  </a:lnTo>
                  <a:lnTo>
                    <a:pt x="433" y="457"/>
                  </a:lnTo>
                  <a:lnTo>
                    <a:pt x="457" y="482"/>
                  </a:lnTo>
                  <a:lnTo>
                    <a:pt x="481" y="507"/>
                  </a:lnTo>
                  <a:lnTo>
                    <a:pt x="493" y="518"/>
                  </a:lnTo>
                  <a:lnTo>
                    <a:pt x="507" y="529"/>
                  </a:lnTo>
                  <a:lnTo>
                    <a:pt x="519" y="540"/>
                  </a:lnTo>
                  <a:lnTo>
                    <a:pt x="532" y="549"/>
                  </a:lnTo>
                  <a:lnTo>
                    <a:pt x="532" y="549"/>
                  </a:lnTo>
                  <a:lnTo>
                    <a:pt x="537" y="552"/>
                  </a:lnTo>
                  <a:lnTo>
                    <a:pt x="539" y="554"/>
                  </a:lnTo>
                  <a:lnTo>
                    <a:pt x="540" y="557"/>
                  </a:lnTo>
                  <a:lnTo>
                    <a:pt x="541" y="560"/>
                  </a:lnTo>
                  <a:lnTo>
                    <a:pt x="541" y="565"/>
                  </a:lnTo>
                  <a:lnTo>
                    <a:pt x="541" y="570"/>
                  </a:lnTo>
                  <a:lnTo>
                    <a:pt x="541" y="570"/>
                  </a:lnTo>
                  <a:lnTo>
                    <a:pt x="539" y="575"/>
                  </a:lnTo>
                  <a:lnTo>
                    <a:pt x="534" y="579"/>
                  </a:lnTo>
                  <a:lnTo>
                    <a:pt x="530" y="582"/>
                  </a:lnTo>
                  <a:lnTo>
                    <a:pt x="527" y="583"/>
                  </a:lnTo>
                  <a:lnTo>
                    <a:pt x="524" y="583"/>
                  </a:lnTo>
                  <a:lnTo>
                    <a:pt x="524" y="58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94" name="Freeform 210"/>
            <p:cNvSpPr/>
            <p:nvPr>
              <p:custDataLst>
                <p:tags r:id="rId48"/>
              </p:custDataLst>
            </p:nvPr>
          </p:nvSpPr>
          <p:spPr bwMode="auto">
            <a:xfrm>
              <a:off x="4349750" y="2435225"/>
              <a:ext cx="273050" cy="288925"/>
            </a:xfrm>
            <a:custGeom>
              <a:avLst/>
              <a:gdLst/>
              <a:ahLst/>
              <a:cxnLst>
                <a:cxn ang="0">
                  <a:pos x="493" y="546"/>
                </a:cxn>
                <a:cxn ang="0">
                  <a:pos x="481" y="537"/>
                </a:cxn>
                <a:cxn ang="0">
                  <a:pos x="475" y="524"/>
                </a:cxn>
                <a:cxn ang="0">
                  <a:pos x="457" y="505"/>
                </a:cxn>
                <a:cxn ang="0">
                  <a:pos x="444" y="490"/>
                </a:cxn>
                <a:cxn ang="0">
                  <a:pos x="436" y="479"/>
                </a:cxn>
                <a:cxn ang="0">
                  <a:pos x="411" y="452"/>
                </a:cxn>
                <a:cxn ang="0">
                  <a:pos x="402" y="443"/>
                </a:cxn>
                <a:cxn ang="0">
                  <a:pos x="387" y="420"/>
                </a:cxn>
                <a:cxn ang="0">
                  <a:pos x="376" y="410"/>
                </a:cxn>
                <a:cxn ang="0">
                  <a:pos x="345" y="378"/>
                </a:cxn>
                <a:cxn ang="0">
                  <a:pos x="321" y="352"/>
                </a:cxn>
                <a:cxn ang="0">
                  <a:pos x="280" y="313"/>
                </a:cxn>
                <a:cxn ang="0">
                  <a:pos x="252" y="285"/>
                </a:cxn>
                <a:cxn ang="0">
                  <a:pos x="151" y="183"/>
                </a:cxn>
                <a:cxn ang="0">
                  <a:pos x="106" y="136"/>
                </a:cxn>
                <a:cxn ang="0">
                  <a:pos x="64" y="92"/>
                </a:cxn>
                <a:cxn ang="0">
                  <a:pos x="33" y="58"/>
                </a:cxn>
                <a:cxn ang="0">
                  <a:pos x="13" y="39"/>
                </a:cxn>
                <a:cxn ang="0">
                  <a:pos x="3" y="26"/>
                </a:cxn>
                <a:cxn ang="0">
                  <a:pos x="0" y="14"/>
                </a:cxn>
                <a:cxn ang="0">
                  <a:pos x="5" y="6"/>
                </a:cxn>
                <a:cxn ang="0">
                  <a:pos x="19" y="0"/>
                </a:cxn>
                <a:cxn ang="0">
                  <a:pos x="26" y="2"/>
                </a:cxn>
                <a:cxn ang="0">
                  <a:pos x="34" y="8"/>
                </a:cxn>
                <a:cxn ang="0">
                  <a:pos x="72" y="47"/>
                </a:cxn>
                <a:cxn ang="0">
                  <a:pos x="94" y="67"/>
                </a:cxn>
                <a:cxn ang="0">
                  <a:pos x="151" y="133"/>
                </a:cxn>
                <a:cxn ang="0">
                  <a:pos x="191" y="176"/>
                </a:cxn>
                <a:cxn ang="0">
                  <a:pos x="275" y="260"/>
                </a:cxn>
                <a:cxn ang="0">
                  <a:pos x="311" y="293"/>
                </a:cxn>
                <a:cxn ang="0">
                  <a:pos x="364" y="343"/>
                </a:cxn>
                <a:cxn ang="0">
                  <a:pos x="407" y="387"/>
                </a:cxn>
                <a:cxn ang="0">
                  <a:pos x="423" y="411"/>
                </a:cxn>
                <a:cxn ang="0">
                  <a:pos x="440" y="429"/>
                </a:cxn>
                <a:cxn ang="0">
                  <a:pos x="452" y="440"/>
                </a:cxn>
                <a:cxn ang="0">
                  <a:pos x="460" y="452"/>
                </a:cxn>
                <a:cxn ang="0">
                  <a:pos x="481" y="478"/>
                </a:cxn>
                <a:cxn ang="0">
                  <a:pos x="496" y="493"/>
                </a:cxn>
                <a:cxn ang="0">
                  <a:pos x="508" y="510"/>
                </a:cxn>
                <a:cxn ang="0">
                  <a:pos x="512" y="513"/>
                </a:cxn>
                <a:cxn ang="0">
                  <a:pos x="515" y="524"/>
                </a:cxn>
                <a:cxn ang="0">
                  <a:pos x="515" y="533"/>
                </a:cxn>
                <a:cxn ang="0">
                  <a:pos x="510" y="542"/>
                </a:cxn>
                <a:cxn ang="0">
                  <a:pos x="499" y="546"/>
                </a:cxn>
              </a:cxnLst>
              <a:rect l="0" t="0" r="r" b="b"/>
              <a:pathLst>
                <a:path w="515" h="546">
                  <a:moveTo>
                    <a:pt x="499" y="546"/>
                  </a:moveTo>
                  <a:lnTo>
                    <a:pt x="499" y="546"/>
                  </a:lnTo>
                  <a:lnTo>
                    <a:pt x="493" y="546"/>
                  </a:lnTo>
                  <a:lnTo>
                    <a:pt x="488" y="543"/>
                  </a:lnTo>
                  <a:lnTo>
                    <a:pt x="483" y="540"/>
                  </a:lnTo>
                  <a:lnTo>
                    <a:pt x="481" y="537"/>
                  </a:lnTo>
                  <a:lnTo>
                    <a:pt x="480" y="534"/>
                  </a:lnTo>
                  <a:lnTo>
                    <a:pt x="480" y="534"/>
                  </a:lnTo>
                  <a:lnTo>
                    <a:pt x="475" y="524"/>
                  </a:lnTo>
                  <a:lnTo>
                    <a:pt x="470" y="517"/>
                  </a:lnTo>
                  <a:lnTo>
                    <a:pt x="463" y="511"/>
                  </a:lnTo>
                  <a:lnTo>
                    <a:pt x="457" y="505"/>
                  </a:lnTo>
                  <a:lnTo>
                    <a:pt x="457" y="505"/>
                  </a:lnTo>
                  <a:lnTo>
                    <a:pt x="450" y="498"/>
                  </a:lnTo>
                  <a:lnTo>
                    <a:pt x="444" y="490"/>
                  </a:lnTo>
                  <a:lnTo>
                    <a:pt x="444" y="490"/>
                  </a:lnTo>
                  <a:lnTo>
                    <a:pt x="436" y="479"/>
                  </a:lnTo>
                  <a:lnTo>
                    <a:pt x="436" y="479"/>
                  </a:lnTo>
                  <a:lnTo>
                    <a:pt x="425" y="466"/>
                  </a:lnTo>
                  <a:lnTo>
                    <a:pt x="419" y="458"/>
                  </a:lnTo>
                  <a:lnTo>
                    <a:pt x="411" y="452"/>
                  </a:lnTo>
                  <a:lnTo>
                    <a:pt x="411" y="452"/>
                  </a:lnTo>
                  <a:lnTo>
                    <a:pt x="407" y="448"/>
                  </a:lnTo>
                  <a:lnTo>
                    <a:pt x="402" y="443"/>
                  </a:lnTo>
                  <a:lnTo>
                    <a:pt x="395" y="433"/>
                  </a:lnTo>
                  <a:lnTo>
                    <a:pt x="395" y="433"/>
                  </a:lnTo>
                  <a:lnTo>
                    <a:pt x="387" y="420"/>
                  </a:lnTo>
                  <a:lnTo>
                    <a:pt x="382" y="415"/>
                  </a:lnTo>
                  <a:lnTo>
                    <a:pt x="376" y="410"/>
                  </a:lnTo>
                  <a:lnTo>
                    <a:pt x="376" y="410"/>
                  </a:lnTo>
                  <a:lnTo>
                    <a:pt x="367" y="404"/>
                  </a:lnTo>
                  <a:lnTo>
                    <a:pt x="360" y="395"/>
                  </a:lnTo>
                  <a:lnTo>
                    <a:pt x="345" y="378"/>
                  </a:lnTo>
                  <a:lnTo>
                    <a:pt x="345" y="378"/>
                  </a:lnTo>
                  <a:lnTo>
                    <a:pt x="333" y="364"/>
                  </a:lnTo>
                  <a:lnTo>
                    <a:pt x="321" y="352"/>
                  </a:lnTo>
                  <a:lnTo>
                    <a:pt x="321" y="352"/>
                  </a:lnTo>
                  <a:lnTo>
                    <a:pt x="299" y="332"/>
                  </a:lnTo>
                  <a:lnTo>
                    <a:pt x="280" y="313"/>
                  </a:lnTo>
                  <a:lnTo>
                    <a:pt x="280" y="313"/>
                  </a:lnTo>
                  <a:lnTo>
                    <a:pt x="252" y="285"/>
                  </a:lnTo>
                  <a:lnTo>
                    <a:pt x="252" y="285"/>
                  </a:lnTo>
                  <a:lnTo>
                    <a:pt x="225" y="260"/>
                  </a:lnTo>
                  <a:lnTo>
                    <a:pt x="200" y="234"/>
                  </a:lnTo>
                  <a:lnTo>
                    <a:pt x="151" y="183"/>
                  </a:lnTo>
                  <a:lnTo>
                    <a:pt x="151" y="183"/>
                  </a:lnTo>
                  <a:lnTo>
                    <a:pt x="106" y="136"/>
                  </a:lnTo>
                  <a:lnTo>
                    <a:pt x="106" y="136"/>
                  </a:lnTo>
                  <a:lnTo>
                    <a:pt x="87" y="116"/>
                  </a:lnTo>
                  <a:lnTo>
                    <a:pt x="87" y="116"/>
                  </a:lnTo>
                  <a:lnTo>
                    <a:pt x="64" y="92"/>
                  </a:lnTo>
                  <a:lnTo>
                    <a:pt x="40" y="66"/>
                  </a:lnTo>
                  <a:lnTo>
                    <a:pt x="40" y="66"/>
                  </a:lnTo>
                  <a:lnTo>
                    <a:pt x="33" y="58"/>
                  </a:lnTo>
                  <a:lnTo>
                    <a:pt x="24" y="50"/>
                  </a:lnTo>
                  <a:lnTo>
                    <a:pt x="24" y="50"/>
                  </a:lnTo>
                  <a:lnTo>
                    <a:pt x="13" y="39"/>
                  </a:lnTo>
                  <a:lnTo>
                    <a:pt x="8" y="33"/>
                  </a:lnTo>
                  <a:lnTo>
                    <a:pt x="3" y="26"/>
                  </a:lnTo>
                  <a:lnTo>
                    <a:pt x="3" y="26"/>
                  </a:lnTo>
                  <a:lnTo>
                    <a:pt x="1" y="22"/>
                  </a:lnTo>
                  <a:lnTo>
                    <a:pt x="0" y="18"/>
                  </a:lnTo>
                  <a:lnTo>
                    <a:pt x="0" y="14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5" y="6"/>
                  </a:lnTo>
                  <a:lnTo>
                    <a:pt x="9" y="3"/>
                  </a:lnTo>
                  <a:lnTo>
                    <a:pt x="14" y="1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22" y="1"/>
                  </a:lnTo>
                  <a:lnTo>
                    <a:pt x="26" y="2"/>
                  </a:lnTo>
                  <a:lnTo>
                    <a:pt x="31" y="4"/>
                  </a:lnTo>
                  <a:lnTo>
                    <a:pt x="34" y="8"/>
                  </a:lnTo>
                  <a:lnTo>
                    <a:pt x="34" y="8"/>
                  </a:lnTo>
                  <a:lnTo>
                    <a:pt x="42" y="18"/>
                  </a:lnTo>
                  <a:lnTo>
                    <a:pt x="51" y="29"/>
                  </a:lnTo>
                  <a:lnTo>
                    <a:pt x="72" y="47"/>
                  </a:lnTo>
                  <a:lnTo>
                    <a:pt x="72" y="47"/>
                  </a:lnTo>
                  <a:lnTo>
                    <a:pt x="83" y="57"/>
                  </a:lnTo>
                  <a:lnTo>
                    <a:pt x="94" y="67"/>
                  </a:lnTo>
                  <a:lnTo>
                    <a:pt x="94" y="67"/>
                  </a:lnTo>
                  <a:lnTo>
                    <a:pt x="124" y="100"/>
                  </a:lnTo>
                  <a:lnTo>
                    <a:pt x="151" y="133"/>
                  </a:lnTo>
                  <a:lnTo>
                    <a:pt x="164" y="146"/>
                  </a:lnTo>
                  <a:lnTo>
                    <a:pt x="164" y="146"/>
                  </a:lnTo>
                  <a:lnTo>
                    <a:pt x="191" y="176"/>
                  </a:lnTo>
                  <a:lnTo>
                    <a:pt x="219" y="205"/>
                  </a:lnTo>
                  <a:lnTo>
                    <a:pt x="247" y="232"/>
                  </a:lnTo>
                  <a:lnTo>
                    <a:pt x="275" y="260"/>
                  </a:lnTo>
                  <a:lnTo>
                    <a:pt x="275" y="260"/>
                  </a:lnTo>
                  <a:lnTo>
                    <a:pt x="311" y="293"/>
                  </a:lnTo>
                  <a:lnTo>
                    <a:pt x="311" y="293"/>
                  </a:lnTo>
                  <a:lnTo>
                    <a:pt x="342" y="321"/>
                  </a:lnTo>
                  <a:lnTo>
                    <a:pt x="342" y="321"/>
                  </a:lnTo>
                  <a:lnTo>
                    <a:pt x="364" y="343"/>
                  </a:lnTo>
                  <a:lnTo>
                    <a:pt x="386" y="363"/>
                  </a:lnTo>
                  <a:lnTo>
                    <a:pt x="396" y="375"/>
                  </a:lnTo>
                  <a:lnTo>
                    <a:pt x="407" y="387"/>
                  </a:lnTo>
                  <a:lnTo>
                    <a:pt x="415" y="398"/>
                  </a:lnTo>
                  <a:lnTo>
                    <a:pt x="423" y="411"/>
                  </a:lnTo>
                  <a:lnTo>
                    <a:pt x="423" y="411"/>
                  </a:lnTo>
                  <a:lnTo>
                    <a:pt x="426" y="416"/>
                  </a:lnTo>
                  <a:lnTo>
                    <a:pt x="430" y="421"/>
                  </a:lnTo>
                  <a:lnTo>
                    <a:pt x="440" y="429"/>
                  </a:lnTo>
                  <a:lnTo>
                    <a:pt x="440" y="429"/>
                  </a:lnTo>
                  <a:lnTo>
                    <a:pt x="446" y="435"/>
                  </a:lnTo>
                  <a:lnTo>
                    <a:pt x="452" y="440"/>
                  </a:lnTo>
                  <a:lnTo>
                    <a:pt x="452" y="440"/>
                  </a:lnTo>
                  <a:lnTo>
                    <a:pt x="460" y="452"/>
                  </a:lnTo>
                  <a:lnTo>
                    <a:pt x="460" y="452"/>
                  </a:lnTo>
                  <a:lnTo>
                    <a:pt x="470" y="466"/>
                  </a:lnTo>
                  <a:lnTo>
                    <a:pt x="475" y="472"/>
                  </a:lnTo>
                  <a:lnTo>
                    <a:pt x="481" y="478"/>
                  </a:lnTo>
                  <a:lnTo>
                    <a:pt x="481" y="478"/>
                  </a:lnTo>
                  <a:lnTo>
                    <a:pt x="489" y="486"/>
                  </a:lnTo>
                  <a:lnTo>
                    <a:pt x="496" y="493"/>
                  </a:lnTo>
                  <a:lnTo>
                    <a:pt x="502" y="501"/>
                  </a:lnTo>
                  <a:lnTo>
                    <a:pt x="507" y="509"/>
                  </a:lnTo>
                  <a:lnTo>
                    <a:pt x="508" y="510"/>
                  </a:lnTo>
                  <a:lnTo>
                    <a:pt x="509" y="511"/>
                  </a:lnTo>
                  <a:lnTo>
                    <a:pt x="509" y="511"/>
                  </a:lnTo>
                  <a:lnTo>
                    <a:pt x="512" y="513"/>
                  </a:lnTo>
                  <a:lnTo>
                    <a:pt x="514" y="516"/>
                  </a:lnTo>
                  <a:lnTo>
                    <a:pt x="515" y="520"/>
                  </a:lnTo>
                  <a:lnTo>
                    <a:pt x="515" y="524"/>
                  </a:lnTo>
                  <a:lnTo>
                    <a:pt x="515" y="530"/>
                  </a:lnTo>
                  <a:lnTo>
                    <a:pt x="515" y="530"/>
                  </a:lnTo>
                  <a:lnTo>
                    <a:pt x="515" y="533"/>
                  </a:lnTo>
                  <a:lnTo>
                    <a:pt x="514" y="537"/>
                  </a:lnTo>
                  <a:lnTo>
                    <a:pt x="513" y="540"/>
                  </a:lnTo>
                  <a:lnTo>
                    <a:pt x="510" y="542"/>
                  </a:lnTo>
                  <a:lnTo>
                    <a:pt x="510" y="542"/>
                  </a:lnTo>
                  <a:lnTo>
                    <a:pt x="506" y="545"/>
                  </a:lnTo>
                  <a:lnTo>
                    <a:pt x="499" y="546"/>
                  </a:lnTo>
                  <a:lnTo>
                    <a:pt x="499" y="546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95" name="Freeform 211"/>
            <p:cNvSpPr/>
            <p:nvPr>
              <p:custDataLst>
                <p:tags r:id="rId49"/>
              </p:custDataLst>
            </p:nvPr>
          </p:nvSpPr>
          <p:spPr bwMode="auto">
            <a:xfrm>
              <a:off x="4708525" y="2740025"/>
              <a:ext cx="77788" cy="74613"/>
            </a:xfrm>
            <a:custGeom>
              <a:avLst/>
              <a:gdLst/>
              <a:ahLst/>
              <a:cxnLst>
                <a:cxn ang="0">
                  <a:pos x="116" y="142"/>
                </a:cxn>
                <a:cxn ang="0">
                  <a:pos x="111" y="142"/>
                </a:cxn>
                <a:cxn ang="0">
                  <a:pos x="101" y="140"/>
                </a:cxn>
                <a:cxn ang="0">
                  <a:pos x="90" y="136"/>
                </a:cxn>
                <a:cxn ang="0">
                  <a:pos x="88" y="139"/>
                </a:cxn>
                <a:cxn ang="0">
                  <a:pos x="79" y="141"/>
                </a:cxn>
                <a:cxn ang="0">
                  <a:pos x="77" y="141"/>
                </a:cxn>
                <a:cxn ang="0">
                  <a:pos x="63" y="139"/>
                </a:cxn>
                <a:cxn ang="0">
                  <a:pos x="49" y="136"/>
                </a:cxn>
                <a:cxn ang="0">
                  <a:pos x="42" y="134"/>
                </a:cxn>
                <a:cxn ang="0">
                  <a:pos x="33" y="127"/>
                </a:cxn>
                <a:cxn ang="0">
                  <a:pos x="30" y="129"/>
                </a:cxn>
                <a:cxn ang="0">
                  <a:pos x="21" y="131"/>
                </a:cxn>
                <a:cxn ang="0">
                  <a:pos x="18" y="130"/>
                </a:cxn>
                <a:cxn ang="0">
                  <a:pos x="12" y="127"/>
                </a:cxn>
                <a:cxn ang="0">
                  <a:pos x="7" y="122"/>
                </a:cxn>
                <a:cxn ang="0">
                  <a:pos x="6" y="117"/>
                </a:cxn>
                <a:cxn ang="0">
                  <a:pos x="5" y="115"/>
                </a:cxn>
                <a:cxn ang="0">
                  <a:pos x="1" y="108"/>
                </a:cxn>
                <a:cxn ang="0">
                  <a:pos x="1" y="101"/>
                </a:cxn>
                <a:cxn ang="0">
                  <a:pos x="3" y="95"/>
                </a:cxn>
                <a:cxn ang="0">
                  <a:pos x="13" y="83"/>
                </a:cxn>
                <a:cxn ang="0">
                  <a:pos x="31" y="62"/>
                </a:cxn>
                <a:cxn ang="0">
                  <a:pos x="63" y="34"/>
                </a:cxn>
                <a:cxn ang="0">
                  <a:pos x="92" y="13"/>
                </a:cxn>
                <a:cxn ang="0">
                  <a:pos x="98" y="8"/>
                </a:cxn>
                <a:cxn ang="0">
                  <a:pos x="113" y="1"/>
                </a:cxn>
                <a:cxn ang="0">
                  <a:pos x="121" y="0"/>
                </a:cxn>
                <a:cxn ang="0">
                  <a:pos x="131" y="2"/>
                </a:cxn>
                <a:cxn ang="0">
                  <a:pos x="137" y="5"/>
                </a:cxn>
                <a:cxn ang="0">
                  <a:pos x="143" y="15"/>
                </a:cxn>
                <a:cxn ang="0">
                  <a:pos x="147" y="29"/>
                </a:cxn>
                <a:cxn ang="0">
                  <a:pos x="148" y="35"/>
                </a:cxn>
                <a:cxn ang="0">
                  <a:pos x="147" y="53"/>
                </a:cxn>
                <a:cxn ang="0">
                  <a:pos x="148" y="84"/>
                </a:cxn>
                <a:cxn ang="0">
                  <a:pos x="148" y="100"/>
                </a:cxn>
                <a:cxn ang="0">
                  <a:pos x="146" y="116"/>
                </a:cxn>
                <a:cxn ang="0">
                  <a:pos x="145" y="125"/>
                </a:cxn>
                <a:cxn ang="0">
                  <a:pos x="141" y="132"/>
                </a:cxn>
                <a:cxn ang="0">
                  <a:pos x="136" y="136"/>
                </a:cxn>
                <a:cxn ang="0">
                  <a:pos x="128" y="141"/>
                </a:cxn>
                <a:cxn ang="0">
                  <a:pos x="126" y="141"/>
                </a:cxn>
                <a:cxn ang="0">
                  <a:pos x="121" y="142"/>
                </a:cxn>
                <a:cxn ang="0">
                  <a:pos x="116" y="142"/>
                </a:cxn>
              </a:cxnLst>
              <a:rect l="0" t="0" r="r" b="b"/>
              <a:pathLst>
                <a:path w="148" h="142">
                  <a:moveTo>
                    <a:pt x="116" y="142"/>
                  </a:moveTo>
                  <a:lnTo>
                    <a:pt x="116" y="142"/>
                  </a:lnTo>
                  <a:lnTo>
                    <a:pt x="111" y="142"/>
                  </a:lnTo>
                  <a:lnTo>
                    <a:pt x="111" y="142"/>
                  </a:lnTo>
                  <a:lnTo>
                    <a:pt x="101" y="140"/>
                  </a:lnTo>
                  <a:lnTo>
                    <a:pt x="101" y="140"/>
                  </a:lnTo>
                  <a:lnTo>
                    <a:pt x="93" y="136"/>
                  </a:lnTo>
                  <a:lnTo>
                    <a:pt x="90" y="136"/>
                  </a:lnTo>
                  <a:lnTo>
                    <a:pt x="88" y="139"/>
                  </a:lnTo>
                  <a:lnTo>
                    <a:pt x="88" y="139"/>
                  </a:lnTo>
                  <a:lnTo>
                    <a:pt x="84" y="141"/>
                  </a:lnTo>
                  <a:lnTo>
                    <a:pt x="79" y="141"/>
                  </a:lnTo>
                  <a:lnTo>
                    <a:pt x="79" y="141"/>
                  </a:lnTo>
                  <a:lnTo>
                    <a:pt x="77" y="141"/>
                  </a:lnTo>
                  <a:lnTo>
                    <a:pt x="77" y="141"/>
                  </a:lnTo>
                  <a:lnTo>
                    <a:pt x="63" y="139"/>
                  </a:lnTo>
                  <a:lnTo>
                    <a:pt x="63" y="139"/>
                  </a:lnTo>
                  <a:lnTo>
                    <a:pt x="49" y="136"/>
                  </a:lnTo>
                  <a:lnTo>
                    <a:pt x="49" y="136"/>
                  </a:lnTo>
                  <a:lnTo>
                    <a:pt x="42" y="134"/>
                  </a:lnTo>
                  <a:lnTo>
                    <a:pt x="36" y="130"/>
                  </a:lnTo>
                  <a:lnTo>
                    <a:pt x="33" y="127"/>
                  </a:lnTo>
                  <a:lnTo>
                    <a:pt x="30" y="129"/>
                  </a:lnTo>
                  <a:lnTo>
                    <a:pt x="30" y="129"/>
                  </a:lnTo>
                  <a:lnTo>
                    <a:pt x="25" y="130"/>
                  </a:lnTo>
                  <a:lnTo>
                    <a:pt x="21" y="131"/>
                  </a:lnTo>
                  <a:lnTo>
                    <a:pt x="21" y="131"/>
                  </a:lnTo>
                  <a:lnTo>
                    <a:pt x="18" y="130"/>
                  </a:lnTo>
                  <a:lnTo>
                    <a:pt x="13" y="129"/>
                  </a:lnTo>
                  <a:lnTo>
                    <a:pt x="12" y="127"/>
                  </a:lnTo>
                  <a:lnTo>
                    <a:pt x="10" y="125"/>
                  </a:lnTo>
                  <a:lnTo>
                    <a:pt x="7" y="122"/>
                  </a:lnTo>
                  <a:lnTo>
                    <a:pt x="6" y="119"/>
                  </a:lnTo>
                  <a:lnTo>
                    <a:pt x="6" y="117"/>
                  </a:lnTo>
                  <a:lnTo>
                    <a:pt x="5" y="115"/>
                  </a:lnTo>
                  <a:lnTo>
                    <a:pt x="5" y="115"/>
                  </a:lnTo>
                  <a:lnTo>
                    <a:pt x="2" y="112"/>
                  </a:lnTo>
                  <a:lnTo>
                    <a:pt x="1" y="108"/>
                  </a:lnTo>
                  <a:lnTo>
                    <a:pt x="0" y="104"/>
                  </a:lnTo>
                  <a:lnTo>
                    <a:pt x="1" y="101"/>
                  </a:lnTo>
                  <a:lnTo>
                    <a:pt x="2" y="98"/>
                  </a:lnTo>
                  <a:lnTo>
                    <a:pt x="3" y="95"/>
                  </a:lnTo>
                  <a:lnTo>
                    <a:pt x="3" y="95"/>
                  </a:lnTo>
                  <a:lnTo>
                    <a:pt x="13" y="83"/>
                  </a:lnTo>
                  <a:lnTo>
                    <a:pt x="22" y="72"/>
                  </a:lnTo>
                  <a:lnTo>
                    <a:pt x="31" y="62"/>
                  </a:lnTo>
                  <a:lnTo>
                    <a:pt x="42" y="52"/>
                  </a:lnTo>
                  <a:lnTo>
                    <a:pt x="63" y="34"/>
                  </a:lnTo>
                  <a:lnTo>
                    <a:pt x="87" y="17"/>
                  </a:lnTo>
                  <a:lnTo>
                    <a:pt x="92" y="13"/>
                  </a:lnTo>
                  <a:lnTo>
                    <a:pt x="92" y="13"/>
                  </a:lnTo>
                  <a:lnTo>
                    <a:pt x="98" y="8"/>
                  </a:lnTo>
                  <a:lnTo>
                    <a:pt x="105" y="4"/>
                  </a:lnTo>
                  <a:lnTo>
                    <a:pt x="113" y="1"/>
                  </a:lnTo>
                  <a:lnTo>
                    <a:pt x="121" y="0"/>
                  </a:lnTo>
                  <a:lnTo>
                    <a:pt x="121" y="0"/>
                  </a:lnTo>
                  <a:lnTo>
                    <a:pt x="126" y="1"/>
                  </a:lnTo>
                  <a:lnTo>
                    <a:pt x="131" y="2"/>
                  </a:lnTo>
                  <a:lnTo>
                    <a:pt x="131" y="2"/>
                  </a:lnTo>
                  <a:lnTo>
                    <a:pt x="137" y="5"/>
                  </a:lnTo>
                  <a:lnTo>
                    <a:pt x="141" y="9"/>
                  </a:lnTo>
                  <a:lnTo>
                    <a:pt x="143" y="15"/>
                  </a:lnTo>
                  <a:lnTo>
                    <a:pt x="145" y="20"/>
                  </a:lnTo>
                  <a:lnTo>
                    <a:pt x="147" y="29"/>
                  </a:lnTo>
                  <a:lnTo>
                    <a:pt x="148" y="35"/>
                  </a:lnTo>
                  <a:lnTo>
                    <a:pt x="148" y="35"/>
                  </a:lnTo>
                  <a:lnTo>
                    <a:pt x="147" y="53"/>
                  </a:lnTo>
                  <a:lnTo>
                    <a:pt x="147" y="53"/>
                  </a:lnTo>
                  <a:lnTo>
                    <a:pt x="147" y="81"/>
                  </a:lnTo>
                  <a:lnTo>
                    <a:pt x="148" y="84"/>
                  </a:lnTo>
                  <a:lnTo>
                    <a:pt x="148" y="84"/>
                  </a:lnTo>
                  <a:lnTo>
                    <a:pt x="148" y="100"/>
                  </a:lnTo>
                  <a:lnTo>
                    <a:pt x="147" y="108"/>
                  </a:lnTo>
                  <a:lnTo>
                    <a:pt x="146" y="116"/>
                  </a:lnTo>
                  <a:lnTo>
                    <a:pt x="146" y="116"/>
                  </a:lnTo>
                  <a:lnTo>
                    <a:pt x="145" y="125"/>
                  </a:lnTo>
                  <a:lnTo>
                    <a:pt x="143" y="128"/>
                  </a:lnTo>
                  <a:lnTo>
                    <a:pt x="141" y="132"/>
                  </a:lnTo>
                  <a:lnTo>
                    <a:pt x="139" y="134"/>
                  </a:lnTo>
                  <a:lnTo>
                    <a:pt x="136" y="136"/>
                  </a:lnTo>
                  <a:lnTo>
                    <a:pt x="128" y="141"/>
                  </a:lnTo>
                  <a:lnTo>
                    <a:pt x="128" y="141"/>
                  </a:lnTo>
                  <a:lnTo>
                    <a:pt x="127" y="141"/>
                  </a:lnTo>
                  <a:lnTo>
                    <a:pt x="126" y="141"/>
                  </a:lnTo>
                  <a:lnTo>
                    <a:pt x="126" y="141"/>
                  </a:lnTo>
                  <a:lnTo>
                    <a:pt x="121" y="142"/>
                  </a:lnTo>
                  <a:lnTo>
                    <a:pt x="116" y="142"/>
                  </a:lnTo>
                  <a:lnTo>
                    <a:pt x="116" y="14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96" name="Freeform 212"/>
            <p:cNvSpPr/>
            <p:nvPr>
              <p:custDataLst>
                <p:tags r:id="rId50"/>
              </p:custDataLst>
            </p:nvPr>
          </p:nvSpPr>
          <p:spPr bwMode="auto">
            <a:xfrm>
              <a:off x="4197350" y="2182813"/>
              <a:ext cx="260350" cy="244475"/>
            </a:xfrm>
            <a:custGeom>
              <a:avLst/>
              <a:gdLst/>
              <a:ahLst/>
              <a:cxnLst>
                <a:cxn ang="0">
                  <a:pos x="106" y="462"/>
                </a:cxn>
                <a:cxn ang="0">
                  <a:pos x="96" y="455"/>
                </a:cxn>
                <a:cxn ang="0">
                  <a:pos x="94" y="452"/>
                </a:cxn>
                <a:cxn ang="0">
                  <a:pos x="85" y="442"/>
                </a:cxn>
                <a:cxn ang="0">
                  <a:pos x="76" y="430"/>
                </a:cxn>
                <a:cxn ang="0">
                  <a:pos x="53" y="411"/>
                </a:cxn>
                <a:cxn ang="0">
                  <a:pos x="35" y="386"/>
                </a:cxn>
                <a:cxn ang="0">
                  <a:pos x="15" y="339"/>
                </a:cxn>
                <a:cxn ang="0">
                  <a:pos x="5" y="299"/>
                </a:cxn>
                <a:cxn ang="0">
                  <a:pos x="0" y="253"/>
                </a:cxn>
                <a:cxn ang="0">
                  <a:pos x="3" y="202"/>
                </a:cxn>
                <a:cxn ang="0">
                  <a:pos x="8" y="172"/>
                </a:cxn>
                <a:cxn ang="0">
                  <a:pos x="24" y="124"/>
                </a:cxn>
                <a:cxn ang="0">
                  <a:pos x="48" y="85"/>
                </a:cxn>
                <a:cxn ang="0">
                  <a:pos x="68" y="64"/>
                </a:cxn>
                <a:cxn ang="0">
                  <a:pos x="124" y="25"/>
                </a:cxn>
                <a:cxn ang="0">
                  <a:pos x="193" y="4"/>
                </a:cxn>
                <a:cxn ang="0">
                  <a:pos x="241" y="0"/>
                </a:cxn>
                <a:cxn ang="0">
                  <a:pos x="298" y="5"/>
                </a:cxn>
                <a:cxn ang="0">
                  <a:pos x="352" y="20"/>
                </a:cxn>
                <a:cxn ang="0">
                  <a:pos x="401" y="44"/>
                </a:cxn>
                <a:cxn ang="0">
                  <a:pos x="445" y="76"/>
                </a:cxn>
                <a:cxn ang="0">
                  <a:pos x="480" y="115"/>
                </a:cxn>
                <a:cxn ang="0">
                  <a:pos x="492" y="135"/>
                </a:cxn>
                <a:cxn ang="0">
                  <a:pos x="491" y="146"/>
                </a:cxn>
                <a:cxn ang="0">
                  <a:pos x="483" y="153"/>
                </a:cxn>
                <a:cxn ang="0">
                  <a:pos x="473" y="157"/>
                </a:cxn>
                <a:cxn ang="0">
                  <a:pos x="465" y="154"/>
                </a:cxn>
                <a:cxn ang="0">
                  <a:pos x="458" y="147"/>
                </a:cxn>
                <a:cxn ang="0">
                  <a:pos x="429" y="112"/>
                </a:cxn>
                <a:cxn ang="0">
                  <a:pos x="395" y="85"/>
                </a:cxn>
                <a:cxn ang="0">
                  <a:pos x="356" y="65"/>
                </a:cxn>
                <a:cxn ang="0">
                  <a:pos x="289" y="42"/>
                </a:cxn>
                <a:cxn ang="0">
                  <a:pos x="247" y="34"/>
                </a:cxn>
                <a:cxn ang="0">
                  <a:pos x="219" y="34"/>
                </a:cxn>
                <a:cxn ang="0">
                  <a:pos x="182" y="40"/>
                </a:cxn>
                <a:cxn ang="0">
                  <a:pos x="144" y="53"/>
                </a:cxn>
                <a:cxn ang="0">
                  <a:pos x="109" y="74"/>
                </a:cxn>
                <a:cxn ang="0">
                  <a:pos x="80" y="100"/>
                </a:cxn>
                <a:cxn ang="0">
                  <a:pos x="59" y="133"/>
                </a:cxn>
                <a:cxn ang="0">
                  <a:pos x="48" y="163"/>
                </a:cxn>
                <a:cxn ang="0">
                  <a:pos x="39" y="210"/>
                </a:cxn>
                <a:cxn ang="0">
                  <a:pos x="38" y="259"/>
                </a:cxn>
                <a:cxn ang="0">
                  <a:pos x="45" y="304"/>
                </a:cxn>
                <a:cxn ang="0">
                  <a:pos x="60" y="348"/>
                </a:cxn>
                <a:cxn ang="0">
                  <a:pos x="76" y="373"/>
                </a:cxn>
                <a:cxn ang="0">
                  <a:pos x="101" y="402"/>
                </a:cxn>
                <a:cxn ang="0">
                  <a:pos x="122" y="429"/>
                </a:cxn>
                <a:cxn ang="0">
                  <a:pos x="125" y="431"/>
                </a:cxn>
                <a:cxn ang="0">
                  <a:pos x="131" y="446"/>
                </a:cxn>
                <a:cxn ang="0">
                  <a:pos x="129" y="455"/>
                </a:cxn>
                <a:cxn ang="0">
                  <a:pos x="121" y="462"/>
                </a:cxn>
                <a:cxn ang="0">
                  <a:pos x="110" y="463"/>
                </a:cxn>
              </a:cxnLst>
              <a:rect l="0" t="0" r="r" b="b"/>
              <a:pathLst>
                <a:path w="492" h="463">
                  <a:moveTo>
                    <a:pt x="110" y="463"/>
                  </a:moveTo>
                  <a:lnTo>
                    <a:pt x="110" y="463"/>
                  </a:lnTo>
                  <a:lnTo>
                    <a:pt x="106" y="462"/>
                  </a:lnTo>
                  <a:lnTo>
                    <a:pt x="102" y="461"/>
                  </a:lnTo>
                  <a:lnTo>
                    <a:pt x="98" y="458"/>
                  </a:lnTo>
                  <a:lnTo>
                    <a:pt x="96" y="455"/>
                  </a:lnTo>
                  <a:lnTo>
                    <a:pt x="96" y="455"/>
                  </a:lnTo>
                  <a:lnTo>
                    <a:pt x="94" y="453"/>
                  </a:lnTo>
                  <a:lnTo>
                    <a:pt x="94" y="452"/>
                  </a:lnTo>
                  <a:lnTo>
                    <a:pt x="91" y="450"/>
                  </a:lnTo>
                  <a:lnTo>
                    <a:pt x="91" y="450"/>
                  </a:lnTo>
                  <a:lnTo>
                    <a:pt x="85" y="442"/>
                  </a:lnTo>
                  <a:lnTo>
                    <a:pt x="85" y="442"/>
                  </a:lnTo>
                  <a:lnTo>
                    <a:pt x="80" y="435"/>
                  </a:lnTo>
                  <a:lnTo>
                    <a:pt x="76" y="430"/>
                  </a:lnTo>
                  <a:lnTo>
                    <a:pt x="65" y="421"/>
                  </a:lnTo>
                  <a:lnTo>
                    <a:pt x="65" y="421"/>
                  </a:lnTo>
                  <a:lnTo>
                    <a:pt x="53" y="411"/>
                  </a:lnTo>
                  <a:lnTo>
                    <a:pt x="53" y="411"/>
                  </a:lnTo>
                  <a:lnTo>
                    <a:pt x="44" y="399"/>
                  </a:lnTo>
                  <a:lnTo>
                    <a:pt x="35" y="386"/>
                  </a:lnTo>
                  <a:lnTo>
                    <a:pt x="27" y="370"/>
                  </a:lnTo>
                  <a:lnTo>
                    <a:pt x="21" y="355"/>
                  </a:lnTo>
                  <a:lnTo>
                    <a:pt x="15" y="339"/>
                  </a:lnTo>
                  <a:lnTo>
                    <a:pt x="11" y="325"/>
                  </a:lnTo>
                  <a:lnTo>
                    <a:pt x="5" y="299"/>
                  </a:lnTo>
                  <a:lnTo>
                    <a:pt x="5" y="299"/>
                  </a:lnTo>
                  <a:lnTo>
                    <a:pt x="3" y="285"/>
                  </a:lnTo>
                  <a:lnTo>
                    <a:pt x="0" y="269"/>
                  </a:lnTo>
                  <a:lnTo>
                    <a:pt x="0" y="253"/>
                  </a:lnTo>
                  <a:lnTo>
                    <a:pt x="0" y="235"/>
                  </a:lnTo>
                  <a:lnTo>
                    <a:pt x="0" y="218"/>
                  </a:lnTo>
                  <a:lnTo>
                    <a:pt x="3" y="202"/>
                  </a:lnTo>
                  <a:lnTo>
                    <a:pt x="5" y="186"/>
                  </a:lnTo>
                  <a:lnTo>
                    <a:pt x="8" y="172"/>
                  </a:lnTo>
                  <a:lnTo>
                    <a:pt x="8" y="172"/>
                  </a:lnTo>
                  <a:lnTo>
                    <a:pt x="13" y="154"/>
                  </a:lnTo>
                  <a:lnTo>
                    <a:pt x="18" y="139"/>
                  </a:lnTo>
                  <a:lnTo>
                    <a:pt x="24" y="124"/>
                  </a:lnTo>
                  <a:lnTo>
                    <a:pt x="31" y="110"/>
                  </a:lnTo>
                  <a:lnTo>
                    <a:pt x="39" y="98"/>
                  </a:lnTo>
                  <a:lnTo>
                    <a:pt x="48" y="85"/>
                  </a:lnTo>
                  <a:lnTo>
                    <a:pt x="57" y="74"/>
                  </a:lnTo>
                  <a:lnTo>
                    <a:pt x="68" y="64"/>
                  </a:lnTo>
                  <a:lnTo>
                    <a:pt x="68" y="64"/>
                  </a:lnTo>
                  <a:lnTo>
                    <a:pt x="85" y="49"/>
                  </a:lnTo>
                  <a:lnTo>
                    <a:pt x="105" y="36"/>
                  </a:lnTo>
                  <a:lnTo>
                    <a:pt x="124" y="25"/>
                  </a:lnTo>
                  <a:lnTo>
                    <a:pt x="146" y="16"/>
                  </a:lnTo>
                  <a:lnTo>
                    <a:pt x="169" y="9"/>
                  </a:lnTo>
                  <a:lnTo>
                    <a:pt x="193" y="4"/>
                  </a:lnTo>
                  <a:lnTo>
                    <a:pt x="216" y="1"/>
                  </a:lnTo>
                  <a:lnTo>
                    <a:pt x="241" y="0"/>
                  </a:lnTo>
                  <a:lnTo>
                    <a:pt x="241" y="0"/>
                  </a:lnTo>
                  <a:lnTo>
                    <a:pt x="260" y="1"/>
                  </a:lnTo>
                  <a:lnTo>
                    <a:pt x="279" y="2"/>
                  </a:lnTo>
                  <a:lnTo>
                    <a:pt x="298" y="5"/>
                  </a:lnTo>
                  <a:lnTo>
                    <a:pt x="316" y="9"/>
                  </a:lnTo>
                  <a:lnTo>
                    <a:pt x="334" y="14"/>
                  </a:lnTo>
                  <a:lnTo>
                    <a:pt x="352" y="20"/>
                  </a:lnTo>
                  <a:lnTo>
                    <a:pt x="368" y="27"/>
                  </a:lnTo>
                  <a:lnTo>
                    <a:pt x="385" y="35"/>
                  </a:lnTo>
                  <a:lnTo>
                    <a:pt x="401" y="44"/>
                  </a:lnTo>
                  <a:lnTo>
                    <a:pt x="416" y="54"/>
                  </a:lnTo>
                  <a:lnTo>
                    <a:pt x="430" y="65"/>
                  </a:lnTo>
                  <a:lnTo>
                    <a:pt x="445" y="76"/>
                  </a:lnTo>
                  <a:lnTo>
                    <a:pt x="457" y="88"/>
                  </a:lnTo>
                  <a:lnTo>
                    <a:pt x="469" y="102"/>
                  </a:lnTo>
                  <a:lnTo>
                    <a:pt x="480" y="115"/>
                  </a:lnTo>
                  <a:lnTo>
                    <a:pt x="490" y="130"/>
                  </a:lnTo>
                  <a:lnTo>
                    <a:pt x="490" y="130"/>
                  </a:lnTo>
                  <a:lnTo>
                    <a:pt x="492" y="135"/>
                  </a:lnTo>
                  <a:lnTo>
                    <a:pt x="492" y="139"/>
                  </a:lnTo>
                  <a:lnTo>
                    <a:pt x="492" y="143"/>
                  </a:lnTo>
                  <a:lnTo>
                    <a:pt x="491" y="146"/>
                  </a:lnTo>
                  <a:lnTo>
                    <a:pt x="491" y="146"/>
                  </a:lnTo>
                  <a:lnTo>
                    <a:pt x="487" y="150"/>
                  </a:lnTo>
                  <a:lnTo>
                    <a:pt x="483" y="153"/>
                  </a:lnTo>
                  <a:lnTo>
                    <a:pt x="478" y="155"/>
                  </a:lnTo>
                  <a:lnTo>
                    <a:pt x="473" y="157"/>
                  </a:lnTo>
                  <a:lnTo>
                    <a:pt x="473" y="157"/>
                  </a:lnTo>
                  <a:lnTo>
                    <a:pt x="473" y="157"/>
                  </a:lnTo>
                  <a:lnTo>
                    <a:pt x="469" y="155"/>
                  </a:lnTo>
                  <a:lnTo>
                    <a:pt x="465" y="154"/>
                  </a:lnTo>
                  <a:lnTo>
                    <a:pt x="462" y="151"/>
                  </a:lnTo>
                  <a:lnTo>
                    <a:pt x="458" y="147"/>
                  </a:lnTo>
                  <a:lnTo>
                    <a:pt x="458" y="147"/>
                  </a:lnTo>
                  <a:lnTo>
                    <a:pt x="450" y="135"/>
                  </a:lnTo>
                  <a:lnTo>
                    <a:pt x="439" y="123"/>
                  </a:lnTo>
                  <a:lnTo>
                    <a:pt x="429" y="112"/>
                  </a:lnTo>
                  <a:lnTo>
                    <a:pt x="419" y="102"/>
                  </a:lnTo>
                  <a:lnTo>
                    <a:pt x="407" y="94"/>
                  </a:lnTo>
                  <a:lnTo>
                    <a:pt x="395" y="85"/>
                  </a:lnTo>
                  <a:lnTo>
                    <a:pt x="383" y="77"/>
                  </a:lnTo>
                  <a:lnTo>
                    <a:pt x="369" y="71"/>
                  </a:lnTo>
                  <a:lnTo>
                    <a:pt x="356" y="65"/>
                  </a:lnTo>
                  <a:lnTo>
                    <a:pt x="342" y="59"/>
                  </a:lnTo>
                  <a:lnTo>
                    <a:pt x="316" y="50"/>
                  </a:lnTo>
                  <a:lnTo>
                    <a:pt x="289" y="42"/>
                  </a:lnTo>
                  <a:lnTo>
                    <a:pt x="263" y="36"/>
                  </a:lnTo>
                  <a:lnTo>
                    <a:pt x="263" y="36"/>
                  </a:lnTo>
                  <a:lnTo>
                    <a:pt x="247" y="34"/>
                  </a:lnTo>
                  <a:lnTo>
                    <a:pt x="232" y="33"/>
                  </a:lnTo>
                  <a:lnTo>
                    <a:pt x="232" y="33"/>
                  </a:lnTo>
                  <a:lnTo>
                    <a:pt x="219" y="34"/>
                  </a:lnTo>
                  <a:lnTo>
                    <a:pt x="207" y="35"/>
                  </a:lnTo>
                  <a:lnTo>
                    <a:pt x="195" y="37"/>
                  </a:lnTo>
                  <a:lnTo>
                    <a:pt x="182" y="40"/>
                  </a:lnTo>
                  <a:lnTo>
                    <a:pt x="169" y="44"/>
                  </a:lnTo>
                  <a:lnTo>
                    <a:pt x="156" y="48"/>
                  </a:lnTo>
                  <a:lnTo>
                    <a:pt x="144" y="53"/>
                  </a:lnTo>
                  <a:lnTo>
                    <a:pt x="133" y="59"/>
                  </a:lnTo>
                  <a:lnTo>
                    <a:pt x="120" y="66"/>
                  </a:lnTo>
                  <a:lnTo>
                    <a:pt x="109" y="74"/>
                  </a:lnTo>
                  <a:lnTo>
                    <a:pt x="99" y="82"/>
                  </a:lnTo>
                  <a:lnTo>
                    <a:pt x="89" y="90"/>
                  </a:lnTo>
                  <a:lnTo>
                    <a:pt x="80" y="100"/>
                  </a:lnTo>
                  <a:lnTo>
                    <a:pt x="72" y="110"/>
                  </a:lnTo>
                  <a:lnTo>
                    <a:pt x="66" y="121"/>
                  </a:lnTo>
                  <a:lnTo>
                    <a:pt x="59" y="133"/>
                  </a:lnTo>
                  <a:lnTo>
                    <a:pt x="59" y="133"/>
                  </a:lnTo>
                  <a:lnTo>
                    <a:pt x="53" y="147"/>
                  </a:lnTo>
                  <a:lnTo>
                    <a:pt x="48" y="163"/>
                  </a:lnTo>
                  <a:lnTo>
                    <a:pt x="44" y="178"/>
                  </a:lnTo>
                  <a:lnTo>
                    <a:pt x="41" y="195"/>
                  </a:lnTo>
                  <a:lnTo>
                    <a:pt x="39" y="210"/>
                  </a:lnTo>
                  <a:lnTo>
                    <a:pt x="38" y="227"/>
                  </a:lnTo>
                  <a:lnTo>
                    <a:pt x="37" y="242"/>
                  </a:lnTo>
                  <a:lnTo>
                    <a:pt x="38" y="259"/>
                  </a:lnTo>
                  <a:lnTo>
                    <a:pt x="39" y="274"/>
                  </a:lnTo>
                  <a:lnTo>
                    <a:pt x="42" y="290"/>
                  </a:lnTo>
                  <a:lnTo>
                    <a:pt x="45" y="304"/>
                  </a:lnTo>
                  <a:lnTo>
                    <a:pt x="49" y="320"/>
                  </a:lnTo>
                  <a:lnTo>
                    <a:pt x="54" y="334"/>
                  </a:lnTo>
                  <a:lnTo>
                    <a:pt x="60" y="348"/>
                  </a:lnTo>
                  <a:lnTo>
                    <a:pt x="68" y="361"/>
                  </a:lnTo>
                  <a:lnTo>
                    <a:pt x="76" y="373"/>
                  </a:lnTo>
                  <a:lnTo>
                    <a:pt x="76" y="373"/>
                  </a:lnTo>
                  <a:lnTo>
                    <a:pt x="87" y="389"/>
                  </a:lnTo>
                  <a:lnTo>
                    <a:pt x="101" y="402"/>
                  </a:lnTo>
                  <a:lnTo>
                    <a:pt x="101" y="402"/>
                  </a:lnTo>
                  <a:lnTo>
                    <a:pt x="112" y="416"/>
                  </a:lnTo>
                  <a:lnTo>
                    <a:pt x="121" y="428"/>
                  </a:lnTo>
                  <a:lnTo>
                    <a:pt x="122" y="429"/>
                  </a:lnTo>
                  <a:lnTo>
                    <a:pt x="123" y="430"/>
                  </a:lnTo>
                  <a:lnTo>
                    <a:pt x="123" y="430"/>
                  </a:lnTo>
                  <a:lnTo>
                    <a:pt x="125" y="431"/>
                  </a:lnTo>
                  <a:lnTo>
                    <a:pt x="128" y="434"/>
                  </a:lnTo>
                  <a:lnTo>
                    <a:pt x="130" y="440"/>
                  </a:lnTo>
                  <a:lnTo>
                    <a:pt x="131" y="446"/>
                  </a:lnTo>
                  <a:lnTo>
                    <a:pt x="130" y="451"/>
                  </a:lnTo>
                  <a:lnTo>
                    <a:pt x="130" y="451"/>
                  </a:lnTo>
                  <a:lnTo>
                    <a:pt x="129" y="455"/>
                  </a:lnTo>
                  <a:lnTo>
                    <a:pt x="125" y="458"/>
                  </a:lnTo>
                  <a:lnTo>
                    <a:pt x="123" y="460"/>
                  </a:lnTo>
                  <a:lnTo>
                    <a:pt x="121" y="462"/>
                  </a:lnTo>
                  <a:lnTo>
                    <a:pt x="117" y="463"/>
                  </a:lnTo>
                  <a:lnTo>
                    <a:pt x="114" y="463"/>
                  </a:lnTo>
                  <a:lnTo>
                    <a:pt x="110" y="46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矩形 8"/>
          <p:cNvSpPr/>
          <p:nvPr>
            <p:custDataLst>
              <p:tags r:id="rId1"/>
            </p:custDataLst>
          </p:nvPr>
        </p:nvSpPr>
        <p:spPr>
          <a:xfrm>
            <a:off x="207010" y="708025"/>
            <a:ext cx="5585460" cy="1530350"/>
          </a:xfrm>
          <a:prstGeom prst="rect">
            <a:avLst/>
          </a:prstGeom>
          <a:solidFill>
            <a:srgbClr val="1E7AB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350">
              <a:latin typeface="Noto Serif CJK SC" panose="02020400000000000000" pitchFamily="18" charset="-122"/>
              <a:ea typeface="FZHei-B01S" panose="02010601030101010101" pitchFamily="2" charset="-122"/>
              <a:sym typeface="Noto Serif CJK SC" panose="02020400000000000000" pitchFamily="18" charset="-122"/>
            </a:endParaRPr>
          </a:p>
        </p:txBody>
      </p:sp>
      <p:sp>
        <p:nvSpPr>
          <p:cNvPr id="10" name="矩形 9"/>
          <p:cNvSpPr/>
          <p:nvPr>
            <p:custDataLst>
              <p:tags r:id="rId2"/>
            </p:custDataLst>
          </p:nvPr>
        </p:nvSpPr>
        <p:spPr>
          <a:xfrm>
            <a:off x="207010" y="1406525"/>
            <a:ext cx="8709660" cy="442976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350">
              <a:latin typeface="Noto Serif CJK SC" panose="02020400000000000000" pitchFamily="18" charset="-122"/>
              <a:ea typeface="FZHei-B01S" panose="02010601030101010101" pitchFamily="2" charset="-122"/>
              <a:sym typeface="Noto Serif CJK SC" panose="02020400000000000000" pitchFamily="18" charset="-122"/>
            </a:endParaRPr>
          </a:p>
        </p:txBody>
      </p:sp>
      <p:sp>
        <p:nvSpPr>
          <p:cNvPr id="11" name="Title 1"/>
          <p:cNvSpPr>
            <a:spLocks noGrp="1"/>
          </p:cNvSpPr>
          <p:nvPr>
            <p:custDataLst>
              <p:tags r:id="rId3"/>
            </p:custDataLst>
          </p:nvPr>
        </p:nvSpPr>
        <p:spPr>
          <a:xfrm>
            <a:off x="368935" y="751840"/>
            <a:ext cx="5574665" cy="72136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5335" kern="120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+mj-ea"/>
                <a:cs typeface="Times New Roman" panose="02020603050405020304" pitchFamily="18" charset="0"/>
              </a:defRPr>
            </a:lvl1pPr>
          </a:lstStyle>
          <a:p>
            <a:r>
              <a:rPr lang="en-US" altLang="zh-CN" sz="3600" dirty="0">
                <a:solidFill>
                  <a:schemeClr val="bg1"/>
                </a:solidFill>
              </a:rPr>
              <a:t>List: Array Implementation</a:t>
            </a:r>
          </a:p>
        </p:txBody>
      </p:sp>
      <p:pic>
        <p:nvPicPr>
          <p:cNvPr id="12" name="图片 11" descr="华工标志（透明版"/>
          <p:cNvPicPr>
            <a:picLocks noChangeAspect="1"/>
          </p:cNvPicPr>
          <p:nvPr>
            <p:custDataLst>
              <p:tags r:id="rId4"/>
            </p:custDataLst>
          </p:nvPr>
        </p:nvPicPr>
        <p:blipFill>
          <a:blip r:embed="rId52" cstate="print"/>
          <a:stretch>
            <a:fillRect/>
          </a:stretch>
        </p:blipFill>
        <p:spPr>
          <a:xfrm>
            <a:off x="7740015" y="116205"/>
            <a:ext cx="1230630" cy="1230630"/>
          </a:xfrm>
          <a:prstGeom prst="rect">
            <a:avLst/>
          </a:prstGeom>
        </p:spPr>
      </p:pic>
      <p:sp>
        <p:nvSpPr>
          <p:cNvPr id="21507" name="Content Placeholder 2"/>
          <p:cNvSpPr>
            <a:spLocks noGrp="1"/>
          </p:cNvSpPr>
          <p:nvPr>
            <p:ph idx="1"/>
          </p:nvPr>
        </p:nvSpPr>
        <p:spPr>
          <a:xfrm>
            <a:off x="428625" y="1508760"/>
            <a:ext cx="8578215" cy="679450"/>
          </a:xfrm>
        </p:spPr>
        <p:txBody>
          <a:bodyPr>
            <a:noAutofit/>
          </a:bodyPr>
          <a:lstStyle/>
          <a:p>
            <a:r>
              <a:rPr lang="en-US" altLang="zh-CN" sz="2800" dirty="0">
                <a:solidFill>
                  <a:srgbClr val="FF0000"/>
                </a:solidFill>
              </a:rPr>
              <a:t>Other operations</a:t>
            </a:r>
          </a:p>
        </p:txBody>
      </p:sp>
      <p:sp>
        <p:nvSpPr>
          <p:cNvPr id="21508" name="Slide Number Placeholder 3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557530" indent="-21463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857250" indent="-1714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200150" indent="-1714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1543050" indent="-1714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1885950" indent="-1714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228850" indent="-1714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2571750" indent="-1714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2914650" indent="-1714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fld id="{9EF163A8-F4A2-4371-8360-1A5B1D61D940}" type="slidenum">
              <a:rPr lang="en-US" altLang="zh-CN" sz="770" smtClean="0"/>
              <a:pPr/>
              <a:t>11</a:t>
            </a:fld>
            <a:endParaRPr lang="en-US" altLang="zh-CN" sz="770"/>
          </a:p>
        </p:txBody>
      </p:sp>
      <p:sp>
        <p:nvSpPr>
          <p:cNvPr id="2" name="矩形 1"/>
          <p:cNvSpPr/>
          <p:nvPr/>
        </p:nvSpPr>
        <p:spPr>
          <a:xfrm>
            <a:off x="793115" y="1971675"/>
            <a:ext cx="7603490" cy="2834640"/>
          </a:xfrm>
          <a:prstGeom prst="rect">
            <a:avLst/>
          </a:prstGeom>
        </p:spPr>
        <p:txBody>
          <a:bodyPr vert="horz" lIns="68580" tIns="34290" rIns="68580" bIns="34290" rtlCol="0"/>
          <a:lstStyle/>
          <a:p>
            <a:pPr defTabSz="514350">
              <a:lnSpc>
                <a:spcPct val="90000"/>
              </a:lnSpc>
              <a:spcBef>
                <a:spcPts val="565"/>
              </a:spcBef>
              <a:buFont typeface="Wingdings 2" panose="05020102010507070707" pitchFamily="18" charset="2"/>
              <a:buNone/>
            </a:pPr>
            <a:r>
              <a:rPr lang="en-US" altLang="zh-CN" sz="1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bool </a:t>
            </a:r>
            <a:r>
              <a:rPr lang="en-US" altLang="zh-CN" sz="1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moveToPos</a:t>
            </a:r>
            <a:r>
              <a:rPr lang="en-US" altLang="zh-CN" sz="1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(</a:t>
            </a:r>
            <a:r>
              <a:rPr lang="en-US" altLang="zh-CN" sz="1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int</a:t>
            </a:r>
            <a:r>
              <a:rPr lang="en-US" altLang="zh-CN" sz="1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zh-CN" sz="1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pos</a:t>
            </a:r>
            <a:r>
              <a:rPr lang="en-US" altLang="zh-CN" sz="1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) {</a:t>
            </a:r>
          </a:p>
          <a:p>
            <a:pPr defTabSz="514350">
              <a:lnSpc>
                <a:spcPct val="90000"/>
              </a:lnSpc>
              <a:spcBef>
                <a:spcPts val="565"/>
              </a:spcBef>
              <a:buFont typeface="Wingdings 2" panose="05020102010507070707" pitchFamily="18" charset="2"/>
              <a:buNone/>
            </a:pPr>
            <a:r>
              <a:rPr lang="en-US" altLang="zh-CN" sz="1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   Assert((</a:t>
            </a:r>
            <a:r>
              <a:rPr lang="en-US" altLang="zh-CN" sz="1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pos</a:t>
            </a:r>
            <a:r>
              <a:rPr lang="en-US" altLang="zh-CN" sz="1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&gt;=0)&amp;&amp;(</a:t>
            </a:r>
            <a:r>
              <a:rPr lang="en-US" altLang="zh-CN" sz="1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pos</a:t>
            </a:r>
            <a:r>
              <a:rPr lang="en-US" altLang="zh-CN" sz="1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&lt;</a:t>
            </a:r>
            <a:r>
              <a:rPr lang="en-US" altLang="zh-CN" sz="1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listSize</a:t>
            </a:r>
            <a:r>
              <a:rPr lang="en-US" altLang="zh-CN" sz="1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)), “out of range);</a:t>
            </a:r>
          </a:p>
          <a:p>
            <a:pPr defTabSz="514350">
              <a:lnSpc>
                <a:spcPct val="90000"/>
              </a:lnSpc>
              <a:spcBef>
                <a:spcPts val="565"/>
              </a:spcBef>
              <a:buFont typeface="Wingdings 2" panose="05020102010507070707" pitchFamily="18" charset="2"/>
              <a:buNone/>
            </a:pPr>
            <a:r>
              <a:rPr lang="en-US" altLang="zh-CN" sz="1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   </a:t>
            </a:r>
            <a:r>
              <a:rPr lang="en-US" altLang="zh-CN" sz="1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curr</a:t>
            </a:r>
            <a:r>
              <a:rPr lang="en-US" altLang="zh-CN" sz="1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= </a:t>
            </a:r>
            <a:r>
              <a:rPr lang="en-US" altLang="zh-CN" sz="1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pos</a:t>
            </a:r>
            <a:r>
              <a:rPr lang="en-US" altLang="zh-CN" sz="1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;</a:t>
            </a:r>
          </a:p>
          <a:p>
            <a:pPr defTabSz="514350">
              <a:lnSpc>
                <a:spcPct val="90000"/>
              </a:lnSpc>
              <a:spcBef>
                <a:spcPts val="565"/>
              </a:spcBef>
              <a:buFont typeface="Wingdings 2" panose="05020102010507070707" pitchFamily="18" charset="2"/>
              <a:buNone/>
            </a:pPr>
            <a:r>
              <a:rPr lang="en-US" altLang="zh-CN" sz="1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}</a:t>
            </a:r>
          </a:p>
          <a:p>
            <a:pPr defTabSz="514350">
              <a:lnSpc>
                <a:spcPct val="90000"/>
              </a:lnSpc>
              <a:spcBef>
                <a:spcPts val="565"/>
              </a:spcBef>
              <a:buFont typeface="Wingdings 2" panose="05020102010507070707" pitchFamily="18" charset="2"/>
              <a:buNone/>
            </a:pPr>
            <a:endParaRPr lang="en-US" altLang="zh-CN" sz="16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defTabSz="514350">
              <a:lnSpc>
                <a:spcPct val="90000"/>
              </a:lnSpc>
              <a:spcBef>
                <a:spcPts val="565"/>
              </a:spcBef>
              <a:buFont typeface="Wingdings 2" panose="05020102010507070707" pitchFamily="18" charset="2"/>
              <a:buNone/>
            </a:pPr>
            <a:r>
              <a:rPr lang="en-US" altLang="zh-CN" sz="1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void </a:t>
            </a:r>
            <a:r>
              <a:rPr lang="en-US" altLang="zh-CN" sz="1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moveToStart</a:t>
            </a:r>
            <a:r>
              <a:rPr lang="en-US" altLang="zh-CN" sz="1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() { </a:t>
            </a:r>
            <a:r>
              <a:rPr lang="en-US" altLang="zh-CN" sz="1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curr</a:t>
            </a:r>
            <a:r>
              <a:rPr lang="en-US" altLang="zh-CN" sz="1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= 0; } </a:t>
            </a:r>
            <a:r>
              <a:rPr lang="en-US" altLang="zh-CN" sz="1600" dirty="0">
                <a:solidFill>
                  <a:srgbClr val="008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//reset position</a:t>
            </a:r>
          </a:p>
          <a:p>
            <a:pPr defTabSz="514350">
              <a:lnSpc>
                <a:spcPct val="90000"/>
              </a:lnSpc>
              <a:spcBef>
                <a:spcPts val="565"/>
              </a:spcBef>
              <a:buFont typeface="Wingdings 2" panose="05020102010507070707" pitchFamily="18" charset="2"/>
              <a:buNone/>
            </a:pPr>
            <a:r>
              <a:rPr lang="en-US" altLang="zh-CN" sz="1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void </a:t>
            </a:r>
            <a:r>
              <a:rPr lang="en-US" altLang="zh-CN" sz="1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moveToEnd</a:t>
            </a:r>
            <a:r>
              <a:rPr lang="en-US" altLang="zh-CN" sz="1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() { </a:t>
            </a:r>
            <a:r>
              <a:rPr lang="en-US" altLang="zh-CN" sz="1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curr</a:t>
            </a:r>
            <a:r>
              <a:rPr lang="en-US" altLang="zh-CN" sz="1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= </a:t>
            </a:r>
            <a:r>
              <a:rPr lang="en-US" altLang="zh-CN" sz="1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listSize</a:t>
            </a:r>
            <a:r>
              <a:rPr lang="en-US" altLang="zh-CN" sz="1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; } </a:t>
            </a:r>
            <a:r>
              <a:rPr lang="en-US" altLang="zh-CN" sz="1600" dirty="0">
                <a:solidFill>
                  <a:srgbClr val="008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//set at end</a:t>
            </a:r>
          </a:p>
          <a:p>
            <a:pPr defTabSz="514350">
              <a:lnSpc>
                <a:spcPct val="90000"/>
              </a:lnSpc>
              <a:spcBef>
                <a:spcPts val="565"/>
              </a:spcBef>
              <a:buFont typeface="Wingdings 2" panose="05020102010507070707" pitchFamily="18" charset="2"/>
              <a:buNone/>
            </a:pPr>
            <a:endParaRPr lang="en-US" altLang="zh-CN" sz="16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defTabSz="514350">
              <a:lnSpc>
                <a:spcPct val="90000"/>
              </a:lnSpc>
              <a:spcBef>
                <a:spcPts val="565"/>
              </a:spcBef>
              <a:buFont typeface="Wingdings 2" panose="05020102010507070707" pitchFamily="18" charset="2"/>
              <a:buNone/>
            </a:pPr>
            <a:r>
              <a:rPr lang="en-US" altLang="zh-CN" sz="1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void </a:t>
            </a:r>
            <a:r>
              <a:rPr lang="en-US" altLang="zh-CN" sz="1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prev</a:t>
            </a:r>
            <a:r>
              <a:rPr lang="en-US" altLang="zh-CN" sz="1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() { if(</a:t>
            </a:r>
            <a:r>
              <a:rPr lang="en-US" altLang="zh-CN" sz="1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curr</a:t>
            </a:r>
            <a:r>
              <a:rPr lang="en-US" altLang="zh-CN" sz="1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!=0) </a:t>
            </a:r>
            <a:r>
              <a:rPr lang="en-US" altLang="zh-CN" sz="1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curr</a:t>
            </a:r>
            <a:r>
              <a:rPr lang="en-US" altLang="zh-CN" sz="1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--; }</a:t>
            </a:r>
          </a:p>
          <a:p>
            <a:pPr defTabSz="514350">
              <a:lnSpc>
                <a:spcPct val="90000"/>
              </a:lnSpc>
              <a:spcBef>
                <a:spcPts val="565"/>
              </a:spcBef>
              <a:buFont typeface="Wingdings 2" panose="05020102010507070707" pitchFamily="18" charset="2"/>
              <a:buNone/>
            </a:pPr>
            <a:r>
              <a:rPr lang="en-US" altLang="zh-CN" sz="1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void next() { if(</a:t>
            </a:r>
            <a:r>
              <a:rPr lang="en-US" altLang="zh-CN" sz="1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curr</a:t>
            </a:r>
            <a:r>
              <a:rPr lang="en-US" altLang="zh-CN" sz="1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&lt; </a:t>
            </a:r>
            <a:r>
              <a:rPr lang="en-US" altLang="zh-CN" sz="1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listSize</a:t>
            </a:r>
            <a:r>
              <a:rPr lang="en-US" altLang="zh-CN" sz="1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r>
              <a:rPr lang="en-US" altLang="zh-CN" sz="1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curr</a:t>
            </a:r>
            <a:r>
              <a:rPr lang="en-US" altLang="zh-CN" sz="1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++; }</a:t>
            </a:r>
          </a:p>
          <a:p>
            <a:pPr defTabSz="514350">
              <a:lnSpc>
                <a:spcPct val="90000"/>
              </a:lnSpc>
              <a:spcBef>
                <a:spcPts val="565"/>
              </a:spcBef>
              <a:buFont typeface="Wingdings 2" panose="05020102010507070707" pitchFamily="18" charset="2"/>
              <a:buNone/>
            </a:pPr>
            <a:endParaRPr lang="en-US" altLang="zh-CN" sz="16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defTabSz="514350">
              <a:lnSpc>
                <a:spcPct val="90000"/>
              </a:lnSpc>
              <a:spcBef>
                <a:spcPts val="565"/>
              </a:spcBef>
              <a:buFont typeface="Wingdings 2" panose="05020102010507070707" pitchFamily="18" charset="2"/>
              <a:buNone/>
            </a:pPr>
            <a:r>
              <a:rPr lang="en-US" altLang="zh-CN" sz="1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int</a:t>
            </a:r>
            <a:r>
              <a:rPr lang="en-US" altLang="zh-CN" sz="1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Length() </a:t>
            </a:r>
            <a:r>
              <a:rPr lang="en-US" altLang="zh-CN" sz="1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const</a:t>
            </a:r>
            <a:r>
              <a:rPr lang="en-US" altLang="zh-CN" sz="1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 { return </a:t>
            </a:r>
            <a:r>
              <a:rPr lang="en-US" altLang="zh-CN" sz="1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listSize</a:t>
            </a:r>
            <a:r>
              <a:rPr lang="en-US" altLang="zh-CN" sz="1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; }</a:t>
            </a:r>
          </a:p>
          <a:p>
            <a:pPr defTabSz="514350">
              <a:lnSpc>
                <a:spcPct val="90000"/>
              </a:lnSpc>
              <a:spcBef>
                <a:spcPts val="565"/>
              </a:spcBef>
              <a:buFont typeface="Wingdings 2" panose="05020102010507070707" pitchFamily="18" charset="2"/>
              <a:buNone/>
            </a:pPr>
            <a:r>
              <a:rPr lang="en-US" altLang="zh-CN" sz="1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int</a:t>
            </a:r>
            <a:r>
              <a:rPr lang="en-US" altLang="zh-CN" sz="1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zh-CN" sz="1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currPos</a:t>
            </a:r>
            <a:r>
              <a:rPr lang="en-US" altLang="zh-CN" sz="1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() </a:t>
            </a:r>
            <a:r>
              <a:rPr lang="en-US" altLang="zh-CN" sz="1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const</a:t>
            </a:r>
            <a:r>
              <a:rPr lang="en-US" altLang="zh-CN" sz="1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{ return </a:t>
            </a:r>
            <a:r>
              <a:rPr lang="en-US" altLang="zh-CN" sz="1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curr</a:t>
            </a:r>
            <a:r>
              <a:rPr lang="en-US" altLang="zh-CN" sz="1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; }</a:t>
            </a:r>
          </a:p>
        </p:txBody>
      </p:sp>
      <p:sp>
        <p:nvSpPr>
          <p:cNvPr id="3" name="矩形 2"/>
          <p:cNvSpPr/>
          <p:nvPr/>
        </p:nvSpPr>
        <p:spPr>
          <a:xfrm>
            <a:off x="828040" y="5824220"/>
            <a:ext cx="8086725" cy="52197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spcBef>
                <a:spcPct val="30000"/>
              </a:spcBef>
            </a:pPr>
            <a:r>
              <a:rPr lang="en-US" altLang="zh-CN" sz="2800" dirty="0">
                <a:solidFill>
                  <a:srgbClr val="FF0000"/>
                </a:solidFill>
              </a:rPr>
              <a:t>Time cost – Θ(1) for best, worst- and average cases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fld id="{A4E3A5ED-D439-4DC1-96BD-E0AA9FBEC291}" type="datetime1">
              <a:rPr lang="zh-CN" altLang="en-US" sz="770" smtClean="0"/>
              <a:pPr>
                <a:defRPr/>
              </a:pPr>
              <a:t>2025/12/16</a:t>
            </a:fld>
            <a:endParaRPr lang="zh-CN" altLang="en-US" sz="770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altLang="zh-CN" sz="770"/>
              <a:t>Stacks and Queues - Lecture 6</a:t>
            </a:r>
          </a:p>
        </p:txBody>
      </p:sp>
      <p:grpSp>
        <p:nvGrpSpPr>
          <p:cNvPr id="955" name="组合 954"/>
          <p:cNvGrpSpPr/>
          <p:nvPr/>
        </p:nvGrpSpPr>
        <p:grpSpPr>
          <a:xfrm rot="5640000">
            <a:off x="7944785" y="4962247"/>
            <a:ext cx="608013" cy="641350"/>
            <a:chOff x="4197350" y="2182813"/>
            <a:chExt cx="608013" cy="641350"/>
          </a:xfrm>
          <a:solidFill>
            <a:schemeClr val="accent5">
              <a:lumMod val="75000"/>
              <a:alpha val="50000"/>
            </a:schemeClr>
          </a:solidFill>
        </p:grpSpPr>
        <p:sp>
          <p:nvSpPr>
            <p:cNvPr id="16550" name="Freeform 166"/>
            <p:cNvSpPr/>
            <p:nvPr>
              <p:custDataLst>
                <p:tags r:id="rId5"/>
              </p:custDataLst>
            </p:nvPr>
          </p:nvSpPr>
          <p:spPr bwMode="auto">
            <a:xfrm>
              <a:off x="4229100" y="2211388"/>
              <a:ext cx="39688" cy="157163"/>
            </a:xfrm>
            <a:custGeom>
              <a:avLst/>
              <a:gdLst/>
              <a:ahLst/>
              <a:cxnLst>
                <a:cxn ang="0">
                  <a:pos x="63" y="2"/>
                </a:cxn>
                <a:cxn ang="0">
                  <a:pos x="63" y="2"/>
                </a:cxn>
                <a:cxn ang="0">
                  <a:pos x="58" y="14"/>
                </a:cxn>
                <a:cxn ang="0">
                  <a:pos x="54" y="25"/>
                </a:cxn>
                <a:cxn ang="0">
                  <a:pos x="47" y="49"/>
                </a:cxn>
                <a:cxn ang="0">
                  <a:pos x="34" y="96"/>
                </a:cxn>
                <a:cxn ang="0">
                  <a:pos x="34" y="96"/>
                </a:cxn>
                <a:cxn ang="0">
                  <a:pos x="27" y="122"/>
                </a:cxn>
                <a:cxn ang="0">
                  <a:pos x="21" y="149"/>
                </a:cxn>
                <a:cxn ang="0">
                  <a:pos x="10" y="203"/>
                </a:cxn>
                <a:cxn ang="0">
                  <a:pos x="10" y="203"/>
                </a:cxn>
                <a:cxn ang="0">
                  <a:pos x="6" y="222"/>
                </a:cxn>
                <a:cxn ang="0">
                  <a:pos x="3" y="243"/>
                </a:cxn>
                <a:cxn ang="0">
                  <a:pos x="1" y="263"/>
                </a:cxn>
                <a:cxn ang="0">
                  <a:pos x="0" y="283"/>
                </a:cxn>
                <a:cxn ang="0">
                  <a:pos x="0" y="283"/>
                </a:cxn>
                <a:cxn ang="0">
                  <a:pos x="1" y="290"/>
                </a:cxn>
                <a:cxn ang="0">
                  <a:pos x="2" y="292"/>
                </a:cxn>
                <a:cxn ang="0">
                  <a:pos x="3" y="294"/>
                </a:cxn>
                <a:cxn ang="0">
                  <a:pos x="6" y="296"/>
                </a:cxn>
                <a:cxn ang="0">
                  <a:pos x="8" y="296"/>
                </a:cxn>
                <a:cxn ang="0">
                  <a:pos x="11" y="296"/>
                </a:cxn>
                <a:cxn ang="0">
                  <a:pos x="14" y="294"/>
                </a:cxn>
                <a:cxn ang="0">
                  <a:pos x="14" y="294"/>
                </a:cxn>
                <a:cxn ang="0">
                  <a:pos x="15" y="293"/>
                </a:cxn>
                <a:cxn ang="0">
                  <a:pos x="16" y="291"/>
                </a:cxn>
                <a:cxn ang="0">
                  <a:pos x="15" y="287"/>
                </a:cxn>
                <a:cxn ang="0">
                  <a:pos x="14" y="285"/>
                </a:cxn>
                <a:cxn ang="0">
                  <a:pos x="12" y="285"/>
                </a:cxn>
                <a:cxn ang="0">
                  <a:pos x="11" y="284"/>
                </a:cxn>
                <a:cxn ang="0">
                  <a:pos x="9" y="285"/>
                </a:cxn>
                <a:cxn ang="0">
                  <a:pos x="9" y="285"/>
                </a:cxn>
                <a:cxn ang="0">
                  <a:pos x="11" y="282"/>
                </a:cxn>
                <a:cxn ang="0">
                  <a:pos x="12" y="276"/>
                </a:cxn>
                <a:cxn ang="0">
                  <a:pos x="14" y="259"/>
                </a:cxn>
                <a:cxn ang="0">
                  <a:pos x="14" y="232"/>
                </a:cxn>
                <a:cxn ang="0">
                  <a:pos x="14" y="232"/>
                </a:cxn>
                <a:cxn ang="0">
                  <a:pos x="17" y="212"/>
                </a:cxn>
                <a:cxn ang="0">
                  <a:pos x="21" y="193"/>
                </a:cxn>
                <a:cxn ang="0">
                  <a:pos x="29" y="155"/>
                </a:cxn>
                <a:cxn ang="0">
                  <a:pos x="29" y="155"/>
                </a:cxn>
                <a:cxn ang="0">
                  <a:pos x="38" y="119"/>
                </a:cxn>
                <a:cxn ang="0">
                  <a:pos x="48" y="83"/>
                </a:cxn>
                <a:cxn ang="0">
                  <a:pos x="48" y="83"/>
                </a:cxn>
                <a:cxn ang="0">
                  <a:pos x="58" y="45"/>
                </a:cxn>
                <a:cxn ang="0">
                  <a:pos x="64" y="25"/>
                </a:cxn>
                <a:cxn ang="0">
                  <a:pos x="68" y="16"/>
                </a:cxn>
                <a:cxn ang="0">
                  <a:pos x="72" y="8"/>
                </a:cxn>
                <a:cxn ang="0">
                  <a:pos x="72" y="8"/>
                </a:cxn>
                <a:cxn ang="0">
                  <a:pos x="73" y="5"/>
                </a:cxn>
                <a:cxn ang="0">
                  <a:pos x="73" y="3"/>
                </a:cxn>
                <a:cxn ang="0">
                  <a:pos x="72" y="2"/>
                </a:cxn>
                <a:cxn ang="0">
                  <a:pos x="71" y="1"/>
                </a:cxn>
                <a:cxn ang="0">
                  <a:pos x="69" y="0"/>
                </a:cxn>
                <a:cxn ang="0">
                  <a:pos x="67" y="0"/>
                </a:cxn>
                <a:cxn ang="0">
                  <a:pos x="65" y="1"/>
                </a:cxn>
                <a:cxn ang="0">
                  <a:pos x="63" y="2"/>
                </a:cxn>
                <a:cxn ang="0">
                  <a:pos x="63" y="2"/>
                </a:cxn>
              </a:cxnLst>
              <a:rect l="0" t="0" r="r" b="b"/>
              <a:pathLst>
                <a:path w="73" h="296">
                  <a:moveTo>
                    <a:pt x="63" y="2"/>
                  </a:moveTo>
                  <a:lnTo>
                    <a:pt x="63" y="2"/>
                  </a:lnTo>
                  <a:lnTo>
                    <a:pt x="58" y="14"/>
                  </a:lnTo>
                  <a:lnTo>
                    <a:pt x="54" y="25"/>
                  </a:lnTo>
                  <a:lnTo>
                    <a:pt x="47" y="49"/>
                  </a:lnTo>
                  <a:lnTo>
                    <a:pt x="34" y="96"/>
                  </a:lnTo>
                  <a:lnTo>
                    <a:pt x="34" y="96"/>
                  </a:lnTo>
                  <a:lnTo>
                    <a:pt x="27" y="122"/>
                  </a:lnTo>
                  <a:lnTo>
                    <a:pt x="21" y="149"/>
                  </a:lnTo>
                  <a:lnTo>
                    <a:pt x="10" y="203"/>
                  </a:lnTo>
                  <a:lnTo>
                    <a:pt x="10" y="203"/>
                  </a:lnTo>
                  <a:lnTo>
                    <a:pt x="6" y="222"/>
                  </a:lnTo>
                  <a:lnTo>
                    <a:pt x="3" y="243"/>
                  </a:lnTo>
                  <a:lnTo>
                    <a:pt x="1" y="263"/>
                  </a:lnTo>
                  <a:lnTo>
                    <a:pt x="0" y="283"/>
                  </a:lnTo>
                  <a:lnTo>
                    <a:pt x="0" y="283"/>
                  </a:lnTo>
                  <a:lnTo>
                    <a:pt x="1" y="290"/>
                  </a:lnTo>
                  <a:lnTo>
                    <a:pt x="2" y="292"/>
                  </a:lnTo>
                  <a:lnTo>
                    <a:pt x="3" y="294"/>
                  </a:lnTo>
                  <a:lnTo>
                    <a:pt x="6" y="296"/>
                  </a:lnTo>
                  <a:lnTo>
                    <a:pt x="8" y="296"/>
                  </a:lnTo>
                  <a:lnTo>
                    <a:pt x="11" y="296"/>
                  </a:lnTo>
                  <a:lnTo>
                    <a:pt x="14" y="294"/>
                  </a:lnTo>
                  <a:lnTo>
                    <a:pt x="14" y="294"/>
                  </a:lnTo>
                  <a:lnTo>
                    <a:pt x="15" y="293"/>
                  </a:lnTo>
                  <a:lnTo>
                    <a:pt x="16" y="291"/>
                  </a:lnTo>
                  <a:lnTo>
                    <a:pt x="15" y="287"/>
                  </a:lnTo>
                  <a:lnTo>
                    <a:pt x="14" y="285"/>
                  </a:lnTo>
                  <a:lnTo>
                    <a:pt x="12" y="285"/>
                  </a:lnTo>
                  <a:lnTo>
                    <a:pt x="11" y="284"/>
                  </a:lnTo>
                  <a:lnTo>
                    <a:pt x="9" y="285"/>
                  </a:lnTo>
                  <a:lnTo>
                    <a:pt x="9" y="285"/>
                  </a:lnTo>
                  <a:lnTo>
                    <a:pt x="11" y="282"/>
                  </a:lnTo>
                  <a:lnTo>
                    <a:pt x="12" y="276"/>
                  </a:lnTo>
                  <a:lnTo>
                    <a:pt x="14" y="259"/>
                  </a:lnTo>
                  <a:lnTo>
                    <a:pt x="14" y="232"/>
                  </a:lnTo>
                  <a:lnTo>
                    <a:pt x="14" y="232"/>
                  </a:lnTo>
                  <a:lnTo>
                    <a:pt x="17" y="212"/>
                  </a:lnTo>
                  <a:lnTo>
                    <a:pt x="21" y="193"/>
                  </a:lnTo>
                  <a:lnTo>
                    <a:pt x="29" y="155"/>
                  </a:lnTo>
                  <a:lnTo>
                    <a:pt x="29" y="155"/>
                  </a:lnTo>
                  <a:lnTo>
                    <a:pt x="38" y="119"/>
                  </a:lnTo>
                  <a:lnTo>
                    <a:pt x="48" y="83"/>
                  </a:lnTo>
                  <a:lnTo>
                    <a:pt x="48" y="83"/>
                  </a:lnTo>
                  <a:lnTo>
                    <a:pt x="58" y="45"/>
                  </a:lnTo>
                  <a:lnTo>
                    <a:pt x="64" y="25"/>
                  </a:lnTo>
                  <a:lnTo>
                    <a:pt x="68" y="16"/>
                  </a:lnTo>
                  <a:lnTo>
                    <a:pt x="72" y="8"/>
                  </a:lnTo>
                  <a:lnTo>
                    <a:pt x="72" y="8"/>
                  </a:lnTo>
                  <a:lnTo>
                    <a:pt x="73" y="5"/>
                  </a:lnTo>
                  <a:lnTo>
                    <a:pt x="73" y="3"/>
                  </a:lnTo>
                  <a:lnTo>
                    <a:pt x="72" y="2"/>
                  </a:lnTo>
                  <a:lnTo>
                    <a:pt x="71" y="1"/>
                  </a:lnTo>
                  <a:lnTo>
                    <a:pt x="69" y="0"/>
                  </a:lnTo>
                  <a:lnTo>
                    <a:pt x="67" y="0"/>
                  </a:lnTo>
                  <a:lnTo>
                    <a:pt x="65" y="1"/>
                  </a:lnTo>
                  <a:lnTo>
                    <a:pt x="63" y="2"/>
                  </a:lnTo>
                  <a:lnTo>
                    <a:pt x="63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51" name="Freeform 167"/>
            <p:cNvSpPr/>
            <p:nvPr>
              <p:custDataLst>
                <p:tags r:id="rId6"/>
              </p:custDataLst>
            </p:nvPr>
          </p:nvSpPr>
          <p:spPr bwMode="auto">
            <a:xfrm>
              <a:off x="4251325" y="2206625"/>
              <a:ext cx="39688" cy="177800"/>
            </a:xfrm>
            <a:custGeom>
              <a:avLst/>
              <a:gdLst/>
              <a:ahLst/>
              <a:cxnLst>
                <a:cxn ang="0">
                  <a:pos x="66" y="3"/>
                </a:cxn>
                <a:cxn ang="0">
                  <a:pos x="66" y="3"/>
                </a:cxn>
                <a:cxn ang="0">
                  <a:pos x="51" y="40"/>
                </a:cxn>
                <a:cxn ang="0">
                  <a:pos x="44" y="59"/>
                </a:cxn>
                <a:cxn ang="0">
                  <a:pos x="38" y="78"/>
                </a:cxn>
                <a:cxn ang="0">
                  <a:pos x="38" y="78"/>
                </a:cxn>
                <a:cxn ang="0">
                  <a:pos x="33" y="101"/>
                </a:cxn>
                <a:cxn ang="0">
                  <a:pos x="29" y="124"/>
                </a:cxn>
                <a:cxn ang="0">
                  <a:pos x="20" y="170"/>
                </a:cxn>
                <a:cxn ang="0">
                  <a:pos x="20" y="170"/>
                </a:cxn>
                <a:cxn ang="0">
                  <a:pos x="5" y="249"/>
                </a:cxn>
                <a:cxn ang="0">
                  <a:pos x="5" y="249"/>
                </a:cxn>
                <a:cxn ang="0">
                  <a:pos x="2" y="270"/>
                </a:cxn>
                <a:cxn ang="0">
                  <a:pos x="1" y="290"/>
                </a:cxn>
                <a:cxn ang="0">
                  <a:pos x="0" y="311"/>
                </a:cxn>
                <a:cxn ang="0">
                  <a:pos x="0" y="332"/>
                </a:cxn>
                <a:cxn ang="0">
                  <a:pos x="0" y="332"/>
                </a:cxn>
                <a:cxn ang="0">
                  <a:pos x="0" y="334"/>
                </a:cxn>
                <a:cxn ang="0">
                  <a:pos x="1" y="336"/>
                </a:cxn>
                <a:cxn ang="0">
                  <a:pos x="3" y="336"/>
                </a:cxn>
                <a:cxn ang="0">
                  <a:pos x="5" y="337"/>
                </a:cxn>
                <a:cxn ang="0">
                  <a:pos x="6" y="336"/>
                </a:cxn>
                <a:cxn ang="0">
                  <a:pos x="8" y="336"/>
                </a:cxn>
                <a:cxn ang="0">
                  <a:pos x="9" y="334"/>
                </a:cxn>
                <a:cxn ang="0">
                  <a:pos x="9" y="332"/>
                </a:cxn>
                <a:cxn ang="0">
                  <a:pos x="9" y="332"/>
                </a:cxn>
                <a:cxn ang="0">
                  <a:pos x="9" y="310"/>
                </a:cxn>
                <a:cxn ang="0">
                  <a:pos x="10" y="288"/>
                </a:cxn>
                <a:cxn ang="0">
                  <a:pos x="12" y="265"/>
                </a:cxn>
                <a:cxn ang="0">
                  <a:pos x="16" y="244"/>
                </a:cxn>
                <a:cxn ang="0">
                  <a:pos x="16" y="244"/>
                </a:cxn>
                <a:cxn ang="0">
                  <a:pos x="32" y="164"/>
                </a:cxn>
                <a:cxn ang="0">
                  <a:pos x="32" y="164"/>
                </a:cxn>
                <a:cxn ang="0">
                  <a:pos x="39" y="122"/>
                </a:cxn>
                <a:cxn ang="0">
                  <a:pos x="47" y="81"/>
                </a:cxn>
                <a:cxn ang="0">
                  <a:pos x="47" y="81"/>
                </a:cxn>
                <a:cxn ang="0">
                  <a:pos x="52" y="61"/>
                </a:cxn>
                <a:cxn ang="0">
                  <a:pos x="60" y="43"/>
                </a:cxn>
                <a:cxn ang="0">
                  <a:pos x="75" y="6"/>
                </a:cxn>
                <a:cxn ang="0">
                  <a:pos x="75" y="6"/>
                </a:cxn>
                <a:cxn ang="0">
                  <a:pos x="76" y="4"/>
                </a:cxn>
                <a:cxn ang="0">
                  <a:pos x="75" y="2"/>
                </a:cxn>
                <a:cxn ang="0">
                  <a:pos x="74" y="1"/>
                </a:cxn>
                <a:cxn ang="0">
                  <a:pos x="72" y="0"/>
                </a:cxn>
                <a:cxn ang="0">
                  <a:pos x="69" y="1"/>
                </a:cxn>
                <a:cxn ang="0">
                  <a:pos x="67" y="2"/>
                </a:cxn>
                <a:cxn ang="0">
                  <a:pos x="66" y="3"/>
                </a:cxn>
                <a:cxn ang="0">
                  <a:pos x="66" y="3"/>
                </a:cxn>
              </a:cxnLst>
              <a:rect l="0" t="0" r="r" b="b"/>
              <a:pathLst>
                <a:path w="76" h="337">
                  <a:moveTo>
                    <a:pt x="66" y="3"/>
                  </a:moveTo>
                  <a:lnTo>
                    <a:pt x="66" y="3"/>
                  </a:lnTo>
                  <a:lnTo>
                    <a:pt x="51" y="40"/>
                  </a:lnTo>
                  <a:lnTo>
                    <a:pt x="44" y="59"/>
                  </a:lnTo>
                  <a:lnTo>
                    <a:pt x="38" y="78"/>
                  </a:lnTo>
                  <a:lnTo>
                    <a:pt x="38" y="78"/>
                  </a:lnTo>
                  <a:lnTo>
                    <a:pt x="33" y="101"/>
                  </a:lnTo>
                  <a:lnTo>
                    <a:pt x="29" y="124"/>
                  </a:lnTo>
                  <a:lnTo>
                    <a:pt x="20" y="170"/>
                  </a:lnTo>
                  <a:lnTo>
                    <a:pt x="20" y="170"/>
                  </a:lnTo>
                  <a:lnTo>
                    <a:pt x="5" y="249"/>
                  </a:lnTo>
                  <a:lnTo>
                    <a:pt x="5" y="249"/>
                  </a:lnTo>
                  <a:lnTo>
                    <a:pt x="2" y="270"/>
                  </a:lnTo>
                  <a:lnTo>
                    <a:pt x="1" y="290"/>
                  </a:lnTo>
                  <a:lnTo>
                    <a:pt x="0" y="311"/>
                  </a:lnTo>
                  <a:lnTo>
                    <a:pt x="0" y="332"/>
                  </a:lnTo>
                  <a:lnTo>
                    <a:pt x="0" y="332"/>
                  </a:lnTo>
                  <a:lnTo>
                    <a:pt x="0" y="334"/>
                  </a:lnTo>
                  <a:lnTo>
                    <a:pt x="1" y="336"/>
                  </a:lnTo>
                  <a:lnTo>
                    <a:pt x="3" y="336"/>
                  </a:lnTo>
                  <a:lnTo>
                    <a:pt x="5" y="337"/>
                  </a:lnTo>
                  <a:lnTo>
                    <a:pt x="6" y="336"/>
                  </a:lnTo>
                  <a:lnTo>
                    <a:pt x="8" y="336"/>
                  </a:lnTo>
                  <a:lnTo>
                    <a:pt x="9" y="334"/>
                  </a:lnTo>
                  <a:lnTo>
                    <a:pt x="9" y="332"/>
                  </a:lnTo>
                  <a:lnTo>
                    <a:pt x="9" y="332"/>
                  </a:lnTo>
                  <a:lnTo>
                    <a:pt x="9" y="310"/>
                  </a:lnTo>
                  <a:lnTo>
                    <a:pt x="10" y="288"/>
                  </a:lnTo>
                  <a:lnTo>
                    <a:pt x="12" y="265"/>
                  </a:lnTo>
                  <a:lnTo>
                    <a:pt x="16" y="244"/>
                  </a:lnTo>
                  <a:lnTo>
                    <a:pt x="16" y="244"/>
                  </a:lnTo>
                  <a:lnTo>
                    <a:pt x="32" y="164"/>
                  </a:lnTo>
                  <a:lnTo>
                    <a:pt x="32" y="164"/>
                  </a:lnTo>
                  <a:lnTo>
                    <a:pt x="39" y="122"/>
                  </a:lnTo>
                  <a:lnTo>
                    <a:pt x="47" y="81"/>
                  </a:lnTo>
                  <a:lnTo>
                    <a:pt x="47" y="81"/>
                  </a:lnTo>
                  <a:lnTo>
                    <a:pt x="52" y="61"/>
                  </a:lnTo>
                  <a:lnTo>
                    <a:pt x="60" y="43"/>
                  </a:lnTo>
                  <a:lnTo>
                    <a:pt x="75" y="6"/>
                  </a:lnTo>
                  <a:lnTo>
                    <a:pt x="75" y="6"/>
                  </a:lnTo>
                  <a:lnTo>
                    <a:pt x="76" y="4"/>
                  </a:lnTo>
                  <a:lnTo>
                    <a:pt x="75" y="2"/>
                  </a:lnTo>
                  <a:lnTo>
                    <a:pt x="74" y="1"/>
                  </a:lnTo>
                  <a:lnTo>
                    <a:pt x="72" y="0"/>
                  </a:lnTo>
                  <a:lnTo>
                    <a:pt x="69" y="1"/>
                  </a:lnTo>
                  <a:lnTo>
                    <a:pt x="67" y="2"/>
                  </a:lnTo>
                  <a:lnTo>
                    <a:pt x="66" y="3"/>
                  </a:lnTo>
                  <a:lnTo>
                    <a:pt x="66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52" name="Freeform 168"/>
            <p:cNvSpPr/>
            <p:nvPr>
              <p:custDataLst>
                <p:tags r:id="rId7"/>
              </p:custDataLst>
            </p:nvPr>
          </p:nvSpPr>
          <p:spPr bwMode="auto">
            <a:xfrm>
              <a:off x="4271963" y="2197100"/>
              <a:ext cx="55563" cy="195263"/>
            </a:xfrm>
            <a:custGeom>
              <a:avLst/>
              <a:gdLst/>
              <a:ahLst/>
              <a:cxnLst>
                <a:cxn ang="0">
                  <a:pos x="98" y="2"/>
                </a:cxn>
                <a:cxn ang="0">
                  <a:pos x="98" y="2"/>
                </a:cxn>
                <a:cxn ang="0">
                  <a:pos x="84" y="26"/>
                </a:cxn>
                <a:cxn ang="0">
                  <a:pos x="71" y="51"/>
                </a:cxn>
                <a:cxn ang="0">
                  <a:pos x="61" y="77"/>
                </a:cxn>
                <a:cxn ang="0">
                  <a:pos x="51" y="103"/>
                </a:cxn>
                <a:cxn ang="0">
                  <a:pos x="42" y="128"/>
                </a:cxn>
                <a:cxn ang="0">
                  <a:pos x="34" y="155"/>
                </a:cxn>
                <a:cxn ang="0">
                  <a:pos x="27" y="182"/>
                </a:cxn>
                <a:cxn ang="0">
                  <a:pos x="21" y="209"/>
                </a:cxn>
                <a:cxn ang="0">
                  <a:pos x="21" y="209"/>
                </a:cxn>
                <a:cxn ang="0">
                  <a:pos x="14" y="234"/>
                </a:cxn>
                <a:cxn ang="0">
                  <a:pos x="9" y="259"/>
                </a:cxn>
                <a:cxn ang="0">
                  <a:pos x="6" y="283"/>
                </a:cxn>
                <a:cxn ang="0">
                  <a:pos x="3" y="308"/>
                </a:cxn>
                <a:cxn ang="0">
                  <a:pos x="3" y="308"/>
                </a:cxn>
                <a:cxn ang="0">
                  <a:pos x="1" y="323"/>
                </a:cxn>
                <a:cxn ang="0">
                  <a:pos x="0" y="340"/>
                </a:cxn>
                <a:cxn ang="0">
                  <a:pos x="0" y="349"/>
                </a:cxn>
                <a:cxn ang="0">
                  <a:pos x="1" y="356"/>
                </a:cxn>
                <a:cxn ang="0">
                  <a:pos x="4" y="363"/>
                </a:cxn>
                <a:cxn ang="0">
                  <a:pos x="6" y="366"/>
                </a:cxn>
                <a:cxn ang="0">
                  <a:pos x="8" y="368"/>
                </a:cxn>
                <a:cxn ang="0">
                  <a:pos x="8" y="368"/>
                </a:cxn>
                <a:cxn ang="0">
                  <a:pos x="11" y="370"/>
                </a:cxn>
                <a:cxn ang="0">
                  <a:pos x="13" y="369"/>
                </a:cxn>
                <a:cxn ang="0">
                  <a:pos x="15" y="368"/>
                </a:cxn>
                <a:cxn ang="0">
                  <a:pos x="16" y="365"/>
                </a:cxn>
                <a:cxn ang="0">
                  <a:pos x="16" y="361"/>
                </a:cxn>
                <a:cxn ang="0">
                  <a:pos x="16" y="361"/>
                </a:cxn>
                <a:cxn ang="0">
                  <a:pos x="16" y="359"/>
                </a:cxn>
                <a:cxn ang="0">
                  <a:pos x="15" y="357"/>
                </a:cxn>
                <a:cxn ang="0">
                  <a:pos x="13" y="356"/>
                </a:cxn>
                <a:cxn ang="0">
                  <a:pos x="11" y="356"/>
                </a:cxn>
                <a:cxn ang="0">
                  <a:pos x="11" y="356"/>
                </a:cxn>
                <a:cxn ang="0">
                  <a:pos x="10" y="349"/>
                </a:cxn>
                <a:cxn ang="0">
                  <a:pos x="10" y="339"/>
                </a:cxn>
                <a:cxn ang="0">
                  <a:pos x="11" y="324"/>
                </a:cxn>
                <a:cxn ang="0">
                  <a:pos x="11" y="324"/>
                </a:cxn>
                <a:cxn ang="0">
                  <a:pos x="12" y="304"/>
                </a:cxn>
                <a:cxn ang="0">
                  <a:pos x="14" y="283"/>
                </a:cxn>
                <a:cxn ang="0">
                  <a:pos x="14" y="283"/>
                </a:cxn>
                <a:cxn ang="0">
                  <a:pos x="19" y="259"/>
                </a:cxn>
                <a:cxn ang="0">
                  <a:pos x="24" y="235"/>
                </a:cxn>
                <a:cxn ang="0">
                  <a:pos x="35" y="185"/>
                </a:cxn>
                <a:cxn ang="0">
                  <a:pos x="35" y="185"/>
                </a:cxn>
                <a:cxn ang="0">
                  <a:pos x="47" y="143"/>
                </a:cxn>
                <a:cxn ang="0">
                  <a:pos x="61" y="102"/>
                </a:cxn>
                <a:cxn ang="0">
                  <a:pos x="61" y="102"/>
                </a:cxn>
                <a:cxn ang="0">
                  <a:pos x="70" y="77"/>
                </a:cxn>
                <a:cxn ang="0">
                  <a:pos x="80" y="53"/>
                </a:cxn>
                <a:cxn ang="0">
                  <a:pos x="93" y="30"/>
                </a:cxn>
                <a:cxn ang="0">
                  <a:pos x="106" y="8"/>
                </a:cxn>
                <a:cxn ang="0">
                  <a:pos x="106" y="8"/>
                </a:cxn>
                <a:cxn ang="0">
                  <a:pos x="106" y="6"/>
                </a:cxn>
                <a:cxn ang="0">
                  <a:pos x="106" y="3"/>
                </a:cxn>
                <a:cxn ang="0">
                  <a:pos x="105" y="2"/>
                </a:cxn>
                <a:cxn ang="0">
                  <a:pos x="104" y="0"/>
                </a:cxn>
                <a:cxn ang="0">
                  <a:pos x="102" y="0"/>
                </a:cxn>
                <a:cxn ang="0">
                  <a:pos x="101" y="0"/>
                </a:cxn>
                <a:cxn ang="0">
                  <a:pos x="99" y="0"/>
                </a:cxn>
                <a:cxn ang="0">
                  <a:pos x="98" y="2"/>
                </a:cxn>
                <a:cxn ang="0">
                  <a:pos x="98" y="2"/>
                </a:cxn>
              </a:cxnLst>
              <a:rect l="0" t="0" r="r" b="b"/>
              <a:pathLst>
                <a:path w="106" h="370">
                  <a:moveTo>
                    <a:pt x="98" y="2"/>
                  </a:moveTo>
                  <a:lnTo>
                    <a:pt x="98" y="2"/>
                  </a:lnTo>
                  <a:lnTo>
                    <a:pt x="84" y="26"/>
                  </a:lnTo>
                  <a:lnTo>
                    <a:pt x="71" y="51"/>
                  </a:lnTo>
                  <a:lnTo>
                    <a:pt x="61" y="77"/>
                  </a:lnTo>
                  <a:lnTo>
                    <a:pt x="51" y="103"/>
                  </a:lnTo>
                  <a:lnTo>
                    <a:pt x="42" y="128"/>
                  </a:lnTo>
                  <a:lnTo>
                    <a:pt x="34" y="155"/>
                  </a:lnTo>
                  <a:lnTo>
                    <a:pt x="27" y="182"/>
                  </a:lnTo>
                  <a:lnTo>
                    <a:pt x="21" y="209"/>
                  </a:lnTo>
                  <a:lnTo>
                    <a:pt x="21" y="209"/>
                  </a:lnTo>
                  <a:lnTo>
                    <a:pt x="14" y="234"/>
                  </a:lnTo>
                  <a:lnTo>
                    <a:pt x="9" y="259"/>
                  </a:lnTo>
                  <a:lnTo>
                    <a:pt x="6" y="283"/>
                  </a:lnTo>
                  <a:lnTo>
                    <a:pt x="3" y="308"/>
                  </a:lnTo>
                  <a:lnTo>
                    <a:pt x="3" y="308"/>
                  </a:lnTo>
                  <a:lnTo>
                    <a:pt x="1" y="323"/>
                  </a:lnTo>
                  <a:lnTo>
                    <a:pt x="0" y="340"/>
                  </a:lnTo>
                  <a:lnTo>
                    <a:pt x="0" y="349"/>
                  </a:lnTo>
                  <a:lnTo>
                    <a:pt x="1" y="356"/>
                  </a:lnTo>
                  <a:lnTo>
                    <a:pt x="4" y="363"/>
                  </a:lnTo>
                  <a:lnTo>
                    <a:pt x="6" y="366"/>
                  </a:lnTo>
                  <a:lnTo>
                    <a:pt x="8" y="368"/>
                  </a:lnTo>
                  <a:lnTo>
                    <a:pt x="8" y="368"/>
                  </a:lnTo>
                  <a:lnTo>
                    <a:pt x="11" y="370"/>
                  </a:lnTo>
                  <a:lnTo>
                    <a:pt x="13" y="369"/>
                  </a:lnTo>
                  <a:lnTo>
                    <a:pt x="15" y="368"/>
                  </a:lnTo>
                  <a:lnTo>
                    <a:pt x="16" y="365"/>
                  </a:lnTo>
                  <a:lnTo>
                    <a:pt x="16" y="361"/>
                  </a:lnTo>
                  <a:lnTo>
                    <a:pt x="16" y="361"/>
                  </a:lnTo>
                  <a:lnTo>
                    <a:pt x="16" y="359"/>
                  </a:lnTo>
                  <a:lnTo>
                    <a:pt x="15" y="357"/>
                  </a:lnTo>
                  <a:lnTo>
                    <a:pt x="13" y="356"/>
                  </a:lnTo>
                  <a:lnTo>
                    <a:pt x="11" y="356"/>
                  </a:lnTo>
                  <a:lnTo>
                    <a:pt x="11" y="356"/>
                  </a:lnTo>
                  <a:lnTo>
                    <a:pt x="10" y="349"/>
                  </a:lnTo>
                  <a:lnTo>
                    <a:pt x="10" y="339"/>
                  </a:lnTo>
                  <a:lnTo>
                    <a:pt x="11" y="324"/>
                  </a:lnTo>
                  <a:lnTo>
                    <a:pt x="11" y="324"/>
                  </a:lnTo>
                  <a:lnTo>
                    <a:pt x="12" y="304"/>
                  </a:lnTo>
                  <a:lnTo>
                    <a:pt x="14" y="283"/>
                  </a:lnTo>
                  <a:lnTo>
                    <a:pt x="14" y="283"/>
                  </a:lnTo>
                  <a:lnTo>
                    <a:pt x="19" y="259"/>
                  </a:lnTo>
                  <a:lnTo>
                    <a:pt x="24" y="235"/>
                  </a:lnTo>
                  <a:lnTo>
                    <a:pt x="35" y="185"/>
                  </a:lnTo>
                  <a:lnTo>
                    <a:pt x="35" y="185"/>
                  </a:lnTo>
                  <a:lnTo>
                    <a:pt x="47" y="143"/>
                  </a:lnTo>
                  <a:lnTo>
                    <a:pt x="61" y="102"/>
                  </a:lnTo>
                  <a:lnTo>
                    <a:pt x="61" y="102"/>
                  </a:lnTo>
                  <a:lnTo>
                    <a:pt x="70" y="77"/>
                  </a:lnTo>
                  <a:lnTo>
                    <a:pt x="80" y="53"/>
                  </a:lnTo>
                  <a:lnTo>
                    <a:pt x="93" y="30"/>
                  </a:lnTo>
                  <a:lnTo>
                    <a:pt x="106" y="8"/>
                  </a:lnTo>
                  <a:lnTo>
                    <a:pt x="106" y="8"/>
                  </a:lnTo>
                  <a:lnTo>
                    <a:pt x="106" y="6"/>
                  </a:lnTo>
                  <a:lnTo>
                    <a:pt x="106" y="3"/>
                  </a:lnTo>
                  <a:lnTo>
                    <a:pt x="105" y="2"/>
                  </a:lnTo>
                  <a:lnTo>
                    <a:pt x="104" y="0"/>
                  </a:lnTo>
                  <a:lnTo>
                    <a:pt x="102" y="0"/>
                  </a:lnTo>
                  <a:lnTo>
                    <a:pt x="101" y="0"/>
                  </a:lnTo>
                  <a:lnTo>
                    <a:pt x="99" y="0"/>
                  </a:lnTo>
                  <a:lnTo>
                    <a:pt x="98" y="2"/>
                  </a:lnTo>
                  <a:lnTo>
                    <a:pt x="98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53" name="Freeform 169"/>
            <p:cNvSpPr/>
            <p:nvPr>
              <p:custDataLst>
                <p:tags r:id="rId8"/>
              </p:custDataLst>
            </p:nvPr>
          </p:nvSpPr>
          <p:spPr bwMode="auto">
            <a:xfrm>
              <a:off x="4305300" y="2198688"/>
              <a:ext cx="39688" cy="146050"/>
            </a:xfrm>
            <a:custGeom>
              <a:avLst/>
              <a:gdLst/>
              <a:ahLst/>
              <a:cxnLst>
                <a:cxn ang="0">
                  <a:pos x="68" y="2"/>
                </a:cxn>
                <a:cxn ang="0">
                  <a:pos x="68" y="2"/>
                </a:cxn>
                <a:cxn ang="0">
                  <a:pos x="62" y="10"/>
                </a:cxn>
                <a:cxn ang="0">
                  <a:pos x="57" y="20"/>
                </a:cxn>
                <a:cxn ang="0">
                  <a:pos x="54" y="31"/>
                </a:cxn>
                <a:cxn ang="0">
                  <a:pos x="53" y="41"/>
                </a:cxn>
                <a:cxn ang="0">
                  <a:pos x="53" y="41"/>
                </a:cxn>
                <a:cxn ang="0">
                  <a:pos x="51" y="51"/>
                </a:cxn>
                <a:cxn ang="0">
                  <a:pos x="49" y="60"/>
                </a:cxn>
                <a:cxn ang="0">
                  <a:pos x="42" y="80"/>
                </a:cxn>
                <a:cxn ang="0">
                  <a:pos x="37" y="101"/>
                </a:cxn>
                <a:cxn ang="0">
                  <a:pos x="32" y="120"/>
                </a:cxn>
                <a:cxn ang="0">
                  <a:pos x="32" y="120"/>
                </a:cxn>
                <a:cxn ang="0">
                  <a:pos x="14" y="191"/>
                </a:cxn>
                <a:cxn ang="0">
                  <a:pos x="7" y="227"/>
                </a:cxn>
                <a:cxn ang="0">
                  <a:pos x="3" y="244"/>
                </a:cxn>
                <a:cxn ang="0">
                  <a:pos x="1" y="263"/>
                </a:cxn>
                <a:cxn ang="0">
                  <a:pos x="1" y="263"/>
                </a:cxn>
                <a:cxn ang="0">
                  <a:pos x="0" y="265"/>
                </a:cxn>
                <a:cxn ang="0">
                  <a:pos x="0" y="270"/>
                </a:cxn>
                <a:cxn ang="0">
                  <a:pos x="0" y="270"/>
                </a:cxn>
                <a:cxn ang="0">
                  <a:pos x="0" y="272"/>
                </a:cxn>
                <a:cxn ang="0">
                  <a:pos x="1" y="273"/>
                </a:cxn>
                <a:cxn ang="0">
                  <a:pos x="3" y="274"/>
                </a:cxn>
                <a:cxn ang="0">
                  <a:pos x="4" y="274"/>
                </a:cxn>
                <a:cxn ang="0">
                  <a:pos x="7" y="273"/>
                </a:cxn>
                <a:cxn ang="0">
                  <a:pos x="8" y="272"/>
                </a:cxn>
                <a:cxn ang="0">
                  <a:pos x="9" y="270"/>
                </a:cxn>
                <a:cxn ang="0">
                  <a:pos x="9" y="270"/>
                </a:cxn>
                <a:cxn ang="0">
                  <a:pos x="11" y="254"/>
                </a:cxn>
                <a:cxn ang="0">
                  <a:pos x="14" y="237"/>
                </a:cxn>
                <a:cxn ang="0">
                  <a:pos x="22" y="204"/>
                </a:cxn>
                <a:cxn ang="0">
                  <a:pos x="37" y="139"/>
                </a:cxn>
                <a:cxn ang="0">
                  <a:pos x="37" y="139"/>
                </a:cxn>
                <a:cxn ang="0">
                  <a:pos x="45" y="106"/>
                </a:cxn>
                <a:cxn ang="0">
                  <a:pos x="54" y="73"/>
                </a:cxn>
                <a:cxn ang="0">
                  <a:pos x="54" y="73"/>
                </a:cxn>
                <a:cxn ang="0">
                  <a:pos x="58" y="56"/>
                </a:cxn>
                <a:cxn ang="0">
                  <a:pos x="61" y="39"/>
                </a:cxn>
                <a:cxn ang="0">
                  <a:pos x="64" y="31"/>
                </a:cxn>
                <a:cxn ang="0">
                  <a:pos x="66" y="22"/>
                </a:cxn>
                <a:cxn ang="0">
                  <a:pos x="70" y="14"/>
                </a:cxn>
                <a:cxn ang="0">
                  <a:pos x="74" y="8"/>
                </a:cxn>
                <a:cxn ang="0">
                  <a:pos x="74" y="8"/>
                </a:cxn>
                <a:cxn ang="0">
                  <a:pos x="75" y="6"/>
                </a:cxn>
                <a:cxn ang="0">
                  <a:pos x="75" y="5"/>
                </a:cxn>
                <a:cxn ang="0">
                  <a:pos x="74" y="1"/>
                </a:cxn>
                <a:cxn ang="0">
                  <a:pos x="72" y="0"/>
                </a:cxn>
                <a:cxn ang="0">
                  <a:pos x="71" y="0"/>
                </a:cxn>
                <a:cxn ang="0">
                  <a:pos x="69" y="0"/>
                </a:cxn>
                <a:cxn ang="0">
                  <a:pos x="68" y="2"/>
                </a:cxn>
                <a:cxn ang="0">
                  <a:pos x="68" y="2"/>
                </a:cxn>
              </a:cxnLst>
              <a:rect l="0" t="0" r="r" b="b"/>
              <a:pathLst>
                <a:path w="75" h="274">
                  <a:moveTo>
                    <a:pt x="68" y="2"/>
                  </a:moveTo>
                  <a:lnTo>
                    <a:pt x="68" y="2"/>
                  </a:lnTo>
                  <a:lnTo>
                    <a:pt x="62" y="10"/>
                  </a:lnTo>
                  <a:lnTo>
                    <a:pt x="57" y="20"/>
                  </a:lnTo>
                  <a:lnTo>
                    <a:pt x="54" y="31"/>
                  </a:lnTo>
                  <a:lnTo>
                    <a:pt x="53" y="41"/>
                  </a:lnTo>
                  <a:lnTo>
                    <a:pt x="53" y="41"/>
                  </a:lnTo>
                  <a:lnTo>
                    <a:pt x="51" y="51"/>
                  </a:lnTo>
                  <a:lnTo>
                    <a:pt x="49" y="60"/>
                  </a:lnTo>
                  <a:lnTo>
                    <a:pt x="42" y="80"/>
                  </a:lnTo>
                  <a:lnTo>
                    <a:pt x="37" y="101"/>
                  </a:lnTo>
                  <a:lnTo>
                    <a:pt x="32" y="120"/>
                  </a:lnTo>
                  <a:lnTo>
                    <a:pt x="32" y="120"/>
                  </a:lnTo>
                  <a:lnTo>
                    <a:pt x="14" y="191"/>
                  </a:lnTo>
                  <a:lnTo>
                    <a:pt x="7" y="227"/>
                  </a:lnTo>
                  <a:lnTo>
                    <a:pt x="3" y="244"/>
                  </a:lnTo>
                  <a:lnTo>
                    <a:pt x="1" y="263"/>
                  </a:lnTo>
                  <a:lnTo>
                    <a:pt x="1" y="263"/>
                  </a:lnTo>
                  <a:lnTo>
                    <a:pt x="0" y="265"/>
                  </a:lnTo>
                  <a:lnTo>
                    <a:pt x="0" y="270"/>
                  </a:lnTo>
                  <a:lnTo>
                    <a:pt x="0" y="270"/>
                  </a:lnTo>
                  <a:lnTo>
                    <a:pt x="0" y="272"/>
                  </a:lnTo>
                  <a:lnTo>
                    <a:pt x="1" y="273"/>
                  </a:lnTo>
                  <a:lnTo>
                    <a:pt x="3" y="274"/>
                  </a:lnTo>
                  <a:lnTo>
                    <a:pt x="4" y="274"/>
                  </a:lnTo>
                  <a:lnTo>
                    <a:pt x="7" y="273"/>
                  </a:lnTo>
                  <a:lnTo>
                    <a:pt x="8" y="272"/>
                  </a:lnTo>
                  <a:lnTo>
                    <a:pt x="9" y="270"/>
                  </a:lnTo>
                  <a:lnTo>
                    <a:pt x="9" y="270"/>
                  </a:lnTo>
                  <a:lnTo>
                    <a:pt x="11" y="254"/>
                  </a:lnTo>
                  <a:lnTo>
                    <a:pt x="14" y="237"/>
                  </a:lnTo>
                  <a:lnTo>
                    <a:pt x="22" y="204"/>
                  </a:lnTo>
                  <a:lnTo>
                    <a:pt x="37" y="139"/>
                  </a:lnTo>
                  <a:lnTo>
                    <a:pt x="37" y="139"/>
                  </a:lnTo>
                  <a:lnTo>
                    <a:pt x="45" y="106"/>
                  </a:lnTo>
                  <a:lnTo>
                    <a:pt x="54" y="73"/>
                  </a:lnTo>
                  <a:lnTo>
                    <a:pt x="54" y="73"/>
                  </a:lnTo>
                  <a:lnTo>
                    <a:pt x="58" y="56"/>
                  </a:lnTo>
                  <a:lnTo>
                    <a:pt x="61" y="39"/>
                  </a:lnTo>
                  <a:lnTo>
                    <a:pt x="64" y="31"/>
                  </a:lnTo>
                  <a:lnTo>
                    <a:pt x="66" y="22"/>
                  </a:lnTo>
                  <a:lnTo>
                    <a:pt x="70" y="14"/>
                  </a:lnTo>
                  <a:lnTo>
                    <a:pt x="74" y="8"/>
                  </a:lnTo>
                  <a:lnTo>
                    <a:pt x="74" y="8"/>
                  </a:lnTo>
                  <a:lnTo>
                    <a:pt x="75" y="6"/>
                  </a:lnTo>
                  <a:lnTo>
                    <a:pt x="75" y="5"/>
                  </a:lnTo>
                  <a:lnTo>
                    <a:pt x="74" y="1"/>
                  </a:lnTo>
                  <a:lnTo>
                    <a:pt x="72" y="0"/>
                  </a:lnTo>
                  <a:lnTo>
                    <a:pt x="71" y="0"/>
                  </a:lnTo>
                  <a:lnTo>
                    <a:pt x="69" y="0"/>
                  </a:lnTo>
                  <a:lnTo>
                    <a:pt x="68" y="2"/>
                  </a:lnTo>
                  <a:lnTo>
                    <a:pt x="68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54" name="Freeform 170"/>
            <p:cNvSpPr/>
            <p:nvPr>
              <p:custDataLst>
                <p:tags r:id="rId9"/>
              </p:custDataLst>
            </p:nvPr>
          </p:nvSpPr>
          <p:spPr bwMode="auto">
            <a:xfrm>
              <a:off x="4338638" y="2201863"/>
              <a:ext cx="31750" cy="112713"/>
            </a:xfrm>
            <a:custGeom>
              <a:avLst/>
              <a:gdLst/>
              <a:ahLst/>
              <a:cxnLst>
                <a:cxn ang="0">
                  <a:pos x="52" y="4"/>
                </a:cxn>
                <a:cxn ang="0">
                  <a:pos x="52" y="4"/>
                </a:cxn>
                <a:cxn ang="0">
                  <a:pos x="51" y="10"/>
                </a:cxn>
                <a:cxn ang="0">
                  <a:pos x="48" y="16"/>
                </a:cxn>
                <a:cxn ang="0">
                  <a:pos x="43" y="29"/>
                </a:cxn>
                <a:cxn ang="0">
                  <a:pos x="38" y="41"/>
                </a:cxn>
                <a:cxn ang="0">
                  <a:pos x="36" y="47"/>
                </a:cxn>
                <a:cxn ang="0">
                  <a:pos x="34" y="54"/>
                </a:cxn>
                <a:cxn ang="0">
                  <a:pos x="34" y="54"/>
                </a:cxn>
                <a:cxn ang="0">
                  <a:pos x="25" y="103"/>
                </a:cxn>
                <a:cxn ang="0">
                  <a:pos x="25" y="103"/>
                </a:cxn>
                <a:cxn ang="0">
                  <a:pos x="23" y="116"/>
                </a:cxn>
                <a:cxn ang="0">
                  <a:pos x="19" y="129"/>
                </a:cxn>
                <a:cxn ang="0">
                  <a:pos x="10" y="156"/>
                </a:cxn>
                <a:cxn ang="0">
                  <a:pos x="3" y="181"/>
                </a:cxn>
                <a:cxn ang="0">
                  <a:pos x="1" y="195"/>
                </a:cxn>
                <a:cxn ang="0">
                  <a:pos x="0" y="208"/>
                </a:cxn>
                <a:cxn ang="0">
                  <a:pos x="0" y="208"/>
                </a:cxn>
                <a:cxn ang="0">
                  <a:pos x="0" y="210"/>
                </a:cxn>
                <a:cxn ang="0">
                  <a:pos x="1" y="211"/>
                </a:cxn>
                <a:cxn ang="0">
                  <a:pos x="2" y="212"/>
                </a:cxn>
                <a:cxn ang="0">
                  <a:pos x="4" y="212"/>
                </a:cxn>
                <a:cxn ang="0">
                  <a:pos x="6" y="212"/>
                </a:cxn>
                <a:cxn ang="0">
                  <a:pos x="7" y="211"/>
                </a:cxn>
                <a:cxn ang="0">
                  <a:pos x="8" y="210"/>
                </a:cxn>
                <a:cxn ang="0">
                  <a:pos x="9" y="208"/>
                </a:cxn>
                <a:cxn ang="0">
                  <a:pos x="9" y="208"/>
                </a:cxn>
                <a:cxn ang="0">
                  <a:pos x="10" y="200"/>
                </a:cxn>
                <a:cxn ang="0">
                  <a:pos x="11" y="192"/>
                </a:cxn>
                <a:cxn ang="0">
                  <a:pos x="15" y="176"/>
                </a:cxn>
                <a:cxn ang="0">
                  <a:pos x="26" y="144"/>
                </a:cxn>
                <a:cxn ang="0">
                  <a:pos x="26" y="144"/>
                </a:cxn>
                <a:cxn ang="0">
                  <a:pos x="29" y="131"/>
                </a:cxn>
                <a:cxn ang="0">
                  <a:pos x="32" y="117"/>
                </a:cxn>
                <a:cxn ang="0">
                  <a:pos x="37" y="91"/>
                </a:cxn>
                <a:cxn ang="0">
                  <a:pos x="37" y="91"/>
                </a:cxn>
                <a:cxn ang="0">
                  <a:pos x="41" y="67"/>
                </a:cxn>
                <a:cxn ang="0">
                  <a:pos x="46" y="42"/>
                </a:cxn>
                <a:cxn ang="0">
                  <a:pos x="46" y="42"/>
                </a:cxn>
                <a:cxn ang="0">
                  <a:pos x="50" y="33"/>
                </a:cxn>
                <a:cxn ang="0">
                  <a:pos x="55" y="23"/>
                </a:cxn>
                <a:cxn ang="0">
                  <a:pos x="59" y="14"/>
                </a:cxn>
                <a:cxn ang="0">
                  <a:pos x="60" y="9"/>
                </a:cxn>
                <a:cxn ang="0">
                  <a:pos x="61" y="4"/>
                </a:cxn>
                <a:cxn ang="0">
                  <a:pos x="61" y="4"/>
                </a:cxn>
                <a:cxn ang="0">
                  <a:pos x="61" y="3"/>
                </a:cxn>
                <a:cxn ang="0">
                  <a:pos x="60" y="1"/>
                </a:cxn>
                <a:cxn ang="0">
                  <a:pos x="59" y="0"/>
                </a:cxn>
                <a:cxn ang="0">
                  <a:pos x="57" y="0"/>
                </a:cxn>
                <a:cxn ang="0">
                  <a:pos x="54" y="1"/>
                </a:cxn>
                <a:cxn ang="0">
                  <a:pos x="53" y="3"/>
                </a:cxn>
                <a:cxn ang="0">
                  <a:pos x="52" y="4"/>
                </a:cxn>
                <a:cxn ang="0">
                  <a:pos x="52" y="4"/>
                </a:cxn>
              </a:cxnLst>
              <a:rect l="0" t="0" r="r" b="b"/>
              <a:pathLst>
                <a:path w="61" h="212">
                  <a:moveTo>
                    <a:pt x="52" y="4"/>
                  </a:moveTo>
                  <a:lnTo>
                    <a:pt x="52" y="4"/>
                  </a:lnTo>
                  <a:lnTo>
                    <a:pt x="51" y="10"/>
                  </a:lnTo>
                  <a:lnTo>
                    <a:pt x="48" y="16"/>
                  </a:lnTo>
                  <a:lnTo>
                    <a:pt x="43" y="29"/>
                  </a:lnTo>
                  <a:lnTo>
                    <a:pt x="38" y="41"/>
                  </a:lnTo>
                  <a:lnTo>
                    <a:pt x="36" y="47"/>
                  </a:lnTo>
                  <a:lnTo>
                    <a:pt x="34" y="54"/>
                  </a:lnTo>
                  <a:lnTo>
                    <a:pt x="34" y="54"/>
                  </a:lnTo>
                  <a:lnTo>
                    <a:pt x="25" y="103"/>
                  </a:lnTo>
                  <a:lnTo>
                    <a:pt x="25" y="103"/>
                  </a:lnTo>
                  <a:lnTo>
                    <a:pt x="23" y="116"/>
                  </a:lnTo>
                  <a:lnTo>
                    <a:pt x="19" y="129"/>
                  </a:lnTo>
                  <a:lnTo>
                    <a:pt x="10" y="156"/>
                  </a:lnTo>
                  <a:lnTo>
                    <a:pt x="3" y="181"/>
                  </a:lnTo>
                  <a:lnTo>
                    <a:pt x="1" y="195"/>
                  </a:lnTo>
                  <a:lnTo>
                    <a:pt x="0" y="208"/>
                  </a:lnTo>
                  <a:lnTo>
                    <a:pt x="0" y="208"/>
                  </a:lnTo>
                  <a:lnTo>
                    <a:pt x="0" y="210"/>
                  </a:lnTo>
                  <a:lnTo>
                    <a:pt x="1" y="211"/>
                  </a:lnTo>
                  <a:lnTo>
                    <a:pt x="2" y="212"/>
                  </a:lnTo>
                  <a:lnTo>
                    <a:pt x="4" y="212"/>
                  </a:lnTo>
                  <a:lnTo>
                    <a:pt x="6" y="212"/>
                  </a:lnTo>
                  <a:lnTo>
                    <a:pt x="7" y="211"/>
                  </a:lnTo>
                  <a:lnTo>
                    <a:pt x="8" y="210"/>
                  </a:lnTo>
                  <a:lnTo>
                    <a:pt x="9" y="208"/>
                  </a:lnTo>
                  <a:lnTo>
                    <a:pt x="9" y="208"/>
                  </a:lnTo>
                  <a:lnTo>
                    <a:pt x="10" y="200"/>
                  </a:lnTo>
                  <a:lnTo>
                    <a:pt x="11" y="192"/>
                  </a:lnTo>
                  <a:lnTo>
                    <a:pt x="15" y="176"/>
                  </a:lnTo>
                  <a:lnTo>
                    <a:pt x="26" y="144"/>
                  </a:lnTo>
                  <a:lnTo>
                    <a:pt x="26" y="144"/>
                  </a:lnTo>
                  <a:lnTo>
                    <a:pt x="29" y="131"/>
                  </a:lnTo>
                  <a:lnTo>
                    <a:pt x="32" y="117"/>
                  </a:lnTo>
                  <a:lnTo>
                    <a:pt x="37" y="91"/>
                  </a:lnTo>
                  <a:lnTo>
                    <a:pt x="37" y="91"/>
                  </a:lnTo>
                  <a:lnTo>
                    <a:pt x="41" y="67"/>
                  </a:lnTo>
                  <a:lnTo>
                    <a:pt x="46" y="42"/>
                  </a:lnTo>
                  <a:lnTo>
                    <a:pt x="46" y="42"/>
                  </a:lnTo>
                  <a:lnTo>
                    <a:pt x="50" y="33"/>
                  </a:lnTo>
                  <a:lnTo>
                    <a:pt x="55" y="23"/>
                  </a:lnTo>
                  <a:lnTo>
                    <a:pt x="59" y="14"/>
                  </a:lnTo>
                  <a:lnTo>
                    <a:pt x="60" y="9"/>
                  </a:lnTo>
                  <a:lnTo>
                    <a:pt x="61" y="4"/>
                  </a:lnTo>
                  <a:lnTo>
                    <a:pt x="61" y="4"/>
                  </a:lnTo>
                  <a:lnTo>
                    <a:pt x="61" y="3"/>
                  </a:lnTo>
                  <a:lnTo>
                    <a:pt x="60" y="1"/>
                  </a:lnTo>
                  <a:lnTo>
                    <a:pt x="59" y="0"/>
                  </a:lnTo>
                  <a:lnTo>
                    <a:pt x="57" y="0"/>
                  </a:lnTo>
                  <a:lnTo>
                    <a:pt x="54" y="1"/>
                  </a:lnTo>
                  <a:lnTo>
                    <a:pt x="53" y="3"/>
                  </a:lnTo>
                  <a:lnTo>
                    <a:pt x="52" y="4"/>
                  </a:lnTo>
                  <a:lnTo>
                    <a:pt x="52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55" name="Freeform 171"/>
            <p:cNvSpPr/>
            <p:nvPr>
              <p:custDataLst>
                <p:tags r:id="rId10"/>
              </p:custDataLst>
            </p:nvPr>
          </p:nvSpPr>
          <p:spPr bwMode="auto">
            <a:xfrm>
              <a:off x="4357688" y="2209800"/>
              <a:ext cx="36513" cy="90488"/>
            </a:xfrm>
            <a:custGeom>
              <a:avLst/>
              <a:gdLst/>
              <a:ahLst/>
              <a:cxnLst>
                <a:cxn ang="0">
                  <a:pos x="60" y="1"/>
                </a:cxn>
                <a:cxn ang="0">
                  <a:pos x="60" y="1"/>
                </a:cxn>
                <a:cxn ang="0">
                  <a:pos x="51" y="10"/>
                </a:cxn>
                <a:cxn ang="0">
                  <a:pos x="43" y="22"/>
                </a:cxn>
                <a:cxn ang="0">
                  <a:pos x="37" y="34"/>
                </a:cxn>
                <a:cxn ang="0">
                  <a:pos x="33" y="48"/>
                </a:cxn>
                <a:cxn ang="0">
                  <a:pos x="29" y="61"/>
                </a:cxn>
                <a:cxn ang="0">
                  <a:pos x="25" y="75"/>
                </a:cxn>
                <a:cxn ang="0">
                  <a:pos x="20" y="100"/>
                </a:cxn>
                <a:cxn ang="0">
                  <a:pos x="20" y="100"/>
                </a:cxn>
                <a:cxn ang="0">
                  <a:pos x="15" y="115"/>
                </a:cxn>
                <a:cxn ang="0">
                  <a:pos x="6" y="135"/>
                </a:cxn>
                <a:cxn ang="0">
                  <a:pos x="3" y="147"/>
                </a:cxn>
                <a:cxn ang="0">
                  <a:pos x="0" y="156"/>
                </a:cxn>
                <a:cxn ang="0">
                  <a:pos x="0" y="164"/>
                </a:cxn>
                <a:cxn ang="0">
                  <a:pos x="1" y="166"/>
                </a:cxn>
                <a:cxn ang="0">
                  <a:pos x="3" y="170"/>
                </a:cxn>
                <a:cxn ang="0">
                  <a:pos x="3" y="170"/>
                </a:cxn>
                <a:cxn ang="0">
                  <a:pos x="4" y="170"/>
                </a:cxn>
                <a:cxn ang="0">
                  <a:pos x="6" y="171"/>
                </a:cxn>
                <a:cxn ang="0">
                  <a:pos x="9" y="169"/>
                </a:cxn>
                <a:cxn ang="0">
                  <a:pos x="10" y="167"/>
                </a:cxn>
                <a:cxn ang="0">
                  <a:pos x="11" y="165"/>
                </a:cxn>
                <a:cxn ang="0">
                  <a:pos x="10" y="164"/>
                </a:cxn>
                <a:cxn ang="0">
                  <a:pos x="9" y="162"/>
                </a:cxn>
                <a:cxn ang="0">
                  <a:pos x="9" y="162"/>
                </a:cxn>
                <a:cxn ang="0">
                  <a:pos x="10" y="159"/>
                </a:cxn>
                <a:cxn ang="0">
                  <a:pos x="14" y="152"/>
                </a:cxn>
                <a:cxn ang="0">
                  <a:pos x="18" y="138"/>
                </a:cxn>
                <a:cxn ang="0">
                  <a:pos x="18" y="138"/>
                </a:cxn>
                <a:cxn ang="0">
                  <a:pos x="24" y="119"/>
                </a:cxn>
                <a:cxn ang="0">
                  <a:pos x="29" y="100"/>
                </a:cxn>
                <a:cxn ang="0">
                  <a:pos x="29" y="100"/>
                </a:cxn>
                <a:cxn ang="0">
                  <a:pos x="34" y="76"/>
                </a:cxn>
                <a:cxn ang="0">
                  <a:pos x="38" y="63"/>
                </a:cxn>
                <a:cxn ang="0">
                  <a:pos x="41" y="51"/>
                </a:cxn>
                <a:cxn ang="0">
                  <a:pos x="47" y="38"/>
                </a:cxn>
                <a:cxn ang="0">
                  <a:pos x="52" y="27"/>
                </a:cxn>
                <a:cxn ang="0">
                  <a:pos x="58" y="17"/>
                </a:cxn>
                <a:cxn ang="0">
                  <a:pos x="66" y="7"/>
                </a:cxn>
                <a:cxn ang="0">
                  <a:pos x="66" y="7"/>
                </a:cxn>
                <a:cxn ang="0">
                  <a:pos x="67" y="6"/>
                </a:cxn>
                <a:cxn ang="0">
                  <a:pos x="68" y="4"/>
                </a:cxn>
                <a:cxn ang="0">
                  <a:pos x="67" y="3"/>
                </a:cxn>
                <a:cxn ang="0">
                  <a:pos x="66" y="1"/>
                </a:cxn>
                <a:cxn ang="0">
                  <a:pos x="65" y="0"/>
                </a:cxn>
                <a:cxn ang="0">
                  <a:pos x="63" y="0"/>
                </a:cxn>
                <a:cxn ang="0">
                  <a:pos x="61" y="0"/>
                </a:cxn>
                <a:cxn ang="0">
                  <a:pos x="60" y="1"/>
                </a:cxn>
                <a:cxn ang="0">
                  <a:pos x="60" y="1"/>
                </a:cxn>
              </a:cxnLst>
              <a:rect l="0" t="0" r="r" b="b"/>
              <a:pathLst>
                <a:path w="68" h="171">
                  <a:moveTo>
                    <a:pt x="60" y="1"/>
                  </a:moveTo>
                  <a:lnTo>
                    <a:pt x="60" y="1"/>
                  </a:lnTo>
                  <a:lnTo>
                    <a:pt x="51" y="10"/>
                  </a:lnTo>
                  <a:lnTo>
                    <a:pt x="43" y="22"/>
                  </a:lnTo>
                  <a:lnTo>
                    <a:pt x="37" y="34"/>
                  </a:lnTo>
                  <a:lnTo>
                    <a:pt x="33" y="48"/>
                  </a:lnTo>
                  <a:lnTo>
                    <a:pt x="29" y="61"/>
                  </a:lnTo>
                  <a:lnTo>
                    <a:pt x="25" y="75"/>
                  </a:lnTo>
                  <a:lnTo>
                    <a:pt x="20" y="100"/>
                  </a:lnTo>
                  <a:lnTo>
                    <a:pt x="20" y="100"/>
                  </a:lnTo>
                  <a:lnTo>
                    <a:pt x="15" y="115"/>
                  </a:lnTo>
                  <a:lnTo>
                    <a:pt x="6" y="135"/>
                  </a:lnTo>
                  <a:lnTo>
                    <a:pt x="3" y="147"/>
                  </a:lnTo>
                  <a:lnTo>
                    <a:pt x="0" y="156"/>
                  </a:lnTo>
                  <a:lnTo>
                    <a:pt x="0" y="164"/>
                  </a:lnTo>
                  <a:lnTo>
                    <a:pt x="1" y="166"/>
                  </a:lnTo>
                  <a:lnTo>
                    <a:pt x="3" y="170"/>
                  </a:lnTo>
                  <a:lnTo>
                    <a:pt x="3" y="170"/>
                  </a:lnTo>
                  <a:lnTo>
                    <a:pt x="4" y="170"/>
                  </a:lnTo>
                  <a:lnTo>
                    <a:pt x="6" y="171"/>
                  </a:lnTo>
                  <a:lnTo>
                    <a:pt x="9" y="169"/>
                  </a:lnTo>
                  <a:lnTo>
                    <a:pt x="10" y="167"/>
                  </a:lnTo>
                  <a:lnTo>
                    <a:pt x="11" y="165"/>
                  </a:lnTo>
                  <a:lnTo>
                    <a:pt x="10" y="164"/>
                  </a:lnTo>
                  <a:lnTo>
                    <a:pt x="9" y="162"/>
                  </a:lnTo>
                  <a:lnTo>
                    <a:pt x="9" y="162"/>
                  </a:lnTo>
                  <a:lnTo>
                    <a:pt x="10" y="159"/>
                  </a:lnTo>
                  <a:lnTo>
                    <a:pt x="14" y="152"/>
                  </a:lnTo>
                  <a:lnTo>
                    <a:pt x="18" y="138"/>
                  </a:lnTo>
                  <a:lnTo>
                    <a:pt x="18" y="138"/>
                  </a:lnTo>
                  <a:lnTo>
                    <a:pt x="24" y="119"/>
                  </a:lnTo>
                  <a:lnTo>
                    <a:pt x="29" y="100"/>
                  </a:lnTo>
                  <a:lnTo>
                    <a:pt x="29" y="100"/>
                  </a:lnTo>
                  <a:lnTo>
                    <a:pt x="34" y="76"/>
                  </a:lnTo>
                  <a:lnTo>
                    <a:pt x="38" y="63"/>
                  </a:lnTo>
                  <a:lnTo>
                    <a:pt x="41" y="51"/>
                  </a:lnTo>
                  <a:lnTo>
                    <a:pt x="47" y="38"/>
                  </a:lnTo>
                  <a:lnTo>
                    <a:pt x="52" y="27"/>
                  </a:lnTo>
                  <a:lnTo>
                    <a:pt x="58" y="17"/>
                  </a:lnTo>
                  <a:lnTo>
                    <a:pt x="66" y="7"/>
                  </a:lnTo>
                  <a:lnTo>
                    <a:pt x="66" y="7"/>
                  </a:lnTo>
                  <a:lnTo>
                    <a:pt x="67" y="6"/>
                  </a:lnTo>
                  <a:lnTo>
                    <a:pt x="68" y="4"/>
                  </a:lnTo>
                  <a:lnTo>
                    <a:pt x="67" y="3"/>
                  </a:lnTo>
                  <a:lnTo>
                    <a:pt x="66" y="1"/>
                  </a:lnTo>
                  <a:lnTo>
                    <a:pt x="65" y="0"/>
                  </a:lnTo>
                  <a:lnTo>
                    <a:pt x="63" y="0"/>
                  </a:lnTo>
                  <a:lnTo>
                    <a:pt x="61" y="0"/>
                  </a:lnTo>
                  <a:lnTo>
                    <a:pt x="60" y="1"/>
                  </a:lnTo>
                  <a:lnTo>
                    <a:pt x="60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56" name="Freeform 172"/>
            <p:cNvSpPr/>
            <p:nvPr>
              <p:custDataLst>
                <p:tags r:id="rId11"/>
              </p:custDataLst>
            </p:nvPr>
          </p:nvSpPr>
          <p:spPr bwMode="auto">
            <a:xfrm>
              <a:off x="4383088" y="2219325"/>
              <a:ext cx="33338" cy="63500"/>
            </a:xfrm>
            <a:custGeom>
              <a:avLst/>
              <a:gdLst/>
              <a:ahLst/>
              <a:cxnLst>
                <a:cxn ang="0">
                  <a:pos x="55" y="0"/>
                </a:cxn>
                <a:cxn ang="0">
                  <a:pos x="55" y="0"/>
                </a:cxn>
                <a:cxn ang="0">
                  <a:pos x="50" y="2"/>
                </a:cxn>
                <a:cxn ang="0">
                  <a:pos x="46" y="5"/>
                </a:cxn>
                <a:cxn ang="0">
                  <a:pos x="42" y="8"/>
                </a:cxn>
                <a:cxn ang="0">
                  <a:pos x="39" y="11"/>
                </a:cxn>
                <a:cxn ang="0">
                  <a:pos x="33" y="19"/>
                </a:cxn>
                <a:cxn ang="0">
                  <a:pos x="29" y="30"/>
                </a:cxn>
                <a:cxn ang="0">
                  <a:pos x="29" y="30"/>
                </a:cxn>
                <a:cxn ang="0">
                  <a:pos x="13" y="70"/>
                </a:cxn>
                <a:cxn ang="0">
                  <a:pos x="6" y="91"/>
                </a:cxn>
                <a:cxn ang="0">
                  <a:pos x="0" y="112"/>
                </a:cxn>
                <a:cxn ang="0">
                  <a:pos x="0" y="112"/>
                </a:cxn>
                <a:cxn ang="0">
                  <a:pos x="0" y="114"/>
                </a:cxn>
                <a:cxn ang="0">
                  <a:pos x="1" y="116"/>
                </a:cxn>
                <a:cxn ang="0">
                  <a:pos x="2" y="118"/>
                </a:cxn>
                <a:cxn ang="0">
                  <a:pos x="4" y="118"/>
                </a:cxn>
                <a:cxn ang="0">
                  <a:pos x="6" y="119"/>
                </a:cxn>
                <a:cxn ang="0">
                  <a:pos x="7" y="118"/>
                </a:cxn>
                <a:cxn ang="0">
                  <a:pos x="8" y="116"/>
                </a:cxn>
                <a:cxn ang="0">
                  <a:pos x="9" y="114"/>
                </a:cxn>
                <a:cxn ang="0">
                  <a:pos x="9" y="114"/>
                </a:cxn>
                <a:cxn ang="0">
                  <a:pos x="13" y="100"/>
                </a:cxn>
                <a:cxn ang="0">
                  <a:pos x="17" y="84"/>
                </a:cxn>
                <a:cxn ang="0">
                  <a:pos x="23" y="70"/>
                </a:cxn>
                <a:cxn ang="0">
                  <a:pos x="30" y="56"/>
                </a:cxn>
                <a:cxn ang="0">
                  <a:pos x="30" y="56"/>
                </a:cxn>
                <a:cxn ang="0">
                  <a:pos x="34" y="42"/>
                </a:cxn>
                <a:cxn ang="0">
                  <a:pos x="39" y="29"/>
                </a:cxn>
                <a:cxn ang="0">
                  <a:pos x="42" y="22"/>
                </a:cxn>
                <a:cxn ang="0">
                  <a:pos x="46" y="17"/>
                </a:cxn>
                <a:cxn ang="0">
                  <a:pos x="51" y="12"/>
                </a:cxn>
                <a:cxn ang="0">
                  <a:pos x="57" y="9"/>
                </a:cxn>
                <a:cxn ang="0">
                  <a:pos x="57" y="9"/>
                </a:cxn>
                <a:cxn ang="0">
                  <a:pos x="60" y="8"/>
                </a:cxn>
                <a:cxn ang="0">
                  <a:pos x="61" y="7"/>
                </a:cxn>
                <a:cxn ang="0">
                  <a:pos x="62" y="5"/>
                </a:cxn>
                <a:cxn ang="0">
                  <a:pos x="61" y="3"/>
                </a:cxn>
                <a:cxn ang="0">
                  <a:pos x="61" y="2"/>
                </a:cxn>
                <a:cxn ang="0">
                  <a:pos x="60" y="0"/>
                </a:cxn>
                <a:cxn ang="0">
                  <a:pos x="57" y="0"/>
                </a:cxn>
                <a:cxn ang="0">
                  <a:pos x="55" y="0"/>
                </a:cxn>
                <a:cxn ang="0">
                  <a:pos x="55" y="0"/>
                </a:cxn>
              </a:cxnLst>
              <a:rect l="0" t="0" r="r" b="b"/>
              <a:pathLst>
                <a:path w="62" h="119">
                  <a:moveTo>
                    <a:pt x="55" y="0"/>
                  </a:moveTo>
                  <a:lnTo>
                    <a:pt x="55" y="0"/>
                  </a:lnTo>
                  <a:lnTo>
                    <a:pt x="50" y="2"/>
                  </a:lnTo>
                  <a:lnTo>
                    <a:pt x="46" y="5"/>
                  </a:lnTo>
                  <a:lnTo>
                    <a:pt x="42" y="8"/>
                  </a:lnTo>
                  <a:lnTo>
                    <a:pt x="39" y="11"/>
                  </a:lnTo>
                  <a:lnTo>
                    <a:pt x="33" y="19"/>
                  </a:lnTo>
                  <a:lnTo>
                    <a:pt x="29" y="30"/>
                  </a:lnTo>
                  <a:lnTo>
                    <a:pt x="29" y="30"/>
                  </a:lnTo>
                  <a:lnTo>
                    <a:pt x="13" y="70"/>
                  </a:lnTo>
                  <a:lnTo>
                    <a:pt x="6" y="91"/>
                  </a:lnTo>
                  <a:lnTo>
                    <a:pt x="0" y="112"/>
                  </a:lnTo>
                  <a:lnTo>
                    <a:pt x="0" y="112"/>
                  </a:lnTo>
                  <a:lnTo>
                    <a:pt x="0" y="114"/>
                  </a:lnTo>
                  <a:lnTo>
                    <a:pt x="1" y="116"/>
                  </a:lnTo>
                  <a:lnTo>
                    <a:pt x="2" y="118"/>
                  </a:lnTo>
                  <a:lnTo>
                    <a:pt x="4" y="118"/>
                  </a:lnTo>
                  <a:lnTo>
                    <a:pt x="6" y="119"/>
                  </a:lnTo>
                  <a:lnTo>
                    <a:pt x="7" y="118"/>
                  </a:lnTo>
                  <a:lnTo>
                    <a:pt x="8" y="116"/>
                  </a:lnTo>
                  <a:lnTo>
                    <a:pt x="9" y="114"/>
                  </a:lnTo>
                  <a:lnTo>
                    <a:pt x="9" y="114"/>
                  </a:lnTo>
                  <a:lnTo>
                    <a:pt x="13" y="100"/>
                  </a:lnTo>
                  <a:lnTo>
                    <a:pt x="17" y="84"/>
                  </a:lnTo>
                  <a:lnTo>
                    <a:pt x="23" y="70"/>
                  </a:lnTo>
                  <a:lnTo>
                    <a:pt x="30" y="56"/>
                  </a:lnTo>
                  <a:lnTo>
                    <a:pt x="30" y="56"/>
                  </a:lnTo>
                  <a:lnTo>
                    <a:pt x="34" y="42"/>
                  </a:lnTo>
                  <a:lnTo>
                    <a:pt x="39" y="29"/>
                  </a:lnTo>
                  <a:lnTo>
                    <a:pt x="42" y="22"/>
                  </a:lnTo>
                  <a:lnTo>
                    <a:pt x="46" y="17"/>
                  </a:lnTo>
                  <a:lnTo>
                    <a:pt x="51" y="12"/>
                  </a:lnTo>
                  <a:lnTo>
                    <a:pt x="57" y="9"/>
                  </a:lnTo>
                  <a:lnTo>
                    <a:pt x="57" y="9"/>
                  </a:lnTo>
                  <a:lnTo>
                    <a:pt x="60" y="8"/>
                  </a:lnTo>
                  <a:lnTo>
                    <a:pt x="61" y="7"/>
                  </a:lnTo>
                  <a:lnTo>
                    <a:pt x="62" y="5"/>
                  </a:lnTo>
                  <a:lnTo>
                    <a:pt x="61" y="3"/>
                  </a:lnTo>
                  <a:lnTo>
                    <a:pt x="61" y="2"/>
                  </a:lnTo>
                  <a:lnTo>
                    <a:pt x="60" y="0"/>
                  </a:lnTo>
                  <a:lnTo>
                    <a:pt x="57" y="0"/>
                  </a:lnTo>
                  <a:lnTo>
                    <a:pt x="55" y="0"/>
                  </a:lnTo>
                  <a:lnTo>
                    <a:pt x="55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57" name="Freeform 173"/>
            <p:cNvSpPr/>
            <p:nvPr>
              <p:custDataLst>
                <p:tags r:id="rId12"/>
              </p:custDataLst>
            </p:nvPr>
          </p:nvSpPr>
          <p:spPr bwMode="auto">
            <a:xfrm>
              <a:off x="4403725" y="2228850"/>
              <a:ext cx="17463" cy="52388"/>
            </a:xfrm>
            <a:custGeom>
              <a:avLst/>
              <a:gdLst/>
              <a:ahLst/>
              <a:cxnLst>
                <a:cxn ang="0">
                  <a:pos x="27" y="1"/>
                </a:cxn>
                <a:cxn ang="0">
                  <a:pos x="27" y="1"/>
                </a:cxn>
                <a:cxn ang="0">
                  <a:pos x="24" y="2"/>
                </a:cxn>
                <a:cxn ang="0">
                  <a:pos x="22" y="6"/>
                </a:cxn>
                <a:cxn ang="0">
                  <a:pos x="17" y="12"/>
                </a:cxn>
                <a:cxn ang="0">
                  <a:pos x="15" y="20"/>
                </a:cxn>
                <a:cxn ang="0">
                  <a:pos x="14" y="27"/>
                </a:cxn>
                <a:cxn ang="0">
                  <a:pos x="14" y="27"/>
                </a:cxn>
                <a:cxn ang="0">
                  <a:pos x="12" y="45"/>
                </a:cxn>
                <a:cxn ang="0">
                  <a:pos x="10" y="61"/>
                </a:cxn>
                <a:cxn ang="0">
                  <a:pos x="6" y="78"/>
                </a:cxn>
                <a:cxn ang="0">
                  <a:pos x="0" y="94"/>
                </a:cxn>
                <a:cxn ang="0">
                  <a:pos x="0" y="94"/>
                </a:cxn>
                <a:cxn ang="0">
                  <a:pos x="0" y="96"/>
                </a:cxn>
                <a:cxn ang="0">
                  <a:pos x="0" y="97"/>
                </a:cxn>
                <a:cxn ang="0">
                  <a:pos x="1" y="100"/>
                </a:cxn>
                <a:cxn ang="0">
                  <a:pos x="3" y="100"/>
                </a:cxn>
                <a:cxn ang="0">
                  <a:pos x="6" y="100"/>
                </a:cxn>
                <a:cxn ang="0">
                  <a:pos x="8" y="98"/>
                </a:cxn>
                <a:cxn ang="0">
                  <a:pos x="9" y="96"/>
                </a:cxn>
                <a:cxn ang="0">
                  <a:pos x="9" y="96"/>
                </a:cxn>
                <a:cxn ang="0">
                  <a:pos x="13" y="85"/>
                </a:cxn>
                <a:cxn ang="0">
                  <a:pos x="15" y="80"/>
                </a:cxn>
                <a:cxn ang="0">
                  <a:pos x="18" y="75"/>
                </a:cxn>
                <a:cxn ang="0">
                  <a:pos x="18" y="75"/>
                </a:cxn>
                <a:cxn ang="0">
                  <a:pos x="19" y="72"/>
                </a:cxn>
                <a:cxn ang="0">
                  <a:pos x="21" y="69"/>
                </a:cxn>
                <a:cxn ang="0">
                  <a:pos x="21" y="62"/>
                </a:cxn>
                <a:cxn ang="0">
                  <a:pos x="22" y="49"/>
                </a:cxn>
                <a:cxn ang="0">
                  <a:pos x="22" y="49"/>
                </a:cxn>
                <a:cxn ang="0">
                  <a:pos x="23" y="28"/>
                </a:cxn>
                <a:cxn ang="0">
                  <a:pos x="24" y="22"/>
                </a:cxn>
                <a:cxn ang="0">
                  <a:pos x="25" y="17"/>
                </a:cxn>
                <a:cxn ang="0">
                  <a:pos x="27" y="13"/>
                </a:cxn>
                <a:cxn ang="0">
                  <a:pos x="30" y="10"/>
                </a:cxn>
                <a:cxn ang="0">
                  <a:pos x="30" y="10"/>
                </a:cxn>
                <a:cxn ang="0">
                  <a:pos x="31" y="9"/>
                </a:cxn>
                <a:cxn ang="0">
                  <a:pos x="32" y="8"/>
                </a:cxn>
                <a:cxn ang="0">
                  <a:pos x="33" y="3"/>
                </a:cxn>
                <a:cxn ang="0">
                  <a:pos x="32" y="2"/>
                </a:cxn>
                <a:cxn ang="0">
                  <a:pos x="31" y="1"/>
                </a:cxn>
                <a:cxn ang="0">
                  <a:pos x="29" y="0"/>
                </a:cxn>
                <a:cxn ang="0">
                  <a:pos x="27" y="1"/>
                </a:cxn>
                <a:cxn ang="0">
                  <a:pos x="27" y="1"/>
                </a:cxn>
              </a:cxnLst>
              <a:rect l="0" t="0" r="r" b="b"/>
              <a:pathLst>
                <a:path w="33" h="100">
                  <a:moveTo>
                    <a:pt x="27" y="1"/>
                  </a:moveTo>
                  <a:lnTo>
                    <a:pt x="27" y="1"/>
                  </a:lnTo>
                  <a:lnTo>
                    <a:pt x="24" y="2"/>
                  </a:lnTo>
                  <a:lnTo>
                    <a:pt x="22" y="6"/>
                  </a:lnTo>
                  <a:lnTo>
                    <a:pt x="17" y="12"/>
                  </a:lnTo>
                  <a:lnTo>
                    <a:pt x="15" y="20"/>
                  </a:lnTo>
                  <a:lnTo>
                    <a:pt x="14" y="27"/>
                  </a:lnTo>
                  <a:lnTo>
                    <a:pt x="14" y="27"/>
                  </a:lnTo>
                  <a:lnTo>
                    <a:pt x="12" y="45"/>
                  </a:lnTo>
                  <a:lnTo>
                    <a:pt x="10" y="61"/>
                  </a:lnTo>
                  <a:lnTo>
                    <a:pt x="6" y="78"/>
                  </a:lnTo>
                  <a:lnTo>
                    <a:pt x="0" y="94"/>
                  </a:lnTo>
                  <a:lnTo>
                    <a:pt x="0" y="94"/>
                  </a:lnTo>
                  <a:lnTo>
                    <a:pt x="0" y="96"/>
                  </a:lnTo>
                  <a:lnTo>
                    <a:pt x="0" y="97"/>
                  </a:lnTo>
                  <a:lnTo>
                    <a:pt x="1" y="100"/>
                  </a:lnTo>
                  <a:lnTo>
                    <a:pt x="3" y="100"/>
                  </a:lnTo>
                  <a:lnTo>
                    <a:pt x="6" y="100"/>
                  </a:lnTo>
                  <a:lnTo>
                    <a:pt x="8" y="98"/>
                  </a:lnTo>
                  <a:lnTo>
                    <a:pt x="9" y="96"/>
                  </a:lnTo>
                  <a:lnTo>
                    <a:pt x="9" y="96"/>
                  </a:lnTo>
                  <a:lnTo>
                    <a:pt x="13" y="85"/>
                  </a:lnTo>
                  <a:lnTo>
                    <a:pt x="15" y="80"/>
                  </a:lnTo>
                  <a:lnTo>
                    <a:pt x="18" y="75"/>
                  </a:lnTo>
                  <a:lnTo>
                    <a:pt x="18" y="75"/>
                  </a:lnTo>
                  <a:lnTo>
                    <a:pt x="19" y="72"/>
                  </a:lnTo>
                  <a:lnTo>
                    <a:pt x="21" y="69"/>
                  </a:lnTo>
                  <a:lnTo>
                    <a:pt x="21" y="62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3" y="28"/>
                  </a:lnTo>
                  <a:lnTo>
                    <a:pt x="24" y="22"/>
                  </a:lnTo>
                  <a:lnTo>
                    <a:pt x="25" y="17"/>
                  </a:lnTo>
                  <a:lnTo>
                    <a:pt x="27" y="13"/>
                  </a:lnTo>
                  <a:lnTo>
                    <a:pt x="30" y="10"/>
                  </a:lnTo>
                  <a:lnTo>
                    <a:pt x="30" y="10"/>
                  </a:lnTo>
                  <a:lnTo>
                    <a:pt x="31" y="9"/>
                  </a:lnTo>
                  <a:lnTo>
                    <a:pt x="32" y="8"/>
                  </a:lnTo>
                  <a:lnTo>
                    <a:pt x="33" y="3"/>
                  </a:lnTo>
                  <a:lnTo>
                    <a:pt x="32" y="2"/>
                  </a:lnTo>
                  <a:lnTo>
                    <a:pt x="31" y="1"/>
                  </a:lnTo>
                  <a:lnTo>
                    <a:pt x="29" y="0"/>
                  </a:lnTo>
                  <a:lnTo>
                    <a:pt x="27" y="1"/>
                  </a:lnTo>
                  <a:lnTo>
                    <a:pt x="27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58" name="Freeform 174"/>
            <p:cNvSpPr/>
            <p:nvPr>
              <p:custDataLst>
                <p:tags r:id="rId13"/>
              </p:custDataLst>
            </p:nvPr>
          </p:nvSpPr>
          <p:spPr bwMode="auto">
            <a:xfrm>
              <a:off x="4340225" y="2436813"/>
              <a:ext cx="4763" cy="42863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76"/>
                </a:cxn>
                <a:cxn ang="0">
                  <a:pos x="0" y="76"/>
                </a:cxn>
                <a:cxn ang="0">
                  <a:pos x="1" y="78"/>
                </a:cxn>
                <a:cxn ang="0">
                  <a:pos x="2" y="79"/>
                </a:cxn>
                <a:cxn ang="0">
                  <a:pos x="3" y="80"/>
                </a:cxn>
                <a:cxn ang="0">
                  <a:pos x="5" y="80"/>
                </a:cxn>
                <a:cxn ang="0">
                  <a:pos x="6" y="80"/>
                </a:cxn>
                <a:cxn ang="0">
                  <a:pos x="8" y="79"/>
                </a:cxn>
                <a:cxn ang="0">
                  <a:pos x="9" y="78"/>
                </a:cxn>
                <a:cxn ang="0">
                  <a:pos x="9" y="76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9" y="3"/>
                </a:cxn>
                <a:cxn ang="0">
                  <a:pos x="8" y="2"/>
                </a:cxn>
                <a:cxn ang="0">
                  <a:pos x="6" y="1"/>
                </a:cxn>
                <a:cxn ang="0">
                  <a:pos x="5" y="0"/>
                </a:cxn>
                <a:cxn ang="0">
                  <a:pos x="3" y="1"/>
                </a:cxn>
                <a:cxn ang="0">
                  <a:pos x="2" y="2"/>
                </a:cxn>
                <a:cxn ang="0">
                  <a:pos x="1" y="3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9" h="80">
                  <a:moveTo>
                    <a:pt x="0" y="5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" y="78"/>
                  </a:lnTo>
                  <a:lnTo>
                    <a:pt x="2" y="79"/>
                  </a:lnTo>
                  <a:lnTo>
                    <a:pt x="3" y="80"/>
                  </a:lnTo>
                  <a:lnTo>
                    <a:pt x="5" y="80"/>
                  </a:lnTo>
                  <a:lnTo>
                    <a:pt x="6" y="80"/>
                  </a:lnTo>
                  <a:lnTo>
                    <a:pt x="8" y="79"/>
                  </a:lnTo>
                  <a:lnTo>
                    <a:pt x="9" y="78"/>
                  </a:lnTo>
                  <a:lnTo>
                    <a:pt x="9" y="76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8" y="2"/>
                  </a:lnTo>
                  <a:lnTo>
                    <a:pt x="6" y="1"/>
                  </a:lnTo>
                  <a:lnTo>
                    <a:pt x="5" y="0"/>
                  </a:lnTo>
                  <a:lnTo>
                    <a:pt x="3" y="1"/>
                  </a:lnTo>
                  <a:lnTo>
                    <a:pt x="2" y="2"/>
                  </a:lnTo>
                  <a:lnTo>
                    <a:pt x="1" y="3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59" name="Freeform 175"/>
            <p:cNvSpPr/>
            <p:nvPr>
              <p:custDataLst>
                <p:tags r:id="rId14"/>
              </p:custDataLst>
            </p:nvPr>
          </p:nvSpPr>
          <p:spPr bwMode="auto">
            <a:xfrm>
              <a:off x="4370388" y="2460625"/>
              <a:ext cx="11113" cy="65088"/>
            </a:xfrm>
            <a:custGeom>
              <a:avLst/>
              <a:gdLst/>
              <a:ahLst/>
              <a:cxnLst>
                <a:cxn ang="0">
                  <a:pos x="12" y="2"/>
                </a:cxn>
                <a:cxn ang="0">
                  <a:pos x="12" y="2"/>
                </a:cxn>
                <a:cxn ang="0">
                  <a:pos x="9" y="9"/>
                </a:cxn>
                <a:cxn ang="0">
                  <a:pos x="7" y="15"/>
                </a:cxn>
                <a:cxn ang="0">
                  <a:pos x="3" y="29"/>
                </a:cxn>
                <a:cxn ang="0">
                  <a:pos x="1" y="44"/>
                </a:cxn>
                <a:cxn ang="0">
                  <a:pos x="0" y="59"/>
                </a:cxn>
                <a:cxn ang="0">
                  <a:pos x="1" y="90"/>
                </a:cxn>
                <a:cxn ang="0">
                  <a:pos x="2" y="118"/>
                </a:cxn>
                <a:cxn ang="0">
                  <a:pos x="2" y="118"/>
                </a:cxn>
                <a:cxn ang="0">
                  <a:pos x="3" y="120"/>
                </a:cxn>
                <a:cxn ang="0">
                  <a:pos x="4" y="122"/>
                </a:cxn>
                <a:cxn ang="0">
                  <a:pos x="5" y="123"/>
                </a:cxn>
                <a:cxn ang="0">
                  <a:pos x="7" y="123"/>
                </a:cxn>
                <a:cxn ang="0">
                  <a:pos x="9" y="123"/>
                </a:cxn>
                <a:cxn ang="0">
                  <a:pos x="10" y="122"/>
                </a:cxn>
                <a:cxn ang="0">
                  <a:pos x="11" y="120"/>
                </a:cxn>
                <a:cxn ang="0">
                  <a:pos x="11" y="118"/>
                </a:cxn>
                <a:cxn ang="0">
                  <a:pos x="11" y="118"/>
                </a:cxn>
                <a:cxn ang="0">
                  <a:pos x="10" y="91"/>
                </a:cxn>
                <a:cxn ang="0">
                  <a:pos x="10" y="61"/>
                </a:cxn>
                <a:cxn ang="0">
                  <a:pos x="10" y="47"/>
                </a:cxn>
                <a:cxn ang="0">
                  <a:pos x="12" y="32"/>
                </a:cxn>
                <a:cxn ang="0">
                  <a:pos x="15" y="19"/>
                </a:cxn>
                <a:cxn ang="0">
                  <a:pos x="17" y="13"/>
                </a:cxn>
                <a:cxn ang="0">
                  <a:pos x="20" y="8"/>
                </a:cxn>
                <a:cxn ang="0">
                  <a:pos x="20" y="8"/>
                </a:cxn>
                <a:cxn ang="0">
                  <a:pos x="22" y="5"/>
                </a:cxn>
                <a:cxn ang="0">
                  <a:pos x="20" y="3"/>
                </a:cxn>
                <a:cxn ang="0">
                  <a:pos x="19" y="1"/>
                </a:cxn>
                <a:cxn ang="0">
                  <a:pos x="18" y="0"/>
                </a:cxn>
                <a:cxn ang="0">
                  <a:pos x="17" y="0"/>
                </a:cxn>
                <a:cxn ang="0">
                  <a:pos x="15" y="0"/>
                </a:cxn>
                <a:cxn ang="0">
                  <a:pos x="13" y="0"/>
                </a:cxn>
                <a:cxn ang="0">
                  <a:pos x="12" y="2"/>
                </a:cxn>
                <a:cxn ang="0">
                  <a:pos x="12" y="2"/>
                </a:cxn>
              </a:cxnLst>
              <a:rect l="0" t="0" r="r" b="b"/>
              <a:pathLst>
                <a:path w="22" h="123">
                  <a:moveTo>
                    <a:pt x="12" y="2"/>
                  </a:moveTo>
                  <a:lnTo>
                    <a:pt x="12" y="2"/>
                  </a:lnTo>
                  <a:lnTo>
                    <a:pt x="9" y="9"/>
                  </a:lnTo>
                  <a:lnTo>
                    <a:pt x="7" y="15"/>
                  </a:lnTo>
                  <a:lnTo>
                    <a:pt x="3" y="29"/>
                  </a:lnTo>
                  <a:lnTo>
                    <a:pt x="1" y="44"/>
                  </a:lnTo>
                  <a:lnTo>
                    <a:pt x="0" y="59"/>
                  </a:lnTo>
                  <a:lnTo>
                    <a:pt x="1" y="90"/>
                  </a:lnTo>
                  <a:lnTo>
                    <a:pt x="2" y="118"/>
                  </a:lnTo>
                  <a:lnTo>
                    <a:pt x="2" y="118"/>
                  </a:lnTo>
                  <a:lnTo>
                    <a:pt x="3" y="120"/>
                  </a:lnTo>
                  <a:lnTo>
                    <a:pt x="4" y="122"/>
                  </a:lnTo>
                  <a:lnTo>
                    <a:pt x="5" y="123"/>
                  </a:lnTo>
                  <a:lnTo>
                    <a:pt x="7" y="123"/>
                  </a:lnTo>
                  <a:lnTo>
                    <a:pt x="9" y="123"/>
                  </a:lnTo>
                  <a:lnTo>
                    <a:pt x="10" y="122"/>
                  </a:lnTo>
                  <a:lnTo>
                    <a:pt x="11" y="120"/>
                  </a:lnTo>
                  <a:lnTo>
                    <a:pt x="11" y="118"/>
                  </a:lnTo>
                  <a:lnTo>
                    <a:pt x="11" y="118"/>
                  </a:lnTo>
                  <a:lnTo>
                    <a:pt x="10" y="91"/>
                  </a:lnTo>
                  <a:lnTo>
                    <a:pt x="10" y="61"/>
                  </a:lnTo>
                  <a:lnTo>
                    <a:pt x="10" y="47"/>
                  </a:lnTo>
                  <a:lnTo>
                    <a:pt x="12" y="32"/>
                  </a:lnTo>
                  <a:lnTo>
                    <a:pt x="15" y="19"/>
                  </a:lnTo>
                  <a:lnTo>
                    <a:pt x="17" y="13"/>
                  </a:lnTo>
                  <a:lnTo>
                    <a:pt x="20" y="8"/>
                  </a:lnTo>
                  <a:lnTo>
                    <a:pt x="20" y="8"/>
                  </a:lnTo>
                  <a:lnTo>
                    <a:pt x="22" y="5"/>
                  </a:lnTo>
                  <a:lnTo>
                    <a:pt x="20" y="3"/>
                  </a:lnTo>
                  <a:lnTo>
                    <a:pt x="19" y="1"/>
                  </a:lnTo>
                  <a:lnTo>
                    <a:pt x="18" y="0"/>
                  </a:lnTo>
                  <a:lnTo>
                    <a:pt x="17" y="0"/>
                  </a:lnTo>
                  <a:lnTo>
                    <a:pt x="15" y="0"/>
                  </a:lnTo>
                  <a:lnTo>
                    <a:pt x="13" y="0"/>
                  </a:lnTo>
                  <a:lnTo>
                    <a:pt x="12" y="2"/>
                  </a:lnTo>
                  <a:lnTo>
                    <a:pt x="12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60" name="Freeform 176"/>
            <p:cNvSpPr/>
            <p:nvPr>
              <p:custDataLst>
                <p:tags r:id="rId15"/>
              </p:custDataLst>
            </p:nvPr>
          </p:nvSpPr>
          <p:spPr bwMode="auto">
            <a:xfrm>
              <a:off x="4395788" y="2492375"/>
              <a:ext cx="7938" cy="55563"/>
            </a:xfrm>
            <a:custGeom>
              <a:avLst/>
              <a:gdLst/>
              <a:ahLst/>
              <a:cxnLst>
                <a:cxn ang="0">
                  <a:pos x="6" y="5"/>
                </a:cxn>
                <a:cxn ang="0">
                  <a:pos x="6" y="5"/>
                </a:cxn>
                <a:cxn ang="0">
                  <a:pos x="5" y="29"/>
                </a:cxn>
                <a:cxn ang="0">
                  <a:pos x="2" y="53"/>
                </a:cxn>
                <a:cxn ang="0">
                  <a:pos x="1" y="77"/>
                </a:cxn>
                <a:cxn ang="0">
                  <a:pos x="0" y="100"/>
                </a:cxn>
                <a:cxn ang="0">
                  <a:pos x="0" y="100"/>
                </a:cxn>
                <a:cxn ang="0">
                  <a:pos x="1" y="102"/>
                </a:cxn>
                <a:cxn ang="0">
                  <a:pos x="2" y="104"/>
                </a:cxn>
                <a:cxn ang="0">
                  <a:pos x="4" y="105"/>
                </a:cxn>
                <a:cxn ang="0">
                  <a:pos x="6" y="105"/>
                </a:cxn>
                <a:cxn ang="0">
                  <a:pos x="7" y="105"/>
                </a:cxn>
                <a:cxn ang="0">
                  <a:pos x="9" y="104"/>
                </a:cxn>
                <a:cxn ang="0">
                  <a:pos x="10" y="102"/>
                </a:cxn>
                <a:cxn ang="0">
                  <a:pos x="10" y="100"/>
                </a:cxn>
                <a:cxn ang="0">
                  <a:pos x="10" y="100"/>
                </a:cxn>
                <a:cxn ang="0">
                  <a:pos x="11" y="77"/>
                </a:cxn>
                <a:cxn ang="0">
                  <a:pos x="13" y="53"/>
                </a:cxn>
                <a:cxn ang="0">
                  <a:pos x="14" y="29"/>
                </a:cxn>
                <a:cxn ang="0">
                  <a:pos x="15" y="5"/>
                </a:cxn>
                <a:cxn ang="0">
                  <a:pos x="15" y="5"/>
                </a:cxn>
                <a:cxn ang="0">
                  <a:pos x="15" y="3"/>
                </a:cxn>
                <a:cxn ang="0">
                  <a:pos x="14" y="2"/>
                </a:cxn>
                <a:cxn ang="0">
                  <a:pos x="12" y="1"/>
                </a:cxn>
                <a:cxn ang="0">
                  <a:pos x="10" y="0"/>
                </a:cxn>
                <a:cxn ang="0">
                  <a:pos x="9" y="1"/>
                </a:cxn>
                <a:cxn ang="0">
                  <a:pos x="7" y="2"/>
                </a:cxn>
                <a:cxn ang="0">
                  <a:pos x="6" y="3"/>
                </a:cxn>
                <a:cxn ang="0">
                  <a:pos x="6" y="5"/>
                </a:cxn>
                <a:cxn ang="0">
                  <a:pos x="6" y="5"/>
                </a:cxn>
              </a:cxnLst>
              <a:rect l="0" t="0" r="r" b="b"/>
              <a:pathLst>
                <a:path w="15" h="105">
                  <a:moveTo>
                    <a:pt x="6" y="5"/>
                  </a:moveTo>
                  <a:lnTo>
                    <a:pt x="6" y="5"/>
                  </a:lnTo>
                  <a:lnTo>
                    <a:pt x="5" y="29"/>
                  </a:lnTo>
                  <a:lnTo>
                    <a:pt x="2" y="53"/>
                  </a:lnTo>
                  <a:lnTo>
                    <a:pt x="1" y="77"/>
                  </a:lnTo>
                  <a:lnTo>
                    <a:pt x="0" y="100"/>
                  </a:lnTo>
                  <a:lnTo>
                    <a:pt x="0" y="100"/>
                  </a:lnTo>
                  <a:lnTo>
                    <a:pt x="1" y="102"/>
                  </a:lnTo>
                  <a:lnTo>
                    <a:pt x="2" y="104"/>
                  </a:lnTo>
                  <a:lnTo>
                    <a:pt x="4" y="105"/>
                  </a:lnTo>
                  <a:lnTo>
                    <a:pt x="6" y="105"/>
                  </a:lnTo>
                  <a:lnTo>
                    <a:pt x="7" y="105"/>
                  </a:lnTo>
                  <a:lnTo>
                    <a:pt x="9" y="104"/>
                  </a:lnTo>
                  <a:lnTo>
                    <a:pt x="10" y="102"/>
                  </a:lnTo>
                  <a:lnTo>
                    <a:pt x="10" y="100"/>
                  </a:lnTo>
                  <a:lnTo>
                    <a:pt x="10" y="100"/>
                  </a:lnTo>
                  <a:lnTo>
                    <a:pt x="11" y="77"/>
                  </a:lnTo>
                  <a:lnTo>
                    <a:pt x="13" y="53"/>
                  </a:lnTo>
                  <a:lnTo>
                    <a:pt x="14" y="29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3"/>
                  </a:lnTo>
                  <a:lnTo>
                    <a:pt x="14" y="2"/>
                  </a:lnTo>
                  <a:lnTo>
                    <a:pt x="12" y="1"/>
                  </a:lnTo>
                  <a:lnTo>
                    <a:pt x="10" y="0"/>
                  </a:lnTo>
                  <a:lnTo>
                    <a:pt x="9" y="1"/>
                  </a:lnTo>
                  <a:lnTo>
                    <a:pt x="7" y="2"/>
                  </a:lnTo>
                  <a:lnTo>
                    <a:pt x="6" y="3"/>
                  </a:lnTo>
                  <a:lnTo>
                    <a:pt x="6" y="5"/>
                  </a:lnTo>
                  <a:lnTo>
                    <a:pt x="6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61" name="Freeform 177"/>
            <p:cNvSpPr/>
            <p:nvPr>
              <p:custDataLst>
                <p:tags r:id="rId16"/>
              </p:custDataLst>
            </p:nvPr>
          </p:nvSpPr>
          <p:spPr bwMode="auto">
            <a:xfrm>
              <a:off x="4424363" y="2520950"/>
              <a:ext cx="4763" cy="71438"/>
            </a:xfrm>
            <a:custGeom>
              <a:avLst/>
              <a:gdLst/>
              <a:ahLst/>
              <a:cxnLst>
                <a:cxn ang="0">
                  <a:pos x="0" y="4"/>
                </a:cxn>
                <a:cxn ang="0">
                  <a:pos x="0" y="132"/>
                </a:cxn>
                <a:cxn ang="0">
                  <a:pos x="0" y="132"/>
                </a:cxn>
                <a:cxn ang="0">
                  <a:pos x="0" y="134"/>
                </a:cxn>
                <a:cxn ang="0">
                  <a:pos x="1" y="136"/>
                </a:cxn>
                <a:cxn ang="0">
                  <a:pos x="3" y="136"/>
                </a:cxn>
                <a:cxn ang="0">
                  <a:pos x="4" y="137"/>
                </a:cxn>
                <a:cxn ang="0">
                  <a:pos x="6" y="136"/>
                </a:cxn>
                <a:cxn ang="0">
                  <a:pos x="7" y="136"/>
                </a:cxn>
                <a:cxn ang="0">
                  <a:pos x="8" y="134"/>
                </a:cxn>
                <a:cxn ang="0">
                  <a:pos x="9" y="132"/>
                </a:cxn>
                <a:cxn ang="0">
                  <a:pos x="9" y="4"/>
                </a:cxn>
                <a:cxn ang="0">
                  <a:pos x="9" y="4"/>
                </a:cxn>
                <a:cxn ang="0">
                  <a:pos x="8" y="2"/>
                </a:cxn>
                <a:cxn ang="0">
                  <a:pos x="7" y="1"/>
                </a:cxn>
                <a:cxn ang="0">
                  <a:pos x="6" y="0"/>
                </a:cxn>
                <a:cxn ang="0">
                  <a:pos x="4" y="0"/>
                </a:cxn>
                <a:cxn ang="0">
                  <a:pos x="3" y="0"/>
                </a:cxn>
                <a:cxn ang="0">
                  <a:pos x="1" y="1"/>
                </a:cxn>
                <a:cxn ang="0">
                  <a:pos x="0" y="2"/>
                </a:cxn>
                <a:cxn ang="0">
                  <a:pos x="0" y="4"/>
                </a:cxn>
                <a:cxn ang="0">
                  <a:pos x="0" y="4"/>
                </a:cxn>
              </a:cxnLst>
              <a:rect l="0" t="0" r="r" b="b"/>
              <a:pathLst>
                <a:path w="9" h="137">
                  <a:moveTo>
                    <a:pt x="0" y="4"/>
                  </a:moveTo>
                  <a:lnTo>
                    <a:pt x="0" y="132"/>
                  </a:lnTo>
                  <a:lnTo>
                    <a:pt x="0" y="132"/>
                  </a:lnTo>
                  <a:lnTo>
                    <a:pt x="0" y="134"/>
                  </a:lnTo>
                  <a:lnTo>
                    <a:pt x="1" y="136"/>
                  </a:lnTo>
                  <a:lnTo>
                    <a:pt x="3" y="136"/>
                  </a:lnTo>
                  <a:lnTo>
                    <a:pt x="4" y="137"/>
                  </a:lnTo>
                  <a:lnTo>
                    <a:pt x="6" y="136"/>
                  </a:lnTo>
                  <a:lnTo>
                    <a:pt x="7" y="136"/>
                  </a:lnTo>
                  <a:lnTo>
                    <a:pt x="8" y="134"/>
                  </a:lnTo>
                  <a:lnTo>
                    <a:pt x="9" y="132"/>
                  </a:lnTo>
                  <a:lnTo>
                    <a:pt x="9" y="4"/>
                  </a:lnTo>
                  <a:lnTo>
                    <a:pt x="9" y="4"/>
                  </a:lnTo>
                  <a:lnTo>
                    <a:pt x="8" y="2"/>
                  </a:lnTo>
                  <a:lnTo>
                    <a:pt x="7" y="1"/>
                  </a:lnTo>
                  <a:lnTo>
                    <a:pt x="6" y="0"/>
                  </a:lnTo>
                  <a:lnTo>
                    <a:pt x="4" y="0"/>
                  </a:lnTo>
                  <a:lnTo>
                    <a:pt x="3" y="0"/>
                  </a:lnTo>
                  <a:lnTo>
                    <a:pt x="1" y="1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62" name="Freeform 178"/>
            <p:cNvSpPr/>
            <p:nvPr>
              <p:custDataLst>
                <p:tags r:id="rId17"/>
              </p:custDataLst>
            </p:nvPr>
          </p:nvSpPr>
          <p:spPr bwMode="auto">
            <a:xfrm>
              <a:off x="4451350" y="2547938"/>
              <a:ext cx="7938" cy="68263"/>
            </a:xfrm>
            <a:custGeom>
              <a:avLst/>
              <a:gdLst/>
              <a:ahLst/>
              <a:cxnLst>
                <a:cxn ang="0">
                  <a:pos x="5" y="5"/>
                </a:cxn>
                <a:cxn ang="0">
                  <a:pos x="5" y="5"/>
                </a:cxn>
                <a:cxn ang="0">
                  <a:pos x="2" y="33"/>
                </a:cxn>
                <a:cxn ang="0">
                  <a:pos x="1" y="47"/>
                </a:cxn>
                <a:cxn ang="0">
                  <a:pos x="0" y="62"/>
                </a:cxn>
                <a:cxn ang="0">
                  <a:pos x="0" y="124"/>
                </a:cxn>
                <a:cxn ang="0">
                  <a:pos x="0" y="124"/>
                </a:cxn>
                <a:cxn ang="0">
                  <a:pos x="1" y="126"/>
                </a:cxn>
                <a:cxn ang="0">
                  <a:pos x="2" y="127"/>
                </a:cxn>
                <a:cxn ang="0">
                  <a:pos x="3" y="128"/>
                </a:cxn>
                <a:cxn ang="0">
                  <a:pos x="5" y="128"/>
                </a:cxn>
                <a:cxn ang="0">
                  <a:pos x="6" y="128"/>
                </a:cxn>
                <a:cxn ang="0">
                  <a:pos x="8" y="127"/>
                </a:cxn>
                <a:cxn ang="0">
                  <a:pos x="9" y="126"/>
                </a:cxn>
                <a:cxn ang="0">
                  <a:pos x="9" y="124"/>
                </a:cxn>
                <a:cxn ang="0">
                  <a:pos x="9" y="69"/>
                </a:cxn>
                <a:cxn ang="0">
                  <a:pos x="9" y="69"/>
                </a:cxn>
                <a:cxn ang="0">
                  <a:pos x="10" y="52"/>
                </a:cxn>
                <a:cxn ang="0">
                  <a:pos x="11" y="37"/>
                </a:cxn>
                <a:cxn ang="0">
                  <a:pos x="14" y="5"/>
                </a:cxn>
                <a:cxn ang="0">
                  <a:pos x="14" y="5"/>
                </a:cxn>
                <a:cxn ang="0">
                  <a:pos x="14" y="3"/>
                </a:cxn>
                <a:cxn ang="0">
                  <a:pos x="13" y="2"/>
                </a:cxn>
                <a:cxn ang="0">
                  <a:pos x="11" y="1"/>
                </a:cxn>
                <a:cxn ang="0">
                  <a:pos x="10" y="0"/>
                </a:cxn>
                <a:cxn ang="0">
                  <a:pos x="6" y="2"/>
                </a:cxn>
                <a:cxn ang="0">
                  <a:pos x="5" y="3"/>
                </a:cxn>
                <a:cxn ang="0">
                  <a:pos x="5" y="5"/>
                </a:cxn>
                <a:cxn ang="0">
                  <a:pos x="5" y="5"/>
                </a:cxn>
              </a:cxnLst>
              <a:rect l="0" t="0" r="r" b="b"/>
              <a:pathLst>
                <a:path w="14" h="128">
                  <a:moveTo>
                    <a:pt x="5" y="5"/>
                  </a:moveTo>
                  <a:lnTo>
                    <a:pt x="5" y="5"/>
                  </a:lnTo>
                  <a:lnTo>
                    <a:pt x="2" y="33"/>
                  </a:lnTo>
                  <a:lnTo>
                    <a:pt x="1" y="47"/>
                  </a:lnTo>
                  <a:lnTo>
                    <a:pt x="0" y="62"/>
                  </a:lnTo>
                  <a:lnTo>
                    <a:pt x="0" y="124"/>
                  </a:lnTo>
                  <a:lnTo>
                    <a:pt x="0" y="124"/>
                  </a:lnTo>
                  <a:lnTo>
                    <a:pt x="1" y="126"/>
                  </a:lnTo>
                  <a:lnTo>
                    <a:pt x="2" y="127"/>
                  </a:lnTo>
                  <a:lnTo>
                    <a:pt x="3" y="128"/>
                  </a:lnTo>
                  <a:lnTo>
                    <a:pt x="5" y="128"/>
                  </a:lnTo>
                  <a:lnTo>
                    <a:pt x="6" y="128"/>
                  </a:lnTo>
                  <a:lnTo>
                    <a:pt x="8" y="127"/>
                  </a:lnTo>
                  <a:lnTo>
                    <a:pt x="9" y="126"/>
                  </a:lnTo>
                  <a:lnTo>
                    <a:pt x="9" y="124"/>
                  </a:lnTo>
                  <a:lnTo>
                    <a:pt x="9" y="69"/>
                  </a:lnTo>
                  <a:lnTo>
                    <a:pt x="9" y="69"/>
                  </a:lnTo>
                  <a:lnTo>
                    <a:pt x="10" y="52"/>
                  </a:lnTo>
                  <a:lnTo>
                    <a:pt x="11" y="37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3"/>
                  </a:lnTo>
                  <a:lnTo>
                    <a:pt x="13" y="2"/>
                  </a:lnTo>
                  <a:lnTo>
                    <a:pt x="11" y="1"/>
                  </a:lnTo>
                  <a:lnTo>
                    <a:pt x="10" y="0"/>
                  </a:lnTo>
                  <a:lnTo>
                    <a:pt x="6" y="2"/>
                  </a:lnTo>
                  <a:lnTo>
                    <a:pt x="5" y="3"/>
                  </a:lnTo>
                  <a:lnTo>
                    <a:pt x="5" y="5"/>
                  </a:lnTo>
                  <a:lnTo>
                    <a:pt x="5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63" name="Freeform 179"/>
            <p:cNvSpPr/>
            <p:nvPr>
              <p:custDataLst>
                <p:tags r:id="rId18"/>
              </p:custDataLst>
            </p:nvPr>
          </p:nvSpPr>
          <p:spPr bwMode="auto">
            <a:xfrm>
              <a:off x="4478338" y="2578100"/>
              <a:ext cx="6350" cy="55563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100"/>
                </a:cxn>
                <a:cxn ang="0">
                  <a:pos x="0" y="100"/>
                </a:cxn>
                <a:cxn ang="0">
                  <a:pos x="0" y="102"/>
                </a:cxn>
                <a:cxn ang="0">
                  <a:pos x="1" y="103"/>
                </a:cxn>
                <a:cxn ang="0">
                  <a:pos x="4" y="104"/>
                </a:cxn>
                <a:cxn ang="0">
                  <a:pos x="5" y="104"/>
                </a:cxn>
                <a:cxn ang="0">
                  <a:pos x="7" y="104"/>
                </a:cxn>
                <a:cxn ang="0">
                  <a:pos x="8" y="103"/>
                </a:cxn>
                <a:cxn ang="0">
                  <a:pos x="9" y="102"/>
                </a:cxn>
                <a:cxn ang="0">
                  <a:pos x="10" y="100"/>
                </a:cxn>
                <a:cxn ang="0">
                  <a:pos x="10" y="5"/>
                </a:cxn>
                <a:cxn ang="0">
                  <a:pos x="10" y="5"/>
                </a:cxn>
                <a:cxn ang="0">
                  <a:pos x="9" y="2"/>
                </a:cxn>
                <a:cxn ang="0">
                  <a:pos x="8" y="1"/>
                </a:cxn>
                <a:cxn ang="0">
                  <a:pos x="7" y="0"/>
                </a:cxn>
                <a:cxn ang="0">
                  <a:pos x="5" y="0"/>
                </a:cxn>
                <a:cxn ang="0">
                  <a:pos x="4" y="0"/>
                </a:cxn>
                <a:cxn ang="0">
                  <a:pos x="1" y="1"/>
                </a:cxn>
                <a:cxn ang="0">
                  <a:pos x="0" y="2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10" h="104">
                  <a:moveTo>
                    <a:pt x="0" y="5"/>
                  </a:moveTo>
                  <a:lnTo>
                    <a:pt x="0" y="100"/>
                  </a:lnTo>
                  <a:lnTo>
                    <a:pt x="0" y="100"/>
                  </a:lnTo>
                  <a:lnTo>
                    <a:pt x="0" y="102"/>
                  </a:lnTo>
                  <a:lnTo>
                    <a:pt x="1" y="103"/>
                  </a:lnTo>
                  <a:lnTo>
                    <a:pt x="4" y="104"/>
                  </a:lnTo>
                  <a:lnTo>
                    <a:pt x="5" y="104"/>
                  </a:lnTo>
                  <a:lnTo>
                    <a:pt x="7" y="104"/>
                  </a:lnTo>
                  <a:lnTo>
                    <a:pt x="8" y="103"/>
                  </a:lnTo>
                  <a:lnTo>
                    <a:pt x="9" y="102"/>
                  </a:lnTo>
                  <a:lnTo>
                    <a:pt x="10" y="100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9" y="2"/>
                  </a:lnTo>
                  <a:lnTo>
                    <a:pt x="8" y="1"/>
                  </a:lnTo>
                  <a:lnTo>
                    <a:pt x="7" y="0"/>
                  </a:lnTo>
                  <a:lnTo>
                    <a:pt x="5" y="0"/>
                  </a:lnTo>
                  <a:lnTo>
                    <a:pt x="4" y="0"/>
                  </a:lnTo>
                  <a:lnTo>
                    <a:pt x="1" y="1"/>
                  </a:lnTo>
                  <a:lnTo>
                    <a:pt x="0" y="2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64" name="Freeform 180"/>
            <p:cNvSpPr/>
            <p:nvPr>
              <p:custDataLst>
                <p:tags r:id="rId19"/>
              </p:custDataLst>
            </p:nvPr>
          </p:nvSpPr>
          <p:spPr bwMode="auto">
            <a:xfrm>
              <a:off x="4500563" y="2608263"/>
              <a:ext cx="7938" cy="49213"/>
            </a:xfrm>
            <a:custGeom>
              <a:avLst/>
              <a:gdLst/>
              <a:ahLst/>
              <a:cxnLst>
                <a:cxn ang="0">
                  <a:pos x="15" y="88"/>
                </a:cxn>
                <a:cxn ang="0">
                  <a:pos x="15" y="88"/>
                </a:cxn>
                <a:cxn ang="0">
                  <a:pos x="12" y="79"/>
                </a:cxn>
                <a:cxn ang="0">
                  <a:pos x="10" y="68"/>
                </a:cxn>
                <a:cxn ang="0">
                  <a:pos x="9" y="57"/>
                </a:cxn>
                <a:cxn ang="0">
                  <a:pos x="9" y="47"/>
                </a:cxn>
                <a:cxn ang="0">
                  <a:pos x="9" y="25"/>
                </a:cxn>
                <a:cxn ang="0">
                  <a:pos x="10" y="4"/>
                </a:cxn>
                <a:cxn ang="0">
                  <a:pos x="10" y="4"/>
                </a:cxn>
                <a:cxn ang="0">
                  <a:pos x="10" y="2"/>
                </a:cxn>
                <a:cxn ang="0">
                  <a:pos x="9" y="1"/>
                </a:cxn>
                <a:cxn ang="0">
                  <a:pos x="7" y="0"/>
                </a:cxn>
                <a:cxn ang="0">
                  <a:pos x="6" y="0"/>
                </a:cxn>
                <a:cxn ang="0">
                  <a:pos x="4" y="0"/>
                </a:cxn>
                <a:cxn ang="0">
                  <a:pos x="2" y="1"/>
                </a:cxn>
                <a:cxn ang="0">
                  <a:pos x="1" y="2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0" y="26"/>
                </a:cxn>
                <a:cxn ang="0">
                  <a:pos x="0" y="48"/>
                </a:cxn>
                <a:cxn ang="0">
                  <a:pos x="0" y="59"/>
                </a:cxn>
                <a:cxn ang="0">
                  <a:pos x="1" y="69"/>
                </a:cxn>
                <a:cxn ang="0">
                  <a:pos x="3" y="81"/>
                </a:cxn>
                <a:cxn ang="0">
                  <a:pos x="6" y="91"/>
                </a:cxn>
                <a:cxn ang="0">
                  <a:pos x="6" y="91"/>
                </a:cxn>
                <a:cxn ang="0">
                  <a:pos x="7" y="93"/>
                </a:cxn>
                <a:cxn ang="0">
                  <a:pos x="8" y="94"/>
                </a:cxn>
                <a:cxn ang="0">
                  <a:pos x="10" y="94"/>
                </a:cxn>
                <a:cxn ang="0">
                  <a:pos x="12" y="94"/>
                </a:cxn>
                <a:cxn ang="0">
                  <a:pos x="13" y="93"/>
                </a:cxn>
                <a:cxn ang="0">
                  <a:pos x="14" y="92"/>
                </a:cxn>
                <a:cxn ang="0">
                  <a:pos x="15" y="90"/>
                </a:cxn>
                <a:cxn ang="0">
                  <a:pos x="15" y="88"/>
                </a:cxn>
                <a:cxn ang="0">
                  <a:pos x="15" y="88"/>
                </a:cxn>
              </a:cxnLst>
              <a:rect l="0" t="0" r="r" b="b"/>
              <a:pathLst>
                <a:path w="15" h="94">
                  <a:moveTo>
                    <a:pt x="15" y="88"/>
                  </a:moveTo>
                  <a:lnTo>
                    <a:pt x="15" y="88"/>
                  </a:lnTo>
                  <a:lnTo>
                    <a:pt x="12" y="79"/>
                  </a:lnTo>
                  <a:lnTo>
                    <a:pt x="10" y="68"/>
                  </a:lnTo>
                  <a:lnTo>
                    <a:pt x="9" y="57"/>
                  </a:lnTo>
                  <a:lnTo>
                    <a:pt x="9" y="47"/>
                  </a:lnTo>
                  <a:lnTo>
                    <a:pt x="9" y="25"/>
                  </a:lnTo>
                  <a:lnTo>
                    <a:pt x="10" y="4"/>
                  </a:lnTo>
                  <a:lnTo>
                    <a:pt x="10" y="4"/>
                  </a:lnTo>
                  <a:lnTo>
                    <a:pt x="10" y="2"/>
                  </a:lnTo>
                  <a:lnTo>
                    <a:pt x="9" y="1"/>
                  </a:lnTo>
                  <a:lnTo>
                    <a:pt x="7" y="0"/>
                  </a:lnTo>
                  <a:lnTo>
                    <a:pt x="6" y="0"/>
                  </a:lnTo>
                  <a:lnTo>
                    <a:pt x="4" y="0"/>
                  </a:lnTo>
                  <a:lnTo>
                    <a:pt x="2" y="1"/>
                  </a:lnTo>
                  <a:lnTo>
                    <a:pt x="1" y="2"/>
                  </a:lnTo>
                  <a:lnTo>
                    <a:pt x="1" y="4"/>
                  </a:lnTo>
                  <a:lnTo>
                    <a:pt x="1" y="4"/>
                  </a:lnTo>
                  <a:lnTo>
                    <a:pt x="0" y="26"/>
                  </a:lnTo>
                  <a:lnTo>
                    <a:pt x="0" y="48"/>
                  </a:lnTo>
                  <a:lnTo>
                    <a:pt x="0" y="59"/>
                  </a:lnTo>
                  <a:lnTo>
                    <a:pt x="1" y="69"/>
                  </a:lnTo>
                  <a:lnTo>
                    <a:pt x="3" y="81"/>
                  </a:lnTo>
                  <a:lnTo>
                    <a:pt x="6" y="91"/>
                  </a:lnTo>
                  <a:lnTo>
                    <a:pt x="6" y="91"/>
                  </a:lnTo>
                  <a:lnTo>
                    <a:pt x="7" y="93"/>
                  </a:lnTo>
                  <a:lnTo>
                    <a:pt x="8" y="94"/>
                  </a:lnTo>
                  <a:lnTo>
                    <a:pt x="10" y="94"/>
                  </a:lnTo>
                  <a:lnTo>
                    <a:pt x="12" y="94"/>
                  </a:lnTo>
                  <a:lnTo>
                    <a:pt x="13" y="93"/>
                  </a:lnTo>
                  <a:lnTo>
                    <a:pt x="14" y="92"/>
                  </a:lnTo>
                  <a:lnTo>
                    <a:pt x="15" y="90"/>
                  </a:lnTo>
                  <a:lnTo>
                    <a:pt x="15" y="88"/>
                  </a:lnTo>
                  <a:lnTo>
                    <a:pt x="15" y="88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65" name="Freeform 181"/>
            <p:cNvSpPr/>
            <p:nvPr>
              <p:custDataLst>
                <p:tags r:id="rId20"/>
              </p:custDataLst>
            </p:nvPr>
          </p:nvSpPr>
          <p:spPr bwMode="auto">
            <a:xfrm>
              <a:off x="4529138" y="2622550"/>
              <a:ext cx="7938" cy="63500"/>
            </a:xfrm>
            <a:custGeom>
              <a:avLst/>
              <a:gdLst/>
              <a:ahLst/>
              <a:cxnLst>
                <a:cxn ang="0">
                  <a:pos x="6" y="5"/>
                </a:cxn>
                <a:cxn ang="0">
                  <a:pos x="6" y="5"/>
                </a:cxn>
                <a:cxn ang="0">
                  <a:pos x="5" y="18"/>
                </a:cxn>
                <a:cxn ang="0">
                  <a:pos x="3" y="31"/>
                </a:cxn>
                <a:cxn ang="0">
                  <a:pos x="1" y="43"/>
                </a:cxn>
                <a:cxn ang="0">
                  <a:pos x="0" y="57"/>
                </a:cxn>
                <a:cxn ang="0">
                  <a:pos x="0" y="57"/>
                </a:cxn>
                <a:cxn ang="0">
                  <a:pos x="0" y="86"/>
                </a:cxn>
                <a:cxn ang="0">
                  <a:pos x="0" y="114"/>
                </a:cxn>
                <a:cxn ang="0">
                  <a:pos x="0" y="114"/>
                </a:cxn>
                <a:cxn ang="0">
                  <a:pos x="1" y="116"/>
                </a:cxn>
                <a:cxn ang="0">
                  <a:pos x="2" y="117"/>
                </a:cxn>
                <a:cxn ang="0">
                  <a:pos x="3" y="118"/>
                </a:cxn>
                <a:cxn ang="0">
                  <a:pos x="6" y="119"/>
                </a:cxn>
                <a:cxn ang="0">
                  <a:pos x="8" y="118"/>
                </a:cxn>
                <a:cxn ang="0">
                  <a:pos x="9" y="117"/>
                </a:cxn>
                <a:cxn ang="0">
                  <a:pos x="10" y="116"/>
                </a:cxn>
                <a:cxn ang="0">
                  <a:pos x="11" y="114"/>
                </a:cxn>
                <a:cxn ang="0">
                  <a:pos x="11" y="57"/>
                </a:cxn>
                <a:cxn ang="0">
                  <a:pos x="11" y="57"/>
                </a:cxn>
                <a:cxn ang="0">
                  <a:pos x="11" y="43"/>
                </a:cxn>
                <a:cxn ang="0">
                  <a:pos x="13" y="31"/>
                </a:cxn>
                <a:cxn ang="0">
                  <a:pos x="14" y="18"/>
                </a:cxn>
                <a:cxn ang="0">
                  <a:pos x="15" y="5"/>
                </a:cxn>
                <a:cxn ang="0">
                  <a:pos x="15" y="5"/>
                </a:cxn>
                <a:cxn ang="0">
                  <a:pos x="15" y="3"/>
                </a:cxn>
                <a:cxn ang="0">
                  <a:pos x="14" y="1"/>
                </a:cxn>
                <a:cxn ang="0">
                  <a:pos x="12" y="0"/>
                </a:cxn>
                <a:cxn ang="0">
                  <a:pos x="11" y="0"/>
                </a:cxn>
                <a:cxn ang="0">
                  <a:pos x="9" y="0"/>
                </a:cxn>
                <a:cxn ang="0">
                  <a:pos x="8" y="1"/>
                </a:cxn>
                <a:cxn ang="0">
                  <a:pos x="6" y="3"/>
                </a:cxn>
                <a:cxn ang="0">
                  <a:pos x="6" y="5"/>
                </a:cxn>
                <a:cxn ang="0">
                  <a:pos x="6" y="5"/>
                </a:cxn>
              </a:cxnLst>
              <a:rect l="0" t="0" r="r" b="b"/>
              <a:pathLst>
                <a:path w="15" h="119">
                  <a:moveTo>
                    <a:pt x="6" y="5"/>
                  </a:moveTo>
                  <a:lnTo>
                    <a:pt x="6" y="5"/>
                  </a:lnTo>
                  <a:lnTo>
                    <a:pt x="5" y="18"/>
                  </a:lnTo>
                  <a:lnTo>
                    <a:pt x="3" y="31"/>
                  </a:lnTo>
                  <a:lnTo>
                    <a:pt x="1" y="43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0" y="86"/>
                  </a:lnTo>
                  <a:lnTo>
                    <a:pt x="0" y="114"/>
                  </a:lnTo>
                  <a:lnTo>
                    <a:pt x="0" y="114"/>
                  </a:lnTo>
                  <a:lnTo>
                    <a:pt x="1" y="116"/>
                  </a:lnTo>
                  <a:lnTo>
                    <a:pt x="2" y="117"/>
                  </a:lnTo>
                  <a:lnTo>
                    <a:pt x="3" y="118"/>
                  </a:lnTo>
                  <a:lnTo>
                    <a:pt x="6" y="119"/>
                  </a:lnTo>
                  <a:lnTo>
                    <a:pt x="8" y="118"/>
                  </a:lnTo>
                  <a:lnTo>
                    <a:pt x="9" y="117"/>
                  </a:lnTo>
                  <a:lnTo>
                    <a:pt x="10" y="116"/>
                  </a:lnTo>
                  <a:lnTo>
                    <a:pt x="11" y="114"/>
                  </a:lnTo>
                  <a:lnTo>
                    <a:pt x="11" y="57"/>
                  </a:lnTo>
                  <a:lnTo>
                    <a:pt x="11" y="57"/>
                  </a:lnTo>
                  <a:lnTo>
                    <a:pt x="11" y="43"/>
                  </a:lnTo>
                  <a:lnTo>
                    <a:pt x="13" y="31"/>
                  </a:lnTo>
                  <a:lnTo>
                    <a:pt x="14" y="18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3"/>
                  </a:lnTo>
                  <a:lnTo>
                    <a:pt x="14" y="1"/>
                  </a:lnTo>
                  <a:lnTo>
                    <a:pt x="12" y="0"/>
                  </a:lnTo>
                  <a:lnTo>
                    <a:pt x="11" y="0"/>
                  </a:lnTo>
                  <a:lnTo>
                    <a:pt x="9" y="0"/>
                  </a:lnTo>
                  <a:lnTo>
                    <a:pt x="8" y="1"/>
                  </a:lnTo>
                  <a:lnTo>
                    <a:pt x="6" y="3"/>
                  </a:lnTo>
                  <a:lnTo>
                    <a:pt x="6" y="5"/>
                  </a:lnTo>
                  <a:lnTo>
                    <a:pt x="6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66" name="Freeform 182"/>
            <p:cNvSpPr/>
            <p:nvPr>
              <p:custDataLst>
                <p:tags r:id="rId21"/>
              </p:custDataLst>
            </p:nvPr>
          </p:nvSpPr>
          <p:spPr bwMode="auto">
            <a:xfrm>
              <a:off x="4551363" y="2652713"/>
              <a:ext cx="4763" cy="55563"/>
            </a:xfrm>
            <a:custGeom>
              <a:avLst/>
              <a:gdLst/>
              <a:ahLst/>
              <a:cxnLst>
                <a:cxn ang="0">
                  <a:pos x="11" y="5"/>
                </a:cxn>
                <a:cxn ang="0">
                  <a:pos x="11" y="5"/>
                </a:cxn>
                <a:cxn ang="0">
                  <a:pos x="11" y="3"/>
                </a:cxn>
                <a:cxn ang="0">
                  <a:pos x="10" y="1"/>
                </a:cxn>
                <a:cxn ang="0">
                  <a:pos x="8" y="0"/>
                </a:cxn>
                <a:cxn ang="0">
                  <a:pos x="6" y="0"/>
                </a:cxn>
                <a:cxn ang="0">
                  <a:pos x="5" y="0"/>
                </a:cxn>
                <a:cxn ang="0">
                  <a:pos x="3" y="1"/>
                </a:cxn>
                <a:cxn ang="0">
                  <a:pos x="2" y="3"/>
                </a:cxn>
                <a:cxn ang="0">
                  <a:pos x="2" y="5"/>
                </a:cxn>
                <a:cxn ang="0">
                  <a:pos x="2" y="5"/>
                </a:cxn>
                <a:cxn ang="0">
                  <a:pos x="0" y="53"/>
                </a:cxn>
                <a:cxn ang="0">
                  <a:pos x="0" y="75"/>
                </a:cxn>
                <a:cxn ang="0">
                  <a:pos x="2" y="99"/>
                </a:cxn>
                <a:cxn ang="0">
                  <a:pos x="2" y="99"/>
                </a:cxn>
                <a:cxn ang="0">
                  <a:pos x="2" y="101"/>
                </a:cxn>
                <a:cxn ang="0">
                  <a:pos x="4" y="103"/>
                </a:cxn>
                <a:cxn ang="0">
                  <a:pos x="7" y="104"/>
                </a:cxn>
                <a:cxn ang="0">
                  <a:pos x="9" y="104"/>
                </a:cxn>
                <a:cxn ang="0">
                  <a:pos x="10" y="103"/>
                </a:cxn>
                <a:cxn ang="0">
                  <a:pos x="11" y="101"/>
                </a:cxn>
                <a:cxn ang="0">
                  <a:pos x="11" y="99"/>
                </a:cxn>
                <a:cxn ang="0">
                  <a:pos x="11" y="99"/>
                </a:cxn>
                <a:cxn ang="0">
                  <a:pos x="9" y="75"/>
                </a:cxn>
                <a:cxn ang="0">
                  <a:pos x="9" y="53"/>
                </a:cxn>
                <a:cxn ang="0">
                  <a:pos x="11" y="5"/>
                </a:cxn>
                <a:cxn ang="0">
                  <a:pos x="11" y="5"/>
                </a:cxn>
              </a:cxnLst>
              <a:rect l="0" t="0" r="r" b="b"/>
              <a:pathLst>
                <a:path w="11" h="104">
                  <a:moveTo>
                    <a:pt x="11" y="5"/>
                  </a:moveTo>
                  <a:lnTo>
                    <a:pt x="11" y="5"/>
                  </a:lnTo>
                  <a:lnTo>
                    <a:pt x="11" y="3"/>
                  </a:lnTo>
                  <a:lnTo>
                    <a:pt x="10" y="1"/>
                  </a:lnTo>
                  <a:lnTo>
                    <a:pt x="8" y="0"/>
                  </a:lnTo>
                  <a:lnTo>
                    <a:pt x="6" y="0"/>
                  </a:lnTo>
                  <a:lnTo>
                    <a:pt x="5" y="0"/>
                  </a:lnTo>
                  <a:lnTo>
                    <a:pt x="3" y="1"/>
                  </a:lnTo>
                  <a:lnTo>
                    <a:pt x="2" y="3"/>
                  </a:lnTo>
                  <a:lnTo>
                    <a:pt x="2" y="5"/>
                  </a:lnTo>
                  <a:lnTo>
                    <a:pt x="2" y="5"/>
                  </a:lnTo>
                  <a:lnTo>
                    <a:pt x="0" y="53"/>
                  </a:lnTo>
                  <a:lnTo>
                    <a:pt x="0" y="75"/>
                  </a:lnTo>
                  <a:lnTo>
                    <a:pt x="2" y="99"/>
                  </a:lnTo>
                  <a:lnTo>
                    <a:pt x="2" y="99"/>
                  </a:lnTo>
                  <a:lnTo>
                    <a:pt x="2" y="101"/>
                  </a:lnTo>
                  <a:lnTo>
                    <a:pt x="4" y="103"/>
                  </a:lnTo>
                  <a:lnTo>
                    <a:pt x="7" y="104"/>
                  </a:lnTo>
                  <a:lnTo>
                    <a:pt x="9" y="104"/>
                  </a:lnTo>
                  <a:lnTo>
                    <a:pt x="10" y="103"/>
                  </a:lnTo>
                  <a:lnTo>
                    <a:pt x="11" y="101"/>
                  </a:lnTo>
                  <a:lnTo>
                    <a:pt x="11" y="99"/>
                  </a:lnTo>
                  <a:lnTo>
                    <a:pt x="11" y="99"/>
                  </a:lnTo>
                  <a:lnTo>
                    <a:pt x="9" y="75"/>
                  </a:lnTo>
                  <a:lnTo>
                    <a:pt x="9" y="53"/>
                  </a:lnTo>
                  <a:lnTo>
                    <a:pt x="11" y="5"/>
                  </a:lnTo>
                  <a:lnTo>
                    <a:pt x="11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67" name="Freeform 183"/>
            <p:cNvSpPr/>
            <p:nvPr>
              <p:custDataLst>
                <p:tags r:id="rId22"/>
              </p:custDataLst>
            </p:nvPr>
          </p:nvSpPr>
          <p:spPr bwMode="auto">
            <a:xfrm>
              <a:off x="4572000" y="2676525"/>
              <a:ext cx="6350" cy="58738"/>
            </a:xfrm>
            <a:custGeom>
              <a:avLst/>
              <a:gdLst/>
              <a:ahLst/>
              <a:cxnLst>
                <a:cxn ang="0">
                  <a:pos x="10" y="4"/>
                </a:cxn>
                <a:cxn ang="0">
                  <a:pos x="10" y="4"/>
                </a:cxn>
                <a:cxn ang="0">
                  <a:pos x="9" y="2"/>
                </a:cxn>
                <a:cxn ang="0">
                  <a:pos x="8" y="1"/>
                </a:cxn>
                <a:cxn ang="0">
                  <a:pos x="7" y="0"/>
                </a:cxn>
                <a:cxn ang="0">
                  <a:pos x="5" y="0"/>
                </a:cxn>
                <a:cxn ang="0">
                  <a:pos x="3" y="0"/>
                </a:cxn>
                <a:cxn ang="0">
                  <a:pos x="2" y="1"/>
                </a:cxn>
                <a:cxn ang="0">
                  <a:pos x="1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1" y="57"/>
                </a:cxn>
                <a:cxn ang="0">
                  <a:pos x="2" y="83"/>
                </a:cxn>
                <a:cxn ang="0">
                  <a:pos x="5" y="109"/>
                </a:cxn>
                <a:cxn ang="0">
                  <a:pos x="5" y="109"/>
                </a:cxn>
                <a:cxn ang="0">
                  <a:pos x="6" y="111"/>
                </a:cxn>
                <a:cxn ang="0">
                  <a:pos x="7" y="112"/>
                </a:cxn>
                <a:cxn ang="0">
                  <a:pos x="10" y="113"/>
                </a:cxn>
                <a:cxn ang="0">
                  <a:pos x="12" y="113"/>
                </a:cxn>
                <a:cxn ang="0">
                  <a:pos x="13" y="112"/>
                </a:cxn>
                <a:cxn ang="0">
                  <a:pos x="14" y="111"/>
                </a:cxn>
                <a:cxn ang="0">
                  <a:pos x="14" y="109"/>
                </a:cxn>
                <a:cxn ang="0">
                  <a:pos x="14" y="109"/>
                </a:cxn>
                <a:cxn ang="0">
                  <a:pos x="12" y="83"/>
                </a:cxn>
                <a:cxn ang="0">
                  <a:pos x="10" y="57"/>
                </a:cxn>
                <a:cxn ang="0">
                  <a:pos x="10" y="4"/>
                </a:cxn>
                <a:cxn ang="0">
                  <a:pos x="10" y="4"/>
                </a:cxn>
              </a:cxnLst>
              <a:rect l="0" t="0" r="r" b="b"/>
              <a:pathLst>
                <a:path w="14" h="113">
                  <a:moveTo>
                    <a:pt x="10" y="4"/>
                  </a:moveTo>
                  <a:lnTo>
                    <a:pt x="10" y="4"/>
                  </a:lnTo>
                  <a:lnTo>
                    <a:pt x="9" y="2"/>
                  </a:lnTo>
                  <a:lnTo>
                    <a:pt x="8" y="1"/>
                  </a:lnTo>
                  <a:lnTo>
                    <a:pt x="7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1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1" y="57"/>
                  </a:lnTo>
                  <a:lnTo>
                    <a:pt x="2" y="83"/>
                  </a:lnTo>
                  <a:lnTo>
                    <a:pt x="5" y="109"/>
                  </a:lnTo>
                  <a:lnTo>
                    <a:pt x="5" y="109"/>
                  </a:lnTo>
                  <a:lnTo>
                    <a:pt x="6" y="111"/>
                  </a:lnTo>
                  <a:lnTo>
                    <a:pt x="7" y="112"/>
                  </a:lnTo>
                  <a:lnTo>
                    <a:pt x="10" y="113"/>
                  </a:lnTo>
                  <a:lnTo>
                    <a:pt x="12" y="113"/>
                  </a:lnTo>
                  <a:lnTo>
                    <a:pt x="13" y="112"/>
                  </a:lnTo>
                  <a:lnTo>
                    <a:pt x="14" y="111"/>
                  </a:lnTo>
                  <a:lnTo>
                    <a:pt x="14" y="109"/>
                  </a:lnTo>
                  <a:lnTo>
                    <a:pt x="14" y="109"/>
                  </a:lnTo>
                  <a:lnTo>
                    <a:pt x="12" y="83"/>
                  </a:lnTo>
                  <a:lnTo>
                    <a:pt x="10" y="57"/>
                  </a:lnTo>
                  <a:lnTo>
                    <a:pt x="10" y="4"/>
                  </a:lnTo>
                  <a:lnTo>
                    <a:pt x="10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68" name="Freeform 184"/>
            <p:cNvSpPr/>
            <p:nvPr>
              <p:custDataLst>
                <p:tags r:id="rId23"/>
              </p:custDataLst>
            </p:nvPr>
          </p:nvSpPr>
          <p:spPr bwMode="auto">
            <a:xfrm>
              <a:off x="4481513" y="2305050"/>
              <a:ext cx="12700" cy="61913"/>
            </a:xfrm>
            <a:custGeom>
              <a:avLst/>
              <a:gdLst/>
              <a:ahLst/>
              <a:cxnLst>
                <a:cxn ang="0">
                  <a:pos x="21" y="109"/>
                </a:cxn>
                <a:cxn ang="0">
                  <a:pos x="21" y="109"/>
                </a:cxn>
                <a:cxn ang="0">
                  <a:pos x="16" y="105"/>
                </a:cxn>
                <a:cxn ang="0">
                  <a:pos x="13" y="101"/>
                </a:cxn>
                <a:cxn ang="0">
                  <a:pos x="11" y="95"/>
                </a:cxn>
                <a:cxn ang="0">
                  <a:pos x="9" y="89"/>
                </a:cxn>
                <a:cxn ang="0">
                  <a:pos x="9" y="76"/>
                </a:cxn>
                <a:cxn ang="0">
                  <a:pos x="9" y="64"/>
                </a:cxn>
                <a:cxn ang="0">
                  <a:pos x="9" y="64"/>
                </a:cxn>
                <a:cxn ang="0">
                  <a:pos x="10" y="34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9" y="3"/>
                </a:cxn>
                <a:cxn ang="0">
                  <a:pos x="8" y="1"/>
                </a:cxn>
                <a:cxn ang="0">
                  <a:pos x="6" y="0"/>
                </a:cxn>
                <a:cxn ang="0">
                  <a:pos x="5" y="0"/>
                </a:cxn>
                <a:cxn ang="0">
                  <a:pos x="3" y="0"/>
                </a:cxn>
                <a:cxn ang="0">
                  <a:pos x="2" y="1"/>
                </a:cxn>
                <a:cxn ang="0">
                  <a:pos x="1" y="3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77"/>
                </a:cxn>
                <a:cxn ang="0">
                  <a:pos x="0" y="77"/>
                </a:cxn>
                <a:cxn ang="0">
                  <a:pos x="0" y="89"/>
                </a:cxn>
                <a:cxn ang="0">
                  <a:pos x="1" y="95"/>
                </a:cxn>
                <a:cxn ang="0">
                  <a:pos x="3" y="100"/>
                </a:cxn>
                <a:cxn ang="0">
                  <a:pos x="5" y="105"/>
                </a:cxn>
                <a:cxn ang="0">
                  <a:pos x="8" y="110"/>
                </a:cxn>
                <a:cxn ang="0">
                  <a:pos x="12" y="115"/>
                </a:cxn>
                <a:cxn ang="0">
                  <a:pos x="16" y="118"/>
                </a:cxn>
                <a:cxn ang="0">
                  <a:pos x="16" y="118"/>
                </a:cxn>
                <a:cxn ang="0">
                  <a:pos x="18" y="119"/>
                </a:cxn>
                <a:cxn ang="0">
                  <a:pos x="20" y="119"/>
                </a:cxn>
                <a:cxn ang="0">
                  <a:pos x="21" y="118"/>
                </a:cxn>
                <a:cxn ang="0">
                  <a:pos x="22" y="117"/>
                </a:cxn>
                <a:cxn ang="0">
                  <a:pos x="23" y="115"/>
                </a:cxn>
                <a:cxn ang="0">
                  <a:pos x="23" y="112"/>
                </a:cxn>
                <a:cxn ang="0">
                  <a:pos x="22" y="111"/>
                </a:cxn>
                <a:cxn ang="0">
                  <a:pos x="21" y="109"/>
                </a:cxn>
                <a:cxn ang="0">
                  <a:pos x="21" y="109"/>
                </a:cxn>
              </a:cxnLst>
              <a:rect l="0" t="0" r="r" b="b"/>
              <a:pathLst>
                <a:path w="23" h="119">
                  <a:moveTo>
                    <a:pt x="21" y="109"/>
                  </a:moveTo>
                  <a:lnTo>
                    <a:pt x="21" y="109"/>
                  </a:lnTo>
                  <a:lnTo>
                    <a:pt x="16" y="105"/>
                  </a:lnTo>
                  <a:lnTo>
                    <a:pt x="13" y="101"/>
                  </a:lnTo>
                  <a:lnTo>
                    <a:pt x="11" y="95"/>
                  </a:lnTo>
                  <a:lnTo>
                    <a:pt x="9" y="89"/>
                  </a:lnTo>
                  <a:lnTo>
                    <a:pt x="9" y="76"/>
                  </a:lnTo>
                  <a:lnTo>
                    <a:pt x="9" y="64"/>
                  </a:lnTo>
                  <a:lnTo>
                    <a:pt x="9" y="64"/>
                  </a:lnTo>
                  <a:lnTo>
                    <a:pt x="10" y="34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8" y="1"/>
                  </a:lnTo>
                  <a:lnTo>
                    <a:pt x="6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1"/>
                  </a:lnTo>
                  <a:lnTo>
                    <a:pt x="1" y="3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89"/>
                  </a:lnTo>
                  <a:lnTo>
                    <a:pt x="1" y="95"/>
                  </a:lnTo>
                  <a:lnTo>
                    <a:pt x="3" y="100"/>
                  </a:lnTo>
                  <a:lnTo>
                    <a:pt x="5" y="105"/>
                  </a:lnTo>
                  <a:lnTo>
                    <a:pt x="8" y="110"/>
                  </a:lnTo>
                  <a:lnTo>
                    <a:pt x="12" y="115"/>
                  </a:lnTo>
                  <a:lnTo>
                    <a:pt x="16" y="118"/>
                  </a:lnTo>
                  <a:lnTo>
                    <a:pt x="16" y="118"/>
                  </a:lnTo>
                  <a:lnTo>
                    <a:pt x="18" y="119"/>
                  </a:lnTo>
                  <a:lnTo>
                    <a:pt x="20" y="119"/>
                  </a:lnTo>
                  <a:lnTo>
                    <a:pt x="21" y="118"/>
                  </a:lnTo>
                  <a:lnTo>
                    <a:pt x="22" y="117"/>
                  </a:lnTo>
                  <a:lnTo>
                    <a:pt x="23" y="115"/>
                  </a:lnTo>
                  <a:lnTo>
                    <a:pt x="23" y="112"/>
                  </a:lnTo>
                  <a:lnTo>
                    <a:pt x="22" y="111"/>
                  </a:lnTo>
                  <a:lnTo>
                    <a:pt x="21" y="109"/>
                  </a:lnTo>
                  <a:lnTo>
                    <a:pt x="21" y="109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69" name="Freeform 185"/>
            <p:cNvSpPr/>
            <p:nvPr>
              <p:custDataLst>
                <p:tags r:id="rId24"/>
              </p:custDataLst>
            </p:nvPr>
          </p:nvSpPr>
          <p:spPr bwMode="auto">
            <a:xfrm>
              <a:off x="4519613" y="2336800"/>
              <a:ext cx="9525" cy="55563"/>
            </a:xfrm>
            <a:custGeom>
              <a:avLst/>
              <a:gdLst/>
              <a:ahLst/>
              <a:cxnLst>
                <a:cxn ang="0">
                  <a:pos x="9" y="3"/>
                </a:cxn>
                <a:cxn ang="0">
                  <a:pos x="9" y="3"/>
                </a:cxn>
                <a:cxn ang="0">
                  <a:pos x="7" y="15"/>
                </a:cxn>
                <a:cxn ang="0">
                  <a:pos x="4" y="27"/>
                </a:cxn>
                <a:cxn ang="0">
                  <a:pos x="2" y="50"/>
                </a:cxn>
                <a:cxn ang="0">
                  <a:pos x="0" y="75"/>
                </a:cxn>
                <a:cxn ang="0">
                  <a:pos x="0" y="99"/>
                </a:cxn>
                <a:cxn ang="0">
                  <a:pos x="0" y="99"/>
                </a:cxn>
                <a:cxn ang="0">
                  <a:pos x="0" y="101"/>
                </a:cxn>
                <a:cxn ang="0">
                  <a:pos x="1" y="102"/>
                </a:cxn>
                <a:cxn ang="0">
                  <a:pos x="3" y="103"/>
                </a:cxn>
                <a:cxn ang="0">
                  <a:pos x="5" y="104"/>
                </a:cxn>
                <a:cxn ang="0">
                  <a:pos x="6" y="103"/>
                </a:cxn>
                <a:cxn ang="0">
                  <a:pos x="8" y="102"/>
                </a:cxn>
                <a:cxn ang="0">
                  <a:pos x="9" y="101"/>
                </a:cxn>
                <a:cxn ang="0">
                  <a:pos x="9" y="99"/>
                </a:cxn>
                <a:cxn ang="0">
                  <a:pos x="9" y="99"/>
                </a:cxn>
                <a:cxn ang="0">
                  <a:pos x="10" y="75"/>
                </a:cxn>
                <a:cxn ang="0">
                  <a:pos x="11" y="52"/>
                </a:cxn>
                <a:cxn ang="0">
                  <a:pos x="13" y="29"/>
                </a:cxn>
                <a:cxn ang="0">
                  <a:pos x="16" y="17"/>
                </a:cxn>
                <a:cxn ang="0">
                  <a:pos x="18" y="6"/>
                </a:cxn>
                <a:cxn ang="0">
                  <a:pos x="18" y="6"/>
                </a:cxn>
                <a:cxn ang="0">
                  <a:pos x="18" y="4"/>
                </a:cxn>
                <a:cxn ang="0">
                  <a:pos x="18" y="2"/>
                </a:cxn>
                <a:cxn ang="0">
                  <a:pos x="17" y="1"/>
                </a:cxn>
                <a:cxn ang="0">
                  <a:pos x="15" y="0"/>
                </a:cxn>
                <a:cxn ang="0">
                  <a:pos x="13" y="0"/>
                </a:cxn>
                <a:cxn ang="0">
                  <a:pos x="12" y="0"/>
                </a:cxn>
                <a:cxn ang="0">
                  <a:pos x="10" y="1"/>
                </a:cxn>
                <a:cxn ang="0">
                  <a:pos x="9" y="3"/>
                </a:cxn>
                <a:cxn ang="0">
                  <a:pos x="9" y="3"/>
                </a:cxn>
              </a:cxnLst>
              <a:rect l="0" t="0" r="r" b="b"/>
              <a:pathLst>
                <a:path w="18" h="104">
                  <a:moveTo>
                    <a:pt x="9" y="3"/>
                  </a:moveTo>
                  <a:lnTo>
                    <a:pt x="9" y="3"/>
                  </a:lnTo>
                  <a:lnTo>
                    <a:pt x="7" y="15"/>
                  </a:lnTo>
                  <a:lnTo>
                    <a:pt x="4" y="27"/>
                  </a:lnTo>
                  <a:lnTo>
                    <a:pt x="2" y="50"/>
                  </a:lnTo>
                  <a:lnTo>
                    <a:pt x="0" y="75"/>
                  </a:lnTo>
                  <a:lnTo>
                    <a:pt x="0" y="99"/>
                  </a:lnTo>
                  <a:lnTo>
                    <a:pt x="0" y="99"/>
                  </a:lnTo>
                  <a:lnTo>
                    <a:pt x="0" y="101"/>
                  </a:lnTo>
                  <a:lnTo>
                    <a:pt x="1" y="102"/>
                  </a:lnTo>
                  <a:lnTo>
                    <a:pt x="3" y="103"/>
                  </a:lnTo>
                  <a:lnTo>
                    <a:pt x="5" y="104"/>
                  </a:lnTo>
                  <a:lnTo>
                    <a:pt x="6" y="103"/>
                  </a:lnTo>
                  <a:lnTo>
                    <a:pt x="8" y="102"/>
                  </a:lnTo>
                  <a:lnTo>
                    <a:pt x="9" y="101"/>
                  </a:lnTo>
                  <a:lnTo>
                    <a:pt x="9" y="99"/>
                  </a:lnTo>
                  <a:lnTo>
                    <a:pt x="9" y="99"/>
                  </a:lnTo>
                  <a:lnTo>
                    <a:pt x="10" y="75"/>
                  </a:lnTo>
                  <a:lnTo>
                    <a:pt x="11" y="52"/>
                  </a:lnTo>
                  <a:lnTo>
                    <a:pt x="13" y="29"/>
                  </a:lnTo>
                  <a:lnTo>
                    <a:pt x="16" y="17"/>
                  </a:lnTo>
                  <a:lnTo>
                    <a:pt x="18" y="6"/>
                  </a:lnTo>
                  <a:lnTo>
                    <a:pt x="18" y="6"/>
                  </a:lnTo>
                  <a:lnTo>
                    <a:pt x="18" y="4"/>
                  </a:lnTo>
                  <a:lnTo>
                    <a:pt x="18" y="2"/>
                  </a:lnTo>
                  <a:lnTo>
                    <a:pt x="17" y="1"/>
                  </a:lnTo>
                  <a:lnTo>
                    <a:pt x="15" y="0"/>
                  </a:lnTo>
                  <a:lnTo>
                    <a:pt x="13" y="0"/>
                  </a:lnTo>
                  <a:lnTo>
                    <a:pt x="12" y="0"/>
                  </a:lnTo>
                  <a:lnTo>
                    <a:pt x="10" y="1"/>
                  </a:lnTo>
                  <a:lnTo>
                    <a:pt x="9" y="3"/>
                  </a:lnTo>
                  <a:lnTo>
                    <a:pt x="9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70" name="Freeform 186"/>
            <p:cNvSpPr/>
            <p:nvPr>
              <p:custDataLst>
                <p:tags r:id="rId25"/>
              </p:custDataLst>
            </p:nvPr>
          </p:nvSpPr>
          <p:spPr bwMode="auto">
            <a:xfrm>
              <a:off x="4543425" y="2370138"/>
              <a:ext cx="7938" cy="71438"/>
            </a:xfrm>
            <a:custGeom>
              <a:avLst/>
              <a:gdLst/>
              <a:ahLst/>
              <a:cxnLst>
                <a:cxn ang="0">
                  <a:pos x="5" y="4"/>
                </a:cxn>
                <a:cxn ang="0">
                  <a:pos x="5" y="4"/>
                </a:cxn>
                <a:cxn ang="0">
                  <a:pos x="4" y="36"/>
                </a:cxn>
                <a:cxn ang="0">
                  <a:pos x="3" y="68"/>
                </a:cxn>
                <a:cxn ang="0">
                  <a:pos x="1" y="100"/>
                </a:cxn>
                <a:cxn ang="0">
                  <a:pos x="0" y="132"/>
                </a:cxn>
                <a:cxn ang="0">
                  <a:pos x="0" y="132"/>
                </a:cxn>
                <a:cxn ang="0">
                  <a:pos x="0" y="134"/>
                </a:cxn>
                <a:cxn ang="0">
                  <a:pos x="1" y="135"/>
                </a:cxn>
                <a:cxn ang="0">
                  <a:pos x="3" y="136"/>
                </a:cxn>
                <a:cxn ang="0">
                  <a:pos x="4" y="136"/>
                </a:cxn>
                <a:cxn ang="0">
                  <a:pos x="7" y="136"/>
                </a:cxn>
                <a:cxn ang="0">
                  <a:pos x="9" y="135"/>
                </a:cxn>
                <a:cxn ang="0">
                  <a:pos x="10" y="134"/>
                </a:cxn>
                <a:cxn ang="0">
                  <a:pos x="10" y="132"/>
                </a:cxn>
                <a:cxn ang="0">
                  <a:pos x="10" y="132"/>
                </a:cxn>
                <a:cxn ang="0">
                  <a:pos x="11" y="100"/>
                </a:cxn>
                <a:cxn ang="0">
                  <a:pos x="13" y="68"/>
                </a:cxn>
                <a:cxn ang="0">
                  <a:pos x="14" y="36"/>
                </a:cxn>
                <a:cxn ang="0">
                  <a:pos x="15" y="4"/>
                </a:cxn>
                <a:cxn ang="0">
                  <a:pos x="15" y="4"/>
                </a:cxn>
                <a:cxn ang="0">
                  <a:pos x="14" y="2"/>
                </a:cxn>
                <a:cxn ang="0">
                  <a:pos x="13" y="1"/>
                </a:cxn>
                <a:cxn ang="0">
                  <a:pos x="12" y="0"/>
                </a:cxn>
                <a:cxn ang="0">
                  <a:pos x="10" y="0"/>
                </a:cxn>
                <a:cxn ang="0">
                  <a:pos x="8" y="0"/>
                </a:cxn>
                <a:cxn ang="0">
                  <a:pos x="7" y="1"/>
                </a:cxn>
                <a:cxn ang="0">
                  <a:pos x="5" y="2"/>
                </a:cxn>
                <a:cxn ang="0">
                  <a:pos x="5" y="4"/>
                </a:cxn>
                <a:cxn ang="0">
                  <a:pos x="5" y="4"/>
                </a:cxn>
              </a:cxnLst>
              <a:rect l="0" t="0" r="r" b="b"/>
              <a:pathLst>
                <a:path w="15" h="136">
                  <a:moveTo>
                    <a:pt x="5" y="4"/>
                  </a:moveTo>
                  <a:lnTo>
                    <a:pt x="5" y="4"/>
                  </a:lnTo>
                  <a:lnTo>
                    <a:pt x="4" y="36"/>
                  </a:lnTo>
                  <a:lnTo>
                    <a:pt x="3" y="68"/>
                  </a:lnTo>
                  <a:lnTo>
                    <a:pt x="1" y="100"/>
                  </a:lnTo>
                  <a:lnTo>
                    <a:pt x="0" y="132"/>
                  </a:lnTo>
                  <a:lnTo>
                    <a:pt x="0" y="132"/>
                  </a:lnTo>
                  <a:lnTo>
                    <a:pt x="0" y="134"/>
                  </a:lnTo>
                  <a:lnTo>
                    <a:pt x="1" y="135"/>
                  </a:lnTo>
                  <a:lnTo>
                    <a:pt x="3" y="136"/>
                  </a:lnTo>
                  <a:lnTo>
                    <a:pt x="4" y="136"/>
                  </a:lnTo>
                  <a:lnTo>
                    <a:pt x="7" y="136"/>
                  </a:lnTo>
                  <a:lnTo>
                    <a:pt x="9" y="135"/>
                  </a:lnTo>
                  <a:lnTo>
                    <a:pt x="10" y="134"/>
                  </a:lnTo>
                  <a:lnTo>
                    <a:pt x="10" y="132"/>
                  </a:lnTo>
                  <a:lnTo>
                    <a:pt x="10" y="132"/>
                  </a:lnTo>
                  <a:lnTo>
                    <a:pt x="11" y="100"/>
                  </a:lnTo>
                  <a:lnTo>
                    <a:pt x="13" y="68"/>
                  </a:lnTo>
                  <a:lnTo>
                    <a:pt x="14" y="36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4" y="2"/>
                  </a:lnTo>
                  <a:lnTo>
                    <a:pt x="13" y="1"/>
                  </a:lnTo>
                  <a:lnTo>
                    <a:pt x="12" y="0"/>
                  </a:lnTo>
                  <a:lnTo>
                    <a:pt x="10" y="0"/>
                  </a:lnTo>
                  <a:lnTo>
                    <a:pt x="8" y="0"/>
                  </a:lnTo>
                  <a:lnTo>
                    <a:pt x="7" y="1"/>
                  </a:lnTo>
                  <a:lnTo>
                    <a:pt x="5" y="2"/>
                  </a:lnTo>
                  <a:lnTo>
                    <a:pt x="5" y="4"/>
                  </a:lnTo>
                  <a:lnTo>
                    <a:pt x="5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71" name="Freeform 187"/>
            <p:cNvSpPr/>
            <p:nvPr>
              <p:custDataLst>
                <p:tags r:id="rId26"/>
              </p:custDataLst>
            </p:nvPr>
          </p:nvSpPr>
          <p:spPr bwMode="auto">
            <a:xfrm>
              <a:off x="4573588" y="2406650"/>
              <a:ext cx="4763" cy="71438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128"/>
                </a:cxn>
                <a:cxn ang="0">
                  <a:pos x="0" y="128"/>
                </a:cxn>
                <a:cxn ang="0">
                  <a:pos x="0" y="130"/>
                </a:cxn>
                <a:cxn ang="0">
                  <a:pos x="1" y="131"/>
                </a:cxn>
                <a:cxn ang="0">
                  <a:pos x="3" y="132"/>
                </a:cxn>
                <a:cxn ang="0">
                  <a:pos x="5" y="133"/>
                </a:cxn>
                <a:cxn ang="0">
                  <a:pos x="6" y="132"/>
                </a:cxn>
                <a:cxn ang="0">
                  <a:pos x="8" y="131"/>
                </a:cxn>
                <a:cxn ang="0">
                  <a:pos x="9" y="130"/>
                </a:cxn>
                <a:cxn ang="0">
                  <a:pos x="9" y="128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9" y="3"/>
                </a:cxn>
                <a:cxn ang="0">
                  <a:pos x="8" y="1"/>
                </a:cxn>
                <a:cxn ang="0">
                  <a:pos x="6" y="1"/>
                </a:cxn>
                <a:cxn ang="0">
                  <a:pos x="5" y="0"/>
                </a:cxn>
                <a:cxn ang="0">
                  <a:pos x="3" y="1"/>
                </a:cxn>
                <a:cxn ang="0">
                  <a:pos x="1" y="1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9" h="133">
                  <a:moveTo>
                    <a:pt x="0" y="5"/>
                  </a:moveTo>
                  <a:lnTo>
                    <a:pt x="0" y="128"/>
                  </a:lnTo>
                  <a:lnTo>
                    <a:pt x="0" y="128"/>
                  </a:lnTo>
                  <a:lnTo>
                    <a:pt x="0" y="130"/>
                  </a:lnTo>
                  <a:lnTo>
                    <a:pt x="1" y="131"/>
                  </a:lnTo>
                  <a:lnTo>
                    <a:pt x="3" y="132"/>
                  </a:lnTo>
                  <a:lnTo>
                    <a:pt x="5" y="133"/>
                  </a:lnTo>
                  <a:lnTo>
                    <a:pt x="6" y="132"/>
                  </a:lnTo>
                  <a:lnTo>
                    <a:pt x="8" y="131"/>
                  </a:lnTo>
                  <a:lnTo>
                    <a:pt x="9" y="130"/>
                  </a:lnTo>
                  <a:lnTo>
                    <a:pt x="9" y="128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8" y="1"/>
                  </a:lnTo>
                  <a:lnTo>
                    <a:pt x="6" y="1"/>
                  </a:lnTo>
                  <a:lnTo>
                    <a:pt x="5" y="0"/>
                  </a:lnTo>
                  <a:lnTo>
                    <a:pt x="3" y="1"/>
                  </a:lnTo>
                  <a:lnTo>
                    <a:pt x="1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72" name="Freeform 188"/>
            <p:cNvSpPr/>
            <p:nvPr>
              <p:custDataLst>
                <p:tags r:id="rId27"/>
              </p:custDataLst>
            </p:nvPr>
          </p:nvSpPr>
          <p:spPr bwMode="auto">
            <a:xfrm>
              <a:off x="4602163" y="2432050"/>
              <a:ext cx="4763" cy="65088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118"/>
                </a:cxn>
                <a:cxn ang="0">
                  <a:pos x="0" y="118"/>
                </a:cxn>
                <a:cxn ang="0">
                  <a:pos x="0" y="120"/>
                </a:cxn>
                <a:cxn ang="0">
                  <a:pos x="1" y="121"/>
                </a:cxn>
                <a:cxn ang="0">
                  <a:pos x="2" y="123"/>
                </a:cxn>
                <a:cxn ang="0">
                  <a:pos x="4" y="123"/>
                </a:cxn>
                <a:cxn ang="0">
                  <a:pos x="6" y="123"/>
                </a:cxn>
                <a:cxn ang="0">
                  <a:pos x="7" y="121"/>
                </a:cxn>
                <a:cxn ang="0">
                  <a:pos x="8" y="120"/>
                </a:cxn>
                <a:cxn ang="0">
                  <a:pos x="9" y="118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8" y="3"/>
                </a:cxn>
                <a:cxn ang="0">
                  <a:pos x="7" y="1"/>
                </a:cxn>
                <a:cxn ang="0">
                  <a:pos x="6" y="1"/>
                </a:cxn>
                <a:cxn ang="0">
                  <a:pos x="4" y="0"/>
                </a:cxn>
                <a:cxn ang="0">
                  <a:pos x="2" y="1"/>
                </a:cxn>
                <a:cxn ang="0">
                  <a:pos x="1" y="1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9" h="123">
                  <a:moveTo>
                    <a:pt x="0" y="5"/>
                  </a:moveTo>
                  <a:lnTo>
                    <a:pt x="0" y="118"/>
                  </a:lnTo>
                  <a:lnTo>
                    <a:pt x="0" y="118"/>
                  </a:lnTo>
                  <a:lnTo>
                    <a:pt x="0" y="120"/>
                  </a:lnTo>
                  <a:lnTo>
                    <a:pt x="1" y="121"/>
                  </a:lnTo>
                  <a:lnTo>
                    <a:pt x="2" y="123"/>
                  </a:lnTo>
                  <a:lnTo>
                    <a:pt x="4" y="123"/>
                  </a:lnTo>
                  <a:lnTo>
                    <a:pt x="6" y="123"/>
                  </a:lnTo>
                  <a:lnTo>
                    <a:pt x="7" y="121"/>
                  </a:lnTo>
                  <a:lnTo>
                    <a:pt x="8" y="120"/>
                  </a:lnTo>
                  <a:lnTo>
                    <a:pt x="9" y="118"/>
                  </a:lnTo>
                  <a:lnTo>
                    <a:pt x="9" y="5"/>
                  </a:lnTo>
                  <a:lnTo>
                    <a:pt x="9" y="5"/>
                  </a:lnTo>
                  <a:lnTo>
                    <a:pt x="8" y="3"/>
                  </a:lnTo>
                  <a:lnTo>
                    <a:pt x="7" y="1"/>
                  </a:lnTo>
                  <a:lnTo>
                    <a:pt x="6" y="1"/>
                  </a:lnTo>
                  <a:lnTo>
                    <a:pt x="4" y="0"/>
                  </a:lnTo>
                  <a:lnTo>
                    <a:pt x="2" y="1"/>
                  </a:lnTo>
                  <a:lnTo>
                    <a:pt x="1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73" name="Freeform 189"/>
            <p:cNvSpPr/>
            <p:nvPr>
              <p:custDataLst>
                <p:tags r:id="rId28"/>
              </p:custDataLst>
            </p:nvPr>
          </p:nvSpPr>
          <p:spPr bwMode="auto">
            <a:xfrm>
              <a:off x="4624388" y="2457450"/>
              <a:ext cx="4763" cy="65088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119"/>
                </a:cxn>
                <a:cxn ang="0">
                  <a:pos x="0" y="119"/>
                </a:cxn>
                <a:cxn ang="0">
                  <a:pos x="0" y="121"/>
                </a:cxn>
                <a:cxn ang="0">
                  <a:pos x="1" y="122"/>
                </a:cxn>
                <a:cxn ang="0">
                  <a:pos x="3" y="123"/>
                </a:cxn>
                <a:cxn ang="0">
                  <a:pos x="4" y="123"/>
                </a:cxn>
                <a:cxn ang="0">
                  <a:pos x="6" y="123"/>
                </a:cxn>
                <a:cxn ang="0">
                  <a:pos x="8" y="122"/>
                </a:cxn>
                <a:cxn ang="0">
                  <a:pos x="9" y="121"/>
                </a:cxn>
                <a:cxn ang="0">
                  <a:pos x="9" y="119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9" y="3"/>
                </a:cxn>
                <a:cxn ang="0">
                  <a:pos x="8" y="1"/>
                </a:cxn>
                <a:cxn ang="0">
                  <a:pos x="6" y="0"/>
                </a:cxn>
                <a:cxn ang="0">
                  <a:pos x="4" y="0"/>
                </a:cxn>
                <a:cxn ang="0">
                  <a:pos x="3" y="0"/>
                </a:cxn>
                <a:cxn ang="0">
                  <a:pos x="1" y="1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9" h="123">
                  <a:moveTo>
                    <a:pt x="0" y="5"/>
                  </a:moveTo>
                  <a:lnTo>
                    <a:pt x="0" y="119"/>
                  </a:lnTo>
                  <a:lnTo>
                    <a:pt x="0" y="119"/>
                  </a:lnTo>
                  <a:lnTo>
                    <a:pt x="0" y="121"/>
                  </a:lnTo>
                  <a:lnTo>
                    <a:pt x="1" y="122"/>
                  </a:lnTo>
                  <a:lnTo>
                    <a:pt x="3" y="123"/>
                  </a:lnTo>
                  <a:lnTo>
                    <a:pt x="4" y="123"/>
                  </a:lnTo>
                  <a:lnTo>
                    <a:pt x="6" y="123"/>
                  </a:lnTo>
                  <a:lnTo>
                    <a:pt x="8" y="122"/>
                  </a:lnTo>
                  <a:lnTo>
                    <a:pt x="9" y="121"/>
                  </a:lnTo>
                  <a:lnTo>
                    <a:pt x="9" y="119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8" y="1"/>
                  </a:lnTo>
                  <a:lnTo>
                    <a:pt x="6" y="0"/>
                  </a:lnTo>
                  <a:lnTo>
                    <a:pt x="4" y="0"/>
                  </a:lnTo>
                  <a:lnTo>
                    <a:pt x="3" y="0"/>
                  </a:lnTo>
                  <a:lnTo>
                    <a:pt x="1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74" name="Freeform 190"/>
            <p:cNvSpPr/>
            <p:nvPr>
              <p:custDataLst>
                <p:tags r:id="rId29"/>
              </p:custDataLst>
            </p:nvPr>
          </p:nvSpPr>
          <p:spPr bwMode="auto">
            <a:xfrm>
              <a:off x="4651375" y="2482850"/>
              <a:ext cx="7938" cy="73025"/>
            </a:xfrm>
            <a:custGeom>
              <a:avLst/>
              <a:gdLst/>
              <a:ahLst/>
              <a:cxnLst>
                <a:cxn ang="0">
                  <a:pos x="5" y="5"/>
                </a:cxn>
                <a:cxn ang="0">
                  <a:pos x="5" y="5"/>
                </a:cxn>
                <a:cxn ang="0">
                  <a:pos x="2" y="30"/>
                </a:cxn>
                <a:cxn ang="0">
                  <a:pos x="1" y="42"/>
                </a:cxn>
                <a:cxn ang="0">
                  <a:pos x="0" y="55"/>
                </a:cxn>
                <a:cxn ang="0">
                  <a:pos x="0" y="132"/>
                </a:cxn>
                <a:cxn ang="0">
                  <a:pos x="0" y="132"/>
                </a:cxn>
                <a:cxn ang="0">
                  <a:pos x="1" y="134"/>
                </a:cxn>
                <a:cxn ang="0">
                  <a:pos x="2" y="136"/>
                </a:cxn>
                <a:cxn ang="0">
                  <a:pos x="3" y="137"/>
                </a:cxn>
                <a:cxn ang="0">
                  <a:pos x="5" y="137"/>
                </a:cxn>
                <a:cxn ang="0">
                  <a:pos x="7" y="137"/>
                </a:cxn>
                <a:cxn ang="0">
                  <a:pos x="8" y="136"/>
                </a:cxn>
                <a:cxn ang="0">
                  <a:pos x="9" y="134"/>
                </a:cxn>
                <a:cxn ang="0">
                  <a:pos x="10" y="132"/>
                </a:cxn>
                <a:cxn ang="0">
                  <a:pos x="10" y="62"/>
                </a:cxn>
                <a:cxn ang="0">
                  <a:pos x="10" y="62"/>
                </a:cxn>
                <a:cxn ang="0">
                  <a:pos x="10" y="47"/>
                </a:cxn>
                <a:cxn ang="0">
                  <a:pos x="11" y="33"/>
                </a:cxn>
                <a:cxn ang="0">
                  <a:pos x="14" y="5"/>
                </a:cxn>
                <a:cxn ang="0">
                  <a:pos x="14" y="5"/>
                </a:cxn>
                <a:cxn ang="0">
                  <a:pos x="14" y="3"/>
                </a:cxn>
                <a:cxn ang="0">
                  <a:pos x="13" y="1"/>
                </a:cxn>
                <a:cxn ang="0">
                  <a:pos x="12" y="0"/>
                </a:cxn>
                <a:cxn ang="0">
                  <a:pos x="10" y="0"/>
                </a:cxn>
                <a:cxn ang="0">
                  <a:pos x="7" y="1"/>
                </a:cxn>
                <a:cxn ang="0">
                  <a:pos x="6" y="3"/>
                </a:cxn>
                <a:cxn ang="0">
                  <a:pos x="5" y="5"/>
                </a:cxn>
                <a:cxn ang="0">
                  <a:pos x="5" y="5"/>
                </a:cxn>
              </a:cxnLst>
              <a:rect l="0" t="0" r="r" b="b"/>
              <a:pathLst>
                <a:path w="14" h="137">
                  <a:moveTo>
                    <a:pt x="5" y="5"/>
                  </a:moveTo>
                  <a:lnTo>
                    <a:pt x="5" y="5"/>
                  </a:lnTo>
                  <a:lnTo>
                    <a:pt x="2" y="30"/>
                  </a:lnTo>
                  <a:lnTo>
                    <a:pt x="1" y="42"/>
                  </a:lnTo>
                  <a:lnTo>
                    <a:pt x="0" y="55"/>
                  </a:lnTo>
                  <a:lnTo>
                    <a:pt x="0" y="132"/>
                  </a:lnTo>
                  <a:lnTo>
                    <a:pt x="0" y="132"/>
                  </a:lnTo>
                  <a:lnTo>
                    <a:pt x="1" y="134"/>
                  </a:lnTo>
                  <a:lnTo>
                    <a:pt x="2" y="136"/>
                  </a:lnTo>
                  <a:lnTo>
                    <a:pt x="3" y="137"/>
                  </a:lnTo>
                  <a:lnTo>
                    <a:pt x="5" y="137"/>
                  </a:lnTo>
                  <a:lnTo>
                    <a:pt x="7" y="137"/>
                  </a:lnTo>
                  <a:lnTo>
                    <a:pt x="8" y="136"/>
                  </a:lnTo>
                  <a:lnTo>
                    <a:pt x="9" y="134"/>
                  </a:lnTo>
                  <a:lnTo>
                    <a:pt x="10" y="132"/>
                  </a:lnTo>
                  <a:lnTo>
                    <a:pt x="10" y="62"/>
                  </a:lnTo>
                  <a:lnTo>
                    <a:pt x="10" y="62"/>
                  </a:lnTo>
                  <a:lnTo>
                    <a:pt x="10" y="47"/>
                  </a:lnTo>
                  <a:lnTo>
                    <a:pt x="11" y="33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3"/>
                  </a:lnTo>
                  <a:lnTo>
                    <a:pt x="13" y="1"/>
                  </a:lnTo>
                  <a:lnTo>
                    <a:pt x="12" y="0"/>
                  </a:lnTo>
                  <a:lnTo>
                    <a:pt x="10" y="0"/>
                  </a:lnTo>
                  <a:lnTo>
                    <a:pt x="7" y="1"/>
                  </a:lnTo>
                  <a:lnTo>
                    <a:pt x="6" y="3"/>
                  </a:lnTo>
                  <a:lnTo>
                    <a:pt x="5" y="5"/>
                  </a:lnTo>
                  <a:lnTo>
                    <a:pt x="5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75" name="Freeform 191"/>
            <p:cNvSpPr/>
            <p:nvPr>
              <p:custDataLst>
                <p:tags r:id="rId30"/>
              </p:custDataLst>
            </p:nvPr>
          </p:nvSpPr>
          <p:spPr bwMode="auto">
            <a:xfrm>
              <a:off x="4684713" y="2500313"/>
              <a:ext cx="4763" cy="87313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161"/>
                </a:cxn>
                <a:cxn ang="0">
                  <a:pos x="0" y="161"/>
                </a:cxn>
                <a:cxn ang="0">
                  <a:pos x="0" y="163"/>
                </a:cxn>
                <a:cxn ang="0">
                  <a:pos x="1" y="164"/>
                </a:cxn>
                <a:cxn ang="0">
                  <a:pos x="3" y="165"/>
                </a:cxn>
                <a:cxn ang="0">
                  <a:pos x="5" y="166"/>
                </a:cxn>
                <a:cxn ang="0">
                  <a:pos x="6" y="165"/>
                </a:cxn>
                <a:cxn ang="0">
                  <a:pos x="8" y="164"/>
                </a:cxn>
                <a:cxn ang="0">
                  <a:pos x="9" y="163"/>
                </a:cxn>
                <a:cxn ang="0">
                  <a:pos x="9" y="161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9" y="3"/>
                </a:cxn>
                <a:cxn ang="0">
                  <a:pos x="8" y="1"/>
                </a:cxn>
                <a:cxn ang="0">
                  <a:pos x="6" y="0"/>
                </a:cxn>
                <a:cxn ang="0">
                  <a:pos x="5" y="0"/>
                </a:cxn>
                <a:cxn ang="0">
                  <a:pos x="3" y="0"/>
                </a:cxn>
                <a:cxn ang="0">
                  <a:pos x="1" y="1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9" h="166">
                  <a:moveTo>
                    <a:pt x="0" y="5"/>
                  </a:moveTo>
                  <a:lnTo>
                    <a:pt x="0" y="161"/>
                  </a:lnTo>
                  <a:lnTo>
                    <a:pt x="0" y="161"/>
                  </a:lnTo>
                  <a:lnTo>
                    <a:pt x="0" y="163"/>
                  </a:lnTo>
                  <a:lnTo>
                    <a:pt x="1" y="164"/>
                  </a:lnTo>
                  <a:lnTo>
                    <a:pt x="3" y="165"/>
                  </a:lnTo>
                  <a:lnTo>
                    <a:pt x="5" y="166"/>
                  </a:lnTo>
                  <a:lnTo>
                    <a:pt x="6" y="165"/>
                  </a:lnTo>
                  <a:lnTo>
                    <a:pt x="8" y="164"/>
                  </a:lnTo>
                  <a:lnTo>
                    <a:pt x="9" y="163"/>
                  </a:lnTo>
                  <a:lnTo>
                    <a:pt x="9" y="161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8" y="1"/>
                  </a:lnTo>
                  <a:lnTo>
                    <a:pt x="6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1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76" name="Freeform 192"/>
            <p:cNvSpPr/>
            <p:nvPr>
              <p:custDataLst>
                <p:tags r:id="rId31"/>
              </p:custDataLst>
            </p:nvPr>
          </p:nvSpPr>
          <p:spPr bwMode="auto">
            <a:xfrm>
              <a:off x="4702175" y="2540000"/>
              <a:ext cx="7938" cy="69850"/>
            </a:xfrm>
            <a:custGeom>
              <a:avLst/>
              <a:gdLst/>
              <a:ahLst/>
              <a:cxnLst>
                <a:cxn ang="0">
                  <a:pos x="6" y="3"/>
                </a:cxn>
                <a:cxn ang="0">
                  <a:pos x="6" y="3"/>
                </a:cxn>
                <a:cxn ang="0">
                  <a:pos x="3" y="19"/>
                </a:cxn>
                <a:cxn ang="0">
                  <a:pos x="1" y="34"/>
                </a:cxn>
                <a:cxn ang="0">
                  <a:pos x="0" y="50"/>
                </a:cxn>
                <a:cxn ang="0">
                  <a:pos x="0" y="65"/>
                </a:cxn>
                <a:cxn ang="0">
                  <a:pos x="1" y="96"/>
                </a:cxn>
                <a:cxn ang="0">
                  <a:pos x="1" y="127"/>
                </a:cxn>
                <a:cxn ang="0">
                  <a:pos x="1" y="127"/>
                </a:cxn>
                <a:cxn ang="0">
                  <a:pos x="2" y="129"/>
                </a:cxn>
                <a:cxn ang="0">
                  <a:pos x="3" y="131"/>
                </a:cxn>
                <a:cxn ang="0">
                  <a:pos x="4" y="132"/>
                </a:cxn>
                <a:cxn ang="0">
                  <a:pos x="6" y="132"/>
                </a:cxn>
                <a:cxn ang="0">
                  <a:pos x="7" y="132"/>
                </a:cxn>
                <a:cxn ang="0">
                  <a:pos x="9" y="131"/>
                </a:cxn>
                <a:cxn ang="0">
                  <a:pos x="10" y="129"/>
                </a:cxn>
                <a:cxn ang="0">
                  <a:pos x="10" y="127"/>
                </a:cxn>
                <a:cxn ang="0">
                  <a:pos x="10" y="127"/>
                </a:cxn>
                <a:cxn ang="0">
                  <a:pos x="10" y="97"/>
                </a:cxn>
                <a:cxn ang="0">
                  <a:pos x="9" y="66"/>
                </a:cxn>
                <a:cxn ang="0">
                  <a:pos x="9" y="51"/>
                </a:cxn>
                <a:cxn ang="0">
                  <a:pos x="10" y="36"/>
                </a:cxn>
                <a:cxn ang="0">
                  <a:pos x="12" y="21"/>
                </a:cxn>
                <a:cxn ang="0">
                  <a:pos x="15" y="5"/>
                </a:cxn>
                <a:cxn ang="0">
                  <a:pos x="15" y="5"/>
                </a:cxn>
                <a:cxn ang="0">
                  <a:pos x="15" y="3"/>
                </a:cxn>
                <a:cxn ang="0">
                  <a:pos x="14" y="2"/>
                </a:cxn>
                <a:cxn ang="0">
                  <a:pos x="13" y="0"/>
                </a:cxn>
                <a:cxn ang="0">
                  <a:pos x="11" y="0"/>
                </a:cxn>
                <a:cxn ang="0">
                  <a:pos x="10" y="0"/>
                </a:cxn>
                <a:cxn ang="0">
                  <a:pos x="8" y="0"/>
                </a:cxn>
                <a:cxn ang="0">
                  <a:pos x="7" y="1"/>
                </a:cxn>
                <a:cxn ang="0">
                  <a:pos x="6" y="3"/>
                </a:cxn>
                <a:cxn ang="0">
                  <a:pos x="6" y="3"/>
                </a:cxn>
              </a:cxnLst>
              <a:rect l="0" t="0" r="r" b="b"/>
              <a:pathLst>
                <a:path w="15" h="132">
                  <a:moveTo>
                    <a:pt x="6" y="3"/>
                  </a:moveTo>
                  <a:lnTo>
                    <a:pt x="6" y="3"/>
                  </a:lnTo>
                  <a:lnTo>
                    <a:pt x="3" y="19"/>
                  </a:lnTo>
                  <a:lnTo>
                    <a:pt x="1" y="34"/>
                  </a:lnTo>
                  <a:lnTo>
                    <a:pt x="0" y="50"/>
                  </a:lnTo>
                  <a:lnTo>
                    <a:pt x="0" y="65"/>
                  </a:lnTo>
                  <a:lnTo>
                    <a:pt x="1" y="96"/>
                  </a:lnTo>
                  <a:lnTo>
                    <a:pt x="1" y="127"/>
                  </a:lnTo>
                  <a:lnTo>
                    <a:pt x="1" y="127"/>
                  </a:lnTo>
                  <a:lnTo>
                    <a:pt x="2" y="129"/>
                  </a:lnTo>
                  <a:lnTo>
                    <a:pt x="3" y="131"/>
                  </a:lnTo>
                  <a:lnTo>
                    <a:pt x="4" y="132"/>
                  </a:lnTo>
                  <a:lnTo>
                    <a:pt x="6" y="132"/>
                  </a:lnTo>
                  <a:lnTo>
                    <a:pt x="7" y="132"/>
                  </a:lnTo>
                  <a:lnTo>
                    <a:pt x="9" y="131"/>
                  </a:lnTo>
                  <a:lnTo>
                    <a:pt x="10" y="129"/>
                  </a:lnTo>
                  <a:lnTo>
                    <a:pt x="10" y="127"/>
                  </a:lnTo>
                  <a:lnTo>
                    <a:pt x="10" y="127"/>
                  </a:lnTo>
                  <a:lnTo>
                    <a:pt x="10" y="97"/>
                  </a:lnTo>
                  <a:lnTo>
                    <a:pt x="9" y="66"/>
                  </a:lnTo>
                  <a:lnTo>
                    <a:pt x="9" y="51"/>
                  </a:lnTo>
                  <a:lnTo>
                    <a:pt x="10" y="36"/>
                  </a:lnTo>
                  <a:lnTo>
                    <a:pt x="12" y="21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3"/>
                  </a:lnTo>
                  <a:lnTo>
                    <a:pt x="14" y="2"/>
                  </a:lnTo>
                  <a:lnTo>
                    <a:pt x="13" y="0"/>
                  </a:lnTo>
                  <a:lnTo>
                    <a:pt x="11" y="0"/>
                  </a:lnTo>
                  <a:lnTo>
                    <a:pt x="10" y="0"/>
                  </a:lnTo>
                  <a:lnTo>
                    <a:pt x="8" y="0"/>
                  </a:lnTo>
                  <a:lnTo>
                    <a:pt x="7" y="1"/>
                  </a:lnTo>
                  <a:lnTo>
                    <a:pt x="6" y="3"/>
                  </a:lnTo>
                  <a:lnTo>
                    <a:pt x="6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77" name="Freeform 193"/>
            <p:cNvSpPr/>
            <p:nvPr>
              <p:custDataLst>
                <p:tags r:id="rId32"/>
              </p:custDataLst>
            </p:nvPr>
          </p:nvSpPr>
          <p:spPr bwMode="auto">
            <a:xfrm>
              <a:off x="4727575" y="2568575"/>
              <a:ext cx="9525" cy="52388"/>
            </a:xfrm>
            <a:custGeom>
              <a:avLst/>
              <a:gdLst/>
              <a:ahLst/>
              <a:cxnLst>
                <a:cxn ang="0">
                  <a:pos x="10" y="3"/>
                </a:cxn>
                <a:cxn ang="0">
                  <a:pos x="10" y="3"/>
                </a:cxn>
                <a:cxn ang="0">
                  <a:pos x="3" y="48"/>
                </a:cxn>
                <a:cxn ang="0">
                  <a:pos x="1" y="72"/>
                </a:cxn>
                <a:cxn ang="0">
                  <a:pos x="0" y="95"/>
                </a:cxn>
                <a:cxn ang="0">
                  <a:pos x="0" y="95"/>
                </a:cxn>
                <a:cxn ang="0">
                  <a:pos x="0" y="97"/>
                </a:cxn>
                <a:cxn ang="0">
                  <a:pos x="1" y="98"/>
                </a:cxn>
                <a:cxn ang="0">
                  <a:pos x="3" y="99"/>
                </a:cxn>
                <a:cxn ang="0">
                  <a:pos x="6" y="99"/>
                </a:cxn>
                <a:cxn ang="0">
                  <a:pos x="7" y="99"/>
                </a:cxn>
                <a:cxn ang="0">
                  <a:pos x="9" y="98"/>
                </a:cxn>
                <a:cxn ang="0">
                  <a:pos x="10" y="97"/>
                </a:cxn>
                <a:cxn ang="0">
                  <a:pos x="10" y="95"/>
                </a:cxn>
                <a:cxn ang="0">
                  <a:pos x="10" y="95"/>
                </a:cxn>
                <a:cxn ang="0">
                  <a:pos x="11" y="72"/>
                </a:cxn>
                <a:cxn ang="0">
                  <a:pos x="13" y="50"/>
                </a:cxn>
                <a:cxn ang="0">
                  <a:pos x="19" y="6"/>
                </a:cxn>
                <a:cxn ang="0">
                  <a:pos x="19" y="6"/>
                </a:cxn>
                <a:cxn ang="0">
                  <a:pos x="19" y="4"/>
                </a:cxn>
                <a:cxn ang="0">
                  <a:pos x="18" y="2"/>
                </a:cxn>
                <a:cxn ang="0">
                  <a:pos x="15" y="0"/>
                </a:cxn>
                <a:cxn ang="0">
                  <a:pos x="14" y="0"/>
                </a:cxn>
                <a:cxn ang="0">
                  <a:pos x="12" y="0"/>
                </a:cxn>
                <a:cxn ang="0">
                  <a:pos x="11" y="2"/>
                </a:cxn>
                <a:cxn ang="0">
                  <a:pos x="10" y="3"/>
                </a:cxn>
                <a:cxn ang="0">
                  <a:pos x="10" y="3"/>
                </a:cxn>
              </a:cxnLst>
              <a:rect l="0" t="0" r="r" b="b"/>
              <a:pathLst>
                <a:path w="19" h="99">
                  <a:moveTo>
                    <a:pt x="10" y="3"/>
                  </a:moveTo>
                  <a:lnTo>
                    <a:pt x="10" y="3"/>
                  </a:lnTo>
                  <a:lnTo>
                    <a:pt x="3" y="48"/>
                  </a:lnTo>
                  <a:lnTo>
                    <a:pt x="1" y="72"/>
                  </a:lnTo>
                  <a:lnTo>
                    <a:pt x="0" y="95"/>
                  </a:lnTo>
                  <a:lnTo>
                    <a:pt x="0" y="95"/>
                  </a:lnTo>
                  <a:lnTo>
                    <a:pt x="0" y="97"/>
                  </a:lnTo>
                  <a:lnTo>
                    <a:pt x="1" y="98"/>
                  </a:lnTo>
                  <a:lnTo>
                    <a:pt x="3" y="99"/>
                  </a:lnTo>
                  <a:lnTo>
                    <a:pt x="6" y="99"/>
                  </a:lnTo>
                  <a:lnTo>
                    <a:pt x="7" y="99"/>
                  </a:lnTo>
                  <a:lnTo>
                    <a:pt x="9" y="98"/>
                  </a:lnTo>
                  <a:lnTo>
                    <a:pt x="10" y="97"/>
                  </a:lnTo>
                  <a:lnTo>
                    <a:pt x="10" y="95"/>
                  </a:lnTo>
                  <a:lnTo>
                    <a:pt x="10" y="95"/>
                  </a:lnTo>
                  <a:lnTo>
                    <a:pt x="11" y="72"/>
                  </a:lnTo>
                  <a:lnTo>
                    <a:pt x="13" y="50"/>
                  </a:lnTo>
                  <a:lnTo>
                    <a:pt x="19" y="6"/>
                  </a:lnTo>
                  <a:lnTo>
                    <a:pt x="19" y="6"/>
                  </a:lnTo>
                  <a:lnTo>
                    <a:pt x="19" y="4"/>
                  </a:lnTo>
                  <a:lnTo>
                    <a:pt x="18" y="2"/>
                  </a:lnTo>
                  <a:lnTo>
                    <a:pt x="15" y="0"/>
                  </a:lnTo>
                  <a:lnTo>
                    <a:pt x="14" y="0"/>
                  </a:lnTo>
                  <a:lnTo>
                    <a:pt x="12" y="0"/>
                  </a:lnTo>
                  <a:lnTo>
                    <a:pt x="11" y="2"/>
                  </a:lnTo>
                  <a:lnTo>
                    <a:pt x="10" y="3"/>
                  </a:lnTo>
                  <a:lnTo>
                    <a:pt x="10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78" name="Freeform 194"/>
            <p:cNvSpPr/>
            <p:nvPr>
              <p:custDataLst>
                <p:tags r:id="rId33"/>
              </p:custDataLst>
            </p:nvPr>
          </p:nvSpPr>
          <p:spPr bwMode="auto">
            <a:xfrm>
              <a:off x="4748213" y="2590800"/>
              <a:ext cx="4763" cy="57150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104"/>
                </a:cxn>
                <a:cxn ang="0">
                  <a:pos x="0" y="104"/>
                </a:cxn>
                <a:cxn ang="0">
                  <a:pos x="0" y="107"/>
                </a:cxn>
                <a:cxn ang="0">
                  <a:pos x="1" y="109"/>
                </a:cxn>
                <a:cxn ang="0">
                  <a:pos x="3" y="109"/>
                </a:cxn>
                <a:cxn ang="0">
                  <a:pos x="4" y="110"/>
                </a:cxn>
                <a:cxn ang="0">
                  <a:pos x="6" y="109"/>
                </a:cxn>
                <a:cxn ang="0">
                  <a:pos x="7" y="109"/>
                </a:cxn>
                <a:cxn ang="0">
                  <a:pos x="9" y="107"/>
                </a:cxn>
                <a:cxn ang="0">
                  <a:pos x="9" y="104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9" y="3"/>
                </a:cxn>
                <a:cxn ang="0">
                  <a:pos x="7" y="2"/>
                </a:cxn>
                <a:cxn ang="0">
                  <a:pos x="6" y="1"/>
                </a:cxn>
                <a:cxn ang="0">
                  <a:pos x="4" y="0"/>
                </a:cxn>
                <a:cxn ang="0">
                  <a:pos x="3" y="1"/>
                </a:cxn>
                <a:cxn ang="0">
                  <a:pos x="1" y="2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9" h="110">
                  <a:moveTo>
                    <a:pt x="0" y="5"/>
                  </a:moveTo>
                  <a:lnTo>
                    <a:pt x="0" y="104"/>
                  </a:lnTo>
                  <a:lnTo>
                    <a:pt x="0" y="104"/>
                  </a:lnTo>
                  <a:lnTo>
                    <a:pt x="0" y="107"/>
                  </a:lnTo>
                  <a:lnTo>
                    <a:pt x="1" y="109"/>
                  </a:lnTo>
                  <a:lnTo>
                    <a:pt x="3" y="109"/>
                  </a:lnTo>
                  <a:lnTo>
                    <a:pt x="4" y="110"/>
                  </a:lnTo>
                  <a:lnTo>
                    <a:pt x="6" y="109"/>
                  </a:lnTo>
                  <a:lnTo>
                    <a:pt x="7" y="109"/>
                  </a:lnTo>
                  <a:lnTo>
                    <a:pt x="9" y="107"/>
                  </a:lnTo>
                  <a:lnTo>
                    <a:pt x="9" y="104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7" y="2"/>
                  </a:lnTo>
                  <a:lnTo>
                    <a:pt x="6" y="1"/>
                  </a:lnTo>
                  <a:lnTo>
                    <a:pt x="4" y="0"/>
                  </a:lnTo>
                  <a:lnTo>
                    <a:pt x="3" y="1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79" name="Freeform 195"/>
            <p:cNvSpPr/>
            <p:nvPr>
              <p:custDataLst>
                <p:tags r:id="rId34"/>
              </p:custDataLst>
            </p:nvPr>
          </p:nvSpPr>
          <p:spPr bwMode="auto">
            <a:xfrm>
              <a:off x="4641850" y="2751138"/>
              <a:ext cx="7938" cy="26988"/>
            </a:xfrm>
            <a:custGeom>
              <a:avLst/>
              <a:gdLst/>
              <a:ahLst/>
              <a:cxnLst>
                <a:cxn ang="0">
                  <a:pos x="15" y="46"/>
                </a:cxn>
                <a:cxn ang="0">
                  <a:pos x="15" y="46"/>
                </a:cxn>
                <a:cxn ang="0">
                  <a:pos x="12" y="36"/>
                </a:cxn>
                <a:cxn ang="0">
                  <a:pos x="11" y="26"/>
                </a:cxn>
                <a:cxn ang="0">
                  <a:pos x="10" y="5"/>
                </a:cxn>
                <a:cxn ang="0">
                  <a:pos x="10" y="5"/>
                </a:cxn>
                <a:cxn ang="0">
                  <a:pos x="10" y="3"/>
                </a:cxn>
                <a:cxn ang="0">
                  <a:pos x="8" y="1"/>
                </a:cxn>
                <a:cxn ang="0">
                  <a:pos x="6" y="1"/>
                </a:cxn>
                <a:cxn ang="0">
                  <a:pos x="5" y="0"/>
                </a:cxn>
                <a:cxn ang="0">
                  <a:pos x="3" y="1"/>
                </a:cxn>
                <a:cxn ang="0">
                  <a:pos x="1" y="1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1" y="27"/>
                </a:cxn>
                <a:cxn ang="0">
                  <a:pos x="2" y="38"/>
                </a:cxn>
                <a:cxn ang="0">
                  <a:pos x="5" y="48"/>
                </a:cxn>
                <a:cxn ang="0">
                  <a:pos x="5" y="48"/>
                </a:cxn>
                <a:cxn ang="0">
                  <a:pos x="6" y="50"/>
                </a:cxn>
                <a:cxn ang="0">
                  <a:pos x="7" y="51"/>
                </a:cxn>
                <a:cxn ang="0">
                  <a:pos x="10" y="51"/>
                </a:cxn>
                <a:cxn ang="0">
                  <a:pos x="11" y="51"/>
                </a:cxn>
                <a:cxn ang="0">
                  <a:pos x="13" y="51"/>
                </a:cxn>
                <a:cxn ang="0">
                  <a:pos x="14" y="49"/>
                </a:cxn>
                <a:cxn ang="0">
                  <a:pos x="15" y="48"/>
                </a:cxn>
                <a:cxn ang="0">
                  <a:pos x="15" y="46"/>
                </a:cxn>
                <a:cxn ang="0">
                  <a:pos x="15" y="46"/>
                </a:cxn>
              </a:cxnLst>
              <a:rect l="0" t="0" r="r" b="b"/>
              <a:pathLst>
                <a:path w="15" h="51">
                  <a:moveTo>
                    <a:pt x="15" y="46"/>
                  </a:moveTo>
                  <a:lnTo>
                    <a:pt x="15" y="46"/>
                  </a:lnTo>
                  <a:lnTo>
                    <a:pt x="12" y="36"/>
                  </a:lnTo>
                  <a:lnTo>
                    <a:pt x="11" y="26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0" y="3"/>
                  </a:lnTo>
                  <a:lnTo>
                    <a:pt x="8" y="1"/>
                  </a:lnTo>
                  <a:lnTo>
                    <a:pt x="6" y="1"/>
                  </a:lnTo>
                  <a:lnTo>
                    <a:pt x="5" y="0"/>
                  </a:lnTo>
                  <a:lnTo>
                    <a:pt x="3" y="1"/>
                  </a:lnTo>
                  <a:lnTo>
                    <a:pt x="1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lnTo>
                    <a:pt x="1" y="27"/>
                  </a:lnTo>
                  <a:lnTo>
                    <a:pt x="2" y="38"/>
                  </a:lnTo>
                  <a:lnTo>
                    <a:pt x="5" y="48"/>
                  </a:lnTo>
                  <a:lnTo>
                    <a:pt x="5" y="48"/>
                  </a:lnTo>
                  <a:lnTo>
                    <a:pt x="6" y="50"/>
                  </a:lnTo>
                  <a:lnTo>
                    <a:pt x="7" y="51"/>
                  </a:lnTo>
                  <a:lnTo>
                    <a:pt x="10" y="51"/>
                  </a:lnTo>
                  <a:lnTo>
                    <a:pt x="11" y="51"/>
                  </a:lnTo>
                  <a:lnTo>
                    <a:pt x="13" y="51"/>
                  </a:lnTo>
                  <a:lnTo>
                    <a:pt x="14" y="49"/>
                  </a:lnTo>
                  <a:lnTo>
                    <a:pt x="15" y="48"/>
                  </a:lnTo>
                  <a:lnTo>
                    <a:pt x="15" y="46"/>
                  </a:lnTo>
                  <a:lnTo>
                    <a:pt x="15" y="46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80" name="Freeform 196"/>
            <p:cNvSpPr/>
            <p:nvPr>
              <p:custDataLst>
                <p:tags r:id="rId35"/>
              </p:custDataLst>
            </p:nvPr>
          </p:nvSpPr>
          <p:spPr bwMode="auto">
            <a:xfrm>
              <a:off x="4675188" y="2751138"/>
              <a:ext cx="12700" cy="34925"/>
            </a:xfrm>
            <a:custGeom>
              <a:avLst/>
              <a:gdLst/>
              <a:ahLst/>
              <a:cxnLst>
                <a:cxn ang="0">
                  <a:pos x="18" y="39"/>
                </a:cxn>
                <a:cxn ang="0">
                  <a:pos x="18" y="39"/>
                </a:cxn>
                <a:cxn ang="0">
                  <a:pos x="14" y="31"/>
                </a:cxn>
                <a:cxn ang="0">
                  <a:pos x="12" y="23"/>
                </a:cxn>
                <a:cxn ang="0">
                  <a:pos x="9" y="13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8" y="3"/>
                </a:cxn>
                <a:cxn ang="0">
                  <a:pos x="7" y="1"/>
                </a:cxn>
                <a:cxn ang="0">
                  <a:pos x="6" y="1"/>
                </a:cxn>
                <a:cxn ang="0">
                  <a:pos x="4" y="0"/>
                </a:cxn>
                <a:cxn ang="0">
                  <a:pos x="3" y="1"/>
                </a:cxn>
                <a:cxn ang="0">
                  <a:pos x="1" y="1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17"/>
                </a:cxn>
                <a:cxn ang="0">
                  <a:pos x="1" y="24"/>
                </a:cxn>
                <a:cxn ang="0">
                  <a:pos x="3" y="30"/>
                </a:cxn>
                <a:cxn ang="0">
                  <a:pos x="3" y="30"/>
                </a:cxn>
                <a:cxn ang="0">
                  <a:pos x="6" y="38"/>
                </a:cxn>
                <a:cxn ang="0">
                  <a:pos x="9" y="45"/>
                </a:cxn>
                <a:cxn ang="0">
                  <a:pos x="13" y="54"/>
                </a:cxn>
                <a:cxn ang="0">
                  <a:pos x="14" y="62"/>
                </a:cxn>
                <a:cxn ang="0">
                  <a:pos x="14" y="62"/>
                </a:cxn>
                <a:cxn ang="0">
                  <a:pos x="15" y="64"/>
                </a:cxn>
                <a:cxn ang="0">
                  <a:pos x="16" y="65"/>
                </a:cxn>
                <a:cxn ang="0">
                  <a:pos x="18" y="66"/>
                </a:cxn>
                <a:cxn ang="0">
                  <a:pos x="19" y="66"/>
                </a:cxn>
                <a:cxn ang="0">
                  <a:pos x="21" y="66"/>
                </a:cxn>
                <a:cxn ang="0">
                  <a:pos x="22" y="65"/>
                </a:cxn>
                <a:cxn ang="0">
                  <a:pos x="23" y="64"/>
                </a:cxn>
                <a:cxn ang="0">
                  <a:pos x="24" y="62"/>
                </a:cxn>
                <a:cxn ang="0">
                  <a:pos x="24" y="62"/>
                </a:cxn>
                <a:cxn ang="0">
                  <a:pos x="23" y="56"/>
                </a:cxn>
                <a:cxn ang="0">
                  <a:pos x="22" y="49"/>
                </a:cxn>
                <a:cxn ang="0">
                  <a:pos x="18" y="39"/>
                </a:cxn>
                <a:cxn ang="0">
                  <a:pos x="18" y="39"/>
                </a:cxn>
              </a:cxnLst>
              <a:rect l="0" t="0" r="r" b="b"/>
              <a:pathLst>
                <a:path w="24" h="66">
                  <a:moveTo>
                    <a:pt x="18" y="39"/>
                  </a:moveTo>
                  <a:lnTo>
                    <a:pt x="18" y="39"/>
                  </a:lnTo>
                  <a:lnTo>
                    <a:pt x="14" y="31"/>
                  </a:lnTo>
                  <a:lnTo>
                    <a:pt x="12" y="23"/>
                  </a:lnTo>
                  <a:lnTo>
                    <a:pt x="9" y="13"/>
                  </a:lnTo>
                  <a:lnTo>
                    <a:pt x="9" y="5"/>
                  </a:lnTo>
                  <a:lnTo>
                    <a:pt x="9" y="5"/>
                  </a:lnTo>
                  <a:lnTo>
                    <a:pt x="8" y="3"/>
                  </a:lnTo>
                  <a:lnTo>
                    <a:pt x="7" y="1"/>
                  </a:lnTo>
                  <a:lnTo>
                    <a:pt x="6" y="1"/>
                  </a:lnTo>
                  <a:lnTo>
                    <a:pt x="4" y="0"/>
                  </a:lnTo>
                  <a:lnTo>
                    <a:pt x="3" y="1"/>
                  </a:lnTo>
                  <a:lnTo>
                    <a:pt x="1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17"/>
                  </a:lnTo>
                  <a:lnTo>
                    <a:pt x="1" y="24"/>
                  </a:lnTo>
                  <a:lnTo>
                    <a:pt x="3" y="30"/>
                  </a:lnTo>
                  <a:lnTo>
                    <a:pt x="3" y="30"/>
                  </a:lnTo>
                  <a:lnTo>
                    <a:pt x="6" y="38"/>
                  </a:lnTo>
                  <a:lnTo>
                    <a:pt x="9" y="45"/>
                  </a:lnTo>
                  <a:lnTo>
                    <a:pt x="13" y="54"/>
                  </a:lnTo>
                  <a:lnTo>
                    <a:pt x="14" y="62"/>
                  </a:lnTo>
                  <a:lnTo>
                    <a:pt x="14" y="62"/>
                  </a:lnTo>
                  <a:lnTo>
                    <a:pt x="15" y="64"/>
                  </a:lnTo>
                  <a:lnTo>
                    <a:pt x="16" y="65"/>
                  </a:lnTo>
                  <a:lnTo>
                    <a:pt x="18" y="66"/>
                  </a:lnTo>
                  <a:lnTo>
                    <a:pt x="19" y="66"/>
                  </a:lnTo>
                  <a:lnTo>
                    <a:pt x="21" y="66"/>
                  </a:lnTo>
                  <a:lnTo>
                    <a:pt x="22" y="65"/>
                  </a:lnTo>
                  <a:lnTo>
                    <a:pt x="23" y="64"/>
                  </a:lnTo>
                  <a:lnTo>
                    <a:pt x="24" y="62"/>
                  </a:lnTo>
                  <a:lnTo>
                    <a:pt x="24" y="62"/>
                  </a:lnTo>
                  <a:lnTo>
                    <a:pt x="23" y="56"/>
                  </a:lnTo>
                  <a:lnTo>
                    <a:pt x="22" y="49"/>
                  </a:lnTo>
                  <a:lnTo>
                    <a:pt x="18" y="39"/>
                  </a:lnTo>
                  <a:lnTo>
                    <a:pt x="18" y="39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81" name="Freeform 197"/>
            <p:cNvSpPr/>
            <p:nvPr>
              <p:custDataLst>
                <p:tags r:id="rId36"/>
              </p:custDataLst>
            </p:nvPr>
          </p:nvSpPr>
          <p:spPr bwMode="auto">
            <a:xfrm>
              <a:off x="4710113" y="2759075"/>
              <a:ext cx="9525" cy="44450"/>
            </a:xfrm>
            <a:custGeom>
              <a:avLst/>
              <a:gdLst/>
              <a:ahLst/>
              <a:cxnLst>
                <a:cxn ang="0">
                  <a:pos x="10" y="4"/>
                </a:cxn>
                <a:cxn ang="0">
                  <a:pos x="10" y="4"/>
                </a:cxn>
                <a:cxn ang="0">
                  <a:pos x="10" y="2"/>
                </a:cxn>
                <a:cxn ang="0">
                  <a:pos x="9" y="1"/>
                </a:cxn>
                <a:cxn ang="0">
                  <a:pos x="6" y="0"/>
                </a:cxn>
                <a:cxn ang="0">
                  <a:pos x="4" y="0"/>
                </a:cxn>
                <a:cxn ang="0">
                  <a:pos x="3" y="0"/>
                </a:cxn>
                <a:cxn ang="0">
                  <a:pos x="1" y="1"/>
                </a:cxn>
                <a:cxn ang="0">
                  <a:pos x="0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1" y="24"/>
                </a:cxn>
                <a:cxn ang="0">
                  <a:pos x="3" y="44"/>
                </a:cxn>
                <a:cxn ang="0">
                  <a:pos x="6" y="63"/>
                </a:cxn>
                <a:cxn ang="0">
                  <a:pos x="10" y="82"/>
                </a:cxn>
                <a:cxn ang="0">
                  <a:pos x="10" y="82"/>
                </a:cxn>
                <a:cxn ang="0">
                  <a:pos x="11" y="84"/>
                </a:cxn>
                <a:cxn ang="0">
                  <a:pos x="12" y="85"/>
                </a:cxn>
                <a:cxn ang="0">
                  <a:pos x="14" y="85"/>
                </a:cxn>
                <a:cxn ang="0">
                  <a:pos x="16" y="85"/>
                </a:cxn>
                <a:cxn ang="0">
                  <a:pos x="17" y="84"/>
                </a:cxn>
                <a:cxn ang="0">
                  <a:pos x="18" y="83"/>
                </a:cxn>
                <a:cxn ang="0">
                  <a:pos x="19" y="82"/>
                </a:cxn>
                <a:cxn ang="0">
                  <a:pos x="19" y="80"/>
                </a:cxn>
                <a:cxn ang="0">
                  <a:pos x="19" y="80"/>
                </a:cxn>
                <a:cxn ang="0">
                  <a:pos x="16" y="61"/>
                </a:cxn>
                <a:cxn ang="0">
                  <a:pos x="13" y="43"/>
                </a:cxn>
                <a:cxn ang="0">
                  <a:pos x="11" y="24"/>
                </a:cxn>
                <a:cxn ang="0">
                  <a:pos x="10" y="4"/>
                </a:cxn>
                <a:cxn ang="0">
                  <a:pos x="10" y="4"/>
                </a:cxn>
              </a:cxnLst>
              <a:rect l="0" t="0" r="r" b="b"/>
              <a:pathLst>
                <a:path w="19" h="85">
                  <a:moveTo>
                    <a:pt x="10" y="4"/>
                  </a:moveTo>
                  <a:lnTo>
                    <a:pt x="10" y="4"/>
                  </a:lnTo>
                  <a:lnTo>
                    <a:pt x="10" y="2"/>
                  </a:lnTo>
                  <a:lnTo>
                    <a:pt x="9" y="1"/>
                  </a:lnTo>
                  <a:lnTo>
                    <a:pt x="6" y="0"/>
                  </a:lnTo>
                  <a:lnTo>
                    <a:pt x="4" y="0"/>
                  </a:lnTo>
                  <a:lnTo>
                    <a:pt x="3" y="0"/>
                  </a:lnTo>
                  <a:lnTo>
                    <a:pt x="1" y="1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1" y="24"/>
                  </a:lnTo>
                  <a:lnTo>
                    <a:pt x="3" y="44"/>
                  </a:lnTo>
                  <a:lnTo>
                    <a:pt x="6" y="63"/>
                  </a:lnTo>
                  <a:lnTo>
                    <a:pt x="10" y="82"/>
                  </a:lnTo>
                  <a:lnTo>
                    <a:pt x="10" y="82"/>
                  </a:lnTo>
                  <a:lnTo>
                    <a:pt x="11" y="84"/>
                  </a:lnTo>
                  <a:lnTo>
                    <a:pt x="12" y="85"/>
                  </a:lnTo>
                  <a:lnTo>
                    <a:pt x="14" y="85"/>
                  </a:lnTo>
                  <a:lnTo>
                    <a:pt x="16" y="85"/>
                  </a:lnTo>
                  <a:lnTo>
                    <a:pt x="17" y="84"/>
                  </a:lnTo>
                  <a:lnTo>
                    <a:pt x="18" y="83"/>
                  </a:lnTo>
                  <a:lnTo>
                    <a:pt x="19" y="82"/>
                  </a:lnTo>
                  <a:lnTo>
                    <a:pt x="19" y="80"/>
                  </a:lnTo>
                  <a:lnTo>
                    <a:pt x="19" y="80"/>
                  </a:lnTo>
                  <a:lnTo>
                    <a:pt x="16" y="61"/>
                  </a:lnTo>
                  <a:lnTo>
                    <a:pt x="13" y="43"/>
                  </a:lnTo>
                  <a:lnTo>
                    <a:pt x="11" y="24"/>
                  </a:lnTo>
                  <a:lnTo>
                    <a:pt x="10" y="4"/>
                  </a:lnTo>
                  <a:lnTo>
                    <a:pt x="10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82" name="Freeform 198"/>
            <p:cNvSpPr/>
            <p:nvPr>
              <p:custDataLst>
                <p:tags r:id="rId37"/>
              </p:custDataLst>
            </p:nvPr>
          </p:nvSpPr>
          <p:spPr bwMode="auto">
            <a:xfrm>
              <a:off x="4416425" y="2370138"/>
              <a:ext cx="15875" cy="106363"/>
            </a:xfrm>
            <a:custGeom>
              <a:avLst/>
              <a:gdLst/>
              <a:ahLst/>
              <a:cxnLst>
                <a:cxn ang="0">
                  <a:pos x="19" y="3"/>
                </a:cxn>
                <a:cxn ang="0">
                  <a:pos x="19" y="3"/>
                </a:cxn>
                <a:cxn ang="0">
                  <a:pos x="14" y="24"/>
                </a:cxn>
                <a:cxn ang="0">
                  <a:pos x="13" y="34"/>
                </a:cxn>
                <a:cxn ang="0">
                  <a:pos x="13" y="45"/>
                </a:cxn>
                <a:cxn ang="0">
                  <a:pos x="13" y="98"/>
                </a:cxn>
                <a:cxn ang="0">
                  <a:pos x="13" y="98"/>
                </a:cxn>
                <a:cxn ang="0">
                  <a:pos x="13" y="124"/>
                </a:cxn>
                <a:cxn ang="0">
                  <a:pos x="12" y="136"/>
                </a:cxn>
                <a:cxn ang="0">
                  <a:pos x="10" y="149"/>
                </a:cxn>
                <a:cxn ang="0">
                  <a:pos x="10" y="149"/>
                </a:cxn>
                <a:cxn ang="0">
                  <a:pos x="4" y="171"/>
                </a:cxn>
                <a:cxn ang="0">
                  <a:pos x="2" y="183"/>
                </a:cxn>
                <a:cxn ang="0">
                  <a:pos x="0" y="194"/>
                </a:cxn>
                <a:cxn ang="0">
                  <a:pos x="0" y="194"/>
                </a:cxn>
                <a:cxn ang="0">
                  <a:pos x="1" y="196"/>
                </a:cxn>
                <a:cxn ang="0">
                  <a:pos x="2" y="197"/>
                </a:cxn>
                <a:cxn ang="0">
                  <a:pos x="3" y="198"/>
                </a:cxn>
                <a:cxn ang="0">
                  <a:pos x="5" y="199"/>
                </a:cxn>
                <a:cxn ang="0">
                  <a:pos x="6" y="198"/>
                </a:cxn>
                <a:cxn ang="0">
                  <a:pos x="8" y="197"/>
                </a:cxn>
                <a:cxn ang="0">
                  <a:pos x="9" y="196"/>
                </a:cxn>
                <a:cxn ang="0">
                  <a:pos x="10" y="194"/>
                </a:cxn>
                <a:cxn ang="0">
                  <a:pos x="10" y="194"/>
                </a:cxn>
                <a:cxn ang="0">
                  <a:pos x="11" y="182"/>
                </a:cxn>
                <a:cxn ang="0">
                  <a:pos x="14" y="169"/>
                </a:cxn>
                <a:cxn ang="0">
                  <a:pos x="20" y="144"/>
                </a:cxn>
                <a:cxn ang="0">
                  <a:pos x="20" y="144"/>
                </a:cxn>
                <a:cxn ang="0">
                  <a:pos x="22" y="135"/>
                </a:cxn>
                <a:cxn ang="0">
                  <a:pos x="22" y="125"/>
                </a:cxn>
                <a:cxn ang="0">
                  <a:pos x="22" y="105"/>
                </a:cxn>
                <a:cxn ang="0">
                  <a:pos x="22" y="105"/>
                </a:cxn>
                <a:cxn ang="0">
                  <a:pos x="22" y="80"/>
                </a:cxn>
                <a:cxn ang="0">
                  <a:pos x="22" y="55"/>
                </a:cxn>
                <a:cxn ang="0">
                  <a:pos x="23" y="31"/>
                </a:cxn>
                <a:cxn ang="0">
                  <a:pos x="25" y="18"/>
                </a:cxn>
                <a:cxn ang="0">
                  <a:pos x="29" y="6"/>
                </a:cxn>
                <a:cxn ang="0">
                  <a:pos x="29" y="6"/>
                </a:cxn>
                <a:cxn ang="0">
                  <a:pos x="29" y="4"/>
                </a:cxn>
                <a:cxn ang="0">
                  <a:pos x="28" y="2"/>
                </a:cxn>
                <a:cxn ang="0">
                  <a:pos x="27" y="1"/>
                </a:cxn>
                <a:cxn ang="0">
                  <a:pos x="24" y="0"/>
                </a:cxn>
                <a:cxn ang="0">
                  <a:pos x="23" y="0"/>
                </a:cxn>
                <a:cxn ang="0">
                  <a:pos x="21" y="0"/>
                </a:cxn>
                <a:cxn ang="0">
                  <a:pos x="20" y="2"/>
                </a:cxn>
                <a:cxn ang="0">
                  <a:pos x="19" y="3"/>
                </a:cxn>
                <a:cxn ang="0">
                  <a:pos x="19" y="3"/>
                </a:cxn>
              </a:cxnLst>
              <a:rect l="0" t="0" r="r" b="b"/>
              <a:pathLst>
                <a:path w="29" h="199">
                  <a:moveTo>
                    <a:pt x="19" y="3"/>
                  </a:moveTo>
                  <a:lnTo>
                    <a:pt x="19" y="3"/>
                  </a:lnTo>
                  <a:lnTo>
                    <a:pt x="14" y="24"/>
                  </a:lnTo>
                  <a:lnTo>
                    <a:pt x="13" y="34"/>
                  </a:lnTo>
                  <a:lnTo>
                    <a:pt x="13" y="45"/>
                  </a:lnTo>
                  <a:lnTo>
                    <a:pt x="13" y="98"/>
                  </a:lnTo>
                  <a:lnTo>
                    <a:pt x="13" y="98"/>
                  </a:lnTo>
                  <a:lnTo>
                    <a:pt x="13" y="124"/>
                  </a:lnTo>
                  <a:lnTo>
                    <a:pt x="12" y="136"/>
                  </a:lnTo>
                  <a:lnTo>
                    <a:pt x="10" y="149"/>
                  </a:lnTo>
                  <a:lnTo>
                    <a:pt x="10" y="149"/>
                  </a:lnTo>
                  <a:lnTo>
                    <a:pt x="4" y="171"/>
                  </a:lnTo>
                  <a:lnTo>
                    <a:pt x="2" y="183"/>
                  </a:lnTo>
                  <a:lnTo>
                    <a:pt x="0" y="194"/>
                  </a:lnTo>
                  <a:lnTo>
                    <a:pt x="0" y="194"/>
                  </a:lnTo>
                  <a:lnTo>
                    <a:pt x="1" y="196"/>
                  </a:lnTo>
                  <a:lnTo>
                    <a:pt x="2" y="197"/>
                  </a:lnTo>
                  <a:lnTo>
                    <a:pt x="3" y="198"/>
                  </a:lnTo>
                  <a:lnTo>
                    <a:pt x="5" y="199"/>
                  </a:lnTo>
                  <a:lnTo>
                    <a:pt x="6" y="198"/>
                  </a:lnTo>
                  <a:lnTo>
                    <a:pt x="8" y="197"/>
                  </a:lnTo>
                  <a:lnTo>
                    <a:pt x="9" y="196"/>
                  </a:lnTo>
                  <a:lnTo>
                    <a:pt x="10" y="194"/>
                  </a:lnTo>
                  <a:lnTo>
                    <a:pt x="10" y="194"/>
                  </a:lnTo>
                  <a:lnTo>
                    <a:pt x="11" y="182"/>
                  </a:lnTo>
                  <a:lnTo>
                    <a:pt x="14" y="169"/>
                  </a:lnTo>
                  <a:lnTo>
                    <a:pt x="20" y="144"/>
                  </a:lnTo>
                  <a:lnTo>
                    <a:pt x="20" y="144"/>
                  </a:lnTo>
                  <a:lnTo>
                    <a:pt x="22" y="135"/>
                  </a:lnTo>
                  <a:lnTo>
                    <a:pt x="22" y="125"/>
                  </a:lnTo>
                  <a:lnTo>
                    <a:pt x="22" y="105"/>
                  </a:lnTo>
                  <a:lnTo>
                    <a:pt x="22" y="105"/>
                  </a:lnTo>
                  <a:lnTo>
                    <a:pt x="22" y="80"/>
                  </a:lnTo>
                  <a:lnTo>
                    <a:pt x="22" y="55"/>
                  </a:lnTo>
                  <a:lnTo>
                    <a:pt x="23" y="31"/>
                  </a:lnTo>
                  <a:lnTo>
                    <a:pt x="25" y="18"/>
                  </a:lnTo>
                  <a:lnTo>
                    <a:pt x="29" y="6"/>
                  </a:lnTo>
                  <a:lnTo>
                    <a:pt x="29" y="6"/>
                  </a:lnTo>
                  <a:lnTo>
                    <a:pt x="29" y="4"/>
                  </a:lnTo>
                  <a:lnTo>
                    <a:pt x="28" y="2"/>
                  </a:lnTo>
                  <a:lnTo>
                    <a:pt x="27" y="1"/>
                  </a:lnTo>
                  <a:lnTo>
                    <a:pt x="24" y="0"/>
                  </a:lnTo>
                  <a:lnTo>
                    <a:pt x="23" y="0"/>
                  </a:lnTo>
                  <a:lnTo>
                    <a:pt x="21" y="0"/>
                  </a:lnTo>
                  <a:lnTo>
                    <a:pt x="20" y="2"/>
                  </a:lnTo>
                  <a:lnTo>
                    <a:pt x="19" y="3"/>
                  </a:lnTo>
                  <a:lnTo>
                    <a:pt x="19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83" name="Freeform 199"/>
            <p:cNvSpPr/>
            <p:nvPr>
              <p:custDataLst>
                <p:tags r:id="rId38"/>
              </p:custDataLst>
            </p:nvPr>
          </p:nvSpPr>
          <p:spPr bwMode="auto">
            <a:xfrm>
              <a:off x="4464050" y="2424113"/>
              <a:ext cx="19050" cy="88900"/>
            </a:xfrm>
            <a:custGeom>
              <a:avLst/>
              <a:gdLst/>
              <a:ahLst/>
              <a:cxnLst>
                <a:cxn ang="0">
                  <a:pos x="26" y="3"/>
                </a:cxn>
                <a:cxn ang="0">
                  <a:pos x="26" y="3"/>
                </a:cxn>
                <a:cxn ang="0">
                  <a:pos x="18" y="42"/>
                </a:cxn>
                <a:cxn ang="0">
                  <a:pos x="11" y="83"/>
                </a:cxn>
                <a:cxn ang="0">
                  <a:pos x="6" y="123"/>
                </a:cxn>
                <a:cxn ang="0">
                  <a:pos x="0" y="162"/>
                </a:cxn>
                <a:cxn ang="0">
                  <a:pos x="0" y="162"/>
                </a:cxn>
                <a:cxn ang="0">
                  <a:pos x="0" y="164"/>
                </a:cxn>
                <a:cxn ang="0">
                  <a:pos x="2" y="166"/>
                </a:cxn>
                <a:cxn ang="0">
                  <a:pos x="3" y="167"/>
                </a:cxn>
                <a:cxn ang="0">
                  <a:pos x="5" y="167"/>
                </a:cxn>
                <a:cxn ang="0">
                  <a:pos x="8" y="166"/>
                </a:cxn>
                <a:cxn ang="0">
                  <a:pos x="10" y="164"/>
                </a:cxn>
                <a:cxn ang="0">
                  <a:pos x="10" y="162"/>
                </a:cxn>
                <a:cxn ang="0">
                  <a:pos x="10" y="162"/>
                </a:cxn>
                <a:cxn ang="0">
                  <a:pos x="15" y="123"/>
                </a:cxn>
                <a:cxn ang="0">
                  <a:pos x="20" y="84"/>
                </a:cxn>
                <a:cxn ang="0">
                  <a:pos x="26" y="45"/>
                </a:cxn>
                <a:cxn ang="0">
                  <a:pos x="36" y="6"/>
                </a:cxn>
                <a:cxn ang="0">
                  <a:pos x="36" y="6"/>
                </a:cxn>
                <a:cxn ang="0">
                  <a:pos x="36" y="4"/>
                </a:cxn>
                <a:cxn ang="0">
                  <a:pos x="35" y="2"/>
                </a:cxn>
                <a:cxn ang="0">
                  <a:pos x="34" y="1"/>
                </a:cxn>
                <a:cxn ang="0">
                  <a:pos x="31" y="0"/>
                </a:cxn>
                <a:cxn ang="0">
                  <a:pos x="29" y="0"/>
                </a:cxn>
                <a:cxn ang="0">
                  <a:pos x="28" y="0"/>
                </a:cxn>
                <a:cxn ang="0">
                  <a:pos x="26" y="1"/>
                </a:cxn>
                <a:cxn ang="0">
                  <a:pos x="26" y="3"/>
                </a:cxn>
                <a:cxn ang="0">
                  <a:pos x="26" y="3"/>
                </a:cxn>
              </a:cxnLst>
              <a:rect l="0" t="0" r="r" b="b"/>
              <a:pathLst>
                <a:path w="36" h="167">
                  <a:moveTo>
                    <a:pt x="26" y="3"/>
                  </a:moveTo>
                  <a:lnTo>
                    <a:pt x="26" y="3"/>
                  </a:lnTo>
                  <a:lnTo>
                    <a:pt x="18" y="42"/>
                  </a:lnTo>
                  <a:lnTo>
                    <a:pt x="11" y="83"/>
                  </a:lnTo>
                  <a:lnTo>
                    <a:pt x="6" y="123"/>
                  </a:lnTo>
                  <a:lnTo>
                    <a:pt x="0" y="162"/>
                  </a:lnTo>
                  <a:lnTo>
                    <a:pt x="0" y="162"/>
                  </a:lnTo>
                  <a:lnTo>
                    <a:pt x="0" y="164"/>
                  </a:lnTo>
                  <a:lnTo>
                    <a:pt x="2" y="166"/>
                  </a:lnTo>
                  <a:lnTo>
                    <a:pt x="3" y="167"/>
                  </a:lnTo>
                  <a:lnTo>
                    <a:pt x="5" y="167"/>
                  </a:lnTo>
                  <a:lnTo>
                    <a:pt x="8" y="166"/>
                  </a:lnTo>
                  <a:lnTo>
                    <a:pt x="10" y="164"/>
                  </a:lnTo>
                  <a:lnTo>
                    <a:pt x="10" y="162"/>
                  </a:lnTo>
                  <a:lnTo>
                    <a:pt x="10" y="162"/>
                  </a:lnTo>
                  <a:lnTo>
                    <a:pt x="15" y="123"/>
                  </a:lnTo>
                  <a:lnTo>
                    <a:pt x="20" y="84"/>
                  </a:lnTo>
                  <a:lnTo>
                    <a:pt x="26" y="45"/>
                  </a:lnTo>
                  <a:lnTo>
                    <a:pt x="36" y="6"/>
                  </a:lnTo>
                  <a:lnTo>
                    <a:pt x="36" y="6"/>
                  </a:lnTo>
                  <a:lnTo>
                    <a:pt x="36" y="4"/>
                  </a:lnTo>
                  <a:lnTo>
                    <a:pt x="35" y="2"/>
                  </a:lnTo>
                  <a:lnTo>
                    <a:pt x="34" y="1"/>
                  </a:lnTo>
                  <a:lnTo>
                    <a:pt x="31" y="0"/>
                  </a:lnTo>
                  <a:lnTo>
                    <a:pt x="29" y="0"/>
                  </a:lnTo>
                  <a:lnTo>
                    <a:pt x="28" y="0"/>
                  </a:lnTo>
                  <a:lnTo>
                    <a:pt x="26" y="1"/>
                  </a:lnTo>
                  <a:lnTo>
                    <a:pt x="26" y="3"/>
                  </a:lnTo>
                  <a:lnTo>
                    <a:pt x="26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84" name="Freeform 200"/>
            <p:cNvSpPr/>
            <p:nvPr>
              <p:custDataLst>
                <p:tags r:id="rId39"/>
              </p:custDataLst>
            </p:nvPr>
          </p:nvSpPr>
          <p:spPr bwMode="auto">
            <a:xfrm>
              <a:off x="4521200" y="2484438"/>
              <a:ext cx="17463" cy="95250"/>
            </a:xfrm>
            <a:custGeom>
              <a:avLst/>
              <a:gdLst/>
              <a:ahLst/>
              <a:cxnLst>
                <a:cxn ang="0">
                  <a:pos x="26" y="5"/>
                </a:cxn>
                <a:cxn ang="0">
                  <a:pos x="26" y="5"/>
                </a:cxn>
                <a:cxn ang="0">
                  <a:pos x="25" y="26"/>
                </a:cxn>
                <a:cxn ang="0">
                  <a:pos x="23" y="46"/>
                </a:cxn>
                <a:cxn ang="0">
                  <a:pos x="20" y="67"/>
                </a:cxn>
                <a:cxn ang="0">
                  <a:pos x="14" y="88"/>
                </a:cxn>
                <a:cxn ang="0">
                  <a:pos x="14" y="88"/>
                </a:cxn>
                <a:cxn ang="0">
                  <a:pos x="11" y="98"/>
                </a:cxn>
                <a:cxn ang="0">
                  <a:pos x="9" y="109"/>
                </a:cxn>
                <a:cxn ang="0">
                  <a:pos x="6" y="131"/>
                </a:cxn>
                <a:cxn ang="0">
                  <a:pos x="3" y="153"/>
                </a:cxn>
                <a:cxn ang="0">
                  <a:pos x="0" y="174"/>
                </a:cxn>
                <a:cxn ang="0">
                  <a:pos x="0" y="174"/>
                </a:cxn>
                <a:cxn ang="0">
                  <a:pos x="0" y="176"/>
                </a:cxn>
                <a:cxn ang="0">
                  <a:pos x="1" y="177"/>
                </a:cxn>
                <a:cxn ang="0">
                  <a:pos x="4" y="179"/>
                </a:cxn>
                <a:cxn ang="0">
                  <a:pos x="6" y="179"/>
                </a:cxn>
                <a:cxn ang="0">
                  <a:pos x="7" y="179"/>
                </a:cxn>
                <a:cxn ang="0">
                  <a:pos x="8" y="178"/>
                </a:cxn>
                <a:cxn ang="0">
                  <a:pos x="9" y="176"/>
                </a:cxn>
                <a:cxn ang="0">
                  <a:pos x="9" y="176"/>
                </a:cxn>
                <a:cxn ang="0">
                  <a:pos x="12" y="155"/>
                </a:cxn>
                <a:cxn ang="0">
                  <a:pos x="15" y="133"/>
                </a:cxn>
                <a:cxn ang="0">
                  <a:pos x="18" y="111"/>
                </a:cxn>
                <a:cxn ang="0">
                  <a:pos x="24" y="91"/>
                </a:cxn>
                <a:cxn ang="0">
                  <a:pos x="24" y="91"/>
                </a:cxn>
                <a:cxn ang="0">
                  <a:pos x="28" y="69"/>
                </a:cxn>
                <a:cxn ang="0">
                  <a:pos x="32" y="48"/>
                </a:cxn>
                <a:cxn ang="0">
                  <a:pos x="34" y="27"/>
                </a:cxn>
                <a:cxn ang="0">
                  <a:pos x="35" y="5"/>
                </a:cxn>
                <a:cxn ang="0">
                  <a:pos x="35" y="5"/>
                </a:cxn>
                <a:cxn ang="0">
                  <a:pos x="34" y="3"/>
                </a:cxn>
                <a:cxn ang="0">
                  <a:pos x="33" y="1"/>
                </a:cxn>
                <a:cxn ang="0">
                  <a:pos x="32" y="0"/>
                </a:cxn>
                <a:cxn ang="0">
                  <a:pos x="30" y="0"/>
                </a:cxn>
                <a:cxn ang="0">
                  <a:pos x="28" y="0"/>
                </a:cxn>
                <a:cxn ang="0">
                  <a:pos x="27" y="1"/>
                </a:cxn>
                <a:cxn ang="0">
                  <a:pos x="26" y="3"/>
                </a:cxn>
                <a:cxn ang="0">
                  <a:pos x="26" y="5"/>
                </a:cxn>
                <a:cxn ang="0">
                  <a:pos x="26" y="5"/>
                </a:cxn>
              </a:cxnLst>
              <a:rect l="0" t="0" r="r" b="b"/>
              <a:pathLst>
                <a:path w="35" h="179">
                  <a:moveTo>
                    <a:pt x="26" y="5"/>
                  </a:moveTo>
                  <a:lnTo>
                    <a:pt x="26" y="5"/>
                  </a:lnTo>
                  <a:lnTo>
                    <a:pt x="25" y="26"/>
                  </a:lnTo>
                  <a:lnTo>
                    <a:pt x="23" y="46"/>
                  </a:lnTo>
                  <a:lnTo>
                    <a:pt x="20" y="67"/>
                  </a:lnTo>
                  <a:lnTo>
                    <a:pt x="14" y="88"/>
                  </a:lnTo>
                  <a:lnTo>
                    <a:pt x="14" y="88"/>
                  </a:lnTo>
                  <a:lnTo>
                    <a:pt x="11" y="98"/>
                  </a:lnTo>
                  <a:lnTo>
                    <a:pt x="9" y="109"/>
                  </a:lnTo>
                  <a:lnTo>
                    <a:pt x="6" y="131"/>
                  </a:lnTo>
                  <a:lnTo>
                    <a:pt x="3" y="153"/>
                  </a:lnTo>
                  <a:lnTo>
                    <a:pt x="0" y="174"/>
                  </a:lnTo>
                  <a:lnTo>
                    <a:pt x="0" y="174"/>
                  </a:lnTo>
                  <a:lnTo>
                    <a:pt x="0" y="176"/>
                  </a:lnTo>
                  <a:lnTo>
                    <a:pt x="1" y="177"/>
                  </a:lnTo>
                  <a:lnTo>
                    <a:pt x="4" y="179"/>
                  </a:lnTo>
                  <a:lnTo>
                    <a:pt x="6" y="179"/>
                  </a:lnTo>
                  <a:lnTo>
                    <a:pt x="7" y="179"/>
                  </a:lnTo>
                  <a:lnTo>
                    <a:pt x="8" y="178"/>
                  </a:lnTo>
                  <a:lnTo>
                    <a:pt x="9" y="176"/>
                  </a:lnTo>
                  <a:lnTo>
                    <a:pt x="9" y="176"/>
                  </a:lnTo>
                  <a:lnTo>
                    <a:pt x="12" y="155"/>
                  </a:lnTo>
                  <a:lnTo>
                    <a:pt x="15" y="133"/>
                  </a:lnTo>
                  <a:lnTo>
                    <a:pt x="18" y="111"/>
                  </a:lnTo>
                  <a:lnTo>
                    <a:pt x="24" y="91"/>
                  </a:lnTo>
                  <a:lnTo>
                    <a:pt x="24" y="91"/>
                  </a:lnTo>
                  <a:lnTo>
                    <a:pt x="28" y="69"/>
                  </a:lnTo>
                  <a:lnTo>
                    <a:pt x="32" y="48"/>
                  </a:lnTo>
                  <a:lnTo>
                    <a:pt x="34" y="27"/>
                  </a:lnTo>
                  <a:lnTo>
                    <a:pt x="35" y="5"/>
                  </a:lnTo>
                  <a:lnTo>
                    <a:pt x="35" y="5"/>
                  </a:lnTo>
                  <a:lnTo>
                    <a:pt x="34" y="3"/>
                  </a:lnTo>
                  <a:lnTo>
                    <a:pt x="33" y="1"/>
                  </a:lnTo>
                  <a:lnTo>
                    <a:pt x="32" y="0"/>
                  </a:lnTo>
                  <a:lnTo>
                    <a:pt x="30" y="0"/>
                  </a:lnTo>
                  <a:lnTo>
                    <a:pt x="28" y="0"/>
                  </a:lnTo>
                  <a:lnTo>
                    <a:pt x="27" y="1"/>
                  </a:lnTo>
                  <a:lnTo>
                    <a:pt x="26" y="3"/>
                  </a:lnTo>
                  <a:lnTo>
                    <a:pt x="26" y="5"/>
                  </a:lnTo>
                  <a:lnTo>
                    <a:pt x="26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85" name="Freeform 201"/>
            <p:cNvSpPr/>
            <p:nvPr>
              <p:custDataLst>
                <p:tags r:id="rId40"/>
              </p:custDataLst>
            </p:nvPr>
          </p:nvSpPr>
          <p:spPr bwMode="auto">
            <a:xfrm>
              <a:off x="4570413" y="2508250"/>
              <a:ext cx="12700" cy="41275"/>
            </a:xfrm>
            <a:custGeom>
              <a:avLst/>
              <a:gdLst/>
              <a:ahLst/>
              <a:cxnLst>
                <a:cxn ang="0">
                  <a:pos x="12" y="3"/>
                </a:cxn>
                <a:cxn ang="0">
                  <a:pos x="12" y="3"/>
                </a:cxn>
                <a:cxn ang="0">
                  <a:pos x="8" y="21"/>
                </a:cxn>
                <a:cxn ang="0">
                  <a:pos x="6" y="38"/>
                </a:cxn>
                <a:cxn ang="0">
                  <a:pos x="3" y="56"/>
                </a:cxn>
                <a:cxn ang="0">
                  <a:pos x="0" y="73"/>
                </a:cxn>
                <a:cxn ang="0">
                  <a:pos x="0" y="73"/>
                </a:cxn>
                <a:cxn ang="0">
                  <a:pos x="0" y="76"/>
                </a:cxn>
                <a:cxn ang="0">
                  <a:pos x="1" y="77"/>
                </a:cxn>
                <a:cxn ang="0">
                  <a:pos x="2" y="78"/>
                </a:cxn>
                <a:cxn ang="0">
                  <a:pos x="3" y="79"/>
                </a:cxn>
                <a:cxn ang="0">
                  <a:pos x="5" y="79"/>
                </a:cxn>
                <a:cxn ang="0">
                  <a:pos x="7" y="79"/>
                </a:cxn>
                <a:cxn ang="0">
                  <a:pos x="8" y="78"/>
                </a:cxn>
                <a:cxn ang="0">
                  <a:pos x="9" y="76"/>
                </a:cxn>
                <a:cxn ang="0">
                  <a:pos x="9" y="76"/>
                </a:cxn>
                <a:cxn ang="0">
                  <a:pos x="12" y="58"/>
                </a:cxn>
                <a:cxn ang="0">
                  <a:pos x="14" y="40"/>
                </a:cxn>
                <a:cxn ang="0">
                  <a:pos x="17" y="23"/>
                </a:cxn>
                <a:cxn ang="0">
                  <a:pos x="22" y="6"/>
                </a:cxn>
                <a:cxn ang="0">
                  <a:pos x="22" y="6"/>
                </a:cxn>
                <a:cxn ang="0">
                  <a:pos x="22" y="4"/>
                </a:cxn>
                <a:cxn ang="0">
                  <a:pos x="22" y="2"/>
                </a:cxn>
                <a:cxn ang="0">
                  <a:pos x="21" y="1"/>
                </a:cxn>
                <a:cxn ang="0">
                  <a:pos x="19" y="0"/>
                </a:cxn>
                <a:cxn ang="0">
                  <a:pos x="16" y="0"/>
                </a:cxn>
                <a:cxn ang="0">
                  <a:pos x="15" y="0"/>
                </a:cxn>
                <a:cxn ang="0">
                  <a:pos x="13" y="1"/>
                </a:cxn>
                <a:cxn ang="0">
                  <a:pos x="12" y="3"/>
                </a:cxn>
                <a:cxn ang="0">
                  <a:pos x="12" y="3"/>
                </a:cxn>
              </a:cxnLst>
              <a:rect l="0" t="0" r="r" b="b"/>
              <a:pathLst>
                <a:path w="22" h="79">
                  <a:moveTo>
                    <a:pt x="12" y="3"/>
                  </a:moveTo>
                  <a:lnTo>
                    <a:pt x="12" y="3"/>
                  </a:lnTo>
                  <a:lnTo>
                    <a:pt x="8" y="21"/>
                  </a:lnTo>
                  <a:lnTo>
                    <a:pt x="6" y="38"/>
                  </a:lnTo>
                  <a:lnTo>
                    <a:pt x="3" y="56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0" y="76"/>
                  </a:lnTo>
                  <a:lnTo>
                    <a:pt x="1" y="77"/>
                  </a:lnTo>
                  <a:lnTo>
                    <a:pt x="2" y="78"/>
                  </a:lnTo>
                  <a:lnTo>
                    <a:pt x="3" y="79"/>
                  </a:lnTo>
                  <a:lnTo>
                    <a:pt x="5" y="79"/>
                  </a:lnTo>
                  <a:lnTo>
                    <a:pt x="7" y="79"/>
                  </a:lnTo>
                  <a:lnTo>
                    <a:pt x="8" y="78"/>
                  </a:lnTo>
                  <a:lnTo>
                    <a:pt x="9" y="76"/>
                  </a:lnTo>
                  <a:lnTo>
                    <a:pt x="9" y="76"/>
                  </a:lnTo>
                  <a:lnTo>
                    <a:pt x="12" y="58"/>
                  </a:lnTo>
                  <a:lnTo>
                    <a:pt x="14" y="40"/>
                  </a:lnTo>
                  <a:lnTo>
                    <a:pt x="17" y="23"/>
                  </a:lnTo>
                  <a:lnTo>
                    <a:pt x="22" y="6"/>
                  </a:lnTo>
                  <a:lnTo>
                    <a:pt x="22" y="6"/>
                  </a:lnTo>
                  <a:lnTo>
                    <a:pt x="22" y="4"/>
                  </a:lnTo>
                  <a:lnTo>
                    <a:pt x="22" y="2"/>
                  </a:lnTo>
                  <a:lnTo>
                    <a:pt x="21" y="1"/>
                  </a:lnTo>
                  <a:lnTo>
                    <a:pt x="19" y="0"/>
                  </a:lnTo>
                  <a:lnTo>
                    <a:pt x="16" y="0"/>
                  </a:lnTo>
                  <a:lnTo>
                    <a:pt x="15" y="0"/>
                  </a:lnTo>
                  <a:lnTo>
                    <a:pt x="13" y="1"/>
                  </a:lnTo>
                  <a:lnTo>
                    <a:pt x="12" y="3"/>
                  </a:lnTo>
                  <a:lnTo>
                    <a:pt x="12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86" name="Freeform 202"/>
            <p:cNvSpPr/>
            <p:nvPr>
              <p:custDataLst>
                <p:tags r:id="rId41"/>
              </p:custDataLst>
            </p:nvPr>
          </p:nvSpPr>
          <p:spPr bwMode="auto">
            <a:xfrm>
              <a:off x="4603750" y="2557463"/>
              <a:ext cx="15875" cy="46038"/>
            </a:xfrm>
            <a:custGeom>
              <a:avLst/>
              <a:gdLst/>
              <a:ahLst/>
              <a:cxnLst>
                <a:cxn ang="0">
                  <a:pos x="20" y="3"/>
                </a:cxn>
                <a:cxn ang="0">
                  <a:pos x="20" y="3"/>
                </a:cxn>
                <a:cxn ang="0">
                  <a:pos x="0" y="79"/>
                </a:cxn>
                <a:cxn ang="0">
                  <a:pos x="0" y="79"/>
                </a:cxn>
                <a:cxn ang="0">
                  <a:pos x="0" y="81"/>
                </a:cxn>
                <a:cxn ang="0">
                  <a:pos x="1" y="83"/>
                </a:cxn>
                <a:cxn ang="0">
                  <a:pos x="2" y="84"/>
                </a:cxn>
                <a:cxn ang="0">
                  <a:pos x="4" y="85"/>
                </a:cxn>
                <a:cxn ang="0">
                  <a:pos x="5" y="85"/>
                </a:cxn>
                <a:cxn ang="0">
                  <a:pos x="7" y="85"/>
                </a:cxn>
                <a:cxn ang="0">
                  <a:pos x="8" y="84"/>
                </a:cxn>
                <a:cxn ang="0">
                  <a:pos x="9" y="82"/>
                </a:cxn>
                <a:cxn ang="0">
                  <a:pos x="9" y="82"/>
                </a:cxn>
                <a:cxn ang="0">
                  <a:pos x="28" y="5"/>
                </a:cxn>
                <a:cxn ang="0">
                  <a:pos x="28" y="5"/>
                </a:cxn>
                <a:cxn ang="0">
                  <a:pos x="29" y="3"/>
                </a:cxn>
                <a:cxn ang="0">
                  <a:pos x="28" y="2"/>
                </a:cxn>
                <a:cxn ang="0">
                  <a:pos x="27" y="1"/>
                </a:cxn>
                <a:cxn ang="0">
                  <a:pos x="25" y="0"/>
                </a:cxn>
                <a:cxn ang="0">
                  <a:pos x="23" y="0"/>
                </a:cxn>
                <a:cxn ang="0">
                  <a:pos x="22" y="0"/>
                </a:cxn>
                <a:cxn ang="0">
                  <a:pos x="20" y="1"/>
                </a:cxn>
                <a:cxn ang="0">
                  <a:pos x="20" y="3"/>
                </a:cxn>
                <a:cxn ang="0">
                  <a:pos x="20" y="3"/>
                </a:cxn>
              </a:cxnLst>
              <a:rect l="0" t="0" r="r" b="b"/>
              <a:pathLst>
                <a:path w="29" h="85">
                  <a:moveTo>
                    <a:pt x="20" y="3"/>
                  </a:moveTo>
                  <a:lnTo>
                    <a:pt x="20" y="3"/>
                  </a:lnTo>
                  <a:lnTo>
                    <a:pt x="0" y="79"/>
                  </a:lnTo>
                  <a:lnTo>
                    <a:pt x="0" y="79"/>
                  </a:lnTo>
                  <a:lnTo>
                    <a:pt x="0" y="81"/>
                  </a:lnTo>
                  <a:lnTo>
                    <a:pt x="1" y="83"/>
                  </a:lnTo>
                  <a:lnTo>
                    <a:pt x="2" y="84"/>
                  </a:lnTo>
                  <a:lnTo>
                    <a:pt x="4" y="85"/>
                  </a:lnTo>
                  <a:lnTo>
                    <a:pt x="5" y="85"/>
                  </a:lnTo>
                  <a:lnTo>
                    <a:pt x="7" y="85"/>
                  </a:lnTo>
                  <a:lnTo>
                    <a:pt x="8" y="84"/>
                  </a:lnTo>
                  <a:lnTo>
                    <a:pt x="9" y="82"/>
                  </a:lnTo>
                  <a:lnTo>
                    <a:pt x="9" y="82"/>
                  </a:lnTo>
                  <a:lnTo>
                    <a:pt x="28" y="5"/>
                  </a:lnTo>
                  <a:lnTo>
                    <a:pt x="28" y="5"/>
                  </a:lnTo>
                  <a:lnTo>
                    <a:pt x="29" y="3"/>
                  </a:lnTo>
                  <a:lnTo>
                    <a:pt x="28" y="2"/>
                  </a:lnTo>
                  <a:lnTo>
                    <a:pt x="27" y="1"/>
                  </a:lnTo>
                  <a:lnTo>
                    <a:pt x="25" y="0"/>
                  </a:lnTo>
                  <a:lnTo>
                    <a:pt x="23" y="0"/>
                  </a:lnTo>
                  <a:lnTo>
                    <a:pt x="22" y="0"/>
                  </a:lnTo>
                  <a:lnTo>
                    <a:pt x="20" y="1"/>
                  </a:lnTo>
                  <a:lnTo>
                    <a:pt x="20" y="3"/>
                  </a:lnTo>
                  <a:lnTo>
                    <a:pt x="20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87" name="Freeform 203"/>
            <p:cNvSpPr/>
            <p:nvPr>
              <p:custDataLst>
                <p:tags r:id="rId42"/>
              </p:custDataLst>
            </p:nvPr>
          </p:nvSpPr>
          <p:spPr bwMode="auto">
            <a:xfrm>
              <a:off x="4687888" y="2668588"/>
              <a:ext cx="15875" cy="61913"/>
            </a:xfrm>
            <a:custGeom>
              <a:avLst/>
              <a:gdLst/>
              <a:ahLst/>
              <a:cxnLst>
                <a:cxn ang="0">
                  <a:pos x="19" y="4"/>
                </a:cxn>
                <a:cxn ang="0">
                  <a:pos x="19" y="4"/>
                </a:cxn>
                <a:cxn ang="0">
                  <a:pos x="19" y="12"/>
                </a:cxn>
                <a:cxn ang="0">
                  <a:pos x="17" y="19"/>
                </a:cxn>
                <a:cxn ang="0">
                  <a:pos x="12" y="35"/>
                </a:cxn>
                <a:cxn ang="0">
                  <a:pos x="8" y="50"/>
                </a:cxn>
                <a:cxn ang="0">
                  <a:pos x="7" y="58"/>
                </a:cxn>
                <a:cxn ang="0">
                  <a:pos x="6" y="65"/>
                </a:cxn>
                <a:cxn ang="0">
                  <a:pos x="6" y="65"/>
                </a:cxn>
                <a:cxn ang="0">
                  <a:pos x="6" y="76"/>
                </a:cxn>
                <a:cxn ang="0">
                  <a:pos x="5" y="89"/>
                </a:cxn>
                <a:cxn ang="0">
                  <a:pos x="4" y="99"/>
                </a:cxn>
                <a:cxn ang="0">
                  <a:pos x="0" y="110"/>
                </a:cxn>
                <a:cxn ang="0">
                  <a:pos x="0" y="110"/>
                </a:cxn>
                <a:cxn ang="0">
                  <a:pos x="0" y="112"/>
                </a:cxn>
                <a:cxn ang="0">
                  <a:pos x="0" y="113"/>
                </a:cxn>
                <a:cxn ang="0">
                  <a:pos x="1" y="116"/>
                </a:cxn>
                <a:cxn ang="0">
                  <a:pos x="3" y="116"/>
                </a:cxn>
                <a:cxn ang="0">
                  <a:pos x="6" y="116"/>
                </a:cxn>
                <a:cxn ang="0">
                  <a:pos x="8" y="114"/>
                </a:cxn>
                <a:cxn ang="0">
                  <a:pos x="9" y="112"/>
                </a:cxn>
                <a:cxn ang="0">
                  <a:pos x="9" y="112"/>
                </a:cxn>
                <a:cxn ang="0">
                  <a:pos x="12" y="102"/>
                </a:cxn>
                <a:cxn ang="0">
                  <a:pos x="14" y="92"/>
                </a:cxn>
                <a:cxn ang="0">
                  <a:pos x="15" y="80"/>
                </a:cxn>
                <a:cxn ang="0">
                  <a:pos x="15" y="70"/>
                </a:cxn>
                <a:cxn ang="0">
                  <a:pos x="15" y="70"/>
                </a:cxn>
                <a:cxn ang="0">
                  <a:pos x="17" y="62"/>
                </a:cxn>
                <a:cxn ang="0">
                  <a:pos x="18" y="54"/>
                </a:cxn>
                <a:cxn ang="0">
                  <a:pos x="22" y="37"/>
                </a:cxn>
                <a:cxn ang="0">
                  <a:pos x="26" y="20"/>
                </a:cxn>
                <a:cxn ang="0">
                  <a:pos x="28" y="12"/>
                </a:cxn>
                <a:cxn ang="0">
                  <a:pos x="29" y="4"/>
                </a:cxn>
                <a:cxn ang="0">
                  <a:pos x="29" y="4"/>
                </a:cxn>
                <a:cxn ang="0">
                  <a:pos x="28" y="2"/>
                </a:cxn>
                <a:cxn ang="0">
                  <a:pos x="27" y="1"/>
                </a:cxn>
                <a:cxn ang="0">
                  <a:pos x="26" y="0"/>
                </a:cxn>
                <a:cxn ang="0">
                  <a:pos x="24" y="0"/>
                </a:cxn>
                <a:cxn ang="0">
                  <a:pos x="22" y="0"/>
                </a:cxn>
                <a:cxn ang="0">
                  <a:pos x="21" y="1"/>
                </a:cxn>
                <a:cxn ang="0">
                  <a:pos x="20" y="2"/>
                </a:cxn>
                <a:cxn ang="0">
                  <a:pos x="19" y="4"/>
                </a:cxn>
                <a:cxn ang="0">
                  <a:pos x="19" y="4"/>
                </a:cxn>
              </a:cxnLst>
              <a:rect l="0" t="0" r="r" b="b"/>
              <a:pathLst>
                <a:path w="29" h="116">
                  <a:moveTo>
                    <a:pt x="19" y="4"/>
                  </a:moveTo>
                  <a:lnTo>
                    <a:pt x="19" y="4"/>
                  </a:lnTo>
                  <a:lnTo>
                    <a:pt x="19" y="12"/>
                  </a:lnTo>
                  <a:lnTo>
                    <a:pt x="17" y="19"/>
                  </a:lnTo>
                  <a:lnTo>
                    <a:pt x="12" y="35"/>
                  </a:lnTo>
                  <a:lnTo>
                    <a:pt x="8" y="50"/>
                  </a:lnTo>
                  <a:lnTo>
                    <a:pt x="7" y="58"/>
                  </a:lnTo>
                  <a:lnTo>
                    <a:pt x="6" y="65"/>
                  </a:lnTo>
                  <a:lnTo>
                    <a:pt x="6" y="65"/>
                  </a:lnTo>
                  <a:lnTo>
                    <a:pt x="6" y="76"/>
                  </a:lnTo>
                  <a:lnTo>
                    <a:pt x="5" y="89"/>
                  </a:lnTo>
                  <a:lnTo>
                    <a:pt x="4" y="99"/>
                  </a:lnTo>
                  <a:lnTo>
                    <a:pt x="0" y="110"/>
                  </a:lnTo>
                  <a:lnTo>
                    <a:pt x="0" y="110"/>
                  </a:lnTo>
                  <a:lnTo>
                    <a:pt x="0" y="112"/>
                  </a:lnTo>
                  <a:lnTo>
                    <a:pt x="0" y="113"/>
                  </a:lnTo>
                  <a:lnTo>
                    <a:pt x="1" y="116"/>
                  </a:lnTo>
                  <a:lnTo>
                    <a:pt x="3" y="116"/>
                  </a:lnTo>
                  <a:lnTo>
                    <a:pt x="6" y="116"/>
                  </a:lnTo>
                  <a:lnTo>
                    <a:pt x="8" y="114"/>
                  </a:lnTo>
                  <a:lnTo>
                    <a:pt x="9" y="112"/>
                  </a:lnTo>
                  <a:lnTo>
                    <a:pt x="9" y="112"/>
                  </a:lnTo>
                  <a:lnTo>
                    <a:pt x="12" y="102"/>
                  </a:lnTo>
                  <a:lnTo>
                    <a:pt x="14" y="92"/>
                  </a:lnTo>
                  <a:lnTo>
                    <a:pt x="15" y="80"/>
                  </a:lnTo>
                  <a:lnTo>
                    <a:pt x="15" y="70"/>
                  </a:lnTo>
                  <a:lnTo>
                    <a:pt x="15" y="70"/>
                  </a:lnTo>
                  <a:lnTo>
                    <a:pt x="17" y="62"/>
                  </a:lnTo>
                  <a:lnTo>
                    <a:pt x="18" y="54"/>
                  </a:lnTo>
                  <a:lnTo>
                    <a:pt x="22" y="37"/>
                  </a:lnTo>
                  <a:lnTo>
                    <a:pt x="26" y="20"/>
                  </a:lnTo>
                  <a:lnTo>
                    <a:pt x="28" y="12"/>
                  </a:lnTo>
                  <a:lnTo>
                    <a:pt x="29" y="4"/>
                  </a:lnTo>
                  <a:lnTo>
                    <a:pt x="29" y="4"/>
                  </a:lnTo>
                  <a:lnTo>
                    <a:pt x="28" y="2"/>
                  </a:lnTo>
                  <a:lnTo>
                    <a:pt x="27" y="1"/>
                  </a:lnTo>
                  <a:lnTo>
                    <a:pt x="26" y="0"/>
                  </a:lnTo>
                  <a:lnTo>
                    <a:pt x="24" y="0"/>
                  </a:lnTo>
                  <a:lnTo>
                    <a:pt x="22" y="0"/>
                  </a:lnTo>
                  <a:lnTo>
                    <a:pt x="21" y="1"/>
                  </a:lnTo>
                  <a:lnTo>
                    <a:pt x="20" y="2"/>
                  </a:lnTo>
                  <a:lnTo>
                    <a:pt x="19" y="4"/>
                  </a:lnTo>
                  <a:lnTo>
                    <a:pt x="19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88" name="Freeform 204"/>
            <p:cNvSpPr/>
            <p:nvPr>
              <p:custDataLst>
                <p:tags r:id="rId43"/>
              </p:custDataLst>
            </p:nvPr>
          </p:nvSpPr>
          <p:spPr bwMode="auto">
            <a:xfrm>
              <a:off x="4714875" y="2657475"/>
              <a:ext cx="11113" cy="61913"/>
            </a:xfrm>
            <a:custGeom>
              <a:avLst/>
              <a:gdLst/>
              <a:ahLst/>
              <a:cxnLst>
                <a:cxn ang="0">
                  <a:pos x="12" y="5"/>
                </a:cxn>
                <a:cxn ang="0">
                  <a:pos x="12" y="5"/>
                </a:cxn>
                <a:cxn ang="0">
                  <a:pos x="10" y="32"/>
                </a:cxn>
                <a:cxn ang="0">
                  <a:pos x="6" y="59"/>
                </a:cxn>
                <a:cxn ang="0">
                  <a:pos x="2" y="86"/>
                </a:cxn>
                <a:cxn ang="0">
                  <a:pos x="0" y="113"/>
                </a:cxn>
                <a:cxn ang="0">
                  <a:pos x="0" y="113"/>
                </a:cxn>
                <a:cxn ang="0">
                  <a:pos x="0" y="115"/>
                </a:cxn>
                <a:cxn ang="0">
                  <a:pos x="1" y="116"/>
                </a:cxn>
                <a:cxn ang="0">
                  <a:pos x="3" y="117"/>
                </a:cxn>
                <a:cxn ang="0">
                  <a:pos x="4" y="117"/>
                </a:cxn>
                <a:cxn ang="0">
                  <a:pos x="6" y="117"/>
                </a:cxn>
                <a:cxn ang="0">
                  <a:pos x="8" y="116"/>
                </a:cxn>
                <a:cxn ang="0">
                  <a:pos x="9" y="115"/>
                </a:cxn>
                <a:cxn ang="0">
                  <a:pos x="9" y="113"/>
                </a:cxn>
                <a:cxn ang="0">
                  <a:pos x="9" y="113"/>
                </a:cxn>
                <a:cxn ang="0">
                  <a:pos x="11" y="86"/>
                </a:cxn>
                <a:cxn ang="0">
                  <a:pos x="15" y="59"/>
                </a:cxn>
                <a:cxn ang="0">
                  <a:pos x="19" y="32"/>
                </a:cxn>
                <a:cxn ang="0">
                  <a:pos x="21" y="5"/>
                </a:cxn>
                <a:cxn ang="0">
                  <a:pos x="21" y="5"/>
                </a:cxn>
                <a:cxn ang="0">
                  <a:pos x="21" y="3"/>
                </a:cxn>
                <a:cxn ang="0">
                  <a:pos x="20" y="2"/>
                </a:cxn>
                <a:cxn ang="0">
                  <a:pos x="19" y="1"/>
                </a:cxn>
                <a:cxn ang="0">
                  <a:pos x="17" y="0"/>
                </a:cxn>
                <a:cxn ang="0">
                  <a:pos x="15" y="1"/>
                </a:cxn>
                <a:cxn ang="0">
                  <a:pos x="14" y="2"/>
                </a:cxn>
                <a:cxn ang="0">
                  <a:pos x="13" y="3"/>
                </a:cxn>
                <a:cxn ang="0">
                  <a:pos x="12" y="5"/>
                </a:cxn>
                <a:cxn ang="0">
                  <a:pos x="12" y="5"/>
                </a:cxn>
              </a:cxnLst>
              <a:rect l="0" t="0" r="r" b="b"/>
              <a:pathLst>
                <a:path w="21" h="117">
                  <a:moveTo>
                    <a:pt x="12" y="5"/>
                  </a:moveTo>
                  <a:lnTo>
                    <a:pt x="12" y="5"/>
                  </a:lnTo>
                  <a:lnTo>
                    <a:pt x="10" y="32"/>
                  </a:lnTo>
                  <a:lnTo>
                    <a:pt x="6" y="59"/>
                  </a:lnTo>
                  <a:lnTo>
                    <a:pt x="2" y="86"/>
                  </a:lnTo>
                  <a:lnTo>
                    <a:pt x="0" y="113"/>
                  </a:lnTo>
                  <a:lnTo>
                    <a:pt x="0" y="113"/>
                  </a:lnTo>
                  <a:lnTo>
                    <a:pt x="0" y="115"/>
                  </a:lnTo>
                  <a:lnTo>
                    <a:pt x="1" y="116"/>
                  </a:lnTo>
                  <a:lnTo>
                    <a:pt x="3" y="117"/>
                  </a:lnTo>
                  <a:lnTo>
                    <a:pt x="4" y="117"/>
                  </a:lnTo>
                  <a:lnTo>
                    <a:pt x="6" y="117"/>
                  </a:lnTo>
                  <a:lnTo>
                    <a:pt x="8" y="116"/>
                  </a:lnTo>
                  <a:lnTo>
                    <a:pt x="9" y="115"/>
                  </a:lnTo>
                  <a:lnTo>
                    <a:pt x="9" y="113"/>
                  </a:lnTo>
                  <a:lnTo>
                    <a:pt x="9" y="113"/>
                  </a:lnTo>
                  <a:lnTo>
                    <a:pt x="11" y="86"/>
                  </a:lnTo>
                  <a:lnTo>
                    <a:pt x="15" y="59"/>
                  </a:lnTo>
                  <a:lnTo>
                    <a:pt x="19" y="32"/>
                  </a:lnTo>
                  <a:lnTo>
                    <a:pt x="21" y="5"/>
                  </a:lnTo>
                  <a:lnTo>
                    <a:pt x="21" y="5"/>
                  </a:lnTo>
                  <a:lnTo>
                    <a:pt x="21" y="3"/>
                  </a:lnTo>
                  <a:lnTo>
                    <a:pt x="20" y="2"/>
                  </a:lnTo>
                  <a:lnTo>
                    <a:pt x="19" y="1"/>
                  </a:lnTo>
                  <a:lnTo>
                    <a:pt x="17" y="0"/>
                  </a:lnTo>
                  <a:lnTo>
                    <a:pt x="15" y="1"/>
                  </a:lnTo>
                  <a:lnTo>
                    <a:pt x="14" y="2"/>
                  </a:lnTo>
                  <a:lnTo>
                    <a:pt x="13" y="3"/>
                  </a:lnTo>
                  <a:lnTo>
                    <a:pt x="12" y="5"/>
                  </a:lnTo>
                  <a:lnTo>
                    <a:pt x="12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90" name="Freeform 206"/>
            <p:cNvSpPr>
              <a:spLocks noEditPoints="1"/>
            </p:cNvSpPr>
            <p:nvPr>
              <p:custDataLst>
                <p:tags r:id="rId44"/>
              </p:custDataLst>
            </p:nvPr>
          </p:nvSpPr>
          <p:spPr bwMode="auto">
            <a:xfrm>
              <a:off x="4249738" y="2249488"/>
              <a:ext cx="555625" cy="574675"/>
            </a:xfrm>
            <a:custGeom>
              <a:avLst/>
              <a:gdLst/>
              <a:ahLst/>
              <a:cxnLst>
                <a:cxn ang="0">
                  <a:pos x="817" y="1056"/>
                </a:cxn>
                <a:cxn ang="0">
                  <a:pos x="716" y="1035"/>
                </a:cxn>
                <a:cxn ang="0">
                  <a:pos x="659" y="1016"/>
                </a:cxn>
                <a:cxn ang="0">
                  <a:pos x="645" y="1010"/>
                </a:cxn>
                <a:cxn ang="0">
                  <a:pos x="623" y="986"/>
                </a:cxn>
                <a:cxn ang="0">
                  <a:pos x="608" y="970"/>
                </a:cxn>
                <a:cxn ang="0">
                  <a:pos x="577" y="929"/>
                </a:cxn>
                <a:cxn ang="0">
                  <a:pos x="513" y="864"/>
                </a:cxn>
                <a:cxn ang="0">
                  <a:pos x="403" y="767"/>
                </a:cxn>
                <a:cxn ang="0">
                  <a:pos x="307" y="683"/>
                </a:cxn>
                <a:cxn ang="0">
                  <a:pos x="222" y="574"/>
                </a:cxn>
                <a:cxn ang="0">
                  <a:pos x="139" y="472"/>
                </a:cxn>
                <a:cxn ang="0">
                  <a:pos x="97" y="439"/>
                </a:cxn>
                <a:cxn ang="0">
                  <a:pos x="31" y="360"/>
                </a:cxn>
                <a:cxn ang="0">
                  <a:pos x="27" y="300"/>
                </a:cxn>
                <a:cxn ang="0">
                  <a:pos x="84" y="371"/>
                </a:cxn>
                <a:cxn ang="0">
                  <a:pos x="141" y="426"/>
                </a:cxn>
                <a:cxn ang="0">
                  <a:pos x="208" y="491"/>
                </a:cxn>
                <a:cxn ang="0">
                  <a:pos x="305" y="624"/>
                </a:cxn>
                <a:cxn ang="0">
                  <a:pos x="398" y="714"/>
                </a:cxn>
                <a:cxn ang="0">
                  <a:pos x="481" y="790"/>
                </a:cxn>
                <a:cxn ang="0">
                  <a:pos x="571" y="872"/>
                </a:cxn>
                <a:cxn ang="0">
                  <a:pos x="646" y="943"/>
                </a:cxn>
                <a:cxn ang="0">
                  <a:pos x="724" y="871"/>
                </a:cxn>
                <a:cxn ang="0">
                  <a:pos x="843" y="787"/>
                </a:cxn>
                <a:cxn ang="0">
                  <a:pos x="981" y="693"/>
                </a:cxn>
                <a:cxn ang="0">
                  <a:pos x="917" y="620"/>
                </a:cxn>
                <a:cxn ang="0">
                  <a:pos x="751" y="446"/>
                </a:cxn>
                <a:cxn ang="0">
                  <a:pos x="583" y="291"/>
                </a:cxn>
                <a:cxn ang="0">
                  <a:pos x="501" y="195"/>
                </a:cxn>
                <a:cxn ang="0">
                  <a:pos x="431" y="116"/>
                </a:cxn>
                <a:cxn ang="0">
                  <a:pos x="378" y="54"/>
                </a:cxn>
                <a:cxn ang="0">
                  <a:pos x="377" y="0"/>
                </a:cxn>
                <a:cxn ang="0">
                  <a:pos x="496" y="134"/>
                </a:cxn>
                <a:cxn ang="0">
                  <a:pos x="631" y="290"/>
                </a:cxn>
                <a:cxn ang="0">
                  <a:pos x="729" y="380"/>
                </a:cxn>
                <a:cxn ang="0">
                  <a:pos x="900" y="546"/>
                </a:cxn>
                <a:cxn ang="0">
                  <a:pos x="980" y="641"/>
                </a:cxn>
                <a:cxn ang="0">
                  <a:pos x="1020" y="678"/>
                </a:cxn>
                <a:cxn ang="0">
                  <a:pos x="1032" y="689"/>
                </a:cxn>
                <a:cxn ang="0">
                  <a:pos x="1037" y="700"/>
                </a:cxn>
                <a:cxn ang="0">
                  <a:pos x="1051" y="800"/>
                </a:cxn>
                <a:cxn ang="0">
                  <a:pos x="1037" y="911"/>
                </a:cxn>
                <a:cxn ang="0">
                  <a:pos x="1029" y="991"/>
                </a:cxn>
                <a:cxn ang="0">
                  <a:pos x="1023" y="1039"/>
                </a:cxn>
                <a:cxn ang="0">
                  <a:pos x="1016" y="1079"/>
                </a:cxn>
                <a:cxn ang="0">
                  <a:pos x="1002" y="1088"/>
                </a:cxn>
                <a:cxn ang="0">
                  <a:pos x="996" y="1087"/>
                </a:cxn>
                <a:cxn ang="0">
                  <a:pos x="954" y="761"/>
                </a:cxn>
                <a:cxn ang="0">
                  <a:pos x="842" y="830"/>
                </a:cxn>
                <a:cxn ang="0">
                  <a:pos x="729" y="917"/>
                </a:cxn>
                <a:cxn ang="0">
                  <a:pos x="672" y="967"/>
                </a:cxn>
                <a:cxn ang="0">
                  <a:pos x="699" y="991"/>
                </a:cxn>
                <a:cxn ang="0">
                  <a:pos x="772" y="1010"/>
                </a:cxn>
                <a:cxn ang="0">
                  <a:pos x="941" y="1046"/>
                </a:cxn>
                <a:cxn ang="0">
                  <a:pos x="989" y="1039"/>
                </a:cxn>
                <a:cxn ang="0">
                  <a:pos x="990" y="1018"/>
                </a:cxn>
                <a:cxn ang="0">
                  <a:pos x="995" y="957"/>
                </a:cxn>
                <a:cxn ang="0">
                  <a:pos x="1010" y="856"/>
                </a:cxn>
                <a:cxn ang="0">
                  <a:pos x="1010" y="734"/>
                </a:cxn>
              </a:cxnLst>
              <a:rect l="0" t="0" r="r" b="b"/>
              <a:pathLst>
                <a:path w="1051" h="1088">
                  <a:moveTo>
                    <a:pt x="991" y="1088"/>
                  </a:moveTo>
                  <a:lnTo>
                    <a:pt x="991" y="1088"/>
                  </a:lnTo>
                  <a:lnTo>
                    <a:pt x="952" y="1084"/>
                  </a:lnTo>
                  <a:lnTo>
                    <a:pt x="911" y="1078"/>
                  </a:lnTo>
                  <a:lnTo>
                    <a:pt x="866" y="1069"/>
                  </a:lnTo>
                  <a:lnTo>
                    <a:pt x="817" y="1056"/>
                  </a:lnTo>
                  <a:lnTo>
                    <a:pt x="817" y="1056"/>
                  </a:lnTo>
                  <a:lnTo>
                    <a:pt x="773" y="1046"/>
                  </a:lnTo>
                  <a:lnTo>
                    <a:pt x="751" y="1041"/>
                  </a:lnTo>
                  <a:lnTo>
                    <a:pt x="728" y="1037"/>
                  </a:lnTo>
                  <a:lnTo>
                    <a:pt x="728" y="1037"/>
                  </a:lnTo>
                  <a:lnTo>
                    <a:pt x="716" y="1035"/>
                  </a:lnTo>
                  <a:lnTo>
                    <a:pt x="706" y="1031"/>
                  </a:lnTo>
                  <a:lnTo>
                    <a:pt x="686" y="1025"/>
                  </a:lnTo>
                  <a:lnTo>
                    <a:pt x="686" y="1025"/>
                  </a:lnTo>
                  <a:lnTo>
                    <a:pt x="673" y="1020"/>
                  </a:lnTo>
                  <a:lnTo>
                    <a:pt x="659" y="1016"/>
                  </a:lnTo>
                  <a:lnTo>
                    <a:pt x="659" y="1016"/>
                  </a:lnTo>
                  <a:lnTo>
                    <a:pt x="654" y="1015"/>
                  </a:lnTo>
                  <a:lnTo>
                    <a:pt x="651" y="1013"/>
                  </a:lnTo>
                  <a:lnTo>
                    <a:pt x="650" y="1012"/>
                  </a:lnTo>
                  <a:lnTo>
                    <a:pt x="649" y="1011"/>
                  </a:lnTo>
                  <a:lnTo>
                    <a:pt x="649" y="1011"/>
                  </a:lnTo>
                  <a:lnTo>
                    <a:pt x="645" y="1010"/>
                  </a:lnTo>
                  <a:lnTo>
                    <a:pt x="645" y="1010"/>
                  </a:lnTo>
                  <a:lnTo>
                    <a:pt x="640" y="1006"/>
                  </a:lnTo>
                  <a:lnTo>
                    <a:pt x="635" y="1001"/>
                  </a:lnTo>
                  <a:lnTo>
                    <a:pt x="628" y="991"/>
                  </a:lnTo>
                  <a:lnTo>
                    <a:pt x="623" y="986"/>
                  </a:lnTo>
                  <a:lnTo>
                    <a:pt x="623" y="986"/>
                  </a:lnTo>
                  <a:lnTo>
                    <a:pt x="620" y="983"/>
                  </a:lnTo>
                  <a:lnTo>
                    <a:pt x="619" y="982"/>
                  </a:lnTo>
                  <a:lnTo>
                    <a:pt x="619" y="982"/>
                  </a:lnTo>
                  <a:lnTo>
                    <a:pt x="614" y="979"/>
                  </a:lnTo>
                  <a:lnTo>
                    <a:pt x="611" y="976"/>
                  </a:lnTo>
                  <a:lnTo>
                    <a:pt x="608" y="970"/>
                  </a:lnTo>
                  <a:lnTo>
                    <a:pt x="608" y="965"/>
                  </a:lnTo>
                  <a:lnTo>
                    <a:pt x="608" y="963"/>
                  </a:lnTo>
                  <a:lnTo>
                    <a:pt x="606" y="961"/>
                  </a:lnTo>
                  <a:lnTo>
                    <a:pt x="606" y="961"/>
                  </a:lnTo>
                  <a:lnTo>
                    <a:pt x="591" y="946"/>
                  </a:lnTo>
                  <a:lnTo>
                    <a:pt x="577" y="929"/>
                  </a:lnTo>
                  <a:lnTo>
                    <a:pt x="577" y="929"/>
                  </a:lnTo>
                  <a:lnTo>
                    <a:pt x="561" y="912"/>
                  </a:lnTo>
                  <a:lnTo>
                    <a:pt x="546" y="895"/>
                  </a:lnTo>
                  <a:lnTo>
                    <a:pt x="529" y="879"/>
                  </a:lnTo>
                  <a:lnTo>
                    <a:pt x="513" y="864"/>
                  </a:lnTo>
                  <a:lnTo>
                    <a:pt x="513" y="864"/>
                  </a:lnTo>
                  <a:lnTo>
                    <a:pt x="490" y="846"/>
                  </a:lnTo>
                  <a:lnTo>
                    <a:pt x="469" y="827"/>
                  </a:lnTo>
                  <a:lnTo>
                    <a:pt x="428" y="789"/>
                  </a:lnTo>
                  <a:lnTo>
                    <a:pt x="428" y="789"/>
                  </a:lnTo>
                  <a:lnTo>
                    <a:pt x="416" y="777"/>
                  </a:lnTo>
                  <a:lnTo>
                    <a:pt x="403" y="767"/>
                  </a:lnTo>
                  <a:lnTo>
                    <a:pt x="378" y="745"/>
                  </a:lnTo>
                  <a:lnTo>
                    <a:pt x="378" y="745"/>
                  </a:lnTo>
                  <a:lnTo>
                    <a:pt x="356" y="729"/>
                  </a:lnTo>
                  <a:lnTo>
                    <a:pt x="336" y="711"/>
                  </a:lnTo>
                  <a:lnTo>
                    <a:pt x="317" y="693"/>
                  </a:lnTo>
                  <a:lnTo>
                    <a:pt x="307" y="683"/>
                  </a:lnTo>
                  <a:lnTo>
                    <a:pt x="299" y="673"/>
                  </a:lnTo>
                  <a:lnTo>
                    <a:pt x="299" y="673"/>
                  </a:lnTo>
                  <a:lnTo>
                    <a:pt x="271" y="638"/>
                  </a:lnTo>
                  <a:lnTo>
                    <a:pt x="271" y="638"/>
                  </a:lnTo>
                  <a:lnTo>
                    <a:pt x="238" y="596"/>
                  </a:lnTo>
                  <a:lnTo>
                    <a:pt x="222" y="574"/>
                  </a:lnTo>
                  <a:lnTo>
                    <a:pt x="207" y="552"/>
                  </a:lnTo>
                  <a:lnTo>
                    <a:pt x="207" y="552"/>
                  </a:lnTo>
                  <a:lnTo>
                    <a:pt x="194" y="534"/>
                  </a:lnTo>
                  <a:lnTo>
                    <a:pt x="178" y="514"/>
                  </a:lnTo>
                  <a:lnTo>
                    <a:pt x="160" y="493"/>
                  </a:lnTo>
                  <a:lnTo>
                    <a:pt x="139" y="472"/>
                  </a:lnTo>
                  <a:lnTo>
                    <a:pt x="139" y="472"/>
                  </a:lnTo>
                  <a:lnTo>
                    <a:pt x="128" y="461"/>
                  </a:lnTo>
                  <a:lnTo>
                    <a:pt x="115" y="453"/>
                  </a:lnTo>
                  <a:lnTo>
                    <a:pt x="115" y="453"/>
                  </a:lnTo>
                  <a:lnTo>
                    <a:pt x="103" y="444"/>
                  </a:lnTo>
                  <a:lnTo>
                    <a:pt x="97" y="439"/>
                  </a:lnTo>
                  <a:lnTo>
                    <a:pt x="92" y="433"/>
                  </a:lnTo>
                  <a:lnTo>
                    <a:pt x="92" y="433"/>
                  </a:lnTo>
                  <a:lnTo>
                    <a:pt x="74" y="414"/>
                  </a:lnTo>
                  <a:lnTo>
                    <a:pt x="57" y="393"/>
                  </a:lnTo>
                  <a:lnTo>
                    <a:pt x="57" y="393"/>
                  </a:lnTo>
                  <a:lnTo>
                    <a:pt x="31" y="360"/>
                  </a:lnTo>
                  <a:lnTo>
                    <a:pt x="16" y="345"/>
                  </a:lnTo>
                  <a:lnTo>
                    <a:pt x="2" y="329"/>
                  </a:lnTo>
                  <a:lnTo>
                    <a:pt x="2" y="329"/>
                  </a:lnTo>
                  <a:lnTo>
                    <a:pt x="0" y="327"/>
                  </a:lnTo>
                  <a:lnTo>
                    <a:pt x="0" y="327"/>
                  </a:lnTo>
                  <a:lnTo>
                    <a:pt x="27" y="300"/>
                  </a:lnTo>
                  <a:lnTo>
                    <a:pt x="27" y="300"/>
                  </a:lnTo>
                  <a:lnTo>
                    <a:pt x="45" y="322"/>
                  </a:lnTo>
                  <a:lnTo>
                    <a:pt x="45" y="322"/>
                  </a:lnTo>
                  <a:lnTo>
                    <a:pt x="68" y="351"/>
                  </a:lnTo>
                  <a:lnTo>
                    <a:pt x="68" y="351"/>
                  </a:lnTo>
                  <a:lnTo>
                    <a:pt x="84" y="371"/>
                  </a:lnTo>
                  <a:lnTo>
                    <a:pt x="102" y="392"/>
                  </a:lnTo>
                  <a:lnTo>
                    <a:pt x="111" y="401"/>
                  </a:lnTo>
                  <a:lnTo>
                    <a:pt x="120" y="411"/>
                  </a:lnTo>
                  <a:lnTo>
                    <a:pt x="131" y="419"/>
                  </a:lnTo>
                  <a:lnTo>
                    <a:pt x="141" y="426"/>
                  </a:lnTo>
                  <a:lnTo>
                    <a:pt x="141" y="426"/>
                  </a:lnTo>
                  <a:lnTo>
                    <a:pt x="151" y="434"/>
                  </a:lnTo>
                  <a:lnTo>
                    <a:pt x="163" y="444"/>
                  </a:lnTo>
                  <a:lnTo>
                    <a:pt x="174" y="454"/>
                  </a:lnTo>
                  <a:lnTo>
                    <a:pt x="186" y="465"/>
                  </a:lnTo>
                  <a:lnTo>
                    <a:pt x="197" y="478"/>
                  </a:lnTo>
                  <a:lnTo>
                    <a:pt x="208" y="491"/>
                  </a:lnTo>
                  <a:lnTo>
                    <a:pt x="219" y="506"/>
                  </a:lnTo>
                  <a:lnTo>
                    <a:pt x="229" y="521"/>
                  </a:lnTo>
                  <a:lnTo>
                    <a:pt x="229" y="521"/>
                  </a:lnTo>
                  <a:lnTo>
                    <a:pt x="261" y="567"/>
                  </a:lnTo>
                  <a:lnTo>
                    <a:pt x="291" y="607"/>
                  </a:lnTo>
                  <a:lnTo>
                    <a:pt x="305" y="624"/>
                  </a:lnTo>
                  <a:lnTo>
                    <a:pt x="319" y="640"/>
                  </a:lnTo>
                  <a:lnTo>
                    <a:pt x="332" y="654"/>
                  </a:lnTo>
                  <a:lnTo>
                    <a:pt x="346" y="668"/>
                  </a:lnTo>
                  <a:lnTo>
                    <a:pt x="346" y="668"/>
                  </a:lnTo>
                  <a:lnTo>
                    <a:pt x="371" y="692"/>
                  </a:lnTo>
                  <a:lnTo>
                    <a:pt x="398" y="714"/>
                  </a:lnTo>
                  <a:lnTo>
                    <a:pt x="398" y="714"/>
                  </a:lnTo>
                  <a:lnTo>
                    <a:pt x="429" y="741"/>
                  </a:lnTo>
                  <a:lnTo>
                    <a:pt x="445" y="755"/>
                  </a:lnTo>
                  <a:lnTo>
                    <a:pt x="459" y="769"/>
                  </a:lnTo>
                  <a:lnTo>
                    <a:pt x="459" y="769"/>
                  </a:lnTo>
                  <a:lnTo>
                    <a:pt x="481" y="790"/>
                  </a:lnTo>
                  <a:lnTo>
                    <a:pt x="504" y="809"/>
                  </a:lnTo>
                  <a:lnTo>
                    <a:pt x="504" y="809"/>
                  </a:lnTo>
                  <a:lnTo>
                    <a:pt x="526" y="828"/>
                  </a:lnTo>
                  <a:lnTo>
                    <a:pt x="548" y="849"/>
                  </a:lnTo>
                  <a:lnTo>
                    <a:pt x="548" y="849"/>
                  </a:lnTo>
                  <a:lnTo>
                    <a:pt x="571" y="872"/>
                  </a:lnTo>
                  <a:lnTo>
                    <a:pt x="594" y="896"/>
                  </a:lnTo>
                  <a:lnTo>
                    <a:pt x="594" y="896"/>
                  </a:lnTo>
                  <a:lnTo>
                    <a:pt x="615" y="920"/>
                  </a:lnTo>
                  <a:lnTo>
                    <a:pt x="638" y="943"/>
                  </a:lnTo>
                  <a:lnTo>
                    <a:pt x="643" y="948"/>
                  </a:lnTo>
                  <a:lnTo>
                    <a:pt x="646" y="943"/>
                  </a:lnTo>
                  <a:lnTo>
                    <a:pt x="646" y="943"/>
                  </a:lnTo>
                  <a:lnTo>
                    <a:pt x="658" y="929"/>
                  </a:lnTo>
                  <a:lnTo>
                    <a:pt x="669" y="917"/>
                  </a:lnTo>
                  <a:lnTo>
                    <a:pt x="682" y="904"/>
                  </a:lnTo>
                  <a:lnTo>
                    <a:pt x="696" y="893"/>
                  </a:lnTo>
                  <a:lnTo>
                    <a:pt x="724" y="871"/>
                  </a:lnTo>
                  <a:lnTo>
                    <a:pt x="753" y="851"/>
                  </a:lnTo>
                  <a:lnTo>
                    <a:pt x="753" y="851"/>
                  </a:lnTo>
                  <a:lnTo>
                    <a:pt x="784" y="829"/>
                  </a:lnTo>
                  <a:lnTo>
                    <a:pt x="784" y="829"/>
                  </a:lnTo>
                  <a:lnTo>
                    <a:pt x="812" y="807"/>
                  </a:lnTo>
                  <a:lnTo>
                    <a:pt x="843" y="787"/>
                  </a:lnTo>
                  <a:lnTo>
                    <a:pt x="906" y="748"/>
                  </a:lnTo>
                  <a:lnTo>
                    <a:pt x="906" y="748"/>
                  </a:lnTo>
                  <a:lnTo>
                    <a:pt x="944" y="725"/>
                  </a:lnTo>
                  <a:lnTo>
                    <a:pt x="980" y="702"/>
                  </a:lnTo>
                  <a:lnTo>
                    <a:pt x="986" y="698"/>
                  </a:lnTo>
                  <a:lnTo>
                    <a:pt x="981" y="693"/>
                  </a:lnTo>
                  <a:lnTo>
                    <a:pt x="981" y="693"/>
                  </a:lnTo>
                  <a:lnTo>
                    <a:pt x="964" y="676"/>
                  </a:lnTo>
                  <a:lnTo>
                    <a:pt x="949" y="660"/>
                  </a:lnTo>
                  <a:lnTo>
                    <a:pt x="920" y="624"/>
                  </a:lnTo>
                  <a:lnTo>
                    <a:pt x="917" y="620"/>
                  </a:lnTo>
                  <a:lnTo>
                    <a:pt x="917" y="620"/>
                  </a:lnTo>
                  <a:lnTo>
                    <a:pt x="882" y="579"/>
                  </a:lnTo>
                  <a:lnTo>
                    <a:pt x="850" y="543"/>
                  </a:lnTo>
                  <a:lnTo>
                    <a:pt x="819" y="510"/>
                  </a:lnTo>
                  <a:lnTo>
                    <a:pt x="789" y="480"/>
                  </a:lnTo>
                  <a:lnTo>
                    <a:pt x="789" y="480"/>
                  </a:lnTo>
                  <a:lnTo>
                    <a:pt x="751" y="446"/>
                  </a:lnTo>
                  <a:lnTo>
                    <a:pt x="712" y="412"/>
                  </a:lnTo>
                  <a:lnTo>
                    <a:pt x="712" y="412"/>
                  </a:lnTo>
                  <a:lnTo>
                    <a:pt x="668" y="372"/>
                  </a:lnTo>
                  <a:lnTo>
                    <a:pt x="624" y="332"/>
                  </a:lnTo>
                  <a:lnTo>
                    <a:pt x="604" y="313"/>
                  </a:lnTo>
                  <a:lnTo>
                    <a:pt x="583" y="291"/>
                  </a:lnTo>
                  <a:lnTo>
                    <a:pt x="564" y="269"/>
                  </a:lnTo>
                  <a:lnTo>
                    <a:pt x="544" y="246"/>
                  </a:lnTo>
                  <a:lnTo>
                    <a:pt x="544" y="246"/>
                  </a:lnTo>
                  <a:lnTo>
                    <a:pt x="522" y="221"/>
                  </a:lnTo>
                  <a:lnTo>
                    <a:pt x="501" y="195"/>
                  </a:lnTo>
                  <a:lnTo>
                    <a:pt x="501" y="195"/>
                  </a:lnTo>
                  <a:lnTo>
                    <a:pt x="475" y="165"/>
                  </a:lnTo>
                  <a:lnTo>
                    <a:pt x="450" y="135"/>
                  </a:lnTo>
                  <a:lnTo>
                    <a:pt x="450" y="135"/>
                  </a:lnTo>
                  <a:lnTo>
                    <a:pt x="441" y="125"/>
                  </a:lnTo>
                  <a:lnTo>
                    <a:pt x="431" y="116"/>
                  </a:lnTo>
                  <a:lnTo>
                    <a:pt x="431" y="116"/>
                  </a:lnTo>
                  <a:lnTo>
                    <a:pt x="422" y="107"/>
                  </a:lnTo>
                  <a:lnTo>
                    <a:pt x="413" y="98"/>
                  </a:lnTo>
                  <a:lnTo>
                    <a:pt x="413" y="98"/>
                  </a:lnTo>
                  <a:lnTo>
                    <a:pt x="400" y="81"/>
                  </a:lnTo>
                  <a:lnTo>
                    <a:pt x="389" y="67"/>
                  </a:lnTo>
                  <a:lnTo>
                    <a:pt x="378" y="54"/>
                  </a:lnTo>
                  <a:lnTo>
                    <a:pt x="366" y="44"/>
                  </a:lnTo>
                  <a:lnTo>
                    <a:pt x="366" y="44"/>
                  </a:lnTo>
                  <a:lnTo>
                    <a:pt x="355" y="33"/>
                  </a:lnTo>
                  <a:lnTo>
                    <a:pt x="346" y="21"/>
                  </a:lnTo>
                  <a:lnTo>
                    <a:pt x="346" y="21"/>
                  </a:lnTo>
                  <a:lnTo>
                    <a:pt x="377" y="0"/>
                  </a:lnTo>
                  <a:lnTo>
                    <a:pt x="377" y="0"/>
                  </a:lnTo>
                  <a:lnTo>
                    <a:pt x="382" y="6"/>
                  </a:lnTo>
                  <a:lnTo>
                    <a:pt x="382" y="6"/>
                  </a:lnTo>
                  <a:lnTo>
                    <a:pt x="433" y="64"/>
                  </a:lnTo>
                  <a:lnTo>
                    <a:pt x="433" y="64"/>
                  </a:lnTo>
                  <a:lnTo>
                    <a:pt x="496" y="134"/>
                  </a:lnTo>
                  <a:lnTo>
                    <a:pt x="527" y="170"/>
                  </a:lnTo>
                  <a:lnTo>
                    <a:pt x="558" y="207"/>
                  </a:lnTo>
                  <a:lnTo>
                    <a:pt x="558" y="207"/>
                  </a:lnTo>
                  <a:lnTo>
                    <a:pt x="585" y="239"/>
                  </a:lnTo>
                  <a:lnTo>
                    <a:pt x="614" y="273"/>
                  </a:lnTo>
                  <a:lnTo>
                    <a:pt x="631" y="290"/>
                  </a:lnTo>
                  <a:lnTo>
                    <a:pt x="647" y="307"/>
                  </a:lnTo>
                  <a:lnTo>
                    <a:pt x="665" y="324"/>
                  </a:lnTo>
                  <a:lnTo>
                    <a:pt x="683" y="341"/>
                  </a:lnTo>
                  <a:lnTo>
                    <a:pt x="683" y="341"/>
                  </a:lnTo>
                  <a:lnTo>
                    <a:pt x="729" y="380"/>
                  </a:lnTo>
                  <a:lnTo>
                    <a:pt x="729" y="380"/>
                  </a:lnTo>
                  <a:lnTo>
                    <a:pt x="765" y="411"/>
                  </a:lnTo>
                  <a:lnTo>
                    <a:pt x="801" y="444"/>
                  </a:lnTo>
                  <a:lnTo>
                    <a:pt x="801" y="444"/>
                  </a:lnTo>
                  <a:lnTo>
                    <a:pt x="836" y="477"/>
                  </a:lnTo>
                  <a:lnTo>
                    <a:pt x="869" y="511"/>
                  </a:lnTo>
                  <a:lnTo>
                    <a:pt x="900" y="546"/>
                  </a:lnTo>
                  <a:lnTo>
                    <a:pt x="930" y="581"/>
                  </a:lnTo>
                  <a:lnTo>
                    <a:pt x="930" y="581"/>
                  </a:lnTo>
                  <a:lnTo>
                    <a:pt x="946" y="600"/>
                  </a:lnTo>
                  <a:lnTo>
                    <a:pt x="946" y="600"/>
                  </a:lnTo>
                  <a:lnTo>
                    <a:pt x="962" y="620"/>
                  </a:lnTo>
                  <a:lnTo>
                    <a:pt x="980" y="641"/>
                  </a:lnTo>
                  <a:lnTo>
                    <a:pt x="998" y="661"/>
                  </a:lnTo>
                  <a:lnTo>
                    <a:pt x="1008" y="669"/>
                  </a:lnTo>
                  <a:lnTo>
                    <a:pt x="1018" y="677"/>
                  </a:lnTo>
                  <a:lnTo>
                    <a:pt x="1019" y="678"/>
                  </a:lnTo>
                  <a:lnTo>
                    <a:pt x="1020" y="678"/>
                  </a:lnTo>
                  <a:lnTo>
                    <a:pt x="1020" y="678"/>
                  </a:lnTo>
                  <a:lnTo>
                    <a:pt x="1025" y="680"/>
                  </a:lnTo>
                  <a:lnTo>
                    <a:pt x="1029" y="684"/>
                  </a:lnTo>
                  <a:lnTo>
                    <a:pt x="1029" y="685"/>
                  </a:lnTo>
                  <a:lnTo>
                    <a:pt x="1030" y="686"/>
                  </a:lnTo>
                  <a:lnTo>
                    <a:pt x="1030" y="686"/>
                  </a:lnTo>
                  <a:lnTo>
                    <a:pt x="1032" y="689"/>
                  </a:lnTo>
                  <a:lnTo>
                    <a:pt x="1035" y="692"/>
                  </a:lnTo>
                  <a:lnTo>
                    <a:pt x="1036" y="695"/>
                  </a:lnTo>
                  <a:lnTo>
                    <a:pt x="1037" y="698"/>
                  </a:lnTo>
                  <a:lnTo>
                    <a:pt x="1037" y="699"/>
                  </a:lnTo>
                  <a:lnTo>
                    <a:pt x="1037" y="700"/>
                  </a:lnTo>
                  <a:lnTo>
                    <a:pt x="1037" y="700"/>
                  </a:lnTo>
                  <a:lnTo>
                    <a:pt x="1041" y="711"/>
                  </a:lnTo>
                  <a:lnTo>
                    <a:pt x="1045" y="723"/>
                  </a:lnTo>
                  <a:lnTo>
                    <a:pt x="1047" y="735"/>
                  </a:lnTo>
                  <a:lnTo>
                    <a:pt x="1049" y="748"/>
                  </a:lnTo>
                  <a:lnTo>
                    <a:pt x="1051" y="774"/>
                  </a:lnTo>
                  <a:lnTo>
                    <a:pt x="1051" y="800"/>
                  </a:lnTo>
                  <a:lnTo>
                    <a:pt x="1050" y="826"/>
                  </a:lnTo>
                  <a:lnTo>
                    <a:pt x="1047" y="851"/>
                  </a:lnTo>
                  <a:lnTo>
                    <a:pt x="1044" y="872"/>
                  </a:lnTo>
                  <a:lnTo>
                    <a:pt x="1040" y="892"/>
                  </a:lnTo>
                  <a:lnTo>
                    <a:pt x="1040" y="892"/>
                  </a:lnTo>
                  <a:lnTo>
                    <a:pt x="1037" y="911"/>
                  </a:lnTo>
                  <a:lnTo>
                    <a:pt x="1035" y="929"/>
                  </a:lnTo>
                  <a:lnTo>
                    <a:pt x="1030" y="967"/>
                  </a:lnTo>
                  <a:lnTo>
                    <a:pt x="1030" y="973"/>
                  </a:lnTo>
                  <a:lnTo>
                    <a:pt x="1030" y="973"/>
                  </a:lnTo>
                  <a:lnTo>
                    <a:pt x="1029" y="991"/>
                  </a:lnTo>
                  <a:lnTo>
                    <a:pt x="1029" y="991"/>
                  </a:lnTo>
                  <a:lnTo>
                    <a:pt x="1029" y="1009"/>
                  </a:lnTo>
                  <a:lnTo>
                    <a:pt x="1028" y="1017"/>
                  </a:lnTo>
                  <a:lnTo>
                    <a:pt x="1026" y="1024"/>
                  </a:lnTo>
                  <a:lnTo>
                    <a:pt x="1026" y="1024"/>
                  </a:lnTo>
                  <a:lnTo>
                    <a:pt x="1024" y="1031"/>
                  </a:lnTo>
                  <a:lnTo>
                    <a:pt x="1023" y="1039"/>
                  </a:lnTo>
                  <a:lnTo>
                    <a:pt x="1023" y="1051"/>
                  </a:lnTo>
                  <a:lnTo>
                    <a:pt x="1023" y="1051"/>
                  </a:lnTo>
                  <a:lnTo>
                    <a:pt x="1023" y="1059"/>
                  </a:lnTo>
                  <a:lnTo>
                    <a:pt x="1021" y="1068"/>
                  </a:lnTo>
                  <a:lnTo>
                    <a:pt x="1019" y="1075"/>
                  </a:lnTo>
                  <a:lnTo>
                    <a:pt x="1016" y="1079"/>
                  </a:lnTo>
                  <a:lnTo>
                    <a:pt x="1013" y="1083"/>
                  </a:lnTo>
                  <a:lnTo>
                    <a:pt x="1013" y="1083"/>
                  </a:lnTo>
                  <a:lnTo>
                    <a:pt x="1010" y="1085"/>
                  </a:lnTo>
                  <a:lnTo>
                    <a:pt x="1008" y="1086"/>
                  </a:lnTo>
                  <a:lnTo>
                    <a:pt x="1005" y="1087"/>
                  </a:lnTo>
                  <a:lnTo>
                    <a:pt x="1002" y="1088"/>
                  </a:lnTo>
                  <a:lnTo>
                    <a:pt x="1002" y="1088"/>
                  </a:lnTo>
                  <a:lnTo>
                    <a:pt x="1002" y="1088"/>
                  </a:lnTo>
                  <a:lnTo>
                    <a:pt x="998" y="1087"/>
                  </a:lnTo>
                  <a:lnTo>
                    <a:pt x="997" y="1087"/>
                  </a:lnTo>
                  <a:lnTo>
                    <a:pt x="996" y="1087"/>
                  </a:lnTo>
                  <a:lnTo>
                    <a:pt x="996" y="1087"/>
                  </a:lnTo>
                  <a:lnTo>
                    <a:pt x="992" y="1088"/>
                  </a:lnTo>
                  <a:lnTo>
                    <a:pt x="991" y="1088"/>
                  </a:lnTo>
                  <a:close/>
                  <a:moveTo>
                    <a:pt x="1002" y="731"/>
                  </a:moveTo>
                  <a:lnTo>
                    <a:pt x="1002" y="731"/>
                  </a:lnTo>
                  <a:lnTo>
                    <a:pt x="954" y="761"/>
                  </a:lnTo>
                  <a:lnTo>
                    <a:pt x="954" y="761"/>
                  </a:lnTo>
                  <a:lnTo>
                    <a:pt x="918" y="784"/>
                  </a:lnTo>
                  <a:lnTo>
                    <a:pt x="918" y="784"/>
                  </a:lnTo>
                  <a:lnTo>
                    <a:pt x="885" y="803"/>
                  </a:lnTo>
                  <a:lnTo>
                    <a:pt x="885" y="803"/>
                  </a:lnTo>
                  <a:lnTo>
                    <a:pt x="856" y="821"/>
                  </a:lnTo>
                  <a:lnTo>
                    <a:pt x="842" y="830"/>
                  </a:lnTo>
                  <a:lnTo>
                    <a:pt x="829" y="839"/>
                  </a:lnTo>
                  <a:lnTo>
                    <a:pt x="819" y="847"/>
                  </a:lnTo>
                  <a:lnTo>
                    <a:pt x="819" y="847"/>
                  </a:lnTo>
                  <a:lnTo>
                    <a:pt x="773" y="881"/>
                  </a:lnTo>
                  <a:lnTo>
                    <a:pt x="729" y="917"/>
                  </a:lnTo>
                  <a:lnTo>
                    <a:pt x="729" y="917"/>
                  </a:lnTo>
                  <a:lnTo>
                    <a:pt x="717" y="925"/>
                  </a:lnTo>
                  <a:lnTo>
                    <a:pt x="717" y="925"/>
                  </a:lnTo>
                  <a:lnTo>
                    <a:pt x="704" y="936"/>
                  </a:lnTo>
                  <a:lnTo>
                    <a:pt x="691" y="948"/>
                  </a:lnTo>
                  <a:lnTo>
                    <a:pt x="678" y="960"/>
                  </a:lnTo>
                  <a:lnTo>
                    <a:pt x="672" y="967"/>
                  </a:lnTo>
                  <a:lnTo>
                    <a:pt x="668" y="974"/>
                  </a:lnTo>
                  <a:lnTo>
                    <a:pt x="664" y="980"/>
                  </a:lnTo>
                  <a:lnTo>
                    <a:pt x="671" y="982"/>
                  </a:lnTo>
                  <a:lnTo>
                    <a:pt x="671" y="982"/>
                  </a:lnTo>
                  <a:lnTo>
                    <a:pt x="699" y="991"/>
                  </a:lnTo>
                  <a:lnTo>
                    <a:pt x="699" y="991"/>
                  </a:lnTo>
                  <a:lnTo>
                    <a:pt x="718" y="996"/>
                  </a:lnTo>
                  <a:lnTo>
                    <a:pt x="738" y="1003"/>
                  </a:lnTo>
                  <a:lnTo>
                    <a:pt x="738" y="1003"/>
                  </a:lnTo>
                  <a:lnTo>
                    <a:pt x="756" y="1007"/>
                  </a:lnTo>
                  <a:lnTo>
                    <a:pt x="772" y="1010"/>
                  </a:lnTo>
                  <a:lnTo>
                    <a:pt x="772" y="1010"/>
                  </a:lnTo>
                  <a:lnTo>
                    <a:pt x="792" y="1014"/>
                  </a:lnTo>
                  <a:lnTo>
                    <a:pt x="811" y="1018"/>
                  </a:lnTo>
                  <a:lnTo>
                    <a:pt x="811" y="1018"/>
                  </a:lnTo>
                  <a:lnTo>
                    <a:pt x="854" y="1028"/>
                  </a:lnTo>
                  <a:lnTo>
                    <a:pt x="897" y="1039"/>
                  </a:lnTo>
                  <a:lnTo>
                    <a:pt x="941" y="1046"/>
                  </a:lnTo>
                  <a:lnTo>
                    <a:pt x="962" y="1049"/>
                  </a:lnTo>
                  <a:lnTo>
                    <a:pt x="984" y="1051"/>
                  </a:lnTo>
                  <a:lnTo>
                    <a:pt x="991" y="1052"/>
                  </a:lnTo>
                  <a:lnTo>
                    <a:pt x="990" y="1045"/>
                  </a:lnTo>
                  <a:lnTo>
                    <a:pt x="990" y="1045"/>
                  </a:lnTo>
                  <a:lnTo>
                    <a:pt x="989" y="1039"/>
                  </a:lnTo>
                  <a:lnTo>
                    <a:pt x="989" y="1039"/>
                  </a:lnTo>
                  <a:lnTo>
                    <a:pt x="987" y="1032"/>
                  </a:lnTo>
                  <a:lnTo>
                    <a:pt x="987" y="1029"/>
                  </a:lnTo>
                  <a:lnTo>
                    <a:pt x="987" y="1027"/>
                  </a:lnTo>
                  <a:lnTo>
                    <a:pt x="987" y="1027"/>
                  </a:lnTo>
                  <a:lnTo>
                    <a:pt x="990" y="1018"/>
                  </a:lnTo>
                  <a:lnTo>
                    <a:pt x="992" y="1008"/>
                  </a:lnTo>
                  <a:lnTo>
                    <a:pt x="993" y="988"/>
                  </a:lnTo>
                  <a:lnTo>
                    <a:pt x="993" y="988"/>
                  </a:lnTo>
                  <a:lnTo>
                    <a:pt x="994" y="974"/>
                  </a:lnTo>
                  <a:lnTo>
                    <a:pt x="994" y="974"/>
                  </a:lnTo>
                  <a:lnTo>
                    <a:pt x="995" y="957"/>
                  </a:lnTo>
                  <a:lnTo>
                    <a:pt x="995" y="957"/>
                  </a:lnTo>
                  <a:lnTo>
                    <a:pt x="998" y="925"/>
                  </a:lnTo>
                  <a:lnTo>
                    <a:pt x="1000" y="910"/>
                  </a:lnTo>
                  <a:lnTo>
                    <a:pt x="1004" y="893"/>
                  </a:lnTo>
                  <a:lnTo>
                    <a:pt x="1004" y="893"/>
                  </a:lnTo>
                  <a:lnTo>
                    <a:pt x="1010" y="856"/>
                  </a:lnTo>
                  <a:lnTo>
                    <a:pt x="1013" y="835"/>
                  </a:lnTo>
                  <a:lnTo>
                    <a:pt x="1015" y="813"/>
                  </a:lnTo>
                  <a:lnTo>
                    <a:pt x="1016" y="793"/>
                  </a:lnTo>
                  <a:lnTo>
                    <a:pt x="1015" y="772"/>
                  </a:lnTo>
                  <a:lnTo>
                    <a:pt x="1014" y="753"/>
                  </a:lnTo>
                  <a:lnTo>
                    <a:pt x="1010" y="734"/>
                  </a:lnTo>
                  <a:lnTo>
                    <a:pt x="1008" y="726"/>
                  </a:lnTo>
                  <a:lnTo>
                    <a:pt x="1002" y="73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91" name="Freeform 207"/>
            <p:cNvSpPr/>
            <p:nvPr>
              <p:custDataLst>
                <p:tags r:id="rId45"/>
              </p:custDataLst>
            </p:nvPr>
          </p:nvSpPr>
          <p:spPr bwMode="auto">
            <a:xfrm>
              <a:off x="4251325" y="2251075"/>
              <a:ext cx="195263" cy="161925"/>
            </a:xfrm>
            <a:custGeom>
              <a:avLst/>
              <a:gdLst/>
              <a:ahLst/>
              <a:cxnLst>
                <a:cxn ang="0">
                  <a:pos x="15" y="307"/>
                </a:cxn>
                <a:cxn ang="0">
                  <a:pos x="9" y="306"/>
                </a:cxn>
                <a:cxn ang="0">
                  <a:pos x="2" y="298"/>
                </a:cxn>
                <a:cxn ang="0">
                  <a:pos x="0" y="293"/>
                </a:cxn>
                <a:cxn ang="0">
                  <a:pos x="2" y="281"/>
                </a:cxn>
                <a:cxn ang="0">
                  <a:pos x="6" y="275"/>
                </a:cxn>
                <a:cxn ang="0">
                  <a:pos x="12" y="272"/>
                </a:cxn>
                <a:cxn ang="0">
                  <a:pos x="18" y="269"/>
                </a:cxn>
                <a:cxn ang="0">
                  <a:pos x="30" y="259"/>
                </a:cxn>
                <a:cxn ang="0">
                  <a:pos x="48" y="238"/>
                </a:cxn>
                <a:cxn ang="0">
                  <a:pos x="59" y="222"/>
                </a:cxn>
                <a:cxn ang="0">
                  <a:pos x="75" y="201"/>
                </a:cxn>
                <a:cxn ang="0">
                  <a:pos x="94" y="180"/>
                </a:cxn>
                <a:cxn ang="0">
                  <a:pos x="136" y="143"/>
                </a:cxn>
                <a:cxn ang="0">
                  <a:pos x="160" y="124"/>
                </a:cxn>
                <a:cxn ang="0">
                  <a:pos x="174" y="112"/>
                </a:cxn>
                <a:cxn ang="0">
                  <a:pos x="224" y="83"/>
                </a:cxn>
                <a:cxn ang="0">
                  <a:pos x="241" y="73"/>
                </a:cxn>
                <a:cxn ang="0">
                  <a:pos x="259" y="63"/>
                </a:cxn>
                <a:cxn ang="0">
                  <a:pos x="305" y="32"/>
                </a:cxn>
                <a:cxn ang="0">
                  <a:pos x="345" y="3"/>
                </a:cxn>
                <a:cxn ang="0">
                  <a:pos x="354" y="0"/>
                </a:cxn>
                <a:cxn ang="0">
                  <a:pos x="359" y="1"/>
                </a:cxn>
                <a:cxn ang="0">
                  <a:pos x="366" y="8"/>
                </a:cxn>
                <a:cxn ang="0">
                  <a:pos x="368" y="12"/>
                </a:cxn>
                <a:cxn ang="0">
                  <a:pos x="369" y="22"/>
                </a:cxn>
                <a:cxn ang="0">
                  <a:pos x="367" y="29"/>
                </a:cxn>
                <a:cxn ang="0">
                  <a:pos x="362" y="35"/>
                </a:cxn>
                <a:cxn ang="0">
                  <a:pos x="339" y="51"/>
                </a:cxn>
                <a:cxn ang="0">
                  <a:pos x="270" y="96"/>
                </a:cxn>
                <a:cxn ang="0">
                  <a:pos x="240" y="115"/>
                </a:cxn>
                <a:cxn ang="0">
                  <a:pos x="180" y="157"/>
                </a:cxn>
                <a:cxn ang="0">
                  <a:pos x="151" y="179"/>
                </a:cxn>
                <a:cxn ang="0">
                  <a:pos x="109" y="218"/>
                </a:cxn>
                <a:cxn ang="0">
                  <a:pos x="78" y="252"/>
                </a:cxn>
                <a:cxn ang="0">
                  <a:pos x="69" y="264"/>
                </a:cxn>
                <a:cxn ang="0">
                  <a:pos x="47" y="290"/>
                </a:cxn>
                <a:cxn ang="0">
                  <a:pos x="35" y="300"/>
                </a:cxn>
                <a:cxn ang="0">
                  <a:pos x="21" y="306"/>
                </a:cxn>
                <a:cxn ang="0">
                  <a:pos x="15" y="307"/>
                </a:cxn>
              </a:cxnLst>
              <a:rect l="0" t="0" r="r" b="b"/>
              <a:pathLst>
                <a:path w="369" h="307">
                  <a:moveTo>
                    <a:pt x="15" y="307"/>
                  </a:moveTo>
                  <a:lnTo>
                    <a:pt x="15" y="307"/>
                  </a:lnTo>
                  <a:lnTo>
                    <a:pt x="12" y="307"/>
                  </a:lnTo>
                  <a:lnTo>
                    <a:pt x="9" y="306"/>
                  </a:lnTo>
                  <a:lnTo>
                    <a:pt x="5" y="303"/>
                  </a:lnTo>
                  <a:lnTo>
                    <a:pt x="2" y="298"/>
                  </a:lnTo>
                  <a:lnTo>
                    <a:pt x="0" y="293"/>
                  </a:lnTo>
                  <a:lnTo>
                    <a:pt x="0" y="293"/>
                  </a:lnTo>
                  <a:lnTo>
                    <a:pt x="0" y="287"/>
                  </a:lnTo>
                  <a:lnTo>
                    <a:pt x="2" y="281"/>
                  </a:lnTo>
                  <a:lnTo>
                    <a:pt x="4" y="277"/>
                  </a:lnTo>
                  <a:lnTo>
                    <a:pt x="6" y="275"/>
                  </a:lnTo>
                  <a:lnTo>
                    <a:pt x="9" y="273"/>
                  </a:lnTo>
                  <a:lnTo>
                    <a:pt x="12" y="272"/>
                  </a:lnTo>
                  <a:lnTo>
                    <a:pt x="12" y="272"/>
                  </a:lnTo>
                  <a:lnTo>
                    <a:pt x="18" y="269"/>
                  </a:lnTo>
                  <a:lnTo>
                    <a:pt x="24" y="265"/>
                  </a:lnTo>
                  <a:lnTo>
                    <a:pt x="30" y="259"/>
                  </a:lnTo>
                  <a:lnTo>
                    <a:pt x="36" y="253"/>
                  </a:lnTo>
                  <a:lnTo>
                    <a:pt x="48" y="238"/>
                  </a:lnTo>
                  <a:lnTo>
                    <a:pt x="59" y="222"/>
                  </a:lnTo>
                  <a:lnTo>
                    <a:pt x="59" y="222"/>
                  </a:lnTo>
                  <a:lnTo>
                    <a:pt x="68" y="210"/>
                  </a:lnTo>
                  <a:lnTo>
                    <a:pt x="75" y="201"/>
                  </a:lnTo>
                  <a:lnTo>
                    <a:pt x="75" y="201"/>
                  </a:lnTo>
                  <a:lnTo>
                    <a:pt x="94" y="180"/>
                  </a:lnTo>
                  <a:lnTo>
                    <a:pt x="114" y="162"/>
                  </a:lnTo>
                  <a:lnTo>
                    <a:pt x="136" y="143"/>
                  </a:lnTo>
                  <a:lnTo>
                    <a:pt x="157" y="126"/>
                  </a:lnTo>
                  <a:lnTo>
                    <a:pt x="160" y="124"/>
                  </a:lnTo>
                  <a:lnTo>
                    <a:pt x="160" y="124"/>
                  </a:lnTo>
                  <a:lnTo>
                    <a:pt x="174" y="112"/>
                  </a:lnTo>
                  <a:lnTo>
                    <a:pt x="190" y="102"/>
                  </a:lnTo>
                  <a:lnTo>
                    <a:pt x="224" y="83"/>
                  </a:lnTo>
                  <a:lnTo>
                    <a:pt x="224" y="83"/>
                  </a:lnTo>
                  <a:lnTo>
                    <a:pt x="241" y="73"/>
                  </a:lnTo>
                  <a:lnTo>
                    <a:pt x="259" y="63"/>
                  </a:lnTo>
                  <a:lnTo>
                    <a:pt x="259" y="63"/>
                  </a:lnTo>
                  <a:lnTo>
                    <a:pt x="283" y="47"/>
                  </a:lnTo>
                  <a:lnTo>
                    <a:pt x="305" y="32"/>
                  </a:lnTo>
                  <a:lnTo>
                    <a:pt x="345" y="3"/>
                  </a:lnTo>
                  <a:lnTo>
                    <a:pt x="345" y="3"/>
                  </a:lnTo>
                  <a:lnTo>
                    <a:pt x="350" y="1"/>
                  </a:lnTo>
                  <a:lnTo>
                    <a:pt x="354" y="0"/>
                  </a:lnTo>
                  <a:lnTo>
                    <a:pt x="354" y="0"/>
                  </a:lnTo>
                  <a:lnTo>
                    <a:pt x="359" y="1"/>
                  </a:lnTo>
                  <a:lnTo>
                    <a:pt x="363" y="4"/>
                  </a:lnTo>
                  <a:lnTo>
                    <a:pt x="366" y="8"/>
                  </a:lnTo>
                  <a:lnTo>
                    <a:pt x="368" y="12"/>
                  </a:lnTo>
                  <a:lnTo>
                    <a:pt x="368" y="12"/>
                  </a:lnTo>
                  <a:lnTo>
                    <a:pt x="369" y="16"/>
                  </a:lnTo>
                  <a:lnTo>
                    <a:pt x="369" y="22"/>
                  </a:lnTo>
                  <a:lnTo>
                    <a:pt x="369" y="25"/>
                  </a:lnTo>
                  <a:lnTo>
                    <a:pt x="367" y="29"/>
                  </a:lnTo>
                  <a:lnTo>
                    <a:pt x="365" y="32"/>
                  </a:lnTo>
                  <a:lnTo>
                    <a:pt x="362" y="35"/>
                  </a:lnTo>
                  <a:lnTo>
                    <a:pt x="362" y="35"/>
                  </a:lnTo>
                  <a:lnTo>
                    <a:pt x="339" y="51"/>
                  </a:lnTo>
                  <a:lnTo>
                    <a:pt x="317" y="67"/>
                  </a:lnTo>
                  <a:lnTo>
                    <a:pt x="270" y="96"/>
                  </a:lnTo>
                  <a:lnTo>
                    <a:pt x="270" y="96"/>
                  </a:lnTo>
                  <a:lnTo>
                    <a:pt x="240" y="115"/>
                  </a:lnTo>
                  <a:lnTo>
                    <a:pt x="210" y="135"/>
                  </a:lnTo>
                  <a:lnTo>
                    <a:pt x="180" y="157"/>
                  </a:lnTo>
                  <a:lnTo>
                    <a:pt x="151" y="179"/>
                  </a:lnTo>
                  <a:lnTo>
                    <a:pt x="151" y="179"/>
                  </a:lnTo>
                  <a:lnTo>
                    <a:pt x="131" y="198"/>
                  </a:lnTo>
                  <a:lnTo>
                    <a:pt x="109" y="218"/>
                  </a:lnTo>
                  <a:lnTo>
                    <a:pt x="88" y="239"/>
                  </a:lnTo>
                  <a:lnTo>
                    <a:pt x="78" y="252"/>
                  </a:lnTo>
                  <a:lnTo>
                    <a:pt x="69" y="264"/>
                  </a:lnTo>
                  <a:lnTo>
                    <a:pt x="69" y="264"/>
                  </a:lnTo>
                  <a:lnTo>
                    <a:pt x="59" y="277"/>
                  </a:lnTo>
                  <a:lnTo>
                    <a:pt x="47" y="290"/>
                  </a:lnTo>
                  <a:lnTo>
                    <a:pt x="42" y="295"/>
                  </a:lnTo>
                  <a:lnTo>
                    <a:pt x="35" y="300"/>
                  </a:lnTo>
                  <a:lnTo>
                    <a:pt x="29" y="304"/>
                  </a:lnTo>
                  <a:lnTo>
                    <a:pt x="21" y="306"/>
                  </a:lnTo>
                  <a:lnTo>
                    <a:pt x="21" y="306"/>
                  </a:lnTo>
                  <a:lnTo>
                    <a:pt x="15" y="307"/>
                  </a:lnTo>
                  <a:lnTo>
                    <a:pt x="15" y="307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92" name="Freeform 208"/>
            <p:cNvSpPr/>
            <p:nvPr>
              <p:custDataLst>
                <p:tags r:id="rId46"/>
              </p:custDataLst>
            </p:nvPr>
          </p:nvSpPr>
          <p:spPr bwMode="auto">
            <a:xfrm>
              <a:off x="4284663" y="2282825"/>
              <a:ext cx="195263" cy="171450"/>
            </a:xfrm>
            <a:custGeom>
              <a:avLst/>
              <a:gdLst/>
              <a:ahLst/>
              <a:cxnLst>
                <a:cxn ang="0">
                  <a:pos x="15" y="323"/>
                </a:cxn>
                <a:cxn ang="0">
                  <a:pos x="6" y="319"/>
                </a:cxn>
                <a:cxn ang="0">
                  <a:pos x="1" y="309"/>
                </a:cxn>
                <a:cxn ang="0">
                  <a:pos x="0" y="306"/>
                </a:cxn>
                <a:cxn ang="0">
                  <a:pos x="0" y="297"/>
                </a:cxn>
                <a:cxn ang="0">
                  <a:pos x="4" y="290"/>
                </a:cxn>
                <a:cxn ang="0">
                  <a:pos x="7" y="287"/>
                </a:cxn>
                <a:cxn ang="0">
                  <a:pos x="15" y="277"/>
                </a:cxn>
                <a:cxn ang="0">
                  <a:pos x="20" y="266"/>
                </a:cxn>
                <a:cxn ang="0">
                  <a:pos x="29" y="253"/>
                </a:cxn>
                <a:cxn ang="0">
                  <a:pos x="48" y="230"/>
                </a:cxn>
                <a:cxn ang="0">
                  <a:pos x="68" y="211"/>
                </a:cxn>
                <a:cxn ang="0">
                  <a:pos x="94" y="190"/>
                </a:cxn>
                <a:cxn ang="0">
                  <a:pos x="126" y="162"/>
                </a:cxn>
                <a:cxn ang="0">
                  <a:pos x="159" y="135"/>
                </a:cxn>
                <a:cxn ang="0">
                  <a:pos x="187" y="111"/>
                </a:cxn>
                <a:cxn ang="0">
                  <a:pos x="236" y="73"/>
                </a:cxn>
                <a:cxn ang="0">
                  <a:pos x="254" y="61"/>
                </a:cxn>
                <a:cxn ang="0">
                  <a:pos x="311" y="23"/>
                </a:cxn>
                <a:cxn ang="0">
                  <a:pos x="344" y="3"/>
                </a:cxn>
                <a:cxn ang="0">
                  <a:pos x="348" y="1"/>
                </a:cxn>
                <a:cxn ang="0">
                  <a:pos x="352" y="0"/>
                </a:cxn>
                <a:cxn ang="0">
                  <a:pos x="358" y="2"/>
                </a:cxn>
                <a:cxn ang="0">
                  <a:pos x="366" y="9"/>
                </a:cxn>
                <a:cxn ang="0">
                  <a:pos x="368" y="14"/>
                </a:cxn>
                <a:cxn ang="0">
                  <a:pos x="369" y="22"/>
                </a:cxn>
                <a:cxn ang="0">
                  <a:pos x="366" y="29"/>
                </a:cxn>
                <a:cxn ang="0">
                  <a:pos x="361" y="35"/>
                </a:cxn>
                <a:cxn ang="0">
                  <a:pos x="325" y="57"/>
                </a:cxn>
                <a:cxn ang="0">
                  <a:pos x="271" y="92"/>
                </a:cxn>
                <a:cxn ang="0">
                  <a:pos x="250" y="107"/>
                </a:cxn>
                <a:cxn ang="0">
                  <a:pos x="190" y="157"/>
                </a:cxn>
                <a:cxn ang="0">
                  <a:pos x="164" y="179"/>
                </a:cxn>
                <a:cxn ang="0">
                  <a:pos x="134" y="203"/>
                </a:cxn>
                <a:cxn ang="0">
                  <a:pos x="102" y="229"/>
                </a:cxn>
                <a:cxn ang="0">
                  <a:pos x="72" y="258"/>
                </a:cxn>
                <a:cxn ang="0">
                  <a:pos x="66" y="264"/>
                </a:cxn>
                <a:cxn ang="0">
                  <a:pos x="51" y="286"/>
                </a:cxn>
                <a:cxn ang="0">
                  <a:pos x="46" y="295"/>
                </a:cxn>
                <a:cxn ang="0">
                  <a:pos x="33" y="312"/>
                </a:cxn>
                <a:cxn ang="0">
                  <a:pos x="24" y="319"/>
                </a:cxn>
                <a:cxn ang="0">
                  <a:pos x="15" y="323"/>
                </a:cxn>
              </a:cxnLst>
              <a:rect l="0" t="0" r="r" b="b"/>
              <a:pathLst>
                <a:path w="369" h="323">
                  <a:moveTo>
                    <a:pt x="15" y="323"/>
                  </a:moveTo>
                  <a:lnTo>
                    <a:pt x="15" y="323"/>
                  </a:lnTo>
                  <a:lnTo>
                    <a:pt x="10" y="322"/>
                  </a:lnTo>
                  <a:lnTo>
                    <a:pt x="6" y="319"/>
                  </a:lnTo>
                  <a:lnTo>
                    <a:pt x="3" y="315"/>
                  </a:lnTo>
                  <a:lnTo>
                    <a:pt x="1" y="309"/>
                  </a:lnTo>
                  <a:lnTo>
                    <a:pt x="1" y="309"/>
                  </a:lnTo>
                  <a:lnTo>
                    <a:pt x="0" y="306"/>
                  </a:lnTo>
                  <a:lnTo>
                    <a:pt x="0" y="300"/>
                  </a:lnTo>
                  <a:lnTo>
                    <a:pt x="0" y="297"/>
                  </a:lnTo>
                  <a:lnTo>
                    <a:pt x="2" y="294"/>
                  </a:lnTo>
                  <a:lnTo>
                    <a:pt x="4" y="290"/>
                  </a:lnTo>
                  <a:lnTo>
                    <a:pt x="7" y="287"/>
                  </a:lnTo>
                  <a:lnTo>
                    <a:pt x="7" y="287"/>
                  </a:lnTo>
                  <a:lnTo>
                    <a:pt x="11" y="283"/>
                  </a:lnTo>
                  <a:lnTo>
                    <a:pt x="15" y="277"/>
                  </a:lnTo>
                  <a:lnTo>
                    <a:pt x="20" y="266"/>
                  </a:lnTo>
                  <a:lnTo>
                    <a:pt x="20" y="266"/>
                  </a:lnTo>
                  <a:lnTo>
                    <a:pt x="24" y="259"/>
                  </a:lnTo>
                  <a:lnTo>
                    <a:pt x="29" y="253"/>
                  </a:lnTo>
                  <a:lnTo>
                    <a:pt x="29" y="253"/>
                  </a:lnTo>
                  <a:lnTo>
                    <a:pt x="48" y="230"/>
                  </a:lnTo>
                  <a:lnTo>
                    <a:pt x="59" y="221"/>
                  </a:lnTo>
                  <a:lnTo>
                    <a:pt x="68" y="211"/>
                  </a:lnTo>
                  <a:lnTo>
                    <a:pt x="68" y="211"/>
                  </a:lnTo>
                  <a:lnTo>
                    <a:pt x="94" y="190"/>
                  </a:lnTo>
                  <a:lnTo>
                    <a:pt x="94" y="190"/>
                  </a:lnTo>
                  <a:lnTo>
                    <a:pt x="126" y="162"/>
                  </a:lnTo>
                  <a:lnTo>
                    <a:pt x="159" y="135"/>
                  </a:lnTo>
                  <a:lnTo>
                    <a:pt x="159" y="135"/>
                  </a:lnTo>
                  <a:lnTo>
                    <a:pt x="187" y="111"/>
                  </a:lnTo>
                  <a:lnTo>
                    <a:pt x="187" y="111"/>
                  </a:lnTo>
                  <a:lnTo>
                    <a:pt x="220" y="85"/>
                  </a:lnTo>
                  <a:lnTo>
                    <a:pt x="236" y="73"/>
                  </a:lnTo>
                  <a:lnTo>
                    <a:pt x="254" y="61"/>
                  </a:lnTo>
                  <a:lnTo>
                    <a:pt x="254" y="61"/>
                  </a:lnTo>
                  <a:lnTo>
                    <a:pt x="282" y="41"/>
                  </a:lnTo>
                  <a:lnTo>
                    <a:pt x="311" y="23"/>
                  </a:lnTo>
                  <a:lnTo>
                    <a:pt x="311" y="23"/>
                  </a:lnTo>
                  <a:lnTo>
                    <a:pt x="344" y="3"/>
                  </a:lnTo>
                  <a:lnTo>
                    <a:pt x="344" y="3"/>
                  </a:lnTo>
                  <a:lnTo>
                    <a:pt x="348" y="1"/>
                  </a:lnTo>
                  <a:lnTo>
                    <a:pt x="352" y="0"/>
                  </a:lnTo>
                  <a:lnTo>
                    <a:pt x="352" y="0"/>
                  </a:lnTo>
                  <a:lnTo>
                    <a:pt x="355" y="1"/>
                  </a:lnTo>
                  <a:lnTo>
                    <a:pt x="358" y="2"/>
                  </a:lnTo>
                  <a:lnTo>
                    <a:pt x="363" y="5"/>
                  </a:lnTo>
                  <a:lnTo>
                    <a:pt x="366" y="9"/>
                  </a:lnTo>
                  <a:lnTo>
                    <a:pt x="368" y="14"/>
                  </a:lnTo>
                  <a:lnTo>
                    <a:pt x="368" y="14"/>
                  </a:lnTo>
                  <a:lnTo>
                    <a:pt x="369" y="17"/>
                  </a:lnTo>
                  <a:lnTo>
                    <a:pt x="369" y="22"/>
                  </a:lnTo>
                  <a:lnTo>
                    <a:pt x="368" y="25"/>
                  </a:lnTo>
                  <a:lnTo>
                    <a:pt x="366" y="29"/>
                  </a:lnTo>
                  <a:lnTo>
                    <a:pt x="364" y="32"/>
                  </a:lnTo>
                  <a:lnTo>
                    <a:pt x="361" y="35"/>
                  </a:lnTo>
                  <a:lnTo>
                    <a:pt x="361" y="35"/>
                  </a:lnTo>
                  <a:lnTo>
                    <a:pt x="325" y="57"/>
                  </a:lnTo>
                  <a:lnTo>
                    <a:pt x="325" y="57"/>
                  </a:lnTo>
                  <a:lnTo>
                    <a:pt x="271" y="92"/>
                  </a:lnTo>
                  <a:lnTo>
                    <a:pt x="271" y="92"/>
                  </a:lnTo>
                  <a:lnTo>
                    <a:pt x="250" y="107"/>
                  </a:lnTo>
                  <a:lnTo>
                    <a:pt x="229" y="123"/>
                  </a:lnTo>
                  <a:lnTo>
                    <a:pt x="190" y="157"/>
                  </a:lnTo>
                  <a:lnTo>
                    <a:pt x="190" y="157"/>
                  </a:lnTo>
                  <a:lnTo>
                    <a:pt x="164" y="179"/>
                  </a:lnTo>
                  <a:lnTo>
                    <a:pt x="164" y="179"/>
                  </a:lnTo>
                  <a:lnTo>
                    <a:pt x="134" y="203"/>
                  </a:lnTo>
                  <a:lnTo>
                    <a:pt x="134" y="203"/>
                  </a:lnTo>
                  <a:lnTo>
                    <a:pt x="102" y="229"/>
                  </a:lnTo>
                  <a:lnTo>
                    <a:pt x="86" y="242"/>
                  </a:lnTo>
                  <a:lnTo>
                    <a:pt x="72" y="258"/>
                  </a:lnTo>
                  <a:lnTo>
                    <a:pt x="72" y="258"/>
                  </a:lnTo>
                  <a:lnTo>
                    <a:pt x="66" y="264"/>
                  </a:lnTo>
                  <a:lnTo>
                    <a:pt x="61" y="271"/>
                  </a:lnTo>
                  <a:lnTo>
                    <a:pt x="51" y="286"/>
                  </a:lnTo>
                  <a:lnTo>
                    <a:pt x="51" y="286"/>
                  </a:lnTo>
                  <a:lnTo>
                    <a:pt x="46" y="295"/>
                  </a:lnTo>
                  <a:lnTo>
                    <a:pt x="40" y="303"/>
                  </a:lnTo>
                  <a:lnTo>
                    <a:pt x="33" y="312"/>
                  </a:lnTo>
                  <a:lnTo>
                    <a:pt x="24" y="319"/>
                  </a:lnTo>
                  <a:lnTo>
                    <a:pt x="24" y="319"/>
                  </a:lnTo>
                  <a:lnTo>
                    <a:pt x="19" y="322"/>
                  </a:lnTo>
                  <a:lnTo>
                    <a:pt x="15" y="323"/>
                  </a:lnTo>
                  <a:lnTo>
                    <a:pt x="15" y="32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93" name="Freeform 209"/>
            <p:cNvSpPr/>
            <p:nvPr>
              <p:custDataLst>
                <p:tags r:id="rId47"/>
              </p:custDataLst>
            </p:nvPr>
          </p:nvSpPr>
          <p:spPr bwMode="auto">
            <a:xfrm>
              <a:off x="4446588" y="2346325"/>
              <a:ext cx="285750" cy="307975"/>
            </a:xfrm>
            <a:custGeom>
              <a:avLst/>
              <a:gdLst/>
              <a:ahLst/>
              <a:cxnLst>
                <a:cxn ang="0">
                  <a:pos x="524" y="583"/>
                </a:cxn>
                <a:cxn ang="0">
                  <a:pos x="515" y="580"/>
                </a:cxn>
                <a:cxn ang="0">
                  <a:pos x="501" y="571"/>
                </a:cxn>
                <a:cxn ang="0">
                  <a:pos x="476" y="549"/>
                </a:cxn>
                <a:cxn ang="0">
                  <a:pos x="437" y="513"/>
                </a:cxn>
                <a:cxn ang="0">
                  <a:pos x="414" y="488"/>
                </a:cxn>
                <a:cxn ang="0">
                  <a:pos x="388" y="460"/>
                </a:cxn>
                <a:cxn ang="0">
                  <a:pos x="339" y="409"/>
                </a:cxn>
                <a:cxn ang="0">
                  <a:pos x="300" y="361"/>
                </a:cxn>
                <a:cxn ang="0">
                  <a:pos x="288" y="344"/>
                </a:cxn>
                <a:cxn ang="0">
                  <a:pos x="246" y="293"/>
                </a:cxn>
                <a:cxn ang="0">
                  <a:pos x="202" y="245"/>
                </a:cxn>
                <a:cxn ang="0">
                  <a:pos x="167" y="208"/>
                </a:cxn>
                <a:cxn ang="0">
                  <a:pos x="134" y="170"/>
                </a:cxn>
                <a:cxn ang="0">
                  <a:pos x="121" y="153"/>
                </a:cxn>
                <a:cxn ang="0">
                  <a:pos x="95" y="121"/>
                </a:cxn>
                <a:cxn ang="0">
                  <a:pos x="54" y="76"/>
                </a:cxn>
                <a:cxn ang="0">
                  <a:pos x="24" y="48"/>
                </a:cxn>
                <a:cxn ang="0">
                  <a:pos x="8" y="36"/>
                </a:cxn>
                <a:cxn ang="0">
                  <a:pos x="3" y="29"/>
                </a:cxn>
                <a:cxn ang="0">
                  <a:pos x="0" y="22"/>
                </a:cxn>
                <a:cxn ang="0">
                  <a:pos x="1" y="13"/>
                </a:cxn>
                <a:cxn ang="0">
                  <a:pos x="4" y="8"/>
                </a:cxn>
                <a:cxn ang="0">
                  <a:pos x="12" y="1"/>
                </a:cxn>
                <a:cxn ang="0">
                  <a:pos x="16" y="0"/>
                </a:cxn>
                <a:cxn ang="0">
                  <a:pos x="25" y="3"/>
                </a:cxn>
                <a:cxn ang="0">
                  <a:pos x="41" y="15"/>
                </a:cxn>
                <a:cxn ang="0">
                  <a:pos x="70" y="41"/>
                </a:cxn>
                <a:cxn ang="0">
                  <a:pos x="110" y="84"/>
                </a:cxn>
                <a:cxn ang="0">
                  <a:pos x="136" y="115"/>
                </a:cxn>
                <a:cxn ang="0">
                  <a:pos x="206" y="198"/>
                </a:cxn>
                <a:cxn ang="0">
                  <a:pos x="290" y="291"/>
                </a:cxn>
                <a:cxn ang="0">
                  <a:pos x="303" y="306"/>
                </a:cxn>
                <a:cxn ang="0">
                  <a:pos x="341" y="353"/>
                </a:cxn>
                <a:cxn ang="0">
                  <a:pos x="371" y="390"/>
                </a:cxn>
                <a:cxn ang="0">
                  <a:pos x="403" y="425"/>
                </a:cxn>
                <a:cxn ang="0">
                  <a:pos x="433" y="457"/>
                </a:cxn>
                <a:cxn ang="0">
                  <a:pos x="457" y="482"/>
                </a:cxn>
                <a:cxn ang="0">
                  <a:pos x="493" y="518"/>
                </a:cxn>
                <a:cxn ang="0">
                  <a:pos x="519" y="540"/>
                </a:cxn>
                <a:cxn ang="0">
                  <a:pos x="532" y="549"/>
                </a:cxn>
                <a:cxn ang="0">
                  <a:pos x="539" y="554"/>
                </a:cxn>
                <a:cxn ang="0">
                  <a:pos x="541" y="560"/>
                </a:cxn>
                <a:cxn ang="0">
                  <a:pos x="541" y="570"/>
                </a:cxn>
                <a:cxn ang="0">
                  <a:pos x="539" y="575"/>
                </a:cxn>
                <a:cxn ang="0">
                  <a:pos x="530" y="582"/>
                </a:cxn>
                <a:cxn ang="0">
                  <a:pos x="524" y="583"/>
                </a:cxn>
              </a:cxnLst>
              <a:rect l="0" t="0" r="r" b="b"/>
              <a:pathLst>
                <a:path w="541" h="583">
                  <a:moveTo>
                    <a:pt x="524" y="583"/>
                  </a:moveTo>
                  <a:lnTo>
                    <a:pt x="524" y="583"/>
                  </a:lnTo>
                  <a:lnTo>
                    <a:pt x="520" y="582"/>
                  </a:lnTo>
                  <a:lnTo>
                    <a:pt x="515" y="580"/>
                  </a:lnTo>
                  <a:lnTo>
                    <a:pt x="515" y="580"/>
                  </a:lnTo>
                  <a:lnTo>
                    <a:pt x="501" y="571"/>
                  </a:lnTo>
                  <a:lnTo>
                    <a:pt x="488" y="560"/>
                  </a:lnTo>
                  <a:lnTo>
                    <a:pt x="476" y="549"/>
                  </a:lnTo>
                  <a:lnTo>
                    <a:pt x="462" y="538"/>
                  </a:lnTo>
                  <a:lnTo>
                    <a:pt x="437" y="513"/>
                  </a:lnTo>
                  <a:lnTo>
                    <a:pt x="414" y="488"/>
                  </a:lnTo>
                  <a:lnTo>
                    <a:pt x="414" y="488"/>
                  </a:lnTo>
                  <a:lnTo>
                    <a:pt x="388" y="460"/>
                  </a:lnTo>
                  <a:lnTo>
                    <a:pt x="388" y="460"/>
                  </a:lnTo>
                  <a:lnTo>
                    <a:pt x="365" y="437"/>
                  </a:lnTo>
                  <a:lnTo>
                    <a:pt x="339" y="409"/>
                  </a:lnTo>
                  <a:lnTo>
                    <a:pt x="313" y="377"/>
                  </a:lnTo>
                  <a:lnTo>
                    <a:pt x="300" y="361"/>
                  </a:lnTo>
                  <a:lnTo>
                    <a:pt x="288" y="344"/>
                  </a:lnTo>
                  <a:lnTo>
                    <a:pt x="288" y="344"/>
                  </a:lnTo>
                  <a:lnTo>
                    <a:pt x="268" y="319"/>
                  </a:lnTo>
                  <a:lnTo>
                    <a:pt x="246" y="293"/>
                  </a:lnTo>
                  <a:lnTo>
                    <a:pt x="224" y="269"/>
                  </a:lnTo>
                  <a:lnTo>
                    <a:pt x="202" y="245"/>
                  </a:lnTo>
                  <a:lnTo>
                    <a:pt x="202" y="245"/>
                  </a:lnTo>
                  <a:lnTo>
                    <a:pt x="167" y="208"/>
                  </a:lnTo>
                  <a:lnTo>
                    <a:pt x="150" y="189"/>
                  </a:lnTo>
                  <a:lnTo>
                    <a:pt x="134" y="170"/>
                  </a:lnTo>
                  <a:lnTo>
                    <a:pt x="134" y="170"/>
                  </a:lnTo>
                  <a:lnTo>
                    <a:pt x="121" y="153"/>
                  </a:lnTo>
                  <a:lnTo>
                    <a:pt x="121" y="153"/>
                  </a:lnTo>
                  <a:lnTo>
                    <a:pt x="95" y="121"/>
                  </a:lnTo>
                  <a:lnTo>
                    <a:pt x="69" y="90"/>
                  </a:lnTo>
                  <a:lnTo>
                    <a:pt x="54" y="76"/>
                  </a:lnTo>
                  <a:lnTo>
                    <a:pt x="40" y="61"/>
                  </a:lnTo>
                  <a:lnTo>
                    <a:pt x="24" y="48"/>
                  </a:lnTo>
                  <a:lnTo>
                    <a:pt x="8" y="36"/>
                  </a:lnTo>
                  <a:lnTo>
                    <a:pt x="8" y="36"/>
                  </a:lnTo>
                  <a:lnTo>
                    <a:pt x="5" y="32"/>
                  </a:lnTo>
                  <a:lnTo>
                    <a:pt x="3" y="29"/>
                  </a:lnTo>
                  <a:lnTo>
                    <a:pt x="0" y="25"/>
                  </a:lnTo>
                  <a:lnTo>
                    <a:pt x="0" y="22"/>
                  </a:lnTo>
                  <a:lnTo>
                    <a:pt x="0" y="17"/>
                  </a:lnTo>
                  <a:lnTo>
                    <a:pt x="1" y="13"/>
                  </a:lnTo>
                  <a:lnTo>
                    <a:pt x="1" y="13"/>
                  </a:lnTo>
                  <a:lnTo>
                    <a:pt x="4" y="8"/>
                  </a:lnTo>
                  <a:lnTo>
                    <a:pt x="7" y="3"/>
                  </a:lnTo>
                  <a:lnTo>
                    <a:pt x="12" y="1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21" y="0"/>
                  </a:lnTo>
                  <a:lnTo>
                    <a:pt x="25" y="3"/>
                  </a:lnTo>
                  <a:lnTo>
                    <a:pt x="25" y="3"/>
                  </a:lnTo>
                  <a:lnTo>
                    <a:pt x="41" y="15"/>
                  </a:lnTo>
                  <a:lnTo>
                    <a:pt x="55" y="28"/>
                  </a:lnTo>
                  <a:lnTo>
                    <a:pt x="70" y="41"/>
                  </a:lnTo>
                  <a:lnTo>
                    <a:pt x="83" y="55"/>
                  </a:lnTo>
                  <a:lnTo>
                    <a:pt x="110" y="84"/>
                  </a:lnTo>
                  <a:lnTo>
                    <a:pt x="136" y="115"/>
                  </a:lnTo>
                  <a:lnTo>
                    <a:pt x="136" y="115"/>
                  </a:lnTo>
                  <a:lnTo>
                    <a:pt x="170" y="156"/>
                  </a:lnTo>
                  <a:lnTo>
                    <a:pt x="206" y="198"/>
                  </a:lnTo>
                  <a:lnTo>
                    <a:pt x="246" y="242"/>
                  </a:lnTo>
                  <a:lnTo>
                    <a:pt x="290" y="291"/>
                  </a:lnTo>
                  <a:lnTo>
                    <a:pt x="290" y="291"/>
                  </a:lnTo>
                  <a:lnTo>
                    <a:pt x="303" y="306"/>
                  </a:lnTo>
                  <a:lnTo>
                    <a:pt x="317" y="322"/>
                  </a:lnTo>
                  <a:lnTo>
                    <a:pt x="341" y="353"/>
                  </a:lnTo>
                  <a:lnTo>
                    <a:pt x="341" y="353"/>
                  </a:lnTo>
                  <a:lnTo>
                    <a:pt x="371" y="390"/>
                  </a:lnTo>
                  <a:lnTo>
                    <a:pt x="387" y="407"/>
                  </a:lnTo>
                  <a:lnTo>
                    <a:pt x="403" y="425"/>
                  </a:lnTo>
                  <a:lnTo>
                    <a:pt x="403" y="425"/>
                  </a:lnTo>
                  <a:lnTo>
                    <a:pt x="433" y="457"/>
                  </a:lnTo>
                  <a:lnTo>
                    <a:pt x="433" y="457"/>
                  </a:lnTo>
                  <a:lnTo>
                    <a:pt x="457" y="482"/>
                  </a:lnTo>
                  <a:lnTo>
                    <a:pt x="481" y="507"/>
                  </a:lnTo>
                  <a:lnTo>
                    <a:pt x="493" y="518"/>
                  </a:lnTo>
                  <a:lnTo>
                    <a:pt x="507" y="529"/>
                  </a:lnTo>
                  <a:lnTo>
                    <a:pt x="519" y="540"/>
                  </a:lnTo>
                  <a:lnTo>
                    <a:pt x="532" y="549"/>
                  </a:lnTo>
                  <a:lnTo>
                    <a:pt x="532" y="549"/>
                  </a:lnTo>
                  <a:lnTo>
                    <a:pt x="537" y="552"/>
                  </a:lnTo>
                  <a:lnTo>
                    <a:pt x="539" y="554"/>
                  </a:lnTo>
                  <a:lnTo>
                    <a:pt x="540" y="557"/>
                  </a:lnTo>
                  <a:lnTo>
                    <a:pt x="541" y="560"/>
                  </a:lnTo>
                  <a:lnTo>
                    <a:pt x="541" y="565"/>
                  </a:lnTo>
                  <a:lnTo>
                    <a:pt x="541" y="570"/>
                  </a:lnTo>
                  <a:lnTo>
                    <a:pt x="541" y="570"/>
                  </a:lnTo>
                  <a:lnTo>
                    <a:pt x="539" y="575"/>
                  </a:lnTo>
                  <a:lnTo>
                    <a:pt x="534" y="579"/>
                  </a:lnTo>
                  <a:lnTo>
                    <a:pt x="530" y="582"/>
                  </a:lnTo>
                  <a:lnTo>
                    <a:pt x="527" y="583"/>
                  </a:lnTo>
                  <a:lnTo>
                    <a:pt x="524" y="583"/>
                  </a:lnTo>
                  <a:lnTo>
                    <a:pt x="524" y="58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94" name="Freeform 210"/>
            <p:cNvSpPr/>
            <p:nvPr>
              <p:custDataLst>
                <p:tags r:id="rId48"/>
              </p:custDataLst>
            </p:nvPr>
          </p:nvSpPr>
          <p:spPr bwMode="auto">
            <a:xfrm>
              <a:off x="4349750" y="2435225"/>
              <a:ext cx="273050" cy="288925"/>
            </a:xfrm>
            <a:custGeom>
              <a:avLst/>
              <a:gdLst/>
              <a:ahLst/>
              <a:cxnLst>
                <a:cxn ang="0">
                  <a:pos x="493" y="546"/>
                </a:cxn>
                <a:cxn ang="0">
                  <a:pos x="481" y="537"/>
                </a:cxn>
                <a:cxn ang="0">
                  <a:pos x="475" y="524"/>
                </a:cxn>
                <a:cxn ang="0">
                  <a:pos x="457" y="505"/>
                </a:cxn>
                <a:cxn ang="0">
                  <a:pos x="444" y="490"/>
                </a:cxn>
                <a:cxn ang="0">
                  <a:pos x="436" y="479"/>
                </a:cxn>
                <a:cxn ang="0">
                  <a:pos x="411" y="452"/>
                </a:cxn>
                <a:cxn ang="0">
                  <a:pos x="402" y="443"/>
                </a:cxn>
                <a:cxn ang="0">
                  <a:pos x="387" y="420"/>
                </a:cxn>
                <a:cxn ang="0">
                  <a:pos x="376" y="410"/>
                </a:cxn>
                <a:cxn ang="0">
                  <a:pos x="345" y="378"/>
                </a:cxn>
                <a:cxn ang="0">
                  <a:pos x="321" y="352"/>
                </a:cxn>
                <a:cxn ang="0">
                  <a:pos x="280" y="313"/>
                </a:cxn>
                <a:cxn ang="0">
                  <a:pos x="252" y="285"/>
                </a:cxn>
                <a:cxn ang="0">
                  <a:pos x="151" y="183"/>
                </a:cxn>
                <a:cxn ang="0">
                  <a:pos x="106" y="136"/>
                </a:cxn>
                <a:cxn ang="0">
                  <a:pos x="64" y="92"/>
                </a:cxn>
                <a:cxn ang="0">
                  <a:pos x="33" y="58"/>
                </a:cxn>
                <a:cxn ang="0">
                  <a:pos x="13" y="39"/>
                </a:cxn>
                <a:cxn ang="0">
                  <a:pos x="3" y="26"/>
                </a:cxn>
                <a:cxn ang="0">
                  <a:pos x="0" y="14"/>
                </a:cxn>
                <a:cxn ang="0">
                  <a:pos x="5" y="6"/>
                </a:cxn>
                <a:cxn ang="0">
                  <a:pos x="19" y="0"/>
                </a:cxn>
                <a:cxn ang="0">
                  <a:pos x="26" y="2"/>
                </a:cxn>
                <a:cxn ang="0">
                  <a:pos x="34" y="8"/>
                </a:cxn>
                <a:cxn ang="0">
                  <a:pos x="72" y="47"/>
                </a:cxn>
                <a:cxn ang="0">
                  <a:pos x="94" y="67"/>
                </a:cxn>
                <a:cxn ang="0">
                  <a:pos x="151" y="133"/>
                </a:cxn>
                <a:cxn ang="0">
                  <a:pos x="191" y="176"/>
                </a:cxn>
                <a:cxn ang="0">
                  <a:pos x="275" y="260"/>
                </a:cxn>
                <a:cxn ang="0">
                  <a:pos x="311" y="293"/>
                </a:cxn>
                <a:cxn ang="0">
                  <a:pos x="364" y="343"/>
                </a:cxn>
                <a:cxn ang="0">
                  <a:pos x="407" y="387"/>
                </a:cxn>
                <a:cxn ang="0">
                  <a:pos x="423" y="411"/>
                </a:cxn>
                <a:cxn ang="0">
                  <a:pos x="440" y="429"/>
                </a:cxn>
                <a:cxn ang="0">
                  <a:pos x="452" y="440"/>
                </a:cxn>
                <a:cxn ang="0">
                  <a:pos x="460" y="452"/>
                </a:cxn>
                <a:cxn ang="0">
                  <a:pos x="481" y="478"/>
                </a:cxn>
                <a:cxn ang="0">
                  <a:pos x="496" y="493"/>
                </a:cxn>
                <a:cxn ang="0">
                  <a:pos x="508" y="510"/>
                </a:cxn>
                <a:cxn ang="0">
                  <a:pos x="512" y="513"/>
                </a:cxn>
                <a:cxn ang="0">
                  <a:pos x="515" y="524"/>
                </a:cxn>
                <a:cxn ang="0">
                  <a:pos x="515" y="533"/>
                </a:cxn>
                <a:cxn ang="0">
                  <a:pos x="510" y="542"/>
                </a:cxn>
                <a:cxn ang="0">
                  <a:pos x="499" y="546"/>
                </a:cxn>
              </a:cxnLst>
              <a:rect l="0" t="0" r="r" b="b"/>
              <a:pathLst>
                <a:path w="515" h="546">
                  <a:moveTo>
                    <a:pt x="499" y="546"/>
                  </a:moveTo>
                  <a:lnTo>
                    <a:pt x="499" y="546"/>
                  </a:lnTo>
                  <a:lnTo>
                    <a:pt x="493" y="546"/>
                  </a:lnTo>
                  <a:lnTo>
                    <a:pt x="488" y="543"/>
                  </a:lnTo>
                  <a:lnTo>
                    <a:pt x="483" y="540"/>
                  </a:lnTo>
                  <a:lnTo>
                    <a:pt x="481" y="537"/>
                  </a:lnTo>
                  <a:lnTo>
                    <a:pt x="480" y="534"/>
                  </a:lnTo>
                  <a:lnTo>
                    <a:pt x="480" y="534"/>
                  </a:lnTo>
                  <a:lnTo>
                    <a:pt x="475" y="524"/>
                  </a:lnTo>
                  <a:lnTo>
                    <a:pt x="470" y="517"/>
                  </a:lnTo>
                  <a:lnTo>
                    <a:pt x="463" y="511"/>
                  </a:lnTo>
                  <a:lnTo>
                    <a:pt x="457" y="505"/>
                  </a:lnTo>
                  <a:lnTo>
                    <a:pt x="457" y="505"/>
                  </a:lnTo>
                  <a:lnTo>
                    <a:pt x="450" y="498"/>
                  </a:lnTo>
                  <a:lnTo>
                    <a:pt x="444" y="490"/>
                  </a:lnTo>
                  <a:lnTo>
                    <a:pt x="444" y="490"/>
                  </a:lnTo>
                  <a:lnTo>
                    <a:pt x="436" y="479"/>
                  </a:lnTo>
                  <a:lnTo>
                    <a:pt x="436" y="479"/>
                  </a:lnTo>
                  <a:lnTo>
                    <a:pt x="425" y="466"/>
                  </a:lnTo>
                  <a:lnTo>
                    <a:pt x="419" y="458"/>
                  </a:lnTo>
                  <a:lnTo>
                    <a:pt x="411" y="452"/>
                  </a:lnTo>
                  <a:lnTo>
                    <a:pt x="411" y="452"/>
                  </a:lnTo>
                  <a:lnTo>
                    <a:pt x="407" y="448"/>
                  </a:lnTo>
                  <a:lnTo>
                    <a:pt x="402" y="443"/>
                  </a:lnTo>
                  <a:lnTo>
                    <a:pt x="395" y="433"/>
                  </a:lnTo>
                  <a:lnTo>
                    <a:pt x="395" y="433"/>
                  </a:lnTo>
                  <a:lnTo>
                    <a:pt x="387" y="420"/>
                  </a:lnTo>
                  <a:lnTo>
                    <a:pt x="382" y="415"/>
                  </a:lnTo>
                  <a:lnTo>
                    <a:pt x="376" y="410"/>
                  </a:lnTo>
                  <a:lnTo>
                    <a:pt x="376" y="410"/>
                  </a:lnTo>
                  <a:lnTo>
                    <a:pt x="367" y="404"/>
                  </a:lnTo>
                  <a:lnTo>
                    <a:pt x="360" y="395"/>
                  </a:lnTo>
                  <a:lnTo>
                    <a:pt x="345" y="378"/>
                  </a:lnTo>
                  <a:lnTo>
                    <a:pt x="345" y="378"/>
                  </a:lnTo>
                  <a:lnTo>
                    <a:pt x="333" y="364"/>
                  </a:lnTo>
                  <a:lnTo>
                    <a:pt x="321" y="352"/>
                  </a:lnTo>
                  <a:lnTo>
                    <a:pt x="321" y="352"/>
                  </a:lnTo>
                  <a:lnTo>
                    <a:pt x="299" y="332"/>
                  </a:lnTo>
                  <a:lnTo>
                    <a:pt x="280" y="313"/>
                  </a:lnTo>
                  <a:lnTo>
                    <a:pt x="280" y="313"/>
                  </a:lnTo>
                  <a:lnTo>
                    <a:pt x="252" y="285"/>
                  </a:lnTo>
                  <a:lnTo>
                    <a:pt x="252" y="285"/>
                  </a:lnTo>
                  <a:lnTo>
                    <a:pt x="225" y="260"/>
                  </a:lnTo>
                  <a:lnTo>
                    <a:pt x="200" y="234"/>
                  </a:lnTo>
                  <a:lnTo>
                    <a:pt x="151" y="183"/>
                  </a:lnTo>
                  <a:lnTo>
                    <a:pt x="151" y="183"/>
                  </a:lnTo>
                  <a:lnTo>
                    <a:pt x="106" y="136"/>
                  </a:lnTo>
                  <a:lnTo>
                    <a:pt x="106" y="136"/>
                  </a:lnTo>
                  <a:lnTo>
                    <a:pt x="87" y="116"/>
                  </a:lnTo>
                  <a:lnTo>
                    <a:pt x="87" y="116"/>
                  </a:lnTo>
                  <a:lnTo>
                    <a:pt x="64" y="92"/>
                  </a:lnTo>
                  <a:lnTo>
                    <a:pt x="40" y="66"/>
                  </a:lnTo>
                  <a:lnTo>
                    <a:pt x="40" y="66"/>
                  </a:lnTo>
                  <a:lnTo>
                    <a:pt x="33" y="58"/>
                  </a:lnTo>
                  <a:lnTo>
                    <a:pt x="24" y="50"/>
                  </a:lnTo>
                  <a:lnTo>
                    <a:pt x="24" y="50"/>
                  </a:lnTo>
                  <a:lnTo>
                    <a:pt x="13" y="39"/>
                  </a:lnTo>
                  <a:lnTo>
                    <a:pt x="8" y="33"/>
                  </a:lnTo>
                  <a:lnTo>
                    <a:pt x="3" y="26"/>
                  </a:lnTo>
                  <a:lnTo>
                    <a:pt x="3" y="26"/>
                  </a:lnTo>
                  <a:lnTo>
                    <a:pt x="1" y="22"/>
                  </a:lnTo>
                  <a:lnTo>
                    <a:pt x="0" y="18"/>
                  </a:lnTo>
                  <a:lnTo>
                    <a:pt x="0" y="14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5" y="6"/>
                  </a:lnTo>
                  <a:lnTo>
                    <a:pt x="9" y="3"/>
                  </a:lnTo>
                  <a:lnTo>
                    <a:pt x="14" y="1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22" y="1"/>
                  </a:lnTo>
                  <a:lnTo>
                    <a:pt x="26" y="2"/>
                  </a:lnTo>
                  <a:lnTo>
                    <a:pt x="31" y="4"/>
                  </a:lnTo>
                  <a:lnTo>
                    <a:pt x="34" y="8"/>
                  </a:lnTo>
                  <a:lnTo>
                    <a:pt x="34" y="8"/>
                  </a:lnTo>
                  <a:lnTo>
                    <a:pt x="42" y="18"/>
                  </a:lnTo>
                  <a:lnTo>
                    <a:pt x="51" y="29"/>
                  </a:lnTo>
                  <a:lnTo>
                    <a:pt x="72" y="47"/>
                  </a:lnTo>
                  <a:lnTo>
                    <a:pt x="72" y="47"/>
                  </a:lnTo>
                  <a:lnTo>
                    <a:pt x="83" y="57"/>
                  </a:lnTo>
                  <a:lnTo>
                    <a:pt x="94" y="67"/>
                  </a:lnTo>
                  <a:lnTo>
                    <a:pt x="94" y="67"/>
                  </a:lnTo>
                  <a:lnTo>
                    <a:pt x="124" y="100"/>
                  </a:lnTo>
                  <a:lnTo>
                    <a:pt x="151" y="133"/>
                  </a:lnTo>
                  <a:lnTo>
                    <a:pt x="164" y="146"/>
                  </a:lnTo>
                  <a:lnTo>
                    <a:pt x="164" y="146"/>
                  </a:lnTo>
                  <a:lnTo>
                    <a:pt x="191" y="176"/>
                  </a:lnTo>
                  <a:lnTo>
                    <a:pt x="219" y="205"/>
                  </a:lnTo>
                  <a:lnTo>
                    <a:pt x="247" y="232"/>
                  </a:lnTo>
                  <a:lnTo>
                    <a:pt x="275" y="260"/>
                  </a:lnTo>
                  <a:lnTo>
                    <a:pt x="275" y="260"/>
                  </a:lnTo>
                  <a:lnTo>
                    <a:pt x="311" y="293"/>
                  </a:lnTo>
                  <a:lnTo>
                    <a:pt x="311" y="293"/>
                  </a:lnTo>
                  <a:lnTo>
                    <a:pt x="342" y="321"/>
                  </a:lnTo>
                  <a:lnTo>
                    <a:pt x="342" y="321"/>
                  </a:lnTo>
                  <a:lnTo>
                    <a:pt x="364" y="343"/>
                  </a:lnTo>
                  <a:lnTo>
                    <a:pt x="386" y="363"/>
                  </a:lnTo>
                  <a:lnTo>
                    <a:pt x="396" y="375"/>
                  </a:lnTo>
                  <a:lnTo>
                    <a:pt x="407" y="387"/>
                  </a:lnTo>
                  <a:lnTo>
                    <a:pt x="415" y="398"/>
                  </a:lnTo>
                  <a:lnTo>
                    <a:pt x="423" y="411"/>
                  </a:lnTo>
                  <a:lnTo>
                    <a:pt x="423" y="411"/>
                  </a:lnTo>
                  <a:lnTo>
                    <a:pt x="426" y="416"/>
                  </a:lnTo>
                  <a:lnTo>
                    <a:pt x="430" y="421"/>
                  </a:lnTo>
                  <a:lnTo>
                    <a:pt x="440" y="429"/>
                  </a:lnTo>
                  <a:lnTo>
                    <a:pt x="440" y="429"/>
                  </a:lnTo>
                  <a:lnTo>
                    <a:pt x="446" y="435"/>
                  </a:lnTo>
                  <a:lnTo>
                    <a:pt x="452" y="440"/>
                  </a:lnTo>
                  <a:lnTo>
                    <a:pt x="452" y="440"/>
                  </a:lnTo>
                  <a:lnTo>
                    <a:pt x="460" y="452"/>
                  </a:lnTo>
                  <a:lnTo>
                    <a:pt x="460" y="452"/>
                  </a:lnTo>
                  <a:lnTo>
                    <a:pt x="470" y="466"/>
                  </a:lnTo>
                  <a:lnTo>
                    <a:pt x="475" y="472"/>
                  </a:lnTo>
                  <a:lnTo>
                    <a:pt x="481" y="478"/>
                  </a:lnTo>
                  <a:lnTo>
                    <a:pt x="481" y="478"/>
                  </a:lnTo>
                  <a:lnTo>
                    <a:pt x="489" y="486"/>
                  </a:lnTo>
                  <a:lnTo>
                    <a:pt x="496" y="493"/>
                  </a:lnTo>
                  <a:lnTo>
                    <a:pt x="502" y="501"/>
                  </a:lnTo>
                  <a:lnTo>
                    <a:pt x="507" y="509"/>
                  </a:lnTo>
                  <a:lnTo>
                    <a:pt x="508" y="510"/>
                  </a:lnTo>
                  <a:lnTo>
                    <a:pt x="509" y="511"/>
                  </a:lnTo>
                  <a:lnTo>
                    <a:pt x="509" y="511"/>
                  </a:lnTo>
                  <a:lnTo>
                    <a:pt x="512" y="513"/>
                  </a:lnTo>
                  <a:lnTo>
                    <a:pt x="514" y="516"/>
                  </a:lnTo>
                  <a:lnTo>
                    <a:pt x="515" y="520"/>
                  </a:lnTo>
                  <a:lnTo>
                    <a:pt x="515" y="524"/>
                  </a:lnTo>
                  <a:lnTo>
                    <a:pt x="515" y="530"/>
                  </a:lnTo>
                  <a:lnTo>
                    <a:pt x="515" y="530"/>
                  </a:lnTo>
                  <a:lnTo>
                    <a:pt x="515" y="533"/>
                  </a:lnTo>
                  <a:lnTo>
                    <a:pt x="514" y="537"/>
                  </a:lnTo>
                  <a:lnTo>
                    <a:pt x="513" y="540"/>
                  </a:lnTo>
                  <a:lnTo>
                    <a:pt x="510" y="542"/>
                  </a:lnTo>
                  <a:lnTo>
                    <a:pt x="510" y="542"/>
                  </a:lnTo>
                  <a:lnTo>
                    <a:pt x="506" y="545"/>
                  </a:lnTo>
                  <a:lnTo>
                    <a:pt x="499" y="546"/>
                  </a:lnTo>
                  <a:lnTo>
                    <a:pt x="499" y="546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95" name="Freeform 211"/>
            <p:cNvSpPr/>
            <p:nvPr>
              <p:custDataLst>
                <p:tags r:id="rId49"/>
              </p:custDataLst>
            </p:nvPr>
          </p:nvSpPr>
          <p:spPr bwMode="auto">
            <a:xfrm>
              <a:off x="4708525" y="2740025"/>
              <a:ext cx="77788" cy="74613"/>
            </a:xfrm>
            <a:custGeom>
              <a:avLst/>
              <a:gdLst/>
              <a:ahLst/>
              <a:cxnLst>
                <a:cxn ang="0">
                  <a:pos x="116" y="142"/>
                </a:cxn>
                <a:cxn ang="0">
                  <a:pos x="111" y="142"/>
                </a:cxn>
                <a:cxn ang="0">
                  <a:pos x="101" y="140"/>
                </a:cxn>
                <a:cxn ang="0">
                  <a:pos x="90" y="136"/>
                </a:cxn>
                <a:cxn ang="0">
                  <a:pos x="88" y="139"/>
                </a:cxn>
                <a:cxn ang="0">
                  <a:pos x="79" y="141"/>
                </a:cxn>
                <a:cxn ang="0">
                  <a:pos x="77" y="141"/>
                </a:cxn>
                <a:cxn ang="0">
                  <a:pos x="63" y="139"/>
                </a:cxn>
                <a:cxn ang="0">
                  <a:pos x="49" y="136"/>
                </a:cxn>
                <a:cxn ang="0">
                  <a:pos x="42" y="134"/>
                </a:cxn>
                <a:cxn ang="0">
                  <a:pos x="33" y="127"/>
                </a:cxn>
                <a:cxn ang="0">
                  <a:pos x="30" y="129"/>
                </a:cxn>
                <a:cxn ang="0">
                  <a:pos x="21" y="131"/>
                </a:cxn>
                <a:cxn ang="0">
                  <a:pos x="18" y="130"/>
                </a:cxn>
                <a:cxn ang="0">
                  <a:pos x="12" y="127"/>
                </a:cxn>
                <a:cxn ang="0">
                  <a:pos x="7" y="122"/>
                </a:cxn>
                <a:cxn ang="0">
                  <a:pos x="6" y="117"/>
                </a:cxn>
                <a:cxn ang="0">
                  <a:pos x="5" y="115"/>
                </a:cxn>
                <a:cxn ang="0">
                  <a:pos x="1" y="108"/>
                </a:cxn>
                <a:cxn ang="0">
                  <a:pos x="1" y="101"/>
                </a:cxn>
                <a:cxn ang="0">
                  <a:pos x="3" y="95"/>
                </a:cxn>
                <a:cxn ang="0">
                  <a:pos x="13" y="83"/>
                </a:cxn>
                <a:cxn ang="0">
                  <a:pos x="31" y="62"/>
                </a:cxn>
                <a:cxn ang="0">
                  <a:pos x="63" y="34"/>
                </a:cxn>
                <a:cxn ang="0">
                  <a:pos x="92" y="13"/>
                </a:cxn>
                <a:cxn ang="0">
                  <a:pos x="98" y="8"/>
                </a:cxn>
                <a:cxn ang="0">
                  <a:pos x="113" y="1"/>
                </a:cxn>
                <a:cxn ang="0">
                  <a:pos x="121" y="0"/>
                </a:cxn>
                <a:cxn ang="0">
                  <a:pos x="131" y="2"/>
                </a:cxn>
                <a:cxn ang="0">
                  <a:pos x="137" y="5"/>
                </a:cxn>
                <a:cxn ang="0">
                  <a:pos x="143" y="15"/>
                </a:cxn>
                <a:cxn ang="0">
                  <a:pos x="147" y="29"/>
                </a:cxn>
                <a:cxn ang="0">
                  <a:pos x="148" y="35"/>
                </a:cxn>
                <a:cxn ang="0">
                  <a:pos x="147" y="53"/>
                </a:cxn>
                <a:cxn ang="0">
                  <a:pos x="148" y="84"/>
                </a:cxn>
                <a:cxn ang="0">
                  <a:pos x="148" y="100"/>
                </a:cxn>
                <a:cxn ang="0">
                  <a:pos x="146" y="116"/>
                </a:cxn>
                <a:cxn ang="0">
                  <a:pos x="145" y="125"/>
                </a:cxn>
                <a:cxn ang="0">
                  <a:pos x="141" y="132"/>
                </a:cxn>
                <a:cxn ang="0">
                  <a:pos x="136" y="136"/>
                </a:cxn>
                <a:cxn ang="0">
                  <a:pos x="128" y="141"/>
                </a:cxn>
                <a:cxn ang="0">
                  <a:pos x="126" y="141"/>
                </a:cxn>
                <a:cxn ang="0">
                  <a:pos x="121" y="142"/>
                </a:cxn>
                <a:cxn ang="0">
                  <a:pos x="116" y="142"/>
                </a:cxn>
              </a:cxnLst>
              <a:rect l="0" t="0" r="r" b="b"/>
              <a:pathLst>
                <a:path w="148" h="142">
                  <a:moveTo>
                    <a:pt x="116" y="142"/>
                  </a:moveTo>
                  <a:lnTo>
                    <a:pt x="116" y="142"/>
                  </a:lnTo>
                  <a:lnTo>
                    <a:pt x="111" y="142"/>
                  </a:lnTo>
                  <a:lnTo>
                    <a:pt x="111" y="142"/>
                  </a:lnTo>
                  <a:lnTo>
                    <a:pt x="101" y="140"/>
                  </a:lnTo>
                  <a:lnTo>
                    <a:pt x="101" y="140"/>
                  </a:lnTo>
                  <a:lnTo>
                    <a:pt x="93" y="136"/>
                  </a:lnTo>
                  <a:lnTo>
                    <a:pt x="90" y="136"/>
                  </a:lnTo>
                  <a:lnTo>
                    <a:pt x="88" y="139"/>
                  </a:lnTo>
                  <a:lnTo>
                    <a:pt x="88" y="139"/>
                  </a:lnTo>
                  <a:lnTo>
                    <a:pt x="84" y="141"/>
                  </a:lnTo>
                  <a:lnTo>
                    <a:pt x="79" y="141"/>
                  </a:lnTo>
                  <a:lnTo>
                    <a:pt x="79" y="141"/>
                  </a:lnTo>
                  <a:lnTo>
                    <a:pt x="77" y="141"/>
                  </a:lnTo>
                  <a:lnTo>
                    <a:pt x="77" y="141"/>
                  </a:lnTo>
                  <a:lnTo>
                    <a:pt x="63" y="139"/>
                  </a:lnTo>
                  <a:lnTo>
                    <a:pt x="63" y="139"/>
                  </a:lnTo>
                  <a:lnTo>
                    <a:pt x="49" y="136"/>
                  </a:lnTo>
                  <a:lnTo>
                    <a:pt x="49" y="136"/>
                  </a:lnTo>
                  <a:lnTo>
                    <a:pt x="42" y="134"/>
                  </a:lnTo>
                  <a:lnTo>
                    <a:pt x="36" y="130"/>
                  </a:lnTo>
                  <a:lnTo>
                    <a:pt x="33" y="127"/>
                  </a:lnTo>
                  <a:lnTo>
                    <a:pt x="30" y="129"/>
                  </a:lnTo>
                  <a:lnTo>
                    <a:pt x="30" y="129"/>
                  </a:lnTo>
                  <a:lnTo>
                    <a:pt x="25" y="130"/>
                  </a:lnTo>
                  <a:lnTo>
                    <a:pt x="21" y="131"/>
                  </a:lnTo>
                  <a:lnTo>
                    <a:pt x="21" y="131"/>
                  </a:lnTo>
                  <a:lnTo>
                    <a:pt x="18" y="130"/>
                  </a:lnTo>
                  <a:lnTo>
                    <a:pt x="13" y="129"/>
                  </a:lnTo>
                  <a:lnTo>
                    <a:pt x="12" y="127"/>
                  </a:lnTo>
                  <a:lnTo>
                    <a:pt x="10" y="125"/>
                  </a:lnTo>
                  <a:lnTo>
                    <a:pt x="7" y="122"/>
                  </a:lnTo>
                  <a:lnTo>
                    <a:pt x="6" y="119"/>
                  </a:lnTo>
                  <a:lnTo>
                    <a:pt x="6" y="117"/>
                  </a:lnTo>
                  <a:lnTo>
                    <a:pt x="5" y="115"/>
                  </a:lnTo>
                  <a:lnTo>
                    <a:pt x="5" y="115"/>
                  </a:lnTo>
                  <a:lnTo>
                    <a:pt x="2" y="112"/>
                  </a:lnTo>
                  <a:lnTo>
                    <a:pt x="1" y="108"/>
                  </a:lnTo>
                  <a:lnTo>
                    <a:pt x="0" y="104"/>
                  </a:lnTo>
                  <a:lnTo>
                    <a:pt x="1" y="101"/>
                  </a:lnTo>
                  <a:lnTo>
                    <a:pt x="2" y="98"/>
                  </a:lnTo>
                  <a:lnTo>
                    <a:pt x="3" y="95"/>
                  </a:lnTo>
                  <a:lnTo>
                    <a:pt x="3" y="95"/>
                  </a:lnTo>
                  <a:lnTo>
                    <a:pt x="13" y="83"/>
                  </a:lnTo>
                  <a:lnTo>
                    <a:pt x="22" y="72"/>
                  </a:lnTo>
                  <a:lnTo>
                    <a:pt x="31" y="62"/>
                  </a:lnTo>
                  <a:lnTo>
                    <a:pt x="42" y="52"/>
                  </a:lnTo>
                  <a:lnTo>
                    <a:pt x="63" y="34"/>
                  </a:lnTo>
                  <a:lnTo>
                    <a:pt x="87" y="17"/>
                  </a:lnTo>
                  <a:lnTo>
                    <a:pt x="92" y="13"/>
                  </a:lnTo>
                  <a:lnTo>
                    <a:pt x="92" y="13"/>
                  </a:lnTo>
                  <a:lnTo>
                    <a:pt x="98" y="8"/>
                  </a:lnTo>
                  <a:lnTo>
                    <a:pt x="105" y="4"/>
                  </a:lnTo>
                  <a:lnTo>
                    <a:pt x="113" y="1"/>
                  </a:lnTo>
                  <a:lnTo>
                    <a:pt x="121" y="0"/>
                  </a:lnTo>
                  <a:lnTo>
                    <a:pt x="121" y="0"/>
                  </a:lnTo>
                  <a:lnTo>
                    <a:pt x="126" y="1"/>
                  </a:lnTo>
                  <a:lnTo>
                    <a:pt x="131" y="2"/>
                  </a:lnTo>
                  <a:lnTo>
                    <a:pt x="131" y="2"/>
                  </a:lnTo>
                  <a:lnTo>
                    <a:pt x="137" y="5"/>
                  </a:lnTo>
                  <a:lnTo>
                    <a:pt x="141" y="9"/>
                  </a:lnTo>
                  <a:lnTo>
                    <a:pt x="143" y="15"/>
                  </a:lnTo>
                  <a:lnTo>
                    <a:pt x="145" y="20"/>
                  </a:lnTo>
                  <a:lnTo>
                    <a:pt x="147" y="29"/>
                  </a:lnTo>
                  <a:lnTo>
                    <a:pt x="148" y="35"/>
                  </a:lnTo>
                  <a:lnTo>
                    <a:pt x="148" y="35"/>
                  </a:lnTo>
                  <a:lnTo>
                    <a:pt x="147" y="53"/>
                  </a:lnTo>
                  <a:lnTo>
                    <a:pt x="147" y="53"/>
                  </a:lnTo>
                  <a:lnTo>
                    <a:pt x="147" y="81"/>
                  </a:lnTo>
                  <a:lnTo>
                    <a:pt x="148" y="84"/>
                  </a:lnTo>
                  <a:lnTo>
                    <a:pt x="148" y="84"/>
                  </a:lnTo>
                  <a:lnTo>
                    <a:pt x="148" y="100"/>
                  </a:lnTo>
                  <a:lnTo>
                    <a:pt x="147" y="108"/>
                  </a:lnTo>
                  <a:lnTo>
                    <a:pt x="146" y="116"/>
                  </a:lnTo>
                  <a:lnTo>
                    <a:pt x="146" y="116"/>
                  </a:lnTo>
                  <a:lnTo>
                    <a:pt x="145" y="125"/>
                  </a:lnTo>
                  <a:lnTo>
                    <a:pt x="143" y="128"/>
                  </a:lnTo>
                  <a:lnTo>
                    <a:pt x="141" y="132"/>
                  </a:lnTo>
                  <a:lnTo>
                    <a:pt x="139" y="134"/>
                  </a:lnTo>
                  <a:lnTo>
                    <a:pt x="136" y="136"/>
                  </a:lnTo>
                  <a:lnTo>
                    <a:pt x="128" y="141"/>
                  </a:lnTo>
                  <a:lnTo>
                    <a:pt x="128" y="141"/>
                  </a:lnTo>
                  <a:lnTo>
                    <a:pt x="127" y="141"/>
                  </a:lnTo>
                  <a:lnTo>
                    <a:pt x="126" y="141"/>
                  </a:lnTo>
                  <a:lnTo>
                    <a:pt x="126" y="141"/>
                  </a:lnTo>
                  <a:lnTo>
                    <a:pt x="121" y="142"/>
                  </a:lnTo>
                  <a:lnTo>
                    <a:pt x="116" y="142"/>
                  </a:lnTo>
                  <a:lnTo>
                    <a:pt x="116" y="14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96" name="Freeform 212"/>
            <p:cNvSpPr/>
            <p:nvPr>
              <p:custDataLst>
                <p:tags r:id="rId50"/>
              </p:custDataLst>
            </p:nvPr>
          </p:nvSpPr>
          <p:spPr bwMode="auto">
            <a:xfrm>
              <a:off x="4197350" y="2182813"/>
              <a:ext cx="260350" cy="244475"/>
            </a:xfrm>
            <a:custGeom>
              <a:avLst/>
              <a:gdLst/>
              <a:ahLst/>
              <a:cxnLst>
                <a:cxn ang="0">
                  <a:pos x="106" y="462"/>
                </a:cxn>
                <a:cxn ang="0">
                  <a:pos x="96" y="455"/>
                </a:cxn>
                <a:cxn ang="0">
                  <a:pos x="94" y="452"/>
                </a:cxn>
                <a:cxn ang="0">
                  <a:pos x="85" y="442"/>
                </a:cxn>
                <a:cxn ang="0">
                  <a:pos x="76" y="430"/>
                </a:cxn>
                <a:cxn ang="0">
                  <a:pos x="53" y="411"/>
                </a:cxn>
                <a:cxn ang="0">
                  <a:pos x="35" y="386"/>
                </a:cxn>
                <a:cxn ang="0">
                  <a:pos x="15" y="339"/>
                </a:cxn>
                <a:cxn ang="0">
                  <a:pos x="5" y="299"/>
                </a:cxn>
                <a:cxn ang="0">
                  <a:pos x="0" y="253"/>
                </a:cxn>
                <a:cxn ang="0">
                  <a:pos x="3" y="202"/>
                </a:cxn>
                <a:cxn ang="0">
                  <a:pos x="8" y="172"/>
                </a:cxn>
                <a:cxn ang="0">
                  <a:pos x="24" y="124"/>
                </a:cxn>
                <a:cxn ang="0">
                  <a:pos x="48" y="85"/>
                </a:cxn>
                <a:cxn ang="0">
                  <a:pos x="68" y="64"/>
                </a:cxn>
                <a:cxn ang="0">
                  <a:pos x="124" y="25"/>
                </a:cxn>
                <a:cxn ang="0">
                  <a:pos x="193" y="4"/>
                </a:cxn>
                <a:cxn ang="0">
                  <a:pos x="241" y="0"/>
                </a:cxn>
                <a:cxn ang="0">
                  <a:pos x="298" y="5"/>
                </a:cxn>
                <a:cxn ang="0">
                  <a:pos x="352" y="20"/>
                </a:cxn>
                <a:cxn ang="0">
                  <a:pos x="401" y="44"/>
                </a:cxn>
                <a:cxn ang="0">
                  <a:pos x="445" y="76"/>
                </a:cxn>
                <a:cxn ang="0">
                  <a:pos x="480" y="115"/>
                </a:cxn>
                <a:cxn ang="0">
                  <a:pos x="492" y="135"/>
                </a:cxn>
                <a:cxn ang="0">
                  <a:pos x="491" y="146"/>
                </a:cxn>
                <a:cxn ang="0">
                  <a:pos x="483" y="153"/>
                </a:cxn>
                <a:cxn ang="0">
                  <a:pos x="473" y="157"/>
                </a:cxn>
                <a:cxn ang="0">
                  <a:pos x="465" y="154"/>
                </a:cxn>
                <a:cxn ang="0">
                  <a:pos x="458" y="147"/>
                </a:cxn>
                <a:cxn ang="0">
                  <a:pos x="429" y="112"/>
                </a:cxn>
                <a:cxn ang="0">
                  <a:pos x="395" y="85"/>
                </a:cxn>
                <a:cxn ang="0">
                  <a:pos x="356" y="65"/>
                </a:cxn>
                <a:cxn ang="0">
                  <a:pos x="289" y="42"/>
                </a:cxn>
                <a:cxn ang="0">
                  <a:pos x="247" y="34"/>
                </a:cxn>
                <a:cxn ang="0">
                  <a:pos x="219" y="34"/>
                </a:cxn>
                <a:cxn ang="0">
                  <a:pos x="182" y="40"/>
                </a:cxn>
                <a:cxn ang="0">
                  <a:pos x="144" y="53"/>
                </a:cxn>
                <a:cxn ang="0">
                  <a:pos x="109" y="74"/>
                </a:cxn>
                <a:cxn ang="0">
                  <a:pos x="80" y="100"/>
                </a:cxn>
                <a:cxn ang="0">
                  <a:pos x="59" y="133"/>
                </a:cxn>
                <a:cxn ang="0">
                  <a:pos x="48" y="163"/>
                </a:cxn>
                <a:cxn ang="0">
                  <a:pos x="39" y="210"/>
                </a:cxn>
                <a:cxn ang="0">
                  <a:pos x="38" y="259"/>
                </a:cxn>
                <a:cxn ang="0">
                  <a:pos x="45" y="304"/>
                </a:cxn>
                <a:cxn ang="0">
                  <a:pos x="60" y="348"/>
                </a:cxn>
                <a:cxn ang="0">
                  <a:pos x="76" y="373"/>
                </a:cxn>
                <a:cxn ang="0">
                  <a:pos x="101" y="402"/>
                </a:cxn>
                <a:cxn ang="0">
                  <a:pos x="122" y="429"/>
                </a:cxn>
                <a:cxn ang="0">
                  <a:pos x="125" y="431"/>
                </a:cxn>
                <a:cxn ang="0">
                  <a:pos x="131" y="446"/>
                </a:cxn>
                <a:cxn ang="0">
                  <a:pos x="129" y="455"/>
                </a:cxn>
                <a:cxn ang="0">
                  <a:pos x="121" y="462"/>
                </a:cxn>
                <a:cxn ang="0">
                  <a:pos x="110" y="463"/>
                </a:cxn>
              </a:cxnLst>
              <a:rect l="0" t="0" r="r" b="b"/>
              <a:pathLst>
                <a:path w="492" h="463">
                  <a:moveTo>
                    <a:pt x="110" y="463"/>
                  </a:moveTo>
                  <a:lnTo>
                    <a:pt x="110" y="463"/>
                  </a:lnTo>
                  <a:lnTo>
                    <a:pt x="106" y="462"/>
                  </a:lnTo>
                  <a:lnTo>
                    <a:pt x="102" y="461"/>
                  </a:lnTo>
                  <a:lnTo>
                    <a:pt x="98" y="458"/>
                  </a:lnTo>
                  <a:lnTo>
                    <a:pt x="96" y="455"/>
                  </a:lnTo>
                  <a:lnTo>
                    <a:pt x="96" y="455"/>
                  </a:lnTo>
                  <a:lnTo>
                    <a:pt x="94" y="453"/>
                  </a:lnTo>
                  <a:lnTo>
                    <a:pt x="94" y="452"/>
                  </a:lnTo>
                  <a:lnTo>
                    <a:pt x="91" y="450"/>
                  </a:lnTo>
                  <a:lnTo>
                    <a:pt x="91" y="450"/>
                  </a:lnTo>
                  <a:lnTo>
                    <a:pt x="85" y="442"/>
                  </a:lnTo>
                  <a:lnTo>
                    <a:pt x="85" y="442"/>
                  </a:lnTo>
                  <a:lnTo>
                    <a:pt x="80" y="435"/>
                  </a:lnTo>
                  <a:lnTo>
                    <a:pt x="76" y="430"/>
                  </a:lnTo>
                  <a:lnTo>
                    <a:pt x="65" y="421"/>
                  </a:lnTo>
                  <a:lnTo>
                    <a:pt x="65" y="421"/>
                  </a:lnTo>
                  <a:lnTo>
                    <a:pt x="53" y="411"/>
                  </a:lnTo>
                  <a:lnTo>
                    <a:pt x="53" y="411"/>
                  </a:lnTo>
                  <a:lnTo>
                    <a:pt x="44" y="399"/>
                  </a:lnTo>
                  <a:lnTo>
                    <a:pt x="35" y="386"/>
                  </a:lnTo>
                  <a:lnTo>
                    <a:pt x="27" y="370"/>
                  </a:lnTo>
                  <a:lnTo>
                    <a:pt x="21" y="355"/>
                  </a:lnTo>
                  <a:lnTo>
                    <a:pt x="15" y="339"/>
                  </a:lnTo>
                  <a:lnTo>
                    <a:pt x="11" y="325"/>
                  </a:lnTo>
                  <a:lnTo>
                    <a:pt x="5" y="299"/>
                  </a:lnTo>
                  <a:lnTo>
                    <a:pt x="5" y="299"/>
                  </a:lnTo>
                  <a:lnTo>
                    <a:pt x="3" y="285"/>
                  </a:lnTo>
                  <a:lnTo>
                    <a:pt x="0" y="269"/>
                  </a:lnTo>
                  <a:lnTo>
                    <a:pt x="0" y="253"/>
                  </a:lnTo>
                  <a:lnTo>
                    <a:pt x="0" y="235"/>
                  </a:lnTo>
                  <a:lnTo>
                    <a:pt x="0" y="218"/>
                  </a:lnTo>
                  <a:lnTo>
                    <a:pt x="3" y="202"/>
                  </a:lnTo>
                  <a:lnTo>
                    <a:pt x="5" y="186"/>
                  </a:lnTo>
                  <a:lnTo>
                    <a:pt x="8" y="172"/>
                  </a:lnTo>
                  <a:lnTo>
                    <a:pt x="8" y="172"/>
                  </a:lnTo>
                  <a:lnTo>
                    <a:pt x="13" y="154"/>
                  </a:lnTo>
                  <a:lnTo>
                    <a:pt x="18" y="139"/>
                  </a:lnTo>
                  <a:lnTo>
                    <a:pt x="24" y="124"/>
                  </a:lnTo>
                  <a:lnTo>
                    <a:pt x="31" y="110"/>
                  </a:lnTo>
                  <a:lnTo>
                    <a:pt x="39" y="98"/>
                  </a:lnTo>
                  <a:lnTo>
                    <a:pt x="48" y="85"/>
                  </a:lnTo>
                  <a:lnTo>
                    <a:pt x="57" y="74"/>
                  </a:lnTo>
                  <a:lnTo>
                    <a:pt x="68" y="64"/>
                  </a:lnTo>
                  <a:lnTo>
                    <a:pt x="68" y="64"/>
                  </a:lnTo>
                  <a:lnTo>
                    <a:pt x="85" y="49"/>
                  </a:lnTo>
                  <a:lnTo>
                    <a:pt x="105" y="36"/>
                  </a:lnTo>
                  <a:lnTo>
                    <a:pt x="124" y="25"/>
                  </a:lnTo>
                  <a:lnTo>
                    <a:pt x="146" y="16"/>
                  </a:lnTo>
                  <a:lnTo>
                    <a:pt x="169" y="9"/>
                  </a:lnTo>
                  <a:lnTo>
                    <a:pt x="193" y="4"/>
                  </a:lnTo>
                  <a:lnTo>
                    <a:pt x="216" y="1"/>
                  </a:lnTo>
                  <a:lnTo>
                    <a:pt x="241" y="0"/>
                  </a:lnTo>
                  <a:lnTo>
                    <a:pt x="241" y="0"/>
                  </a:lnTo>
                  <a:lnTo>
                    <a:pt x="260" y="1"/>
                  </a:lnTo>
                  <a:lnTo>
                    <a:pt x="279" y="2"/>
                  </a:lnTo>
                  <a:lnTo>
                    <a:pt x="298" y="5"/>
                  </a:lnTo>
                  <a:lnTo>
                    <a:pt x="316" y="9"/>
                  </a:lnTo>
                  <a:lnTo>
                    <a:pt x="334" y="14"/>
                  </a:lnTo>
                  <a:lnTo>
                    <a:pt x="352" y="20"/>
                  </a:lnTo>
                  <a:lnTo>
                    <a:pt x="368" y="27"/>
                  </a:lnTo>
                  <a:lnTo>
                    <a:pt x="385" y="35"/>
                  </a:lnTo>
                  <a:lnTo>
                    <a:pt x="401" y="44"/>
                  </a:lnTo>
                  <a:lnTo>
                    <a:pt x="416" y="54"/>
                  </a:lnTo>
                  <a:lnTo>
                    <a:pt x="430" y="65"/>
                  </a:lnTo>
                  <a:lnTo>
                    <a:pt x="445" y="76"/>
                  </a:lnTo>
                  <a:lnTo>
                    <a:pt x="457" y="88"/>
                  </a:lnTo>
                  <a:lnTo>
                    <a:pt x="469" y="102"/>
                  </a:lnTo>
                  <a:lnTo>
                    <a:pt x="480" y="115"/>
                  </a:lnTo>
                  <a:lnTo>
                    <a:pt x="490" y="130"/>
                  </a:lnTo>
                  <a:lnTo>
                    <a:pt x="490" y="130"/>
                  </a:lnTo>
                  <a:lnTo>
                    <a:pt x="492" y="135"/>
                  </a:lnTo>
                  <a:lnTo>
                    <a:pt x="492" y="139"/>
                  </a:lnTo>
                  <a:lnTo>
                    <a:pt x="492" y="143"/>
                  </a:lnTo>
                  <a:lnTo>
                    <a:pt x="491" y="146"/>
                  </a:lnTo>
                  <a:lnTo>
                    <a:pt x="491" y="146"/>
                  </a:lnTo>
                  <a:lnTo>
                    <a:pt x="487" y="150"/>
                  </a:lnTo>
                  <a:lnTo>
                    <a:pt x="483" y="153"/>
                  </a:lnTo>
                  <a:lnTo>
                    <a:pt x="478" y="155"/>
                  </a:lnTo>
                  <a:lnTo>
                    <a:pt x="473" y="157"/>
                  </a:lnTo>
                  <a:lnTo>
                    <a:pt x="473" y="157"/>
                  </a:lnTo>
                  <a:lnTo>
                    <a:pt x="473" y="157"/>
                  </a:lnTo>
                  <a:lnTo>
                    <a:pt x="469" y="155"/>
                  </a:lnTo>
                  <a:lnTo>
                    <a:pt x="465" y="154"/>
                  </a:lnTo>
                  <a:lnTo>
                    <a:pt x="462" y="151"/>
                  </a:lnTo>
                  <a:lnTo>
                    <a:pt x="458" y="147"/>
                  </a:lnTo>
                  <a:lnTo>
                    <a:pt x="458" y="147"/>
                  </a:lnTo>
                  <a:lnTo>
                    <a:pt x="450" y="135"/>
                  </a:lnTo>
                  <a:lnTo>
                    <a:pt x="439" y="123"/>
                  </a:lnTo>
                  <a:lnTo>
                    <a:pt x="429" y="112"/>
                  </a:lnTo>
                  <a:lnTo>
                    <a:pt x="419" y="102"/>
                  </a:lnTo>
                  <a:lnTo>
                    <a:pt x="407" y="94"/>
                  </a:lnTo>
                  <a:lnTo>
                    <a:pt x="395" y="85"/>
                  </a:lnTo>
                  <a:lnTo>
                    <a:pt x="383" y="77"/>
                  </a:lnTo>
                  <a:lnTo>
                    <a:pt x="369" y="71"/>
                  </a:lnTo>
                  <a:lnTo>
                    <a:pt x="356" y="65"/>
                  </a:lnTo>
                  <a:lnTo>
                    <a:pt x="342" y="59"/>
                  </a:lnTo>
                  <a:lnTo>
                    <a:pt x="316" y="50"/>
                  </a:lnTo>
                  <a:lnTo>
                    <a:pt x="289" y="42"/>
                  </a:lnTo>
                  <a:lnTo>
                    <a:pt x="263" y="36"/>
                  </a:lnTo>
                  <a:lnTo>
                    <a:pt x="263" y="36"/>
                  </a:lnTo>
                  <a:lnTo>
                    <a:pt x="247" y="34"/>
                  </a:lnTo>
                  <a:lnTo>
                    <a:pt x="232" y="33"/>
                  </a:lnTo>
                  <a:lnTo>
                    <a:pt x="232" y="33"/>
                  </a:lnTo>
                  <a:lnTo>
                    <a:pt x="219" y="34"/>
                  </a:lnTo>
                  <a:lnTo>
                    <a:pt x="207" y="35"/>
                  </a:lnTo>
                  <a:lnTo>
                    <a:pt x="195" y="37"/>
                  </a:lnTo>
                  <a:lnTo>
                    <a:pt x="182" y="40"/>
                  </a:lnTo>
                  <a:lnTo>
                    <a:pt x="169" y="44"/>
                  </a:lnTo>
                  <a:lnTo>
                    <a:pt x="156" y="48"/>
                  </a:lnTo>
                  <a:lnTo>
                    <a:pt x="144" y="53"/>
                  </a:lnTo>
                  <a:lnTo>
                    <a:pt x="133" y="59"/>
                  </a:lnTo>
                  <a:lnTo>
                    <a:pt x="120" y="66"/>
                  </a:lnTo>
                  <a:lnTo>
                    <a:pt x="109" y="74"/>
                  </a:lnTo>
                  <a:lnTo>
                    <a:pt x="99" y="82"/>
                  </a:lnTo>
                  <a:lnTo>
                    <a:pt x="89" y="90"/>
                  </a:lnTo>
                  <a:lnTo>
                    <a:pt x="80" y="100"/>
                  </a:lnTo>
                  <a:lnTo>
                    <a:pt x="72" y="110"/>
                  </a:lnTo>
                  <a:lnTo>
                    <a:pt x="66" y="121"/>
                  </a:lnTo>
                  <a:lnTo>
                    <a:pt x="59" y="133"/>
                  </a:lnTo>
                  <a:lnTo>
                    <a:pt x="59" y="133"/>
                  </a:lnTo>
                  <a:lnTo>
                    <a:pt x="53" y="147"/>
                  </a:lnTo>
                  <a:lnTo>
                    <a:pt x="48" y="163"/>
                  </a:lnTo>
                  <a:lnTo>
                    <a:pt x="44" y="178"/>
                  </a:lnTo>
                  <a:lnTo>
                    <a:pt x="41" y="195"/>
                  </a:lnTo>
                  <a:lnTo>
                    <a:pt x="39" y="210"/>
                  </a:lnTo>
                  <a:lnTo>
                    <a:pt x="38" y="227"/>
                  </a:lnTo>
                  <a:lnTo>
                    <a:pt x="37" y="242"/>
                  </a:lnTo>
                  <a:lnTo>
                    <a:pt x="38" y="259"/>
                  </a:lnTo>
                  <a:lnTo>
                    <a:pt x="39" y="274"/>
                  </a:lnTo>
                  <a:lnTo>
                    <a:pt x="42" y="290"/>
                  </a:lnTo>
                  <a:lnTo>
                    <a:pt x="45" y="304"/>
                  </a:lnTo>
                  <a:lnTo>
                    <a:pt x="49" y="320"/>
                  </a:lnTo>
                  <a:lnTo>
                    <a:pt x="54" y="334"/>
                  </a:lnTo>
                  <a:lnTo>
                    <a:pt x="60" y="348"/>
                  </a:lnTo>
                  <a:lnTo>
                    <a:pt x="68" y="361"/>
                  </a:lnTo>
                  <a:lnTo>
                    <a:pt x="76" y="373"/>
                  </a:lnTo>
                  <a:lnTo>
                    <a:pt x="76" y="373"/>
                  </a:lnTo>
                  <a:lnTo>
                    <a:pt x="87" y="389"/>
                  </a:lnTo>
                  <a:lnTo>
                    <a:pt x="101" y="402"/>
                  </a:lnTo>
                  <a:lnTo>
                    <a:pt x="101" y="402"/>
                  </a:lnTo>
                  <a:lnTo>
                    <a:pt x="112" y="416"/>
                  </a:lnTo>
                  <a:lnTo>
                    <a:pt x="121" y="428"/>
                  </a:lnTo>
                  <a:lnTo>
                    <a:pt x="122" y="429"/>
                  </a:lnTo>
                  <a:lnTo>
                    <a:pt x="123" y="430"/>
                  </a:lnTo>
                  <a:lnTo>
                    <a:pt x="123" y="430"/>
                  </a:lnTo>
                  <a:lnTo>
                    <a:pt x="125" y="431"/>
                  </a:lnTo>
                  <a:lnTo>
                    <a:pt x="128" y="434"/>
                  </a:lnTo>
                  <a:lnTo>
                    <a:pt x="130" y="440"/>
                  </a:lnTo>
                  <a:lnTo>
                    <a:pt x="131" y="446"/>
                  </a:lnTo>
                  <a:lnTo>
                    <a:pt x="130" y="451"/>
                  </a:lnTo>
                  <a:lnTo>
                    <a:pt x="130" y="451"/>
                  </a:lnTo>
                  <a:lnTo>
                    <a:pt x="129" y="455"/>
                  </a:lnTo>
                  <a:lnTo>
                    <a:pt x="125" y="458"/>
                  </a:lnTo>
                  <a:lnTo>
                    <a:pt x="123" y="460"/>
                  </a:lnTo>
                  <a:lnTo>
                    <a:pt x="121" y="462"/>
                  </a:lnTo>
                  <a:lnTo>
                    <a:pt x="117" y="463"/>
                  </a:lnTo>
                  <a:lnTo>
                    <a:pt x="114" y="463"/>
                  </a:lnTo>
                  <a:lnTo>
                    <a:pt x="110" y="46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矩形 8"/>
          <p:cNvSpPr/>
          <p:nvPr>
            <p:custDataLst>
              <p:tags r:id="rId1"/>
            </p:custDataLst>
          </p:nvPr>
        </p:nvSpPr>
        <p:spPr>
          <a:xfrm>
            <a:off x="207010" y="708025"/>
            <a:ext cx="5585460" cy="1530350"/>
          </a:xfrm>
          <a:prstGeom prst="rect">
            <a:avLst/>
          </a:prstGeom>
          <a:solidFill>
            <a:srgbClr val="1E7AB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350">
              <a:latin typeface="Noto Serif CJK SC" panose="02020400000000000000" pitchFamily="18" charset="-122"/>
              <a:ea typeface="FZHei-B01S" panose="02010601030101010101" pitchFamily="2" charset="-122"/>
              <a:sym typeface="Noto Serif CJK SC" panose="02020400000000000000" pitchFamily="18" charset="-122"/>
            </a:endParaRPr>
          </a:p>
        </p:txBody>
      </p:sp>
      <p:sp>
        <p:nvSpPr>
          <p:cNvPr id="10" name="矩形 9"/>
          <p:cNvSpPr/>
          <p:nvPr>
            <p:custDataLst>
              <p:tags r:id="rId2"/>
            </p:custDataLst>
          </p:nvPr>
        </p:nvSpPr>
        <p:spPr>
          <a:xfrm>
            <a:off x="207010" y="1406525"/>
            <a:ext cx="8709660" cy="419735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350">
              <a:latin typeface="Noto Serif CJK SC" panose="02020400000000000000" pitchFamily="18" charset="-122"/>
              <a:ea typeface="FZHei-B01S" panose="02010601030101010101" pitchFamily="2" charset="-122"/>
              <a:sym typeface="Noto Serif CJK SC" panose="02020400000000000000" pitchFamily="18" charset="-122"/>
            </a:endParaRPr>
          </a:p>
        </p:txBody>
      </p:sp>
      <p:sp>
        <p:nvSpPr>
          <p:cNvPr id="11" name="Title 1"/>
          <p:cNvSpPr>
            <a:spLocks noGrp="1"/>
          </p:cNvSpPr>
          <p:nvPr>
            <p:custDataLst>
              <p:tags r:id="rId3"/>
            </p:custDataLst>
          </p:nvPr>
        </p:nvSpPr>
        <p:spPr>
          <a:xfrm>
            <a:off x="368935" y="751840"/>
            <a:ext cx="5574665" cy="72136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5335" kern="120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+mj-ea"/>
                <a:cs typeface="Times New Roman" panose="02020603050405020304" pitchFamily="18" charset="0"/>
              </a:defRPr>
            </a:lvl1pPr>
          </a:lstStyle>
          <a:p>
            <a:r>
              <a:rPr lang="en-US" altLang="zh-CN" sz="3600" dirty="0">
                <a:solidFill>
                  <a:schemeClr val="bg1"/>
                </a:solidFill>
              </a:rPr>
              <a:t>List: Array Implementation</a:t>
            </a:r>
          </a:p>
        </p:txBody>
      </p:sp>
      <p:pic>
        <p:nvPicPr>
          <p:cNvPr id="12" name="图片 11" descr="华工标志（透明版"/>
          <p:cNvPicPr>
            <a:picLocks noChangeAspect="1"/>
          </p:cNvPicPr>
          <p:nvPr>
            <p:custDataLst>
              <p:tags r:id="rId4"/>
            </p:custDataLst>
          </p:nvPr>
        </p:nvPicPr>
        <p:blipFill>
          <a:blip r:embed="rId52" cstate="print"/>
          <a:stretch>
            <a:fillRect/>
          </a:stretch>
        </p:blipFill>
        <p:spPr>
          <a:xfrm>
            <a:off x="7740015" y="116205"/>
            <a:ext cx="1230630" cy="1230630"/>
          </a:xfrm>
          <a:prstGeom prst="rect">
            <a:avLst/>
          </a:prstGeom>
        </p:spPr>
      </p:pic>
      <p:grpSp>
        <p:nvGrpSpPr>
          <p:cNvPr id="955" name="组合 954"/>
          <p:cNvGrpSpPr/>
          <p:nvPr/>
        </p:nvGrpSpPr>
        <p:grpSpPr>
          <a:xfrm rot="5640000">
            <a:off x="7944785" y="4675227"/>
            <a:ext cx="608013" cy="641350"/>
            <a:chOff x="4197350" y="2182813"/>
            <a:chExt cx="608013" cy="641350"/>
          </a:xfrm>
          <a:solidFill>
            <a:schemeClr val="accent5">
              <a:lumMod val="75000"/>
              <a:alpha val="50000"/>
            </a:schemeClr>
          </a:solidFill>
        </p:grpSpPr>
        <p:sp>
          <p:nvSpPr>
            <p:cNvPr id="16550" name="Freeform 166"/>
            <p:cNvSpPr/>
            <p:nvPr>
              <p:custDataLst>
                <p:tags r:id="rId5"/>
              </p:custDataLst>
            </p:nvPr>
          </p:nvSpPr>
          <p:spPr bwMode="auto">
            <a:xfrm>
              <a:off x="4229100" y="2211388"/>
              <a:ext cx="39688" cy="157163"/>
            </a:xfrm>
            <a:custGeom>
              <a:avLst/>
              <a:gdLst/>
              <a:ahLst/>
              <a:cxnLst>
                <a:cxn ang="0">
                  <a:pos x="63" y="2"/>
                </a:cxn>
                <a:cxn ang="0">
                  <a:pos x="63" y="2"/>
                </a:cxn>
                <a:cxn ang="0">
                  <a:pos x="58" y="14"/>
                </a:cxn>
                <a:cxn ang="0">
                  <a:pos x="54" y="25"/>
                </a:cxn>
                <a:cxn ang="0">
                  <a:pos x="47" y="49"/>
                </a:cxn>
                <a:cxn ang="0">
                  <a:pos x="34" y="96"/>
                </a:cxn>
                <a:cxn ang="0">
                  <a:pos x="34" y="96"/>
                </a:cxn>
                <a:cxn ang="0">
                  <a:pos x="27" y="122"/>
                </a:cxn>
                <a:cxn ang="0">
                  <a:pos x="21" y="149"/>
                </a:cxn>
                <a:cxn ang="0">
                  <a:pos x="10" y="203"/>
                </a:cxn>
                <a:cxn ang="0">
                  <a:pos x="10" y="203"/>
                </a:cxn>
                <a:cxn ang="0">
                  <a:pos x="6" y="222"/>
                </a:cxn>
                <a:cxn ang="0">
                  <a:pos x="3" y="243"/>
                </a:cxn>
                <a:cxn ang="0">
                  <a:pos x="1" y="263"/>
                </a:cxn>
                <a:cxn ang="0">
                  <a:pos x="0" y="283"/>
                </a:cxn>
                <a:cxn ang="0">
                  <a:pos x="0" y="283"/>
                </a:cxn>
                <a:cxn ang="0">
                  <a:pos x="1" y="290"/>
                </a:cxn>
                <a:cxn ang="0">
                  <a:pos x="2" y="292"/>
                </a:cxn>
                <a:cxn ang="0">
                  <a:pos x="3" y="294"/>
                </a:cxn>
                <a:cxn ang="0">
                  <a:pos x="6" y="296"/>
                </a:cxn>
                <a:cxn ang="0">
                  <a:pos x="8" y="296"/>
                </a:cxn>
                <a:cxn ang="0">
                  <a:pos x="11" y="296"/>
                </a:cxn>
                <a:cxn ang="0">
                  <a:pos x="14" y="294"/>
                </a:cxn>
                <a:cxn ang="0">
                  <a:pos x="14" y="294"/>
                </a:cxn>
                <a:cxn ang="0">
                  <a:pos x="15" y="293"/>
                </a:cxn>
                <a:cxn ang="0">
                  <a:pos x="16" y="291"/>
                </a:cxn>
                <a:cxn ang="0">
                  <a:pos x="15" y="287"/>
                </a:cxn>
                <a:cxn ang="0">
                  <a:pos x="14" y="285"/>
                </a:cxn>
                <a:cxn ang="0">
                  <a:pos x="12" y="285"/>
                </a:cxn>
                <a:cxn ang="0">
                  <a:pos x="11" y="284"/>
                </a:cxn>
                <a:cxn ang="0">
                  <a:pos x="9" y="285"/>
                </a:cxn>
                <a:cxn ang="0">
                  <a:pos x="9" y="285"/>
                </a:cxn>
                <a:cxn ang="0">
                  <a:pos x="11" y="282"/>
                </a:cxn>
                <a:cxn ang="0">
                  <a:pos x="12" y="276"/>
                </a:cxn>
                <a:cxn ang="0">
                  <a:pos x="14" y="259"/>
                </a:cxn>
                <a:cxn ang="0">
                  <a:pos x="14" y="232"/>
                </a:cxn>
                <a:cxn ang="0">
                  <a:pos x="14" y="232"/>
                </a:cxn>
                <a:cxn ang="0">
                  <a:pos x="17" y="212"/>
                </a:cxn>
                <a:cxn ang="0">
                  <a:pos x="21" y="193"/>
                </a:cxn>
                <a:cxn ang="0">
                  <a:pos x="29" y="155"/>
                </a:cxn>
                <a:cxn ang="0">
                  <a:pos x="29" y="155"/>
                </a:cxn>
                <a:cxn ang="0">
                  <a:pos x="38" y="119"/>
                </a:cxn>
                <a:cxn ang="0">
                  <a:pos x="48" y="83"/>
                </a:cxn>
                <a:cxn ang="0">
                  <a:pos x="48" y="83"/>
                </a:cxn>
                <a:cxn ang="0">
                  <a:pos x="58" y="45"/>
                </a:cxn>
                <a:cxn ang="0">
                  <a:pos x="64" y="25"/>
                </a:cxn>
                <a:cxn ang="0">
                  <a:pos x="68" y="16"/>
                </a:cxn>
                <a:cxn ang="0">
                  <a:pos x="72" y="8"/>
                </a:cxn>
                <a:cxn ang="0">
                  <a:pos x="72" y="8"/>
                </a:cxn>
                <a:cxn ang="0">
                  <a:pos x="73" y="5"/>
                </a:cxn>
                <a:cxn ang="0">
                  <a:pos x="73" y="3"/>
                </a:cxn>
                <a:cxn ang="0">
                  <a:pos x="72" y="2"/>
                </a:cxn>
                <a:cxn ang="0">
                  <a:pos x="71" y="1"/>
                </a:cxn>
                <a:cxn ang="0">
                  <a:pos x="69" y="0"/>
                </a:cxn>
                <a:cxn ang="0">
                  <a:pos x="67" y="0"/>
                </a:cxn>
                <a:cxn ang="0">
                  <a:pos x="65" y="1"/>
                </a:cxn>
                <a:cxn ang="0">
                  <a:pos x="63" y="2"/>
                </a:cxn>
                <a:cxn ang="0">
                  <a:pos x="63" y="2"/>
                </a:cxn>
              </a:cxnLst>
              <a:rect l="0" t="0" r="r" b="b"/>
              <a:pathLst>
                <a:path w="73" h="296">
                  <a:moveTo>
                    <a:pt x="63" y="2"/>
                  </a:moveTo>
                  <a:lnTo>
                    <a:pt x="63" y="2"/>
                  </a:lnTo>
                  <a:lnTo>
                    <a:pt x="58" y="14"/>
                  </a:lnTo>
                  <a:lnTo>
                    <a:pt x="54" y="25"/>
                  </a:lnTo>
                  <a:lnTo>
                    <a:pt x="47" y="49"/>
                  </a:lnTo>
                  <a:lnTo>
                    <a:pt x="34" y="96"/>
                  </a:lnTo>
                  <a:lnTo>
                    <a:pt x="34" y="96"/>
                  </a:lnTo>
                  <a:lnTo>
                    <a:pt x="27" y="122"/>
                  </a:lnTo>
                  <a:lnTo>
                    <a:pt x="21" y="149"/>
                  </a:lnTo>
                  <a:lnTo>
                    <a:pt x="10" y="203"/>
                  </a:lnTo>
                  <a:lnTo>
                    <a:pt x="10" y="203"/>
                  </a:lnTo>
                  <a:lnTo>
                    <a:pt x="6" y="222"/>
                  </a:lnTo>
                  <a:lnTo>
                    <a:pt x="3" y="243"/>
                  </a:lnTo>
                  <a:lnTo>
                    <a:pt x="1" y="263"/>
                  </a:lnTo>
                  <a:lnTo>
                    <a:pt x="0" y="283"/>
                  </a:lnTo>
                  <a:lnTo>
                    <a:pt x="0" y="283"/>
                  </a:lnTo>
                  <a:lnTo>
                    <a:pt x="1" y="290"/>
                  </a:lnTo>
                  <a:lnTo>
                    <a:pt x="2" y="292"/>
                  </a:lnTo>
                  <a:lnTo>
                    <a:pt x="3" y="294"/>
                  </a:lnTo>
                  <a:lnTo>
                    <a:pt x="6" y="296"/>
                  </a:lnTo>
                  <a:lnTo>
                    <a:pt x="8" y="296"/>
                  </a:lnTo>
                  <a:lnTo>
                    <a:pt x="11" y="296"/>
                  </a:lnTo>
                  <a:lnTo>
                    <a:pt x="14" y="294"/>
                  </a:lnTo>
                  <a:lnTo>
                    <a:pt x="14" y="294"/>
                  </a:lnTo>
                  <a:lnTo>
                    <a:pt x="15" y="293"/>
                  </a:lnTo>
                  <a:lnTo>
                    <a:pt x="16" y="291"/>
                  </a:lnTo>
                  <a:lnTo>
                    <a:pt x="15" y="287"/>
                  </a:lnTo>
                  <a:lnTo>
                    <a:pt x="14" y="285"/>
                  </a:lnTo>
                  <a:lnTo>
                    <a:pt x="12" y="285"/>
                  </a:lnTo>
                  <a:lnTo>
                    <a:pt x="11" y="284"/>
                  </a:lnTo>
                  <a:lnTo>
                    <a:pt x="9" y="285"/>
                  </a:lnTo>
                  <a:lnTo>
                    <a:pt x="9" y="285"/>
                  </a:lnTo>
                  <a:lnTo>
                    <a:pt x="11" y="282"/>
                  </a:lnTo>
                  <a:lnTo>
                    <a:pt x="12" y="276"/>
                  </a:lnTo>
                  <a:lnTo>
                    <a:pt x="14" y="259"/>
                  </a:lnTo>
                  <a:lnTo>
                    <a:pt x="14" y="232"/>
                  </a:lnTo>
                  <a:lnTo>
                    <a:pt x="14" y="232"/>
                  </a:lnTo>
                  <a:lnTo>
                    <a:pt x="17" y="212"/>
                  </a:lnTo>
                  <a:lnTo>
                    <a:pt x="21" y="193"/>
                  </a:lnTo>
                  <a:lnTo>
                    <a:pt x="29" y="155"/>
                  </a:lnTo>
                  <a:lnTo>
                    <a:pt x="29" y="155"/>
                  </a:lnTo>
                  <a:lnTo>
                    <a:pt x="38" y="119"/>
                  </a:lnTo>
                  <a:lnTo>
                    <a:pt x="48" y="83"/>
                  </a:lnTo>
                  <a:lnTo>
                    <a:pt x="48" y="83"/>
                  </a:lnTo>
                  <a:lnTo>
                    <a:pt x="58" y="45"/>
                  </a:lnTo>
                  <a:lnTo>
                    <a:pt x="64" y="25"/>
                  </a:lnTo>
                  <a:lnTo>
                    <a:pt x="68" y="16"/>
                  </a:lnTo>
                  <a:lnTo>
                    <a:pt x="72" y="8"/>
                  </a:lnTo>
                  <a:lnTo>
                    <a:pt x="72" y="8"/>
                  </a:lnTo>
                  <a:lnTo>
                    <a:pt x="73" y="5"/>
                  </a:lnTo>
                  <a:lnTo>
                    <a:pt x="73" y="3"/>
                  </a:lnTo>
                  <a:lnTo>
                    <a:pt x="72" y="2"/>
                  </a:lnTo>
                  <a:lnTo>
                    <a:pt x="71" y="1"/>
                  </a:lnTo>
                  <a:lnTo>
                    <a:pt x="69" y="0"/>
                  </a:lnTo>
                  <a:lnTo>
                    <a:pt x="67" y="0"/>
                  </a:lnTo>
                  <a:lnTo>
                    <a:pt x="65" y="1"/>
                  </a:lnTo>
                  <a:lnTo>
                    <a:pt x="63" y="2"/>
                  </a:lnTo>
                  <a:lnTo>
                    <a:pt x="63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51" name="Freeform 167"/>
            <p:cNvSpPr/>
            <p:nvPr>
              <p:custDataLst>
                <p:tags r:id="rId6"/>
              </p:custDataLst>
            </p:nvPr>
          </p:nvSpPr>
          <p:spPr bwMode="auto">
            <a:xfrm>
              <a:off x="4251325" y="2206625"/>
              <a:ext cx="39688" cy="177800"/>
            </a:xfrm>
            <a:custGeom>
              <a:avLst/>
              <a:gdLst/>
              <a:ahLst/>
              <a:cxnLst>
                <a:cxn ang="0">
                  <a:pos x="66" y="3"/>
                </a:cxn>
                <a:cxn ang="0">
                  <a:pos x="66" y="3"/>
                </a:cxn>
                <a:cxn ang="0">
                  <a:pos x="51" y="40"/>
                </a:cxn>
                <a:cxn ang="0">
                  <a:pos x="44" y="59"/>
                </a:cxn>
                <a:cxn ang="0">
                  <a:pos x="38" y="78"/>
                </a:cxn>
                <a:cxn ang="0">
                  <a:pos x="38" y="78"/>
                </a:cxn>
                <a:cxn ang="0">
                  <a:pos x="33" y="101"/>
                </a:cxn>
                <a:cxn ang="0">
                  <a:pos x="29" y="124"/>
                </a:cxn>
                <a:cxn ang="0">
                  <a:pos x="20" y="170"/>
                </a:cxn>
                <a:cxn ang="0">
                  <a:pos x="20" y="170"/>
                </a:cxn>
                <a:cxn ang="0">
                  <a:pos x="5" y="249"/>
                </a:cxn>
                <a:cxn ang="0">
                  <a:pos x="5" y="249"/>
                </a:cxn>
                <a:cxn ang="0">
                  <a:pos x="2" y="270"/>
                </a:cxn>
                <a:cxn ang="0">
                  <a:pos x="1" y="290"/>
                </a:cxn>
                <a:cxn ang="0">
                  <a:pos x="0" y="311"/>
                </a:cxn>
                <a:cxn ang="0">
                  <a:pos x="0" y="332"/>
                </a:cxn>
                <a:cxn ang="0">
                  <a:pos x="0" y="332"/>
                </a:cxn>
                <a:cxn ang="0">
                  <a:pos x="0" y="334"/>
                </a:cxn>
                <a:cxn ang="0">
                  <a:pos x="1" y="336"/>
                </a:cxn>
                <a:cxn ang="0">
                  <a:pos x="3" y="336"/>
                </a:cxn>
                <a:cxn ang="0">
                  <a:pos x="5" y="337"/>
                </a:cxn>
                <a:cxn ang="0">
                  <a:pos x="6" y="336"/>
                </a:cxn>
                <a:cxn ang="0">
                  <a:pos x="8" y="336"/>
                </a:cxn>
                <a:cxn ang="0">
                  <a:pos x="9" y="334"/>
                </a:cxn>
                <a:cxn ang="0">
                  <a:pos x="9" y="332"/>
                </a:cxn>
                <a:cxn ang="0">
                  <a:pos x="9" y="332"/>
                </a:cxn>
                <a:cxn ang="0">
                  <a:pos x="9" y="310"/>
                </a:cxn>
                <a:cxn ang="0">
                  <a:pos x="10" y="288"/>
                </a:cxn>
                <a:cxn ang="0">
                  <a:pos x="12" y="265"/>
                </a:cxn>
                <a:cxn ang="0">
                  <a:pos x="16" y="244"/>
                </a:cxn>
                <a:cxn ang="0">
                  <a:pos x="16" y="244"/>
                </a:cxn>
                <a:cxn ang="0">
                  <a:pos x="32" y="164"/>
                </a:cxn>
                <a:cxn ang="0">
                  <a:pos x="32" y="164"/>
                </a:cxn>
                <a:cxn ang="0">
                  <a:pos x="39" y="122"/>
                </a:cxn>
                <a:cxn ang="0">
                  <a:pos x="47" y="81"/>
                </a:cxn>
                <a:cxn ang="0">
                  <a:pos x="47" y="81"/>
                </a:cxn>
                <a:cxn ang="0">
                  <a:pos x="52" y="61"/>
                </a:cxn>
                <a:cxn ang="0">
                  <a:pos x="60" y="43"/>
                </a:cxn>
                <a:cxn ang="0">
                  <a:pos x="75" y="6"/>
                </a:cxn>
                <a:cxn ang="0">
                  <a:pos x="75" y="6"/>
                </a:cxn>
                <a:cxn ang="0">
                  <a:pos x="76" y="4"/>
                </a:cxn>
                <a:cxn ang="0">
                  <a:pos x="75" y="2"/>
                </a:cxn>
                <a:cxn ang="0">
                  <a:pos x="74" y="1"/>
                </a:cxn>
                <a:cxn ang="0">
                  <a:pos x="72" y="0"/>
                </a:cxn>
                <a:cxn ang="0">
                  <a:pos x="69" y="1"/>
                </a:cxn>
                <a:cxn ang="0">
                  <a:pos x="67" y="2"/>
                </a:cxn>
                <a:cxn ang="0">
                  <a:pos x="66" y="3"/>
                </a:cxn>
                <a:cxn ang="0">
                  <a:pos x="66" y="3"/>
                </a:cxn>
              </a:cxnLst>
              <a:rect l="0" t="0" r="r" b="b"/>
              <a:pathLst>
                <a:path w="76" h="337">
                  <a:moveTo>
                    <a:pt x="66" y="3"/>
                  </a:moveTo>
                  <a:lnTo>
                    <a:pt x="66" y="3"/>
                  </a:lnTo>
                  <a:lnTo>
                    <a:pt x="51" y="40"/>
                  </a:lnTo>
                  <a:lnTo>
                    <a:pt x="44" y="59"/>
                  </a:lnTo>
                  <a:lnTo>
                    <a:pt x="38" y="78"/>
                  </a:lnTo>
                  <a:lnTo>
                    <a:pt x="38" y="78"/>
                  </a:lnTo>
                  <a:lnTo>
                    <a:pt x="33" y="101"/>
                  </a:lnTo>
                  <a:lnTo>
                    <a:pt x="29" y="124"/>
                  </a:lnTo>
                  <a:lnTo>
                    <a:pt x="20" y="170"/>
                  </a:lnTo>
                  <a:lnTo>
                    <a:pt x="20" y="170"/>
                  </a:lnTo>
                  <a:lnTo>
                    <a:pt x="5" y="249"/>
                  </a:lnTo>
                  <a:lnTo>
                    <a:pt x="5" y="249"/>
                  </a:lnTo>
                  <a:lnTo>
                    <a:pt x="2" y="270"/>
                  </a:lnTo>
                  <a:lnTo>
                    <a:pt x="1" y="290"/>
                  </a:lnTo>
                  <a:lnTo>
                    <a:pt x="0" y="311"/>
                  </a:lnTo>
                  <a:lnTo>
                    <a:pt x="0" y="332"/>
                  </a:lnTo>
                  <a:lnTo>
                    <a:pt x="0" y="332"/>
                  </a:lnTo>
                  <a:lnTo>
                    <a:pt x="0" y="334"/>
                  </a:lnTo>
                  <a:lnTo>
                    <a:pt x="1" y="336"/>
                  </a:lnTo>
                  <a:lnTo>
                    <a:pt x="3" y="336"/>
                  </a:lnTo>
                  <a:lnTo>
                    <a:pt x="5" y="337"/>
                  </a:lnTo>
                  <a:lnTo>
                    <a:pt x="6" y="336"/>
                  </a:lnTo>
                  <a:lnTo>
                    <a:pt x="8" y="336"/>
                  </a:lnTo>
                  <a:lnTo>
                    <a:pt x="9" y="334"/>
                  </a:lnTo>
                  <a:lnTo>
                    <a:pt x="9" y="332"/>
                  </a:lnTo>
                  <a:lnTo>
                    <a:pt x="9" y="332"/>
                  </a:lnTo>
                  <a:lnTo>
                    <a:pt x="9" y="310"/>
                  </a:lnTo>
                  <a:lnTo>
                    <a:pt x="10" y="288"/>
                  </a:lnTo>
                  <a:lnTo>
                    <a:pt x="12" y="265"/>
                  </a:lnTo>
                  <a:lnTo>
                    <a:pt x="16" y="244"/>
                  </a:lnTo>
                  <a:lnTo>
                    <a:pt x="16" y="244"/>
                  </a:lnTo>
                  <a:lnTo>
                    <a:pt x="32" y="164"/>
                  </a:lnTo>
                  <a:lnTo>
                    <a:pt x="32" y="164"/>
                  </a:lnTo>
                  <a:lnTo>
                    <a:pt x="39" y="122"/>
                  </a:lnTo>
                  <a:lnTo>
                    <a:pt x="47" y="81"/>
                  </a:lnTo>
                  <a:lnTo>
                    <a:pt x="47" y="81"/>
                  </a:lnTo>
                  <a:lnTo>
                    <a:pt x="52" y="61"/>
                  </a:lnTo>
                  <a:lnTo>
                    <a:pt x="60" y="43"/>
                  </a:lnTo>
                  <a:lnTo>
                    <a:pt x="75" y="6"/>
                  </a:lnTo>
                  <a:lnTo>
                    <a:pt x="75" y="6"/>
                  </a:lnTo>
                  <a:lnTo>
                    <a:pt x="76" y="4"/>
                  </a:lnTo>
                  <a:lnTo>
                    <a:pt x="75" y="2"/>
                  </a:lnTo>
                  <a:lnTo>
                    <a:pt x="74" y="1"/>
                  </a:lnTo>
                  <a:lnTo>
                    <a:pt x="72" y="0"/>
                  </a:lnTo>
                  <a:lnTo>
                    <a:pt x="69" y="1"/>
                  </a:lnTo>
                  <a:lnTo>
                    <a:pt x="67" y="2"/>
                  </a:lnTo>
                  <a:lnTo>
                    <a:pt x="66" y="3"/>
                  </a:lnTo>
                  <a:lnTo>
                    <a:pt x="66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52" name="Freeform 168"/>
            <p:cNvSpPr/>
            <p:nvPr>
              <p:custDataLst>
                <p:tags r:id="rId7"/>
              </p:custDataLst>
            </p:nvPr>
          </p:nvSpPr>
          <p:spPr bwMode="auto">
            <a:xfrm>
              <a:off x="4271963" y="2197100"/>
              <a:ext cx="55563" cy="195263"/>
            </a:xfrm>
            <a:custGeom>
              <a:avLst/>
              <a:gdLst/>
              <a:ahLst/>
              <a:cxnLst>
                <a:cxn ang="0">
                  <a:pos x="98" y="2"/>
                </a:cxn>
                <a:cxn ang="0">
                  <a:pos x="98" y="2"/>
                </a:cxn>
                <a:cxn ang="0">
                  <a:pos x="84" y="26"/>
                </a:cxn>
                <a:cxn ang="0">
                  <a:pos x="71" y="51"/>
                </a:cxn>
                <a:cxn ang="0">
                  <a:pos x="61" y="77"/>
                </a:cxn>
                <a:cxn ang="0">
                  <a:pos x="51" y="103"/>
                </a:cxn>
                <a:cxn ang="0">
                  <a:pos x="42" y="128"/>
                </a:cxn>
                <a:cxn ang="0">
                  <a:pos x="34" y="155"/>
                </a:cxn>
                <a:cxn ang="0">
                  <a:pos x="27" y="182"/>
                </a:cxn>
                <a:cxn ang="0">
                  <a:pos x="21" y="209"/>
                </a:cxn>
                <a:cxn ang="0">
                  <a:pos x="21" y="209"/>
                </a:cxn>
                <a:cxn ang="0">
                  <a:pos x="14" y="234"/>
                </a:cxn>
                <a:cxn ang="0">
                  <a:pos x="9" y="259"/>
                </a:cxn>
                <a:cxn ang="0">
                  <a:pos x="6" y="283"/>
                </a:cxn>
                <a:cxn ang="0">
                  <a:pos x="3" y="308"/>
                </a:cxn>
                <a:cxn ang="0">
                  <a:pos x="3" y="308"/>
                </a:cxn>
                <a:cxn ang="0">
                  <a:pos x="1" y="323"/>
                </a:cxn>
                <a:cxn ang="0">
                  <a:pos x="0" y="340"/>
                </a:cxn>
                <a:cxn ang="0">
                  <a:pos x="0" y="349"/>
                </a:cxn>
                <a:cxn ang="0">
                  <a:pos x="1" y="356"/>
                </a:cxn>
                <a:cxn ang="0">
                  <a:pos x="4" y="363"/>
                </a:cxn>
                <a:cxn ang="0">
                  <a:pos x="6" y="366"/>
                </a:cxn>
                <a:cxn ang="0">
                  <a:pos x="8" y="368"/>
                </a:cxn>
                <a:cxn ang="0">
                  <a:pos x="8" y="368"/>
                </a:cxn>
                <a:cxn ang="0">
                  <a:pos x="11" y="370"/>
                </a:cxn>
                <a:cxn ang="0">
                  <a:pos x="13" y="369"/>
                </a:cxn>
                <a:cxn ang="0">
                  <a:pos x="15" y="368"/>
                </a:cxn>
                <a:cxn ang="0">
                  <a:pos x="16" y="365"/>
                </a:cxn>
                <a:cxn ang="0">
                  <a:pos x="16" y="361"/>
                </a:cxn>
                <a:cxn ang="0">
                  <a:pos x="16" y="361"/>
                </a:cxn>
                <a:cxn ang="0">
                  <a:pos x="16" y="359"/>
                </a:cxn>
                <a:cxn ang="0">
                  <a:pos x="15" y="357"/>
                </a:cxn>
                <a:cxn ang="0">
                  <a:pos x="13" y="356"/>
                </a:cxn>
                <a:cxn ang="0">
                  <a:pos x="11" y="356"/>
                </a:cxn>
                <a:cxn ang="0">
                  <a:pos x="11" y="356"/>
                </a:cxn>
                <a:cxn ang="0">
                  <a:pos x="10" y="349"/>
                </a:cxn>
                <a:cxn ang="0">
                  <a:pos x="10" y="339"/>
                </a:cxn>
                <a:cxn ang="0">
                  <a:pos x="11" y="324"/>
                </a:cxn>
                <a:cxn ang="0">
                  <a:pos x="11" y="324"/>
                </a:cxn>
                <a:cxn ang="0">
                  <a:pos x="12" y="304"/>
                </a:cxn>
                <a:cxn ang="0">
                  <a:pos x="14" y="283"/>
                </a:cxn>
                <a:cxn ang="0">
                  <a:pos x="14" y="283"/>
                </a:cxn>
                <a:cxn ang="0">
                  <a:pos x="19" y="259"/>
                </a:cxn>
                <a:cxn ang="0">
                  <a:pos x="24" y="235"/>
                </a:cxn>
                <a:cxn ang="0">
                  <a:pos x="35" y="185"/>
                </a:cxn>
                <a:cxn ang="0">
                  <a:pos x="35" y="185"/>
                </a:cxn>
                <a:cxn ang="0">
                  <a:pos x="47" y="143"/>
                </a:cxn>
                <a:cxn ang="0">
                  <a:pos x="61" y="102"/>
                </a:cxn>
                <a:cxn ang="0">
                  <a:pos x="61" y="102"/>
                </a:cxn>
                <a:cxn ang="0">
                  <a:pos x="70" y="77"/>
                </a:cxn>
                <a:cxn ang="0">
                  <a:pos x="80" y="53"/>
                </a:cxn>
                <a:cxn ang="0">
                  <a:pos x="93" y="30"/>
                </a:cxn>
                <a:cxn ang="0">
                  <a:pos x="106" y="8"/>
                </a:cxn>
                <a:cxn ang="0">
                  <a:pos x="106" y="8"/>
                </a:cxn>
                <a:cxn ang="0">
                  <a:pos x="106" y="6"/>
                </a:cxn>
                <a:cxn ang="0">
                  <a:pos x="106" y="3"/>
                </a:cxn>
                <a:cxn ang="0">
                  <a:pos x="105" y="2"/>
                </a:cxn>
                <a:cxn ang="0">
                  <a:pos x="104" y="0"/>
                </a:cxn>
                <a:cxn ang="0">
                  <a:pos x="102" y="0"/>
                </a:cxn>
                <a:cxn ang="0">
                  <a:pos x="101" y="0"/>
                </a:cxn>
                <a:cxn ang="0">
                  <a:pos x="99" y="0"/>
                </a:cxn>
                <a:cxn ang="0">
                  <a:pos x="98" y="2"/>
                </a:cxn>
                <a:cxn ang="0">
                  <a:pos x="98" y="2"/>
                </a:cxn>
              </a:cxnLst>
              <a:rect l="0" t="0" r="r" b="b"/>
              <a:pathLst>
                <a:path w="106" h="370">
                  <a:moveTo>
                    <a:pt x="98" y="2"/>
                  </a:moveTo>
                  <a:lnTo>
                    <a:pt x="98" y="2"/>
                  </a:lnTo>
                  <a:lnTo>
                    <a:pt x="84" y="26"/>
                  </a:lnTo>
                  <a:lnTo>
                    <a:pt x="71" y="51"/>
                  </a:lnTo>
                  <a:lnTo>
                    <a:pt x="61" y="77"/>
                  </a:lnTo>
                  <a:lnTo>
                    <a:pt x="51" y="103"/>
                  </a:lnTo>
                  <a:lnTo>
                    <a:pt x="42" y="128"/>
                  </a:lnTo>
                  <a:lnTo>
                    <a:pt x="34" y="155"/>
                  </a:lnTo>
                  <a:lnTo>
                    <a:pt x="27" y="182"/>
                  </a:lnTo>
                  <a:lnTo>
                    <a:pt x="21" y="209"/>
                  </a:lnTo>
                  <a:lnTo>
                    <a:pt x="21" y="209"/>
                  </a:lnTo>
                  <a:lnTo>
                    <a:pt x="14" y="234"/>
                  </a:lnTo>
                  <a:lnTo>
                    <a:pt x="9" y="259"/>
                  </a:lnTo>
                  <a:lnTo>
                    <a:pt x="6" y="283"/>
                  </a:lnTo>
                  <a:lnTo>
                    <a:pt x="3" y="308"/>
                  </a:lnTo>
                  <a:lnTo>
                    <a:pt x="3" y="308"/>
                  </a:lnTo>
                  <a:lnTo>
                    <a:pt x="1" y="323"/>
                  </a:lnTo>
                  <a:lnTo>
                    <a:pt x="0" y="340"/>
                  </a:lnTo>
                  <a:lnTo>
                    <a:pt x="0" y="349"/>
                  </a:lnTo>
                  <a:lnTo>
                    <a:pt x="1" y="356"/>
                  </a:lnTo>
                  <a:lnTo>
                    <a:pt x="4" y="363"/>
                  </a:lnTo>
                  <a:lnTo>
                    <a:pt x="6" y="366"/>
                  </a:lnTo>
                  <a:lnTo>
                    <a:pt x="8" y="368"/>
                  </a:lnTo>
                  <a:lnTo>
                    <a:pt x="8" y="368"/>
                  </a:lnTo>
                  <a:lnTo>
                    <a:pt x="11" y="370"/>
                  </a:lnTo>
                  <a:lnTo>
                    <a:pt x="13" y="369"/>
                  </a:lnTo>
                  <a:lnTo>
                    <a:pt x="15" y="368"/>
                  </a:lnTo>
                  <a:lnTo>
                    <a:pt x="16" y="365"/>
                  </a:lnTo>
                  <a:lnTo>
                    <a:pt x="16" y="361"/>
                  </a:lnTo>
                  <a:lnTo>
                    <a:pt x="16" y="361"/>
                  </a:lnTo>
                  <a:lnTo>
                    <a:pt x="16" y="359"/>
                  </a:lnTo>
                  <a:lnTo>
                    <a:pt x="15" y="357"/>
                  </a:lnTo>
                  <a:lnTo>
                    <a:pt x="13" y="356"/>
                  </a:lnTo>
                  <a:lnTo>
                    <a:pt x="11" y="356"/>
                  </a:lnTo>
                  <a:lnTo>
                    <a:pt x="11" y="356"/>
                  </a:lnTo>
                  <a:lnTo>
                    <a:pt x="10" y="349"/>
                  </a:lnTo>
                  <a:lnTo>
                    <a:pt x="10" y="339"/>
                  </a:lnTo>
                  <a:lnTo>
                    <a:pt x="11" y="324"/>
                  </a:lnTo>
                  <a:lnTo>
                    <a:pt x="11" y="324"/>
                  </a:lnTo>
                  <a:lnTo>
                    <a:pt x="12" y="304"/>
                  </a:lnTo>
                  <a:lnTo>
                    <a:pt x="14" y="283"/>
                  </a:lnTo>
                  <a:lnTo>
                    <a:pt x="14" y="283"/>
                  </a:lnTo>
                  <a:lnTo>
                    <a:pt x="19" y="259"/>
                  </a:lnTo>
                  <a:lnTo>
                    <a:pt x="24" y="235"/>
                  </a:lnTo>
                  <a:lnTo>
                    <a:pt x="35" y="185"/>
                  </a:lnTo>
                  <a:lnTo>
                    <a:pt x="35" y="185"/>
                  </a:lnTo>
                  <a:lnTo>
                    <a:pt x="47" y="143"/>
                  </a:lnTo>
                  <a:lnTo>
                    <a:pt x="61" y="102"/>
                  </a:lnTo>
                  <a:lnTo>
                    <a:pt x="61" y="102"/>
                  </a:lnTo>
                  <a:lnTo>
                    <a:pt x="70" y="77"/>
                  </a:lnTo>
                  <a:lnTo>
                    <a:pt x="80" y="53"/>
                  </a:lnTo>
                  <a:lnTo>
                    <a:pt x="93" y="30"/>
                  </a:lnTo>
                  <a:lnTo>
                    <a:pt x="106" y="8"/>
                  </a:lnTo>
                  <a:lnTo>
                    <a:pt x="106" y="8"/>
                  </a:lnTo>
                  <a:lnTo>
                    <a:pt x="106" y="6"/>
                  </a:lnTo>
                  <a:lnTo>
                    <a:pt x="106" y="3"/>
                  </a:lnTo>
                  <a:lnTo>
                    <a:pt x="105" y="2"/>
                  </a:lnTo>
                  <a:lnTo>
                    <a:pt x="104" y="0"/>
                  </a:lnTo>
                  <a:lnTo>
                    <a:pt x="102" y="0"/>
                  </a:lnTo>
                  <a:lnTo>
                    <a:pt x="101" y="0"/>
                  </a:lnTo>
                  <a:lnTo>
                    <a:pt x="99" y="0"/>
                  </a:lnTo>
                  <a:lnTo>
                    <a:pt x="98" y="2"/>
                  </a:lnTo>
                  <a:lnTo>
                    <a:pt x="98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53" name="Freeform 169"/>
            <p:cNvSpPr/>
            <p:nvPr>
              <p:custDataLst>
                <p:tags r:id="rId8"/>
              </p:custDataLst>
            </p:nvPr>
          </p:nvSpPr>
          <p:spPr bwMode="auto">
            <a:xfrm>
              <a:off x="4305300" y="2198688"/>
              <a:ext cx="39688" cy="146050"/>
            </a:xfrm>
            <a:custGeom>
              <a:avLst/>
              <a:gdLst/>
              <a:ahLst/>
              <a:cxnLst>
                <a:cxn ang="0">
                  <a:pos x="68" y="2"/>
                </a:cxn>
                <a:cxn ang="0">
                  <a:pos x="68" y="2"/>
                </a:cxn>
                <a:cxn ang="0">
                  <a:pos x="62" y="10"/>
                </a:cxn>
                <a:cxn ang="0">
                  <a:pos x="57" y="20"/>
                </a:cxn>
                <a:cxn ang="0">
                  <a:pos x="54" y="31"/>
                </a:cxn>
                <a:cxn ang="0">
                  <a:pos x="53" y="41"/>
                </a:cxn>
                <a:cxn ang="0">
                  <a:pos x="53" y="41"/>
                </a:cxn>
                <a:cxn ang="0">
                  <a:pos x="51" y="51"/>
                </a:cxn>
                <a:cxn ang="0">
                  <a:pos x="49" y="60"/>
                </a:cxn>
                <a:cxn ang="0">
                  <a:pos x="42" y="80"/>
                </a:cxn>
                <a:cxn ang="0">
                  <a:pos x="37" y="101"/>
                </a:cxn>
                <a:cxn ang="0">
                  <a:pos x="32" y="120"/>
                </a:cxn>
                <a:cxn ang="0">
                  <a:pos x="32" y="120"/>
                </a:cxn>
                <a:cxn ang="0">
                  <a:pos x="14" y="191"/>
                </a:cxn>
                <a:cxn ang="0">
                  <a:pos x="7" y="227"/>
                </a:cxn>
                <a:cxn ang="0">
                  <a:pos x="3" y="244"/>
                </a:cxn>
                <a:cxn ang="0">
                  <a:pos x="1" y="263"/>
                </a:cxn>
                <a:cxn ang="0">
                  <a:pos x="1" y="263"/>
                </a:cxn>
                <a:cxn ang="0">
                  <a:pos x="0" y="265"/>
                </a:cxn>
                <a:cxn ang="0">
                  <a:pos x="0" y="270"/>
                </a:cxn>
                <a:cxn ang="0">
                  <a:pos x="0" y="270"/>
                </a:cxn>
                <a:cxn ang="0">
                  <a:pos x="0" y="272"/>
                </a:cxn>
                <a:cxn ang="0">
                  <a:pos x="1" y="273"/>
                </a:cxn>
                <a:cxn ang="0">
                  <a:pos x="3" y="274"/>
                </a:cxn>
                <a:cxn ang="0">
                  <a:pos x="4" y="274"/>
                </a:cxn>
                <a:cxn ang="0">
                  <a:pos x="7" y="273"/>
                </a:cxn>
                <a:cxn ang="0">
                  <a:pos x="8" y="272"/>
                </a:cxn>
                <a:cxn ang="0">
                  <a:pos x="9" y="270"/>
                </a:cxn>
                <a:cxn ang="0">
                  <a:pos x="9" y="270"/>
                </a:cxn>
                <a:cxn ang="0">
                  <a:pos x="11" y="254"/>
                </a:cxn>
                <a:cxn ang="0">
                  <a:pos x="14" y="237"/>
                </a:cxn>
                <a:cxn ang="0">
                  <a:pos x="22" y="204"/>
                </a:cxn>
                <a:cxn ang="0">
                  <a:pos x="37" y="139"/>
                </a:cxn>
                <a:cxn ang="0">
                  <a:pos x="37" y="139"/>
                </a:cxn>
                <a:cxn ang="0">
                  <a:pos x="45" y="106"/>
                </a:cxn>
                <a:cxn ang="0">
                  <a:pos x="54" y="73"/>
                </a:cxn>
                <a:cxn ang="0">
                  <a:pos x="54" y="73"/>
                </a:cxn>
                <a:cxn ang="0">
                  <a:pos x="58" y="56"/>
                </a:cxn>
                <a:cxn ang="0">
                  <a:pos x="61" y="39"/>
                </a:cxn>
                <a:cxn ang="0">
                  <a:pos x="64" y="31"/>
                </a:cxn>
                <a:cxn ang="0">
                  <a:pos x="66" y="22"/>
                </a:cxn>
                <a:cxn ang="0">
                  <a:pos x="70" y="14"/>
                </a:cxn>
                <a:cxn ang="0">
                  <a:pos x="74" y="8"/>
                </a:cxn>
                <a:cxn ang="0">
                  <a:pos x="74" y="8"/>
                </a:cxn>
                <a:cxn ang="0">
                  <a:pos x="75" y="6"/>
                </a:cxn>
                <a:cxn ang="0">
                  <a:pos x="75" y="5"/>
                </a:cxn>
                <a:cxn ang="0">
                  <a:pos x="74" y="1"/>
                </a:cxn>
                <a:cxn ang="0">
                  <a:pos x="72" y="0"/>
                </a:cxn>
                <a:cxn ang="0">
                  <a:pos x="71" y="0"/>
                </a:cxn>
                <a:cxn ang="0">
                  <a:pos x="69" y="0"/>
                </a:cxn>
                <a:cxn ang="0">
                  <a:pos x="68" y="2"/>
                </a:cxn>
                <a:cxn ang="0">
                  <a:pos x="68" y="2"/>
                </a:cxn>
              </a:cxnLst>
              <a:rect l="0" t="0" r="r" b="b"/>
              <a:pathLst>
                <a:path w="75" h="274">
                  <a:moveTo>
                    <a:pt x="68" y="2"/>
                  </a:moveTo>
                  <a:lnTo>
                    <a:pt x="68" y="2"/>
                  </a:lnTo>
                  <a:lnTo>
                    <a:pt x="62" y="10"/>
                  </a:lnTo>
                  <a:lnTo>
                    <a:pt x="57" y="20"/>
                  </a:lnTo>
                  <a:lnTo>
                    <a:pt x="54" y="31"/>
                  </a:lnTo>
                  <a:lnTo>
                    <a:pt x="53" y="41"/>
                  </a:lnTo>
                  <a:lnTo>
                    <a:pt x="53" y="41"/>
                  </a:lnTo>
                  <a:lnTo>
                    <a:pt x="51" y="51"/>
                  </a:lnTo>
                  <a:lnTo>
                    <a:pt x="49" y="60"/>
                  </a:lnTo>
                  <a:lnTo>
                    <a:pt x="42" y="80"/>
                  </a:lnTo>
                  <a:lnTo>
                    <a:pt x="37" y="101"/>
                  </a:lnTo>
                  <a:lnTo>
                    <a:pt x="32" y="120"/>
                  </a:lnTo>
                  <a:lnTo>
                    <a:pt x="32" y="120"/>
                  </a:lnTo>
                  <a:lnTo>
                    <a:pt x="14" y="191"/>
                  </a:lnTo>
                  <a:lnTo>
                    <a:pt x="7" y="227"/>
                  </a:lnTo>
                  <a:lnTo>
                    <a:pt x="3" y="244"/>
                  </a:lnTo>
                  <a:lnTo>
                    <a:pt x="1" y="263"/>
                  </a:lnTo>
                  <a:lnTo>
                    <a:pt x="1" y="263"/>
                  </a:lnTo>
                  <a:lnTo>
                    <a:pt x="0" y="265"/>
                  </a:lnTo>
                  <a:lnTo>
                    <a:pt x="0" y="270"/>
                  </a:lnTo>
                  <a:lnTo>
                    <a:pt x="0" y="270"/>
                  </a:lnTo>
                  <a:lnTo>
                    <a:pt x="0" y="272"/>
                  </a:lnTo>
                  <a:lnTo>
                    <a:pt x="1" y="273"/>
                  </a:lnTo>
                  <a:lnTo>
                    <a:pt x="3" y="274"/>
                  </a:lnTo>
                  <a:lnTo>
                    <a:pt x="4" y="274"/>
                  </a:lnTo>
                  <a:lnTo>
                    <a:pt x="7" y="273"/>
                  </a:lnTo>
                  <a:lnTo>
                    <a:pt x="8" y="272"/>
                  </a:lnTo>
                  <a:lnTo>
                    <a:pt x="9" y="270"/>
                  </a:lnTo>
                  <a:lnTo>
                    <a:pt x="9" y="270"/>
                  </a:lnTo>
                  <a:lnTo>
                    <a:pt x="11" y="254"/>
                  </a:lnTo>
                  <a:lnTo>
                    <a:pt x="14" y="237"/>
                  </a:lnTo>
                  <a:lnTo>
                    <a:pt x="22" y="204"/>
                  </a:lnTo>
                  <a:lnTo>
                    <a:pt x="37" y="139"/>
                  </a:lnTo>
                  <a:lnTo>
                    <a:pt x="37" y="139"/>
                  </a:lnTo>
                  <a:lnTo>
                    <a:pt x="45" y="106"/>
                  </a:lnTo>
                  <a:lnTo>
                    <a:pt x="54" y="73"/>
                  </a:lnTo>
                  <a:lnTo>
                    <a:pt x="54" y="73"/>
                  </a:lnTo>
                  <a:lnTo>
                    <a:pt x="58" y="56"/>
                  </a:lnTo>
                  <a:lnTo>
                    <a:pt x="61" y="39"/>
                  </a:lnTo>
                  <a:lnTo>
                    <a:pt x="64" y="31"/>
                  </a:lnTo>
                  <a:lnTo>
                    <a:pt x="66" y="22"/>
                  </a:lnTo>
                  <a:lnTo>
                    <a:pt x="70" y="14"/>
                  </a:lnTo>
                  <a:lnTo>
                    <a:pt x="74" y="8"/>
                  </a:lnTo>
                  <a:lnTo>
                    <a:pt x="74" y="8"/>
                  </a:lnTo>
                  <a:lnTo>
                    <a:pt x="75" y="6"/>
                  </a:lnTo>
                  <a:lnTo>
                    <a:pt x="75" y="5"/>
                  </a:lnTo>
                  <a:lnTo>
                    <a:pt x="74" y="1"/>
                  </a:lnTo>
                  <a:lnTo>
                    <a:pt x="72" y="0"/>
                  </a:lnTo>
                  <a:lnTo>
                    <a:pt x="71" y="0"/>
                  </a:lnTo>
                  <a:lnTo>
                    <a:pt x="69" y="0"/>
                  </a:lnTo>
                  <a:lnTo>
                    <a:pt x="68" y="2"/>
                  </a:lnTo>
                  <a:lnTo>
                    <a:pt x="68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54" name="Freeform 170"/>
            <p:cNvSpPr/>
            <p:nvPr>
              <p:custDataLst>
                <p:tags r:id="rId9"/>
              </p:custDataLst>
            </p:nvPr>
          </p:nvSpPr>
          <p:spPr bwMode="auto">
            <a:xfrm>
              <a:off x="4338638" y="2201863"/>
              <a:ext cx="31750" cy="112713"/>
            </a:xfrm>
            <a:custGeom>
              <a:avLst/>
              <a:gdLst/>
              <a:ahLst/>
              <a:cxnLst>
                <a:cxn ang="0">
                  <a:pos x="52" y="4"/>
                </a:cxn>
                <a:cxn ang="0">
                  <a:pos x="52" y="4"/>
                </a:cxn>
                <a:cxn ang="0">
                  <a:pos x="51" y="10"/>
                </a:cxn>
                <a:cxn ang="0">
                  <a:pos x="48" y="16"/>
                </a:cxn>
                <a:cxn ang="0">
                  <a:pos x="43" y="29"/>
                </a:cxn>
                <a:cxn ang="0">
                  <a:pos x="38" y="41"/>
                </a:cxn>
                <a:cxn ang="0">
                  <a:pos x="36" y="47"/>
                </a:cxn>
                <a:cxn ang="0">
                  <a:pos x="34" y="54"/>
                </a:cxn>
                <a:cxn ang="0">
                  <a:pos x="34" y="54"/>
                </a:cxn>
                <a:cxn ang="0">
                  <a:pos x="25" y="103"/>
                </a:cxn>
                <a:cxn ang="0">
                  <a:pos x="25" y="103"/>
                </a:cxn>
                <a:cxn ang="0">
                  <a:pos x="23" y="116"/>
                </a:cxn>
                <a:cxn ang="0">
                  <a:pos x="19" y="129"/>
                </a:cxn>
                <a:cxn ang="0">
                  <a:pos x="10" y="156"/>
                </a:cxn>
                <a:cxn ang="0">
                  <a:pos x="3" y="181"/>
                </a:cxn>
                <a:cxn ang="0">
                  <a:pos x="1" y="195"/>
                </a:cxn>
                <a:cxn ang="0">
                  <a:pos x="0" y="208"/>
                </a:cxn>
                <a:cxn ang="0">
                  <a:pos x="0" y="208"/>
                </a:cxn>
                <a:cxn ang="0">
                  <a:pos x="0" y="210"/>
                </a:cxn>
                <a:cxn ang="0">
                  <a:pos x="1" y="211"/>
                </a:cxn>
                <a:cxn ang="0">
                  <a:pos x="2" y="212"/>
                </a:cxn>
                <a:cxn ang="0">
                  <a:pos x="4" y="212"/>
                </a:cxn>
                <a:cxn ang="0">
                  <a:pos x="6" y="212"/>
                </a:cxn>
                <a:cxn ang="0">
                  <a:pos x="7" y="211"/>
                </a:cxn>
                <a:cxn ang="0">
                  <a:pos x="8" y="210"/>
                </a:cxn>
                <a:cxn ang="0">
                  <a:pos x="9" y="208"/>
                </a:cxn>
                <a:cxn ang="0">
                  <a:pos x="9" y="208"/>
                </a:cxn>
                <a:cxn ang="0">
                  <a:pos x="10" y="200"/>
                </a:cxn>
                <a:cxn ang="0">
                  <a:pos x="11" y="192"/>
                </a:cxn>
                <a:cxn ang="0">
                  <a:pos x="15" y="176"/>
                </a:cxn>
                <a:cxn ang="0">
                  <a:pos x="26" y="144"/>
                </a:cxn>
                <a:cxn ang="0">
                  <a:pos x="26" y="144"/>
                </a:cxn>
                <a:cxn ang="0">
                  <a:pos x="29" y="131"/>
                </a:cxn>
                <a:cxn ang="0">
                  <a:pos x="32" y="117"/>
                </a:cxn>
                <a:cxn ang="0">
                  <a:pos x="37" y="91"/>
                </a:cxn>
                <a:cxn ang="0">
                  <a:pos x="37" y="91"/>
                </a:cxn>
                <a:cxn ang="0">
                  <a:pos x="41" y="67"/>
                </a:cxn>
                <a:cxn ang="0">
                  <a:pos x="46" y="42"/>
                </a:cxn>
                <a:cxn ang="0">
                  <a:pos x="46" y="42"/>
                </a:cxn>
                <a:cxn ang="0">
                  <a:pos x="50" y="33"/>
                </a:cxn>
                <a:cxn ang="0">
                  <a:pos x="55" y="23"/>
                </a:cxn>
                <a:cxn ang="0">
                  <a:pos x="59" y="14"/>
                </a:cxn>
                <a:cxn ang="0">
                  <a:pos x="60" y="9"/>
                </a:cxn>
                <a:cxn ang="0">
                  <a:pos x="61" y="4"/>
                </a:cxn>
                <a:cxn ang="0">
                  <a:pos x="61" y="4"/>
                </a:cxn>
                <a:cxn ang="0">
                  <a:pos x="61" y="3"/>
                </a:cxn>
                <a:cxn ang="0">
                  <a:pos x="60" y="1"/>
                </a:cxn>
                <a:cxn ang="0">
                  <a:pos x="59" y="0"/>
                </a:cxn>
                <a:cxn ang="0">
                  <a:pos x="57" y="0"/>
                </a:cxn>
                <a:cxn ang="0">
                  <a:pos x="54" y="1"/>
                </a:cxn>
                <a:cxn ang="0">
                  <a:pos x="53" y="3"/>
                </a:cxn>
                <a:cxn ang="0">
                  <a:pos x="52" y="4"/>
                </a:cxn>
                <a:cxn ang="0">
                  <a:pos x="52" y="4"/>
                </a:cxn>
              </a:cxnLst>
              <a:rect l="0" t="0" r="r" b="b"/>
              <a:pathLst>
                <a:path w="61" h="212">
                  <a:moveTo>
                    <a:pt x="52" y="4"/>
                  </a:moveTo>
                  <a:lnTo>
                    <a:pt x="52" y="4"/>
                  </a:lnTo>
                  <a:lnTo>
                    <a:pt x="51" y="10"/>
                  </a:lnTo>
                  <a:lnTo>
                    <a:pt x="48" y="16"/>
                  </a:lnTo>
                  <a:lnTo>
                    <a:pt x="43" y="29"/>
                  </a:lnTo>
                  <a:lnTo>
                    <a:pt x="38" y="41"/>
                  </a:lnTo>
                  <a:lnTo>
                    <a:pt x="36" y="47"/>
                  </a:lnTo>
                  <a:lnTo>
                    <a:pt x="34" y="54"/>
                  </a:lnTo>
                  <a:lnTo>
                    <a:pt x="34" y="54"/>
                  </a:lnTo>
                  <a:lnTo>
                    <a:pt x="25" y="103"/>
                  </a:lnTo>
                  <a:lnTo>
                    <a:pt x="25" y="103"/>
                  </a:lnTo>
                  <a:lnTo>
                    <a:pt x="23" y="116"/>
                  </a:lnTo>
                  <a:lnTo>
                    <a:pt x="19" y="129"/>
                  </a:lnTo>
                  <a:lnTo>
                    <a:pt x="10" y="156"/>
                  </a:lnTo>
                  <a:lnTo>
                    <a:pt x="3" y="181"/>
                  </a:lnTo>
                  <a:lnTo>
                    <a:pt x="1" y="195"/>
                  </a:lnTo>
                  <a:lnTo>
                    <a:pt x="0" y="208"/>
                  </a:lnTo>
                  <a:lnTo>
                    <a:pt x="0" y="208"/>
                  </a:lnTo>
                  <a:lnTo>
                    <a:pt x="0" y="210"/>
                  </a:lnTo>
                  <a:lnTo>
                    <a:pt x="1" y="211"/>
                  </a:lnTo>
                  <a:lnTo>
                    <a:pt x="2" y="212"/>
                  </a:lnTo>
                  <a:lnTo>
                    <a:pt x="4" y="212"/>
                  </a:lnTo>
                  <a:lnTo>
                    <a:pt x="6" y="212"/>
                  </a:lnTo>
                  <a:lnTo>
                    <a:pt x="7" y="211"/>
                  </a:lnTo>
                  <a:lnTo>
                    <a:pt x="8" y="210"/>
                  </a:lnTo>
                  <a:lnTo>
                    <a:pt x="9" y="208"/>
                  </a:lnTo>
                  <a:lnTo>
                    <a:pt x="9" y="208"/>
                  </a:lnTo>
                  <a:lnTo>
                    <a:pt x="10" y="200"/>
                  </a:lnTo>
                  <a:lnTo>
                    <a:pt x="11" y="192"/>
                  </a:lnTo>
                  <a:lnTo>
                    <a:pt x="15" y="176"/>
                  </a:lnTo>
                  <a:lnTo>
                    <a:pt x="26" y="144"/>
                  </a:lnTo>
                  <a:lnTo>
                    <a:pt x="26" y="144"/>
                  </a:lnTo>
                  <a:lnTo>
                    <a:pt x="29" y="131"/>
                  </a:lnTo>
                  <a:lnTo>
                    <a:pt x="32" y="117"/>
                  </a:lnTo>
                  <a:lnTo>
                    <a:pt x="37" y="91"/>
                  </a:lnTo>
                  <a:lnTo>
                    <a:pt x="37" y="91"/>
                  </a:lnTo>
                  <a:lnTo>
                    <a:pt x="41" y="67"/>
                  </a:lnTo>
                  <a:lnTo>
                    <a:pt x="46" y="42"/>
                  </a:lnTo>
                  <a:lnTo>
                    <a:pt x="46" y="42"/>
                  </a:lnTo>
                  <a:lnTo>
                    <a:pt x="50" y="33"/>
                  </a:lnTo>
                  <a:lnTo>
                    <a:pt x="55" y="23"/>
                  </a:lnTo>
                  <a:lnTo>
                    <a:pt x="59" y="14"/>
                  </a:lnTo>
                  <a:lnTo>
                    <a:pt x="60" y="9"/>
                  </a:lnTo>
                  <a:lnTo>
                    <a:pt x="61" y="4"/>
                  </a:lnTo>
                  <a:lnTo>
                    <a:pt x="61" y="4"/>
                  </a:lnTo>
                  <a:lnTo>
                    <a:pt x="61" y="3"/>
                  </a:lnTo>
                  <a:lnTo>
                    <a:pt x="60" y="1"/>
                  </a:lnTo>
                  <a:lnTo>
                    <a:pt x="59" y="0"/>
                  </a:lnTo>
                  <a:lnTo>
                    <a:pt x="57" y="0"/>
                  </a:lnTo>
                  <a:lnTo>
                    <a:pt x="54" y="1"/>
                  </a:lnTo>
                  <a:lnTo>
                    <a:pt x="53" y="3"/>
                  </a:lnTo>
                  <a:lnTo>
                    <a:pt x="52" y="4"/>
                  </a:lnTo>
                  <a:lnTo>
                    <a:pt x="52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55" name="Freeform 171"/>
            <p:cNvSpPr/>
            <p:nvPr>
              <p:custDataLst>
                <p:tags r:id="rId10"/>
              </p:custDataLst>
            </p:nvPr>
          </p:nvSpPr>
          <p:spPr bwMode="auto">
            <a:xfrm>
              <a:off x="4357688" y="2209800"/>
              <a:ext cx="36513" cy="90488"/>
            </a:xfrm>
            <a:custGeom>
              <a:avLst/>
              <a:gdLst/>
              <a:ahLst/>
              <a:cxnLst>
                <a:cxn ang="0">
                  <a:pos x="60" y="1"/>
                </a:cxn>
                <a:cxn ang="0">
                  <a:pos x="60" y="1"/>
                </a:cxn>
                <a:cxn ang="0">
                  <a:pos x="51" y="10"/>
                </a:cxn>
                <a:cxn ang="0">
                  <a:pos x="43" y="22"/>
                </a:cxn>
                <a:cxn ang="0">
                  <a:pos x="37" y="34"/>
                </a:cxn>
                <a:cxn ang="0">
                  <a:pos x="33" y="48"/>
                </a:cxn>
                <a:cxn ang="0">
                  <a:pos x="29" y="61"/>
                </a:cxn>
                <a:cxn ang="0">
                  <a:pos x="25" y="75"/>
                </a:cxn>
                <a:cxn ang="0">
                  <a:pos x="20" y="100"/>
                </a:cxn>
                <a:cxn ang="0">
                  <a:pos x="20" y="100"/>
                </a:cxn>
                <a:cxn ang="0">
                  <a:pos x="15" y="115"/>
                </a:cxn>
                <a:cxn ang="0">
                  <a:pos x="6" y="135"/>
                </a:cxn>
                <a:cxn ang="0">
                  <a:pos x="3" y="147"/>
                </a:cxn>
                <a:cxn ang="0">
                  <a:pos x="0" y="156"/>
                </a:cxn>
                <a:cxn ang="0">
                  <a:pos x="0" y="164"/>
                </a:cxn>
                <a:cxn ang="0">
                  <a:pos x="1" y="166"/>
                </a:cxn>
                <a:cxn ang="0">
                  <a:pos x="3" y="170"/>
                </a:cxn>
                <a:cxn ang="0">
                  <a:pos x="3" y="170"/>
                </a:cxn>
                <a:cxn ang="0">
                  <a:pos x="4" y="170"/>
                </a:cxn>
                <a:cxn ang="0">
                  <a:pos x="6" y="171"/>
                </a:cxn>
                <a:cxn ang="0">
                  <a:pos x="9" y="169"/>
                </a:cxn>
                <a:cxn ang="0">
                  <a:pos x="10" y="167"/>
                </a:cxn>
                <a:cxn ang="0">
                  <a:pos x="11" y="165"/>
                </a:cxn>
                <a:cxn ang="0">
                  <a:pos x="10" y="164"/>
                </a:cxn>
                <a:cxn ang="0">
                  <a:pos x="9" y="162"/>
                </a:cxn>
                <a:cxn ang="0">
                  <a:pos x="9" y="162"/>
                </a:cxn>
                <a:cxn ang="0">
                  <a:pos x="10" y="159"/>
                </a:cxn>
                <a:cxn ang="0">
                  <a:pos x="14" y="152"/>
                </a:cxn>
                <a:cxn ang="0">
                  <a:pos x="18" y="138"/>
                </a:cxn>
                <a:cxn ang="0">
                  <a:pos x="18" y="138"/>
                </a:cxn>
                <a:cxn ang="0">
                  <a:pos x="24" y="119"/>
                </a:cxn>
                <a:cxn ang="0">
                  <a:pos x="29" y="100"/>
                </a:cxn>
                <a:cxn ang="0">
                  <a:pos x="29" y="100"/>
                </a:cxn>
                <a:cxn ang="0">
                  <a:pos x="34" y="76"/>
                </a:cxn>
                <a:cxn ang="0">
                  <a:pos x="38" y="63"/>
                </a:cxn>
                <a:cxn ang="0">
                  <a:pos x="41" y="51"/>
                </a:cxn>
                <a:cxn ang="0">
                  <a:pos x="47" y="38"/>
                </a:cxn>
                <a:cxn ang="0">
                  <a:pos x="52" y="27"/>
                </a:cxn>
                <a:cxn ang="0">
                  <a:pos x="58" y="17"/>
                </a:cxn>
                <a:cxn ang="0">
                  <a:pos x="66" y="7"/>
                </a:cxn>
                <a:cxn ang="0">
                  <a:pos x="66" y="7"/>
                </a:cxn>
                <a:cxn ang="0">
                  <a:pos x="67" y="6"/>
                </a:cxn>
                <a:cxn ang="0">
                  <a:pos x="68" y="4"/>
                </a:cxn>
                <a:cxn ang="0">
                  <a:pos x="67" y="3"/>
                </a:cxn>
                <a:cxn ang="0">
                  <a:pos x="66" y="1"/>
                </a:cxn>
                <a:cxn ang="0">
                  <a:pos x="65" y="0"/>
                </a:cxn>
                <a:cxn ang="0">
                  <a:pos x="63" y="0"/>
                </a:cxn>
                <a:cxn ang="0">
                  <a:pos x="61" y="0"/>
                </a:cxn>
                <a:cxn ang="0">
                  <a:pos x="60" y="1"/>
                </a:cxn>
                <a:cxn ang="0">
                  <a:pos x="60" y="1"/>
                </a:cxn>
              </a:cxnLst>
              <a:rect l="0" t="0" r="r" b="b"/>
              <a:pathLst>
                <a:path w="68" h="171">
                  <a:moveTo>
                    <a:pt x="60" y="1"/>
                  </a:moveTo>
                  <a:lnTo>
                    <a:pt x="60" y="1"/>
                  </a:lnTo>
                  <a:lnTo>
                    <a:pt x="51" y="10"/>
                  </a:lnTo>
                  <a:lnTo>
                    <a:pt x="43" y="22"/>
                  </a:lnTo>
                  <a:lnTo>
                    <a:pt x="37" y="34"/>
                  </a:lnTo>
                  <a:lnTo>
                    <a:pt x="33" y="48"/>
                  </a:lnTo>
                  <a:lnTo>
                    <a:pt x="29" y="61"/>
                  </a:lnTo>
                  <a:lnTo>
                    <a:pt x="25" y="75"/>
                  </a:lnTo>
                  <a:lnTo>
                    <a:pt x="20" y="100"/>
                  </a:lnTo>
                  <a:lnTo>
                    <a:pt x="20" y="100"/>
                  </a:lnTo>
                  <a:lnTo>
                    <a:pt x="15" y="115"/>
                  </a:lnTo>
                  <a:lnTo>
                    <a:pt x="6" y="135"/>
                  </a:lnTo>
                  <a:lnTo>
                    <a:pt x="3" y="147"/>
                  </a:lnTo>
                  <a:lnTo>
                    <a:pt x="0" y="156"/>
                  </a:lnTo>
                  <a:lnTo>
                    <a:pt x="0" y="164"/>
                  </a:lnTo>
                  <a:lnTo>
                    <a:pt x="1" y="166"/>
                  </a:lnTo>
                  <a:lnTo>
                    <a:pt x="3" y="170"/>
                  </a:lnTo>
                  <a:lnTo>
                    <a:pt x="3" y="170"/>
                  </a:lnTo>
                  <a:lnTo>
                    <a:pt x="4" y="170"/>
                  </a:lnTo>
                  <a:lnTo>
                    <a:pt x="6" y="171"/>
                  </a:lnTo>
                  <a:lnTo>
                    <a:pt x="9" y="169"/>
                  </a:lnTo>
                  <a:lnTo>
                    <a:pt x="10" y="167"/>
                  </a:lnTo>
                  <a:lnTo>
                    <a:pt x="11" y="165"/>
                  </a:lnTo>
                  <a:lnTo>
                    <a:pt x="10" y="164"/>
                  </a:lnTo>
                  <a:lnTo>
                    <a:pt x="9" y="162"/>
                  </a:lnTo>
                  <a:lnTo>
                    <a:pt x="9" y="162"/>
                  </a:lnTo>
                  <a:lnTo>
                    <a:pt x="10" y="159"/>
                  </a:lnTo>
                  <a:lnTo>
                    <a:pt x="14" y="152"/>
                  </a:lnTo>
                  <a:lnTo>
                    <a:pt x="18" y="138"/>
                  </a:lnTo>
                  <a:lnTo>
                    <a:pt x="18" y="138"/>
                  </a:lnTo>
                  <a:lnTo>
                    <a:pt x="24" y="119"/>
                  </a:lnTo>
                  <a:lnTo>
                    <a:pt x="29" y="100"/>
                  </a:lnTo>
                  <a:lnTo>
                    <a:pt x="29" y="100"/>
                  </a:lnTo>
                  <a:lnTo>
                    <a:pt x="34" y="76"/>
                  </a:lnTo>
                  <a:lnTo>
                    <a:pt x="38" y="63"/>
                  </a:lnTo>
                  <a:lnTo>
                    <a:pt x="41" y="51"/>
                  </a:lnTo>
                  <a:lnTo>
                    <a:pt x="47" y="38"/>
                  </a:lnTo>
                  <a:lnTo>
                    <a:pt x="52" y="27"/>
                  </a:lnTo>
                  <a:lnTo>
                    <a:pt x="58" y="17"/>
                  </a:lnTo>
                  <a:lnTo>
                    <a:pt x="66" y="7"/>
                  </a:lnTo>
                  <a:lnTo>
                    <a:pt x="66" y="7"/>
                  </a:lnTo>
                  <a:lnTo>
                    <a:pt x="67" y="6"/>
                  </a:lnTo>
                  <a:lnTo>
                    <a:pt x="68" y="4"/>
                  </a:lnTo>
                  <a:lnTo>
                    <a:pt x="67" y="3"/>
                  </a:lnTo>
                  <a:lnTo>
                    <a:pt x="66" y="1"/>
                  </a:lnTo>
                  <a:lnTo>
                    <a:pt x="65" y="0"/>
                  </a:lnTo>
                  <a:lnTo>
                    <a:pt x="63" y="0"/>
                  </a:lnTo>
                  <a:lnTo>
                    <a:pt x="61" y="0"/>
                  </a:lnTo>
                  <a:lnTo>
                    <a:pt x="60" y="1"/>
                  </a:lnTo>
                  <a:lnTo>
                    <a:pt x="60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56" name="Freeform 172"/>
            <p:cNvSpPr/>
            <p:nvPr>
              <p:custDataLst>
                <p:tags r:id="rId11"/>
              </p:custDataLst>
            </p:nvPr>
          </p:nvSpPr>
          <p:spPr bwMode="auto">
            <a:xfrm>
              <a:off x="4383088" y="2219325"/>
              <a:ext cx="33338" cy="63500"/>
            </a:xfrm>
            <a:custGeom>
              <a:avLst/>
              <a:gdLst/>
              <a:ahLst/>
              <a:cxnLst>
                <a:cxn ang="0">
                  <a:pos x="55" y="0"/>
                </a:cxn>
                <a:cxn ang="0">
                  <a:pos x="55" y="0"/>
                </a:cxn>
                <a:cxn ang="0">
                  <a:pos x="50" y="2"/>
                </a:cxn>
                <a:cxn ang="0">
                  <a:pos x="46" y="5"/>
                </a:cxn>
                <a:cxn ang="0">
                  <a:pos x="42" y="8"/>
                </a:cxn>
                <a:cxn ang="0">
                  <a:pos x="39" y="11"/>
                </a:cxn>
                <a:cxn ang="0">
                  <a:pos x="33" y="19"/>
                </a:cxn>
                <a:cxn ang="0">
                  <a:pos x="29" y="30"/>
                </a:cxn>
                <a:cxn ang="0">
                  <a:pos x="29" y="30"/>
                </a:cxn>
                <a:cxn ang="0">
                  <a:pos x="13" y="70"/>
                </a:cxn>
                <a:cxn ang="0">
                  <a:pos x="6" y="91"/>
                </a:cxn>
                <a:cxn ang="0">
                  <a:pos x="0" y="112"/>
                </a:cxn>
                <a:cxn ang="0">
                  <a:pos x="0" y="112"/>
                </a:cxn>
                <a:cxn ang="0">
                  <a:pos x="0" y="114"/>
                </a:cxn>
                <a:cxn ang="0">
                  <a:pos x="1" y="116"/>
                </a:cxn>
                <a:cxn ang="0">
                  <a:pos x="2" y="118"/>
                </a:cxn>
                <a:cxn ang="0">
                  <a:pos x="4" y="118"/>
                </a:cxn>
                <a:cxn ang="0">
                  <a:pos x="6" y="119"/>
                </a:cxn>
                <a:cxn ang="0">
                  <a:pos x="7" y="118"/>
                </a:cxn>
                <a:cxn ang="0">
                  <a:pos x="8" y="116"/>
                </a:cxn>
                <a:cxn ang="0">
                  <a:pos x="9" y="114"/>
                </a:cxn>
                <a:cxn ang="0">
                  <a:pos x="9" y="114"/>
                </a:cxn>
                <a:cxn ang="0">
                  <a:pos x="13" y="100"/>
                </a:cxn>
                <a:cxn ang="0">
                  <a:pos x="17" y="84"/>
                </a:cxn>
                <a:cxn ang="0">
                  <a:pos x="23" y="70"/>
                </a:cxn>
                <a:cxn ang="0">
                  <a:pos x="30" y="56"/>
                </a:cxn>
                <a:cxn ang="0">
                  <a:pos x="30" y="56"/>
                </a:cxn>
                <a:cxn ang="0">
                  <a:pos x="34" y="42"/>
                </a:cxn>
                <a:cxn ang="0">
                  <a:pos x="39" y="29"/>
                </a:cxn>
                <a:cxn ang="0">
                  <a:pos x="42" y="22"/>
                </a:cxn>
                <a:cxn ang="0">
                  <a:pos x="46" y="17"/>
                </a:cxn>
                <a:cxn ang="0">
                  <a:pos x="51" y="12"/>
                </a:cxn>
                <a:cxn ang="0">
                  <a:pos x="57" y="9"/>
                </a:cxn>
                <a:cxn ang="0">
                  <a:pos x="57" y="9"/>
                </a:cxn>
                <a:cxn ang="0">
                  <a:pos x="60" y="8"/>
                </a:cxn>
                <a:cxn ang="0">
                  <a:pos x="61" y="7"/>
                </a:cxn>
                <a:cxn ang="0">
                  <a:pos x="62" y="5"/>
                </a:cxn>
                <a:cxn ang="0">
                  <a:pos x="61" y="3"/>
                </a:cxn>
                <a:cxn ang="0">
                  <a:pos x="61" y="2"/>
                </a:cxn>
                <a:cxn ang="0">
                  <a:pos x="60" y="0"/>
                </a:cxn>
                <a:cxn ang="0">
                  <a:pos x="57" y="0"/>
                </a:cxn>
                <a:cxn ang="0">
                  <a:pos x="55" y="0"/>
                </a:cxn>
                <a:cxn ang="0">
                  <a:pos x="55" y="0"/>
                </a:cxn>
              </a:cxnLst>
              <a:rect l="0" t="0" r="r" b="b"/>
              <a:pathLst>
                <a:path w="62" h="119">
                  <a:moveTo>
                    <a:pt x="55" y="0"/>
                  </a:moveTo>
                  <a:lnTo>
                    <a:pt x="55" y="0"/>
                  </a:lnTo>
                  <a:lnTo>
                    <a:pt x="50" y="2"/>
                  </a:lnTo>
                  <a:lnTo>
                    <a:pt x="46" y="5"/>
                  </a:lnTo>
                  <a:lnTo>
                    <a:pt x="42" y="8"/>
                  </a:lnTo>
                  <a:lnTo>
                    <a:pt x="39" y="11"/>
                  </a:lnTo>
                  <a:lnTo>
                    <a:pt x="33" y="19"/>
                  </a:lnTo>
                  <a:lnTo>
                    <a:pt x="29" y="30"/>
                  </a:lnTo>
                  <a:lnTo>
                    <a:pt x="29" y="30"/>
                  </a:lnTo>
                  <a:lnTo>
                    <a:pt x="13" y="70"/>
                  </a:lnTo>
                  <a:lnTo>
                    <a:pt x="6" y="91"/>
                  </a:lnTo>
                  <a:lnTo>
                    <a:pt x="0" y="112"/>
                  </a:lnTo>
                  <a:lnTo>
                    <a:pt x="0" y="112"/>
                  </a:lnTo>
                  <a:lnTo>
                    <a:pt x="0" y="114"/>
                  </a:lnTo>
                  <a:lnTo>
                    <a:pt x="1" y="116"/>
                  </a:lnTo>
                  <a:lnTo>
                    <a:pt x="2" y="118"/>
                  </a:lnTo>
                  <a:lnTo>
                    <a:pt x="4" y="118"/>
                  </a:lnTo>
                  <a:lnTo>
                    <a:pt x="6" y="119"/>
                  </a:lnTo>
                  <a:lnTo>
                    <a:pt x="7" y="118"/>
                  </a:lnTo>
                  <a:lnTo>
                    <a:pt x="8" y="116"/>
                  </a:lnTo>
                  <a:lnTo>
                    <a:pt x="9" y="114"/>
                  </a:lnTo>
                  <a:lnTo>
                    <a:pt x="9" y="114"/>
                  </a:lnTo>
                  <a:lnTo>
                    <a:pt x="13" y="100"/>
                  </a:lnTo>
                  <a:lnTo>
                    <a:pt x="17" y="84"/>
                  </a:lnTo>
                  <a:lnTo>
                    <a:pt x="23" y="70"/>
                  </a:lnTo>
                  <a:lnTo>
                    <a:pt x="30" y="56"/>
                  </a:lnTo>
                  <a:lnTo>
                    <a:pt x="30" y="56"/>
                  </a:lnTo>
                  <a:lnTo>
                    <a:pt x="34" y="42"/>
                  </a:lnTo>
                  <a:lnTo>
                    <a:pt x="39" y="29"/>
                  </a:lnTo>
                  <a:lnTo>
                    <a:pt x="42" y="22"/>
                  </a:lnTo>
                  <a:lnTo>
                    <a:pt x="46" y="17"/>
                  </a:lnTo>
                  <a:lnTo>
                    <a:pt x="51" y="12"/>
                  </a:lnTo>
                  <a:lnTo>
                    <a:pt x="57" y="9"/>
                  </a:lnTo>
                  <a:lnTo>
                    <a:pt x="57" y="9"/>
                  </a:lnTo>
                  <a:lnTo>
                    <a:pt x="60" y="8"/>
                  </a:lnTo>
                  <a:lnTo>
                    <a:pt x="61" y="7"/>
                  </a:lnTo>
                  <a:lnTo>
                    <a:pt x="62" y="5"/>
                  </a:lnTo>
                  <a:lnTo>
                    <a:pt x="61" y="3"/>
                  </a:lnTo>
                  <a:lnTo>
                    <a:pt x="61" y="2"/>
                  </a:lnTo>
                  <a:lnTo>
                    <a:pt x="60" y="0"/>
                  </a:lnTo>
                  <a:lnTo>
                    <a:pt x="57" y="0"/>
                  </a:lnTo>
                  <a:lnTo>
                    <a:pt x="55" y="0"/>
                  </a:lnTo>
                  <a:lnTo>
                    <a:pt x="55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57" name="Freeform 173"/>
            <p:cNvSpPr/>
            <p:nvPr>
              <p:custDataLst>
                <p:tags r:id="rId12"/>
              </p:custDataLst>
            </p:nvPr>
          </p:nvSpPr>
          <p:spPr bwMode="auto">
            <a:xfrm>
              <a:off x="4403725" y="2228850"/>
              <a:ext cx="17463" cy="52388"/>
            </a:xfrm>
            <a:custGeom>
              <a:avLst/>
              <a:gdLst/>
              <a:ahLst/>
              <a:cxnLst>
                <a:cxn ang="0">
                  <a:pos x="27" y="1"/>
                </a:cxn>
                <a:cxn ang="0">
                  <a:pos x="27" y="1"/>
                </a:cxn>
                <a:cxn ang="0">
                  <a:pos x="24" y="2"/>
                </a:cxn>
                <a:cxn ang="0">
                  <a:pos x="22" y="6"/>
                </a:cxn>
                <a:cxn ang="0">
                  <a:pos x="17" y="12"/>
                </a:cxn>
                <a:cxn ang="0">
                  <a:pos x="15" y="20"/>
                </a:cxn>
                <a:cxn ang="0">
                  <a:pos x="14" y="27"/>
                </a:cxn>
                <a:cxn ang="0">
                  <a:pos x="14" y="27"/>
                </a:cxn>
                <a:cxn ang="0">
                  <a:pos x="12" y="45"/>
                </a:cxn>
                <a:cxn ang="0">
                  <a:pos x="10" y="61"/>
                </a:cxn>
                <a:cxn ang="0">
                  <a:pos x="6" y="78"/>
                </a:cxn>
                <a:cxn ang="0">
                  <a:pos x="0" y="94"/>
                </a:cxn>
                <a:cxn ang="0">
                  <a:pos x="0" y="94"/>
                </a:cxn>
                <a:cxn ang="0">
                  <a:pos x="0" y="96"/>
                </a:cxn>
                <a:cxn ang="0">
                  <a:pos x="0" y="97"/>
                </a:cxn>
                <a:cxn ang="0">
                  <a:pos x="1" y="100"/>
                </a:cxn>
                <a:cxn ang="0">
                  <a:pos x="3" y="100"/>
                </a:cxn>
                <a:cxn ang="0">
                  <a:pos x="6" y="100"/>
                </a:cxn>
                <a:cxn ang="0">
                  <a:pos x="8" y="98"/>
                </a:cxn>
                <a:cxn ang="0">
                  <a:pos x="9" y="96"/>
                </a:cxn>
                <a:cxn ang="0">
                  <a:pos x="9" y="96"/>
                </a:cxn>
                <a:cxn ang="0">
                  <a:pos x="13" y="85"/>
                </a:cxn>
                <a:cxn ang="0">
                  <a:pos x="15" y="80"/>
                </a:cxn>
                <a:cxn ang="0">
                  <a:pos x="18" y="75"/>
                </a:cxn>
                <a:cxn ang="0">
                  <a:pos x="18" y="75"/>
                </a:cxn>
                <a:cxn ang="0">
                  <a:pos x="19" y="72"/>
                </a:cxn>
                <a:cxn ang="0">
                  <a:pos x="21" y="69"/>
                </a:cxn>
                <a:cxn ang="0">
                  <a:pos x="21" y="62"/>
                </a:cxn>
                <a:cxn ang="0">
                  <a:pos x="22" y="49"/>
                </a:cxn>
                <a:cxn ang="0">
                  <a:pos x="22" y="49"/>
                </a:cxn>
                <a:cxn ang="0">
                  <a:pos x="23" y="28"/>
                </a:cxn>
                <a:cxn ang="0">
                  <a:pos x="24" y="22"/>
                </a:cxn>
                <a:cxn ang="0">
                  <a:pos x="25" y="17"/>
                </a:cxn>
                <a:cxn ang="0">
                  <a:pos x="27" y="13"/>
                </a:cxn>
                <a:cxn ang="0">
                  <a:pos x="30" y="10"/>
                </a:cxn>
                <a:cxn ang="0">
                  <a:pos x="30" y="10"/>
                </a:cxn>
                <a:cxn ang="0">
                  <a:pos x="31" y="9"/>
                </a:cxn>
                <a:cxn ang="0">
                  <a:pos x="32" y="8"/>
                </a:cxn>
                <a:cxn ang="0">
                  <a:pos x="33" y="3"/>
                </a:cxn>
                <a:cxn ang="0">
                  <a:pos x="32" y="2"/>
                </a:cxn>
                <a:cxn ang="0">
                  <a:pos x="31" y="1"/>
                </a:cxn>
                <a:cxn ang="0">
                  <a:pos x="29" y="0"/>
                </a:cxn>
                <a:cxn ang="0">
                  <a:pos x="27" y="1"/>
                </a:cxn>
                <a:cxn ang="0">
                  <a:pos x="27" y="1"/>
                </a:cxn>
              </a:cxnLst>
              <a:rect l="0" t="0" r="r" b="b"/>
              <a:pathLst>
                <a:path w="33" h="100">
                  <a:moveTo>
                    <a:pt x="27" y="1"/>
                  </a:moveTo>
                  <a:lnTo>
                    <a:pt x="27" y="1"/>
                  </a:lnTo>
                  <a:lnTo>
                    <a:pt x="24" y="2"/>
                  </a:lnTo>
                  <a:lnTo>
                    <a:pt x="22" y="6"/>
                  </a:lnTo>
                  <a:lnTo>
                    <a:pt x="17" y="12"/>
                  </a:lnTo>
                  <a:lnTo>
                    <a:pt x="15" y="20"/>
                  </a:lnTo>
                  <a:lnTo>
                    <a:pt x="14" y="27"/>
                  </a:lnTo>
                  <a:lnTo>
                    <a:pt x="14" y="27"/>
                  </a:lnTo>
                  <a:lnTo>
                    <a:pt x="12" y="45"/>
                  </a:lnTo>
                  <a:lnTo>
                    <a:pt x="10" y="61"/>
                  </a:lnTo>
                  <a:lnTo>
                    <a:pt x="6" y="78"/>
                  </a:lnTo>
                  <a:lnTo>
                    <a:pt x="0" y="94"/>
                  </a:lnTo>
                  <a:lnTo>
                    <a:pt x="0" y="94"/>
                  </a:lnTo>
                  <a:lnTo>
                    <a:pt x="0" y="96"/>
                  </a:lnTo>
                  <a:lnTo>
                    <a:pt x="0" y="97"/>
                  </a:lnTo>
                  <a:lnTo>
                    <a:pt x="1" y="100"/>
                  </a:lnTo>
                  <a:lnTo>
                    <a:pt x="3" y="100"/>
                  </a:lnTo>
                  <a:lnTo>
                    <a:pt x="6" y="100"/>
                  </a:lnTo>
                  <a:lnTo>
                    <a:pt x="8" y="98"/>
                  </a:lnTo>
                  <a:lnTo>
                    <a:pt x="9" y="96"/>
                  </a:lnTo>
                  <a:lnTo>
                    <a:pt x="9" y="96"/>
                  </a:lnTo>
                  <a:lnTo>
                    <a:pt x="13" y="85"/>
                  </a:lnTo>
                  <a:lnTo>
                    <a:pt x="15" y="80"/>
                  </a:lnTo>
                  <a:lnTo>
                    <a:pt x="18" y="75"/>
                  </a:lnTo>
                  <a:lnTo>
                    <a:pt x="18" y="75"/>
                  </a:lnTo>
                  <a:lnTo>
                    <a:pt x="19" y="72"/>
                  </a:lnTo>
                  <a:lnTo>
                    <a:pt x="21" y="69"/>
                  </a:lnTo>
                  <a:lnTo>
                    <a:pt x="21" y="62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3" y="28"/>
                  </a:lnTo>
                  <a:lnTo>
                    <a:pt x="24" y="22"/>
                  </a:lnTo>
                  <a:lnTo>
                    <a:pt x="25" y="17"/>
                  </a:lnTo>
                  <a:lnTo>
                    <a:pt x="27" y="13"/>
                  </a:lnTo>
                  <a:lnTo>
                    <a:pt x="30" y="10"/>
                  </a:lnTo>
                  <a:lnTo>
                    <a:pt x="30" y="10"/>
                  </a:lnTo>
                  <a:lnTo>
                    <a:pt x="31" y="9"/>
                  </a:lnTo>
                  <a:lnTo>
                    <a:pt x="32" y="8"/>
                  </a:lnTo>
                  <a:lnTo>
                    <a:pt x="33" y="3"/>
                  </a:lnTo>
                  <a:lnTo>
                    <a:pt x="32" y="2"/>
                  </a:lnTo>
                  <a:lnTo>
                    <a:pt x="31" y="1"/>
                  </a:lnTo>
                  <a:lnTo>
                    <a:pt x="29" y="0"/>
                  </a:lnTo>
                  <a:lnTo>
                    <a:pt x="27" y="1"/>
                  </a:lnTo>
                  <a:lnTo>
                    <a:pt x="27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58" name="Freeform 174"/>
            <p:cNvSpPr/>
            <p:nvPr>
              <p:custDataLst>
                <p:tags r:id="rId13"/>
              </p:custDataLst>
            </p:nvPr>
          </p:nvSpPr>
          <p:spPr bwMode="auto">
            <a:xfrm>
              <a:off x="4340225" y="2436813"/>
              <a:ext cx="4763" cy="42863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76"/>
                </a:cxn>
                <a:cxn ang="0">
                  <a:pos x="0" y="76"/>
                </a:cxn>
                <a:cxn ang="0">
                  <a:pos x="1" y="78"/>
                </a:cxn>
                <a:cxn ang="0">
                  <a:pos x="2" y="79"/>
                </a:cxn>
                <a:cxn ang="0">
                  <a:pos x="3" y="80"/>
                </a:cxn>
                <a:cxn ang="0">
                  <a:pos x="5" y="80"/>
                </a:cxn>
                <a:cxn ang="0">
                  <a:pos x="6" y="80"/>
                </a:cxn>
                <a:cxn ang="0">
                  <a:pos x="8" y="79"/>
                </a:cxn>
                <a:cxn ang="0">
                  <a:pos x="9" y="78"/>
                </a:cxn>
                <a:cxn ang="0">
                  <a:pos x="9" y="76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9" y="3"/>
                </a:cxn>
                <a:cxn ang="0">
                  <a:pos x="8" y="2"/>
                </a:cxn>
                <a:cxn ang="0">
                  <a:pos x="6" y="1"/>
                </a:cxn>
                <a:cxn ang="0">
                  <a:pos x="5" y="0"/>
                </a:cxn>
                <a:cxn ang="0">
                  <a:pos x="3" y="1"/>
                </a:cxn>
                <a:cxn ang="0">
                  <a:pos x="2" y="2"/>
                </a:cxn>
                <a:cxn ang="0">
                  <a:pos x="1" y="3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9" h="80">
                  <a:moveTo>
                    <a:pt x="0" y="5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" y="78"/>
                  </a:lnTo>
                  <a:lnTo>
                    <a:pt x="2" y="79"/>
                  </a:lnTo>
                  <a:lnTo>
                    <a:pt x="3" y="80"/>
                  </a:lnTo>
                  <a:lnTo>
                    <a:pt x="5" y="80"/>
                  </a:lnTo>
                  <a:lnTo>
                    <a:pt x="6" y="80"/>
                  </a:lnTo>
                  <a:lnTo>
                    <a:pt x="8" y="79"/>
                  </a:lnTo>
                  <a:lnTo>
                    <a:pt x="9" y="78"/>
                  </a:lnTo>
                  <a:lnTo>
                    <a:pt x="9" y="76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8" y="2"/>
                  </a:lnTo>
                  <a:lnTo>
                    <a:pt x="6" y="1"/>
                  </a:lnTo>
                  <a:lnTo>
                    <a:pt x="5" y="0"/>
                  </a:lnTo>
                  <a:lnTo>
                    <a:pt x="3" y="1"/>
                  </a:lnTo>
                  <a:lnTo>
                    <a:pt x="2" y="2"/>
                  </a:lnTo>
                  <a:lnTo>
                    <a:pt x="1" y="3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59" name="Freeform 175"/>
            <p:cNvSpPr/>
            <p:nvPr>
              <p:custDataLst>
                <p:tags r:id="rId14"/>
              </p:custDataLst>
            </p:nvPr>
          </p:nvSpPr>
          <p:spPr bwMode="auto">
            <a:xfrm>
              <a:off x="4370388" y="2460625"/>
              <a:ext cx="11113" cy="65088"/>
            </a:xfrm>
            <a:custGeom>
              <a:avLst/>
              <a:gdLst/>
              <a:ahLst/>
              <a:cxnLst>
                <a:cxn ang="0">
                  <a:pos x="12" y="2"/>
                </a:cxn>
                <a:cxn ang="0">
                  <a:pos x="12" y="2"/>
                </a:cxn>
                <a:cxn ang="0">
                  <a:pos x="9" y="9"/>
                </a:cxn>
                <a:cxn ang="0">
                  <a:pos x="7" y="15"/>
                </a:cxn>
                <a:cxn ang="0">
                  <a:pos x="3" y="29"/>
                </a:cxn>
                <a:cxn ang="0">
                  <a:pos x="1" y="44"/>
                </a:cxn>
                <a:cxn ang="0">
                  <a:pos x="0" y="59"/>
                </a:cxn>
                <a:cxn ang="0">
                  <a:pos x="1" y="90"/>
                </a:cxn>
                <a:cxn ang="0">
                  <a:pos x="2" y="118"/>
                </a:cxn>
                <a:cxn ang="0">
                  <a:pos x="2" y="118"/>
                </a:cxn>
                <a:cxn ang="0">
                  <a:pos x="3" y="120"/>
                </a:cxn>
                <a:cxn ang="0">
                  <a:pos x="4" y="122"/>
                </a:cxn>
                <a:cxn ang="0">
                  <a:pos x="5" y="123"/>
                </a:cxn>
                <a:cxn ang="0">
                  <a:pos x="7" y="123"/>
                </a:cxn>
                <a:cxn ang="0">
                  <a:pos x="9" y="123"/>
                </a:cxn>
                <a:cxn ang="0">
                  <a:pos x="10" y="122"/>
                </a:cxn>
                <a:cxn ang="0">
                  <a:pos x="11" y="120"/>
                </a:cxn>
                <a:cxn ang="0">
                  <a:pos x="11" y="118"/>
                </a:cxn>
                <a:cxn ang="0">
                  <a:pos x="11" y="118"/>
                </a:cxn>
                <a:cxn ang="0">
                  <a:pos x="10" y="91"/>
                </a:cxn>
                <a:cxn ang="0">
                  <a:pos x="10" y="61"/>
                </a:cxn>
                <a:cxn ang="0">
                  <a:pos x="10" y="47"/>
                </a:cxn>
                <a:cxn ang="0">
                  <a:pos x="12" y="32"/>
                </a:cxn>
                <a:cxn ang="0">
                  <a:pos x="15" y="19"/>
                </a:cxn>
                <a:cxn ang="0">
                  <a:pos x="17" y="13"/>
                </a:cxn>
                <a:cxn ang="0">
                  <a:pos x="20" y="8"/>
                </a:cxn>
                <a:cxn ang="0">
                  <a:pos x="20" y="8"/>
                </a:cxn>
                <a:cxn ang="0">
                  <a:pos x="22" y="5"/>
                </a:cxn>
                <a:cxn ang="0">
                  <a:pos x="20" y="3"/>
                </a:cxn>
                <a:cxn ang="0">
                  <a:pos x="19" y="1"/>
                </a:cxn>
                <a:cxn ang="0">
                  <a:pos x="18" y="0"/>
                </a:cxn>
                <a:cxn ang="0">
                  <a:pos x="17" y="0"/>
                </a:cxn>
                <a:cxn ang="0">
                  <a:pos x="15" y="0"/>
                </a:cxn>
                <a:cxn ang="0">
                  <a:pos x="13" y="0"/>
                </a:cxn>
                <a:cxn ang="0">
                  <a:pos x="12" y="2"/>
                </a:cxn>
                <a:cxn ang="0">
                  <a:pos x="12" y="2"/>
                </a:cxn>
              </a:cxnLst>
              <a:rect l="0" t="0" r="r" b="b"/>
              <a:pathLst>
                <a:path w="22" h="123">
                  <a:moveTo>
                    <a:pt x="12" y="2"/>
                  </a:moveTo>
                  <a:lnTo>
                    <a:pt x="12" y="2"/>
                  </a:lnTo>
                  <a:lnTo>
                    <a:pt x="9" y="9"/>
                  </a:lnTo>
                  <a:lnTo>
                    <a:pt x="7" y="15"/>
                  </a:lnTo>
                  <a:lnTo>
                    <a:pt x="3" y="29"/>
                  </a:lnTo>
                  <a:lnTo>
                    <a:pt x="1" y="44"/>
                  </a:lnTo>
                  <a:lnTo>
                    <a:pt x="0" y="59"/>
                  </a:lnTo>
                  <a:lnTo>
                    <a:pt x="1" y="90"/>
                  </a:lnTo>
                  <a:lnTo>
                    <a:pt x="2" y="118"/>
                  </a:lnTo>
                  <a:lnTo>
                    <a:pt x="2" y="118"/>
                  </a:lnTo>
                  <a:lnTo>
                    <a:pt x="3" y="120"/>
                  </a:lnTo>
                  <a:lnTo>
                    <a:pt x="4" y="122"/>
                  </a:lnTo>
                  <a:lnTo>
                    <a:pt x="5" y="123"/>
                  </a:lnTo>
                  <a:lnTo>
                    <a:pt x="7" y="123"/>
                  </a:lnTo>
                  <a:lnTo>
                    <a:pt x="9" y="123"/>
                  </a:lnTo>
                  <a:lnTo>
                    <a:pt x="10" y="122"/>
                  </a:lnTo>
                  <a:lnTo>
                    <a:pt x="11" y="120"/>
                  </a:lnTo>
                  <a:lnTo>
                    <a:pt x="11" y="118"/>
                  </a:lnTo>
                  <a:lnTo>
                    <a:pt x="11" y="118"/>
                  </a:lnTo>
                  <a:lnTo>
                    <a:pt x="10" y="91"/>
                  </a:lnTo>
                  <a:lnTo>
                    <a:pt x="10" y="61"/>
                  </a:lnTo>
                  <a:lnTo>
                    <a:pt x="10" y="47"/>
                  </a:lnTo>
                  <a:lnTo>
                    <a:pt x="12" y="32"/>
                  </a:lnTo>
                  <a:lnTo>
                    <a:pt x="15" y="19"/>
                  </a:lnTo>
                  <a:lnTo>
                    <a:pt x="17" y="13"/>
                  </a:lnTo>
                  <a:lnTo>
                    <a:pt x="20" y="8"/>
                  </a:lnTo>
                  <a:lnTo>
                    <a:pt x="20" y="8"/>
                  </a:lnTo>
                  <a:lnTo>
                    <a:pt x="22" y="5"/>
                  </a:lnTo>
                  <a:lnTo>
                    <a:pt x="20" y="3"/>
                  </a:lnTo>
                  <a:lnTo>
                    <a:pt x="19" y="1"/>
                  </a:lnTo>
                  <a:lnTo>
                    <a:pt x="18" y="0"/>
                  </a:lnTo>
                  <a:lnTo>
                    <a:pt x="17" y="0"/>
                  </a:lnTo>
                  <a:lnTo>
                    <a:pt x="15" y="0"/>
                  </a:lnTo>
                  <a:lnTo>
                    <a:pt x="13" y="0"/>
                  </a:lnTo>
                  <a:lnTo>
                    <a:pt x="12" y="2"/>
                  </a:lnTo>
                  <a:lnTo>
                    <a:pt x="12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60" name="Freeform 176"/>
            <p:cNvSpPr/>
            <p:nvPr>
              <p:custDataLst>
                <p:tags r:id="rId15"/>
              </p:custDataLst>
            </p:nvPr>
          </p:nvSpPr>
          <p:spPr bwMode="auto">
            <a:xfrm>
              <a:off x="4395788" y="2492375"/>
              <a:ext cx="7938" cy="55563"/>
            </a:xfrm>
            <a:custGeom>
              <a:avLst/>
              <a:gdLst/>
              <a:ahLst/>
              <a:cxnLst>
                <a:cxn ang="0">
                  <a:pos x="6" y="5"/>
                </a:cxn>
                <a:cxn ang="0">
                  <a:pos x="6" y="5"/>
                </a:cxn>
                <a:cxn ang="0">
                  <a:pos x="5" y="29"/>
                </a:cxn>
                <a:cxn ang="0">
                  <a:pos x="2" y="53"/>
                </a:cxn>
                <a:cxn ang="0">
                  <a:pos x="1" y="77"/>
                </a:cxn>
                <a:cxn ang="0">
                  <a:pos x="0" y="100"/>
                </a:cxn>
                <a:cxn ang="0">
                  <a:pos x="0" y="100"/>
                </a:cxn>
                <a:cxn ang="0">
                  <a:pos x="1" y="102"/>
                </a:cxn>
                <a:cxn ang="0">
                  <a:pos x="2" y="104"/>
                </a:cxn>
                <a:cxn ang="0">
                  <a:pos x="4" y="105"/>
                </a:cxn>
                <a:cxn ang="0">
                  <a:pos x="6" y="105"/>
                </a:cxn>
                <a:cxn ang="0">
                  <a:pos x="7" y="105"/>
                </a:cxn>
                <a:cxn ang="0">
                  <a:pos x="9" y="104"/>
                </a:cxn>
                <a:cxn ang="0">
                  <a:pos x="10" y="102"/>
                </a:cxn>
                <a:cxn ang="0">
                  <a:pos x="10" y="100"/>
                </a:cxn>
                <a:cxn ang="0">
                  <a:pos x="10" y="100"/>
                </a:cxn>
                <a:cxn ang="0">
                  <a:pos x="11" y="77"/>
                </a:cxn>
                <a:cxn ang="0">
                  <a:pos x="13" y="53"/>
                </a:cxn>
                <a:cxn ang="0">
                  <a:pos x="14" y="29"/>
                </a:cxn>
                <a:cxn ang="0">
                  <a:pos x="15" y="5"/>
                </a:cxn>
                <a:cxn ang="0">
                  <a:pos x="15" y="5"/>
                </a:cxn>
                <a:cxn ang="0">
                  <a:pos x="15" y="3"/>
                </a:cxn>
                <a:cxn ang="0">
                  <a:pos x="14" y="2"/>
                </a:cxn>
                <a:cxn ang="0">
                  <a:pos x="12" y="1"/>
                </a:cxn>
                <a:cxn ang="0">
                  <a:pos x="10" y="0"/>
                </a:cxn>
                <a:cxn ang="0">
                  <a:pos x="9" y="1"/>
                </a:cxn>
                <a:cxn ang="0">
                  <a:pos x="7" y="2"/>
                </a:cxn>
                <a:cxn ang="0">
                  <a:pos x="6" y="3"/>
                </a:cxn>
                <a:cxn ang="0">
                  <a:pos x="6" y="5"/>
                </a:cxn>
                <a:cxn ang="0">
                  <a:pos x="6" y="5"/>
                </a:cxn>
              </a:cxnLst>
              <a:rect l="0" t="0" r="r" b="b"/>
              <a:pathLst>
                <a:path w="15" h="105">
                  <a:moveTo>
                    <a:pt x="6" y="5"/>
                  </a:moveTo>
                  <a:lnTo>
                    <a:pt x="6" y="5"/>
                  </a:lnTo>
                  <a:lnTo>
                    <a:pt x="5" y="29"/>
                  </a:lnTo>
                  <a:lnTo>
                    <a:pt x="2" y="53"/>
                  </a:lnTo>
                  <a:lnTo>
                    <a:pt x="1" y="77"/>
                  </a:lnTo>
                  <a:lnTo>
                    <a:pt x="0" y="100"/>
                  </a:lnTo>
                  <a:lnTo>
                    <a:pt x="0" y="100"/>
                  </a:lnTo>
                  <a:lnTo>
                    <a:pt x="1" y="102"/>
                  </a:lnTo>
                  <a:lnTo>
                    <a:pt x="2" y="104"/>
                  </a:lnTo>
                  <a:lnTo>
                    <a:pt x="4" y="105"/>
                  </a:lnTo>
                  <a:lnTo>
                    <a:pt x="6" y="105"/>
                  </a:lnTo>
                  <a:lnTo>
                    <a:pt x="7" y="105"/>
                  </a:lnTo>
                  <a:lnTo>
                    <a:pt x="9" y="104"/>
                  </a:lnTo>
                  <a:lnTo>
                    <a:pt x="10" y="102"/>
                  </a:lnTo>
                  <a:lnTo>
                    <a:pt x="10" y="100"/>
                  </a:lnTo>
                  <a:lnTo>
                    <a:pt x="10" y="100"/>
                  </a:lnTo>
                  <a:lnTo>
                    <a:pt x="11" y="77"/>
                  </a:lnTo>
                  <a:lnTo>
                    <a:pt x="13" y="53"/>
                  </a:lnTo>
                  <a:lnTo>
                    <a:pt x="14" y="29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3"/>
                  </a:lnTo>
                  <a:lnTo>
                    <a:pt x="14" y="2"/>
                  </a:lnTo>
                  <a:lnTo>
                    <a:pt x="12" y="1"/>
                  </a:lnTo>
                  <a:lnTo>
                    <a:pt x="10" y="0"/>
                  </a:lnTo>
                  <a:lnTo>
                    <a:pt x="9" y="1"/>
                  </a:lnTo>
                  <a:lnTo>
                    <a:pt x="7" y="2"/>
                  </a:lnTo>
                  <a:lnTo>
                    <a:pt x="6" y="3"/>
                  </a:lnTo>
                  <a:lnTo>
                    <a:pt x="6" y="5"/>
                  </a:lnTo>
                  <a:lnTo>
                    <a:pt x="6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61" name="Freeform 177"/>
            <p:cNvSpPr/>
            <p:nvPr>
              <p:custDataLst>
                <p:tags r:id="rId16"/>
              </p:custDataLst>
            </p:nvPr>
          </p:nvSpPr>
          <p:spPr bwMode="auto">
            <a:xfrm>
              <a:off x="4424363" y="2520950"/>
              <a:ext cx="4763" cy="71438"/>
            </a:xfrm>
            <a:custGeom>
              <a:avLst/>
              <a:gdLst/>
              <a:ahLst/>
              <a:cxnLst>
                <a:cxn ang="0">
                  <a:pos x="0" y="4"/>
                </a:cxn>
                <a:cxn ang="0">
                  <a:pos x="0" y="132"/>
                </a:cxn>
                <a:cxn ang="0">
                  <a:pos x="0" y="132"/>
                </a:cxn>
                <a:cxn ang="0">
                  <a:pos x="0" y="134"/>
                </a:cxn>
                <a:cxn ang="0">
                  <a:pos x="1" y="136"/>
                </a:cxn>
                <a:cxn ang="0">
                  <a:pos x="3" y="136"/>
                </a:cxn>
                <a:cxn ang="0">
                  <a:pos x="4" y="137"/>
                </a:cxn>
                <a:cxn ang="0">
                  <a:pos x="6" y="136"/>
                </a:cxn>
                <a:cxn ang="0">
                  <a:pos x="7" y="136"/>
                </a:cxn>
                <a:cxn ang="0">
                  <a:pos x="8" y="134"/>
                </a:cxn>
                <a:cxn ang="0">
                  <a:pos x="9" y="132"/>
                </a:cxn>
                <a:cxn ang="0">
                  <a:pos x="9" y="4"/>
                </a:cxn>
                <a:cxn ang="0">
                  <a:pos x="9" y="4"/>
                </a:cxn>
                <a:cxn ang="0">
                  <a:pos x="8" y="2"/>
                </a:cxn>
                <a:cxn ang="0">
                  <a:pos x="7" y="1"/>
                </a:cxn>
                <a:cxn ang="0">
                  <a:pos x="6" y="0"/>
                </a:cxn>
                <a:cxn ang="0">
                  <a:pos x="4" y="0"/>
                </a:cxn>
                <a:cxn ang="0">
                  <a:pos x="3" y="0"/>
                </a:cxn>
                <a:cxn ang="0">
                  <a:pos x="1" y="1"/>
                </a:cxn>
                <a:cxn ang="0">
                  <a:pos x="0" y="2"/>
                </a:cxn>
                <a:cxn ang="0">
                  <a:pos x="0" y="4"/>
                </a:cxn>
                <a:cxn ang="0">
                  <a:pos x="0" y="4"/>
                </a:cxn>
              </a:cxnLst>
              <a:rect l="0" t="0" r="r" b="b"/>
              <a:pathLst>
                <a:path w="9" h="137">
                  <a:moveTo>
                    <a:pt x="0" y="4"/>
                  </a:moveTo>
                  <a:lnTo>
                    <a:pt x="0" y="132"/>
                  </a:lnTo>
                  <a:lnTo>
                    <a:pt x="0" y="132"/>
                  </a:lnTo>
                  <a:lnTo>
                    <a:pt x="0" y="134"/>
                  </a:lnTo>
                  <a:lnTo>
                    <a:pt x="1" y="136"/>
                  </a:lnTo>
                  <a:lnTo>
                    <a:pt x="3" y="136"/>
                  </a:lnTo>
                  <a:lnTo>
                    <a:pt x="4" y="137"/>
                  </a:lnTo>
                  <a:lnTo>
                    <a:pt x="6" y="136"/>
                  </a:lnTo>
                  <a:lnTo>
                    <a:pt x="7" y="136"/>
                  </a:lnTo>
                  <a:lnTo>
                    <a:pt x="8" y="134"/>
                  </a:lnTo>
                  <a:lnTo>
                    <a:pt x="9" y="132"/>
                  </a:lnTo>
                  <a:lnTo>
                    <a:pt x="9" y="4"/>
                  </a:lnTo>
                  <a:lnTo>
                    <a:pt x="9" y="4"/>
                  </a:lnTo>
                  <a:lnTo>
                    <a:pt x="8" y="2"/>
                  </a:lnTo>
                  <a:lnTo>
                    <a:pt x="7" y="1"/>
                  </a:lnTo>
                  <a:lnTo>
                    <a:pt x="6" y="0"/>
                  </a:lnTo>
                  <a:lnTo>
                    <a:pt x="4" y="0"/>
                  </a:lnTo>
                  <a:lnTo>
                    <a:pt x="3" y="0"/>
                  </a:lnTo>
                  <a:lnTo>
                    <a:pt x="1" y="1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62" name="Freeform 178"/>
            <p:cNvSpPr/>
            <p:nvPr>
              <p:custDataLst>
                <p:tags r:id="rId17"/>
              </p:custDataLst>
            </p:nvPr>
          </p:nvSpPr>
          <p:spPr bwMode="auto">
            <a:xfrm>
              <a:off x="4451350" y="2547938"/>
              <a:ext cx="7938" cy="68263"/>
            </a:xfrm>
            <a:custGeom>
              <a:avLst/>
              <a:gdLst/>
              <a:ahLst/>
              <a:cxnLst>
                <a:cxn ang="0">
                  <a:pos x="5" y="5"/>
                </a:cxn>
                <a:cxn ang="0">
                  <a:pos x="5" y="5"/>
                </a:cxn>
                <a:cxn ang="0">
                  <a:pos x="2" y="33"/>
                </a:cxn>
                <a:cxn ang="0">
                  <a:pos x="1" y="47"/>
                </a:cxn>
                <a:cxn ang="0">
                  <a:pos x="0" y="62"/>
                </a:cxn>
                <a:cxn ang="0">
                  <a:pos x="0" y="124"/>
                </a:cxn>
                <a:cxn ang="0">
                  <a:pos x="0" y="124"/>
                </a:cxn>
                <a:cxn ang="0">
                  <a:pos x="1" y="126"/>
                </a:cxn>
                <a:cxn ang="0">
                  <a:pos x="2" y="127"/>
                </a:cxn>
                <a:cxn ang="0">
                  <a:pos x="3" y="128"/>
                </a:cxn>
                <a:cxn ang="0">
                  <a:pos x="5" y="128"/>
                </a:cxn>
                <a:cxn ang="0">
                  <a:pos x="6" y="128"/>
                </a:cxn>
                <a:cxn ang="0">
                  <a:pos x="8" y="127"/>
                </a:cxn>
                <a:cxn ang="0">
                  <a:pos x="9" y="126"/>
                </a:cxn>
                <a:cxn ang="0">
                  <a:pos x="9" y="124"/>
                </a:cxn>
                <a:cxn ang="0">
                  <a:pos x="9" y="69"/>
                </a:cxn>
                <a:cxn ang="0">
                  <a:pos x="9" y="69"/>
                </a:cxn>
                <a:cxn ang="0">
                  <a:pos x="10" y="52"/>
                </a:cxn>
                <a:cxn ang="0">
                  <a:pos x="11" y="37"/>
                </a:cxn>
                <a:cxn ang="0">
                  <a:pos x="14" y="5"/>
                </a:cxn>
                <a:cxn ang="0">
                  <a:pos x="14" y="5"/>
                </a:cxn>
                <a:cxn ang="0">
                  <a:pos x="14" y="3"/>
                </a:cxn>
                <a:cxn ang="0">
                  <a:pos x="13" y="2"/>
                </a:cxn>
                <a:cxn ang="0">
                  <a:pos x="11" y="1"/>
                </a:cxn>
                <a:cxn ang="0">
                  <a:pos x="10" y="0"/>
                </a:cxn>
                <a:cxn ang="0">
                  <a:pos x="6" y="2"/>
                </a:cxn>
                <a:cxn ang="0">
                  <a:pos x="5" y="3"/>
                </a:cxn>
                <a:cxn ang="0">
                  <a:pos x="5" y="5"/>
                </a:cxn>
                <a:cxn ang="0">
                  <a:pos x="5" y="5"/>
                </a:cxn>
              </a:cxnLst>
              <a:rect l="0" t="0" r="r" b="b"/>
              <a:pathLst>
                <a:path w="14" h="128">
                  <a:moveTo>
                    <a:pt x="5" y="5"/>
                  </a:moveTo>
                  <a:lnTo>
                    <a:pt x="5" y="5"/>
                  </a:lnTo>
                  <a:lnTo>
                    <a:pt x="2" y="33"/>
                  </a:lnTo>
                  <a:lnTo>
                    <a:pt x="1" y="47"/>
                  </a:lnTo>
                  <a:lnTo>
                    <a:pt x="0" y="62"/>
                  </a:lnTo>
                  <a:lnTo>
                    <a:pt x="0" y="124"/>
                  </a:lnTo>
                  <a:lnTo>
                    <a:pt x="0" y="124"/>
                  </a:lnTo>
                  <a:lnTo>
                    <a:pt x="1" y="126"/>
                  </a:lnTo>
                  <a:lnTo>
                    <a:pt x="2" y="127"/>
                  </a:lnTo>
                  <a:lnTo>
                    <a:pt x="3" y="128"/>
                  </a:lnTo>
                  <a:lnTo>
                    <a:pt x="5" y="128"/>
                  </a:lnTo>
                  <a:lnTo>
                    <a:pt x="6" y="128"/>
                  </a:lnTo>
                  <a:lnTo>
                    <a:pt x="8" y="127"/>
                  </a:lnTo>
                  <a:lnTo>
                    <a:pt x="9" y="126"/>
                  </a:lnTo>
                  <a:lnTo>
                    <a:pt x="9" y="124"/>
                  </a:lnTo>
                  <a:lnTo>
                    <a:pt x="9" y="69"/>
                  </a:lnTo>
                  <a:lnTo>
                    <a:pt x="9" y="69"/>
                  </a:lnTo>
                  <a:lnTo>
                    <a:pt x="10" y="52"/>
                  </a:lnTo>
                  <a:lnTo>
                    <a:pt x="11" y="37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3"/>
                  </a:lnTo>
                  <a:lnTo>
                    <a:pt x="13" y="2"/>
                  </a:lnTo>
                  <a:lnTo>
                    <a:pt x="11" y="1"/>
                  </a:lnTo>
                  <a:lnTo>
                    <a:pt x="10" y="0"/>
                  </a:lnTo>
                  <a:lnTo>
                    <a:pt x="6" y="2"/>
                  </a:lnTo>
                  <a:lnTo>
                    <a:pt x="5" y="3"/>
                  </a:lnTo>
                  <a:lnTo>
                    <a:pt x="5" y="5"/>
                  </a:lnTo>
                  <a:lnTo>
                    <a:pt x="5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63" name="Freeform 179"/>
            <p:cNvSpPr/>
            <p:nvPr>
              <p:custDataLst>
                <p:tags r:id="rId18"/>
              </p:custDataLst>
            </p:nvPr>
          </p:nvSpPr>
          <p:spPr bwMode="auto">
            <a:xfrm>
              <a:off x="4478338" y="2578100"/>
              <a:ext cx="6350" cy="55563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100"/>
                </a:cxn>
                <a:cxn ang="0">
                  <a:pos x="0" y="100"/>
                </a:cxn>
                <a:cxn ang="0">
                  <a:pos x="0" y="102"/>
                </a:cxn>
                <a:cxn ang="0">
                  <a:pos x="1" y="103"/>
                </a:cxn>
                <a:cxn ang="0">
                  <a:pos x="4" y="104"/>
                </a:cxn>
                <a:cxn ang="0">
                  <a:pos x="5" y="104"/>
                </a:cxn>
                <a:cxn ang="0">
                  <a:pos x="7" y="104"/>
                </a:cxn>
                <a:cxn ang="0">
                  <a:pos x="8" y="103"/>
                </a:cxn>
                <a:cxn ang="0">
                  <a:pos x="9" y="102"/>
                </a:cxn>
                <a:cxn ang="0">
                  <a:pos x="10" y="100"/>
                </a:cxn>
                <a:cxn ang="0">
                  <a:pos x="10" y="5"/>
                </a:cxn>
                <a:cxn ang="0">
                  <a:pos x="10" y="5"/>
                </a:cxn>
                <a:cxn ang="0">
                  <a:pos x="9" y="2"/>
                </a:cxn>
                <a:cxn ang="0">
                  <a:pos x="8" y="1"/>
                </a:cxn>
                <a:cxn ang="0">
                  <a:pos x="7" y="0"/>
                </a:cxn>
                <a:cxn ang="0">
                  <a:pos x="5" y="0"/>
                </a:cxn>
                <a:cxn ang="0">
                  <a:pos x="4" y="0"/>
                </a:cxn>
                <a:cxn ang="0">
                  <a:pos x="1" y="1"/>
                </a:cxn>
                <a:cxn ang="0">
                  <a:pos x="0" y="2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10" h="104">
                  <a:moveTo>
                    <a:pt x="0" y="5"/>
                  </a:moveTo>
                  <a:lnTo>
                    <a:pt x="0" y="100"/>
                  </a:lnTo>
                  <a:lnTo>
                    <a:pt x="0" y="100"/>
                  </a:lnTo>
                  <a:lnTo>
                    <a:pt x="0" y="102"/>
                  </a:lnTo>
                  <a:lnTo>
                    <a:pt x="1" y="103"/>
                  </a:lnTo>
                  <a:lnTo>
                    <a:pt x="4" y="104"/>
                  </a:lnTo>
                  <a:lnTo>
                    <a:pt x="5" y="104"/>
                  </a:lnTo>
                  <a:lnTo>
                    <a:pt x="7" y="104"/>
                  </a:lnTo>
                  <a:lnTo>
                    <a:pt x="8" y="103"/>
                  </a:lnTo>
                  <a:lnTo>
                    <a:pt x="9" y="102"/>
                  </a:lnTo>
                  <a:lnTo>
                    <a:pt x="10" y="100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9" y="2"/>
                  </a:lnTo>
                  <a:lnTo>
                    <a:pt x="8" y="1"/>
                  </a:lnTo>
                  <a:lnTo>
                    <a:pt x="7" y="0"/>
                  </a:lnTo>
                  <a:lnTo>
                    <a:pt x="5" y="0"/>
                  </a:lnTo>
                  <a:lnTo>
                    <a:pt x="4" y="0"/>
                  </a:lnTo>
                  <a:lnTo>
                    <a:pt x="1" y="1"/>
                  </a:lnTo>
                  <a:lnTo>
                    <a:pt x="0" y="2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64" name="Freeform 180"/>
            <p:cNvSpPr/>
            <p:nvPr>
              <p:custDataLst>
                <p:tags r:id="rId19"/>
              </p:custDataLst>
            </p:nvPr>
          </p:nvSpPr>
          <p:spPr bwMode="auto">
            <a:xfrm>
              <a:off x="4500563" y="2608263"/>
              <a:ext cx="7938" cy="49213"/>
            </a:xfrm>
            <a:custGeom>
              <a:avLst/>
              <a:gdLst/>
              <a:ahLst/>
              <a:cxnLst>
                <a:cxn ang="0">
                  <a:pos x="15" y="88"/>
                </a:cxn>
                <a:cxn ang="0">
                  <a:pos x="15" y="88"/>
                </a:cxn>
                <a:cxn ang="0">
                  <a:pos x="12" y="79"/>
                </a:cxn>
                <a:cxn ang="0">
                  <a:pos x="10" y="68"/>
                </a:cxn>
                <a:cxn ang="0">
                  <a:pos x="9" y="57"/>
                </a:cxn>
                <a:cxn ang="0">
                  <a:pos x="9" y="47"/>
                </a:cxn>
                <a:cxn ang="0">
                  <a:pos x="9" y="25"/>
                </a:cxn>
                <a:cxn ang="0">
                  <a:pos x="10" y="4"/>
                </a:cxn>
                <a:cxn ang="0">
                  <a:pos x="10" y="4"/>
                </a:cxn>
                <a:cxn ang="0">
                  <a:pos x="10" y="2"/>
                </a:cxn>
                <a:cxn ang="0">
                  <a:pos x="9" y="1"/>
                </a:cxn>
                <a:cxn ang="0">
                  <a:pos x="7" y="0"/>
                </a:cxn>
                <a:cxn ang="0">
                  <a:pos x="6" y="0"/>
                </a:cxn>
                <a:cxn ang="0">
                  <a:pos x="4" y="0"/>
                </a:cxn>
                <a:cxn ang="0">
                  <a:pos x="2" y="1"/>
                </a:cxn>
                <a:cxn ang="0">
                  <a:pos x="1" y="2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0" y="26"/>
                </a:cxn>
                <a:cxn ang="0">
                  <a:pos x="0" y="48"/>
                </a:cxn>
                <a:cxn ang="0">
                  <a:pos x="0" y="59"/>
                </a:cxn>
                <a:cxn ang="0">
                  <a:pos x="1" y="69"/>
                </a:cxn>
                <a:cxn ang="0">
                  <a:pos x="3" y="81"/>
                </a:cxn>
                <a:cxn ang="0">
                  <a:pos x="6" y="91"/>
                </a:cxn>
                <a:cxn ang="0">
                  <a:pos x="6" y="91"/>
                </a:cxn>
                <a:cxn ang="0">
                  <a:pos x="7" y="93"/>
                </a:cxn>
                <a:cxn ang="0">
                  <a:pos x="8" y="94"/>
                </a:cxn>
                <a:cxn ang="0">
                  <a:pos x="10" y="94"/>
                </a:cxn>
                <a:cxn ang="0">
                  <a:pos x="12" y="94"/>
                </a:cxn>
                <a:cxn ang="0">
                  <a:pos x="13" y="93"/>
                </a:cxn>
                <a:cxn ang="0">
                  <a:pos x="14" y="92"/>
                </a:cxn>
                <a:cxn ang="0">
                  <a:pos x="15" y="90"/>
                </a:cxn>
                <a:cxn ang="0">
                  <a:pos x="15" y="88"/>
                </a:cxn>
                <a:cxn ang="0">
                  <a:pos x="15" y="88"/>
                </a:cxn>
              </a:cxnLst>
              <a:rect l="0" t="0" r="r" b="b"/>
              <a:pathLst>
                <a:path w="15" h="94">
                  <a:moveTo>
                    <a:pt x="15" y="88"/>
                  </a:moveTo>
                  <a:lnTo>
                    <a:pt x="15" y="88"/>
                  </a:lnTo>
                  <a:lnTo>
                    <a:pt x="12" y="79"/>
                  </a:lnTo>
                  <a:lnTo>
                    <a:pt x="10" y="68"/>
                  </a:lnTo>
                  <a:lnTo>
                    <a:pt x="9" y="57"/>
                  </a:lnTo>
                  <a:lnTo>
                    <a:pt x="9" y="47"/>
                  </a:lnTo>
                  <a:lnTo>
                    <a:pt x="9" y="25"/>
                  </a:lnTo>
                  <a:lnTo>
                    <a:pt x="10" y="4"/>
                  </a:lnTo>
                  <a:lnTo>
                    <a:pt x="10" y="4"/>
                  </a:lnTo>
                  <a:lnTo>
                    <a:pt x="10" y="2"/>
                  </a:lnTo>
                  <a:lnTo>
                    <a:pt x="9" y="1"/>
                  </a:lnTo>
                  <a:lnTo>
                    <a:pt x="7" y="0"/>
                  </a:lnTo>
                  <a:lnTo>
                    <a:pt x="6" y="0"/>
                  </a:lnTo>
                  <a:lnTo>
                    <a:pt x="4" y="0"/>
                  </a:lnTo>
                  <a:lnTo>
                    <a:pt x="2" y="1"/>
                  </a:lnTo>
                  <a:lnTo>
                    <a:pt x="1" y="2"/>
                  </a:lnTo>
                  <a:lnTo>
                    <a:pt x="1" y="4"/>
                  </a:lnTo>
                  <a:lnTo>
                    <a:pt x="1" y="4"/>
                  </a:lnTo>
                  <a:lnTo>
                    <a:pt x="0" y="26"/>
                  </a:lnTo>
                  <a:lnTo>
                    <a:pt x="0" y="48"/>
                  </a:lnTo>
                  <a:lnTo>
                    <a:pt x="0" y="59"/>
                  </a:lnTo>
                  <a:lnTo>
                    <a:pt x="1" y="69"/>
                  </a:lnTo>
                  <a:lnTo>
                    <a:pt x="3" y="81"/>
                  </a:lnTo>
                  <a:lnTo>
                    <a:pt x="6" y="91"/>
                  </a:lnTo>
                  <a:lnTo>
                    <a:pt x="6" y="91"/>
                  </a:lnTo>
                  <a:lnTo>
                    <a:pt x="7" y="93"/>
                  </a:lnTo>
                  <a:lnTo>
                    <a:pt x="8" y="94"/>
                  </a:lnTo>
                  <a:lnTo>
                    <a:pt x="10" y="94"/>
                  </a:lnTo>
                  <a:lnTo>
                    <a:pt x="12" y="94"/>
                  </a:lnTo>
                  <a:lnTo>
                    <a:pt x="13" y="93"/>
                  </a:lnTo>
                  <a:lnTo>
                    <a:pt x="14" y="92"/>
                  </a:lnTo>
                  <a:lnTo>
                    <a:pt x="15" y="90"/>
                  </a:lnTo>
                  <a:lnTo>
                    <a:pt x="15" y="88"/>
                  </a:lnTo>
                  <a:lnTo>
                    <a:pt x="15" y="88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65" name="Freeform 181"/>
            <p:cNvSpPr/>
            <p:nvPr>
              <p:custDataLst>
                <p:tags r:id="rId20"/>
              </p:custDataLst>
            </p:nvPr>
          </p:nvSpPr>
          <p:spPr bwMode="auto">
            <a:xfrm>
              <a:off x="4529138" y="2622550"/>
              <a:ext cx="7938" cy="63500"/>
            </a:xfrm>
            <a:custGeom>
              <a:avLst/>
              <a:gdLst/>
              <a:ahLst/>
              <a:cxnLst>
                <a:cxn ang="0">
                  <a:pos x="6" y="5"/>
                </a:cxn>
                <a:cxn ang="0">
                  <a:pos x="6" y="5"/>
                </a:cxn>
                <a:cxn ang="0">
                  <a:pos x="5" y="18"/>
                </a:cxn>
                <a:cxn ang="0">
                  <a:pos x="3" y="31"/>
                </a:cxn>
                <a:cxn ang="0">
                  <a:pos x="1" y="43"/>
                </a:cxn>
                <a:cxn ang="0">
                  <a:pos x="0" y="57"/>
                </a:cxn>
                <a:cxn ang="0">
                  <a:pos x="0" y="57"/>
                </a:cxn>
                <a:cxn ang="0">
                  <a:pos x="0" y="86"/>
                </a:cxn>
                <a:cxn ang="0">
                  <a:pos x="0" y="114"/>
                </a:cxn>
                <a:cxn ang="0">
                  <a:pos x="0" y="114"/>
                </a:cxn>
                <a:cxn ang="0">
                  <a:pos x="1" y="116"/>
                </a:cxn>
                <a:cxn ang="0">
                  <a:pos x="2" y="117"/>
                </a:cxn>
                <a:cxn ang="0">
                  <a:pos x="3" y="118"/>
                </a:cxn>
                <a:cxn ang="0">
                  <a:pos x="6" y="119"/>
                </a:cxn>
                <a:cxn ang="0">
                  <a:pos x="8" y="118"/>
                </a:cxn>
                <a:cxn ang="0">
                  <a:pos x="9" y="117"/>
                </a:cxn>
                <a:cxn ang="0">
                  <a:pos x="10" y="116"/>
                </a:cxn>
                <a:cxn ang="0">
                  <a:pos x="11" y="114"/>
                </a:cxn>
                <a:cxn ang="0">
                  <a:pos x="11" y="57"/>
                </a:cxn>
                <a:cxn ang="0">
                  <a:pos x="11" y="57"/>
                </a:cxn>
                <a:cxn ang="0">
                  <a:pos x="11" y="43"/>
                </a:cxn>
                <a:cxn ang="0">
                  <a:pos x="13" y="31"/>
                </a:cxn>
                <a:cxn ang="0">
                  <a:pos x="14" y="18"/>
                </a:cxn>
                <a:cxn ang="0">
                  <a:pos x="15" y="5"/>
                </a:cxn>
                <a:cxn ang="0">
                  <a:pos x="15" y="5"/>
                </a:cxn>
                <a:cxn ang="0">
                  <a:pos x="15" y="3"/>
                </a:cxn>
                <a:cxn ang="0">
                  <a:pos x="14" y="1"/>
                </a:cxn>
                <a:cxn ang="0">
                  <a:pos x="12" y="0"/>
                </a:cxn>
                <a:cxn ang="0">
                  <a:pos x="11" y="0"/>
                </a:cxn>
                <a:cxn ang="0">
                  <a:pos x="9" y="0"/>
                </a:cxn>
                <a:cxn ang="0">
                  <a:pos x="8" y="1"/>
                </a:cxn>
                <a:cxn ang="0">
                  <a:pos x="6" y="3"/>
                </a:cxn>
                <a:cxn ang="0">
                  <a:pos x="6" y="5"/>
                </a:cxn>
                <a:cxn ang="0">
                  <a:pos x="6" y="5"/>
                </a:cxn>
              </a:cxnLst>
              <a:rect l="0" t="0" r="r" b="b"/>
              <a:pathLst>
                <a:path w="15" h="119">
                  <a:moveTo>
                    <a:pt x="6" y="5"/>
                  </a:moveTo>
                  <a:lnTo>
                    <a:pt x="6" y="5"/>
                  </a:lnTo>
                  <a:lnTo>
                    <a:pt x="5" y="18"/>
                  </a:lnTo>
                  <a:lnTo>
                    <a:pt x="3" y="31"/>
                  </a:lnTo>
                  <a:lnTo>
                    <a:pt x="1" y="43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0" y="86"/>
                  </a:lnTo>
                  <a:lnTo>
                    <a:pt x="0" y="114"/>
                  </a:lnTo>
                  <a:lnTo>
                    <a:pt x="0" y="114"/>
                  </a:lnTo>
                  <a:lnTo>
                    <a:pt x="1" y="116"/>
                  </a:lnTo>
                  <a:lnTo>
                    <a:pt x="2" y="117"/>
                  </a:lnTo>
                  <a:lnTo>
                    <a:pt x="3" y="118"/>
                  </a:lnTo>
                  <a:lnTo>
                    <a:pt x="6" y="119"/>
                  </a:lnTo>
                  <a:lnTo>
                    <a:pt x="8" y="118"/>
                  </a:lnTo>
                  <a:lnTo>
                    <a:pt x="9" y="117"/>
                  </a:lnTo>
                  <a:lnTo>
                    <a:pt x="10" y="116"/>
                  </a:lnTo>
                  <a:lnTo>
                    <a:pt x="11" y="114"/>
                  </a:lnTo>
                  <a:lnTo>
                    <a:pt x="11" y="57"/>
                  </a:lnTo>
                  <a:lnTo>
                    <a:pt x="11" y="57"/>
                  </a:lnTo>
                  <a:lnTo>
                    <a:pt x="11" y="43"/>
                  </a:lnTo>
                  <a:lnTo>
                    <a:pt x="13" y="31"/>
                  </a:lnTo>
                  <a:lnTo>
                    <a:pt x="14" y="18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3"/>
                  </a:lnTo>
                  <a:lnTo>
                    <a:pt x="14" y="1"/>
                  </a:lnTo>
                  <a:lnTo>
                    <a:pt x="12" y="0"/>
                  </a:lnTo>
                  <a:lnTo>
                    <a:pt x="11" y="0"/>
                  </a:lnTo>
                  <a:lnTo>
                    <a:pt x="9" y="0"/>
                  </a:lnTo>
                  <a:lnTo>
                    <a:pt x="8" y="1"/>
                  </a:lnTo>
                  <a:lnTo>
                    <a:pt x="6" y="3"/>
                  </a:lnTo>
                  <a:lnTo>
                    <a:pt x="6" y="5"/>
                  </a:lnTo>
                  <a:lnTo>
                    <a:pt x="6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66" name="Freeform 182"/>
            <p:cNvSpPr/>
            <p:nvPr>
              <p:custDataLst>
                <p:tags r:id="rId21"/>
              </p:custDataLst>
            </p:nvPr>
          </p:nvSpPr>
          <p:spPr bwMode="auto">
            <a:xfrm>
              <a:off x="4551363" y="2652713"/>
              <a:ext cx="4763" cy="55563"/>
            </a:xfrm>
            <a:custGeom>
              <a:avLst/>
              <a:gdLst/>
              <a:ahLst/>
              <a:cxnLst>
                <a:cxn ang="0">
                  <a:pos x="11" y="5"/>
                </a:cxn>
                <a:cxn ang="0">
                  <a:pos x="11" y="5"/>
                </a:cxn>
                <a:cxn ang="0">
                  <a:pos x="11" y="3"/>
                </a:cxn>
                <a:cxn ang="0">
                  <a:pos x="10" y="1"/>
                </a:cxn>
                <a:cxn ang="0">
                  <a:pos x="8" y="0"/>
                </a:cxn>
                <a:cxn ang="0">
                  <a:pos x="6" y="0"/>
                </a:cxn>
                <a:cxn ang="0">
                  <a:pos x="5" y="0"/>
                </a:cxn>
                <a:cxn ang="0">
                  <a:pos x="3" y="1"/>
                </a:cxn>
                <a:cxn ang="0">
                  <a:pos x="2" y="3"/>
                </a:cxn>
                <a:cxn ang="0">
                  <a:pos x="2" y="5"/>
                </a:cxn>
                <a:cxn ang="0">
                  <a:pos x="2" y="5"/>
                </a:cxn>
                <a:cxn ang="0">
                  <a:pos x="0" y="53"/>
                </a:cxn>
                <a:cxn ang="0">
                  <a:pos x="0" y="75"/>
                </a:cxn>
                <a:cxn ang="0">
                  <a:pos x="2" y="99"/>
                </a:cxn>
                <a:cxn ang="0">
                  <a:pos x="2" y="99"/>
                </a:cxn>
                <a:cxn ang="0">
                  <a:pos x="2" y="101"/>
                </a:cxn>
                <a:cxn ang="0">
                  <a:pos x="4" y="103"/>
                </a:cxn>
                <a:cxn ang="0">
                  <a:pos x="7" y="104"/>
                </a:cxn>
                <a:cxn ang="0">
                  <a:pos x="9" y="104"/>
                </a:cxn>
                <a:cxn ang="0">
                  <a:pos x="10" y="103"/>
                </a:cxn>
                <a:cxn ang="0">
                  <a:pos x="11" y="101"/>
                </a:cxn>
                <a:cxn ang="0">
                  <a:pos x="11" y="99"/>
                </a:cxn>
                <a:cxn ang="0">
                  <a:pos x="11" y="99"/>
                </a:cxn>
                <a:cxn ang="0">
                  <a:pos x="9" y="75"/>
                </a:cxn>
                <a:cxn ang="0">
                  <a:pos x="9" y="53"/>
                </a:cxn>
                <a:cxn ang="0">
                  <a:pos x="11" y="5"/>
                </a:cxn>
                <a:cxn ang="0">
                  <a:pos x="11" y="5"/>
                </a:cxn>
              </a:cxnLst>
              <a:rect l="0" t="0" r="r" b="b"/>
              <a:pathLst>
                <a:path w="11" h="104">
                  <a:moveTo>
                    <a:pt x="11" y="5"/>
                  </a:moveTo>
                  <a:lnTo>
                    <a:pt x="11" y="5"/>
                  </a:lnTo>
                  <a:lnTo>
                    <a:pt x="11" y="3"/>
                  </a:lnTo>
                  <a:lnTo>
                    <a:pt x="10" y="1"/>
                  </a:lnTo>
                  <a:lnTo>
                    <a:pt x="8" y="0"/>
                  </a:lnTo>
                  <a:lnTo>
                    <a:pt x="6" y="0"/>
                  </a:lnTo>
                  <a:lnTo>
                    <a:pt x="5" y="0"/>
                  </a:lnTo>
                  <a:lnTo>
                    <a:pt x="3" y="1"/>
                  </a:lnTo>
                  <a:lnTo>
                    <a:pt x="2" y="3"/>
                  </a:lnTo>
                  <a:lnTo>
                    <a:pt x="2" y="5"/>
                  </a:lnTo>
                  <a:lnTo>
                    <a:pt x="2" y="5"/>
                  </a:lnTo>
                  <a:lnTo>
                    <a:pt x="0" y="53"/>
                  </a:lnTo>
                  <a:lnTo>
                    <a:pt x="0" y="75"/>
                  </a:lnTo>
                  <a:lnTo>
                    <a:pt x="2" y="99"/>
                  </a:lnTo>
                  <a:lnTo>
                    <a:pt x="2" y="99"/>
                  </a:lnTo>
                  <a:lnTo>
                    <a:pt x="2" y="101"/>
                  </a:lnTo>
                  <a:lnTo>
                    <a:pt x="4" y="103"/>
                  </a:lnTo>
                  <a:lnTo>
                    <a:pt x="7" y="104"/>
                  </a:lnTo>
                  <a:lnTo>
                    <a:pt x="9" y="104"/>
                  </a:lnTo>
                  <a:lnTo>
                    <a:pt x="10" y="103"/>
                  </a:lnTo>
                  <a:lnTo>
                    <a:pt x="11" y="101"/>
                  </a:lnTo>
                  <a:lnTo>
                    <a:pt x="11" y="99"/>
                  </a:lnTo>
                  <a:lnTo>
                    <a:pt x="11" y="99"/>
                  </a:lnTo>
                  <a:lnTo>
                    <a:pt x="9" y="75"/>
                  </a:lnTo>
                  <a:lnTo>
                    <a:pt x="9" y="53"/>
                  </a:lnTo>
                  <a:lnTo>
                    <a:pt x="11" y="5"/>
                  </a:lnTo>
                  <a:lnTo>
                    <a:pt x="11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67" name="Freeform 183"/>
            <p:cNvSpPr/>
            <p:nvPr>
              <p:custDataLst>
                <p:tags r:id="rId22"/>
              </p:custDataLst>
            </p:nvPr>
          </p:nvSpPr>
          <p:spPr bwMode="auto">
            <a:xfrm>
              <a:off x="4572000" y="2676525"/>
              <a:ext cx="6350" cy="58738"/>
            </a:xfrm>
            <a:custGeom>
              <a:avLst/>
              <a:gdLst/>
              <a:ahLst/>
              <a:cxnLst>
                <a:cxn ang="0">
                  <a:pos x="10" y="4"/>
                </a:cxn>
                <a:cxn ang="0">
                  <a:pos x="10" y="4"/>
                </a:cxn>
                <a:cxn ang="0">
                  <a:pos x="9" y="2"/>
                </a:cxn>
                <a:cxn ang="0">
                  <a:pos x="8" y="1"/>
                </a:cxn>
                <a:cxn ang="0">
                  <a:pos x="7" y="0"/>
                </a:cxn>
                <a:cxn ang="0">
                  <a:pos x="5" y="0"/>
                </a:cxn>
                <a:cxn ang="0">
                  <a:pos x="3" y="0"/>
                </a:cxn>
                <a:cxn ang="0">
                  <a:pos x="2" y="1"/>
                </a:cxn>
                <a:cxn ang="0">
                  <a:pos x="1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1" y="57"/>
                </a:cxn>
                <a:cxn ang="0">
                  <a:pos x="2" y="83"/>
                </a:cxn>
                <a:cxn ang="0">
                  <a:pos x="5" y="109"/>
                </a:cxn>
                <a:cxn ang="0">
                  <a:pos x="5" y="109"/>
                </a:cxn>
                <a:cxn ang="0">
                  <a:pos x="6" y="111"/>
                </a:cxn>
                <a:cxn ang="0">
                  <a:pos x="7" y="112"/>
                </a:cxn>
                <a:cxn ang="0">
                  <a:pos x="10" y="113"/>
                </a:cxn>
                <a:cxn ang="0">
                  <a:pos x="12" y="113"/>
                </a:cxn>
                <a:cxn ang="0">
                  <a:pos x="13" y="112"/>
                </a:cxn>
                <a:cxn ang="0">
                  <a:pos x="14" y="111"/>
                </a:cxn>
                <a:cxn ang="0">
                  <a:pos x="14" y="109"/>
                </a:cxn>
                <a:cxn ang="0">
                  <a:pos x="14" y="109"/>
                </a:cxn>
                <a:cxn ang="0">
                  <a:pos x="12" y="83"/>
                </a:cxn>
                <a:cxn ang="0">
                  <a:pos x="10" y="57"/>
                </a:cxn>
                <a:cxn ang="0">
                  <a:pos x="10" y="4"/>
                </a:cxn>
                <a:cxn ang="0">
                  <a:pos x="10" y="4"/>
                </a:cxn>
              </a:cxnLst>
              <a:rect l="0" t="0" r="r" b="b"/>
              <a:pathLst>
                <a:path w="14" h="113">
                  <a:moveTo>
                    <a:pt x="10" y="4"/>
                  </a:moveTo>
                  <a:lnTo>
                    <a:pt x="10" y="4"/>
                  </a:lnTo>
                  <a:lnTo>
                    <a:pt x="9" y="2"/>
                  </a:lnTo>
                  <a:lnTo>
                    <a:pt x="8" y="1"/>
                  </a:lnTo>
                  <a:lnTo>
                    <a:pt x="7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1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1" y="57"/>
                  </a:lnTo>
                  <a:lnTo>
                    <a:pt x="2" y="83"/>
                  </a:lnTo>
                  <a:lnTo>
                    <a:pt x="5" y="109"/>
                  </a:lnTo>
                  <a:lnTo>
                    <a:pt x="5" y="109"/>
                  </a:lnTo>
                  <a:lnTo>
                    <a:pt x="6" y="111"/>
                  </a:lnTo>
                  <a:lnTo>
                    <a:pt x="7" y="112"/>
                  </a:lnTo>
                  <a:lnTo>
                    <a:pt x="10" y="113"/>
                  </a:lnTo>
                  <a:lnTo>
                    <a:pt x="12" y="113"/>
                  </a:lnTo>
                  <a:lnTo>
                    <a:pt x="13" y="112"/>
                  </a:lnTo>
                  <a:lnTo>
                    <a:pt x="14" y="111"/>
                  </a:lnTo>
                  <a:lnTo>
                    <a:pt x="14" y="109"/>
                  </a:lnTo>
                  <a:lnTo>
                    <a:pt x="14" y="109"/>
                  </a:lnTo>
                  <a:lnTo>
                    <a:pt x="12" y="83"/>
                  </a:lnTo>
                  <a:lnTo>
                    <a:pt x="10" y="57"/>
                  </a:lnTo>
                  <a:lnTo>
                    <a:pt x="10" y="4"/>
                  </a:lnTo>
                  <a:lnTo>
                    <a:pt x="10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68" name="Freeform 184"/>
            <p:cNvSpPr/>
            <p:nvPr>
              <p:custDataLst>
                <p:tags r:id="rId23"/>
              </p:custDataLst>
            </p:nvPr>
          </p:nvSpPr>
          <p:spPr bwMode="auto">
            <a:xfrm>
              <a:off x="4481513" y="2305050"/>
              <a:ext cx="12700" cy="61913"/>
            </a:xfrm>
            <a:custGeom>
              <a:avLst/>
              <a:gdLst/>
              <a:ahLst/>
              <a:cxnLst>
                <a:cxn ang="0">
                  <a:pos x="21" y="109"/>
                </a:cxn>
                <a:cxn ang="0">
                  <a:pos x="21" y="109"/>
                </a:cxn>
                <a:cxn ang="0">
                  <a:pos x="16" y="105"/>
                </a:cxn>
                <a:cxn ang="0">
                  <a:pos x="13" y="101"/>
                </a:cxn>
                <a:cxn ang="0">
                  <a:pos x="11" y="95"/>
                </a:cxn>
                <a:cxn ang="0">
                  <a:pos x="9" y="89"/>
                </a:cxn>
                <a:cxn ang="0">
                  <a:pos x="9" y="76"/>
                </a:cxn>
                <a:cxn ang="0">
                  <a:pos x="9" y="64"/>
                </a:cxn>
                <a:cxn ang="0">
                  <a:pos x="9" y="64"/>
                </a:cxn>
                <a:cxn ang="0">
                  <a:pos x="10" y="34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9" y="3"/>
                </a:cxn>
                <a:cxn ang="0">
                  <a:pos x="8" y="1"/>
                </a:cxn>
                <a:cxn ang="0">
                  <a:pos x="6" y="0"/>
                </a:cxn>
                <a:cxn ang="0">
                  <a:pos x="5" y="0"/>
                </a:cxn>
                <a:cxn ang="0">
                  <a:pos x="3" y="0"/>
                </a:cxn>
                <a:cxn ang="0">
                  <a:pos x="2" y="1"/>
                </a:cxn>
                <a:cxn ang="0">
                  <a:pos x="1" y="3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77"/>
                </a:cxn>
                <a:cxn ang="0">
                  <a:pos x="0" y="77"/>
                </a:cxn>
                <a:cxn ang="0">
                  <a:pos x="0" y="89"/>
                </a:cxn>
                <a:cxn ang="0">
                  <a:pos x="1" y="95"/>
                </a:cxn>
                <a:cxn ang="0">
                  <a:pos x="3" y="100"/>
                </a:cxn>
                <a:cxn ang="0">
                  <a:pos x="5" y="105"/>
                </a:cxn>
                <a:cxn ang="0">
                  <a:pos x="8" y="110"/>
                </a:cxn>
                <a:cxn ang="0">
                  <a:pos x="12" y="115"/>
                </a:cxn>
                <a:cxn ang="0">
                  <a:pos x="16" y="118"/>
                </a:cxn>
                <a:cxn ang="0">
                  <a:pos x="16" y="118"/>
                </a:cxn>
                <a:cxn ang="0">
                  <a:pos x="18" y="119"/>
                </a:cxn>
                <a:cxn ang="0">
                  <a:pos x="20" y="119"/>
                </a:cxn>
                <a:cxn ang="0">
                  <a:pos x="21" y="118"/>
                </a:cxn>
                <a:cxn ang="0">
                  <a:pos x="22" y="117"/>
                </a:cxn>
                <a:cxn ang="0">
                  <a:pos x="23" y="115"/>
                </a:cxn>
                <a:cxn ang="0">
                  <a:pos x="23" y="112"/>
                </a:cxn>
                <a:cxn ang="0">
                  <a:pos x="22" y="111"/>
                </a:cxn>
                <a:cxn ang="0">
                  <a:pos x="21" y="109"/>
                </a:cxn>
                <a:cxn ang="0">
                  <a:pos x="21" y="109"/>
                </a:cxn>
              </a:cxnLst>
              <a:rect l="0" t="0" r="r" b="b"/>
              <a:pathLst>
                <a:path w="23" h="119">
                  <a:moveTo>
                    <a:pt x="21" y="109"/>
                  </a:moveTo>
                  <a:lnTo>
                    <a:pt x="21" y="109"/>
                  </a:lnTo>
                  <a:lnTo>
                    <a:pt x="16" y="105"/>
                  </a:lnTo>
                  <a:lnTo>
                    <a:pt x="13" y="101"/>
                  </a:lnTo>
                  <a:lnTo>
                    <a:pt x="11" y="95"/>
                  </a:lnTo>
                  <a:lnTo>
                    <a:pt x="9" y="89"/>
                  </a:lnTo>
                  <a:lnTo>
                    <a:pt x="9" y="76"/>
                  </a:lnTo>
                  <a:lnTo>
                    <a:pt x="9" y="64"/>
                  </a:lnTo>
                  <a:lnTo>
                    <a:pt x="9" y="64"/>
                  </a:lnTo>
                  <a:lnTo>
                    <a:pt x="10" y="34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8" y="1"/>
                  </a:lnTo>
                  <a:lnTo>
                    <a:pt x="6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1"/>
                  </a:lnTo>
                  <a:lnTo>
                    <a:pt x="1" y="3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89"/>
                  </a:lnTo>
                  <a:lnTo>
                    <a:pt x="1" y="95"/>
                  </a:lnTo>
                  <a:lnTo>
                    <a:pt x="3" y="100"/>
                  </a:lnTo>
                  <a:lnTo>
                    <a:pt x="5" y="105"/>
                  </a:lnTo>
                  <a:lnTo>
                    <a:pt x="8" y="110"/>
                  </a:lnTo>
                  <a:lnTo>
                    <a:pt x="12" y="115"/>
                  </a:lnTo>
                  <a:lnTo>
                    <a:pt x="16" y="118"/>
                  </a:lnTo>
                  <a:lnTo>
                    <a:pt x="16" y="118"/>
                  </a:lnTo>
                  <a:lnTo>
                    <a:pt x="18" y="119"/>
                  </a:lnTo>
                  <a:lnTo>
                    <a:pt x="20" y="119"/>
                  </a:lnTo>
                  <a:lnTo>
                    <a:pt x="21" y="118"/>
                  </a:lnTo>
                  <a:lnTo>
                    <a:pt x="22" y="117"/>
                  </a:lnTo>
                  <a:lnTo>
                    <a:pt x="23" y="115"/>
                  </a:lnTo>
                  <a:lnTo>
                    <a:pt x="23" y="112"/>
                  </a:lnTo>
                  <a:lnTo>
                    <a:pt x="22" y="111"/>
                  </a:lnTo>
                  <a:lnTo>
                    <a:pt x="21" y="109"/>
                  </a:lnTo>
                  <a:lnTo>
                    <a:pt x="21" y="109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69" name="Freeform 185"/>
            <p:cNvSpPr/>
            <p:nvPr>
              <p:custDataLst>
                <p:tags r:id="rId24"/>
              </p:custDataLst>
            </p:nvPr>
          </p:nvSpPr>
          <p:spPr bwMode="auto">
            <a:xfrm>
              <a:off x="4519613" y="2336800"/>
              <a:ext cx="9525" cy="55563"/>
            </a:xfrm>
            <a:custGeom>
              <a:avLst/>
              <a:gdLst/>
              <a:ahLst/>
              <a:cxnLst>
                <a:cxn ang="0">
                  <a:pos x="9" y="3"/>
                </a:cxn>
                <a:cxn ang="0">
                  <a:pos x="9" y="3"/>
                </a:cxn>
                <a:cxn ang="0">
                  <a:pos x="7" y="15"/>
                </a:cxn>
                <a:cxn ang="0">
                  <a:pos x="4" y="27"/>
                </a:cxn>
                <a:cxn ang="0">
                  <a:pos x="2" y="50"/>
                </a:cxn>
                <a:cxn ang="0">
                  <a:pos x="0" y="75"/>
                </a:cxn>
                <a:cxn ang="0">
                  <a:pos x="0" y="99"/>
                </a:cxn>
                <a:cxn ang="0">
                  <a:pos x="0" y="99"/>
                </a:cxn>
                <a:cxn ang="0">
                  <a:pos x="0" y="101"/>
                </a:cxn>
                <a:cxn ang="0">
                  <a:pos x="1" y="102"/>
                </a:cxn>
                <a:cxn ang="0">
                  <a:pos x="3" y="103"/>
                </a:cxn>
                <a:cxn ang="0">
                  <a:pos x="5" y="104"/>
                </a:cxn>
                <a:cxn ang="0">
                  <a:pos x="6" y="103"/>
                </a:cxn>
                <a:cxn ang="0">
                  <a:pos x="8" y="102"/>
                </a:cxn>
                <a:cxn ang="0">
                  <a:pos x="9" y="101"/>
                </a:cxn>
                <a:cxn ang="0">
                  <a:pos x="9" y="99"/>
                </a:cxn>
                <a:cxn ang="0">
                  <a:pos x="9" y="99"/>
                </a:cxn>
                <a:cxn ang="0">
                  <a:pos x="10" y="75"/>
                </a:cxn>
                <a:cxn ang="0">
                  <a:pos x="11" y="52"/>
                </a:cxn>
                <a:cxn ang="0">
                  <a:pos x="13" y="29"/>
                </a:cxn>
                <a:cxn ang="0">
                  <a:pos x="16" y="17"/>
                </a:cxn>
                <a:cxn ang="0">
                  <a:pos x="18" y="6"/>
                </a:cxn>
                <a:cxn ang="0">
                  <a:pos x="18" y="6"/>
                </a:cxn>
                <a:cxn ang="0">
                  <a:pos x="18" y="4"/>
                </a:cxn>
                <a:cxn ang="0">
                  <a:pos x="18" y="2"/>
                </a:cxn>
                <a:cxn ang="0">
                  <a:pos x="17" y="1"/>
                </a:cxn>
                <a:cxn ang="0">
                  <a:pos x="15" y="0"/>
                </a:cxn>
                <a:cxn ang="0">
                  <a:pos x="13" y="0"/>
                </a:cxn>
                <a:cxn ang="0">
                  <a:pos x="12" y="0"/>
                </a:cxn>
                <a:cxn ang="0">
                  <a:pos x="10" y="1"/>
                </a:cxn>
                <a:cxn ang="0">
                  <a:pos x="9" y="3"/>
                </a:cxn>
                <a:cxn ang="0">
                  <a:pos x="9" y="3"/>
                </a:cxn>
              </a:cxnLst>
              <a:rect l="0" t="0" r="r" b="b"/>
              <a:pathLst>
                <a:path w="18" h="104">
                  <a:moveTo>
                    <a:pt x="9" y="3"/>
                  </a:moveTo>
                  <a:lnTo>
                    <a:pt x="9" y="3"/>
                  </a:lnTo>
                  <a:lnTo>
                    <a:pt x="7" y="15"/>
                  </a:lnTo>
                  <a:lnTo>
                    <a:pt x="4" y="27"/>
                  </a:lnTo>
                  <a:lnTo>
                    <a:pt x="2" y="50"/>
                  </a:lnTo>
                  <a:lnTo>
                    <a:pt x="0" y="75"/>
                  </a:lnTo>
                  <a:lnTo>
                    <a:pt x="0" y="99"/>
                  </a:lnTo>
                  <a:lnTo>
                    <a:pt x="0" y="99"/>
                  </a:lnTo>
                  <a:lnTo>
                    <a:pt x="0" y="101"/>
                  </a:lnTo>
                  <a:lnTo>
                    <a:pt x="1" y="102"/>
                  </a:lnTo>
                  <a:lnTo>
                    <a:pt x="3" y="103"/>
                  </a:lnTo>
                  <a:lnTo>
                    <a:pt x="5" y="104"/>
                  </a:lnTo>
                  <a:lnTo>
                    <a:pt x="6" y="103"/>
                  </a:lnTo>
                  <a:lnTo>
                    <a:pt x="8" y="102"/>
                  </a:lnTo>
                  <a:lnTo>
                    <a:pt x="9" y="101"/>
                  </a:lnTo>
                  <a:lnTo>
                    <a:pt x="9" y="99"/>
                  </a:lnTo>
                  <a:lnTo>
                    <a:pt x="9" y="99"/>
                  </a:lnTo>
                  <a:lnTo>
                    <a:pt x="10" y="75"/>
                  </a:lnTo>
                  <a:lnTo>
                    <a:pt x="11" y="52"/>
                  </a:lnTo>
                  <a:lnTo>
                    <a:pt x="13" y="29"/>
                  </a:lnTo>
                  <a:lnTo>
                    <a:pt x="16" y="17"/>
                  </a:lnTo>
                  <a:lnTo>
                    <a:pt x="18" y="6"/>
                  </a:lnTo>
                  <a:lnTo>
                    <a:pt x="18" y="6"/>
                  </a:lnTo>
                  <a:lnTo>
                    <a:pt x="18" y="4"/>
                  </a:lnTo>
                  <a:lnTo>
                    <a:pt x="18" y="2"/>
                  </a:lnTo>
                  <a:lnTo>
                    <a:pt x="17" y="1"/>
                  </a:lnTo>
                  <a:lnTo>
                    <a:pt x="15" y="0"/>
                  </a:lnTo>
                  <a:lnTo>
                    <a:pt x="13" y="0"/>
                  </a:lnTo>
                  <a:lnTo>
                    <a:pt x="12" y="0"/>
                  </a:lnTo>
                  <a:lnTo>
                    <a:pt x="10" y="1"/>
                  </a:lnTo>
                  <a:lnTo>
                    <a:pt x="9" y="3"/>
                  </a:lnTo>
                  <a:lnTo>
                    <a:pt x="9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70" name="Freeform 186"/>
            <p:cNvSpPr/>
            <p:nvPr>
              <p:custDataLst>
                <p:tags r:id="rId25"/>
              </p:custDataLst>
            </p:nvPr>
          </p:nvSpPr>
          <p:spPr bwMode="auto">
            <a:xfrm>
              <a:off x="4543425" y="2370138"/>
              <a:ext cx="7938" cy="71438"/>
            </a:xfrm>
            <a:custGeom>
              <a:avLst/>
              <a:gdLst/>
              <a:ahLst/>
              <a:cxnLst>
                <a:cxn ang="0">
                  <a:pos x="5" y="4"/>
                </a:cxn>
                <a:cxn ang="0">
                  <a:pos x="5" y="4"/>
                </a:cxn>
                <a:cxn ang="0">
                  <a:pos x="4" y="36"/>
                </a:cxn>
                <a:cxn ang="0">
                  <a:pos x="3" y="68"/>
                </a:cxn>
                <a:cxn ang="0">
                  <a:pos x="1" y="100"/>
                </a:cxn>
                <a:cxn ang="0">
                  <a:pos x="0" y="132"/>
                </a:cxn>
                <a:cxn ang="0">
                  <a:pos x="0" y="132"/>
                </a:cxn>
                <a:cxn ang="0">
                  <a:pos x="0" y="134"/>
                </a:cxn>
                <a:cxn ang="0">
                  <a:pos x="1" y="135"/>
                </a:cxn>
                <a:cxn ang="0">
                  <a:pos x="3" y="136"/>
                </a:cxn>
                <a:cxn ang="0">
                  <a:pos x="4" y="136"/>
                </a:cxn>
                <a:cxn ang="0">
                  <a:pos x="7" y="136"/>
                </a:cxn>
                <a:cxn ang="0">
                  <a:pos x="9" y="135"/>
                </a:cxn>
                <a:cxn ang="0">
                  <a:pos x="10" y="134"/>
                </a:cxn>
                <a:cxn ang="0">
                  <a:pos x="10" y="132"/>
                </a:cxn>
                <a:cxn ang="0">
                  <a:pos x="10" y="132"/>
                </a:cxn>
                <a:cxn ang="0">
                  <a:pos x="11" y="100"/>
                </a:cxn>
                <a:cxn ang="0">
                  <a:pos x="13" y="68"/>
                </a:cxn>
                <a:cxn ang="0">
                  <a:pos x="14" y="36"/>
                </a:cxn>
                <a:cxn ang="0">
                  <a:pos x="15" y="4"/>
                </a:cxn>
                <a:cxn ang="0">
                  <a:pos x="15" y="4"/>
                </a:cxn>
                <a:cxn ang="0">
                  <a:pos x="14" y="2"/>
                </a:cxn>
                <a:cxn ang="0">
                  <a:pos x="13" y="1"/>
                </a:cxn>
                <a:cxn ang="0">
                  <a:pos x="12" y="0"/>
                </a:cxn>
                <a:cxn ang="0">
                  <a:pos x="10" y="0"/>
                </a:cxn>
                <a:cxn ang="0">
                  <a:pos x="8" y="0"/>
                </a:cxn>
                <a:cxn ang="0">
                  <a:pos x="7" y="1"/>
                </a:cxn>
                <a:cxn ang="0">
                  <a:pos x="5" y="2"/>
                </a:cxn>
                <a:cxn ang="0">
                  <a:pos x="5" y="4"/>
                </a:cxn>
                <a:cxn ang="0">
                  <a:pos x="5" y="4"/>
                </a:cxn>
              </a:cxnLst>
              <a:rect l="0" t="0" r="r" b="b"/>
              <a:pathLst>
                <a:path w="15" h="136">
                  <a:moveTo>
                    <a:pt x="5" y="4"/>
                  </a:moveTo>
                  <a:lnTo>
                    <a:pt x="5" y="4"/>
                  </a:lnTo>
                  <a:lnTo>
                    <a:pt x="4" y="36"/>
                  </a:lnTo>
                  <a:lnTo>
                    <a:pt x="3" y="68"/>
                  </a:lnTo>
                  <a:lnTo>
                    <a:pt x="1" y="100"/>
                  </a:lnTo>
                  <a:lnTo>
                    <a:pt x="0" y="132"/>
                  </a:lnTo>
                  <a:lnTo>
                    <a:pt x="0" y="132"/>
                  </a:lnTo>
                  <a:lnTo>
                    <a:pt x="0" y="134"/>
                  </a:lnTo>
                  <a:lnTo>
                    <a:pt x="1" y="135"/>
                  </a:lnTo>
                  <a:lnTo>
                    <a:pt x="3" y="136"/>
                  </a:lnTo>
                  <a:lnTo>
                    <a:pt x="4" y="136"/>
                  </a:lnTo>
                  <a:lnTo>
                    <a:pt x="7" y="136"/>
                  </a:lnTo>
                  <a:lnTo>
                    <a:pt x="9" y="135"/>
                  </a:lnTo>
                  <a:lnTo>
                    <a:pt x="10" y="134"/>
                  </a:lnTo>
                  <a:lnTo>
                    <a:pt x="10" y="132"/>
                  </a:lnTo>
                  <a:lnTo>
                    <a:pt x="10" y="132"/>
                  </a:lnTo>
                  <a:lnTo>
                    <a:pt x="11" y="100"/>
                  </a:lnTo>
                  <a:lnTo>
                    <a:pt x="13" y="68"/>
                  </a:lnTo>
                  <a:lnTo>
                    <a:pt x="14" y="36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4" y="2"/>
                  </a:lnTo>
                  <a:lnTo>
                    <a:pt x="13" y="1"/>
                  </a:lnTo>
                  <a:lnTo>
                    <a:pt x="12" y="0"/>
                  </a:lnTo>
                  <a:lnTo>
                    <a:pt x="10" y="0"/>
                  </a:lnTo>
                  <a:lnTo>
                    <a:pt x="8" y="0"/>
                  </a:lnTo>
                  <a:lnTo>
                    <a:pt x="7" y="1"/>
                  </a:lnTo>
                  <a:lnTo>
                    <a:pt x="5" y="2"/>
                  </a:lnTo>
                  <a:lnTo>
                    <a:pt x="5" y="4"/>
                  </a:lnTo>
                  <a:lnTo>
                    <a:pt x="5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71" name="Freeform 187"/>
            <p:cNvSpPr/>
            <p:nvPr>
              <p:custDataLst>
                <p:tags r:id="rId26"/>
              </p:custDataLst>
            </p:nvPr>
          </p:nvSpPr>
          <p:spPr bwMode="auto">
            <a:xfrm>
              <a:off x="4573588" y="2406650"/>
              <a:ext cx="4763" cy="71438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128"/>
                </a:cxn>
                <a:cxn ang="0">
                  <a:pos x="0" y="128"/>
                </a:cxn>
                <a:cxn ang="0">
                  <a:pos x="0" y="130"/>
                </a:cxn>
                <a:cxn ang="0">
                  <a:pos x="1" y="131"/>
                </a:cxn>
                <a:cxn ang="0">
                  <a:pos x="3" y="132"/>
                </a:cxn>
                <a:cxn ang="0">
                  <a:pos x="5" y="133"/>
                </a:cxn>
                <a:cxn ang="0">
                  <a:pos x="6" y="132"/>
                </a:cxn>
                <a:cxn ang="0">
                  <a:pos x="8" y="131"/>
                </a:cxn>
                <a:cxn ang="0">
                  <a:pos x="9" y="130"/>
                </a:cxn>
                <a:cxn ang="0">
                  <a:pos x="9" y="128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9" y="3"/>
                </a:cxn>
                <a:cxn ang="0">
                  <a:pos x="8" y="1"/>
                </a:cxn>
                <a:cxn ang="0">
                  <a:pos x="6" y="1"/>
                </a:cxn>
                <a:cxn ang="0">
                  <a:pos x="5" y="0"/>
                </a:cxn>
                <a:cxn ang="0">
                  <a:pos x="3" y="1"/>
                </a:cxn>
                <a:cxn ang="0">
                  <a:pos x="1" y="1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9" h="133">
                  <a:moveTo>
                    <a:pt x="0" y="5"/>
                  </a:moveTo>
                  <a:lnTo>
                    <a:pt x="0" y="128"/>
                  </a:lnTo>
                  <a:lnTo>
                    <a:pt x="0" y="128"/>
                  </a:lnTo>
                  <a:lnTo>
                    <a:pt x="0" y="130"/>
                  </a:lnTo>
                  <a:lnTo>
                    <a:pt x="1" y="131"/>
                  </a:lnTo>
                  <a:lnTo>
                    <a:pt x="3" y="132"/>
                  </a:lnTo>
                  <a:lnTo>
                    <a:pt x="5" y="133"/>
                  </a:lnTo>
                  <a:lnTo>
                    <a:pt x="6" y="132"/>
                  </a:lnTo>
                  <a:lnTo>
                    <a:pt x="8" y="131"/>
                  </a:lnTo>
                  <a:lnTo>
                    <a:pt x="9" y="130"/>
                  </a:lnTo>
                  <a:lnTo>
                    <a:pt x="9" y="128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8" y="1"/>
                  </a:lnTo>
                  <a:lnTo>
                    <a:pt x="6" y="1"/>
                  </a:lnTo>
                  <a:lnTo>
                    <a:pt x="5" y="0"/>
                  </a:lnTo>
                  <a:lnTo>
                    <a:pt x="3" y="1"/>
                  </a:lnTo>
                  <a:lnTo>
                    <a:pt x="1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72" name="Freeform 188"/>
            <p:cNvSpPr/>
            <p:nvPr>
              <p:custDataLst>
                <p:tags r:id="rId27"/>
              </p:custDataLst>
            </p:nvPr>
          </p:nvSpPr>
          <p:spPr bwMode="auto">
            <a:xfrm>
              <a:off x="4602163" y="2432050"/>
              <a:ext cx="4763" cy="65088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118"/>
                </a:cxn>
                <a:cxn ang="0">
                  <a:pos x="0" y="118"/>
                </a:cxn>
                <a:cxn ang="0">
                  <a:pos x="0" y="120"/>
                </a:cxn>
                <a:cxn ang="0">
                  <a:pos x="1" y="121"/>
                </a:cxn>
                <a:cxn ang="0">
                  <a:pos x="2" y="123"/>
                </a:cxn>
                <a:cxn ang="0">
                  <a:pos x="4" y="123"/>
                </a:cxn>
                <a:cxn ang="0">
                  <a:pos x="6" y="123"/>
                </a:cxn>
                <a:cxn ang="0">
                  <a:pos x="7" y="121"/>
                </a:cxn>
                <a:cxn ang="0">
                  <a:pos x="8" y="120"/>
                </a:cxn>
                <a:cxn ang="0">
                  <a:pos x="9" y="118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8" y="3"/>
                </a:cxn>
                <a:cxn ang="0">
                  <a:pos x="7" y="1"/>
                </a:cxn>
                <a:cxn ang="0">
                  <a:pos x="6" y="1"/>
                </a:cxn>
                <a:cxn ang="0">
                  <a:pos x="4" y="0"/>
                </a:cxn>
                <a:cxn ang="0">
                  <a:pos x="2" y="1"/>
                </a:cxn>
                <a:cxn ang="0">
                  <a:pos x="1" y="1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9" h="123">
                  <a:moveTo>
                    <a:pt x="0" y="5"/>
                  </a:moveTo>
                  <a:lnTo>
                    <a:pt x="0" y="118"/>
                  </a:lnTo>
                  <a:lnTo>
                    <a:pt x="0" y="118"/>
                  </a:lnTo>
                  <a:lnTo>
                    <a:pt x="0" y="120"/>
                  </a:lnTo>
                  <a:lnTo>
                    <a:pt x="1" y="121"/>
                  </a:lnTo>
                  <a:lnTo>
                    <a:pt x="2" y="123"/>
                  </a:lnTo>
                  <a:lnTo>
                    <a:pt x="4" y="123"/>
                  </a:lnTo>
                  <a:lnTo>
                    <a:pt x="6" y="123"/>
                  </a:lnTo>
                  <a:lnTo>
                    <a:pt x="7" y="121"/>
                  </a:lnTo>
                  <a:lnTo>
                    <a:pt x="8" y="120"/>
                  </a:lnTo>
                  <a:lnTo>
                    <a:pt x="9" y="118"/>
                  </a:lnTo>
                  <a:lnTo>
                    <a:pt x="9" y="5"/>
                  </a:lnTo>
                  <a:lnTo>
                    <a:pt x="9" y="5"/>
                  </a:lnTo>
                  <a:lnTo>
                    <a:pt x="8" y="3"/>
                  </a:lnTo>
                  <a:lnTo>
                    <a:pt x="7" y="1"/>
                  </a:lnTo>
                  <a:lnTo>
                    <a:pt x="6" y="1"/>
                  </a:lnTo>
                  <a:lnTo>
                    <a:pt x="4" y="0"/>
                  </a:lnTo>
                  <a:lnTo>
                    <a:pt x="2" y="1"/>
                  </a:lnTo>
                  <a:lnTo>
                    <a:pt x="1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73" name="Freeform 189"/>
            <p:cNvSpPr/>
            <p:nvPr>
              <p:custDataLst>
                <p:tags r:id="rId28"/>
              </p:custDataLst>
            </p:nvPr>
          </p:nvSpPr>
          <p:spPr bwMode="auto">
            <a:xfrm>
              <a:off x="4624388" y="2457450"/>
              <a:ext cx="4763" cy="65088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119"/>
                </a:cxn>
                <a:cxn ang="0">
                  <a:pos x="0" y="119"/>
                </a:cxn>
                <a:cxn ang="0">
                  <a:pos x="0" y="121"/>
                </a:cxn>
                <a:cxn ang="0">
                  <a:pos x="1" y="122"/>
                </a:cxn>
                <a:cxn ang="0">
                  <a:pos x="3" y="123"/>
                </a:cxn>
                <a:cxn ang="0">
                  <a:pos x="4" y="123"/>
                </a:cxn>
                <a:cxn ang="0">
                  <a:pos x="6" y="123"/>
                </a:cxn>
                <a:cxn ang="0">
                  <a:pos x="8" y="122"/>
                </a:cxn>
                <a:cxn ang="0">
                  <a:pos x="9" y="121"/>
                </a:cxn>
                <a:cxn ang="0">
                  <a:pos x="9" y="119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9" y="3"/>
                </a:cxn>
                <a:cxn ang="0">
                  <a:pos x="8" y="1"/>
                </a:cxn>
                <a:cxn ang="0">
                  <a:pos x="6" y="0"/>
                </a:cxn>
                <a:cxn ang="0">
                  <a:pos x="4" y="0"/>
                </a:cxn>
                <a:cxn ang="0">
                  <a:pos x="3" y="0"/>
                </a:cxn>
                <a:cxn ang="0">
                  <a:pos x="1" y="1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9" h="123">
                  <a:moveTo>
                    <a:pt x="0" y="5"/>
                  </a:moveTo>
                  <a:lnTo>
                    <a:pt x="0" y="119"/>
                  </a:lnTo>
                  <a:lnTo>
                    <a:pt x="0" y="119"/>
                  </a:lnTo>
                  <a:lnTo>
                    <a:pt x="0" y="121"/>
                  </a:lnTo>
                  <a:lnTo>
                    <a:pt x="1" y="122"/>
                  </a:lnTo>
                  <a:lnTo>
                    <a:pt x="3" y="123"/>
                  </a:lnTo>
                  <a:lnTo>
                    <a:pt x="4" y="123"/>
                  </a:lnTo>
                  <a:lnTo>
                    <a:pt x="6" y="123"/>
                  </a:lnTo>
                  <a:lnTo>
                    <a:pt x="8" y="122"/>
                  </a:lnTo>
                  <a:lnTo>
                    <a:pt x="9" y="121"/>
                  </a:lnTo>
                  <a:lnTo>
                    <a:pt x="9" y="119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8" y="1"/>
                  </a:lnTo>
                  <a:lnTo>
                    <a:pt x="6" y="0"/>
                  </a:lnTo>
                  <a:lnTo>
                    <a:pt x="4" y="0"/>
                  </a:lnTo>
                  <a:lnTo>
                    <a:pt x="3" y="0"/>
                  </a:lnTo>
                  <a:lnTo>
                    <a:pt x="1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74" name="Freeform 190"/>
            <p:cNvSpPr/>
            <p:nvPr>
              <p:custDataLst>
                <p:tags r:id="rId29"/>
              </p:custDataLst>
            </p:nvPr>
          </p:nvSpPr>
          <p:spPr bwMode="auto">
            <a:xfrm>
              <a:off x="4651375" y="2482850"/>
              <a:ext cx="7938" cy="73025"/>
            </a:xfrm>
            <a:custGeom>
              <a:avLst/>
              <a:gdLst/>
              <a:ahLst/>
              <a:cxnLst>
                <a:cxn ang="0">
                  <a:pos x="5" y="5"/>
                </a:cxn>
                <a:cxn ang="0">
                  <a:pos x="5" y="5"/>
                </a:cxn>
                <a:cxn ang="0">
                  <a:pos x="2" y="30"/>
                </a:cxn>
                <a:cxn ang="0">
                  <a:pos x="1" y="42"/>
                </a:cxn>
                <a:cxn ang="0">
                  <a:pos x="0" y="55"/>
                </a:cxn>
                <a:cxn ang="0">
                  <a:pos x="0" y="132"/>
                </a:cxn>
                <a:cxn ang="0">
                  <a:pos x="0" y="132"/>
                </a:cxn>
                <a:cxn ang="0">
                  <a:pos x="1" y="134"/>
                </a:cxn>
                <a:cxn ang="0">
                  <a:pos x="2" y="136"/>
                </a:cxn>
                <a:cxn ang="0">
                  <a:pos x="3" y="137"/>
                </a:cxn>
                <a:cxn ang="0">
                  <a:pos x="5" y="137"/>
                </a:cxn>
                <a:cxn ang="0">
                  <a:pos x="7" y="137"/>
                </a:cxn>
                <a:cxn ang="0">
                  <a:pos x="8" y="136"/>
                </a:cxn>
                <a:cxn ang="0">
                  <a:pos x="9" y="134"/>
                </a:cxn>
                <a:cxn ang="0">
                  <a:pos x="10" y="132"/>
                </a:cxn>
                <a:cxn ang="0">
                  <a:pos x="10" y="62"/>
                </a:cxn>
                <a:cxn ang="0">
                  <a:pos x="10" y="62"/>
                </a:cxn>
                <a:cxn ang="0">
                  <a:pos x="10" y="47"/>
                </a:cxn>
                <a:cxn ang="0">
                  <a:pos x="11" y="33"/>
                </a:cxn>
                <a:cxn ang="0">
                  <a:pos x="14" y="5"/>
                </a:cxn>
                <a:cxn ang="0">
                  <a:pos x="14" y="5"/>
                </a:cxn>
                <a:cxn ang="0">
                  <a:pos x="14" y="3"/>
                </a:cxn>
                <a:cxn ang="0">
                  <a:pos x="13" y="1"/>
                </a:cxn>
                <a:cxn ang="0">
                  <a:pos x="12" y="0"/>
                </a:cxn>
                <a:cxn ang="0">
                  <a:pos x="10" y="0"/>
                </a:cxn>
                <a:cxn ang="0">
                  <a:pos x="7" y="1"/>
                </a:cxn>
                <a:cxn ang="0">
                  <a:pos x="6" y="3"/>
                </a:cxn>
                <a:cxn ang="0">
                  <a:pos x="5" y="5"/>
                </a:cxn>
                <a:cxn ang="0">
                  <a:pos x="5" y="5"/>
                </a:cxn>
              </a:cxnLst>
              <a:rect l="0" t="0" r="r" b="b"/>
              <a:pathLst>
                <a:path w="14" h="137">
                  <a:moveTo>
                    <a:pt x="5" y="5"/>
                  </a:moveTo>
                  <a:lnTo>
                    <a:pt x="5" y="5"/>
                  </a:lnTo>
                  <a:lnTo>
                    <a:pt x="2" y="30"/>
                  </a:lnTo>
                  <a:lnTo>
                    <a:pt x="1" y="42"/>
                  </a:lnTo>
                  <a:lnTo>
                    <a:pt x="0" y="55"/>
                  </a:lnTo>
                  <a:lnTo>
                    <a:pt x="0" y="132"/>
                  </a:lnTo>
                  <a:lnTo>
                    <a:pt x="0" y="132"/>
                  </a:lnTo>
                  <a:lnTo>
                    <a:pt x="1" y="134"/>
                  </a:lnTo>
                  <a:lnTo>
                    <a:pt x="2" y="136"/>
                  </a:lnTo>
                  <a:lnTo>
                    <a:pt x="3" y="137"/>
                  </a:lnTo>
                  <a:lnTo>
                    <a:pt x="5" y="137"/>
                  </a:lnTo>
                  <a:lnTo>
                    <a:pt x="7" y="137"/>
                  </a:lnTo>
                  <a:lnTo>
                    <a:pt x="8" y="136"/>
                  </a:lnTo>
                  <a:lnTo>
                    <a:pt x="9" y="134"/>
                  </a:lnTo>
                  <a:lnTo>
                    <a:pt x="10" y="132"/>
                  </a:lnTo>
                  <a:lnTo>
                    <a:pt x="10" y="62"/>
                  </a:lnTo>
                  <a:lnTo>
                    <a:pt x="10" y="62"/>
                  </a:lnTo>
                  <a:lnTo>
                    <a:pt x="10" y="47"/>
                  </a:lnTo>
                  <a:lnTo>
                    <a:pt x="11" y="33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3"/>
                  </a:lnTo>
                  <a:lnTo>
                    <a:pt x="13" y="1"/>
                  </a:lnTo>
                  <a:lnTo>
                    <a:pt x="12" y="0"/>
                  </a:lnTo>
                  <a:lnTo>
                    <a:pt x="10" y="0"/>
                  </a:lnTo>
                  <a:lnTo>
                    <a:pt x="7" y="1"/>
                  </a:lnTo>
                  <a:lnTo>
                    <a:pt x="6" y="3"/>
                  </a:lnTo>
                  <a:lnTo>
                    <a:pt x="5" y="5"/>
                  </a:lnTo>
                  <a:lnTo>
                    <a:pt x="5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75" name="Freeform 191"/>
            <p:cNvSpPr/>
            <p:nvPr>
              <p:custDataLst>
                <p:tags r:id="rId30"/>
              </p:custDataLst>
            </p:nvPr>
          </p:nvSpPr>
          <p:spPr bwMode="auto">
            <a:xfrm>
              <a:off x="4684713" y="2500313"/>
              <a:ext cx="4763" cy="87313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161"/>
                </a:cxn>
                <a:cxn ang="0">
                  <a:pos x="0" y="161"/>
                </a:cxn>
                <a:cxn ang="0">
                  <a:pos x="0" y="163"/>
                </a:cxn>
                <a:cxn ang="0">
                  <a:pos x="1" y="164"/>
                </a:cxn>
                <a:cxn ang="0">
                  <a:pos x="3" y="165"/>
                </a:cxn>
                <a:cxn ang="0">
                  <a:pos x="5" y="166"/>
                </a:cxn>
                <a:cxn ang="0">
                  <a:pos x="6" y="165"/>
                </a:cxn>
                <a:cxn ang="0">
                  <a:pos x="8" y="164"/>
                </a:cxn>
                <a:cxn ang="0">
                  <a:pos x="9" y="163"/>
                </a:cxn>
                <a:cxn ang="0">
                  <a:pos x="9" y="161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9" y="3"/>
                </a:cxn>
                <a:cxn ang="0">
                  <a:pos x="8" y="1"/>
                </a:cxn>
                <a:cxn ang="0">
                  <a:pos x="6" y="0"/>
                </a:cxn>
                <a:cxn ang="0">
                  <a:pos x="5" y="0"/>
                </a:cxn>
                <a:cxn ang="0">
                  <a:pos x="3" y="0"/>
                </a:cxn>
                <a:cxn ang="0">
                  <a:pos x="1" y="1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9" h="166">
                  <a:moveTo>
                    <a:pt x="0" y="5"/>
                  </a:moveTo>
                  <a:lnTo>
                    <a:pt x="0" y="161"/>
                  </a:lnTo>
                  <a:lnTo>
                    <a:pt x="0" y="161"/>
                  </a:lnTo>
                  <a:lnTo>
                    <a:pt x="0" y="163"/>
                  </a:lnTo>
                  <a:lnTo>
                    <a:pt x="1" y="164"/>
                  </a:lnTo>
                  <a:lnTo>
                    <a:pt x="3" y="165"/>
                  </a:lnTo>
                  <a:lnTo>
                    <a:pt x="5" y="166"/>
                  </a:lnTo>
                  <a:lnTo>
                    <a:pt x="6" y="165"/>
                  </a:lnTo>
                  <a:lnTo>
                    <a:pt x="8" y="164"/>
                  </a:lnTo>
                  <a:lnTo>
                    <a:pt x="9" y="163"/>
                  </a:lnTo>
                  <a:lnTo>
                    <a:pt x="9" y="161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8" y="1"/>
                  </a:lnTo>
                  <a:lnTo>
                    <a:pt x="6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1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76" name="Freeform 192"/>
            <p:cNvSpPr/>
            <p:nvPr>
              <p:custDataLst>
                <p:tags r:id="rId31"/>
              </p:custDataLst>
            </p:nvPr>
          </p:nvSpPr>
          <p:spPr bwMode="auto">
            <a:xfrm>
              <a:off x="4702175" y="2540000"/>
              <a:ext cx="7938" cy="69850"/>
            </a:xfrm>
            <a:custGeom>
              <a:avLst/>
              <a:gdLst/>
              <a:ahLst/>
              <a:cxnLst>
                <a:cxn ang="0">
                  <a:pos x="6" y="3"/>
                </a:cxn>
                <a:cxn ang="0">
                  <a:pos x="6" y="3"/>
                </a:cxn>
                <a:cxn ang="0">
                  <a:pos x="3" y="19"/>
                </a:cxn>
                <a:cxn ang="0">
                  <a:pos x="1" y="34"/>
                </a:cxn>
                <a:cxn ang="0">
                  <a:pos x="0" y="50"/>
                </a:cxn>
                <a:cxn ang="0">
                  <a:pos x="0" y="65"/>
                </a:cxn>
                <a:cxn ang="0">
                  <a:pos x="1" y="96"/>
                </a:cxn>
                <a:cxn ang="0">
                  <a:pos x="1" y="127"/>
                </a:cxn>
                <a:cxn ang="0">
                  <a:pos x="1" y="127"/>
                </a:cxn>
                <a:cxn ang="0">
                  <a:pos x="2" y="129"/>
                </a:cxn>
                <a:cxn ang="0">
                  <a:pos x="3" y="131"/>
                </a:cxn>
                <a:cxn ang="0">
                  <a:pos x="4" y="132"/>
                </a:cxn>
                <a:cxn ang="0">
                  <a:pos x="6" y="132"/>
                </a:cxn>
                <a:cxn ang="0">
                  <a:pos x="7" y="132"/>
                </a:cxn>
                <a:cxn ang="0">
                  <a:pos x="9" y="131"/>
                </a:cxn>
                <a:cxn ang="0">
                  <a:pos x="10" y="129"/>
                </a:cxn>
                <a:cxn ang="0">
                  <a:pos x="10" y="127"/>
                </a:cxn>
                <a:cxn ang="0">
                  <a:pos x="10" y="127"/>
                </a:cxn>
                <a:cxn ang="0">
                  <a:pos x="10" y="97"/>
                </a:cxn>
                <a:cxn ang="0">
                  <a:pos x="9" y="66"/>
                </a:cxn>
                <a:cxn ang="0">
                  <a:pos x="9" y="51"/>
                </a:cxn>
                <a:cxn ang="0">
                  <a:pos x="10" y="36"/>
                </a:cxn>
                <a:cxn ang="0">
                  <a:pos x="12" y="21"/>
                </a:cxn>
                <a:cxn ang="0">
                  <a:pos x="15" y="5"/>
                </a:cxn>
                <a:cxn ang="0">
                  <a:pos x="15" y="5"/>
                </a:cxn>
                <a:cxn ang="0">
                  <a:pos x="15" y="3"/>
                </a:cxn>
                <a:cxn ang="0">
                  <a:pos x="14" y="2"/>
                </a:cxn>
                <a:cxn ang="0">
                  <a:pos x="13" y="0"/>
                </a:cxn>
                <a:cxn ang="0">
                  <a:pos x="11" y="0"/>
                </a:cxn>
                <a:cxn ang="0">
                  <a:pos x="10" y="0"/>
                </a:cxn>
                <a:cxn ang="0">
                  <a:pos x="8" y="0"/>
                </a:cxn>
                <a:cxn ang="0">
                  <a:pos x="7" y="1"/>
                </a:cxn>
                <a:cxn ang="0">
                  <a:pos x="6" y="3"/>
                </a:cxn>
                <a:cxn ang="0">
                  <a:pos x="6" y="3"/>
                </a:cxn>
              </a:cxnLst>
              <a:rect l="0" t="0" r="r" b="b"/>
              <a:pathLst>
                <a:path w="15" h="132">
                  <a:moveTo>
                    <a:pt x="6" y="3"/>
                  </a:moveTo>
                  <a:lnTo>
                    <a:pt x="6" y="3"/>
                  </a:lnTo>
                  <a:lnTo>
                    <a:pt x="3" y="19"/>
                  </a:lnTo>
                  <a:lnTo>
                    <a:pt x="1" y="34"/>
                  </a:lnTo>
                  <a:lnTo>
                    <a:pt x="0" y="50"/>
                  </a:lnTo>
                  <a:lnTo>
                    <a:pt x="0" y="65"/>
                  </a:lnTo>
                  <a:lnTo>
                    <a:pt x="1" y="96"/>
                  </a:lnTo>
                  <a:lnTo>
                    <a:pt x="1" y="127"/>
                  </a:lnTo>
                  <a:lnTo>
                    <a:pt x="1" y="127"/>
                  </a:lnTo>
                  <a:lnTo>
                    <a:pt x="2" y="129"/>
                  </a:lnTo>
                  <a:lnTo>
                    <a:pt x="3" y="131"/>
                  </a:lnTo>
                  <a:lnTo>
                    <a:pt x="4" y="132"/>
                  </a:lnTo>
                  <a:lnTo>
                    <a:pt x="6" y="132"/>
                  </a:lnTo>
                  <a:lnTo>
                    <a:pt x="7" y="132"/>
                  </a:lnTo>
                  <a:lnTo>
                    <a:pt x="9" y="131"/>
                  </a:lnTo>
                  <a:lnTo>
                    <a:pt x="10" y="129"/>
                  </a:lnTo>
                  <a:lnTo>
                    <a:pt x="10" y="127"/>
                  </a:lnTo>
                  <a:lnTo>
                    <a:pt x="10" y="127"/>
                  </a:lnTo>
                  <a:lnTo>
                    <a:pt x="10" y="97"/>
                  </a:lnTo>
                  <a:lnTo>
                    <a:pt x="9" y="66"/>
                  </a:lnTo>
                  <a:lnTo>
                    <a:pt x="9" y="51"/>
                  </a:lnTo>
                  <a:lnTo>
                    <a:pt x="10" y="36"/>
                  </a:lnTo>
                  <a:lnTo>
                    <a:pt x="12" y="21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3"/>
                  </a:lnTo>
                  <a:lnTo>
                    <a:pt x="14" y="2"/>
                  </a:lnTo>
                  <a:lnTo>
                    <a:pt x="13" y="0"/>
                  </a:lnTo>
                  <a:lnTo>
                    <a:pt x="11" y="0"/>
                  </a:lnTo>
                  <a:lnTo>
                    <a:pt x="10" y="0"/>
                  </a:lnTo>
                  <a:lnTo>
                    <a:pt x="8" y="0"/>
                  </a:lnTo>
                  <a:lnTo>
                    <a:pt x="7" y="1"/>
                  </a:lnTo>
                  <a:lnTo>
                    <a:pt x="6" y="3"/>
                  </a:lnTo>
                  <a:lnTo>
                    <a:pt x="6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77" name="Freeform 193"/>
            <p:cNvSpPr/>
            <p:nvPr>
              <p:custDataLst>
                <p:tags r:id="rId32"/>
              </p:custDataLst>
            </p:nvPr>
          </p:nvSpPr>
          <p:spPr bwMode="auto">
            <a:xfrm>
              <a:off x="4727575" y="2568575"/>
              <a:ext cx="9525" cy="52388"/>
            </a:xfrm>
            <a:custGeom>
              <a:avLst/>
              <a:gdLst/>
              <a:ahLst/>
              <a:cxnLst>
                <a:cxn ang="0">
                  <a:pos x="10" y="3"/>
                </a:cxn>
                <a:cxn ang="0">
                  <a:pos x="10" y="3"/>
                </a:cxn>
                <a:cxn ang="0">
                  <a:pos x="3" y="48"/>
                </a:cxn>
                <a:cxn ang="0">
                  <a:pos x="1" y="72"/>
                </a:cxn>
                <a:cxn ang="0">
                  <a:pos x="0" y="95"/>
                </a:cxn>
                <a:cxn ang="0">
                  <a:pos x="0" y="95"/>
                </a:cxn>
                <a:cxn ang="0">
                  <a:pos x="0" y="97"/>
                </a:cxn>
                <a:cxn ang="0">
                  <a:pos x="1" y="98"/>
                </a:cxn>
                <a:cxn ang="0">
                  <a:pos x="3" y="99"/>
                </a:cxn>
                <a:cxn ang="0">
                  <a:pos x="6" y="99"/>
                </a:cxn>
                <a:cxn ang="0">
                  <a:pos x="7" y="99"/>
                </a:cxn>
                <a:cxn ang="0">
                  <a:pos x="9" y="98"/>
                </a:cxn>
                <a:cxn ang="0">
                  <a:pos x="10" y="97"/>
                </a:cxn>
                <a:cxn ang="0">
                  <a:pos x="10" y="95"/>
                </a:cxn>
                <a:cxn ang="0">
                  <a:pos x="10" y="95"/>
                </a:cxn>
                <a:cxn ang="0">
                  <a:pos x="11" y="72"/>
                </a:cxn>
                <a:cxn ang="0">
                  <a:pos x="13" y="50"/>
                </a:cxn>
                <a:cxn ang="0">
                  <a:pos x="19" y="6"/>
                </a:cxn>
                <a:cxn ang="0">
                  <a:pos x="19" y="6"/>
                </a:cxn>
                <a:cxn ang="0">
                  <a:pos x="19" y="4"/>
                </a:cxn>
                <a:cxn ang="0">
                  <a:pos x="18" y="2"/>
                </a:cxn>
                <a:cxn ang="0">
                  <a:pos x="15" y="0"/>
                </a:cxn>
                <a:cxn ang="0">
                  <a:pos x="14" y="0"/>
                </a:cxn>
                <a:cxn ang="0">
                  <a:pos x="12" y="0"/>
                </a:cxn>
                <a:cxn ang="0">
                  <a:pos x="11" y="2"/>
                </a:cxn>
                <a:cxn ang="0">
                  <a:pos x="10" y="3"/>
                </a:cxn>
                <a:cxn ang="0">
                  <a:pos x="10" y="3"/>
                </a:cxn>
              </a:cxnLst>
              <a:rect l="0" t="0" r="r" b="b"/>
              <a:pathLst>
                <a:path w="19" h="99">
                  <a:moveTo>
                    <a:pt x="10" y="3"/>
                  </a:moveTo>
                  <a:lnTo>
                    <a:pt x="10" y="3"/>
                  </a:lnTo>
                  <a:lnTo>
                    <a:pt x="3" y="48"/>
                  </a:lnTo>
                  <a:lnTo>
                    <a:pt x="1" y="72"/>
                  </a:lnTo>
                  <a:lnTo>
                    <a:pt x="0" y="95"/>
                  </a:lnTo>
                  <a:lnTo>
                    <a:pt x="0" y="95"/>
                  </a:lnTo>
                  <a:lnTo>
                    <a:pt x="0" y="97"/>
                  </a:lnTo>
                  <a:lnTo>
                    <a:pt x="1" y="98"/>
                  </a:lnTo>
                  <a:lnTo>
                    <a:pt x="3" y="99"/>
                  </a:lnTo>
                  <a:lnTo>
                    <a:pt x="6" y="99"/>
                  </a:lnTo>
                  <a:lnTo>
                    <a:pt x="7" y="99"/>
                  </a:lnTo>
                  <a:lnTo>
                    <a:pt x="9" y="98"/>
                  </a:lnTo>
                  <a:lnTo>
                    <a:pt x="10" y="97"/>
                  </a:lnTo>
                  <a:lnTo>
                    <a:pt x="10" y="95"/>
                  </a:lnTo>
                  <a:lnTo>
                    <a:pt x="10" y="95"/>
                  </a:lnTo>
                  <a:lnTo>
                    <a:pt x="11" y="72"/>
                  </a:lnTo>
                  <a:lnTo>
                    <a:pt x="13" y="50"/>
                  </a:lnTo>
                  <a:lnTo>
                    <a:pt x="19" y="6"/>
                  </a:lnTo>
                  <a:lnTo>
                    <a:pt x="19" y="6"/>
                  </a:lnTo>
                  <a:lnTo>
                    <a:pt x="19" y="4"/>
                  </a:lnTo>
                  <a:lnTo>
                    <a:pt x="18" y="2"/>
                  </a:lnTo>
                  <a:lnTo>
                    <a:pt x="15" y="0"/>
                  </a:lnTo>
                  <a:lnTo>
                    <a:pt x="14" y="0"/>
                  </a:lnTo>
                  <a:lnTo>
                    <a:pt x="12" y="0"/>
                  </a:lnTo>
                  <a:lnTo>
                    <a:pt x="11" y="2"/>
                  </a:lnTo>
                  <a:lnTo>
                    <a:pt x="10" y="3"/>
                  </a:lnTo>
                  <a:lnTo>
                    <a:pt x="10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78" name="Freeform 194"/>
            <p:cNvSpPr/>
            <p:nvPr>
              <p:custDataLst>
                <p:tags r:id="rId33"/>
              </p:custDataLst>
            </p:nvPr>
          </p:nvSpPr>
          <p:spPr bwMode="auto">
            <a:xfrm>
              <a:off x="4748213" y="2590800"/>
              <a:ext cx="4763" cy="57150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104"/>
                </a:cxn>
                <a:cxn ang="0">
                  <a:pos x="0" y="104"/>
                </a:cxn>
                <a:cxn ang="0">
                  <a:pos x="0" y="107"/>
                </a:cxn>
                <a:cxn ang="0">
                  <a:pos x="1" y="109"/>
                </a:cxn>
                <a:cxn ang="0">
                  <a:pos x="3" y="109"/>
                </a:cxn>
                <a:cxn ang="0">
                  <a:pos x="4" y="110"/>
                </a:cxn>
                <a:cxn ang="0">
                  <a:pos x="6" y="109"/>
                </a:cxn>
                <a:cxn ang="0">
                  <a:pos x="7" y="109"/>
                </a:cxn>
                <a:cxn ang="0">
                  <a:pos x="9" y="107"/>
                </a:cxn>
                <a:cxn ang="0">
                  <a:pos x="9" y="104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9" y="3"/>
                </a:cxn>
                <a:cxn ang="0">
                  <a:pos x="7" y="2"/>
                </a:cxn>
                <a:cxn ang="0">
                  <a:pos x="6" y="1"/>
                </a:cxn>
                <a:cxn ang="0">
                  <a:pos x="4" y="0"/>
                </a:cxn>
                <a:cxn ang="0">
                  <a:pos x="3" y="1"/>
                </a:cxn>
                <a:cxn ang="0">
                  <a:pos x="1" y="2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9" h="110">
                  <a:moveTo>
                    <a:pt x="0" y="5"/>
                  </a:moveTo>
                  <a:lnTo>
                    <a:pt x="0" y="104"/>
                  </a:lnTo>
                  <a:lnTo>
                    <a:pt x="0" y="104"/>
                  </a:lnTo>
                  <a:lnTo>
                    <a:pt x="0" y="107"/>
                  </a:lnTo>
                  <a:lnTo>
                    <a:pt x="1" y="109"/>
                  </a:lnTo>
                  <a:lnTo>
                    <a:pt x="3" y="109"/>
                  </a:lnTo>
                  <a:lnTo>
                    <a:pt x="4" y="110"/>
                  </a:lnTo>
                  <a:lnTo>
                    <a:pt x="6" y="109"/>
                  </a:lnTo>
                  <a:lnTo>
                    <a:pt x="7" y="109"/>
                  </a:lnTo>
                  <a:lnTo>
                    <a:pt x="9" y="107"/>
                  </a:lnTo>
                  <a:lnTo>
                    <a:pt x="9" y="104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7" y="2"/>
                  </a:lnTo>
                  <a:lnTo>
                    <a:pt x="6" y="1"/>
                  </a:lnTo>
                  <a:lnTo>
                    <a:pt x="4" y="0"/>
                  </a:lnTo>
                  <a:lnTo>
                    <a:pt x="3" y="1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79" name="Freeform 195"/>
            <p:cNvSpPr/>
            <p:nvPr>
              <p:custDataLst>
                <p:tags r:id="rId34"/>
              </p:custDataLst>
            </p:nvPr>
          </p:nvSpPr>
          <p:spPr bwMode="auto">
            <a:xfrm>
              <a:off x="4641850" y="2751138"/>
              <a:ext cx="7938" cy="26988"/>
            </a:xfrm>
            <a:custGeom>
              <a:avLst/>
              <a:gdLst/>
              <a:ahLst/>
              <a:cxnLst>
                <a:cxn ang="0">
                  <a:pos x="15" y="46"/>
                </a:cxn>
                <a:cxn ang="0">
                  <a:pos x="15" y="46"/>
                </a:cxn>
                <a:cxn ang="0">
                  <a:pos x="12" y="36"/>
                </a:cxn>
                <a:cxn ang="0">
                  <a:pos x="11" y="26"/>
                </a:cxn>
                <a:cxn ang="0">
                  <a:pos x="10" y="5"/>
                </a:cxn>
                <a:cxn ang="0">
                  <a:pos x="10" y="5"/>
                </a:cxn>
                <a:cxn ang="0">
                  <a:pos x="10" y="3"/>
                </a:cxn>
                <a:cxn ang="0">
                  <a:pos x="8" y="1"/>
                </a:cxn>
                <a:cxn ang="0">
                  <a:pos x="6" y="1"/>
                </a:cxn>
                <a:cxn ang="0">
                  <a:pos x="5" y="0"/>
                </a:cxn>
                <a:cxn ang="0">
                  <a:pos x="3" y="1"/>
                </a:cxn>
                <a:cxn ang="0">
                  <a:pos x="1" y="1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1" y="27"/>
                </a:cxn>
                <a:cxn ang="0">
                  <a:pos x="2" y="38"/>
                </a:cxn>
                <a:cxn ang="0">
                  <a:pos x="5" y="48"/>
                </a:cxn>
                <a:cxn ang="0">
                  <a:pos x="5" y="48"/>
                </a:cxn>
                <a:cxn ang="0">
                  <a:pos x="6" y="50"/>
                </a:cxn>
                <a:cxn ang="0">
                  <a:pos x="7" y="51"/>
                </a:cxn>
                <a:cxn ang="0">
                  <a:pos x="10" y="51"/>
                </a:cxn>
                <a:cxn ang="0">
                  <a:pos x="11" y="51"/>
                </a:cxn>
                <a:cxn ang="0">
                  <a:pos x="13" y="51"/>
                </a:cxn>
                <a:cxn ang="0">
                  <a:pos x="14" y="49"/>
                </a:cxn>
                <a:cxn ang="0">
                  <a:pos x="15" y="48"/>
                </a:cxn>
                <a:cxn ang="0">
                  <a:pos x="15" y="46"/>
                </a:cxn>
                <a:cxn ang="0">
                  <a:pos x="15" y="46"/>
                </a:cxn>
              </a:cxnLst>
              <a:rect l="0" t="0" r="r" b="b"/>
              <a:pathLst>
                <a:path w="15" h="51">
                  <a:moveTo>
                    <a:pt x="15" y="46"/>
                  </a:moveTo>
                  <a:lnTo>
                    <a:pt x="15" y="46"/>
                  </a:lnTo>
                  <a:lnTo>
                    <a:pt x="12" y="36"/>
                  </a:lnTo>
                  <a:lnTo>
                    <a:pt x="11" y="26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0" y="3"/>
                  </a:lnTo>
                  <a:lnTo>
                    <a:pt x="8" y="1"/>
                  </a:lnTo>
                  <a:lnTo>
                    <a:pt x="6" y="1"/>
                  </a:lnTo>
                  <a:lnTo>
                    <a:pt x="5" y="0"/>
                  </a:lnTo>
                  <a:lnTo>
                    <a:pt x="3" y="1"/>
                  </a:lnTo>
                  <a:lnTo>
                    <a:pt x="1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lnTo>
                    <a:pt x="1" y="27"/>
                  </a:lnTo>
                  <a:lnTo>
                    <a:pt x="2" y="38"/>
                  </a:lnTo>
                  <a:lnTo>
                    <a:pt x="5" y="48"/>
                  </a:lnTo>
                  <a:lnTo>
                    <a:pt x="5" y="48"/>
                  </a:lnTo>
                  <a:lnTo>
                    <a:pt x="6" y="50"/>
                  </a:lnTo>
                  <a:lnTo>
                    <a:pt x="7" y="51"/>
                  </a:lnTo>
                  <a:lnTo>
                    <a:pt x="10" y="51"/>
                  </a:lnTo>
                  <a:lnTo>
                    <a:pt x="11" y="51"/>
                  </a:lnTo>
                  <a:lnTo>
                    <a:pt x="13" y="51"/>
                  </a:lnTo>
                  <a:lnTo>
                    <a:pt x="14" y="49"/>
                  </a:lnTo>
                  <a:lnTo>
                    <a:pt x="15" y="48"/>
                  </a:lnTo>
                  <a:lnTo>
                    <a:pt x="15" y="46"/>
                  </a:lnTo>
                  <a:lnTo>
                    <a:pt x="15" y="46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80" name="Freeform 196"/>
            <p:cNvSpPr/>
            <p:nvPr>
              <p:custDataLst>
                <p:tags r:id="rId35"/>
              </p:custDataLst>
            </p:nvPr>
          </p:nvSpPr>
          <p:spPr bwMode="auto">
            <a:xfrm>
              <a:off x="4675188" y="2751138"/>
              <a:ext cx="12700" cy="34925"/>
            </a:xfrm>
            <a:custGeom>
              <a:avLst/>
              <a:gdLst/>
              <a:ahLst/>
              <a:cxnLst>
                <a:cxn ang="0">
                  <a:pos x="18" y="39"/>
                </a:cxn>
                <a:cxn ang="0">
                  <a:pos x="18" y="39"/>
                </a:cxn>
                <a:cxn ang="0">
                  <a:pos x="14" y="31"/>
                </a:cxn>
                <a:cxn ang="0">
                  <a:pos x="12" y="23"/>
                </a:cxn>
                <a:cxn ang="0">
                  <a:pos x="9" y="13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8" y="3"/>
                </a:cxn>
                <a:cxn ang="0">
                  <a:pos x="7" y="1"/>
                </a:cxn>
                <a:cxn ang="0">
                  <a:pos x="6" y="1"/>
                </a:cxn>
                <a:cxn ang="0">
                  <a:pos x="4" y="0"/>
                </a:cxn>
                <a:cxn ang="0">
                  <a:pos x="3" y="1"/>
                </a:cxn>
                <a:cxn ang="0">
                  <a:pos x="1" y="1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17"/>
                </a:cxn>
                <a:cxn ang="0">
                  <a:pos x="1" y="24"/>
                </a:cxn>
                <a:cxn ang="0">
                  <a:pos x="3" y="30"/>
                </a:cxn>
                <a:cxn ang="0">
                  <a:pos x="3" y="30"/>
                </a:cxn>
                <a:cxn ang="0">
                  <a:pos x="6" y="38"/>
                </a:cxn>
                <a:cxn ang="0">
                  <a:pos x="9" y="45"/>
                </a:cxn>
                <a:cxn ang="0">
                  <a:pos x="13" y="54"/>
                </a:cxn>
                <a:cxn ang="0">
                  <a:pos x="14" y="62"/>
                </a:cxn>
                <a:cxn ang="0">
                  <a:pos x="14" y="62"/>
                </a:cxn>
                <a:cxn ang="0">
                  <a:pos x="15" y="64"/>
                </a:cxn>
                <a:cxn ang="0">
                  <a:pos x="16" y="65"/>
                </a:cxn>
                <a:cxn ang="0">
                  <a:pos x="18" y="66"/>
                </a:cxn>
                <a:cxn ang="0">
                  <a:pos x="19" y="66"/>
                </a:cxn>
                <a:cxn ang="0">
                  <a:pos x="21" y="66"/>
                </a:cxn>
                <a:cxn ang="0">
                  <a:pos x="22" y="65"/>
                </a:cxn>
                <a:cxn ang="0">
                  <a:pos x="23" y="64"/>
                </a:cxn>
                <a:cxn ang="0">
                  <a:pos x="24" y="62"/>
                </a:cxn>
                <a:cxn ang="0">
                  <a:pos x="24" y="62"/>
                </a:cxn>
                <a:cxn ang="0">
                  <a:pos x="23" y="56"/>
                </a:cxn>
                <a:cxn ang="0">
                  <a:pos x="22" y="49"/>
                </a:cxn>
                <a:cxn ang="0">
                  <a:pos x="18" y="39"/>
                </a:cxn>
                <a:cxn ang="0">
                  <a:pos x="18" y="39"/>
                </a:cxn>
              </a:cxnLst>
              <a:rect l="0" t="0" r="r" b="b"/>
              <a:pathLst>
                <a:path w="24" h="66">
                  <a:moveTo>
                    <a:pt x="18" y="39"/>
                  </a:moveTo>
                  <a:lnTo>
                    <a:pt x="18" y="39"/>
                  </a:lnTo>
                  <a:lnTo>
                    <a:pt x="14" y="31"/>
                  </a:lnTo>
                  <a:lnTo>
                    <a:pt x="12" y="23"/>
                  </a:lnTo>
                  <a:lnTo>
                    <a:pt x="9" y="13"/>
                  </a:lnTo>
                  <a:lnTo>
                    <a:pt x="9" y="5"/>
                  </a:lnTo>
                  <a:lnTo>
                    <a:pt x="9" y="5"/>
                  </a:lnTo>
                  <a:lnTo>
                    <a:pt x="8" y="3"/>
                  </a:lnTo>
                  <a:lnTo>
                    <a:pt x="7" y="1"/>
                  </a:lnTo>
                  <a:lnTo>
                    <a:pt x="6" y="1"/>
                  </a:lnTo>
                  <a:lnTo>
                    <a:pt x="4" y="0"/>
                  </a:lnTo>
                  <a:lnTo>
                    <a:pt x="3" y="1"/>
                  </a:lnTo>
                  <a:lnTo>
                    <a:pt x="1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17"/>
                  </a:lnTo>
                  <a:lnTo>
                    <a:pt x="1" y="24"/>
                  </a:lnTo>
                  <a:lnTo>
                    <a:pt x="3" y="30"/>
                  </a:lnTo>
                  <a:lnTo>
                    <a:pt x="3" y="30"/>
                  </a:lnTo>
                  <a:lnTo>
                    <a:pt x="6" y="38"/>
                  </a:lnTo>
                  <a:lnTo>
                    <a:pt x="9" y="45"/>
                  </a:lnTo>
                  <a:lnTo>
                    <a:pt x="13" y="54"/>
                  </a:lnTo>
                  <a:lnTo>
                    <a:pt x="14" y="62"/>
                  </a:lnTo>
                  <a:lnTo>
                    <a:pt x="14" y="62"/>
                  </a:lnTo>
                  <a:lnTo>
                    <a:pt x="15" y="64"/>
                  </a:lnTo>
                  <a:lnTo>
                    <a:pt x="16" y="65"/>
                  </a:lnTo>
                  <a:lnTo>
                    <a:pt x="18" y="66"/>
                  </a:lnTo>
                  <a:lnTo>
                    <a:pt x="19" y="66"/>
                  </a:lnTo>
                  <a:lnTo>
                    <a:pt x="21" y="66"/>
                  </a:lnTo>
                  <a:lnTo>
                    <a:pt x="22" y="65"/>
                  </a:lnTo>
                  <a:lnTo>
                    <a:pt x="23" y="64"/>
                  </a:lnTo>
                  <a:lnTo>
                    <a:pt x="24" y="62"/>
                  </a:lnTo>
                  <a:lnTo>
                    <a:pt x="24" y="62"/>
                  </a:lnTo>
                  <a:lnTo>
                    <a:pt x="23" y="56"/>
                  </a:lnTo>
                  <a:lnTo>
                    <a:pt x="22" y="49"/>
                  </a:lnTo>
                  <a:lnTo>
                    <a:pt x="18" y="39"/>
                  </a:lnTo>
                  <a:lnTo>
                    <a:pt x="18" y="39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81" name="Freeform 197"/>
            <p:cNvSpPr/>
            <p:nvPr>
              <p:custDataLst>
                <p:tags r:id="rId36"/>
              </p:custDataLst>
            </p:nvPr>
          </p:nvSpPr>
          <p:spPr bwMode="auto">
            <a:xfrm>
              <a:off x="4710113" y="2759075"/>
              <a:ext cx="9525" cy="44450"/>
            </a:xfrm>
            <a:custGeom>
              <a:avLst/>
              <a:gdLst/>
              <a:ahLst/>
              <a:cxnLst>
                <a:cxn ang="0">
                  <a:pos x="10" y="4"/>
                </a:cxn>
                <a:cxn ang="0">
                  <a:pos x="10" y="4"/>
                </a:cxn>
                <a:cxn ang="0">
                  <a:pos x="10" y="2"/>
                </a:cxn>
                <a:cxn ang="0">
                  <a:pos x="9" y="1"/>
                </a:cxn>
                <a:cxn ang="0">
                  <a:pos x="6" y="0"/>
                </a:cxn>
                <a:cxn ang="0">
                  <a:pos x="4" y="0"/>
                </a:cxn>
                <a:cxn ang="0">
                  <a:pos x="3" y="0"/>
                </a:cxn>
                <a:cxn ang="0">
                  <a:pos x="1" y="1"/>
                </a:cxn>
                <a:cxn ang="0">
                  <a:pos x="0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1" y="24"/>
                </a:cxn>
                <a:cxn ang="0">
                  <a:pos x="3" y="44"/>
                </a:cxn>
                <a:cxn ang="0">
                  <a:pos x="6" y="63"/>
                </a:cxn>
                <a:cxn ang="0">
                  <a:pos x="10" y="82"/>
                </a:cxn>
                <a:cxn ang="0">
                  <a:pos x="10" y="82"/>
                </a:cxn>
                <a:cxn ang="0">
                  <a:pos x="11" y="84"/>
                </a:cxn>
                <a:cxn ang="0">
                  <a:pos x="12" y="85"/>
                </a:cxn>
                <a:cxn ang="0">
                  <a:pos x="14" y="85"/>
                </a:cxn>
                <a:cxn ang="0">
                  <a:pos x="16" y="85"/>
                </a:cxn>
                <a:cxn ang="0">
                  <a:pos x="17" y="84"/>
                </a:cxn>
                <a:cxn ang="0">
                  <a:pos x="18" y="83"/>
                </a:cxn>
                <a:cxn ang="0">
                  <a:pos x="19" y="82"/>
                </a:cxn>
                <a:cxn ang="0">
                  <a:pos x="19" y="80"/>
                </a:cxn>
                <a:cxn ang="0">
                  <a:pos x="19" y="80"/>
                </a:cxn>
                <a:cxn ang="0">
                  <a:pos x="16" y="61"/>
                </a:cxn>
                <a:cxn ang="0">
                  <a:pos x="13" y="43"/>
                </a:cxn>
                <a:cxn ang="0">
                  <a:pos x="11" y="24"/>
                </a:cxn>
                <a:cxn ang="0">
                  <a:pos x="10" y="4"/>
                </a:cxn>
                <a:cxn ang="0">
                  <a:pos x="10" y="4"/>
                </a:cxn>
              </a:cxnLst>
              <a:rect l="0" t="0" r="r" b="b"/>
              <a:pathLst>
                <a:path w="19" h="85">
                  <a:moveTo>
                    <a:pt x="10" y="4"/>
                  </a:moveTo>
                  <a:lnTo>
                    <a:pt x="10" y="4"/>
                  </a:lnTo>
                  <a:lnTo>
                    <a:pt x="10" y="2"/>
                  </a:lnTo>
                  <a:lnTo>
                    <a:pt x="9" y="1"/>
                  </a:lnTo>
                  <a:lnTo>
                    <a:pt x="6" y="0"/>
                  </a:lnTo>
                  <a:lnTo>
                    <a:pt x="4" y="0"/>
                  </a:lnTo>
                  <a:lnTo>
                    <a:pt x="3" y="0"/>
                  </a:lnTo>
                  <a:lnTo>
                    <a:pt x="1" y="1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1" y="24"/>
                  </a:lnTo>
                  <a:lnTo>
                    <a:pt x="3" y="44"/>
                  </a:lnTo>
                  <a:lnTo>
                    <a:pt x="6" y="63"/>
                  </a:lnTo>
                  <a:lnTo>
                    <a:pt x="10" y="82"/>
                  </a:lnTo>
                  <a:lnTo>
                    <a:pt x="10" y="82"/>
                  </a:lnTo>
                  <a:lnTo>
                    <a:pt x="11" y="84"/>
                  </a:lnTo>
                  <a:lnTo>
                    <a:pt x="12" y="85"/>
                  </a:lnTo>
                  <a:lnTo>
                    <a:pt x="14" y="85"/>
                  </a:lnTo>
                  <a:lnTo>
                    <a:pt x="16" y="85"/>
                  </a:lnTo>
                  <a:lnTo>
                    <a:pt x="17" y="84"/>
                  </a:lnTo>
                  <a:lnTo>
                    <a:pt x="18" y="83"/>
                  </a:lnTo>
                  <a:lnTo>
                    <a:pt x="19" y="82"/>
                  </a:lnTo>
                  <a:lnTo>
                    <a:pt x="19" y="80"/>
                  </a:lnTo>
                  <a:lnTo>
                    <a:pt x="19" y="80"/>
                  </a:lnTo>
                  <a:lnTo>
                    <a:pt x="16" y="61"/>
                  </a:lnTo>
                  <a:lnTo>
                    <a:pt x="13" y="43"/>
                  </a:lnTo>
                  <a:lnTo>
                    <a:pt x="11" y="24"/>
                  </a:lnTo>
                  <a:lnTo>
                    <a:pt x="10" y="4"/>
                  </a:lnTo>
                  <a:lnTo>
                    <a:pt x="10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82" name="Freeform 198"/>
            <p:cNvSpPr/>
            <p:nvPr>
              <p:custDataLst>
                <p:tags r:id="rId37"/>
              </p:custDataLst>
            </p:nvPr>
          </p:nvSpPr>
          <p:spPr bwMode="auto">
            <a:xfrm>
              <a:off x="4416425" y="2370138"/>
              <a:ext cx="15875" cy="106363"/>
            </a:xfrm>
            <a:custGeom>
              <a:avLst/>
              <a:gdLst/>
              <a:ahLst/>
              <a:cxnLst>
                <a:cxn ang="0">
                  <a:pos x="19" y="3"/>
                </a:cxn>
                <a:cxn ang="0">
                  <a:pos x="19" y="3"/>
                </a:cxn>
                <a:cxn ang="0">
                  <a:pos x="14" y="24"/>
                </a:cxn>
                <a:cxn ang="0">
                  <a:pos x="13" y="34"/>
                </a:cxn>
                <a:cxn ang="0">
                  <a:pos x="13" y="45"/>
                </a:cxn>
                <a:cxn ang="0">
                  <a:pos x="13" y="98"/>
                </a:cxn>
                <a:cxn ang="0">
                  <a:pos x="13" y="98"/>
                </a:cxn>
                <a:cxn ang="0">
                  <a:pos x="13" y="124"/>
                </a:cxn>
                <a:cxn ang="0">
                  <a:pos x="12" y="136"/>
                </a:cxn>
                <a:cxn ang="0">
                  <a:pos x="10" y="149"/>
                </a:cxn>
                <a:cxn ang="0">
                  <a:pos x="10" y="149"/>
                </a:cxn>
                <a:cxn ang="0">
                  <a:pos x="4" y="171"/>
                </a:cxn>
                <a:cxn ang="0">
                  <a:pos x="2" y="183"/>
                </a:cxn>
                <a:cxn ang="0">
                  <a:pos x="0" y="194"/>
                </a:cxn>
                <a:cxn ang="0">
                  <a:pos x="0" y="194"/>
                </a:cxn>
                <a:cxn ang="0">
                  <a:pos x="1" y="196"/>
                </a:cxn>
                <a:cxn ang="0">
                  <a:pos x="2" y="197"/>
                </a:cxn>
                <a:cxn ang="0">
                  <a:pos x="3" y="198"/>
                </a:cxn>
                <a:cxn ang="0">
                  <a:pos x="5" y="199"/>
                </a:cxn>
                <a:cxn ang="0">
                  <a:pos x="6" y="198"/>
                </a:cxn>
                <a:cxn ang="0">
                  <a:pos x="8" y="197"/>
                </a:cxn>
                <a:cxn ang="0">
                  <a:pos x="9" y="196"/>
                </a:cxn>
                <a:cxn ang="0">
                  <a:pos x="10" y="194"/>
                </a:cxn>
                <a:cxn ang="0">
                  <a:pos x="10" y="194"/>
                </a:cxn>
                <a:cxn ang="0">
                  <a:pos x="11" y="182"/>
                </a:cxn>
                <a:cxn ang="0">
                  <a:pos x="14" y="169"/>
                </a:cxn>
                <a:cxn ang="0">
                  <a:pos x="20" y="144"/>
                </a:cxn>
                <a:cxn ang="0">
                  <a:pos x="20" y="144"/>
                </a:cxn>
                <a:cxn ang="0">
                  <a:pos x="22" y="135"/>
                </a:cxn>
                <a:cxn ang="0">
                  <a:pos x="22" y="125"/>
                </a:cxn>
                <a:cxn ang="0">
                  <a:pos x="22" y="105"/>
                </a:cxn>
                <a:cxn ang="0">
                  <a:pos x="22" y="105"/>
                </a:cxn>
                <a:cxn ang="0">
                  <a:pos x="22" y="80"/>
                </a:cxn>
                <a:cxn ang="0">
                  <a:pos x="22" y="55"/>
                </a:cxn>
                <a:cxn ang="0">
                  <a:pos x="23" y="31"/>
                </a:cxn>
                <a:cxn ang="0">
                  <a:pos x="25" y="18"/>
                </a:cxn>
                <a:cxn ang="0">
                  <a:pos x="29" y="6"/>
                </a:cxn>
                <a:cxn ang="0">
                  <a:pos x="29" y="6"/>
                </a:cxn>
                <a:cxn ang="0">
                  <a:pos x="29" y="4"/>
                </a:cxn>
                <a:cxn ang="0">
                  <a:pos x="28" y="2"/>
                </a:cxn>
                <a:cxn ang="0">
                  <a:pos x="27" y="1"/>
                </a:cxn>
                <a:cxn ang="0">
                  <a:pos x="24" y="0"/>
                </a:cxn>
                <a:cxn ang="0">
                  <a:pos x="23" y="0"/>
                </a:cxn>
                <a:cxn ang="0">
                  <a:pos x="21" y="0"/>
                </a:cxn>
                <a:cxn ang="0">
                  <a:pos x="20" y="2"/>
                </a:cxn>
                <a:cxn ang="0">
                  <a:pos x="19" y="3"/>
                </a:cxn>
                <a:cxn ang="0">
                  <a:pos x="19" y="3"/>
                </a:cxn>
              </a:cxnLst>
              <a:rect l="0" t="0" r="r" b="b"/>
              <a:pathLst>
                <a:path w="29" h="199">
                  <a:moveTo>
                    <a:pt x="19" y="3"/>
                  </a:moveTo>
                  <a:lnTo>
                    <a:pt x="19" y="3"/>
                  </a:lnTo>
                  <a:lnTo>
                    <a:pt x="14" y="24"/>
                  </a:lnTo>
                  <a:lnTo>
                    <a:pt x="13" y="34"/>
                  </a:lnTo>
                  <a:lnTo>
                    <a:pt x="13" y="45"/>
                  </a:lnTo>
                  <a:lnTo>
                    <a:pt x="13" y="98"/>
                  </a:lnTo>
                  <a:lnTo>
                    <a:pt x="13" y="98"/>
                  </a:lnTo>
                  <a:lnTo>
                    <a:pt x="13" y="124"/>
                  </a:lnTo>
                  <a:lnTo>
                    <a:pt x="12" y="136"/>
                  </a:lnTo>
                  <a:lnTo>
                    <a:pt x="10" y="149"/>
                  </a:lnTo>
                  <a:lnTo>
                    <a:pt x="10" y="149"/>
                  </a:lnTo>
                  <a:lnTo>
                    <a:pt x="4" y="171"/>
                  </a:lnTo>
                  <a:lnTo>
                    <a:pt x="2" y="183"/>
                  </a:lnTo>
                  <a:lnTo>
                    <a:pt x="0" y="194"/>
                  </a:lnTo>
                  <a:lnTo>
                    <a:pt x="0" y="194"/>
                  </a:lnTo>
                  <a:lnTo>
                    <a:pt x="1" y="196"/>
                  </a:lnTo>
                  <a:lnTo>
                    <a:pt x="2" y="197"/>
                  </a:lnTo>
                  <a:lnTo>
                    <a:pt x="3" y="198"/>
                  </a:lnTo>
                  <a:lnTo>
                    <a:pt x="5" y="199"/>
                  </a:lnTo>
                  <a:lnTo>
                    <a:pt x="6" y="198"/>
                  </a:lnTo>
                  <a:lnTo>
                    <a:pt x="8" y="197"/>
                  </a:lnTo>
                  <a:lnTo>
                    <a:pt x="9" y="196"/>
                  </a:lnTo>
                  <a:lnTo>
                    <a:pt x="10" y="194"/>
                  </a:lnTo>
                  <a:lnTo>
                    <a:pt x="10" y="194"/>
                  </a:lnTo>
                  <a:lnTo>
                    <a:pt x="11" y="182"/>
                  </a:lnTo>
                  <a:lnTo>
                    <a:pt x="14" y="169"/>
                  </a:lnTo>
                  <a:lnTo>
                    <a:pt x="20" y="144"/>
                  </a:lnTo>
                  <a:lnTo>
                    <a:pt x="20" y="144"/>
                  </a:lnTo>
                  <a:lnTo>
                    <a:pt x="22" y="135"/>
                  </a:lnTo>
                  <a:lnTo>
                    <a:pt x="22" y="125"/>
                  </a:lnTo>
                  <a:lnTo>
                    <a:pt x="22" y="105"/>
                  </a:lnTo>
                  <a:lnTo>
                    <a:pt x="22" y="105"/>
                  </a:lnTo>
                  <a:lnTo>
                    <a:pt x="22" y="80"/>
                  </a:lnTo>
                  <a:lnTo>
                    <a:pt x="22" y="55"/>
                  </a:lnTo>
                  <a:lnTo>
                    <a:pt x="23" y="31"/>
                  </a:lnTo>
                  <a:lnTo>
                    <a:pt x="25" y="18"/>
                  </a:lnTo>
                  <a:lnTo>
                    <a:pt x="29" y="6"/>
                  </a:lnTo>
                  <a:lnTo>
                    <a:pt x="29" y="6"/>
                  </a:lnTo>
                  <a:lnTo>
                    <a:pt x="29" y="4"/>
                  </a:lnTo>
                  <a:lnTo>
                    <a:pt x="28" y="2"/>
                  </a:lnTo>
                  <a:lnTo>
                    <a:pt x="27" y="1"/>
                  </a:lnTo>
                  <a:lnTo>
                    <a:pt x="24" y="0"/>
                  </a:lnTo>
                  <a:lnTo>
                    <a:pt x="23" y="0"/>
                  </a:lnTo>
                  <a:lnTo>
                    <a:pt x="21" y="0"/>
                  </a:lnTo>
                  <a:lnTo>
                    <a:pt x="20" y="2"/>
                  </a:lnTo>
                  <a:lnTo>
                    <a:pt x="19" y="3"/>
                  </a:lnTo>
                  <a:lnTo>
                    <a:pt x="19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83" name="Freeform 199"/>
            <p:cNvSpPr/>
            <p:nvPr>
              <p:custDataLst>
                <p:tags r:id="rId38"/>
              </p:custDataLst>
            </p:nvPr>
          </p:nvSpPr>
          <p:spPr bwMode="auto">
            <a:xfrm>
              <a:off x="4464050" y="2424113"/>
              <a:ext cx="19050" cy="88900"/>
            </a:xfrm>
            <a:custGeom>
              <a:avLst/>
              <a:gdLst/>
              <a:ahLst/>
              <a:cxnLst>
                <a:cxn ang="0">
                  <a:pos x="26" y="3"/>
                </a:cxn>
                <a:cxn ang="0">
                  <a:pos x="26" y="3"/>
                </a:cxn>
                <a:cxn ang="0">
                  <a:pos x="18" y="42"/>
                </a:cxn>
                <a:cxn ang="0">
                  <a:pos x="11" y="83"/>
                </a:cxn>
                <a:cxn ang="0">
                  <a:pos x="6" y="123"/>
                </a:cxn>
                <a:cxn ang="0">
                  <a:pos x="0" y="162"/>
                </a:cxn>
                <a:cxn ang="0">
                  <a:pos x="0" y="162"/>
                </a:cxn>
                <a:cxn ang="0">
                  <a:pos x="0" y="164"/>
                </a:cxn>
                <a:cxn ang="0">
                  <a:pos x="2" y="166"/>
                </a:cxn>
                <a:cxn ang="0">
                  <a:pos x="3" y="167"/>
                </a:cxn>
                <a:cxn ang="0">
                  <a:pos x="5" y="167"/>
                </a:cxn>
                <a:cxn ang="0">
                  <a:pos x="8" y="166"/>
                </a:cxn>
                <a:cxn ang="0">
                  <a:pos x="10" y="164"/>
                </a:cxn>
                <a:cxn ang="0">
                  <a:pos x="10" y="162"/>
                </a:cxn>
                <a:cxn ang="0">
                  <a:pos x="10" y="162"/>
                </a:cxn>
                <a:cxn ang="0">
                  <a:pos x="15" y="123"/>
                </a:cxn>
                <a:cxn ang="0">
                  <a:pos x="20" y="84"/>
                </a:cxn>
                <a:cxn ang="0">
                  <a:pos x="26" y="45"/>
                </a:cxn>
                <a:cxn ang="0">
                  <a:pos x="36" y="6"/>
                </a:cxn>
                <a:cxn ang="0">
                  <a:pos x="36" y="6"/>
                </a:cxn>
                <a:cxn ang="0">
                  <a:pos x="36" y="4"/>
                </a:cxn>
                <a:cxn ang="0">
                  <a:pos x="35" y="2"/>
                </a:cxn>
                <a:cxn ang="0">
                  <a:pos x="34" y="1"/>
                </a:cxn>
                <a:cxn ang="0">
                  <a:pos x="31" y="0"/>
                </a:cxn>
                <a:cxn ang="0">
                  <a:pos x="29" y="0"/>
                </a:cxn>
                <a:cxn ang="0">
                  <a:pos x="28" y="0"/>
                </a:cxn>
                <a:cxn ang="0">
                  <a:pos x="26" y="1"/>
                </a:cxn>
                <a:cxn ang="0">
                  <a:pos x="26" y="3"/>
                </a:cxn>
                <a:cxn ang="0">
                  <a:pos x="26" y="3"/>
                </a:cxn>
              </a:cxnLst>
              <a:rect l="0" t="0" r="r" b="b"/>
              <a:pathLst>
                <a:path w="36" h="167">
                  <a:moveTo>
                    <a:pt x="26" y="3"/>
                  </a:moveTo>
                  <a:lnTo>
                    <a:pt x="26" y="3"/>
                  </a:lnTo>
                  <a:lnTo>
                    <a:pt x="18" y="42"/>
                  </a:lnTo>
                  <a:lnTo>
                    <a:pt x="11" y="83"/>
                  </a:lnTo>
                  <a:lnTo>
                    <a:pt x="6" y="123"/>
                  </a:lnTo>
                  <a:lnTo>
                    <a:pt x="0" y="162"/>
                  </a:lnTo>
                  <a:lnTo>
                    <a:pt x="0" y="162"/>
                  </a:lnTo>
                  <a:lnTo>
                    <a:pt x="0" y="164"/>
                  </a:lnTo>
                  <a:lnTo>
                    <a:pt x="2" y="166"/>
                  </a:lnTo>
                  <a:lnTo>
                    <a:pt x="3" y="167"/>
                  </a:lnTo>
                  <a:lnTo>
                    <a:pt x="5" y="167"/>
                  </a:lnTo>
                  <a:lnTo>
                    <a:pt x="8" y="166"/>
                  </a:lnTo>
                  <a:lnTo>
                    <a:pt x="10" y="164"/>
                  </a:lnTo>
                  <a:lnTo>
                    <a:pt x="10" y="162"/>
                  </a:lnTo>
                  <a:lnTo>
                    <a:pt x="10" y="162"/>
                  </a:lnTo>
                  <a:lnTo>
                    <a:pt x="15" y="123"/>
                  </a:lnTo>
                  <a:lnTo>
                    <a:pt x="20" y="84"/>
                  </a:lnTo>
                  <a:lnTo>
                    <a:pt x="26" y="45"/>
                  </a:lnTo>
                  <a:lnTo>
                    <a:pt x="36" y="6"/>
                  </a:lnTo>
                  <a:lnTo>
                    <a:pt x="36" y="6"/>
                  </a:lnTo>
                  <a:lnTo>
                    <a:pt x="36" y="4"/>
                  </a:lnTo>
                  <a:lnTo>
                    <a:pt x="35" y="2"/>
                  </a:lnTo>
                  <a:lnTo>
                    <a:pt x="34" y="1"/>
                  </a:lnTo>
                  <a:lnTo>
                    <a:pt x="31" y="0"/>
                  </a:lnTo>
                  <a:lnTo>
                    <a:pt x="29" y="0"/>
                  </a:lnTo>
                  <a:lnTo>
                    <a:pt x="28" y="0"/>
                  </a:lnTo>
                  <a:lnTo>
                    <a:pt x="26" y="1"/>
                  </a:lnTo>
                  <a:lnTo>
                    <a:pt x="26" y="3"/>
                  </a:lnTo>
                  <a:lnTo>
                    <a:pt x="26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84" name="Freeform 200"/>
            <p:cNvSpPr/>
            <p:nvPr>
              <p:custDataLst>
                <p:tags r:id="rId39"/>
              </p:custDataLst>
            </p:nvPr>
          </p:nvSpPr>
          <p:spPr bwMode="auto">
            <a:xfrm>
              <a:off x="4521200" y="2484438"/>
              <a:ext cx="17463" cy="95250"/>
            </a:xfrm>
            <a:custGeom>
              <a:avLst/>
              <a:gdLst/>
              <a:ahLst/>
              <a:cxnLst>
                <a:cxn ang="0">
                  <a:pos x="26" y="5"/>
                </a:cxn>
                <a:cxn ang="0">
                  <a:pos x="26" y="5"/>
                </a:cxn>
                <a:cxn ang="0">
                  <a:pos x="25" y="26"/>
                </a:cxn>
                <a:cxn ang="0">
                  <a:pos x="23" y="46"/>
                </a:cxn>
                <a:cxn ang="0">
                  <a:pos x="20" y="67"/>
                </a:cxn>
                <a:cxn ang="0">
                  <a:pos x="14" y="88"/>
                </a:cxn>
                <a:cxn ang="0">
                  <a:pos x="14" y="88"/>
                </a:cxn>
                <a:cxn ang="0">
                  <a:pos x="11" y="98"/>
                </a:cxn>
                <a:cxn ang="0">
                  <a:pos x="9" y="109"/>
                </a:cxn>
                <a:cxn ang="0">
                  <a:pos x="6" y="131"/>
                </a:cxn>
                <a:cxn ang="0">
                  <a:pos x="3" y="153"/>
                </a:cxn>
                <a:cxn ang="0">
                  <a:pos x="0" y="174"/>
                </a:cxn>
                <a:cxn ang="0">
                  <a:pos x="0" y="174"/>
                </a:cxn>
                <a:cxn ang="0">
                  <a:pos x="0" y="176"/>
                </a:cxn>
                <a:cxn ang="0">
                  <a:pos x="1" y="177"/>
                </a:cxn>
                <a:cxn ang="0">
                  <a:pos x="4" y="179"/>
                </a:cxn>
                <a:cxn ang="0">
                  <a:pos x="6" y="179"/>
                </a:cxn>
                <a:cxn ang="0">
                  <a:pos x="7" y="179"/>
                </a:cxn>
                <a:cxn ang="0">
                  <a:pos x="8" y="178"/>
                </a:cxn>
                <a:cxn ang="0">
                  <a:pos x="9" y="176"/>
                </a:cxn>
                <a:cxn ang="0">
                  <a:pos x="9" y="176"/>
                </a:cxn>
                <a:cxn ang="0">
                  <a:pos x="12" y="155"/>
                </a:cxn>
                <a:cxn ang="0">
                  <a:pos x="15" y="133"/>
                </a:cxn>
                <a:cxn ang="0">
                  <a:pos x="18" y="111"/>
                </a:cxn>
                <a:cxn ang="0">
                  <a:pos x="24" y="91"/>
                </a:cxn>
                <a:cxn ang="0">
                  <a:pos x="24" y="91"/>
                </a:cxn>
                <a:cxn ang="0">
                  <a:pos x="28" y="69"/>
                </a:cxn>
                <a:cxn ang="0">
                  <a:pos x="32" y="48"/>
                </a:cxn>
                <a:cxn ang="0">
                  <a:pos x="34" y="27"/>
                </a:cxn>
                <a:cxn ang="0">
                  <a:pos x="35" y="5"/>
                </a:cxn>
                <a:cxn ang="0">
                  <a:pos x="35" y="5"/>
                </a:cxn>
                <a:cxn ang="0">
                  <a:pos x="34" y="3"/>
                </a:cxn>
                <a:cxn ang="0">
                  <a:pos x="33" y="1"/>
                </a:cxn>
                <a:cxn ang="0">
                  <a:pos x="32" y="0"/>
                </a:cxn>
                <a:cxn ang="0">
                  <a:pos x="30" y="0"/>
                </a:cxn>
                <a:cxn ang="0">
                  <a:pos x="28" y="0"/>
                </a:cxn>
                <a:cxn ang="0">
                  <a:pos x="27" y="1"/>
                </a:cxn>
                <a:cxn ang="0">
                  <a:pos x="26" y="3"/>
                </a:cxn>
                <a:cxn ang="0">
                  <a:pos x="26" y="5"/>
                </a:cxn>
                <a:cxn ang="0">
                  <a:pos x="26" y="5"/>
                </a:cxn>
              </a:cxnLst>
              <a:rect l="0" t="0" r="r" b="b"/>
              <a:pathLst>
                <a:path w="35" h="179">
                  <a:moveTo>
                    <a:pt x="26" y="5"/>
                  </a:moveTo>
                  <a:lnTo>
                    <a:pt x="26" y="5"/>
                  </a:lnTo>
                  <a:lnTo>
                    <a:pt x="25" y="26"/>
                  </a:lnTo>
                  <a:lnTo>
                    <a:pt x="23" y="46"/>
                  </a:lnTo>
                  <a:lnTo>
                    <a:pt x="20" y="67"/>
                  </a:lnTo>
                  <a:lnTo>
                    <a:pt x="14" y="88"/>
                  </a:lnTo>
                  <a:lnTo>
                    <a:pt x="14" y="88"/>
                  </a:lnTo>
                  <a:lnTo>
                    <a:pt x="11" y="98"/>
                  </a:lnTo>
                  <a:lnTo>
                    <a:pt x="9" y="109"/>
                  </a:lnTo>
                  <a:lnTo>
                    <a:pt x="6" y="131"/>
                  </a:lnTo>
                  <a:lnTo>
                    <a:pt x="3" y="153"/>
                  </a:lnTo>
                  <a:lnTo>
                    <a:pt x="0" y="174"/>
                  </a:lnTo>
                  <a:lnTo>
                    <a:pt x="0" y="174"/>
                  </a:lnTo>
                  <a:lnTo>
                    <a:pt x="0" y="176"/>
                  </a:lnTo>
                  <a:lnTo>
                    <a:pt x="1" y="177"/>
                  </a:lnTo>
                  <a:lnTo>
                    <a:pt x="4" y="179"/>
                  </a:lnTo>
                  <a:lnTo>
                    <a:pt x="6" y="179"/>
                  </a:lnTo>
                  <a:lnTo>
                    <a:pt x="7" y="179"/>
                  </a:lnTo>
                  <a:lnTo>
                    <a:pt x="8" y="178"/>
                  </a:lnTo>
                  <a:lnTo>
                    <a:pt x="9" y="176"/>
                  </a:lnTo>
                  <a:lnTo>
                    <a:pt x="9" y="176"/>
                  </a:lnTo>
                  <a:lnTo>
                    <a:pt x="12" y="155"/>
                  </a:lnTo>
                  <a:lnTo>
                    <a:pt x="15" y="133"/>
                  </a:lnTo>
                  <a:lnTo>
                    <a:pt x="18" y="111"/>
                  </a:lnTo>
                  <a:lnTo>
                    <a:pt x="24" y="91"/>
                  </a:lnTo>
                  <a:lnTo>
                    <a:pt x="24" y="91"/>
                  </a:lnTo>
                  <a:lnTo>
                    <a:pt x="28" y="69"/>
                  </a:lnTo>
                  <a:lnTo>
                    <a:pt x="32" y="48"/>
                  </a:lnTo>
                  <a:lnTo>
                    <a:pt x="34" y="27"/>
                  </a:lnTo>
                  <a:lnTo>
                    <a:pt x="35" y="5"/>
                  </a:lnTo>
                  <a:lnTo>
                    <a:pt x="35" y="5"/>
                  </a:lnTo>
                  <a:lnTo>
                    <a:pt x="34" y="3"/>
                  </a:lnTo>
                  <a:lnTo>
                    <a:pt x="33" y="1"/>
                  </a:lnTo>
                  <a:lnTo>
                    <a:pt x="32" y="0"/>
                  </a:lnTo>
                  <a:lnTo>
                    <a:pt x="30" y="0"/>
                  </a:lnTo>
                  <a:lnTo>
                    <a:pt x="28" y="0"/>
                  </a:lnTo>
                  <a:lnTo>
                    <a:pt x="27" y="1"/>
                  </a:lnTo>
                  <a:lnTo>
                    <a:pt x="26" y="3"/>
                  </a:lnTo>
                  <a:lnTo>
                    <a:pt x="26" y="5"/>
                  </a:lnTo>
                  <a:lnTo>
                    <a:pt x="26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85" name="Freeform 201"/>
            <p:cNvSpPr/>
            <p:nvPr>
              <p:custDataLst>
                <p:tags r:id="rId40"/>
              </p:custDataLst>
            </p:nvPr>
          </p:nvSpPr>
          <p:spPr bwMode="auto">
            <a:xfrm>
              <a:off x="4570413" y="2508250"/>
              <a:ext cx="12700" cy="41275"/>
            </a:xfrm>
            <a:custGeom>
              <a:avLst/>
              <a:gdLst/>
              <a:ahLst/>
              <a:cxnLst>
                <a:cxn ang="0">
                  <a:pos x="12" y="3"/>
                </a:cxn>
                <a:cxn ang="0">
                  <a:pos x="12" y="3"/>
                </a:cxn>
                <a:cxn ang="0">
                  <a:pos x="8" y="21"/>
                </a:cxn>
                <a:cxn ang="0">
                  <a:pos x="6" y="38"/>
                </a:cxn>
                <a:cxn ang="0">
                  <a:pos x="3" y="56"/>
                </a:cxn>
                <a:cxn ang="0">
                  <a:pos x="0" y="73"/>
                </a:cxn>
                <a:cxn ang="0">
                  <a:pos x="0" y="73"/>
                </a:cxn>
                <a:cxn ang="0">
                  <a:pos x="0" y="76"/>
                </a:cxn>
                <a:cxn ang="0">
                  <a:pos x="1" y="77"/>
                </a:cxn>
                <a:cxn ang="0">
                  <a:pos x="2" y="78"/>
                </a:cxn>
                <a:cxn ang="0">
                  <a:pos x="3" y="79"/>
                </a:cxn>
                <a:cxn ang="0">
                  <a:pos x="5" y="79"/>
                </a:cxn>
                <a:cxn ang="0">
                  <a:pos x="7" y="79"/>
                </a:cxn>
                <a:cxn ang="0">
                  <a:pos x="8" y="78"/>
                </a:cxn>
                <a:cxn ang="0">
                  <a:pos x="9" y="76"/>
                </a:cxn>
                <a:cxn ang="0">
                  <a:pos x="9" y="76"/>
                </a:cxn>
                <a:cxn ang="0">
                  <a:pos x="12" y="58"/>
                </a:cxn>
                <a:cxn ang="0">
                  <a:pos x="14" y="40"/>
                </a:cxn>
                <a:cxn ang="0">
                  <a:pos x="17" y="23"/>
                </a:cxn>
                <a:cxn ang="0">
                  <a:pos x="22" y="6"/>
                </a:cxn>
                <a:cxn ang="0">
                  <a:pos x="22" y="6"/>
                </a:cxn>
                <a:cxn ang="0">
                  <a:pos x="22" y="4"/>
                </a:cxn>
                <a:cxn ang="0">
                  <a:pos x="22" y="2"/>
                </a:cxn>
                <a:cxn ang="0">
                  <a:pos x="21" y="1"/>
                </a:cxn>
                <a:cxn ang="0">
                  <a:pos x="19" y="0"/>
                </a:cxn>
                <a:cxn ang="0">
                  <a:pos x="16" y="0"/>
                </a:cxn>
                <a:cxn ang="0">
                  <a:pos x="15" y="0"/>
                </a:cxn>
                <a:cxn ang="0">
                  <a:pos x="13" y="1"/>
                </a:cxn>
                <a:cxn ang="0">
                  <a:pos x="12" y="3"/>
                </a:cxn>
                <a:cxn ang="0">
                  <a:pos x="12" y="3"/>
                </a:cxn>
              </a:cxnLst>
              <a:rect l="0" t="0" r="r" b="b"/>
              <a:pathLst>
                <a:path w="22" h="79">
                  <a:moveTo>
                    <a:pt x="12" y="3"/>
                  </a:moveTo>
                  <a:lnTo>
                    <a:pt x="12" y="3"/>
                  </a:lnTo>
                  <a:lnTo>
                    <a:pt x="8" y="21"/>
                  </a:lnTo>
                  <a:lnTo>
                    <a:pt x="6" y="38"/>
                  </a:lnTo>
                  <a:lnTo>
                    <a:pt x="3" y="56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0" y="76"/>
                  </a:lnTo>
                  <a:lnTo>
                    <a:pt x="1" y="77"/>
                  </a:lnTo>
                  <a:lnTo>
                    <a:pt x="2" y="78"/>
                  </a:lnTo>
                  <a:lnTo>
                    <a:pt x="3" y="79"/>
                  </a:lnTo>
                  <a:lnTo>
                    <a:pt x="5" y="79"/>
                  </a:lnTo>
                  <a:lnTo>
                    <a:pt x="7" y="79"/>
                  </a:lnTo>
                  <a:lnTo>
                    <a:pt x="8" y="78"/>
                  </a:lnTo>
                  <a:lnTo>
                    <a:pt x="9" y="76"/>
                  </a:lnTo>
                  <a:lnTo>
                    <a:pt x="9" y="76"/>
                  </a:lnTo>
                  <a:lnTo>
                    <a:pt x="12" y="58"/>
                  </a:lnTo>
                  <a:lnTo>
                    <a:pt x="14" y="40"/>
                  </a:lnTo>
                  <a:lnTo>
                    <a:pt x="17" y="23"/>
                  </a:lnTo>
                  <a:lnTo>
                    <a:pt x="22" y="6"/>
                  </a:lnTo>
                  <a:lnTo>
                    <a:pt x="22" y="6"/>
                  </a:lnTo>
                  <a:lnTo>
                    <a:pt x="22" y="4"/>
                  </a:lnTo>
                  <a:lnTo>
                    <a:pt x="22" y="2"/>
                  </a:lnTo>
                  <a:lnTo>
                    <a:pt x="21" y="1"/>
                  </a:lnTo>
                  <a:lnTo>
                    <a:pt x="19" y="0"/>
                  </a:lnTo>
                  <a:lnTo>
                    <a:pt x="16" y="0"/>
                  </a:lnTo>
                  <a:lnTo>
                    <a:pt x="15" y="0"/>
                  </a:lnTo>
                  <a:lnTo>
                    <a:pt x="13" y="1"/>
                  </a:lnTo>
                  <a:lnTo>
                    <a:pt x="12" y="3"/>
                  </a:lnTo>
                  <a:lnTo>
                    <a:pt x="12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86" name="Freeform 202"/>
            <p:cNvSpPr/>
            <p:nvPr>
              <p:custDataLst>
                <p:tags r:id="rId41"/>
              </p:custDataLst>
            </p:nvPr>
          </p:nvSpPr>
          <p:spPr bwMode="auto">
            <a:xfrm>
              <a:off x="4603750" y="2557463"/>
              <a:ext cx="15875" cy="46038"/>
            </a:xfrm>
            <a:custGeom>
              <a:avLst/>
              <a:gdLst/>
              <a:ahLst/>
              <a:cxnLst>
                <a:cxn ang="0">
                  <a:pos x="20" y="3"/>
                </a:cxn>
                <a:cxn ang="0">
                  <a:pos x="20" y="3"/>
                </a:cxn>
                <a:cxn ang="0">
                  <a:pos x="0" y="79"/>
                </a:cxn>
                <a:cxn ang="0">
                  <a:pos x="0" y="79"/>
                </a:cxn>
                <a:cxn ang="0">
                  <a:pos x="0" y="81"/>
                </a:cxn>
                <a:cxn ang="0">
                  <a:pos x="1" y="83"/>
                </a:cxn>
                <a:cxn ang="0">
                  <a:pos x="2" y="84"/>
                </a:cxn>
                <a:cxn ang="0">
                  <a:pos x="4" y="85"/>
                </a:cxn>
                <a:cxn ang="0">
                  <a:pos x="5" y="85"/>
                </a:cxn>
                <a:cxn ang="0">
                  <a:pos x="7" y="85"/>
                </a:cxn>
                <a:cxn ang="0">
                  <a:pos x="8" y="84"/>
                </a:cxn>
                <a:cxn ang="0">
                  <a:pos x="9" y="82"/>
                </a:cxn>
                <a:cxn ang="0">
                  <a:pos x="9" y="82"/>
                </a:cxn>
                <a:cxn ang="0">
                  <a:pos x="28" y="5"/>
                </a:cxn>
                <a:cxn ang="0">
                  <a:pos x="28" y="5"/>
                </a:cxn>
                <a:cxn ang="0">
                  <a:pos x="29" y="3"/>
                </a:cxn>
                <a:cxn ang="0">
                  <a:pos x="28" y="2"/>
                </a:cxn>
                <a:cxn ang="0">
                  <a:pos x="27" y="1"/>
                </a:cxn>
                <a:cxn ang="0">
                  <a:pos x="25" y="0"/>
                </a:cxn>
                <a:cxn ang="0">
                  <a:pos x="23" y="0"/>
                </a:cxn>
                <a:cxn ang="0">
                  <a:pos x="22" y="0"/>
                </a:cxn>
                <a:cxn ang="0">
                  <a:pos x="20" y="1"/>
                </a:cxn>
                <a:cxn ang="0">
                  <a:pos x="20" y="3"/>
                </a:cxn>
                <a:cxn ang="0">
                  <a:pos x="20" y="3"/>
                </a:cxn>
              </a:cxnLst>
              <a:rect l="0" t="0" r="r" b="b"/>
              <a:pathLst>
                <a:path w="29" h="85">
                  <a:moveTo>
                    <a:pt x="20" y="3"/>
                  </a:moveTo>
                  <a:lnTo>
                    <a:pt x="20" y="3"/>
                  </a:lnTo>
                  <a:lnTo>
                    <a:pt x="0" y="79"/>
                  </a:lnTo>
                  <a:lnTo>
                    <a:pt x="0" y="79"/>
                  </a:lnTo>
                  <a:lnTo>
                    <a:pt x="0" y="81"/>
                  </a:lnTo>
                  <a:lnTo>
                    <a:pt x="1" y="83"/>
                  </a:lnTo>
                  <a:lnTo>
                    <a:pt x="2" y="84"/>
                  </a:lnTo>
                  <a:lnTo>
                    <a:pt x="4" y="85"/>
                  </a:lnTo>
                  <a:lnTo>
                    <a:pt x="5" y="85"/>
                  </a:lnTo>
                  <a:lnTo>
                    <a:pt x="7" y="85"/>
                  </a:lnTo>
                  <a:lnTo>
                    <a:pt x="8" y="84"/>
                  </a:lnTo>
                  <a:lnTo>
                    <a:pt x="9" y="82"/>
                  </a:lnTo>
                  <a:lnTo>
                    <a:pt x="9" y="82"/>
                  </a:lnTo>
                  <a:lnTo>
                    <a:pt x="28" y="5"/>
                  </a:lnTo>
                  <a:lnTo>
                    <a:pt x="28" y="5"/>
                  </a:lnTo>
                  <a:lnTo>
                    <a:pt x="29" y="3"/>
                  </a:lnTo>
                  <a:lnTo>
                    <a:pt x="28" y="2"/>
                  </a:lnTo>
                  <a:lnTo>
                    <a:pt x="27" y="1"/>
                  </a:lnTo>
                  <a:lnTo>
                    <a:pt x="25" y="0"/>
                  </a:lnTo>
                  <a:lnTo>
                    <a:pt x="23" y="0"/>
                  </a:lnTo>
                  <a:lnTo>
                    <a:pt x="22" y="0"/>
                  </a:lnTo>
                  <a:lnTo>
                    <a:pt x="20" y="1"/>
                  </a:lnTo>
                  <a:lnTo>
                    <a:pt x="20" y="3"/>
                  </a:lnTo>
                  <a:lnTo>
                    <a:pt x="20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87" name="Freeform 203"/>
            <p:cNvSpPr/>
            <p:nvPr>
              <p:custDataLst>
                <p:tags r:id="rId42"/>
              </p:custDataLst>
            </p:nvPr>
          </p:nvSpPr>
          <p:spPr bwMode="auto">
            <a:xfrm>
              <a:off x="4687888" y="2668588"/>
              <a:ext cx="15875" cy="61913"/>
            </a:xfrm>
            <a:custGeom>
              <a:avLst/>
              <a:gdLst/>
              <a:ahLst/>
              <a:cxnLst>
                <a:cxn ang="0">
                  <a:pos x="19" y="4"/>
                </a:cxn>
                <a:cxn ang="0">
                  <a:pos x="19" y="4"/>
                </a:cxn>
                <a:cxn ang="0">
                  <a:pos x="19" y="12"/>
                </a:cxn>
                <a:cxn ang="0">
                  <a:pos x="17" y="19"/>
                </a:cxn>
                <a:cxn ang="0">
                  <a:pos x="12" y="35"/>
                </a:cxn>
                <a:cxn ang="0">
                  <a:pos x="8" y="50"/>
                </a:cxn>
                <a:cxn ang="0">
                  <a:pos x="7" y="58"/>
                </a:cxn>
                <a:cxn ang="0">
                  <a:pos x="6" y="65"/>
                </a:cxn>
                <a:cxn ang="0">
                  <a:pos x="6" y="65"/>
                </a:cxn>
                <a:cxn ang="0">
                  <a:pos x="6" y="76"/>
                </a:cxn>
                <a:cxn ang="0">
                  <a:pos x="5" y="89"/>
                </a:cxn>
                <a:cxn ang="0">
                  <a:pos x="4" y="99"/>
                </a:cxn>
                <a:cxn ang="0">
                  <a:pos x="0" y="110"/>
                </a:cxn>
                <a:cxn ang="0">
                  <a:pos x="0" y="110"/>
                </a:cxn>
                <a:cxn ang="0">
                  <a:pos x="0" y="112"/>
                </a:cxn>
                <a:cxn ang="0">
                  <a:pos x="0" y="113"/>
                </a:cxn>
                <a:cxn ang="0">
                  <a:pos x="1" y="116"/>
                </a:cxn>
                <a:cxn ang="0">
                  <a:pos x="3" y="116"/>
                </a:cxn>
                <a:cxn ang="0">
                  <a:pos x="6" y="116"/>
                </a:cxn>
                <a:cxn ang="0">
                  <a:pos x="8" y="114"/>
                </a:cxn>
                <a:cxn ang="0">
                  <a:pos x="9" y="112"/>
                </a:cxn>
                <a:cxn ang="0">
                  <a:pos x="9" y="112"/>
                </a:cxn>
                <a:cxn ang="0">
                  <a:pos x="12" y="102"/>
                </a:cxn>
                <a:cxn ang="0">
                  <a:pos x="14" y="92"/>
                </a:cxn>
                <a:cxn ang="0">
                  <a:pos x="15" y="80"/>
                </a:cxn>
                <a:cxn ang="0">
                  <a:pos x="15" y="70"/>
                </a:cxn>
                <a:cxn ang="0">
                  <a:pos x="15" y="70"/>
                </a:cxn>
                <a:cxn ang="0">
                  <a:pos x="17" y="62"/>
                </a:cxn>
                <a:cxn ang="0">
                  <a:pos x="18" y="54"/>
                </a:cxn>
                <a:cxn ang="0">
                  <a:pos x="22" y="37"/>
                </a:cxn>
                <a:cxn ang="0">
                  <a:pos x="26" y="20"/>
                </a:cxn>
                <a:cxn ang="0">
                  <a:pos x="28" y="12"/>
                </a:cxn>
                <a:cxn ang="0">
                  <a:pos x="29" y="4"/>
                </a:cxn>
                <a:cxn ang="0">
                  <a:pos x="29" y="4"/>
                </a:cxn>
                <a:cxn ang="0">
                  <a:pos x="28" y="2"/>
                </a:cxn>
                <a:cxn ang="0">
                  <a:pos x="27" y="1"/>
                </a:cxn>
                <a:cxn ang="0">
                  <a:pos x="26" y="0"/>
                </a:cxn>
                <a:cxn ang="0">
                  <a:pos x="24" y="0"/>
                </a:cxn>
                <a:cxn ang="0">
                  <a:pos x="22" y="0"/>
                </a:cxn>
                <a:cxn ang="0">
                  <a:pos x="21" y="1"/>
                </a:cxn>
                <a:cxn ang="0">
                  <a:pos x="20" y="2"/>
                </a:cxn>
                <a:cxn ang="0">
                  <a:pos x="19" y="4"/>
                </a:cxn>
                <a:cxn ang="0">
                  <a:pos x="19" y="4"/>
                </a:cxn>
              </a:cxnLst>
              <a:rect l="0" t="0" r="r" b="b"/>
              <a:pathLst>
                <a:path w="29" h="116">
                  <a:moveTo>
                    <a:pt x="19" y="4"/>
                  </a:moveTo>
                  <a:lnTo>
                    <a:pt x="19" y="4"/>
                  </a:lnTo>
                  <a:lnTo>
                    <a:pt x="19" y="12"/>
                  </a:lnTo>
                  <a:lnTo>
                    <a:pt x="17" y="19"/>
                  </a:lnTo>
                  <a:lnTo>
                    <a:pt x="12" y="35"/>
                  </a:lnTo>
                  <a:lnTo>
                    <a:pt x="8" y="50"/>
                  </a:lnTo>
                  <a:lnTo>
                    <a:pt x="7" y="58"/>
                  </a:lnTo>
                  <a:lnTo>
                    <a:pt x="6" y="65"/>
                  </a:lnTo>
                  <a:lnTo>
                    <a:pt x="6" y="65"/>
                  </a:lnTo>
                  <a:lnTo>
                    <a:pt x="6" y="76"/>
                  </a:lnTo>
                  <a:lnTo>
                    <a:pt x="5" y="89"/>
                  </a:lnTo>
                  <a:lnTo>
                    <a:pt x="4" y="99"/>
                  </a:lnTo>
                  <a:lnTo>
                    <a:pt x="0" y="110"/>
                  </a:lnTo>
                  <a:lnTo>
                    <a:pt x="0" y="110"/>
                  </a:lnTo>
                  <a:lnTo>
                    <a:pt x="0" y="112"/>
                  </a:lnTo>
                  <a:lnTo>
                    <a:pt x="0" y="113"/>
                  </a:lnTo>
                  <a:lnTo>
                    <a:pt x="1" y="116"/>
                  </a:lnTo>
                  <a:lnTo>
                    <a:pt x="3" y="116"/>
                  </a:lnTo>
                  <a:lnTo>
                    <a:pt x="6" y="116"/>
                  </a:lnTo>
                  <a:lnTo>
                    <a:pt x="8" y="114"/>
                  </a:lnTo>
                  <a:lnTo>
                    <a:pt x="9" y="112"/>
                  </a:lnTo>
                  <a:lnTo>
                    <a:pt x="9" y="112"/>
                  </a:lnTo>
                  <a:lnTo>
                    <a:pt x="12" y="102"/>
                  </a:lnTo>
                  <a:lnTo>
                    <a:pt x="14" y="92"/>
                  </a:lnTo>
                  <a:lnTo>
                    <a:pt x="15" y="80"/>
                  </a:lnTo>
                  <a:lnTo>
                    <a:pt x="15" y="70"/>
                  </a:lnTo>
                  <a:lnTo>
                    <a:pt x="15" y="70"/>
                  </a:lnTo>
                  <a:lnTo>
                    <a:pt x="17" y="62"/>
                  </a:lnTo>
                  <a:lnTo>
                    <a:pt x="18" y="54"/>
                  </a:lnTo>
                  <a:lnTo>
                    <a:pt x="22" y="37"/>
                  </a:lnTo>
                  <a:lnTo>
                    <a:pt x="26" y="20"/>
                  </a:lnTo>
                  <a:lnTo>
                    <a:pt x="28" y="12"/>
                  </a:lnTo>
                  <a:lnTo>
                    <a:pt x="29" y="4"/>
                  </a:lnTo>
                  <a:lnTo>
                    <a:pt x="29" y="4"/>
                  </a:lnTo>
                  <a:lnTo>
                    <a:pt x="28" y="2"/>
                  </a:lnTo>
                  <a:lnTo>
                    <a:pt x="27" y="1"/>
                  </a:lnTo>
                  <a:lnTo>
                    <a:pt x="26" y="0"/>
                  </a:lnTo>
                  <a:lnTo>
                    <a:pt x="24" y="0"/>
                  </a:lnTo>
                  <a:lnTo>
                    <a:pt x="22" y="0"/>
                  </a:lnTo>
                  <a:lnTo>
                    <a:pt x="21" y="1"/>
                  </a:lnTo>
                  <a:lnTo>
                    <a:pt x="20" y="2"/>
                  </a:lnTo>
                  <a:lnTo>
                    <a:pt x="19" y="4"/>
                  </a:lnTo>
                  <a:lnTo>
                    <a:pt x="19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88" name="Freeform 204"/>
            <p:cNvSpPr/>
            <p:nvPr>
              <p:custDataLst>
                <p:tags r:id="rId43"/>
              </p:custDataLst>
            </p:nvPr>
          </p:nvSpPr>
          <p:spPr bwMode="auto">
            <a:xfrm>
              <a:off x="4714875" y="2657475"/>
              <a:ext cx="11113" cy="61913"/>
            </a:xfrm>
            <a:custGeom>
              <a:avLst/>
              <a:gdLst/>
              <a:ahLst/>
              <a:cxnLst>
                <a:cxn ang="0">
                  <a:pos x="12" y="5"/>
                </a:cxn>
                <a:cxn ang="0">
                  <a:pos x="12" y="5"/>
                </a:cxn>
                <a:cxn ang="0">
                  <a:pos x="10" y="32"/>
                </a:cxn>
                <a:cxn ang="0">
                  <a:pos x="6" y="59"/>
                </a:cxn>
                <a:cxn ang="0">
                  <a:pos x="2" y="86"/>
                </a:cxn>
                <a:cxn ang="0">
                  <a:pos x="0" y="113"/>
                </a:cxn>
                <a:cxn ang="0">
                  <a:pos x="0" y="113"/>
                </a:cxn>
                <a:cxn ang="0">
                  <a:pos x="0" y="115"/>
                </a:cxn>
                <a:cxn ang="0">
                  <a:pos x="1" y="116"/>
                </a:cxn>
                <a:cxn ang="0">
                  <a:pos x="3" y="117"/>
                </a:cxn>
                <a:cxn ang="0">
                  <a:pos x="4" y="117"/>
                </a:cxn>
                <a:cxn ang="0">
                  <a:pos x="6" y="117"/>
                </a:cxn>
                <a:cxn ang="0">
                  <a:pos x="8" y="116"/>
                </a:cxn>
                <a:cxn ang="0">
                  <a:pos x="9" y="115"/>
                </a:cxn>
                <a:cxn ang="0">
                  <a:pos x="9" y="113"/>
                </a:cxn>
                <a:cxn ang="0">
                  <a:pos x="9" y="113"/>
                </a:cxn>
                <a:cxn ang="0">
                  <a:pos x="11" y="86"/>
                </a:cxn>
                <a:cxn ang="0">
                  <a:pos x="15" y="59"/>
                </a:cxn>
                <a:cxn ang="0">
                  <a:pos x="19" y="32"/>
                </a:cxn>
                <a:cxn ang="0">
                  <a:pos x="21" y="5"/>
                </a:cxn>
                <a:cxn ang="0">
                  <a:pos x="21" y="5"/>
                </a:cxn>
                <a:cxn ang="0">
                  <a:pos x="21" y="3"/>
                </a:cxn>
                <a:cxn ang="0">
                  <a:pos x="20" y="2"/>
                </a:cxn>
                <a:cxn ang="0">
                  <a:pos x="19" y="1"/>
                </a:cxn>
                <a:cxn ang="0">
                  <a:pos x="17" y="0"/>
                </a:cxn>
                <a:cxn ang="0">
                  <a:pos x="15" y="1"/>
                </a:cxn>
                <a:cxn ang="0">
                  <a:pos x="14" y="2"/>
                </a:cxn>
                <a:cxn ang="0">
                  <a:pos x="13" y="3"/>
                </a:cxn>
                <a:cxn ang="0">
                  <a:pos x="12" y="5"/>
                </a:cxn>
                <a:cxn ang="0">
                  <a:pos x="12" y="5"/>
                </a:cxn>
              </a:cxnLst>
              <a:rect l="0" t="0" r="r" b="b"/>
              <a:pathLst>
                <a:path w="21" h="117">
                  <a:moveTo>
                    <a:pt x="12" y="5"/>
                  </a:moveTo>
                  <a:lnTo>
                    <a:pt x="12" y="5"/>
                  </a:lnTo>
                  <a:lnTo>
                    <a:pt x="10" y="32"/>
                  </a:lnTo>
                  <a:lnTo>
                    <a:pt x="6" y="59"/>
                  </a:lnTo>
                  <a:lnTo>
                    <a:pt x="2" y="86"/>
                  </a:lnTo>
                  <a:lnTo>
                    <a:pt x="0" y="113"/>
                  </a:lnTo>
                  <a:lnTo>
                    <a:pt x="0" y="113"/>
                  </a:lnTo>
                  <a:lnTo>
                    <a:pt x="0" y="115"/>
                  </a:lnTo>
                  <a:lnTo>
                    <a:pt x="1" y="116"/>
                  </a:lnTo>
                  <a:lnTo>
                    <a:pt x="3" y="117"/>
                  </a:lnTo>
                  <a:lnTo>
                    <a:pt x="4" y="117"/>
                  </a:lnTo>
                  <a:lnTo>
                    <a:pt x="6" y="117"/>
                  </a:lnTo>
                  <a:lnTo>
                    <a:pt x="8" y="116"/>
                  </a:lnTo>
                  <a:lnTo>
                    <a:pt x="9" y="115"/>
                  </a:lnTo>
                  <a:lnTo>
                    <a:pt x="9" y="113"/>
                  </a:lnTo>
                  <a:lnTo>
                    <a:pt x="9" y="113"/>
                  </a:lnTo>
                  <a:lnTo>
                    <a:pt x="11" y="86"/>
                  </a:lnTo>
                  <a:lnTo>
                    <a:pt x="15" y="59"/>
                  </a:lnTo>
                  <a:lnTo>
                    <a:pt x="19" y="32"/>
                  </a:lnTo>
                  <a:lnTo>
                    <a:pt x="21" y="5"/>
                  </a:lnTo>
                  <a:lnTo>
                    <a:pt x="21" y="5"/>
                  </a:lnTo>
                  <a:lnTo>
                    <a:pt x="21" y="3"/>
                  </a:lnTo>
                  <a:lnTo>
                    <a:pt x="20" y="2"/>
                  </a:lnTo>
                  <a:lnTo>
                    <a:pt x="19" y="1"/>
                  </a:lnTo>
                  <a:lnTo>
                    <a:pt x="17" y="0"/>
                  </a:lnTo>
                  <a:lnTo>
                    <a:pt x="15" y="1"/>
                  </a:lnTo>
                  <a:lnTo>
                    <a:pt x="14" y="2"/>
                  </a:lnTo>
                  <a:lnTo>
                    <a:pt x="13" y="3"/>
                  </a:lnTo>
                  <a:lnTo>
                    <a:pt x="12" y="5"/>
                  </a:lnTo>
                  <a:lnTo>
                    <a:pt x="12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90" name="Freeform 206"/>
            <p:cNvSpPr>
              <a:spLocks noEditPoints="1"/>
            </p:cNvSpPr>
            <p:nvPr>
              <p:custDataLst>
                <p:tags r:id="rId44"/>
              </p:custDataLst>
            </p:nvPr>
          </p:nvSpPr>
          <p:spPr bwMode="auto">
            <a:xfrm>
              <a:off x="4249738" y="2249488"/>
              <a:ext cx="555625" cy="574675"/>
            </a:xfrm>
            <a:custGeom>
              <a:avLst/>
              <a:gdLst/>
              <a:ahLst/>
              <a:cxnLst>
                <a:cxn ang="0">
                  <a:pos x="817" y="1056"/>
                </a:cxn>
                <a:cxn ang="0">
                  <a:pos x="716" y="1035"/>
                </a:cxn>
                <a:cxn ang="0">
                  <a:pos x="659" y="1016"/>
                </a:cxn>
                <a:cxn ang="0">
                  <a:pos x="645" y="1010"/>
                </a:cxn>
                <a:cxn ang="0">
                  <a:pos x="623" y="986"/>
                </a:cxn>
                <a:cxn ang="0">
                  <a:pos x="608" y="970"/>
                </a:cxn>
                <a:cxn ang="0">
                  <a:pos x="577" y="929"/>
                </a:cxn>
                <a:cxn ang="0">
                  <a:pos x="513" y="864"/>
                </a:cxn>
                <a:cxn ang="0">
                  <a:pos x="403" y="767"/>
                </a:cxn>
                <a:cxn ang="0">
                  <a:pos x="307" y="683"/>
                </a:cxn>
                <a:cxn ang="0">
                  <a:pos x="222" y="574"/>
                </a:cxn>
                <a:cxn ang="0">
                  <a:pos x="139" y="472"/>
                </a:cxn>
                <a:cxn ang="0">
                  <a:pos x="97" y="439"/>
                </a:cxn>
                <a:cxn ang="0">
                  <a:pos x="31" y="360"/>
                </a:cxn>
                <a:cxn ang="0">
                  <a:pos x="27" y="300"/>
                </a:cxn>
                <a:cxn ang="0">
                  <a:pos x="84" y="371"/>
                </a:cxn>
                <a:cxn ang="0">
                  <a:pos x="141" y="426"/>
                </a:cxn>
                <a:cxn ang="0">
                  <a:pos x="208" y="491"/>
                </a:cxn>
                <a:cxn ang="0">
                  <a:pos x="305" y="624"/>
                </a:cxn>
                <a:cxn ang="0">
                  <a:pos x="398" y="714"/>
                </a:cxn>
                <a:cxn ang="0">
                  <a:pos x="481" y="790"/>
                </a:cxn>
                <a:cxn ang="0">
                  <a:pos x="571" y="872"/>
                </a:cxn>
                <a:cxn ang="0">
                  <a:pos x="646" y="943"/>
                </a:cxn>
                <a:cxn ang="0">
                  <a:pos x="724" y="871"/>
                </a:cxn>
                <a:cxn ang="0">
                  <a:pos x="843" y="787"/>
                </a:cxn>
                <a:cxn ang="0">
                  <a:pos x="981" y="693"/>
                </a:cxn>
                <a:cxn ang="0">
                  <a:pos x="917" y="620"/>
                </a:cxn>
                <a:cxn ang="0">
                  <a:pos x="751" y="446"/>
                </a:cxn>
                <a:cxn ang="0">
                  <a:pos x="583" y="291"/>
                </a:cxn>
                <a:cxn ang="0">
                  <a:pos x="501" y="195"/>
                </a:cxn>
                <a:cxn ang="0">
                  <a:pos x="431" y="116"/>
                </a:cxn>
                <a:cxn ang="0">
                  <a:pos x="378" y="54"/>
                </a:cxn>
                <a:cxn ang="0">
                  <a:pos x="377" y="0"/>
                </a:cxn>
                <a:cxn ang="0">
                  <a:pos x="496" y="134"/>
                </a:cxn>
                <a:cxn ang="0">
                  <a:pos x="631" y="290"/>
                </a:cxn>
                <a:cxn ang="0">
                  <a:pos x="729" y="380"/>
                </a:cxn>
                <a:cxn ang="0">
                  <a:pos x="900" y="546"/>
                </a:cxn>
                <a:cxn ang="0">
                  <a:pos x="980" y="641"/>
                </a:cxn>
                <a:cxn ang="0">
                  <a:pos x="1020" y="678"/>
                </a:cxn>
                <a:cxn ang="0">
                  <a:pos x="1032" y="689"/>
                </a:cxn>
                <a:cxn ang="0">
                  <a:pos x="1037" y="700"/>
                </a:cxn>
                <a:cxn ang="0">
                  <a:pos x="1051" y="800"/>
                </a:cxn>
                <a:cxn ang="0">
                  <a:pos x="1037" y="911"/>
                </a:cxn>
                <a:cxn ang="0">
                  <a:pos x="1029" y="991"/>
                </a:cxn>
                <a:cxn ang="0">
                  <a:pos x="1023" y="1039"/>
                </a:cxn>
                <a:cxn ang="0">
                  <a:pos x="1016" y="1079"/>
                </a:cxn>
                <a:cxn ang="0">
                  <a:pos x="1002" y="1088"/>
                </a:cxn>
                <a:cxn ang="0">
                  <a:pos x="996" y="1087"/>
                </a:cxn>
                <a:cxn ang="0">
                  <a:pos x="954" y="761"/>
                </a:cxn>
                <a:cxn ang="0">
                  <a:pos x="842" y="830"/>
                </a:cxn>
                <a:cxn ang="0">
                  <a:pos x="729" y="917"/>
                </a:cxn>
                <a:cxn ang="0">
                  <a:pos x="672" y="967"/>
                </a:cxn>
                <a:cxn ang="0">
                  <a:pos x="699" y="991"/>
                </a:cxn>
                <a:cxn ang="0">
                  <a:pos x="772" y="1010"/>
                </a:cxn>
                <a:cxn ang="0">
                  <a:pos x="941" y="1046"/>
                </a:cxn>
                <a:cxn ang="0">
                  <a:pos x="989" y="1039"/>
                </a:cxn>
                <a:cxn ang="0">
                  <a:pos x="990" y="1018"/>
                </a:cxn>
                <a:cxn ang="0">
                  <a:pos x="995" y="957"/>
                </a:cxn>
                <a:cxn ang="0">
                  <a:pos x="1010" y="856"/>
                </a:cxn>
                <a:cxn ang="0">
                  <a:pos x="1010" y="734"/>
                </a:cxn>
              </a:cxnLst>
              <a:rect l="0" t="0" r="r" b="b"/>
              <a:pathLst>
                <a:path w="1051" h="1088">
                  <a:moveTo>
                    <a:pt x="991" y="1088"/>
                  </a:moveTo>
                  <a:lnTo>
                    <a:pt x="991" y="1088"/>
                  </a:lnTo>
                  <a:lnTo>
                    <a:pt x="952" y="1084"/>
                  </a:lnTo>
                  <a:lnTo>
                    <a:pt x="911" y="1078"/>
                  </a:lnTo>
                  <a:lnTo>
                    <a:pt x="866" y="1069"/>
                  </a:lnTo>
                  <a:lnTo>
                    <a:pt x="817" y="1056"/>
                  </a:lnTo>
                  <a:lnTo>
                    <a:pt x="817" y="1056"/>
                  </a:lnTo>
                  <a:lnTo>
                    <a:pt x="773" y="1046"/>
                  </a:lnTo>
                  <a:lnTo>
                    <a:pt x="751" y="1041"/>
                  </a:lnTo>
                  <a:lnTo>
                    <a:pt x="728" y="1037"/>
                  </a:lnTo>
                  <a:lnTo>
                    <a:pt x="728" y="1037"/>
                  </a:lnTo>
                  <a:lnTo>
                    <a:pt x="716" y="1035"/>
                  </a:lnTo>
                  <a:lnTo>
                    <a:pt x="706" y="1031"/>
                  </a:lnTo>
                  <a:lnTo>
                    <a:pt x="686" y="1025"/>
                  </a:lnTo>
                  <a:lnTo>
                    <a:pt x="686" y="1025"/>
                  </a:lnTo>
                  <a:lnTo>
                    <a:pt x="673" y="1020"/>
                  </a:lnTo>
                  <a:lnTo>
                    <a:pt x="659" y="1016"/>
                  </a:lnTo>
                  <a:lnTo>
                    <a:pt x="659" y="1016"/>
                  </a:lnTo>
                  <a:lnTo>
                    <a:pt x="654" y="1015"/>
                  </a:lnTo>
                  <a:lnTo>
                    <a:pt x="651" y="1013"/>
                  </a:lnTo>
                  <a:lnTo>
                    <a:pt x="650" y="1012"/>
                  </a:lnTo>
                  <a:lnTo>
                    <a:pt x="649" y="1011"/>
                  </a:lnTo>
                  <a:lnTo>
                    <a:pt x="649" y="1011"/>
                  </a:lnTo>
                  <a:lnTo>
                    <a:pt x="645" y="1010"/>
                  </a:lnTo>
                  <a:lnTo>
                    <a:pt x="645" y="1010"/>
                  </a:lnTo>
                  <a:lnTo>
                    <a:pt x="640" y="1006"/>
                  </a:lnTo>
                  <a:lnTo>
                    <a:pt x="635" y="1001"/>
                  </a:lnTo>
                  <a:lnTo>
                    <a:pt x="628" y="991"/>
                  </a:lnTo>
                  <a:lnTo>
                    <a:pt x="623" y="986"/>
                  </a:lnTo>
                  <a:lnTo>
                    <a:pt x="623" y="986"/>
                  </a:lnTo>
                  <a:lnTo>
                    <a:pt x="620" y="983"/>
                  </a:lnTo>
                  <a:lnTo>
                    <a:pt x="619" y="982"/>
                  </a:lnTo>
                  <a:lnTo>
                    <a:pt x="619" y="982"/>
                  </a:lnTo>
                  <a:lnTo>
                    <a:pt x="614" y="979"/>
                  </a:lnTo>
                  <a:lnTo>
                    <a:pt x="611" y="976"/>
                  </a:lnTo>
                  <a:lnTo>
                    <a:pt x="608" y="970"/>
                  </a:lnTo>
                  <a:lnTo>
                    <a:pt x="608" y="965"/>
                  </a:lnTo>
                  <a:lnTo>
                    <a:pt x="608" y="963"/>
                  </a:lnTo>
                  <a:lnTo>
                    <a:pt x="606" y="961"/>
                  </a:lnTo>
                  <a:lnTo>
                    <a:pt x="606" y="961"/>
                  </a:lnTo>
                  <a:lnTo>
                    <a:pt x="591" y="946"/>
                  </a:lnTo>
                  <a:lnTo>
                    <a:pt x="577" y="929"/>
                  </a:lnTo>
                  <a:lnTo>
                    <a:pt x="577" y="929"/>
                  </a:lnTo>
                  <a:lnTo>
                    <a:pt x="561" y="912"/>
                  </a:lnTo>
                  <a:lnTo>
                    <a:pt x="546" y="895"/>
                  </a:lnTo>
                  <a:lnTo>
                    <a:pt x="529" y="879"/>
                  </a:lnTo>
                  <a:lnTo>
                    <a:pt x="513" y="864"/>
                  </a:lnTo>
                  <a:lnTo>
                    <a:pt x="513" y="864"/>
                  </a:lnTo>
                  <a:lnTo>
                    <a:pt x="490" y="846"/>
                  </a:lnTo>
                  <a:lnTo>
                    <a:pt x="469" y="827"/>
                  </a:lnTo>
                  <a:lnTo>
                    <a:pt x="428" y="789"/>
                  </a:lnTo>
                  <a:lnTo>
                    <a:pt x="428" y="789"/>
                  </a:lnTo>
                  <a:lnTo>
                    <a:pt x="416" y="777"/>
                  </a:lnTo>
                  <a:lnTo>
                    <a:pt x="403" y="767"/>
                  </a:lnTo>
                  <a:lnTo>
                    <a:pt x="378" y="745"/>
                  </a:lnTo>
                  <a:lnTo>
                    <a:pt x="378" y="745"/>
                  </a:lnTo>
                  <a:lnTo>
                    <a:pt x="356" y="729"/>
                  </a:lnTo>
                  <a:lnTo>
                    <a:pt x="336" y="711"/>
                  </a:lnTo>
                  <a:lnTo>
                    <a:pt x="317" y="693"/>
                  </a:lnTo>
                  <a:lnTo>
                    <a:pt x="307" y="683"/>
                  </a:lnTo>
                  <a:lnTo>
                    <a:pt x="299" y="673"/>
                  </a:lnTo>
                  <a:lnTo>
                    <a:pt x="299" y="673"/>
                  </a:lnTo>
                  <a:lnTo>
                    <a:pt x="271" y="638"/>
                  </a:lnTo>
                  <a:lnTo>
                    <a:pt x="271" y="638"/>
                  </a:lnTo>
                  <a:lnTo>
                    <a:pt x="238" y="596"/>
                  </a:lnTo>
                  <a:lnTo>
                    <a:pt x="222" y="574"/>
                  </a:lnTo>
                  <a:lnTo>
                    <a:pt x="207" y="552"/>
                  </a:lnTo>
                  <a:lnTo>
                    <a:pt x="207" y="552"/>
                  </a:lnTo>
                  <a:lnTo>
                    <a:pt x="194" y="534"/>
                  </a:lnTo>
                  <a:lnTo>
                    <a:pt x="178" y="514"/>
                  </a:lnTo>
                  <a:lnTo>
                    <a:pt x="160" y="493"/>
                  </a:lnTo>
                  <a:lnTo>
                    <a:pt x="139" y="472"/>
                  </a:lnTo>
                  <a:lnTo>
                    <a:pt x="139" y="472"/>
                  </a:lnTo>
                  <a:lnTo>
                    <a:pt x="128" y="461"/>
                  </a:lnTo>
                  <a:lnTo>
                    <a:pt x="115" y="453"/>
                  </a:lnTo>
                  <a:lnTo>
                    <a:pt x="115" y="453"/>
                  </a:lnTo>
                  <a:lnTo>
                    <a:pt x="103" y="444"/>
                  </a:lnTo>
                  <a:lnTo>
                    <a:pt x="97" y="439"/>
                  </a:lnTo>
                  <a:lnTo>
                    <a:pt x="92" y="433"/>
                  </a:lnTo>
                  <a:lnTo>
                    <a:pt x="92" y="433"/>
                  </a:lnTo>
                  <a:lnTo>
                    <a:pt x="74" y="414"/>
                  </a:lnTo>
                  <a:lnTo>
                    <a:pt x="57" y="393"/>
                  </a:lnTo>
                  <a:lnTo>
                    <a:pt x="57" y="393"/>
                  </a:lnTo>
                  <a:lnTo>
                    <a:pt x="31" y="360"/>
                  </a:lnTo>
                  <a:lnTo>
                    <a:pt x="16" y="345"/>
                  </a:lnTo>
                  <a:lnTo>
                    <a:pt x="2" y="329"/>
                  </a:lnTo>
                  <a:lnTo>
                    <a:pt x="2" y="329"/>
                  </a:lnTo>
                  <a:lnTo>
                    <a:pt x="0" y="327"/>
                  </a:lnTo>
                  <a:lnTo>
                    <a:pt x="0" y="327"/>
                  </a:lnTo>
                  <a:lnTo>
                    <a:pt x="27" y="300"/>
                  </a:lnTo>
                  <a:lnTo>
                    <a:pt x="27" y="300"/>
                  </a:lnTo>
                  <a:lnTo>
                    <a:pt x="45" y="322"/>
                  </a:lnTo>
                  <a:lnTo>
                    <a:pt x="45" y="322"/>
                  </a:lnTo>
                  <a:lnTo>
                    <a:pt x="68" y="351"/>
                  </a:lnTo>
                  <a:lnTo>
                    <a:pt x="68" y="351"/>
                  </a:lnTo>
                  <a:lnTo>
                    <a:pt x="84" y="371"/>
                  </a:lnTo>
                  <a:lnTo>
                    <a:pt x="102" y="392"/>
                  </a:lnTo>
                  <a:lnTo>
                    <a:pt x="111" y="401"/>
                  </a:lnTo>
                  <a:lnTo>
                    <a:pt x="120" y="411"/>
                  </a:lnTo>
                  <a:lnTo>
                    <a:pt x="131" y="419"/>
                  </a:lnTo>
                  <a:lnTo>
                    <a:pt x="141" y="426"/>
                  </a:lnTo>
                  <a:lnTo>
                    <a:pt x="141" y="426"/>
                  </a:lnTo>
                  <a:lnTo>
                    <a:pt x="151" y="434"/>
                  </a:lnTo>
                  <a:lnTo>
                    <a:pt x="163" y="444"/>
                  </a:lnTo>
                  <a:lnTo>
                    <a:pt x="174" y="454"/>
                  </a:lnTo>
                  <a:lnTo>
                    <a:pt x="186" y="465"/>
                  </a:lnTo>
                  <a:lnTo>
                    <a:pt x="197" y="478"/>
                  </a:lnTo>
                  <a:lnTo>
                    <a:pt x="208" y="491"/>
                  </a:lnTo>
                  <a:lnTo>
                    <a:pt x="219" y="506"/>
                  </a:lnTo>
                  <a:lnTo>
                    <a:pt x="229" y="521"/>
                  </a:lnTo>
                  <a:lnTo>
                    <a:pt x="229" y="521"/>
                  </a:lnTo>
                  <a:lnTo>
                    <a:pt x="261" y="567"/>
                  </a:lnTo>
                  <a:lnTo>
                    <a:pt x="291" y="607"/>
                  </a:lnTo>
                  <a:lnTo>
                    <a:pt x="305" y="624"/>
                  </a:lnTo>
                  <a:lnTo>
                    <a:pt x="319" y="640"/>
                  </a:lnTo>
                  <a:lnTo>
                    <a:pt x="332" y="654"/>
                  </a:lnTo>
                  <a:lnTo>
                    <a:pt x="346" y="668"/>
                  </a:lnTo>
                  <a:lnTo>
                    <a:pt x="346" y="668"/>
                  </a:lnTo>
                  <a:lnTo>
                    <a:pt x="371" y="692"/>
                  </a:lnTo>
                  <a:lnTo>
                    <a:pt x="398" y="714"/>
                  </a:lnTo>
                  <a:lnTo>
                    <a:pt x="398" y="714"/>
                  </a:lnTo>
                  <a:lnTo>
                    <a:pt x="429" y="741"/>
                  </a:lnTo>
                  <a:lnTo>
                    <a:pt x="445" y="755"/>
                  </a:lnTo>
                  <a:lnTo>
                    <a:pt x="459" y="769"/>
                  </a:lnTo>
                  <a:lnTo>
                    <a:pt x="459" y="769"/>
                  </a:lnTo>
                  <a:lnTo>
                    <a:pt x="481" y="790"/>
                  </a:lnTo>
                  <a:lnTo>
                    <a:pt x="504" y="809"/>
                  </a:lnTo>
                  <a:lnTo>
                    <a:pt x="504" y="809"/>
                  </a:lnTo>
                  <a:lnTo>
                    <a:pt x="526" y="828"/>
                  </a:lnTo>
                  <a:lnTo>
                    <a:pt x="548" y="849"/>
                  </a:lnTo>
                  <a:lnTo>
                    <a:pt x="548" y="849"/>
                  </a:lnTo>
                  <a:lnTo>
                    <a:pt x="571" y="872"/>
                  </a:lnTo>
                  <a:lnTo>
                    <a:pt x="594" y="896"/>
                  </a:lnTo>
                  <a:lnTo>
                    <a:pt x="594" y="896"/>
                  </a:lnTo>
                  <a:lnTo>
                    <a:pt x="615" y="920"/>
                  </a:lnTo>
                  <a:lnTo>
                    <a:pt x="638" y="943"/>
                  </a:lnTo>
                  <a:lnTo>
                    <a:pt x="643" y="948"/>
                  </a:lnTo>
                  <a:lnTo>
                    <a:pt x="646" y="943"/>
                  </a:lnTo>
                  <a:lnTo>
                    <a:pt x="646" y="943"/>
                  </a:lnTo>
                  <a:lnTo>
                    <a:pt x="658" y="929"/>
                  </a:lnTo>
                  <a:lnTo>
                    <a:pt x="669" y="917"/>
                  </a:lnTo>
                  <a:lnTo>
                    <a:pt x="682" y="904"/>
                  </a:lnTo>
                  <a:lnTo>
                    <a:pt x="696" y="893"/>
                  </a:lnTo>
                  <a:lnTo>
                    <a:pt x="724" y="871"/>
                  </a:lnTo>
                  <a:lnTo>
                    <a:pt x="753" y="851"/>
                  </a:lnTo>
                  <a:lnTo>
                    <a:pt x="753" y="851"/>
                  </a:lnTo>
                  <a:lnTo>
                    <a:pt x="784" y="829"/>
                  </a:lnTo>
                  <a:lnTo>
                    <a:pt x="784" y="829"/>
                  </a:lnTo>
                  <a:lnTo>
                    <a:pt x="812" y="807"/>
                  </a:lnTo>
                  <a:lnTo>
                    <a:pt x="843" y="787"/>
                  </a:lnTo>
                  <a:lnTo>
                    <a:pt x="906" y="748"/>
                  </a:lnTo>
                  <a:lnTo>
                    <a:pt x="906" y="748"/>
                  </a:lnTo>
                  <a:lnTo>
                    <a:pt x="944" y="725"/>
                  </a:lnTo>
                  <a:lnTo>
                    <a:pt x="980" y="702"/>
                  </a:lnTo>
                  <a:lnTo>
                    <a:pt x="986" y="698"/>
                  </a:lnTo>
                  <a:lnTo>
                    <a:pt x="981" y="693"/>
                  </a:lnTo>
                  <a:lnTo>
                    <a:pt x="981" y="693"/>
                  </a:lnTo>
                  <a:lnTo>
                    <a:pt x="964" y="676"/>
                  </a:lnTo>
                  <a:lnTo>
                    <a:pt x="949" y="660"/>
                  </a:lnTo>
                  <a:lnTo>
                    <a:pt x="920" y="624"/>
                  </a:lnTo>
                  <a:lnTo>
                    <a:pt x="917" y="620"/>
                  </a:lnTo>
                  <a:lnTo>
                    <a:pt x="917" y="620"/>
                  </a:lnTo>
                  <a:lnTo>
                    <a:pt x="882" y="579"/>
                  </a:lnTo>
                  <a:lnTo>
                    <a:pt x="850" y="543"/>
                  </a:lnTo>
                  <a:lnTo>
                    <a:pt x="819" y="510"/>
                  </a:lnTo>
                  <a:lnTo>
                    <a:pt x="789" y="480"/>
                  </a:lnTo>
                  <a:lnTo>
                    <a:pt x="789" y="480"/>
                  </a:lnTo>
                  <a:lnTo>
                    <a:pt x="751" y="446"/>
                  </a:lnTo>
                  <a:lnTo>
                    <a:pt x="712" y="412"/>
                  </a:lnTo>
                  <a:lnTo>
                    <a:pt x="712" y="412"/>
                  </a:lnTo>
                  <a:lnTo>
                    <a:pt x="668" y="372"/>
                  </a:lnTo>
                  <a:lnTo>
                    <a:pt x="624" y="332"/>
                  </a:lnTo>
                  <a:lnTo>
                    <a:pt x="604" y="313"/>
                  </a:lnTo>
                  <a:lnTo>
                    <a:pt x="583" y="291"/>
                  </a:lnTo>
                  <a:lnTo>
                    <a:pt x="564" y="269"/>
                  </a:lnTo>
                  <a:lnTo>
                    <a:pt x="544" y="246"/>
                  </a:lnTo>
                  <a:lnTo>
                    <a:pt x="544" y="246"/>
                  </a:lnTo>
                  <a:lnTo>
                    <a:pt x="522" y="221"/>
                  </a:lnTo>
                  <a:lnTo>
                    <a:pt x="501" y="195"/>
                  </a:lnTo>
                  <a:lnTo>
                    <a:pt x="501" y="195"/>
                  </a:lnTo>
                  <a:lnTo>
                    <a:pt x="475" y="165"/>
                  </a:lnTo>
                  <a:lnTo>
                    <a:pt x="450" y="135"/>
                  </a:lnTo>
                  <a:lnTo>
                    <a:pt x="450" y="135"/>
                  </a:lnTo>
                  <a:lnTo>
                    <a:pt x="441" y="125"/>
                  </a:lnTo>
                  <a:lnTo>
                    <a:pt x="431" y="116"/>
                  </a:lnTo>
                  <a:lnTo>
                    <a:pt x="431" y="116"/>
                  </a:lnTo>
                  <a:lnTo>
                    <a:pt x="422" y="107"/>
                  </a:lnTo>
                  <a:lnTo>
                    <a:pt x="413" y="98"/>
                  </a:lnTo>
                  <a:lnTo>
                    <a:pt x="413" y="98"/>
                  </a:lnTo>
                  <a:lnTo>
                    <a:pt x="400" y="81"/>
                  </a:lnTo>
                  <a:lnTo>
                    <a:pt x="389" y="67"/>
                  </a:lnTo>
                  <a:lnTo>
                    <a:pt x="378" y="54"/>
                  </a:lnTo>
                  <a:lnTo>
                    <a:pt x="366" y="44"/>
                  </a:lnTo>
                  <a:lnTo>
                    <a:pt x="366" y="44"/>
                  </a:lnTo>
                  <a:lnTo>
                    <a:pt x="355" y="33"/>
                  </a:lnTo>
                  <a:lnTo>
                    <a:pt x="346" y="21"/>
                  </a:lnTo>
                  <a:lnTo>
                    <a:pt x="346" y="21"/>
                  </a:lnTo>
                  <a:lnTo>
                    <a:pt x="377" y="0"/>
                  </a:lnTo>
                  <a:lnTo>
                    <a:pt x="377" y="0"/>
                  </a:lnTo>
                  <a:lnTo>
                    <a:pt x="382" y="6"/>
                  </a:lnTo>
                  <a:lnTo>
                    <a:pt x="382" y="6"/>
                  </a:lnTo>
                  <a:lnTo>
                    <a:pt x="433" y="64"/>
                  </a:lnTo>
                  <a:lnTo>
                    <a:pt x="433" y="64"/>
                  </a:lnTo>
                  <a:lnTo>
                    <a:pt x="496" y="134"/>
                  </a:lnTo>
                  <a:lnTo>
                    <a:pt x="527" y="170"/>
                  </a:lnTo>
                  <a:lnTo>
                    <a:pt x="558" y="207"/>
                  </a:lnTo>
                  <a:lnTo>
                    <a:pt x="558" y="207"/>
                  </a:lnTo>
                  <a:lnTo>
                    <a:pt x="585" y="239"/>
                  </a:lnTo>
                  <a:lnTo>
                    <a:pt x="614" y="273"/>
                  </a:lnTo>
                  <a:lnTo>
                    <a:pt x="631" y="290"/>
                  </a:lnTo>
                  <a:lnTo>
                    <a:pt x="647" y="307"/>
                  </a:lnTo>
                  <a:lnTo>
                    <a:pt x="665" y="324"/>
                  </a:lnTo>
                  <a:lnTo>
                    <a:pt x="683" y="341"/>
                  </a:lnTo>
                  <a:lnTo>
                    <a:pt x="683" y="341"/>
                  </a:lnTo>
                  <a:lnTo>
                    <a:pt x="729" y="380"/>
                  </a:lnTo>
                  <a:lnTo>
                    <a:pt x="729" y="380"/>
                  </a:lnTo>
                  <a:lnTo>
                    <a:pt x="765" y="411"/>
                  </a:lnTo>
                  <a:lnTo>
                    <a:pt x="801" y="444"/>
                  </a:lnTo>
                  <a:lnTo>
                    <a:pt x="801" y="444"/>
                  </a:lnTo>
                  <a:lnTo>
                    <a:pt x="836" y="477"/>
                  </a:lnTo>
                  <a:lnTo>
                    <a:pt x="869" y="511"/>
                  </a:lnTo>
                  <a:lnTo>
                    <a:pt x="900" y="546"/>
                  </a:lnTo>
                  <a:lnTo>
                    <a:pt x="930" y="581"/>
                  </a:lnTo>
                  <a:lnTo>
                    <a:pt x="930" y="581"/>
                  </a:lnTo>
                  <a:lnTo>
                    <a:pt x="946" y="600"/>
                  </a:lnTo>
                  <a:lnTo>
                    <a:pt x="946" y="600"/>
                  </a:lnTo>
                  <a:lnTo>
                    <a:pt x="962" y="620"/>
                  </a:lnTo>
                  <a:lnTo>
                    <a:pt x="980" y="641"/>
                  </a:lnTo>
                  <a:lnTo>
                    <a:pt x="998" y="661"/>
                  </a:lnTo>
                  <a:lnTo>
                    <a:pt x="1008" y="669"/>
                  </a:lnTo>
                  <a:lnTo>
                    <a:pt x="1018" y="677"/>
                  </a:lnTo>
                  <a:lnTo>
                    <a:pt x="1019" y="678"/>
                  </a:lnTo>
                  <a:lnTo>
                    <a:pt x="1020" y="678"/>
                  </a:lnTo>
                  <a:lnTo>
                    <a:pt x="1020" y="678"/>
                  </a:lnTo>
                  <a:lnTo>
                    <a:pt x="1025" y="680"/>
                  </a:lnTo>
                  <a:lnTo>
                    <a:pt x="1029" y="684"/>
                  </a:lnTo>
                  <a:lnTo>
                    <a:pt x="1029" y="685"/>
                  </a:lnTo>
                  <a:lnTo>
                    <a:pt x="1030" y="686"/>
                  </a:lnTo>
                  <a:lnTo>
                    <a:pt x="1030" y="686"/>
                  </a:lnTo>
                  <a:lnTo>
                    <a:pt x="1032" y="689"/>
                  </a:lnTo>
                  <a:lnTo>
                    <a:pt x="1035" y="692"/>
                  </a:lnTo>
                  <a:lnTo>
                    <a:pt x="1036" y="695"/>
                  </a:lnTo>
                  <a:lnTo>
                    <a:pt x="1037" y="698"/>
                  </a:lnTo>
                  <a:lnTo>
                    <a:pt x="1037" y="699"/>
                  </a:lnTo>
                  <a:lnTo>
                    <a:pt x="1037" y="700"/>
                  </a:lnTo>
                  <a:lnTo>
                    <a:pt x="1037" y="700"/>
                  </a:lnTo>
                  <a:lnTo>
                    <a:pt x="1041" y="711"/>
                  </a:lnTo>
                  <a:lnTo>
                    <a:pt x="1045" y="723"/>
                  </a:lnTo>
                  <a:lnTo>
                    <a:pt x="1047" y="735"/>
                  </a:lnTo>
                  <a:lnTo>
                    <a:pt x="1049" y="748"/>
                  </a:lnTo>
                  <a:lnTo>
                    <a:pt x="1051" y="774"/>
                  </a:lnTo>
                  <a:lnTo>
                    <a:pt x="1051" y="800"/>
                  </a:lnTo>
                  <a:lnTo>
                    <a:pt x="1050" y="826"/>
                  </a:lnTo>
                  <a:lnTo>
                    <a:pt x="1047" y="851"/>
                  </a:lnTo>
                  <a:lnTo>
                    <a:pt x="1044" y="872"/>
                  </a:lnTo>
                  <a:lnTo>
                    <a:pt x="1040" y="892"/>
                  </a:lnTo>
                  <a:lnTo>
                    <a:pt x="1040" y="892"/>
                  </a:lnTo>
                  <a:lnTo>
                    <a:pt x="1037" y="911"/>
                  </a:lnTo>
                  <a:lnTo>
                    <a:pt x="1035" y="929"/>
                  </a:lnTo>
                  <a:lnTo>
                    <a:pt x="1030" y="967"/>
                  </a:lnTo>
                  <a:lnTo>
                    <a:pt x="1030" y="973"/>
                  </a:lnTo>
                  <a:lnTo>
                    <a:pt x="1030" y="973"/>
                  </a:lnTo>
                  <a:lnTo>
                    <a:pt x="1029" y="991"/>
                  </a:lnTo>
                  <a:lnTo>
                    <a:pt x="1029" y="991"/>
                  </a:lnTo>
                  <a:lnTo>
                    <a:pt x="1029" y="1009"/>
                  </a:lnTo>
                  <a:lnTo>
                    <a:pt x="1028" y="1017"/>
                  </a:lnTo>
                  <a:lnTo>
                    <a:pt x="1026" y="1024"/>
                  </a:lnTo>
                  <a:lnTo>
                    <a:pt x="1026" y="1024"/>
                  </a:lnTo>
                  <a:lnTo>
                    <a:pt x="1024" y="1031"/>
                  </a:lnTo>
                  <a:lnTo>
                    <a:pt x="1023" y="1039"/>
                  </a:lnTo>
                  <a:lnTo>
                    <a:pt x="1023" y="1051"/>
                  </a:lnTo>
                  <a:lnTo>
                    <a:pt x="1023" y="1051"/>
                  </a:lnTo>
                  <a:lnTo>
                    <a:pt x="1023" y="1059"/>
                  </a:lnTo>
                  <a:lnTo>
                    <a:pt x="1021" y="1068"/>
                  </a:lnTo>
                  <a:lnTo>
                    <a:pt x="1019" y="1075"/>
                  </a:lnTo>
                  <a:lnTo>
                    <a:pt x="1016" y="1079"/>
                  </a:lnTo>
                  <a:lnTo>
                    <a:pt x="1013" y="1083"/>
                  </a:lnTo>
                  <a:lnTo>
                    <a:pt x="1013" y="1083"/>
                  </a:lnTo>
                  <a:lnTo>
                    <a:pt x="1010" y="1085"/>
                  </a:lnTo>
                  <a:lnTo>
                    <a:pt x="1008" y="1086"/>
                  </a:lnTo>
                  <a:lnTo>
                    <a:pt x="1005" y="1087"/>
                  </a:lnTo>
                  <a:lnTo>
                    <a:pt x="1002" y="1088"/>
                  </a:lnTo>
                  <a:lnTo>
                    <a:pt x="1002" y="1088"/>
                  </a:lnTo>
                  <a:lnTo>
                    <a:pt x="1002" y="1088"/>
                  </a:lnTo>
                  <a:lnTo>
                    <a:pt x="998" y="1087"/>
                  </a:lnTo>
                  <a:lnTo>
                    <a:pt x="997" y="1087"/>
                  </a:lnTo>
                  <a:lnTo>
                    <a:pt x="996" y="1087"/>
                  </a:lnTo>
                  <a:lnTo>
                    <a:pt x="996" y="1087"/>
                  </a:lnTo>
                  <a:lnTo>
                    <a:pt x="992" y="1088"/>
                  </a:lnTo>
                  <a:lnTo>
                    <a:pt x="991" y="1088"/>
                  </a:lnTo>
                  <a:close/>
                  <a:moveTo>
                    <a:pt x="1002" y="731"/>
                  </a:moveTo>
                  <a:lnTo>
                    <a:pt x="1002" y="731"/>
                  </a:lnTo>
                  <a:lnTo>
                    <a:pt x="954" y="761"/>
                  </a:lnTo>
                  <a:lnTo>
                    <a:pt x="954" y="761"/>
                  </a:lnTo>
                  <a:lnTo>
                    <a:pt x="918" y="784"/>
                  </a:lnTo>
                  <a:lnTo>
                    <a:pt x="918" y="784"/>
                  </a:lnTo>
                  <a:lnTo>
                    <a:pt x="885" y="803"/>
                  </a:lnTo>
                  <a:lnTo>
                    <a:pt x="885" y="803"/>
                  </a:lnTo>
                  <a:lnTo>
                    <a:pt x="856" y="821"/>
                  </a:lnTo>
                  <a:lnTo>
                    <a:pt x="842" y="830"/>
                  </a:lnTo>
                  <a:lnTo>
                    <a:pt x="829" y="839"/>
                  </a:lnTo>
                  <a:lnTo>
                    <a:pt x="819" y="847"/>
                  </a:lnTo>
                  <a:lnTo>
                    <a:pt x="819" y="847"/>
                  </a:lnTo>
                  <a:lnTo>
                    <a:pt x="773" y="881"/>
                  </a:lnTo>
                  <a:lnTo>
                    <a:pt x="729" y="917"/>
                  </a:lnTo>
                  <a:lnTo>
                    <a:pt x="729" y="917"/>
                  </a:lnTo>
                  <a:lnTo>
                    <a:pt x="717" y="925"/>
                  </a:lnTo>
                  <a:lnTo>
                    <a:pt x="717" y="925"/>
                  </a:lnTo>
                  <a:lnTo>
                    <a:pt x="704" y="936"/>
                  </a:lnTo>
                  <a:lnTo>
                    <a:pt x="691" y="948"/>
                  </a:lnTo>
                  <a:lnTo>
                    <a:pt x="678" y="960"/>
                  </a:lnTo>
                  <a:lnTo>
                    <a:pt x="672" y="967"/>
                  </a:lnTo>
                  <a:lnTo>
                    <a:pt x="668" y="974"/>
                  </a:lnTo>
                  <a:lnTo>
                    <a:pt x="664" y="980"/>
                  </a:lnTo>
                  <a:lnTo>
                    <a:pt x="671" y="982"/>
                  </a:lnTo>
                  <a:lnTo>
                    <a:pt x="671" y="982"/>
                  </a:lnTo>
                  <a:lnTo>
                    <a:pt x="699" y="991"/>
                  </a:lnTo>
                  <a:lnTo>
                    <a:pt x="699" y="991"/>
                  </a:lnTo>
                  <a:lnTo>
                    <a:pt x="718" y="996"/>
                  </a:lnTo>
                  <a:lnTo>
                    <a:pt x="738" y="1003"/>
                  </a:lnTo>
                  <a:lnTo>
                    <a:pt x="738" y="1003"/>
                  </a:lnTo>
                  <a:lnTo>
                    <a:pt x="756" y="1007"/>
                  </a:lnTo>
                  <a:lnTo>
                    <a:pt x="772" y="1010"/>
                  </a:lnTo>
                  <a:lnTo>
                    <a:pt x="772" y="1010"/>
                  </a:lnTo>
                  <a:lnTo>
                    <a:pt x="792" y="1014"/>
                  </a:lnTo>
                  <a:lnTo>
                    <a:pt x="811" y="1018"/>
                  </a:lnTo>
                  <a:lnTo>
                    <a:pt x="811" y="1018"/>
                  </a:lnTo>
                  <a:lnTo>
                    <a:pt x="854" y="1028"/>
                  </a:lnTo>
                  <a:lnTo>
                    <a:pt x="897" y="1039"/>
                  </a:lnTo>
                  <a:lnTo>
                    <a:pt x="941" y="1046"/>
                  </a:lnTo>
                  <a:lnTo>
                    <a:pt x="962" y="1049"/>
                  </a:lnTo>
                  <a:lnTo>
                    <a:pt x="984" y="1051"/>
                  </a:lnTo>
                  <a:lnTo>
                    <a:pt x="991" y="1052"/>
                  </a:lnTo>
                  <a:lnTo>
                    <a:pt x="990" y="1045"/>
                  </a:lnTo>
                  <a:lnTo>
                    <a:pt x="990" y="1045"/>
                  </a:lnTo>
                  <a:lnTo>
                    <a:pt x="989" y="1039"/>
                  </a:lnTo>
                  <a:lnTo>
                    <a:pt x="989" y="1039"/>
                  </a:lnTo>
                  <a:lnTo>
                    <a:pt x="987" y="1032"/>
                  </a:lnTo>
                  <a:lnTo>
                    <a:pt x="987" y="1029"/>
                  </a:lnTo>
                  <a:lnTo>
                    <a:pt x="987" y="1027"/>
                  </a:lnTo>
                  <a:lnTo>
                    <a:pt x="987" y="1027"/>
                  </a:lnTo>
                  <a:lnTo>
                    <a:pt x="990" y="1018"/>
                  </a:lnTo>
                  <a:lnTo>
                    <a:pt x="992" y="1008"/>
                  </a:lnTo>
                  <a:lnTo>
                    <a:pt x="993" y="988"/>
                  </a:lnTo>
                  <a:lnTo>
                    <a:pt x="993" y="988"/>
                  </a:lnTo>
                  <a:lnTo>
                    <a:pt x="994" y="974"/>
                  </a:lnTo>
                  <a:lnTo>
                    <a:pt x="994" y="974"/>
                  </a:lnTo>
                  <a:lnTo>
                    <a:pt x="995" y="957"/>
                  </a:lnTo>
                  <a:lnTo>
                    <a:pt x="995" y="957"/>
                  </a:lnTo>
                  <a:lnTo>
                    <a:pt x="998" y="925"/>
                  </a:lnTo>
                  <a:lnTo>
                    <a:pt x="1000" y="910"/>
                  </a:lnTo>
                  <a:lnTo>
                    <a:pt x="1004" y="893"/>
                  </a:lnTo>
                  <a:lnTo>
                    <a:pt x="1004" y="893"/>
                  </a:lnTo>
                  <a:lnTo>
                    <a:pt x="1010" y="856"/>
                  </a:lnTo>
                  <a:lnTo>
                    <a:pt x="1013" y="835"/>
                  </a:lnTo>
                  <a:lnTo>
                    <a:pt x="1015" y="813"/>
                  </a:lnTo>
                  <a:lnTo>
                    <a:pt x="1016" y="793"/>
                  </a:lnTo>
                  <a:lnTo>
                    <a:pt x="1015" y="772"/>
                  </a:lnTo>
                  <a:lnTo>
                    <a:pt x="1014" y="753"/>
                  </a:lnTo>
                  <a:lnTo>
                    <a:pt x="1010" y="734"/>
                  </a:lnTo>
                  <a:lnTo>
                    <a:pt x="1008" y="726"/>
                  </a:lnTo>
                  <a:lnTo>
                    <a:pt x="1002" y="73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91" name="Freeform 207"/>
            <p:cNvSpPr/>
            <p:nvPr>
              <p:custDataLst>
                <p:tags r:id="rId45"/>
              </p:custDataLst>
            </p:nvPr>
          </p:nvSpPr>
          <p:spPr bwMode="auto">
            <a:xfrm>
              <a:off x="4251325" y="2251075"/>
              <a:ext cx="195263" cy="161925"/>
            </a:xfrm>
            <a:custGeom>
              <a:avLst/>
              <a:gdLst/>
              <a:ahLst/>
              <a:cxnLst>
                <a:cxn ang="0">
                  <a:pos x="15" y="307"/>
                </a:cxn>
                <a:cxn ang="0">
                  <a:pos x="9" y="306"/>
                </a:cxn>
                <a:cxn ang="0">
                  <a:pos x="2" y="298"/>
                </a:cxn>
                <a:cxn ang="0">
                  <a:pos x="0" y="293"/>
                </a:cxn>
                <a:cxn ang="0">
                  <a:pos x="2" y="281"/>
                </a:cxn>
                <a:cxn ang="0">
                  <a:pos x="6" y="275"/>
                </a:cxn>
                <a:cxn ang="0">
                  <a:pos x="12" y="272"/>
                </a:cxn>
                <a:cxn ang="0">
                  <a:pos x="18" y="269"/>
                </a:cxn>
                <a:cxn ang="0">
                  <a:pos x="30" y="259"/>
                </a:cxn>
                <a:cxn ang="0">
                  <a:pos x="48" y="238"/>
                </a:cxn>
                <a:cxn ang="0">
                  <a:pos x="59" y="222"/>
                </a:cxn>
                <a:cxn ang="0">
                  <a:pos x="75" y="201"/>
                </a:cxn>
                <a:cxn ang="0">
                  <a:pos x="94" y="180"/>
                </a:cxn>
                <a:cxn ang="0">
                  <a:pos x="136" y="143"/>
                </a:cxn>
                <a:cxn ang="0">
                  <a:pos x="160" y="124"/>
                </a:cxn>
                <a:cxn ang="0">
                  <a:pos x="174" y="112"/>
                </a:cxn>
                <a:cxn ang="0">
                  <a:pos x="224" y="83"/>
                </a:cxn>
                <a:cxn ang="0">
                  <a:pos x="241" y="73"/>
                </a:cxn>
                <a:cxn ang="0">
                  <a:pos x="259" y="63"/>
                </a:cxn>
                <a:cxn ang="0">
                  <a:pos x="305" y="32"/>
                </a:cxn>
                <a:cxn ang="0">
                  <a:pos x="345" y="3"/>
                </a:cxn>
                <a:cxn ang="0">
                  <a:pos x="354" y="0"/>
                </a:cxn>
                <a:cxn ang="0">
                  <a:pos x="359" y="1"/>
                </a:cxn>
                <a:cxn ang="0">
                  <a:pos x="366" y="8"/>
                </a:cxn>
                <a:cxn ang="0">
                  <a:pos x="368" y="12"/>
                </a:cxn>
                <a:cxn ang="0">
                  <a:pos x="369" y="22"/>
                </a:cxn>
                <a:cxn ang="0">
                  <a:pos x="367" y="29"/>
                </a:cxn>
                <a:cxn ang="0">
                  <a:pos x="362" y="35"/>
                </a:cxn>
                <a:cxn ang="0">
                  <a:pos x="339" y="51"/>
                </a:cxn>
                <a:cxn ang="0">
                  <a:pos x="270" y="96"/>
                </a:cxn>
                <a:cxn ang="0">
                  <a:pos x="240" y="115"/>
                </a:cxn>
                <a:cxn ang="0">
                  <a:pos x="180" y="157"/>
                </a:cxn>
                <a:cxn ang="0">
                  <a:pos x="151" y="179"/>
                </a:cxn>
                <a:cxn ang="0">
                  <a:pos x="109" y="218"/>
                </a:cxn>
                <a:cxn ang="0">
                  <a:pos x="78" y="252"/>
                </a:cxn>
                <a:cxn ang="0">
                  <a:pos x="69" y="264"/>
                </a:cxn>
                <a:cxn ang="0">
                  <a:pos x="47" y="290"/>
                </a:cxn>
                <a:cxn ang="0">
                  <a:pos x="35" y="300"/>
                </a:cxn>
                <a:cxn ang="0">
                  <a:pos x="21" y="306"/>
                </a:cxn>
                <a:cxn ang="0">
                  <a:pos x="15" y="307"/>
                </a:cxn>
              </a:cxnLst>
              <a:rect l="0" t="0" r="r" b="b"/>
              <a:pathLst>
                <a:path w="369" h="307">
                  <a:moveTo>
                    <a:pt x="15" y="307"/>
                  </a:moveTo>
                  <a:lnTo>
                    <a:pt x="15" y="307"/>
                  </a:lnTo>
                  <a:lnTo>
                    <a:pt x="12" y="307"/>
                  </a:lnTo>
                  <a:lnTo>
                    <a:pt x="9" y="306"/>
                  </a:lnTo>
                  <a:lnTo>
                    <a:pt x="5" y="303"/>
                  </a:lnTo>
                  <a:lnTo>
                    <a:pt x="2" y="298"/>
                  </a:lnTo>
                  <a:lnTo>
                    <a:pt x="0" y="293"/>
                  </a:lnTo>
                  <a:lnTo>
                    <a:pt x="0" y="293"/>
                  </a:lnTo>
                  <a:lnTo>
                    <a:pt x="0" y="287"/>
                  </a:lnTo>
                  <a:lnTo>
                    <a:pt x="2" y="281"/>
                  </a:lnTo>
                  <a:lnTo>
                    <a:pt x="4" y="277"/>
                  </a:lnTo>
                  <a:lnTo>
                    <a:pt x="6" y="275"/>
                  </a:lnTo>
                  <a:lnTo>
                    <a:pt x="9" y="273"/>
                  </a:lnTo>
                  <a:lnTo>
                    <a:pt x="12" y="272"/>
                  </a:lnTo>
                  <a:lnTo>
                    <a:pt x="12" y="272"/>
                  </a:lnTo>
                  <a:lnTo>
                    <a:pt x="18" y="269"/>
                  </a:lnTo>
                  <a:lnTo>
                    <a:pt x="24" y="265"/>
                  </a:lnTo>
                  <a:lnTo>
                    <a:pt x="30" y="259"/>
                  </a:lnTo>
                  <a:lnTo>
                    <a:pt x="36" y="253"/>
                  </a:lnTo>
                  <a:lnTo>
                    <a:pt x="48" y="238"/>
                  </a:lnTo>
                  <a:lnTo>
                    <a:pt x="59" y="222"/>
                  </a:lnTo>
                  <a:lnTo>
                    <a:pt x="59" y="222"/>
                  </a:lnTo>
                  <a:lnTo>
                    <a:pt x="68" y="210"/>
                  </a:lnTo>
                  <a:lnTo>
                    <a:pt x="75" y="201"/>
                  </a:lnTo>
                  <a:lnTo>
                    <a:pt x="75" y="201"/>
                  </a:lnTo>
                  <a:lnTo>
                    <a:pt x="94" y="180"/>
                  </a:lnTo>
                  <a:lnTo>
                    <a:pt x="114" y="162"/>
                  </a:lnTo>
                  <a:lnTo>
                    <a:pt x="136" y="143"/>
                  </a:lnTo>
                  <a:lnTo>
                    <a:pt x="157" y="126"/>
                  </a:lnTo>
                  <a:lnTo>
                    <a:pt x="160" y="124"/>
                  </a:lnTo>
                  <a:lnTo>
                    <a:pt x="160" y="124"/>
                  </a:lnTo>
                  <a:lnTo>
                    <a:pt x="174" y="112"/>
                  </a:lnTo>
                  <a:lnTo>
                    <a:pt x="190" y="102"/>
                  </a:lnTo>
                  <a:lnTo>
                    <a:pt x="224" y="83"/>
                  </a:lnTo>
                  <a:lnTo>
                    <a:pt x="224" y="83"/>
                  </a:lnTo>
                  <a:lnTo>
                    <a:pt x="241" y="73"/>
                  </a:lnTo>
                  <a:lnTo>
                    <a:pt x="259" y="63"/>
                  </a:lnTo>
                  <a:lnTo>
                    <a:pt x="259" y="63"/>
                  </a:lnTo>
                  <a:lnTo>
                    <a:pt x="283" y="47"/>
                  </a:lnTo>
                  <a:lnTo>
                    <a:pt x="305" y="32"/>
                  </a:lnTo>
                  <a:lnTo>
                    <a:pt x="345" y="3"/>
                  </a:lnTo>
                  <a:lnTo>
                    <a:pt x="345" y="3"/>
                  </a:lnTo>
                  <a:lnTo>
                    <a:pt x="350" y="1"/>
                  </a:lnTo>
                  <a:lnTo>
                    <a:pt x="354" y="0"/>
                  </a:lnTo>
                  <a:lnTo>
                    <a:pt x="354" y="0"/>
                  </a:lnTo>
                  <a:lnTo>
                    <a:pt x="359" y="1"/>
                  </a:lnTo>
                  <a:lnTo>
                    <a:pt x="363" y="4"/>
                  </a:lnTo>
                  <a:lnTo>
                    <a:pt x="366" y="8"/>
                  </a:lnTo>
                  <a:lnTo>
                    <a:pt x="368" y="12"/>
                  </a:lnTo>
                  <a:lnTo>
                    <a:pt x="368" y="12"/>
                  </a:lnTo>
                  <a:lnTo>
                    <a:pt x="369" y="16"/>
                  </a:lnTo>
                  <a:lnTo>
                    <a:pt x="369" y="22"/>
                  </a:lnTo>
                  <a:lnTo>
                    <a:pt x="369" y="25"/>
                  </a:lnTo>
                  <a:lnTo>
                    <a:pt x="367" y="29"/>
                  </a:lnTo>
                  <a:lnTo>
                    <a:pt x="365" y="32"/>
                  </a:lnTo>
                  <a:lnTo>
                    <a:pt x="362" y="35"/>
                  </a:lnTo>
                  <a:lnTo>
                    <a:pt x="362" y="35"/>
                  </a:lnTo>
                  <a:lnTo>
                    <a:pt x="339" y="51"/>
                  </a:lnTo>
                  <a:lnTo>
                    <a:pt x="317" y="67"/>
                  </a:lnTo>
                  <a:lnTo>
                    <a:pt x="270" y="96"/>
                  </a:lnTo>
                  <a:lnTo>
                    <a:pt x="270" y="96"/>
                  </a:lnTo>
                  <a:lnTo>
                    <a:pt x="240" y="115"/>
                  </a:lnTo>
                  <a:lnTo>
                    <a:pt x="210" y="135"/>
                  </a:lnTo>
                  <a:lnTo>
                    <a:pt x="180" y="157"/>
                  </a:lnTo>
                  <a:lnTo>
                    <a:pt x="151" y="179"/>
                  </a:lnTo>
                  <a:lnTo>
                    <a:pt x="151" y="179"/>
                  </a:lnTo>
                  <a:lnTo>
                    <a:pt x="131" y="198"/>
                  </a:lnTo>
                  <a:lnTo>
                    <a:pt x="109" y="218"/>
                  </a:lnTo>
                  <a:lnTo>
                    <a:pt x="88" y="239"/>
                  </a:lnTo>
                  <a:lnTo>
                    <a:pt x="78" y="252"/>
                  </a:lnTo>
                  <a:lnTo>
                    <a:pt x="69" y="264"/>
                  </a:lnTo>
                  <a:lnTo>
                    <a:pt x="69" y="264"/>
                  </a:lnTo>
                  <a:lnTo>
                    <a:pt x="59" y="277"/>
                  </a:lnTo>
                  <a:lnTo>
                    <a:pt x="47" y="290"/>
                  </a:lnTo>
                  <a:lnTo>
                    <a:pt x="42" y="295"/>
                  </a:lnTo>
                  <a:lnTo>
                    <a:pt x="35" y="300"/>
                  </a:lnTo>
                  <a:lnTo>
                    <a:pt x="29" y="304"/>
                  </a:lnTo>
                  <a:lnTo>
                    <a:pt x="21" y="306"/>
                  </a:lnTo>
                  <a:lnTo>
                    <a:pt x="21" y="306"/>
                  </a:lnTo>
                  <a:lnTo>
                    <a:pt x="15" y="307"/>
                  </a:lnTo>
                  <a:lnTo>
                    <a:pt x="15" y="307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92" name="Freeform 208"/>
            <p:cNvSpPr/>
            <p:nvPr>
              <p:custDataLst>
                <p:tags r:id="rId46"/>
              </p:custDataLst>
            </p:nvPr>
          </p:nvSpPr>
          <p:spPr bwMode="auto">
            <a:xfrm>
              <a:off x="4284663" y="2282825"/>
              <a:ext cx="195263" cy="171450"/>
            </a:xfrm>
            <a:custGeom>
              <a:avLst/>
              <a:gdLst/>
              <a:ahLst/>
              <a:cxnLst>
                <a:cxn ang="0">
                  <a:pos x="15" y="323"/>
                </a:cxn>
                <a:cxn ang="0">
                  <a:pos x="6" y="319"/>
                </a:cxn>
                <a:cxn ang="0">
                  <a:pos x="1" y="309"/>
                </a:cxn>
                <a:cxn ang="0">
                  <a:pos x="0" y="306"/>
                </a:cxn>
                <a:cxn ang="0">
                  <a:pos x="0" y="297"/>
                </a:cxn>
                <a:cxn ang="0">
                  <a:pos x="4" y="290"/>
                </a:cxn>
                <a:cxn ang="0">
                  <a:pos x="7" y="287"/>
                </a:cxn>
                <a:cxn ang="0">
                  <a:pos x="15" y="277"/>
                </a:cxn>
                <a:cxn ang="0">
                  <a:pos x="20" y="266"/>
                </a:cxn>
                <a:cxn ang="0">
                  <a:pos x="29" y="253"/>
                </a:cxn>
                <a:cxn ang="0">
                  <a:pos x="48" y="230"/>
                </a:cxn>
                <a:cxn ang="0">
                  <a:pos x="68" y="211"/>
                </a:cxn>
                <a:cxn ang="0">
                  <a:pos x="94" y="190"/>
                </a:cxn>
                <a:cxn ang="0">
                  <a:pos x="126" y="162"/>
                </a:cxn>
                <a:cxn ang="0">
                  <a:pos x="159" y="135"/>
                </a:cxn>
                <a:cxn ang="0">
                  <a:pos x="187" y="111"/>
                </a:cxn>
                <a:cxn ang="0">
                  <a:pos x="236" y="73"/>
                </a:cxn>
                <a:cxn ang="0">
                  <a:pos x="254" y="61"/>
                </a:cxn>
                <a:cxn ang="0">
                  <a:pos x="311" y="23"/>
                </a:cxn>
                <a:cxn ang="0">
                  <a:pos x="344" y="3"/>
                </a:cxn>
                <a:cxn ang="0">
                  <a:pos x="348" y="1"/>
                </a:cxn>
                <a:cxn ang="0">
                  <a:pos x="352" y="0"/>
                </a:cxn>
                <a:cxn ang="0">
                  <a:pos x="358" y="2"/>
                </a:cxn>
                <a:cxn ang="0">
                  <a:pos x="366" y="9"/>
                </a:cxn>
                <a:cxn ang="0">
                  <a:pos x="368" y="14"/>
                </a:cxn>
                <a:cxn ang="0">
                  <a:pos x="369" y="22"/>
                </a:cxn>
                <a:cxn ang="0">
                  <a:pos x="366" y="29"/>
                </a:cxn>
                <a:cxn ang="0">
                  <a:pos x="361" y="35"/>
                </a:cxn>
                <a:cxn ang="0">
                  <a:pos x="325" y="57"/>
                </a:cxn>
                <a:cxn ang="0">
                  <a:pos x="271" y="92"/>
                </a:cxn>
                <a:cxn ang="0">
                  <a:pos x="250" y="107"/>
                </a:cxn>
                <a:cxn ang="0">
                  <a:pos x="190" y="157"/>
                </a:cxn>
                <a:cxn ang="0">
                  <a:pos x="164" y="179"/>
                </a:cxn>
                <a:cxn ang="0">
                  <a:pos x="134" y="203"/>
                </a:cxn>
                <a:cxn ang="0">
                  <a:pos x="102" y="229"/>
                </a:cxn>
                <a:cxn ang="0">
                  <a:pos x="72" y="258"/>
                </a:cxn>
                <a:cxn ang="0">
                  <a:pos x="66" y="264"/>
                </a:cxn>
                <a:cxn ang="0">
                  <a:pos x="51" y="286"/>
                </a:cxn>
                <a:cxn ang="0">
                  <a:pos x="46" y="295"/>
                </a:cxn>
                <a:cxn ang="0">
                  <a:pos x="33" y="312"/>
                </a:cxn>
                <a:cxn ang="0">
                  <a:pos x="24" y="319"/>
                </a:cxn>
                <a:cxn ang="0">
                  <a:pos x="15" y="323"/>
                </a:cxn>
              </a:cxnLst>
              <a:rect l="0" t="0" r="r" b="b"/>
              <a:pathLst>
                <a:path w="369" h="323">
                  <a:moveTo>
                    <a:pt x="15" y="323"/>
                  </a:moveTo>
                  <a:lnTo>
                    <a:pt x="15" y="323"/>
                  </a:lnTo>
                  <a:lnTo>
                    <a:pt x="10" y="322"/>
                  </a:lnTo>
                  <a:lnTo>
                    <a:pt x="6" y="319"/>
                  </a:lnTo>
                  <a:lnTo>
                    <a:pt x="3" y="315"/>
                  </a:lnTo>
                  <a:lnTo>
                    <a:pt x="1" y="309"/>
                  </a:lnTo>
                  <a:lnTo>
                    <a:pt x="1" y="309"/>
                  </a:lnTo>
                  <a:lnTo>
                    <a:pt x="0" y="306"/>
                  </a:lnTo>
                  <a:lnTo>
                    <a:pt x="0" y="300"/>
                  </a:lnTo>
                  <a:lnTo>
                    <a:pt x="0" y="297"/>
                  </a:lnTo>
                  <a:lnTo>
                    <a:pt x="2" y="294"/>
                  </a:lnTo>
                  <a:lnTo>
                    <a:pt x="4" y="290"/>
                  </a:lnTo>
                  <a:lnTo>
                    <a:pt x="7" y="287"/>
                  </a:lnTo>
                  <a:lnTo>
                    <a:pt x="7" y="287"/>
                  </a:lnTo>
                  <a:lnTo>
                    <a:pt x="11" y="283"/>
                  </a:lnTo>
                  <a:lnTo>
                    <a:pt x="15" y="277"/>
                  </a:lnTo>
                  <a:lnTo>
                    <a:pt x="20" y="266"/>
                  </a:lnTo>
                  <a:lnTo>
                    <a:pt x="20" y="266"/>
                  </a:lnTo>
                  <a:lnTo>
                    <a:pt x="24" y="259"/>
                  </a:lnTo>
                  <a:lnTo>
                    <a:pt x="29" y="253"/>
                  </a:lnTo>
                  <a:lnTo>
                    <a:pt x="29" y="253"/>
                  </a:lnTo>
                  <a:lnTo>
                    <a:pt x="48" y="230"/>
                  </a:lnTo>
                  <a:lnTo>
                    <a:pt x="59" y="221"/>
                  </a:lnTo>
                  <a:lnTo>
                    <a:pt x="68" y="211"/>
                  </a:lnTo>
                  <a:lnTo>
                    <a:pt x="68" y="211"/>
                  </a:lnTo>
                  <a:lnTo>
                    <a:pt x="94" y="190"/>
                  </a:lnTo>
                  <a:lnTo>
                    <a:pt x="94" y="190"/>
                  </a:lnTo>
                  <a:lnTo>
                    <a:pt x="126" y="162"/>
                  </a:lnTo>
                  <a:lnTo>
                    <a:pt x="159" y="135"/>
                  </a:lnTo>
                  <a:lnTo>
                    <a:pt x="159" y="135"/>
                  </a:lnTo>
                  <a:lnTo>
                    <a:pt x="187" y="111"/>
                  </a:lnTo>
                  <a:lnTo>
                    <a:pt x="187" y="111"/>
                  </a:lnTo>
                  <a:lnTo>
                    <a:pt x="220" y="85"/>
                  </a:lnTo>
                  <a:lnTo>
                    <a:pt x="236" y="73"/>
                  </a:lnTo>
                  <a:lnTo>
                    <a:pt x="254" y="61"/>
                  </a:lnTo>
                  <a:lnTo>
                    <a:pt x="254" y="61"/>
                  </a:lnTo>
                  <a:lnTo>
                    <a:pt x="282" y="41"/>
                  </a:lnTo>
                  <a:lnTo>
                    <a:pt x="311" y="23"/>
                  </a:lnTo>
                  <a:lnTo>
                    <a:pt x="311" y="23"/>
                  </a:lnTo>
                  <a:lnTo>
                    <a:pt x="344" y="3"/>
                  </a:lnTo>
                  <a:lnTo>
                    <a:pt x="344" y="3"/>
                  </a:lnTo>
                  <a:lnTo>
                    <a:pt x="348" y="1"/>
                  </a:lnTo>
                  <a:lnTo>
                    <a:pt x="352" y="0"/>
                  </a:lnTo>
                  <a:lnTo>
                    <a:pt x="352" y="0"/>
                  </a:lnTo>
                  <a:lnTo>
                    <a:pt x="355" y="1"/>
                  </a:lnTo>
                  <a:lnTo>
                    <a:pt x="358" y="2"/>
                  </a:lnTo>
                  <a:lnTo>
                    <a:pt x="363" y="5"/>
                  </a:lnTo>
                  <a:lnTo>
                    <a:pt x="366" y="9"/>
                  </a:lnTo>
                  <a:lnTo>
                    <a:pt x="368" y="14"/>
                  </a:lnTo>
                  <a:lnTo>
                    <a:pt x="368" y="14"/>
                  </a:lnTo>
                  <a:lnTo>
                    <a:pt x="369" y="17"/>
                  </a:lnTo>
                  <a:lnTo>
                    <a:pt x="369" y="22"/>
                  </a:lnTo>
                  <a:lnTo>
                    <a:pt x="368" y="25"/>
                  </a:lnTo>
                  <a:lnTo>
                    <a:pt x="366" y="29"/>
                  </a:lnTo>
                  <a:lnTo>
                    <a:pt x="364" y="32"/>
                  </a:lnTo>
                  <a:lnTo>
                    <a:pt x="361" y="35"/>
                  </a:lnTo>
                  <a:lnTo>
                    <a:pt x="361" y="35"/>
                  </a:lnTo>
                  <a:lnTo>
                    <a:pt x="325" y="57"/>
                  </a:lnTo>
                  <a:lnTo>
                    <a:pt x="325" y="57"/>
                  </a:lnTo>
                  <a:lnTo>
                    <a:pt x="271" y="92"/>
                  </a:lnTo>
                  <a:lnTo>
                    <a:pt x="271" y="92"/>
                  </a:lnTo>
                  <a:lnTo>
                    <a:pt x="250" y="107"/>
                  </a:lnTo>
                  <a:lnTo>
                    <a:pt x="229" y="123"/>
                  </a:lnTo>
                  <a:lnTo>
                    <a:pt x="190" y="157"/>
                  </a:lnTo>
                  <a:lnTo>
                    <a:pt x="190" y="157"/>
                  </a:lnTo>
                  <a:lnTo>
                    <a:pt x="164" y="179"/>
                  </a:lnTo>
                  <a:lnTo>
                    <a:pt x="164" y="179"/>
                  </a:lnTo>
                  <a:lnTo>
                    <a:pt x="134" y="203"/>
                  </a:lnTo>
                  <a:lnTo>
                    <a:pt x="134" y="203"/>
                  </a:lnTo>
                  <a:lnTo>
                    <a:pt x="102" y="229"/>
                  </a:lnTo>
                  <a:lnTo>
                    <a:pt x="86" y="242"/>
                  </a:lnTo>
                  <a:lnTo>
                    <a:pt x="72" y="258"/>
                  </a:lnTo>
                  <a:lnTo>
                    <a:pt x="72" y="258"/>
                  </a:lnTo>
                  <a:lnTo>
                    <a:pt x="66" y="264"/>
                  </a:lnTo>
                  <a:lnTo>
                    <a:pt x="61" y="271"/>
                  </a:lnTo>
                  <a:lnTo>
                    <a:pt x="51" y="286"/>
                  </a:lnTo>
                  <a:lnTo>
                    <a:pt x="51" y="286"/>
                  </a:lnTo>
                  <a:lnTo>
                    <a:pt x="46" y="295"/>
                  </a:lnTo>
                  <a:lnTo>
                    <a:pt x="40" y="303"/>
                  </a:lnTo>
                  <a:lnTo>
                    <a:pt x="33" y="312"/>
                  </a:lnTo>
                  <a:lnTo>
                    <a:pt x="24" y="319"/>
                  </a:lnTo>
                  <a:lnTo>
                    <a:pt x="24" y="319"/>
                  </a:lnTo>
                  <a:lnTo>
                    <a:pt x="19" y="322"/>
                  </a:lnTo>
                  <a:lnTo>
                    <a:pt x="15" y="323"/>
                  </a:lnTo>
                  <a:lnTo>
                    <a:pt x="15" y="32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93" name="Freeform 209"/>
            <p:cNvSpPr/>
            <p:nvPr>
              <p:custDataLst>
                <p:tags r:id="rId47"/>
              </p:custDataLst>
            </p:nvPr>
          </p:nvSpPr>
          <p:spPr bwMode="auto">
            <a:xfrm>
              <a:off x="4446588" y="2346325"/>
              <a:ext cx="285750" cy="307975"/>
            </a:xfrm>
            <a:custGeom>
              <a:avLst/>
              <a:gdLst/>
              <a:ahLst/>
              <a:cxnLst>
                <a:cxn ang="0">
                  <a:pos x="524" y="583"/>
                </a:cxn>
                <a:cxn ang="0">
                  <a:pos x="515" y="580"/>
                </a:cxn>
                <a:cxn ang="0">
                  <a:pos x="501" y="571"/>
                </a:cxn>
                <a:cxn ang="0">
                  <a:pos x="476" y="549"/>
                </a:cxn>
                <a:cxn ang="0">
                  <a:pos x="437" y="513"/>
                </a:cxn>
                <a:cxn ang="0">
                  <a:pos x="414" y="488"/>
                </a:cxn>
                <a:cxn ang="0">
                  <a:pos x="388" y="460"/>
                </a:cxn>
                <a:cxn ang="0">
                  <a:pos x="339" y="409"/>
                </a:cxn>
                <a:cxn ang="0">
                  <a:pos x="300" y="361"/>
                </a:cxn>
                <a:cxn ang="0">
                  <a:pos x="288" y="344"/>
                </a:cxn>
                <a:cxn ang="0">
                  <a:pos x="246" y="293"/>
                </a:cxn>
                <a:cxn ang="0">
                  <a:pos x="202" y="245"/>
                </a:cxn>
                <a:cxn ang="0">
                  <a:pos x="167" y="208"/>
                </a:cxn>
                <a:cxn ang="0">
                  <a:pos x="134" y="170"/>
                </a:cxn>
                <a:cxn ang="0">
                  <a:pos x="121" y="153"/>
                </a:cxn>
                <a:cxn ang="0">
                  <a:pos x="95" y="121"/>
                </a:cxn>
                <a:cxn ang="0">
                  <a:pos x="54" y="76"/>
                </a:cxn>
                <a:cxn ang="0">
                  <a:pos x="24" y="48"/>
                </a:cxn>
                <a:cxn ang="0">
                  <a:pos x="8" y="36"/>
                </a:cxn>
                <a:cxn ang="0">
                  <a:pos x="3" y="29"/>
                </a:cxn>
                <a:cxn ang="0">
                  <a:pos x="0" y="22"/>
                </a:cxn>
                <a:cxn ang="0">
                  <a:pos x="1" y="13"/>
                </a:cxn>
                <a:cxn ang="0">
                  <a:pos x="4" y="8"/>
                </a:cxn>
                <a:cxn ang="0">
                  <a:pos x="12" y="1"/>
                </a:cxn>
                <a:cxn ang="0">
                  <a:pos x="16" y="0"/>
                </a:cxn>
                <a:cxn ang="0">
                  <a:pos x="25" y="3"/>
                </a:cxn>
                <a:cxn ang="0">
                  <a:pos x="41" y="15"/>
                </a:cxn>
                <a:cxn ang="0">
                  <a:pos x="70" y="41"/>
                </a:cxn>
                <a:cxn ang="0">
                  <a:pos x="110" y="84"/>
                </a:cxn>
                <a:cxn ang="0">
                  <a:pos x="136" y="115"/>
                </a:cxn>
                <a:cxn ang="0">
                  <a:pos x="206" y="198"/>
                </a:cxn>
                <a:cxn ang="0">
                  <a:pos x="290" y="291"/>
                </a:cxn>
                <a:cxn ang="0">
                  <a:pos x="303" y="306"/>
                </a:cxn>
                <a:cxn ang="0">
                  <a:pos x="341" y="353"/>
                </a:cxn>
                <a:cxn ang="0">
                  <a:pos x="371" y="390"/>
                </a:cxn>
                <a:cxn ang="0">
                  <a:pos x="403" y="425"/>
                </a:cxn>
                <a:cxn ang="0">
                  <a:pos x="433" y="457"/>
                </a:cxn>
                <a:cxn ang="0">
                  <a:pos x="457" y="482"/>
                </a:cxn>
                <a:cxn ang="0">
                  <a:pos x="493" y="518"/>
                </a:cxn>
                <a:cxn ang="0">
                  <a:pos x="519" y="540"/>
                </a:cxn>
                <a:cxn ang="0">
                  <a:pos x="532" y="549"/>
                </a:cxn>
                <a:cxn ang="0">
                  <a:pos x="539" y="554"/>
                </a:cxn>
                <a:cxn ang="0">
                  <a:pos x="541" y="560"/>
                </a:cxn>
                <a:cxn ang="0">
                  <a:pos x="541" y="570"/>
                </a:cxn>
                <a:cxn ang="0">
                  <a:pos x="539" y="575"/>
                </a:cxn>
                <a:cxn ang="0">
                  <a:pos x="530" y="582"/>
                </a:cxn>
                <a:cxn ang="0">
                  <a:pos x="524" y="583"/>
                </a:cxn>
              </a:cxnLst>
              <a:rect l="0" t="0" r="r" b="b"/>
              <a:pathLst>
                <a:path w="541" h="583">
                  <a:moveTo>
                    <a:pt x="524" y="583"/>
                  </a:moveTo>
                  <a:lnTo>
                    <a:pt x="524" y="583"/>
                  </a:lnTo>
                  <a:lnTo>
                    <a:pt x="520" y="582"/>
                  </a:lnTo>
                  <a:lnTo>
                    <a:pt x="515" y="580"/>
                  </a:lnTo>
                  <a:lnTo>
                    <a:pt x="515" y="580"/>
                  </a:lnTo>
                  <a:lnTo>
                    <a:pt x="501" y="571"/>
                  </a:lnTo>
                  <a:lnTo>
                    <a:pt x="488" y="560"/>
                  </a:lnTo>
                  <a:lnTo>
                    <a:pt x="476" y="549"/>
                  </a:lnTo>
                  <a:lnTo>
                    <a:pt x="462" y="538"/>
                  </a:lnTo>
                  <a:lnTo>
                    <a:pt x="437" y="513"/>
                  </a:lnTo>
                  <a:lnTo>
                    <a:pt x="414" y="488"/>
                  </a:lnTo>
                  <a:lnTo>
                    <a:pt x="414" y="488"/>
                  </a:lnTo>
                  <a:lnTo>
                    <a:pt x="388" y="460"/>
                  </a:lnTo>
                  <a:lnTo>
                    <a:pt x="388" y="460"/>
                  </a:lnTo>
                  <a:lnTo>
                    <a:pt x="365" y="437"/>
                  </a:lnTo>
                  <a:lnTo>
                    <a:pt x="339" y="409"/>
                  </a:lnTo>
                  <a:lnTo>
                    <a:pt x="313" y="377"/>
                  </a:lnTo>
                  <a:lnTo>
                    <a:pt x="300" y="361"/>
                  </a:lnTo>
                  <a:lnTo>
                    <a:pt x="288" y="344"/>
                  </a:lnTo>
                  <a:lnTo>
                    <a:pt x="288" y="344"/>
                  </a:lnTo>
                  <a:lnTo>
                    <a:pt x="268" y="319"/>
                  </a:lnTo>
                  <a:lnTo>
                    <a:pt x="246" y="293"/>
                  </a:lnTo>
                  <a:lnTo>
                    <a:pt x="224" y="269"/>
                  </a:lnTo>
                  <a:lnTo>
                    <a:pt x="202" y="245"/>
                  </a:lnTo>
                  <a:lnTo>
                    <a:pt x="202" y="245"/>
                  </a:lnTo>
                  <a:lnTo>
                    <a:pt x="167" y="208"/>
                  </a:lnTo>
                  <a:lnTo>
                    <a:pt x="150" y="189"/>
                  </a:lnTo>
                  <a:lnTo>
                    <a:pt x="134" y="170"/>
                  </a:lnTo>
                  <a:lnTo>
                    <a:pt x="134" y="170"/>
                  </a:lnTo>
                  <a:lnTo>
                    <a:pt x="121" y="153"/>
                  </a:lnTo>
                  <a:lnTo>
                    <a:pt x="121" y="153"/>
                  </a:lnTo>
                  <a:lnTo>
                    <a:pt x="95" y="121"/>
                  </a:lnTo>
                  <a:lnTo>
                    <a:pt x="69" y="90"/>
                  </a:lnTo>
                  <a:lnTo>
                    <a:pt x="54" y="76"/>
                  </a:lnTo>
                  <a:lnTo>
                    <a:pt x="40" y="61"/>
                  </a:lnTo>
                  <a:lnTo>
                    <a:pt x="24" y="48"/>
                  </a:lnTo>
                  <a:lnTo>
                    <a:pt x="8" y="36"/>
                  </a:lnTo>
                  <a:lnTo>
                    <a:pt x="8" y="36"/>
                  </a:lnTo>
                  <a:lnTo>
                    <a:pt x="5" y="32"/>
                  </a:lnTo>
                  <a:lnTo>
                    <a:pt x="3" y="29"/>
                  </a:lnTo>
                  <a:lnTo>
                    <a:pt x="0" y="25"/>
                  </a:lnTo>
                  <a:lnTo>
                    <a:pt x="0" y="22"/>
                  </a:lnTo>
                  <a:lnTo>
                    <a:pt x="0" y="17"/>
                  </a:lnTo>
                  <a:lnTo>
                    <a:pt x="1" y="13"/>
                  </a:lnTo>
                  <a:lnTo>
                    <a:pt x="1" y="13"/>
                  </a:lnTo>
                  <a:lnTo>
                    <a:pt x="4" y="8"/>
                  </a:lnTo>
                  <a:lnTo>
                    <a:pt x="7" y="3"/>
                  </a:lnTo>
                  <a:lnTo>
                    <a:pt x="12" y="1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21" y="0"/>
                  </a:lnTo>
                  <a:lnTo>
                    <a:pt x="25" y="3"/>
                  </a:lnTo>
                  <a:lnTo>
                    <a:pt x="25" y="3"/>
                  </a:lnTo>
                  <a:lnTo>
                    <a:pt x="41" y="15"/>
                  </a:lnTo>
                  <a:lnTo>
                    <a:pt x="55" y="28"/>
                  </a:lnTo>
                  <a:lnTo>
                    <a:pt x="70" y="41"/>
                  </a:lnTo>
                  <a:lnTo>
                    <a:pt x="83" y="55"/>
                  </a:lnTo>
                  <a:lnTo>
                    <a:pt x="110" y="84"/>
                  </a:lnTo>
                  <a:lnTo>
                    <a:pt x="136" y="115"/>
                  </a:lnTo>
                  <a:lnTo>
                    <a:pt x="136" y="115"/>
                  </a:lnTo>
                  <a:lnTo>
                    <a:pt x="170" y="156"/>
                  </a:lnTo>
                  <a:lnTo>
                    <a:pt x="206" y="198"/>
                  </a:lnTo>
                  <a:lnTo>
                    <a:pt x="246" y="242"/>
                  </a:lnTo>
                  <a:lnTo>
                    <a:pt x="290" y="291"/>
                  </a:lnTo>
                  <a:lnTo>
                    <a:pt x="290" y="291"/>
                  </a:lnTo>
                  <a:lnTo>
                    <a:pt x="303" y="306"/>
                  </a:lnTo>
                  <a:lnTo>
                    <a:pt x="317" y="322"/>
                  </a:lnTo>
                  <a:lnTo>
                    <a:pt x="341" y="353"/>
                  </a:lnTo>
                  <a:lnTo>
                    <a:pt x="341" y="353"/>
                  </a:lnTo>
                  <a:lnTo>
                    <a:pt x="371" y="390"/>
                  </a:lnTo>
                  <a:lnTo>
                    <a:pt x="387" y="407"/>
                  </a:lnTo>
                  <a:lnTo>
                    <a:pt x="403" y="425"/>
                  </a:lnTo>
                  <a:lnTo>
                    <a:pt x="403" y="425"/>
                  </a:lnTo>
                  <a:lnTo>
                    <a:pt x="433" y="457"/>
                  </a:lnTo>
                  <a:lnTo>
                    <a:pt x="433" y="457"/>
                  </a:lnTo>
                  <a:lnTo>
                    <a:pt x="457" y="482"/>
                  </a:lnTo>
                  <a:lnTo>
                    <a:pt x="481" y="507"/>
                  </a:lnTo>
                  <a:lnTo>
                    <a:pt x="493" y="518"/>
                  </a:lnTo>
                  <a:lnTo>
                    <a:pt x="507" y="529"/>
                  </a:lnTo>
                  <a:lnTo>
                    <a:pt x="519" y="540"/>
                  </a:lnTo>
                  <a:lnTo>
                    <a:pt x="532" y="549"/>
                  </a:lnTo>
                  <a:lnTo>
                    <a:pt x="532" y="549"/>
                  </a:lnTo>
                  <a:lnTo>
                    <a:pt x="537" y="552"/>
                  </a:lnTo>
                  <a:lnTo>
                    <a:pt x="539" y="554"/>
                  </a:lnTo>
                  <a:lnTo>
                    <a:pt x="540" y="557"/>
                  </a:lnTo>
                  <a:lnTo>
                    <a:pt x="541" y="560"/>
                  </a:lnTo>
                  <a:lnTo>
                    <a:pt x="541" y="565"/>
                  </a:lnTo>
                  <a:lnTo>
                    <a:pt x="541" y="570"/>
                  </a:lnTo>
                  <a:lnTo>
                    <a:pt x="541" y="570"/>
                  </a:lnTo>
                  <a:lnTo>
                    <a:pt x="539" y="575"/>
                  </a:lnTo>
                  <a:lnTo>
                    <a:pt x="534" y="579"/>
                  </a:lnTo>
                  <a:lnTo>
                    <a:pt x="530" y="582"/>
                  </a:lnTo>
                  <a:lnTo>
                    <a:pt x="527" y="583"/>
                  </a:lnTo>
                  <a:lnTo>
                    <a:pt x="524" y="583"/>
                  </a:lnTo>
                  <a:lnTo>
                    <a:pt x="524" y="58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94" name="Freeform 210"/>
            <p:cNvSpPr/>
            <p:nvPr>
              <p:custDataLst>
                <p:tags r:id="rId48"/>
              </p:custDataLst>
            </p:nvPr>
          </p:nvSpPr>
          <p:spPr bwMode="auto">
            <a:xfrm>
              <a:off x="4349750" y="2435225"/>
              <a:ext cx="273050" cy="288925"/>
            </a:xfrm>
            <a:custGeom>
              <a:avLst/>
              <a:gdLst/>
              <a:ahLst/>
              <a:cxnLst>
                <a:cxn ang="0">
                  <a:pos x="493" y="546"/>
                </a:cxn>
                <a:cxn ang="0">
                  <a:pos x="481" y="537"/>
                </a:cxn>
                <a:cxn ang="0">
                  <a:pos x="475" y="524"/>
                </a:cxn>
                <a:cxn ang="0">
                  <a:pos x="457" y="505"/>
                </a:cxn>
                <a:cxn ang="0">
                  <a:pos x="444" y="490"/>
                </a:cxn>
                <a:cxn ang="0">
                  <a:pos x="436" y="479"/>
                </a:cxn>
                <a:cxn ang="0">
                  <a:pos x="411" y="452"/>
                </a:cxn>
                <a:cxn ang="0">
                  <a:pos x="402" y="443"/>
                </a:cxn>
                <a:cxn ang="0">
                  <a:pos x="387" y="420"/>
                </a:cxn>
                <a:cxn ang="0">
                  <a:pos x="376" y="410"/>
                </a:cxn>
                <a:cxn ang="0">
                  <a:pos x="345" y="378"/>
                </a:cxn>
                <a:cxn ang="0">
                  <a:pos x="321" y="352"/>
                </a:cxn>
                <a:cxn ang="0">
                  <a:pos x="280" y="313"/>
                </a:cxn>
                <a:cxn ang="0">
                  <a:pos x="252" y="285"/>
                </a:cxn>
                <a:cxn ang="0">
                  <a:pos x="151" y="183"/>
                </a:cxn>
                <a:cxn ang="0">
                  <a:pos x="106" y="136"/>
                </a:cxn>
                <a:cxn ang="0">
                  <a:pos x="64" y="92"/>
                </a:cxn>
                <a:cxn ang="0">
                  <a:pos x="33" y="58"/>
                </a:cxn>
                <a:cxn ang="0">
                  <a:pos x="13" y="39"/>
                </a:cxn>
                <a:cxn ang="0">
                  <a:pos x="3" y="26"/>
                </a:cxn>
                <a:cxn ang="0">
                  <a:pos x="0" y="14"/>
                </a:cxn>
                <a:cxn ang="0">
                  <a:pos x="5" y="6"/>
                </a:cxn>
                <a:cxn ang="0">
                  <a:pos x="19" y="0"/>
                </a:cxn>
                <a:cxn ang="0">
                  <a:pos x="26" y="2"/>
                </a:cxn>
                <a:cxn ang="0">
                  <a:pos x="34" y="8"/>
                </a:cxn>
                <a:cxn ang="0">
                  <a:pos x="72" y="47"/>
                </a:cxn>
                <a:cxn ang="0">
                  <a:pos x="94" y="67"/>
                </a:cxn>
                <a:cxn ang="0">
                  <a:pos x="151" y="133"/>
                </a:cxn>
                <a:cxn ang="0">
                  <a:pos x="191" y="176"/>
                </a:cxn>
                <a:cxn ang="0">
                  <a:pos x="275" y="260"/>
                </a:cxn>
                <a:cxn ang="0">
                  <a:pos x="311" y="293"/>
                </a:cxn>
                <a:cxn ang="0">
                  <a:pos x="364" y="343"/>
                </a:cxn>
                <a:cxn ang="0">
                  <a:pos x="407" y="387"/>
                </a:cxn>
                <a:cxn ang="0">
                  <a:pos x="423" y="411"/>
                </a:cxn>
                <a:cxn ang="0">
                  <a:pos x="440" y="429"/>
                </a:cxn>
                <a:cxn ang="0">
                  <a:pos x="452" y="440"/>
                </a:cxn>
                <a:cxn ang="0">
                  <a:pos x="460" y="452"/>
                </a:cxn>
                <a:cxn ang="0">
                  <a:pos x="481" y="478"/>
                </a:cxn>
                <a:cxn ang="0">
                  <a:pos x="496" y="493"/>
                </a:cxn>
                <a:cxn ang="0">
                  <a:pos x="508" y="510"/>
                </a:cxn>
                <a:cxn ang="0">
                  <a:pos x="512" y="513"/>
                </a:cxn>
                <a:cxn ang="0">
                  <a:pos x="515" y="524"/>
                </a:cxn>
                <a:cxn ang="0">
                  <a:pos x="515" y="533"/>
                </a:cxn>
                <a:cxn ang="0">
                  <a:pos x="510" y="542"/>
                </a:cxn>
                <a:cxn ang="0">
                  <a:pos x="499" y="546"/>
                </a:cxn>
              </a:cxnLst>
              <a:rect l="0" t="0" r="r" b="b"/>
              <a:pathLst>
                <a:path w="515" h="546">
                  <a:moveTo>
                    <a:pt x="499" y="546"/>
                  </a:moveTo>
                  <a:lnTo>
                    <a:pt x="499" y="546"/>
                  </a:lnTo>
                  <a:lnTo>
                    <a:pt x="493" y="546"/>
                  </a:lnTo>
                  <a:lnTo>
                    <a:pt x="488" y="543"/>
                  </a:lnTo>
                  <a:lnTo>
                    <a:pt x="483" y="540"/>
                  </a:lnTo>
                  <a:lnTo>
                    <a:pt x="481" y="537"/>
                  </a:lnTo>
                  <a:lnTo>
                    <a:pt x="480" y="534"/>
                  </a:lnTo>
                  <a:lnTo>
                    <a:pt x="480" y="534"/>
                  </a:lnTo>
                  <a:lnTo>
                    <a:pt x="475" y="524"/>
                  </a:lnTo>
                  <a:lnTo>
                    <a:pt x="470" y="517"/>
                  </a:lnTo>
                  <a:lnTo>
                    <a:pt x="463" y="511"/>
                  </a:lnTo>
                  <a:lnTo>
                    <a:pt x="457" y="505"/>
                  </a:lnTo>
                  <a:lnTo>
                    <a:pt x="457" y="505"/>
                  </a:lnTo>
                  <a:lnTo>
                    <a:pt x="450" y="498"/>
                  </a:lnTo>
                  <a:lnTo>
                    <a:pt x="444" y="490"/>
                  </a:lnTo>
                  <a:lnTo>
                    <a:pt x="444" y="490"/>
                  </a:lnTo>
                  <a:lnTo>
                    <a:pt x="436" y="479"/>
                  </a:lnTo>
                  <a:lnTo>
                    <a:pt x="436" y="479"/>
                  </a:lnTo>
                  <a:lnTo>
                    <a:pt x="425" y="466"/>
                  </a:lnTo>
                  <a:lnTo>
                    <a:pt x="419" y="458"/>
                  </a:lnTo>
                  <a:lnTo>
                    <a:pt x="411" y="452"/>
                  </a:lnTo>
                  <a:lnTo>
                    <a:pt x="411" y="452"/>
                  </a:lnTo>
                  <a:lnTo>
                    <a:pt x="407" y="448"/>
                  </a:lnTo>
                  <a:lnTo>
                    <a:pt x="402" y="443"/>
                  </a:lnTo>
                  <a:lnTo>
                    <a:pt x="395" y="433"/>
                  </a:lnTo>
                  <a:lnTo>
                    <a:pt x="395" y="433"/>
                  </a:lnTo>
                  <a:lnTo>
                    <a:pt x="387" y="420"/>
                  </a:lnTo>
                  <a:lnTo>
                    <a:pt x="382" y="415"/>
                  </a:lnTo>
                  <a:lnTo>
                    <a:pt x="376" y="410"/>
                  </a:lnTo>
                  <a:lnTo>
                    <a:pt x="376" y="410"/>
                  </a:lnTo>
                  <a:lnTo>
                    <a:pt x="367" y="404"/>
                  </a:lnTo>
                  <a:lnTo>
                    <a:pt x="360" y="395"/>
                  </a:lnTo>
                  <a:lnTo>
                    <a:pt x="345" y="378"/>
                  </a:lnTo>
                  <a:lnTo>
                    <a:pt x="345" y="378"/>
                  </a:lnTo>
                  <a:lnTo>
                    <a:pt x="333" y="364"/>
                  </a:lnTo>
                  <a:lnTo>
                    <a:pt x="321" y="352"/>
                  </a:lnTo>
                  <a:lnTo>
                    <a:pt x="321" y="352"/>
                  </a:lnTo>
                  <a:lnTo>
                    <a:pt x="299" y="332"/>
                  </a:lnTo>
                  <a:lnTo>
                    <a:pt x="280" y="313"/>
                  </a:lnTo>
                  <a:lnTo>
                    <a:pt x="280" y="313"/>
                  </a:lnTo>
                  <a:lnTo>
                    <a:pt x="252" y="285"/>
                  </a:lnTo>
                  <a:lnTo>
                    <a:pt x="252" y="285"/>
                  </a:lnTo>
                  <a:lnTo>
                    <a:pt x="225" y="260"/>
                  </a:lnTo>
                  <a:lnTo>
                    <a:pt x="200" y="234"/>
                  </a:lnTo>
                  <a:lnTo>
                    <a:pt x="151" y="183"/>
                  </a:lnTo>
                  <a:lnTo>
                    <a:pt x="151" y="183"/>
                  </a:lnTo>
                  <a:lnTo>
                    <a:pt x="106" y="136"/>
                  </a:lnTo>
                  <a:lnTo>
                    <a:pt x="106" y="136"/>
                  </a:lnTo>
                  <a:lnTo>
                    <a:pt x="87" y="116"/>
                  </a:lnTo>
                  <a:lnTo>
                    <a:pt x="87" y="116"/>
                  </a:lnTo>
                  <a:lnTo>
                    <a:pt x="64" y="92"/>
                  </a:lnTo>
                  <a:lnTo>
                    <a:pt x="40" y="66"/>
                  </a:lnTo>
                  <a:lnTo>
                    <a:pt x="40" y="66"/>
                  </a:lnTo>
                  <a:lnTo>
                    <a:pt x="33" y="58"/>
                  </a:lnTo>
                  <a:lnTo>
                    <a:pt x="24" y="50"/>
                  </a:lnTo>
                  <a:lnTo>
                    <a:pt x="24" y="50"/>
                  </a:lnTo>
                  <a:lnTo>
                    <a:pt x="13" y="39"/>
                  </a:lnTo>
                  <a:lnTo>
                    <a:pt x="8" y="33"/>
                  </a:lnTo>
                  <a:lnTo>
                    <a:pt x="3" y="26"/>
                  </a:lnTo>
                  <a:lnTo>
                    <a:pt x="3" y="26"/>
                  </a:lnTo>
                  <a:lnTo>
                    <a:pt x="1" y="22"/>
                  </a:lnTo>
                  <a:lnTo>
                    <a:pt x="0" y="18"/>
                  </a:lnTo>
                  <a:lnTo>
                    <a:pt x="0" y="14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5" y="6"/>
                  </a:lnTo>
                  <a:lnTo>
                    <a:pt x="9" y="3"/>
                  </a:lnTo>
                  <a:lnTo>
                    <a:pt x="14" y="1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22" y="1"/>
                  </a:lnTo>
                  <a:lnTo>
                    <a:pt x="26" y="2"/>
                  </a:lnTo>
                  <a:lnTo>
                    <a:pt x="31" y="4"/>
                  </a:lnTo>
                  <a:lnTo>
                    <a:pt x="34" y="8"/>
                  </a:lnTo>
                  <a:lnTo>
                    <a:pt x="34" y="8"/>
                  </a:lnTo>
                  <a:lnTo>
                    <a:pt x="42" y="18"/>
                  </a:lnTo>
                  <a:lnTo>
                    <a:pt x="51" y="29"/>
                  </a:lnTo>
                  <a:lnTo>
                    <a:pt x="72" y="47"/>
                  </a:lnTo>
                  <a:lnTo>
                    <a:pt x="72" y="47"/>
                  </a:lnTo>
                  <a:lnTo>
                    <a:pt x="83" y="57"/>
                  </a:lnTo>
                  <a:lnTo>
                    <a:pt x="94" y="67"/>
                  </a:lnTo>
                  <a:lnTo>
                    <a:pt x="94" y="67"/>
                  </a:lnTo>
                  <a:lnTo>
                    <a:pt x="124" y="100"/>
                  </a:lnTo>
                  <a:lnTo>
                    <a:pt x="151" y="133"/>
                  </a:lnTo>
                  <a:lnTo>
                    <a:pt x="164" y="146"/>
                  </a:lnTo>
                  <a:lnTo>
                    <a:pt x="164" y="146"/>
                  </a:lnTo>
                  <a:lnTo>
                    <a:pt x="191" y="176"/>
                  </a:lnTo>
                  <a:lnTo>
                    <a:pt x="219" y="205"/>
                  </a:lnTo>
                  <a:lnTo>
                    <a:pt x="247" y="232"/>
                  </a:lnTo>
                  <a:lnTo>
                    <a:pt x="275" y="260"/>
                  </a:lnTo>
                  <a:lnTo>
                    <a:pt x="275" y="260"/>
                  </a:lnTo>
                  <a:lnTo>
                    <a:pt x="311" y="293"/>
                  </a:lnTo>
                  <a:lnTo>
                    <a:pt x="311" y="293"/>
                  </a:lnTo>
                  <a:lnTo>
                    <a:pt x="342" y="321"/>
                  </a:lnTo>
                  <a:lnTo>
                    <a:pt x="342" y="321"/>
                  </a:lnTo>
                  <a:lnTo>
                    <a:pt x="364" y="343"/>
                  </a:lnTo>
                  <a:lnTo>
                    <a:pt x="386" y="363"/>
                  </a:lnTo>
                  <a:lnTo>
                    <a:pt x="396" y="375"/>
                  </a:lnTo>
                  <a:lnTo>
                    <a:pt x="407" y="387"/>
                  </a:lnTo>
                  <a:lnTo>
                    <a:pt x="415" y="398"/>
                  </a:lnTo>
                  <a:lnTo>
                    <a:pt x="423" y="411"/>
                  </a:lnTo>
                  <a:lnTo>
                    <a:pt x="423" y="411"/>
                  </a:lnTo>
                  <a:lnTo>
                    <a:pt x="426" y="416"/>
                  </a:lnTo>
                  <a:lnTo>
                    <a:pt x="430" y="421"/>
                  </a:lnTo>
                  <a:lnTo>
                    <a:pt x="440" y="429"/>
                  </a:lnTo>
                  <a:lnTo>
                    <a:pt x="440" y="429"/>
                  </a:lnTo>
                  <a:lnTo>
                    <a:pt x="446" y="435"/>
                  </a:lnTo>
                  <a:lnTo>
                    <a:pt x="452" y="440"/>
                  </a:lnTo>
                  <a:lnTo>
                    <a:pt x="452" y="440"/>
                  </a:lnTo>
                  <a:lnTo>
                    <a:pt x="460" y="452"/>
                  </a:lnTo>
                  <a:lnTo>
                    <a:pt x="460" y="452"/>
                  </a:lnTo>
                  <a:lnTo>
                    <a:pt x="470" y="466"/>
                  </a:lnTo>
                  <a:lnTo>
                    <a:pt x="475" y="472"/>
                  </a:lnTo>
                  <a:lnTo>
                    <a:pt x="481" y="478"/>
                  </a:lnTo>
                  <a:lnTo>
                    <a:pt x="481" y="478"/>
                  </a:lnTo>
                  <a:lnTo>
                    <a:pt x="489" y="486"/>
                  </a:lnTo>
                  <a:lnTo>
                    <a:pt x="496" y="493"/>
                  </a:lnTo>
                  <a:lnTo>
                    <a:pt x="502" y="501"/>
                  </a:lnTo>
                  <a:lnTo>
                    <a:pt x="507" y="509"/>
                  </a:lnTo>
                  <a:lnTo>
                    <a:pt x="508" y="510"/>
                  </a:lnTo>
                  <a:lnTo>
                    <a:pt x="509" y="511"/>
                  </a:lnTo>
                  <a:lnTo>
                    <a:pt x="509" y="511"/>
                  </a:lnTo>
                  <a:lnTo>
                    <a:pt x="512" y="513"/>
                  </a:lnTo>
                  <a:lnTo>
                    <a:pt x="514" y="516"/>
                  </a:lnTo>
                  <a:lnTo>
                    <a:pt x="515" y="520"/>
                  </a:lnTo>
                  <a:lnTo>
                    <a:pt x="515" y="524"/>
                  </a:lnTo>
                  <a:lnTo>
                    <a:pt x="515" y="530"/>
                  </a:lnTo>
                  <a:lnTo>
                    <a:pt x="515" y="530"/>
                  </a:lnTo>
                  <a:lnTo>
                    <a:pt x="515" y="533"/>
                  </a:lnTo>
                  <a:lnTo>
                    <a:pt x="514" y="537"/>
                  </a:lnTo>
                  <a:lnTo>
                    <a:pt x="513" y="540"/>
                  </a:lnTo>
                  <a:lnTo>
                    <a:pt x="510" y="542"/>
                  </a:lnTo>
                  <a:lnTo>
                    <a:pt x="510" y="542"/>
                  </a:lnTo>
                  <a:lnTo>
                    <a:pt x="506" y="545"/>
                  </a:lnTo>
                  <a:lnTo>
                    <a:pt x="499" y="546"/>
                  </a:lnTo>
                  <a:lnTo>
                    <a:pt x="499" y="546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95" name="Freeform 211"/>
            <p:cNvSpPr/>
            <p:nvPr>
              <p:custDataLst>
                <p:tags r:id="rId49"/>
              </p:custDataLst>
            </p:nvPr>
          </p:nvSpPr>
          <p:spPr bwMode="auto">
            <a:xfrm>
              <a:off x="4708525" y="2740025"/>
              <a:ext cx="77788" cy="74613"/>
            </a:xfrm>
            <a:custGeom>
              <a:avLst/>
              <a:gdLst/>
              <a:ahLst/>
              <a:cxnLst>
                <a:cxn ang="0">
                  <a:pos x="116" y="142"/>
                </a:cxn>
                <a:cxn ang="0">
                  <a:pos x="111" y="142"/>
                </a:cxn>
                <a:cxn ang="0">
                  <a:pos x="101" y="140"/>
                </a:cxn>
                <a:cxn ang="0">
                  <a:pos x="90" y="136"/>
                </a:cxn>
                <a:cxn ang="0">
                  <a:pos x="88" y="139"/>
                </a:cxn>
                <a:cxn ang="0">
                  <a:pos x="79" y="141"/>
                </a:cxn>
                <a:cxn ang="0">
                  <a:pos x="77" y="141"/>
                </a:cxn>
                <a:cxn ang="0">
                  <a:pos x="63" y="139"/>
                </a:cxn>
                <a:cxn ang="0">
                  <a:pos x="49" y="136"/>
                </a:cxn>
                <a:cxn ang="0">
                  <a:pos x="42" y="134"/>
                </a:cxn>
                <a:cxn ang="0">
                  <a:pos x="33" y="127"/>
                </a:cxn>
                <a:cxn ang="0">
                  <a:pos x="30" y="129"/>
                </a:cxn>
                <a:cxn ang="0">
                  <a:pos x="21" y="131"/>
                </a:cxn>
                <a:cxn ang="0">
                  <a:pos x="18" y="130"/>
                </a:cxn>
                <a:cxn ang="0">
                  <a:pos x="12" y="127"/>
                </a:cxn>
                <a:cxn ang="0">
                  <a:pos x="7" y="122"/>
                </a:cxn>
                <a:cxn ang="0">
                  <a:pos x="6" y="117"/>
                </a:cxn>
                <a:cxn ang="0">
                  <a:pos x="5" y="115"/>
                </a:cxn>
                <a:cxn ang="0">
                  <a:pos x="1" y="108"/>
                </a:cxn>
                <a:cxn ang="0">
                  <a:pos x="1" y="101"/>
                </a:cxn>
                <a:cxn ang="0">
                  <a:pos x="3" y="95"/>
                </a:cxn>
                <a:cxn ang="0">
                  <a:pos x="13" y="83"/>
                </a:cxn>
                <a:cxn ang="0">
                  <a:pos x="31" y="62"/>
                </a:cxn>
                <a:cxn ang="0">
                  <a:pos x="63" y="34"/>
                </a:cxn>
                <a:cxn ang="0">
                  <a:pos x="92" y="13"/>
                </a:cxn>
                <a:cxn ang="0">
                  <a:pos x="98" y="8"/>
                </a:cxn>
                <a:cxn ang="0">
                  <a:pos x="113" y="1"/>
                </a:cxn>
                <a:cxn ang="0">
                  <a:pos x="121" y="0"/>
                </a:cxn>
                <a:cxn ang="0">
                  <a:pos x="131" y="2"/>
                </a:cxn>
                <a:cxn ang="0">
                  <a:pos x="137" y="5"/>
                </a:cxn>
                <a:cxn ang="0">
                  <a:pos x="143" y="15"/>
                </a:cxn>
                <a:cxn ang="0">
                  <a:pos x="147" y="29"/>
                </a:cxn>
                <a:cxn ang="0">
                  <a:pos x="148" y="35"/>
                </a:cxn>
                <a:cxn ang="0">
                  <a:pos x="147" y="53"/>
                </a:cxn>
                <a:cxn ang="0">
                  <a:pos x="148" y="84"/>
                </a:cxn>
                <a:cxn ang="0">
                  <a:pos x="148" y="100"/>
                </a:cxn>
                <a:cxn ang="0">
                  <a:pos x="146" y="116"/>
                </a:cxn>
                <a:cxn ang="0">
                  <a:pos x="145" y="125"/>
                </a:cxn>
                <a:cxn ang="0">
                  <a:pos x="141" y="132"/>
                </a:cxn>
                <a:cxn ang="0">
                  <a:pos x="136" y="136"/>
                </a:cxn>
                <a:cxn ang="0">
                  <a:pos x="128" y="141"/>
                </a:cxn>
                <a:cxn ang="0">
                  <a:pos x="126" y="141"/>
                </a:cxn>
                <a:cxn ang="0">
                  <a:pos x="121" y="142"/>
                </a:cxn>
                <a:cxn ang="0">
                  <a:pos x="116" y="142"/>
                </a:cxn>
              </a:cxnLst>
              <a:rect l="0" t="0" r="r" b="b"/>
              <a:pathLst>
                <a:path w="148" h="142">
                  <a:moveTo>
                    <a:pt x="116" y="142"/>
                  </a:moveTo>
                  <a:lnTo>
                    <a:pt x="116" y="142"/>
                  </a:lnTo>
                  <a:lnTo>
                    <a:pt x="111" y="142"/>
                  </a:lnTo>
                  <a:lnTo>
                    <a:pt x="111" y="142"/>
                  </a:lnTo>
                  <a:lnTo>
                    <a:pt x="101" y="140"/>
                  </a:lnTo>
                  <a:lnTo>
                    <a:pt x="101" y="140"/>
                  </a:lnTo>
                  <a:lnTo>
                    <a:pt x="93" y="136"/>
                  </a:lnTo>
                  <a:lnTo>
                    <a:pt x="90" y="136"/>
                  </a:lnTo>
                  <a:lnTo>
                    <a:pt x="88" y="139"/>
                  </a:lnTo>
                  <a:lnTo>
                    <a:pt x="88" y="139"/>
                  </a:lnTo>
                  <a:lnTo>
                    <a:pt x="84" y="141"/>
                  </a:lnTo>
                  <a:lnTo>
                    <a:pt x="79" y="141"/>
                  </a:lnTo>
                  <a:lnTo>
                    <a:pt x="79" y="141"/>
                  </a:lnTo>
                  <a:lnTo>
                    <a:pt x="77" y="141"/>
                  </a:lnTo>
                  <a:lnTo>
                    <a:pt x="77" y="141"/>
                  </a:lnTo>
                  <a:lnTo>
                    <a:pt x="63" y="139"/>
                  </a:lnTo>
                  <a:lnTo>
                    <a:pt x="63" y="139"/>
                  </a:lnTo>
                  <a:lnTo>
                    <a:pt x="49" y="136"/>
                  </a:lnTo>
                  <a:lnTo>
                    <a:pt x="49" y="136"/>
                  </a:lnTo>
                  <a:lnTo>
                    <a:pt x="42" y="134"/>
                  </a:lnTo>
                  <a:lnTo>
                    <a:pt x="36" y="130"/>
                  </a:lnTo>
                  <a:lnTo>
                    <a:pt x="33" y="127"/>
                  </a:lnTo>
                  <a:lnTo>
                    <a:pt x="30" y="129"/>
                  </a:lnTo>
                  <a:lnTo>
                    <a:pt x="30" y="129"/>
                  </a:lnTo>
                  <a:lnTo>
                    <a:pt x="25" y="130"/>
                  </a:lnTo>
                  <a:lnTo>
                    <a:pt x="21" y="131"/>
                  </a:lnTo>
                  <a:lnTo>
                    <a:pt x="21" y="131"/>
                  </a:lnTo>
                  <a:lnTo>
                    <a:pt x="18" y="130"/>
                  </a:lnTo>
                  <a:lnTo>
                    <a:pt x="13" y="129"/>
                  </a:lnTo>
                  <a:lnTo>
                    <a:pt x="12" y="127"/>
                  </a:lnTo>
                  <a:lnTo>
                    <a:pt x="10" y="125"/>
                  </a:lnTo>
                  <a:lnTo>
                    <a:pt x="7" y="122"/>
                  </a:lnTo>
                  <a:lnTo>
                    <a:pt x="6" y="119"/>
                  </a:lnTo>
                  <a:lnTo>
                    <a:pt x="6" y="117"/>
                  </a:lnTo>
                  <a:lnTo>
                    <a:pt x="5" y="115"/>
                  </a:lnTo>
                  <a:lnTo>
                    <a:pt x="5" y="115"/>
                  </a:lnTo>
                  <a:lnTo>
                    <a:pt x="2" y="112"/>
                  </a:lnTo>
                  <a:lnTo>
                    <a:pt x="1" y="108"/>
                  </a:lnTo>
                  <a:lnTo>
                    <a:pt x="0" y="104"/>
                  </a:lnTo>
                  <a:lnTo>
                    <a:pt x="1" y="101"/>
                  </a:lnTo>
                  <a:lnTo>
                    <a:pt x="2" y="98"/>
                  </a:lnTo>
                  <a:lnTo>
                    <a:pt x="3" y="95"/>
                  </a:lnTo>
                  <a:lnTo>
                    <a:pt x="3" y="95"/>
                  </a:lnTo>
                  <a:lnTo>
                    <a:pt x="13" y="83"/>
                  </a:lnTo>
                  <a:lnTo>
                    <a:pt x="22" y="72"/>
                  </a:lnTo>
                  <a:lnTo>
                    <a:pt x="31" y="62"/>
                  </a:lnTo>
                  <a:lnTo>
                    <a:pt x="42" y="52"/>
                  </a:lnTo>
                  <a:lnTo>
                    <a:pt x="63" y="34"/>
                  </a:lnTo>
                  <a:lnTo>
                    <a:pt x="87" y="17"/>
                  </a:lnTo>
                  <a:lnTo>
                    <a:pt x="92" y="13"/>
                  </a:lnTo>
                  <a:lnTo>
                    <a:pt x="92" y="13"/>
                  </a:lnTo>
                  <a:lnTo>
                    <a:pt x="98" y="8"/>
                  </a:lnTo>
                  <a:lnTo>
                    <a:pt x="105" y="4"/>
                  </a:lnTo>
                  <a:lnTo>
                    <a:pt x="113" y="1"/>
                  </a:lnTo>
                  <a:lnTo>
                    <a:pt x="121" y="0"/>
                  </a:lnTo>
                  <a:lnTo>
                    <a:pt x="121" y="0"/>
                  </a:lnTo>
                  <a:lnTo>
                    <a:pt x="126" y="1"/>
                  </a:lnTo>
                  <a:lnTo>
                    <a:pt x="131" y="2"/>
                  </a:lnTo>
                  <a:lnTo>
                    <a:pt x="131" y="2"/>
                  </a:lnTo>
                  <a:lnTo>
                    <a:pt x="137" y="5"/>
                  </a:lnTo>
                  <a:lnTo>
                    <a:pt x="141" y="9"/>
                  </a:lnTo>
                  <a:lnTo>
                    <a:pt x="143" y="15"/>
                  </a:lnTo>
                  <a:lnTo>
                    <a:pt x="145" y="20"/>
                  </a:lnTo>
                  <a:lnTo>
                    <a:pt x="147" y="29"/>
                  </a:lnTo>
                  <a:lnTo>
                    <a:pt x="148" y="35"/>
                  </a:lnTo>
                  <a:lnTo>
                    <a:pt x="148" y="35"/>
                  </a:lnTo>
                  <a:lnTo>
                    <a:pt x="147" y="53"/>
                  </a:lnTo>
                  <a:lnTo>
                    <a:pt x="147" y="53"/>
                  </a:lnTo>
                  <a:lnTo>
                    <a:pt x="147" y="81"/>
                  </a:lnTo>
                  <a:lnTo>
                    <a:pt x="148" y="84"/>
                  </a:lnTo>
                  <a:lnTo>
                    <a:pt x="148" y="84"/>
                  </a:lnTo>
                  <a:lnTo>
                    <a:pt x="148" y="100"/>
                  </a:lnTo>
                  <a:lnTo>
                    <a:pt x="147" y="108"/>
                  </a:lnTo>
                  <a:lnTo>
                    <a:pt x="146" y="116"/>
                  </a:lnTo>
                  <a:lnTo>
                    <a:pt x="146" y="116"/>
                  </a:lnTo>
                  <a:lnTo>
                    <a:pt x="145" y="125"/>
                  </a:lnTo>
                  <a:lnTo>
                    <a:pt x="143" y="128"/>
                  </a:lnTo>
                  <a:lnTo>
                    <a:pt x="141" y="132"/>
                  </a:lnTo>
                  <a:lnTo>
                    <a:pt x="139" y="134"/>
                  </a:lnTo>
                  <a:lnTo>
                    <a:pt x="136" y="136"/>
                  </a:lnTo>
                  <a:lnTo>
                    <a:pt x="128" y="141"/>
                  </a:lnTo>
                  <a:lnTo>
                    <a:pt x="128" y="141"/>
                  </a:lnTo>
                  <a:lnTo>
                    <a:pt x="127" y="141"/>
                  </a:lnTo>
                  <a:lnTo>
                    <a:pt x="126" y="141"/>
                  </a:lnTo>
                  <a:lnTo>
                    <a:pt x="126" y="141"/>
                  </a:lnTo>
                  <a:lnTo>
                    <a:pt x="121" y="142"/>
                  </a:lnTo>
                  <a:lnTo>
                    <a:pt x="116" y="142"/>
                  </a:lnTo>
                  <a:lnTo>
                    <a:pt x="116" y="14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96" name="Freeform 212"/>
            <p:cNvSpPr/>
            <p:nvPr>
              <p:custDataLst>
                <p:tags r:id="rId50"/>
              </p:custDataLst>
            </p:nvPr>
          </p:nvSpPr>
          <p:spPr bwMode="auto">
            <a:xfrm>
              <a:off x="4197350" y="2182813"/>
              <a:ext cx="260350" cy="244475"/>
            </a:xfrm>
            <a:custGeom>
              <a:avLst/>
              <a:gdLst/>
              <a:ahLst/>
              <a:cxnLst>
                <a:cxn ang="0">
                  <a:pos x="106" y="462"/>
                </a:cxn>
                <a:cxn ang="0">
                  <a:pos x="96" y="455"/>
                </a:cxn>
                <a:cxn ang="0">
                  <a:pos x="94" y="452"/>
                </a:cxn>
                <a:cxn ang="0">
                  <a:pos x="85" y="442"/>
                </a:cxn>
                <a:cxn ang="0">
                  <a:pos x="76" y="430"/>
                </a:cxn>
                <a:cxn ang="0">
                  <a:pos x="53" y="411"/>
                </a:cxn>
                <a:cxn ang="0">
                  <a:pos x="35" y="386"/>
                </a:cxn>
                <a:cxn ang="0">
                  <a:pos x="15" y="339"/>
                </a:cxn>
                <a:cxn ang="0">
                  <a:pos x="5" y="299"/>
                </a:cxn>
                <a:cxn ang="0">
                  <a:pos x="0" y="253"/>
                </a:cxn>
                <a:cxn ang="0">
                  <a:pos x="3" y="202"/>
                </a:cxn>
                <a:cxn ang="0">
                  <a:pos x="8" y="172"/>
                </a:cxn>
                <a:cxn ang="0">
                  <a:pos x="24" y="124"/>
                </a:cxn>
                <a:cxn ang="0">
                  <a:pos x="48" y="85"/>
                </a:cxn>
                <a:cxn ang="0">
                  <a:pos x="68" y="64"/>
                </a:cxn>
                <a:cxn ang="0">
                  <a:pos x="124" y="25"/>
                </a:cxn>
                <a:cxn ang="0">
                  <a:pos x="193" y="4"/>
                </a:cxn>
                <a:cxn ang="0">
                  <a:pos x="241" y="0"/>
                </a:cxn>
                <a:cxn ang="0">
                  <a:pos x="298" y="5"/>
                </a:cxn>
                <a:cxn ang="0">
                  <a:pos x="352" y="20"/>
                </a:cxn>
                <a:cxn ang="0">
                  <a:pos x="401" y="44"/>
                </a:cxn>
                <a:cxn ang="0">
                  <a:pos x="445" y="76"/>
                </a:cxn>
                <a:cxn ang="0">
                  <a:pos x="480" y="115"/>
                </a:cxn>
                <a:cxn ang="0">
                  <a:pos x="492" y="135"/>
                </a:cxn>
                <a:cxn ang="0">
                  <a:pos x="491" y="146"/>
                </a:cxn>
                <a:cxn ang="0">
                  <a:pos x="483" y="153"/>
                </a:cxn>
                <a:cxn ang="0">
                  <a:pos x="473" y="157"/>
                </a:cxn>
                <a:cxn ang="0">
                  <a:pos x="465" y="154"/>
                </a:cxn>
                <a:cxn ang="0">
                  <a:pos x="458" y="147"/>
                </a:cxn>
                <a:cxn ang="0">
                  <a:pos x="429" y="112"/>
                </a:cxn>
                <a:cxn ang="0">
                  <a:pos x="395" y="85"/>
                </a:cxn>
                <a:cxn ang="0">
                  <a:pos x="356" y="65"/>
                </a:cxn>
                <a:cxn ang="0">
                  <a:pos x="289" y="42"/>
                </a:cxn>
                <a:cxn ang="0">
                  <a:pos x="247" y="34"/>
                </a:cxn>
                <a:cxn ang="0">
                  <a:pos x="219" y="34"/>
                </a:cxn>
                <a:cxn ang="0">
                  <a:pos x="182" y="40"/>
                </a:cxn>
                <a:cxn ang="0">
                  <a:pos x="144" y="53"/>
                </a:cxn>
                <a:cxn ang="0">
                  <a:pos x="109" y="74"/>
                </a:cxn>
                <a:cxn ang="0">
                  <a:pos x="80" y="100"/>
                </a:cxn>
                <a:cxn ang="0">
                  <a:pos x="59" y="133"/>
                </a:cxn>
                <a:cxn ang="0">
                  <a:pos x="48" y="163"/>
                </a:cxn>
                <a:cxn ang="0">
                  <a:pos x="39" y="210"/>
                </a:cxn>
                <a:cxn ang="0">
                  <a:pos x="38" y="259"/>
                </a:cxn>
                <a:cxn ang="0">
                  <a:pos x="45" y="304"/>
                </a:cxn>
                <a:cxn ang="0">
                  <a:pos x="60" y="348"/>
                </a:cxn>
                <a:cxn ang="0">
                  <a:pos x="76" y="373"/>
                </a:cxn>
                <a:cxn ang="0">
                  <a:pos x="101" y="402"/>
                </a:cxn>
                <a:cxn ang="0">
                  <a:pos x="122" y="429"/>
                </a:cxn>
                <a:cxn ang="0">
                  <a:pos x="125" y="431"/>
                </a:cxn>
                <a:cxn ang="0">
                  <a:pos x="131" y="446"/>
                </a:cxn>
                <a:cxn ang="0">
                  <a:pos x="129" y="455"/>
                </a:cxn>
                <a:cxn ang="0">
                  <a:pos x="121" y="462"/>
                </a:cxn>
                <a:cxn ang="0">
                  <a:pos x="110" y="463"/>
                </a:cxn>
              </a:cxnLst>
              <a:rect l="0" t="0" r="r" b="b"/>
              <a:pathLst>
                <a:path w="492" h="463">
                  <a:moveTo>
                    <a:pt x="110" y="463"/>
                  </a:moveTo>
                  <a:lnTo>
                    <a:pt x="110" y="463"/>
                  </a:lnTo>
                  <a:lnTo>
                    <a:pt x="106" y="462"/>
                  </a:lnTo>
                  <a:lnTo>
                    <a:pt x="102" y="461"/>
                  </a:lnTo>
                  <a:lnTo>
                    <a:pt x="98" y="458"/>
                  </a:lnTo>
                  <a:lnTo>
                    <a:pt x="96" y="455"/>
                  </a:lnTo>
                  <a:lnTo>
                    <a:pt x="96" y="455"/>
                  </a:lnTo>
                  <a:lnTo>
                    <a:pt x="94" y="453"/>
                  </a:lnTo>
                  <a:lnTo>
                    <a:pt x="94" y="452"/>
                  </a:lnTo>
                  <a:lnTo>
                    <a:pt x="91" y="450"/>
                  </a:lnTo>
                  <a:lnTo>
                    <a:pt x="91" y="450"/>
                  </a:lnTo>
                  <a:lnTo>
                    <a:pt x="85" y="442"/>
                  </a:lnTo>
                  <a:lnTo>
                    <a:pt x="85" y="442"/>
                  </a:lnTo>
                  <a:lnTo>
                    <a:pt x="80" y="435"/>
                  </a:lnTo>
                  <a:lnTo>
                    <a:pt x="76" y="430"/>
                  </a:lnTo>
                  <a:lnTo>
                    <a:pt x="65" y="421"/>
                  </a:lnTo>
                  <a:lnTo>
                    <a:pt x="65" y="421"/>
                  </a:lnTo>
                  <a:lnTo>
                    <a:pt x="53" y="411"/>
                  </a:lnTo>
                  <a:lnTo>
                    <a:pt x="53" y="411"/>
                  </a:lnTo>
                  <a:lnTo>
                    <a:pt x="44" y="399"/>
                  </a:lnTo>
                  <a:lnTo>
                    <a:pt x="35" y="386"/>
                  </a:lnTo>
                  <a:lnTo>
                    <a:pt x="27" y="370"/>
                  </a:lnTo>
                  <a:lnTo>
                    <a:pt x="21" y="355"/>
                  </a:lnTo>
                  <a:lnTo>
                    <a:pt x="15" y="339"/>
                  </a:lnTo>
                  <a:lnTo>
                    <a:pt x="11" y="325"/>
                  </a:lnTo>
                  <a:lnTo>
                    <a:pt x="5" y="299"/>
                  </a:lnTo>
                  <a:lnTo>
                    <a:pt x="5" y="299"/>
                  </a:lnTo>
                  <a:lnTo>
                    <a:pt x="3" y="285"/>
                  </a:lnTo>
                  <a:lnTo>
                    <a:pt x="0" y="269"/>
                  </a:lnTo>
                  <a:lnTo>
                    <a:pt x="0" y="253"/>
                  </a:lnTo>
                  <a:lnTo>
                    <a:pt x="0" y="235"/>
                  </a:lnTo>
                  <a:lnTo>
                    <a:pt x="0" y="218"/>
                  </a:lnTo>
                  <a:lnTo>
                    <a:pt x="3" y="202"/>
                  </a:lnTo>
                  <a:lnTo>
                    <a:pt x="5" y="186"/>
                  </a:lnTo>
                  <a:lnTo>
                    <a:pt x="8" y="172"/>
                  </a:lnTo>
                  <a:lnTo>
                    <a:pt x="8" y="172"/>
                  </a:lnTo>
                  <a:lnTo>
                    <a:pt x="13" y="154"/>
                  </a:lnTo>
                  <a:lnTo>
                    <a:pt x="18" y="139"/>
                  </a:lnTo>
                  <a:lnTo>
                    <a:pt x="24" y="124"/>
                  </a:lnTo>
                  <a:lnTo>
                    <a:pt x="31" y="110"/>
                  </a:lnTo>
                  <a:lnTo>
                    <a:pt x="39" y="98"/>
                  </a:lnTo>
                  <a:lnTo>
                    <a:pt x="48" y="85"/>
                  </a:lnTo>
                  <a:lnTo>
                    <a:pt x="57" y="74"/>
                  </a:lnTo>
                  <a:lnTo>
                    <a:pt x="68" y="64"/>
                  </a:lnTo>
                  <a:lnTo>
                    <a:pt x="68" y="64"/>
                  </a:lnTo>
                  <a:lnTo>
                    <a:pt x="85" y="49"/>
                  </a:lnTo>
                  <a:lnTo>
                    <a:pt x="105" y="36"/>
                  </a:lnTo>
                  <a:lnTo>
                    <a:pt x="124" y="25"/>
                  </a:lnTo>
                  <a:lnTo>
                    <a:pt x="146" y="16"/>
                  </a:lnTo>
                  <a:lnTo>
                    <a:pt x="169" y="9"/>
                  </a:lnTo>
                  <a:lnTo>
                    <a:pt x="193" y="4"/>
                  </a:lnTo>
                  <a:lnTo>
                    <a:pt x="216" y="1"/>
                  </a:lnTo>
                  <a:lnTo>
                    <a:pt x="241" y="0"/>
                  </a:lnTo>
                  <a:lnTo>
                    <a:pt x="241" y="0"/>
                  </a:lnTo>
                  <a:lnTo>
                    <a:pt x="260" y="1"/>
                  </a:lnTo>
                  <a:lnTo>
                    <a:pt x="279" y="2"/>
                  </a:lnTo>
                  <a:lnTo>
                    <a:pt x="298" y="5"/>
                  </a:lnTo>
                  <a:lnTo>
                    <a:pt x="316" y="9"/>
                  </a:lnTo>
                  <a:lnTo>
                    <a:pt x="334" y="14"/>
                  </a:lnTo>
                  <a:lnTo>
                    <a:pt x="352" y="20"/>
                  </a:lnTo>
                  <a:lnTo>
                    <a:pt x="368" y="27"/>
                  </a:lnTo>
                  <a:lnTo>
                    <a:pt x="385" y="35"/>
                  </a:lnTo>
                  <a:lnTo>
                    <a:pt x="401" y="44"/>
                  </a:lnTo>
                  <a:lnTo>
                    <a:pt x="416" y="54"/>
                  </a:lnTo>
                  <a:lnTo>
                    <a:pt x="430" y="65"/>
                  </a:lnTo>
                  <a:lnTo>
                    <a:pt x="445" y="76"/>
                  </a:lnTo>
                  <a:lnTo>
                    <a:pt x="457" y="88"/>
                  </a:lnTo>
                  <a:lnTo>
                    <a:pt x="469" y="102"/>
                  </a:lnTo>
                  <a:lnTo>
                    <a:pt x="480" y="115"/>
                  </a:lnTo>
                  <a:lnTo>
                    <a:pt x="490" y="130"/>
                  </a:lnTo>
                  <a:lnTo>
                    <a:pt x="490" y="130"/>
                  </a:lnTo>
                  <a:lnTo>
                    <a:pt x="492" y="135"/>
                  </a:lnTo>
                  <a:lnTo>
                    <a:pt x="492" y="139"/>
                  </a:lnTo>
                  <a:lnTo>
                    <a:pt x="492" y="143"/>
                  </a:lnTo>
                  <a:lnTo>
                    <a:pt x="491" y="146"/>
                  </a:lnTo>
                  <a:lnTo>
                    <a:pt x="491" y="146"/>
                  </a:lnTo>
                  <a:lnTo>
                    <a:pt x="487" y="150"/>
                  </a:lnTo>
                  <a:lnTo>
                    <a:pt x="483" y="153"/>
                  </a:lnTo>
                  <a:lnTo>
                    <a:pt x="478" y="155"/>
                  </a:lnTo>
                  <a:lnTo>
                    <a:pt x="473" y="157"/>
                  </a:lnTo>
                  <a:lnTo>
                    <a:pt x="473" y="157"/>
                  </a:lnTo>
                  <a:lnTo>
                    <a:pt x="473" y="157"/>
                  </a:lnTo>
                  <a:lnTo>
                    <a:pt x="469" y="155"/>
                  </a:lnTo>
                  <a:lnTo>
                    <a:pt x="465" y="154"/>
                  </a:lnTo>
                  <a:lnTo>
                    <a:pt x="462" y="151"/>
                  </a:lnTo>
                  <a:lnTo>
                    <a:pt x="458" y="147"/>
                  </a:lnTo>
                  <a:lnTo>
                    <a:pt x="458" y="147"/>
                  </a:lnTo>
                  <a:lnTo>
                    <a:pt x="450" y="135"/>
                  </a:lnTo>
                  <a:lnTo>
                    <a:pt x="439" y="123"/>
                  </a:lnTo>
                  <a:lnTo>
                    <a:pt x="429" y="112"/>
                  </a:lnTo>
                  <a:lnTo>
                    <a:pt x="419" y="102"/>
                  </a:lnTo>
                  <a:lnTo>
                    <a:pt x="407" y="94"/>
                  </a:lnTo>
                  <a:lnTo>
                    <a:pt x="395" y="85"/>
                  </a:lnTo>
                  <a:lnTo>
                    <a:pt x="383" y="77"/>
                  </a:lnTo>
                  <a:lnTo>
                    <a:pt x="369" y="71"/>
                  </a:lnTo>
                  <a:lnTo>
                    <a:pt x="356" y="65"/>
                  </a:lnTo>
                  <a:lnTo>
                    <a:pt x="342" y="59"/>
                  </a:lnTo>
                  <a:lnTo>
                    <a:pt x="316" y="50"/>
                  </a:lnTo>
                  <a:lnTo>
                    <a:pt x="289" y="42"/>
                  </a:lnTo>
                  <a:lnTo>
                    <a:pt x="263" y="36"/>
                  </a:lnTo>
                  <a:lnTo>
                    <a:pt x="263" y="36"/>
                  </a:lnTo>
                  <a:lnTo>
                    <a:pt x="247" y="34"/>
                  </a:lnTo>
                  <a:lnTo>
                    <a:pt x="232" y="33"/>
                  </a:lnTo>
                  <a:lnTo>
                    <a:pt x="232" y="33"/>
                  </a:lnTo>
                  <a:lnTo>
                    <a:pt x="219" y="34"/>
                  </a:lnTo>
                  <a:lnTo>
                    <a:pt x="207" y="35"/>
                  </a:lnTo>
                  <a:lnTo>
                    <a:pt x="195" y="37"/>
                  </a:lnTo>
                  <a:lnTo>
                    <a:pt x="182" y="40"/>
                  </a:lnTo>
                  <a:lnTo>
                    <a:pt x="169" y="44"/>
                  </a:lnTo>
                  <a:lnTo>
                    <a:pt x="156" y="48"/>
                  </a:lnTo>
                  <a:lnTo>
                    <a:pt x="144" y="53"/>
                  </a:lnTo>
                  <a:lnTo>
                    <a:pt x="133" y="59"/>
                  </a:lnTo>
                  <a:lnTo>
                    <a:pt x="120" y="66"/>
                  </a:lnTo>
                  <a:lnTo>
                    <a:pt x="109" y="74"/>
                  </a:lnTo>
                  <a:lnTo>
                    <a:pt x="99" y="82"/>
                  </a:lnTo>
                  <a:lnTo>
                    <a:pt x="89" y="90"/>
                  </a:lnTo>
                  <a:lnTo>
                    <a:pt x="80" y="100"/>
                  </a:lnTo>
                  <a:lnTo>
                    <a:pt x="72" y="110"/>
                  </a:lnTo>
                  <a:lnTo>
                    <a:pt x="66" y="121"/>
                  </a:lnTo>
                  <a:lnTo>
                    <a:pt x="59" y="133"/>
                  </a:lnTo>
                  <a:lnTo>
                    <a:pt x="59" y="133"/>
                  </a:lnTo>
                  <a:lnTo>
                    <a:pt x="53" y="147"/>
                  </a:lnTo>
                  <a:lnTo>
                    <a:pt x="48" y="163"/>
                  </a:lnTo>
                  <a:lnTo>
                    <a:pt x="44" y="178"/>
                  </a:lnTo>
                  <a:lnTo>
                    <a:pt x="41" y="195"/>
                  </a:lnTo>
                  <a:lnTo>
                    <a:pt x="39" y="210"/>
                  </a:lnTo>
                  <a:lnTo>
                    <a:pt x="38" y="227"/>
                  </a:lnTo>
                  <a:lnTo>
                    <a:pt x="37" y="242"/>
                  </a:lnTo>
                  <a:lnTo>
                    <a:pt x="38" y="259"/>
                  </a:lnTo>
                  <a:lnTo>
                    <a:pt x="39" y="274"/>
                  </a:lnTo>
                  <a:lnTo>
                    <a:pt x="42" y="290"/>
                  </a:lnTo>
                  <a:lnTo>
                    <a:pt x="45" y="304"/>
                  </a:lnTo>
                  <a:lnTo>
                    <a:pt x="49" y="320"/>
                  </a:lnTo>
                  <a:lnTo>
                    <a:pt x="54" y="334"/>
                  </a:lnTo>
                  <a:lnTo>
                    <a:pt x="60" y="348"/>
                  </a:lnTo>
                  <a:lnTo>
                    <a:pt x="68" y="361"/>
                  </a:lnTo>
                  <a:lnTo>
                    <a:pt x="76" y="373"/>
                  </a:lnTo>
                  <a:lnTo>
                    <a:pt x="76" y="373"/>
                  </a:lnTo>
                  <a:lnTo>
                    <a:pt x="87" y="389"/>
                  </a:lnTo>
                  <a:lnTo>
                    <a:pt x="101" y="402"/>
                  </a:lnTo>
                  <a:lnTo>
                    <a:pt x="101" y="402"/>
                  </a:lnTo>
                  <a:lnTo>
                    <a:pt x="112" y="416"/>
                  </a:lnTo>
                  <a:lnTo>
                    <a:pt x="121" y="428"/>
                  </a:lnTo>
                  <a:lnTo>
                    <a:pt x="122" y="429"/>
                  </a:lnTo>
                  <a:lnTo>
                    <a:pt x="123" y="430"/>
                  </a:lnTo>
                  <a:lnTo>
                    <a:pt x="123" y="430"/>
                  </a:lnTo>
                  <a:lnTo>
                    <a:pt x="125" y="431"/>
                  </a:lnTo>
                  <a:lnTo>
                    <a:pt x="128" y="434"/>
                  </a:lnTo>
                  <a:lnTo>
                    <a:pt x="130" y="440"/>
                  </a:lnTo>
                  <a:lnTo>
                    <a:pt x="131" y="446"/>
                  </a:lnTo>
                  <a:lnTo>
                    <a:pt x="130" y="451"/>
                  </a:lnTo>
                  <a:lnTo>
                    <a:pt x="130" y="451"/>
                  </a:lnTo>
                  <a:lnTo>
                    <a:pt x="129" y="455"/>
                  </a:lnTo>
                  <a:lnTo>
                    <a:pt x="125" y="458"/>
                  </a:lnTo>
                  <a:lnTo>
                    <a:pt x="123" y="460"/>
                  </a:lnTo>
                  <a:lnTo>
                    <a:pt x="121" y="462"/>
                  </a:lnTo>
                  <a:lnTo>
                    <a:pt x="117" y="463"/>
                  </a:lnTo>
                  <a:lnTo>
                    <a:pt x="114" y="463"/>
                  </a:lnTo>
                  <a:lnTo>
                    <a:pt x="110" y="46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sp>
        <p:nvSpPr>
          <p:cNvPr id="21507" name="Content Placeholder 2"/>
          <p:cNvSpPr>
            <a:spLocks noGrp="1"/>
          </p:cNvSpPr>
          <p:nvPr>
            <p:ph idx="1"/>
          </p:nvPr>
        </p:nvSpPr>
        <p:spPr>
          <a:xfrm>
            <a:off x="428625" y="1580515"/>
            <a:ext cx="6952615" cy="679450"/>
          </a:xfrm>
        </p:spPr>
        <p:txBody>
          <a:bodyPr>
            <a:noAutofit/>
          </a:bodyPr>
          <a:lstStyle/>
          <a:p>
            <a:r>
              <a:rPr lang="en-US" altLang="zh-CN" sz="3600" dirty="0">
                <a:solidFill>
                  <a:srgbClr val="FF0000"/>
                </a:solidFill>
              </a:rPr>
              <a:t>Search for a value K in the list</a:t>
            </a:r>
          </a:p>
        </p:txBody>
      </p:sp>
      <p:sp>
        <p:nvSpPr>
          <p:cNvPr id="21508" name="Slide Number Placeholder 3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557530" indent="-21463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857250" indent="-1714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200150" indent="-1714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1543050" indent="-1714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1885950" indent="-1714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228850" indent="-1714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2571750" indent="-1714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2914650" indent="-1714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fld id="{9EF163A8-F4A2-4371-8360-1A5B1D61D940}" type="slidenum">
              <a:rPr lang="en-US" altLang="zh-CN" sz="770" smtClean="0"/>
              <a:pPr/>
              <a:t>12</a:t>
            </a:fld>
            <a:endParaRPr lang="en-US" altLang="zh-CN" sz="770"/>
          </a:p>
        </p:txBody>
      </p:sp>
      <p:sp>
        <p:nvSpPr>
          <p:cNvPr id="2" name="矩形 1"/>
          <p:cNvSpPr/>
          <p:nvPr/>
        </p:nvSpPr>
        <p:spPr>
          <a:xfrm>
            <a:off x="570230" y="2262505"/>
            <a:ext cx="6873875" cy="2792095"/>
          </a:xfrm>
          <a:prstGeom prst="rect">
            <a:avLst/>
          </a:prstGeom>
        </p:spPr>
        <p:txBody>
          <a:bodyPr vert="horz" lIns="68580" tIns="34290" rIns="68580" bIns="34290" rtlCol="0">
            <a:noAutofit/>
          </a:bodyPr>
          <a:lstStyle/>
          <a:p>
            <a:pPr defTabSz="514350">
              <a:lnSpc>
                <a:spcPct val="90000"/>
              </a:lnSpc>
              <a:spcBef>
                <a:spcPts val="565"/>
              </a:spcBef>
              <a:buFont typeface="Wingdings 2" panose="05020102010507070707" pitchFamily="18" charset="2"/>
              <a:buNone/>
            </a:pPr>
            <a:r>
              <a:rPr lang="en-US" altLang="zh-CN" sz="2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//Return true if K is in list, </a:t>
            </a:r>
            <a:r>
              <a:rPr lang="en-US" altLang="zh-CN" sz="20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otherwise,false</a:t>
            </a:r>
            <a:endParaRPr lang="en-US" altLang="zh-CN" sz="20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defTabSz="514350">
              <a:lnSpc>
                <a:spcPct val="90000"/>
              </a:lnSpc>
              <a:spcBef>
                <a:spcPts val="565"/>
              </a:spcBef>
              <a:buFont typeface="Wingdings 2" panose="05020102010507070707" pitchFamily="18" charset="2"/>
              <a:buNone/>
            </a:pPr>
            <a:r>
              <a:rPr lang="en-US" altLang="zh-CN" sz="2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bool find(List&lt;</a:t>
            </a:r>
            <a:r>
              <a:rPr lang="en-US" altLang="zh-CN" sz="20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int</a:t>
            </a:r>
            <a:r>
              <a:rPr lang="en-US" altLang="zh-CN" sz="2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&gt;&amp; L, </a:t>
            </a:r>
            <a:r>
              <a:rPr lang="en-US" altLang="zh-CN" sz="20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int</a:t>
            </a:r>
            <a:r>
              <a:rPr lang="en-US" altLang="zh-CN" sz="2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K) {</a:t>
            </a:r>
          </a:p>
          <a:p>
            <a:pPr defTabSz="514350">
              <a:lnSpc>
                <a:spcPct val="90000"/>
              </a:lnSpc>
              <a:spcBef>
                <a:spcPts val="565"/>
              </a:spcBef>
              <a:buFont typeface="Wingdings 2" panose="05020102010507070707" pitchFamily="18" charset="2"/>
              <a:buNone/>
            </a:pPr>
            <a:r>
              <a:rPr lang="en-US" altLang="zh-CN" sz="2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    </a:t>
            </a:r>
            <a:r>
              <a:rPr lang="en-US" altLang="zh-CN" sz="20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int</a:t>
            </a:r>
            <a:r>
              <a:rPr lang="en-US" altLang="zh-CN" sz="2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it;</a:t>
            </a:r>
          </a:p>
          <a:p>
            <a:pPr defTabSz="514350">
              <a:lnSpc>
                <a:spcPct val="90000"/>
              </a:lnSpc>
              <a:spcBef>
                <a:spcPts val="565"/>
              </a:spcBef>
              <a:buFont typeface="Wingdings 2" panose="05020102010507070707" pitchFamily="18" charset="2"/>
              <a:buNone/>
            </a:pPr>
            <a:r>
              <a:rPr lang="en-US" altLang="zh-CN" sz="2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    for(</a:t>
            </a:r>
            <a:r>
              <a:rPr lang="en-US" altLang="zh-CN" sz="20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L.moveToStart</a:t>
            </a:r>
            <a:r>
              <a:rPr lang="en-US" altLang="zh-CN" sz="2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(); </a:t>
            </a:r>
            <a:r>
              <a:rPr lang="en-US" altLang="zh-CN" sz="20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L.currPos</a:t>
            </a:r>
            <a:r>
              <a:rPr lang="en-US" altLang="zh-CN" sz="2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()&lt;</a:t>
            </a:r>
            <a:r>
              <a:rPr lang="en-US" altLang="zh-CN" sz="20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L.Length</a:t>
            </a:r>
            <a:r>
              <a:rPr lang="en-US" altLang="zh-CN" sz="2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(); </a:t>
            </a:r>
            <a:r>
              <a:rPr lang="en-US" altLang="zh-CN" sz="20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L.next</a:t>
            </a:r>
            <a:r>
              <a:rPr lang="en-US" altLang="zh-CN" sz="2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()) {    </a:t>
            </a:r>
          </a:p>
          <a:p>
            <a:pPr defTabSz="514350">
              <a:lnSpc>
                <a:spcPct val="90000"/>
              </a:lnSpc>
              <a:spcBef>
                <a:spcPts val="565"/>
              </a:spcBef>
              <a:buFont typeface="Wingdings 2" panose="05020102010507070707" pitchFamily="18" charset="2"/>
              <a:buNone/>
            </a:pPr>
            <a:r>
              <a:rPr lang="en-US" altLang="zh-CN" sz="2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		it = </a:t>
            </a:r>
            <a:r>
              <a:rPr lang="en-US" altLang="zh-CN" sz="20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getValue</a:t>
            </a:r>
            <a:r>
              <a:rPr lang="en-US" altLang="zh-CN" sz="2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();  </a:t>
            </a:r>
            <a:r>
              <a:rPr lang="en-US" altLang="zh-CN" sz="2000" dirty="0">
                <a:solidFill>
                  <a:srgbClr val="008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//return value of </a:t>
            </a:r>
            <a:r>
              <a:rPr lang="en-US" altLang="zh-CN" sz="2000" dirty="0" err="1">
                <a:solidFill>
                  <a:srgbClr val="008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curr</a:t>
            </a:r>
            <a:r>
              <a:rPr lang="en-US" altLang="zh-CN" sz="2000" dirty="0">
                <a:solidFill>
                  <a:srgbClr val="008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element </a:t>
            </a:r>
          </a:p>
          <a:p>
            <a:pPr defTabSz="514350">
              <a:lnSpc>
                <a:spcPct val="90000"/>
              </a:lnSpc>
              <a:spcBef>
                <a:spcPts val="565"/>
              </a:spcBef>
              <a:buFont typeface="Wingdings 2" panose="05020102010507070707" pitchFamily="18" charset="2"/>
              <a:buNone/>
            </a:pPr>
            <a:r>
              <a:rPr lang="en-US" altLang="zh-CN" sz="2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		if (K == it) return true;  </a:t>
            </a:r>
            <a:r>
              <a:rPr lang="en-US" altLang="zh-CN" sz="2000" dirty="0">
                <a:solidFill>
                  <a:srgbClr val="008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// Found it</a:t>
            </a:r>
          </a:p>
          <a:p>
            <a:pPr defTabSz="514350">
              <a:lnSpc>
                <a:spcPct val="90000"/>
              </a:lnSpc>
              <a:spcBef>
                <a:spcPts val="565"/>
              </a:spcBef>
              <a:buFont typeface="Wingdings 2" panose="05020102010507070707" pitchFamily="18" charset="2"/>
              <a:buNone/>
            </a:pPr>
            <a:r>
              <a:rPr lang="en-US" altLang="zh-CN" sz="2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    }  </a:t>
            </a:r>
          </a:p>
          <a:p>
            <a:pPr defTabSz="514350">
              <a:lnSpc>
                <a:spcPct val="90000"/>
              </a:lnSpc>
              <a:spcBef>
                <a:spcPts val="565"/>
              </a:spcBef>
              <a:buFont typeface="Wingdings 2" panose="05020102010507070707" pitchFamily="18" charset="2"/>
              <a:buNone/>
            </a:pPr>
            <a:r>
              <a:rPr lang="en-US" altLang="zh-CN" sz="2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    return false;  </a:t>
            </a:r>
            <a:r>
              <a:rPr lang="en-US" altLang="zh-CN" sz="2000" dirty="0">
                <a:solidFill>
                  <a:srgbClr val="008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// Not found</a:t>
            </a:r>
          </a:p>
          <a:p>
            <a:pPr defTabSz="514350">
              <a:lnSpc>
                <a:spcPct val="90000"/>
              </a:lnSpc>
              <a:spcBef>
                <a:spcPts val="565"/>
              </a:spcBef>
              <a:buFont typeface="Wingdings 2" panose="05020102010507070707" pitchFamily="18" charset="2"/>
              <a:buNone/>
            </a:pPr>
            <a:r>
              <a:rPr lang="en-US" altLang="zh-CN" sz="2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}</a:t>
            </a:r>
          </a:p>
        </p:txBody>
      </p:sp>
      <p:sp>
        <p:nvSpPr>
          <p:cNvPr id="3" name="矩形 2"/>
          <p:cNvSpPr/>
          <p:nvPr/>
        </p:nvSpPr>
        <p:spPr>
          <a:xfrm>
            <a:off x="833755" y="5661660"/>
            <a:ext cx="8376285" cy="5835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spcBef>
                <a:spcPct val="30000"/>
              </a:spcBef>
            </a:pPr>
            <a:r>
              <a:rPr lang="en-US" altLang="zh-CN" sz="3200" dirty="0">
                <a:solidFill>
                  <a:srgbClr val="FF0000"/>
                </a:solidFill>
              </a:rPr>
              <a:t>Time cost – Θ(n) for worst- and average cases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fld id="{714BEAB8-A630-4579-A9EA-C7A612258E1F}" type="datetime1">
              <a:rPr lang="zh-CN" altLang="en-US" sz="770" smtClean="0"/>
              <a:pPr>
                <a:defRPr/>
              </a:pPr>
              <a:t>2025/12/16</a:t>
            </a:fld>
            <a:endParaRPr lang="zh-CN" altLang="en-US" sz="770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altLang="zh-CN" sz="770"/>
              <a:t>Stacks and Queues - Lecture 6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矩形 4"/>
          <p:cNvSpPr/>
          <p:nvPr>
            <p:custDataLst>
              <p:tags r:id="rId1"/>
            </p:custDataLst>
          </p:nvPr>
        </p:nvSpPr>
        <p:spPr>
          <a:xfrm>
            <a:off x="207010" y="1066800"/>
            <a:ext cx="5483225" cy="1530350"/>
          </a:xfrm>
          <a:prstGeom prst="rect">
            <a:avLst/>
          </a:prstGeom>
          <a:solidFill>
            <a:srgbClr val="1E7AB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350">
              <a:latin typeface="Noto Serif CJK SC" panose="02020400000000000000" pitchFamily="18" charset="-122"/>
              <a:ea typeface="FZHei-B01S" panose="02010601030101010101" pitchFamily="2" charset="-122"/>
              <a:sym typeface="Noto Serif CJK SC" panose="02020400000000000000" pitchFamily="18" charset="-122"/>
            </a:endParaRPr>
          </a:p>
        </p:txBody>
      </p:sp>
      <p:sp>
        <p:nvSpPr>
          <p:cNvPr id="6" name="矩形 5"/>
          <p:cNvSpPr/>
          <p:nvPr>
            <p:custDataLst>
              <p:tags r:id="rId2"/>
            </p:custDataLst>
          </p:nvPr>
        </p:nvSpPr>
        <p:spPr>
          <a:xfrm>
            <a:off x="207010" y="1765300"/>
            <a:ext cx="8678545" cy="398462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350">
              <a:latin typeface="Noto Serif CJK SC" panose="02020400000000000000" pitchFamily="18" charset="-122"/>
              <a:ea typeface="FZHei-B01S" panose="02010601030101010101" pitchFamily="2" charset="-122"/>
              <a:sym typeface="Noto Serif CJK SC" panose="02020400000000000000" pitchFamily="18" charset="-122"/>
            </a:endParaRPr>
          </a:p>
        </p:txBody>
      </p:sp>
      <p:sp>
        <p:nvSpPr>
          <p:cNvPr id="7" name="Title 1"/>
          <p:cNvSpPr>
            <a:spLocks noGrp="1"/>
          </p:cNvSpPr>
          <p:nvPr>
            <p:custDataLst>
              <p:tags r:id="rId3"/>
            </p:custDataLst>
          </p:nvPr>
        </p:nvSpPr>
        <p:spPr>
          <a:xfrm>
            <a:off x="368935" y="1110615"/>
            <a:ext cx="5746115" cy="72136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5335" kern="120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+mj-ea"/>
                <a:cs typeface="Times New Roman" panose="02020603050405020304" pitchFamily="18" charset="0"/>
              </a:defRPr>
            </a:lvl1pPr>
          </a:lstStyle>
          <a:p>
            <a:r>
              <a:rPr lang="en-US" altLang="zh-CN" sz="3600" dirty="0">
                <a:solidFill>
                  <a:schemeClr val="bg1"/>
                </a:solidFill>
              </a:rPr>
              <a:t>List: Array Implementation</a:t>
            </a:r>
          </a:p>
        </p:txBody>
      </p:sp>
      <p:pic>
        <p:nvPicPr>
          <p:cNvPr id="16" name="图片 15" descr="华工标志（透明版"/>
          <p:cNvPicPr>
            <a:picLocks noChangeAspect="1"/>
          </p:cNvPicPr>
          <p:nvPr>
            <p:custDataLst>
              <p:tags r:id="rId4"/>
            </p:custDataLst>
          </p:nvPr>
        </p:nvPicPr>
        <p:blipFill>
          <a:blip r:embed="rId52" cstate="print"/>
          <a:stretch>
            <a:fillRect/>
          </a:stretch>
        </p:blipFill>
        <p:spPr>
          <a:xfrm>
            <a:off x="7740015" y="116205"/>
            <a:ext cx="1230630" cy="1230630"/>
          </a:xfrm>
          <a:prstGeom prst="rect">
            <a:avLst/>
          </a:prstGeom>
        </p:spPr>
      </p:pic>
      <p:sp>
        <p:nvSpPr>
          <p:cNvPr id="21507" name="Content Placeholder 2"/>
          <p:cNvSpPr>
            <a:spLocks noGrp="1"/>
          </p:cNvSpPr>
          <p:nvPr>
            <p:ph idx="1"/>
          </p:nvPr>
        </p:nvSpPr>
        <p:spPr>
          <a:xfrm>
            <a:off x="428625" y="2226310"/>
            <a:ext cx="8469630" cy="3109595"/>
          </a:xfrm>
        </p:spPr>
        <p:txBody>
          <a:bodyPr>
            <a:noAutofit/>
          </a:bodyPr>
          <a:lstStyle/>
          <a:p>
            <a:r>
              <a:rPr lang="en-US" altLang="zh-CN" dirty="0"/>
              <a:t>C++ STL – Vector</a:t>
            </a:r>
          </a:p>
          <a:p>
            <a:pPr lvl="1"/>
            <a:r>
              <a:rPr lang="en-US" altLang="zh-CN" sz="2800" dirty="0"/>
              <a:t>A </a:t>
            </a:r>
            <a:r>
              <a:rPr lang="en-US" altLang="zh-CN" sz="2800" dirty="0" err="1"/>
              <a:t>growable</a:t>
            </a:r>
            <a:r>
              <a:rPr lang="en-US" altLang="zh-CN" sz="2800" dirty="0"/>
              <a:t> array implementation of the List ADT</a:t>
            </a:r>
          </a:p>
          <a:p>
            <a:pPr lvl="2"/>
            <a:r>
              <a:rPr lang="en-US" altLang="zh-CN" sz="2000" dirty="0"/>
              <a:t>How to provide a grow-able array implementation of the List ADT</a:t>
            </a:r>
            <a:endParaRPr lang="en-US" altLang="zh-CN" sz="3600" dirty="0"/>
          </a:p>
          <a:p>
            <a:pPr lvl="1"/>
            <a:r>
              <a:rPr lang="en-US" altLang="zh-CN" sz="2800" dirty="0"/>
              <a:t>Textbook section 3.3 vector &amp; Code </a:t>
            </a:r>
            <a:r>
              <a:rPr lang="en-US" altLang="zh-CN" sz="2800" dirty="0" err="1"/>
              <a:t>vector.h</a:t>
            </a:r>
            <a:r>
              <a:rPr lang="en-US" altLang="zh-CN" sz="2800" dirty="0"/>
              <a:t> and TestVector.cpp</a:t>
            </a:r>
          </a:p>
          <a:p>
            <a:pPr lvl="1"/>
            <a:endParaRPr lang="en-US" altLang="zh-CN" sz="2800" dirty="0"/>
          </a:p>
          <a:p>
            <a:pPr lvl="1"/>
            <a:endParaRPr lang="en-US" altLang="zh-CN" sz="2800" dirty="0"/>
          </a:p>
          <a:p>
            <a:pPr lvl="1"/>
            <a:endParaRPr lang="en-US" altLang="zh-CN" sz="2800" dirty="0"/>
          </a:p>
          <a:p>
            <a:pPr lvl="1"/>
            <a:endParaRPr lang="en-US" altLang="zh-CN" sz="2800" dirty="0"/>
          </a:p>
        </p:txBody>
      </p:sp>
      <p:sp>
        <p:nvSpPr>
          <p:cNvPr id="21508" name="Slide Number Placeholder 3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557530" indent="-21463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857250" indent="-1714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200150" indent="-1714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1543050" indent="-1714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1885950" indent="-1714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228850" indent="-1714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2571750" indent="-1714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2914650" indent="-1714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fld id="{9EF163A8-F4A2-4371-8360-1A5B1D61D940}" type="slidenum">
              <a:rPr lang="en-US" altLang="zh-CN" sz="770" smtClean="0"/>
              <a:pPr/>
              <a:t>13</a:t>
            </a:fld>
            <a:endParaRPr lang="en-US" altLang="zh-CN" sz="770"/>
          </a:p>
        </p:txBody>
      </p:sp>
      <p:sp>
        <p:nvSpPr>
          <p:cNvPr id="2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fld id="{6812C696-2CB9-456C-98F6-C0F64EC892AE}" type="datetime1">
              <a:rPr lang="zh-CN" altLang="en-US" sz="770" smtClean="0"/>
              <a:pPr>
                <a:defRPr/>
              </a:pPr>
              <a:t>2025/12/16</a:t>
            </a:fld>
            <a:endParaRPr lang="zh-CN" altLang="en-US" sz="770"/>
          </a:p>
        </p:txBody>
      </p:sp>
      <p:sp>
        <p:nvSpPr>
          <p:cNvPr id="3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altLang="zh-CN" sz="770"/>
              <a:t>Stacks and Queues - Lecture 6</a:t>
            </a:r>
          </a:p>
        </p:txBody>
      </p:sp>
      <p:grpSp>
        <p:nvGrpSpPr>
          <p:cNvPr id="955" name="组合 954"/>
          <p:cNvGrpSpPr/>
          <p:nvPr/>
        </p:nvGrpSpPr>
        <p:grpSpPr>
          <a:xfrm rot="5640000">
            <a:off x="7944785" y="5034002"/>
            <a:ext cx="608013" cy="641350"/>
            <a:chOff x="4197350" y="2182813"/>
            <a:chExt cx="608013" cy="641350"/>
          </a:xfrm>
          <a:solidFill>
            <a:schemeClr val="accent5">
              <a:lumMod val="75000"/>
              <a:alpha val="50000"/>
            </a:schemeClr>
          </a:solidFill>
        </p:grpSpPr>
        <p:sp>
          <p:nvSpPr>
            <p:cNvPr id="16550" name="Freeform 166"/>
            <p:cNvSpPr/>
            <p:nvPr>
              <p:custDataLst>
                <p:tags r:id="rId5"/>
              </p:custDataLst>
            </p:nvPr>
          </p:nvSpPr>
          <p:spPr bwMode="auto">
            <a:xfrm>
              <a:off x="4229100" y="2211388"/>
              <a:ext cx="39688" cy="157163"/>
            </a:xfrm>
            <a:custGeom>
              <a:avLst/>
              <a:gdLst/>
              <a:ahLst/>
              <a:cxnLst>
                <a:cxn ang="0">
                  <a:pos x="63" y="2"/>
                </a:cxn>
                <a:cxn ang="0">
                  <a:pos x="63" y="2"/>
                </a:cxn>
                <a:cxn ang="0">
                  <a:pos x="58" y="14"/>
                </a:cxn>
                <a:cxn ang="0">
                  <a:pos x="54" y="25"/>
                </a:cxn>
                <a:cxn ang="0">
                  <a:pos x="47" y="49"/>
                </a:cxn>
                <a:cxn ang="0">
                  <a:pos x="34" y="96"/>
                </a:cxn>
                <a:cxn ang="0">
                  <a:pos x="34" y="96"/>
                </a:cxn>
                <a:cxn ang="0">
                  <a:pos x="27" y="122"/>
                </a:cxn>
                <a:cxn ang="0">
                  <a:pos x="21" y="149"/>
                </a:cxn>
                <a:cxn ang="0">
                  <a:pos x="10" y="203"/>
                </a:cxn>
                <a:cxn ang="0">
                  <a:pos x="10" y="203"/>
                </a:cxn>
                <a:cxn ang="0">
                  <a:pos x="6" y="222"/>
                </a:cxn>
                <a:cxn ang="0">
                  <a:pos x="3" y="243"/>
                </a:cxn>
                <a:cxn ang="0">
                  <a:pos x="1" y="263"/>
                </a:cxn>
                <a:cxn ang="0">
                  <a:pos x="0" y="283"/>
                </a:cxn>
                <a:cxn ang="0">
                  <a:pos x="0" y="283"/>
                </a:cxn>
                <a:cxn ang="0">
                  <a:pos x="1" y="290"/>
                </a:cxn>
                <a:cxn ang="0">
                  <a:pos x="2" y="292"/>
                </a:cxn>
                <a:cxn ang="0">
                  <a:pos x="3" y="294"/>
                </a:cxn>
                <a:cxn ang="0">
                  <a:pos x="6" y="296"/>
                </a:cxn>
                <a:cxn ang="0">
                  <a:pos x="8" y="296"/>
                </a:cxn>
                <a:cxn ang="0">
                  <a:pos x="11" y="296"/>
                </a:cxn>
                <a:cxn ang="0">
                  <a:pos x="14" y="294"/>
                </a:cxn>
                <a:cxn ang="0">
                  <a:pos x="14" y="294"/>
                </a:cxn>
                <a:cxn ang="0">
                  <a:pos x="15" y="293"/>
                </a:cxn>
                <a:cxn ang="0">
                  <a:pos x="16" y="291"/>
                </a:cxn>
                <a:cxn ang="0">
                  <a:pos x="15" y="287"/>
                </a:cxn>
                <a:cxn ang="0">
                  <a:pos x="14" y="285"/>
                </a:cxn>
                <a:cxn ang="0">
                  <a:pos x="12" y="285"/>
                </a:cxn>
                <a:cxn ang="0">
                  <a:pos x="11" y="284"/>
                </a:cxn>
                <a:cxn ang="0">
                  <a:pos x="9" y="285"/>
                </a:cxn>
                <a:cxn ang="0">
                  <a:pos x="9" y="285"/>
                </a:cxn>
                <a:cxn ang="0">
                  <a:pos x="11" y="282"/>
                </a:cxn>
                <a:cxn ang="0">
                  <a:pos x="12" y="276"/>
                </a:cxn>
                <a:cxn ang="0">
                  <a:pos x="14" y="259"/>
                </a:cxn>
                <a:cxn ang="0">
                  <a:pos x="14" y="232"/>
                </a:cxn>
                <a:cxn ang="0">
                  <a:pos x="14" y="232"/>
                </a:cxn>
                <a:cxn ang="0">
                  <a:pos x="17" y="212"/>
                </a:cxn>
                <a:cxn ang="0">
                  <a:pos x="21" y="193"/>
                </a:cxn>
                <a:cxn ang="0">
                  <a:pos x="29" y="155"/>
                </a:cxn>
                <a:cxn ang="0">
                  <a:pos x="29" y="155"/>
                </a:cxn>
                <a:cxn ang="0">
                  <a:pos x="38" y="119"/>
                </a:cxn>
                <a:cxn ang="0">
                  <a:pos x="48" y="83"/>
                </a:cxn>
                <a:cxn ang="0">
                  <a:pos x="48" y="83"/>
                </a:cxn>
                <a:cxn ang="0">
                  <a:pos x="58" y="45"/>
                </a:cxn>
                <a:cxn ang="0">
                  <a:pos x="64" y="25"/>
                </a:cxn>
                <a:cxn ang="0">
                  <a:pos x="68" y="16"/>
                </a:cxn>
                <a:cxn ang="0">
                  <a:pos x="72" y="8"/>
                </a:cxn>
                <a:cxn ang="0">
                  <a:pos x="72" y="8"/>
                </a:cxn>
                <a:cxn ang="0">
                  <a:pos x="73" y="5"/>
                </a:cxn>
                <a:cxn ang="0">
                  <a:pos x="73" y="3"/>
                </a:cxn>
                <a:cxn ang="0">
                  <a:pos x="72" y="2"/>
                </a:cxn>
                <a:cxn ang="0">
                  <a:pos x="71" y="1"/>
                </a:cxn>
                <a:cxn ang="0">
                  <a:pos x="69" y="0"/>
                </a:cxn>
                <a:cxn ang="0">
                  <a:pos x="67" y="0"/>
                </a:cxn>
                <a:cxn ang="0">
                  <a:pos x="65" y="1"/>
                </a:cxn>
                <a:cxn ang="0">
                  <a:pos x="63" y="2"/>
                </a:cxn>
                <a:cxn ang="0">
                  <a:pos x="63" y="2"/>
                </a:cxn>
              </a:cxnLst>
              <a:rect l="0" t="0" r="r" b="b"/>
              <a:pathLst>
                <a:path w="73" h="296">
                  <a:moveTo>
                    <a:pt x="63" y="2"/>
                  </a:moveTo>
                  <a:lnTo>
                    <a:pt x="63" y="2"/>
                  </a:lnTo>
                  <a:lnTo>
                    <a:pt x="58" y="14"/>
                  </a:lnTo>
                  <a:lnTo>
                    <a:pt x="54" y="25"/>
                  </a:lnTo>
                  <a:lnTo>
                    <a:pt x="47" y="49"/>
                  </a:lnTo>
                  <a:lnTo>
                    <a:pt x="34" y="96"/>
                  </a:lnTo>
                  <a:lnTo>
                    <a:pt x="34" y="96"/>
                  </a:lnTo>
                  <a:lnTo>
                    <a:pt x="27" y="122"/>
                  </a:lnTo>
                  <a:lnTo>
                    <a:pt x="21" y="149"/>
                  </a:lnTo>
                  <a:lnTo>
                    <a:pt x="10" y="203"/>
                  </a:lnTo>
                  <a:lnTo>
                    <a:pt x="10" y="203"/>
                  </a:lnTo>
                  <a:lnTo>
                    <a:pt x="6" y="222"/>
                  </a:lnTo>
                  <a:lnTo>
                    <a:pt x="3" y="243"/>
                  </a:lnTo>
                  <a:lnTo>
                    <a:pt x="1" y="263"/>
                  </a:lnTo>
                  <a:lnTo>
                    <a:pt x="0" y="283"/>
                  </a:lnTo>
                  <a:lnTo>
                    <a:pt x="0" y="283"/>
                  </a:lnTo>
                  <a:lnTo>
                    <a:pt x="1" y="290"/>
                  </a:lnTo>
                  <a:lnTo>
                    <a:pt x="2" y="292"/>
                  </a:lnTo>
                  <a:lnTo>
                    <a:pt x="3" y="294"/>
                  </a:lnTo>
                  <a:lnTo>
                    <a:pt x="6" y="296"/>
                  </a:lnTo>
                  <a:lnTo>
                    <a:pt x="8" y="296"/>
                  </a:lnTo>
                  <a:lnTo>
                    <a:pt x="11" y="296"/>
                  </a:lnTo>
                  <a:lnTo>
                    <a:pt x="14" y="294"/>
                  </a:lnTo>
                  <a:lnTo>
                    <a:pt x="14" y="294"/>
                  </a:lnTo>
                  <a:lnTo>
                    <a:pt x="15" y="293"/>
                  </a:lnTo>
                  <a:lnTo>
                    <a:pt x="16" y="291"/>
                  </a:lnTo>
                  <a:lnTo>
                    <a:pt x="15" y="287"/>
                  </a:lnTo>
                  <a:lnTo>
                    <a:pt x="14" y="285"/>
                  </a:lnTo>
                  <a:lnTo>
                    <a:pt x="12" y="285"/>
                  </a:lnTo>
                  <a:lnTo>
                    <a:pt x="11" y="284"/>
                  </a:lnTo>
                  <a:lnTo>
                    <a:pt x="9" y="285"/>
                  </a:lnTo>
                  <a:lnTo>
                    <a:pt x="9" y="285"/>
                  </a:lnTo>
                  <a:lnTo>
                    <a:pt x="11" y="282"/>
                  </a:lnTo>
                  <a:lnTo>
                    <a:pt x="12" y="276"/>
                  </a:lnTo>
                  <a:lnTo>
                    <a:pt x="14" y="259"/>
                  </a:lnTo>
                  <a:lnTo>
                    <a:pt x="14" y="232"/>
                  </a:lnTo>
                  <a:lnTo>
                    <a:pt x="14" y="232"/>
                  </a:lnTo>
                  <a:lnTo>
                    <a:pt x="17" y="212"/>
                  </a:lnTo>
                  <a:lnTo>
                    <a:pt x="21" y="193"/>
                  </a:lnTo>
                  <a:lnTo>
                    <a:pt x="29" y="155"/>
                  </a:lnTo>
                  <a:lnTo>
                    <a:pt x="29" y="155"/>
                  </a:lnTo>
                  <a:lnTo>
                    <a:pt x="38" y="119"/>
                  </a:lnTo>
                  <a:lnTo>
                    <a:pt x="48" y="83"/>
                  </a:lnTo>
                  <a:lnTo>
                    <a:pt x="48" y="83"/>
                  </a:lnTo>
                  <a:lnTo>
                    <a:pt x="58" y="45"/>
                  </a:lnTo>
                  <a:lnTo>
                    <a:pt x="64" y="25"/>
                  </a:lnTo>
                  <a:lnTo>
                    <a:pt x="68" y="16"/>
                  </a:lnTo>
                  <a:lnTo>
                    <a:pt x="72" y="8"/>
                  </a:lnTo>
                  <a:lnTo>
                    <a:pt x="72" y="8"/>
                  </a:lnTo>
                  <a:lnTo>
                    <a:pt x="73" y="5"/>
                  </a:lnTo>
                  <a:lnTo>
                    <a:pt x="73" y="3"/>
                  </a:lnTo>
                  <a:lnTo>
                    <a:pt x="72" y="2"/>
                  </a:lnTo>
                  <a:lnTo>
                    <a:pt x="71" y="1"/>
                  </a:lnTo>
                  <a:lnTo>
                    <a:pt x="69" y="0"/>
                  </a:lnTo>
                  <a:lnTo>
                    <a:pt x="67" y="0"/>
                  </a:lnTo>
                  <a:lnTo>
                    <a:pt x="65" y="1"/>
                  </a:lnTo>
                  <a:lnTo>
                    <a:pt x="63" y="2"/>
                  </a:lnTo>
                  <a:lnTo>
                    <a:pt x="63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51" name="Freeform 167"/>
            <p:cNvSpPr/>
            <p:nvPr>
              <p:custDataLst>
                <p:tags r:id="rId6"/>
              </p:custDataLst>
            </p:nvPr>
          </p:nvSpPr>
          <p:spPr bwMode="auto">
            <a:xfrm>
              <a:off x="4251325" y="2206625"/>
              <a:ext cx="39688" cy="177800"/>
            </a:xfrm>
            <a:custGeom>
              <a:avLst/>
              <a:gdLst/>
              <a:ahLst/>
              <a:cxnLst>
                <a:cxn ang="0">
                  <a:pos x="66" y="3"/>
                </a:cxn>
                <a:cxn ang="0">
                  <a:pos x="66" y="3"/>
                </a:cxn>
                <a:cxn ang="0">
                  <a:pos x="51" y="40"/>
                </a:cxn>
                <a:cxn ang="0">
                  <a:pos x="44" y="59"/>
                </a:cxn>
                <a:cxn ang="0">
                  <a:pos x="38" y="78"/>
                </a:cxn>
                <a:cxn ang="0">
                  <a:pos x="38" y="78"/>
                </a:cxn>
                <a:cxn ang="0">
                  <a:pos x="33" y="101"/>
                </a:cxn>
                <a:cxn ang="0">
                  <a:pos x="29" y="124"/>
                </a:cxn>
                <a:cxn ang="0">
                  <a:pos x="20" y="170"/>
                </a:cxn>
                <a:cxn ang="0">
                  <a:pos x="20" y="170"/>
                </a:cxn>
                <a:cxn ang="0">
                  <a:pos x="5" y="249"/>
                </a:cxn>
                <a:cxn ang="0">
                  <a:pos x="5" y="249"/>
                </a:cxn>
                <a:cxn ang="0">
                  <a:pos x="2" y="270"/>
                </a:cxn>
                <a:cxn ang="0">
                  <a:pos x="1" y="290"/>
                </a:cxn>
                <a:cxn ang="0">
                  <a:pos x="0" y="311"/>
                </a:cxn>
                <a:cxn ang="0">
                  <a:pos x="0" y="332"/>
                </a:cxn>
                <a:cxn ang="0">
                  <a:pos x="0" y="332"/>
                </a:cxn>
                <a:cxn ang="0">
                  <a:pos x="0" y="334"/>
                </a:cxn>
                <a:cxn ang="0">
                  <a:pos x="1" y="336"/>
                </a:cxn>
                <a:cxn ang="0">
                  <a:pos x="3" y="336"/>
                </a:cxn>
                <a:cxn ang="0">
                  <a:pos x="5" y="337"/>
                </a:cxn>
                <a:cxn ang="0">
                  <a:pos x="6" y="336"/>
                </a:cxn>
                <a:cxn ang="0">
                  <a:pos x="8" y="336"/>
                </a:cxn>
                <a:cxn ang="0">
                  <a:pos x="9" y="334"/>
                </a:cxn>
                <a:cxn ang="0">
                  <a:pos x="9" y="332"/>
                </a:cxn>
                <a:cxn ang="0">
                  <a:pos x="9" y="332"/>
                </a:cxn>
                <a:cxn ang="0">
                  <a:pos x="9" y="310"/>
                </a:cxn>
                <a:cxn ang="0">
                  <a:pos x="10" y="288"/>
                </a:cxn>
                <a:cxn ang="0">
                  <a:pos x="12" y="265"/>
                </a:cxn>
                <a:cxn ang="0">
                  <a:pos x="16" y="244"/>
                </a:cxn>
                <a:cxn ang="0">
                  <a:pos x="16" y="244"/>
                </a:cxn>
                <a:cxn ang="0">
                  <a:pos x="32" y="164"/>
                </a:cxn>
                <a:cxn ang="0">
                  <a:pos x="32" y="164"/>
                </a:cxn>
                <a:cxn ang="0">
                  <a:pos x="39" y="122"/>
                </a:cxn>
                <a:cxn ang="0">
                  <a:pos x="47" y="81"/>
                </a:cxn>
                <a:cxn ang="0">
                  <a:pos x="47" y="81"/>
                </a:cxn>
                <a:cxn ang="0">
                  <a:pos x="52" y="61"/>
                </a:cxn>
                <a:cxn ang="0">
                  <a:pos x="60" y="43"/>
                </a:cxn>
                <a:cxn ang="0">
                  <a:pos x="75" y="6"/>
                </a:cxn>
                <a:cxn ang="0">
                  <a:pos x="75" y="6"/>
                </a:cxn>
                <a:cxn ang="0">
                  <a:pos x="76" y="4"/>
                </a:cxn>
                <a:cxn ang="0">
                  <a:pos x="75" y="2"/>
                </a:cxn>
                <a:cxn ang="0">
                  <a:pos x="74" y="1"/>
                </a:cxn>
                <a:cxn ang="0">
                  <a:pos x="72" y="0"/>
                </a:cxn>
                <a:cxn ang="0">
                  <a:pos x="69" y="1"/>
                </a:cxn>
                <a:cxn ang="0">
                  <a:pos x="67" y="2"/>
                </a:cxn>
                <a:cxn ang="0">
                  <a:pos x="66" y="3"/>
                </a:cxn>
                <a:cxn ang="0">
                  <a:pos x="66" y="3"/>
                </a:cxn>
              </a:cxnLst>
              <a:rect l="0" t="0" r="r" b="b"/>
              <a:pathLst>
                <a:path w="76" h="337">
                  <a:moveTo>
                    <a:pt x="66" y="3"/>
                  </a:moveTo>
                  <a:lnTo>
                    <a:pt x="66" y="3"/>
                  </a:lnTo>
                  <a:lnTo>
                    <a:pt x="51" y="40"/>
                  </a:lnTo>
                  <a:lnTo>
                    <a:pt x="44" y="59"/>
                  </a:lnTo>
                  <a:lnTo>
                    <a:pt x="38" y="78"/>
                  </a:lnTo>
                  <a:lnTo>
                    <a:pt x="38" y="78"/>
                  </a:lnTo>
                  <a:lnTo>
                    <a:pt x="33" y="101"/>
                  </a:lnTo>
                  <a:lnTo>
                    <a:pt x="29" y="124"/>
                  </a:lnTo>
                  <a:lnTo>
                    <a:pt x="20" y="170"/>
                  </a:lnTo>
                  <a:lnTo>
                    <a:pt x="20" y="170"/>
                  </a:lnTo>
                  <a:lnTo>
                    <a:pt x="5" y="249"/>
                  </a:lnTo>
                  <a:lnTo>
                    <a:pt x="5" y="249"/>
                  </a:lnTo>
                  <a:lnTo>
                    <a:pt x="2" y="270"/>
                  </a:lnTo>
                  <a:lnTo>
                    <a:pt x="1" y="290"/>
                  </a:lnTo>
                  <a:lnTo>
                    <a:pt x="0" y="311"/>
                  </a:lnTo>
                  <a:lnTo>
                    <a:pt x="0" y="332"/>
                  </a:lnTo>
                  <a:lnTo>
                    <a:pt x="0" y="332"/>
                  </a:lnTo>
                  <a:lnTo>
                    <a:pt x="0" y="334"/>
                  </a:lnTo>
                  <a:lnTo>
                    <a:pt x="1" y="336"/>
                  </a:lnTo>
                  <a:lnTo>
                    <a:pt x="3" y="336"/>
                  </a:lnTo>
                  <a:lnTo>
                    <a:pt x="5" y="337"/>
                  </a:lnTo>
                  <a:lnTo>
                    <a:pt x="6" y="336"/>
                  </a:lnTo>
                  <a:lnTo>
                    <a:pt x="8" y="336"/>
                  </a:lnTo>
                  <a:lnTo>
                    <a:pt x="9" y="334"/>
                  </a:lnTo>
                  <a:lnTo>
                    <a:pt x="9" y="332"/>
                  </a:lnTo>
                  <a:lnTo>
                    <a:pt x="9" y="332"/>
                  </a:lnTo>
                  <a:lnTo>
                    <a:pt x="9" y="310"/>
                  </a:lnTo>
                  <a:lnTo>
                    <a:pt x="10" y="288"/>
                  </a:lnTo>
                  <a:lnTo>
                    <a:pt x="12" y="265"/>
                  </a:lnTo>
                  <a:lnTo>
                    <a:pt x="16" y="244"/>
                  </a:lnTo>
                  <a:lnTo>
                    <a:pt x="16" y="244"/>
                  </a:lnTo>
                  <a:lnTo>
                    <a:pt x="32" y="164"/>
                  </a:lnTo>
                  <a:lnTo>
                    <a:pt x="32" y="164"/>
                  </a:lnTo>
                  <a:lnTo>
                    <a:pt x="39" y="122"/>
                  </a:lnTo>
                  <a:lnTo>
                    <a:pt x="47" y="81"/>
                  </a:lnTo>
                  <a:lnTo>
                    <a:pt x="47" y="81"/>
                  </a:lnTo>
                  <a:lnTo>
                    <a:pt x="52" y="61"/>
                  </a:lnTo>
                  <a:lnTo>
                    <a:pt x="60" y="43"/>
                  </a:lnTo>
                  <a:lnTo>
                    <a:pt x="75" y="6"/>
                  </a:lnTo>
                  <a:lnTo>
                    <a:pt x="75" y="6"/>
                  </a:lnTo>
                  <a:lnTo>
                    <a:pt x="76" y="4"/>
                  </a:lnTo>
                  <a:lnTo>
                    <a:pt x="75" y="2"/>
                  </a:lnTo>
                  <a:lnTo>
                    <a:pt x="74" y="1"/>
                  </a:lnTo>
                  <a:lnTo>
                    <a:pt x="72" y="0"/>
                  </a:lnTo>
                  <a:lnTo>
                    <a:pt x="69" y="1"/>
                  </a:lnTo>
                  <a:lnTo>
                    <a:pt x="67" y="2"/>
                  </a:lnTo>
                  <a:lnTo>
                    <a:pt x="66" y="3"/>
                  </a:lnTo>
                  <a:lnTo>
                    <a:pt x="66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52" name="Freeform 168"/>
            <p:cNvSpPr/>
            <p:nvPr>
              <p:custDataLst>
                <p:tags r:id="rId7"/>
              </p:custDataLst>
            </p:nvPr>
          </p:nvSpPr>
          <p:spPr bwMode="auto">
            <a:xfrm>
              <a:off x="4271963" y="2197100"/>
              <a:ext cx="55563" cy="195263"/>
            </a:xfrm>
            <a:custGeom>
              <a:avLst/>
              <a:gdLst/>
              <a:ahLst/>
              <a:cxnLst>
                <a:cxn ang="0">
                  <a:pos x="98" y="2"/>
                </a:cxn>
                <a:cxn ang="0">
                  <a:pos x="98" y="2"/>
                </a:cxn>
                <a:cxn ang="0">
                  <a:pos x="84" y="26"/>
                </a:cxn>
                <a:cxn ang="0">
                  <a:pos x="71" y="51"/>
                </a:cxn>
                <a:cxn ang="0">
                  <a:pos x="61" y="77"/>
                </a:cxn>
                <a:cxn ang="0">
                  <a:pos x="51" y="103"/>
                </a:cxn>
                <a:cxn ang="0">
                  <a:pos x="42" y="128"/>
                </a:cxn>
                <a:cxn ang="0">
                  <a:pos x="34" y="155"/>
                </a:cxn>
                <a:cxn ang="0">
                  <a:pos x="27" y="182"/>
                </a:cxn>
                <a:cxn ang="0">
                  <a:pos x="21" y="209"/>
                </a:cxn>
                <a:cxn ang="0">
                  <a:pos x="21" y="209"/>
                </a:cxn>
                <a:cxn ang="0">
                  <a:pos x="14" y="234"/>
                </a:cxn>
                <a:cxn ang="0">
                  <a:pos x="9" y="259"/>
                </a:cxn>
                <a:cxn ang="0">
                  <a:pos x="6" y="283"/>
                </a:cxn>
                <a:cxn ang="0">
                  <a:pos x="3" y="308"/>
                </a:cxn>
                <a:cxn ang="0">
                  <a:pos x="3" y="308"/>
                </a:cxn>
                <a:cxn ang="0">
                  <a:pos x="1" y="323"/>
                </a:cxn>
                <a:cxn ang="0">
                  <a:pos x="0" y="340"/>
                </a:cxn>
                <a:cxn ang="0">
                  <a:pos x="0" y="349"/>
                </a:cxn>
                <a:cxn ang="0">
                  <a:pos x="1" y="356"/>
                </a:cxn>
                <a:cxn ang="0">
                  <a:pos x="4" y="363"/>
                </a:cxn>
                <a:cxn ang="0">
                  <a:pos x="6" y="366"/>
                </a:cxn>
                <a:cxn ang="0">
                  <a:pos x="8" y="368"/>
                </a:cxn>
                <a:cxn ang="0">
                  <a:pos x="8" y="368"/>
                </a:cxn>
                <a:cxn ang="0">
                  <a:pos x="11" y="370"/>
                </a:cxn>
                <a:cxn ang="0">
                  <a:pos x="13" y="369"/>
                </a:cxn>
                <a:cxn ang="0">
                  <a:pos x="15" y="368"/>
                </a:cxn>
                <a:cxn ang="0">
                  <a:pos x="16" y="365"/>
                </a:cxn>
                <a:cxn ang="0">
                  <a:pos x="16" y="361"/>
                </a:cxn>
                <a:cxn ang="0">
                  <a:pos x="16" y="361"/>
                </a:cxn>
                <a:cxn ang="0">
                  <a:pos x="16" y="359"/>
                </a:cxn>
                <a:cxn ang="0">
                  <a:pos x="15" y="357"/>
                </a:cxn>
                <a:cxn ang="0">
                  <a:pos x="13" y="356"/>
                </a:cxn>
                <a:cxn ang="0">
                  <a:pos x="11" y="356"/>
                </a:cxn>
                <a:cxn ang="0">
                  <a:pos x="11" y="356"/>
                </a:cxn>
                <a:cxn ang="0">
                  <a:pos x="10" y="349"/>
                </a:cxn>
                <a:cxn ang="0">
                  <a:pos x="10" y="339"/>
                </a:cxn>
                <a:cxn ang="0">
                  <a:pos x="11" y="324"/>
                </a:cxn>
                <a:cxn ang="0">
                  <a:pos x="11" y="324"/>
                </a:cxn>
                <a:cxn ang="0">
                  <a:pos x="12" y="304"/>
                </a:cxn>
                <a:cxn ang="0">
                  <a:pos x="14" y="283"/>
                </a:cxn>
                <a:cxn ang="0">
                  <a:pos x="14" y="283"/>
                </a:cxn>
                <a:cxn ang="0">
                  <a:pos x="19" y="259"/>
                </a:cxn>
                <a:cxn ang="0">
                  <a:pos x="24" y="235"/>
                </a:cxn>
                <a:cxn ang="0">
                  <a:pos x="35" y="185"/>
                </a:cxn>
                <a:cxn ang="0">
                  <a:pos x="35" y="185"/>
                </a:cxn>
                <a:cxn ang="0">
                  <a:pos x="47" y="143"/>
                </a:cxn>
                <a:cxn ang="0">
                  <a:pos x="61" y="102"/>
                </a:cxn>
                <a:cxn ang="0">
                  <a:pos x="61" y="102"/>
                </a:cxn>
                <a:cxn ang="0">
                  <a:pos x="70" y="77"/>
                </a:cxn>
                <a:cxn ang="0">
                  <a:pos x="80" y="53"/>
                </a:cxn>
                <a:cxn ang="0">
                  <a:pos x="93" y="30"/>
                </a:cxn>
                <a:cxn ang="0">
                  <a:pos x="106" y="8"/>
                </a:cxn>
                <a:cxn ang="0">
                  <a:pos x="106" y="8"/>
                </a:cxn>
                <a:cxn ang="0">
                  <a:pos x="106" y="6"/>
                </a:cxn>
                <a:cxn ang="0">
                  <a:pos x="106" y="3"/>
                </a:cxn>
                <a:cxn ang="0">
                  <a:pos x="105" y="2"/>
                </a:cxn>
                <a:cxn ang="0">
                  <a:pos x="104" y="0"/>
                </a:cxn>
                <a:cxn ang="0">
                  <a:pos x="102" y="0"/>
                </a:cxn>
                <a:cxn ang="0">
                  <a:pos x="101" y="0"/>
                </a:cxn>
                <a:cxn ang="0">
                  <a:pos x="99" y="0"/>
                </a:cxn>
                <a:cxn ang="0">
                  <a:pos x="98" y="2"/>
                </a:cxn>
                <a:cxn ang="0">
                  <a:pos x="98" y="2"/>
                </a:cxn>
              </a:cxnLst>
              <a:rect l="0" t="0" r="r" b="b"/>
              <a:pathLst>
                <a:path w="106" h="370">
                  <a:moveTo>
                    <a:pt x="98" y="2"/>
                  </a:moveTo>
                  <a:lnTo>
                    <a:pt x="98" y="2"/>
                  </a:lnTo>
                  <a:lnTo>
                    <a:pt x="84" y="26"/>
                  </a:lnTo>
                  <a:lnTo>
                    <a:pt x="71" y="51"/>
                  </a:lnTo>
                  <a:lnTo>
                    <a:pt x="61" y="77"/>
                  </a:lnTo>
                  <a:lnTo>
                    <a:pt x="51" y="103"/>
                  </a:lnTo>
                  <a:lnTo>
                    <a:pt x="42" y="128"/>
                  </a:lnTo>
                  <a:lnTo>
                    <a:pt x="34" y="155"/>
                  </a:lnTo>
                  <a:lnTo>
                    <a:pt x="27" y="182"/>
                  </a:lnTo>
                  <a:lnTo>
                    <a:pt x="21" y="209"/>
                  </a:lnTo>
                  <a:lnTo>
                    <a:pt x="21" y="209"/>
                  </a:lnTo>
                  <a:lnTo>
                    <a:pt x="14" y="234"/>
                  </a:lnTo>
                  <a:lnTo>
                    <a:pt x="9" y="259"/>
                  </a:lnTo>
                  <a:lnTo>
                    <a:pt x="6" y="283"/>
                  </a:lnTo>
                  <a:lnTo>
                    <a:pt x="3" y="308"/>
                  </a:lnTo>
                  <a:lnTo>
                    <a:pt x="3" y="308"/>
                  </a:lnTo>
                  <a:lnTo>
                    <a:pt x="1" y="323"/>
                  </a:lnTo>
                  <a:lnTo>
                    <a:pt x="0" y="340"/>
                  </a:lnTo>
                  <a:lnTo>
                    <a:pt x="0" y="349"/>
                  </a:lnTo>
                  <a:lnTo>
                    <a:pt x="1" y="356"/>
                  </a:lnTo>
                  <a:lnTo>
                    <a:pt x="4" y="363"/>
                  </a:lnTo>
                  <a:lnTo>
                    <a:pt x="6" y="366"/>
                  </a:lnTo>
                  <a:lnTo>
                    <a:pt x="8" y="368"/>
                  </a:lnTo>
                  <a:lnTo>
                    <a:pt x="8" y="368"/>
                  </a:lnTo>
                  <a:lnTo>
                    <a:pt x="11" y="370"/>
                  </a:lnTo>
                  <a:lnTo>
                    <a:pt x="13" y="369"/>
                  </a:lnTo>
                  <a:lnTo>
                    <a:pt x="15" y="368"/>
                  </a:lnTo>
                  <a:lnTo>
                    <a:pt x="16" y="365"/>
                  </a:lnTo>
                  <a:lnTo>
                    <a:pt x="16" y="361"/>
                  </a:lnTo>
                  <a:lnTo>
                    <a:pt x="16" y="361"/>
                  </a:lnTo>
                  <a:lnTo>
                    <a:pt x="16" y="359"/>
                  </a:lnTo>
                  <a:lnTo>
                    <a:pt x="15" y="357"/>
                  </a:lnTo>
                  <a:lnTo>
                    <a:pt x="13" y="356"/>
                  </a:lnTo>
                  <a:lnTo>
                    <a:pt x="11" y="356"/>
                  </a:lnTo>
                  <a:lnTo>
                    <a:pt x="11" y="356"/>
                  </a:lnTo>
                  <a:lnTo>
                    <a:pt x="10" y="349"/>
                  </a:lnTo>
                  <a:lnTo>
                    <a:pt x="10" y="339"/>
                  </a:lnTo>
                  <a:lnTo>
                    <a:pt x="11" y="324"/>
                  </a:lnTo>
                  <a:lnTo>
                    <a:pt x="11" y="324"/>
                  </a:lnTo>
                  <a:lnTo>
                    <a:pt x="12" y="304"/>
                  </a:lnTo>
                  <a:lnTo>
                    <a:pt x="14" y="283"/>
                  </a:lnTo>
                  <a:lnTo>
                    <a:pt x="14" y="283"/>
                  </a:lnTo>
                  <a:lnTo>
                    <a:pt x="19" y="259"/>
                  </a:lnTo>
                  <a:lnTo>
                    <a:pt x="24" y="235"/>
                  </a:lnTo>
                  <a:lnTo>
                    <a:pt x="35" y="185"/>
                  </a:lnTo>
                  <a:lnTo>
                    <a:pt x="35" y="185"/>
                  </a:lnTo>
                  <a:lnTo>
                    <a:pt x="47" y="143"/>
                  </a:lnTo>
                  <a:lnTo>
                    <a:pt x="61" y="102"/>
                  </a:lnTo>
                  <a:lnTo>
                    <a:pt x="61" y="102"/>
                  </a:lnTo>
                  <a:lnTo>
                    <a:pt x="70" y="77"/>
                  </a:lnTo>
                  <a:lnTo>
                    <a:pt x="80" y="53"/>
                  </a:lnTo>
                  <a:lnTo>
                    <a:pt x="93" y="30"/>
                  </a:lnTo>
                  <a:lnTo>
                    <a:pt x="106" y="8"/>
                  </a:lnTo>
                  <a:lnTo>
                    <a:pt x="106" y="8"/>
                  </a:lnTo>
                  <a:lnTo>
                    <a:pt x="106" y="6"/>
                  </a:lnTo>
                  <a:lnTo>
                    <a:pt x="106" y="3"/>
                  </a:lnTo>
                  <a:lnTo>
                    <a:pt x="105" y="2"/>
                  </a:lnTo>
                  <a:lnTo>
                    <a:pt x="104" y="0"/>
                  </a:lnTo>
                  <a:lnTo>
                    <a:pt x="102" y="0"/>
                  </a:lnTo>
                  <a:lnTo>
                    <a:pt x="101" y="0"/>
                  </a:lnTo>
                  <a:lnTo>
                    <a:pt x="99" y="0"/>
                  </a:lnTo>
                  <a:lnTo>
                    <a:pt x="98" y="2"/>
                  </a:lnTo>
                  <a:lnTo>
                    <a:pt x="98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53" name="Freeform 169"/>
            <p:cNvSpPr/>
            <p:nvPr>
              <p:custDataLst>
                <p:tags r:id="rId8"/>
              </p:custDataLst>
            </p:nvPr>
          </p:nvSpPr>
          <p:spPr bwMode="auto">
            <a:xfrm>
              <a:off x="4305300" y="2198688"/>
              <a:ext cx="39688" cy="146050"/>
            </a:xfrm>
            <a:custGeom>
              <a:avLst/>
              <a:gdLst/>
              <a:ahLst/>
              <a:cxnLst>
                <a:cxn ang="0">
                  <a:pos x="68" y="2"/>
                </a:cxn>
                <a:cxn ang="0">
                  <a:pos x="68" y="2"/>
                </a:cxn>
                <a:cxn ang="0">
                  <a:pos x="62" y="10"/>
                </a:cxn>
                <a:cxn ang="0">
                  <a:pos x="57" y="20"/>
                </a:cxn>
                <a:cxn ang="0">
                  <a:pos x="54" y="31"/>
                </a:cxn>
                <a:cxn ang="0">
                  <a:pos x="53" y="41"/>
                </a:cxn>
                <a:cxn ang="0">
                  <a:pos x="53" y="41"/>
                </a:cxn>
                <a:cxn ang="0">
                  <a:pos x="51" y="51"/>
                </a:cxn>
                <a:cxn ang="0">
                  <a:pos x="49" y="60"/>
                </a:cxn>
                <a:cxn ang="0">
                  <a:pos x="42" y="80"/>
                </a:cxn>
                <a:cxn ang="0">
                  <a:pos x="37" y="101"/>
                </a:cxn>
                <a:cxn ang="0">
                  <a:pos x="32" y="120"/>
                </a:cxn>
                <a:cxn ang="0">
                  <a:pos x="32" y="120"/>
                </a:cxn>
                <a:cxn ang="0">
                  <a:pos x="14" y="191"/>
                </a:cxn>
                <a:cxn ang="0">
                  <a:pos x="7" y="227"/>
                </a:cxn>
                <a:cxn ang="0">
                  <a:pos x="3" y="244"/>
                </a:cxn>
                <a:cxn ang="0">
                  <a:pos x="1" y="263"/>
                </a:cxn>
                <a:cxn ang="0">
                  <a:pos x="1" y="263"/>
                </a:cxn>
                <a:cxn ang="0">
                  <a:pos x="0" y="265"/>
                </a:cxn>
                <a:cxn ang="0">
                  <a:pos x="0" y="270"/>
                </a:cxn>
                <a:cxn ang="0">
                  <a:pos x="0" y="270"/>
                </a:cxn>
                <a:cxn ang="0">
                  <a:pos x="0" y="272"/>
                </a:cxn>
                <a:cxn ang="0">
                  <a:pos x="1" y="273"/>
                </a:cxn>
                <a:cxn ang="0">
                  <a:pos x="3" y="274"/>
                </a:cxn>
                <a:cxn ang="0">
                  <a:pos x="4" y="274"/>
                </a:cxn>
                <a:cxn ang="0">
                  <a:pos x="7" y="273"/>
                </a:cxn>
                <a:cxn ang="0">
                  <a:pos x="8" y="272"/>
                </a:cxn>
                <a:cxn ang="0">
                  <a:pos x="9" y="270"/>
                </a:cxn>
                <a:cxn ang="0">
                  <a:pos x="9" y="270"/>
                </a:cxn>
                <a:cxn ang="0">
                  <a:pos x="11" y="254"/>
                </a:cxn>
                <a:cxn ang="0">
                  <a:pos x="14" y="237"/>
                </a:cxn>
                <a:cxn ang="0">
                  <a:pos x="22" y="204"/>
                </a:cxn>
                <a:cxn ang="0">
                  <a:pos x="37" y="139"/>
                </a:cxn>
                <a:cxn ang="0">
                  <a:pos x="37" y="139"/>
                </a:cxn>
                <a:cxn ang="0">
                  <a:pos x="45" y="106"/>
                </a:cxn>
                <a:cxn ang="0">
                  <a:pos x="54" y="73"/>
                </a:cxn>
                <a:cxn ang="0">
                  <a:pos x="54" y="73"/>
                </a:cxn>
                <a:cxn ang="0">
                  <a:pos x="58" y="56"/>
                </a:cxn>
                <a:cxn ang="0">
                  <a:pos x="61" y="39"/>
                </a:cxn>
                <a:cxn ang="0">
                  <a:pos x="64" y="31"/>
                </a:cxn>
                <a:cxn ang="0">
                  <a:pos x="66" y="22"/>
                </a:cxn>
                <a:cxn ang="0">
                  <a:pos x="70" y="14"/>
                </a:cxn>
                <a:cxn ang="0">
                  <a:pos x="74" y="8"/>
                </a:cxn>
                <a:cxn ang="0">
                  <a:pos x="74" y="8"/>
                </a:cxn>
                <a:cxn ang="0">
                  <a:pos x="75" y="6"/>
                </a:cxn>
                <a:cxn ang="0">
                  <a:pos x="75" y="5"/>
                </a:cxn>
                <a:cxn ang="0">
                  <a:pos x="74" y="1"/>
                </a:cxn>
                <a:cxn ang="0">
                  <a:pos x="72" y="0"/>
                </a:cxn>
                <a:cxn ang="0">
                  <a:pos x="71" y="0"/>
                </a:cxn>
                <a:cxn ang="0">
                  <a:pos x="69" y="0"/>
                </a:cxn>
                <a:cxn ang="0">
                  <a:pos x="68" y="2"/>
                </a:cxn>
                <a:cxn ang="0">
                  <a:pos x="68" y="2"/>
                </a:cxn>
              </a:cxnLst>
              <a:rect l="0" t="0" r="r" b="b"/>
              <a:pathLst>
                <a:path w="75" h="274">
                  <a:moveTo>
                    <a:pt x="68" y="2"/>
                  </a:moveTo>
                  <a:lnTo>
                    <a:pt x="68" y="2"/>
                  </a:lnTo>
                  <a:lnTo>
                    <a:pt x="62" y="10"/>
                  </a:lnTo>
                  <a:lnTo>
                    <a:pt x="57" y="20"/>
                  </a:lnTo>
                  <a:lnTo>
                    <a:pt x="54" y="31"/>
                  </a:lnTo>
                  <a:lnTo>
                    <a:pt x="53" y="41"/>
                  </a:lnTo>
                  <a:lnTo>
                    <a:pt x="53" y="41"/>
                  </a:lnTo>
                  <a:lnTo>
                    <a:pt x="51" y="51"/>
                  </a:lnTo>
                  <a:lnTo>
                    <a:pt x="49" y="60"/>
                  </a:lnTo>
                  <a:lnTo>
                    <a:pt x="42" y="80"/>
                  </a:lnTo>
                  <a:lnTo>
                    <a:pt x="37" y="101"/>
                  </a:lnTo>
                  <a:lnTo>
                    <a:pt x="32" y="120"/>
                  </a:lnTo>
                  <a:lnTo>
                    <a:pt x="32" y="120"/>
                  </a:lnTo>
                  <a:lnTo>
                    <a:pt x="14" y="191"/>
                  </a:lnTo>
                  <a:lnTo>
                    <a:pt x="7" y="227"/>
                  </a:lnTo>
                  <a:lnTo>
                    <a:pt x="3" y="244"/>
                  </a:lnTo>
                  <a:lnTo>
                    <a:pt x="1" y="263"/>
                  </a:lnTo>
                  <a:lnTo>
                    <a:pt x="1" y="263"/>
                  </a:lnTo>
                  <a:lnTo>
                    <a:pt x="0" y="265"/>
                  </a:lnTo>
                  <a:lnTo>
                    <a:pt x="0" y="270"/>
                  </a:lnTo>
                  <a:lnTo>
                    <a:pt x="0" y="270"/>
                  </a:lnTo>
                  <a:lnTo>
                    <a:pt x="0" y="272"/>
                  </a:lnTo>
                  <a:lnTo>
                    <a:pt x="1" y="273"/>
                  </a:lnTo>
                  <a:lnTo>
                    <a:pt x="3" y="274"/>
                  </a:lnTo>
                  <a:lnTo>
                    <a:pt x="4" y="274"/>
                  </a:lnTo>
                  <a:lnTo>
                    <a:pt x="7" y="273"/>
                  </a:lnTo>
                  <a:lnTo>
                    <a:pt x="8" y="272"/>
                  </a:lnTo>
                  <a:lnTo>
                    <a:pt x="9" y="270"/>
                  </a:lnTo>
                  <a:lnTo>
                    <a:pt x="9" y="270"/>
                  </a:lnTo>
                  <a:lnTo>
                    <a:pt x="11" y="254"/>
                  </a:lnTo>
                  <a:lnTo>
                    <a:pt x="14" y="237"/>
                  </a:lnTo>
                  <a:lnTo>
                    <a:pt x="22" y="204"/>
                  </a:lnTo>
                  <a:lnTo>
                    <a:pt x="37" y="139"/>
                  </a:lnTo>
                  <a:lnTo>
                    <a:pt x="37" y="139"/>
                  </a:lnTo>
                  <a:lnTo>
                    <a:pt x="45" y="106"/>
                  </a:lnTo>
                  <a:lnTo>
                    <a:pt x="54" y="73"/>
                  </a:lnTo>
                  <a:lnTo>
                    <a:pt x="54" y="73"/>
                  </a:lnTo>
                  <a:lnTo>
                    <a:pt x="58" y="56"/>
                  </a:lnTo>
                  <a:lnTo>
                    <a:pt x="61" y="39"/>
                  </a:lnTo>
                  <a:lnTo>
                    <a:pt x="64" y="31"/>
                  </a:lnTo>
                  <a:lnTo>
                    <a:pt x="66" y="22"/>
                  </a:lnTo>
                  <a:lnTo>
                    <a:pt x="70" y="14"/>
                  </a:lnTo>
                  <a:lnTo>
                    <a:pt x="74" y="8"/>
                  </a:lnTo>
                  <a:lnTo>
                    <a:pt x="74" y="8"/>
                  </a:lnTo>
                  <a:lnTo>
                    <a:pt x="75" y="6"/>
                  </a:lnTo>
                  <a:lnTo>
                    <a:pt x="75" y="5"/>
                  </a:lnTo>
                  <a:lnTo>
                    <a:pt x="74" y="1"/>
                  </a:lnTo>
                  <a:lnTo>
                    <a:pt x="72" y="0"/>
                  </a:lnTo>
                  <a:lnTo>
                    <a:pt x="71" y="0"/>
                  </a:lnTo>
                  <a:lnTo>
                    <a:pt x="69" y="0"/>
                  </a:lnTo>
                  <a:lnTo>
                    <a:pt x="68" y="2"/>
                  </a:lnTo>
                  <a:lnTo>
                    <a:pt x="68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54" name="Freeform 170"/>
            <p:cNvSpPr/>
            <p:nvPr>
              <p:custDataLst>
                <p:tags r:id="rId9"/>
              </p:custDataLst>
            </p:nvPr>
          </p:nvSpPr>
          <p:spPr bwMode="auto">
            <a:xfrm>
              <a:off x="4338638" y="2201863"/>
              <a:ext cx="31750" cy="112713"/>
            </a:xfrm>
            <a:custGeom>
              <a:avLst/>
              <a:gdLst/>
              <a:ahLst/>
              <a:cxnLst>
                <a:cxn ang="0">
                  <a:pos x="52" y="4"/>
                </a:cxn>
                <a:cxn ang="0">
                  <a:pos x="52" y="4"/>
                </a:cxn>
                <a:cxn ang="0">
                  <a:pos x="51" y="10"/>
                </a:cxn>
                <a:cxn ang="0">
                  <a:pos x="48" y="16"/>
                </a:cxn>
                <a:cxn ang="0">
                  <a:pos x="43" y="29"/>
                </a:cxn>
                <a:cxn ang="0">
                  <a:pos x="38" y="41"/>
                </a:cxn>
                <a:cxn ang="0">
                  <a:pos x="36" y="47"/>
                </a:cxn>
                <a:cxn ang="0">
                  <a:pos x="34" y="54"/>
                </a:cxn>
                <a:cxn ang="0">
                  <a:pos x="34" y="54"/>
                </a:cxn>
                <a:cxn ang="0">
                  <a:pos x="25" y="103"/>
                </a:cxn>
                <a:cxn ang="0">
                  <a:pos x="25" y="103"/>
                </a:cxn>
                <a:cxn ang="0">
                  <a:pos x="23" y="116"/>
                </a:cxn>
                <a:cxn ang="0">
                  <a:pos x="19" y="129"/>
                </a:cxn>
                <a:cxn ang="0">
                  <a:pos x="10" y="156"/>
                </a:cxn>
                <a:cxn ang="0">
                  <a:pos x="3" y="181"/>
                </a:cxn>
                <a:cxn ang="0">
                  <a:pos x="1" y="195"/>
                </a:cxn>
                <a:cxn ang="0">
                  <a:pos x="0" y="208"/>
                </a:cxn>
                <a:cxn ang="0">
                  <a:pos x="0" y="208"/>
                </a:cxn>
                <a:cxn ang="0">
                  <a:pos x="0" y="210"/>
                </a:cxn>
                <a:cxn ang="0">
                  <a:pos x="1" y="211"/>
                </a:cxn>
                <a:cxn ang="0">
                  <a:pos x="2" y="212"/>
                </a:cxn>
                <a:cxn ang="0">
                  <a:pos x="4" y="212"/>
                </a:cxn>
                <a:cxn ang="0">
                  <a:pos x="6" y="212"/>
                </a:cxn>
                <a:cxn ang="0">
                  <a:pos x="7" y="211"/>
                </a:cxn>
                <a:cxn ang="0">
                  <a:pos x="8" y="210"/>
                </a:cxn>
                <a:cxn ang="0">
                  <a:pos x="9" y="208"/>
                </a:cxn>
                <a:cxn ang="0">
                  <a:pos x="9" y="208"/>
                </a:cxn>
                <a:cxn ang="0">
                  <a:pos x="10" y="200"/>
                </a:cxn>
                <a:cxn ang="0">
                  <a:pos x="11" y="192"/>
                </a:cxn>
                <a:cxn ang="0">
                  <a:pos x="15" y="176"/>
                </a:cxn>
                <a:cxn ang="0">
                  <a:pos x="26" y="144"/>
                </a:cxn>
                <a:cxn ang="0">
                  <a:pos x="26" y="144"/>
                </a:cxn>
                <a:cxn ang="0">
                  <a:pos x="29" y="131"/>
                </a:cxn>
                <a:cxn ang="0">
                  <a:pos x="32" y="117"/>
                </a:cxn>
                <a:cxn ang="0">
                  <a:pos x="37" y="91"/>
                </a:cxn>
                <a:cxn ang="0">
                  <a:pos x="37" y="91"/>
                </a:cxn>
                <a:cxn ang="0">
                  <a:pos x="41" y="67"/>
                </a:cxn>
                <a:cxn ang="0">
                  <a:pos x="46" y="42"/>
                </a:cxn>
                <a:cxn ang="0">
                  <a:pos x="46" y="42"/>
                </a:cxn>
                <a:cxn ang="0">
                  <a:pos x="50" y="33"/>
                </a:cxn>
                <a:cxn ang="0">
                  <a:pos x="55" y="23"/>
                </a:cxn>
                <a:cxn ang="0">
                  <a:pos x="59" y="14"/>
                </a:cxn>
                <a:cxn ang="0">
                  <a:pos x="60" y="9"/>
                </a:cxn>
                <a:cxn ang="0">
                  <a:pos x="61" y="4"/>
                </a:cxn>
                <a:cxn ang="0">
                  <a:pos x="61" y="4"/>
                </a:cxn>
                <a:cxn ang="0">
                  <a:pos x="61" y="3"/>
                </a:cxn>
                <a:cxn ang="0">
                  <a:pos x="60" y="1"/>
                </a:cxn>
                <a:cxn ang="0">
                  <a:pos x="59" y="0"/>
                </a:cxn>
                <a:cxn ang="0">
                  <a:pos x="57" y="0"/>
                </a:cxn>
                <a:cxn ang="0">
                  <a:pos x="54" y="1"/>
                </a:cxn>
                <a:cxn ang="0">
                  <a:pos x="53" y="3"/>
                </a:cxn>
                <a:cxn ang="0">
                  <a:pos x="52" y="4"/>
                </a:cxn>
                <a:cxn ang="0">
                  <a:pos x="52" y="4"/>
                </a:cxn>
              </a:cxnLst>
              <a:rect l="0" t="0" r="r" b="b"/>
              <a:pathLst>
                <a:path w="61" h="212">
                  <a:moveTo>
                    <a:pt x="52" y="4"/>
                  </a:moveTo>
                  <a:lnTo>
                    <a:pt x="52" y="4"/>
                  </a:lnTo>
                  <a:lnTo>
                    <a:pt x="51" y="10"/>
                  </a:lnTo>
                  <a:lnTo>
                    <a:pt x="48" y="16"/>
                  </a:lnTo>
                  <a:lnTo>
                    <a:pt x="43" y="29"/>
                  </a:lnTo>
                  <a:lnTo>
                    <a:pt x="38" y="41"/>
                  </a:lnTo>
                  <a:lnTo>
                    <a:pt x="36" y="47"/>
                  </a:lnTo>
                  <a:lnTo>
                    <a:pt x="34" y="54"/>
                  </a:lnTo>
                  <a:lnTo>
                    <a:pt x="34" y="54"/>
                  </a:lnTo>
                  <a:lnTo>
                    <a:pt x="25" y="103"/>
                  </a:lnTo>
                  <a:lnTo>
                    <a:pt x="25" y="103"/>
                  </a:lnTo>
                  <a:lnTo>
                    <a:pt x="23" y="116"/>
                  </a:lnTo>
                  <a:lnTo>
                    <a:pt x="19" y="129"/>
                  </a:lnTo>
                  <a:lnTo>
                    <a:pt x="10" y="156"/>
                  </a:lnTo>
                  <a:lnTo>
                    <a:pt x="3" y="181"/>
                  </a:lnTo>
                  <a:lnTo>
                    <a:pt x="1" y="195"/>
                  </a:lnTo>
                  <a:lnTo>
                    <a:pt x="0" y="208"/>
                  </a:lnTo>
                  <a:lnTo>
                    <a:pt x="0" y="208"/>
                  </a:lnTo>
                  <a:lnTo>
                    <a:pt x="0" y="210"/>
                  </a:lnTo>
                  <a:lnTo>
                    <a:pt x="1" y="211"/>
                  </a:lnTo>
                  <a:lnTo>
                    <a:pt x="2" y="212"/>
                  </a:lnTo>
                  <a:lnTo>
                    <a:pt x="4" y="212"/>
                  </a:lnTo>
                  <a:lnTo>
                    <a:pt x="6" y="212"/>
                  </a:lnTo>
                  <a:lnTo>
                    <a:pt x="7" y="211"/>
                  </a:lnTo>
                  <a:lnTo>
                    <a:pt x="8" y="210"/>
                  </a:lnTo>
                  <a:lnTo>
                    <a:pt x="9" y="208"/>
                  </a:lnTo>
                  <a:lnTo>
                    <a:pt x="9" y="208"/>
                  </a:lnTo>
                  <a:lnTo>
                    <a:pt x="10" y="200"/>
                  </a:lnTo>
                  <a:lnTo>
                    <a:pt x="11" y="192"/>
                  </a:lnTo>
                  <a:lnTo>
                    <a:pt x="15" y="176"/>
                  </a:lnTo>
                  <a:lnTo>
                    <a:pt x="26" y="144"/>
                  </a:lnTo>
                  <a:lnTo>
                    <a:pt x="26" y="144"/>
                  </a:lnTo>
                  <a:lnTo>
                    <a:pt x="29" y="131"/>
                  </a:lnTo>
                  <a:lnTo>
                    <a:pt x="32" y="117"/>
                  </a:lnTo>
                  <a:lnTo>
                    <a:pt x="37" y="91"/>
                  </a:lnTo>
                  <a:lnTo>
                    <a:pt x="37" y="91"/>
                  </a:lnTo>
                  <a:lnTo>
                    <a:pt x="41" y="67"/>
                  </a:lnTo>
                  <a:lnTo>
                    <a:pt x="46" y="42"/>
                  </a:lnTo>
                  <a:lnTo>
                    <a:pt x="46" y="42"/>
                  </a:lnTo>
                  <a:lnTo>
                    <a:pt x="50" y="33"/>
                  </a:lnTo>
                  <a:lnTo>
                    <a:pt x="55" y="23"/>
                  </a:lnTo>
                  <a:lnTo>
                    <a:pt x="59" y="14"/>
                  </a:lnTo>
                  <a:lnTo>
                    <a:pt x="60" y="9"/>
                  </a:lnTo>
                  <a:lnTo>
                    <a:pt x="61" y="4"/>
                  </a:lnTo>
                  <a:lnTo>
                    <a:pt x="61" y="4"/>
                  </a:lnTo>
                  <a:lnTo>
                    <a:pt x="61" y="3"/>
                  </a:lnTo>
                  <a:lnTo>
                    <a:pt x="60" y="1"/>
                  </a:lnTo>
                  <a:lnTo>
                    <a:pt x="59" y="0"/>
                  </a:lnTo>
                  <a:lnTo>
                    <a:pt x="57" y="0"/>
                  </a:lnTo>
                  <a:lnTo>
                    <a:pt x="54" y="1"/>
                  </a:lnTo>
                  <a:lnTo>
                    <a:pt x="53" y="3"/>
                  </a:lnTo>
                  <a:lnTo>
                    <a:pt x="52" y="4"/>
                  </a:lnTo>
                  <a:lnTo>
                    <a:pt x="52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55" name="Freeform 171"/>
            <p:cNvSpPr/>
            <p:nvPr>
              <p:custDataLst>
                <p:tags r:id="rId10"/>
              </p:custDataLst>
            </p:nvPr>
          </p:nvSpPr>
          <p:spPr bwMode="auto">
            <a:xfrm>
              <a:off x="4357688" y="2209800"/>
              <a:ext cx="36513" cy="90488"/>
            </a:xfrm>
            <a:custGeom>
              <a:avLst/>
              <a:gdLst/>
              <a:ahLst/>
              <a:cxnLst>
                <a:cxn ang="0">
                  <a:pos x="60" y="1"/>
                </a:cxn>
                <a:cxn ang="0">
                  <a:pos x="60" y="1"/>
                </a:cxn>
                <a:cxn ang="0">
                  <a:pos x="51" y="10"/>
                </a:cxn>
                <a:cxn ang="0">
                  <a:pos x="43" y="22"/>
                </a:cxn>
                <a:cxn ang="0">
                  <a:pos x="37" y="34"/>
                </a:cxn>
                <a:cxn ang="0">
                  <a:pos x="33" y="48"/>
                </a:cxn>
                <a:cxn ang="0">
                  <a:pos x="29" y="61"/>
                </a:cxn>
                <a:cxn ang="0">
                  <a:pos x="25" y="75"/>
                </a:cxn>
                <a:cxn ang="0">
                  <a:pos x="20" y="100"/>
                </a:cxn>
                <a:cxn ang="0">
                  <a:pos x="20" y="100"/>
                </a:cxn>
                <a:cxn ang="0">
                  <a:pos x="15" y="115"/>
                </a:cxn>
                <a:cxn ang="0">
                  <a:pos x="6" y="135"/>
                </a:cxn>
                <a:cxn ang="0">
                  <a:pos x="3" y="147"/>
                </a:cxn>
                <a:cxn ang="0">
                  <a:pos x="0" y="156"/>
                </a:cxn>
                <a:cxn ang="0">
                  <a:pos x="0" y="164"/>
                </a:cxn>
                <a:cxn ang="0">
                  <a:pos x="1" y="166"/>
                </a:cxn>
                <a:cxn ang="0">
                  <a:pos x="3" y="170"/>
                </a:cxn>
                <a:cxn ang="0">
                  <a:pos x="3" y="170"/>
                </a:cxn>
                <a:cxn ang="0">
                  <a:pos x="4" y="170"/>
                </a:cxn>
                <a:cxn ang="0">
                  <a:pos x="6" y="171"/>
                </a:cxn>
                <a:cxn ang="0">
                  <a:pos x="9" y="169"/>
                </a:cxn>
                <a:cxn ang="0">
                  <a:pos x="10" y="167"/>
                </a:cxn>
                <a:cxn ang="0">
                  <a:pos x="11" y="165"/>
                </a:cxn>
                <a:cxn ang="0">
                  <a:pos x="10" y="164"/>
                </a:cxn>
                <a:cxn ang="0">
                  <a:pos x="9" y="162"/>
                </a:cxn>
                <a:cxn ang="0">
                  <a:pos x="9" y="162"/>
                </a:cxn>
                <a:cxn ang="0">
                  <a:pos x="10" y="159"/>
                </a:cxn>
                <a:cxn ang="0">
                  <a:pos x="14" y="152"/>
                </a:cxn>
                <a:cxn ang="0">
                  <a:pos x="18" y="138"/>
                </a:cxn>
                <a:cxn ang="0">
                  <a:pos x="18" y="138"/>
                </a:cxn>
                <a:cxn ang="0">
                  <a:pos x="24" y="119"/>
                </a:cxn>
                <a:cxn ang="0">
                  <a:pos x="29" y="100"/>
                </a:cxn>
                <a:cxn ang="0">
                  <a:pos x="29" y="100"/>
                </a:cxn>
                <a:cxn ang="0">
                  <a:pos x="34" y="76"/>
                </a:cxn>
                <a:cxn ang="0">
                  <a:pos x="38" y="63"/>
                </a:cxn>
                <a:cxn ang="0">
                  <a:pos x="41" y="51"/>
                </a:cxn>
                <a:cxn ang="0">
                  <a:pos x="47" y="38"/>
                </a:cxn>
                <a:cxn ang="0">
                  <a:pos x="52" y="27"/>
                </a:cxn>
                <a:cxn ang="0">
                  <a:pos x="58" y="17"/>
                </a:cxn>
                <a:cxn ang="0">
                  <a:pos x="66" y="7"/>
                </a:cxn>
                <a:cxn ang="0">
                  <a:pos x="66" y="7"/>
                </a:cxn>
                <a:cxn ang="0">
                  <a:pos x="67" y="6"/>
                </a:cxn>
                <a:cxn ang="0">
                  <a:pos x="68" y="4"/>
                </a:cxn>
                <a:cxn ang="0">
                  <a:pos x="67" y="3"/>
                </a:cxn>
                <a:cxn ang="0">
                  <a:pos x="66" y="1"/>
                </a:cxn>
                <a:cxn ang="0">
                  <a:pos x="65" y="0"/>
                </a:cxn>
                <a:cxn ang="0">
                  <a:pos x="63" y="0"/>
                </a:cxn>
                <a:cxn ang="0">
                  <a:pos x="61" y="0"/>
                </a:cxn>
                <a:cxn ang="0">
                  <a:pos x="60" y="1"/>
                </a:cxn>
                <a:cxn ang="0">
                  <a:pos x="60" y="1"/>
                </a:cxn>
              </a:cxnLst>
              <a:rect l="0" t="0" r="r" b="b"/>
              <a:pathLst>
                <a:path w="68" h="171">
                  <a:moveTo>
                    <a:pt x="60" y="1"/>
                  </a:moveTo>
                  <a:lnTo>
                    <a:pt x="60" y="1"/>
                  </a:lnTo>
                  <a:lnTo>
                    <a:pt x="51" y="10"/>
                  </a:lnTo>
                  <a:lnTo>
                    <a:pt x="43" y="22"/>
                  </a:lnTo>
                  <a:lnTo>
                    <a:pt x="37" y="34"/>
                  </a:lnTo>
                  <a:lnTo>
                    <a:pt x="33" y="48"/>
                  </a:lnTo>
                  <a:lnTo>
                    <a:pt x="29" y="61"/>
                  </a:lnTo>
                  <a:lnTo>
                    <a:pt x="25" y="75"/>
                  </a:lnTo>
                  <a:lnTo>
                    <a:pt x="20" y="100"/>
                  </a:lnTo>
                  <a:lnTo>
                    <a:pt x="20" y="100"/>
                  </a:lnTo>
                  <a:lnTo>
                    <a:pt x="15" y="115"/>
                  </a:lnTo>
                  <a:lnTo>
                    <a:pt x="6" y="135"/>
                  </a:lnTo>
                  <a:lnTo>
                    <a:pt x="3" y="147"/>
                  </a:lnTo>
                  <a:lnTo>
                    <a:pt x="0" y="156"/>
                  </a:lnTo>
                  <a:lnTo>
                    <a:pt x="0" y="164"/>
                  </a:lnTo>
                  <a:lnTo>
                    <a:pt x="1" y="166"/>
                  </a:lnTo>
                  <a:lnTo>
                    <a:pt x="3" y="170"/>
                  </a:lnTo>
                  <a:lnTo>
                    <a:pt x="3" y="170"/>
                  </a:lnTo>
                  <a:lnTo>
                    <a:pt x="4" y="170"/>
                  </a:lnTo>
                  <a:lnTo>
                    <a:pt x="6" y="171"/>
                  </a:lnTo>
                  <a:lnTo>
                    <a:pt x="9" y="169"/>
                  </a:lnTo>
                  <a:lnTo>
                    <a:pt x="10" y="167"/>
                  </a:lnTo>
                  <a:lnTo>
                    <a:pt x="11" y="165"/>
                  </a:lnTo>
                  <a:lnTo>
                    <a:pt x="10" y="164"/>
                  </a:lnTo>
                  <a:lnTo>
                    <a:pt x="9" y="162"/>
                  </a:lnTo>
                  <a:lnTo>
                    <a:pt x="9" y="162"/>
                  </a:lnTo>
                  <a:lnTo>
                    <a:pt x="10" y="159"/>
                  </a:lnTo>
                  <a:lnTo>
                    <a:pt x="14" y="152"/>
                  </a:lnTo>
                  <a:lnTo>
                    <a:pt x="18" y="138"/>
                  </a:lnTo>
                  <a:lnTo>
                    <a:pt x="18" y="138"/>
                  </a:lnTo>
                  <a:lnTo>
                    <a:pt x="24" y="119"/>
                  </a:lnTo>
                  <a:lnTo>
                    <a:pt x="29" y="100"/>
                  </a:lnTo>
                  <a:lnTo>
                    <a:pt x="29" y="100"/>
                  </a:lnTo>
                  <a:lnTo>
                    <a:pt x="34" y="76"/>
                  </a:lnTo>
                  <a:lnTo>
                    <a:pt x="38" y="63"/>
                  </a:lnTo>
                  <a:lnTo>
                    <a:pt x="41" y="51"/>
                  </a:lnTo>
                  <a:lnTo>
                    <a:pt x="47" y="38"/>
                  </a:lnTo>
                  <a:lnTo>
                    <a:pt x="52" y="27"/>
                  </a:lnTo>
                  <a:lnTo>
                    <a:pt x="58" y="17"/>
                  </a:lnTo>
                  <a:lnTo>
                    <a:pt x="66" y="7"/>
                  </a:lnTo>
                  <a:lnTo>
                    <a:pt x="66" y="7"/>
                  </a:lnTo>
                  <a:lnTo>
                    <a:pt x="67" y="6"/>
                  </a:lnTo>
                  <a:lnTo>
                    <a:pt x="68" y="4"/>
                  </a:lnTo>
                  <a:lnTo>
                    <a:pt x="67" y="3"/>
                  </a:lnTo>
                  <a:lnTo>
                    <a:pt x="66" y="1"/>
                  </a:lnTo>
                  <a:lnTo>
                    <a:pt x="65" y="0"/>
                  </a:lnTo>
                  <a:lnTo>
                    <a:pt x="63" y="0"/>
                  </a:lnTo>
                  <a:lnTo>
                    <a:pt x="61" y="0"/>
                  </a:lnTo>
                  <a:lnTo>
                    <a:pt x="60" y="1"/>
                  </a:lnTo>
                  <a:lnTo>
                    <a:pt x="60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56" name="Freeform 172"/>
            <p:cNvSpPr/>
            <p:nvPr>
              <p:custDataLst>
                <p:tags r:id="rId11"/>
              </p:custDataLst>
            </p:nvPr>
          </p:nvSpPr>
          <p:spPr bwMode="auto">
            <a:xfrm>
              <a:off x="4383088" y="2219325"/>
              <a:ext cx="33338" cy="63500"/>
            </a:xfrm>
            <a:custGeom>
              <a:avLst/>
              <a:gdLst/>
              <a:ahLst/>
              <a:cxnLst>
                <a:cxn ang="0">
                  <a:pos x="55" y="0"/>
                </a:cxn>
                <a:cxn ang="0">
                  <a:pos x="55" y="0"/>
                </a:cxn>
                <a:cxn ang="0">
                  <a:pos x="50" y="2"/>
                </a:cxn>
                <a:cxn ang="0">
                  <a:pos x="46" y="5"/>
                </a:cxn>
                <a:cxn ang="0">
                  <a:pos x="42" y="8"/>
                </a:cxn>
                <a:cxn ang="0">
                  <a:pos x="39" y="11"/>
                </a:cxn>
                <a:cxn ang="0">
                  <a:pos x="33" y="19"/>
                </a:cxn>
                <a:cxn ang="0">
                  <a:pos x="29" y="30"/>
                </a:cxn>
                <a:cxn ang="0">
                  <a:pos x="29" y="30"/>
                </a:cxn>
                <a:cxn ang="0">
                  <a:pos x="13" y="70"/>
                </a:cxn>
                <a:cxn ang="0">
                  <a:pos x="6" y="91"/>
                </a:cxn>
                <a:cxn ang="0">
                  <a:pos x="0" y="112"/>
                </a:cxn>
                <a:cxn ang="0">
                  <a:pos x="0" y="112"/>
                </a:cxn>
                <a:cxn ang="0">
                  <a:pos x="0" y="114"/>
                </a:cxn>
                <a:cxn ang="0">
                  <a:pos x="1" y="116"/>
                </a:cxn>
                <a:cxn ang="0">
                  <a:pos x="2" y="118"/>
                </a:cxn>
                <a:cxn ang="0">
                  <a:pos x="4" y="118"/>
                </a:cxn>
                <a:cxn ang="0">
                  <a:pos x="6" y="119"/>
                </a:cxn>
                <a:cxn ang="0">
                  <a:pos x="7" y="118"/>
                </a:cxn>
                <a:cxn ang="0">
                  <a:pos x="8" y="116"/>
                </a:cxn>
                <a:cxn ang="0">
                  <a:pos x="9" y="114"/>
                </a:cxn>
                <a:cxn ang="0">
                  <a:pos x="9" y="114"/>
                </a:cxn>
                <a:cxn ang="0">
                  <a:pos x="13" y="100"/>
                </a:cxn>
                <a:cxn ang="0">
                  <a:pos x="17" y="84"/>
                </a:cxn>
                <a:cxn ang="0">
                  <a:pos x="23" y="70"/>
                </a:cxn>
                <a:cxn ang="0">
                  <a:pos x="30" y="56"/>
                </a:cxn>
                <a:cxn ang="0">
                  <a:pos x="30" y="56"/>
                </a:cxn>
                <a:cxn ang="0">
                  <a:pos x="34" y="42"/>
                </a:cxn>
                <a:cxn ang="0">
                  <a:pos x="39" y="29"/>
                </a:cxn>
                <a:cxn ang="0">
                  <a:pos x="42" y="22"/>
                </a:cxn>
                <a:cxn ang="0">
                  <a:pos x="46" y="17"/>
                </a:cxn>
                <a:cxn ang="0">
                  <a:pos x="51" y="12"/>
                </a:cxn>
                <a:cxn ang="0">
                  <a:pos x="57" y="9"/>
                </a:cxn>
                <a:cxn ang="0">
                  <a:pos x="57" y="9"/>
                </a:cxn>
                <a:cxn ang="0">
                  <a:pos x="60" y="8"/>
                </a:cxn>
                <a:cxn ang="0">
                  <a:pos x="61" y="7"/>
                </a:cxn>
                <a:cxn ang="0">
                  <a:pos x="62" y="5"/>
                </a:cxn>
                <a:cxn ang="0">
                  <a:pos x="61" y="3"/>
                </a:cxn>
                <a:cxn ang="0">
                  <a:pos x="61" y="2"/>
                </a:cxn>
                <a:cxn ang="0">
                  <a:pos x="60" y="0"/>
                </a:cxn>
                <a:cxn ang="0">
                  <a:pos x="57" y="0"/>
                </a:cxn>
                <a:cxn ang="0">
                  <a:pos x="55" y="0"/>
                </a:cxn>
                <a:cxn ang="0">
                  <a:pos x="55" y="0"/>
                </a:cxn>
              </a:cxnLst>
              <a:rect l="0" t="0" r="r" b="b"/>
              <a:pathLst>
                <a:path w="62" h="119">
                  <a:moveTo>
                    <a:pt x="55" y="0"/>
                  </a:moveTo>
                  <a:lnTo>
                    <a:pt x="55" y="0"/>
                  </a:lnTo>
                  <a:lnTo>
                    <a:pt x="50" y="2"/>
                  </a:lnTo>
                  <a:lnTo>
                    <a:pt x="46" y="5"/>
                  </a:lnTo>
                  <a:lnTo>
                    <a:pt x="42" y="8"/>
                  </a:lnTo>
                  <a:lnTo>
                    <a:pt x="39" y="11"/>
                  </a:lnTo>
                  <a:lnTo>
                    <a:pt x="33" y="19"/>
                  </a:lnTo>
                  <a:lnTo>
                    <a:pt x="29" y="30"/>
                  </a:lnTo>
                  <a:lnTo>
                    <a:pt x="29" y="30"/>
                  </a:lnTo>
                  <a:lnTo>
                    <a:pt x="13" y="70"/>
                  </a:lnTo>
                  <a:lnTo>
                    <a:pt x="6" y="91"/>
                  </a:lnTo>
                  <a:lnTo>
                    <a:pt x="0" y="112"/>
                  </a:lnTo>
                  <a:lnTo>
                    <a:pt x="0" y="112"/>
                  </a:lnTo>
                  <a:lnTo>
                    <a:pt x="0" y="114"/>
                  </a:lnTo>
                  <a:lnTo>
                    <a:pt x="1" y="116"/>
                  </a:lnTo>
                  <a:lnTo>
                    <a:pt x="2" y="118"/>
                  </a:lnTo>
                  <a:lnTo>
                    <a:pt x="4" y="118"/>
                  </a:lnTo>
                  <a:lnTo>
                    <a:pt x="6" y="119"/>
                  </a:lnTo>
                  <a:lnTo>
                    <a:pt x="7" y="118"/>
                  </a:lnTo>
                  <a:lnTo>
                    <a:pt x="8" y="116"/>
                  </a:lnTo>
                  <a:lnTo>
                    <a:pt x="9" y="114"/>
                  </a:lnTo>
                  <a:lnTo>
                    <a:pt x="9" y="114"/>
                  </a:lnTo>
                  <a:lnTo>
                    <a:pt x="13" y="100"/>
                  </a:lnTo>
                  <a:lnTo>
                    <a:pt x="17" y="84"/>
                  </a:lnTo>
                  <a:lnTo>
                    <a:pt x="23" y="70"/>
                  </a:lnTo>
                  <a:lnTo>
                    <a:pt x="30" y="56"/>
                  </a:lnTo>
                  <a:lnTo>
                    <a:pt x="30" y="56"/>
                  </a:lnTo>
                  <a:lnTo>
                    <a:pt x="34" y="42"/>
                  </a:lnTo>
                  <a:lnTo>
                    <a:pt x="39" y="29"/>
                  </a:lnTo>
                  <a:lnTo>
                    <a:pt x="42" y="22"/>
                  </a:lnTo>
                  <a:lnTo>
                    <a:pt x="46" y="17"/>
                  </a:lnTo>
                  <a:lnTo>
                    <a:pt x="51" y="12"/>
                  </a:lnTo>
                  <a:lnTo>
                    <a:pt x="57" y="9"/>
                  </a:lnTo>
                  <a:lnTo>
                    <a:pt x="57" y="9"/>
                  </a:lnTo>
                  <a:lnTo>
                    <a:pt x="60" y="8"/>
                  </a:lnTo>
                  <a:lnTo>
                    <a:pt x="61" y="7"/>
                  </a:lnTo>
                  <a:lnTo>
                    <a:pt x="62" y="5"/>
                  </a:lnTo>
                  <a:lnTo>
                    <a:pt x="61" y="3"/>
                  </a:lnTo>
                  <a:lnTo>
                    <a:pt x="61" y="2"/>
                  </a:lnTo>
                  <a:lnTo>
                    <a:pt x="60" y="0"/>
                  </a:lnTo>
                  <a:lnTo>
                    <a:pt x="57" y="0"/>
                  </a:lnTo>
                  <a:lnTo>
                    <a:pt x="55" y="0"/>
                  </a:lnTo>
                  <a:lnTo>
                    <a:pt x="55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57" name="Freeform 173"/>
            <p:cNvSpPr/>
            <p:nvPr>
              <p:custDataLst>
                <p:tags r:id="rId12"/>
              </p:custDataLst>
            </p:nvPr>
          </p:nvSpPr>
          <p:spPr bwMode="auto">
            <a:xfrm>
              <a:off x="4403725" y="2228850"/>
              <a:ext cx="17463" cy="52388"/>
            </a:xfrm>
            <a:custGeom>
              <a:avLst/>
              <a:gdLst/>
              <a:ahLst/>
              <a:cxnLst>
                <a:cxn ang="0">
                  <a:pos x="27" y="1"/>
                </a:cxn>
                <a:cxn ang="0">
                  <a:pos x="27" y="1"/>
                </a:cxn>
                <a:cxn ang="0">
                  <a:pos x="24" y="2"/>
                </a:cxn>
                <a:cxn ang="0">
                  <a:pos x="22" y="6"/>
                </a:cxn>
                <a:cxn ang="0">
                  <a:pos x="17" y="12"/>
                </a:cxn>
                <a:cxn ang="0">
                  <a:pos x="15" y="20"/>
                </a:cxn>
                <a:cxn ang="0">
                  <a:pos x="14" y="27"/>
                </a:cxn>
                <a:cxn ang="0">
                  <a:pos x="14" y="27"/>
                </a:cxn>
                <a:cxn ang="0">
                  <a:pos x="12" y="45"/>
                </a:cxn>
                <a:cxn ang="0">
                  <a:pos x="10" y="61"/>
                </a:cxn>
                <a:cxn ang="0">
                  <a:pos x="6" y="78"/>
                </a:cxn>
                <a:cxn ang="0">
                  <a:pos x="0" y="94"/>
                </a:cxn>
                <a:cxn ang="0">
                  <a:pos x="0" y="94"/>
                </a:cxn>
                <a:cxn ang="0">
                  <a:pos x="0" y="96"/>
                </a:cxn>
                <a:cxn ang="0">
                  <a:pos x="0" y="97"/>
                </a:cxn>
                <a:cxn ang="0">
                  <a:pos x="1" y="100"/>
                </a:cxn>
                <a:cxn ang="0">
                  <a:pos x="3" y="100"/>
                </a:cxn>
                <a:cxn ang="0">
                  <a:pos x="6" y="100"/>
                </a:cxn>
                <a:cxn ang="0">
                  <a:pos x="8" y="98"/>
                </a:cxn>
                <a:cxn ang="0">
                  <a:pos x="9" y="96"/>
                </a:cxn>
                <a:cxn ang="0">
                  <a:pos x="9" y="96"/>
                </a:cxn>
                <a:cxn ang="0">
                  <a:pos x="13" y="85"/>
                </a:cxn>
                <a:cxn ang="0">
                  <a:pos x="15" y="80"/>
                </a:cxn>
                <a:cxn ang="0">
                  <a:pos x="18" y="75"/>
                </a:cxn>
                <a:cxn ang="0">
                  <a:pos x="18" y="75"/>
                </a:cxn>
                <a:cxn ang="0">
                  <a:pos x="19" y="72"/>
                </a:cxn>
                <a:cxn ang="0">
                  <a:pos x="21" y="69"/>
                </a:cxn>
                <a:cxn ang="0">
                  <a:pos x="21" y="62"/>
                </a:cxn>
                <a:cxn ang="0">
                  <a:pos x="22" y="49"/>
                </a:cxn>
                <a:cxn ang="0">
                  <a:pos x="22" y="49"/>
                </a:cxn>
                <a:cxn ang="0">
                  <a:pos x="23" y="28"/>
                </a:cxn>
                <a:cxn ang="0">
                  <a:pos x="24" y="22"/>
                </a:cxn>
                <a:cxn ang="0">
                  <a:pos x="25" y="17"/>
                </a:cxn>
                <a:cxn ang="0">
                  <a:pos x="27" y="13"/>
                </a:cxn>
                <a:cxn ang="0">
                  <a:pos x="30" y="10"/>
                </a:cxn>
                <a:cxn ang="0">
                  <a:pos x="30" y="10"/>
                </a:cxn>
                <a:cxn ang="0">
                  <a:pos x="31" y="9"/>
                </a:cxn>
                <a:cxn ang="0">
                  <a:pos x="32" y="8"/>
                </a:cxn>
                <a:cxn ang="0">
                  <a:pos x="33" y="3"/>
                </a:cxn>
                <a:cxn ang="0">
                  <a:pos x="32" y="2"/>
                </a:cxn>
                <a:cxn ang="0">
                  <a:pos x="31" y="1"/>
                </a:cxn>
                <a:cxn ang="0">
                  <a:pos x="29" y="0"/>
                </a:cxn>
                <a:cxn ang="0">
                  <a:pos x="27" y="1"/>
                </a:cxn>
                <a:cxn ang="0">
                  <a:pos x="27" y="1"/>
                </a:cxn>
              </a:cxnLst>
              <a:rect l="0" t="0" r="r" b="b"/>
              <a:pathLst>
                <a:path w="33" h="100">
                  <a:moveTo>
                    <a:pt x="27" y="1"/>
                  </a:moveTo>
                  <a:lnTo>
                    <a:pt x="27" y="1"/>
                  </a:lnTo>
                  <a:lnTo>
                    <a:pt x="24" y="2"/>
                  </a:lnTo>
                  <a:lnTo>
                    <a:pt x="22" y="6"/>
                  </a:lnTo>
                  <a:lnTo>
                    <a:pt x="17" y="12"/>
                  </a:lnTo>
                  <a:lnTo>
                    <a:pt x="15" y="20"/>
                  </a:lnTo>
                  <a:lnTo>
                    <a:pt x="14" y="27"/>
                  </a:lnTo>
                  <a:lnTo>
                    <a:pt x="14" y="27"/>
                  </a:lnTo>
                  <a:lnTo>
                    <a:pt x="12" y="45"/>
                  </a:lnTo>
                  <a:lnTo>
                    <a:pt x="10" y="61"/>
                  </a:lnTo>
                  <a:lnTo>
                    <a:pt x="6" y="78"/>
                  </a:lnTo>
                  <a:lnTo>
                    <a:pt x="0" y="94"/>
                  </a:lnTo>
                  <a:lnTo>
                    <a:pt x="0" y="94"/>
                  </a:lnTo>
                  <a:lnTo>
                    <a:pt x="0" y="96"/>
                  </a:lnTo>
                  <a:lnTo>
                    <a:pt x="0" y="97"/>
                  </a:lnTo>
                  <a:lnTo>
                    <a:pt x="1" y="100"/>
                  </a:lnTo>
                  <a:lnTo>
                    <a:pt x="3" y="100"/>
                  </a:lnTo>
                  <a:lnTo>
                    <a:pt x="6" y="100"/>
                  </a:lnTo>
                  <a:lnTo>
                    <a:pt x="8" y="98"/>
                  </a:lnTo>
                  <a:lnTo>
                    <a:pt x="9" y="96"/>
                  </a:lnTo>
                  <a:lnTo>
                    <a:pt x="9" y="96"/>
                  </a:lnTo>
                  <a:lnTo>
                    <a:pt x="13" y="85"/>
                  </a:lnTo>
                  <a:lnTo>
                    <a:pt x="15" y="80"/>
                  </a:lnTo>
                  <a:lnTo>
                    <a:pt x="18" y="75"/>
                  </a:lnTo>
                  <a:lnTo>
                    <a:pt x="18" y="75"/>
                  </a:lnTo>
                  <a:lnTo>
                    <a:pt x="19" y="72"/>
                  </a:lnTo>
                  <a:lnTo>
                    <a:pt x="21" y="69"/>
                  </a:lnTo>
                  <a:lnTo>
                    <a:pt x="21" y="62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3" y="28"/>
                  </a:lnTo>
                  <a:lnTo>
                    <a:pt x="24" y="22"/>
                  </a:lnTo>
                  <a:lnTo>
                    <a:pt x="25" y="17"/>
                  </a:lnTo>
                  <a:lnTo>
                    <a:pt x="27" y="13"/>
                  </a:lnTo>
                  <a:lnTo>
                    <a:pt x="30" y="10"/>
                  </a:lnTo>
                  <a:lnTo>
                    <a:pt x="30" y="10"/>
                  </a:lnTo>
                  <a:lnTo>
                    <a:pt x="31" y="9"/>
                  </a:lnTo>
                  <a:lnTo>
                    <a:pt x="32" y="8"/>
                  </a:lnTo>
                  <a:lnTo>
                    <a:pt x="33" y="3"/>
                  </a:lnTo>
                  <a:lnTo>
                    <a:pt x="32" y="2"/>
                  </a:lnTo>
                  <a:lnTo>
                    <a:pt x="31" y="1"/>
                  </a:lnTo>
                  <a:lnTo>
                    <a:pt x="29" y="0"/>
                  </a:lnTo>
                  <a:lnTo>
                    <a:pt x="27" y="1"/>
                  </a:lnTo>
                  <a:lnTo>
                    <a:pt x="27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58" name="Freeform 174"/>
            <p:cNvSpPr/>
            <p:nvPr>
              <p:custDataLst>
                <p:tags r:id="rId13"/>
              </p:custDataLst>
            </p:nvPr>
          </p:nvSpPr>
          <p:spPr bwMode="auto">
            <a:xfrm>
              <a:off x="4340225" y="2436813"/>
              <a:ext cx="4763" cy="42863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76"/>
                </a:cxn>
                <a:cxn ang="0">
                  <a:pos x="0" y="76"/>
                </a:cxn>
                <a:cxn ang="0">
                  <a:pos x="1" y="78"/>
                </a:cxn>
                <a:cxn ang="0">
                  <a:pos x="2" y="79"/>
                </a:cxn>
                <a:cxn ang="0">
                  <a:pos x="3" y="80"/>
                </a:cxn>
                <a:cxn ang="0">
                  <a:pos x="5" y="80"/>
                </a:cxn>
                <a:cxn ang="0">
                  <a:pos x="6" y="80"/>
                </a:cxn>
                <a:cxn ang="0">
                  <a:pos x="8" y="79"/>
                </a:cxn>
                <a:cxn ang="0">
                  <a:pos x="9" y="78"/>
                </a:cxn>
                <a:cxn ang="0">
                  <a:pos x="9" y="76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9" y="3"/>
                </a:cxn>
                <a:cxn ang="0">
                  <a:pos x="8" y="2"/>
                </a:cxn>
                <a:cxn ang="0">
                  <a:pos x="6" y="1"/>
                </a:cxn>
                <a:cxn ang="0">
                  <a:pos x="5" y="0"/>
                </a:cxn>
                <a:cxn ang="0">
                  <a:pos x="3" y="1"/>
                </a:cxn>
                <a:cxn ang="0">
                  <a:pos x="2" y="2"/>
                </a:cxn>
                <a:cxn ang="0">
                  <a:pos x="1" y="3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9" h="80">
                  <a:moveTo>
                    <a:pt x="0" y="5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" y="78"/>
                  </a:lnTo>
                  <a:lnTo>
                    <a:pt x="2" y="79"/>
                  </a:lnTo>
                  <a:lnTo>
                    <a:pt x="3" y="80"/>
                  </a:lnTo>
                  <a:lnTo>
                    <a:pt x="5" y="80"/>
                  </a:lnTo>
                  <a:lnTo>
                    <a:pt x="6" y="80"/>
                  </a:lnTo>
                  <a:lnTo>
                    <a:pt x="8" y="79"/>
                  </a:lnTo>
                  <a:lnTo>
                    <a:pt x="9" y="78"/>
                  </a:lnTo>
                  <a:lnTo>
                    <a:pt x="9" y="76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8" y="2"/>
                  </a:lnTo>
                  <a:lnTo>
                    <a:pt x="6" y="1"/>
                  </a:lnTo>
                  <a:lnTo>
                    <a:pt x="5" y="0"/>
                  </a:lnTo>
                  <a:lnTo>
                    <a:pt x="3" y="1"/>
                  </a:lnTo>
                  <a:lnTo>
                    <a:pt x="2" y="2"/>
                  </a:lnTo>
                  <a:lnTo>
                    <a:pt x="1" y="3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59" name="Freeform 175"/>
            <p:cNvSpPr/>
            <p:nvPr>
              <p:custDataLst>
                <p:tags r:id="rId14"/>
              </p:custDataLst>
            </p:nvPr>
          </p:nvSpPr>
          <p:spPr bwMode="auto">
            <a:xfrm>
              <a:off x="4370388" y="2460625"/>
              <a:ext cx="11113" cy="65088"/>
            </a:xfrm>
            <a:custGeom>
              <a:avLst/>
              <a:gdLst/>
              <a:ahLst/>
              <a:cxnLst>
                <a:cxn ang="0">
                  <a:pos x="12" y="2"/>
                </a:cxn>
                <a:cxn ang="0">
                  <a:pos x="12" y="2"/>
                </a:cxn>
                <a:cxn ang="0">
                  <a:pos x="9" y="9"/>
                </a:cxn>
                <a:cxn ang="0">
                  <a:pos x="7" y="15"/>
                </a:cxn>
                <a:cxn ang="0">
                  <a:pos x="3" y="29"/>
                </a:cxn>
                <a:cxn ang="0">
                  <a:pos x="1" y="44"/>
                </a:cxn>
                <a:cxn ang="0">
                  <a:pos x="0" y="59"/>
                </a:cxn>
                <a:cxn ang="0">
                  <a:pos x="1" y="90"/>
                </a:cxn>
                <a:cxn ang="0">
                  <a:pos x="2" y="118"/>
                </a:cxn>
                <a:cxn ang="0">
                  <a:pos x="2" y="118"/>
                </a:cxn>
                <a:cxn ang="0">
                  <a:pos x="3" y="120"/>
                </a:cxn>
                <a:cxn ang="0">
                  <a:pos x="4" y="122"/>
                </a:cxn>
                <a:cxn ang="0">
                  <a:pos x="5" y="123"/>
                </a:cxn>
                <a:cxn ang="0">
                  <a:pos x="7" y="123"/>
                </a:cxn>
                <a:cxn ang="0">
                  <a:pos x="9" y="123"/>
                </a:cxn>
                <a:cxn ang="0">
                  <a:pos x="10" y="122"/>
                </a:cxn>
                <a:cxn ang="0">
                  <a:pos x="11" y="120"/>
                </a:cxn>
                <a:cxn ang="0">
                  <a:pos x="11" y="118"/>
                </a:cxn>
                <a:cxn ang="0">
                  <a:pos x="11" y="118"/>
                </a:cxn>
                <a:cxn ang="0">
                  <a:pos x="10" y="91"/>
                </a:cxn>
                <a:cxn ang="0">
                  <a:pos x="10" y="61"/>
                </a:cxn>
                <a:cxn ang="0">
                  <a:pos x="10" y="47"/>
                </a:cxn>
                <a:cxn ang="0">
                  <a:pos x="12" y="32"/>
                </a:cxn>
                <a:cxn ang="0">
                  <a:pos x="15" y="19"/>
                </a:cxn>
                <a:cxn ang="0">
                  <a:pos x="17" y="13"/>
                </a:cxn>
                <a:cxn ang="0">
                  <a:pos x="20" y="8"/>
                </a:cxn>
                <a:cxn ang="0">
                  <a:pos x="20" y="8"/>
                </a:cxn>
                <a:cxn ang="0">
                  <a:pos x="22" y="5"/>
                </a:cxn>
                <a:cxn ang="0">
                  <a:pos x="20" y="3"/>
                </a:cxn>
                <a:cxn ang="0">
                  <a:pos x="19" y="1"/>
                </a:cxn>
                <a:cxn ang="0">
                  <a:pos x="18" y="0"/>
                </a:cxn>
                <a:cxn ang="0">
                  <a:pos x="17" y="0"/>
                </a:cxn>
                <a:cxn ang="0">
                  <a:pos x="15" y="0"/>
                </a:cxn>
                <a:cxn ang="0">
                  <a:pos x="13" y="0"/>
                </a:cxn>
                <a:cxn ang="0">
                  <a:pos x="12" y="2"/>
                </a:cxn>
                <a:cxn ang="0">
                  <a:pos x="12" y="2"/>
                </a:cxn>
              </a:cxnLst>
              <a:rect l="0" t="0" r="r" b="b"/>
              <a:pathLst>
                <a:path w="22" h="123">
                  <a:moveTo>
                    <a:pt x="12" y="2"/>
                  </a:moveTo>
                  <a:lnTo>
                    <a:pt x="12" y="2"/>
                  </a:lnTo>
                  <a:lnTo>
                    <a:pt x="9" y="9"/>
                  </a:lnTo>
                  <a:lnTo>
                    <a:pt x="7" y="15"/>
                  </a:lnTo>
                  <a:lnTo>
                    <a:pt x="3" y="29"/>
                  </a:lnTo>
                  <a:lnTo>
                    <a:pt x="1" y="44"/>
                  </a:lnTo>
                  <a:lnTo>
                    <a:pt x="0" y="59"/>
                  </a:lnTo>
                  <a:lnTo>
                    <a:pt x="1" y="90"/>
                  </a:lnTo>
                  <a:lnTo>
                    <a:pt x="2" y="118"/>
                  </a:lnTo>
                  <a:lnTo>
                    <a:pt x="2" y="118"/>
                  </a:lnTo>
                  <a:lnTo>
                    <a:pt x="3" y="120"/>
                  </a:lnTo>
                  <a:lnTo>
                    <a:pt x="4" y="122"/>
                  </a:lnTo>
                  <a:lnTo>
                    <a:pt x="5" y="123"/>
                  </a:lnTo>
                  <a:lnTo>
                    <a:pt x="7" y="123"/>
                  </a:lnTo>
                  <a:lnTo>
                    <a:pt x="9" y="123"/>
                  </a:lnTo>
                  <a:lnTo>
                    <a:pt x="10" y="122"/>
                  </a:lnTo>
                  <a:lnTo>
                    <a:pt x="11" y="120"/>
                  </a:lnTo>
                  <a:lnTo>
                    <a:pt x="11" y="118"/>
                  </a:lnTo>
                  <a:lnTo>
                    <a:pt x="11" y="118"/>
                  </a:lnTo>
                  <a:lnTo>
                    <a:pt x="10" y="91"/>
                  </a:lnTo>
                  <a:lnTo>
                    <a:pt x="10" y="61"/>
                  </a:lnTo>
                  <a:lnTo>
                    <a:pt x="10" y="47"/>
                  </a:lnTo>
                  <a:lnTo>
                    <a:pt x="12" y="32"/>
                  </a:lnTo>
                  <a:lnTo>
                    <a:pt x="15" y="19"/>
                  </a:lnTo>
                  <a:lnTo>
                    <a:pt x="17" y="13"/>
                  </a:lnTo>
                  <a:lnTo>
                    <a:pt x="20" y="8"/>
                  </a:lnTo>
                  <a:lnTo>
                    <a:pt x="20" y="8"/>
                  </a:lnTo>
                  <a:lnTo>
                    <a:pt x="22" y="5"/>
                  </a:lnTo>
                  <a:lnTo>
                    <a:pt x="20" y="3"/>
                  </a:lnTo>
                  <a:lnTo>
                    <a:pt x="19" y="1"/>
                  </a:lnTo>
                  <a:lnTo>
                    <a:pt x="18" y="0"/>
                  </a:lnTo>
                  <a:lnTo>
                    <a:pt x="17" y="0"/>
                  </a:lnTo>
                  <a:lnTo>
                    <a:pt x="15" y="0"/>
                  </a:lnTo>
                  <a:lnTo>
                    <a:pt x="13" y="0"/>
                  </a:lnTo>
                  <a:lnTo>
                    <a:pt x="12" y="2"/>
                  </a:lnTo>
                  <a:lnTo>
                    <a:pt x="12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60" name="Freeform 176"/>
            <p:cNvSpPr/>
            <p:nvPr>
              <p:custDataLst>
                <p:tags r:id="rId15"/>
              </p:custDataLst>
            </p:nvPr>
          </p:nvSpPr>
          <p:spPr bwMode="auto">
            <a:xfrm>
              <a:off x="4395788" y="2492375"/>
              <a:ext cx="7938" cy="55563"/>
            </a:xfrm>
            <a:custGeom>
              <a:avLst/>
              <a:gdLst/>
              <a:ahLst/>
              <a:cxnLst>
                <a:cxn ang="0">
                  <a:pos x="6" y="5"/>
                </a:cxn>
                <a:cxn ang="0">
                  <a:pos x="6" y="5"/>
                </a:cxn>
                <a:cxn ang="0">
                  <a:pos x="5" y="29"/>
                </a:cxn>
                <a:cxn ang="0">
                  <a:pos x="2" y="53"/>
                </a:cxn>
                <a:cxn ang="0">
                  <a:pos x="1" y="77"/>
                </a:cxn>
                <a:cxn ang="0">
                  <a:pos x="0" y="100"/>
                </a:cxn>
                <a:cxn ang="0">
                  <a:pos x="0" y="100"/>
                </a:cxn>
                <a:cxn ang="0">
                  <a:pos x="1" y="102"/>
                </a:cxn>
                <a:cxn ang="0">
                  <a:pos x="2" y="104"/>
                </a:cxn>
                <a:cxn ang="0">
                  <a:pos x="4" y="105"/>
                </a:cxn>
                <a:cxn ang="0">
                  <a:pos x="6" y="105"/>
                </a:cxn>
                <a:cxn ang="0">
                  <a:pos x="7" y="105"/>
                </a:cxn>
                <a:cxn ang="0">
                  <a:pos x="9" y="104"/>
                </a:cxn>
                <a:cxn ang="0">
                  <a:pos x="10" y="102"/>
                </a:cxn>
                <a:cxn ang="0">
                  <a:pos x="10" y="100"/>
                </a:cxn>
                <a:cxn ang="0">
                  <a:pos x="10" y="100"/>
                </a:cxn>
                <a:cxn ang="0">
                  <a:pos x="11" y="77"/>
                </a:cxn>
                <a:cxn ang="0">
                  <a:pos x="13" y="53"/>
                </a:cxn>
                <a:cxn ang="0">
                  <a:pos x="14" y="29"/>
                </a:cxn>
                <a:cxn ang="0">
                  <a:pos x="15" y="5"/>
                </a:cxn>
                <a:cxn ang="0">
                  <a:pos x="15" y="5"/>
                </a:cxn>
                <a:cxn ang="0">
                  <a:pos x="15" y="3"/>
                </a:cxn>
                <a:cxn ang="0">
                  <a:pos x="14" y="2"/>
                </a:cxn>
                <a:cxn ang="0">
                  <a:pos x="12" y="1"/>
                </a:cxn>
                <a:cxn ang="0">
                  <a:pos x="10" y="0"/>
                </a:cxn>
                <a:cxn ang="0">
                  <a:pos x="9" y="1"/>
                </a:cxn>
                <a:cxn ang="0">
                  <a:pos x="7" y="2"/>
                </a:cxn>
                <a:cxn ang="0">
                  <a:pos x="6" y="3"/>
                </a:cxn>
                <a:cxn ang="0">
                  <a:pos x="6" y="5"/>
                </a:cxn>
                <a:cxn ang="0">
                  <a:pos x="6" y="5"/>
                </a:cxn>
              </a:cxnLst>
              <a:rect l="0" t="0" r="r" b="b"/>
              <a:pathLst>
                <a:path w="15" h="105">
                  <a:moveTo>
                    <a:pt x="6" y="5"/>
                  </a:moveTo>
                  <a:lnTo>
                    <a:pt x="6" y="5"/>
                  </a:lnTo>
                  <a:lnTo>
                    <a:pt x="5" y="29"/>
                  </a:lnTo>
                  <a:lnTo>
                    <a:pt x="2" y="53"/>
                  </a:lnTo>
                  <a:lnTo>
                    <a:pt x="1" y="77"/>
                  </a:lnTo>
                  <a:lnTo>
                    <a:pt x="0" y="100"/>
                  </a:lnTo>
                  <a:lnTo>
                    <a:pt x="0" y="100"/>
                  </a:lnTo>
                  <a:lnTo>
                    <a:pt x="1" y="102"/>
                  </a:lnTo>
                  <a:lnTo>
                    <a:pt x="2" y="104"/>
                  </a:lnTo>
                  <a:lnTo>
                    <a:pt x="4" y="105"/>
                  </a:lnTo>
                  <a:lnTo>
                    <a:pt x="6" y="105"/>
                  </a:lnTo>
                  <a:lnTo>
                    <a:pt x="7" y="105"/>
                  </a:lnTo>
                  <a:lnTo>
                    <a:pt x="9" y="104"/>
                  </a:lnTo>
                  <a:lnTo>
                    <a:pt x="10" y="102"/>
                  </a:lnTo>
                  <a:lnTo>
                    <a:pt x="10" y="100"/>
                  </a:lnTo>
                  <a:lnTo>
                    <a:pt x="10" y="100"/>
                  </a:lnTo>
                  <a:lnTo>
                    <a:pt x="11" y="77"/>
                  </a:lnTo>
                  <a:lnTo>
                    <a:pt x="13" y="53"/>
                  </a:lnTo>
                  <a:lnTo>
                    <a:pt x="14" y="29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3"/>
                  </a:lnTo>
                  <a:lnTo>
                    <a:pt x="14" y="2"/>
                  </a:lnTo>
                  <a:lnTo>
                    <a:pt x="12" y="1"/>
                  </a:lnTo>
                  <a:lnTo>
                    <a:pt x="10" y="0"/>
                  </a:lnTo>
                  <a:lnTo>
                    <a:pt x="9" y="1"/>
                  </a:lnTo>
                  <a:lnTo>
                    <a:pt x="7" y="2"/>
                  </a:lnTo>
                  <a:lnTo>
                    <a:pt x="6" y="3"/>
                  </a:lnTo>
                  <a:lnTo>
                    <a:pt x="6" y="5"/>
                  </a:lnTo>
                  <a:lnTo>
                    <a:pt x="6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61" name="Freeform 177"/>
            <p:cNvSpPr/>
            <p:nvPr>
              <p:custDataLst>
                <p:tags r:id="rId16"/>
              </p:custDataLst>
            </p:nvPr>
          </p:nvSpPr>
          <p:spPr bwMode="auto">
            <a:xfrm>
              <a:off x="4424363" y="2520950"/>
              <a:ext cx="4763" cy="71438"/>
            </a:xfrm>
            <a:custGeom>
              <a:avLst/>
              <a:gdLst/>
              <a:ahLst/>
              <a:cxnLst>
                <a:cxn ang="0">
                  <a:pos x="0" y="4"/>
                </a:cxn>
                <a:cxn ang="0">
                  <a:pos x="0" y="132"/>
                </a:cxn>
                <a:cxn ang="0">
                  <a:pos x="0" y="132"/>
                </a:cxn>
                <a:cxn ang="0">
                  <a:pos x="0" y="134"/>
                </a:cxn>
                <a:cxn ang="0">
                  <a:pos x="1" y="136"/>
                </a:cxn>
                <a:cxn ang="0">
                  <a:pos x="3" y="136"/>
                </a:cxn>
                <a:cxn ang="0">
                  <a:pos x="4" y="137"/>
                </a:cxn>
                <a:cxn ang="0">
                  <a:pos x="6" y="136"/>
                </a:cxn>
                <a:cxn ang="0">
                  <a:pos x="7" y="136"/>
                </a:cxn>
                <a:cxn ang="0">
                  <a:pos x="8" y="134"/>
                </a:cxn>
                <a:cxn ang="0">
                  <a:pos x="9" y="132"/>
                </a:cxn>
                <a:cxn ang="0">
                  <a:pos x="9" y="4"/>
                </a:cxn>
                <a:cxn ang="0">
                  <a:pos x="9" y="4"/>
                </a:cxn>
                <a:cxn ang="0">
                  <a:pos x="8" y="2"/>
                </a:cxn>
                <a:cxn ang="0">
                  <a:pos x="7" y="1"/>
                </a:cxn>
                <a:cxn ang="0">
                  <a:pos x="6" y="0"/>
                </a:cxn>
                <a:cxn ang="0">
                  <a:pos x="4" y="0"/>
                </a:cxn>
                <a:cxn ang="0">
                  <a:pos x="3" y="0"/>
                </a:cxn>
                <a:cxn ang="0">
                  <a:pos x="1" y="1"/>
                </a:cxn>
                <a:cxn ang="0">
                  <a:pos x="0" y="2"/>
                </a:cxn>
                <a:cxn ang="0">
                  <a:pos x="0" y="4"/>
                </a:cxn>
                <a:cxn ang="0">
                  <a:pos x="0" y="4"/>
                </a:cxn>
              </a:cxnLst>
              <a:rect l="0" t="0" r="r" b="b"/>
              <a:pathLst>
                <a:path w="9" h="137">
                  <a:moveTo>
                    <a:pt x="0" y="4"/>
                  </a:moveTo>
                  <a:lnTo>
                    <a:pt x="0" y="132"/>
                  </a:lnTo>
                  <a:lnTo>
                    <a:pt x="0" y="132"/>
                  </a:lnTo>
                  <a:lnTo>
                    <a:pt x="0" y="134"/>
                  </a:lnTo>
                  <a:lnTo>
                    <a:pt x="1" y="136"/>
                  </a:lnTo>
                  <a:lnTo>
                    <a:pt x="3" y="136"/>
                  </a:lnTo>
                  <a:lnTo>
                    <a:pt x="4" y="137"/>
                  </a:lnTo>
                  <a:lnTo>
                    <a:pt x="6" y="136"/>
                  </a:lnTo>
                  <a:lnTo>
                    <a:pt x="7" y="136"/>
                  </a:lnTo>
                  <a:lnTo>
                    <a:pt x="8" y="134"/>
                  </a:lnTo>
                  <a:lnTo>
                    <a:pt x="9" y="132"/>
                  </a:lnTo>
                  <a:lnTo>
                    <a:pt x="9" y="4"/>
                  </a:lnTo>
                  <a:lnTo>
                    <a:pt x="9" y="4"/>
                  </a:lnTo>
                  <a:lnTo>
                    <a:pt x="8" y="2"/>
                  </a:lnTo>
                  <a:lnTo>
                    <a:pt x="7" y="1"/>
                  </a:lnTo>
                  <a:lnTo>
                    <a:pt x="6" y="0"/>
                  </a:lnTo>
                  <a:lnTo>
                    <a:pt x="4" y="0"/>
                  </a:lnTo>
                  <a:lnTo>
                    <a:pt x="3" y="0"/>
                  </a:lnTo>
                  <a:lnTo>
                    <a:pt x="1" y="1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62" name="Freeform 178"/>
            <p:cNvSpPr/>
            <p:nvPr>
              <p:custDataLst>
                <p:tags r:id="rId17"/>
              </p:custDataLst>
            </p:nvPr>
          </p:nvSpPr>
          <p:spPr bwMode="auto">
            <a:xfrm>
              <a:off x="4451350" y="2547938"/>
              <a:ext cx="7938" cy="68263"/>
            </a:xfrm>
            <a:custGeom>
              <a:avLst/>
              <a:gdLst/>
              <a:ahLst/>
              <a:cxnLst>
                <a:cxn ang="0">
                  <a:pos x="5" y="5"/>
                </a:cxn>
                <a:cxn ang="0">
                  <a:pos x="5" y="5"/>
                </a:cxn>
                <a:cxn ang="0">
                  <a:pos x="2" y="33"/>
                </a:cxn>
                <a:cxn ang="0">
                  <a:pos x="1" y="47"/>
                </a:cxn>
                <a:cxn ang="0">
                  <a:pos x="0" y="62"/>
                </a:cxn>
                <a:cxn ang="0">
                  <a:pos x="0" y="124"/>
                </a:cxn>
                <a:cxn ang="0">
                  <a:pos x="0" y="124"/>
                </a:cxn>
                <a:cxn ang="0">
                  <a:pos x="1" y="126"/>
                </a:cxn>
                <a:cxn ang="0">
                  <a:pos x="2" y="127"/>
                </a:cxn>
                <a:cxn ang="0">
                  <a:pos x="3" y="128"/>
                </a:cxn>
                <a:cxn ang="0">
                  <a:pos x="5" y="128"/>
                </a:cxn>
                <a:cxn ang="0">
                  <a:pos x="6" y="128"/>
                </a:cxn>
                <a:cxn ang="0">
                  <a:pos x="8" y="127"/>
                </a:cxn>
                <a:cxn ang="0">
                  <a:pos x="9" y="126"/>
                </a:cxn>
                <a:cxn ang="0">
                  <a:pos x="9" y="124"/>
                </a:cxn>
                <a:cxn ang="0">
                  <a:pos x="9" y="69"/>
                </a:cxn>
                <a:cxn ang="0">
                  <a:pos x="9" y="69"/>
                </a:cxn>
                <a:cxn ang="0">
                  <a:pos x="10" y="52"/>
                </a:cxn>
                <a:cxn ang="0">
                  <a:pos x="11" y="37"/>
                </a:cxn>
                <a:cxn ang="0">
                  <a:pos x="14" y="5"/>
                </a:cxn>
                <a:cxn ang="0">
                  <a:pos x="14" y="5"/>
                </a:cxn>
                <a:cxn ang="0">
                  <a:pos x="14" y="3"/>
                </a:cxn>
                <a:cxn ang="0">
                  <a:pos x="13" y="2"/>
                </a:cxn>
                <a:cxn ang="0">
                  <a:pos x="11" y="1"/>
                </a:cxn>
                <a:cxn ang="0">
                  <a:pos x="10" y="0"/>
                </a:cxn>
                <a:cxn ang="0">
                  <a:pos x="6" y="2"/>
                </a:cxn>
                <a:cxn ang="0">
                  <a:pos x="5" y="3"/>
                </a:cxn>
                <a:cxn ang="0">
                  <a:pos x="5" y="5"/>
                </a:cxn>
                <a:cxn ang="0">
                  <a:pos x="5" y="5"/>
                </a:cxn>
              </a:cxnLst>
              <a:rect l="0" t="0" r="r" b="b"/>
              <a:pathLst>
                <a:path w="14" h="128">
                  <a:moveTo>
                    <a:pt x="5" y="5"/>
                  </a:moveTo>
                  <a:lnTo>
                    <a:pt x="5" y="5"/>
                  </a:lnTo>
                  <a:lnTo>
                    <a:pt x="2" y="33"/>
                  </a:lnTo>
                  <a:lnTo>
                    <a:pt x="1" y="47"/>
                  </a:lnTo>
                  <a:lnTo>
                    <a:pt x="0" y="62"/>
                  </a:lnTo>
                  <a:lnTo>
                    <a:pt x="0" y="124"/>
                  </a:lnTo>
                  <a:lnTo>
                    <a:pt x="0" y="124"/>
                  </a:lnTo>
                  <a:lnTo>
                    <a:pt x="1" y="126"/>
                  </a:lnTo>
                  <a:lnTo>
                    <a:pt x="2" y="127"/>
                  </a:lnTo>
                  <a:lnTo>
                    <a:pt x="3" y="128"/>
                  </a:lnTo>
                  <a:lnTo>
                    <a:pt x="5" y="128"/>
                  </a:lnTo>
                  <a:lnTo>
                    <a:pt x="6" y="128"/>
                  </a:lnTo>
                  <a:lnTo>
                    <a:pt x="8" y="127"/>
                  </a:lnTo>
                  <a:lnTo>
                    <a:pt x="9" y="126"/>
                  </a:lnTo>
                  <a:lnTo>
                    <a:pt x="9" y="124"/>
                  </a:lnTo>
                  <a:lnTo>
                    <a:pt x="9" y="69"/>
                  </a:lnTo>
                  <a:lnTo>
                    <a:pt x="9" y="69"/>
                  </a:lnTo>
                  <a:lnTo>
                    <a:pt x="10" y="52"/>
                  </a:lnTo>
                  <a:lnTo>
                    <a:pt x="11" y="37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3"/>
                  </a:lnTo>
                  <a:lnTo>
                    <a:pt x="13" y="2"/>
                  </a:lnTo>
                  <a:lnTo>
                    <a:pt x="11" y="1"/>
                  </a:lnTo>
                  <a:lnTo>
                    <a:pt x="10" y="0"/>
                  </a:lnTo>
                  <a:lnTo>
                    <a:pt x="6" y="2"/>
                  </a:lnTo>
                  <a:lnTo>
                    <a:pt x="5" y="3"/>
                  </a:lnTo>
                  <a:lnTo>
                    <a:pt x="5" y="5"/>
                  </a:lnTo>
                  <a:lnTo>
                    <a:pt x="5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63" name="Freeform 179"/>
            <p:cNvSpPr/>
            <p:nvPr>
              <p:custDataLst>
                <p:tags r:id="rId18"/>
              </p:custDataLst>
            </p:nvPr>
          </p:nvSpPr>
          <p:spPr bwMode="auto">
            <a:xfrm>
              <a:off x="4478338" y="2578100"/>
              <a:ext cx="6350" cy="55563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100"/>
                </a:cxn>
                <a:cxn ang="0">
                  <a:pos x="0" y="100"/>
                </a:cxn>
                <a:cxn ang="0">
                  <a:pos x="0" y="102"/>
                </a:cxn>
                <a:cxn ang="0">
                  <a:pos x="1" y="103"/>
                </a:cxn>
                <a:cxn ang="0">
                  <a:pos x="4" y="104"/>
                </a:cxn>
                <a:cxn ang="0">
                  <a:pos x="5" y="104"/>
                </a:cxn>
                <a:cxn ang="0">
                  <a:pos x="7" y="104"/>
                </a:cxn>
                <a:cxn ang="0">
                  <a:pos x="8" y="103"/>
                </a:cxn>
                <a:cxn ang="0">
                  <a:pos x="9" y="102"/>
                </a:cxn>
                <a:cxn ang="0">
                  <a:pos x="10" y="100"/>
                </a:cxn>
                <a:cxn ang="0">
                  <a:pos x="10" y="5"/>
                </a:cxn>
                <a:cxn ang="0">
                  <a:pos x="10" y="5"/>
                </a:cxn>
                <a:cxn ang="0">
                  <a:pos x="9" y="2"/>
                </a:cxn>
                <a:cxn ang="0">
                  <a:pos x="8" y="1"/>
                </a:cxn>
                <a:cxn ang="0">
                  <a:pos x="7" y="0"/>
                </a:cxn>
                <a:cxn ang="0">
                  <a:pos x="5" y="0"/>
                </a:cxn>
                <a:cxn ang="0">
                  <a:pos x="4" y="0"/>
                </a:cxn>
                <a:cxn ang="0">
                  <a:pos x="1" y="1"/>
                </a:cxn>
                <a:cxn ang="0">
                  <a:pos x="0" y="2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10" h="104">
                  <a:moveTo>
                    <a:pt x="0" y="5"/>
                  </a:moveTo>
                  <a:lnTo>
                    <a:pt x="0" y="100"/>
                  </a:lnTo>
                  <a:lnTo>
                    <a:pt x="0" y="100"/>
                  </a:lnTo>
                  <a:lnTo>
                    <a:pt x="0" y="102"/>
                  </a:lnTo>
                  <a:lnTo>
                    <a:pt x="1" y="103"/>
                  </a:lnTo>
                  <a:lnTo>
                    <a:pt x="4" y="104"/>
                  </a:lnTo>
                  <a:lnTo>
                    <a:pt x="5" y="104"/>
                  </a:lnTo>
                  <a:lnTo>
                    <a:pt x="7" y="104"/>
                  </a:lnTo>
                  <a:lnTo>
                    <a:pt x="8" y="103"/>
                  </a:lnTo>
                  <a:lnTo>
                    <a:pt x="9" y="102"/>
                  </a:lnTo>
                  <a:lnTo>
                    <a:pt x="10" y="100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9" y="2"/>
                  </a:lnTo>
                  <a:lnTo>
                    <a:pt x="8" y="1"/>
                  </a:lnTo>
                  <a:lnTo>
                    <a:pt x="7" y="0"/>
                  </a:lnTo>
                  <a:lnTo>
                    <a:pt x="5" y="0"/>
                  </a:lnTo>
                  <a:lnTo>
                    <a:pt x="4" y="0"/>
                  </a:lnTo>
                  <a:lnTo>
                    <a:pt x="1" y="1"/>
                  </a:lnTo>
                  <a:lnTo>
                    <a:pt x="0" y="2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64" name="Freeform 180"/>
            <p:cNvSpPr/>
            <p:nvPr>
              <p:custDataLst>
                <p:tags r:id="rId19"/>
              </p:custDataLst>
            </p:nvPr>
          </p:nvSpPr>
          <p:spPr bwMode="auto">
            <a:xfrm>
              <a:off x="4500563" y="2608263"/>
              <a:ext cx="7938" cy="49213"/>
            </a:xfrm>
            <a:custGeom>
              <a:avLst/>
              <a:gdLst/>
              <a:ahLst/>
              <a:cxnLst>
                <a:cxn ang="0">
                  <a:pos x="15" y="88"/>
                </a:cxn>
                <a:cxn ang="0">
                  <a:pos x="15" y="88"/>
                </a:cxn>
                <a:cxn ang="0">
                  <a:pos x="12" y="79"/>
                </a:cxn>
                <a:cxn ang="0">
                  <a:pos x="10" y="68"/>
                </a:cxn>
                <a:cxn ang="0">
                  <a:pos x="9" y="57"/>
                </a:cxn>
                <a:cxn ang="0">
                  <a:pos x="9" y="47"/>
                </a:cxn>
                <a:cxn ang="0">
                  <a:pos x="9" y="25"/>
                </a:cxn>
                <a:cxn ang="0">
                  <a:pos x="10" y="4"/>
                </a:cxn>
                <a:cxn ang="0">
                  <a:pos x="10" y="4"/>
                </a:cxn>
                <a:cxn ang="0">
                  <a:pos x="10" y="2"/>
                </a:cxn>
                <a:cxn ang="0">
                  <a:pos x="9" y="1"/>
                </a:cxn>
                <a:cxn ang="0">
                  <a:pos x="7" y="0"/>
                </a:cxn>
                <a:cxn ang="0">
                  <a:pos x="6" y="0"/>
                </a:cxn>
                <a:cxn ang="0">
                  <a:pos x="4" y="0"/>
                </a:cxn>
                <a:cxn ang="0">
                  <a:pos x="2" y="1"/>
                </a:cxn>
                <a:cxn ang="0">
                  <a:pos x="1" y="2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0" y="26"/>
                </a:cxn>
                <a:cxn ang="0">
                  <a:pos x="0" y="48"/>
                </a:cxn>
                <a:cxn ang="0">
                  <a:pos x="0" y="59"/>
                </a:cxn>
                <a:cxn ang="0">
                  <a:pos x="1" y="69"/>
                </a:cxn>
                <a:cxn ang="0">
                  <a:pos x="3" y="81"/>
                </a:cxn>
                <a:cxn ang="0">
                  <a:pos x="6" y="91"/>
                </a:cxn>
                <a:cxn ang="0">
                  <a:pos x="6" y="91"/>
                </a:cxn>
                <a:cxn ang="0">
                  <a:pos x="7" y="93"/>
                </a:cxn>
                <a:cxn ang="0">
                  <a:pos x="8" y="94"/>
                </a:cxn>
                <a:cxn ang="0">
                  <a:pos x="10" y="94"/>
                </a:cxn>
                <a:cxn ang="0">
                  <a:pos x="12" y="94"/>
                </a:cxn>
                <a:cxn ang="0">
                  <a:pos x="13" y="93"/>
                </a:cxn>
                <a:cxn ang="0">
                  <a:pos x="14" y="92"/>
                </a:cxn>
                <a:cxn ang="0">
                  <a:pos x="15" y="90"/>
                </a:cxn>
                <a:cxn ang="0">
                  <a:pos x="15" y="88"/>
                </a:cxn>
                <a:cxn ang="0">
                  <a:pos x="15" y="88"/>
                </a:cxn>
              </a:cxnLst>
              <a:rect l="0" t="0" r="r" b="b"/>
              <a:pathLst>
                <a:path w="15" h="94">
                  <a:moveTo>
                    <a:pt x="15" y="88"/>
                  </a:moveTo>
                  <a:lnTo>
                    <a:pt x="15" y="88"/>
                  </a:lnTo>
                  <a:lnTo>
                    <a:pt x="12" y="79"/>
                  </a:lnTo>
                  <a:lnTo>
                    <a:pt x="10" y="68"/>
                  </a:lnTo>
                  <a:lnTo>
                    <a:pt x="9" y="57"/>
                  </a:lnTo>
                  <a:lnTo>
                    <a:pt x="9" y="47"/>
                  </a:lnTo>
                  <a:lnTo>
                    <a:pt x="9" y="25"/>
                  </a:lnTo>
                  <a:lnTo>
                    <a:pt x="10" y="4"/>
                  </a:lnTo>
                  <a:lnTo>
                    <a:pt x="10" y="4"/>
                  </a:lnTo>
                  <a:lnTo>
                    <a:pt x="10" y="2"/>
                  </a:lnTo>
                  <a:lnTo>
                    <a:pt x="9" y="1"/>
                  </a:lnTo>
                  <a:lnTo>
                    <a:pt x="7" y="0"/>
                  </a:lnTo>
                  <a:lnTo>
                    <a:pt x="6" y="0"/>
                  </a:lnTo>
                  <a:lnTo>
                    <a:pt x="4" y="0"/>
                  </a:lnTo>
                  <a:lnTo>
                    <a:pt x="2" y="1"/>
                  </a:lnTo>
                  <a:lnTo>
                    <a:pt x="1" y="2"/>
                  </a:lnTo>
                  <a:lnTo>
                    <a:pt x="1" y="4"/>
                  </a:lnTo>
                  <a:lnTo>
                    <a:pt x="1" y="4"/>
                  </a:lnTo>
                  <a:lnTo>
                    <a:pt x="0" y="26"/>
                  </a:lnTo>
                  <a:lnTo>
                    <a:pt x="0" y="48"/>
                  </a:lnTo>
                  <a:lnTo>
                    <a:pt x="0" y="59"/>
                  </a:lnTo>
                  <a:lnTo>
                    <a:pt x="1" y="69"/>
                  </a:lnTo>
                  <a:lnTo>
                    <a:pt x="3" y="81"/>
                  </a:lnTo>
                  <a:lnTo>
                    <a:pt x="6" y="91"/>
                  </a:lnTo>
                  <a:lnTo>
                    <a:pt x="6" y="91"/>
                  </a:lnTo>
                  <a:lnTo>
                    <a:pt x="7" y="93"/>
                  </a:lnTo>
                  <a:lnTo>
                    <a:pt x="8" y="94"/>
                  </a:lnTo>
                  <a:lnTo>
                    <a:pt x="10" y="94"/>
                  </a:lnTo>
                  <a:lnTo>
                    <a:pt x="12" y="94"/>
                  </a:lnTo>
                  <a:lnTo>
                    <a:pt x="13" y="93"/>
                  </a:lnTo>
                  <a:lnTo>
                    <a:pt x="14" y="92"/>
                  </a:lnTo>
                  <a:lnTo>
                    <a:pt x="15" y="90"/>
                  </a:lnTo>
                  <a:lnTo>
                    <a:pt x="15" y="88"/>
                  </a:lnTo>
                  <a:lnTo>
                    <a:pt x="15" y="88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65" name="Freeform 181"/>
            <p:cNvSpPr/>
            <p:nvPr>
              <p:custDataLst>
                <p:tags r:id="rId20"/>
              </p:custDataLst>
            </p:nvPr>
          </p:nvSpPr>
          <p:spPr bwMode="auto">
            <a:xfrm>
              <a:off x="4529138" y="2622550"/>
              <a:ext cx="7938" cy="63500"/>
            </a:xfrm>
            <a:custGeom>
              <a:avLst/>
              <a:gdLst/>
              <a:ahLst/>
              <a:cxnLst>
                <a:cxn ang="0">
                  <a:pos x="6" y="5"/>
                </a:cxn>
                <a:cxn ang="0">
                  <a:pos x="6" y="5"/>
                </a:cxn>
                <a:cxn ang="0">
                  <a:pos x="5" y="18"/>
                </a:cxn>
                <a:cxn ang="0">
                  <a:pos x="3" y="31"/>
                </a:cxn>
                <a:cxn ang="0">
                  <a:pos x="1" y="43"/>
                </a:cxn>
                <a:cxn ang="0">
                  <a:pos x="0" y="57"/>
                </a:cxn>
                <a:cxn ang="0">
                  <a:pos x="0" y="57"/>
                </a:cxn>
                <a:cxn ang="0">
                  <a:pos x="0" y="86"/>
                </a:cxn>
                <a:cxn ang="0">
                  <a:pos x="0" y="114"/>
                </a:cxn>
                <a:cxn ang="0">
                  <a:pos x="0" y="114"/>
                </a:cxn>
                <a:cxn ang="0">
                  <a:pos x="1" y="116"/>
                </a:cxn>
                <a:cxn ang="0">
                  <a:pos x="2" y="117"/>
                </a:cxn>
                <a:cxn ang="0">
                  <a:pos x="3" y="118"/>
                </a:cxn>
                <a:cxn ang="0">
                  <a:pos x="6" y="119"/>
                </a:cxn>
                <a:cxn ang="0">
                  <a:pos x="8" y="118"/>
                </a:cxn>
                <a:cxn ang="0">
                  <a:pos x="9" y="117"/>
                </a:cxn>
                <a:cxn ang="0">
                  <a:pos x="10" y="116"/>
                </a:cxn>
                <a:cxn ang="0">
                  <a:pos x="11" y="114"/>
                </a:cxn>
                <a:cxn ang="0">
                  <a:pos x="11" y="57"/>
                </a:cxn>
                <a:cxn ang="0">
                  <a:pos x="11" y="57"/>
                </a:cxn>
                <a:cxn ang="0">
                  <a:pos x="11" y="43"/>
                </a:cxn>
                <a:cxn ang="0">
                  <a:pos x="13" y="31"/>
                </a:cxn>
                <a:cxn ang="0">
                  <a:pos x="14" y="18"/>
                </a:cxn>
                <a:cxn ang="0">
                  <a:pos x="15" y="5"/>
                </a:cxn>
                <a:cxn ang="0">
                  <a:pos x="15" y="5"/>
                </a:cxn>
                <a:cxn ang="0">
                  <a:pos x="15" y="3"/>
                </a:cxn>
                <a:cxn ang="0">
                  <a:pos x="14" y="1"/>
                </a:cxn>
                <a:cxn ang="0">
                  <a:pos x="12" y="0"/>
                </a:cxn>
                <a:cxn ang="0">
                  <a:pos x="11" y="0"/>
                </a:cxn>
                <a:cxn ang="0">
                  <a:pos x="9" y="0"/>
                </a:cxn>
                <a:cxn ang="0">
                  <a:pos x="8" y="1"/>
                </a:cxn>
                <a:cxn ang="0">
                  <a:pos x="6" y="3"/>
                </a:cxn>
                <a:cxn ang="0">
                  <a:pos x="6" y="5"/>
                </a:cxn>
                <a:cxn ang="0">
                  <a:pos x="6" y="5"/>
                </a:cxn>
              </a:cxnLst>
              <a:rect l="0" t="0" r="r" b="b"/>
              <a:pathLst>
                <a:path w="15" h="119">
                  <a:moveTo>
                    <a:pt x="6" y="5"/>
                  </a:moveTo>
                  <a:lnTo>
                    <a:pt x="6" y="5"/>
                  </a:lnTo>
                  <a:lnTo>
                    <a:pt x="5" y="18"/>
                  </a:lnTo>
                  <a:lnTo>
                    <a:pt x="3" y="31"/>
                  </a:lnTo>
                  <a:lnTo>
                    <a:pt x="1" y="43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0" y="86"/>
                  </a:lnTo>
                  <a:lnTo>
                    <a:pt x="0" y="114"/>
                  </a:lnTo>
                  <a:lnTo>
                    <a:pt x="0" y="114"/>
                  </a:lnTo>
                  <a:lnTo>
                    <a:pt x="1" y="116"/>
                  </a:lnTo>
                  <a:lnTo>
                    <a:pt x="2" y="117"/>
                  </a:lnTo>
                  <a:lnTo>
                    <a:pt x="3" y="118"/>
                  </a:lnTo>
                  <a:lnTo>
                    <a:pt x="6" y="119"/>
                  </a:lnTo>
                  <a:lnTo>
                    <a:pt x="8" y="118"/>
                  </a:lnTo>
                  <a:lnTo>
                    <a:pt x="9" y="117"/>
                  </a:lnTo>
                  <a:lnTo>
                    <a:pt x="10" y="116"/>
                  </a:lnTo>
                  <a:lnTo>
                    <a:pt x="11" y="114"/>
                  </a:lnTo>
                  <a:lnTo>
                    <a:pt x="11" y="57"/>
                  </a:lnTo>
                  <a:lnTo>
                    <a:pt x="11" y="57"/>
                  </a:lnTo>
                  <a:lnTo>
                    <a:pt x="11" y="43"/>
                  </a:lnTo>
                  <a:lnTo>
                    <a:pt x="13" y="31"/>
                  </a:lnTo>
                  <a:lnTo>
                    <a:pt x="14" y="18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3"/>
                  </a:lnTo>
                  <a:lnTo>
                    <a:pt x="14" y="1"/>
                  </a:lnTo>
                  <a:lnTo>
                    <a:pt x="12" y="0"/>
                  </a:lnTo>
                  <a:lnTo>
                    <a:pt x="11" y="0"/>
                  </a:lnTo>
                  <a:lnTo>
                    <a:pt x="9" y="0"/>
                  </a:lnTo>
                  <a:lnTo>
                    <a:pt x="8" y="1"/>
                  </a:lnTo>
                  <a:lnTo>
                    <a:pt x="6" y="3"/>
                  </a:lnTo>
                  <a:lnTo>
                    <a:pt x="6" y="5"/>
                  </a:lnTo>
                  <a:lnTo>
                    <a:pt x="6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66" name="Freeform 182"/>
            <p:cNvSpPr/>
            <p:nvPr>
              <p:custDataLst>
                <p:tags r:id="rId21"/>
              </p:custDataLst>
            </p:nvPr>
          </p:nvSpPr>
          <p:spPr bwMode="auto">
            <a:xfrm>
              <a:off x="4551363" y="2652713"/>
              <a:ext cx="4763" cy="55563"/>
            </a:xfrm>
            <a:custGeom>
              <a:avLst/>
              <a:gdLst/>
              <a:ahLst/>
              <a:cxnLst>
                <a:cxn ang="0">
                  <a:pos x="11" y="5"/>
                </a:cxn>
                <a:cxn ang="0">
                  <a:pos x="11" y="5"/>
                </a:cxn>
                <a:cxn ang="0">
                  <a:pos x="11" y="3"/>
                </a:cxn>
                <a:cxn ang="0">
                  <a:pos x="10" y="1"/>
                </a:cxn>
                <a:cxn ang="0">
                  <a:pos x="8" y="0"/>
                </a:cxn>
                <a:cxn ang="0">
                  <a:pos x="6" y="0"/>
                </a:cxn>
                <a:cxn ang="0">
                  <a:pos x="5" y="0"/>
                </a:cxn>
                <a:cxn ang="0">
                  <a:pos x="3" y="1"/>
                </a:cxn>
                <a:cxn ang="0">
                  <a:pos x="2" y="3"/>
                </a:cxn>
                <a:cxn ang="0">
                  <a:pos x="2" y="5"/>
                </a:cxn>
                <a:cxn ang="0">
                  <a:pos x="2" y="5"/>
                </a:cxn>
                <a:cxn ang="0">
                  <a:pos x="0" y="53"/>
                </a:cxn>
                <a:cxn ang="0">
                  <a:pos x="0" y="75"/>
                </a:cxn>
                <a:cxn ang="0">
                  <a:pos x="2" y="99"/>
                </a:cxn>
                <a:cxn ang="0">
                  <a:pos x="2" y="99"/>
                </a:cxn>
                <a:cxn ang="0">
                  <a:pos x="2" y="101"/>
                </a:cxn>
                <a:cxn ang="0">
                  <a:pos x="4" y="103"/>
                </a:cxn>
                <a:cxn ang="0">
                  <a:pos x="7" y="104"/>
                </a:cxn>
                <a:cxn ang="0">
                  <a:pos x="9" y="104"/>
                </a:cxn>
                <a:cxn ang="0">
                  <a:pos x="10" y="103"/>
                </a:cxn>
                <a:cxn ang="0">
                  <a:pos x="11" y="101"/>
                </a:cxn>
                <a:cxn ang="0">
                  <a:pos x="11" y="99"/>
                </a:cxn>
                <a:cxn ang="0">
                  <a:pos x="11" y="99"/>
                </a:cxn>
                <a:cxn ang="0">
                  <a:pos x="9" y="75"/>
                </a:cxn>
                <a:cxn ang="0">
                  <a:pos x="9" y="53"/>
                </a:cxn>
                <a:cxn ang="0">
                  <a:pos x="11" y="5"/>
                </a:cxn>
                <a:cxn ang="0">
                  <a:pos x="11" y="5"/>
                </a:cxn>
              </a:cxnLst>
              <a:rect l="0" t="0" r="r" b="b"/>
              <a:pathLst>
                <a:path w="11" h="104">
                  <a:moveTo>
                    <a:pt x="11" y="5"/>
                  </a:moveTo>
                  <a:lnTo>
                    <a:pt x="11" y="5"/>
                  </a:lnTo>
                  <a:lnTo>
                    <a:pt x="11" y="3"/>
                  </a:lnTo>
                  <a:lnTo>
                    <a:pt x="10" y="1"/>
                  </a:lnTo>
                  <a:lnTo>
                    <a:pt x="8" y="0"/>
                  </a:lnTo>
                  <a:lnTo>
                    <a:pt x="6" y="0"/>
                  </a:lnTo>
                  <a:lnTo>
                    <a:pt x="5" y="0"/>
                  </a:lnTo>
                  <a:lnTo>
                    <a:pt x="3" y="1"/>
                  </a:lnTo>
                  <a:lnTo>
                    <a:pt x="2" y="3"/>
                  </a:lnTo>
                  <a:lnTo>
                    <a:pt x="2" y="5"/>
                  </a:lnTo>
                  <a:lnTo>
                    <a:pt x="2" y="5"/>
                  </a:lnTo>
                  <a:lnTo>
                    <a:pt x="0" y="53"/>
                  </a:lnTo>
                  <a:lnTo>
                    <a:pt x="0" y="75"/>
                  </a:lnTo>
                  <a:lnTo>
                    <a:pt x="2" y="99"/>
                  </a:lnTo>
                  <a:lnTo>
                    <a:pt x="2" y="99"/>
                  </a:lnTo>
                  <a:lnTo>
                    <a:pt x="2" y="101"/>
                  </a:lnTo>
                  <a:lnTo>
                    <a:pt x="4" y="103"/>
                  </a:lnTo>
                  <a:lnTo>
                    <a:pt x="7" y="104"/>
                  </a:lnTo>
                  <a:lnTo>
                    <a:pt x="9" y="104"/>
                  </a:lnTo>
                  <a:lnTo>
                    <a:pt x="10" y="103"/>
                  </a:lnTo>
                  <a:lnTo>
                    <a:pt x="11" y="101"/>
                  </a:lnTo>
                  <a:lnTo>
                    <a:pt x="11" y="99"/>
                  </a:lnTo>
                  <a:lnTo>
                    <a:pt x="11" y="99"/>
                  </a:lnTo>
                  <a:lnTo>
                    <a:pt x="9" y="75"/>
                  </a:lnTo>
                  <a:lnTo>
                    <a:pt x="9" y="53"/>
                  </a:lnTo>
                  <a:lnTo>
                    <a:pt x="11" y="5"/>
                  </a:lnTo>
                  <a:lnTo>
                    <a:pt x="11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67" name="Freeform 183"/>
            <p:cNvSpPr/>
            <p:nvPr>
              <p:custDataLst>
                <p:tags r:id="rId22"/>
              </p:custDataLst>
            </p:nvPr>
          </p:nvSpPr>
          <p:spPr bwMode="auto">
            <a:xfrm>
              <a:off x="4572000" y="2676525"/>
              <a:ext cx="6350" cy="58738"/>
            </a:xfrm>
            <a:custGeom>
              <a:avLst/>
              <a:gdLst/>
              <a:ahLst/>
              <a:cxnLst>
                <a:cxn ang="0">
                  <a:pos x="10" y="4"/>
                </a:cxn>
                <a:cxn ang="0">
                  <a:pos x="10" y="4"/>
                </a:cxn>
                <a:cxn ang="0">
                  <a:pos x="9" y="2"/>
                </a:cxn>
                <a:cxn ang="0">
                  <a:pos x="8" y="1"/>
                </a:cxn>
                <a:cxn ang="0">
                  <a:pos x="7" y="0"/>
                </a:cxn>
                <a:cxn ang="0">
                  <a:pos x="5" y="0"/>
                </a:cxn>
                <a:cxn ang="0">
                  <a:pos x="3" y="0"/>
                </a:cxn>
                <a:cxn ang="0">
                  <a:pos x="2" y="1"/>
                </a:cxn>
                <a:cxn ang="0">
                  <a:pos x="1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1" y="57"/>
                </a:cxn>
                <a:cxn ang="0">
                  <a:pos x="2" y="83"/>
                </a:cxn>
                <a:cxn ang="0">
                  <a:pos x="5" y="109"/>
                </a:cxn>
                <a:cxn ang="0">
                  <a:pos x="5" y="109"/>
                </a:cxn>
                <a:cxn ang="0">
                  <a:pos x="6" y="111"/>
                </a:cxn>
                <a:cxn ang="0">
                  <a:pos x="7" y="112"/>
                </a:cxn>
                <a:cxn ang="0">
                  <a:pos x="10" y="113"/>
                </a:cxn>
                <a:cxn ang="0">
                  <a:pos x="12" y="113"/>
                </a:cxn>
                <a:cxn ang="0">
                  <a:pos x="13" y="112"/>
                </a:cxn>
                <a:cxn ang="0">
                  <a:pos x="14" y="111"/>
                </a:cxn>
                <a:cxn ang="0">
                  <a:pos x="14" y="109"/>
                </a:cxn>
                <a:cxn ang="0">
                  <a:pos x="14" y="109"/>
                </a:cxn>
                <a:cxn ang="0">
                  <a:pos x="12" y="83"/>
                </a:cxn>
                <a:cxn ang="0">
                  <a:pos x="10" y="57"/>
                </a:cxn>
                <a:cxn ang="0">
                  <a:pos x="10" y="4"/>
                </a:cxn>
                <a:cxn ang="0">
                  <a:pos x="10" y="4"/>
                </a:cxn>
              </a:cxnLst>
              <a:rect l="0" t="0" r="r" b="b"/>
              <a:pathLst>
                <a:path w="14" h="113">
                  <a:moveTo>
                    <a:pt x="10" y="4"/>
                  </a:moveTo>
                  <a:lnTo>
                    <a:pt x="10" y="4"/>
                  </a:lnTo>
                  <a:lnTo>
                    <a:pt x="9" y="2"/>
                  </a:lnTo>
                  <a:lnTo>
                    <a:pt x="8" y="1"/>
                  </a:lnTo>
                  <a:lnTo>
                    <a:pt x="7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1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1" y="57"/>
                  </a:lnTo>
                  <a:lnTo>
                    <a:pt x="2" y="83"/>
                  </a:lnTo>
                  <a:lnTo>
                    <a:pt x="5" y="109"/>
                  </a:lnTo>
                  <a:lnTo>
                    <a:pt x="5" y="109"/>
                  </a:lnTo>
                  <a:lnTo>
                    <a:pt x="6" y="111"/>
                  </a:lnTo>
                  <a:lnTo>
                    <a:pt x="7" y="112"/>
                  </a:lnTo>
                  <a:lnTo>
                    <a:pt x="10" y="113"/>
                  </a:lnTo>
                  <a:lnTo>
                    <a:pt x="12" y="113"/>
                  </a:lnTo>
                  <a:lnTo>
                    <a:pt x="13" y="112"/>
                  </a:lnTo>
                  <a:lnTo>
                    <a:pt x="14" y="111"/>
                  </a:lnTo>
                  <a:lnTo>
                    <a:pt x="14" y="109"/>
                  </a:lnTo>
                  <a:lnTo>
                    <a:pt x="14" y="109"/>
                  </a:lnTo>
                  <a:lnTo>
                    <a:pt x="12" y="83"/>
                  </a:lnTo>
                  <a:lnTo>
                    <a:pt x="10" y="57"/>
                  </a:lnTo>
                  <a:lnTo>
                    <a:pt x="10" y="4"/>
                  </a:lnTo>
                  <a:lnTo>
                    <a:pt x="10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68" name="Freeform 184"/>
            <p:cNvSpPr/>
            <p:nvPr>
              <p:custDataLst>
                <p:tags r:id="rId23"/>
              </p:custDataLst>
            </p:nvPr>
          </p:nvSpPr>
          <p:spPr bwMode="auto">
            <a:xfrm>
              <a:off x="4481513" y="2305050"/>
              <a:ext cx="12700" cy="61913"/>
            </a:xfrm>
            <a:custGeom>
              <a:avLst/>
              <a:gdLst/>
              <a:ahLst/>
              <a:cxnLst>
                <a:cxn ang="0">
                  <a:pos x="21" y="109"/>
                </a:cxn>
                <a:cxn ang="0">
                  <a:pos x="21" y="109"/>
                </a:cxn>
                <a:cxn ang="0">
                  <a:pos x="16" y="105"/>
                </a:cxn>
                <a:cxn ang="0">
                  <a:pos x="13" y="101"/>
                </a:cxn>
                <a:cxn ang="0">
                  <a:pos x="11" y="95"/>
                </a:cxn>
                <a:cxn ang="0">
                  <a:pos x="9" y="89"/>
                </a:cxn>
                <a:cxn ang="0">
                  <a:pos x="9" y="76"/>
                </a:cxn>
                <a:cxn ang="0">
                  <a:pos x="9" y="64"/>
                </a:cxn>
                <a:cxn ang="0">
                  <a:pos x="9" y="64"/>
                </a:cxn>
                <a:cxn ang="0">
                  <a:pos x="10" y="34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9" y="3"/>
                </a:cxn>
                <a:cxn ang="0">
                  <a:pos x="8" y="1"/>
                </a:cxn>
                <a:cxn ang="0">
                  <a:pos x="6" y="0"/>
                </a:cxn>
                <a:cxn ang="0">
                  <a:pos x="5" y="0"/>
                </a:cxn>
                <a:cxn ang="0">
                  <a:pos x="3" y="0"/>
                </a:cxn>
                <a:cxn ang="0">
                  <a:pos x="2" y="1"/>
                </a:cxn>
                <a:cxn ang="0">
                  <a:pos x="1" y="3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77"/>
                </a:cxn>
                <a:cxn ang="0">
                  <a:pos x="0" y="77"/>
                </a:cxn>
                <a:cxn ang="0">
                  <a:pos x="0" y="89"/>
                </a:cxn>
                <a:cxn ang="0">
                  <a:pos x="1" y="95"/>
                </a:cxn>
                <a:cxn ang="0">
                  <a:pos x="3" y="100"/>
                </a:cxn>
                <a:cxn ang="0">
                  <a:pos x="5" y="105"/>
                </a:cxn>
                <a:cxn ang="0">
                  <a:pos x="8" y="110"/>
                </a:cxn>
                <a:cxn ang="0">
                  <a:pos x="12" y="115"/>
                </a:cxn>
                <a:cxn ang="0">
                  <a:pos x="16" y="118"/>
                </a:cxn>
                <a:cxn ang="0">
                  <a:pos x="16" y="118"/>
                </a:cxn>
                <a:cxn ang="0">
                  <a:pos x="18" y="119"/>
                </a:cxn>
                <a:cxn ang="0">
                  <a:pos x="20" y="119"/>
                </a:cxn>
                <a:cxn ang="0">
                  <a:pos x="21" y="118"/>
                </a:cxn>
                <a:cxn ang="0">
                  <a:pos x="22" y="117"/>
                </a:cxn>
                <a:cxn ang="0">
                  <a:pos x="23" y="115"/>
                </a:cxn>
                <a:cxn ang="0">
                  <a:pos x="23" y="112"/>
                </a:cxn>
                <a:cxn ang="0">
                  <a:pos x="22" y="111"/>
                </a:cxn>
                <a:cxn ang="0">
                  <a:pos x="21" y="109"/>
                </a:cxn>
                <a:cxn ang="0">
                  <a:pos x="21" y="109"/>
                </a:cxn>
              </a:cxnLst>
              <a:rect l="0" t="0" r="r" b="b"/>
              <a:pathLst>
                <a:path w="23" h="119">
                  <a:moveTo>
                    <a:pt x="21" y="109"/>
                  </a:moveTo>
                  <a:lnTo>
                    <a:pt x="21" y="109"/>
                  </a:lnTo>
                  <a:lnTo>
                    <a:pt x="16" y="105"/>
                  </a:lnTo>
                  <a:lnTo>
                    <a:pt x="13" y="101"/>
                  </a:lnTo>
                  <a:lnTo>
                    <a:pt x="11" y="95"/>
                  </a:lnTo>
                  <a:lnTo>
                    <a:pt x="9" y="89"/>
                  </a:lnTo>
                  <a:lnTo>
                    <a:pt x="9" y="76"/>
                  </a:lnTo>
                  <a:lnTo>
                    <a:pt x="9" y="64"/>
                  </a:lnTo>
                  <a:lnTo>
                    <a:pt x="9" y="64"/>
                  </a:lnTo>
                  <a:lnTo>
                    <a:pt x="10" y="34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8" y="1"/>
                  </a:lnTo>
                  <a:lnTo>
                    <a:pt x="6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1"/>
                  </a:lnTo>
                  <a:lnTo>
                    <a:pt x="1" y="3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89"/>
                  </a:lnTo>
                  <a:lnTo>
                    <a:pt x="1" y="95"/>
                  </a:lnTo>
                  <a:lnTo>
                    <a:pt x="3" y="100"/>
                  </a:lnTo>
                  <a:lnTo>
                    <a:pt x="5" y="105"/>
                  </a:lnTo>
                  <a:lnTo>
                    <a:pt x="8" y="110"/>
                  </a:lnTo>
                  <a:lnTo>
                    <a:pt x="12" y="115"/>
                  </a:lnTo>
                  <a:lnTo>
                    <a:pt x="16" y="118"/>
                  </a:lnTo>
                  <a:lnTo>
                    <a:pt x="16" y="118"/>
                  </a:lnTo>
                  <a:lnTo>
                    <a:pt x="18" y="119"/>
                  </a:lnTo>
                  <a:lnTo>
                    <a:pt x="20" y="119"/>
                  </a:lnTo>
                  <a:lnTo>
                    <a:pt x="21" y="118"/>
                  </a:lnTo>
                  <a:lnTo>
                    <a:pt x="22" y="117"/>
                  </a:lnTo>
                  <a:lnTo>
                    <a:pt x="23" y="115"/>
                  </a:lnTo>
                  <a:lnTo>
                    <a:pt x="23" y="112"/>
                  </a:lnTo>
                  <a:lnTo>
                    <a:pt x="22" y="111"/>
                  </a:lnTo>
                  <a:lnTo>
                    <a:pt x="21" y="109"/>
                  </a:lnTo>
                  <a:lnTo>
                    <a:pt x="21" y="109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69" name="Freeform 185"/>
            <p:cNvSpPr/>
            <p:nvPr>
              <p:custDataLst>
                <p:tags r:id="rId24"/>
              </p:custDataLst>
            </p:nvPr>
          </p:nvSpPr>
          <p:spPr bwMode="auto">
            <a:xfrm>
              <a:off x="4519613" y="2336800"/>
              <a:ext cx="9525" cy="55563"/>
            </a:xfrm>
            <a:custGeom>
              <a:avLst/>
              <a:gdLst/>
              <a:ahLst/>
              <a:cxnLst>
                <a:cxn ang="0">
                  <a:pos x="9" y="3"/>
                </a:cxn>
                <a:cxn ang="0">
                  <a:pos x="9" y="3"/>
                </a:cxn>
                <a:cxn ang="0">
                  <a:pos x="7" y="15"/>
                </a:cxn>
                <a:cxn ang="0">
                  <a:pos x="4" y="27"/>
                </a:cxn>
                <a:cxn ang="0">
                  <a:pos x="2" y="50"/>
                </a:cxn>
                <a:cxn ang="0">
                  <a:pos x="0" y="75"/>
                </a:cxn>
                <a:cxn ang="0">
                  <a:pos x="0" y="99"/>
                </a:cxn>
                <a:cxn ang="0">
                  <a:pos x="0" y="99"/>
                </a:cxn>
                <a:cxn ang="0">
                  <a:pos x="0" y="101"/>
                </a:cxn>
                <a:cxn ang="0">
                  <a:pos x="1" y="102"/>
                </a:cxn>
                <a:cxn ang="0">
                  <a:pos x="3" y="103"/>
                </a:cxn>
                <a:cxn ang="0">
                  <a:pos x="5" y="104"/>
                </a:cxn>
                <a:cxn ang="0">
                  <a:pos x="6" y="103"/>
                </a:cxn>
                <a:cxn ang="0">
                  <a:pos x="8" y="102"/>
                </a:cxn>
                <a:cxn ang="0">
                  <a:pos x="9" y="101"/>
                </a:cxn>
                <a:cxn ang="0">
                  <a:pos x="9" y="99"/>
                </a:cxn>
                <a:cxn ang="0">
                  <a:pos x="9" y="99"/>
                </a:cxn>
                <a:cxn ang="0">
                  <a:pos x="10" y="75"/>
                </a:cxn>
                <a:cxn ang="0">
                  <a:pos x="11" y="52"/>
                </a:cxn>
                <a:cxn ang="0">
                  <a:pos x="13" y="29"/>
                </a:cxn>
                <a:cxn ang="0">
                  <a:pos x="16" y="17"/>
                </a:cxn>
                <a:cxn ang="0">
                  <a:pos x="18" y="6"/>
                </a:cxn>
                <a:cxn ang="0">
                  <a:pos x="18" y="6"/>
                </a:cxn>
                <a:cxn ang="0">
                  <a:pos x="18" y="4"/>
                </a:cxn>
                <a:cxn ang="0">
                  <a:pos x="18" y="2"/>
                </a:cxn>
                <a:cxn ang="0">
                  <a:pos x="17" y="1"/>
                </a:cxn>
                <a:cxn ang="0">
                  <a:pos x="15" y="0"/>
                </a:cxn>
                <a:cxn ang="0">
                  <a:pos x="13" y="0"/>
                </a:cxn>
                <a:cxn ang="0">
                  <a:pos x="12" y="0"/>
                </a:cxn>
                <a:cxn ang="0">
                  <a:pos x="10" y="1"/>
                </a:cxn>
                <a:cxn ang="0">
                  <a:pos x="9" y="3"/>
                </a:cxn>
                <a:cxn ang="0">
                  <a:pos x="9" y="3"/>
                </a:cxn>
              </a:cxnLst>
              <a:rect l="0" t="0" r="r" b="b"/>
              <a:pathLst>
                <a:path w="18" h="104">
                  <a:moveTo>
                    <a:pt x="9" y="3"/>
                  </a:moveTo>
                  <a:lnTo>
                    <a:pt x="9" y="3"/>
                  </a:lnTo>
                  <a:lnTo>
                    <a:pt x="7" y="15"/>
                  </a:lnTo>
                  <a:lnTo>
                    <a:pt x="4" y="27"/>
                  </a:lnTo>
                  <a:lnTo>
                    <a:pt x="2" y="50"/>
                  </a:lnTo>
                  <a:lnTo>
                    <a:pt x="0" y="75"/>
                  </a:lnTo>
                  <a:lnTo>
                    <a:pt x="0" y="99"/>
                  </a:lnTo>
                  <a:lnTo>
                    <a:pt x="0" y="99"/>
                  </a:lnTo>
                  <a:lnTo>
                    <a:pt x="0" y="101"/>
                  </a:lnTo>
                  <a:lnTo>
                    <a:pt x="1" y="102"/>
                  </a:lnTo>
                  <a:lnTo>
                    <a:pt x="3" y="103"/>
                  </a:lnTo>
                  <a:lnTo>
                    <a:pt x="5" y="104"/>
                  </a:lnTo>
                  <a:lnTo>
                    <a:pt x="6" y="103"/>
                  </a:lnTo>
                  <a:lnTo>
                    <a:pt x="8" y="102"/>
                  </a:lnTo>
                  <a:lnTo>
                    <a:pt x="9" y="101"/>
                  </a:lnTo>
                  <a:lnTo>
                    <a:pt x="9" y="99"/>
                  </a:lnTo>
                  <a:lnTo>
                    <a:pt x="9" y="99"/>
                  </a:lnTo>
                  <a:lnTo>
                    <a:pt x="10" y="75"/>
                  </a:lnTo>
                  <a:lnTo>
                    <a:pt x="11" y="52"/>
                  </a:lnTo>
                  <a:lnTo>
                    <a:pt x="13" y="29"/>
                  </a:lnTo>
                  <a:lnTo>
                    <a:pt x="16" y="17"/>
                  </a:lnTo>
                  <a:lnTo>
                    <a:pt x="18" y="6"/>
                  </a:lnTo>
                  <a:lnTo>
                    <a:pt x="18" y="6"/>
                  </a:lnTo>
                  <a:lnTo>
                    <a:pt x="18" y="4"/>
                  </a:lnTo>
                  <a:lnTo>
                    <a:pt x="18" y="2"/>
                  </a:lnTo>
                  <a:lnTo>
                    <a:pt x="17" y="1"/>
                  </a:lnTo>
                  <a:lnTo>
                    <a:pt x="15" y="0"/>
                  </a:lnTo>
                  <a:lnTo>
                    <a:pt x="13" y="0"/>
                  </a:lnTo>
                  <a:lnTo>
                    <a:pt x="12" y="0"/>
                  </a:lnTo>
                  <a:lnTo>
                    <a:pt x="10" y="1"/>
                  </a:lnTo>
                  <a:lnTo>
                    <a:pt x="9" y="3"/>
                  </a:lnTo>
                  <a:lnTo>
                    <a:pt x="9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70" name="Freeform 186"/>
            <p:cNvSpPr/>
            <p:nvPr>
              <p:custDataLst>
                <p:tags r:id="rId25"/>
              </p:custDataLst>
            </p:nvPr>
          </p:nvSpPr>
          <p:spPr bwMode="auto">
            <a:xfrm>
              <a:off x="4543425" y="2370138"/>
              <a:ext cx="7938" cy="71438"/>
            </a:xfrm>
            <a:custGeom>
              <a:avLst/>
              <a:gdLst/>
              <a:ahLst/>
              <a:cxnLst>
                <a:cxn ang="0">
                  <a:pos x="5" y="4"/>
                </a:cxn>
                <a:cxn ang="0">
                  <a:pos x="5" y="4"/>
                </a:cxn>
                <a:cxn ang="0">
                  <a:pos x="4" y="36"/>
                </a:cxn>
                <a:cxn ang="0">
                  <a:pos x="3" y="68"/>
                </a:cxn>
                <a:cxn ang="0">
                  <a:pos x="1" y="100"/>
                </a:cxn>
                <a:cxn ang="0">
                  <a:pos x="0" y="132"/>
                </a:cxn>
                <a:cxn ang="0">
                  <a:pos x="0" y="132"/>
                </a:cxn>
                <a:cxn ang="0">
                  <a:pos x="0" y="134"/>
                </a:cxn>
                <a:cxn ang="0">
                  <a:pos x="1" y="135"/>
                </a:cxn>
                <a:cxn ang="0">
                  <a:pos x="3" y="136"/>
                </a:cxn>
                <a:cxn ang="0">
                  <a:pos x="4" y="136"/>
                </a:cxn>
                <a:cxn ang="0">
                  <a:pos x="7" y="136"/>
                </a:cxn>
                <a:cxn ang="0">
                  <a:pos x="9" y="135"/>
                </a:cxn>
                <a:cxn ang="0">
                  <a:pos x="10" y="134"/>
                </a:cxn>
                <a:cxn ang="0">
                  <a:pos x="10" y="132"/>
                </a:cxn>
                <a:cxn ang="0">
                  <a:pos x="10" y="132"/>
                </a:cxn>
                <a:cxn ang="0">
                  <a:pos x="11" y="100"/>
                </a:cxn>
                <a:cxn ang="0">
                  <a:pos x="13" y="68"/>
                </a:cxn>
                <a:cxn ang="0">
                  <a:pos x="14" y="36"/>
                </a:cxn>
                <a:cxn ang="0">
                  <a:pos x="15" y="4"/>
                </a:cxn>
                <a:cxn ang="0">
                  <a:pos x="15" y="4"/>
                </a:cxn>
                <a:cxn ang="0">
                  <a:pos x="14" y="2"/>
                </a:cxn>
                <a:cxn ang="0">
                  <a:pos x="13" y="1"/>
                </a:cxn>
                <a:cxn ang="0">
                  <a:pos x="12" y="0"/>
                </a:cxn>
                <a:cxn ang="0">
                  <a:pos x="10" y="0"/>
                </a:cxn>
                <a:cxn ang="0">
                  <a:pos x="8" y="0"/>
                </a:cxn>
                <a:cxn ang="0">
                  <a:pos x="7" y="1"/>
                </a:cxn>
                <a:cxn ang="0">
                  <a:pos x="5" y="2"/>
                </a:cxn>
                <a:cxn ang="0">
                  <a:pos x="5" y="4"/>
                </a:cxn>
                <a:cxn ang="0">
                  <a:pos x="5" y="4"/>
                </a:cxn>
              </a:cxnLst>
              <a:rect l="0" t="0" r="r" b="b"/>
              <a:pathLst>
                <a:path w="15" h="136">
                  <a:moveTo>
                    <a:pt x="5" y="4"/>
                  </a:moveTo>
                  <a:lnTo>
                    <a:pt x="5" y="4"/>
                  </a:lnTo>
                  <a:lnTo>
                    <a:pt x="4" y="36"/>
                  </a:lnTo>
                  <a:lnTo>
                    <a:pt x="3" y="68"/>
                  </a:lnTo>
                  <a:lnTo>
                    <a:pt x="1" y="100"/>
                  </a:lnTo>
                  <a:lnTo>
                    <a:pt x="0" y="132"/>
                  </a:lnTo>
                  <a:lnTo>
                    <a:pt x="0" y="132"/>
                  </a:lnTo>
                  <a:lnTo>
                    <a:pt x="0" y="134"/>
                  </a:lnTo>
                  <a:lnTo>
                    <a:pt x="1" y="135"/>
                  </a:lnTo>
                  <a:lnTo>
                    <a:pt x="3" y="136"/>
                  </a:lnTo>
                  <a:lnTo>
                    <a:pt x="4" y="136"/>
                  </a:lnTo>
                  <a:lnTo>
                    <a:pt x="7" y="136"/>
                  </a:lnTo>
                  <a:lnTo>
                    <a:pt x="9" y="135"/>
                  </a:lnTo>
                  <a:lnTo>
                    <a:pt x="10" y="134"/>
                  </a:lnTo>
                  <a:lnTo>
                    <a:pt x="10" y="132"/>
                  </a:lnTo>
                  <a:lnTo>
                    <a:pt x="10" y="132"/>
                  </a:lnTo>
                  <a:lnTo>
                    <a:pt x="11" y="100"/>
                  </a:lnTo>
                  <a:lnTo>
                    <a:pt x="13" y="68"/>
                  </a:lnTo>
                  <a:lnTo>
                    <a:pt x="14" y="36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4" y="2"/>
                  </a:lnTo>
                  <a:lnTo>
                    <a:pt x="13" y="1"/>
                  </a:lnTo>
                  <a:lnTo>
                    <a:pt x="12" y="0"/>
                  </a:lnTo>
                  <a:lnTo>
                    <a:pt x="10" y="0"/>
                  </a:lnTo>
                  <a:lnTo>
                    <a:pt x="8" y="0"/>
                  </a:lnTo>
                  <a:lnTo>
                    <a:pt x="7" y="1"/>
                  </a:lnTo>
                  <a:lnTo>
                    <a:pt x="5" y="2"/>
                  </a:lnTo>
                  <a:lnTo>
                    <a:pt x="5" y="4"/>
                  </a:lnTo>
                  <a:lnTo>
                    <a:pt x="5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71" name="Freeform 187"/>
            <p:cNvSpPr/>
            <p:nvPr>
              <p:custDataLst>
                <p:tags r:id="rId26"/>
              </p:custDataLst>
            </p:nvPr>
          </p:nvSpPr>
          <p:spPr bwMode="auto">
            <a:xfrm>
              <a:off x="4573588" y="2406650"/>
              <a:ext cx="4763" cy="71438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128"/>
                </a:cxn>
                <a:cxn ang="0">
                  <a:pos x="0" y="128"/>
                </a:cxn>
                <a:cxn ang="0">
                  <a:pos x="0" y="130"/>
                </a:cxn>
                <a:cxn ang="0">
                  <a:pos x="1" y="131"/>
                </a:cxn>
                <a:cxn ang="0">
                  <a:pos x="3" y="132"/>
                </a:cxn>
                <a:cxn ang="0">
                  <a:pos x="5" y="133"/>
                </a:cxn>
                <a:cxn ang="0">
                  <a:pos x="6" y="132"/>
                </a:cxn>
                <a:cxn ang="0">
                  <a:pos x="8" y="131"/>
                </a:cxn>
                <a:cxn ang="0">
                  <a:pos x="9" y="130"/>
                </a:cxn>
                <a:cxn ang="0">
                  <a:pos x="9" y="128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9" y="3"/>
                </a:cxn>
                <a:cxn ang="0">
                  <a:pos x="8" y="1"/>
                </a:cxn>
                <a:cxn ang="0">
                  <a:pos x="6" y="1"/>
                </a:cxn>
                <a:cxn ang="0">
                  <a:pos x="5" y="0"/>
                </a:cxn>
                <a:cxn ang="0">
                  <a:pos x="3" y="1"/>
                </a:cxn>
                <a:cxn ang="0">
                  <a:pos x="1" y="1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9" h="133">
                  <a:moveTo>
                    <a:pt x="0" y="5"/>
                  </a:moveTo>
                  <a:lnTo>
                    <a:pt x="0" y="128"/>
                  </a:lnTo>
                  <a:lnTo>
                    <a:pt x="0" y="128"/>
                  </a:lnTo>
                  <a:lnTo>
                    <a:pt x="0" y="130"/>
                  </a:lnTo>
                  <a:lnTo>
                    <a:pt x="1" y="131"/>
                  </a:lnTo>
                  <a:lnTo>
                    <a:pt x="3" y="132"/>
                  </a:lnTo>
                  <a:lnTo>
                    <a:pt x="5" y="133"/>
                  </a:lnTo>
                  <a:lnTo>
                    <a:pt x="6" y="132"/>
                  </a:lnTo>
                  <a:lnTo>
                    <a:pt x="8" y="131"/>
                  </a:lnTo>
                  <a:lnTo>
                    <a:pt x="9" y="130"/>
                  </a:lnTo>
                  <a:lnTo>
                    <a:pt x="9" y="128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8" y="1"/>
                  </a:lnTo>
                  <a:lnTo>
                    <a:pt x="6" y="1"/>
                  </a:lnTo>
                  <a:lnTo>
                    <a:pt x="5" y="0"/>
                  </a:lnTo>
                  <a:lnTo>
                    <a:pt x="3" y="1"/>
                  </a:lnTo>
                  <a:lnTo>
                    <a:pt x="1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72" name="Freeform 188"/>
            <p:cNvSpPr/>
            <p:nvPr>
              <p:custDataLst>
                <p:tags r:id="rId27"/>
              </p:custDataLst>
            </p:nvPr>
          </p:nvSpPr>
          <p:spPr bwMode="auto">
            <a:xfrm>
              <a:off x="4602163" y="2432050"/>
              <a:ext cx="4763" cy="65088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118"/>
                </a:cxn>
                <a:cxn ang="0">
                  <a:pos x="0" y="118"/>
                </a:cxn>
                <a:cxn ang="0">
                  <a:pos x="0" y="120"/>
                </a:cxn>
                <a:cxn ang="0">
                  <a:pos x="1" y="121"/>
                </a:cxn>
                <a:cxn ang="0">
                  <a:pos x="2" y="123"/>
                </a:cxn>
                <a:cxn ang="0">
                  <a:pos x="4" y="123"/>
                </a:cxn>
                <a:cxn ang="0">
                  <a:pos x="6" y="123"/>
                </a:cxn>
                <a:cxn ang="0">
                  <a:pos x="7" y="121"/>
                </a:cxn>
                <a:cxn ang="0">
                  <a:pos x="8" y="120"/>
                </a:cxn>
                <a:cxn ang="0">
                  <a:pos x="9" y="118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8" y="3"/>
                </a:cxn>
                <a:cxn ang="0">
                  <a:pos x="7" y="1"/>
                </a:cxn>
                <a:cxn ang="0">
                  <a:pos x="6" y="1"/>
                </a:cxn>
                <a:cxn ang="0">
                  <a:pos x="4" y="0"/>
                </a:cxn>
                <a:cxn ang="0">
                  <a:pos x="2" y="1"/>
                </a:cxn>
                <a:cxn ang="0">
                  <a:pos x="1" y="1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9" h="123">
                  <a:moveTo>
                    <a:pt x="0" y="5"/>
                  </a:moveTo>
                  <a:lnTo>
                    <a:pt x="0" y="118"/>
                  </a:lnTo>
                  <a:lnTo>
                    <a:pt x="0" y="118"/>
                  </a:lnTo>
                  <a:lnTo>
                    <a:pt x="0" y="120"/>
                  </a:lnTo>
                  <a:lnTo>
                    <a:pt x="1" y="121"/>
                  </a:lnTo>
                  <a:lnTo>
                    <a:pt x="2" y="123"/>
                  </a:lnTo>
                  <a:lnTo>
                    <a:pt x="4" y="123"/>
                  </a:lnTo>
                  <a:lnTo>
                    <a:pt x="6" y="123"/>
                  </a:lnTo>
                  <a:lnTo>
                    <a:pt x="7" y="121"/>
                  </a:lnTo>
                  <a:lnTo>
                    <a:pt x="8" y="120"/>
                  </a:lnTo>
                  <a:lnTo>
                    <a:pt x="9" y="118"/>
                  </a:lnTo>
                  <a:lnTo>
                    <a:pt x="9" y="5"/>
                  </a:lnTo>
                  <a:lnTo>
                    <a:pt x="9" y="5"/>
                  </a:lnTo>
                  <a:lnTo>
                    <a:pt x="8" y="3"/>
                  </a:lnTo>
                  <a:lnTo>
                    <a:pt x="7" y="1"/>
                  </a:lnTo>
                  <a:lnTo>
                    <a:pt x="6" y="1"/>
                  </a:lnTo>
                  <a:lnTo>
                    <a:pt x="4" y="0"/>
                  </a:lnTo>
                  <a:lnTo>
                    <a:pt x="2" y="1"/>
                  </a:lnTo>
                  <a:lnTo>
                    <a:pt x="1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73" name="Freeform 189"/>
            <p:cNvSpPr/>
            <p:nvPr>
              <p:custDataLst>
                <p:tags r:id="rId28"/>
              </p:custDataLst>
            </p:nvPr>
          </p:nvSpPr>
          <p:spPr bwMode="auto">
            <a:xfrm>
              <a:off x="4624388" y="2457450"/>
              <a:ext cx="4763" cy="65088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119"/>
                </a:cxn>
                <a:cxn ang="0">
                  <a:pos x="0" y="119"/>
                </a:cxn>
                <a:cxn ang="0">
                  <a:pos x="0" y="121"/>
                </a:cxn>
                <a:cxn ang="0">
                  <a:pos x="1" y="122"/>
                </a:cxn>
                <a:cxn ang="0">
                  <a:pos x="3" y="123"/>
                </a:cxn>
                <a:cxn ang="0">
                  <a:pos x="4" y="123"/>
                </a:cxn>
                <a:cxn ang="0">
                  <a:pos x="6" y="123"/>
                </a:cxn>
                <a:cxn ang="0">
                  <a:pos x="8" y="122"/>
                </a:cxn>
                <a:cxn ang="0">
                  <a:pos x="9" y="121"/>
                </a:cxn>
                <a:cxn ang="0">
                  <a:pos x="9" y="119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9" y="3"/>
                </a:cxn>
                <a:cxn ang="0">
                  <a:pos x="8" y="1"/>
                </a:cxn>
                <a:cxn ang="0">
                  <a:pos x="6" y="0"/>
                </a:cxn>
                <a:cxn ang="0">
                  <a:pos x="4" y="0"/>
                </a:cxn>
                <a:cxn ang="0">
                  <a:pos x="3" y="0"/>
                </a:cxn>
                <a:cxn ang="0">
                  <a:pos x="1" y="1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9" h="123">
                  <a:moveTo>
                    <a:pt x="0" y="5"/>
                  </a:moveTo>
                  <a:lnTo>
                    <a:pt x="0" y="119"/>
                  </a:lnTo>
                  <a:lnTo>
                    <a:pt x="0" y="119"/>
                  </a:lnTo>
                  <a:lnTo>
                    <a:pt x="0" y="121"/>
                  </a:lnTo>
                  <a:lnTo>
                    <a:pt x="1" y="122"/>
                  </a:lnTo>
                  <a:lnTo>
                    <a:pt x="3" y="123"/>
                  </a:lnTo>
                  <a:lnTo>
                    <a:pt x="4" y="123"/>
                  </a:lnTo>
                  <a:lnTo>
                    <a:pt x="6" y="123"/>
                  </a:lnTo>
                  <a:lnTo>
                    <a:pt x="8" y="122"/>
                  </a:lnTo>
                  <a:lnTo>
                    <a:pt x="9" y="121"/>
                  </a:lnTo>
                  <a:lnTo>
                    <a:pt x="9" y="119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8" y="1"/>
                  </a:lnTo>
                  <a:lnTo>
                    <a:pt x="6" y="0"/>
                  </a:lnTo>
                  <a:lnTo>
                    <a:pt x="4" y="0"/>
                  </a:lnTo>
                  <a:lnTo>
                    <a:pt x="3" y="0"/>
                  </a:lnTo>
                  <a:lnTo>
                    <a:pt x="1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74" name="Freeform 190"/>
            <p:cNvSpPr/>
            <p:nvPr>
              <p:custDataLst>
                <p:tags r:id="rId29"/>
              </p:custDataLst>
            </p:nvPr>
          </p:nvSpPr>
          <p:spPr bwMode="auto">
            <a:xfrm>
              <a:off x="4651375" y="2482850"/>
              <a:ext cx="7938" cy="73025"/>
            </a:xfrm>
            <a:custGeom>
              <a:avLst/>
              <a:gdLst/>
              <a:ahLst/>
              <a:cxnLst>
                <a:cxn ang="0">
                  <a:pos x="5" y="5"/>
                </a:cxn>
                <a:cxn ang="0">
                  <a:pos x="5" y="5"/>
                </a:cxn>
                <a:cxn ang="0">
                  <a:pos x="2" y="30"/>
                </a:cxn>
                <a:cxn ang="0">
                  <a:pos x="1" y="42"/>
                </a:cxn>
                <a:cxn ang="0">
                  <a:pos x="0" y="55"/>
                </a:cxn>
                <a:cxn ang="0">
                  <a:pos x="0" y="132"/>
                </a:cxn>
                <a:cxn ang="0">
                  <a:pos x="0" y="132"/>
                </a:cxn>
                <a:cxn ang="0">
                  <a:pos x="1" y="134"/>
                </a:cxn>
                <a:cxn ang="0">
                  <a:pos x="2" y="136"/>
                </a:cxn>
                <a:cxn ang="0">
                  <a:pos x="3" y="137"/>
                </a:cxn>
                <a:cxn ang="0">
                  <a:pos x="5" y="137"/>
                </a:cxn>
                <a:cxn ang="0">
                  <a:pos x="7" y="137"/>
                </a:cxn>
                <a:cxn ang="0">
                  <a:pos x="8" y="136"/>
                </a:cxn>
                <a:cxn ang="0">
                  <a:pos x="9" y="134"/>
                </a:cxn>
                <a:cxn ang="0">
                  <a:pos x="10" y="132"/>
                </a:cxn>
                <a:cxn ang="0">
                  <a:pos x="10" y="62"/>
                </a:cxn>
                <a:cxn ang="0">
                  <a:pos x="10" y="62"/>
                </a:cxn>
                <a:cxn ang="0">
                  <a:pos x="10" y="47"/>
                </a:cxn>
                <a:cxn ang="0">
                  <a:pos x="11" y="33"/>
                </a:cxn>
                <a:cxn ang="0">
                  <a:pos x="14" y="5"/>
                </a:cxn>
                <a:cxn ang="0">
                  <a:pos x="14" y="5"/>
                </a:cxn>
                <a:cxn ang="0">
                  <a:pos x="14" y="3"/>
                </a:cxn>
                <a:cxn ang="0">
                  <a:pos x="13" y="1"/>
                </a:cxn>
                <a:cxn ang="0">
                  <a:pos x="12" y="0"/>
                </a:cxn>
                <a:cxn ang="0">
                  <a:pos x="10" y="0"/>
                </a:cxn>
                <a:cxn ang="0">
                  <a:pos x="7" y="1"/>
                </a:cxn>
                <a:cxn ang="0">
                  <a:pos x="6" y="3"/>
                </a:cxn>
                <a:cxn ang="0">
                  <a:pos x="5" y="5"/>
                </a:cxn>
                <a:cxn ang="0">
                  <a:pos x="5" y="5"/>
                </a:cxn>
              </a:cxnLst>
              <a:rect l="0" t="0" r="r" b="b"/>
              <a:pathLst>
                <a:path w="14" h="137">
                  <a:moveTo>
                    <a:pt x="5" y="5"/>
                  </a:moveTo>
                  <a:lnTo>
                    <a:pt x="5" y="5"/>
                  </a:lnTo>
                  <a:lnTo>
                    <a:pt x="2" y="30"/>
                  </a:lnTo>
                  <a:lnTo>
                    <a:pt x="1" y="42"/>
                  </a:lnTo>
                  <a:lnTo>
                    <a:pt x="0" y="55"/>
                  </a:lnTo>
                  <a:lnTo>
                    <a:pt x="0" y="132"/>
                  </a:lnTo>
                  <a:lnTo>
                    <a:pt x="0" y="132"/>
                  </a:lnTo>
                  <a:lnTo>
                    <a:pt x="1" y="134"/>
                  </a:lnTo>
                  <a:lnTo>
                    <a:pt x="2" y="136"/>
                  </a:lnTo>
                  <a:lnTo>
                    <a:pt x="3" y="137"/>
                  </a:lnTo>
                  <a:lnTo>
                    <a:pt x="5" y="137"/>
                  </a:lnTo>
                  <a:lnTo>
                    <a:pt x="7" y="137"/>
                  </a:lnTo>
                  <a:lnTo>
                    <a:pt x="8" y="136"/>
                  </a:lnTo>
                  <a:lnTo>
                    <a:pt x="9" y="134"/>
                  </a:lnTo>
                  <a:lnTo>
                    <a:pt x="10" y="132"/>
                  </a:lnTo>
                  <a:lnTo>
                    <a:pt x="10" y="62"/>
                  </a:lnTo>
                  <a:lnTo>
                    <a:pt x="10" y="62"/>
                  </a:lnTo>
                  <a:lnTo>
                    <a:pt x="10" y="47"/>
                  </a:lnTo>
                  <a:lnTo>
                    <a:pt x="11" y="33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3"/>
                  </a:lnTo>
                  <a:lnTo>
                    <a:pt x="13" y="1"/>
                  </a:lnTo>
                  <a:lnTo>
                    <a:pt x="12" y="0"/>
                  </a:lnTo>
                  <a:lnTo>
                    <a:pt x="10" y="0"/>
                  </a:lnTo>
                  <a:lnTo>
                    <a:pt x="7" y="1"/>
                  </a:lnTo>
                  <a:lnTo>
                    <a:pt x="6" y="3"/>
                  </a:lnTo>
                  <a:lnTo>
                    <a:pt x="5" y="5"/>
                  </a:lnTo>
                  <a:lnTo>
                    <a:pt x="5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75" name="Freeform 191"/>
            <p:cNvSpPr/>
            <p:nvPr>
              <p:custDataLst>
                <p:tags r:id="rId30"/>
              </p:custDataLst>
            </p:nvPr>
          </p:nvSpPr>
          <p:spPr bwMode="auto">
            <a:xfrm>
              <a:off x="4684713" y="2500313"/>
              <a:ext cx="4763" cy="87313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161"/>
                </a:cxn>
                <a:cxn ang="0">
                  <a:pos x="0" y="161"/>
                </a:cxn>
                <a:cxn ang="0">
                  <a:pos x="0" y="163"/>
                </a:cxn>
                <a:cxn ang="0">
                  <a:pos x="1" y="164"/>
                </a:cxn>
                <a:cxn ang="0">
                  <a:pos x="3" y="165"/>
                </a:cxn>
                <a:cxn ang="0">
                  <a:pos x="5" y="166"/>
                </a:cxn>
                <a:cxn ang="0">
                  <a:pos x="6" y="165"/>
                </a:cxn>
                <a:cxn ang="0">
                  <a:pos x="8" y="164"/>
                </a:cxn>
                <a:cxn ang="0">
                  <a:pos x="9" y="163"/>
                </a:cxn>
                <a:cxn ang="0">
                  <a:pos x="9" y="161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9" y="3"/>
                </a:cxn>
                <a:cxn ang="0">
                  <a:pos x="8" y="1"/>
                </a:cxn>
                <a:cxn ang="0">
                  <a:pos x="6" y="0"/>
                </a:cxn>
                <a:cxn ang="0">
                  <a:pos x="5" y="0"/>
                </a:cxn>
                <a:cxn ang="0">
                  <a:pos x="3" y="0"/>
                </a:cxn>
                <a:cxn ang="0">
                  <a:pos x="1" y="1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9" h="166">
                  <a:moveTo>
                    <a:pt x="0" y="5"/>
                  </a:moveTo>
                  <a:lnTo>
                    <a:pt x="0" y="161"/>
                  </a:lnTo>
                  <a:lnTo>
                    <a:pt x="0" y="161"/>
                  </a:lnTo>
                  <a:lnTo>
                    <a:pt x="0" y="163"/>
                  </a:lnTo>
                  <a:lnTo>
                    <a:pt x="1" y="164"/>
                  </a:lnTo>
                  <a:lnTo>
                    <a:pt x="3" y="165"/>
                  </a:lnTo>
                  <a:lnTo>
                    <a:pt x="5" y="166"/>
                  </a:lnTo>
                  <a:lnTo>
                    <a:pt x="6" y="165"/>
                  </a:lnTo>
                  <a:lnTo>
                    <a:pt x="8" y="164"/>
                  </a:lnTo>
                  <a:lnTo>
                    <a:pt x="9" y="163"/>
                  </a:lnTo>
                  <a:lnTo>
                    <a:pt x="9" y="161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8" y="1"/>
                  </a:lnTo>
                  <a:lnTo>
                    <a:pt x="6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1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76" name="Freeform 192"/>
            <p:cNvSpPr/>
            <p:nvPr>
              <p:custDataLst>
                <p:tags r:id="rId31"/>
              </p:custDataLst>
            </p:nvPr>
          </p:nvSpPr>
          <p:spPr bwMode="auto">
            <a:xfrm>
              <a:off x="4702175" y="2540000"/>
              <a:ext cx="7938" cy="69850"/>
            </a:xfrm>
            <a:custGeom>
              <a:avLst/>
              <a:gdLst/>
              <a:ahLst/>
              <a:cxnLst>
                <a:cxn ang="0">
                  <a:pos x="6" y="3"/>
                </a:cxn>
                <a:cxn ang="0">
                  <a:pos x="6" y="3"/>
                </a:cxn>
                <a:cxn ang="0">
                  <a:pos x="3" y="19"/>
                </a:cxn>
                <a:cxn ang="0">
                  <a:pos x="1" y="34"/>
                </a:cxn>
                <a:cxn ang="0">
                  <a:pos x="0" y="50"/>
                </a:cxn>
                <a:cxn ang="0">
                  <a:pos x="0" y="65"/>
                </a:cxn>
                <a:cxn ang="0">
                  <a:pos x="1" y="96"/>
                </a:cxn>
                <a:cxn ang="0">
                  <a:pos x="1" y="127"/>
                </a:cxn>
                <a:cxn ang="0">
                  <a:pos x="1" y="127"/>
                </a:cxn>
                <a:cxn ang="0">
                  <a:pos x="2" y="129"/>
                </a:cxn>
                <a:cxn ang="0">
                  <a:pos x="3" y="131"/>
                </a:cxn>
                <a:cxn ang="0">
                  <a:pos x="4" y="132"/>
                </a:cxn>
                <a:cxn ang="0">
                  <a:pos x="6" y="132"/>
                </a:cxn>
                <a:cxn ang="0">
                  <a:pos x="7" y="132"/>
                </a:cxn>
                <a:cxn ang="0">
                  <a:pos x="9" y="131"/>
                </a:cxn>
                <a:cxn ang="0">
                  <a:pos x="10" y="129"/>
                </a:cxn>
                <a:cxn ang="0">
                  <a:pos x="10" y="127"/>
                </a:cxn>
                <a:cxn ang="0">
                  <a:pos x="10" y="127"/>
                </a:cxn>
                <a:cxn ang="0">
                  <a:pos x="10" y="97"/>
                </a:cxn>
                <a:cxn ang="0">
                  <a:pos x="9" y="66"/>
                </a:cxn>
                <a:cxn ang="0">
                  <a:pos x="9" y="51"/>
                </a:cxn>
                <a:cxn ang="0">
                  <a:pos x="10" y="36"/>
                </a:cxn>
                <a:cxn ang="0">
                  <a:pos x="12" y="21"/>
                </a:cxn>
                <a:cxn ang="0">
                  <a:pos x="15" y="5"/>
                </a:cxn>
                <a:cxn ang="0">
                  <a:pos x="15" y="5"/>
                </a:cxn>
                <a:cxn ang="0">
                  <a:pos x="15" y="3"/>
                </a:cxn>
                <a:cxn ang="0">
                  <a:pos x="14" y="2"/>
                </a:cxn>
                <a:cxn ang="0">
                  <a:pos x="13" y="0"/>
                </a:cxn>
                <a:cxn ang="0">
                  <a:pos x="11" y="0"/>
                </a:cxn>
                <a:cxn ang="0">
                  <a:pos x="10" y="0"/>
                </a:cxn>
                <a:cxn ang="0">
                  <a:pos x="8" y="0"/>
                </a:cxn>
                <a:cxn ang="0">
                  <a:pos x="7" y="1"/>
                </a:cxn>
                <a:cxn ang="0">
                  <a:pos x="6" y="3"/>
                </a:cxn>
                <a:cxn ang="0">
                  <a:pos x="6" y="3"/>
                </a:cxn>
              </a:cxnLst>
              <a:rect l="0" t="0" r="r" b="b"/>
              <a:pathLst>
                <a:path w="15" h="132">
                  <a:moveTo>
                    <a:pt x="6" y="3"/>
                  </a:moveTo>
                  <a:lnTo>
                    <a:pt x="6" y="3"/>
                  </a:lnTo>
                  <a:lnTo>
                    <a:pt x="3" y="19"/>
                  </a:lnTo>
                  <a:lnTo>
                    <a:pt x="1" y="34"/>
                  </a:lnTo>
                  <a:lnTo>
                    <a:pt x="0" y="50"/>
                  </a:lnTo>
                  <a:lnTo>
                    <a:pt x="0" y="65"/>
                  </a:lnTo>
                  <a:lnTo>
                    <a:pt x="1" y="96"/>
                  </a:lnTo>
                  <a:lnTo>
                    <a:pt x="1" y="127"/>
                  </a:lnTo>
                  <a:lnTo>
                    <a:pt x="1" y="127"/>
                  </a:lnTo>
                  <a:lnTo>
                    <a:pt x="2" y="129"/>
                  </a:lnTo>
                  <a:lnTo>
                    <a:pt x="3" y="131"/>
                  </a:lnTo>
                  <a:lnTo>
                    <a:pt x="4" y="132"/>
                  </a:lnTo>
                  <a:lnTo>
                    <a:pt x="6" y="132"/>
                  </a:lnTo>
                  <a:lnTo>
                    <a:pt x="7" y="132"/>
                  </a:lnTo>
                  <a:lnTo>
                    <a:pt x="9" y="131"/>
                  </a:lnTo>
                  <a:lnTo>
                    <a:pt x="10" y="129"/>
                  </a:lnTo>
                  <a:lnTo>
                    <a:pt x="10" y="127"/>
                  </a:lnTo>
                  <a:lnTo>
                    <a:pt x="10" y="127"/>
                  </a:lnTo>
                  <a:lnTo>
                    <a:pt x="10" y="97"/>
                  </a:lnTo>
                  <a:lnTo>
                    <a:pt x="9" y="66"/>
                  </a:lnTo>
                  <a:lnTo>
                    <a:pt x="9" y="51"/>
                  </a:lnTo>
                  <a:lnTo>
                    <a:pt x="10" y="36"/>
                  </a:lnTo>
                  <a:lnTo>
                    <a:pt x="12" y="21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3"/>
                  </a:lnTo>
                  <a:lnTo>
                    <a:pt x="14" y="2"/>
                  </a:lnTo>
                  <a:lnTo>
                    <a:pt x="13" y="0"/>
                  </a:lnTo>
                  <a:lnTo>
                    <a:pt x="11" y="0"/>
                  </a:lnTo>
                  <a:lnTo>
                    <a:pt x="10" y="0"/>
                  </a:lnTo>
                  <a:lnTo>
                    <a:pt x="8" y="0"/>
                  </a:lnTo>
                  <a:lnTo>
                    <a:pt x="7" y="1"/>
                  </a:lnTo>
                  <a:lnTo>
                    <a:pt x="6" y="3"/>
                  </a:lnTo>
                  <a:lnTo>
                    <a:pt x="6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77" name="Freeform 193"/>
            <p:cNvSpPr/>
            <p:nvPr>
              <p:custDataLst>
                <p:tags r:id="rId32"/>
              </p:custDataLst>
            </p:nvPr>
          </p:nvSpPr>
          <p:spPr bwMode="auto">
            <a:xfrm>
              <a:off x="4727575" y="2568575"/>
              <a:ext cx="9525" cy="52388"/>
            </a:xfrm>
            <a:custGeom>
              <a:avLst/>
              <a:gdLst/>
              <a:ahLst/>
              <a:cxnLst>
                <a:cxn ang="0">
                  <a:pos x="10" y="3"/>
                </a:cxn>
                <a:cxn ang="0">
                  <a:pos x="10" y="3"/>
                </a:cxn>
                <a:cxn ang="0">
                  <a:pos x="3" y="48"/>
                </a:cxn>
                <a:cxn ang="0">
                  <a:pos x="1" y="72"/>
                </a:cxn>
                <a:cxn ang="0">
                  <a:pos x="0" y="95"/>
                </a:cxn>
                <a:cxn ang="0">
                  <a:pos x="0" y="95"/>
                </a:cxn>
                <a:cxn ang="0">
                  <a:pos x="0" y="97"/>
                </a:cxn>
                <a:cxn ang="0">
                  <a:pos x="1" y="98"/>
                </a:cxn>
                <a:cxn ang="0">
                  <a:pos x="3" y="99"/>
                </a:cxn>
                <a:cxn ang="0">
                  <a:pos x="6" y="99"/>
                </a:cxn>
                <a:cxn ang="0">
                  <a:pos x="7" y="99"/>
                </a:cxn>
                <a:cxn ang="0">
                  <a:pos x="9" y="98"/>
                </a:cxn>
                <a:cxn ang="0">
                  <a:pos x="10" y="97"/>
                </a:cxn>
                <a:cxn ang="0">
                  <a:pos x="10" y="95"/>
                </a:cxn>
                <a:cxn ang="0">
                  <a:pos x="10" y="95"/>
                </a:cxn>
                <a:cxn ang="0">
                  <a:pos x="11" y="72"/>
                </a:cxn>
                <a:cxn ang="0">
                  <a:pos x="13" y="50"/>
                </a:cxn>
                <a:cxn ang="0">
                  <a:pos x="19" y="6"/>
                </a:cxn>
                <a:cxn ang="0">
                  <a:pos x="19" y="6"/>
                </a:cxn>
                <a:cxn ang="0">
                  <a:pos x="19" y="4"/>
                </a:cxn>
                <a:cxn ang="0">
                  <a:pos x="18" y="2"/>
                </a:cxn>
                <a:cxn ang="0">
                  <a:pos x="15" y="0"/>
                </a:cxn>
                <a:cxn ang="0">
                  <a:pos x="14" y="0"/>
                </a:cxn>
                <a:cxn ang="0">
                  <a:pos x="12" y="0"/>
                </a:cxn>
                <a:cxn ang="0">
                  <a:pos x="11" y="2"/>
                </a:cxn>
                <a:cxn ang="0">
                  <a:pos x="10" y="3"/>
                </a:cxn>
                <a:cxn ang="0">
                  <a:pos x="10" y="3"/>
                </a:cxn>
              </a:cxnLst>
              <a:rect l="0" t="0" r="r" b="b"/>
              <a:pathLst>
                <a:path w="19" h="99">
                  <a:moveTo>
                    <a:pt x="10" y="3"/>
                  </a:moveTo>
                  <a:lnTo>
                    <a:pt x="10" y="3"/>
                  </a:lnTo>
                  <a:lnTo>
                    <a:pt x="3" y="48"/>
                  </a:lnTo>
                  <a:lnTo>
                    <a:pt x="1" y="72"/>
                  </a:lnTo>
                  <a:lnTo>
                    <a:pt x="0" y="95"/>
                  </a:lnTo>
                  <a:lnTo>
                    <a:pt x="0" y="95"/>
                  </a:lnTo>
                  <a:lnTo>
                    <a:pt x="0" y="97"/>
                  </a:lnTo>
                  <a:lnTo>
                    <a:pt x="1" y="98"/>
                  </a:lnTo>
                  <a:lnTo>
                    <a:pt x="3" y="99"/>
                  </a:lnTo>
                  <a:lnTo>
                    <a:pt x="6" y="99"/>
                  </a:lnTo>
                  <a:lnTo>
                    <a:pt x="7" y="99"/>
                  </a:lnTo>
                  <a:lnTo>
                    <a:pt x="9" y="98"/>
                  </a:lnTo>
                  <a:lnTo>
                    <a:pt x="10" y="97"/>
                  </a:lnTo>
                  <a:lnTo>
                    <a:pt x="10" y="95"/>
                  </a:lnTo>
                  <a:lnTo>
                    <a:pt x="10" y="95"/>
                  </a:lnTo>
                  <a:lnTo>
                    <a:pt x="11" y="72"/>
                  </a:lnTo>
                  <a:lnTo>
                    <a:pt x="13" y="50"/>
                  </a:lnTo>
                  <a:lnTo>
                    <a:pt x="19" y="6"/>
                  </a:lnTo>
                  <a:lnTo>
                    <a:pt x="19" y="6"/>
                  </a:lnTo>
                  <a:lnTo>
                    <a:pt x="19" y="4"/>
                  </a:lnTo>
                  <a:lnTo>
                    <a:pt x="18" y="2"/>
                  </a:lnTo>
                  <a:lnTo>
                    <a:pt x="15" y="0"/>
                  </a:lnTo>
                  <a:lnTo>
                    <a:pt x="14" y="0"/>
                  </a:lnTo>
                  <a:lnTo>
                    <a:pt x="12" y="0"/>
                  </a:lnTo>
                  <a:lnTo>
                    <a:pt x="11" y="2"/>
                  </a:lnTo>
                  <a:lnTo>
                    <a:pt x="10" y="3"/>
                  </a:lnTo>
                  <a:lnTo>
                    <a:pt x="10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78" name="Freeform 194"/>
            <p:cNvSpPr/>
            <p:nvPr>
              <p:custDataLst>
                <p:tags r:id="rId33"/>
              </p:custDataLst>
            </p:nvPr>
          </p:nvSpPr>
          <p:spPr bwMode="auto">
            <a:xfrm>
              <a:off x="4748213" y="2590800"/>
              <a:ext cx="4763" cy="57150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104"/>
                </a:cxn>
                <a:cxn ang="0">
                  <a:pos x="0" y="104"/>
                </a:cxn>
                <a:cxn ang="0">
                  <a:pos x="0" y="107"/>
                </a:cxn>
                <a:cxn ang="0">
                  <a:pos x="1" y="109"/>
                </a:cxn>
                <a:cxn ang="0">
                  <a:pos x="3" y="109"/>
                </a:cxn>
                <a:cxn ang="0">
                  <a:pos x="4" y="110"/>
                </a:cxn>
                <a:cxn ang="0">
                  <a:pos x="6" y="109"/>
                </a:cxn>
                <a:cxn ang="0">
                  <a:pos x="7" y="109"/>
                </a:cxn>
                <a:cxn ang="0">
                  <a:pos x="9" y="107"/>
                </a:cxn>
                <a:cxn ang="0">
                  <a:pos x="9" y="104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9" y="3"/>
                </a:cxn>
                <a:cxn ang="0">
                  <a:pos x="7" y="2"/>
                </a:cxn>
                <a:cxn ang="0">
                  <a:pos x="6" y="1"/>
                </a:cxn>
                <a:cxn ang="0">
                  <a:pos x="4" y="0"/>
                </a:cxn>
                <a:cxn ang="0">
                  <a:pos x="3" y="1"/>
                </a:cxn>
                <a:cxn ang="0">
                  <a:pos x="1" y="2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9" h="110">
                  <a:moveTo>
                    <a:pt x="0" y="5"/>
                  </a:moveTo>
                  <a:lnTo>
                    <a:pt x="0" y="104"/>
                  </a:lnTo>
                  <a:lnTo>
                    <a:pt x="0" y="104"/>
                  </a:lnTo>
                  <a:lnTo>
                    <a:pt x="0" y="107"/>
                  </a:lnTo>
                  <a:lnTo>
                    <a:pt x="1" y="109"/>
                  </a:lnTo>
                  <a:lnTo>
                    <a:pt x="3" y="109"/>
                  </a:lnTo>
                  <a:lnTo>
                    <a:pt x="4" y="110"/>
                  </a:lnTo>
                  <a:lnTo>
                    <a:pt x="6" y="109"/>
                  </a:lnTo>
                  <a:lnTo>
                    <a:pt x="7" y="109"/>
                  </a:lnTo>
                  <a:lnTo>
                    <a:pt x="9" y="107"/>
                  </a:lnTo>
                  <a:lnTo>
                    <a:pt x="9" y="104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7" y="2"/>
                  </a:lnTo>
                  <a:lnTo>
                    <a:pt x="6" y="1"/>
                  </a:lnTo>
                  <a:lnTo>
                    <a:pt x="4" y="0"/>
                  </a:lnTo>
                  <a:lnTo>
                    <a:pt x="3" y="1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79" name="Freeform 195"/>
            <p:cNvSpPr/>
            <p:nvPr>
              <p:custDataLst>
                <p:tags r:id="rId34"/>
              </p:custDataLst>
            </p:nvPr>
          </p:nvSpPr>
          <p:spPr bwMode="auto">
            <a:xfrm>
              <a:off x="4641850" y="2751138"/>
              <a:ext cx="7938" cy="26988"/>
            </a:xfrm>
            <a:custGeom>
              <a:avLst/>
              <a:gdLst/>
              <a:ahLst/>
              <a:cxnLst>
                <a:cxn ang="0">
                  <a:pos x="15" y="46"/>
                </a:cxn>
                <a:cxn ang="0">
                  <a:pos x="15" y="46"/>
                </a:cxn>
                <a:cxn ang="0">
                  <a:pos x="12" y="36"/>
                </a:cxn>
                <a:cxn ang="0">
                  <a:pos x="11" y="26"/>
                </a:cxn>
                <a:cxn ang="0">
                  <a:pos x="10" y="5"/>
                </a:cxn>
                <a:cxn ang="0">
                  <a:pos x="10" y="5"/>
                </a:cxn>
                <a:cxn ang="0">
                  <a:pos x="10" y="3"/>
                </a:cxn>
                <a:cxn ang="0">
                  <a:pos x="8" y="1"/>
                </a:cxn>
                <a:cxn ang="0">
                  <a:pos x="6" y="1"/>
                </a:cxn>
                <a:cxn ang="0">
                  <a:pos x="5" y="0"/>
                </a:cxn>
                <a:cxn ang="0">
                  <a:pos x="3" y="1"/>
                </a:cxn>
                <a:cxn ang="0">
                  <a:pos x="1" y="1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1" y="27"/>
                </a:cxn>
                <a:cxn ang="0">
                  <a:pos x="2" y="38"/>
                </a:cxn>
                <a:cxn ang="0">
                  <a:pos x="5" y="48"/>
                </a:cxn>
                <a:cxn ang="0">
                  <a:pos x="5" y="48"/>
                </a:cxn>
                <a:cxn ang="0">
                  <a:pos x="6" y="50"/>
                </a:cxn>
                <a:cxn ang="0">
                  <a:pos x="7" y="51"/>
                </a:cxn>
                <a:cxn ang="0">
                  <a:pos x="10" y="51"/>
                </a:cxn>
                <a:cxn ang="0">
                  <a:pos x="11" y="51"/>
                </a:cxn>
                <a:cxn ang="0">
                  <a:pos x="13" y="51"/>
                </a:cxn>
                <a:cxn ang="0">
                  <a:pos x="14" y="49"/>
                </a:cxn>
                <a:cxn ang="0">
                  <a:pos x="15" y="48"/>
                </a:cxn>
                <a:cxn ang="0">
                  <a:pos x="15" y="46"/>
                </a:cxn>
                <a:cxn ang="0">
                  <a:pos x="15" y="46"/>
                </a:cxn>
              </a:cxnLst>
              <a:rect l="0" t="0" r="r" b="b"/>
              <a:pathLst>
                <a:path w="15" h="51">
                  <a:moveTo>
                    <a:pt x="15" y="46"/>
                  </a:moveTo>
                  <a:lnTo>
                    <a:pt x="15" y="46"/>
                  </a:lnTo>
                  <a:lnTo>
                    <a:pt x="12" y="36"/>
                  </a:lnTo>
                  <a:lnTo>
                    <a:pt x="11" y="26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0" y="3"/>
                  </a:lnTo>
                  <a:lnTo>
                    <a:pt x="8" y="1"/>
                  </a:lnTo>
                  <a:lnTo>
                    <a:pt x="6" y="1"/>
                  </a:lnTo>
                  <a:lnTo>
                    <a:pt x="5" y="0"/>
                  </a:lnTo>
                  <a:lnTo>
                    <a:pt x="3" y="1"/>
                  </a:lnTo>
                  <a:lnTo>
                    <a:pt x="1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lnTo>
                    <a:pt x="1" y="27"/>
                  </a:lnTo>
                  <a:lnTo>
                    <a:pt x="2" y="38"/>
                  </a:lnTo>
                  <a:lnTo>
                    <a:pt x="5" y="48"/>
                  </a:lnTo>
                  <a:lnTo>
                    <a:pt x="5" y="48"/>
                  </a:lnTo>
                  <a:lnTo>
                    <a:pt x="6" y="50"/>
                  </a:lnTo>
                  <a:lnTo>
                    <a:pt x="7" y="51"/>
                  </a:lnTo>
                  <a:lnTo>
                    <a:pt x="10" y="51"/>
                  </a:lnTo>
                  <a:lnTo>
                    <a:pt x="11" y="51"/>
                  </a:lnTo>
                  <a:lnTo>
                    <a:pt x="13" y="51"/>
                  </a:lnTo>
                  <a:lnTo>
                    <a:pt x="14" y="49"/>
                  </a:lnTo>
                  <a:lnTo>
                    <a:pt x="15" y="48"/>
                  </a:lnTo>
                  <a:lnTo>
                    <a:pt x="15" y="46"/>
                  </a:lnTo>
                  <a:lnTo>
                    <a:pt x="15" y="46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80" name="Freeform 196"/>
            <p:cNvSpPr/>
            <p:nvPr>
              <p:custDataLst>
                <p:tags r:id="rId35"/>
              </p:custDataLst>
            </p:nvPr>
          </p:nvSpPr>
          <p:spPr bwMode="auto">
            <a:xfrm>
              <a:off x="4675188" y="2751138"/>
              <a:ext cx="12700" cy="34925"/>
            </a:xfrm>
            <a:custGeom>
              <a:avLst/>
              <a:gdLst/>
              <a:ahLst/>
              <a:cxnLst>
                <a:cxn ang="0">
                  <a:pos x="18" y="39"/>
                </a:cxn>
                <a:cxn ang="0">
                  <a:pos x="18" y="39"/>
                </a:cxn>
                <a:cxn ang="0">
                  <a:pos x="14" y="31"/>
                </a:cxn>
                <a:cxn ang="0">
                  <a:pos x="12" y="23"/>
                </a:cxn>
                <a:cxn ang="0">
                  <a:pos x="9" y="13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8" y="3"/>
                </a:cxn>
                <a:cxn ang="0">
                  <a:pos x="7" y="1"/>
                </a:cxn>
                <a:cxn ang="0">
                  <a:pos x="6" y="1"/>
                </a:cxn>
                <a:cxn ang="0">
                  <a:pos x="4" y="0"/>
                </a:cxn>
                <a:cxn ang="0">
                  <a:pos x="3" y="1"/>
                </a:cxn>
                <a:cxn ang="0">
                  <a:pos x="1" y="1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17"/>
                </a:cxn>
                <a:cxn ang="0">
                  <a:pos x="1" y="24"/>
                </a:cxn>
                <a:cxn ang="0">
                  <a:pos x="3" y="30"/>
                </a:cxn>
                <a:cxn ang="0">
                  <a:pos x="3" y="30"/>
                </a:cxn>
                <a:cxn ang="0">
                  <a:pos x="6" y="38"/>
                </a:cxn>
                <a:cxn ang="0">
                  <a:pos x="9" y="45"/>
                </a:cxn>
                <a:cxn ang="0">
                  <a:pos x="13" y="54"/>
                </a:cxn>
                <a:cxn ang="0">
                  <a:pos x="14" y="62"/>
                </a:cxn>
                <a:cxn ang="0">
                  <a:pos x="14" y="62"/>
                </a:cxn>
                <a:cxn ang="0">
                  <a:pos x="15" y="64"/>
                </a:cxn>
                <a:cxn ang="0">
                  <a:pos x="16" y="65"/>
                </a:cxn>
                <a:cxn ang="0">
                  <a:pos x="18" y="66"/>
                </a:cxn>
                <a:cxn ang="0">
                  <a:pos x="19" y="66"/>
                </a:cxn>
                <a:cxn ang="0">
                  <a:pos x="21" y="66"/>
                </a:cxn>
                <a:cxn ang="0">
                  <a:pos x="22" y="65"/>
                </a:cxn>
                <a:cxn ang="0">
                  <a:pos x="23" y="64"/>
                </a:cxn>
                <a:cxn ang="0">
                  <a:pos x="24" y="62"/>
                </a:cxn>
                <a:cxn ang="0">
                  <a:pos x="24" y="62"/>
                </a:cxn>
                <a:cxn ang="0">
                  <a:pos x="23" y="56"/>
                </a:cxn>
                <a:cxn ang="0">
                  <a:pos x="22" y="49"/>
                </a:cxn>
                <a:cxn ang="0">
                  <a:pos x="18" y="39"/>
                </a:cxn>
                <a:cxn ang="0">
                  <a:pos x="18" y="39"/>
                </a:cxn>
              </a:cxnLst>
              <a:rect l="0" t="0" r="r" b="b"/>
              <a:pathLst>
                <a:path w="24" h="66">
                  <a:moveTo>
                    <a:pt x="18" y="39"/>
                  </a:moveTo>
                  <a:lnTo>
                    <a:pt x="18" y="39"/>
                  </a:lnTo>
                  <a:lnTo>
                    <a:pt x="14" y="31"/>
                  </a:lnTo>
                  <a:lnTo>
                    <a:pt x="12" y="23"/>
                  </a:lnTo>
                  <a:lnTo>
                    <a:pt x="9" y="13"/>
                  </a:lnTo>
                  <a:lnTo>
                    <a:pt x="9" y="5"/>
                  </a:lnTo>
                  <a:lnTo>
                    <a:pt x="9" y="5"/>
                  </a:lnTo>
                  <a:lnTo>
                    <a:pt x="8" y="3"/>
                  </a:lnTo>
                  <a:lnTo>
                    <a:pt x="7" y="1"/>
                  </a:lnTo>
                  <a:lnTo>
                    <a:pt x="6" y="1"/>
                  </a:lnTo>
                  <a:lnTo>
                    <a:pt x="4" y="0"/>
                  </a:lnTo>
                  <a:lnTo>
                    <a:pt x="3" y="1"/>
                  </a:lnTo>
                  <a:lnTo>
                    <a:pt x="1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17"/>
                  </a:lnTo>
                  <a:lnTo>
                    <a:pt x="1" y="24"/>
                  </a:lnTo>
                  <a:lnTo>
                    <a:pt x="3" y="30"/>
                  </a:lnTo>
                  <a:lnTo>
                    <a:pt x="3" y="30"/>
                  </a:lnTo>
                  <a:lnTo>
                    <a:pt x="6" y="38"/>
                  </a:lnTo>
                  <a:lnTo>
                    <a:pt x="9" y="45"/>
                  </a:lnTo>
                  <a:lnTo>
                    <a:pt x="13" y="54"/>
                  </a:lnTo>
                  <a:lnTo>
                    <a:pt x="14" y="62"/>
                  </a:lnTo>
                  <a:lnTo>
                    <a:pt x="14" y="62"/>
                  </a:lnTo>
                  <a:lnTo>
                    <a:pt x="15" y="64"/>
                  </a:lnTo>
                  <a:lnTo>
                    <a:pt x="16" y="65"/>
                  </a:lnTo>
                  <a:lnTo>
                    <a:pt x="18" y="66"/>
                  </a:lnTo>
                  <a:lnTo>
                    <a:pt x="19" y="66"/>
                  </a:lnTo>
                  <a:lnTo>
                    <a:pt x="21" y="66"/>
                  </a:lnTo>
                  <a:lnTo>
                    <a:pt x="22" y="65"/>
                  </a:lnTo>
                  <a:lnTo>
                    <a:pt x="23" y="64"/>
                  </a:lnTo>
                  <a:lnTo>
                    <a:pt x="24" y="62"/>
                  </a:lnTo>
                  <a:lnTo>
                    <a:pt x="24" y="62"/>
                  </a:lnTo>
                  <a:lnTo>
                    <a:pt x="23" y="56"/>
                  </a:lnTo>
                  <a:lnTo>
                    <a:pt x="22" y="49"/>
                  </a:lnTo>
                  <a:lnTo>
                    <a:pt x="18" y="39"/>
                  </a:lnTo>
                  <a:lnTo>
                    <a:pt x="18" y="39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81" name="Freeform 197"/>
            <p:cNvSpPr/>
            <p:nvPr>
              <p:custDataLst>
                <p:tags r:id="rId36"/>
              </p:custDataLst>
            </p:nvPr>
          </p:nvSpPr>
          <p:spPr bwMode="auto">
            <a:xfrm>
              <a:off x="4710113" y="2759075"/>
              <a:ext cx="9525" cy="44450"/>
            </a:xfrm>
            <a:custGeom>
              <a:avLst/>
              <a:gdLst/>
              <a:ahLst/>
              <a:cxnLst>
                <a:cxn ang="0">
                  <a:pos x="10" y="4"/>
                </a:cxn>
                <a:cxn ang="0">
                  <a:pos x="10" y="4"/>
                </a:cxn>
                <a:cxn ang="0">
                  <a:pos x="10" y="2"/>
                </a:cxn>
                <a:cxn ang="0">
                  <a:pos x="9" y="1"/>
                </a:cxn>
                <a:cxn ang="0">
                  <a:pos x="6" y="0"/>
                </a:cxn>
                <a:cxn ang="0">
                  <a:pos x="4" y="0"/>
                </a:cxn>
                <a:cxn ang="0">
                  <a:pos x="3" y="0"/>
                </a:cxn>
                <a:cxn ang="0">
                  <a:pos x="1" y="1"/>
                </a:cxn>
                <a:cxn ang="0">
                  <a:pos x="0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1" y="24"/>
                </a:cxn>
                <a:cxn ang="0">
                  <a:pos x="3" y="44"/>
                </a:cxn>
                <a:cxn ang="0">
                  <a:pos x="6" y="63"/>
                </a:cxn>
                <a:cxn ang="0">
                  <a:pos x="10" y="82"/>
                </a:cxn>
                <a:cxn ang="0">
                  <a:pos x="10" y="82"/>
                </a:cxn>
                <a:cxn ang="0">
                  <a:pos x="11" y="84"/>
                </a:cxn>
                <a:cxn ang="0">
                  <a:pos x="12" y="85"/>
                </a:cxn>
                <a:cxn ang="0">
                  <a:pos x="14" y="85"/>
                </a:cxn>
                <a:cxn ang="0">
                  <a:pos x="16" y="85"/>
                </a:cxn>
                <a:cxn ang="0">
                  <a:pos x="17" y="84"/>
                </a:cxn>
                <a:cxn ang="0">
                  <a:pos x="18" y="83"/>
                </a:cxn>
                <a:cxn ang="0">
                  <a:pos x="19" y="82"/>
                </a:cxn>
                <a:cxn ang="0">
                  <a:pos x="19" y="80"/>
                </a:cxn>
                <a:cxn ang="0">
                  <a:pos x="19" y="80"/>
                </a:cxn>
                <a:cxn ang="0">
                  <a:pos x="16" y="61"/>
                </a:cxn>
                <a:cxn ang="0">
                  <a:pos x="13" y="43"/>
                </a:cxn>
                <a:cxn ang="0">
                  <a:pos x="11" y="24"/>
                </a:cxn>
                <a:cxn ang="0">
                  <a:pos x="10" y="4"/>
                </a:cxn>
                <a:cxn ang="0">
                  <a:pos x="10" y="4"/>
                </a:cxn>
              </a:cxnLst>
              <a:rect l="0" t="0" r="r" b="b"/>
              <a:pathLst>
                <a:path w="19" h="85">
                  <a:moveTo>
                    <a:pt x="10" y="4"/>
                  </a:moveTo>
                  <a:lnTo>
                    <a:pt x="10" y="4"/>
                  </a:lnTo>
                  <a:lnTo>
                    <a:pt x="10" y="2"/>
                  </a:lnTo>
                  <a:lnTo>
                    <a:pt x="9" y="1"/>
                  </a:lnTo>
                  <a:lnTo>
                    <a:pt x="6" y="0"/>
                  </a:lnTo>
                  <a:lnTo>
                    <a:pt x="4" y="0"/>
                  </a:lnTo>
                  <a:lnTo>
                    <a:pt x="3" y="0"/>
                  </a:lnTo>
                  <a:lnTo>
                    <a:pt x="1" y="1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1" y="24"/>
                  </a:lnTo>
                  <a:lnTo>
                    <a:pt x="3" y="44"/>
                  </a:lnTo>
                  <a:lnTo>
                    <a:pt x="6" y="63"/>
                  </a:lnTo>
                  <a:lnTo>
                    <a:pt x="10" y="82"/>
                  </a:lnTo>
                  <a:lnTo>
                    <a:pt x="10" y="82"/>
                  </a:lnTo>
                  <a:lnTo>
                    <a:pt x="11" y="84"/>
                  </a:lnTo>
                  <a:lnTo>
                    <a:pt x="12" y="85"/>
                  </a:lnTo>
                  <a:lnTo>
                    <a:pt x="14" y="85"/>
                  </a:lnTo>
                  <a:lnTo>
                    <a:pt x="16" y="85"/>
                  </a:lnTo>
                  <a:lnTo>
                    <a:pt x="17" y="84"/>
                  </a:lnTo>
                  <a:lnTo>
                    <a:pt x="18" y="83"/>
                  </a:lnTo>
                  <a:lnTo>
                    <a:pt x="19" y="82"/>
                  </a:lnTo>
                  <a:lnTo>
                    <a:pt x="19" y="80"/>
                  </a:lnTo>
                  <a:lnTo>
                    <a:pt x="19" y="80"/>
                  </a:lnTo>
                  <a:lnTo>
                    <a:pt x="16" y="61"/>
                  </a:lnTo>
                  <a:lnTo>
                    <a:pt x="13" y="43"/>
                  </a:lnTo>
                  <a:lnTo>
                    <a:pt x="11" y="24"/>
                  </a:lnTo>
                  <a:lnTo>
                    <a:pt x="10" y="4"/>
                  </a:lnTo>
                  <a:lnTo>
                    <a:pt x="10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82" name="Freeform 198"/>
            <p:cNvSpPr/>
            <p:nvPr>
              <p:custDataLst>
                <p:tags r:id="rId37"/>
              </p:custDataLst>
            </p:nvPr>
          </p:nvSpPr>
          <p:spPr bwMode="auto">
            <a:xfrm>
              <a:off x="4416425" y="2370138"/>
              <a:ext cx="15875" cy="106363"/>
            </a:xfrm>
            <a:custGeom>
              <a:avLst/>
              <a:gdLst/>
              <a:ahLst/>
              <a:cxnLst>
                <a:cxn ang="0">
                  <a:pos x="19" y="3"/>
                </a:cxn>
                <a:cxn ang="0">
                  <a:pos x="19" y="3"/>
                </a:cxn>
                <a:cxn ang="0">
                  <a:pos x="14" y="24"/>
                </a:cxn>
                <a:cxn ang="0">
                  <a:pos x="13" y="34"/>
                </a:cxn>
                <a:cxn ang="0">
                  <a:pos x="13" y="45"/>
                </a:cxn>
                <a:cxn ang="0">
                  <a:pos x="13" y="98"/>
                </a:cxn>
                <a:cxn ang="0">
                  <a:pos x="13" y="98"/>
                </a:cxn>
                <a:cxn ang="0">
                  <a:pos x="13" y="124"/>
                </a:cxn>
                <a:cxn ang="0">
                  <a:pos x="12" y="136"/>
                </a:cxn>
                <a:cxn ang="0">
                  <a:pos x="10" y="149"/>
                </a:cxn>
                <a:cxn ang="0">
                  <a:pos x="10" y="149"/>
                </a:cxn>
                <a:cxn ang="0">
                  <a:pos x="4" y="171"/>
                </a:cxn>
                <a:cxn ang="0">
                  <a:pos x="2" y="183"/>
                </a:cxn>
                <a:cxn ang="0">
                  <a:pos x="0" y="194"/>
                </a:cxn>
                <a:cxn ang="0">
                  <a:pos x="0" y="194"/>
                </a:cxn>
                <a:cxn ang="0">
                  <a:pos x="1" y="196"/>
                </a:cxn>
                <a:cxn ang="0">
                  <a:pos x="2" y="197"/>
                </a:cxn>
                <a:cxn ang="0">
                  <a:pos x="3" y="198"/>
                </a:cxn>
                <a:cxn ang="0">
                  <a:pos x="5" y="199"/>
                </a:cxn>
                <a:cxn ang="0">
                  <a:pos x="6" y="198"/>
                </a:cxn>
                <a:cxn ang="0">
                  <a:pos x="8" y="197"/>
                </a:cxn>
                <a:cxn ang="0">
                  <a:pos x="9" y="196"/>
                </a:cxn>
                <a:cxn ang="0">
                  <a:pos x="10" y="194"/>
                </a:cxn>
                <a:cxn ang="0">
                  <a:pos x="10" y="194"/>
                </a:cxn>
                <a:cxn ang="0">
                  <a:pos x="11" y="182"/>
                </a:cxn>
                <a:cxn ang="0">
                  <a:pos x="14" y="169"/>
                </a:cxn>
                <a:cxn ang="0">
                  <a:pos x="20" y="144"/>
                </a:cxn>
                <a:cxn ang="0">
                  <a:pos x="20" y="144"/>
                </a:cxn>
                <a:cxn ang="0">
                  <a:pos x="22" y="135"/>
                </a:cxn>
                <a:cxn ang="0">
                  <a:pos x="22" y="125"/>
                </a:cxn>
                <a:cxn ang="0">
                  <a:pos x="22" y="105"/>
                </a:cxn>
                <a:cxn ang="0">
                  <a:pos x="22" y="105"/>
                </a:cxn>
                <a:cxn ang="0">
                  <a:pos x="22" y="80"/>
                </a:cxn>
                <a:cxn ang="0">
                  <a:pos x="22" y="55"/>
                </a:cxn>
                <a:cxn ang="0">
                  <a:pos x="23" y="31"/>
                </a:cxn>
                <a:cxn ang="0">
                  <a:pos x="25" y="18"/>
                </a:cxn>
                <a:cxn ang="0">
                  <a:pos x="29" y="6"/>
                </a:cxn>
                <a:cxn ang="0">
                  <a:pos x="29" y="6"/>
                </a:cxn>
                <a:cxn ang="0">
                  <a:pos x="29" y="4"/>
                </a:cxn>
                <a:cxn ang="0">
                  <a:pos x="28" y="2"/>
                </a:cxn>
                <a:cxn ang="0">
                  <a:pos x="27" y="1"/>
                </a:cxn>
                <a:cxn ang="0">
                  <a:pos x="24" y="0"/>
                </a:cxn>
                <a:cxn ang="0">
                  <a:pos x="23" y="0"/>
                </a:cxn>
                <a:cxn ang="0">
                  <a:pos x="21" y="0"/>
                </a:cxn>
                <a:cxn ang="0">
                  <a:pos x="20" y="2"/>
                </a:cxn>
                <a:cxn ang="0">
                  <a:pos x="19" y="3"/>
                </a:cxn>
                <a:cxn ang="0">
                  <a:pos x="19" y="3"/>
                </a:cxn>
              </a:cxnLst>
              <a:rect l="0" t="0" r="r" b="b"/>
              <a:pathLst>
                <a:path w="29" h="199">
                  <a:moveTo>
                    <a:pt x="19" y="3"/>
                  </a:moveTo>
                  <a:lnTo>
                    <a:pt x="19" y="3"/>
                  </a:lnTo>
                  <a:lnTo>
                    <a:pt x="14" y="24"/>
                  </a:lnTo>
                  <a:lnTo>
                    <a:pt x="13" y="34"/>
                  </a:lnTo>
                  <a:lnTo>
                    <a:pt x="13" y="45"/>
                  </a:lnTo>
                  <a:lnTo>
                    <a:pt x="13" y="98"/>
                  </a:lnTo>
                  <a:lnTo>
                    <a:pt x="13" y="98"/>
                  </a:lnTo>
                  <a:lnTo>
                    <a:pt x="13" y="124"/>
                  </a:lnTo>
                  <a:lnTo>
                    <a:pt x="12" y="136"/>
                  </a:lnTo>
                  <a:lnTo>
                    <a:pt x="10" y="149"/>
                  </a:lnTo>
                  <a:lnTo>
                    <a:pt x="10" y="149"/>
                  </a:lnTo>
                  <a:lnTo>
                    <a:pt x="4" y="171"/>
                  </a:lnTo>
                  <a:lnTo>
                    <a:pt x="2" y="183"/>
                  </a:lnTo>
                  <a:lnTo>
                    <a:pt x="0" y="194"/>
                  </a:lnTo>
                  <a:lnTo>
                    <a:pt x="0" y="194"/>
                  </a:lnTo>
                  <a:lnTo>
                    <a:pt x="1" y="196"/>
                  </a:lnTo>
                  <a:lnTo>
                    <a:pt x="2" y="197"/>
                  </a:lnTo>
                  <a:lnTo>
                    <a:pt x="3" y="198"/>
                  </a:lnTo>
                  <a:lnTo>
                    <a:pt x="5" y="199"/>
                  </a:lnTo>
                  <a:lnTo>
                    <a:pt x="6" y="198"/>
                  </a:lnTo>
                  <a:lnTo>
                    <a:pt x="8" y="197"/>
                  </a:lnTo>
                  <a:lnTo>
                    <a:pt x="9" y="196"/>
                  </a:lnTo>
                  <a:lnTo>
                    <a:pt x="10" y="194"/>
                  </a:lnTo>
                  <a:lnTo>
                    <a:pt x="10" y="194"/>
                  </a:lnTo>
                  <a:lnTo>
                    <a:pt x="11" y="182"/>
                  </a:lnTo>
                  <a:lnTo>
                    <a:pt x="14" y="169"/>
                  </a:lnTo>
                  <a:lnTo>
                    <a:pt x="20" y="144"/>
                  </a:lnTo>
                  <a:lnTo>
                    <a:pt x="20" y="144"/>
                  </a:lnTo>
                  <a:lnTo>
                    <a:pt x="22" y="135"/>
                  </a:lnTo>
                  <a:lnTo>
                    <a:pt x="22" y="125"/>
                  </a:lnTo>
                  <a:lnTo>
                    <a:pt x="22" y="105"/>
                  </a:lnTo>
                  <a:lnTo>
                    <a:pt x="22" y="105"/>
                  </a:lnTo>
                  <a:lnTo>
                    <a:pt x="22" y="80"/>
                  </a:lnTo>
                  <a:lnTo>
                    <a:pt x="22" y="55"/>
                  </a:lnTo>
                  <a:lnTo>
                    <a:pt x="23" y="31"/>
                  </a:lnTo>
                  <a:lnTo>
                    <a:pt x="25" y="18"/>
                  </a:lnTo>
                  <a:lnTo>
                    <a:pt x="29" y="6"/>
                  </a:lnTo>
                  <a:lnTo>
                    <a:pt x="29" y="6"/>
                  </a:lnTo>
                  <a:lnTo>
                    <a:pt x="29" y="4"/>
                  </a:lnTo>
                  <a:lnTo>
                    <a:pt x="28" y="2"/>
                  </a:lnTo>
                  <a:lnTo>
                    <a:pt x="27" y="1"/>
                  </a:lnTo>
                  <a:lnTo>
                    <a:pt x="24" y="0"/>
                  </a:lnTo>
                  <a:lnTo>
                    <a:pt x="23" y="0"/>
                  </a:lnTo>
                  <a:lnTo>
                    <a:pt x="21" y="0"/>
                  </a:lnTo>
                  <a:lnTo>
                    <a:pt x="20" y="2"/>
                  </a:lnTo>
                  <a:lnTo>
                    <a:pt x="19" y="3"/>
                  </a:lnTo>
                  <a:lnTo>
                    <a:pt x="19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83" name="Freeform 199"/>
            <p:cNvSpPr/>
            <p:nvPr>
              <p:custDataLst>
                <p:tags r:id="rId38"/>
              </p:custDataLst>
            </p:nvPr>
          </p:nvSpPr>
          <p:spPr bwMode="auto">
            <a:xfrm>
              <a:off x="4464050" y="2424113"/>
              <a:ext cx="19050" cy="88900"/>
            </a:xfrm>
            <a:custGeom>
              <a:avLst/>
              <a:gdLst/>
              <a:ahLst/>
              <a:cxnLst>
                <a:cxn ang="0">
                  <a:pos x="26" y="3"/>
                </a:cxn>
                <a:cxn ang="0">
                  <a:pos x="26" y="3"/>
                </a:cxn>
                <a:cxn ang="0">
                  <a:pos x="18" y="42"/>
                </a:cxn>
                <a:cxn ang="0">
                  <a:pos x="11" y="83"/>
                </a:cxn>
                <a:cxn ang="0">
                  <a:pos x="6" y="123"/>
                </a:cxn>
                <a:cxn ang="0">
                  <a:pos x="0" y="162"/>
                </a:cxn>
                <a:cxn ang="0">
                  <a:pos x="0" y="162"/>
                </a:cxn>
                <a:cxn ang="0">
                  <a:pos x="0" y="164"/>
                </a:cxn>
                <a:cxn ang="0">
                  <a:pos x="2" y="166"/>
                </a:cxn>
                <a:cxn ang="0">
                  <a:pos x="3" y="167"/>
                </a:cxn>
                <a:cxn ang="0">
                  <a:pos x="5" y="167"/>
                </a:cxn>
                <a:cxn ang="0">
                  <a:pos x="8" y="166"/>
                </a:cxn>
                <a:cxn ang="0">
                  <a:pos x="10" y="164"/>
                </a:cxn>
                <a:cxn ang="0">
                  <a:pos x="10" y="162"/>
                </a:cxn>
                <a:cxn ang="0">
                  <a:pos x="10" y="162"/>
                </a:cxn>
                <a:cxn ang="0">
                  <a:pos x="15" y="123"/>
                </a:cxn>
                <a:cxn ang="0">
                  <a:pos x="20" y="84"/>
                </a:cxn>
                <a:cxn ang="0">
                  <a:pos x="26" y="45"/>
                </a:cxn>
                <a:cxn ang="0">
                  <a:pos x="36" y="6"/>
                </a:cxn>
                <a:cxn ang="0">
                  <a:pos x="36" y="6"/>
                </a:cxn>
                <a:cxn ang="0">
                  <a:pos x="36" y="4"/>
                </a:cxn>
                <a:cxn ang="0">
                  <a:pos x="35" y="2"/>
                </a:cxn>
                <a:cxn ang="0">
                  <a:pos x="34" y="1"/>
                </a:cxn>
                <a:cxn ang="0">
                  <a:pos x="31" y="0"/>
                </a:cxn>
                <a:cxn ang="0">
                  <a:pos x="29" y="0"/>
                </a:cxn>
                <a:cxn ang="0">
                  <a:pos x="28" y="0"/>
                </a:cxn>
                <a:cxn ang="0">
                  <a:pos x="26" y="1"/>
                </a:cxn>
                <a:cxn ang="0">
                  <a:pos x="26" y="3"/>
                </a:cxn>
                <a:cxn ang="0">
                  <a:pos x="26" y="3"/>
                </a:cxn>
              </a:cxnLst>
              <a:rect l="0" t="0" r="r" b="b"/>
              <a:pathLst>
                <a:path w="36" h="167">
                  <a:moveTo>
                    <a:pt x="26" y="3"/>
                  </a:moveTo>
                  <a:lnTo>
                    <a:pt x="26" y="3"/>
                  </a:lnTo>
                  <a:lnTo>
                    <a:pt x="18" y="42"/>
                  </a:lnTo>
                  <a:lnTo>
                    <a:pt x="11" y="83"/>
                  </a:lnTo>
                  <a:lnTo>
                    <a:pt x="6" y="123"/>
                  </a:lnTo>
                  <a:lnTo>
                    <a:pt x="0" y="162"/>
                  </a:lnTo>
                  <a:lnTo>
                    <a:pt x="0" y="162"/>
                  </a:lnTo>
                  <a:lnTo>
                    <a:pt x="0" y="164"/>
                  </a:lnTo>
                  <a:lnTo>
                    <a:pt x="2" y="166"/>
                  </a:lnTo>
                  <a:lnTo>
                    <a:pt x="3" y="167"/>
                  </a:lnTo>
                  <a:lnTo>
                    <a:pt x="5" y="167"/>
                  </a:lnTo>
                  <a:lnTo>
                    <a:pt x="8" y="166"/>
                  </a:lnTo>
                  <a:lnTo>
                    <a:pt x="10" y="164"/>
                  </a:lnTo>
                  <a:lnTo>
                    <a:pt x="10" y="162"/>
                  </a:lnTo>
                  <a:lnTo>
                    <a:pt x="10" y="162"/>
                  </a:lnTo>
                  <a:lnTo>
                    <a:pt x="15" y="123"/>
                  </a:lnTo>
                  <a:lnTo>
                    <a:pt x="20" y="84"/>
                  </a:lnTo>
                  <a:lnTo>
                    <a:pt x="26" y="45"/>
                  </a:lnTo>
                  <a:lnTo>
                    <a:pt x="36" y="6"/>
                  </a:lnTo>
                  <a:lnTo>
                    <a:pt x="36" y="6"/>
                  </a:lnTo>
                  <a:lnTo>
                    <a:pt x="36" y="4"/>
                  </a:lnTo>
                  <a:lnTo>
                    <a:pt x="35" y="2"/>
                  </a:lnTo>
                  <a:lnTo>
                    <a:pt x="34" y="1"/>
                  </a:lnTo>
                  <a:lnTo>
                    <a:pt x="31" y="0"/>
                  </a:lnTo>
                  <a:lnTo>
                    <a:pt x="29" y="0"/>
                  </a:lnTo>
                  <a:lnTo>
                    <a:pt x="28" y="0"/>
                  </a:lnTo>
                  <a:lnTo>
                    <a:pt x="26" y="1"/>
                  </a:lnTo>
                  <a:lnTo>
                    <a:pt x="26" y="3"/>
                  </a:lnTo>
                  <a:lnTo>
                    <a:pt x="26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84" name="Freeform 200"/>
            <p:cNvSpPr/>
            <p:nvPr>
              <p:custDataLst>
                <p:tags r:id="rId39"/>
              </p:custDataLst>
            </p:nvPr>
          </p:nvSpPr>
          <p:spPr bwMode="auto">
            <a:xfrm>
              <a:off x="4521200" y="2484438"/>
              <a:ext cx="17463" cy="95250"/>
            </a:xfrm>
            <a:custGeom>
              <a:avLst/>
              <a:gdLst/>
              <a:ahLst/>
              <a:cxnLst>
                <a:cxn ang="0">
                  <a:pos x="26" y="5"/>
                </a:cxn>
                <a:cxn ang="0">
                  <a:pos x="26" y="5"/>
                </a:cxn>
                <a:cxn ang="0">
                  <a:pos x="25" y="26"/>
                </a:cxn>
                <a:cxn ang="0">
                  <a:pos x="23" y="46"/>
                </a:cxn>
                <a:cxn ang="0">
                  <a:pos x="20" y="67"/>
                </a:cxn>
                <a:cxn ang="0">
                  <a:pos x="14" y="88"/>
                </a:cxn>
                <a:cxn ang="0">
                  <a:pos x="14" y="88"/>
                </a:cxn>
                <a:cxn ang="0">
                  <a:pos x="11" y="98"/>
                </a:cxn>
                <a:cxn ang="0">
                  <a:pos x="9" y="109"/>
                </a:cxn>
                <a:cxn ang="0">
                  <a:pos x="6" y="131"/>
                </a:cxn>
                <a:cxn ang="0">
                  <a:pos x="3" y="153"/>
                </a:cxn>
                <a:cxn ang="0">
                  <a:pos x="0" y="174"/>
                </a:cxn>
                <a:cxn ang="0">
                  <a:pos x="0" y="174"/>
                </a:cxn>
                <a:cxn ang="0">
                  <a:pos x="0" y="176"/>
                </a:cxn>
                <a:cxn ang="0">
                  <a:pos x="1" y="177"/>
                </a:cxn>
                <a:cxn ang="0">
                  <a:pos x="4" y="179"/>
                </a:cxn>
                <a:cxn ang="0">
                  <a:pos x="6" y="179"/>
                </a:cxn>
                <a:cxn ang="0">
                  <a:pos x="7" y="179"/>
                </a:cxn>
                <a:cxn ang="0">
                  <a:pos x="8" y="178"/>
                </a:cxn>
                <a:cxn ang="0">
                  <a:pos x="9" y="176"/>
                </a:cxn>
                <a:cxn ang="0">
                  <a:pos x="9" y="176"/>
                </a:cxn>
                <a:cxn ang="0">
                  <a:pos x="12" y="155"/>
                </a:cxn>
                <a:cxn ang="0">
                  <a:pos x="15" y="133"/>
                </a:cxn>
                <a:cxn ang="0">
                  <a:pos x="18" y="111"/>
                </a:cxn>
                <a:cxn ang="0">
                  <a:pos x="24" y="91"/>
                </a:cxn>
                <a:cxn ang="0">
                  <a:pos x="24" y="91"/>
                </a:cxn>
                <a:cxn ang="0">
                  <a:pos x="28" y="69"/>
                </a:cxn>
                <a:cxn ang="0">
                  <a:pos x="32" y="48"/>
                </a:cxn>
                <a:cxn ang="0">
                  <a:pos x="34" y="27"/>
                </a:cxn>
                <a:cxn ang="0">
                  <a:pos x="35" y="5"/>
                </a:cxn>
                <a:cxn ang="0">
                  <a:pos x="35" y="5"/>
                </a:cxn>
                <a:cxn ang="0">
                  <a:pos x="34" y="3"/>
                </a:cxn>
                <a:cxn ang="0">
                  <a:pos x="33" y="1"/>
                </a:cxn>
                <a:cxn ang="0">
                  <a:pos x="32" y="0"/>
                </a:cxn>
                <a:cxn ang="0">
                  <a:pos x="30" y="0"/>
                </a:cxn>
                <a:cxn ang="0">
                  <a:pos x="28" y="0"/>
                </a:cxn>
                <a:cxn ang="0">
                  <a:pos x="27" y="1"/>
                </a:cxn>
                <a:cxn ang="0">
                  <a:pos x="26" y="3"/>
                </a:cxn>
                <a:cxn ang="0">
                  <a:pos x="26" y="5"/>
                </a:cxn>
                <a:cxn ang="0">
                  <a:pos x="26" y="5"/>
                </a:cxn>
              </a:cxnLst>
              <a:rect l="0" t="0" r="r" b="b"/>
              <a:pathLst>
                <a:path w="35" h="179">
                  <a:moveTo>
                    <a:pt x="26" y="5"/>
                  </a:moveTo>
                  <a:lnTo>
                    <a:pt x="26" y="5"/>
                  </a:lnTo>
                  <a:lnTo>
                    <a:pt x="25" y="26"/>
                  </a:lnTo>
                  <a:lnTo>
                    <a:pt x="23" y="46"/>
                  </a:lnTo>
                  <a:lnTo>
                    <a:pt x="20" y="67"/>
                  </a:lnTo>
                  <a:lnTo>
                    <a:pt x="14" y="88"/>
                  </a:lnTo>
                  <a:lnTo>
                    <a:pt x="14" y="88"/>
                  </a:lnTo>
                  <a:lnTo>
                    <a:pt x="11" y="98"/>
                  </a:lnTo>
                  <a:lnTo>
                    <a:pt x="9" y="109"/>
                  </a:lnTo>
                  <a:lnTo>
                    <a:pt x="6" y="131"/>
                  </a:lnTo>
                  <a:lnTo>
                    <a:pt x="3" y="153"/>
                  </a:lnTo>
                  <a:lnTo>
                    <a:pt x="0" y="174"/>
                  </a:lnTo>
                  <a:lnTo>
                    <a:pt x="0" y="174"/>
                  </a:lnTo>
                  <a:lnTo>
                    <a:pt x="0" y="176"/>
                  </a:lnTo>
                  <a:lnTo>
                    <a:pt x="1" y="177"/>
                  </a:lnTo>
                  <a:lnTo>
                    <a:pt x="4" y="179"/>
                  </a:lnTo>
                  <a:lnTo>
                    <a:pt x="6" y="179"/>
                  </a:lnTo>
                  <a:lnTo>
                    <a:pt x="7" y="179"/>
                  </a:lnTo>
                  <a:lnTo>
                    <a:pt x="8" y="178"/>
                  </a:lnTo>
                  <a:lnTo>
                    <a:pt x="9" y="176"/>
                  </a:lnTo>
                  <a:lnTo>
                    <a:pt x="9" y="176"/>
                  </a:lnTo>
                  <a:lnTo>
                    <a:pt x="12" y="155"/>
                  </a:lnTo>
                  <a:lnTo>
                    <a:pt x="15" y="133"/>
                  </a:lnTo>
                  <a:lnTo>
                    <a:pt x="18" y="111"/>
                  </a:lnTo>
                  <a:lnTo>
                    <a:pt x="24" y="91"/>
                  </a:lnTo>
                  <a:lnTo>
                    <a:pt x="24" y="91"/>
                  </a:lnTo>
                  <a:lnTo>
                    <a:pt x="28" y="69"/>
                  </a:lnTo>
                  <a:lnTo>
                    <a:pt x="32" y="48"/>
                  </a:lnTo>
                  <a:lnTo>
                    <a:pt x="34" y="27"/>
                  </a:lnTo>
                  <a:lnTo>
                    <a:pt x="35" y="5"/>
                  </a:lnTo>
                  <a:lnTo>
                    <a:pt x="35" y="5"/>
                  </a:lnTo>
                  <a:lnTo>
                    <a:pt x="34" y="3"/>
                  </a:lnTo>
                  <a:lnTo>
                    <a:pt x="33" y="1"/>
                  </a:lnTo>
                  <a:lnTo>
                    <a:pt x="32" y="0"/>
                  </a:lnTo>
                  <a:lnTo>
                    <a:pt x="30" y="0"/>
                  </a:lnTo>
                  <a:lnTo>
                    <a:pt x="28" y="0"/>
                  </a:lnTo>
                  <a:lnTo>
                    <a:pt x="27" y="1"/>
                  </a:lnTo>
                  <a:lnTo>
                    <a:pt x="26" y="3"/>
                  </a:lnTo>
                  <a:lnTo>
                    <a:pt x="26" y="5"/>
                  </a:lnTo>
                  <a:lnTo>
                    <a:pt x="26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85" name="Freeform 201"/>
            <p:cNvSpPr/>
            <p:nvPr>
              <p:custDataLst>
                <p:tags r:id="rId40"/>
              </p:custDataLst>
            </p:nvPr>
          </p:nvSpPr>
          <p:spPr bwMode="auto">
            <a:xfrm>
              <a:off x="4570413" y="2508250"/>
              <a:ext cx="12700" cy="41275"/>
            </a:xfrm>
            <a:custGeom>
              <a:avLst/>
              <a:gdLst/>
              <a:ahLst/>
              <a:cxnLst>
                <a:cxn ang="0">
                  <a:pos x="12" y="3"/>
                </a:cxn>
                <a:cxn ang="0">
                  <a:pos x="12" y="3"/>
                </a:cxn>
                <a:cxn ang="0">
                  <a:pos x="8" y="21"/>
                </a:cxn>
                <a:cxn ang="0">
                  <a:pos x="6" y="38"/>
                </a:cxn>
                <a:cxn ang="0">
                  <a:pos x="3" y="56"/>
                </a:cxn>
                <a:cxn ang="0">
                  <a:pos x="0" y="73"/>
                </a:cxn>
                <a:cxn ang="0">
                  <a:pos x="0" y="73"/>
                </a:cxn>
                <a:cxn ang="0">
                  <a:pos x="0" y="76"/>
                </a:cxn>
                <a:cxn ang="0">
                  <a:pos x="1" y="77"/>
                </a:cxn>
                <a:cxn ang="0">
                  <a:pos x="2" y="78"/>
                </a:cxn>
                <a:cxn ang="0">
                  <a:pos x="3" y="79"/>
                </a:cxn>
                <a:cxn ang="0">
                  <a:pos x="5" y="79"/>
                </a:cxn>
                <a:cxn ang="0">
                  <a:pos x="7" y="79"/>
                </a:cxn>
                <a:cxn ang="0">
                  <a:pos x="8" y="78"/>
                </a:cxn>
                <a:cxn ang="0">
                  <a:pos x="9" y="76"/>
                </a:cxn>
                <a:cxn ang="0">
                  <a:pos x="9" y="76"/>
                </a:cxn>
                <a:cxn ang="0">
                  <a:pos x="12" y="58"/>
                </a:cxn>
                <a:cxn ang="0">
                  <a:pos x="14" y="40"/>
                </a:cxn>
                <a:cxn ang="0">
                  <a:pos x="17" y="23"/>
                </a:cxn>
                <a:cxn ang="0">
                  <a:pos x="22" y="6"/>
                </a:cxn>
                <a:cxn ang="0">
                  <a:pos x="22" y="6"/>
                </a:cxn>
                <a:cxn ang="0">
                  <a:pos x="22" y="4"/>
                </a:cxn>
                <a:cxn ang="0">
                  <a:pos x="22" y="2"/>
                </a:cxn>
                <a:cxn ang="0">
                  <a:pos x="21" y="1"/>
                </a:cxn>
                <a:cxn ang="0">
                  <a:pos x="19" y="0"/>
                </a:cxn>
                <a:cxn ang="0">
                  <a:pos x="16" y="0"/>
                </a:cxn>
                <a:cxn ang="0">
                  <a:pos x="15" y="0"/>
                </a:cxn>
                <a:cxn ang="0">
                  <a:pos x="13" y="1"/>
                </a:cxn>
                <a:cxn ang="0">
                  <a:pos x="12" y="3"/>
                </a:cxn>
                <a:cxn ang="0">
                  <a:pos x="12" y="3"/>
                </a:cxn>
              </a:cxnLst>
              <a:rect l="0" t="0" r="r" b="b"/>
              <a:pathLst>
                <a:path w="22" h="79">
                  <a:moveTo>
                    <a:pt x="12" y="3"/>
                  </a:moveTo>
                  <a:lnTo>
                    <a:pt x="12" y="3"/>
                  </a:lnTo>
                  <a:lnTo>
                    <a:pt x="8" y="21"/>
                  </a:lnTo>
                  <a:lnTo>
                    <a:pt x="6" y="38"/>
                  </a:lnTo>
                  <a:lnTo>
                    <a:pt x="3" y="56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0" y="76"/>
                  </a:lnTo>
                  <a:lnTo>
                    <a:pt x="1" y="77"/>
                  </a:lnTo>
                  <a:lnTo>
                    <a:pt x="2" y="78"/>
                  </a:lnTo>
                  <a:lnTo>
                    <a:pt x="3" y="79"/>
                  </a:lnTo>
                  <a:lnTo>
                    <a:pt x="5" y="79"/>
                  </a:lnTo>
                  <a:lnTo>
                    <a:pt x="7" y="79"/>
                  </a:lnTo>
                  <a:lnTo>
                    <a:pt x="8" y="78"/>
                  </a:lnTo>
                  <a:lnTo>
                    <a:pt x="9" y="76"/>
                  </a:lnTo>
                  <a:lnTo>
                    <a:pt x="9" y="76"/>
                  </a:lnTo>
                  <a:lnTo>
                    <a:pt x="12" y="58"/>
                  </a:lnTo>
                  <a:lnTo>
                    <a:pt x="14" y="40"/>
                  </a:lnTo>
                  <a:lnTo>
                    <a:pt x="17" y="23"/>
                  </a:lnTo>
                  <a:lnTo>
                    <a:pt x="22" y="6"/>
                  </a:lnTo>
                  <a:lnTo>
                    <a:pt x="22" y="6"/>
                  </a:lnTo>
                  <a:lnTo>
                    <a:pt x="22" y="4"/>
                  </a:lnTo>
                  <a:lnTo>
                    <a:pt x="22" y="2"/>
                  </a:lnTo>
                  <a:lnTo>
                    <a:pt x="21" y="1"/>
                  </a:lnTo>
                  <a:lnTo>
                    <a:pt x="19" y="0"/>
                  </a:lnTo>
                  <a:lnTo>
                    <a:pt x="16" y="0"/>
                  </a:lnTo>
                  <a:lnTo>
                    <a:pt x="15" y="0"/>
                  </a:lnTo>
                  <a:lnTo>
                    <a:pt x="13" y="1"/>
                  </a:lnTo>
                  <a:lnTo>
                    <a:pt x="12" y="3"/>
                  </a:lnTo>
                  <a:lnTo>
                    <a:pt x="12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86" name="Freeform 202"/>
            <p:cNvSpPr/>
            <p:nvPr>
              <p:custDataLst>
                <p:tags r:id="rId41"/>
              </p:custDataLst>
            </p:nvPr>
          </p:nvSpPr>
          <p:spPr bwMode="auto">
            <a:xfrm>
              <a:off x="4603750" y="2557463"/>
              <a:ext cx="15875" cy="46038"/>
            </a:xfrm>
            <a:custGeom>
              <a:avLst/>
              <a:gdLst/>
              <a:ahLst/>
              <a:cxnLst>
                <a:cxn ang="0">
                  <a:pos x="20" y="3"/>
                </a:cxn>
                <a:cxn ang="0">
                  <a:pos x="20" y="3"/>
                </a:cxn>
                <a:cxn ang="0">
                  <a:pos x="0" y="79"/>
                </a:cxn>
                <a:cxn ang="0">
                  <a:pos x="0" y="79"/>
                </a:cxn>
                <a:cxn ang="0">
                  <a:pos x="0" y="81"/>
                </a:cxn>
                <a:cxn ang="0">
                  <a:pos x="1" y="83"/>
                </a:cxn>
                <a:cxn ang="0">
                  <a:pos x="2" y="84"/>
                </a:cxn>
                <a:cxn ang="0">
                  <a:pos x="4" y="85"/>
                </a:cxn>
                <a:cxn ang="0">
                  <a:pos x="5" y="85"/>
                </a:cxn>
                <a:cxn ang="0">
                  <a:pos x="7" y="85"/>
                </a:cxn>
                <a:cxn ang="0">
                  <a:pos x="8" y="84"/>
                </a:cxn>
                <a:cxn ang="0">
                  <a:pos x="9" y="82"/>
                </a:cxn>
                <a:cxn ang="0">
                  <a:pos x="9" y="82"/>
                </a:cxn>
                <a:cxn ang="0">
                  <a:pos x="28" y="5"/>
                </a:cxn>
                <a:cxn ang="0">
                  <a:pos x="28" y="5"/>
                </a:cxn>
                <a:cxn ang="0">
                  <a:pos x="29" y="3"/>
                </a:cxn>
                <a:cxn ang="0">
                  <a:pos x="28" y="2"/>
                </a:cxn>
                <a:cxn ang="0">
                  <a:pos x="27" y="1"/>
                </a:cxn>
                <a:cxn ang="0">
                  <a:pos x="25" y="0"/>
                </a:cxn>
                <a:cxn ang="0">
                  <a:pos x="23" y="0"/>
                </a:cxn>
                <a:cxn ang="0">
                  <a:pos x="22" y="0"/>
                </a:cxn>
                <a:cxn ang="0">
                  <a:pos x="20" y="1"/>
                </a:cxn>
                <a:cxn ang="0">
                  <a:pos x="20" y="3"/>
                </a:cxn>
                <a:cxn ang="0">
                  <a:pos x="20" y="3"/>
                </a:cxn>
              </a:cxnLst>
              <a:rect l="0" t="0" r="r" b="b"/>
              <a:pathLst>
                <a:path w="29" h="85">
                  <a:moveTo>
                    <a:pt x="20" y="3"/>
                  </a:moveTo>
                  <a:lnTo>
                    <a:pt x="20" y="3"/>
                  </a:lnTo>
                  <a:lnTo>
                    <a:pt x="0" y="79"/>
                  </a:lnTo>
                  <a:lnTo>
                    <a:pt x="0" y="79"/>
                  </a:lnTo>
                  <a:lnTo>
                    <a:pt x="0" y="81"/>
                  </a:lnTo>
                  <a:lnTo>
                    <a:pt x="1" y="83"/>
                  </a:lnTo>
                  <a:lnTo>
                    <a:pt x="2" y="84"/>
                  </a:lnTo>
                  <a:lnTo>
                    <a:pt x="4" y="85"/>
                  </a:lnTo>
                  <a:lnTo>
                    <a:pt x="5" y="85"/>
                  </a:lnTo>
                  <a:lnTo>
                    <a:pt x="7" y="85"/>
                  </a:lnTo>
                  <a:lnTo>
                    <a:pt x="8" y="84"/>
                  </a:lnTo>
                  <a:lnTo>
                    <a:pt x="9" y="82"/>
                  </a:lnTo>
                  <a:lnTo>
                    <a:pt x="9" y="82"/>
                  </a:lnTo>
                  <a:lnTo>
                    <a:pt x="28" y="5"/>
                  </a:lnTo>
                  <a:lnTo>
                    <a:pt x="28" y="5"/>
                  </a:lnTo>
                  <a:lnTo>
                    <a:pt x="29" y="3"/>
                  </a:lnTo>
                  <a:lnTo>
                    <a:pt x="28" y="2"/>
                  </a:lnTo>
                  <a:lnTo>
                    <a:pt x="27" y="1"/>
                  </a:lnTo>
                  <a:lnTo>
                    <a:pt x="25" y="0"/>
                  </a:lnTo>
                  <a:lnTo>
                    <a:pt x="23" y="0"/>
                  </a:lnTo>
                  <a:lnTo>
                    <a:pt x="22" y="0"/>
                  </a:lnTo>
                  <a:lnTo>
                    <a:pt x="20" y="1"/>
                  </a:lnTo>
                  <a:lnTo>
                    <a:pt x="20" y="3"/>
                  </a:lnTo>
                  <a:lnTo>
                    <a:pt x="20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87" name="Freeform 203"/>
            <p:cNvSpPr/>
            <p:nvPr>
              <p:custDataLst>
                <p:tags r:id="rId42"/>
              </p:custDataLst>
            </p:nvPr>
          </p:nvSpPr>
          <p:spPr bwMode="auto">
            <a:xfrm>
              <a:off x="4687888" y="2668588"/>
              <a:ext cx="15875" cy="61913"/>
            </a:xfrm>
            <a:custGeom>
              <a:avLst/>
              <a:gdLst/>
              <a:ahLst/>
              <a:cxnLst>
                <a:cxn ang="0">
                  <a:pos x="19" y="4"/>
                </a:cxn>
                <a:cxn ang="0">
                  <a:pos x="19" y="4"/>
                </a:cxn>
                <a:cxn ang="0">
                  <a:pos x="19" y="12"/>
                </a:cxn>
                <a:cxn ang="0">
                  <a:pos x="17" y="19"/>
                </a:cxn>
                <a:cxn ang="0">
                  <a:pos x="12" y="35"/>
                </a:cxn>
                <a:cxn ang="0">
                  <a:pos x="8" y="50"/>
                </a:cxn>
                <a:cxn ang="0">
                  <a:pos x="7" y="58"/>
                </a:cxn>
                <a:cxn ang="0">
                  <a:pos x="6" y="65"/>
                </a:cxn>
                <a:cxn ang="0">
                  <a:pos x="6" y="65"/>
                </a:cxn>
                <a:cxn ang="0">
                  <a:pos x="6" y="76"/>
                </a:cxn>
                <a:cxn ang="0">
                  <a:pos x="5" y="89"/>
                </a:cxn>
                <a:cxn ang="0">
                  <a:pos x="4" y="99"/>
                </a:cxn>
                <a:cxn ang="0">
                  <a:pos x="0" y="110"/>
                </a:cxn>
                <a:cxn ang="0">
                  <a:pos x="0" y="110"/>
                </a:cxn>
                <a:cxn ang="0">
                  <a:pos x="0" y="112"/>
                </a:cxn>
                <a:cxn ang="0">
                  <a:pos x="0" y="113"/>
                </a:cxn>
                <a:cxn ang="0">
                  <a:pos x="1" y="116"/>
                </a:cxn>
                <a:cxn ang="0">
                  <a:pos x="3" y="116"/>
                </a:cxn>
                <a:cxn ang="0">
                  <a:pos x="6" y="116"/>
                </a:cxn>
                <a:cxn ang="0">
                  <a:pos x="8" y="114"/>
                </a:cxn>
                <a:cxn ang="0">
                  <a:pos x="9" y="112"/>
                </a:cxn>
                <a:cxn ang="0">
                  <a:pos x="9" y="112"/>
                </a:cxn>
                <a:cxn ang="0">
                  <a:pos x="12" y="102"/>
                </a:cxn>
                <a:cxn ang="0">
                  <a:pos x="14" y="92"/>
                </a:cxn>
                <a:cxn ang="0">
                  <a:pos x="15" y="80"/>
                </a:cxn>
                <a:cxn ang="0">
                  <a:pos x="15" y="70"/>
                </a:cxn>
                <a:cxn ang="0">
                  <a:pos x="15" y="70"/>
                </a:cxn>
                <a:cxn ang="0">
                  <a:pos x="17" y="62"/>
                </a:cxn>
                <a:cxn ang="0">
                  <a:pos x="18" y="54"/>
                </a:cxn>
                <a:cxn ang="0">
                  <a:pos x="22" y="37"/>
                </a:cxn>
                <a:cxn ang="0">
                  <a:pos x="26" y="20"/>
                </a:cxn>
                <a:cxn ang="0">
                  <a:pos x="28" y="12"/>
                </a:cxn>
                <a:cxn ang="0">
                  <a:pos x="29" y="4"/>
                </a:cxn>
                <a:cxn ang="0">
                  <a:pos x="29" y="4"/>
                </a:cxn>
                <a:cxn ang="0">
                  <a:pos x="28" y="2"/>
                </a:cxn>
                <a:cxn ang="0">
                  <a:pos x="27" y="1"/>
                </a:cxn>
                <a:cxn ang="0">
                  <a:pos x="26" y="0"/>
                </a:cxn>
                <a:cxn ang="0">
                  <a:pos x="24" y="0"/>
                </a:cxn>
                <a:cxn ang="0">
                  <a:pos x="22" y="0"/>
                </a:cxn>
                <a:cxn ang="0">
                  <a:pos x="21" y="1"/>
                </a:cxn>
                <a:cxn ang="0">
                  <a:pos x="20" y="2"/>
                </a:cxn>
                <a:cxn ang="0">
                  <a:pos x="19" y="4"/>
                </a:cxn>
                <a:cxn ang="0">
                  <a:pos x="19" y="4"/>
                </a:cxn>
              </a:cxnLst>
              <a:rect l="0" t="0" r="r" b="b"/>
              <a:pathLst>
                <a:path w="29" h="116">
                  <a:moveTo>
                    <a:pt x="19" y="4"/>
                  </a:moveTo>
                  <a:lnTo>
                    <a:pt x="19" y="4"/>
                  </a:lnTo>
                  <a:lnTo>
                    <a:pt x="19" y="12"/>
                  </a:lnTo>
                  <a:lnTo>
                    <a:pt x="17" y="19"/>
                  </a:lnTo>
                  <a:lnTo>
                    <a:pt x="12" y="35"/>
                  </a:lnTo>
                  <a:lnTo>
                    <a:pt x="8" y="50"/>
                  </a:lnTo>
                  <a:lnTo>
                    <a:pt x="7" y="58"/>
                  </a:lnTo>
                  <a:lnTo>
                    <a:pt x="6" y="65"/>
                  </a:lnTo>
                  <a:lnTo>
                    <a:pt x="6" y="65"/>
                  </a:lnTo>
                  <a:lnTo>
                    <a:pt x="6" y="76"/>
                  </a:lnTo>
                  <a:lnTo>
                    <a:pt x="5" y="89"/>
                  </a:lnTo>
                  <a:lnTo>
                    <a:pt x="4" y="99"/>
                  </a:lnTo>
                  <a:lnTo>
                    <a:pt x="0" y="110"/>
                  </a:lnTo>
                  <a:lnTo>
                    <a:pt x="0" y="110"/>
                  </a:lnTo>
                  <a:lnTo>
                    <a:pt x="0" y="112"/>
                  </a:lnTo>
                  <a:lnTo>
                    <a:pt x="0" y="113"/>
                  </a:lnTo>
                  <a:lnTo>
                    <a:pt x="1" y="116"/>
                  </a:lnTo>
                  <a:lnTo>
                    <a:pt x="3" y="116"/>
                  </a:lnTo>
                  <a:lnTo>
                    <a:pt x="6" y="116"/>
                  </a:lnTo>
                  <a:lnTo>
                    <a:pt x="8" y="114"/>
                  </a:lnTo>
                  <a:lnTo>
                    <a:pt x="9" y="112"/>
                  </a:lnTo>
                  <a:lnTo>
                    <a:pt x="9" y="112"/>
                  </a:lnTo>
                  <a:lnTo>
                    <a:pt x="12" y="102"/>
                  </a:lnTo>
                  <a:lnTo>
                    <a:pt x="14" y="92"/>
                  </a:lnTo>
                  <a:lnTo>
                    <a:pt x="15" y="80"/>
                  </a:lnTo>
                  <a:lnTo>
                    <a:pt x="15" y="70"/>
                  </a:lnTo>
                  <a:lnTo>
                    <a:pt x="15" y="70"/>
                  </a:lnTo>
                  <a:lnTo>
                    <a:pt x="17" y="62"/>
                  </a:lnTo>
                  <a:lnTo>
                    <a:pt x="18" y="54"/>
                  </a:lnTo>
                  <a:lnTo>
                    <a:pt x="22" y="37"/>
                  </a:lnTo>
                  <a:lnTo>
                    <a:pt x="26" y="20"/>
                  </a:lnTo>
                  <a:lnTo>
                    <a:pt x="28" y="12"/>
                  </a:lnTo>
                  <a:lnTo>
                    <a:pt x="29" y="4"/>
                  </a:lnTo>
                  <a:lnTo>
                    <a:pt x="29" y="4"/>
                  </a:lnTo>
                  <a:lnTo>
                    <a:pt x="28" y="2"/>
                  </a:lnTo>
                  <a:lnTo>
                    <a:pt x="27" y="1"/>
                  </a:lnTo>
                  <a:lnTo>
                    <a:pt x="26" y="0"/>
                  </a:lnTo>
                  <a:lnTo>
                    <a:pt x="24" y="0"/>
                  </a:lnTo>
                  <a:lnTo>
                    <a:pt x="22" y="0"/>
                  </a:lnTo>
                  <a:lnTo>
                    <a:pt x="21" y="1"/>
                  </a:lnTo>
                  <a:lnTo>
                    <a:pt x="20" y="2"/>
                  </a:lnTo>
                  <a:lnTo>
                    <a:pt x="19" y="4"/>
                  </a:lnTo>
                  <a:lnTo>
                    <a:pt x="19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88" name="Freeform 204"/>
            <p:cNvSpPr/>
            <p:nvPr>
              <p:custDataLst>
                <p:tags r:id="rId43"/>
              </p:custDataLst>
            </p:nvPr>
          </p:nvSpPr>
          <p:spPr bwMode="auto">
            <a:xfrm>
              <a:off x="4714875" y="2657475"/>
              <a:ext cx="11113" cy="61913"/>
            </a:xfrm>
            <a:custGeom>
              <a:avLst/>
              <a:gdLst/>
              <a:ahLst/>
              <a:cxnLst>
                <a:cxn ang="0">
                  <a:pos x="12" y="5"/>
                </a:cxn>
                <a:cxn ang="0">
                  <a:pos x="12" y="5"/>
                </a:cxn>
                <a:cxn ang="0">
                  <a:pos x="10" y="32"/>
                </a:cxn>
                <a:cxn ang="0">
                  <a:pos x="6" y="59"/>
                </a:cxn>
                <a:cxn ang="0">
                  <a:pos x="2" y="86"/>
                </a:cxn>
                <a:cxn ang="0">
                  <a:pos x="0" y="113"/>
                </a:cxn>
                <a:cxn ang="0">
                  <a:pos x="0" y="113"/>
                </a:cxn>
                <a:cxn ang="0">
                  <a:pos x="0" y="115"/>
                </a:cxn>
                <a:cxn ang="0">
                  <a:pos x="1" y="116"/>
                </a:cxn>
                <a:cxn ang="0">
                  <a:pos x="3" y="117"/>
                </a:cxn>
                <a:cxn ang="0">
                  <a:pos x="4" y="117"/>
                </a:cxn>
                <a:cxn ang="0">
                  <a:pos x="6" y="117"/>
                </a:cxn>
                <a:cxn ang="0">
                  <a:pos x="8" y="116"/>
                </a:cxn>
                <a:cxn ang="0">
                  <a:pos x="9" y="115"/>
                </a:cxn>
                <a:cxn ang="0">
                  <a:pos x="9" y="113"/>
                </a:cxn>
                <a:cxn ang="0">
                  <a:pos x="9" y="113"/>
                </a:cxn>
                <a:cxn ang="0">
                  <a:pos x="11" y="86"/>
                </a:cxn>
                <a:cxn ang="0">
                  <a:pos x="15" y="59"/>
                </a:cxn>
                <a:cxn ang="0">
                  <a:pos x="19" y="32"/>
                </a:cxn>
                <a:cxn ang="0">
                  <a:pos x="21" y="5"/>
                </a:cxn>
                <a:cxn ang="0">
                  <a:pos x="21" y="5"/>
                </a:cxn>
                <a:cxn ang="0">
                  <a:pos x="21" y="3"/>
                </a:cxn>
                <a:cxn ang="0">
                  <a:pos x="20" y="2"/>
                </a:cxn>
                <a:cxn ang="0">
                  <a:pos x="19" y="1"/>
                </a:cxn>
                <a:cxn ang="0">
                  <a:pos x="17" y="0"/>
                </a:cxn>
                <a:cxn ang="0">
                  <a:pos x="15" y="1"/>
                </a:cxn>
                <a:cxn ang="0">
                  <a:pos x="14" y="2"/>
                </a:cxn>
                <a:cxn ang="0">
                  <a:pos x="13" y="3"/>
                </a:cxn>
                <a:cxn ang="0">
                  <a:pos x="12" y="5"/>
                </a:cxn>
                <a:cxn ang="0">
                  <a:pos x="12" y="5"/>
                </a:cxn>
              </a:cxnLst>
              <a:rect l="0" t="0" r="r" b="b"/>
              <a:pathLst>
                <a:path w="21" h="117">
                  <a:moveTo>
                    <a:pt x="12" y="5"/>
                  </a:moveTo>
                  <a:lnTo>
                    <a:pt x="12" y="5"/>
                  </a:lnTo>
                  <a:lnTo>
                    <a:pt x="10" y="32"/>
                  </a:lnTo>
                  <a:lnTo>
                    <a:pt x="6" y="59"/>
                  </a:lnTo>
                  <a:lnTo>
                    <a:pt x="2" y="86"/>
                  </a:lnTo>
                  <a:lnTo>
                    <a:pt x="0" y="113"/>
                  </a:lnTo>
                  <a:lnTo>
                    <a:pt x="0" y="113"/>
                  </a:lnTo>
                  <a:lnTo>
                    <a:pt x="0" y="115"/>
                  </a:lnTo>
                  <a:lnTo>
                    <a:pt x="1" y="116"/>
                  </a:lnTo>
                  <a:lnTo>
                    <a:pt x="3" y="117"/>
                  </a:lnTo>
                  <a:lnTo>
                    <a:pt x="4" y="117"/>
                  </a:lnTo>
                  <a:lnTo>
                    <a:pt x="6" y="117"/>
                  </a:lnTo>
                  <a:lnTo>
                    <a:pt x="8" y="116"/>
                  </a:lnTo>
                  <a:lnTo>
                    <a:pt x="9" y="115"/>
                  </a:lnTo>
                  <a:lnTo>
                    <a:pt x="9" y="113"/>
                  </a:lnTo>
                  <a:lnTo>
                    <a:pt x="9" y="113"/>
                  </a:lnTo>
                  <a:lnTo>
                    <a:pt x="11" y="86"/>
                  </a:lnTo>
                  <a:lnTo>
                    <a:pt x="15" y="59"/>
                  </a:lnTo>
                  <a:lnTo>
                    <a:pt x="19" y="32"/>
                  </a:lnTo>
                  <a:lnTo>
                    <a:pt x="21" y="5"/>
                  </a:lnTo>
                  <a:lnTo>
                    <a:pt x="21" y="5"/>
                  </a:lnTo>
                  <a:lnTo>
                    <a:pt x="21" y="3"/>
                  </a:lnTo>
                  <a:lnTo>
                    <a:pt x="20" y="2"/>
                  </a:lnTo>
                  <a:lnTo>
                    <a:pt x="19" y="1"/>
                  </a:lnTo>
                  <a:lnTo>
                    <a:pt x="17" y="0"/>
                  </a:lnTo>
                  <a:lnTo>
                    <a:pt x="15" y="1"/>
                  </a:lnTo>
                  <a:lnTo>
                    <a:pt x="14" y="2"/>
                  </a:lnTo>
                  <a:lnTo>
                    <a:pt x="13" y="3"/>
                  </a:lnTo>
                  <a:lnTo>
                    <a:pt x="12" y="5"/>
                  </a:lnTo>
                  <a:lnTo>
                    <a:pt x="12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90" name="Freeform 206"/>
            <p:cNvSpPr>
              <a:spLocks noEditPoints="1"/>
            </p:cNvSpPr>
            <p:nvPr>
              <p:custDataLst>
                <p:tags r:id="rId44"/>
              </p:custDataLst>
            </p:nvPr>
          </p:nvSpPr>
          <p:spPr bwMode="auto">
            <a:xfrm>
              <a:off x="4249738" y="2249488"/>
              <a:ext cx="555625" cy="574675"/>
            </a:xfrm>
            <a:custGeom>
              <a:avLst/>
              <a:gdLst/>
              <a:ahLst/>
              <a:cxnLst>
                <a:cxn ang="0">
                  <a:pos x="817" y="1056"/>
                </a:cxn>
                <a:cxn ang="0">
                  <a:pos x="716" y="1035"/>
                </a:cxn>
                <a:cxn ang="0">
                  <a:pos x="659" y="1016"/>
                </a:cxn>
                <a:cxn ang="0">
                  <a:pos x="645" y="1010"/>
                </a:cxn>
                <a:cxn ang="0">
                  <a:pos x="623" y="986"/>
                </a:cxn>
                <a:cxn ang="0">
                  <a:pos x="608" y="970"/>
                </a:cxn>
                <a:cxn ang="0">
                  <a:pos x="577" y="929"/>
                </a:cxn>
                <a:cxn ang="0">
                  <a:pos x="513" y="864"/>
                </a:cxn>
                <a:cxn ang="0">
                  <a:pos x="403" y="767"/>
                </a:cxn>
                <a:cxn ang="0">
                  <a:pos x="307" y="683"/>
                </a:cxn>
                <a:cxn ang="0">
                  <a:pos x="222" y="574"/>
                </a:cxn>
                <a:cxn ang="0">
                  <a:pos x="139" y="472"/>
                </a:cxn>
                <a:cxn ang="0">
                  <a:pos x="97" y="439"/>
                </a:cxn>
                <a:cxn ang="0">
                  <a:pos x="31" y="360"/>
                </a:cxn>
                <a:cxn ang="0">
                  <a:pos x="27" y="300"/>
                </a:cxn>
                <a:cxn ang="0">
                  <a:pos x="84" y="371"/>
                </a:cxn>
                <a:cxn ang="0">
                  <a:pos x="141" y="426"/>
                </a:cxn>
                <a:cxn ang="0">
                  <a:pos x="208" y="491"/>
                </a:cxn>
                <a:cxn ang="0">
                  <a:pos x="305" y="624"/>
                </a:cxn>
                <a:cxn ang="0">
                  <a:pos x="398" y="714"/>
                </a:cxn>
                <a:cxn ang="0">
                  <a:pos x="481" y="790"/>
                </a:cxn>
                <a:cxn ang="0">
                  <a:pos x="571" y="872"/>
                </a:cxn>
                <a:cxn ang="0">
                  <a:pos x="646" y="943"/>
                </a:cxn>
                <a:cxn ang="0">
                  <a:pos x="724" y="871"/>
                </a:cxn>
                <a:cxn ang="0">
                  <a:pos x="843" y="787"/>
                </a:cxn>
                <a:cxn ang="0">
                  <a:pos x="981" y="693"/>
                </a:cxn>
                <a:cxn ang="0">
                  <a:pos x="917" y="620"/>
                </a:cxn>
                <a:cxn ang="0">
                  <a:pos x="751" y="446"/>
                </a:cxn>
                <a:cxn ang="0">
                  <a:pos x="583" y="291"/>
                </a:cxn>
                <a:cxn ang="0">
                  <a:pos x="501" y="195"/>
                </a:cxn>
                <a:cxn ang="0">
                  <a:pos x="431" y="116"/>
                </a:cxn>
                <a:cxn ang="0">
                  <a:pos x="378" y="54"/>
                </a:cxn>
                <a:cxn ang="0">
                  <a:pos x="377" y="0"/>
                </a:cxn>
                <a:cxn ang="0">
                  <a:pos x="496" y="134"/>
                </a:cxn>
                <a:cxn ang="0">
                  <a:pos x="631" y="290"/>
                </a:cxn>
                <a:cxn ang="0">
                  <a:pos x="729" y="380"/>
                </a:cxn>
                <a:cxn ang="0">
                  <a:pos x="900" y="546"/>
                </a:cxn>
                <a:cxn ang="0">
                  <a:pos x="980" y="641"/>
                </a:cxn>
                <a:cxn ang="0">
                  <a:pos x="1020" y="678"/>
                </a:cxn>
                <a:cxn ang="0">
                  <a:pos x="1032" y="689"/>
                </a:cxn>
                <a:cxn ang="0">
                  <a:pos x="1037" y="700"/>
                </a:cxn>
                <a:cxn ang="0">
                  <a:pos x="1051" y="800"/>
                </a:cxn>
                <a:cxn ang="0">
                  <a:pos x="1037" y="911"/>
                </a:cxn>
                <a:cxn ang="0">
                  <a:pos x="1029" y="991"/>
                </a:cxn>
                <a:cxn ang="0">
                  <a:pos x="1023" y="1039"/>
                </a:cxn>
                <a:cxn ang="0">
                  <a:pos x="1016" y="1079"/>
                </a:cxn>
                <a:cxn ang="0">
                  <a:pos x="1002" y="1088"/>
                </a:cxn>
                <a:cxn ang="0">
                  <a:pos x="996" y="1087"/>
                </a:cxn>
                <a:cxn ang="0">
                  <a:pos x="954" y="761"/>
                </a:cxn>
                <a:cxn ang="0">
                  <a:pos x="842" y="830"/>
                </a:cxn>
                <a:cxn ang="0">
                  <a:pos x="729" y="917"/>
                </a:cxn>
                <a:cxn ang="0">
                  <a:pos x="672" y="967"/>
                </a:cxn>
                <a:cxn ang="0">
                  <a:pos x="699" y="991"/>
                </a:cxn>
                <a:cxn ang="0">
                  <a:pos x="772" y="1010"/>
                </a:cxn>
                <a:cxn ang="0">
                  <a:pos x="941" y="1046"/>
                </a:cxn>
                <a:cxn ang="0">
                  <a:pos x="989" y="1039"/>
                </a:cxn>
                <a:cxn ang="0">
                  <a:pos x="990" y="1018"/>
                </a:cxn>
                <a:cxn ang="0">
                  <a:pos x="995" y="957"/>
                </a:cxn>
                <a:cxn ang="0">
                  <a:pos x="1010" y="856"/>
                </a:cxn>
                <a:cxn ang="0">
                  <a:pos x="1010" y="734"/>
                </a:cxn>
              </a:cxnLst>
              <a:rect l="0" t="0" r="r" b="b"/>
              <a:pathLst>
                <a:path w="1051" h="1088">
                  <a:moveTo>
                    <a:pt x="991" y="1088"/>
                  </a:moveTo>
                  <a:lnTo>
                    <a:pt x="991" y="1088"/>
                  </a:lnTo>
                  <a:lnTo>
                    <a:pt x="952" y="1084"/>
                  </a:lnTo>
                  <a:lnTo>
                    <a:pt x="911" y="1078"/>
                  </a:lnTo>
                  <a:lnTo>
                    <a:pt x="866" y="1069"/>
                  </a:lnTo>
                  <a:lnTo>
                    <a:pt x="817" y="1056"/>
                  </a:lnTo>
                  <a:lnTo>
                    <a:pt x="817" y="1056"/>
                  </a:lnTo>
                  <a:lnTo>
                    <a:pt x="773" y="1046"/>
                  </a:lnTo>
                  <a:lnTo>
                    <a:pt x="751" y="1041"/>
                  </a:lnTo>
                  <a:lnTo>
                    <a:pt x="728" y="1037"/>
                  </a:lnTo>
                  <a:lnTo>
                    <a:pt x="728" y="1037"/>
                  </a:lnTo>
                  <a:lnTo>
                    <a:pt x="716" y="1035"/>
                  </a:lnTo>
                  <a:lnTo>
                    <a:pt x="706" y="1031"/>
                  </a:lnTo>
                  <a:lnTo>
                    <a:pt x="686" y="1025"/>
                  </a:lnTo>
                  <a:lnTo>
                    <a:pt x="686" y="1025"/>
                  </a:lnTo>
                  <a:lnTo>
                    <a:pt x="673" y="1020"/>
                  </a:lnTo>
                  <a:lnTo>
                    <a:pt x="659" y="1016"/>
                  </a:lnTo>
                  <a:lnTo>
                    <a:pt x="659" y="1016"/>
                  </a:lnTo>
                  <a:lnTo>
                    <a:pt x="654" y="1015"/>
                  </a:lnTo>
                  <a:lnTo>
                    <a:pt x="651" y="1013"/>
                  </a:lnTo>
                  <a:lnTo>
                    <a:pt x="650" y="1012"/>
                  </a:lnTo>
                  <a:lnTo>
                    <a:pt x="649" y="1011"/>
                  </a:lnTo>
                  <a:lnTo>
                    <a:pt x="649" y="1011"/>
                  </a:lnTo>
                  <a:lnTo>
                    <a:pt x="645" y="1010"/>
                  </a:lnTo>
                  <a:lnTo>
                    <a:pt x="645" y="1010"/>
                  </a:lnTo>
                  <a:lnTo>
                    <a:pt x="640" y="1006"/>
                  </a:lnTo>
                  <a:lnTo>
                    <a:pt x="635" y="1001"/>
                  </a:lnTo>
                  <a:lnTo>
                    <a:pt x="628" y="991"/>
                  </a:lnTo>
                  <a:lnTo>
                    <a:pt x="623" y="986"/>
                  </a:lnTo>
                  <a:lnTo>
                    <a:pt x="623" y="986"/>
                  </a:lnTo>
                  <a:lnTo>
                    <a:pt x="620" y="983"/>
                  </a:lnTo>
                  <a:lnTo>
                    <a:pt x="619" y="982"/>
                  </a:lnTo>
                  <a:lnTo>
                    <a:pt x="619" y="982"/>
                  </a:lnTo>
                  <a:lnTo>
                    <a:pt x="614" y="979"/>
                  </a:lnTo>
                  <a:lnTo>
                    <a:pt x="611" y="976"/>
                  </a:lnTo>
                  <a:lnTo>
                    <a:pt x="608" y="970"/>
                  </a:lnTo>
                  <a:lnTo>
                    <a:pt x="608" y="965"/>
                  </a:lnTo>
                  <a:lnTo>
                    <a:pt x="608" y="963"/>
                  </a:lnTo>
                  <a:lnTo>
                    <a:pt x="606" y="961"/>
                  </a:lnTo>
                  <a:lnTo>
                    <a:pt x="606" y="961"/>
                  </a:lnTo>
                  <a:lnTo>
                    <a:pt x="591" y="946"/>
                  </a:lnTo>
                  <a:lnTo>
                    <a:pt x="577" y="929"/>
                  </a:lnTo>
                  <a:lnTo>
                    <a:pt x="577" y="929"/>
                  </a:lnTo>
                  <a:lnTo>
                    <a:pt x="561" y="912"/>
                  </a:lnTo>
                  <a:lnTo>
                    <a:pt x="546" y="895"/>
                  </a:lnTo>
                  <a:lnTo>
                    <a:pt x="529" y="879"/>
                  </a:lnTo>
                  <a:lnTo>
                    <a:pt x="513" y="864"/>
                  </a:lnTo>
                  <a:lnTo>
                    <a:pt x="513" y="864"/>
                  </a:lnTo>
                  <a:lnTo>
                    <a:pt x="490" y="846"/>
                  </a:lnTo>
                  <a:lnTo>
                    <a:pt x="469" y="827"/>
                  </a:lnTo>
                  <a:lnTo>
                    <a:pt x="428" y="789"/>
                  </a:lnTo>
                  <a:lnTo>
                    <a:pt x="428" y="789"/>
                  </a:lnTo>
                  <a:lnTo>
                    <a:pt x="416" y="777"/>
                  </a:lnTo>
                  <a:lnTo>
                    <a:pt x="403" y="767"/>
                  </a:lnTo>
                  <a:lnTo>
                    <a:pt x="378" y="745"/>
                  </a:lnTo>
                  <a:lnTo>
                    <a:pt x="378" y="745"/>
                  </a:lnTo>
                  <a:lnTo>
                    <a:pt x="356" y="729"/>
                  </a:lnTo>
                  <a:lnTo>
                    <a:pt x="336" y="711"/>
                  </a:lnTo>
                  <a:lnTo>
                    <a:pt x="317" y="693"/>
                  </a:lnTo>
                  <a:lnTo>
                    <a:pt x="307" y="683"/>
                  </a:lnTo>
                  <a:lnTo>
                    <a:pt x="299" y="673"/>
                  </a:lnTo>
                  <a:lnTo>
                    <a:pt x="299" y="673"/>
                  </a:lnTo>
                  <a:lnTo>
                    <a:pt x="271" y="638"/>
                  </a:lnTo>
                  <a:lnTo>
                    <a:pt x="271" y="638"/>
                  </a:lnTo>
                  <a:lnTo>
                    <a:pt x="238" y="596"/>
                  </a:lnTo>
                  <a:lnTo>
                    <a:pt x="222" y="574"/>
                  </a:lnTo>
                  <a:lnTo>
                    <a:pt x="207" y="552"/>
                  </a:lnTo>
                  <a:lnTo>
                    <a:pt x="207" y="552"/>
                  </a:lnTo>
                  <a:lnTo>
                    <a:pt x="194" y="534"/>
                  </a:lnTo>
                  <a:lnTo>
                    <a:pt x="178" y="514"/>
                  </a:lnTo>
                  <a:lnTo>
                    <a:pt x="160" y="493"/>
                  </a:lnTo>
                  <a:lnTo>
                    <a:pt x="139" y="472"/>
                  </a:lnTo>
                  <a:lnTo>
                    <a:pt x="139" y="472"/>
                  </a:lnTo>
                  <a:lnTo>
                    <a:pt x="128" y="461"/>
                  </a:lnTo>
                  <a:lnTo>
                    <a:pt x="115" y="453"/>
                  </a:lnTo>
                  <a:lnTo>
                    <a:pt x="115" y="453"/>
                  </a:lnTo>
                  <a:lnTo>
                    <a:pt x="103" y="444"/>
                  </a:lnTo>
                  <a:lnTo>
                    <a:pt x="97" y="439"/>
                  </a:lnTo>
                  <a:lnTo>
                    <a:pt x="92" y="433"/>
                  </a:lnTo>
                  <a:lnTo>
                    <a:pt x="92" y="433"/>
                  </a:lnTo>
                  <a:lnTo>
                    <a:pt x="74" y="414"/>
                  </a:lnTo>
                  <a:lnTo>
                    <a:pt x="57" y="393"/>
                  </a:lnTo>
                  <a:lnTo>
                    <a:pt x="57" y="393"/>
                  </a:lnTo>
                  <a:lnTo>
                    <a:pt x="31" y="360"/>
                  </a:lnTo>
                  <a:lnTo>
                    <a:pt x="16" y="345"/>
                  </a:lnTo>
                  <a:lnTo>
                    <a:pt x="2" y="329"/>
                  </a:lnTo>
                  <a:lnTo>
                    <a:pt x="2" y="329"/>
                  </a:lnTo>
                  <a:lnTo>
                    <a:pt x="0" y="327"/>
                  </a:lnTo>
                  <a:lnTo>
                    <a:pt x="0" y="327"/>
                  </a:lnTo>
                  <a:lnTo>
                    <a:pt x="27" y="300"/>
                  </a:lnTo>
                  <a:lnTo>
                    <a:pt x="27" y="300"/>
                  </a:lnTo>
                  <a:lnTo>
                    <a:pt x="45" y="322"/>
                  </a:lnTo>
                  <a:lnTo>
                    <a:pt x="45" y="322"/>
                  </a:lnTo>
                  <a:lnTo>
                    <a:pt x="68" y="351"/>
                  </a:lnTo>
                  <a:lnTo>
                    <a:pt x="68" y="351"/>
                  </a:lnTo>
                  <a:lnTo>
                    <a:pt x="84" y="371"/>
                  </a:lnTo>
                  <a:lnTo>
                    <a:pt x="102" y="392"/>
                  </a:lnTo>
                  <a:lnTo>
                    <a:pt x="111" y="401"/>
                  </a:lnTo>
                  <a:lnTo>
                    <a:pt x="120" y="411"/>
                  </a:lnTo>
                  <a:lnTo>
                    <a:pt x="131" y="419"/>
                  </a:lnTo>
                  <a:lnTo>
                    <a:pt x="141" y="426"/>
                  </a:lnTo>
                  <a:lnTo>
                    <a:pt x="141" y="426"/>
                  </a:lnTo>
                  <a:lnTo>
                    <a:pt x="151" y="434"/>
                  </a:lnTo>
                  <a:lnTo>
                    <a:pt x="163" y="444"/>
                  </a:lnTo>
                  <a:lnTo>
                    <a:pt x="174" y="454"/>
                  </a:lnTo>
                  <a:lnTo>
                    <a:pt x="186" y="465"/>
                  </a:lnTo>
                  <a:lnTo>
                    <a:pt x="197" y="478"/>
                  </a:lnTo>
                  <a:lnTo>
                    <a:pt x="208" y="491"/>
                  </a:lnTo>
                  <a:lnTo>
                    <a:pt x="219" y="506"/>
                  </a:lnTo>
                  <a:lnTo>
                    <a:pt x="229" y="521"/>
                  </a:lnTo>
                  <a:lnTo>
                    <a:pt x="229" y="521"/>
                  </a:lnTo>
                  <a:lnTo>
                    <a:pt x="261" y="567"/>
                  </a:lnTo>
                  <a:lnTo>
                    <a:pt x="291" y="607"/>
                  </a:lnTo>
                  <a:lnTo>
                    <a:pt x="305" y="624"/>
                  </a:lnTo>
                  <a:lnTo>
                    <a:pt x="319" y="640"/>
                  </a:lnTo>
                  <a:lnTo>
                    <a:pt x="332" y="654"/>
                  </a:lnTo>
                  <a:lnTo>
                    <a:pt x="346" y="668"/>
                  </a:lnTo>
                  <a:lnTo>
                    <a:pt x="346" y="668"/>
                  </a:lnTo>
                  <a:lnTo>
                    <a:pt x="371" y="692"/>
                  </a:lnTo>
                  <a:lnTo>
                    <a:pt x="398" y="714"/>
                  </a:lnTo>
                  <a:lnTo>
                    <a:pt x="398" y="714"/>
                  </a:lnTo>
                  <a:lnTo>
                    <a:pt x="429" y="741"/>
                  </a:lnTo>
                  <a:lnTo>
                    <a:pt x="445" y="755"/>
                  </a:lnTo>
                  <a:lnTo>
                    <a:pt x="459" y="769"/>
                  </a:lnTo>
                  <a:lnTo>
                    <a:pt x="459" y="769"/>
                  </a:lnTo>
                  <a:lnTo>
                    <a:pt x="481" y="790"/>
                  </a:lnTo>
                  <a:lnTo>
                    <a:pt x="504" y="809"/>
                  </a:lnTo>
                  <a:lnTo>
                    <a:pt x="504" y="809"/>
                  </a:lnTo>
                  <a:lnTo>
                    <a:pt x="526" y="828"/>
                  </a:lnTo>
                  <a:lnTo>
                    <a:pt x="548" y="849"/>
                  </a:lnTo>
                  <a:lnTo>
                    <a:pt x="548" y="849"/>
                  </a:lnTo>
                  <a:lnTo>
                    <a:pt x="571" y="872"/>
                  </a:lnTo>
                  <a:lnTo>
                    <a:pt x="594" y="896"/>
                  </a:lnTo>
                  <a:lnTo>
                    <a:pt x="594" y="896"/>
                  </a:lnTo>
                  <a:lnTo>
                    <a:pt x="615" y="920"/>
                  </a:lnTo>
                  <a:lnTo>
                    <a:pt x="638" y="943"/>
                  </a:lnTo>
                  <a:lnTo>
                    <a:pt x="643" y="948"/>
                  </a:lnTo>
                  <a:lnTo>
                    <a:pt x="646" y="943"/>
                  </a:lnTo>
                  <a:lnTo>
                    <a:pt x="646" y="943"/>
                  </a:lnTo>
                  <a:lnTo>
                    <a:pt x="658" y="929"/>
                  </a:lnTo>
                  <a:lnTo>
                    <a:pt x="669" y="917"/>
                  </a:lnTo>
                  <a:lnTo>
                    <a:pt x="682" y="904"/>
                  </a:lnTo>
                  <a:lnTo>
                    <a:pt x="696" y="893"/>
                  </a:lnTo>
                  <a:lnTo>
                    <a:pt x="724" y="871"/>
                  </a:lnTo>
                  <a:lnTo>
                    <a:pt x="753" y="851"/>
                  </a:lnTo>
                  <a:lnTo>
                    <a:pt x="753" y="851"/>
                  </a:lnTo>
                  <a:lnTo>
                    <a:pt x="784" y="829"/>
                  </a:lnTo>
                  <a:lnTo>
                    <a:pt x="784" y="829"/>
                  </a:lnTo>
                  <a:lnTo>
                    <a:pt x="812" y="807"/>
                  </a:lnTo>
                  <a:lnTo>
                    <a:pt x="843" y="787"/>
                  </a:lnTo>
                  <a:lnTo>
                    <a:pt x="906" y="748"/>
                  </a:lnTo>
                  <a:lnTo>
                    <a:pt x="906" y="748"/>
                  </a:lnTo>
                  <a:lnTo>
                    <a:pt x="944" y="725"/>
                  </a:lnTo>
                  <a:lnTo>
                    <a:pt x="980" y="702"/>
                  </a:lnTo>
                  <a:lnTo>
                    <a:pt x="986" y="698"/>
                  </a:lnTo>
                  <a:lnTo>
                    <a:pt x="981" y="693"/>
                  </a:lnTo>
                  <a:lnTo>
                    <a:pt x="981" y="693"/>
                  </a:lnTo>
                  <a:lnTo>
                    <a:pt x="964" y="676"/>
                  </a:lnTo>
                  <a:lnTo>
                    <a:pt x="949" y="660"/>
                  </a:lnTo>
                  <a:lnTo>
                    <a:pt x="920" y="624"/>
                  </a:lnTo>
                  <a:lnTo>
                    <a:pt x="917" y="620"/>
                  </a:lnTo>
                  <a:lnTo>
                    <a:pt x="917" y="620"/>
                  </a:lnTo>
                  <a:lnTo>
                    <a:pt x="882" y="579"/>
                  </a:lnTo>
                  <a:lnTo>
                    <a:pt x="850" y="543"/>
                  </a:lnTo>
                  <a:lnTo>
                    <a:pt x="819" y="510"/>
                  </a:lnTo>
                  <a:lnTo>
                    <a:pt x="789" y="480"/>
                  </a:lnTo>
                  <a:lnTo>
                    <a:pt x="789" y="480"/>
                  </a:lnTo>
                  <a:lnTo>
                    <a:pt x="751" y="446"/>
                  </a:lnTo>
                  <a:lnTo>
                    <a:pt x="712" y="412"/>
                  </a:lnTo>
                  <a:lnTo>
                    <a:pt x="712" y="412"/>
                  </a:lnTo>
                  <a:lnTo>
                    <a:pt x="668" y="372"/>
                  </a:lnTo>
                  <a:lnTo>
                    <a:pt x="624" y="332"/>
                  </a:lnTo>
                  <a:lnTo>
                    <a:pt x="604" y="313"/>
                  </a:lnTo>
                  <a:lnTo>
                    <a:pt x="583" y="291"/>
                  </a:lnTo>
                  <a:lnTo>
                    <a:pt x="564" y="269"/>
                  </a:lnTo>
                  <a:lnTo>
                    <a:pt x="544" y="246"/>
                  </a:lnTo>
                  <a:lnTo>
                    <a:pt x="544" y="246"/>
                  </a:lnTo>
                  <a:lnTo>
                    <a:pt x="522" y="221"/>
                  </a:lnTo>
                  <a:lnTo>
                    <a:pt x="501" y="195"/>
                  </a:lnTo>
                  <a:lnTo>
                    <a:pt x="501" y="195"/>
                  </a:lnTo>
                  <a:lnTo>
                    <a:pt x="475" y="165"/>
                  </a:lnTo>
                  <a:lnTo>
                    <a:pt x="450" y="135"/>
                  </a:lnTo>
                  <a:lnTo>
                    <a:pt x="450" y="135"/>
                  </a:lnTo>
                  <a:lnTo>
                    <a:pt x="441" y="125"/>
                  </a:lnTo>
                  <a:lnTo>
                    <a:pt x="431" y="116"/>
                  </a:lnTo>
                  <a:lnTo>
                    <a:pt x="431" y="116"/>
                  </a:lnTo>
                  <a:lnTo>
                    <a:pt x="422" y="107"/>
                  </a:lnTo>
                  <a:lnTo>
                    <a:pt x="413" y="98"/>
                  </a:lnTo>
                  <a:lnTo>
                    <a:pt x="413" y="98"/>
                  </a:lnTo>
                  <a:lnTo>
                    <a:pt x="400" y="81"/>
                  </a:lnTo>
                  <a:lnTo>
                    <a:pt x="389" y="67"/>
                  </a:lnTo>
                  <a:lnTo>
                    <a:pt x="378" y="54"/>
                  </a:lnTo>
                  <a:lnTo>
                    <a:pt x="366" y="44"/>
                  </a:lnTo>
                  <a:lnTo>
                    <a:pt x="366" y="44"/>
                  </a:lnTo>
                  <a:lnTo>
                    <a:pt x="355" y="33"/>
                  </a:lnTo>
                  <a:lnTo>
                    <a:pt x="346" y="21"/>
                  </a:lnTo>
                  <a:lnTo>
                    <a:pt x="346" y="21"/>
                  </a:lnTo>
                  <a:lnTo>
                    <a:pt x="377" y="0"/>
                  </a:lnTo>
                  <a:lnTo>
                    <a:pt x="377" y="0"/>
                  </a:lnTo>
                  <a:lnTo>
                    <a:pt x="382" y="6"/>
                  </a:lnTo>
                  <a:lnTo>
                    <a:pt x="382" y="6"/>
                  </a:lnTo>
                  <a:lnTo>
                    <a:pt x="433" y="64"/>
                  </a:lnTo>
                  <a:lnTo>
                    <a:pt x="433" y="64"/>
                  </a:lnTo>
                  <a:lnTo>
                    <a:pt x="496" y="134"/>
                  </a:lnTo>
                  <a:lnTo>
                    <a:pt x="527" y="170"/>
                  </a:lnTo>
                  <a:lnTo>
                    <a:pt x="558" y="207"/>
                  </a:lnTo>
                  <a:lnTo>
                    <a:pt x="558" y="207"/>
                  </a:lnTo>
                  <a:lnTo>
                    <a:pt x="585" y="239"/>
                  </a:lnTo>
                  <a:lnTo>
                    <a:pt x="614" y="273"/>
                  </a:lnTo>
                  <a:lnTo>
                    <a:pt x="631" y="290"/>
                  </a:lnTo>
                  <a:lnTo>
                    <a:pt x="647" y="307"/>
                  </a:lnTo>
                  <a:lnTo>
                    <a:pt x="665" y="324"/>
                  </a:lnTo>
                  <a:lnTo>
                    <a:pt x="683" y="341"/>
                  </a:lnTo>
                  <a:lnTo>
                    <a:pt x="683" y="341"/>
                  </a:lnTo>
                  <a:lnTo>
                    <a:pt x="729" y="380"/>
                  </a:lnTo>
                  <a:lnTo>
                    <a:pt x="729" y="380"/>
                  </a:lnTo>
                  <a:lnTo>
                    <a:pt x="765" y="411"/>
                  </a:lnTo>
                  <a:lnTo>
                    <a:pt x="801" y="444"/>
                  </a:lnTo>
                  <a:lnTo>
                    <a:pt x="801" y="444"/>
                  </a:lnTo>
                  <a:lnTo>
                    <a:pt x="836" y="477"/>
                  </a:lnTo>
                  <a:lnTo>
                    <a:pt x="869" y="511"/>
                  </a:lnTo>
                  <a:lnTo>
                    <a:pt x="900" y="546"/>
                  </a:lnTo>
                  <a:lnTo>
                    <a:pt x="930" y="581"/>
                  </a:lnTo>
                  <a:lnTo>
                    <a:pt x="930" y="581"/>
                  </a:lnTo>
                  <a:lnTo>
                    <a:pt x="946" y="600"/>
                  </a:lnTo>
                  <a:lnTo>
                    <a:pt x="946" y="600"/>
                  </a:lnTo>
                  <a:lnTo>
                    <a:pt x="962" y="620"/>
                  </a:lnTo>
                  <a:lnTo>
                    <a:pt x="980" y="641"/>
                  </a:lnTo>
                  <a:lnTo>
                    <a:pt x="998" y="661"/>
                  </a:lnTo>
                  <a:lnTo>
                    <a:pt x="1008" y="669"/>
                  </a:lnTo>
                  <a:lnTo>
                    <a:pt x="1018" y="677"/>
                  </a:lnTo>
                  <a:lnTo>
                    <a:pt x="1019" y="678"/>
                  </a:lnTo>
                  <a:lnTo>
                    <a:pt x="1020" y="678"/>
                  </a:lnTo>
                  <a:lnTo>
                    <a:pt x="1020" y="678"/>
                  </a:lnTo>
                  <a:lnTo>
                    <a:pt x="1025" y="680"/>
                  </a:lnTo>
                  <a:lnTo>
                    <a:pt x="1029" y="684"/>
                  </a:lnTo>
                  <a:lnTo>
                    <a:pt x="1029" y="685"/>
                  </a:lnTo>
                  <a:lnTo>
                    <a:pt x="1030" y="686"/>
                  </a:lnTo>
                  <a:lnTo>
                    <a:pt x="1030" y="686"/>
                  </a:lnTo>
                  <a:lnTo>
                    <a:pt x="1032" y="689"/>
                  </a:lnTo>
                  <a:lnTo>
                    <a:pt x="1035" y="692"/>
                  </a:lnTo>
                  <a:lnTo>
                    <a:pt x="1036" y="695"/>
                  </a:lnTo>
                  <a:lnTo>
                    <a:pt x="1037" y="698"/>
                  </a:lnTo>
                  <a:lnTo>
                    <a:pt x="1037" y="699"/>
                  </a:lnTo>
                  <a:lnTo>
                    <a:pt x="1037" y="700"/>
                  </a:lnTo>
                  <a:lnTo>
                    <a:pt x="1037" y="700"/>
                  </a:lnTo>
                  <a:lnTo>
                    <a:pt x="1041" y="711"/>
                  </a:lnTo>
                  <a:lnTo>
                    <a:pt x="1045" y="723"/>
                  </a:lnTo>
                  <a:lnTo>
                    <a:pt x="1047" y="735"/>
                  </a:lnTo>
                  <a:lnTo>
                    <a:pt x="1049" y="748"/>
                  </a:lnTo>
                  <a:lnTo>
                    <a:pt x="1051" y="774"/>
                  </a:lnTo>
                  <a:lnTo>
                    <a:pt x="1051" y="800"/>
                  </a:lnTo>
                  <a:lnTo>
                    <a:pt x="1050" y="826"/>
                  </a:lnTo>
                  <a:lnTo>
                    <a:pt x="1047" y="851"/>
                  </a:lnTo>
                  <a:lnTo>
                    <a:pt x="1044" y="872"/>
                  </a:lnTo>
                  <a:lnTo>
                    <a:pt x="1040" y="892"/>
                  </a:lnTo>
                  <a:lnTo>
                    <a:pt x="1040" y="892"/>
                  </a:lnTo>
                  <a:lnTo>
                    <a:pt x="1037" y="911"/>
                  </a:lnTo>
                  <a:lnTo>
                    <a:pt x="1035" y="929"/>
                  </a:lnTo>
                  <a:lnTo>
                    <a:pt x="1030" y="967"/>
                  </a:lnTo>
                  <a:lnTo>
                    <a:pt x="1030" y="973"/>
                  </a:lnTo>
                  <a:lnTo>
                    <a:pt x="1030" y="973"/>
                  </a:lnTo>
                  <a:lnTo>
                    <a:pt x="1029" y="991"/>
                  </a:lnTo>
                  <a:lnTo>
                    <a:pt x="1029" y="991"/>
                  </a:lnTo>
                  <a:lnTo>
                    <a:pt x="1029" y="1009"/>
                  </a:lnTo>
                  <a:lnTo>
                    <a:pt x="1028" y="1017"/>
                  </a:lnTo>
                  <a:lnTo>
                    <a:pt x="1026" y="1024"/>
                  </a:lnTo>
                  <a:lnTo>
                    <a:pt x="1026" y="1024"/>
                  </a:lnTo>
                  <a:lnTo>
                    <a:pt x="1024" y="1031"/>
                  </a:lnTo>
                  <a:lnTo>
                    <a:pt x="1023" y="1039"/>
                  </a:lnTo>
                  <a:lnTo>
                    <a:pt x="1023" y="1051"/>
                  </a:lnTo>
                  <a:lnTo>
                    <a:pt x="1023" y="1051"/>
                  </a:lnTo>
                  <a:lnTo>
                    <a:pt x="1023" y="1059"/>
                  </a:lnTo>
                  <a:lnTo>
                    <a:pt x="1021" y="1068"/>
                  </a:lnTo>
                  <a:lnTo>
                    <a:pt x="1019" y="1075"/>
                  </a:lnTo>
                  <a:lnTo>
                    <a:pt x="1016" y="1079"/>
                  </a:lnTo>
                  <a:lnTo>
                    <a:pt x="1013" y="1083"/>
                  </a:lnTo>
                  <a:lnTo>
                    <a:pt x="1013" y="1083"/>
                  </a:lnTo>
                  <a:lnTo>
                    <a:pt x="1010" y="1085"/>
                  </a:lnTo>
                  <a:lnTo>
                    <a:pt x="1008" y="1086"/>
                  </a:lnTo>
                  <a:lnTo>
                    <a:pt x="1005" y="1087"/>
                  </a:lnTo>
                  <a:lnTo>
                    <a:pt x="1002" y="1088"/>
                  </a:lnTo>
                  <a:lnTo>
                    <a:pt x="1002" y="1088"/>
                  </a:lnTo>
                  <a:lnTo>
                    <a:pt x="1002" y="1088"/>
                  </a:lnTo>
                  <a:lnTo>
                    <a:pt x="998" y="1087"/>
                  </a:lnTo>
                  <a:lnTo>
                    <a:pt x="997" y="1087"/>
                  </a:lnTo>
                  <a:lnTo>
                    <a:pt x="996" y="1087"/>
                  </a:lnTo>
                  <a:lnTo>
                    <a:pt x="996" y="1087"/>
                  </a:lnTo>
                  <a:lnTo>
                    <a:pt x="992" y="1088"/>
                  </a:lnTo>
                  <a:lnTo>
                    <a:pt x="991" y="1088"/>
                  </a:lnTo>
                  <a:close/>
                  <a:moveTo>
                    <a:pt x="1002" y="731"/>
                  </a:moveTo>
                  <a:lnTo>
                    <a:pt x="1002" y="731"/>
                  </a:lnTo>
                  <a:lnTo>
                    <a:pt x="954" y="761"/>
                  </a:lnTo>
                  <a:lnTo>
                    <a:pt x="954" y="761"/>
                  </a:lnTo>
                  <a:lnTo>
                    <a:pt x="918" y="784"/>
                  </a:lnTo>
                  <a:lnTo>
                    <a:pt x="918" y="784"/>
                  </a:lnTo>
                  <a:lnTo>
                    <a:pt x="885" y="803"/>
                  </a:lnTo>
                  <a:lnTo>
                    <a:pt x="885" y="803"/>
                  </a:lnTo>
                  <a:lnTo>
                    <a:pt x="856" y="821"/>
                  </a:lnTo>
                  <a:lnTo>
                    <a:pt x="842" y="830"/>
                  </a:lnTo>
                  <a:lnTo>
                    <a:pt x="829" y="839"/>
                  </a:lnTo>
                  <a:lnTo>
                    <a:pt x="819" y="847"/>
                  </a:lnTo>
                  <a:lnTo>
                    <a:pt x="819" y="847"/>
                  </a:lnTo>
                  <a:lnTo>
                    <a:pt x="773" y="881"/>
                  </a:lnTo>
                  <a:lnTo>
                    <a:pt x="729" y="917"/>
                  </a:lnTo>
                  <a:lnTo>
                    <a:pt x="729" y="917"/>
                  </a:lnTo>
                  <a:lnTo>
                    <a:pt x="717" y="925"/>
                  </a:lnTo>
                  <a:lnTo>
                    <a:pt x="717" y="925"/>
                  </a:lnTo>
                  <a:lnTo>
                    <a:pt x="704" y="936"/>
                  </a:lnTo>
                  <a:lnTo>
                    <a:pt x="691" y="948"/>
                  </a:lnTo>
                  <a:lnTo>
                    <a:pt x="678" y="960"/>
                  </a:lnTo>
                  <a:lnTo>
                    <a:pt x="672" y="967"/>
                  </a:lnTo>
                  <a:lnTo>
                    <a:pt x="668" y="974"/>
                  </a:lnTo>
                  <a:lnTo>
                    <a:pt x="664" y="980"/>
                  </a:lnTo>
                  <a:lnTo>
                    <a:pt x="671" y="982"/>
                  </a:lnTo>
                  <a:lnTo>
                    <a:pt x="671" y="982"/>
                  </a:lnTo>
                  <a:lnTo>
                    <a:pt x="699" y="991"/>
                  </a:lnTo>
                  <a:lnTo>
                    <a:pt x="699" y="991"/>
                  </a:lnTo>
                  <a:lnTo>
                    <a:pt x="718" y="996"/>
                  </a:lnTo>
                  <a:lnTo>
                    <a:pt x="738" y="1003"/>
                  </a:lnTo>
                  <a:lnTo>
                    <a:pt x="738" y="1003"/>
                  </a:lnTo>
                  <a:lnTo>
                    <a:pt x="756" y="1007"/>
                  </a:lnTo>
                  <a:lnTo>
                    <a:pt x="772" y="1010"/>
                  </a:lnTo>
                  <a:lnTo>
                    <a:pt x="772" y="1010"/>
                  </a:lnTo>
                  <a:lnTo>
                    <a:pt x="792" y="1014"/>
                  </a:lnTo>
                  <a:lnTo>
                    <a:pt x="811" y="1018"/>
                  </a:lnTo>
                  <a:lnTo>
                    <a:pt x="811" y="1018"/>
                  </a:lnTo>
                  <a:lnTo>
                    <a:pt x="854" y="1028"/>
                  </a:lnTo>
                  <a:lnTo>
                    <a:pt x="897" y="1039"/>
                  </a:lnTo>
                  <a:lnTo>
                    <a:pt x="941" y="1046"/>
                  </a:lnTo>
                  <a:lnTo>
                    <a:pt x="962" y="1049"/>
                  </a:lnTo>
                  <a:lnTo>
                    <a:pt x="984" y="1051"/>
                  </a:lnTo>
                  <a:lnTo>
                    <a:pt x="991" y="1052"/>
                  </a:lnTo>
                  <a:lnTo>
                    <a:pt x="990" y="1045"/>
                  </a:lnTo>
                  <a:lnTo>
                    <a:pt x="990" y="1045"/>
                  </a:lnTo>
                  <a:lnTo>
                    <a:pt x="989" y="1039"/>
                  </a:lnTo>
                  <a:lnTo>
                    <a:pt x="989" y="1039"/>
                  </a:lnTo>
                  <a:lnTo>
                    <a:pt x="987" y="1032"/>
                  </a:lnTo>
                  <a:lnTo>
                    <a:pt x="987" y="1029"/>
                  </a:lnTo>
                  <a:lnTo>
                    <a:pt x="987" y="1027"/>
                  </a:lnTo>
                  <a:lnTo>
                    <a:pt x="987" y="1027"/>
                  </a:lnTo>
                  <a:lnTo>
                    <a:pt x="990" y="1018"/>
                  </a:lnTo>
                  <a:lnTo>
                    <a:pt x="992" y="1008"/>
                  </a:lnTo>
                  <a:lnTo>
                    <a:pt x="993" y="988"/>
                  </a:lnTo>
                  <a:lnTo>
                    <a:pt x="993" y="988"/>
                  </a:lnTo>
                  <a:lnTo>
                    <a:pt x="994" y="974"/>
                  </a:lnTo>
                  <a:lnTo>
                    <a:pt x="994" y="974"/>
                  </a:lnTo>
                  <a:lnTo>
                    <a:pt x="995" y="957"/>
                  </a:lnTo>
                  <a:lnTo>
                    <a:pt x="995" y="957"/>
                  </a:lnTo>
                  <a:lnTo>
                    <a:pt x="998" y="925"/>
                  </a:lnTo>
                  <a:lnTo>
                    <a:pt x="1000" y="910"/>
                  </a:lnTo>
                  <a:lnTo>
                    <a:pt x="1004" y="893"/>
                  </a:lnTo>
                  <a:lnTo>
                    <a:pt x="1004" y="893"/>
                  </a:lnTo>
                  <a:lnTo>
                    <a:pt x="1010" y="856"/>
                  </a:lnTo>
                  <a:lnTo>
                    <a:pt x="1013" y="835"/>
                  </a:lnTo>
                  <a:lnTo>
                    <a:pt x="1015" y="813"/>
                  </a:lnTo>
                  <a:lnTo>
                    <a:pt x="1016" y="793"/>
                  </a:lnTo>
                  <a:lnTo>
                    <a:pt x="1015" y="772"/>
                  </a:lnTo>
                  <a:lnTo>
                    <a:pt x="1014" y="753"/>
                  </a:lnTo>
                  <a:lnTo>
                    <a:pt x="1010" y="734"/>
                  </a:lnTo>
                  <a:lnTo>
                    <a:pt x="1008" y="726"/>
                  </a:lnTo>
                  <a:lnTo>
                    <a:pt x="1002" y="73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91" name="Freeform 207"/>
            <p:cNvSpPr/>
            <p:nvPr>
              <p:custDataLst>
                <p:tags r:id="rId45"/>
              </p:custDataLst>
            </p:nvPr>
          </p:nvSpPr>
          <p:spPr bwMode="auto">
            <a:xfrm>
              <a:off x="4251325" y="2251075"/>
              <a:ext cx="195263" cy="161925"/>
            </a:xfrm>
            <a:custGeom>
              <a:avLst/>
              <a:gdLst/>
              <a:ahLst/>
              <a:cxnLst>
                <a:cxn ang="0">
                  <a:pos x="15" y="307"/>
                </a:cxn>
                <a:cxn ang="0">
                  <a:pos x="9" y="306"/>
                </a:cxn>
                <a:cxn ang="0">
                  <a:pos x="2" y="298"/>
                </a:cxn>
                <a:cxn ang="0">
                  <a:pos x="0" y="293"/>
                </a:cxn>
                <a:cxn ang="0">
                  <a:pos x="2" y="281"/>
                </a:cxn>
                <a:cxn ang="0">
                  <a:pos x="6" y="275"/>
                </a:cxn>
                <a:cxn ang="0">
                  <a:pos x="12" y="272"/>
                </a:cxn>
                <a:cxn ang="0">
                  <a:pos x="18" y="269"/>
                </a:cxn>
                <a:cxn ang="0">
                  <a:pos x="30" y="259"/>
                </a:cxn>
                <a:cxn ang="0">
                  <a:pos x="48" y="238"/>
                </a:cxn>
                <a:cxn ang="0">
                  <a:pos x="59" y="222"/>
                </a:cxn>
                <a:cxn ang="0">
                  <a:pos x="75" y="201"/>
                </a:cxn>
                <a:cxn ang="0">
                  <a:pos x="94" y="180"/>
                </a:cxn>
                <a:cxn ang="0">
                  <a:pos x="136" y="143"/>
                </a:cxn>
                <a:cxn ang="0">
                  <a:pos x="160" y="124"/>
                </a:cxn>
                <a:cxn ang="0">
                  <a:pos x="174" y="112"/>
                </a:cxn>
                <a:cxn ang="0">
                  <a:pos x="224" y="83"/>
                </a:cxn>
                <a:cxn ang="0">
                  <a:pos x="241" y="73"/>
                </a:cxn>
                <a:cxn ang="0">
                  <a:pos x="259" y="63"/>
                </a:cxn>
                <a:cxn ang="0">
                  <a:pos x="305" y="32"/>
                </a:cxn>
                <a:cxn ang="0">
                  <a:pos x="345" y="3"/>
                </a:cxn>
                <a:cxn ang="0">
                  <a:pos x="354" y="0"/>
                </a:cxn>
                <a:cxn ang="0">
                  <a:pos x="359" y="1"/>
                </a:cxn>
                <a:cxn ang="0">
                  <a:pos x="366" y="8"/>
                </a:cxn>
                <a:cxn ang="0">
                  <a:pos x="368" y="12"/>
                </a:cxn>
                <a:cxn ang="0">
                  <a:pos x="369" y="22"/>
                </a:cxn>
                <a:cxn ang="0">
                  <a:pos x="367" y="29"/>
                </a:cxn>
                <a:cxn ang="0">
                  <a:pos x="362" y="35"/>
                </a:cxn>
                <a:cxn ang="0">
                  <a:pos x="339" y="51"/>
                </a:cxn>
                <a:cxn ang="0">
                  <a:pos x="270" y="96"/>
                </a:cxn>
                <a:cxn ang="0">
                  <a:pos x="240" y="115"/>
                </a:cxn>
                <a:cxn ang="0">
                  <a:pos x="180" y="157"/>
                </a:cxn>
                <a:cxn ang="0">
                  <a:pos x="151" y="179"/>
                </a:cxn>
                <a:cxn ang="0">
                  <a:pos x="109" y="218"/>
                </a:cxn>
                <a:cxn ang="0">
                  <a:pos x="78" y="252"/>
                </a:cxn>
                <a:cxn ang="0">
                  <a:pos x="69" y="264"/>
                </a:cxn>
                <a:cxn ang="0">
                  <a:pos x="47" y="290"/>
                </a:cxn>
                <a:cxn ang="0">
                  <a:pos x="35" y="300"/>
                </a:cxn>
                <a:cxn ang="0">
                  <a:pos x="21" y="306"/>
                </a:cxn>
                <a:cxn ang="0">
                  <a:pos x="15" y="307"/>
                </a:cxn>
              </a:cxnLst>
              <a:rect l="0" t="0" r="r" b="b"/>
              <a:pathLst>
                <a:path w="369" h="307">
                  <a:moveTo>
                    <a:pt x="15" y="307"/>
                  </a:moveTo>
                  <a:lnTo>
                    <a:pt x="15" y="307"/>
                  </a:lnTo>
                  <a:lnTo>
                    <a:pt x="12" y="307"/>
                  </a:lnTo>
                  <a:lnTo>
                    <a:pt x="9" y="306"/>
                  </a:lnTo>
                  <a:lnTo>
                    <a:pt x="5" y="303"/>
                  </a:lnTo>
                  <a:lnTo>
                    <a:pt x="2" y="298"/>
                  </a:lnTo>
                  <a:lnTo>
                    <a:pt x="0" y="293"/>
                  </a:lnTo>
                  <a:lnTo>
                    <a:pt x="0" y="293"/>
                  </a:lnTo>
                  <a:lnTo>
                    <a:pt x="0" y="287"/>
                  </a:lnTo>
                  <a:lnTo>
                    <a:pt x="2" y="281"/>
                  </a:lnTo>
                  <a:lnTo>
                    <a:pt x="4" y="277"/>
                  </a:lnTo>
                  <a:lnTo>
                    <a:pt x="6" y="275"/>
                  </a:lnTo>
                  <a:lnTo>
                    <a:pt x="9" y="273"/>
                  </a:lnTo>
                  <a:lnTo>
                    <a:pt x="12" y="272"/>
                  </a:lnTo>
                  <a:lnTo>
                    <a:pt x="12" y="272"/>
                  </a:lnTo>
                  <a:lnTo>
                    <a:pt x="18" y="269"/>
                  </a:lnTo>
                  <a:lnTo>
                    <a:pt x="24" y="265"/>
                  </a:lnTo>
                  <a:lnTo>
                    <a:pt x="30" y="259"/>
                  </a:lnTo>
                  <a:lnTo>
                    <a:pt x="36" y="253"/>
                  </a:lnTo>
                  <a:lnTo>
                    <a:pt x="48" y="238"/>
                  </a:lnTo>
                  <a:lnTo>
                    <a:pt x="59" y="222"/>
                  </a:lnTo>
                  <a:lnTo>
                    <a:pt x="59" y="222"/>
                  </a:lnTo>
                  <a:lnTo>
                    <a:pt x="68" y="210"/>
                  </a:lnTo>
                  <a:lnTo>
                    <a:pt x="75" y="201"/>
                  </a:lnTo>
                  <a:lnTo>
                    <a:pt x="75" y="201"/>
                  </a:lnTo>
                  <a:lnTo>
                    <a:pt x="94" y="180"/>
                  </a:lnTo>
                  <a:lnTo>
                    <a:pt x="114" y="162"/>
                  </a:lnTo>
                  <a:lnTo>
                    <a:pt x="136" y="143"/>
                  </a:lnTo>
                  <a:lnTo>
                    <a:pt x="157" y="126"/>
                  </a:lnTo>
                  <a:lnTo>
                    <a:pt x="160" y="124"/>
                  </a:lnTo>
                  <a:lnTo>
                    <a:pt x="160" y="124"/>
                  </a:lnTo>
                  <a:lnTo>
                    <a:pt x="174" y="112"/>
                  </a:lnTo>
                  <a:lnTo>
                    <a:pt x="190" y="102"/>
                  </a:lnTo>
                  <a:lnTo>
                    <a:pt x="224" y="83"/>
                  </a:lnTo>
                  <a:lnTo>
                    <a:pt x="224" y="83"/>
                  </a:lnTo>
                  <a:lnTo>
                    <a:pt x="241" y="73"/>
                  </a:lnTo>
                  <a:lnTo>
                    <a:pt x="259" y="63"/>
                  </a:lnTo>
                  <a:lnTo>
                    <a:pt x="259" y="63"/>
                  </a:lnTo>
                  <a:lnTo>
                    <a:pt x="283" y="47"/>
                  </a:lnTo>
                  <a:lnTo>
                    <a:pt x="305" y="32"/>
                  </a:lnTo>
                  <a:lnTo>
                    <a:pt x="345" y="3"/>
                  </a:lnTo>
                  <a:lnTo>
                    <a:pt x="345" y="3"/>
                  </a:lnTo>
                  <a:lnTo>
                    <a:pt x="350" y="1"/>
                  </a:lnTo>
                  <a:lnTo>
                    <a:pt x="354" y="0"/>
                  </a:lnTo>
                  <a:lnTo>
                    <a:pt x="354" y="0"/>
                  </a:lnTo>
                  <a:lnTo>
                    <a:pt x="359" y="1"/>
                  </a:lnTo>
                  <a:lnTo>
                    <a:pt x="363" y="4"/>
                  </a:lnTo>
                  <a:lnTo>
                    <a:pt x="366" y="8"/>
                  </a:lnTo>
                  <a:lnTo>
                    <a:pt x="368" y="12"/>
                  </a:lnTo>
                  <a:lnTo>
                    <a:pt x="368" y="12"/>
                  </a:lnTo>
                  <a:lnTo>
                    <a:pt x="369" y="16"/>
                  </a:lnTo>
                  <a:lnTo>
                    <a:pt x="369" y="22"/>
                  </a:lnTo>
                  <a:lnTo>
                    <a:pt x="369" y="25"/>
                  </a:lnTo>
                  <a:lnTo>
                    <a:pt x="367" y="29"/>
                  </a:lnTo>
                  <a:lnTo>
                    <a:pt x="365" y="32"/>
                  </a:lnTo>
                  <a:lnTo>
                    <a:pt x="362" y="35"/>
                  </a:lnTo>
                  <a:lnTo>
                    <a:pt x="362" y="35"/>
                  </a:lnTo>
                  <a:lnTo>
                    <a:pt x="339" y="51"/>
                  </a:lnTo>
                  <a:lnTo>
                    <a:pt x="317" y="67"/>
                  </a:lnTo>
                  <a:lnTo>
                    <a:pt x="270" y="96"/>
                  </a:lnTo>
                  <a:lnTo>
                    <a:pt x="270" y="96"/>
                  </a:lnTo>
                  <a:lnTo>
                    <a:pt x="240" y="115"/>
                  </a:lnTo>
                  <a:lnTo>
                    <a:pt x="210" y="135"/>
                  </a:lnTo>
                  <a:lnTo>
                    <a:pt x="180" y="157"/>
                  </a:lnTo>
                  <a:lnTo>
                    <a:pt x="151" y="179"/>
                  </a:lnTo>
                  <a:lnTo>
                    <a:pt x="151" y="179"/>
                  </a:lnTo>
                  <a:lnTo>
                    <a:pt x="131" y="198"/>
                  </a:lnTo>
                  <a:lnTo>
                    <a:pt x="109" y="218"/>
                  </a:lnTo>
                  <a:lnTo>
                    <a:pt x="88" y="239"/>
                  </a:lnTo>
                  <a:lnTo>
                    <a:pt x="78" y="252"/>
                  </a:lnTo>
                  <a:lnTo>
                    <a:pt x="69" y="264"/>
                  </a:lnTo>
                  <a:lnTo>
                    <a:pt x="69" y="264"/>
                  </a:lnTo>
                  <a:lnTo>
                    <a:pt x="59" y="277"/>
                  </a:lnTo>
                  <a:lnTo>
                    <a:pt x="47" y="290"/>
                  </a:lnTo>
                  <a:lnTo>
                    <a:pt x="42" y="295"/>
                  </a:lnTo>
                  <a:lnTo>
                    <a:pt x="35" y="300"/>
                  </a:lnTo>
                  <a:lnTo>
                    <a:pt x="29" y="304"/>
                  </a:lnTo>
                  <a:lnTo>
                    <a:pt x="21" y="306"/>
                  </a:lnTo>
                  <a:lnTo>
                    <a:pt x="21" y="306"/>
                  </a:lnTo>
                  <a:lnTo>
                    <a:pt x="15" y="307"/>
                  </a:lnTo>
                  <a:lnTo>
                    <a:pt x="15" y="307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92" name="Freeform 208"/>
            <p:cNvSpPr/>
            <p:nvPr>
              <p:custDataLst>
                <p:tags r:id="rId46"/>
              </p:custDataLst>
            </p:nvPr>
          </p:nvSpPr>
          <p:spPr bwMode="auto">
            <a:xfrm>
              <a:off x="4284663" y="2282825"/>
              <a:ext cx="195263" cy="171450"/>
            </a:xfrm>
            <a:custGeom>
              <a:avLst/>
              <a:gdLst/>
              <a:ahLst/>
              <a:cxnLst>
                <a:cxn ang="0">
                  <a:pos x="15" y="323"/>
                </a:cxn>
                <a:cxn ang="0">
                  <a:pos x="6" y="319"/>
                </a:cxn>
                <a:cxn ang="0">
                  <a:pos x="1" y="309"/>
                </a:cxn>
                <a:cxn ang="0">
                  <a:pos x="0" y="306"/>
                </a:cxn>
                <a:cxn ang="0">
                  <a:pos x="0" y="297"/>
                </a:cxn>
                <a:cxn ang="0">
                  <a:pos x="4" y="290"/>
                </a:cxn>
                <a:cxn ang="0">
                  <a:pos x="7" y="287"/>
                </a:cxn>
                <a:cxn ang="0">
                  <a:pos x="15" y="277"/>
                </a:cxn>
                <a:cxn ang="0">
                  <a:pos x="20" y="266"/>
                </a:cxn>
                <a:cxn ang="0">
                  <a:pos x="29" y="253"/>
                </a:cxn>
                <a:cxn ang="0">
                  <a:pos x="48" y="230"/>
                </a:cxn>
                <a:cxn ang="0">
                  <a:pos x="68" y="211"/>
                </a:cxn>
                <a:cxn ang="0">
                  <a:pos x="94" y="190"/>
                </a:cxn>
                <a:cxn ang="0">
                  <a:pos x="126" y="162"/>
                </a:cxn>
                <a:cxn ang="0">
                  <a:pos x="159" y="135"/>
                </a:cxn>
                <a:cxn ang="0">
                  <a:pos x="187" y="111"/>
                </a:cxn>
                <a:cxn ang="0">
                  <a:pos x="236" y="73"/>
                </a:cxn>
                <a:cxn ang="0">
                  <a:pos x="254" y="61"/>
                </a:cxn>
                <a:cxn ang="0">
                  <a:pos x="311" y="23"/>
                </a:cxn>
                <a:cxn ang="0">
                  <a:pos x="344" y="3"/>
                </a:cxn>
                <a:cxn ang="0">
                  <a:pos x="348" y="1"/>
                </a:cxn>
                <a:cxn ang="0">
                  <a:pos x="352" y="0"/>
                </a:cxn>
                <a:cxn ang="0">
                  <a:pos x="358" y="2"/>
                </a:cxn>
                <a:cxn ang="0">
                  <a:pos x="366" y="9"/>
                </a:cxn>
                <a:cxn ang="0">
                  <a:pos x="368" y="14"/>
                </a:cxn>
                <a:cxn ang="0">
                  <a:pos x="369" y="22"/>
                </a:cxn>
                <a:cxn ang="0">
                  <a:pos x="366" y="29"/>
                </a:cxn>
                <a:cxn ang="0">
                  <a:pos x="361" y="35"/>
                </a:cxn>
                <a:cxn ang="0">
                  <a:pos x="325" y="57"/>
                </a:cxn>
                <a:cxn ang="0">
                  <a:pos x="271" y="92"/>
                </a:cxn>
                <a:cxn ang="0">
                  <a:pos x="250" y="107"/>
                </a:cxn>
                <a:cxn ang="0">
                  <a:pos x="190" y="157"/>
                </a:cxn>
                <a:cxn ang="0">
                  <a:pos x="164" y="179"/>
                </a:cxn>
                <a:cxn ang="0">
                  <a:pos x="134" y="203"/>
                </a:cxn>
                <a:cxn ang="0">
                  <a:pos x="102" y="229"/>
                </a:cxn>
                <a:cxn ang="0">
                  <a:pos x="72" y="258"/>
                </a:cxn>
                <a:cxn ang="0">
                  <a:pos x="66" y="264"/>
                </a:cxn>
                <a:cxn ang="0">
                  <a:pos x="51" y="286"/>
                </a:cxn>
                <a:cxn ang="0">
                  <a:pos x="46" y="295"/>
                </a:cxn>
                <a:cxn ang="0">
                  <a:pos x="33" y="312"/>
                </a:cxn>
                <a:cxn ang="0">
                  <a:pos x="24" y="319"/>
                </a:cxn>
                <a:cxn ang="0">
                  <a:pos x="15" y="323"/>
                </a:cxn>
              </a:cxnLst>
              <a:rect l="0" t="0" r="r" b="b"/>
              <a:pathLst>
                <a:path w="369" h="323">
                  <a:moveTo>
                    <a:pt x="15" y="323"/>
                  </a:moveTo>
                  <a:lnTo>
                    <a:pt x="15" y="323"/>
                  </a:lnTo>
                  <a:lnTo>
                    <a:pt x="10" y="322"/>
                  </a:lnTo>
                  <a:lnTo>
                    <a:pt x="6" y="319"/>
                  </a:lnTo>
                  <a:lnTo>
                    <a:pt x="3" y="315"/>
                  </a:lnTo>
                  <a:lnTo>
                    <a:pt x="1" y="309"/>
                  </a:lnTo>
                  <a:lnTo>
                    <a:pt x="1" y="309"/>
                  </a:lnTo>
                  <a:lnTo>
                    <a:pt x="0" y="306"/>
                  </a:lnTo>
                  <a:lnTo>
                    <a:pt x="0" y="300"/>
                  </a:lnTo>
                  <a:lnTo>
                    <a:pt x="0" y="297"/>
                  </a:lnTo>
                  <a:lnTo>
                    <a:pt x="2" y="294"/>
                  </a:lnTo>
                  <a:lnTo>
                    <a:pt x="4" y="290"/>
                  </a:lnTo>
                  <a:lnTo>
                    <a:pt x="7" y="287"/>
                  </a:lnTo>
                  <a:lnTo>
                    <a:pt x="7" y="287"/>
                  </a:lnTo>
                  <a:lnTo>
                    <a:pt x="11" y="283"/>
                  </a:lnTo>
                  <a:lnTo>
                    <a:pt x="15" y="277"/>
                  </a:lnTo>
                  <a:lnTo>
                    <a:pt x="20" y="266"/>
                  </a:lnTo>
                  <a:lnTo>
                    <a:pt x="20" y="266"/>
                  </a:lnTo>
                  <a:lnTo>
                    <a:pt x="24" y="259"/>
                  </a:lnTo>
                  <a:lnTo>
                    <a:pt x="29" y="253"/>
                  </a:lnTo>
                  <a:lnTo>
                    <a:pt x="29" y="253"/>
                  </a:lnTo>
                  <a:lnTo>
                    <a:pt x="48" y="230"/>
                  </a:lnTo>
                  <a:lnTo>
                    <a:pt x="59" y="221"/>
                  </a:lnTo>
                  <a:lnTo>
                    <a:pt x="68" y="211"/>
                  </a:lnTo>
                  <a:lnTo>
                    <a:pt x="68" y="211"/>
                  </a:lnTo>
                  <a:lnTo>
                    <a:pt x="94" y="190"/>
                  </a:lnTo>
                  <a:lnTo>
                    <a:pt x="94" y="190"/>
                  </a:lnTo>
                  <a:lnTo>
                    <a:pt x="126" y="162"/>
                  </a:lnTo>
                  <a:lnTo>
                    <a:pt x="159" y="135"/>
                  </a:lnTo>
                  <a:lnTo>
                    <a:pt x="159" y="135"/>
                  </a:lnTo>
                  <a:lnTo>
                    <a:pt x="187" y="111"/>
                  </a:lnTo>
                  <a:lnTo>
                    <a:pt x="187" y="111"/>
                  </a:lnTo>
                  <a:lnTo>
                    <a:pt x="220" y="85"/>
                  </a:lnTo>
                  <a:lnTo>
                    <a:pt x="236" y="73"/>
                  </a:lnTo>
                  <a:lnTo>
                    <a:pt x="254" y="61"/>
                  </a:lnTo>
                  <a:lnTo>
                    <a:pt x="254" y="61"/>
                  </a:lnTo>
                  <a:lnTo>
                    <a:pt x="282" y="41"/>
                  </a:lnTo>
                  <a:lnTo>
                    <a:pt x="311" y="23"/>
                  </a:lnTo>
                  <a:lnTo>
                    <a:pt x="311" y="23"/>
                  </a:lnTo>
                  <a:lnTo>
                    <a:pt x="344" y="3"/>
                  </a:lnTo>
                  <a:lnTo>
                    <a:pt x="344" y="3"/>
                  </a:lnTo>
                  <a:lnTo>
                    <a:pt x="348" y="1"/>
                  </a:lnTo>
                  <a:lnTo>
                    <a:pt x="352" y="0"/>
                  </a:lnTo>
                  <a:lnTo>
                    <a:pt x="352" y="0"/>
                  </a:lnTo>
                  <a:lnTo>
                    <a:pt x="355" y="1"/>
                  </a:lnTo>
                  <a:lnTo>
                    <a:pt x="358" y="2"/>
                  </a:lnTo>
                  <a:lnTo>
                    <a:pt x="363" y="5"/>
                  </a:lnTo>
                  <a:lnTo>
                    <a:pt x="366" y="9"/>
                  </a:lnTo>
                  <a:lnTo>
                    <a:pt x="368" y="14"/>
                  </a:lnTo>
                  <a:lnTo>
                    <a:pt x="368" y="14"/>
                  </a:lnTo>
                  <a:lnTo>
                    <a:pt x="369" y="17"/>
                  </a:lnTo>
                  <a:lnTo>
                    <a:pt x="369" y="22"/>
                  </a:lnTo>
                  <a:lnTo>
                    <a:pt x="368" y="25"/>
                  </a:lnTo>
                  <a:lnTo>
                    <a:pt x="366" y="29"/>
                  </a:lnTo>
                  <a:lnTo>
                    <a:pt x="364" y="32"/>
                  </a:lnTo>
                  <a:lnTo>
                    <a:pt x="361" y="35"/>
                  </a:lnTo>
                  <a:lnTo>
                    <a:pt x="361" y="35"/>
                  </a:lnTo>
                  <a:lnTo>
                    <a:pt x="325" y="57"/>
                  </a:lnTo>
                  <a:lnTo>
                    <a:pt x="325" y="57"/>
                  </a:lnTo>
                  <a:lnTo>
                    <a:pt x="271" y="92"/>
                  </a:lnTo>
                  <a:lnTo>
                    <a:pt x="271" y="92"/>
                  </a:lnTo>
                  <a:lnTo>
                    <a:pt x="250" y="107"/>
                  </a:lnTo>
                  <a:lnTo>
                    <a:pt x="229" y="123"/>
                  </a:lnTo>
                  <a:lnTo>
                    <a:pt x="190" y="157"/>
                  </a:lnTo>
                  <a:lnTo>
                    <a:pt x="190" y="157"/>
                  </a:lnTo>
                  <a:lnTo>
                    <a:pt x="164" y="179"/>
                  </a:lnTo>
                  <a:lnTo>
                    <a:pt x="164" y="179"/>
                  </a:lnTo>
                  <a:lnTo>
                    <a:pt x="134" y="203"/>
                  </a:lnTo>
                  <a:lnTo>
                    <a:pt x="134" y="203"/>
                  </a:lnTo>
                  <a:lnTo>
                    <a:pt x="102" y="229"/>
                  </a:lnTo>
                  <a:lnTo>
                    <a:pt x="86" y="242"/>
                  </a:lnTo>
                  <a:lnTo>
                    <a:pt x="72" y="258"/>
                  </a:lnTo>
                  <a:lnTo>
                    <a:pt x="72" y="258"/>
                  </a:lnTo>
                  <a:lnTo>
                    <a:pt x="66" y="264"/>
                  </a:lnTo>
                  <a:lnTo>
                    <a:pt x="61" y="271"/>
                  </a:lnTo>
                  <a:lnTo>
                    <a:pt x="51" y="286"/>
                  </a:lnTo>
                  <a:lnTo>
                    <a:pt x="51" y="286"/>
                  </a:lnTo>
                  <a:lnTo>
                    <a:pt x="46" y="295"/>
                  </a:lnTo>
                  <a:lnTo>
                    <a:pt x="40" y="303"/>
                  </a:lnTo>
                  <a:lnTo>
                    <a:pt x="33" y="312"/>
                  </a:lnTo>
                  <a:lnTo>
                    <a:pt x="24" y="319"/>
                  </a:lnTo>
                  <a:lnTo>
                    <a:pt x="24" y="319"/>
                  </a:lnTo>
                  <a:lnTo>
                    <a:pt x="19" y="322"/>
                  </a:lnTo>
                  <a:lnTo>
                    <a:pt x="15" y="323"/>
                  </a:lnTo>
                  <a:lnTo>
                    <a:pt x="15" y="32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93" name="Freeform 209"/>
            <p:cNvSpPr/>
            <p:nvPr>
              <p:custDataLst>
                <p:tags r:id="rId47"/>
              </p:custDataLst>
            </p:nvPr>
          </p:nvSpPr>
          <p:spPr bwMode="auto">
            <a:xfrm>
              <a:off x="4446588" y="2346325"/>
              <a:ext cx="285750" cy="307975"/>
            </a:xfrm>
            <a:custGeom>
              <a:avLst/>
              <a:gdLst/>
              <a:ahLst/>
              <a:cxnLst>
                <a:cxn ang="0">
                  <a:pos x="524" y="583"/>
                </a:cxn>
                <a:cxn ang="0">
                  <a:pos x="515" y="580"/>
                </a:cxn>
                <a:cxn ang="0">
                  <a:pos x="501" y="571"/>
                </a:cxn>
                <a:cxn ang="0">
                  <a:pos x="476" y="549"/>
                </a:cxn>
                <a:cxn ang="0">
                  <a:pos x="437" y="513"/>
                </a:cxn>
                <a:cxn ang="0">
                  <a:pos x="414" y="488"/>
                </a:cxn>
                <a:cxn ang="0">
                  <a:pos x="388" y="460"/>
                </a:cxn>
                <a:cxn ang="0">
                  <a:pos x="339" y="409"/>
                </a:cxn>
                <a:cxn ang="0">
                  <a:pos x="300" y="361"/>
                </a:cxn>
                <a:cxn ang="0">
                  <a:pos x="288" y="344"/>
                </a:cxn>
                <a:cxn ang="0">
                  <a:pos x="246" y="293"/>
                </a:cxn>
                <a:cxn ang="0">
                  <a:pos x="202" y="245"/>
                </a:cxn>
                <a:cxn ang="0">
                  <a:pos x="167" y="208"/>
                </a:cxn>
                <a:cxn ang="0">
                  <a:pos x="134" y="170"/>
                </a:cxn>
                <a:cxn ang="0">
                  <a:pos x="121" y="153"/>
                </a:cxn>
                <a:cxn ang="0">
                  <a:pos x="95" y="121"/>
                </a:cxn>
                <a:cxn ang="0">
                  <a:pos x="54" y="76"/>
                </a:cxn>
                <a:cxn ang="0">
                  <a:pos x="24" y="48"/>
                </a:cxn>
                <a:cxn ang="0">
                  <a:pos x="8" y="36"/>
                </a:cxn>
                <a:cxn ang="0">
                  <a:pos x="3" y="29"/>
                </a:cxn>
                <a:cxn ang="0">
                  <a:pos x="0" y="22"/>
                </a:cxn>
                <a:cxn ang="0">
                  <a:pos x="1" y="13"/>
                </a:cxn>
                <a:cxn ang="0">
                  <a:pos x="4" y="8"/>
                </a:cxn>
                <a:cxn ang="0">
                  <a:pos x="12" y="1"/>
                </a:cxn>
                <a:cxn ang="0">
                  <a:pos x="16" y="0"/>
                </a:cxn>
                <a:cxn ang="0">
                  <a:pos x="25" y="3"/>
                </a:cxn>
                <a:cxn ang="0">
                  <a:pos x="41" y="15"/>
                </a:cxn>
                <a:cxn ang="0">
                  <a:pos x="70" y="41"/>
                </a:cxn>
                <a:cxn ang="0">
                  <a:pos x="110" y="84"/>
                </a:cxn>
                <a:cxn ang="0">
                  <a:pos x="136" y="115"/>
                </a:cxn>
                <a:cxn ang="0">
                  <a:pos x="206" y="198"/>
                </a:cxn>
                <a:cxn ang="0">
                  <a:pos x="290" y="291"/>
                </a:cxn>
                <a:cxn ang="0">
                  <a:pos x="303" y="306"/>
                </a:cxn>
                <a:cxn ang="0">
                  <a:pos x="341" y="353"/>
                </a:cxn>
                <a:cxn ang="0">
                  <a:pos x="371" y="390"/>
                </a:cxn>
                <a:cxn ang="0">
                  <a:pos x="403" y="425"/>
                </a:cxn>
                <a:cxn ang="0">
                  <a:pos x="433" y="457"/>
                </a:cxn>
                <a:cxn ang="0">
                  <a:pos x="457" y="482"/>
                </a:cxn>
                <a:cxn ang="0">
                  <a:pos x="493" y="518"/>
                </a:cxn>
                <a:cxn ang="0">
                  <a:pos x="519" y="540"/>
                </a:cxn>
                <a:cxn ang="0">
                  <a:pos x="532" y="549"/>
                </a:cxn>
                <a:cxn ang="0">
                  <a:pos x="539" y="554"/>
                </a:cxn>
                <a:cxn ang="0">
                  <a:pos x="541" y="560"/>
                </a:cxn>
                <a:cxn ang="0">
                  <a:pos x="541" y="570"/>
                </a:cxn>
                <a:cxn ang="0">
                  <a:pos x="539" y="575"/>
                </a:cxn>
                <a:cxn ang="0">
                  <a:pos x="530" y="582"/>
                </a:cxn>
                <a:cxn ang="0">
                  <a:pos x="524" y="583"/>
                </a:cxn>
              </a:cxnLst>
              <a:rect l="0" t="0" r="r" b="b"/>
              <a:pathLst>
                <a:path w="541" h="583">
                  <a:moveTo>
                    <a:pt x="524" y="583"/>
                  </a:moveTo>
                  <a:lnTo>
                    <a:pt x="524" y="583"/>
                  </a:lnTo>
                  <a:lnTo>
                    <a:pt x="520" y="582"/>
                  </a:lnTo>
                  <a:lnTo>
                    <a:pt x="515" y="580"/>
                  </a:lnTo>
                  <a:lnTo>
                    <a:pt x="515" y="580"/>
                  </a:lnTo>
                  <a:lnTo>
                    <a:pt x="501" y="571"/>
                  </a:lnTo>
                  <a:lnTo>
                    <a:pt x="488" y="560"/>
                  </a:lnTo>
                  <a:lnTo>
                    <a:pt x="476" y="549"/>
                  </a:lnTo>
                  <a:lnTo>
                    <a:pt x="462" y="538"/>
                  </a:lnTo>
                  <a:lnTo>
                    <a:pt x="437" y="513"/>
                  </a:lnTo>
                  <a:lnTo>
                    <a:pt x="414" y="488"/>
                  </a:lnTo>
                  <a:lnTo>
                    <a:pt x="414" y="488"/>
                  </a:lnTo>
                  <a:lnTo>
                    <a:pt x="388" y="460"/>
                  </a:lnTo>
                  <a:lnTo>
                    <a:pt x="388" y="460"/>
                  </a:lnTo>
                  <a:lnTo>
                    <a:pt x="365" y="437"/>
                  </a:lnTo>
                  <a:lnTo>
                    <a:pt x="339" y="409"/>
                  </a:lnTo>
                  <a:lnTo>
                    <a:pt x="313" y="377"/>
                  </a:lnTo>
                  <a:lnTo>
                    <a:pt x="300" y="361"/>
                  </a:lnTo>
                  <a:lnTo>
                    <a:pt x="288" y="344"/>
                  </a:lnTo>
                  <a:lnTo>
                    <a:pt x="288" y="344"/>
                  </a:lnTo>
                  <a:lnTo>
                    <a:pt x="268" y="319"/>
                  </a:lnTo>
                  <a:lnTo>
                    <a:pt x="246" y="293"/>
                  </a:lnTo>
                  <a:lnTo>
                    <a:pt x="224" y="269"/>
                  </a:lnTo>
                  <a:lnTo>
                    <a:pt x="202" y="245"/>
                  </a:lnTo>
                  <a:lnTo>
                    <a:pt x="202" y="245"/>
                  </a:lnTo>
                  <a:lnTo>
                    <a:pt x="167" y="208"/>
                  </a:lnTo>
                  <a:lnTo>
                    <a:pt x="150" y="189"/>
                  </a:lnTo>
                  <a:lnTo>
                    <a:pt x="134" y="170"/>
                  </a:lnTo>
                  <a:lnTo>
                    <a:pt x="134" y="170"/>
                  </a:lnTo>
                  <a:lnTo>
                    <a:pt x="121" y="153"/>
                  </a:lnTo>
                  <a:lnTo>
                    <a:pt x="121" y="153"/>
                  </a:lnTo>
                  <a:lnTo>
                    <a:pt x="95" y="121"/>
                  </a:lnTo>
                  <a:lnTo>
                    <a:pt x="69" y="90"/>
                  </a:lnTo>
                  <a:lnTo>
                    <a:pt x="54" y="76"/>
                  </a:lnTo>
                  <a:lnTo>
                    <a:pt x="40" y="61"/>
                  </a:lnTo>
                  <a:lnTo>
                    <a:pt x="24" y="48"/>
                  </a:lnTo>
                  <a:lnTo>
                    <a:pt x="8" y="36"/>
                  </a:lnTo>
                  <a:lnTo>
                    <a:pt x="8" y="36"/>
                  </a:lnTo>
                  <a:lnTo>
                    <a:pt x="5" y="32"/>
                  </a:lnTo>
                  <a:lnTo>
                    <a:pt x="3" y="29"/>
                  </a:lnTo>
                  <a:lnTo>
                    <a:pt x="0" y="25"/>
                  </a:lnTo>
                  <a:lnTo>
                    <a:pt x="0" y="22"/>
                  </a:lnTo>
                  <a:lnTo>
                    <a:pt x="0" y="17"/>
                  </a:lnTo>
                  <a:lnTo>
                    <a:pt x="1" y="13"/>
                  </a:lnTo>
                  <a:lnTo>
                    <a:pt x="1" y="13"/>
                  </a:lnTo>
                  <a:lnTo>
                    <a:pt x="4" y="8"/>
                  </a:lnTo>
                  <a:lnTo>
                    <a:pt x="7" y="3"/>
                  </a:lnTo>
                  <a:lnTo>
                    <a:pt x="12" y="1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21" y="0"/>
                  </a:lnTo>
                  <a:lnTo>
                    <a:pt x="25" y="3"/>
                  </a:lnTo>
                  <a:lnTo>
                    <a:pt x="25" y="3"/>
                  </a:lnTo>
                  <a:lnTo>
                    <a:pt x="41" y="15"/>
                  </a:lnTo>
                  <a:lnTo>
                    <a:pt x="55" y="28"/>
                  </a:lnTo>
                  <a:lnTo>
                    <a:pt x="70" y="41"/>
                  </a:lnTo>
                  <a:lnTo>
                    <a:pt x="83" y="55"/>
                  </a:lnTo>
                  <a:lnTo>
                    <a:pt x="110" y="84"/>
                  </a:lnTo>
                  <a:lnTo>
                    <a:pt x="136" y="115"/>
                  </a:lnTo>
                  <a:lnTo>
                    <a:pt x="136" y="115"/>
                  </a:lnTo>
                  <a:lnTo>
                    <a:pt x="170" y="156"/>
                  </a:lnTo>
                  <a:lnTo>
                    <a:pt x="206" y="198"/>
                  </a:lnTo>
                  <a:lnTo>
                    <a:pt x="246" y="242"/>
                  </a:lnTo>
                  <a:lnTo>
                    <a:pt x="290" y="291"/>
                  </a:lnTo>
                  <a:lnTo>
                    <a:pt x="290" y="291"/>
                  </a:lnTo>
                  <a:lnTo>
                    <a:pt x="303" y="306"/>
                  </a:lnTo>
                  <a:lnTo>
                    <a:pt x="317" y="322"/>
                  </a:lnTo>
                  <a:lnTo>
                    <a:pt x="341" y="353"/>
                  </a:lnTo>
                  <a:lnTo>
                    <a:pt x="341" y="353"/>
                  </a:lnTo>
                  <a:lnTo>
                    <a:pt x="371" y="390"/>
                  </a:lnTo>
                  <a:lnTo>
                    <a:pt x="387" y="407"/>
                  </a:lnTo>
                  <a:lnTo>
                    <a:pt x="403" y="425"/>
                  </a:lnTo>
                  <a:lnTo>
                    <a:pt x="403" y="425"/>
                  </a:lnTo>
                  <a:lnTo>
                    <a:pt x="433" y="457"/>
                  </a:lnTo>
                  <a:lnTo>
                    <a:pt x="433" y="457"/>
                  </a:lnTo>
                  <a:lnTo>
                    <a:pt x="457" y="482"/>
                  </a:lnTo>
                  <a:lnTo>
                    <a:pt x="481" y="507"/>
                  </a:lnTo>
                  <a:lnTo>
                    <a:pt x="493" y="518"/>
                  </a:lnTo>
                  <a:lnTo>
                    <a:pt x="507" y="529"/>
                  </a:lnTo>
                  <a:lnTo>
                    <a:pt x="519" y="540"/>
                  </a:lnTo>
                  <a:lnTo>
                    <a:pt x="532" y="549"/>
                  </a:lnTo>
                  <a:lnTo>
                    <a:pt x="532" y="549"/>
                  </a:lnTo>
                  <a:lnTo>
                    <a:pt x="537" y="552"/>
                  </a:lnTo>
                  <a:lnTo>
                    <a:pt x="539" y="554"/>
                  </a:lnTo>
                  <a:lnTo>
                    <a:pt x="540" y="557"/>
                  </a:lnTo>
                  <a:lnTo>
                    <a:pt x="541" y="560"/>
                  </a:lnTo>
                  <a:lnTo>
                    <a:pt x="541" y="565"/>
                  </a:lnTo>
                  <a:lnTo>
                    <a:pt x="541" y="570"/>
                  </a:lnTo>
                  <a:lnTo>
                    <a:pt x="541" y="570"/>
                  </a:lnTo>
                  <a:lnTo>
                    <a:pt x="539" y="575"/>
                  </a:lnTo>
                  <a:lnTo>
                    <a:pt x="534" y="579"/>
                  </a:lnTo>
                  <a:lnTo>
                    <a:pt x="530" y="582"/>
                  </a:lnTo>
                  <a:lnTo>
                    <a:pt x="527" y="583"/>
                  </a:lnTo>
                  <a:lnTo>
                    <a:pt x="524" y="583"/>
                  </a:lnTo>
                  <a:lnTo>
                    <a:pt x="524" y="58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94" name="Freeform 210"/>
            <p:cNvSpPr/>
            <p:nvPr>
              <p:custDataLst>
                <p:tags r:id="rId48"/>
              </p:custDataLst>
            </p:nvPr>
          </p:nvSpPr>
          <p:spPr bwMode="auto">
            <a:xfrm>
              <a:off x="4349750" y="2435225"/>
              <a:ext cx="273050" cy="288925"/>
            </a:xfrm>
            <a:custGeom>
              <a:avLst/>
              <a:gdLst/>
              <a:ahLst/>
              <a:cxnLst>
                <a:cxn ang="0">
                  <a:pos x="493" y="546"/>
                </a:cxn>
                <a:cxn ang="0">
                  <a:pos x="481" y="537"/>
                </a:cxn>
                <a:cxn ang="0">
                  <a:pos x="475" y="524"/>
                </a:cxn>
                <a:cxn ang="0">
                  <a:pos x="457" y="505"/>
                </a:cxn>
                <a:cxn ang="0">
                  <a:pos x="444" y="490"/>
                </a:cxn>
                <a:cxn ang="0">
                  <a:pos x="436" y="479"/>
                </a:cxn>
                <a:cxn ang="0">
                  <a:pos x="411" y="452"/>
                </a:cxn>
                <a:cxn ang="0">
                  <a:pos x="402" y="443"/>
                </a:cxn>
                <a:cxn ang="0">
                  <a:pos x="387" y="420"/>
                </a:cxn>
                <a:cxn ang="0">
                  <a:pos x="376" y="410"/>
                </a:cxn>
                <a:cxn ang="0">
                  <a:pos x="345" y="378"/>
                </a:cxn>
                <a:cxn ang="0">
                  <a:pos x="321" y="352"/>
                </a:cxn>
                <a:cxn ang="0">
                  <a:pos x="280" y="313"/>
                </a:cxn>
                <a:cxn ang="0">
                  <a:pos x="252" y="285"/>
                </a:cxn>
                <a:cxn ang="0">
                  <a:pos x="151" y="183"/>
                </a:cxn>
                <a:cxn ang="0">
                  <a:pos x="106" y="136"/>
                </a:cxn>
                <a:cxn ang="0">
                  <a:pos x="64" y="92"/>
                </a:cxn>
                <a:cxn ang="0">
                  <a:pos x="33" y="58"/>
                </a:cxn>
                <a:cxn ang="0">
                  <a:pos x="13" y="39"/>
                </a:cxn>
                <a:cxn ang="0">
                  <a:pos x="3" y="26"/>
                </a:cxn>
                <a:cxn ang="0">
                  <a:pos x="0" y="14"/>
                </a:cxn>
                <a:cxn ang="0">
                  <a:pos x="5" y="6"/>
                </a:cxn>
                <a:cxn ang="0">
                  <a:pos x="19" y="0"/>
                </a:cxn>
                <a:cxn ang="0">
                  <a:pos x="26" y="2"/>
                </a:cxn>
                <a:cxn ang="0">
                  <a:pos x="34" y="8"/>
                </a:cxn>
                <a:cxn ang="0">
                  <a:pos x="72" y="47"/>
                </a:cxn>
                <a:cxn ang="0">
                  <a:pos x="94" y="67"/>
                </a:cxn>
                <a:cxn ang="0">
                  <a:pos x="151" y="133"/>
                </a:cxn>
                <a:cxn ang="0">
                  <a:pos x="191" y="176"/>
                </a:cxn>
                <a:cxn ang="0">
                  <a:pos x="275" y="260"/>
                </a:cxn>
                <a:cxn ang="0">
                  <a:pos x="311" y="293"/>
                </a:cxn>
                <a:cxn ang="0">
                  <a:pos x="364" y="343"/>
                </a:cxn>
                <a:cxn ang="0">
                  <a:pos x="407" y="387"/>
                </a:cxn>
                <a:cxn ang="0">
                  <a:pos x="423" y="411"/>
                </a:cxn>
                <a:cxn ang="0">
                  <a:pos x="440" y="429"/>
                </a:cxn>
                <a:cxn ang="0">
                  <a:pos x="452" y="440"/>
                </a:cxn>
                <a:cxn ang="0">
                  <a:pos x="460" y="452"/>
                </a:cxn>
                <a:cxn ang="0">
                  <a:pos x="481" y="478"/>
                </a:cxn>
                <a:cxn ang="0">
                  <a:pos x="496" y="493"/>
                </a:cxn>
                <a:cxn ang="0">
                  <a:pos x="508" y="510"/>
                </a:cxn>
                <a:cxn ang="0">
                  <a:pos x="512" y="513"/>
                </a:cxn>
                <a:cxn ang="0">
                  <a:pos x="515" y="524"/>
                </a:cxn>
                <a:cxn ang="0">
                  <a:pos x="515" y="533"/>
                </a:cxn>
                <a:cxn ang="0">
                  <a:pos x="510" y="542"/>
                </a:cxn>
                <a:cxn ang="0">
                  <a:pos x="499" y="546"/>
                </a:cxn>
              </a:cxnLst>
              <a:rect l="0" t="0" r="r" b="b"/>
              <a:pathLst>
                <a:path w="515" h="546">
                  <a:moveTo>
                    <a:pt x="499" y="546"/>
                  </a:moveTo>
                  <a:lnTo>
                    <a:pt x="499" y="546"/>
                  </a:lnTo>
                  <a:lnTo>
                    <a:pt x="493" y="546"/>
                  </a:lnTo>
                  <a:lnTo>
                    <a:pt x="488" y="543"/>
                  </a:lnTo>
                  <a:lnTo>
                    <a:pt x="483" y="540"/>
                  </a:lnTo>
                  <a:lnTo>
                    <a:pt x="481" y="537"/>
                  </a:lnTo>
                  <a:lnTo>
                    <a:pt x="480" y="534"/>
                  </a:lnTo>
                  <a:lnTo>
                    <a:pt x="480" y="534"/>
                  </a:lnTo>
                  <a:lnTo>
                    <a:pt x="475" y="524"/>
                  </a:lnTo>
                  <a:lnTo>
                    <a:pt x="470" y="517"/>
                  </a:lnTo>
                  <a:lnTo>
                    <a:pt x="463" y="511"/>
                  </a:lnTo>
                  <a:lnTo>
                    <a:pt x="457" y="505"/>
                  </a:lnTo>
                  <a:lnTo>
                    <a:pt x="457" y="505"/>
                  </a:lnTo>
                  <a:lnTo>
                    <a:pt x="450" y="498"/>
                  </a:lnTo>
                  <a:lnTo>
                    <a:pt x="444" y="490"/>
                  </a:lnTo>
                  <a:lnTo>
                    <a:pt x="444" y="490"/>
                  </a:lnTo>
                  <a:lnTo>
                    <a:pt x="436" y="479"/>
                  </a:lnTo>
                  <a:lnTo>
                    <a:pt x="436" y="479"/>
                  </a:lnTo>
                  <a:lnTo>
                    <a:pt x="425" y="466"/>
                  </a:lnTo>
                  <a:lnTo>
                    <a:pt x="419" y="458"/>
                  </a:lnTo>
                  <a:lnTo>
                    <a:pt x="411" y="452"/>
                  </a:lnTo>
                  <a:lnTo>
                    <a:pt x="411" y="452"/>
                  </a:lnTo>
                  <a:lnTo>
                    <a:pt x="407" y="448"/>
                  </a:lnTo>
                  <a:lnTo>
                    <a:pt x="402" y="443"/>
                  </a:lnTo>
                  <a:lnTo>
                    <a:pt x="395" y="433"/>
                  </a:lnTo>
                  <a:lnTo>
                    <a:pt x="395" y="433"/>
                  </a:lnTo>
                  <a:lnTo>
                    <a:pt x="387" y="420"/>
                  </a:lnTo>
                  <a:lnTo>
                    <a:pt x="382" y="415"/>
                  </a:lnTo>
                  <a:lnTo>
                    <a:pt x="376" y="410"/>
                  </a:lnTo>
                  <a:lnTo>
                    <a:pt x="376" y="410"/>
                  </a:lnTo>
                  <a:lnTo>
                    <a:pt x="367" y="404"/>
                  </a:lnTo>
                  <a:lnTo>
                    <a:pt x="360" y="395"/>
                  </a:lnTo>
                  <a:lnTo>
                    <a:pt x="345" y="378"/>
                  </a:lnTo>
                  <a:lnTo>
                    <a:pt x="345" y="378"/>
                  </a:lnTo>
                  <a:lnTo>
                    <a:pt x="333" y="364"/>
                  </a:lnTo>
                  <a:lnTo>
                    <a:pt x="321" y="352"/>
                  </a:lnTo>
                  <a:lnTo>
                    <a:pt x="321" y="352"/>
                  </a:lnTo>
                  <a:lnTo>
                    <a:pt x="299" y="332"/>
                  </a:lnTo>
                  <a:lnTo>
                    <a:pt x="280" y="313"/>
                  </a:lnTo>
                  <a:lnTo>
                    <a:pt x="280" y="313"/>
                  </a:lnTo>
                  <a:lnTo>
                    <a:pt x="252" y="285"/>
                  </a:lnTo>
                  <a:lnTo>
                    <a:pt x="252" y="285"/>
                  </a:lnTo>
                  <a:lnTo>
                    <a:pt x="225" y="260"/>
                  </a:lnTo>
                  <a:lnTo>
                    <a:pt x="200" y="234"/>
                  </a:lnTo>
                  <a:lnTo>
                    <a:pt x="151" y="183"/>
                  </a:lnTo>
                  <a:lnTo>
                    <a:pt x="151" y="183"/>
                  </a:lnTo>
                  <a:lnTo>
                    <a:pt x="106" y="136"/>
                  </a:lnTo>
                  <a:lnTo>
                    <a:pt x="106" y="136"/>
                  </a:lnTo>
                  <a:lnTo>
                    <a:pt x="87" y="116"/>
                  </a:lnTo>
                  <a:lnTo>
                    <a:pt x="87" y="116"/>
                  </a:lnTo>
                  <a:lnTo>
                    <a:pt x="64" y="92"/>
                  </a:lnTo>
                  <a:lnTo>
                    <a:pt x="40" y="66"/>
                  </a:lnTo>
                  <a:lnTo>
                    <a:pt x="40" y="66"/>
                  </a:lnTo>
                  <a:lnTo>
                    <a:pt x="33" y="58"/>
                  </a:lnTo>
                  <a:lnTo>
                    <a:pt x="24" y="50"/>
                  </a:lnTo>
                  <a:lnTo>
                    <a:pt x="24" y="50"/>
                  </a:lnTo>
                  <a:lnTo>
                    <a:pt x="13" y="39"/>
                  </a:lnTo>
                  <a:lnTo>
                    <a:pt x="8" y="33"/>
                  </a:lnTo>
                  <a:lnTo>
                    <a:pt x="3" y="26"/>
                  </a:lnTo>
                  <a:lnTo>
                    <a:pt x="3" y="26"/>
                  </a:lnTo>
                  <a:lnTo>
                    <a:pt x="1" y="22"/>
                  </a:lnTo>
                  <a:lnTo>
                    <a:pt x="0" y="18"/>
                  </a:lnTo>
                  <a:lnTo>
                    <a:pt x="0" y="14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5" y="6"/>
                  </a:lnTo>
                  <a:lnTo>
                    <a:pt x="9" y="3"/>
                  </a:lnTo>
                  <a:lnTo>
                    <a:pt x="14" y="1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22" y="1"/>
                  </a:lnTo>
                  <a:lnTo>
                    <a:pt x="26" y="2"/>
                  </a:lnTo>
                  <a:lnTo>
                    <a:pt x="31" y="4"/>
                  </a:lnTo>
                  <a:lnTo>
                    <a:pt x="34" y="8"/>
                  </a:lnTo>
                  <a:lnTo>
                    <a:pt x="34" y="8"/>
                  </a:lnTo>
                  <a:lnTo>
                    <a:pt x="42" y="18"/>
                  </a:lnTo>
                  <a:lnTo>
                    <a:pt x="51" y="29"/>
                  </a:lnTo>
                  <a:lnTo>
                    <a:pt x="72" y="47"/>
                  </a:lnTo>
                  <a:lnTo>
                    <a:pt x="72" y="47"/>
                  </a:lnTo>
                  <a:lnTo>
                    <a:pt x="83" y="57"/>
                  </a:lnTo>
                  <a:lnTo>
                    <a:pt x="94" y="67"/>
                  </a:lnTo>
                  <a:lnTo>
                    <a:pt x="94" y="67"/>
                  </a:lnTo>
                  <a:lnTo>
                    <a:pt x="124" y="100"/>
                  </a:lnTo>
                  <a:lnTo>
                    <a:pt x="151" y="133"/>
                  </a:lnTo>
                  <a:lnTo>
                    <a:pt x="164" y="146"/>
                  </a:lnTo>
                  <a:lnTo>
                    <a:pt x="164" y="146"/>
                  </a:lnTo>
                  <a:lnTo>
                    <a:pt x="191" y="176"/>
                  </a:lnTo>
                  <a:lnTo>
                    <a:pt x="219" y="205"/>
                  </a:lnTo>
                  <a:lnTo>
                    <a:pt x="247" y="232"/>
                  </a:lnTo>
                  <a:lnTo>
                    <a:pt x="275" y="260"/>
                  </a:lnTo>
                  <a:lnTo>
                    <a:pt x="275" y="260"/>
                  </a:lnTo>
                  <a:lnTo>
                    <a:pt x="311" y="293"/>
                  </a:lnTo>
                  <a:lnTo>
                    <a:pt x="311" y="293"/>
                  </a:lnTo>
                  <a:lnTo>
                    <a:pt x="342" y="321"/>
                  </a:lnTo>
                  <a:lnTo>
                    <a:pt x="342" y="321"/>
                  </a:lnTo>
                  <a:lnTo>
                    <a:pt x="364" y="343"/>
                  </a:lnTo>
                  <a:lnTo>
                    <a:pt x="386" y="363"/>
                  </a:lnTo>
                  <a:lnTo>
                    <a:pt x="396" y="375"/>
                  </a:lnTo>
                  <a:lnTo>
                    <a:pt x="407" y="387"/>
                  </a:lnTo>
                  <a:lnTo>
                    <a:pt x="415" y="398"/>
                  </a:lnTo>
                  <a:lnTo>
                    <a:pt x="423" y="411"/>
                  </a:lnTo>
                  <a:lnTo>
                    <a:pt x="423" y="411"/>
                  </a:lnTo>
                  <a:lnTo>
                    <a:pt x="426" y="416"/>
                  </a:lnTo>
                  <a:lnTo>
                    <a:pt x="430" y="421"/>
                  </a:lnTo>
                  <a:lnTo>
                    <a:pt x="440" y="429"/>
                  </a:lnTo>
                  <a:lnTo>
                    <a:pt x="440" y="429"/>
                  </a:lnTo>
                  <a:lnTo>
                    <a:pt x="446" y="435"/>
                  </a:lnTo>
                  <a:lnTo>
                    <a:pt x="452" y="440"/>
                  </a:lnTo>
                  <a:lnTo>
                    <a:pt x="452" y="440"/>
                  </a:lnTo>
                  <a:lnTo>
                    <a:pt x="460" y="452"/>
                  </a:lnTo>
                  <a:lnTo>
                    <a:pt x="460" y="452"/>
                  </a:lnTo>
                  <a:lnTo>
                    <a:pt x="470" y="466"/>
                  </a:lnTo>
                  <a:lnTo>
                    <a:pt x="475" y="472"/>
                  </a:lnTo>
                  <a:lnTo>
                    <a:pt x="481" y="478"/>
                  </a:lnTo>
                  <a:lnTo>
                    <a:pt x="481" y="478"/>
                  </a:lnTo>
                  <a:lnTo>
                    <a:pt x="489" y="486"/>
                  </a:lnTo>
                  <a:lnTo>
                    <a:pt x="496" y="493"/>
                  </a:lnTo>
                  <a:lnTo>
                    <a:pt x="502" y="501"/>
                  </a:lnTo>
                  <a:lnTo>
                    <a:pt x="507" y="509"/>
                  </a:lnTo>
                  <a:lnTo>
                    <a:pt x="508" y="510"/>
                  </a:lnTo>
                  <a:lnTo>
                    <a:pt x="509" y="511"/>
                  </a:lnTo>
                  <a:lnTo>
                    <a:pt x="509" y="511"/>
                  </a:lnTo>
                  <a:lnTo>
                    <a:pt x="512" y="513"/>
                  </a:lnTo>
                  <a:lnTo>
                    <a:pt x="514" y="516"/>
                  </a:lnTo>
                  <a:lnTo>
                    <a:pt x="515" y="520"/>
                  </a:lnTo>
                  <a:lnTo>
                    <a:pt x="515" y="524"/>
                  </a:lnTo>
                  <a:lnTo>
                    <a:pt x="515" y="530"/>
                  </a:lnTo>
                  <a:lnTo>
                    <a:pt x="515" y="530"/>
                  </a:lnTo>
                  <a:lnTo>
                    <a:pt x="515" y="533"/>
                  </a:lnTo>
                  <a:lnTo>
                    <a:pt x="514" y="537"/>
                  </a:lnTo>
                  <a:lnTo>
                    <a:pt x="513" y="540"/>
                  </a:lnTo>
                  <a:lnTo>
                    <a:pt x="510" y="542"/>
                  </a:lnTo>
                  <a:lnTo>
                    <a:pt x="510" y="542"/>
                  </a:lnTo>
                  <a:lnTo>
                    <a:pt x="506" y="545"/>
                  </a:lnTo>
                  <a:lnTo>
                    <a:pt x="499" y="546"/>
                  </a:lnTo>
                  <a:lnTo>
                    <a:pt x="499" y="546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95" name="Freeform 211"/>
            <p:cNvSpPr/>
            <p:nvPr>
              <p:custDataLst>
                <p:tags r:id="rId49"/>
              </p:custDataLst>
            </p:nvPr>
          </p:nvSpPr>
          <p:spPr bwMode="auto">
            <a:xfrm>
              <a:off x="4708525" y="2740025"/>
              <a:ext cx="77788" cy="74613"/>
            </a:xfrm>
            <a:custGeom>
              <a:avLst/>
              <a:gdLst/>
              <a:ahLst/>
              <a:cxnLst>
                <a:cxn ang="0">
                  <a:pos x="116" y="142"/>
                </a:cxn>
                <a:cxn ang="0">
                  <a:pos x="111" y="142"/>
                </a:cxn>
                <a:cxn ang="0">
                  <a:pos x="101" y="140"/>
                </a:cxn>
                <a:cxn ang="0">
                  <a:pos x="90" y="136"/>
                </a:cxn>
                <a:cxn ang="0">
                  <a:pos x="88" y="139"/>
                </a:cxn>
                <a:cxn ang="0">
                  <a:pos x="79" y="141"/>
                </a:cxn>
                <a:cxn ang="0">
                  <a:pos x="77" y="141"/>
                </a:cxn>
                <a:cxn ang="0">
                  <a:pos x="63" y="139"/>
                </a:cxn>
                <a:cxn ang="0">
                  <a:pos x="49" y="136"/>
                </a:cxn>
                <a:cxn ang="0">
                  <a:pos x="42" y="134"/>
                </a:cxn>
                <a:cxn ang="0">
                  <a:pos x="33" y="127"/>
                </a:cxn>
                <a:cxn ang="0">
                  <a:pos x="30" y="129"/>
                </a:cxn>
                <a:cxn ang="0">
                  <a:pos x="21" y="131"/>
                </a:cxn>
                <a:cxn ang="0">
                  <a:pos x="18" y="130"/>
                </a:cxn>
                <a:cxn ang="0">
                  <a:pos x="12" y="127"/>
                </a:cxn>
                <a:cxn ang="0">
                  <a:pos x="7" y="122"/>
                </a:cxn>
                <a:cxn ang="0">
                  <a:pos x="6" y="117"/>
                </a:cxn>
                <a:cxn ang="0">
                  <a:pos x="5" y="115"/>
                </a:cxn>
                <a:cxn ang="0">
                  <a:pos x="1" y="108"/>
                </a:cxn>
                <a:cxn ang="0">
                  <a:pos x="1" y="101"/>
                </a:cxn>
                <a:cxn ang="0">
                  <a:pos x="3" y="95"/>
                </a:cxn>
                <a:cxn ang="0">
                  <a:pos x="13" y="83"/>
                </a:cxn>
                <a:cxn ang="0">
                  <a:pos x="31" y="62"/>
                </a:cxn>
                <a:cxn ang="0">
                  <a:pos x="63" y="34"/>
                </a:cxn>
                <a:cxn ang="0">
                  <a:pos x="92" y="13"/>
                </a:cxn>
                <a:cxn ang="0">
                  <a:pos x="98" y="8"/>
                </a:cxn>
                <a:cxn ang="0">
                  <a:pos x="113" y="1"/>
                </a:cxn>
                <a:cxn ang="0">
                  <a:pos x="121" y="0"/>
                </a:cxn>
                <a:cxn ang="0">
                  <a:pos x="131" y="2"/>
                </a:cxn>
                <a:cxn ang="0">
                  <a:pos x="137" y="5"/>
                </a:cxn>
                <a:cxn ang="0">
                  <a:pos x="143" y="15"/>
                </a:cxn>
                <a:cxn ang="0">
                  <a:pos x="147" y="29"/>
                </a:cxn>
                <a:cxn ang="0">
                  <a:pos x="148" y="35"/>
                </a:cxn>
                <a:cxn ang="0">
                  <a:pos x="147" y="53"/>
                </a:cxn>
                <a:cxn ang="0">
                  <a:pos x="148" y="84"/>
                </a:cxn>
                <a:cxn ang="0">
                  <a:pos x="148" y="100"/>
                </a:cxn>
                <a:cxn ang="0">
                  <a:pos x="146" y="116"/>
                </a:cxn>
                <a:cxn ang="0">
                  <a:pos x="145" y="125"/>
                </a:cxn>
                <a:cxn ang="0">
                  <a:pos x="141" y="132"/>
                </a:cxn>
                <a:cxn ang="0">
                  <a:pos x="136" y="136"/>
                </a:cxn>
                <a:cxn ang="0">
                  <a:pos x="128" y="141"/>
                </a:cxn>
                <a:cxn ang="0">
                  <a:pos x="126" y="141"/>
                </a:cxn>
                <a:cxn ang="0">
                  <a:pos x="121" y="142"/>
                </a:cxn>
                <a:cxn ang="0">
                  <a:pos x="116" y="142"/>
                </a:cxn>
              </a:cxnLst>
              <a:rect l="0" t="0" r="r" b="b"/>
              <a:pathLst>
                <a:path w="148" h="142">
                  <a:moveTo>
                    <a:pt x="116" y="142"/>
                  </a:moveTo>
                  <a:lnTo>
                    <a:pt x="116" y="142"/>
                  </a:lnTo>
                  <a:lnTo>
                    <a:pt x="111" y="142"/>
                  </a:lnTo>
                  <a:lnTo>
                    <a:pt x="111" y="142"/>
                  </a:lnTo>
                  <a:lnTo>
                    <a:pt x="101" y="140"/>
                  </a:lnTo>
                  <a:lnTo>
                    <a:pt x="101" y="140"/>
                  </a:lnTo>
                  <a:lnTo>
                    <a:pt x="93" y="136"/>
                  </a:lnTo>
                  <a:lnTo>
                    <a:pt x="90" y="136"/>
                  </a:lnTo>
                  <a:lnTo>
                    <a:pt x="88" y="139"/>
                  </a:lnTo>
                  <a:lnTo>
                    <a:pt x="88" y="139"/>
                  </a:lnTo>
                  <a:lnTo>
                    <a:pt x="84" y="141"/>
                  </a:lnTo>
                  <a:lnTo>
                    <a:pt x="79" y="141"/>
                  </a:lnTo>
                  <a:lnTo>
                    <a:pt x="79" y="141"/>
                  </a:lnTo>
                  <a:lnTo>
                    <a:pt x="77" y="141"/>
                  </a:lnTo>
                  <a:lnTo>
                    <a:pt x="77" y="141"/>
                  </a:lnTo>
                  <a:lnTo>
                    <a:pt x="63" y="139"/>
                  </a:lnTo>
                  <a:lnTo>
                    <a:pt x="63" y="139"/>
                  </a:lnTo>
                  <a:lnTo>
                    <a:pt x="49" y="136"/>
                  </a:lnTo>
                  <a:lnTo>
                    <a:pt x="49" y="136"/>
                  </a:lnTo>
                  <a:lnTo>
                    <a:pt x="42" y="134"/>
                  </a:lnTo>
                  <a:lnTo>
                    <a:pt x="36" y="130"/>
                  </a:lnTo>
                  <a:lnTo>
                    <a:pt x="33" y="127"/>
                  </a:lnTo>
                  <a:lnTo>
                    <a:pt x="30" y="129"/>
                  </a:lnTo>
                  <a:lnTo>
                    <a:pt x="30" y="129"/>
                  </a:lnTo>
                  <a:lnTo>
                    <a:pt x="25" y="130"/>
                  </a:lnTo>
                  <a:lnTo>
                    <a:pt x="21" y="131"/>
                  </a:lnTo>
                  <a:lnTo>
                    <a:pt x="21" y="131"/>
                  </a:lnTo>
                  <a:lnTo>
                    <a:pt x="18" y="130"/>
                  </a:lnTo>
                  <a:lnTo>
                    <a:pt x="13" y="129"/>
                  </a:lnTo>
                  <a:lnTo>
                    <a:pt x="12" y="127"/>
                  </a:lnTo>
                  <a:lnTo>
                    <a:pt x="10" y="125"/>
                  </a:lnTo>
                  <a:lnTo>
                    <a:pt x="7" y="122"/>
                  </a:lnTo>
                  <a:lnTo>
                    <a:pt x="6" y="119"/>
                  </a:lnTo>
                  <a:lnTo>
                    <a:pt x="6" y="117"/>
                  </a:lnTo>
                  <a:lnTo>
                    <a:pt x="5" y="115"/>
                  </a:lnTo>
                  <a:lnTo>
                    <a:pt x="5" y="115"/>
                  </a:lnTo>
                  <a:lnTo>
                    <a:pt x="2" y="112"/>
                  </a:lnTo>
                  <a:lnTo>
                    <a:pt x="1" y="108"/>
                  </a:lnTo>
                  <a:lnTo>
                    <a:pt x="0" y="104"/>
                  </a:lnTo>
                  <a:lnTo>
                    <a:pt x="1" y="101"/>
                  </a:lnTo>
                  <a:lnTo>
                    <a:pt x="2" y="98"/>
                  </a:lnTo>
                  <a:lnTo>
                    <a:pt x="3" y="95"/>
                  </a:lnTo>
                  <a:lnTo>
                    <a:pt x="3" y="95"/>
                  </a:lnTo>
                  <a:lnTo>
                    <a:pt x="13" y="83"/>
                  </a:lnTo>
                  <a:lnTo>
                    <a:pt x="22" y="72"/>
                  </a:lnTo>
                  <a:lnTo>
                    <a:pt x="31" y="62"/>
                  </a:lnTo>
                  <a:lnTo>
                    <a:pt x="42" y="52"/>
                  </a:lnTo>
                  <a:lnTo>
                    <a:pt x="63" y="34"/>
                  </a:lnTo>
                  <a:lnTo>
                    <a:pt x="87" y="17"/>
                  </a:lnTo>
                  <a:lnTo>
                    <a:pt x="92" y="13"/>
                  </a:lnTo>
                  <a:lnTo>
                    <a:pt x="92" y="13"/>
                  </a:lnTo>
                  <a:lnTo>
                    <a:pt x="98" y="8"/>
                  </a:lnTo>
                  <a:lnTo>
                    <a:pt x="105" y="4"/>
                  </a:lnTo>
                  <a:lnTo>
                    <a:pt x="113" y="1"/>
                  </a:lnTo>
                  <a:lnTo>
                    <a:pt x="121" y="0"/>
                  </a:lnTo>
                  <a:lnTo>
                    <a:pt x="121" y="0"/>
                  </a:lnTo>
                  <a:lnTo>
                    <a:pt x="126" y="1"/>
                  </a:lnTo>
                  <a:lnTo>
                    <a:pt x="131" y="2"/>
                  </a:lnTo>
                  <a:lnTo>
                    <a:pt x="131" y="2"/>
                  </a:lnTo>
                  <a:lnTo>
                    <a:pt x="137" y="5"/>
                  </a:lnTo>
                  <a:lnTo>
                    <a:pt x="141" y="9"/>
                  </a:lnTo>
                  <a:lnTo>
                    <a:pt x="143" y="15"/>
                  </a:lnTo>
                  <a:lnTo>
                    <a:pt x="145" y="20"/>
                  </a:lnTo>
                  <a:lnTo>
                    <a:pt x="147" y="29"/>
                  </a:lnTo>
                  <a:lnTo>
                    <a:pt x="148" y="35"/>
                  </a:lnTo>
                  <a:lnTo>
                    <a:pt x="148" y="35"/>
                  </a:lnTo>
                  <a:lnTo>
                    <a:pt x="147" y="53"/>
                  </a:lnTo>
                  <a:lnTo>
                    <a:pt x="147" y="53"/>
                  </a:lnTo>
                  <a:lnTo>
                    <a:pt x="147" y="81"/>
                  </a:lnTo>
                  <a:lnTo>
                    <a:pt x="148" y="84"/>
                  </a:lnTo>
                  <a:lnTo>
                    <a:pt x="148" y="84"/>
                  </a:lnTo>
                  <a:lnTo>
                    <a:pt x="148" y="100"/>
                  </a:lnTo>
                  <a:lnTo>
                    <a:pt x="147" y="108"/>
                  </a:lnTo>
                  <a:lnTo>
                    <a:pt x="146" y="116"/>
                  </a:lnTo>
                  <a:lnTo>
                    <a:pt x="146" y="116"/>
                  </a:lnTo>
                  <a:lnTo>
                    <a:pt x="145" y="125"/>
                  </a:lnTo>
                  <a:lnTo>
                    <a:pt x="143" y="128"/>
                  </a:lnTo>
                  <a:lnTo>
                    <a:pt x="141" y="132"/>
                  </a:lnTo>
                  <a:lnTo>
                    <a:pt x="139" y="134"/>
                  </a:lnTo>
                  <a:lnTo>
                    <a:pt x="136" y="136"/>
                  </a:lnTo>
                  <a:lnTo>
                    <a:pt x="128" y="141"/>
                  </a:lnTo>
                  <a:lnTo>
                    <a:pt x="128" y="141"/>
                  </a:lnTo>
                  <a:lnTo>
                    <a:pt x="127" y="141"/>
                  </a:lnTo>
                  <a:lnTo>
                    <a:pt x="126" y="141"/>
                  </a:lnTo>
                  <a:lnTo>
                    <a:pt x="126" y="141"/>
                  </a:lnTo>
                  <a:lnTo>
                    <a:pt x="121" y="142"/>
                  </a:lnTo>
                  <a:lnTo>
                    <a:pt x="116" y="142"/>
                  </a:lnTo>
                  <a:lnTo>
                    <a:pt x="116" y="14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96" name="Freeform 212"/>
            <p:cNvSpPr/>
            <p:nvPr>
              <p:custDataLst>
                <p:tags r:id="rId50"/>
              </p:custDataLst>
            </p:nvPr>
          </p:nvSpPr>
          <p:spPr bwMode="auto">
            <a:xfrm>
              <a:off x="4197350" y="2182813"/>
              <a:ext cx="260350" cy="244475"/>
            </a:xfrm>
            <a:custGeom>
              <a:avLst/>
              <a:gdLst/>
              <a:ahLst/>
              <a:cxnLst>
                <a:cxn ang="0">
                  <a:pos x="106" y="462"/>
                </a:cxn>
                <a:cxn ang="0">
                  <a:pos x="96" y="455"/>
                </a:cxn>
                <a:cxn ang="0">
                  <a:pos x="94" y="452"/>
                </a:cxn>
                <a:cxn ang="0">
                  <a:pos x="85" y="442"/>
                </a:cxn>
                <a:cxn ang="0">
                  <a:pos x="76" y="430"/>
                </a:cxn>
                <a:cxn ang="0">
                  <a:pos x="53" y="411"/>
                </a:cxn>
                <a:cxn ang="0">
                  <a:pos x="35" y="386"/>
                </a:cxn>
                <a:cxn ang="0">
                  <a:pos x="15" y="339"/>
                </a:cxn>
                <a:cxn ang="0">
                  <a:pos x="5" y="299"/>
                </a:cxn>
                <a:cxn ang="0">
                  <a:pos x="0" y="253"/>
                </a:cxn>
                <a:cxn ang="0">
                  <a:pos x="3" y="202"/>
                </a:cxn>
                <a:cxn ang="0">
                  <a:pos x="8" y="172"/>
                </a:cxn>
                <a:cxn ang="0">
                  <a:pos x="24" y="124"/>
                </a:cxn>
                <a:cxn ang="0">
                  <a:pos x="48" y="85"/>
                </a:cxn>
                <a:cxn ang="0">
                  <a:pos x="68" y="64"/>
                </a:cxn>
                <a:cxn ang="0">
                  <a:pos x="124" y="25"/>
                </a:cxn>
                <a:cxn ang="0">
                  <a:pos x="193" y="4"/>
                </a:cxn>
                <a:cxn ang="0">
                  <a:pos x="241" y="0"/>
                </a:cxn>
                <a:cxn ang="0">
                  <a:pos x="298" y="5"/>
                </a:cxn>
                <a:cxn ang="0">
                  <a:pos x="352" y="20"/>
                </a:cxn>
                <a:cxn ang="0">
                  <a:pos x="401" y="44"/>
                </a:cxn>
                <a:cxn ang="0">
                  <a:pos x="445" y="76"/>
                </a:cxn>
                <a:cxn ang="0">
                  <a:pos x="480" y="115"/>
                </a:cxn>
                <a:cxn ang="0">
                  <a:pos x="492" y="135"/>
                </a:cxn>
                <a:cxn ang="0">
                  <a:pos x="491" y="146"/>
                </a:cxn>
                <a:cxn ang="0">
                  <a:pos x="483" y="153"/>
                </a:cxn>
                <a:cxn ang="0">
                  <a:pos x="473" y="157"/>
                </a:cxn>
                <a:cxn ang="0">
                  <a:pos x="465" y="154"/>
                </a:cxn>
                <a:cxn ang="0">
                  <a:pos x="458" y="147"/>
                </a:cxn>
                <a:cxn ang="0">
                  <a:pos x="429" y="112"/>
                </a:cxn>
                <a:cxn ang="0">
                  <a:pos x="395" y="85"/>
                </a:cxn>
                <a:cxn ang="0">
                  <a:pos x="356" y="65"/>
                </a:cxn>
                <a:cxn ang="0">
                  <a:pos x="289" y="42"/>
                </a:cxn>
                <a:cxn ang="0">
                  <a:pos x="247" y="34"/>
                </a:cxn>
                <a:cxn ang="0">
                  <a:pos x="219" y="34"/>
                </a:cxn>
                <a:cxn ang="0">
                  <a:pos x="182" y="40"/>
                </a:cxn>
                <a:cxn ang="0">
                  <a:pos x="144" y="53"/>
                </a:cxn>
                <a:cxn ang="0">
                  <a:pos x="109" y="74"/>
                </a:cxn>
                <a:cxn ang="0">
                  <a:pos x="80" y="100"/>
                </a:cxn>
                <a:cxn ang="0">
                  <a:pos x="59" y="133"/>
                </a:cxn>
                <a:cxn ang="0">
                  <a:pos x="48" y="163"/>
                </a:cxn>
                <a:cxn ang="0">
                  <a:pos x="39" y="210"/>
                </a:cxn>
                <a:cxn ang="0">
                  <a:pos x="38" y="259"/>
                </a:cxn>
                <a:cxn ang="0">
                  <a:pos x="45" y="304"/>
                </a:cxn>
                <a:cxn ang="0">
                  <a:pos x="60" y="348"/>
                </a:cxn>
                <a:cxn ang="0">
                  <a:pos x="76" y="373"/>
                </a:cxn>
                <a:cxn ang="0">
                  <a:pos x="101" y="402"/>
                </a:cxn>
                <a:cxn ang="0">
                  <a:pos x="122" y="429"/>
                </a:cxn>
                <a:cxn ang="0">
                  <a:pos x="125" y="431"/>
                </a:cxn>
                <a:cxn ang="0">
                  <a:pos x="131" y="446"/>
                </a:cxn>
                <a:cxn ang="0">
                  <a:pos x="129" y="455"/>
                </a:cxn>
                <a:cxn ang="0">
                  <a:pos x="121" y="462"/>
                </a:cxn>
                <a:cxn ang="0">
                  <a:pos x="110" y="463"/>
                </a:cxn>
              </a:cxnLst>
              <a:rect l="0" t="0" r="r" b="b"/>
              <a:pathLst>
                <a:path w="492" h="463">
                  <a:moveTo>
                    <a:pt x="110" y="463"/>
                  </a:moveTo>
                  <a:lnTo>
                    <a:pt x="110" y="463"/>
                  </a:lnTo>
                  <a:lnTo>
                    <a:pt x="106" y="462"/>
                  </a:lnTo>
                  <a:lnTo>
                    <a:pt x="102" y="461"/>
                  </a:lnTo>
                  <a:lnTo>
                    <a:pt x="98" y="458"/>
                  </a:lnTo>
                  <a:lnTo>
                    <a:pt x="96" y="455"/>
                  </a:lnTo>
                  <a:lnTo>
                    <a:pt x="96" y="455"/>
                  </a:lnTo>
                  <a:lnTo>
                    <a:pt x="94" y="453"/>
                  </a:lnTo>
                  <a:lnTo>
                    <a:pt x="94" y="452"/>
                  </a:lnTo>
                  <a:lnTo>
                    <a:pt x="91" y="450"/>
                  </a:lnTo>
                  <a:lnTo>
                    <a:pt x="91" y="450"/>
                  </a:lnTo>
                  <a:lnTo>
                    <a:pt x="85" y="442"/>
                  </a:lnTo>
                  <a:lnTo>
                    <a:pt x="85" y="442"/>
                  </a:lnTo>
                  <a:lnTo>
                    <a:pt x="80" y="435"/>
                  </a:lnTo>
                  <a:lnTo>
                    <a:pt x="76" y="430"/>
                  </a:lnTo>
                  <a:lnTo>
                    <a:pt x="65" y="421"/>
                  </a:lnTo>
                  <a:lnTo>
                    <a:pt x="65" y="421"/>
                  </a:lnTo>
                  <a:lnTo>
                    <a:pt x="53" y="411"/>
                  </a:lnTo>
                  <a:lnTo>
                    <a:pt x="53" y="411"/>
                  </a:lnTo>
                  <a:lnTo>
                    <a:pt x="44" y="399"/>
                  </a:lnTo>
                  <a:lnTo>
                    <a:pt x="35" y="386"/>
                  </a:lnTo>
                  <a:lnTo>
                    <a:pt x="27" y="370"/>
                  </a:lnTo>
                  <a:lnTo>
                    <a:pt x="21" y="355"/>
                  </a:lnTo>
                  <a:lnTo>
                    <a:pt x="15" y="339"/>
                  </a:lnTo>
                  <a:lnTo>
                    <a:pt x="11" y="325"/>
                  </a:lnTo>
                  <a:lnTo>
                    <a:pt x="5" y="299"/>
                  </a:lnTo>
                  <a:lnTo>
                    <a:pt x="5" y="299"/>
                  </a:lnTo>
                  <a:lnTo>
                    <a:pt x="3" y="285"/>
                  </a:lnTo>
                  <a:lnTo>
                    <a:pt x="0" y="269"/>
                  </a:lnTo>
                  <a:lnTo>
                    <a:pt x="0" y="253"/>
                  </a:lnTo>
                  <a:lnTo>
                    <a:pt x="0" y="235"/>
                  </a:lnTo>
                  <a:lnTo>
                    <a:pt x="0" y="218"/>
                  </a:lnTo>
                  <a:lnTo>
                    <a:pt x="3" y="202"/>
                  </a:lnTo>
                  <a:lnTo>
                    <a:pt x="5" y="186"/>
                  </a:lnTo>
                  <a:lnTo>
                    <a:pt x="8" y="172"/>
                  </a:lnTo>
                  <a:lnTo>
                    <a:pt x="8" y="172"/>
                  </a:lnTo>
                  <a:lnTo>
                    <a:pt x="13" y="154"/>
                  </a:lnTo>
                  <a:lnTo>
                    <a:pt x="18" y="139"/>
                  </a:lnTo>
                  <a:lnTo>
                    <a:pt x="24" y="124"/>
                  </a:lnTo>
                  <a:lnTo>
                    <a:pt x="31" y="110"/>
                  </a:lnTo>
                  <a:lnTo>
                    <a:pt x="39" y="98"/>
                  </a:lnTo>
                  <a:lnTo>
                    <a:pt x="48" y="85"/>
                  </a:lnTo>
                  <a:lnTo>
                    <a:pt x="57" y="74"/>
                  </a:lnTo>
                  <a:lnTo>
                    <a:pt x="68" y="64"/>
                  </a:lnTo>
                  <a:lnTo>
                    <a:pt x="68" y="64"/>
                  </a:lnTo>
                  <a:lnTo>
                    <a:pt x="85" y="49"/>
                  </a:lnTo>
                  <a:lnTo>
                    <a:pt x="105" y="36"/>
                  </a:lnTo>
                  <a:lnTo>
                    <a:pt x="124" y="25"/>
                  </a:lnTo>
                  <a:lnTo>
                    <a:pt x="146" y="16"/>
                  </a:lnTo>
                  <a:lnTo>
                    <a:pt x="169" y="9"/>
                  </a:lnTo>
                  <a:lnTo>
                    <a:pt x="193" y="4"/>
                  </a:lnTo>
                  <a:lnTo>
                    <a:pt x="216" y="1"/>
                  </a:lnTo>
                  <a:lnTo>
                    <a:pt x="241" y="0"/>
                  </a:lnTo>
                  <a:lnTo>
                    <a:pt x="241" y="0"/>
                  </a:lnTo>
                  <a:lnTo>
                    <a:pt x="260" y="1"/>
                  </a:lnTo>
                  <a:lnTo>
                    <a:pt x="279" y="2"/>
                  </a:lnTo>
                  <a:lnTo>
                    <a:pt x="298" y="5"/>
                  </a:lnTo>
                  <a:lnTo>
                    <a:pt x="316" y="9"/>
                  </a:lnTo>
                  <a:lnTo>
                    <a:pt x="334" y="14"/>
                  </a:lnTo>
                  <a:lnTo>
                    <a:pt x="352" y="20"/>
                  </a:lnTo>
                  <a:lnTo>
                    <a:pt x="368" y="27"/>
                  </a:lnTo>
                  <a:lnTo>
                    <a:pt x="385" y="35"/>
                  </a:lnTo>
                  <a:lnTo>
                    <a:pt x="401" y="44"/>
                  </a:lnTo>
                  <a:lnTo>
                    <a:pt x="416" y="54"/>
                  </a:lnTo>
                  <a:lnTo>
                    <a:pt x="430" y="65"/>
                  </a:lnTo>
                  <a:lnTo>
                    <a:pt x="445" y="76"/>
                  </a:lnTo>
                  <a:lnTo>
                    <a:pt x="457" y="88"/>
                  </a:lnTo>
                  <a:lnTo>
                    <a:pt x="469" y="102"/>
                  </a:lnTo>
                  <a:lnTo>
                    <a:pt x="480" y="115"/>
                  </a:lnTo>
                  <a:lnTo>
                    <a:pt x="490" y="130"/>
                  </a:lnTo>
                  <a:lnTo>
                    <a:pt x="490" y="130"/>
                  </a:lnTo>
                  <a:lnTo>
                    <a:pt x="492" y="135"/>
                  </a:lnTo>
                  <a:lnTo>
                    <a:pt x="492" y="139"/>
                  </a:lnTo>
                  <a:lnTo>
                    <a:pt x="492" y="143"/>
                  </a:lnTo>
                  <a:lnTo>
                    <a:pt x="491" y="146"/>
                  </a:lnTo>
                  <a:lnTo>
                    <a:pt x="491" y="146"/>
                  </a:lnTo>
                  <a:lnTo>
                    <a:pt x="487" y="150"/>
                  </a:lnTo>
                  <a:lnTo>
                    <a:pt x="483" y="153"/>
                  </a:lnTo>
                  <a:lnTo>
                    <a:pt x="478" y="155"/>
                  </a:lnTo>
                  <a:lnTo>
                    <a:pt x="473" y="157"/>
                  </a:lnTo>
                  <a:lnTo>
                    <a:pt x="473" y="157"/>
                  </a:lnTo>
                  <a:lnTo>
                    <a:pt x="473" y="157"/>
                  </a:lnTo>
                  <a:lnTo>
                    <a:pt x="469" y="155"/>
                  </a:lnTo>
                  <a:lnTo>
                    <a:pt x="465" y="154"/>
                  </a:lnTo>
                  <a:lnTo>
                    <a:pt x="462" y="151"/>
                  </a:lnTo>
                  <a:lnTo>
                    <a:pt x="458" y="147"/>
                  </a:lnTo>
                  <a:lnTo>
                    <a:pt x="458" y="147"/>
                  </a:lnTo>
                  <a:lnTo>
                    <a:pt x="450" y="135"/>
                  </a:lnTo>
                  <a:lnTo>
                    <a:pt x="439" y="123"/>
                  </a:lnTo>
                  <a:lnTo>
                    <a:pt x="429" y="112"/>
                  </a:lnTo>
                  <a:lnTo>
                    <a:pt x="419" y="102"/>
                  </a:lnTo>
                  <a:lnTo>
                    <a:pt x="407" y="94"/>
                  </a:lnTo>
                  <a:lnTo>
                    <a:pt x="395" y="85"/>
                  </a:lnTo>
                  <a:lnTo>
                    <a:pt x="383" y="77"/>
                  </a:lnTo>
                  <a:lnTo>
                    <a:pt x="369" y="71"/>
                  </a:lnTo>
                  <a:lnTo>
                    <a:pt x="356" y="65"/>
                  </a:lnTo>
                  <a:lnTo>
                    <a:pt x="342" y="59"/>
                  </a:lnTo>
                  <a:lnTo>
                    <a:pt x="316" y="50"/>
                  </a:lnTo>
                  <a:lnTo>
                    <a:pt x="289" y="42"/>
                  </a:lnTo>
                  <a:lnTo>
                    <a:pt x="263" y="36"/>
                  </a:lnTo>
                  <a:lnTo>
                    <a:pt x="263" y="36"/>
                  </a:lnTo>
                  <a:lnTo>
                    <a:pt x="247" y="34"/>
                  </a:lnTo>
                  <a:lnTo>
                    <a:pt x="232" y="33"/>
                  </a:lnTo>
                  <a:lnTo>
                    <a:pt x="232" y="33"/>
                  </a:lnTo>
                  <a:lnTo>
                    <a:pt x="219" y="34"/>
                  </a:lnTo>
                  <a:lnTo>
                    <a:pt x="207" y="35"/>
                  </a:lnTo>
                  <a:lnTo>
                    <a:pt x="195" y="37"/>
                  </a:lnTo>
                  <a:lnTo>
                    <a:pt x="182" y="40"/>
                  </a:lnTo>
                  <a:lnTo>
                    <a:pt x="169" y="44"/>
                  </a:lnTo>
                  <a:lnTo>
                    <a:pt x="156" y="48"/>
                  </a:lnTo>
                  <a:lnTo>
                    <a:pt x="144" y="53"/>
                  </a:lnTo>
                  <a:lnTo>
                    <a:pt x="133" y="59"/>
                  </a:lnTo>
                  <a:lnTo>
                    <a:pt x="120" y="66"/>
                  </a:lnTo>
                  <a:lnTo>
                    <a:pt x="109" y="74"/>
                  </a:lnTo>
                  <a:lnTo>
                    <a:pt x="99" y="82"/>
                  </a:lnTo>
                  <a:lnTo>
                    <a:pt x="89" y="90"/>
                  </a:lnTo>
                  <a:lnTo>
                    <a:pt x="80" y="100"/>
                  </a:lnTo>
                  <a:lnTo>
                    <a:pt x="72" y="110"/>
                  </a:lnTo>
                  <a:lnTo>
                    <a:pt x="66" y="121"/>
                  </a:lnTo>
                  <a:lnTo>
                    <a:pt x="59" y="133"/>
                  </a:lnTo>
                  <a:lnTo>
                    <a:pt x="59" y="133"/>
                  </a:lnTo>
                  <a:lnTo>
                    <a:pt x="53" y="147"/>
                  </a:lnTo>
                  <a:lnTo>
                    <a:pt x="48" y="163"/>
                  </a:lnTo>
                  <a:lnTo>
                    <a:pt x="44" y="178"/>
                  </a:lnTo>
                  <a:lnTo>
                    <a:pt x="41" y="195"/>
                  </a:lnTo>
                  <a:lnTo>
                    <a:pt x="39" y="210"/>
                  </a:lnTo>
                  <a:lnTo>
                    <a:pt x="38" y="227"/>
                  </a:lnTo>
                  <a:lnTo>
                    <a:pt x="37" y="242"/>
                  </a:lnTo>
                  <a:lnTo>
                    <a:pt x="38" y="259"/>
                  </a:lnTo>
                  <a:lnTo>
                    <a:pt x="39" y="274"/>
                  </a:lnTo>
                  <a:lnTo>
                    <a:pt x="42" y="290"/>
                  </a:lnTo>
                  <a:lnTo>
                    <a:pt x="45" y="304"/>
                  </a:lnTo>
                  <a:lnTo>
                    <a:pt x="49" y="320"/>
                  </a:lnTo>
                  <a:lnTo>
                    <a:pt x="54" y="334"/>
                  </a:lnTo>
                  <a:lnTo>
                    <a:pt x="60" y="348"/>
                  </a:lnTo>
                  <a:lnTo>
                    <a:pt x="68" y="361"/>
                  </a:lnTo>
                  <a:lnTo>
                    <a:pt x="76" y="373"/>
                  </a:lnTo>
                  <a:lnTo>
                    <a:pt x="76" y="373"/>
                  </a:lnTo>
                  <a:lnTo>
                    <a:pt x="87" y="389"/>
                  </a:lnTo>
                  <a:lnTo>
                    <a:pt x="101" y="402"/>
                  </a:lnTo>
                  <a:lnTo>
                    <a:pt x="101" y="402"/>
                  </a:lnTo>
                  <a:lnTo>
                    <a:pt x="112" y="416"/>
                  </a:lnTo>
                  <a:lnTo>
                    <a:pt x="121" y="428"/>
                  </a:lnTo>
                  <a:lnTo>
                    <a:pt x="122" y="429"/>
                  </a:lnTo>
                  <a:lnTo>
                    <a:pt x="123" y="430"/>
                  </a:lnTo>
                  <a:lnTo>
                    <a:pt x="123" y="430"/>
                  </a:lnTo>
                  <a:lnTo>
                    <a:pt x="125" y="431"/>
                  </a:lnTo>
                  <a:lnTo>
                    <a:pt x="128" y="434"/>
                  </a:lnTo>
                  <a:lnTo>
                    <a:pt x="130" y="440"/>
                  </a:lnTo>
                  <a:lnTo>
                    <a:pt x="131" y="446"/>
                  </a:lnTo>
                  <a:lnTo>
                    <a:pt x="130" y="451"/>
                  </a:lnTo>
                  <a:lnTo>
                    <a:pt x="130" y="451"/>
                  </a:lnTo>
                  <a:lnTo>
                    <a:pt x="129" y="455"/>
                  </a:lnTo>
                  <a:lnTo>
                    <a:pt x="125" y="458"/>
                  </a:lnTo>
                  <a:lnTo>
                    <a:pt x="123" y="460"/>
                  </a:lnTo>
                  <a:lnTo>
                    <a:pt x="121" y="462"/>
                  </a:lnTo>
                  <a:lnTo>
                    <a:pt x="117" y="463"/>
                  </a:lnTo>
                  <a:lnTo>
                    <a:pt x="114" y="463"/>
                  </a:lnTo>
                  <a:lnTo>
                    <a:pt x="110" y="46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矩形 8"/>
          <p:cNvSpPr/>
          <p:nvPr>
            <p:custDataLst>
              <p:tags r:id="rId1"/>
            </p:custDataLst>
          </p:nvPr>
        </p:nvSpPr>
        <p:spPr>
          <a:xfrm>
            <a:off x="207010" y="708025"/>
            <a:ext cx="5791200" cy="1530350"/>
          </a:xfrm>
          <a:prstGeom prst="rect">
            <a:avLst/>
          </a:prstGeom>
          <a:solidFill>
            <a:srgbClr val="1E7AB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350">
              <a:latin typeface="Noto Serif CJK SC" panose="02020400000000000000" pitchFamily="18" charset="-122"/>
              <a:ea typeface="FZHei-B01S" panose="02010601030101010101" pitchFamily="2" charset="-122"/>
              <a:sym typeface="Noto Serif CJK SC" panose="02020400000000000000" pitchFamily="18" charset="-122"/>
            </a:endParaRPr>
          </a:p>
        </p:txBody>
      </p:sp>
      <p:sp>
        <p:nvSpPr>
          <p:cNvPr id="10" name="矩形 9"/>
          <p:cNvSpPr/>
          <p:nvPr>
            <p:custDataLst>
              <p:tags r:id="rId2"/>
            </p:custDataLst>
          </p:nvPr>
        </p:nvSpPr>
        <p:spPr>
          <a:xfrm>
            <a:off x="207010" y="1406525"/>
            <a:ext cx="8709660" cy="366585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350">
              <a:latin typeface="Noto Serif CJK SC" panose="02020400000000000000" pitchFamily="18" charset="-122"/>
              <a:ea typeface="FZHei-B01S" panose="02010601030101010101" pitchFamily="2" charset="-122"/>
              <a:sym typeface="Noto Serif CJK SC" panose="02020400000000000000" pitchFamily="18" charset="-122"/>
            </a:endParaRPr>
          </a:p>
        </p:txBody>
      </p:sp>
      <p:sp>
        <p:nvSpPr>
          <p:cNvPr id="11" name="Title 1"/>
          <p:cNvSpPr>
            <a:spLocks noGrp="1"/>
          </p:cNvSpPr>
          <p:nvPr>
            <p:custDataLst>
              <p:tags r:id="rId3"/>
            </p:custDataLst>
          </p:nvPr>
        </p:nvSpPr>
        <p:spPr>
          <a:xfrm>
            <a:off x="368935" y="751840"/>
            <a:ext cx="5574665" cy="72136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5335" kern="120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+mj-ea"/>
                <a:cs typeface="Times New Roman" panose="02020603050405020304" pitchFamily="18" charset="0"/>
              </a:defRPr>
            </a:lvl1pPr>
          </a:lstStyle>
          <a:p>
            <a:r>
              <a:rPr lang="en-US" altLang="zh-CN" sz="3600" dirty="0">
                <a:solidFill>
                  <a:schemeClr val="bg1"/>
                </a:solidFill>
              </a:rPr>
              <a:t>List: Pointer Implementation</a:t>
            </a:r>
          </a:p>
        </p:txBody>
      </p:sp>
      <p:pic>
        <p:nvPicPr>
          <p:cNvPr id="12" name="图片 11" descr="华工标志（透明版"/>
          <p:cNvPicPr>
            <a:picLocks noChangeAspect="1"/>
          </p:cNvPicPr>
          <p:nvPr>
            <p:custDataLst>
              <p:tags r:id="rId4"/>
            </p:custDataLst>
          </p:nvPr>
        </p:nvPicPr>
        <p:blipFill>
          <a:blip r:embed="rId6" cstate="print"/>
          <a:stretch>
            <a:fillRect/>
          </a:stretch>
        </p:blipFill>
        <p:spPr>
          <a:xfrm>
            <a:off x="7740015" y="116205"/>
            <a:ext cx="1230630" cy="1230630"/>
          </a:xfrm>
          <a:prstGeom prst="rect">
            <a:avLst/>
          </a:prstGeom>
        </p:spPr>
      </p:pic>
      <p:sp>
        <p:nvSpPr>
          <p:cNvPr id="21507" name="Content Placeholder 2"/>
          <p:cNvSpPr>
            <a:spLocks noGrp="1"/>
          </p:cNvSpPr>
          <p:nvPr>
            <p:ph idx="1"/>
          </p:nvPr>
        </p:nvSpPr>
        <p:spPr>
          <a:xfrm>
            <a:off x="467995" y="1628775"/>
            <a:ext cx="8052435" cy="3109595"/>
          </a:xfrm>
        </p:spPr>
        <p:txBody>
          <a:bodyPr>
            <a:noAutofit/>
          </a:bodyPr>
          <a:lstStyle/>
          <a:p>
            <a:r>
              <a:rPr lang="en-US" altLang="zh-CN" dirty="0"/>
              <a:t>Linked list</a:t>
            </a:r>
          </a:p>
          <a:p>
            <a:pPr lvl="1"/>
            <a:r>
              <a:rPr lang="en-US" altLang="zh-CN" sz="2400" dirty="0">
                <a:solidFill>
                  <a:srgbClr val="008000"/>
                </a:solidFill>
              </a:rPr>
              <a:t>Use dynamic memory allocation which allocates memory for new list elements as needed</a:t>
            </a:r>
            <a:endParaRPr lang="en-US" altLang="zh-CN" sz="2400" dirty="0"/>
          </a:p>
          <a:p>
            <a:pPr lvl="1"/>
            <a:r>
              <a:rPr lang="en-US" altLang="zh-CN" sz="2400" dirty="0">
                <a:solidFill>
                  <a:srgbClr val="5252D4"/>
                </a:solidFill>
              </a:rPr>
              <a:t>Elements are called nodes, which are linked using pointers.</a:t>
            </a:r>
          </a:p>
          <a:p>
            <a:pPr lvl="2"/>
            <a:r>
              <a:rPr lang="en-US" altLang="zh-CN" dirty="0">
                <a:solidFill>
                  <a:srgbClr val="5252D4"/>
                </a:solidFill>
              </a:rPr>
              <a:t>Keep track of list by linking the nodes together</a:t>
            </a:r>
            <a:endParaRPr lang="en-US" altLang="zh-CN" dirty="0"/>
          </a:p>
          <a:p>
            <a:pPr lvl="1"/>
            <a:r>
              <a:rPr lang="en-US" altLang="zh-CN" sz="2400" dirty="0"/>
              <a:t>Change links when you want to insert or delete</a:t>
            </a:r>
          </a:p>
        </p:txBody>
      </p:sp>
      <p:sp>
        <p:nvSpPr>
          <p:cNvPr id="21508" name="Slide Number Placeholder 3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557530" indent="-21463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857250" indent="-1714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200150" indent="-1714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1543050" indent="-1714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1885950" indent="-1714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228850" indent="-1714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2571750" indent="-1714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2914650" indent="-1714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fld id="{9EF163A8-F4A2-4371-8360-1A5B1D61D940}" type="slidenum">
              <a:rPr lang="en-US" altLang="zh-CN" sz="770" smtClean="0"/>
              <a:pPr/>
              <a:t>14</a:t>
            </a:fld>
            <a:endParaRPr lang="en-US" altLang="zh-CN" sz="770"/>
          </a:p>
        </p:txBody>
      </p:sp>
      <p:pic>
        <p:nvPicPr>
          <p:cNvPr id="2" name="图片 1"/>
          <p:cNvPicPr>
            <a:picLocks noChangeAspect="1"/>
          </p:cNvPicPr>
          <p:nvPr/>
        </p:nvPicPr>
        <p:blipFill>
          <a:blip r:embed="rId7" cstate="print"/>
          <a:stretch>
            <a:fillRect/>
          </a:stretch>
        </p:blipFill>
        <p:spPr>
          <a:xfrm>
            <a:off x="1485265" y="5064760"/>
            <a:ext cx="6421755" cy="1058545"/>
          </a:xfrm>
          <a:prstGeom prst="rect">
            <a:avLst/>
          </a:prstGeom>
        </p:spPr>
      </p:pic>
      <p:sp>
        <p:nvSpPr>
          <p:cNvPr id="3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fld id="{30A1269C-9DE7-4E37-92FE-594FF312F3D2}" type="datetime1">
              <a:rPr lang="zh-CN" altLang="en-US" sz="770" smtClean="0"/>
              <a:pPr>
                <a:defRPr/>
              </a:pPr>
              <a:t>2025/12/16</a:t>
            </a:fld>
            <a:endParaRPr lang="zh-CN" altLang="en-US" sz="770"/>
          </a:p>
        </p:txBody>
      </p:sp>
      <p:sp>
        <p:nvSpPr>
          <p:cNvPr id="4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altLang="zh-CN" sz="770"/>
              <a:t>Stacks and Queues - Lecture 6</a:t>
            </a:r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矩形 8"/>
          <p:cNvSpPr/>
          <p:nvPr>
            <p:custDataLst>
              <p:tags r:id="rId1"/>
            </p:custDataLst>
          </p:nvPr>
        </p:nvSpPr>
        <p:spPr>
          <a:xfrm>
            <a:off x="207010" y="708025"/>
            <a:ext cx="5791200" cy="1530350"/>
          </a:xfrm>
          <a:prstGeom prst="rect">
            <a:avLst/>
          </a:prstGeom>
          <a:solidFill>
            <a:srgbClr val="1E7AB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350">
              <a:latin typeface="Noto Serif CJK SC" panose="02020400000000000000" pitchFamily="18" charset="-122"/>
              <a:ea typeface="FZHei-B01S" panose="02010601030101010101" pitchFamily="2" charset="-122"/>
              <a:sym typeface="Noto Serif CJK SC" panose="02020400000000000000" pitchFamily="18" charset="-122"/>
            </a:endParaRPr>
          </a:p>
        </p:txBody>
      </p:sp>
      <p:sp>
        <p:nvSpPr>
          <p:cNvPr id="10" name="矩形 9"/>
          <p:cNvSpPr/>
          <p:nvPr>
            <p:custDataLst>
              <p:tags r:id="rId2"/>
            </p:custDataLst>
          </p:nvPr>
        </p:nvSpPr>
        <p:spPr>
          <a:xfrm>
            <a:off x="207010" y="1406525"/>
            <a:ext cx="8709660" cy="486156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350">
              <a:latin typeface="Noto Serif CJK SC" panose="02020400000000000000" pitchFamily="18" charset="-122"/>
              <a:ea typeface="FZHei-B01S" panose="02010601030101010101" pitchFamily="2" charset="-122"/>
              <a:sym typeface="Noto Serif CJK SC" panose="02020400000000000000" pitchFamily="18" charset="-122"/>
            </a:endParaRPr>
          </a:p>
        </p:txBody>
      </p:sp>
      <p:sp>
        <p:nvSpPr>
          <p:cNvPr id="11" name="Title 1"/>
          <p:cNvSpPr>
            <a:spLocks noGrp="1"/>
          </p:cNvSpPr>
          <p:nvPr>
            <p:custDataLst>
              <p:tags r:id="rId3"/>
            </p:custDataLst>
          </p:nvPr>
        </p:nvSpPr>
        <p:spPr>
          <a:xfrm>
            <a:off x="368935" y="751840"/>
            <a:ext cx="5574665" cy="72136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5335" kern="120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+mj-ea"/>
                <a:cs typeface="Times New Roman" panose="02020603050405020304" pitchFamily="18" charset="0"/>
              </a:defRPr>
            </a:lvl1pPr>
          </a:lstStyle>
          <a:p>
            <a:r>
              <a:rPr lang="en-US" altLang="zh-CN" sz="3600" dirty="0">
                <a:solidFill>
                  <a:schemeClr val="bg1"/>
                </a:solidFill>
              </a:rPr>
              <a:t>List: Pointer Implementation</a:t>
            </a:r>
          </a:p>
        </p:txBody>
      </p:sp>
      <p:pic>
        <p:nvPicPr>
          <p:cNvPr id="12" name="图片 11" descr="华工标志（透明版"/>
          <p:cNvPicPr>
            <a:picLocks noChangeAspect="1"/>
          </p:cNvPicPr>
          <p:nvPr>
            <p:custDataLst>
              <p:tags r:id="rId4"/>
            </p:custDataLst>
          </p:nvPr>
        </p:nvPicPr>
        <p:blipFill>
          <a:blip r:embed="rId43" cstate="print"/>
          <a:stretch>
            <a:fillRect/>
          </a:stretch>
        </p:blipFill>
        <p:spPr>
          <a:xfrm>
            <a:off x="7740015" y="116205"/>
            <a:ext cx="1230630" cy="1230630"/>
          </a:xfrm>
          <a:prstGeom prst="rect">
            <a:avLst/>
          </a:prstGeom>
        </p:spPr>
      </p:pic>
      <p:sp>
        <p:nvSpPr>
          <p:cNvPr id="21507" name="Content Placeholder 2"/>
          <p:cNvSpPr>
            <a:spLocks noGrp="1"/>
          </p:cNvSpPr>
          <p:nvPr>
            <p:ph idx="1"/>
          </p:nvPr>
        </p:nvSpPr>
        <p:spPr>
          <a:xfrm>
            <a:off x="643890" y="1398270"/>
            <a:ext cx="7060565" cy="4621530"/>
          </a:xfrm>
        </p:spPr>
        <p:txBody>
          <a:bodyPr vert="horz" lIns="68580" tIns="34290" rIns="68580" bIns="34290" rtlCol="0">
            <a:noAutofit/>
          </a:bodyPr>
          <a:lstStyle/>
          <a:p>
            <a:pPr marL="0" fontAlgn="auto">
              <a:lnSpc>
                <a:spcPct val="100000"/>
              </a:lnSpc>
              <a:spcBef>
                <a:spcPts val="0"/>
              </a:spcBef>
              <a:buNone/>
            </a:pPr>
            <a:r>
              <a:rPr lang="en-US" altLang="zh-CN" sz="2400" dirty="0">
                <a:ea typeface="宋体" panose="02010600030101010101" pitchFamily="2" charset="-122"/>
              </a:rPr>
              <a:t>// An implementation of a simple </a:t>
            </a:r>
          </a:p>
          <a:p>
            <a:pPr marL="0" fontAlgn="auto">
              <a:lnSpc>
                <a:spcPct val="100000"/>
              </a:lnSpc>
              <a:spcBef>
                <a:spcPts val="0"/>
              </a:spcBef>
              <a:buNone/>
            </a:pPr>
            <a:r>
              <a:rPr lang="en-US" altLang="zh-CN" sz="2400" dirty="0">
                <a:ea typeface="宋体" panose="02010600030101010101" pitchFamily="2" charset="-122"/>
              </a:rPr>
              <a:t>// singly-linked list </a:t>
            </a:r>
            <a:r>
              <a:rPr lang="en-US" altLang="zh-CN" sz="2400" dirty="0">
                <a:solidFill>
                  <a:srgbClr val="FF0000"/>
                </a:solidFill>
                <a:ea typeface="宋体" panose="02010600030101010101" pitchFamily="2" charset="-122"/>
              </a:rPr>
              <a:t>node</a:t>
            </a:r>
          </a:p>
          <a:p>
            <a:pPr marL="0" fontAlgn="auto">
              <a:lnSpc>
                <a:spcPct val="100000"/>
              </a:lnSpc>
              <a:spcBef>
                <a:spcPts val="0"/>
              </a:spcBef>
              <a:buNone/>
            </a:pPr>
            <a:endParaRPr lang="en-US" altLang="zh-CN" sz="2400" dirty="0">
              <a:ea typeface="宋体" panose="02010600030101010101" pitchFamily="2" charset="-122"/>
            </a:endParaRPr>
          </a:p>
          <a:p>
            <a:pPr marL="0" fontAlgn="auto">
              <a:lnSpc>
                <a:spcPct val="100000"/>
              </a:lnSpc>
              <a:spcBef>
                <a:spcPts val="0"/>
              </a:spcBef>
              <a:buNone/>
            </a:pPr>
            <a:r>
              <a:rPr lang="en-US" altLang="zh-CN" sz="2400" dirty="0">
                <a:ea typeface="宋体" panose="02010600030101010101" pitchFamily="2" charset="-122"/>
              </a:rPr>
              <a:t>template &lt;</a:t>
            </a:r>
            <a:r>
              <a:rPr lang="en-US" altLang="zh-CN" sz="2400" dirty="0" err="1">
                <a:ea typeface="宋体" panose="02010600030101010101" pitchFamily="2" charset="-122"/>
              </a:rPr>
              <a:t>typename</a:t>
            </a:r>
            <a:r>
              <a:rPr lang="en-US" altLang="zh-CN" sz="2400" dirty="0">
                <a:ea typeface="宋体" panose="02010600030101010101" pitchFamily="2" charset="-122"/>
              </a:rPr>
              <a:t> E&gt; class Link {</a:t>
            </a:r>
          </a:p>
          <a:p>
            <a:pPr marL="0" fontAlgn="auto">
              <a:lnSpc>
                <a:spcPct val="100000"/>
              </a:lnSpc>
              <a:spcBef>
                <a:spcPts val="0"/>
              </a:spcBef>
              <a:buNone/>
            </a:pPr>
            <a:r>
              <a:rPr lang="en-US" altLang="zh-CN" sz="2400" dirty="0">
                <a:ea typeface="宋体" panose="02010600030101010101" pitchFamily="2" charset="-122"/>
              </a:rPr>
              <a:t>    public:</a:t>
            </a:r>
          </a:p>
          <a:p>
            <a:pPr marL="0" fontAlgn="auto">
              <a:lnSpc>
                <a:spcPct val="100000"/>
              </a:lnSpc>
              <a:spcBef>
                <a:spcPts val="0"/>
              </a:spcBef>
              <a:buNone/>
            </a:pPr>
            <a:r>
              <a:rPr lang="en-US" altLang="zh-CN" sz="2400" dirty="0">
                <a:ea typeface="宋体" panose="02010600030101010101" pitchFamily="2" charset="-122"/>
              </a:rPr>
              <a:t>    E element;  </a:t>
            </a:r>
            <a:r>
              <a:rPr lang="en-US" altLang="zh-CN" sz="2400" dirty="0">
                <a:solidFill>
                  <a:srgbClr val="008000"/>
                </a:solidFill>
                <a:ea typeface="宋体" panose="02010600030101010101" pitchFamily="2" charset="-122"/>
              </a:rPr>
              <a:t>//value for this node</a:t>
            </a:r>
          </a:p>
          <a:p>
            <a:pPr marL="0" fontAlgn="auto">
              <a:lnSpc>
                <a:spcPct val="100000"/>
              </a:lnSpc>
              <a:spcBef>
                <a:spcPts val="0"/>
              </a:spcBef>
              <a:buNone/>
            </a:pPr>
            <a:r>
              <a:rPr lang="en-US" altLang="zh-CN" sz="2400" dirty="0">
                <a:ea typeface="宋体" panose="02010600030101010101" pitchFamily="2" charset="-122"/>
              </a:rPr>
              <a:t>    Link *next;   </a:t>
            </a:r>
            <a:r>
              <a:rPr lang="en-US" altLang="zh-CN" sz="2400" dirty="0">
                <a:solidFill>
                  <a:srgbClr val="008000"/>
                </a:solidFill>
                <a:ea typeface="宋体" panose="02010600030101010101" pitchFamily="2" charset="-122"/>
              </a:rPr>
              <a:t>//Pointer to next node in list</a:t>
            </a:r>
          </a:p>
          <a:p>
            <a:pPr marL="0" fontAlgn="auto">
              <a:lnSpc>
                <a:spcPct val="100000"/>
              </a:lnSpc>
              <a:spcBef>
                <a:spcPts val="0"/>
              </a:spcBef>
              <a:buNone/>
            </a:pPr>
            <a:r>
              <a:rPr lang="en-US" altLang="zh-CN" sz="2400" dirty="0">
                <a:ea typeface="宋体" panose="02010600030101010101" pitchFamily="2" charset="-122"/>
              </a:rPr>
              <a:t>    </a:t>
            </a:r>
            <a:r>
              <a:rPr lang="en-US" altLang="zh-CN" sz="2400" dirty="0">
                <a:solidFill>
                  <a:srgbClr val="008000"/>
                </a:solidFill>
                <a:ea typeface="宋体" panose="02010600030101010101" pitchFamily="2" charset="-122"/>
              </a:rPr>
              <a:t>//Constructors</a:t>
            </a:r>
          </a:p>
          <a:p>
            <a:pPr marL="0" fontAlgn="auto">
              <a:lnSpc>
                <a:spcPct val="100000"/>
              </a:lnSpc>
              <a:spcBef>
                <a:spcPts val="0"/>
              </a:spcBef>
              <a:buNone/>
            </a:pPr>
            <a:r>
              <a:rPr lang="en-US" altLang="zh-CN" sz="2400" dirty="0">
                <a:ea typeface="宋体" panose="02010600030101010101" pitchFamily="2" charset="-122"/>
              </a:rPr>
              <a:t>    Link(</a:t>
            </a:r>
            <a:r>
              <a:rPr lang="en-US" altLang="zh-CN" sz="2400" dirty="0" err="1">
                <a:ea typeface="宋体" panose="02010600030101010101" pitchFamily="2" charset="-122"/>
              </a:rPr>
              <a:t>const</a:t>
            </a:r>
            <a:r>
              <a:rPr lang="en-US" altLang="zh-CN" sz="2400" dirty="0">
                <a:ea typeface="宋体" panose="02010600030101010101" pitchFamily="2" charset="-122"/>
              </a:rPr>
              <a:t> E&amp; </a:t>
            </a:r>
            <a:r>
              <a:rPr lang="en-US" altLang="zh-CN" sz="2400" dirty="0" err="1">
                <a:ea typeface="宋体" panose="02010600030101010101" pitchFamily="2" charset="-122"/>
              </a:rPr>
              <a:t>elemval</a:t>
            </a:r>
            <a:r>
              <a:rPr lang="en-US" altLang="zh-CN" sz="2400" dirty="0">
                <a:ea typeface="宋体" panose="02010600030101010101" pitchFamily="2" charset="-122"/>
              </a:rPr>
              <a:t>, Link* </a:t>
            </a:r>
            <a:r>
              <a:rPr lang="en-US" altLang="zh-CN" sz="2400" dirty="0" err="1">
                <a:ea typeface="宋体" panose="02010600030101010101" pitchFamily="2" charset="-122"/>
              </a:rPr>
              <a:t>nextval</a:t>
            </a:r>
            <a:r>
              <a:rPr lang="en-US" altLang="zh-CN" sz="2400" dirty="0">
                <a:ea typeface="宋体" panose="02010600030101010101" pitchFamily="2" charset="-122"/>
              </a:rPr>
              <a:t> =NULL)</a:t>
            </a:r>
          </a:p>
          <a:p>
            <a:pPr marL="0" fontAlgn="auto">
              <a:lnSpc>
                <a:spcPct val="100000"/>
              </a:lnSpc>
              <a:spcBef>
                <a:spcPts val="0"/>
              </a:spcBef>
              <a:buNone/>
            </a:pPr>
            <a:r>
              <a:rPr lang="en-US" altLang="zh-CN" sz="2400" dirty="0">
                <a:ea typeface="宋体" panose="02010600030101010101" pitchFamily="2" charset="-122"/>
              </a:rPr>
              <a:t>    {	element = </a:t>
            </a:r>
            <a:r>
              <a:rPr lang="en-US" altLang="zh-CN" sz="2400" dirty="0" err="1">
                <a:ea typeface="宋体" panose="02010600030101010101" pitchFamily="2" charset="-122"/>
              </a:rPr>
              <a:t>elemval</a:t>
            </a:r>
            <a:r>
              <a:rPr lang="en-US" altLang="zh-CN" sz="2400" dirty="0">
                <a:ea typeface="宋体" panose="02010600030101010101" pitchFamily="2" charset="-122"/>
              </a:rPr>
              <a:t>;  next = </a:t>
            </a:r>
            <a:r>
              <a:rPr lang="en-US" altLang="zh-CN" sz="2400" dirty="0" err="1">
                <a:ea typeface="宋体" panose="02010600030101010101" pitchFamily="2" charset="-122"/>
              </a:rPr>
              <a:t>nextval</a:t>
            </a:r>
            <a:r>
              <a:rPr lang="en-US" altLang="zh-CN" sz="2400" dirty="0">
                <a:ea typeface="宋体" panose="02010600030101010101" pitchFamily="2" charset="-122"/>
              </a:rPr>
              <a:t>; }</a:t>
            </a:r>
          </a:p>
          <a:p>
            <a:pPr marL="0" fontAlgn="auto">
              <a:lnSpc>
                <a:spcPct val="100000"/>
              </a:lnSpc>
              <a:spcBef>
                <a:spcPts val="0"/>
              </a:spcBef>
              <a:buNone/>
            </a:pPr>
            <a:r>
              <a:rPr lang="en-US" altLang="zh-CN" sz="2400" dirty="0">
                <a:ea typeface="宋体" panose="02010600030101010101" pitchFamily="2" charset="-122"/>
              </a:rPr>
              <a:t>    Link(Link* </a:t>
            </a:r>
            <a:r>
              <a:rPr lang="en-US" altLang="zh-CN" sz="2400" dirty="0" err="1">
                <a:ea typeface="宋体" panose="02010600030101010101" pitchFamily="2" charset="-122"/>
              </a:rPr>
              <a:t>nextval</a:t>
            </a:r>
            <a:r>
              <a:rPr lang="en-US" altLang="zh-CN" sz="2400" dirty="0">
                <a:ea typeface="宋体" panose="02010600030101010101" pitchFamily="2" charset="-122"/>
              </a:rPr>
              <a:t> =NULL)</a:t>
            </a:r>
          </a:p>
          <a:p>
            <a:pPr marL="0" fontAlgn="auto">
              <a:lnSpc>
                <a:spcPct val="100000"/>
              </a:lnSpc>
              <a:spcBef>
                <a:spcPts val="0"/>
              </a:spcBef>
              <a:buNone/>
            </a:pPr>
            <a:r>
              <a:rPr lang="en-US" altLang="zh-CN" sz="2400" dirty="0">
                <a:ea typeface="宋体" panose="02010600030101010101" pitchFamily="2" charset="-122"/>
              </a:rPr>
              <a:t>    { next = </a:t>
            </a:r>
            <a:r>
              <a:rPr lang="en-US" altLang="zh-CN" sz="2400" dirty="0" err="1">
                <a:ea typeface="宋体" panose="02010600030101010101" pitchFamily="2" charset="-122"/>
              </a:rPr>
              <a:t>nextval</a:t>
            </a:r>
            <a:r>
              <a:rPr lang="en-US" altLang="zh-CN" sz="2400" dirty="0">
                <a:ea typeface="宋体" panose="02010600030101010101" pitchFamily="2" charset="-122"/>
              </a:rPr>
              <a:t>; }</a:t>
            </a:r>
          </a:p>
          <a:p>
            <a:pPr marL="0" fontAlgn="auto">
              <a:lnSpc>
                <a:spcPct val="100000"/>
              </a:lnSpc>
              <a:spcBef>
                <a:spcPts val="0"/>
              </a:spcBef>
              <a:buNone/>
            </a:pPr>
            <a:r>
              <a:rPr lang="en-US" altLang="zh-CN" sz="2400" dirty="0">
                <a:ea typeface="宋体" panose="02010600030101010101" pitchFamily="2" charset="-122"/>
              </a:rPr>
              <a:t>};</a:t>
            </a:r>
          </a:p>
        </p:txBody>
      </p:sp>
      <p:sp>
        <p:nvSpPr>
          <p:cNvPr id="21508" name="Slide Number Placeholder 3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557530" indent="-21463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857250" indent="-1714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200150" indent="-1714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1543050" indent="-1714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1885950" indent="-1714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228850" indent="-1714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2571750" indent="-1714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2914650" indent="-1714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fld id="{9EF163A8-F4A2-4371-8360-1A5B1D61D940}" type="slidenum">
              <a:rPr lang="en-US" altLang="zh-CN" sz="770" smtClean="0"/>
              <a:pPr/>
              <a:t>15</a:t>
            </a:fld>
            <a:endParaRPr lang="en-US" altLang="zh-CN" sz="770"/>
          </a:p>
        </p:txBody>
      </p:sp>
      <p:sp>
        <p:nvSpPr>
          <p:cNvPr id="2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fld id="{DE1A4A54-7651-4F93-B46B-BC17541CDD99}" type="datetime1">
              <a:rPr lang="zh-CN" altLang="en-US" sz="770" smtClean="0"/>
              <a:pPr>
                <a:defRPr/>
              </a:pPr>
              <a:t>2025/12/16</a:t>
            </a:fld>
            <a:endParaRPr lang="zh-CN" altLang="en-US" sz="770"/>
          </a:p>
        </p:txBody>
      </p:sp>
      <p:sp>
        <p:nvSpPr>
          <p:cNvPr id="3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altLang="zh-CN" sz="770"/>
              <a:t>Stacks and Queues - Lecture 6</a:t>
            </a:r>
          </a:p>
        </p:txBody>
      </p:sp>
      <p:grpSp>
        <p:nvGrpSpPr>
          <p:cNvPr id="1279" name="组合 1278"/>
          <p:cNvGrpSpPr/>
          <p:nvPr/>
        </p:nvGrpSpPr>
        <p:grpSpPr>
          <a:xfrm>
            <a:off x="7763935" y="5163803"/>
            <a:ext cx="893233" cy="990600"/>
            <a:chOff x="2084388" y="1965325"/>
            <a:chExt cx="669925" cy="742950"/>
          </a:xfrm>
          <a:solidFill>
            <a:srgbClr val="1E7AB6"/>
          </a:solidFill>
        </p:grpSpPr>
        <p:sp>
          <p:nvSpPr>
            <p:cNvPr id="12811" name="Freeform 523"/>
            <p:cNvSpPr/>
            <p:nvPr>
              <p:custDataLst>
                <p:tags r:id="rId5"/>
              </p:custDataLst>
            </p:nvPr>
          </p:nvSpPr>
          <p:spPr bwMode="auto">
            <a:xfrm>
              <a:off x="2165351" y="2058988"/>
              <a:ext cx="85725" cy="117475"/>
            </a:xfrm>
            <a:custGeom>
              <a:avLst/>
              <a:gdLst/>
              <a:ahLst/>
              <a:cxnLst>
                <a:cxn ang="0">
                  <a:pos x="209" y="0"/>
                </a:cxn>
                <a:cxn ang="0">
                  <a:pos x="209" y="0"/>
                </a:cxn>
                <a:cxn ang="0">
                  <a:pos x="202" y="2"/>
                </a:cxn>
                <a:cxn ang="0">
                  <a:pos x="197" y="5"/>
                </a:cxn>
                <a:cxn ang="0">
                  <a:pos x="192" y="9"/>
                </a:cxn>
                <a:cxn ang="0">
                  <a:pos x="187" y="14"/>
                </a:cxn>
                <a:cxn ang="0">
                  <a:pos x="178" y="24"/>
                </a:cxn>
                <a:cxn ang="0">
                  <a:pos x="170" y="36"/>
                </a:cxn>
                <a:cxn ang="0">
                  <a:pos x="170" y="36"/>
                </a:cxn>
                <a:cxn ang="0">
                  <a:pos x="153" y="58"/>
                </a:cxn>
                <a:cxn ang="0">
                  <a:pos x="136" y="82"/>
                </a:cxn>
                <a:cxn ang="0">
                  <a:pos x="99" y="126"/>
                </a:cxn>
                <a:cxn ang="0">
                  <a:pos x="99" y="126"/>
                </a:cxn>
                <a:cxn ang="0">
                  <a:pos x="68" y="166"/>
                </a:cxn>
                <a:cxn ang="0">
                  <a:pos x="52" y="185"/>
                </a:cxn>
                <a:cxn ang="0">
                  <a:pos x="39" y="206"/>
                </a:cxn>
                <a:cxn ang="0">
                  <a:pos x="39" y="206"/>
                </a:cxn>
                <a:cxn ang="0">
                  <a:pos x="26" y="226"/>
                </a:cxn>
                <a:cxn ang="0">
                  <a:pos x="14" y="245"/>
                </a:cxn>
                <a:cxn ang="0">
                  <a:pos x="9" y="257"/>
                </a:cxn>
                <a:cxn ang="0">
                  <a:pos x="4" y="268"/>
                </a:cxn>
                <a:cxn ang="0">
                  <a:pos x="1" y="279"/>
                </a:cxn>
                <a:cxn ang="0">
                  <a:pos x="0" y="290"/>
                </a:cxn>
                <a:cxn ang="0">
                  <a:pos x="0" y="290"/>
                </a:cxn>
                <a:cxn ang="0">
                  <a:pos x="0" y="293"/>
                </a:cxn>
                <a:cxn ang="0">
                  <a:pos x="1" y="294"/>
                </a:cxn>
                <a:cxn ang="0">
                  <a:pos x="2" y="295"/>
                </a:cxn>
                <a:cxn ang="0">
                  <a:pos x="5" y="296"/>
                </a:cxn>
                <a:cxn ang="0">
                  <a:pos x="9" y="294"/>
                </a:cxn>
                <a:cxn ang="0">
                  <a:pos x="10" y="293"/>
                </a:cxn>
                <a:cxn ang="0">
                  <a:pos x="10" y="290"/>
                </a:cxn>
                <a:cxn ang="0">
                  <a:pos x="10" y="290"/>
                </a:cxn>
                <a:cxn ang="0">
                  <a:pos x="13" y="279"/>
                </a:cxn>
                <a:cxn ang="0">
                  <a:pos x="15" y="269"/>
                </a:cxn>
                <a:cxn ang="0">
                  <a:pos x="19" y="260"/>
                </a:cxn>
                <a:cxn ang="0">
                  <a:pos x="25" y="249"/>
                </a:cxn>
                <a:cxn ang="0">
                  <a:pos x="36" y="230"/>
                </a:cxn>
                <a:cxn ang="0">
                  <a:pos x="48" y="211"/>
                </a:cxn>
                <a:cxn ang="0">
                  <a:pos x="48" y="211"/>
                </a:cxn>
                <a:cxn ang="0">
                  <a:pos x="62" y="192"/>
                </a:cxn>
                <a:cxn ang="0">
                  <a:pos x="77" y="172"/>
                </a:cxn>
                <a:cxn ang="0">
                  <a:pos x="107" y="134"/>
                </a:cxn>
                <a:cxn ang="0">
                  <a:pos x="107" y="134"/>
                </a:cxn>
                <a:cxn ang="0">
                  <a:pos x="121" y="117"/>
                </a:cxn>
                <a:cxn ang="0">
                  <a:pos x="136" y="99"/>
                </a:cxn>
                <a:cxn ang="0">
                  <a:pos x="163" y="62"/>
                </a:cxn>
                <a:cxn ang="0">
                  <a:pos x="163" y="62"/>
                </a:cxn>
                <a:cxn ang="0">
                  <a:pos x="174" y="49"/>
                </a:cxn>
                <a:cxn ang="0">
                  <a:pos x="185" y="32"/>
                </a:cxn>
                <a:cxn ang="0">
                  <a:pos x="191" y="24"/>
                </a:cxn>
                <a:cxn ang="0">
                  <a:pos x="197" y="18"/>
                </a:cxn>
                <a:cxn ang="0">
                  <a:pos x="205" y="14"/>
                </a:cxn>
                <a:cxn ang="0">
                  <a:pos x="212" y="10"/>
                </a:cxn>
                <a:cxn ang="0">
                  <a:pos x="212" y="10"/>
                </a:cxn>
                <a:cxn ang="0">
                  <a:pos x="214" y="10"/>
                </a:cxn>
                <a:cxn ang="0">
                  <a:pos x="216" y="7"/>
                </a:cxn>
                <a:cxn ang="0">
                  <a:pos x="216" y="4"/>
                </a:cxn>
                <a:cxn ang="0">
                  <a:pos x="213" y="1"/>
                </a:cxn>
                <a:cxn ang="0">
                  <a:pos x="212" y="0"/>
                </a:cxn>
                <a:cxn ang="0">
                  <a:pos x="209" y="0"/>
                </a:cxn>
                <a:cxn ang="0">
                  <a:pos x="209" y="0"/>
                </a:cxn>
              </a:cxnLst>
              <a:rect l="0" t="0" r="r" b="b"/>
              <a:pathLst>
                <a:path w="216" h="296">
                  <a:moveTo>
                    <a:pt x="209" y="0"/>
                  </a:moveTo>
                  <a:lnTo>
                    <a:pt x="209" y="0"/>
                  </a:lnTo>
                  <a:lnTo>
                    <a:pt x="202" y="2"/>
                  </a:lnTo>
                  <a:lnTo>
                    <a:pt x="197" y="5"/>
                  </a:lnTo>
                  <a:lnTo>
                    <a:pt x="192" y="9"/>
                  </a:lnTo>
                  <a:lnTo>
                    <a:pt x="187" y="14"/>
                  </a:lnTo>
                  <a:lnTo>
                    <a:pt x="178" y="24"/>
                  </a:lnTo>
                  <a:lnTo>
                    <a:pt x="170" y="36"/>
                  </a:lnTo>
                  <a:lnTo>
                    <a:pt x="170" y="36"/>
                  </a:lnTo>
                  <a:lnTo>
                    <a:pt x="153" y="58"/>
                  </a:lnTo>
                  <a:lnTo>
                    <a:pt x="136" y="82"/>
                  </a:lnTo>
                  <a:lnTo>
                    <a:pt x="99" y="126"/>
                  </a:lnTo>
                  <a:lnTo>
                    <a:pt x="99" y="126"/>
                  </a:lnTo>
                  <a:lnTo>
                    <a:pt x="68" y="166"/>
                  </a:lnTo>
                  <a:lnTo>
                    <a:pt x="52" y="185"/>
                  </a:lnTo>
                  <a:lnTo>
                    <a:pt x="39" y="206"/>
                  </a:lnTo>
                  <a:lnTo>
                    <a:pt x="39" y="206"/>
                  </a:lnTo>
                  <a:lnTo>
                    <a:pt x="26" y="226"/>
                  </a:lnTo>
                  <a:lnTo>
                    <a:pt x="14" y="245"/>
                  </a:lnTo>
                  <a:lnTo>
                    <a:pt x="9" y="257"/>
                  </a:lnTo>
                  <a:lnTo>
                    <a:pt x="4" y="268"/>
                  </a:lnTo>
                  <a:lnTo>
                    <a:pt x="1" y="279"/>
                  </a:lnTo>
                  <a:lnTo>
                    <a:pt x="0" y="290"/>
                  </a:lnTo>
                  <a:lnTo>
                    <a:pt x="0" y="290"/>
                  </a:lnTo>
                  <a:lnTo>
                    <a:pt x="0" y="293"/>
                  </a:lnTo>
                  <a:lnTo>
                    <a:pt x="1" y="294"/>
                  </a:lnTo>
                  <a:lnTo>
                    <a:pt x="2" y="295"/>
                  </a:lnTo>
                  <a:lnTo>
                    <a:pt x="5" y="296"/>
                  </a:lnTo>
                  <a:lnTo>
                    <a:pt x="9" y="294"/>
                  </a:lnTo>
                  <a:lnTo>
                    <a:pt x="10" y="293"/>
                  </a:lnTo>
                  <a:lnTo>
                    <a:pt x="10" y="290"/>
                  </a:lnTo>
                  <a:lnTo>
                    <a:pt x="10" y="290"/>
                  </a:lnTo>
                  <a:lnTo>
                    <a:pt x="13" y="279"/>
                  </a:lnTo>
                  <a:lnTo>
                    <a:pt x="15" y="269"/>
                  </a:lnTo>
                  <a:lnTo>
                    <a:pt x="19" y="260"/>
                  </a:lnTo>
                  <a:lnTo>
                    <a:pt x="25" y="249"/>
                  </a:lnTo>
                  <a:lnTo>
                    <a:pt x="36" y="230"/>
                  </a:lnTo>
                  <a:lnTo>
                    <a:pt x="48" y="211"/>
                  </a:lnTo>
                  <a:lnTo>
                    <a:pt x="48" y="211"/>
                  </a:lnTo>
                  <a:lnTo>
                    <a:pt x="62" y="192"/>
                  </a:lnTo>
                  <a:lnTo>
                    <a:pt x="77" y="172"/>
                  </a:lnTo>
                  <a:lnTo>
                    <a:pt x="107" y="134"/>
                  </a:lnTo>
                  <a:lnTo>
                    <a:pt x="107" y="134"/>
                  </a:lnTo>
                  <a:lnTo>
                    <a:pt x="121" y="117"/>
                  </a:lnTo>
                  <a:lnTo>
                    <a:pt x="136" y="99"/>
                  </a:lnTo>
                  <a:lnTo>
                    <a:pt x="163" y="62"/>
                  </a:lnTo>
                  <a:lnTo>
                    <a:pt x="163" y="62"/>
                  </a:lnTo>
                  <a:lnTo>
                    <a:pt x="174" y="49"/>
                  </a:lnTo>
                  <a:lnTo>
                    <a:pt x="185" y="32"/>
                  </a:lnTo>
                  <a:lnTo>
                    <a:pt x="191" y="24"/>
                  </a:lnTo>
                  <a:lnTo>
                    <a:pt x="197" y="18"/>
                  </a:lnTo>
                  <a:lnTo>
                    <a:pt x="205" y="14"/>
                  </a:lnTo>
                  <a:lnTo>
                    <a:pt x="212" y="10"/>
                  </a:lnTo>
                  <a:lnTo>
                    <a:pt x="212" y="10"/>
                  </a:lnTo>
                  <a:lnTo>
                    <a:pt x="214" y="10"/>
                  </a:lnTo>
                  <a:lnTo>
                    <a:pt x="216" y="7"/>
                  </a:lnTo>
                  <a:lnTo>
                    <a:pt x="216" y="4"/>
                  </a:lnTo>
                  <a:lnTo>
                    <a:pt x="213" y="1"/>
                  </a:lnTo>
                  <a:lnTo>
                    <a:pt x="212" y="0"/>
                  </a:lnTo>
                  <a:lnTo>
                    <a:pt x="209" y="0"/>
                  </a:lnTo>
                  <a:lnTo>
                    <a:pt x="209" y="0"/>
                  </a:lnTo>
                  <a:close/>
                </a:path>
              </a:pathLst>
            </a:custGeom>
            <a:ln>
              <a:solidFill>
                <a:schemeClr val="accent1">
                  <a:alpha val="35000"/>
                </a:schemeClr>
              </a:solidFill>
            </a:ln>
          </p:spPr>
          <p:style>
            <a:lnRef idx="0">
              <a:srgbClr val="FFFFFF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12" name="Freeform 524"/>
            <p:cNvSpPr/>
            <p:nvPr>
              <p:custDataLst>
                <p:tags r:id="rId6"/>
              </p:custDataLst>
            </p:nvPr>
          </p:nvSpPr>
          <p:spPr bwMode="auto">
            <a:xfrm>
              <a:off x="2173288" y="2065338"/>
              <a:ext cx="122238" cy="155575"/>
            </a:xfrm>
            <a:custGeom>
              <a:avLst/>
              <a:gdLst/>
              <a:ahLst/>
              <a:cxnLst>
                <a:cxn ang="0">
                  <a:pos x="300" y="1"/>
                </a:cxn>
                <a:cxn ang="0">
                  <a:pos x="300" y="1"/>
                </a:cxn>
                <a:cxn ang="0">
                  <a:pos x="289" y="6"/>
                </a:cxn>
                <a:cxn ang="0">
                  <a:pos x="280" y="14"/>
                </a:cxn>
                <a:cxn ang="0">
                  <a:pos x="271" y="23"/>
                </a:cxn>
                <a:cxn ang="0">
                  <a:pos x="262" y="33"/>
                </a:cxn>
                <a:cxn ang="0">
                  <a:pos x="245" y="52"/>
                </a:cxn>
                <a:cxn ang="0">
                  <a:pos x="229" y="72"/>
                </a:cxn>
                <a:cxn ang="0">
                  <a:pos x="229" y="72"/>
                </a:cxn>
                <a:cxn ang="0">
                  <a:pos x="208" y="95"/>
                </a:cxn>
                <a:cxn ang="0">
                  <a:pos x="188" y="119"/>
                </a:cxn>
                <a:cxn ang="0">
                  <a:pos x="170" y="145"/>
                </a:cxn>
                <a:cxn ang="0">
                  <a:pos x="153" y="171"/>
                </a:cxn>
                <a:cxn ang="0">
                  <a:pos x="153" y="171"/>
                </a:cxn>
                <a:cxn ang="0">
                  <a:pos x="113" y="230"/>
                </a:cxn>
                <a:cxn ang="0">
                  <a:pos x="92" y="260"/>
                </a:cxn>
                <a:cxn ang="0">
                  <a:pos x="69" y="289"/>
                </a:cxn>
                <a:cxn ang="0">
                  <a:pos x="69" y="289"/>
                </a:cxn>
                <a:cxn ang="0">
                  <a:pos x="52" y="312"/>
                </a:cxn>
                <a:cxn ang="0">
                  <a:pos x="35" y="336"/>
                </a:cxn>
                <a:cxn ang="0">
                  <a:pos x="1" y="383"/>
                </a:cxn>
                <a:cxn ang="0">
                  <a:pos x="1" y="383"/>
                </a:cxn>
                <a:cxn ang="0">
                  <a:pos x="0" y="386"/>
                </a:cxn>
                <a:cxn ang="0">
                  <a:pos x="0" y="388"/>
                </a:cxn>
                <a:cxn ang="0">
                  <a:pos x="1" y="390"/>
                </a:cxn>
                <a:cxn ang="0">
                  <a:pos x="3" y="391"/>
                </a:cxn>
                <a:cxn ang="0">
                  <a:pos x="7" y="392"/>
                </a:cxn>
                <a:cxn ang="0">
                  <a:pos x="9" y="391"/>
                </a:cxn>
                <a:cxn ang="0">
                  <a:pos x="10" y="390"/>
                </a:cxn>
                <a:cxn ang="0">
                  <a:pos x="10" y="390"/>
                </a:cxn>
                <a:cxn ang="0">
                  <a:pos x="44" y="343"/>
                </a:cxn>
                <a:cxn ang="0">
                  <a:pos x="60" y="320"/>
                </a:cxn>
                <a:cxn ang="0">
                  <a:pos x="77" y="297"/>
                </a:cxn>
                <a:cxn ang="0">
                  <a:pos x="77" y="297"/>
                </a:cxn>
                <a:cxn ang="0">
                  <a:pos x="113" y="251"/>
                </a:cxn>
                <a:cxn ang="0">
                  <a:pos x="130" y="226"/>
                </a:cxn>
                <a:cxn ang="0">
                  <a:pos x="145" y="203"/>
                </a:cxn>
                <a:cxn ang="0">
                  <a:pos x="145" y="203"/>
                </a:cxn>
                <a:cxn ang="0">
                  <a:pos x="164" y="174"/>
                </a:cxn>
                <a:cxn ang="0">
                  <a:pos x="183" y="146"/>
                </a:cxn>
                <a:cxn ang="0">
                  <a:pos x="203" y="120"/>
                </a:cxn>
                <a:cxn ang="0">
                  <a:pos x="224" y="94"/>
                </a:cxn>
                <a:cxn ang="0">
                  <a:pos x="224" y="94"/>
                </a:cxn>
                <a:cxn ang="0">
                  <a:pos x="243" y="72"/>
                </a:cxn>
                <a:cxn ang="0">
                  <a:pos x="263" y="51"/>
                </a:cxn>
                <a:cxn ang="0">
                  <a:pos x="263" y="51"/>
                </a:cxn>
                <a:cxn ang="0">
                  <a:pos x="283" y="29"/>
                </a:cxn>
                <a:cxn ang="0">
                  <a:pos x="293" y="18"/>
                </a:cxn>
                <a:cxn ang="0">
                  <a:pos x="300" y="14"/>
                </a:cxn>
                <a:cxn ang="0">
                  <a:pos x="306" y="10"/>
                </a:cxn>
                <a:cxn ang="0">
                  <a:pos x="306" y="10"/>
                </a:cxn>
                <a:cxn ang="0">
                  <a:pos x="307" y="9"/>
                </a:cxn>
                <a:cxn ang="0">
                  <a:pos x="309" y="8"/>
                </a:cxn>
                <a:cxn ang="0">
                  <a:pos x="309" y="5"/>
                </a:cxn>
                <a:cxn ang="0">
                  <a:pos x="307" y="4"/>
                </a:cxn>
                <a:cxn ang="0">
                  <a:pos x="305" y="1"/>
                </a:cxn>
                <a:cxn ang="0">
                  <a:pos x="302" y="0"/>
                </a:cxn>
                <a:cxn ang="0">
                  <a:pos x="300" y="1"/>
                </a:cxn>
                <a:cxn ang="0">
                  <a:pos x="300" y="1"/>
                </a:cxn>
              </a:cxnLst>
              <a:rect l="0" t="0" r="r" b="b"/>
              <a:pathLst>
                <a:path w="309" h="392">
                  <a:moveTo>
                    <a:pt x="300" y="1"/>
                  </a:moveTo>
                  <a:lnTo>
                    <a:pt x="300" y="1"/>
                  </a:lnTo>
                  <a:lnTo>
                    <a:pt x="289" y="6"/>
                  </a:lnTo>
                  <a:lnTo>
                    <a:pt x="280" y="14"/>
                  </a:lnTo>
                  <a:lnTo>
                    <a:pt x="271" y="23"/>
                  </a:lnTo>
                  <a:lnTo>
                    <a:pt x="262" y="33"/>
                  </a:lnTo>
                  <a:lnTo>
                    <a:pt x="245" y="52"/>
                  </a:lnTo>
                  <a:lnTo>
                    <a:pt x="229" y="72"/>
                  </a:lnTo>
                  <a:lnTo>
                    <a:pt x="229" y="72"/>
                  </a:lnTo>
                  <a:lnTo>
                    <a:pt x="208" y="95"/>
                  </a:lnTo>
                  <a:lnTo>
                    <a:pt x="188" y="119"/>
                  </a:lnTo>
                  <a:lnTo>
                    <a:pt x="170" y="145"/>
                  </a:lnTo>
                  <a:lnTo>
                    <a:pt x="153" y="171"/>
                  </a:lnTo>
                  <a:lnTo>
                    <a:pt x="153" y="171"/>
                  </a:lnTo>
                  <a:lnTo>
                    <a:pt x="113" y="230"/>
                  </a:lnTo>
                  <a:lnTo>
                    <a:pt x="92" y="260"/>
                  </a:lnTo>
                  <a:lnTo>
                    <a:pt x="69" y="289"/>
                  </a:lnTo>
                  <a:lnTo>
                    <a:pt x="69" y="289"/>
                  </a:lnTo>
                  <a:lnTo>
                    <a:pt x="52" y="312"/>
                  </a:lnTo>
                  <a:lnTo>
                    <a:pt x="35" y="336"/>
                  </a:lnTo>
                  <a:lnTo>
                    <a:pt x="1" y="383"/>
                  </a:lnTo>
                  <a:lnTo>
                    <a:pt x="1" y="383"/>
                  </a:lnTo>
                  <a:lnTo>
                    <a:pt x="0" y="386"/>
                  </a:lnTo>
                  <a:lnTo>
                    <a:pt x="0" y="388"/>
                  </a:lnTo>
                  <a:lnTo>
                    <a:pt x="1" y="390"/>
                  </a:lnTo>
                  <a:lnTo>
                    <a:pt x="3" y="391"/>
                  </a:lnTo>
                  <a:lnTo>
                    <a:pt x="7" y="392"/>
                  </a:lnTo>
                  <a:lnTo>
                    <a:pt x="9" y="391"/>
                  </a:lnTo>
                  <a:lnTo>
                    <a:pt x="10" y="390"/>
                  </a:lnTo>
                  <a:lnTo>
                    <a:pt x="10" y="390"/>
                  </a:lnTo>
                  <a:lnTo>
                    <a:pt x="44" y="343"/>
                  </a:lnTo>
                  <a:lnTo>
                    <a:pt x="60" y="320"/>
                  </a:lnTo>
                  <a:lnTo>
                    <a:pt x="77" y="297"/>
                  </a:lnTo>
                  <a:lnTo>
                    <a:pt x="77" y="297"/>
                  </a:lnTo>
                  <a:lnTo>
                    <a:pt x="113" y="251"/>
                  </a:lnTo>
                  <a:lnTo>
                    <a:pt x="130" y="226"/>
                  </a:lnTo>
                  <a:lnTo>
                    <a:pt x="145" y="203"/>
                  </a:lnTo>
                  <a:lnTo>
                    <a:pt x="145" y="203"/>
                  </a:lnTo>
                  <a:lnTo>
                    <a:pt x="164" y="174"/>
                  </a:lnTo>
                  <a:lnTo>
                    <a:pt x="183" y="146"/>
                  </a:lnTo>
                  <a:lnTo>
                    <a:pt x="203" y="120"/>
                  </a:lnTo>
                  <a:lnTo>
                    <a:pt x="224" y="94"/>
                  </a:lnTo>
                  <a:lnTo>
                    <a:pt x="224" y="94"/>
                  </a:lnTo>
                  <a:lnTo>
                    <a:pt x="243" y="72"/>
                  </a:lnTo>
                  <a:lnTo>
                    <a:pt x="263" y="51"/>
                  </a:lnTo>
                  <a:lnTo>
                    <a:pt x="263" y="51"/>
                  </a:lnTo>
                  <a:lnTo>
                    <a:pt x="283" y="29"/>
                  </a:lnTo>
                  <a:lnTo>
                    <a:pt x="293" y="18"/>
                  </a:lnTo>
                  <a:lnTo>
                    <a:pt x="300" y="14"/>
                  </a:lnTo>
                  <a:lnTo>
                    <a:pt x="306" y="10"/>
                  </a:lnTo>
                  <a:lnTo>
                    <a:pt x="306" y="10"/>
                  </a:lnTo>
                  <a:lnTo>
                    <a:pt x="307" y="9"/>
                  </a:lnTo>
                  <a:lnTo>
                    <a:pt x="309" y="8"/>
                  </a:lnTo>
                  <a:lnTo>
                    <a:pt x="309" y="5"/>
                  </a:lnTo>
                  <a:lnTo>
                    <a:pt x="307" y="4"/>
                  </a:lnTo>
                  <a:lnTo>
                    <a:pt x="305" y="1"/>
                  </a:lnTo>
                  <a:lnTo>
                    <a:pt x="302" y="0"/>
                  </a:lnTo>
                  <a:lnTo>
                    <a:pt x="300" y="1"/>
                  </a:lnTo>
                  <a:lnTo>
                    <a:pt x="300" y="1"/>
                  </a:lnTo>
                  <a:close/>
                </a:path>
              </a:pathLst>
            </a:custGeom>
            <a:ln>
              <a:solidFill>
                <a:schemeClr val="accent1">
                  <a:alpha val="35000"/>
                </a:schemeClr>
              </a:solidFill>
            </a:ln>
          </p:spPr>
          <p:style>
            <a:lnRef idx="0">
              <a:srgbClr val="FFFFFF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13" name="Freeform 525"/>
            <p:cNvSpPr/>
            <p:nvPr>
              <p:custDataLst>
                <p:tags r:id="rId7"/>
              </p:custDataLst>
            </p:nvPr>
          </p:nvSpPr>
          <p:spPr bwMode="auto">
            <a:xfrm>
              <a:off x="2217738" y="2063750"/>
              <a:ext cx="133350" cy="182563"/>
            </a:xfrm>
            <a:custGeom>
              <a:avLst/>
              <a:gdLst/>
              <a:ahLst/>
              <a:cxnLst>
                <a:cxn ang="0">
                  <a:pos x="325" y="3"/>
                </a:cxn>
                <a:cxn ang="0">
                  <a:pos x="251" y="78"/>
                </a:cxn>
                <a:cxn ang="0">
                  <a:pos x="229" y="105"/>
                </a:cxn>
                <a:cxn ang="0">
                  <a:pos x="192" y="158"/>
                </a:cxn>
                <a:cxn ang="0">
                  <a:pos x="160" y="213"/>
                </a:cxn>
                <a:cxn ang="0">
                  <a:pos x="139" y="243"/>
                </a:cxn>
                <a:cxn ang="0">
                  <a:pos x="92" y="301"/>
                </a:cxn>
                <a:cxn ang="0">
                  <a:pos x="71" y="331"/>
                </a:cxn>
                <a:cxn ang="0">
                  <a:pos x="55" y="362"/>
                </a:cxn>
                <a:cxn ang="0">
                  <a:pos x="37" y="391"/>
                </a:cxn>
                <a:cxn ang="0">
                  <a:pos x="29" y="405"/>
                </a:cxn>
                <a:cxn ang="0">
                  <a:pos x="17" y="429"/>
                </a:cxn>
                <a:cxn ang="0">
                  <a:pos x="8" y="442"/>
                </a:cxn>
                <a:cxn ang="0">
                  <a:pos x="3" y="446"/>
                </a:cxn>
                <a:cxn ang="0">
                  <a:pos x="0" y="450"/>
                </a:cxn>
                <a:cxn ang="0">
                  <a:pos x="4" y="456"/>
                </a:cxn>
                <a:cxn ang="0">
                  <a:pos x="8" y="456"/>
                </a:cxn>
                <a:cxn ang="0">
                  <a:pos x="13" y="452"/>
                </a:cxn>
                <a:cxn ang="0">
                  <a:pos x="25" y="435"/>
                </a:cxn>
                <a:cxn ang="0">
                  <a:pos x="41" y="408"/>
                </a:cxn>
                <a:cxn ang="0">
                  <a:pos x="56" y="382"/>
                </a:cxn>
                <a:cxn ang="0">
                  <a:pos x="88" y="330"/>
                </a:cxn>
                <a:cxn ang="0">
                  <a:pos x="100" y="313"/>
                </a:cxn>
                <a:cxn ang="0">
                  <a:pos x="137" y="268"/>
                </a:cxn>
                <a:cxn ang="0">
                  <a:pos x="149" y="252"/>
                </a:cxn>
                <a:cxn ang="0">
                  <a:pos x="187" y="190"/>
                </a:cxn>
                <a:cxn ang="0">
                  <a:pos x="226" y="128"/>
                </a:cxn>
                <a:cxn ang="0">
                  <a:pos x="238" y="111"/>
                </a:cxn>
                <a:cxn ang="0">
                  <a:pos x="276" y="67"/>
                </a:cxn>
                <a:cxn ang="0">
                  <a:pos x="332" y="10"/>
                </a:cxn>
                <a:cxn ang="0">
                  <a:pos x="334" y="8"/>
                </a:cxn>
                <a:cxn ang="0">
                  <a:pos x="332" y="3"/>
                </a:cxn>
                <a:cxn ang="0">
                  <a:pos x="327" y="1"/>
                </a:cxn>
                <a:cxn ang="0">
                  <a:pos x="325" y="3"/>
                </a:cxn>
              </a:cxnLst>
              <a:rect l="0" t="0" r="r" b="b"/>
              <a:pathLst>
                <a:path w="334" h="458">
                  <a:moveTo>
                    <a:pt x="325" y="3"/>
                  </a:moveTo>
                  <a:lnTo>
                    <a:pt x="325" y="3"/>
                  </a:lnTo>
                  <a:lnTo>
                    <a:pt x="275" y="52"/>
                  </a:lnTo>
                  <a:lnTo>
                    <a:pt x="251" y="78"/>
                  </a:lnTo>
                  <a:lnTo>
                    <a:pt x="229" y="105"/>
                  </a:lnTo>
                  <a:lnTo>
                    <a:pt x="229" y="105"/>
                  </a:lnTo>
                  <a:lnTo>
                    <a:pt x="209" y="131"/>
                  </a:lnTo>
                  <a:lnTo>
                    <a:pt x="192" y="158"/>
                  </a:lnTo>
                  <a:lnTo>
                    <a:pt x="160" y="213"/>
                  </a:lnTo>
                  <a:lnTo>
                    <a:pt x="160" y="213"/>
                  </a:lnTo>
                  <a:lnTo>
                    <a:pt x="151" y="229"/>
                  </a:lnTo>
                  <a:lnTo>
                    <a:pt x="139" y="243"/>
                  </a:lnTo>
                  <a:lnTo>
                    <a:pt x="115" y="272"/>
                  </a:lnTo>
                  <a:lnTo>
                    <a:pt x="92" y="301"/>
                  </a:lnTo>
                  <a:lnTo>
                    <a:pt x="81" y="316"/>
                  </a:lnTo>
                  <a:lnTo>
                    <a:pt x="71" y="331"/>
                  </a:lnTo>
                  <a:lnTo>
                    <a:pt x="71" y="331"/>
                  </a:lnTo>
                  <a:lnTo>
                    <a:pt x="55" y="362"/>
                  </a:lnTo>
                  <a:lnTo>
                    <a:pt x="46" y="377"/>
                  </a:lnTo>
                  <a:lnTo>
                    <a:pt x="37" y="391"/>
                  </a:lnTo>
                  <a:lnTo>
                    <a:pt x="37" y="391"/>
                  </a:lnTo>
                  <a:lnTo>
                    <a:pt x="29" y="405"/>
                  </a:lnTo>
                  <a:lnTo>
                    <a:pt x="21" y="421"/>
                  </a:lnTo>
                  <a:lnTo>
                    <a:pt x="17" y="429"/>
                  </a:lnTo>
                  <a:lnTo>
                    <a:pt x="13" y="435"/>
                  </a:lnTo>
                  <a:lnTo>
                    <a:pt x="8" y="442"/>
                  </a:lnTo>
                  <a:lnTo>
                    <a:pt x="3" y="446"/>
                  </a:lnTo>
                  <a:lnTo>
                    <a:pt x="3" y="446"/>
                  </a:lnTo>
                  <a:lnTo>
                    <a:pt x="0" y="449"/>
                  </a:lnTo>
                  <a:lnTo>
                    <a:pt x="0" y="450"/>
                  </a:lnTo>
                  <a:lnTo>
                    <a:pt x="0" y="454"/>
                  </a:lnTo>
                  <a:lnTo>
                    <a:pt x="4" y="456"/>
                  </a:lnTo>
                  <a:lnTo>
                    <a:pt x="5" y="458"/>
                  </a:lnTo>
                  <a:lnTo>
                    <a:pt x="8" y="456"/>
                  </a:lnTo>
                  <a:lnTo>
                    <a:pt x="8" y="456"/>
                  </a:lnTo>
                  <a:lnTo>
                    <a:pt x="13" y="452"/>
                  </a:lnTo>
                  <a:lnTo>
                    <a:pt x="18" y="447"/>
                  </a:lnTo>
                  <a:lnTo>
                    <a:pt x="25" y="435"/>
                  </a:lnTo>
                  <a:lnTo>
                    <a:pt x="25" y="435"/>
                  </a:lnTo>
                  <a:lnTo>
                    <a:pt x="41" y="408"/>
                  </a:lnTo>
                  <a:lnTo>
                    <a:pt x="56" y="382"/>
                  </a:lnTo>
                  <a:lnTo>
                    <a:pt x="56" y="382"/>
                  </a:lnTo>
                  <a:lnTo>
                    <a:pt x="77" y="347"/>
                  </a:lnTo>
                  <a:lnTo>
                    <a:pt x="88" y="330"/>
                  </a:lnTo>
                  <a:lnTo>
                    <a:pt x="100" y="313"/>
                  </a:lnTo>
                  <a:lnTo>
                    <a:pt x="100" y="313"/>
                  </a:lnTo>
                  <a:lnTo>
                    <a:pt x="124" y="282"/>
                  </a:lnTo>
                  <a:lnTo>
                    <a:pt x="137" y="268"/>
                  </a:lnTo>
                  <a:lnTo>
                    <a:pt x="149" y="252"/>
                  </a:lnTo>
                  <a:lnTo>
                    <a:pt x="149" y="252"/>
                  </a:lnTo>
                  <a:lnTo>
                    <a:pt x="169" y="221"/>
                  </a:lnTo>
                  <a:lnTo>
                    <a:pt x="187" y="190"/>
                  </a:lnTo>
                  <a:lnTo>
                    <a:pt x="207" y="158"/>
                  </a:lnTo>
                  <a:lnTo>
                    <a:pt x="226" y="128"/>
                  </a:lnTo>
                  <a:lnTo>
                    <a:pt x="226" y="128"/>
                  </a:lnTo>
                  <a:lnTo>
                    <a:pt x="238" y="111"/>
                  </a:lnTo>
                  <a:lnTo>
                    <a:pt x="250" y="95"/>
                  </a:lnTo>
                  <a:lnTo>
                    <a:pt x="276" y="67"/>
                  </a:lnTo>
                  <a:lnTo>
                    <a:pt x="305" y="38"/>
                  </a:lnTo>
                  <a:lnTo>
                    <a:pt x="332" y="10"/>
                  </a:lnTo>
                  <a:lnTo>
                    <a:pt x="332" y="10"/>
                  </a:lnTo>
                  <a:lnTo>
                    <a:pt x="334" y="8"/>
                  </a:lnTo>
                  <a:lnTo>
                    <a:pt x="334" y="7"/>
                  </a:lnTo>
                  <a:lnTo>
                    <a:pt x="332" y="3"/>
                  </a:lnTo>
                  <a:lnTo>
                    <a:pt x="328" y="0"/>
                  </a:lnTo>
                  <a:lnTo>
                    <a:pt x="327" y="1"/>
                  </a:lnTo>
                  <a:lnTo>
                    <a:pt x="325" y="3"/>
                  </a:lnTo>
                  <a:lnTo>
                    <a:pt x="325" y="3"/>
                  </a:lnTo>
                  <a:close/>
                </a:path>
              </a:pathLst>
            </a:custGeom>
            <a:ln>
              <a:solidFill>
                <a:schemeClr val="accent1">
                  <a:alpha val="35000"/>
                </a:schemeClr>
              </a:solidFill>
            </a:ln>
          </p:spPr>
          <p:style>
            <a:lnRef idx="0">
              <a:srgbClr val="FFFFFF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14" name="Freeform 526"/>
            <p:cNvSpPr/>
            <p:nvPr>
              <p:custDataLst>
                <p:tags r:id="rId8"/>
              </p:custDataLst>
            </p:nvPr>
          </p:nvSpPr>
          <p:spPr bwMode="auto">
            <a:xfrm>
              <a:off x="2266951" y="2062163"/>
              <a:ext cx="141288" cy="188913"/>
            </a:xfrm>
            <a:custGeom>
              <a:avLst/>
              <a:gdLst/>
              <a:ahLst/>
              <a:cxnLst>
                <a:cxn ang="0">
                  <a:pos x="348" y="2"/>
                </a:cxn>
                <a:cxn ang="0">
                  <a:pos x="348" y="2"/>
                </a:cxn>
                <a:cxn ang="0">
                  <a:pos x="297" y="53"/>
                </a:cxn>
                <a:cxn ang="0">
                  <a:pos x="250" y="106"/>
                </a:cxn>
                <a:cxn ang="0">
                  <a:pos x="203" y="161"/>
                </a:cxn>
                <a:cxn ang="0">
                  <a:pos x="180" y="190"/>
                </a:cxn>
                <a:cxn ang="0">
                  <a:pos x="159" y="219"/>
                </a:cxn>
                <a:cxn ang="0">
                  <a:pos x="159" y="219"/>
                </a:cxn>
                <a:cxn ang="0">
                  <a:pos x="137" y="250"/>
                </a:cxn>
                <a:cxn ang="0">
                  <a:pos x="116" y="282"/>
                </a:cxn>
                <a:cxn ang="0">
                  <a:pos x="76" y="344"/>
                </a:cxn>
                <a:cxn ang="0">
                  <a:pos x="76" y="344"/>
                </a:cxn>
                <a:cxn ang="0">
                  <a:pos x="56" y="377"/>
                </a:cxn>
                <a:cxn ang="0">
                  <a:pos x="38" y="410"/>
                </a:cxn>
                <a:cxn ang="0">
                  <a:pos x="38" y="410"/>
                </a:cxn>
                <a:cxn ang="0">
                  <a:pos x="30" y="425"/>
                </a:cxn>
                <a:cxn ang="0">
                  <a:pos x="23" y="441"/>
                </a:cxn>
                <a:cxn ang="0">
                  <a:pos x="19" y="449"/>
                </a:cxn>
                <a:cxn ang="0">
                  <a:pos x="14" y="456"/>
                </a:cxn>
                <a:cxn ang="0">
                  <a:pos x="9" y="462"/>
                </a:cxn>
                <a:cxn ang="0">
                  <a:pos x="2" y="469"/>
                </a:cxn>
                <a:cxn ang="0">
                  <a:pos x="2" y="469"/>
                </a:cxn>
                <a:cxn ang="0">
                  <a:pos x="0" y="471"/>
                </a:cxn>
                <a:cxn ang="0">
                  <a:pos x="0" y="473"/>
                </a:cxn>
                <a:cxn ang="0">
                  <a:pos x="1" y="476"/>
                </a:cxn>
                <a:cxn ang="0">
                  <a:pos x="2" y="479"/>
                </a:cxn>
                <a:cxn ang="0">
                  <a:pos x="4" y="479"/>
                </a:cxn>
                <a:cxn ang="0">
                  <a:pos x="5" y="479"/>
                </a:cxn>
                <a:cxn ang="0">
                  <a:pos x="8" y="479"/>
                </a:cxn>
                <a:cxn ang="0">
                  <a:pos x="8" y="479"/>
                </a:cxn>
                <a:cxn ang="0">
                  <a:pos x="18" y="470"/>
                </a:cxn>
                <a:cxn ang="0">
                  <a:pos x="26" y="459"/>
                </a:cxn>
                <a:cxn ang="0">
                  <a:pos x="34" y="448"/>
                </a:cxn>
                <a:cxn ang="0">
                  <a:pos x="40" y="436"/>
                </a:cxn>
                <a:cxn ang="0">
                  <a:pos x="51" y="412"/>
                </a:cxn>
                <a:cxn ang="0">
                  <a:pos x="64" y="388"/>
                </a:cxn>
                <a:cxn ang="0">
                  <a:pos x="64" y="388"/>
                </a:cxn>
                <a:cxn ang="0">
                  <a:pos x="83" y="352"/>
                </a:cxn>
                <a:cxn ang="0">
                  <a:pos x="106" y="318"/>
                </a:cxn>
                <a:cxn ang="0">
                  <a:pos x="150" y="250"/>
                </a:cxn>
                <a:cxn ang="0">
                  <a:pos x="150" y="250"/>
                </a:cxn>
                <a:cxn ang="0">
                  <a:pos x="174" y="218"/>
                </a:cxn>
                <a:cxn ang="0">
                  <a:pos x="197" y="186"/>
                </a:cxn>
                <a:cxn ang="0">
                  <a:pos x="222" y="156"/>
                </a:cxn>
                <a:cxn ang="0">
                  <a:pos x="247" y="125"/>
                </a:cxn>
                <a:cxn ang="0">
                  <a:pos x="273" y="96"/>
                </a:cxn>
                <a:cxn ang="0">
                  <a:pos x="301" y="66"/>
                </a:cxn>
                <a:cxn ang="0">
                  <a:pos x="356" y="10"/>
                </a:cxn>
                <a:cxn ang="0">
                  <a:pos x="356" y="10"/>
                </a:cxn>
                <a:cxn ang="0">
                  <a:pos x="357" y="7"/>
                </a:cxn>
                <a:cxn ang="0">
                  <a:pos x="357" y="6"/>
                </a:cxn>
                <a:cxn ang="0">
                  <a:pos x="356" y="2"/>
                </a:cxn>
                <a:cxn ang="0">
                  <a:pos x="352" y="0"/>
                </a:cxn>
                <a:cxn ang="0">
                  <a:pos x="349" y="0"/>
                </a:cxn>
                <a:cxn ang="0">
                  <a:pos x="348" y="2"/>
                </a:cxn>
                <a:cxn ang="0">
                  <a:pos x="348" y="2"/>
                </a:cxn>
              </a:cxnLst>
              <a:rect l="0" t="0" r="r" b="b"/>
              <a:pathLst>
                <a:path w="357" h="479">
                  <a:moveTo>
                    <a:pt x="348" y="2"/>
                  </a:moveTo>
                  <a:lnTo>
                    <a:pt x="348" y="2"/>
                  </a:lnTo>
                  <a:lnTo>
                    <a:pt x="297" y="53"/>
                  </a:lnTo>
                  <a:lnTo>
                    <a:pt x="250" y="106"/>
                  </a:lnTo>
                  <a:lnTo>
                    <a:pt x="203" y="161"/>
                  </a:lnTo>
                  <a:lnTo>
                    <a:pt x="180" y="190"/>
                  </a:lnTo>
                  <a:lnTo>
                    <a:pt x="159" y="219"/>
                  </a:lnTo>
                  <a:lnTo>
                    <a:pt x="159" y="219"/>
                  </a:lnTo>
                  <a:lnTo>
                    <a:pt x="137" y="250"/>
                  </a:lnTo>
                  <a:lnTo>
                    <a:pt x="116" y="282"/>
                  </a:lnTo>
                  <a:lnTo>
                    <a:pt x="76" y="344"/>
                  </a:lnTo>
                  <a:lnTo>
                    <a:pt x="76" y="344"/>
                  </a:lnTo>
                  <a:lnTo>
                    <a:pt x="56" y="377"/>
                  </a:lnTo>
                  <a:lnTo>
                    <a:pt x="38" y="410"/>
                  </a:lnTo>
                  <a:lnTo>
                    <a:pt x="38" y="410"/>
                  </a:lnTo>
                  <a:lnTo>
                    <a:pt x="30" y="425"/>
                  </a:lnTo>
                  <a:lnTo>
                    <a:pt x="23" y="441"/>
                  </a:lnTo>
                  <a:lnTo>
                    <a:pt x="19" y="449"/>
                  </a:lnTo>
                  <a:lnTo>
                    <a:pt x="14" y="456"/>
                  </a:lnTo>
                  <a:lnTo>
                    <a:pt x="9" y="462"/>
                  </a:lnTo>
                  <a:lnTo>
                    <a:pt x="2" y="469"/>
                  </a:lnTo>
                  <a:lnTo>
                    <a:pt x="2" y="469"/>
                  </a:lnTo>
                  <a:lnTo>
                    <a:pt x="0" y="471"/>
                  </a:lnTo>
                  <a:lnTo>
                    <a:pt x="0" y="473"/>
                  </a:lnTo>
                  <a:lnTo>
                    <a:pt x="1" y="476"/>
                  </a:lnTo>
                  <a:lnTo>
                    <a:pt x="2" y="479"/>
                  </a:lnTo>
                  <a:lnTo>
                    <a:pt x="4" y="479"/>
                  </a:lnTo>
                  <a:lnTo>
                    <a:pt x="5" y="479"/>
                  </a:lnTo>
                  <a:lnTo>
                    <a:pt x="8" y="479"/>
                  </a:lnTo>
                  <a:lnTo>
                    <a:pt x="8" y="479"/>
                  </a:lnTo>
                  <a:lnTo>
                    <a:pt x="18" y="470"/>
                  </a:lnTo>
                  <a:lnTo>
                    <a:pt x="26" y="459"/>
                  </a:lnTo>
                  <a:lnTo>
                    <a:pt x="34" y="448"/>
                  </a:lnTo>
                  <a:lnTo>
                    <a:pt x="40" y="436"/>
                  </a:lnTo>
                  <a:lnTo>
                    <a:pt x="51" y="412"/>
                  </a:lnTo>
                  <a:lnTo>
                    <a:pt x="64" y="388"/>
                  </a:lnTo>
                  <a:lnTo>
                    <a:pt x="64" y="388"/>
                  </a:lnTo>
                  <a:lnTo>
                    <a:pt x="83" y="352"/>
                  </a:lnTo>
                  <a:lnTo>
                    <a:pt x="106" y="318"/>
                  </a:lnTo>
                  <a:lnTo>
                    <a:pt x="150" y="250"/>
                  </a:lnTo>
                  <a:lnTo>
                    <a:pt x="150" y="250"/>
                  </a:lnTo>
                  <a:lnTo>
                    <a:pt x="174" y="218"/>
                  </a:lnTo>
                  <a:lnTo>
                    <a:pt x="197" y="186"/>
                  </a:lnTo>
                  <a:lnTo>
                    <a:pt x="222" y="156"/>
                  </a:lnTo>
                  <a:lnTo>
                    <a:pt x="247" y="125"/>
                  </a:lnTo>
                  <a:lnTo>
                    <a:pt x="273" y="96"/>
                  </a:lnTo>
                  <a:lnTo>
                    <a:pt x="301" y="66"/>
                  </a:lnTo>
                  <a:lnTo>
                    <a:pt x="356" y="10"/>
                  </a:lnTo>
                  <a:lnTo>
                    <a:pt x="356" y="10"/>
                  </a:lnTo>
                  <a:lnTo>
                    <a:pt x="357" y="7"/>
                  </a:lnTo>
                  <a:lnTo>
                    <a:pt x="357" y="6"/>
                  </a:lnTo>
                  <a:lnTo>
                    <a:pt x="356" y="2"/>
                  </a:lnTo>
                  <a:lnTo>
                    <a:pt x="352" y="0"/>
                  </a:lnTo>
                  <a:lnTo>
                    <a:pt x="349" y="0"/>
                  </a:lnTo>
                  <a:lnTo>
                    <a:pt x="348" y="2"/>
                  </a:lnTo>
                  <a:lnTo>
                    <a:pt x="348" y="2"/>
                  </a:lnTo>
                  <a:close/>
                </a:path>
              </a:pathLst>
            </a:custGeom>
            <a:ln>
              <a:solidFill>
                <a:schemeClr val="accent1">
                  <a:alpha val="35000"/>
                </a:schemeClr>
              </a:solidFill>
            </a:ln>
          </p:spPr>
          <p:style>
            <a:lnRef idx="0">
              <a:srgbClr val="FFFFFF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15" name="Freeform 527"/>
            <p:cNvSpPr/>
            <p:nvPr>
              <p:custDataLst>
                <p:tags r:id="rId9"/>
              </p:custDataLst>
            </p:nvPr>
          </p:nvSpPr>
          <p:spPr bwMode="auto">
            <a:xfrm>
              <a:off x="2327276" y="2062163"/>
              <a:ext cx="134938" cy="182563"/>
            </a:xfrm>
            <a:custGeom>
              <a:avLst/>
              <a:gdLst/>
              <a:ahLst/>
              <a:cxnLst>
                <a:cxn ang="0">
                  <a:pos x="332" y="3"/>
                </a:cxn>
                <a:cxn ang="0">
                  <a:pos x="332" y="3"/>
                </a:cxn>
                <a:cxn ang="0">
                  <a:pos x="321" y="16"/>
                </a:cxn>
                <a:cxn ang="0">
                  <a:pos x="310" y="29"/>
                </a:cxn>
                <a:cxn ang="0">
                  <a:pos x="298" y="42"/>
                </a:cxn>
                <a:cxn ang="0">
                  <a:pos x="286" y="55"/>
                </a:cxn>
                <a:cxn ang="0">
                  <a:pos x="286" y="55"/>
                </a:cxn>
                <a:cxn ang="0">
                  <a:pos x="261" y="87"/>
                </a:cxn>
                <a:cxn ang="0">
                  <a:pos x="236" y="118"/>
                </a:cxn>
                <a:cxn ang="0">
                  <a:pos x="236" y="118"/>
                </a:cxn>
                <a:cxn ang="0">
                  <a:pos x="176" y="190"/>
                </a:cxn>
                <a:cxn ang="0">
                  <a:pos x="117" y="262"/>
                </a:cxn>
                <a:cxn ang="0">
                  <a:pos x="117" y="262"/>
                </a:cxn>
                <a:cxn ang="0">
                  <a:pos x="94" y="293"/>
                </a:cxn>
                <a:cxn ang="0">
                  <a:pos x="71" y="326"/>
                </a:cxn>
                <a:cxn ang="0">
                  <a:pos x="52" y="360"/>
                </a:cxn>
                <a:cxn ang="0">
                  <a:pos x="32" y="394"/>
                </a:cxn>
                <a:cxn ang="0">
                  <a:pos x="32" y="394"/>
                </a:cxn>
                <a:cxn ang="0">
                  <a:pos x="18" y="420"/>
                </a:cxn>
                <a:cxn ang="0">
                  <a:pos x="5" y="446"/>
                </a:cxn>
                <a:cxn ang="0">
                  <a:pos x="5" y="446"/>
                </a:cxn>
                <a:cxn ang="0">
                  <a:pos x="0" y="461"/>
                </a:cxn>
                <a:cxn ang="0">
                  <a:pos x="0" y="461"/>
                </a:cxn>
                <a:cxn ang="0">
                  <a:pos x="13" y="461"/>
                </a:cxn>
                <a:cxn ang="0">
                  <a:pos x="13" y="461"/>
                </a:cxn>
                <a:cxn ang="0">
                  <a:pos x="17" y="450"/>
                </a:cxn>
                <a:cxn ang="0">
                  <a:pos x="17" y="450"/>
                </a:cxn>
                <a:cxn ang="0">
                  <a:pos x="26" y="429"/>
                </a:cxn>
                <a:cxn ang="0">
                  <a:pos x="35" y="410"/>
                </a:cxn>
                <a:cxn ang="0">
                  <a:pos x="57" y="371"/>
                </a:cxn>
                <a:cxn ang="0">
                  <a:pos x="82" y="331"/>
                </a:cxn>
                <a:cxn ang="0">
                  <a:pos x="107" y="295"/>
                </a:cxn>
                <a:cxn ang="0">
                  <a:pos x="107" y="295"/>
                </a:cxn>
                <a:cxn ang="0">
                  <a:pos x="122" y="274"/>
                </a:cxn>
                <a:cxn ang="0">
                  <a:pos x="137" y="253"/>
                </a:cxn>
                <a:cxn ang="0">
                  <a:pos x="170" y="214"/>
                </a:cxn>
                <a:cxn ang="0">
                  <a:pos x="238" y="135"/>
                </a:cxn>
                <a:cxn ang="0">
                  <a:pos x="238" y="135"/>
                </a:cxn>
                <a:cxn ang="0">
                  <a:pos x="264" y="102"/>
                </a:cxn>
                <a:cxn ang="0">
                  <a:pos x="290" y="70"/>
                </a:cxn>
                <a:cxn ang="0">
                  <a:pos x="290" y="70"/>
                </a:cxn>
                <a:cxn ang="0">
                  <a:pos x="303" y="54"/>
                </a:cxn>
                <a:cxn ang="0">
                  <a:pos x="316" y="40"/>
                </a:cxn>
                <a:cxn ang="0">
                  <a:pos x="329" y="24"/>
                </a:cxn>
                <a:cxn ang="0">
                  <a:pos x="341" y="8"/>
                </a:cxn>
                <a:cxn ang="0">
                  <a:pos x="341" y="8"/>
                </a:cxn>
                <a:cxn ang="0">
                  <a:pos x="342" y="6"/>
                </a:cxn>
                <a:cxn ang="0">
                  <a:pos x="342" y="4"/>
                </a:cxn>
                <a:cxn ang="0">
                  <a:pos x="341" y="2"/>
                </a:cxn>
                <a:cxn ang="0">
                  <a:pos x="340" y="0"/>
                </a:cxn>
                <a:cxn ang="0">
                  <a:pos x="336" y="0"/>
                </a:cxn>
                <a:cxn ang="0">
                  <a:pos x="333" y="0"/>
                </a:cxn>
                <a:cxn ang="0">
                  <a:pos x="332" y="3"/>
                </a:cxn>
                <a:cxn ang="0">
                  <a:pos x="332" y="3"/>
                </a:cxn>
              </a:cxnLst>
              <a:rect l="0" t="0" r="r" b="b"/>
              <a:pathLst>
                <a:path w="342" h="461">
                  <a:moveTo>
                    <a:pt x="332" y="3"/>
                  </a:moveTo>
                  <a:lnTo>
                    <a:pt x="332" y="3"/>
                  </a:lnTo>
                  <a:lnTo>
                    <a:pt x="321" y="16"/>
                  </a:lnTo>
                  <a:lnTo>
                    <a:pt x="310" y="29"/>
                  </a:lnTo>
                  <a:lnTo>
                    <a:pt x="298" y="42"/>
                  </a:lnTo>
                  <a:lnTo>
                    <a:pt x="286" y="55"/>
                  </a:lnTo>
                  <a:lnTo>
                    <a:pt x="286" y="55"/>
                  </a:lnTo>
                  <a:lnTo>
                    <a:pt x="261" y="87"/>
                  </a:lnTo>
                  <a:lnTo>
                    <a:pt x="236" y="118"/>
                  </a:lnTo>
                  <a:lnTo>
                    <a:pt x="236" y="118"/>
                  </a:lnTo>
                  <a:lnTo>
                    <a:pt x="176" y="190"/>
                  </a:lnTo>
                  <a:lnTo>
                    <a:pt x="117" y="262"/>
                  </a:lnTo>
                  <a:lnTo>
                    <a:pt x="117" y="262"/>
                  </a:lnTo>
                  <a:lnTo>
                    <a:pt x="94" y="293"/>
                  </a:lnTo>
                  <a:lnTo>
                    <a:pt x="71" y="326"/>
                  </a:lnTo>
                  <a:lnTo>
                    <a:pt x="52" y="360"/>
                  </a:lnTo>
                  <a:lnTo>
                    <a:pt x="32" y="394"/>
                  </a:lnTo>
                  <a:lnTo>
                    <a:pt x="32" y="394"/>
                  </a:lnTo>
                  <a:lnTo>
                    <a:pt x="18" y="420"/>
                  </a:lnTo>
                  <a:lnTo>
                    <a:pt x="5" y="446"/>
                  </a:lnTo>
                  <a:lnTo>
                    <a:pt x="5" y="446"/>
                  </a:lnTo>
                  <a:lnTo>
                    <a:pt x="0" y="461"/>
                  </a:lnTo>
                  <a:lnTo>
                    <a:pt x="0" y="461"/>
                  </a:lnTo>
                  <a:lnTo>
                    <a:pt x="13" y="461"/>
                  </a:lnTo>
                  <a:lnTo>
                    <a:pt x="13" y="461"/>
                  </a:lnTo>
                  <a:lnTo>
                    <a:pt x="17" y="450"/>
                  </a:lnTo>
                  <a:lnTo>
                    <a:pt x="17" y="450"/>
                  </a:lnTo>
                  <a:lnTo>
                    <a:pt x="26" y="429"/>
                  </a:lnTo>
                  <a:lnTo>
                    <a:pt x="35" y="410"/>
                  </a:lnTo>
                  <a:lnTo>
                    <a:pt x="57" y="371"/>
                  </a:lnTo>
                  <a:lnTo>
                    <a:pt x="82" y="331"/>
                  </a:lnTo>
                  <a:lnTo>
                    <a:pt x="107" y="295"/>
                  </a:lnTo>
                  <a:lnTo>
                    <a:pt x="107" y="295"/>
                  </a:lnTo>
                  <a:lnTo>
                    <a:pt x="122" y="274"/>
                  </a:lnTo>
                  <a:lnTo>
                    <a:pt x="137" y="253"/>
                  </a:lnTo>
                  <a:lnTo>
                    <a:pt x="170" y="214"/>
                  </a:lnTo>
                  <a:lnTo>
                    <a:pt x="238" y="135"/>
                  </a:lnTo>
                  <a:lnTo>
                    <a:pt x="238" y="135"/>
                  </a:lnTo>
                  <a:lnTo>
                    <a:pt x="264" y="102"/>
                  </a:lnTo>
                  <a:lnTo>
                    <a:pt x="290" y="70"/>
                  </a:lnTo>
                  <a:lnTo>
                    <a:pt x="290" y="70"/>
                  </a:lnTo>
                  <a:lnTo>
                    <a:pt x="303" y="54"/>
                  </a:lnTo>
                  <a:lnTo>
                    <a:pt x="316" y="40"/>
                  </a:lnTo>
                  <a:lnTo>
                    <a:pt x="329" y="24"/>
                  </a:lnTo>
                  <a:lnTo>
                    <a:pt x="341" y="8"/>
                  </a:lnTo>
                  <a:lnTo>
                    <a:pt x="341" y="8"/>
                  </a:lnTo>
                  <a:lnTo>
                    <a:pt x="342" y="6"/>
                  </a:lnTo>
                  <a:lnTo>
                    <a:pt x="342" y="4"/>
                  </a:lnTo>
                  <a:lnTo>
                    <a:pt x="341" y="2"/>
                  </a:lnTo>
                  <a:lnTo>
                    <a:pt x="340" y="0"/>
                  </a:lnTo>
                  <a:lnTo>
                    <a:pt x="336" y="0"/>
                  </a:lnTo>
                  <a:lnTo>
                    <a:pt x="333" y="0"/>
                  </a:lnTo>
                  <a:lnTo>
                    <a:pt x="332" y="3"/>
                  </a:lnTo>
                  <a:lnTo>
                    <a:pt x="332" y="3"/>
                  </a:lnTo>
                  <a:close/>
                </a:path>
              </a:pathLst>
            </a:custGeom>
            <a:ln>
              <a:solidFill>
                <a:schemeClr val="accent1">
                  <a:alpha val="35000"/>
                </a:schemeClr>
              </a:solidFill>
            </a:ln>
          </p:spPr>
          <p:style>
            <a:lnRef idx="0">
              <a:srgbClr val="FFFFFF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16" name="Freeform 528"/>
            <p:cNvSpPr/>
            <p:nvPr>
              <p:custDataLst>
                <p:tags r:id="rId10"/>
              </p:custDataLst>
            </p:nvPr>
          </p:nvSpPr>
          <p:spPr bwMode="auto">
            <a:xfrm>
              <a:off x="2390776" y="2068513"/>
              <a:ext cx="111125" cy="169863"/>
            </a:xfrm>
            <a:custGeom>
              <a:avLst/>
              <a:gdLst/>
              <a:ahLst/>
              <a:cxnLst>
                <a:cxn ang="0">
                  <a:pos x="271" y="2"/>
                </a:cxn>
                <a:cxn ang="0">
                  <a:pos x="271" y="2"/>
                </a:cxn>
                <a:cxn ang="0">
                  <a:pos x="236" y="59"/>
                </a:cxn>
                <a:cxn ang="0">
                  <a:pos x="200" y="115"/>
                </a:cxn>
                <a:cxn ang="0">
                  <a:pos x="165" y="172"/>
                </a:cxn>
                <a:cxn ang="0">
                  <a:pos x="130" y="229"/>
                </a:cxn>
                <a:cxn ang="0">
                  <a:pos x="130" y="229"/>
                </a:cxn>
                <a:cxn ang="0">
                  <a:pos x="113" y="252"/>
                </a:cxn>
                <a:cxn ang="0">
                  <a:pos x="96" y="274"/>
                </a:cxn>
                <a:cxn ang="0">
                  <a:pos x="59" y="320"/>
                </a:cxn>
                <a:cxn ang="0">
                  <a:pos x="42" y="344"/>
                </a:cxn>
                <a:cxn ang="0">
                  <a:pos x="26" y="367"/>
                </a:cxn>
                <a:cxn ang="0">
                  <a:pos x="12" y="392"/>
                </a:cxn>
                <a:cxn ang="0">
                  <a:pos x="0" y="418"/>
                </a:cxn>
                <a:cxn ang="0">
                  <a:pos x="0" y="418"/>
                </a:cxn>
                <a:cxn ang="0">
                  <a:pos x="0" y="421"/>
                </a:cxn>
                <a:cxn ang="0">
                  <a:pos x="0" y="423"/>
                </a:cxn>
                <a:cxn ang="0">
                  <a:pos x="3" y="425"/>
                </a:cxn>
                <a:cxn ang="0">
                  <a:pos x="4" y="426"/>
                </a:cxn>
                <a:cxn ang="0">
                  <a:pos x="8" y="425"/>
                </a:cxn>
                <a:cxn ang="0">
                  <a:pos x="11" y="423"/>
                </a:cxn>
                <a:cxn ang="0">
                  <a:pos x="12" y="422"/>
                </a:cxn>
                <a:cxn ang="0">
                  <a:pos x="12" y="422"/>
                </a:cxn>
                <a:cxn ang="0">
                  <a:pos x="17" y="408"/>
                </a:cxn>
                <a:cxn ang="0">
                  <a:pos x="24" y="395"/>
                </a:cxn>
                <a:cxn ang="0">
                  <a:pos x="38" y="369"/>
                </a:cxn>
                <a:cxn ang="0">
                  <a:pos x="55" y="344"/>
                </a:cxn>
                <a:cxn ang="0">
                  <a:pos x="72" y="320"/>
                </a:cxn>
                <a:cxn ang="0">
                  <a:pos x="110" y="273"/>
                </a:cxn>
                <a:cxn ang="0">
                  <a:pos x="128" y="250"/>
                </a:cxn>
                <a:cxn ang="0">
                  <a:pos x="145" y="225"/>
                </a:cxn>
                <a:cxn ang="0">
                  <a:pos x="145" y="225"/>
                </a:cxn>
                <a:cxn ang="0">
                  <a:pos x="179" y="171"/>
                </a:cxn>
                <a:cxn ang="0">
                  <a:pos x="213" y="116"/>
                </a:cxn>
                <a:cxn ang="0">
                  <a:pos x="246" y="63"/>
                </a:cxn>
                <a:cxn ang="0">
                  <a:pos x="281" y="9"/>
                </a:cxn>
                <a:cxn ang="0">
                  <a:pos x="281" y="9"/>
                </a:cxn>
                <a:cxn ang="0">
                  <a:pos x="283" y="6"/>
                </a:cxn>
                <a:cxn ang="0">
                  <a:pos x="281" y="4"/>
                </a:cxn>
                <a:cxn ang="0">
                  <a:pos x="281" y="2"/>
                </a:cxn>
                <a:cxn ang="0">
                  <a:pos x="279" y="1"/>
                </a:cxn>
                <a:cxn ang="0">
                  <a:pos x="275" y="0"/>
                </a:cxn>
                <a:cxn ang="0">
                  <a:pos x="273" y="1"/>
                </a:cxn>
                <a:cxn ang="0">
                  <a:pos x="271" y="2"/>
                </a:cxn>
                <a:cxn ang="0">
                  <a:pos x="271" y="2"/>
                </a:cxn>
              </a:cxnLst>
              <a:rect l="0" t="0" r="r" b="b"/>
              <a:pathLst>
                <a:path w="283" h="426">
                  <a:moveTo>
                    <a:pt x="271" y="2"/>
                  </a:moveTo>
                  <a:lnTo>
                    <a:pt x="271" y="2"/>
                  </a:lnTo>
                  <a:lnTo>
                    <a:pt x="236" y="59"/>
                  </a:lnTo>
                  <a:lnTo>
                    <a:pt x="200" y="115"/>
                  </a:lnTo>
                  <a:lnTo>
                    <a:pt x="165" y="172"/>
                  </a:lnTo>
                  <a:lnTo>
                    <a:pt x="130" y="229"/>
                  </a:lnTo>
                  <a:lnTo>
                    <a:pt x="130" y="229"/>
                  </a:lnTo>
                  <a:lnTo>
                    <a:pt x="113" y="252"/>
                  </a:lnTo>
                  <a:lnTo>
                    <a:pt x="96" y="274"/>
                  </a:lnTo>
                  <a:lnTo>
                    <a:pt x="59" y="320"/>
                  </a:lnTo>
                  <a:lnTo>
                    <a:pt x="42" y="344"/>
                  </a:lnTo>
                  <a:lnTo>
                    <a:pt x="26" y="367"/>
                  </a:lnTo>
                  <a:lnTo>
                    <a:pt x="12" y="392"/>
                  </a:lnTo>
                  <a:lnTo>
                    <a:pt x="0" y="418"/>
                  </a:lnTo>
                  <a:lnTo>
                    <a:pt x="0" y="418"/>
                  </a:lnTo>
                  <a:lnTo>
                    <a:pt x="0" y="421"/>
                  </a:lnTo>
                  <a:lnTo>
                    <a:pt x="0" y="423"/>
                  </a:lnTo>
                  <a:lnTo>
                    <a:pt x="3" y="425"/>
                  </a:lnTo>
                  <a:lnTo>
                    <a:pt x="4" y="426"/>
                  </a:lnTo>
                  <a:lnTo>
                    <a:pt x="8" y="425"/>
                  </a:lnTo>
                  <a:lnTo>
                    <a:pt x="11" y="423"/>
                  </a:lnTo>
                  <a:lnTo>
                    <a:pt x="12" y="422"/>
                  </a:lnTo>
                  <a:lnTo>
                    <a:pt x="12" y="422"/>
                  </a:lnTo>
                  <a:lnTo>
                    <a:pt x="17" y="408"/>
                  </a:lnTo>
                  <a:lnTo>
                    <a:pt x="24" y="395"/>
                  </a:lnTo>
                  <a:lnTo>
                    <a:pt x="38" y="369"/>
                  </a:lnTo>
                  <a:lnTo>
                    <a:pt x="55" y="344"/>
                  </a:lnTo>
                  <a:lnTo>
                    <a:pt x="72" y="320"/>
                  </a:lnTo>
                  <a:lnTo>
                    <a:pt x="110" y="273"/>
                  </a:lnTo>
                  <a:lnTo>
                    <a:pt x="128" y="250"/>
                  </a:lnTo>
                  <a:lnTo>
                    <a:pt x="145" y="225"/>
                  </a:lnTo>
                  <a:lnTo>
                    <a:pt x="145" y="225"/>
                  </a:lnTo>
                  <a:lnTo>
                    <a:pt x="179" y="171"/>
                  </a:lnTo>
                  <a:lnTo>
                    <a:pt x="213" y="116"/>
                  </a:lnTo>
                  <a:lnTo>
                    <a:pt x="246" y="63"/>
                  </a:lnTo>
                  <a:lnTo>
                    <a:pt x="281" y="9"/>
                  </a:lnTo>
                  <a:lnTo>
                    <a:pt x="281" y="9"/>
                  </a:lnTo>
                  <a:lnTo>
                    <a:pt x="283" y="6"/>
                  </a:lnTo>
                  <a:lnTo>
                    <a:pt x="281" y="4"/>
                  </a:lnTo>
                  <a:lnTo>
                    <a:pt x="281" y="2"/>
                  </a:lnTo>
                  <a:lnTo>
                    <a:pt x="279" y="1"/>
                  </a:lnTo>
                  <a:lnTo>
                    <a:pt x="275" y="0"/>
                  </a:lnTo>
                  <a:lnTo>
                    <a:pt x="273" y="1"/>
                  </a:lnTo>
                  <a:lnTo>
                    <a:pt x="271" y="2"/>
                  </a:lnTo>
                  <a:lnTo>
                    <a:pt x="271" y="2"/>
                  </a:lnTo>
                  <a:close/>
                </a:path>
              </a:pathLst>
            </a:custGeom>
            <a:ln>
              <a:solidFill>
                <a:schemeClr val="accent1">
                  <a:alpha val="35000"/>
                </a:schemeClr>
              </a:solidFill>
            </a:ln>
          </p:spPr>
          <p:style>
            <a:lnRef idx="0">
              <a:srgbClr val="FFFFFF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17" name="Freeform 529"/>
            <p:cNvSpPr/>
            <p:nvPr>
              <p:custDataLst>
                <p:tags r:id="rId11"/>
              </p:custDataLst>
            </p:nvPr>
          </p:nvSpPr>
          <p:spPr bwMode="auto">
            <a:xfrm>
              <a:off x="2517776" y="1982788"/>
              <a:ext cx="58738" cy="74613"/>
            </a:xfrm>
            <a:custGeom>
              <a:avLst/>
              <a:gdLst/>
              <a:ahLst/>
              <a:cxnLst>
                <a:cxn ang="0">
                  <a:pos x="138" y="1"/>
                </a:cxn>
                <a:cxn ang="0">
                  <a:pos x="138" y="1"/>
                </a:cxn>
                <a:cxn ang="0">
                  <a:pos x="128" y="9"/>
                </a:cxn>
                <a:cxn ang="0">
                  <a:pos x="120" y="18"/>
                </a:cxn>
                <a:cxn ang="0">
                  <a:pos x="104" y="38"/>
                </a:cxn>
                <a:cxn ang="0">
                  <a:pos x="90" y="59"/>
                </a:cxn>
                <a:cxn ang="0">
                  <a:pos x="77" y="80"/>
                </a:cxn>
                <a:cxn ang="0">
                  <a:pos x="77" y="80"/>
                </a:cxn>
                <a:cxn ang="0">
                  <a:pos x="66" y="93"/>
                </a:cxn>
                <a:cxn ang="0">
                  <a:pos x="56" y="106"/>
                </a:cxn>
                <a:cxn ang="0">
                  <a:pos x="35" y="133"/>
                </a:cxn>
                <a:cxn ang="0">
                  <a:pos x="35" y="133"/>
                </a:cxn>
                <a:cxn ang="0">
                  <a:pos x="26" y="144"/>
                </a:cxn>
                <a:cxn ang="0">
                  <a:pos x="17" y="154"/>
                </a:cxn>
                <a:cxn ang="0">
                  <a:pos x="7" y="165"/>
                </a:cxn>
                <a:cxn ang="0">
                  <a:pos x="0" y="177"/>
                </a:cxn>
                <a:cxn ang="0">
                  <a:pos x="0" y="177"/>
                </a:cxn>
                <a:cxn ang="0">
                  <a:pos x="0" y="179"/>
                </a:cxn>
                <a:cxn ang="0">
                  <a:pos x="0" y="182"/>
                </a:cxn>
                <a:cxn ang="0">
                  <a:pos x="2" y="184"/>
                </a:cxn>
                <a:cxn ang="0">
                  <a:pos x="5" y="186"/>
                </a:cxn>
                <a:cxn ang="0">
                  <a:pos x="6" y="186"/>
                </a:cxn>
                <a:cxn ang="0">
                  <a:pos x="9" y="184"/>
                </a:cxn>
                <a:cxn ang="0">
                  <a:pos x="10" y="183"/>
                </a:cxn>
                <a:cxn ang="0">
                  <a:pos x="10" y="183"/>
                </a:cxn>
                <a:cxn ang="0">
                  <a:pos x="15" y="173"/>
                </a:cxn>
                <a:cxn ang="0">
                  <a:pos x="23" y="165"/>
                </a:cxn>
                <a:cxn ang="0">
                  <a:pos x="31" y="157"/>
                </a:cxn>
                <a:cxn ang="0">
                  <a:pos x="39" y="148"/>
                </a:cxn>
                <a:cxn ang="0">
                  <a:pos x="39" y="148"/>
                </a:cxn>
                <a:cxn ang="0">
                  <a:pos x="60" y="119"/>
                </a:cxn>
                <a:cxn ang="0">
                  <a:pos x="81" y="93"/>
                </a:cxn>
                <a:cxn ang="0">
                  <a:pos x="81" y="93"/>
                </a:cxn>
                <a:cxn ang="0">
                  <a:pos x="96" y="71"/>
                </a:cxn>
                <a:cxn ang="0">
                  <a:pos x="111" y="48"/>
                </a:cxn>
                <a:cxn ang="0">
                  <a:pos x="119" y="38"/>
                </a:cxn>
                <a:cxn ang="0">
                  <a:pos x="126" y="27"/>
                </a:cxn>
                <a:cxn ang="0">
                  <a:pos x="136" y="18"/>
                </a:cxn>
                <a:cxn ang="0">
                  <a:pos x="146" y="9"/>
                </a:cxn>
                <a:cxn ang="0">
                  <a:pos x="146" y="9"/>
                </a:cxn>
                <a:cxn ang="0">
                  <a:pos x="147" y="7"/>
                </a:cxn>
                <a:cxn ang="0">
                  <a:pos x="147" y="5"/>
                </a:cxn>
                <a:cxn ang="0">
                  <a:pos x="147" y="3"/>
                </a:cxn>
                <a:cxn ang="0">
                  <a:pos x="146" y="1"/>
                </a:cxn>
                <a:cxn ang="0">
                  <a:pos x="142" y="0"/>
                </a:cxn>
                <a:cxn ang="0">
                  <a:pos x="140" y="0"/>
                </a:cxn>
                <a:cxn ang="0">
                  <a:pos x="138" y="1"/>
                </a:cxn>
                <a:cxn ang="0">
                  <a:pos x="138" y="1"/>
                </a:cxn>
              </a:cxnLst>
              <a:rect l="0" t="0" r="r" b="b"/>
              <a:pathLst>
                <a:path w="147" h="186">
                  <a:moveTo>
                    <a:pt x="138" y="1"/>
                  </a:moveTo>
                  <a:lnTo>
                    <a:pt x="138" y="1"/>
                  </a:lnTo>
                  <a:lnTo>
                    <a:pt x="128" y="9"/>
                  </a:lnTo>
                  <a:lnTo>
                    <a:pt x="120" y="18"/>
                  </a:lnTo>
                  <a:lnTo>
                    <a:pt x="104" y="38"/>
                  </a:lnTo>
                  <a:lnTo>
                    <a:pt x="90" y="59"/>
                  </a:lnTo>
                  <a:lnTo>
                    <a:pt x="77" y="80"/>
                  </a:lnTo>
                  <a:lnTo>
                    <a:pt x="77" y="80"/>
                  </a:lnTo>
                  <a:lnTo>
                    <a:pt x="66" y="93"/>
                  </a:lnTo>
                  <a:lnTo>
                    <a:pt x="56" y="106"/>
                  </a:lnTo>
                  <a:lnTo>
                    <a:pt x="35" y="133"/>
                  </a:lnTo>
                  <a:lnTo>
                    <a:pt x="35" y="133"/>
                  </a:lnTo>
                  <a:lnTo>
                    <a:pt x="26" y="144"/>
                  </a:lnTo>
                  <a:lnTo>
                    <a:pt x="17" y="154"/>
                  </a:lnTo>
                  <a:lnTo>
                    <a:pt x="7" y="165"/>
                  </a:lnTo>
                  <a:lnTo>
                    <a:pt x="0" y="177"/>
                  </a:lnTo>
                  <a:lnTo>
                    <a:pt x="0" y="177"/>
                  </a:lnTo>
                  <a:lnTo>
                    <a:pt x="0" y="179"/>
                  </a:lnTo>
                  <a:lnTo>
                    <a:pt x="0" y="182"/>
                  </a:lnTo>
                  <a:lnTo>
                    <a:pt x="2" y="184"/>
                  </a:lnTo>
                  <a:lnTo>
                    <a:pt x="5" y="186"/>
                  </a:lnTo>
                  <a:lnTo>
                    <a:pt x="6" y="186"/>
                  </a:lnTo>
                  <a:lnTo>
                    <a:pt x="9" y="184"/>
                  </a:lnTo>
                  <a:lnTo>
                    <a:pt x="10" y="183"/>
                  </a:lnTo>
                  <a:lnTo>
                    <a:pt x="10" y="183"/>
                  </a:lnTo>
                  <a:lnTo>
                    <a:pt x="15" y="173"/>
                  </a:lnTo>
                  <a:lnTo>
                    <a:pt x="23" y="165"/>
                  </a:lnTo>
                  <a:lnTo>
                    <a:pt x="31" y="157"/>
                  </a:lnTo>
                  <a:lnTo>
                    <a:pt x="39" y="148"/>
                  </a:lnTo>
                  <a:lnTo>
                    <a:pt x="39" y="148"/>
                  </a:lnTo>
                  <a:lnTo>
                    <a:pt x="60" y="119"/>
                  </a:lnTo>
                  <a:lnTo>
                    <a:pt x="81" y="93"/>
                  </a:lnTo>
                  <a:lnTo>
                    <a:pt x="81" y="93"/>
                  </a:lnTo>
                  <a:lnTo>
                    <a:pt x="96" y="71"/>
                  </a:lnTo>
                  <a:lnTo>
                    <a:pt x="111" y="48"/>
                  </a:lnTo>
                  <a:lnTo>
                    <a:pt x="119" y="38"/>
                  </a:lnTo>
                  <a:lnTo>
                    <a:pt x="126" y="27"/>
                  </a:lnTo>
                  <a:lnTo>
                    <a:pt x="136" y="18"/>
                  </a:lnTo>
                  <a:lnTo>
                    <a:pt x="146" y="9"/>
                  </a:lnTo>
                  <a:lnTo>
                    <a:pt x="146" y="9"/>
                  </a:lnTo>
                  <a:lnTo>
                    <a:pt x="147" y="7"/>
                  </a:lnTo>
                  <a:lnTo>
                    <a:pt x="147" y="5"/>
                  </a:lnTo>
                  <a:lnTo>
                    <a:pt x="147" y="3"/>
                  </a:lnTo>
                  <a:lnTo>
                    <a:pt x="146" y="1"/>
                  </a:lnTo>
                  <a:lnTo>
                    <a:pt x="142" y="0"/>
                  </a:lnTo>
                  <a:lnTo>
                    <a:pt x="140" y="0"/>
                  </a:lnTo>
                  <a:lnTo>
                    <a:pt x="138" y="1"/>
                  </a:lnTo>
                  <a:lnTo>
                    <a:pt x="138" y="1"/>
                  </a:lnTo>
                  <a:close/>
                </a:path>
              </a:pathLst>
            </a:custGeom>
            <a:ln>
              <a:solidFill>
                <a:schemeClr val="accent1">
                  <a:alpha val="35000"/>
                </a:schemeClr>
              </a:solidFill>
            </a:ln>
          </p:spPr>
          <p:style>
            <a:lnRef idx="0">
              <a:srgbClr val="FFFFFF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18" name="Freeform 530"/>
            <p:cNvSpPr/>
            <p:nvPr>
              <p:custDataLst>
                <p:tags r:id="rId12"/>
              </p:custDataLst>
            </p:nvPr>
          </p:nvSpPr>
          <p:spPr bwMode="auto">
            <a:xfrm>
              <a:off x="2454276" y="1998663"/>
              <a:ext cx="158750" cy="241300"/>
            </a:xfrm>
            <a:custGeom>
              <a:avLst/>
              <a:gdLst/>
              <a:ahLst/>
              <a:cxnLst>
                <a:cxn ang="0">
                  <a:pos x="388" y="4"/>
                </a:cxn>
                <a:cxn ang="0">
                  <a:pos x="382" y="17"/>
                </a:cxn>
                <a:cxn ang="0">
                  <a:pos x="374" y="29"/>
                </a:cxn>
                <a:cxn ang="0">
                  <a:pos x="348" y="73"/>
                </a:cxn>
                <a:cxn ang="0">
                  <a:pos x="294" y="156"/>
                </a:cxn>
                <a:cxn ang="0">
                  <a:pos x="181" y="323"/>
                </a:cxn>
                <a:cxn ang="0">
                  <a:pos x="158" y="362"/>
                </a:cxn>
                <a:cxn ang="0">
                  <a:pos x="112" y="439"/>
                </a:cxn>
                <a:cxn ang="0">
                  <a:pos x="87" y="477"/>
                </a:cxn>
                <a:cxn ang="0">
                  <a:pos x="39" y="549"/>
                </a:cxn>
                <a:cxn ang="0">
                  <a:pos x="18" y="575"/>
                </a:cxn>
                <a:cxn ang="0">
                  <a:pos x="0" y="604"/>
                </a:cxn>
                <a:cxn ang="0">
                  <a:pos x="0" y="607"/>
                </a:cxn>
                <a:cxn ang="0">
                  <a:pos x="2" y="611"/>
                </a:cxn>
                <a:cxn ang="0">
                  <a:pos x="7" y="611"/>
                </a:cxn>
                <a:cxn ang="0">
                  <a:pos x="11" y="608"/>
                </a:cxn>
                <a:cxn ang="0">
                  <a:pos x="15" y="599"/>
                </a:cxn>
                <a:cxn ang="0">
                  <a:pos x="31" y="577"/>
                </a:cxn>
                <a:cxn ang="0">
                  <a:pos x="55" y="547"/>
                </a:cxn>
                <a:cxn ang="0">
                  <a:pos x="78" y="511"/>
                </a:cxn>
                <a:cxn ang="0">
                  <a:pos x="103" y="476"/>
                </a:cxn>
                <a:cxn ang="0">
                  <a:pos x="128" y="437"/>
                </a:cxn>
                <a:cxn ang="0">
                  <a:pos x="174" y="358"/>
                </a:cxn>
                <a:cxn ang="0">
                  <a:pos x="198" y="320"/>
                </a:cxn>
                <a:cxn ang="0">
                  <a:pos x="310" y="152"/>
                </a:cxn>
                <a:cxn ang="0">
                  <a:pos x="363" y="69"/>
                </a:cxn>
                <a:cxn ang="0">
                  <a:pos x="383" y="39"/>
                </a:cxn>
                <a:cxn ang="0">
                  <a:pos x="397" y="14"/>
                </a:cxn>
                <a:cxn ang="0">
                  <a:pos x="400" y="6"/>
                </a:cxn>
                <a:cxn ang="0">
                  <a:pos x="399" y="1"/>
                </a:cxn>
                <a:cxn ang="0">
                  <a:pos x="391" y="0"/>
                </a:cxn>
                <a:cxn ang="0">
                  <a:pos x="388" y="4"/>
                </a:cxn>
              </a:cxnLst>
              <a:rect l="0" t="0" r="r" b="b"/>
              <a:pathLst>
                <a:path w="400" h="611">
                  <a:moveTo>
                    <a:pt x="388" y="4"/>
                  </a:moveTo>
                  <a:lnTo>
                    <a:pt x="388" y="4"/>
                  </a:lnTo>
                  <a:lnTo>
                    <a:pt x="386" y="10"/>
                  </a:lnTo>
                  <a:lnTo>
                    <a:pt x="382" y="17"/>
                  </a:lnTo>
                  <a:lnTo>
                    <a:pt x="374" y="29"/>
                  </a:lnTo>
                  <a:lnTo>
                    <a:pt x="374" y="29"/>
                  </a:lnTo>
                  <a:lnTo>
                    <a:pt x="348" y="73"/>
                  </a:lnTo>
                  <a:lnTo>
                    <a:pt x="348" y="73"/>
                  </a:lnTo>
                  <a:lnTo>
                    <a:pt x="321" y="115"/>
                  </a:lnTo>
                  <a:lnTo>
                    <a:pt x="294" y="156"/>
                  </a:lnTo>
                  <a:lnTo>
                    <a:pt x="294" y="156"/>
                  </a:lnTo>
                  <a:lnTo>
                    <a:pt x="181" y="323"/>
                  </a:lnTo>
                  <a:lnTo>
                    <a:pt x="181" y="323"/>
                  </a:lnTo>
                  <a:lnTo>
                    <a:pt x="158" y="362"/>
                  </a:lnTo>
                  <a:lnTo>
                    <a:pt x="136" y="401"/>
                  </a:lnTo>
                  <a:lnTo>
                    <a:pt x="112" y="439"/>
                  </a:lnTo>
                  <a:lnTo>
                    <a:pt x="87" y="477"/>
                  </a:lnTo>
                  <a:lnTo>
                    <a:pt x="87" y="477"/>
                  </a:lnTo>
                  <a:lnTo>
                    <a:pt x="62" y="513"/>
                  </a:lnTo>
                  <a:lnTo>
                    <a:pt x="39" y="549"/>
                  </a:lnTo>
                  <a:lnTo>
                    <a:pt x="39" y="549"/>
                  </a:lnTo>
                  <a:lnTo>
                    <a:pt x="18" y="575"/>
                  </a:lnTo>
                  <a:lnTo>
                    <a:pt x="7" y="590"/>
                  </a:lnTo>
                  <a:lnTo>
                    <a:pt x="0" y="604"/>
                  </a:lnTo>
                  <a:lnTo>
                    <a:pt x="0" y="604"/>
                  </a:lnTo>
                  <a:lnTo>
                    <a:pt x="0" y="607"/>
                  </a:lnTo>
                  <a:lnTo>
                    <a:pt x="1" y="609"/>
                  </a:lnTo>
                  <a:lnTo>
                    <a:pt x="2" y="611"/>
                  </a:lnTo>
                  <a:lnTo>
                    <a:pt x="4" y="611"/>
                  </a:lnTo>
                  <a:lnTo>
                    <a:pt x="7" y="611"/>
                  </a:lnTo>
                  <a:lnTo>
                    <a:pt x="10" y="609"/>
                  </a:lnTo>
                  <a:lnTo>
                    <a:pt x="11" y="608"/>
                  </a:lnTo>
                  <a:lnTo>
                    <a:pt x="11" y="608"/>
                  </a:lnTo>
                  <a:lnTo>
                    <a:pt x="15" y="599"/>
                  </a:lnTo>
                  <a:lnTo>
                    <a:pt x="19" y="591"/>
                  </a:lnTo>
                  <a:lnTo>
                    <a:pt x="31" y="577"/>
                  </a:lnTo>
                  <a:lnTo>
                    <a:pt x="43" y="561"/>
                  </a:lnTo>
                  <a:lnTo>
                    <a:pt x="55" y="547"/>
                  </a:lnTo>
                  <a:lnTo>
                    <a:pt x="55" y="547"/>
                  </a:lnTo>
                  <a:lnTo>
                    <a:pt x="78" y="511"/>
                  </a:lnTo>
                  <a:lnTo>
                    <a:pt x="103" y="476"/>
                  </a:lnTo>
                  <a:lnTo>
                    <a:pt x="103" y="476"/>
                  </a:lnTo>
                  <a:lnTo>
                    <a:pt x="116" y="456"/>
                  </a:lnTo>
                  <a:lnTo>
                    <a:pt x="128" y="437"/>
                  </a:lnTo>
                  <a:lnTo>
                    <a:pt x="151" y="397"/>
                  </a:lnTo>
                  <a:lnTo>
                    <a:pt x="174" y="358"/>
                  </a:lnTo>
                  <a:lnTo>
                    <a:pt x="198" y="320"/>
                  </a:lnTo>
                  <a:lnTo>
                    <a:pt x="198" y="320"/>
                  </a:lnTo>
                  <a:lnTo>
                    <a:pt x="310" y="152"/>
                  </a:lnTo>
                  <a:lnTo>
                    <a:pt x="310" y="152"/>
                  </a:lnTo>
                  <a:lnTo>
                    <a:pt x="337" y="111"/>
                  </a:lnTo>
                  <a:lnTo>
                    <a:pt x="363" y="69"/>
                  </a:lnTo>
                  <a:lnTo>
                    <a:pt x="363" y="69"/>
                  </a:lnTo>
                  <a:lnTo>
                    <a:pt x="383" y="39"/>
                  </a:lnTo>
                  <a:lnTo>
                    <a:pt x="393" y="22"/>
                  </a:lnTo>
                  <a:lnTo>
                    <a:pt x="397" y="14"/>
                  </a:lnTo>
                  <a:lnTo>
                    <a:pt x="400" y="6"/>
                  </a:lnTo>
                  <a:lnTo>
                    <a:pt x="400" y="6"/>
                  </a:lnTo>
                  <a:lnTo>
                    <a:pt x="400" y="4"/>
                  </a:lnTo>
                  <a:lnTo>
                    <a:pt x="399" y="1"/>
                  </a:lnTo>
                  <a:lnTo>
                    <a:pt x="395" y="0"/>
                  </a:lnTo>
                  <a:lnTo>
                    <a:pt x="391" y="0"/>
                  </a:lnTo>
                  <a:lnTo>
                    <a:pt x="389" y="1"/>
                  </a:lnTo>
                  <a:lnTo>
                    <a:pt x="388" y="4"/>
                  </a:lnTo>
                  <a:lnTo>
                    <a:pt x="388" y="4"/>
                  </a:lnTo>
                  <a:close/>
                </a:path>
              </a:pathLst>
            </a:custGeom>
            <a:ln>
              <a:solidFill>
                <a:schemeClr val="accent1">
                  <a:alpha val="35000"/>
                </a:schemeClr>
              </a:solidFill>
            </a:ln>
          </p:spPr>
          <p:style>
            <a:lnRef idx="0">
              <a:srgbClr val="FFFFFF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19" name="Freeform 531"/>
            <p:cNvSpPr/>
            <p:nvPr>
              <p:custDataLst>
                <p:tags r:id="rId13"/>
              </p:custDataLst>
            </p:nvPr>
          </p:nvSpPr>
          <p:spPr bwMode="auto">
            <a:xfrm>
              <a:off x="2509838" y="2046288"/>
              <a:ext cx="133350" cy="195263"/>
            </a:xfrm>
            <a:custGeom>
              <a:avLst/>
              <a:gdLst/>
              <a:ahLst/>
              <a:cxnLst>
                <a:cxn ang="0">
                  <a:pos x="328" y="2"/>
                </a:cxn>
                <a:cxn ang="0">
                  <a:pos x="328" y="2"/>
                </a:cxn>
                <a:cxn ang="0">
                  <a:pos x="307" y="31"/>
                </a:cxn>
                <a:cxn ang="0">
                  <a:pos x="286" y="60"/>
                </a:cxn>
                <a:cxn ang="0">
                  <a:pos x="246" y="120"/>
                </a:cxn>
                <a:cxn ang="0">
                  <a:pos x="207" y="180"/>
                </a:cxn>
                <a:cxn ang="0">
                  <a:pos x="167" y="240"/>
                </a:cxn>
                <a:cxn ang="0">
                  <a:pos x="167" y="240"/>
                </a:cxn>
                <a:cxn ang="0">
                  <a:pos x="123" y="304"/>
                </a:cxn>
                <a:cxn ang="0">
                  <a:pos x="78" y="367"/>
                </a:cxn>
                <a:cxn ang="0">
                  <a:pos x="78" y="367"/>
                </a:cxn>
                <a:cxn ang="0">
                  <a:pos x="58" y="394"/>
                </a:cxn>
                <a:cxn ang="0">
                  <a:pos x="39" y="423"/>
                </a:cxn>
                <a:cxn ang="0">
                  <a:pos x="1" y="481"/>
                </a:cxn>
                <a:cxn ang="0">
                  <a:pos x="1" y="481"/>
                </a:cxn>
                <a:cxn ang="0">
                  <a:pos x="0" y="483"/>
                </a:cxn>
                <a:cxn ang="0">
                  <a:pos x="0" y="486"/>
                </a:cxn>
                <a:cxn ang="0">
                  <a:pos x="3" y="489"/>
                </a:cxn>
                <a:cxn ang="0">
                  <a:pos x="7" y="490"/>
                </a:cxn>
                <a:cxn ang="0">
                  <a:pos x="9" y="489"/>
                </a:cxn>
                <a:cxn ang="0">
                  <a:pos x="10" y="487"/>
                </a:cxn>
                <a:cxn ang="0">
                  <a:pos x="10" y="487"/>
                </a:cxn>
                <a:cxn ang="0">
                  <a:pos x="46" y="434"/>
                </a:cxn>
                <a:cxn ang="0">
                  <a:pos x="63" y="408"/>
                </a:cxn>
                <a:cxn ang="0">
                  <a:pos x="81" y="381"/>
                </a:cxn>
                <a:cxn ang="0">
                  <a:pos x="81" y="381"/>
                </a:cxn>
                <a:cxn ang="0">
                  <a:pos x="127" y="319"/>
                </a:cxn>
                <a:cxn ang="0">
                  <a:pos x="171" y="256"/>
                </a:cxn>
                <a:cxn ang="0">
                  <a:pos x="171" y="256"/>
                </a:cxn>
                <a:cxn ang="0">
                  <a:pos x="212" y="193"/>
                </a:cxn>
                <a:cxn ang="0">
                  <a:pos x="252" y="130"/>
                </a:cxn>
                <a:cxn ang="0">
                  <a:pos x="294" y="68"/>
                </a:cxn>
                <a:cxn ang="0">
                  <a:pos x="317" y="37"/>
                </a:cxn>
                <a:cxn ang="0">
                  <a:pos x="337" y="7"/>
                </a:cxn>
                <a:cxn ang="0">
                  <a:pos x="337" y="7"/>
                </a:cxn>
                <a:cxn ang="0">
                  <a:pos x="339" y="5"/>
                </a:cxn>
                <a:cxn ang="0">
                  <a:pos x="339" y="3"/>
                </a:cxn>
                <a:cxn ang="0">
                  <a:pos x="337" y="2"/>
                </a:cxn>
                <a:cxn ang="0">
                  <a:pos x="336" y="0"/>
                </a:cxn>
                <a:cxn ang="0">
                  <a:pos x="332" y="0"/>
                </a:cxn>
                <a:cxn ang="0">
                  <a:pos x="330" y="0"/>
                </a:cxn>
                <a:cxn ang="0">
                  <a:pos x="328" y="2"/>
                </a:cxn>
                <a:cxn ang="0">
                  <a:pos x="328" y="2"/>
                </a:cxn>
              </a:cxnLst>
              <a:rect l="0" t="0" r="r" b="b"/>
              <a:pathLst>
                <a:path w="339" h="490">
                  <a:moveTo>
                    <a:pt x="328" y="2"/>
                  </a:moveTo>
                  <a:lnTo>
                    <a:pt x="328" y="2"/>
                  </a:lnTo>
                  <a:lnTo>
                    <a:pt x="307" y="31"/>
                  </a:lnTo>
                  <a:lnTo>
                    <a:pt x="286" y="60"/>
                  </a:lnTo>
                  <a:lnTo>
                    <a:pt x="246" y="120"/>
                  </a:lnTo>
                  <a:lnTo>
                    <a:pt x="207" y="180"/>
                  </a:lnTo>
                  <a:lnTo>
                    <a:pt x="167" y="240"/>
                  </a:lnTo>
                  <a:lnTo>
                    <a:pt x="167" y="240"/>
                  </a:lnTo>
                  <a:lnTo>
                    <a:pt x="123" y="304"/>
                  </a:lnTo>
                  <a:lnTo>
                    <a:pt x="78" y="367"/>
                  </a:lnTo>
                  <a:lnTo>
                    <a:pt x="78" y="367"/>
                  </a:lnTo>
                  <a:lnTo>
                    <a:pt x="58" y="394"/>
                  </a:lnTo>
                  <a:lnTo>
                    <a:pt x="39" y="423"/>
                  </a:lnTo>
                  <a:lnTo>
                    <a:pt x="1" y="481"/>
                  </a:lnTo>
                  <a:lnTo>
                    <a:pt x="1" y="481"/>
                  </a:lnTo>
                  <a:lnTo>
                    <a:pt x="0" y="483"/>
                  </a:lnTo>
                  <a:lnTo>
                    <a:pt x="0" y="486"/>
                  </a:lnTo>
                  <a:lnTo>
                    <a:pt x="3" y="489"/>
                  </a:lnTo>
                  <a:lnTo>
                    <a:pt x="7" y="490"/>
                  </a:lnTo>
                  <a:lnTo>
                    <a:pt x="9" y="489"/>
                  </a:lnTo>
                  <a:lnTo>
                    <a:pt x="10" y="487"/>
                  </a:lnTo>
                  <a:lnTo>
                    <a:pt x="10" y="487"/>
                  </a:lnTo>
                  <a:lnTo>
                    <a:pt x="46" y="434"/>
                  </a:lnTo>
                  <a:lnTo>
                    <a:pt x="63" y="408"/>
                  </a:lnTo>
                  <a:lnTo>
                    <a:pt x="81" y="381"/>
                  </a:lnTo>
                  <a:lnTo>
                    <a:pt x="81" y="381"/>
                  </a:lnTo>
                  <a:lnTo>
                    <a:pt x="127" y="319"/>
                  </a:lnTo>
                  <a:lnTo>
                    <a:pt x="171" y="256"/>
                  </a:lnTo>
                  <a:lnTo>
                    <a:pt x="171" y="256"/>
                  </a:lnTo>
                  <a:lnTo>
                    <a:pt x="212" y="193"/>
                  </a:lnTo>
                  <a:lnTo>
                    <a:pt x="252" y="130"/>
                  </a:lnTo>
                  <a:lnTo>
                    <a:pt x="294" y="68"/>
                  </a:lnTo>
                  <a:lnTo>
                    <a:pt x="317" y="37"/>
                  </a:lnTo>
                  <a:lnTo>
                    <a:pt x="337" y="7"/>
                  </a:lnTo>
                  <a:lnTo>
                    <a:pt x="337" y="7"/>
                  </a:lnTo>
                  <a:lnTo>
                    <a:pt x="339" y="5"/>
                  </a:lnTo>
                  <a:lnTo>
                    <a:pt x="339" y="3"/>
                  </a:lnTo>
                  <a:lnTo>
                    <a:pt x="337" y="2"/>
                  </a:lnTo>
                  <a:lnTo>
                    <a:pt x="336" y="0"/>
                  </a:lnTo>
                  <a:lnTo>
                    <a:pt x="332" y="0"/>
                  </a:lnTo>
                  <a:lnTo>
                    <a:pt x="330" y="0"/>
                  </a:lnTo>
                  <a:lnTo>
                    <a:pt x="328" y="2"/>
                  </a:lnTo>
                  <a:lnTo>
                    <a:pt x="328" y="2"/>
                  </a:lnTo>
                  <a:close/>
                </a:path>
              </a:pathLst>
            </a:custGeom>
            <a:ln>
              <a:solidFill>
                <a:schemeClr val="accent1">
                  <a:alpha val="35000"/>
                </a:schemeClr>
              </a:solidFill>
            </a:ln>
          </p:spPr>
          <p:style>
            <a:lnRef idx="0">
              <a:srgbClr val="FFFFFF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20" name="Freeform 532"/>
            <p:cNvSpPr/>
            <p:nvPr>
              <p:custDataLst>
                <p:tags r:id="rId14"/>
              </p:custDataLst>
            </p:nvPr>
          </p:nvSpPr>
          <p:spPr bwMode="auto">
            <a:xfrm>
              <a:off x="2527301" y="2079625"/>
              <a:ext cx="152400" cy="222250"/>
            </a:xfrm>
            <a:custGeom>
              <a:avLst/>
              <a:gdLst/>
              <a:ahLst/>
              <a:cxnLst>
                <a:cxn ang="0">
                  <a:pos x="374" y="3"/>
                </a:cxn>
                <a:cxn ang="0">
                  <a:pos x="374" y="3"/>
                </a:cxn>
                <a:cxn ang="0">
                  <a:pos x="362" y="16"/>
                </a:cxn>
                <a:cxn ang="0">
                  <a:pos x="349" y="31"/>
                </a:cxn>
                <a:cxn ang="0">
                  <a:pos x="327" y="61"/>
                </a:cxn>
                <a:cxn ang="0">
                  <a:pos x="306" y="93"/>
                </a:cxn>
                <a:cxn ang="0">
                  <a:pos x="285" y="124"/>
                </a:cxn>
                <a:cxn ang="0">
                  <a:pos x="285" y="124"/>
                </a:cxn>
                <a:cxn ang="0">
                  <a:pos x="259" y="162"/>
                </a:cxn>
                <a:cxn ang="0">
                  <a:pos x="235" y="200"/>
                </a:cxn>
                <a:cxn ang="0">
                  <a:pos x="212" y="239"/>
                </a:cxn>
                <a:cxn ang="0">
                  <a:pos x="188" y="277"/>
                </a:cxn>
                <a:cxn ang="0">
                  <a:pos x="188" y="277"/>
                </a:cxn>
                <a:cxn ang="0">
                  <a:pos x="165" y="315"/>
                </a:cxn>
                <a:cxn ang="0">
                  <a:pos x="140" y="353"/>
                </a:cxn>
                <a:cxn ang="0">
                  <a:pos x="114" y="390"/>
                </a:cxn>
                <a:cxn ang="0">
                  <a:pos x="99" y="407"/>
                </a:cxn>
                <a:cxn ang="0">
                  <a:pos x="85" y="424"/>
                </a:cxn>
                <a:cxn ang="0">
                  <a:pos x="85" y="424"/>
                </a:cxn>
                <a:cxn ang="0">
                  <a:pos x="60" y="454"/>
                </a:cxn>
                <a:cxn ang="0">
                  <a:pos x="39" y="485"/>
                </a:cxn>
                <a:cxn ang="0">
                  <a:pos x="18" y="518"/>
                </a:cxn>
                <a:cxn ang="0">
                  <a:pos x="1" y="552"/>
                </a:cxn>
                <a:cxn ang="0">
                  <a:pos x="1" y="552"/>
                </a:cxn>
                <a:cxn ang="0">
                  <a:pos x="0" y="554"/>
                </a:cxn>
                <a:cxn ang="0">
                  <a:pos x="0" y="556"/>
                </a:cxn>
                <a:cxn ang="0">
                  <a:pos x="2" y="560"/>
                </a:cxn>
                <a:cxn ang="0">
                  <a:pos x="6" y="560"/>
                </a:cxn>
                <a:cxn ang="0">
                  <a:pos x="9" y="560"/>
                </a:cxn>
                <a:cxn ang="0">
                  <a:pos x="10" y="557"/>
                </a:cxn>
                <a:cxn ang="0">
                  <a:pos x="10" y="557"/>
                </a:cxn>
                <a:cxn ang="0">
                  <a:pos x="30" y="522"/>
                </a:cxn>
                <a:cxn ang="0">
                  <a:pos x="51" y="488"/>
                </a:cxn>
                <a:cxn ang="0">
                  <a:pos x="74" y="456"/>
                </a:cxn>
                <a:cxn ang="0">
                  <a:pos x="99" y="425"/>
                </a:cxn>
                <a:cxn ang="0">
                  <a:pos x="99" y="425"/>
                </a:cxn>
                <a:cxn ang="0">
                  <a:pos x="112" y="411"/>
                </a:cxn>
                <a:cxn ang="0">
                  <a:pos x="123" y="395"/>
                </a:cxn>
                <a:cxn ang="0">
                  <a:pos x="145" y="365"/>
                </a:cxn>
                <a:cxn ang="0">
                  <a:pos x="187" y="301"/>
                </a:cxn>
                <a:cxn ang="0">
                  <a:pos x="187" y="301"/>
                </a:cxn>
                <a:cxn ang="0">
                  <a:pos x="210" y="265"/>
                </a:cxn>
                <a:cxn ang="0">
                  <a:pos x="233" y="229"/>
                </a:cxn>
                <a:cxn ang="0">
                  <a:pos x="277" y="157"/>
                </a:cxn>
                <a:cxn ang="0">
                  <a:pos x="277" y="157"/>
                </a:cxn>
                <a:cxn ang="0">
                  <a:pos x="301" y="120"/>
                </a:cxn>
                <a:cxn ang="0">
                  <a:pos x="325" y="86"/>
                </a:cxn>
                <a:cxn ang="0">
                  <a:pos x="325" y="86"/>
                </a:cxn>
                <a:cxn ang="0">
                  <a:pos x="352" y="47"/>
                </a:cxn>
                <a:cxn ang="0">
                  <a:pos x="366" y="27"/>
                </a:cxn>
                <a:cxn ang="0">
                  <a:pos x="383" y="10"/>
                </a:cxn>
                <a:cxn ang="0">
                  <a:pos x="383" y="10"/>
                </a:cxn>
                <a:cxn ang="0">
                  <a:pos x="384" y="8"/>
                </a:cxn>
                <a:cxn ang="0">
                  <a:pos x="384" y="6"/>
                </a:cxn>
                <a:cxn ang="0">
                  <a:pos x="382" y="3"/>
                </a:cxn>
                <a:cxn ang="0">
                  <a:pos x="379" y="0"/>
                </a:cxn>
                <a:cxn ang="0">
                  <a:pos x="376" y="1"/>
                </a:cxn>
                <a:cxn ang="0">
                  <a:pos x="374" y="3"/>
                </a:cxn>
                <a:cxn ang="0">
                  <a:pos x="374" y="3"/>
                </a:cxn>
              </a:cxnLst>
              <a:rect l="0" t="0" r="r" b="b"/>
              <a:pathLst>
                <a:path w="384" h="560">
                  <a:moveTo>
                    <a:pt x="374" y="3"/>
                  </a:moveTo>
                  <a:lnTo>
                    <a:pt x="374" y="3"/>
                  </a:lnTo>
                  <a:lnTo>
                    <a:pt x="362" y="16"/>
                  </a:lnTo>
                  <a:lnTo>
                    <a:pt x="349" y="31"/>
                  </a:lnTo>
                  <a:lnTo>
                    <a:pt x="327" y="61"/>
                  </a:lnTo>
                  <a:lnTo>
                    <a:pt x="306" y="93"/>
                  </a:lnTo>
                  <a:lnTo>
                    <a:pt x="285" y="124"/>
                  </a:lnTo>
                  <a:lnTo>
                    <a:pt x="285" y="124"/>
                  </a:lnTo>
                  <a:lnTo>
                    <a:pt x="259" y="162"/>
                  </a:lnTo>
                  <a:lnTo>
                    <a:pt x="235" y="200"/>
                  </a:lnTo>
                  <a:lnTo>
                    <a:pt x="212" y="239"/>
                  </a:lnTo>
                  <a:lnTo>
                    <a:pt x="188" y="277"/>
                  </a:lnTo>
                  <a:lnTo>
                    <a:pt x="188" y="277"/>
                  </a:lnTo>
                  <a:lnTo>
                    <a:pt x="165" y="315"/>
                  </a:lnTo>
                  <a:lnTo>
                    <a:pt x="140" y="353"/>
                  </a:lnTo>
                  <a:lnTo>
                    <a:pt x="114" y="390"/>
                  </a:lnTo>
                  <a:lnTo>
                    <a:pt x="99" y="407"/>
                  </a:lnTo>
                  <a:lnTo>
                    <a:pt x="85" y="424"/>
                  </a:lnTo>
                  <a:lnTo>
                    <a:pt x="85" y="424"/>
                  </a:lnTo>
                  <a:lnTo>
                    <a:pt x="60" y="454"/>
                  </a:lnTo>
                  <a:lnTo>
                    <a:pt x="39" y="485"/>
                  </a:lnTo>
                  <a:lnTo>
                    <a:pt x="18" y="518"/>
                  </a:lnTo>
                  <a:lnTo>
                    <a:pt x="1" y="552"/>
                  </a:lnTo>
                  <a:lnTo>
                    <a:pt x="1" y="552"/>
                  </a:lnTo>
                  <a:lnTo>
                    <a:pt x="0" y="554"/>
                  </a:lnTo>
                  <a:lnTo>
                    <a:pt x="0" y="556"/>
                  </a:lnTo>
                  <a:lnTo>
                    <a:pt x="2" y="560"/>
                  </a:lnTo>
                  <a:lnTo>
                    <a:pt x="6" y="560"/>
                  </a:lnTo>
                  <a:lnTo>
                    <a:pt x="9" y="560"/>
                  </a:lnTo>
                  <a:lnTo>
                    <a:pt x="10" y="557"/>
                  </a:lnTo>
                  <a:lnTo>
                    <a:pt x="10" y="557"/>
                  </a:lnTo>
                  <a:lnTo>
                    <a:pt x="30" y="522"/>
                  </a:lnTo>
                  <a:lnTo>
                    <a:pt x="51" y="488"/>
                  </a:lnTo>
                  <a:lnTo>
                    <a:pt x="74" y="456"/>
                  </a:lnTo>
                  <a:lnTo>
                    <a:pt x="99" y="425"/>
                  </a:lnTo>
                  <a:lnTo>
                    <a:pt x="99" y="425"/>
                  </a:lnTo>
                  <a:lnTo>
                    <a:pt x="112" y="411"/>
                  </a:lnTo>
                  <a:lnTo>
                    <a:pt x="123" y="395"/>
                  </a:lnTo>
                  <a:lnTo>
                    <a:pt x="145" y="365"/>
                  </a:lnTo>
                  <a:lnTo>
                    <a:pt x="187" y="301"/>
                  </a:lnTo>
                  <a:lnTo>
                    <a:pt x="187" y="301"/>
                  </a:lnTo>
                  <a:lnTo>
                    <a:pt x="210" y="265"/>
                  </a:lnTo>
                  <a:lnTo>
                    <a:pt x="233" y="229"/>
                  </a:lnTo>
                  <a:lnTo>
                    <a:pt x="277" y="157"/>
                  </a:lnTo>
                  <a:lnTo>
                    <a:pt x="277" y="157"/>
                  </a:lnTo>
                  <a:lnTo>
                    <a:pt x="301" y="120"/>
                  </a:lnTo>
                  <a:lnTo>
                    <a:pt x="325" y="86"/>
                  </a:lnTo>
                  <a:lnTo>
                    <a:pt x="325" y="86"/>
                  </a:lnTo>
                  <a:lnTo>
                    <a:pt x="352" y="47"/>
                  </a:lnTo>
                  <a:lnTo>
                    <a:pt x="366" y="27"/>
                  </a:lnTo>
                  <a:lnTo>
                    <a:pt x="383" y="10"/>
                  </a:lnTo>
                  <a:lnTo>
                    <a:pt x="383" y="10"/>
                  </a:lnTo>
                  <a:lnTo>
                    <a:pt x="384" y="8"/>
                  </a:lnTo>
                  <a:lnTo>
                    <a:pt x="384" y="6"/>
                  </a:lnTo>
                  <a:lnTo>
                    <a:pt x="382" y="3"/>
                  </a:lnTo>
                  <a:lnTo>
                    <a:pt x="379" y="0"/>
                  </a:lnTo>
                  <a:lnTo>
                    <a:pt x="376" y="1"/>
                  </a:lnTo>
                  <a:lnTo>
                    <a:pt x="374" y="3"/>
                  </a:lnTo>
                  <a:lnTo>
                    <a:pt x="374" y="3"/>
                  </a:lnTo>
                  <a:close/>
                </a:path>
              </a:pathLst>
            </a:custGeom>
            <a:ln>
              <a:solidFill>
                <a:schemeClr val="accent1">
                  <a:alpha val="35000"/>
                </a:schemeClr>
              </a:solidFill>
            </a:ln>
          </p:spPr>
          <p:style>
            <a:lnRef idx="0">
              <a:srgbClr val="FFFFFF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21" name="Freeform 533"/>
            <p:cNvSpPr/>
            <p:nvPr>
              <p:custDataLst>
                <p:tags r:id="rId15"/>
              </p:custDataLst>
            </p:nvPr>
          </p:nvSpPr>
          <p:spPr bwMode="auto">
            <a:xfrm>
              <a:off x="2546351" y="2112963"/>
              <a:ext cx="173038" cy="250825"/>
            </a:xfrm>
            <a:custGeom>
              <a:avLst/>
              <a:gdLst/>
              <a:ahLst/>
              <a:cxnLst>
                <a:cxn ang="0">
                  <a:pos x="427" y="2"/>
                </a:cxn>
                <a:cxn ang="0">
                  <a:pos x="374" y="77"/>
                </a:cxn>
                <a:cxn ang="0">
                  <a:pos x="324" y="154"/>
                </a:cxn>
                <a:cxn ang="0">
                  <a:pos x="204" y="327"/>
                </a:cxn>
                <a:cxn ang="0">
                  <a:pos x="179" y="364"/>
                </a:cxn>
                <a:cxn ang="0">
                  <a:pos x="154" y="402"/>
                </a:cxn>
                <a:cxn ang="0">
                  <a:pos x="134" y="427"/>
                </a:cxn>
                <a:cxn ang="0">
                  <a:pos x="129" y="436"/>
                </a:cxn>
                <a:cxn ang="0">
                  <a:pos x="107" y="476"/>
                </a:cxn>
                <a:cxn ang="0">
                  <a:pos x="91" y="497"/>
                </a:cxn>
                <a:cxn ang="0">
                  <a:pos x="58" y="536"/>
                </a:cxn>
                <a:cxn ang="0">
                  <a:pos x="43" y="557"/>
                </a:cxn>
                <a:cxn ang="0">
                  <a:pos x="11" y="597"/>
                </a:cxn>
                <a:cxn ang="0">
                  <a:pos x="2" y="616"/>
                </a:cxn>
                <a:cxn ang="0">
                  <a:pos x="0" y="625"/>
                </a:cxn>
                <a:cxn ang="0">
                  <a:pos x="1" y="629"/>
                </a:cxn>
                <a:cxn ang="0">
                  <a:pos x="6" y="631"/>
                </a:cxn>
                <a:cxn ang="0">
                  <a:pos x="10" y="630"/>
                </a:cxn>
                <a:cxn ang="0">
                  <a:pos x="10" y="627"/>
                </a:cxn>
                <a:cxn ang="0">
                  <a:pos x="19" y="609"/>
                </a:cxn>
                <a:cxn ang="0">
                  <a:pos x="32" y="592"/>
                </a:cxn>
                <a:cxn ang="0">
                  <a:pos x="54" y="561"/>
                </a:cxn>
                <a:cxn ang="0">
                  <a:pos x="62" y="550"/>
                </a:cxn>
                <a:cxn ang="0">
                  <a:pos x="90" y="518"/>
                </a:cxn>
                <a:cxn ang="0">
                  <a:pos x="116" y="482"/>
                </a:cxn>
                <a:cxn ang="0">
                  <a:pos x="137" y="448"/>
                </a:cxn>
                <a:cxn ang="0">
                  <a:pos x="158" y="415"/>
                </a:cxn>
                <a:cxn ang="0">
                  <a:pos x="174" y="395"/>
                </a:cxn>
                <a:cxn ang="0">
                  <a:pos x="214" y="332"/>
                </a:cxn>
                <a:cxn ang="0">
                  <a:pos x="268" y="253"/>
                </a:cxn>
                <a:cxn ang="0">
                  <a:pos x="323" y="176"/>
                </a:cxn>
                <a:cxn ang="0">
                  <a:pos x="378" y="92"/>
                </a:cxn>
                <a:cxn ang="0">
                  <a:pos x="421" y="30"/>
                </a:cxn>
                <a:cxn ang="0">
                  <a:pos x="435" y="10"/>
                </a:cxn>
                <a:cxn ang="0">
                  <a:pos x="436" y="6"/>
                </a:cxn>
                <a:cxn ang="0">
                  <a:pos x="433" y="1"/>
                </a:cxn>
                <a:cxn ang="0">
                  <a:pos x="429" y="1"/>
                </a:cxn>
                <a:cxn ang="0">
                  <a:pos x="427" y="2"/>
                </a:cxn>
              </a:cxnLst>
              <a:rect l="0" t="0" r="r" b="b"/>
              <a:pathLst>
                <a:path w="436" h="631">
                  <a:moveTo>
                    <a:pt x="427" y="2"/>
                  </a:moveTo>
                  <a:lnTo>
                    <a:pt x="427" y="2"/>
                  </a:lnTo>
                  <a:lnTo>
                    <a:pt x="400" y="39"/>
                  </a:lnTo>
                  <a:lnTo>
                    <a:pt x="374" y="77"/>
                  </a:lnTo>
                  <a:lnTo>
                    <a:pt x="324" y="154"/>
                  </a:lnTo>
                  <a:lnTo>
                    <a:pt x="324" y="154"/>
                  </a:lnTo>
                  <a:lnTo>
                    <a:pt x="264" y="240"/>
                  </a:lnTo>
                  <a:lnTo>
                    <a:pt x="204" y="327"/>
                  </a:lnTo>
                  <a:lnTo>
                    <a:pt x="204" y="327"/>
                  </a:lnTo>
                  <a:lnTo>
                    <a:pt x="179" y="364"/>
                  </a:lnTo>
                  <a:lnTo>
                    <a:pt x="154" y="402"/>
                  </a:lnTo>
                  <a:lnTo>
                    <a:pt x="154" y="402"/>
                  </a:lnTo>
                  <a:lnTo>
                    <a:pt x="141" y="419"/>
                  </a:lnTo>
                  <a:lnTo>
                    <a:pt x="134" y="427"/>
                  </a:lnTo>
                  <a:lnTo>
                    <a:pt x="129" y="436"/>
                  </a:lnTo>
                  <a:lnTo>
                    <a:pt x="129" y="436"/>
                  </a:lnTo>
                  <a:lnTo>
                    <a:pt x="119" y="457"/>
                  </a:lnTo>
                  <a:lnTo>
                    <a:pt x="107" y="476"/>
                  </a:lnTo>
                  <a:lnTo>
                    <a:pt x="107" y="476"/>
                  </a:lnTo>
                  <a:lnTo>
                    <a:pt x="91" y="497"/>
                  </a:lnTo>
                  <a:lnTo>
                    <a:pt x="74" y="516"/>
                  </a:lnTo>
                  <a:lnTo>
                    <a:pt x="58" y="536"/>
                  </a:lnTo>
                  <a:lnTo>
                    <a:pt x="43" y="557"/>
                  </a:lnTo>
                  <a:lnTo>
                    <a:pt x="43" y="557"/>
                  </a:lnTo>
                  <a:lnTo>
                    <a:pt x="17" y="588"/>
                  </a:lnTo>
                  <a:lnTo>
                    <a:pt x="11" y="597"/>
                  </a:lnTo>
                  <a:lnTo>
                    <a:pt x="6" y="606"/>
                  </a:lnTo>
                  <a:lnTo>
                    <a:pt x="2" y="616"/>
                  </a:lnTo>
                  <a:lnTo>
                    <a:pt x="0" y="625"/>
                  </a:lnTo>
                  <a:lnTo>
                    <a:pt x="0" y="625"/>
                  </a:lnTo>
                  <a:lnTo>
                    <a:pt x="0" y="627"/>
                  </a:lnTo>
                  <a:lnTo>
                    <a:pt x="1" y="629"/>
                  </a:lnTo>
                  <a:lnTo>
                    <a:pt x="5" y="631"/>
                  </a:lnTo>
                  <a:lnTo>
                    <a:pt x="6" y="631"/>
                  </a:lnTo>
                  <a:lnTo>
                    <a:pt x="9" y="631"/>
                  </a:lnTo>
                  <a:lnTo>
                    <a:pt x="10" y="630"/>
                  </a:lnTo>
                  <a:lnTo>
                    <a:pt x="10" y="627"/>
                  </a:lnTo>
                  <a:lnTo>
                    <a:pt x="10" y="627"/>
                  </a:lnTo>
                  <a:lnTo>
                    <a:pt x="14" y="618"/>
                  </a:lnTo>
                  <a:lnTo>
                    <a:pt x="19" y="609"/>
                  </a:lnTo>
                  <a:lnTo>
                    <a:pt x="32" y="592"/>
                  </a:lnTo>
                  <a:lnTo>
                    <a:pt x="32" y="592"/>
                  </a:lnTo>
                  <a:lnTo>
                    <a:pt x="47" y="570"/>
                  </a:lnTo>
                  <a:lnTo>
                    <a:pt x="54" y="561"/>
                  </a:lnTo>
                  <a:lnTo>
                    <a:pt x="62" y="550"/>
                  </a:lnTo>
                  <a:lnTo>
                    <a:pt x="62" y="550"/>
                  </a:lnTo>
                  <a:lnTo>
                    <a:pt x="77" y="535"/>
                  </a:lnTo>
                  <a:lnTo>
                    <a:pt x="90" y="518"/>
                  </a:lnTo>
                  <a:lnTo>
                    <a:pt x="116" y="482"/>
                  </a:lnTo>
                  <a:lnTo>
                    <a:pt x="116" y="482"/>
                  </a:lnTo>
                  <a:lnTo>
                    <a:pt x="128" y="465"/>
                  </a:lnTo>
                  <a:lnTo>
                    <a:pt x="137" y="448"/>
                  </a:lnTo>
                  <a:lnTo>
                    <a:pt x="147" y="431"/>
                  </a:lnTo>
                  <a:lnTo>
                    <a:pt x="158" y="415"/>
                  </a:lnTo>
                  <a:lnTo>
                    <a:pt x="158" y="415"/>
                  </a:lnTo>
                  <a:lnTo>
                    <a:pt x="174" y="395"/>
                  </a:lnTo>
                  <a:lnTo>
                    <a:pt x="187" y="374"/>
                  </a:lnTo>
                  <a:lnTo>
                    <a:pt x="214" y="332"/>
                  </a:lnTo>
                  <a:lnTo>
                    <a:pt x="214" y="332"/>
                  </a:lnTo>
                  <a:lnTo>
                    <a:pt x="268" y="253"/>
                  </a:lnTo>
                  <a:lnTo>
                    <a:pt x="323" y="176"/>
                  </a:lnTo>
                  <a:lnTo>
                    <a:pt x="323" y="176"/>
                  </a:lnTo>
                  <a:lnTo>
                    <a:pt x="350" y="134"/>
                  </a:lnTo>
                  <a:lnTo>
                    <a:pt x="378" y="92"/>
                  </a:lnTo>
                  <a:lnTo>
                    <a:pt x="406" y="51"/>
                  </a:lnTo>
                  <a:lnTo>
                    <a:pt x="421" y="30"/>
                  </a:lnTo>
                  <a:lnTo>
                    <a:pt x="435" y="10"/>
                  </a:lnTo>
                  <a:lnTo>
                    <a:pt x="435" y="10"/>
                  </a:lnTo>
                  <a:lnTo>
                    <a:pt x="436" y="7"/>
                  </a:lnTo>
                  <a:lnTo>
                    <a:pt x="436" y="6"/>
                  </a:lnTo>
                  <a:lnTo>
                    <a:pt x="435" y="2"/>
                  </a:lnTo>
                  <a:lnTo>
                    <a:pt x="433" y="1"/>
                  </a:lnTo>
                  <a:lnTo>
                    <a:pt x="431" y="0"/>
                  </a:lnTo>
                  <a:lnTo>
                    <a:pt x="429" y="1"/>
                  </a:lnTo>
                  <a:lnTo>
                    <a:pt x="427" y="2"/>
                  </a:lnTo>
                  <a:lnTo>
                    <a:pt x="427" y="2"/>
                  </a:lnTo>
                  <a:close/>
                </a:path>
              </a:pathLst>
            </a:custGeom>
            <a:ln>
              <a:solidFill>
                <a:schemeClr val="accent1">
                  <a:alpha val="35000"/>
                </a:schemeClr>
              </a:solidFill>
            </a:ln>
          </p:spPr>
          <p:style>
            <a:lnRef idx="0">
              <a:srgbClr val="FFFFFF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22" name="Freeform 534"/>
            <p:cNvSpPr/>
            <p:nvPr>
              <p:custDataLst>
                <p:tags r:id="rId16"/>
              </p:custDataLst>
            </p:nvPr>
          </p:nvSpPr>
          <p:spPr bwMode="auto">
            <a:xfrm>
              <a:off x="2122488" y="2501900"/>
              <a:ext cx="22225" cy="41275"/>
            </a:xfrm>
            <a:custGeom>
              <a:avLst/>
              <a:gdLst/>
              <a:ahLst/>
              <a:cxnLst>
                <a:cxn ang="0">
                  <a:pos x="42" y="6"/>
                </a:cxn>
                <a:cxn ang="0">
                  <a:pos x="42" y="6"/>
                </a:cxn>
                <a:cxn ang="0">
                  <a:pos x="40" y="17"/>
                </a:cxn>
                <a:cxn ang="0">
                  <a:pos x="36" y="27"/>
                </a:cxn>
                <a:cxn ang="0">
                  <a:pos x="29" y="36"/>
                </a:cxn>
                <a:cxn ang="0">
                  <a:pos x="23" y="46"/>
                </a:cxn>
                <a:cxn ang="0">
                  <a:pos x="23" y="46"/>
                </a:cxn>
                <a:cxn ang="0">
                  <a:pos x="16" y="57"/>
                </a:cxn>
                <a:cxn ang="0">
                  <a:pos x="10" y="69"/>
                </a:cxn>
                <a:cxn ang="0">
                  <a:pos x="4" y="82"/>
                </a:cxn>
                <a:cxn ang="0">
                  <a:pos x="0" y="95"/>
                </a:cxn>
                <a:cxn ang="0">
                  <a:pos x="0" y="95"/>
                </a:cxn>
                <a:cxn ang="0">
                  <a:pos x="0" y="98"/>
                </a:cxn>
                <a:cxn ang="0">
                  <a:pos x="2" y="100"/>
                </a:cxn>
                <a:cxn ang="0">
                  <a:pos x="4" y="102"/>
                </a:cxn>
                <a:cxn ang="0">
                  <a:pos x="10" y="102"/>
                </a:cxn>
                <a:cxn ang="0">
                  <a:pos x="11" y="100"/>
                </a:cxn>
                <a:cxn ang="0">
                  <a:pos x="12" y="99"/>
                </a:cxn>
                <a:cxn ang="0">
                  <a:pos x="12" y="99"/>
                </a:cxn>
                <a:cxn ang="0">
                  <a:pos x="16" y="83"/>
                </a:cxn>
                <a:cxn ang="0">
                  <a:pos x="23" y="70"/>
                </a:cxn>
                <a:cxn ang="0">
                  <a:pos x="29" y="56"/>
                </a:cxn>
                <a:cxn ang="0">
                  <a:pos x="38" y="43"/>
                </a:cxn>
                <a:cxn ang="0">
                  <a:pos x="38" y="43"/>
                </a:cxn>
                <a:cxn ang="0">
                  <a:pos x="44" y="35"/>
                </a:cxn>
                <a:cxn ang="0">
                  <a:pos x="49" y="26"/>
                </a:cxn>
                <a:cxn ang="0">
                  <a:pos x="51" y="15"/>
                </a:cxn>
                <a:cxn ang="0">
                  <a:pos x="54" y="6"/>
                </a:cxn>
                <a:cxn ang="0">
                  <a:pos x="54" y="6"/>
                </a:cxn>
                <a:cxn ang="0">
                  <a:pos x="54" y="4"/>
                </a:cxn>
                <a:cxn ang="0">
                  <a:pos x="53" y="1"/>
                </a:cxn>
                <a:cxn ang="0">
                  <a:pos x="50" y="1"/>
                </a:cxn>
                <a:cxn ang="0">
                  <a:pos x="49" y="0"/>
                </a:cxn>
                <a:cxn ang="0">
                  <a:pos x="45" y="1"/>
                </a:cxn>
                <a:cxn ang="0">
                  <a:pos x="44" y="4"/>
                </a:cxn>
                <a:cxn ang="0">
                  <a:pos x="42" y="6"/>
                </a:cxn>
                <a:cxn ang="0">
                  <a:pos x="42" y="6"/>
                </a:cxn>
              </a:cxnLst>
              <a:rect l="0" t="0" r="r" b="b"/>
              <a:pathLst>
                <a:path w="54" h="102">
                  <a:moveTo>
                    <a:pt x="42" y="6"/>
                  </a:moveTo>
                  <a:lnTo>
                    <a:pt x="42" y="6"/>
                  </a:lnTo>
                  <a:lnTo>
                    <a:pt x="40" y="17"/>
                  </a:lnTo>
                  <a:lnTo>
                    <a:pt x="36" y="27"/>
                  </a:lnTo>
                  <a:lnTo>
                    <a:pt x="29" y="36"/>
                  </a:lnTo>
                  <a:lnTo>
                    <a:pt x="23" y="46"/>
                  </a:lnTo>
                  <a:lnTo>
                    <a:pt x="23" y="46"/>
                  </a:lnTo>
                  <a:lnTo>
                    <a:pt x="16" y="57"/>
                  </a:lnTo>
                  <a:lnTo>
                    <a:pt x="10" y="69"/>
                  </a:lnTo>
                  <a:lnTo>
                    <a:pt x="4" y="82"/>
                  </a:lnTo>
                  <a:lnTo>
                    <a:pt x="0" y="95"/>
                  </a:lnTo>
                  <a:lnTo>
                    <a:pt x="0" y="95"/>
                  </a:lnTo>
                  <a:lnTo>
                    <a:pt x="0" y="98"/>
                  </a:lnTo>
                  <a:lnTo>
                    <a:pt x="2" y="100"/>
                  </a:lnTo>
                  <a:lnTo>
                    <a:pt x="4" y="102"/>
                  </a:lnTo>
                  <a:lnTo>
                    <a:pt x="10" y="102"/>
                  </a:lnTo>
                  <a:lnTo>
                    <a:pt x="11" y="100"/>
                  </a:lnTo>
                  <a:lnTo>
                    <a:pt x="12" y="99"/>
                  </a:lnTo>
                  <a:lnTo>
                    <a:pt x="12" y="99"/>
                  </a:lnTo>
                  <a:lnTo>
                    <a:pt x="16" y="83"/>
                  </a:lnTo>
                  <a:lnTo>
                    <a:pt x="23" y="70"/>
                  </a:lnTo>
                  <a:lnTo>
                    <a:pt x="29" y="56"/>
                  </a:lnTo>
                  <a:lnTo>
                    <a:pt x="38" y="43"/>
                  </a:lnTo>
                  <a:lnTo>
                    <a:pt x="38" y="43"/>
                  </a:lnTo>
                  <a:lnTo>
                    <a:pt x="44" y="35"/>
                  </a:lnTo>
                  <a:lnTo>
                    <a:pt x="49" y="26"/>
                  </a:lnTo>
                  <a:lnTo>
                    <a:pt x="51" y="15"/>
                  </a:lnTo>
                  <a:lnTo>
                    <a:pt x="54" y="6"/>
                  </a:lnTo>
                  <a:lnTo>
                    <a:pt x="54" y="6"/>
                  </a:lnTo>
                  <a:lnTo>
                    <a:pt x="54" y="4"/>
                  </a:lnTo>
                  <a:lnTo>
                    <a:pt x="53" y="1"/>
                  </a:lnTo>
                  <a:lnTo>
                    <a:pt x="50" y="1"/>
                  </a:lnTo>
                  <a:lnTo>
                    <a:pt x="49" y="0"/>
                  </a:lnTo>
                  <a:lnTo>
                    <a:pt x="45" y="1"/>
                  </a:lnTo>
                  <a:lnTo>
                    <a:pt x="44" y="4"/>
                  </a:lnTo>
                  <a:lnTo>
                    <a:pt x="42" y="6"/>
                  </a:lnTo>
                  <a:lnTo>
                    <a:pt x="42" y="6"/>
                  </a:lnTo>
                  <a:close/>
                </a:path>
              </a:pathLst>
            </a:custGeom>
            <a:ln>
              <a:solidFill>
                <a:schemeClr val="accent1">
                  <a:alpha val="35000"/>
                </a:schemeClr>
              </a:solidFill>
            </a:ln>
          </p:spPr>
          <p:style>
            <a:lnRef idx="0">
              <a:srgbClr val="FFFFFF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23" name="Freeform 535"/>
            <p:cNvSpPr/>
            <p:nvPr>
              <p:custDataLst>
                <p:tags r:id="rId17"/>
              </p:custDataLst>
            </p:nvPr>
          </p:nvSpPr>
          <p:spPr bwMode="auto">
            <a:xfrm>
              <a:off x="2152651" y="2535238"/>
              <a:ext cx="22225" cy="46038"/>
            </a:xfrm>
            <a:custGeom>
              <a:avLst/>
              <a:gdLst/>
              <a:ahLst/>
              <a:cxnLst>
                <a:cxn ang="0">
                  <a:pos x="46" y="2"/>
                </a:cxn>
                <a:cxn ang="0">
                  <a:pos x="46" y="2"/>
                </a:cxn>
                <a:cxn ang="0">
                  <a:pos x="43" y="17"/>
                </a:cxn>
                <a:cxn ang="0">
                  <a:pos x="38" y="29"/>
                </a:cxn>
                <a:cxn ang="0">
                  <a:pos x="26" y="55"/>
                </a:cxn>
                <a:cxn ang="0">
                  <a:pos x="2" y="104"/>
                </a:cxn>
                <a:cxn ang="0">
                  <a:pos x="2" y="104"/>
                </a:cxn>
                <a:cxn ang="0">
                  <a:pos x="0" y="107"/>
                </a:cxn>
                <a:cxn ang="0">
                  <a:pos x="2" y="108"/>
                </a:cxn>
                <a:cxn ang="0">
                  <a:pos x="4" y="112"/>
                </a:cxn>
                <a:cxn ang="0">
                  <a:pos x="8" y="114"/>
                </a:cxn>
                <a:cxn ang="0">
                  <a:pos x="9" y="112"/>
                </a:cxn>
                <a:cxn ang="0">
                  <a:pos x="11" y="110"/>
                </a:cxn>
                <a:cxn ang="0">
                  <a:pos x="11" y="110"/>
                </a:cxn>
                <a:cxn ang="0">
                  <a:pos x="37" y="59"/>
                </a:cxn>
                <a:cxn ang="0">
                  <a:pos x="49" y="32"/>
                </a:cxn>
                <a:cxn ang="0">
                  <a:pos x="54" y="19"/>
                </a:cxn>
                <a:cxn ang="0">
                  <a:pos x="58" y="6"/>
                </a:cxn>
                <a:cxn ang="0">
                  <a:pos x="58" y="6"/>
                </a:cxn>
                <a:cxn ang="0">
                  <a:pos x="58" y="4"/>
                </a:cxn>
                <a:cxn ang="0">
                  <a:pos x="57" y="1"/>
                </a:cxn>
                <a:cxn ang="0">
                  <a:pos x="54" y="0"/>
                </a:cxn>
                <a:cxn ang="0">
                  <a:pos x="49" y="0"/>
                </a:cxn>
                <a:cxn ang="0">
                  <a:pos x="47" y="1"/>
                </a:cxn>
                <a:cxn ang="0">
                  <a:pos x="46" y="2"/>
                </a:cxn>
                <a:cxn ang="0">
                  <a:pos x="46" y="2"/>
                </a:cxn>
              </a:cxnLst>
              <a:rect l="0" t="0" r="r" b="b"/>
              <a:pathLst>
                <a:path w="58" h="114">
                  <a:moveTo>
                    <a:pt x="46" y="2"/>
                  </a:moveTo>
                  <a:lnTo>
                    <a:pt x="46" y="2"/>
                  </a:lnTo>
                  <a:lnTo>
                    <a:pt x="43" y="17"/>
                  </a:lnTo>
                  <a:lnTo>
                    <a:pt x="38" y="29"/>
                  </a:lnTo>
                  <a:lnTo>
                    <a:pt x="26" y="55"/>
                  </a:lnTo>
                  <a:lnTo>
                    <a:pt x="2" y="104"/>
                  </a:lnTo>
                  <a:lnTo>
                    <a:pt x="2" y="104"/>
                  </a:lnTo>
                  <a:lnTo>
                    <a:pt x="0" y="107"/>
                  </a:lnTo>
                  <a:lnTo>
                    <a:pt x="2" y="108"/>
                  </a:lnTo>
                  <a:lnTo>
                    <a:pt x="4" y="112"/>
                  </a:lnTo>
                  <a:lnTo>
                    <a:pt x="8" y="114"/>
                  </a:lnTo>
                  <a:lnTo>
                    <a:pt x="9" y="112"/>
                  </a:lnTo>
                  <a:lnTo>
                    <a:pt x="11" y="110"/>
                  </a:lnTo>
                  <a:lnTo>
                    <a:pt x="11" y="110"/>
                  </a:lnTo>
                  <a:lnTo>
                    <a:pt x="37" y="59"/>
                  </a:lnTo>
                  <a:lnTo>
                    <a:pt x="49" y="32"/>
                  </a:lnTo>
                  <a:lnTo>
                    <a:pt x="54" y="19"/>
                  </a:lnTo>
                  <a:lnTo>
                    <a:pt x="58" y="6"/>
                  </a:lnTo>
                  <a:lnTo>
                    <a:pt x="58" y="6"/>
                  </a:lnTo>
                  <a:lnTo>
                    <a:pt x="58" y="4"/>
                  </a:lnTo>
                  <a:lnTo>
                    <a:pt x="57" y="1"/>
                  </a:lnTo>
                  <a:lnTo>
                    <a:pt x="54" y="0"/>
                  </a:lnTo>
                  <a:lnTo>
                    <a:pt x="49" y="0"/>
                  </a:lnTo>
                  <a:lnTo>
                    <a:pt x="47" y="1"/>
                  </a:lnTo>
                  <a:lnTo>
                    <a:pt x="46" y="2"/>
                  </a:lnTo>
                  <a:lnTo>
                    <a:pt x="46" y="2"/>
                  </a:lnTo>
                  <a:close/>
                </a:path>
              </a:pathLst>
            </a:custGeom>
            <a:ln>
              <a:solidFill>
                <a:schemeClr val="accent1">
                  <a:alpha val="35000"/>
                </a:schemeClr>
              </a:solidFill>
            </a:ln>
          </p:spPr>
          <p:style>
            <a:lnRef idx="0">
              <a:srgbClr val="FFFFFF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24" name="Freeform 536"/>
            <p:cNvSpPr/>
            <p:nvPr>
              <p:custDataLst>
                <p:tags r:id="rId18"/>
              </p:custDataLst>
            </p:nvPr>
          </p:nvSpPr>
          <p:spPr bwMode="auto">
            <a:xfrm>
              <a:off x="2176463" y="2573338"/>
              <a:ext cx="23813" cy="34925"/>
            </a:xfrm>
            <a:custGeom>
              <a:avLst/>
              <a:gdLst/>
              <a:ahLst/>
              <a:cxnLst>
                <a:cxn ang="0">
                  <a:pos x="51" y="1"/>
                </a:cxn>
                <a:cxn ang="0">
                  <a:pos x="51" y="1"/>
                </a:cxn>
                <a:cxn ang="0">
                  <a:pos x="35" y="20"/>
                </a:cxn>
                <a:cxn ang="0">
                  <a:pos x="22" y="38"/>
                </a:cxn>
                <a:cxn ang="0">
                  <a:pos x="10" y="57"/>
                </a:cxn>
                <a:cxn ang="0">
                  <a:pos x="0" y="78"/>
                </a:cxn>
                <a:cxn ang="0">
                  <a:pos x="0" y="78"/>
                </a:cxn>
                <a:cxn ang="0">
                  <a:pos x="0" y="81"/>
                </a:cxn>
                <a:cxn ang="0">
                  <a:pos x="0" y="84"/>
                </a:cxn>
                <a:cxn ang="0">
                  <a:pos x="4" y="86"/>
                </a:cxn>
                <a:cxn ang="0">
                  <a:pos x="5" y="88"/>
                </a:cxn>
                <a:cxn ang="0">
                  <a:pos x="8" y="88"/>
                </a:cxn>
                <a:cxn ang="0">
                  <a:pos x="9" y="86"/>
                </a:cxn>
                <a:cxn ang="0">
                  <a:pos x="10" y="85"/>
                </a:cxn>
                <a:cxn ang="0">
                  <a:pos x="10" y="85"/>
                </a:cxn>
                <a:cxn ang="0">
                  <a:pos x="19" y="64"/>
                </a:cxn>
                <a:cxn ang="0">
                  <a:pos x="31" y="44"/>
                </a:cxn>
                <a:cxn ang="0">
                  <a:pos x="44" y="26"/>
                </a:cxn>
                <a:cxn ang="0">
                  <a:pos x="59" y="9"/>
                </a:cxn>
                <a:cxn ang="0">
                  <a:pos x="59" y="9"/>
                </a:cxn>
                <a:cxn ang="0">
                  <a:pos x="60" y="8"/>
                </a:cxn>
                <a:cxn ang="0">
                  <a:pos x="60" y="5"/>
                </a:cxn>
                <a:cxn ang="0">
                  <a:pos x="59" y="1"/>
                </a:cxn>
                <a:cxn ang="0">
                  <a:pos x="55" y="0"/>
                </a:cxn>
                <a:cxn ang="0">
                  <a:pos x="53" y="0"/>
                </a:cxn>
                <a:cxn ang="0">
                  <a:pos x="51" y="1"/>
                </a:cxn>
                <a:cxn ang="0">
                  <a:pos x="51" y="1"/>
                </a:cxn>
              </a:cxnLst>
              <a:rect l="0" t="0" r="r" b="b"/>
              <a:pathLst>
                <a:path w="60" h="88">
                  <a:moveTo>
                    <a:pt x="51" y="1"/>
                  </a:moveTo>
                  <a:lnTo>
                    <a:pt x="51" y="1"/>
                  </a:lnTo>
                  <a:lnTo>
                    <a:pt x="35" y="20"/>
                  </a:lnTo>
                  <a:lnTo>
                    <a:pt x="22" y="38"/>
                  </a:lnTo>
                  <a:lnTo>
                    <a:pt x="10" y="57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81"/>
                  </a:lnTo>
                  <a:lnTo>
                    <a:pt x="0" y="84"/>
                  </a:lnTo>
                  <a:lnTo>
                    <a:pt x="4" y="86"/>
                  </a:lnTo>
                  <a:lnTo>
                    <a:pt x="5" y="88"/>
                  </a:lnTo>
                  <a:lnTo>
                    <a:pt x="8" y="88"/>
                  </a:lnTo>
                  <a:lnTo>
                    <a:pt x="9" y="86"/>
                  </a:lnTo>
                  <a:lnTo>
                    <a:pt x="10" y="85"/>
                  </a:lnTo>
                  <a:lnTo>
                    <a:pt x="10" y="85"/>
                  </a:lnTo>
                  <a:lnTo>
                    <a:pt x="19" y="64"/>
                  </a:lnTo>
                  <a:lnTo>
                    <a:pt x="31" y="44"/>
                  </a:lnTo>
                  <a:lnTo>
                    <a:pt x="44" y="26"/>
                  </a:lnTo>
                  <a:lnTo>
                    <a:pt x="59" y="9"/>
                  </a:lnTo>
                  <a:lnTo>
                    <a:pt x="59" y="9"/>
                  </a:lnTo>
                  <a:lnTo>
                    <a:pt x="60" y="8"/>
                  </a:lnTo>
                  <a:lnTo>
                    <a:pt x="60" y="5"/>
                  </a:lnTo>
                  <a:lnTo>
                    <a:pt x="59" y="1"/>
                  </a:lnTo>
                  <a:lnTo>
                    <a:pt x="55" y="0"/>
                  </a:lnTo>
                  <a:lnTo>
                    <a:pt x="53" y="0"/>
                  </a:lnTo>
                  <a:lnTo>
                    <a:pt x="51" y="1"/>
                  </a:lnTo>
                  <a:lnTo>
                    <a:pt x="51" y="1"/>
                  </a:lnTo>
                  <a:close/>
                </a:path>
              </a:pathLst>
            </a:custGeom>
            <a:ln>
              <a:solidFill>
                <a:schemeClr val="accent1">
                  <a:alpha val="35000"/>
                </a:schemeClr>
              </a:solidFill>
            </a:ln>
          </p:spPr>
          <p:style>
            <a:lnRef idx="0">
              <a:srgbClr val="FFFFFF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25" name="Freeform 537"/>
            <p:cNvSpPr/>
            <p:nvPr>
              <p:custDataLst>
                <p:tags r:id="rId19"/>
              </p:custDataLst>
            </p:nvPr>
          </p:nvSpPr>
          <p:spPr bwMode="auto">
            <a:xfrm>
              <a:off x="2200276" y="2609850"/>
              <a:ext cx="26988" cy="36513"/>
            </a:xfrm>
            <a:custGeom>
              <a:avLst/>
              <a:gdLst/>
              <a:ahLst/>
              <a:cxnLst>
                <a:cxn ang="0">
                  <a:pos x="59" y="2"/>
                </a:cxn>
                <a:cxn ang="0">
                  <a:pos x="59" y="2"/>
                </a:cxn>
                <a:cxn ang="0">
                  <a:pos x="50" y="11"/>
                </a:cxn>
                <a:cxn ang="0">
                  <a:pos x="42" y="21"/>
                </a:cxn>
                <a:cxn ang="0">
                  <a:pos x="28" y="42"/>
                </a:cxn>
                <a:cxn ang="0">
                  <a:pos x="16" y="65"/>
                </a:cxn>
                <a:cxn ang="0">
                  <a:pos x="1" y="87"/>
                </a:cxn>
                <a:cxn ang="0">
                  <a:pos x="1" y="87"/>
                </a:cxn>
                <a:cxn ang="0">
                  <a:pos x="0" y="89"/>
                </a:cxn>
                <a:cxn ang="0">
                  <a:pos x="0" y="91"/>
                </a:cxn>
                <a:cxn ang="0">
                  <a:pos x="1" y="93"/>
                </a:cxn>
                <a:cxn ang="0">
                  <a:pos x="3" y="95"/>
                </a:cxn>
                <a:cxn ang="0">
                  <a:pos x="8" y="95"/>
                </a:cxn>
                <a:cxn ang="0">
                  <a:pos x="9" y="95"/>
                </a:cxn>
                <a:cxn ang="0">
                  <a:pos x="12" y="92"/>
                </a:cxn>
                <a:cxn ang="0">
                  <a:pos x="12" y="92"/>
                </a:cxn>
                <a:cxn ang="0">
                  <a:pos x="25" y="71"/>
                </a:cxn>
                <a:cxn ang="0">
                  <a:pos x="37" y="49"/>
                </a:cxn>
                <a:cxn ang="0">
                  <a:pos x="51" y="29"/>
                </a:cxn>
                <a:cxn ang="0">
                  <a:pos x="59" y="19"/>
                </a:cxn>
                <a:cxn ang="0">
                  <a:pos x="68" y="10"/>
                </a:cxn>
                <a:cxn ang="0">
                  <a:pos x="68" y="10"/>
                </a:cxn>
                <a:cxn ang="0">
                  <a:pos x="69" y="8"/>
                </a:cxn>
                <a:cxn ang="0">
                  <a:pos x="69" y="6"/>
                </a:cxn>
                <a:cxn ang="0">
                  <a:pos x="68" y="2"/>
                </a:cxn>
                <a:cxn ang="0">
                  <a:pos x="64" y="0"/>
                </a:cxn>
                <a:cxn ang="0">
                  <a:pos x="62" y="0"/>
                </a:cxn>
                <a:cxn ang="0">
                  <a:pos x="59" y="2"/>
                </a:cxn>
                <a:cxn ang="0">
                  <a:pos x="59" y="2"/>
                </a:cxn>
              </a:cxnLst>
              <a:rect l="0" t="0" r="r" b="b"/>
              <a:pathLst>
                <a:path w="69" h="95">
                  <a:moveTo>
                    <a:pt x="59" y="2"/>
                  </a:moveTo>
                  <a:lnTo>
                    <a:pt x="59" y="2"/>
                  </a:lnTo>
                  <a:lnTo>
                    <a:pt x="50" y="11"/>
                  </a:lnTo>
                  <a:lnTo>
                    <a:pt x="42" y="21"/>
                  </a:lnTo>
                  <a:lnTo>
                    <a:pt x="28" y="42"/>
                  </a:lnTo>
                  <a:lnTo>
                    <a:pt x="16" y="65"/>
                  </a:lnTo>
                  <a:lnTo>
                    <a:pt x="1" y="87"/>
                  </a:lnTo>
                  <a:lnTo>
                    <a:pt x="1" y="87"/>
                  </a:lnTo>
                  <a:lnTo>
                    <a:pt x="0" y="89"/>
                  </a:lnTo>
                  <a:lnTo>
                    <a:pt x="0" y="91"/>
                  </a:lnTo>
                  <a:lnTo>
                    <a:pt x="1" y="93"/>
                  </a:lnTo>
                  <a:lnTo>
                    <a:pt x="3" y="95"/>
                  </a:lnTo>
                  <a:lnTo>
                    <a:pt x="8" y="95"/>
                  </a:lnTo>
                  <a:lnTo>
                    <a:pt x="9" y="95"/>
                  </a:lnTo>
                  <a:lnTo>
                    <a:pt x="12" y="92"/>
                  </a:lnTo>
                  <a:lnTo>
                    <a:pt x="12" y="92"/>
                  </a:lnTo>
                  <a:lnTo>
                    <a:pt x="25" y="71"/>
                  </a:lnTo>
                  <a:lnTo>
                    <a:pt x="37" y="49"/>
                  </a:lnTo>
                  <a:lnTo>
                    <a:pt x="51" y="29"/>
                  </a:lnTo>
                  <a:lnTo>
                    <a:pt x="59" y="19"/>
                  </a:lnTo>
                  <a:lnTo>
                    <a:pt x="68" y="10"/>
                  </a:lnTo>
                  <a:lnTo>
                    <a:pt x="68" y="10"/>
                  </a:lnTo>
                  <a:lnTo>
                    <a:pt x="69" y="8"/>
                  </a:lnTo>
                  <a:lnTo>
                    <a:pt x="69" y="6"/>
                  </a:lnTo>
                  <a:lnTo>
                    <a:pt x="68" y="2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59" y="2"/>
                  </a:lnTo>
                  <a:lnTo>
                    <a:pt x="59" y="2"/>
                  </a:lnTo>
                  <a:close/>
                </a:path>
              </a:pathLst>
            </a:custGeom>
            <a:ln>
              <a:solidFill>
                <a:schemeClr val="accent1">
                  <a:alpha val="35000"/>
                </a:schemeClr>
              </a:solidFill>
            </a:ln>
          </p:spPr>
          <p:style>
            <a:lnRef idx="0">
              <a:srgbClr val="FFFFFF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26" name="Freeform 538"/>
            <p:cNvSpPr/>
            <p:nvPr>
              <p:custDataLst>
                <p:tags r:id="rId20"/>
              </p:custDataLst>
            </p:nvPr>
          </p:nvSpPr>
          <p:spPr bwMode="auto">
            <a:xfrm>
              <a:off x="2228851" y="2640013"/>
              <a:ext cx="19050" cy="38100"/>
            </a:xfrm>
            <a:custGeom>
              <a:avLst/>
              <a:gdLst/>
              <a:ahLst/>
              <a:cxnLst>
                <a:cxn ang="0">
                  <a:pos x="40" y="2"/>
                </a:cxn>
                <a:cxn ang="0">
                  <a:pos x="40" y="2"/>
                </a:cxn>
                <a:cxn ang="0">
                  <a:pos x="30" y="12"/>
                </a:cxn>
                <a:cxn ang="0">
                  <a:pos x="24" y="24"/>
                </a:cxn>
                <a:cxn ang="0">
                  <a:pos x="17" y="34"/>
                </a:cxn>
                <a:cxn ang="0">
                  <a:pos x="12" y="47"/>
                </a:cxn>
                <a:cxn ang="0">
                  <a:pos x="12" y="47"/>
                </a:cxn>
                <a:cxn ang="0">
                  <a:pos x="4" y="68"/>
                </a:cxn>
                <a:cxn ang="0">
                  <a:pos x="2" y="79"/>
                </a:cxn>
                <a:cxn ang="0">
                  <a:pos x="0" y="89"/>
                </a:cxn>
                <a:cxn ang="0">
                  <a:pos x="0" y="89"/>
                </a:cxn>
                <a:cxn ang="0">
                  <a:pos x="0" y="92"/>
                </a:cxn>
                <a:cxn ang="0">
                  <a:pos x="2" y="94"/>
                </a:cxn>
                <a:cxn ang="0">
                  <a:pos x="6" y="96"/>
                </a:cxn>
                <a:cxn ang="0">
                  <a:pos x="9" y="94"/>
                </a:cxn>
                <a:cxn ang="0">
                  <a:pos x="11" y="92"/>
                </a:cxn>
                <a:cxn ang="0">
                  <a:pos x="12" y="89"/>
                </a:cxn>
                <a:cxn ang="0">
                  <a:pos x="12" y="89"/>
                </a:cxn>
                <a:cxn ang="0">
                  <a:pos x="13" y="79"/>
                </a:cxn>
                <a:cxn ang="0">
                  <a:pos x="16" y="68"/>
                </a:cxn>
                <a:cxn ang="0">
                  <a:pos x="24" y="49"/>
                </a:cxn>
                <a:cxn ang="0">
                  <a:pos x="24" y="49"/>
                </a:cxn>
                <a:cxn ang="0">
                  <a:pos x="29" y="37"/>
                </a:cxn>
                <a:cxn ang="0">
                  <a:pos x="34" y="28"/>
                </a:cxn>
                <a:cxn ang="0">
                  <a:pos x="41" y="19"/>
                </a:cxn>
                <a:cxn ang="0">
                  <a:pos x="47" y="9"/>
                </a:cxn>
                <a:cxn ang="0">
                  <a:pos x="47" y="9"/>
                </a:cxn>
                <a:cxn ang="0">
                  <a:pos x="49" y="8"/>
                </a:cxn>
                <a:cxn ang="0">
                  <a:pos x="50" y="6"/>
                </a:cxn>
                <a:cxn ang="0">
                  <a:pos x="47" y="2"/>
                </a:cxn>
                <a:cxn ang="0">
                  <a:pos x="43" y="0"/>
                </a:cxn>
                <a:cxn ang="0">
                  <a:pos x="42" y="0"/>
                </a:cxn>
                <a:cxn ang="0">
                  <a:pos x="40" y="2"/>
                </a:cxn>
                <a:cxn ang="0">
                  <a:pos x="40" y="2"/>
                </a:cxn>
              </a:cxnLst>
              <a:rect l="0" t="0" r="r" b="b"/>
              <a:pathLst>
                <a:path w="50" h="96">
                  <a:moveTo>
                    <a:pt x="40" y="2"/>
                  </a:moveTo>
                  <a:lnTo>
                    <a:pt x="40" y="2"/>
                  </a:lnTo>
                  <a:lnTo>
                    <a:pt x="30" y="12"/>
                  </a:lnTo>
                  <a:lnTo>
                    <a:pt x="24" y="24"/>
                  </a:lnTo>
                  <a:lnTo>
                    <a:pt x="17" y="34"/>
                  </a:lnTo>
                  <a:lnTo>
                    <a:pt x="12" y="47"/>
                  </a:lnTo>
                  <a:lnTo>
                    <a:pt x="12" y="47"/>
                  </a:lnTo>
                  <a:lnTo>
                    <a:pt x="4" y="68"/>
                  </a:lnTo>
                  <a:lnTo>
                    <a:pt x="2" y="79"/>
                  </a:lnTo>
                  <a:lnTo>
                    <a:pt x="0" y="89"/>
                  </a:lnTo>
                  <a:lnTo>
                    <a:pt x="0" y="89"/>
                  </a:lnTo>
                  <a:lnTo>
                    <a:pt x="0" y="92"/>
                  </a:lnTo>
                  <a:lnTo>
                    <a:pt x="2" y="94"/>
                  </a:lnTo>
                  <a:lnTo>
                    <a:pt x="6" y="96"/>
                  </a:lnTo>
                  <a:lnTo>
                    <a:pt x="9" y="94"/>
                  </a:lnTo>
                  <a:lnTo>
                    <a:pt x="11" y="92"/>
                  </a:lnTo>
                  <a:lnTo>
                    <a:pt x="12" y="89"/>
                  </a:lnTo>
                  <a:lnTo>
                    <a:pt x="12" y="89"/>
                  </a:lnTo>
                  <a:lnTo>
                    <a:pt x="13" y="79"/>
                  </a:lnTo>
                  <a:lnTo>
                    <a:pt x="16" y="68"/>
                  </a:lnTo>
                  <a:lnTo>
                    <a:pt x="24" y="49"/>
                  </a:lnTo>
                  <a:lnTo>
                    <a:pt x="24" y="49"/>
                  </a:lnTo>
                  <a:lnTo>
                    <a:pt x="29" y="37"/>
                  </a:lnTo>
                  <a:lnTo>
                    <a:pt x="34" y="28"/>
                  </a:lnTo>
                  <a:lnTo>
                    <a:pt x="41" y="19"/>
                  </a:lnTo>
                  <a:lnTo>
                    <a:pt x="47" y="9"/>
                  </a:lnTo>
                  <a:lnTo>
                    <a:pt x="47" y="9"/>
                  </a:lnTo>
                  <a:lnTo>
                    <a:pt x="49" y="8"/>
                  </a:lnTo>
                  <a:lnTo>
                    <a:pt x="50" y="6"/>
                  </a:lnTo>
                  <a:lnTo>
                    <a:pt x="47" y="2"/>
                  </a:lnTo>
                  <a:lnTo>
                    <a:pt x="43" y="0"/>
                  </a:lnTo>
                  <a:lnTo>
                    <a:pt x="42" y="0"/>
                  </a:lnTo>
                  <a:lnTo>
                    <a:pt x="40" y="2"/>
                  </a:lnTo>
                  <a:lnTo>
                    <a:pt x="40" y="2"/>
                  </a:lnTo>
                  <a:close/>
                </a:path>
              </a:pathLst>
            </a:custGeom>
            <a:ln>
              <a:solidFill>
                <a:schemeClr val="accent1">
                  <a:alpha val="35000"/>
                </a:schemeClr>
              </a:solidFill>
            </a:ln>
          </p:spPr>
          <p:style>
            <a:lnRef idx="0">
              <a:srgbClr val="FFFFFF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27" name="Freeform 539"/>
            <p:cNvSpPr/>
            <p:nvPr>
              <p:custDataLst>
                <p:tags r:id="rId21"/>
              </p:custDataLst>
            </p:nvPr>
          </p:nvSpPr>
          <p:spPr bwMode="auto">
            <a:xfrm>
              <a:off x="2257426" y="2651125"/>
              <a:ext cx="20638" cy="42863"/>
            </a:xfrm>
            <a:custGeom>
              <a:avLst/>
              <a:gdLst/>
              <a:ahLst/>
              <a:cxnLst>
                <a:cxn ang="0">
                  <a:pos x="42" y="5"/>
                </a:cxn>
                <a:cxn ang="0">
                  <a:pos x="42" y="5"/>
                </a:cxn>
                <a:cxn ang="0">
                  <a:pos x="41" y="12"/>
                </a:cxn>
                <a:cxn ang="0">
                  <a:pos x="39" y="17"/>
                </a:cxn>
                <a:cxn ang="0">
                  <a:pos x="34" y="29"/>
                </a:cxn>
                <a:cxn ang="0">
                  <a:pos x="28" y="40"/>
                </a:cxn>
                <a:cxn ang="0">
                  <a:pos x="20" y="51"/>
                </a:cxn>
                <a:cxn ang="0">
                  <a:pos x="20" y="51"/>
                </a:cxn>
                <a:cxn ang="0">
                  <a:pos x="13" y="63"/>
                </a:cxn>
                <a:cxn ang="0">
                  <a:pos x="8" y="76"/>
                </a:cxn>
                <a:cxn ang="0">
                  <a:pos x="0" y="102"/>
                </a:cxn>
                <a:cxn ang="0">
                  <a:pos x="0" y="102"/>
                </a:cxn>
                <a:cxn ang="0">
                  <a:pos x="0" y="104"/>
                </a:cxn>
                <a:cxn ang="0">
                  <a:pos x="2" y="107"/>
                </a:cxn>
                <a:cxn ang="0">
                  <a:pos x="4" y="108"/>
                </a:cxn>
                <a:cxn ang="0">
                  <a:pos x="9" y="108"/>
                </a:cxn>
                <a:cxn ang="0">
                  <a:pos x="11" y="107"/>
                </a:cxn>
                <a:cxn ang="0">
                  <a:pos x="12" y="106"/>
                </a:cxn>
                <a:cxn ang="0">
                  <a:pos x="12" y="106"/>
                </a:cxn>
                <a:cxn ang="0">
                  <a:pos x="16" y="90"/>
                </a:cxn>
                <a:cxn ang="0">
                  <a:pos x="22" y="74"/>
                </a:cxn>
                <a:cxn ang="0">
                  <a:pos x="29" y="60"/>
                </a:cxn>
                <a:cxn ang="0">
                  <a:pos x="37" y="46"/>
                </a:cxn>
                <a:cxn ang="0">
                  <a:pos x="37" y="46"/>
                </a:cxn>
                <a:cxn ang="0">
                  <a:pos x="43" y="36"/>
                </a:cxn>
                <a:cxn ang="0">
                  <a:pos x="49" y="26"/>
                </a:cxn>
                <a:cxn ang="0">
                  <a:pos x="51" y="15"/>
                </a:cxn>
                <a:cxn ang="0">
                  <a:pos x="54" y="5"/>
                </a:cxn>
                <a:cxn ang="0">
                  <a:pos x="54" y="5"/>
                </a:cxn>
                <a:cxn ang="0">
                  <a:pos x="54" y="2"/>
                </a:cxn>
                <a:cxn ang="0">
                  <a:pos x="53" y="1"/>
                </a:cxn>
                <a:cxn ang="0">
                  <a:pos x="50" y="0"/>
                </a:cxn>
                <a:cxn ang="0">
                  <a:pos x="49" y="0"/>
                </a:cxn>
                <a:cxn ang="0">
                  <a:pos x="45" y="1"/>
                </a:cxn>
                <a:cxn ang="0">
                  <a:pos x="43" y="2"/>
                </a:cxn>
                <a:cxn ang="0">
                  <a:pos x="42" y="5"/>
                </a:cxn>
                <a:cxn ang="0">
                  <a:pos x="42" y="5"/>
                </a:cxn>
              </a:cxnLst>
              <a:rect l="0" t="0" r="r" b="b"/>
              <a:pathLst>
                <a:path w="54" h="108">
                  <a:moveTo>
                    <a:pt x="42" y="5"/>
                  </a:moveTo>
                  <a:lnTo>
                    <a:pt x="42" y="5"/>
                  </a:lnTo>
                  <a:lnTo>
                    <a:pt x="41" y="12"/>
                  </a:lnTo>
                  <a:lnTo>
                    <a:pt x="39" y="17"/>
                  </a:lnTo>
                  <a:lnTo>
                    <a:pt x="34" y="29"/>
                  </a:lnTo>
                  <a:lnTo>
                    <a:pt x="28" y="40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13" y="63"/>
                  </a:lnTo>
                  <a:lnTo>
                    <a:pt x="8" y="76"/>
                  </a:lnTo>
                  <a:lnTo>
                    <a:pt x="0" y="102"/>
                  </a:lnTo>
                  <a:lnTo>
                    <a:pt x="0" y="102"/>
                  </a:lnTo>
                  <a:lnTo>
                    <a:pt x="0" y="104"/>
                  </a:lnTo>
                  <a:lnTo>
                    <a:pt x="2" y="107"/>
                  </a:lnTo>
                  <a:lnTo>
                    <a:pt x="4" y="108"/>
                  </a:lnTo>
                  <a:lnTo>
                    <a:pt x="9" y="108"/>
                  </a:lnTo>
                  <a:lnTo>
                    <a:pt x="11" y="107"/>
                  </a:lnTo>
                  <a:lnTo>
                    <a:pt x="12" y="106"/>
                  </a:lnTo>
                  <a:lnTo>
                    <a:pt x="12" y="106"/>
                  </a:lnTo>
                  <a:lnTo>
                    <a:pt x="16" y="90"/>
                  </a:lnTo>
                  <a:lnTo>
                    <a:pt x="22" y="74"/>
                  </a:lnTo>
                  <a:lnTo>
                    <a:pt x="29" y="60"/>
                  </a:lnTo>
                  <a:lnTo>
                    <a:pt x="37" y="46"/>
                  </a:lnTo>
                  <a:lnTo>
                    <a:pt x="37" y="46"/>
                  </a:lnTo>
                  <a:lnTo>
                    <a:pt x="43" y="36"/>
                  </a:lnTo>
                  <a:lnTo>
                    <a:pt x="49" y="26"/>
                  </a:lnTo>
                  <a:lnTo>
                    <a:pt x="51" y="15"/>
                  </a:lnTo>
                  <a:lnTo>
                    <a:pt x="54" y="5"/>
                  </a:lnTo>
                  <a:lnTo>
                    <a:pt x="54" y="5"/>
                  </a:lnTo>
                  <a:lnTo>
                    <a:pt x="54" y="2"/>
                  </a:lnTo>
                  <a:lnTo>
                    <a:pt x="53" y="1"/>
                  </a:lnTo>
                  <a:lnTo>
                    <a:pt x="50" y="0"/>
                  </a:lnTo>
                  <a:lnTo>
                    <a:pt x="49" y="0"/>
                  </a:lnTo>
                  <a:lnTo>
                    <a:pt x="45" y="1"/>
                  </a:lnTo>
                  <a:lnTo>
                    <a:pt x="43" y="2"/>
                  </a:lnTo>
                  <a:lnTo>
                    <a:pt x="42" y="5"/>
                  </a:lnTo>
                  <a:lnTo>
                    <a:pt x="42" y="5"/>
                  </a:lnTo>
                  <a:close/>
                </a:path>
              </a:pathLst>
            </a:custGeom>
            <a:ln>
              <a:solidFill>
                <a:schemeClr val="accent1">
                  <a:alpha val="35000"/>
                </a:schemeClr>
              </a:solidFill>
            </a:ln>
          </p:spPr>
          <p:style>
            <a:lnRef idx="0">
              <a:srgbClr val="FFFFFF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28" name="Freeform 540"/>
            <p:cNvSpPr/>
            <p:nvPr>
              <p:custDataLst>
                <p:tags r:id="rId22"/>
              </p:custDataLst>
            </p:nvPr>
          </p:nvSpPr>
          <p:spPr bwMode="auto">
            <a:xfrm>
              <a:off x="2287588" y="2657475"/>
              <a:ext cx="12700" cy="28575"/>
            </a:xfrm>
            <a:custGeom>
              <a:avLst/>
              <a:gdLst/>
              <a:ahLst/>
              <a:cxnLst>
                <a:cxn ang="0">
                  <a:pos x="24" y="5"/>
                </a:cxn>
                <a:cxn ang="0">
                  <a:pos x="24" y="5"/>
                </a:cxn>
                <a:cxn ang="0">
                  <a:pos x="22" y="13"/>
                </a:cxn>
                <a:cxn ang="0">
                  <a:pos x="21" y="21"/>
                </a:cxn>
                <a:cxn ang="0">
                  <a:pos x="16" y="35"/>
                </a:cxn>
                <a:cxn ang="0">
                  <a:pos x="9" y="50"/>
                </a:cxn>
                <a:cxn ang="0">
                  <a:pos x="1" y="64"/>
                </a:cxn>
                <a:cxn ang="0">
                  <a:pos x="1" y="64"/>
                </a:cxn>
                <a:cxn ang="0">
                  <a:pos x="0" y="65"/>
                </a:cxn>
                <a:cxn ang="0">
                  <a:pos x="0" y="68"/>
                </a:cxn>
                <a:cxn ang="0">
                  <a:pos x="3" y="71"/>
                </a:cxn>
                <a:cxn ang="0">
                  <a:pos x="8" y="72"/>
                </a:cxn>
                <a:cxn ang="0">
                  <a:pos x="9" y="71"/>
                </a:cxn>
                <a:cxn ang="0">
                  <a:pos x="11" y="69"/>
                </a:cxn>
                <a:cxn ang="0">
                  <a:pos x="11" y="69"/>
                </a:cxn>
                <a:cxn ang="0">
                  <a:pos x="20" y="55"/>
                </a:cxn>
                <a:cxn ang="0">
                  <a:pos x="28" y="39"/>
                </a:cxn>
                <a:cxn ang="0">
                  <a:pos x="33" y="22"/>
                </a:cxn>
                <a:cxn ang="0">
                  <a:pos x="34" y="14"/>
                </a:cxn>
                <a:cxn ang="0">
                  <a:pos x="34" y="5"/>
                </a:cxn>
                <a:cxn ang="0">
                  <a:pos x="34" y="5"/>
                </a:cxn>
                <a:cxn ang="0">
                  <a:pos x="34" y="3"/>
                </a:cxn>
                <a:cxn ang="0">
                  <a:pos x="33" y="1"/>
                </a:cxn>
                <a:cxn ang="0">
                  <a:pos x="29" y="0"/>
                </a:cxn>
                <a:cxn ang="0">
                  <a:pos x="25" y="1"/>
                </a:cxn>
                <a:cxn ang="0">
                  <a:pos x="24" y="3"/>
                </a:cxn>
                <a:cxn ang="0">
                  <a:pos x="24" y="5"/>
                </a:cxn>
                <a:cxn ang="0">
                  <a:pos x="24" y="5"/>
                </a:cxn>
              </a:cxnLst>
              <a:rect l="0" t="0" r="r" b="b"/>
              <a:pathLst>
                <a:path w="34" h="72">
                  <a:moveTo>
                    <a:pt x="24" y="5"/>
                  </a:moveTo>
                  <a:lnTo>
                    <a:pt x="24" y="5"/>
                  </a:lnTo>
                  <a:lnTo>
                    <a:pt x="22" y="13"/>
                  </a:lnTo>
                  <a:lnTo>
                    <a:pt x="21" y="21"/>
                  </a:lnTo>
                  <a:lnTo>
                    <a:pt x="16" y="35"/>
                  </a:lnTo>
                  <a:lnTo>
                    <a:pt x="9" y="50"/>
                  </a:lnTo>
                  <a:lnTo>
                    <a:pt x="1" y="64"/>
                  </a:lnTo>
                  <a:lnTo>
                    <a:pt x="1" y="64"/>
                  </a:lnTo>
                  <a:lnTo>
                    <a:pt x="0" y="65"/>
                  </a:lnTo>
                  <a:lnTo>
                    <a:pt x="0" y="68"/>
                  </a:lnTo>
                  <a:lnTo>
                    <a:pt x="3" y="71"/>
                  </a:lnTo>
                  <a:lnTo>
                    <a:pt x="8" y="72"/>
                  </a:lnTo>
                  <a:lnTo>
                    <a:pt x="9" y="71"/>
                  </a:lnTo>
                  <a:lnTo>
                    <a:pt x="11" y="69"/>
                  </a:lnTo>
                  <a:lnTo>
                    <a:pt x="11" y="69"/>
                  </a:lnTo>
                  <a:lnTo>
                    <a:pt x="20" y="55"/>
                  </a:lnTo>
                  <a:lnTo>
                    <a:pt x="28" y="39"/>
                  </a:lnTo>
                  <a:lnTo>
                    <a:pt x="33" y="22"/>
                  </a:lnTo>
                  <a:lnTo>
                    <a:pt x="34" y="14"/>
                  </a:lnTo>
                  <a:lnTo>
                    <a:pt x="34" y="5"/>
                  </a:lnTo>
                  <a:lnTo>
                    <a:pt x="34" y="5"/>
                  </a:lnTo>
                  <a:lnTo>
                    <a:pt x="34" y="3"/>
                  </a:lnTo>
                  <a:lnTo>
                    <a:pt x="33" y="1"/>
                  </a:lnTo>
                  <a:lnTo>
                    <a:pt x="29" y="0"/>
                  </a:lnTo>
                  <a:lnTo>
                    <a:pt x="25" y="1"/>
                  </a:lnTo>
                  <a:lnTo>
                    <a:pt x="24" y="3"/>
                  </a:lnTo>
                  <a:lnTo>
                    <a:pt x="24" y="5"/>
                  </a:lnTo>
                  <a:lnTo>
                    <a:pt x="24" y="5"/>
                  </a:lnTo>
                  <a:close/>
                </a:path>
              </a:pathLst>
            </a:custGeom>
            <a:ln>
              <a:solidFill>
                <a:schemeClr val="accent1">
                  <a:alpha val="35000"/>
                </a:schemeClr>
              </a:solidFill>
            </a:ln>
          </p:spPr>
          <p:style>
            <a:lnRef idx="0">
              <a:srgbClr val="FFFFFF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29" name="Freeform 541"/>
            <p:cNvSpPr/>
            <p:nvPr>
              <p:custDataLst>
                <p:tags r:id="rId23"/>
              </p:custDataLst>
            </p:nvPr>
          </p:nvSpPr>
          <p:spPr bwMode="auto">
            <a:xfrm>
              <a:off x="2328863" y="2549525"/>
              <a:ext cx="19050" cy="38100"/>
            </a:xfrm>
            <a:custGeom>
              <a:avLst/>
              <a:gdLst/>
              <a:ahLst/>
              <a:cxnLst>
                <a:cxn ang="0">
                  <a:pos x="38" y="6"/>
                </a:cxn>
                <a:cxn ang="0">
                  <a:pos x="38" y="6"/>
                </a:cxn>
                <a:cxn ang="0">
                  <a:pos x="37" y="11"/>
                </a:cxn>
                <a:cxn ang="0">
                  <a:pos x="34" y="15"/>
                </a:cxn>
                <a:cxn ang="0">
                  <a:pos x="31" y="19"/>
                </a:cxn>
                <a:cxn ang="0">
                  <a:pos x="28" y="23"/>
                </a:cxn>
                <a:cxn ang="0">
                  <a:pos x="28" y="23"/>
                </a:cxn>
                <a:cxn ang="0">
                  <a:pos x="20" y="34"/>
                </a:cxn>
                <a:cxn ang="0">
                  <a:pos x="14" y="48"/>
                </a:cxn>
                <a:cxn ang="0">
                  <a:pos x="14" y="48"/>
                </a:cxn>
                <a:cxn ang="0">
                  <a:pos x="8" y="58"/>
                </a:cxn>
                <a:cxn ang="0">
                  <a:pos x="4" y="70"/>
                </a:cxn>
                <a:cxn ang="0">
                  <a:pos x="2" y="82"/>
                </a:cxn>
                <a:cxn ang="0">
                  <a:pos x="0" y="95"/>
                </a:cxn>
                <a:cxn ang="0">
                  <a:pos x="0" y="95"/>
                </a:cxn>
                <a:cxn ang="0">
                  <a:pos x="0" y="97"/>
                </a:cxn>
                <a:cxn ang="0">
                  <a:pos x="2" y="99"/>
                </a:cxn>
                <a:cxn ang="0">
                  <a:pos x="6" y="100"/>
                </a:cxn>
                <a:cxn ang="0">
                  <a:pos x="10" y="99"/>
                </a:cxn>
                <a:cxn ang="0">
                  <a:pos x="11" y="97"/>
                </a:cxn>
                <a:cxn ang="0">
                  <a:pos x="12" y="95"/>
                </a:cxn>
                <a:cxn ang="0">
                  <a:pos x="12" y="95"/>
                </a:cxn>
                <a:cxn ang="0">
                  <a:pos x="14" y="80"/>
                </a:cxn>
                <a:cxn ang="0">
                  <a:pos x="17" y="67"/>
                </a:cxn>
                <a:cxn ang="0">
                  <a:pos x="23" y="55"/>
                </a:cxn>
                <a:cxn ang="0">
                  <a:pos x="29" y="42"/>
                </a:cxn>
                <a:cxn ang="0">
                  <a:pos x="29" y="42"/>
                </a:cxn>
                <a:cxn ang="0">
                  <a:pos x="34" y="34"/>
                </a:cxn>
                <a:cxn ang="0">
                  <a:pos x="41" y="27"/>
                </a:cxn>
                <a:cxn ang="0">
                  <a:pos x="46" y="17"/>
                </a:cxn>
                <a:cxn ang="0">
                  <a:pos x="49" y="14"/>
                </a:cxn>
                <a:cxn ang="0">
                  <a:pos x="50" y="8"/>
                </a:cxn>
                <a:cxn ang="0">
                  <a:pos x="50" y="8"/>
                </a:cxn>
                <a:cxn ang="0">
                  <a:pos x="49" y="6"/>
                </a:cxn>
                <a:cxn ang="0">
                  <a:pos x="49" y="3"/>
                </a:cxn>
                <a:cxn ang="0">
                  <a:pos x="45" y="2"/>
                </a:cxn>
                <a:cxn ang="0">
                  <a:pos x="42" y="0"/>
                </a:cxn>
                <a:cxn ang="0">
                  <a:pos x="41" y="2"/>
                </a:cxn>
                <a:cxn ang="0">
                  <a:pos x="40" y="3"/>
                </a:cxn>
                <a:cxn ang="0">
                  <a:pos x="38" y="6"/>
                </a:cxn>
                <a:cxn ang="0">
                  <a:pos x="38" y="6"/>
                </a:cxn>
              </a:cxnLst>
              <a:rect l="0" t="0" r="r" b="b"/>
              <a:pathLst>
                <a:path w="50" h="100">
                  <a:moveTo>
                    <a:pt x="38" y="6"/>
                  </a:moveTo>
                  <a:lnTo>
                    <a:pt x="38" y="6"/>
                  </a:lnTo>
                  <a:lnTo>
                    <a:pt x="37" y="11"/>
                  </a:lnTo>
                  <a:lnTo>
                    <a:pt x="34" y="15"/>
                  </a:lnTo>
                  <a:lnTo>
                    <a:pt x="31" y="19"/>
                  </a:lnTo>
                  <a:lnTo>
                    <a:pt x="28" y="23"/>
                  </a:lnTo>
                  <a:lnTo>
                    <a:pt x="28" y="23"/>
                  </a:lnTo>
                  <a:lnTo>
                    <a:pt x="20" y="34"/>
                  </a:lnTo>
                  <a:lnTo>
                    <a:pt x="14" y="48"/>
                  </a:lnTo>
                  <a:lnTo>
                    <a:pt x="14" y="48"/>
                  </a:lnTo>
                  <a:lnTo>
                    <a:pt x="8" y="58"/>
                  </a:lnTo>
                  <a:lnTo>
                    <a:pt x="4" y="70"/>
                  </a:lnTo>
                  <a:lnTo>
                    <a:pt x="2" y="82"/>
                  </a:lnTo>
                  <a:lnTo>
                    <a:pt x="0" y="95"/>
                  </a:lnTo>
                  <a:lnTo>
                    <a:pt x="0" y="95"/>
                  </a:lnTo>
                  <a:lnTo>
                    <a:pt x="0" y="97"/>
                  </a:lnTo>
                  <a:lnTo>
                    <a:pt x="2" y="99"/>
                  </a:lnTo>
                  <a:lnTo>
                    <a:pt x="6" y="100"/>
                  </a:lnTo>
                  <a:lnTo>
                    <a:pt x="10" y="99"/>
                  </a:lnTo>
                  <a:lnTo>
                    <a:pt x="11" y="97"/>
                  </a:lnTo>
                  <a:lnTo>
                    <a:pt x="12" y="95"/>
                  </a:lnTo>
                  <a:lnTo>
                    <a:pt x="12" y="95"/>
                  </a:lnTo>
                  <a:lnTo>
                    <a:pt x="14" y="80"/>
                  </a:lnTo>
                  <a:lnTo>
                    <a:pt x="17" y="67"/>
                  </a:lnTo>
                  <a:lnTo>
                    <a:pt x="23" y="55"/>
                  </a:lnTo>
                  <a:lnTo>
                    <a:pt x="29" y="42"/>
                  </a:lnTo>
                  <a:lnTo>
                    <a:pt x="29" y="42"/>
                  </a:lnTo>
                  <a:lnTo>
                    <a:pt x="34" y="34"/>
                  </a:lnTo>
                  <a:lnTo>
                    <a:pt x="41" y="27"/>
                  </a:lnTo>
                  <a:lnTo>
                    <a:pt x="46" y="17"/>
                  </a:lnTo>
                  <a:lnTo>
                    <a:pt x="49" y="14"/>
                  </a:lnTo>
                  <a:lnTo>
                    <a:pt x="50" y="8"/>
                  </a:lnTo>
                  <a:lnTo>
                    <a:pt x="50" y="8"/>
                  </a:lnTo>
                  <a:lnTo>
                    <a:pt x="49" y="6"/>
                  </a:lnTo>
                  <a:lnTo>
                    <a:pt x="49" y="3"/>
                  </a:lnTo>
                  <a:lnTo>
                    <a:pt x="45" y="2"/>
                  </a:lnTo>
                  <a:lnTo>
                    <a:pt x="42" y="0"/>
                  </a:lnTo>
                  <a:lnTo>
                    <a:pt x="41" y="2"/>
                  </a:lnTo>
                  <a:lnTo>
                    <a:pt x="40" y="3"/>
                  </a:lnTo>
                  <a:lnTo>
                    <a:pt x="38" y="6"/>
                  </a:lnTo>
                  <a:lnTo>
                    <a:pt x="38" y="6"/>
                  </a:lnTo>
                  <a:close/>
                </a:path>
              </a:pathLst>
            </a:custGeom>
            <a:ln>
              <a:solidFill>
                <a:schemeClr val="accent1">
                  <a:alpha val="35000"/>
                </a:schemeClr>
              </a:solidFill>
            </a:ln>
          </p:spPr>
          <p:style>
            <a:lnRef idx="0">
              <a:srgbClr val="FFFFFF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30" name="Freeform 542"/>
            <p:cNvSpPr/>
            <p:nvPr>
              <p:custDataLst>
                <p:tags r:id="rId24"/>
              </p:custDataLst>
            </p:nvPr>
          </p:nvSpPr>
          <p:spPr bwMode="auto">
            <a:xfrm>
              <a:off x="2368551" y="2554288"/>
              <a:ext cx="26988" cy="34925"/>
            </a:xfrm>
            <a:custGeom>
              <a:avLst/>
              <a:gdLst/>
              <a:ahLst/>
              <a:cxnLst>
                <a:cxn ang="0">
                  <a:pos x="59" y="3"/>
                </a:cxn>
                <a:cxn ang="0">
                  <a:pos x="59" y="3"/>
                </a:cxn>
                <a:cxn ang="0">
                  <a:pos x="53" y="13"/>
                </a:cxn>
                <a:cxn ang="0">
                  <a:pos x="45" y="22"/>
                </a:cxn>
                <a:cxn ang="0">
                  <a:pos x="29" y="39"/>
                </a:cxn>
                <a:cxn ang="0">
                  <a:pos x="29" y="39"/>
                </a:cxn>
                <a:cxn ang="0">
                  <a:pos x="21" y="50"/>
                </a:cxn>
                <a:cxn ang="0">
                  <a:pos x="15" y="62"/>
                </a:cxn>
                <a:cxn ang="0">
                  <a:pos x="2" y="83"/>
                </a:cxn>
                <a:cxn ang="0">
                  <a:pos x="2" y="83"/>
                </a:cxn>
                <a:cxn ang="0">
                  <a:pos x="0" y="85"/>
                </a:cxn>
                <a:cxn ang="0">
                  <a:pos x="0" y="88"/>
                </a:cxn>
                <a:cxn ang="0">
                  <a:pos x="3" y="90"/>
                </a:cxn>
                <a:cxn ang="0">
                  <a:pos x="8" y="92"/>
                </a:cxn>
                <a:cxn ang="0">
                  <a:pos x="10" y="90"/>
                </a:cxn>
                <a:cxn ang="0">
                  <a:pos x="12" y="89"/>
                </a:cxn>
                <a:cxn ang="0">
                  <a:pos x="12" y="89"/>
                </a:cxn>
                <a:cxn ang="0">
                  <a:pos x="25" y="66"/>
                </a:cxn>
                <a:cxn ang="0">
                  <a:pos x="32" y="55"/>
                </a:cxn>
                <a:cxn ang="0">
                  <a:pos x="40" y="45"/>
                </a:cxn>
                <a:cxn ang="0">
                  <a:pos x="40" y="45"/>
                </a:cxn>
                <a:cxn ang="0">
                  <a:pos x="55" y="28"/>
                </a:cxn>
                <a:cxn ang="0">
                  <a:pos x="62" y="19"/>
                </a:cxn>
                <a:cxn ang="0">
                  <a:pos x="68" y="9"/>
                </a:cxn>
                <a:cxn ang="0">
                  <a:pos x="68" y="9"/>
                </a:cxn>
                <a:cxn ang="0">
                  <a:pos x="70" y="7"/>
                </a:cxn>
                <a:cxn ang="0">
                  <a:pos x="70" y="4"/>
                </a:cxn>
                <a:cxn ang="0">
                  <a:pos x="66" y="2"/>
                </a:cxn>
                <a:cxn ang="0">
                  <a:pos x="62" y="0"/>
                </a:cxn>
                <a:cxn ang="0">
                  <a:pos x="61" y="2"/>
                </a:cxn>
                <a:cxn ang="0">
                  <a:pos x="59" y="3"/>
                </a:cxn>
                <a:cxn ang="0">
                  <a:pos x="59" y="3"/>
                </a:cxn>
              </a:cxnLst>
              <a:rect l="0" t="0" r="r" b="b"/>
              <a:pathLst>
                <a:path w="70" h="92">
                  <a:moveTo>
                    <a:pt x="59" y="3"/>
                  </a:moveTo>
                  <a:lnTo>
                    <a:pt x="59" y="3"/>
                  </a:lnTo>
                  <a:lnTo>
                    <a:pt x="53" y="13"/>
                  </a:lnTo>
                  <a:lnTo>
                    <a:pt x="45" y="22"/>
                  </a:lnTo>
                  <a:lnTo>
                    <a:pt x="29" y="39"/>
                  </a:lnTo>
                  <a:lnTo>
                    <a:pt x="29" y="39"/>
                  </a:lnTo>
                  <a:lnTo>
                    <a:pt x="21" y="50"/>
                  </a:lnTo>
                  <a:lnTo>
                    <a:pt x="15" y="62"/>
                  </a:lnTo>
                  <a:lnTo>
                    <a:pt x="2" y="83"/>
                  </a:lnTo>
                  <a:lnTo>
                    <a:pt x="2" y="83"/>
                  </a:lnTo>
                  <a:lnTo>
                    <a:pt x="0" y="85"/>
                  </a:lnTo>
                  <a:lnTo>
                    <a:pt x="0" y="88"/>
                  </a:lnTo>
                  <a:lnTo>
                    <a:pt x="3" y="90"/>
                  </a:lnTo>
                  <a:lnTo>
                    <a:pt x="8" y="92"/>
                  </a:lnTo>
                  <a:lnTo>
                    <a:pt x="10" y="90"/>
                  </a:lnTo>
                  <a:lnTo>
                    <a:pt x="12" y="89"/>
                  </a:lnTo>
                  <a:lnTo>
                    <a:pt x="12" y="89"/>
                  </a:lnTo>
                  <a:lnTo>
                    <a:pt x="25" y="66"/>
                  </a:lnTo>
                  <a:lnTo>
                    <a:pt x="32" y="55"/>
                  </a:lnTo>
                  <a:lnTo>
                    <a:pt x="40" y="45"/>
                  </a:lnTo>
                  <a:lnTo>
                    <a:pt x="40" y="45"/>
                  </a:lnTo>
                  <a:lnTo>
                    <a:pt x="55" y="28"/>
                  </a:lnTo>
                  <a:lnTo>
                    <a:pt x="62" y="19"/>
                  </a:lnTo>
                  <a:lnTo>
                    <a:pt x="68" y="9"/>
                  </a:lnTo>
                  <a:lnTo>
                    <a:pt x="68" y="9"/>
                  </a:lnTo>
                  <a:lnTo>
                    <a:pt x="70" y="7"/>
                  </a:lnTo>
                  <a:lnTo>
                    <a:pt x="70" y="4"/>
                  </a:lnTo>
                  <a:lnTo>
                    <a:pt x="66" y="2"/>
                  </a:lnTo>
                  <a:lnTo>
                    <a:pt x="62" y="0"/>
                  </a:lnTo>
                  <a:lnTo>
                    <a:pt x="61" y="2"/>
                  </a:lnTo>
                  <a:lnTo>
                    <a:pt x="59" y="3"/>
                  </a:lnTo>
                  <a:lnTo>
                    <a:pt x="59" y="3"/>
                  </a:lnTo>
                  <a:close/>
                </a:path>
              </a:pathLst>
            </a:custGeom>
            <a:ln>
              <a:solidFill>
                <a:schemeClr val="accent1">
                  <a:alpha val="35000"/>
                </a:schemeClr>
              </a:solidFill>
            </a:ln>
          </p:spPr>
          <p:style>
            <a:lnRef idx="0">
              <a:srgbClr val="FFFFFF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31" name="Freeform 543"/>
            <p:cNvSpPr/>
            <p:nvPr>
              <p:custDataLst>
                <p:tags r:id="rId25"/>
              </p:custDataLst>
            </p:nvPr>
          </p:nvSpPr>
          <p:spPr bwMode="auto">
            <a:xfrm>
              <a:off x="2411413" y="2559050"/>
              <a:ext cx="19050" cy="34925"/>
            </a:xfrm>
            <a:custGeom>
              <a:avLst/>
              <a:gdLst/>
              <a:ahLst/>
              <a:cxnLst>
                <a:cxn ang="0">
                  <a:pos x="39" y="1"/>
                </a:cxn>
                <a:cxn ang="0">
                  <a:pos x="39" y="1"/>
                </a:cxn>
                <a:cxn ang="0">
                  <a:pos x="32" y="9"/>
                </a:cxn>
                <a:cxn ang="0">
                  <a:pos x="27" y="18"/>
                </a:cxn>
                <a:cxn ang="0">
                  <a:pos x="19" y="37"/>
                </a:cxn>
                <a:cxn ang="0">
                  <a:pos x="19" y="37"/>
                </a:cxn>
                <a:cxn ang="0">
                  <a:pos x="10" y="59"/>
                </a:cxn>
                <a:cxn ang="0">
                  <a:pos x="0" y="80"/>
                </a:cxn>
                <a:cxn ang="0">
                  <a:pos x="0" y="80"/>
                </a:cxn>
                <a:cxn ang="0">
                  <a:pos x="0" y="82"/>
                </a:cxn>
                <a:cxn ang="0">
                  <a:pos x="0" y="85"/>
                </a:cxn>
                <a:cxn ang="0">
                  <a:pos x="1" y="86"/>
                </a:cxn>
                <a:cxn ang="0">
                  <a:pos x="4" y="86"/>
                </a:cxn>
                <a:cxn ang="0">
                  <a:pos x="8" y="86"/>
                </a:cxn>
                <a:cxn ang="0">
                  <a:pos x="9" y="85"/>
                </a:cxn>
                <a:cxn ang="0">
                  <a:pos x="10" y="84"/>
                </a:cxn>
                <a:cxn ang="0">
                  <a:pos x="10" y="84"/>
                </a:cxn>
                <a:cxn ang="0">
                  <a:pos x="15" y="73"/>
                </a:cxn>
                <a:cxn ang="0">
                  <a:pos x="19" y="65"/>
                </a:cxn>
                <a:cxn ang="0">
                  <a:pos x="25" y="56"/>
                </a:cxn>
                <a:cxn ang="0">
                  <a:pos x="29" y="47"/>
                </a:cxn>
                <a:cxn ang="0">
                  <a:pos x="29" y="47"/>
                </a:cxn>
                <a:cxn ang="0">
                  <a:pos x="31" y="37"/>
                </a:cxn>
                <a:cxn ang="0">
                  <a:pos x="36" y="27"/>
                </a:cxn>
                <a:cxn ang="0">
                  <a:pos x="42" y="18"/>
                </a:cxn>
                <a:cxn ang="0">
                  <a:pos x="47" y="9"/>
                </a:cxn>
                <a:cxn ang="0">
                  <a:pos x="47" y="9"/>
                </a:cxn>
                <a:cxn ang="0">
                  <a:pos x="48" y="8"/>
                </a:cxn>
                <a:cxn ang="0">
                  <a:pos x="49" y="5"/>
                </a:cxn>
                <a:cxn ang="0">
                  <a:pos x="47" y="1"/>
                </a:cxn>
                <a:cxn ang="0">
                  <a:pos x="43" y="0"/>
                </a:cxn>
                <a:cxn ang="0">
                  <a:pos x="42" y="0"/>
                </a:cxn>
                <a:cxn ang="0">
                  <a:pos x="39" y="1"/>
                </a:cxn>
                <a:cxn ang="0">
                  <a:pos x="39" y="1"/>
                </a:cxn>
              </a:cxnLst>
              <a:rect l="0" t="0" r="r" b="b"/>
              <a:pathLst>
                <a:path w="49" h="86">
                  <a:moveTo>
                    <a:pt x="39" y="1"/>
                  </a:moveTo>
                  <a:lnTo>
                    <a:pt x="39" y="1"/>
                  </a:lnTo>
                  <a:lnTo>
                    <a:pt x="32" y="9"/>
                  </a:lnTo>
                  <a:lnTo>
                    <a:pt x="27" y="18"/>
                  </a:lnTo>
                  <a:lnTo>
                    <a:pt x="19" y="37"/>
                  </a:lnTo>
                  <a:lnTo>
                    <a:pt x="19" y="37"/>
                  </a:lnTo>
                  <a:lnTo>
                    <a:pt x="10" y="59"/>
                  </a:lnTo>
                  <a:lnTo>
                    <a:pt x="0" y="80"/>
                  </a:lnTo>
                  <a:lnTo>
                    <a:pt x="0" y="80"/>
                  </a:lnTo>
                  <a:lnTo>
                    <a:pt x="0" y="82"/>
                  </a:lnTo>
                  <a:lnTo>
                    <a:pt x="0" y="85"/>
                  </a:lnTo>
                  <a:lnTo>
                    <a:pt x="1" y="86"/>
                  </a:lnTo>
                  <a:lnTo>
                    <a:pt x="4" y="86"/>
                  </a:lnTo>
                  <a:lnTo>
                    <a:pt x="8" y="86"/>
                  </a:lnTo>
                  <a:lnTo>
                    <a:pt x="9" y="85"/>
                  </a:lnTo>
                  <a:lnTo>
                    <a:pt x="10" y="84"/>
                  </a:lnTo>
                  <a:lnTo>
                    <a:pt x="10" y="84"/>
                  </a:lnTo>
                  <a:lnTo>
                    <a:pt x="15" y="73"/>
                  </a:lnTo>
                  <a:lnTo>
                    <a:pt x="19" y="65"/>
                  </a:lnTo>
                  <a:lnTo>
                    <a:pt x="25" y="56"/>
                  </a:lnTo>
                  <a:lnTo>
                    <a:pt x="29" y="47"/>
                  </a:lnTo>
                  <a:lnTo>
                    <a:pt x="29" y="47"/>
                  </a:lnTo>
                  <a:lnTo>
                    <a:pt x="31" y="37"/>
                  </a:lnTo>
                  <a:lnTo>
                    <a:pt x="36" y="27"/>
                  </a:lnTo>
                  <a:lnTo>
                    <a:pt x="42" y="18"/>
                  </a:lnTo>
                  <a:lnTo>
                    <a:pt x="47" y="9"/>
                  </a:lnTo>
                  <a:lnTo>
                    <a:pt x="47" y="9"/>
                  </a:lnTo>
                  <a:lnTo>
                    <a:pt x="48" y="8"/>
                  </a:lnTo>
                  <a:lnTo>
                    <a:pt x="49" y="5"/>
                  </a:lnTo>
                  <a:lnTo>
                    <a:pt x="47" y="1"/>
                  </a:lnTo>
                  <a:lnTo>
                    <a:pt x="43" y="0"/>
                  </a:lnTo>
                  <a:lnTo>
                    <a:pt x="42" y="0"/>
                  </a:lnTo>
                  <a:lnTo>
                    <a:pt x="39" y="1"/>
                  </a:lnTo>
                  <a:lnTo>
                    <a:pt x="39" y="1"/>
                  </a:lnTo>
                  <a:close/>
                </a:path>
              </a:pathLst>
            </a:custGeom>
            <a:ln>
              <a:solidFill>
                <a:schemeClr val="accent1">
                  <a:alpha val="35000"/>
                </a:schemeClr>
              </a:solidFill>
            </a:ln>
          </p:spPr>
          <p:style>
            <a:lnRef idx="0">
              <a:srgbClr val="FFFFFF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32" name="Freeform 544"/>
            <p:cNvSpPr/>
            <p:nvPr>
              <p:custDataLst>
                <p:tags r:id="rId26"/>
              </p:custDataLst>
            </p:nvPr>
          </p:nvSpPr>
          <p:spPr bwMode="auto">
            <a:xfrm>
              <a:off x="2459038" y="2557463"/>
              <a:ext cx="20638" cy="31750"/>
            </a:xfrm>
            <a:custGeom>
              <a:avLst/>
              <a:gdLst/>
              <a:ahLst/>
              <a:cxnLst>
                <a:cxn ang="0">
                  <a:pos x="38" y="4"/>
                </a:cxn>
                <a:cxn ang="0">
                  <a:pos x="38" y="4"/>
                </a:cxn>
                <a:cxn ang="0">
                  <a:pos x="30" y="22"/>
                </a:cxn>
                <a:cxn ang="0">
                  <a:pos x="21" y="41"/>
                </a:cxn>
                <a:cxn ang="0">
                  <a:pos x="12" y="58"/>
                </a:cxn>
                <a:cxn ang="0">
                  <a:pos x="2" y="75"/>
                </a:cxn>
                <a:cxn ang="0">
                  <a:pos x="2" y="75"/>
                </a:cxn>
                <a:cxn ang="0">
                  <a:pos x="0" y="77"/>
                </a:cxn>
                <a:cxn ang="0">
                  <a:pos x="0" y="80"/>
                </a:cxn>
                <a:cxn ang="0">
                  <a:pos x="3" y="82"/>
                </a:cxn>
                <a:cxn ang="0">
                  <a:pos x="7" y="84"/>
                </a:cxn>
                <a:cxn ang="0">
                  <a:pos x="10" y="82"/>
                </a:cxn>
                <a:cxn ang="0">
                  <a:pos x="11" y="81"/>
                </a:cxn>
                <a:cxn ang="0">
                  <a:pos x="11" y="81"/>
                </a:cxn>
                <a:cxn ang="0">
                  <a:pos x="23" y="63"/>
                </a:cxn>
                <a:cxn ang="0">
                  <a:pos x="32" y="45"/>
                </a:cxn>
                <a:cxn ang="0">
                  <a:pos x="42" y="26"/>
                </a:cxn>
                <a:cxn ang="0">
                  <a:pos x="50" y="8"/>
                </a:cxn>
                <a:cxn ang="0">
                  <a:pos x="50" y="8"/>
                </a:cxn>
                <a:cxn ang="0">
                  <a:pos x="50" y="5"/>
                </a:cxn>
                <a:cxn ang="0">
                  <a:pos x="49" y="3"/>
                </a:cxn>
                <a:cxn ang="0">
                  <a:pos x="47" y="1"/>
                </a:cxn>
                <a:cxn ang="0">
                  <a:pos x="46" y="0"/>
                </a:cxn>
                <a:cxn ang="0">
                  <a:pos x="42" y="1"/>
                </a:cxn>
                <a:cxn ang="0">
                  <a:pos x="40" y="3"/>
                </a:cxn>
                <a:cxn ang="0">
                  <a:pos x="38" y="4"/>
                </a:cxn>
                <a:cxn ang="0">
                  <a:pos x="38" y="4"/>
                </a:cxn>
              </a:cxnLst>
              <a:rect l="0" t="0" r="r" b="b"/>
              <a:pathLst>
                <a:path w="50" h="84">
                  <a:moveTo>
                    <a:pt x="38" y="4"/>
                  </a:moveTo>
                  <a:lnTo>
                    <a:pt x="38" y="4"/>
                  </a:lnTo>
                  <a:lnTo>
                    <a:pt x="30" y="22"/>
                  </a:lnTo>
                  <a:lnTo>
                    <a:pt x="21" y="41"/>
                  </a:lnTo>
                  <a:lnTo>
                    <a:pt x="12" y="58"/>
                  </a:lnTo>
                  <a:lnTo>
                    <a:pt x="2" y="75"/>
                  </a:lnTo>
                  <a:lnTo>
                    <a:pt x="2" y="75"/>
                  </a:lnTo>
                  <a:lnTo>
                    <a:pt x="0" y="77"/>
                  </a:lnTo>
                  <a:lnTo>
                    <a:pt x="0" y="80"/>
                  </a:lnTo>
                  <a:lnTo>
                    <a:pt x="3" y="82"/>
                  </a:lnTo>
                  <a:lnTo>
                    <a:pt x="7" y="84"/>
                  </a:lnTo>
                  <a:lnTo>
                    <a:pt x="10" y="82"/>
                  </a:lnTo>
                  <a:lnTo>
                    <a:pt x="11" y="81"/>
                  </a:lnTo>
                  <a:lnTo>
                    <a:pt x="11" y="81"/>
                  </a:lnTo>
                  <a:lnTo>
                    <a:pt x="23" y="63"/>
                  </a:lnTo>
                  <a:lnTo>
                    <a:pt x="32" y="45"/>
                  </a:lnTo>
                  <a:lnTo>
                    <a:pt x="42" y="26"/>
                  </a:lnTo>
                  <a:lnTo>
                    <a:pt x="50" y="8"/>
                  </a:lnTo>
                  <a:lnTo>
                    <a:pt x="50" y="8"/>
                  </a:lnTo>
                  <a:lnTo>
                    <a:pt x="50" y="5"/>
                  </a:lnTo>
                  <a:lnTo>
                    <a:pt x="49" y="3"/>
                  </a:lnTo>
                  <a:lnTo>
                    <a:pt x="47" y="1"/>
                  </a:lnTo>
                  <a:lnTo>
                    <a:pt x="46" y="0"/>
                  </a:lnTo>
                  <a:lnTo>
                    <a:pt x="42" y="1"/>
                  </a:lnTo>
                  <a:lnTo>
                    <a:pt x="40" y="3"/>
                  </a:lnTo>
                  <a:lnTo>
                    <a:pt x="38" y="4"/>
                  </a:lnTo>
                  <a:lnTo>
                    <a:pt x="38" y="4"/>
                  </a:lnTo>
                  <a:close/>
                </a:path>
              </a:pathLst>
            </a:custGeom>
            <a:ln>
              <a:solidFill>
                <a:schemeClr val="accent1">
                  <a:alpha val="35000"/>
                </a:schemeClr>
              </a:solidFill>
            </a:ln>
          </p:spPr>
          <p:style>
            <a:lnRef idx="0">
              <a:srgbClr val="FFFFFF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33" name="Freeform 545"/>
            <p:cNvSpPr/>
            <p:nvPr>
              <p:custDataLst>
                <p:tags r:id="rId27"/>
              </p:custDataLst>
            </p:nvPr>
          </p:nvSpPr>
          <p:spPr bwMode="auto">
            <a:xfrm>
              <a:off x="2495551" y="2557463"/>
              <a:ext cx="23813" cy="31750"/>
            </a:xfrm>
            <a:custGeom>
              <a:avLst/>
              <a:gdLst/>
              <a:ahLst/>
              <a:cxnLst>
                <a:cxn ang="0">
                  <a:pos x="50" y="5"/>
                </a:cxn>
                <a:cxn ang="0">
                  <a:pos x="50" y="5"/>
                </a:cxn>
                <a:cxn ang="0">
                  <a:pos x="48" y="10"/>
                </a:cxn>
                <a:cxn ang="0">
                  <a:pos x="47" y="16"/>
                </a:cxn>
                <a:cxn ang="0">
                  <a:pos x="42" y="26"/>
                </a:cxn>
                <a:cxn ang="0">
                  <a:pos x="35" y="35"/>
                </a:cxn>
                <a:cxn ang="0">
                  <a:pos x="29" y="43"/>
                </a:cxn>
                <a:cxn ang="0">
                  <a:pos x="29" y="43"/>
                </a:cxn>
                <a:cxn ang="0">
                  <a:pos x="17" y="58"/>
                </a:cxn>
                <a:cxn ang="0">
                  <a:pos x="10" y="64"/>
                </a:cxn>
                <a:cxn ang="0">
                  <a:pos x="3" y="69"/>
                </a:cxn>
                <a:cxn ang="0">
                  <a:pos x="3" y="69"/>
                </a:cxn>
                <a:cxn ang="0">
                  <a:pos x="1" y="71"/>
                </a:cxn>
                <a:cxn ang="0">
                  <a:pos x="0" y="73"/>
                </a:cxn>
                <a:cxn ang="0">
                  <a:pos x="1" y="77"/>
                </a:cxn>
                <a:cxn ang="0">
                  <a:pos x="4" y="80"/>
                </a:cxn>
                <a:cxn ang="0">
                  <a:pos x="6" y="80"/>
                </a:cxn>
                <a:cxn ang="0">
                  <a:pos x="8" y="78"/>
                </a:cxn>
                <a:cxn ang="0">
                  <a:pos x="8" y="78"/>
                </a:cxn>
                <a:cxn ang="0">
                  <a:pos x="18" y="72"/>
                </a:cxn>
                <a:cxn ang="0">
                  <a:pos x="27" y="63"/>
                </a:cxn>
                <a:cxn ang="0">
                  <a:pos x="43" y="44"/>
                </a:cxn>
                <a:cxn ang="0">
                  <a:pos x="43" y="44"/>
                </a:cxn>
                <a:cxn ang="0">
                  <a:pos x="50" y="35"/>
                </a:cxn>
                <a:cxn ang="0">
                  <a:pos x="55" y="26"/>
                </a:cxn>
                <a:cxn ang="0">
                  <a:pos x="59" y="17"/>
                </a:cxn>
                <a:cxn ang="0">
                  <a:pos x="60" y="5"/>
                </a:cxn>
                <a:cxn ang="0">
                  <a:pos x="60" y="5"/>
                </a:cxn>
                <a:cxn ang="0">
                  <a:pos x="60" y="3"/>
                </a:cxn>
                <a:cxn ang="0">
                  <a:pos x="59" y="1"/>
                </a:cxn>
                <a:cxn ang="0">
                  <a:pos x="55" y="0"/>
                </a:cxn>
                <a:cxn ang="0">
                  <a:pos x="51" y="1"/>
                </a:cxn>
                <a:cxn ang="0">
                  <a:pos x="50" y="3"/>
                </a:cxn>
                <a:cxn ang="0">
                  <a:pos x="50" y="5"/>
                </a:cxn>
                <a:cxn ang="0">
                  <a:pos x="50" y="5"/>
                </a:cxn>
              </a:cxnLst>
              <a:rect l="0" t="0" r="r" b="b"/>
              <a:pathLst>
                <a:path w="60" h="80">
                  <a:moveTo>
                    <a:pt x="50" y="5"/>
                  </a:moveTo>
                  <a:lnTo>
                    <a:pt x="50" y="5"/>
                  </a:lnTo>
                  <a:lnTo>
                    <a:pt x="48" y="10"/>
                  </a:lnTo>
                  <a:lnTo>
                    <a:pt x="47" y="16"/>
                  </a:lnTo>
                  <a:lnTo>
                    <a:pt x="42" y="26"/>
                  </a:lnTo>
                  <a:lnTo>
                    <a:pt x="35" y="35"/>
                  </a:lnTo>
                  <a:lnTo>
                    <a:pt x="29" y="43"/>
                  </a:lnTo>
                  <a:lnTo>
                    <a:pt x="29" y="43"/>
                  </a:lnTo>
                  <a:lnTo>
                    <a:pt x="17" y="58"/>
                  </a:lnTo>
                  <a:lnTo>
                    <a:pt x="10" y="64"/>
                  </a:lnTo>
                  <a:lnTo>
                    <a:pt x="3" y="69"/>
                  </a:lnTo>
                  <a:lnTo>
                    <a:pt x="3" y="69"/>
                  </a:lnTo>
                  <a:lnTo>
                    <a:pt x="1" y="71"/>
                  </a:lnTo>
                  <a:lnTo>
                    <a:pt x="0" y="73"/>
                  </a:lnTo>
                  <a:lnTo>
                    <a:pt x="1" y="77"/>
                  </a:lnTo>
                  <a:lnTo>
                    <a:pt x="4" y="80"/>
                  </a:lnTo>
                  <a:lnTo>
                    <a:pt x="6" y="80"/>
                  </a:lnTo>
                  <a:lnTo>
                    <a:pt x="8" y="78"/>
                  </a:lnTo>
                  <a:lnTo>
                    <a:pt x="8" y="78"/>
                  </a:lnTo>
                  <a:lnTo>
                    <a:pt x="18" y="72"/>
                  </a:lnTo>
                  <a:lnTo>
                    <a:pt x="27" y="63"/>
                  </a:lnTo>
                  <a:lnTo>
                    <a:pt x="43" y="44"/>
                  </a:lnTo>
                  <a:lnTo>
                    <a:pt x="43" y="44"/>
                  </a:lnTo>
                  <a:lnTo>
                    <a:pt x="50" y="35"/>
                  </a:lnTo>
                  <a:lnTo>
                    <a:pt x="55" y="26"/>
                  </a:lnTo>
                  <a:lnTo>
                    <a:pt x="59" y="17"/>
                  </a:lnTo>
                  <a:lnTo>
                    <a:pt x="60" y="5"/>
                  </a:lnTo>
                  <a:lnTo>
                    <a:pt x="60" y="5"/>
                  </a:lnTo>
                  <a:lnTo>
                    <a:pt x="60" y="3"/>
                  </a:lnTo>
                  <a:lnTo>
                    <a:pt x="59" y="1"/>
                  </a:lnTo>
                  <a:lnTo>
                    <a:pt x="55" y="0"/>
                  </a:lnTo>
                  <a:lnTo>
                    <a:pt x="51" y="1"/>
                  </a:lnTo>
                  <a:lnTo>
                    <a:pt x="50" y="3"/>
                  </a:lnTo>
                  <a:lnTo>
                    <a:pt x="50" y="5"/>
                  </a:lnTo>
                  <a:lnTo>
                    <a:pt x="50" y="5"/>
                  </a:lnTo>
                  <a:close/>
                </a:path>
              </a:pathLst>
            </a:custGeom>
            <a:ln>
              <a:solidFill>
                <a:schemeClr val="accent1">
                  <a:alpha val="35000"/>
                </a:schemeClr>
              </a:solidFill>
            </a:ln>
          </p:spPr>
          <p:style>
            <a:lnRef idx="0">
              <a:srgbClr val="FFFFFF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34" name="Freeform 546"/>
            <p:cNvSpPr/>
            <p:nvPr>
              <p:custDataLst>
                <p:tags r:id="rId28"/>
              </p:custDataLst>
            </p:nvPr>
          </p:nvSpPr>
          <p:spPr bwMode="auto">
            <a:xfrm>
              <a:off x="2541588" y="2557463"/>
              <a:ext cx="17463" cy="28575"/>
            </a:xfrm>
            <a:custGeom>
              <a:avLst/>
              <a:gdLst/>
              <a:ahLst/>
              <a:cxnLst>
                <a:cxn ang="0">
                  <a:pos x="35" y="3"/>
                </a:cxn>
                <a:cxn ang="0">
                  <a:pos x="35" y="3"/>
                </a:cxn>
                <a:cxn ang="0">
                  <a:pos x="27" y="18"/>
                </a:cxn>
                <a:cxn ang="0">
                  <a:pos x="21" y="34"/>
                </a:cxn>
                <a:cxn ang="0">
                  <a:pos x="12" y="48"/>
                </a:cxn>
                <a:cxn ang="0">
                  <a:pos x="8" y="56"/>
                </a:cxn>
                <a:cxn ang="0">
                  <a:pos x="1" y="63"/>
                </a:cxn>
                <a:cxn ang="0">
                  <a:pos x="1" y="63"/>
                </a:cxn>
                <a:cxn ang="0">
                  <a:pos x="0" y="64"/>
                </a:cxn>
                <a:cxn ang="0">
                  <a:pos x="0" y="67"/>
                </a:cxn>
                <a:cxn ang="0">
                  <a:pos x="2" y="71"/>
                </a:cxn>
                <a:cxn ang="0">
                  <a:pos x="5" y="72"/>
                </a:cxn>
                <a:cxn ang="0">
                  <a:pos x="8" y="72"/>
                </a:cxn>
                <a:cxn ang="0">
                  <a:pos x="10" y="71"/>
                </a:cxn>
                <a:cxn ang="0">
                  <a:pos x="10" y="71"/>
                </a:cxn>
                <a:cxn ang="0">
                  <a:pos x="15" y="64"/>
                </a:cxn>
                <a:cxn ang="0">
                  <a:pos x="21" y="56"/>
                </a:cxn>
                <a:cxn ang="0">
                  <a:pos x="29" y="41"/>
                </a:cxn>
                <a:cxn ang="0">
                  <a:pos x="36" y="25"/>
                </a:cxn>
                <a:cxn ang="0">
                  <a:pos x="44" y="9"/>
                </a:cxn>
                <a:cxn ang="0">
                  <a:pos x="44" y="9"/>
                </a:cxn>
                <a:cxn ang="0">
                  <a:pos x="46" y="7"/>
                </a:cxn>
                <a:cxn ang="0">
                  <a:pos x="46" y="4"/>
                </a:cxn>
                <a:cxn ang="0">
                  <a:pos x="43" y="1"/>
                </a:cxn>
                <a:cxn ang="0">
                  <a:pos x="39" y="0"/>
                </a:cxn>
                <a:cxn ang="0">
                  <a:pos x="36" y="1"/>
                </a:cxn>
                <a:cxn ang="0">
                  <a:pos x="35" y="3"/>
                </a:cxn>
                <a:cxn ang="0">
                  <a:pos x="35" y="3"/>
                </a:cxn>
              </a:cxnLst>
              <a:rect l="0" t="0" r="r" b="b"/>
              <a:pathLst>
                <a:path w="46" h="72">
                  <a:moveTo>
                    <a:pt x="35" y="3"/>
                  </a:moveTo>
                  <a:lnTo>
                    <a:pt x="35" y="3"/>
                  </a:lnTo>
                  <a:lnTo>
                    <a:pt x="27" y="18"/>
                  </a:lnTo>
                  <a:lnTo>
                    <a:pt x="21" y="34"/>
                  </a:lnTo>
                  <a:lnTo>
                    <a:pt x="12" y="48"/>
                  </a:lnTo>
                  <a:lnTo>
                    <a:pt x="8" y="56"/>
                  </a:lnTo>
                  <a:lnTo>
                    <a:pt x="1" y="63"/>
                  </a:lnTo>
                  <a:lnTo>
                    <a:pt x="1" y="63"/>
                  </a:lnTo>
                  <a:lnTo>
                    <a:pt x="0" y="64"/>
                  </a:lnTo>
                  <a:lnTo>
                    <a:pt x="0" y="67"/>
                  </a:lnTo>
                  <a:lnTo>
                    <a:pt x="2" y="71"/>
                  </a:lnTo>
                  <a:lnTo>
                    <a:pt x="5" y="72"/>
                  </a:lnTo>
                  <a:lnTo>
                    <a:pt x="8" y="72"/>
                  </a:lnTo>
                  <a:lnTo>
                    <a:pt x="10" y="71"/>
                  </a:lnTo>
                  <a:lnTo>
                    <a:pt x="10" y="71"/>
                  </a:lnTo>
                  <a:lnTo>
                    <a:pt x="15" y="64"/>
                  </a:lnTo>
                  <a:lnTo>
                    <a:pt x="21" y="56"/>
                  </a:lnTo>
                  <a:lnTo>
                    <a:pt x="29" y="41"/>
                  </a:lnTo>
                  <a:lnTo>
                    <a:pt x="36" y="25"/>
                  </a:lnTo>
                  <a:lnTo>
                    <a:pt x="44" y="9"/>
                  </a:lnTo>
                  <a:lnTo>
                    <a:pt x="44" y="9"/>
                  </a:lnTo>
                  <a:lnTo>
                    <a:pt x="46" y="7"/>
                  </a:lnTo>
                  <a:lnTo>
                    <a:pt x="46" y="4"/>
                  </a:lnTo>
                  <a:lnTo>
                    <a:pt x="43" y="1"/>
                  </a:lnTo>
                  <a:lnTo>
                    <a:pt x="39" y="0"/>
                  </a:lnTo>
                  <a:lnTo>
                    <a:pt x="36" y="1"/>
                  </a:lnTo>
                  <a:lnTo>
                    <a:pt x="35" y="3"/>
                  </a:lnTo>
                  <a:lnTo>
                    <a:pt x="35" y="3"/>
                  </a:lnTo>
                  <a:close/>
                </a:path>
              </a:pathLst>
            </a:custGeom>
            <a:ln>
              <a:solidFill>
                <a:schemeClr val="accent1">
                  <a:alpha val="35000"/>
                </a:schemeClr>
              </a:solidFill>
            </a:ln>
          </p:spPr>
          <p:style>
            <a:lnRef idx="0">
              <a:srgbClr val="FFFFFF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35" name="Freeform 547"/>
            <p:cNvSpPr/>
            <p:nvPr>
              <p:custDataLst>
                <p:tags r:id="rId29"/>
              </p:custDataLst>
            </p:nvPr>
          </p:nvSpPr>
          <p:spPr bwMode="auto">
            <a:xfrm>
              <a:off x="2581276" y="2555875"/>
              <a:ext cx="25400" cy="31750"/>
            </a:xfrm>
            <a:custGeom>
              <a:avLst/>
              <a:gdLst/>
              <a:ahLst/>
              <a:cxnLst>
                <a:cxn ang="0">
                  <a:pos x="54" y="3"/>
                </a:cxn>
                <a:cxn ang="0">
                  <a:pos x="54" y="3"/>
                </a:cxn>
                <a:cxn ang="0">
                  <a:pos x="47" y="12"/>
                </a:cxn>
                <a:cxn ang="0">
                  <a:pos x="39" y="20"/>
                </a:cxn>
                <a:cxn ang="0">
                  <a:pos x="33" y="29"/>
                </a:cxn>
                <a:cxn ang="0">
                  <a:pos x="26" y="38"/>
                </a:cxn>
                <a:cxn ang="0">
                  <a:pos x="26" y="38"/>
                </a:cxn>
                <a:cxn ang="0">
                  <a:pos x="15" y="56"/>
                </a:cxn>
                <a:cxn ang="0">
                  <a:pos x="8" y="66"/>
                </a:cxn>
                <a:cxn ang="0">
                  <a:pos x="1" y="75"/>
                </a:cxn>
                <a:cxn ang="0">
                  <a:pos x="1" y="75"/>
                </a:cxn>
                <a:cxn ang="0">
                  <a:pos x="0" y="76"/>
                </a:cxn>
                <a:cxn ang="0">
                  <a:pos x="0" y="79"/>
                </a:cxn>
                <a:cxn ang="0">
                  <a:pos x="1" y="83"/>
                </a:cxn>
                <a:cxn ang="0">
                  <a:pos x="4" y="84"/>
                </a:cxn>
                <a:cxn ang="0">
                  <a:pos x="5" y="84"/>
                </a:cxn>
                <a:cxn ang="0">
                  <a:pos x="8" y="84"/>
                </a:cxn>
                <a:cxn ang="0">
                  <a:pos x="9" y="83"/>
                </a:cxn>
                <a:cxn ang="0">
                  <a:pos x="9" y="83"/>
                </a:cxn>
                <a:cxn ang="0">
                  <a:pos x="22" y="66"/>
                </a:cxn>
                <a:cxn ang="0">
                  <a:pos x="34" y="47"/>
                </a:cxn>
                <a:cxn ang="0">
                  <a:pos x="34" y="47"/>
                </a:cxn>
                <a:cxn ang="0">
                  <a:pos x="41" y="37"/>
                </a:cxn>
                <a:cxn ang="0">
                  <a:pos x="49" y="28"/>
                </a:cxn>
                <a:cxn ang="0">
                  <a:pos x="56" y="18"/>
                </a:cxn>
                <a:cxn ang="0">
                  <a:pos x="64" y="9"/>
                </a:cxn>
                <a:cxn ang="0">
                  <a:pos x="64" y="9"/>
                </a:cxn>
                <a:cxn ang="0">
                  <a:pos x="64" y="7"/>
                </a:cxn>
                <a:cxn ang="0">
                  <a:pos x="64" y="4"/>
                </a:cxn>
                <a:cxn ang="0">
                  <a:pos x="64" y="3"/>
                </a:cxn>
                <a:cxn ang="0">
                  <a:pos x="62" y="1"/>
                </a:cxn>
                <a:cxn ang="0">
                  <a:pos x="58" y="0"/>
                </a:cxn>
                <a:cxn ang="0">
                  <a:pos x="55" y="1"/>
                </a:cxn>
                <a:cxn ang="0">
                  <a:pos x="54" y="3"/>
                </a:cxn>
                <a:cxn ang="0">
                  <a:pos x="54" y="3"/>
                </a:cxn>
              </a:cxnLst>
              <a:rect l="0" t="0" r="r" b="b"/>
              <a:pathLst>
                <a:path w="64" h="84">
                  <a:moveTo>
                    <a:pt x="54" y="3"/>
                  </a:moveTo>
                  <a:lnTo>
                    <a:pt x="54" y="3"/>
                  </a:lnTo>
                  <a:lnTo>
                    <a:pt x="47" y="12"/>
                  </a:lnTo>
                  <a:lnTo>
                    <a:pt x="39" y="20"/>
                  </a:lnTo>
                  <a:lnTo>
                    <a:pt x="33" y="29"/>
                  </a:lnTo>
                  <a:lnTo>
                    <a:pt x="26" y="38"/>
                  </a:lnTo>
                  <a:lnTo>
                    <a:pt x="26" y="38"/>
                  </a:lnTo>
                  <a:lnTo>
                    <a:pt x="15" y="56"/>
                  </a:lnTo>
                  <a:lnTo>
                    <a:pt x="8" y="66"/>
                  </a:lnTo>
                  <a:lnTo>
                    <a:pt x="1" y="75"/>
                  </a:lnTo>
                  <a:lnTo>
                    <a:pt x="1" y="75"/>
                  </a:lnTo>
                  <a:lnTo>
                    <a:pt x="0" y="76"/>
                  </a:lnTo>
                  <a:lnTo>
                    <a:pt x="0" y="79"/>
                  </a:lnTo>
                  <a:lnTo>
                    <a:pt x="1" y="83"/>
                  </a:lnTo>
                  <a:lnTo>
                    <a:pt x="4" y="84"/>
                  </a:lnTo>
                  <a:lnTo>
                    <a:pt x="5" y="84"/>
                  </a:lnTo>
                  <a:lnTo>
                    <a:pt x="8" y="84"/>
                  </a:lnTo>
                  <a:lnTo>
                    <a:pt x="9" y="83"/>
                  </a:lnTo>
                  <a:lnTo>
                    <a:pt x="9" y="83"/>
                  </a:lnTo>
                  <a:lnTo>
                    <a:pt x="22" y="66"/>
                  </a:lnTo>
                  <a:lnTo>
                    <a:pt x="34" y="47"/>
                  </a:lnTo>
                  <a:lnTo>
                    <a:pt x="34" y="47"/>
                  </a:lnTo>
                  <a:lnTo>
                    <a:pt x="41" y="37"/>
                  </a:lnTo>
                  <a:lnTo>
                    <a:pt x="49" y="28"/>
                  </a:lnTo>
                  <a:lnTo>
                    <a:pt x="56" y="18"/>
                  </a:lnTo>
                  <a:lnTo>
                    <a:pt x="64" y="9"/>
                  </a:lnTo>
                  <a:lnTo>
                    <a:pt x="64" y="9"/>
                  </a:lnTo>
                  <a:lnTo>
                    <a:pt x="64" y="7"/>
                  </a:lnTo>
                  <a:lnTo>
                    <a:pt x="64" y="4"/>
                  </a:lnTo>
                  <a:lnTo>
                    <a:pt x="64" y="3"/>
                  </a:lnTo>
                  <a:lnTo>
                    <a:pt x="62" y="1"/>
                  </a:lnTo>
                  <a:lnTo>
                    <a:pt x="58" y="0"/>
                  </a:lnTo>
                  <a:lnTo>
                    <a:pt x="55" y="1"/>
                  </a:lnTo>
                  <a:lnTo>
                    <a:pt x="54" y="3"/>
                  </a:lnTo>
                  <a:lnTo>
                    <a:pt x="54" y="3"/>
                  </a:lnTo>
                  <a:close/>
                </a:path>
              </a:pathLst>
            </a:custGeom>
            <a:ln>
              <a:solidFill>
                <a:schemeClr val="accent1">
                  <a:alpha val="35000"/>
                </a:schemeClr>
              </a:solidFill>
            </a:ln>
          </p:spPr>
          <p:style>
            <a:lnRef idx="0">
              <a:srgbClr val="FFFFFF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36" name="Freeform 548"/>
            <p:cNvSpPr/>
            <p:nvPr>
              <p:custDataLst>
                <p:tags r:id="rId30"/>
              </p:custDataLst>
            </p:nvPr>
          </p:nvSpPr>
          <p:spPr bwMode="auto">
            <a:xfrm>
              <a:off x="2620963" y="2552700"/>
              <a:ext cx="17463" cy="28575"/>
            </a:xfrm>
            <a:custGeom>
              <a:avLst/>
              <a:gdLst/>
              <a:ahLst/>
              <a:cxnLst>
                <a:cxn ang="0">
                  <a:pos x="32" y="7"/>
                </a:cxn>
                <a:cxn ang="0">
                  <a:pos x="32" y="7"/>
                </a:cxn>
                <a:cxn ang="0">
                  <a:pos x="29" y="13"/>
                </a:cxn>
                <a:cxn ang="0">
                  <a:pos x="26" y="20"/>
                </a:cxn>
                <a:cxn ang="0">
                  <a:pos x="20" y="33"/>
                </a:cxn>
                <a:cxn ang="0">
                  <a:pos x="20" y="33"/>
                </a:cxn>
                <a:cxn ang="0">
                  <a:pos x="2" y="64"/>
                </a:cxn>
                <a:cxn ang="0">
                  <a:pos x="2" y="64"/>
                </a:cxn>
                <a:cxn ang="0">
                  <a:pos x="0" y="67"/>
                </a:cxn>
                <a:cxn ang="0">
                  <a:pos x="0" y="68"/>
                </a:cxn>
                <a:cxn ang="0">
                  <a:pos x="3" y="72"/>
                </a:cxn>
                <a:cxn ang="0">
                  <a:pos x="8" y="72"/>
                </a:cxn>
                <a:cxn ang="0">
                  <a:pos x="9" y="72"/>
                </a:cxn>
                <a:cxn ang="0">
                  <a:pos x="11" y="70"/>
                </a:cxn>
                <a:cxn ang="0">
                  <a:pos x="11" y="70"/>
                </a:cxn>
                <a:cxn ang="0">
                  <a:pos x="32" y="36"/>
                </a:cxn>
                <a:cxn ang="0">
                  <a:pos x="32" y="36"/>
                </a:cxn>
                <a:cxn ang="0">
                  <a:pos x="38" y="21"/>
                </a:cxn>
                <a:cxn ang="0">
                  <a:pos x="41" y="13"/>
                </a:cxn>
                <a:cxn ang="0">
                  <a:pos x="42" y="7"/>
                </a:cxn>
                <a:cxn ang="0">
                  <a:pos x="42" y="7"/>
                </a:cxn>
                <a:cxn ang="0">
                  <a:pos x="42" y="4"/>
                </a:cxn>
                <a:cxn ang="0">
                  <a:pos x="41" y="2"/>
                </a:cxn>
                <a:cxn ang="0">
                  <a:pos x="39" y="2"/>
                </a:cxn>
                <a:cxn ang="0">
                  <a:pos x="38" y="0"/>
                </a:cxn>
                <a:cxn ang="0">
                  <a:pos x="33" y="3"/>
                </a:cxn>
                <a:cxn ang="0">
                  <a:pos x="32" y="4"/>
                </a:cxn>
                <a:cxn ang="0">
                  <a:pos x="32" y="7"/>
                </a:cxn>
                <a:cxn ang="0">
                  <a:pos x="32" y="7"/>
                </a:cxn>
              </a:cxnLst>
              <a:rect l="0" t="0" r="r" b="b"/>
              <a:pathLst>
                <a:path w="42" h="72">
                  <a:moveTo>
                    <a:pt x="32" y="7"/>
                  </a:moveTo>
                  <a:lnTo>
                    <a:pt x="32" y="7"/>
                  </a:lnTo>
                  <a:lnTo>
                    <a:pt x="29" y="13"/>
                  </a:lnTo>
                  <a:lnTo>
                    <a:pt x="26" y="20"/>
                  </a:lnTo>
                  <a:lnTo>
                    <a:pt x="20" y="33"/>
                  </a:lnTo>
                  <a:lnTo>
                    <a:pt x="20" y="33"/>
                  </a:lnTo>
                  <a:lnTo>
                    <a:pt x="2" y="64"/>
                  </a:lnTo>
                  <a:lnTo>
                    <a:pt x="2" y="64"/>
                  </a:lnTo>
                  <a:lnTo>
                    <a:pt x="0" y="67"/>
                  </a:lnTo>
                  <a:lnTo>
                    <a:pt x="0" y="68"/>
                  </a:lnTo>
                  <a:lnTo>
                    <a:pt x="3" y="72"/>
                  </a:lnTo>
                  <a:lnTo>
                    <a:pt x="8" y="72"/>
                  </a:lnTo>
                  <a:lnTo>
                    <a:pt x="9" y="72"/>
                  </a:lnTo>
                  <a:lnTo>
                    <a:pt x="11" y="70"/>
                  </a:lnTo>
                  <a:lnTo>
                    <a:pt x="11" y="70"/>
                  </a:lnTo>
                  <a:lnTo>
                    <a:pt x="32" y="36"/>
                  </a:lnTo>
                  <a:lnTo>
                    <a:pt x="32" y="36"/>
                  </a:lnTo>
                  <a:lnTo>
                    <a:pt x="38" y="21"/>
                  </a:lnTo>
                  <a:lnTo>
                    <a:pt x="41" y="13"/>
                  </a:lnTo>
                  <a:lnTo>
                    <a:pt x="42" y="7"/>
                  </a:lnTo>
                  <a:lnTo>
                    <a:pt x="42" y="7"/>
                  </a:lnTo>
                  <a:lnTo>
                    <a:pt x="42" y="4"/>
                  </a:lnTo>
                  <a:lnTo>
                    <a:pt x="41" y="2"/>
                  </a:lnTo>
                  <a:lnTo>
                    <a:pt x="39" y="2"/>
                  </a:lnTo>
                  <a:lnTo>
                    <a:pt x="38" y="0"/>
                  </a:lnTo>
                  <a:lnTo>
                    <a:pt x="33" y="3"/>
                  </a:lnTo>
                  <a:lnTo>
                    <a:pt x="32" y="4"/>
                  </a:lnTo>
                  <a:lnTo>
                    <a:pt x="32" y="7"/>
                  </a:lnTo>
                  <a:lnTo>
                    <a:pt x="32" y="7"/>
                  </a:lnTo>
                  <a:close/>
                </a:path>
              </a:pathLst>
            </a:custGeom>
            <a:ln>
              <a:solidFill>
                <a:schemeClr val="accent1">
                  <a:alpha val="35000"/>
                </a:schemeClr>
              </a:solidFill>
            </a:ln>
          </p:spPr>
          <p:style>
            <a:lnRef idx="0">
              <a:srgbClr val="FFFFFF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37" name="Freeform 549"/>
            <p:cNvSpPr/>
            <p:nvPr>
              <p:custDataLst>
                <p:tags r:id="rId31"/>
              </p:custDataLst>
            </p:nvPr>
          </p:nvSpPr>
          <p:spPr bwMode="auto">
            <a:xfrm>
              <a:off x="2263776" y="2451100"/>
              <a:ext cx="22225" cy="39688"/>
            </a:xfrm>
            <a:custGeom>
              <a:avLst/>
              <a:gdLst/>
              <a:ahLst/>
              <a:cxnLst>
                <a:cxn ang="0">
                  <a:pos x="47" y="3"/>
                </a:cxn>
                <a:cxn ang="0">
                  <a:pos x="47" y="3"/>
                </a:cxn>
                <a:cxn ang="0">
                  <a:pos x="38" y="12"/>
                </a:cxn>
                <a:cxn ang="0">
                  <a:pos x="31" y="24"/>
                </a:cxn>
                <a:cxn ang="0">
                  <a:pos x="23" y="34"/>
                </a:cxn>
                <a:cxn ang="0">
                  <a:pos x="18" y="46"/>
                </a:cxn>
                <a:cxn ang="0">
                  <a:pos x="8" y="71"/>
                </a:cxn>
                <a:cxn ang="0">
                  <a:pos x="0" y="96"/>
                </a:cxn>
                <a:cxn ang="0">
                  <a:pos x="0" y="96"/>
                </a:cxn>
                <a:cxn ang="0">
                  <a:pos x="0" y="98"/>
                </a:cxn>
                <a:cxn ang="0">
                  <a:pos x="0" y="101"/>
                </a:cxn>
                <a:cxn ang="0">
                  <a:pos x="4" y="102"/>
                </a:cxn>
                <a:cxn ang="0">
                  <a:pos x="8" y="102"/>
                </a:cxn>
                <a:cxn ang="0">
                  <a:pos x="9" y="101"/>
                </a:cxn>
                <a:cxn ang="0">
                  <a:pos x="10" y="100"/>
                </a:cxn>
                <a:cxn ang="0">
                  <a:pos x="10" y="100"/>
                </a:cxn>
                <a:cxn ang="0">
                  <a:pos x="18" y="76"/>
                </a:cxn>
                <a:cxn ang="0">
                  <a:pos x="29" y="53"/>
                </a:cxn>
                <a:cxn ang="0">
                  <a:pos x="34" y="41"/>
                </a:cxn>
                <a:cxn ang="0">
                  <a:pos x="39" y="30"/>
                </a:cxn>
                <a:cxn ang="0">
                  <a:pos x="47" y="20"/>
                </a:cxn>
                <a:cxn ang="0">
                  <a:pos x="55" y="11"/>
                </a:cxn>
                <a:cxn ang="0">
                  <a:pos x="55" y="11"/>
                </a:cxn>
                <a:cxn ang="0">
                  <a:pos x="56" y="8"/>
                </a:cxn>
                <a:cxn ang="0">
                  <a:pos x="56" y="6"/>
                </a:cxn>
                <a:cxn ang="0">
                  <a:pos x="55" y="3"/>
                </a:cxn>
                <a:cxn ang="0">
                  <a:pos x="51" y="0"/>
                </a:cxn>
                <a:cxn ang="0">
                  <a:pos x="48" y="0"/>
                </a:cxn>
                <a:cxn ang="0">
                  <a:pos x="47" y="3"/>
                </a:cxn>
                <a:cxn ang="0">
                  <a:pos x="47" y="3"/>
                </a:cxn>
              </a:cxnLst>
              <a:rect l="0" t="0" r="r" b="b"/>
              <a:pathLst>
                <a:path w="56" h="102">
                  <a:moveTo>
                    <a:pt x="47" y="3"/>
                  </a:moveTo>
                  <a:lnTo>
                    <a:pt x="47" y="3"/>
                  </a:lnTo>
                  <a:lnTo>
                    <a:pt x="38" y="12"/>
                  </a:lnTo>
                  <a:lnTo>
                    <a:pt x="31" y="24"/>
                  </a:lnTo>
                  <a:lnTo>
                    <a:pt x="23" y="34"/>
                  </a:lnTo>
                  <a:lnTo>
                    <a:pt x="18" y="46"/>
                  </a:lnTo>
                  <a:lnTo>
                    <a:pt x="8" y="71"/>
                  </a:lnTo>
                  <a:lnTo>
                    <a:pt x="0" y="96"/>
                  </a:lnTo>
                  <a:lnTo>
                    <a:pt x="0" y="96"/>
                  </a:lnTo>
                  <a:lnTo>
                    <a:pt x="0" y="98"/>
                  </a:lnTo>
                  <a:lnTo>
                    <a:pt x="0" y="101"/>
                  </a:lnTo>
                  <a:lnTo>
                    <a:pt x="4" y="102"/>
                  </a:lnTo>
                  <a:lnTo>
                    <a:pt x="8" y="102"/>
                  </a:lnTo>
                  <a:lnTo>
                    <a:pt x="9" y="101"/>
                  </a:lnTo>
                  <a:lnTo>
                    <a:pt x="10" y="100"/>
                  </a:lnTo>
                  <a:lnTo>
                    <a:pt x="10" y="100"/>
                  </a:lnTo>
                  <a:lnTo>
                    <a:pt x="18" y="76"/>
                  </a:lnTo>
                  <a:lnTo>
                    <a:pt x="29" y="53"/>
                  </a:lnTo>
                  <a:lnTo>
                    <a:pt x="34" y="41"/>
                  </a:lnTo>
                  <a:lnTo>
                    <a:pt x="39" y="30"/>
                  </a:lnTo>
                  <a:lnTo>
                    <a:pt x="47" y="20"/>
                  </a:lnTo>
                  <a:lnTo>
                    <a:pt x="55" y="11"/>
                  </a:lnTo>
                  <a:lnTo>
                    <a:pt x="55" y="11"/>
                  </a:lnTo>
                  <a:lnTo>
                    <a:pt x="56" y="8"/>
                  </a:lnTo>
                  <a:lnTo>
                    <a:pt x="56" y="6"/>
                  </a:lnTo>
                  <a:lnTo>
                    <a:pt x="55" y="3"/>
                  </a:lnTo>
                  <a:lnTo>
                    <a:pt x="51" y="0"/>
                  </a:lnTo>
                  <a:lnTo>
                    <a:pt x="48" y="0"/>
                  </a:lnTo>
                  <a:lnTo>
                    <a:pt x="47" y="3"/>
                  </a:lnTo>
                  <a:lnTo>
                    <a:pt x="47" y="3"/>
                  </a:lnTo>
                  <a:close/>
                </a:path>
              </a:pathLst>
            </a:custGeom>
            <a:ln>
              <a:solidFill>
                <a:schemeClr val="accent1">
                  <a:alpha val="35000"/>
                </a:schemeClr>
              </a:solidFill>
            </a:ln>
          </p:spPr>
          <p:style>
            <a:lnRef idx="0">
              <a:srgbClr val="FFFFFF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38" name="Freeform 550"/>
            <p:cNvSpPr/>
            <p:nvPr>
              <p:custDataLst>
                <p:tags r:id="rId32"/>
              </p:custDataLst>
            </p:nvPr>
          </p:nvSpPr>
          <p:spPr bwMode="auto">
            <a:xfrm>
              <a:off x="2317751" y="2460625"/>
              <a:ext cx="14288" cy="34925"/>
            </a:xfrm>
            <a:custGeom>
              <a:avLst/>
              <a:gdLst/>
              <a:ahLst/>
              <a:cxnLst>
                <a:cxn ang="0">
                  <a:pos x="24" y="5"/>
                </a:cxn>
                <a:cxn ang="0">
                  <a:pos x="24" y="5"/>
                </a:cxn>
                <a:cxn ang="0">
                  <a:pos x="22" y="16"/>
                </a:cxn>
                <a:cxn ang="0">
                  <a:pos x="21" y="26"/>
                </a:cxn>
                <a:cxn ang="0">
                  <a:pos x="16" y="46"/>
                </a:cxn>
                <a:cxn ang="0">
                  <a:pos x="1" y="84"/>
                </a:cxn>
                <a:cxn ang="0">
                  <a:pos x="1" y="84"/>
                </a:cxn>
                <a:cxn ang="0">
                  <a:pos x="0" y="86"/>
                </a:cxn>
                <a:cxn ang="0">
                  <a:pos x="1" y="87"/>
                </a:cxn>
                <a:cxn ang="0">
                  <a:pos x="4" y="90"/>
                </a:cxn>
                <a:cxn ang="0">
                  <a:pos x="9" y="90"/>
                </a:cxn>
                <a:cxn ang="0">
                  <a:pos x="10" y="89"/>
                </a:cxn>
                <a:cxn ang="0">
                  <a:pos x="12" y="86"/>
                </a:cxn>
                <a:cxn ang="0">
                  <a:pos x="12" y="86"/>
                </a:cxn>
                <a:cxn ang="0">
                  <a:pos x="26" y="47"/>
                </a:cxn>
                <a:cxn ang="0">
                  <a:pos x="33" y="26"/>
                </a:cxn>
                <a:cxn ang="0">
                  <a:pos x="34" y="16"/>
                </a:cxn>
                <a:cxn ang="0">
                  <a:pos x="35" y="5"/>
                </a:cxn>
                <a:cxn ang="0">
                  <a:pos x="35" y="5"/>
                </a:cxn>
                <a:cxn ang="0">
                  <a:pos x="34" y="2"/>
                </a:cxn>
                <a:cxn ang="0">
                  <a:pos x="33" y="1"/>
                </a:cxn>
                <a:cxn ang="0">
                  <a:pos x="29" y="0"/>
                </a:cxn>
                <a:cxn ang="0">
                  <a:pos x="25" y="1"/>
                </a:cxn>
                <a:cxn ang="0">
                  <a:pos x="24" y="2"/>
                </a:cxn>
                <a:cxn ang="0">
                  <a:pos x="24" y="5"/>
                </a:cxn>
                <a:cxn ang="0">
                  <a:pos x="24" y="5"/>
                </a:cxn>
              </a:cxnLst>
              <a:rect l="0" t="0" r="r" b="b"/>
              <a:pathLst>
                <a:path w="35" h="90">
                  <a:moveTo>
                    <a:pt x="24" y="5"/>
                  </a:moveTo>
                  <a:lnTo>
                    <a:pt x="24" y="5"/>
                  </a:lnTo>
                  <a:lnTo>
                    <a:pt x="22" y="16"/>
                  </a:lnTo>
                  <a:lnTo>
                    <a:pt x="21" y="26"/>
                  </a:lnTo>
                  <a:lnTo>
                    <a:pt x="16" y="46"/>
                  </a:lnTo>
                  <a:lnTo>
                    <a:pt x="1" y="84"/>
                  </a:lnTo>
                  <a:lnTo>
                    <a:pt x="1" y="84"/>
                  </a:lnTo>
                  <a:lnTo>
                    <a:pt x="0" y="86"/>
                  </a:lnTo>
                  <a:lnTo>
                    <a:pt x="1" y="87"/>
                  </a:lnTo>
                  <a:lnTo>
                    <a:pt x="4" y="90"/>
                  </a:lnTo>
                  <a:lnTo>
                    <a:pt x="9" y="90"/>
                  </a:lnTo>
                  <a:lnTo>
                    <a:pt x="10" y="89"/>
                  </a:lnTo>
                  <a:lnTo>
                    <a:pt x="12" y="86"/>
                  </a:lnTo>
                  <a:lnTo>
                    <a:pt x="12" y="86"/>
                  </a:lnTo>
                  <a:lnTo>
                    <a:pt x="26" y="47"/>
                  </a:lnTo>
                  <a:lnTo>
                    <a:pt x="33" y="26"/>
                  </a:lnTo>
                  <a:lnTo>
                    <a:pt x="34" y="16"/>
                  </a:lnTo>
                  <a:lnTo>
                    <a:pt x="35" y="5"/>
                  </a:lnTo>
                  <a:lnTo>
                    <a:pt x="35" y="5"/>
                  </a:lnTo>
                  <a:lnTo>
                    <a:pt x="34" y="2"/>
                  </a:lnTo>
                  <a:lnTo>
                    <a:pt x="33" y="1"/>
                  </a:lnTo>
                  <a:lnTo>
                    <a:pt x="29" y="0"/>
                  </a:lnTo>
                  <a:lnTo>
                    <a:pt x="25" y="1"/>
                  </a:lnTo>
                  <a:lnTo>
                    <a:pt x="24" y="2"/>
                  </a:lnTo>
                  <a:lnTo>
                    <a:pt x="24" y="5"/>
                  </a:lnTo>
                  <a:lnTo>
                    <a:pt x="24" y="5"/>
                  </a:lnTo>
                  <a:close/>
                </a:path>
              </a:pathLst>
            </a:custGeom>
            <a:ln>
              <a:solidFill>
                <a:schemeClr val="accent1">
                  <a:alpha val="35000"/>
                </a:schemeClr>
              </a:solidFill>
            </a:ln>
          </p:spPr>
          <p:style>
            <a:lnRef idx="0">
              <a:srgbClr val="FFFFFF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39" name="Freeform 551"/>
            <p:cNvSpPr/>
            <p:nvPr>
              <p:custDataLst>
                <p:tags r:id="rId33"/>
              </p:custDataLst>
            </p:nvPr>
          </p:nvSpPr>
          <p:spPr bwMode="auto">
            <a:xfrm>
              <a:off x="2513013" y="2446338"/>
              <a:ext cx="12700" cy="31750"/>
            </a:xfrm>
            <a:custGeom>
              <a:avLst/>
              <a:gdLst/>
              <a:ahLst/>
              <a:cxnLst>
                <a:cxn ang="0">
                  <a:pos x="22" y="5"/>
                </a:cxn>
                <a:cxn ang="0">
                  <a:pos x="22" y="5"/>
                </a:cxn>
                <a:cxn ang="0">
                  <a:pos x="22" y="14"/>
                </a:cxn>
                <a:cxn ang="0">
                  <a:pos x="21" y="22"/>
                </a:cxn>
                <a:cxn ang="0">
                  <a:pos x="16" y="39"/>
                </a:cxn>
                <a:cxn ang="0">
                  <a:pos x="8" y="55"/>
                </a:cxn>
                <a:cxn ang="0">
                  <a:pos x="0" y="70"/>
                </a:cxn>
                <a:cxn ang="0">
                  <a:pos x="0" y="70"/>
                </a:cxn>
                <a:cxn ang="0">
                  <a:pos x="0" y="73"/>
                </a:cxn>
                <a:cxn ang="0">
                  <a:pos x="0" y="76"/>
                </a:cxn>
                <a:cxn ang="0">
                  <a:pos x="2" y="78"/>
                </a:cxn>
                <a:cxn ang="0">
                  <a:pos x="5" y="80"/>
                </a:cxn>
                <a:cxn ang="0">
                  <a:pos x="6" y="80"/>
                </a:cxn>
                <a:cxn ang="0">
                  <a:pos x="9" y="78"/>
                </a:cxn>
                <a:cxn ang="0">
                  <a:pos x="10" y="76"/>
                </a:cxn>
                <a:cxn ang="0">
                  <a:pos x="10" y="76"/>
                </a:cxn>
                <a:cxn ang="0">
                  <a:pos x="18" y="59"/>
                </a:cxn>
                <a:cxn ang="0">
                  <a:pos x="26" y="42"/>
                </a:cxn>
                <a:cxn ang="0">
                  <a:pos x="31" y="23"/>
                </a:cxn>
                <a:cxn ang="0">
                  <a:pos x="33" y="14"/>
                </a:cxn>
                <a:cxn ang="0">
                  <a:pos x="34" y="5"/>
                </a:cxn>
                <a:cxn ang="0">
                  <a:pos x="34" y="5"/>
                </a:cxn>
                <a:cxn ang="0">
                  <a:pos x="34" y="2"/>
                </a:cxn>
                <a:cxn ang="0">
                  <a:pos x="33" y="1"/>
                </a:cxn>
                <a:cxn ang="0">
                  <a:pos x="29" y="0"/>
                </a:cxn>
                <a:cxn ang="0">
                  <a:pos x="25" y="1"/>
                </a:cxn>
                <a:cxn ang="0">
                  <a:pos x="23" y="2"/>
                </a:cxn>
                <a:cxn ang="0">
                  <a:pos x="22" y="5"/>
                </a:cxn>
                <a:cxn ang="0">
                  <a:pos x="22" y="5"/>
                </a:cxn>
              </a:cxnLst>
              <a:rect l="0" t="0" r="r" b="b"/>
              <a:pathLst>
                <a:path w="34" h="80">
                  <a:moveTo>
                    <a:pt x="22" y="5"/>
                  </a:moveTo>
                  <a:lnTo>
                    <a:pt x="22" y="5"/>
                  </a:lnTo>
                  <a:lnTo>
                    <a:pt x="22" y="14"/>
                  </a:lnTo>
                  <a:lnTo>
                    <a:pt x="21" y="22"/>
                  </a:lnTo>
                  <a:lnTo>
                    <a:pt x="16" y="39"/>
                  </a:lnTo>
                  <a:lnTo>
                    <a:pt x="8" y="55"/>
                  </a:lnTo>
                  <a:lnTo>
                    <a:pt x="0" y="70"/>
                  </a:lnTo>
                  <a:lnTo>
                    <a:pt x="0" y="70"/>
                  </a:lnTo>
                  <a:lnTo>
                    <a:pt x="0" y="73"/>
                  </a:lnTo>
                  <a:lnTo>
                    <a:pt x="0" y="76"/>
                  </a:lnTo>
                  <a:lnTo>
                    <a:pt x="2" y="78"/>
                  </a:lnTo>
                  <a:lnTo>
                    <a:pt x="5" y="80"/>
                  </a:lnTo>
                  <a:lnTo>
                    <a:pt x="6" y="80"/>
                  </a:lnTo>
                  <a:lnTo>
                    <a:pt x="9" y="78"/>
                  </a:lnTo>
                  <a:lnTo>
                    <a:pt x="10" y="76"/>
                  </a:lnTo>
                  <a:lnTo>
                    <a:pt x="10" y="76"/>
                  </a:lnTo>
                  <a:lnTo>
                    <a:pt x="18" y="59"/>
                  </a:lnTo>
                  <a:lnTo>
                    <a:pt x="26" y="42"/>
                  </a:lnTo>
                  <a:lnTo>
                    <a:pt x="31" y="23"/>
                  </a:lnTo>
                  <a:lnTo>
                    <a:pt x="33" y="14"/>
                  </a:lnTo>
                  <a:lnTo>
                    <a:pt x="34" y="5"/>
                  </a:lnTo>
                  <a:lnTo>
                    <a:pt x="34" y="5"/>
                  </a:lnTo>
                  <a:lnTo>
                    <a:pt x="34" y="2"/>
                  </a:lnTo>
                  <a:lnTo>
                    <a:pt x="33" y="1"/>
                  </a:lnTo>
                  <a:lnTo>
                    <a:pt x="29" y="0"/>
                  </a:lnTo>
                  <a:lnTo>
                    <a:pt x="25" y="1"/>
                  </a:lnTo>
                  <a:lnTo>
                    <a:pt x="23" y="2"/>
                  </a:lnTo>
                  <a:lnTo>
                    <a:pt x="22" y="5"/>
                  </a:lnTo>
                  <a:lnTo>
                    <a:pt x="22" y="5"/>
                  </a:lnTo>
                  <a:close/>
                </a:path>
              </a:pathLst>
            </a:custGeom>
            <a:ln>
              <a:solidFill>
                <a:schemeClr val="accent1">
                  <a:alpha val="35000"/>
                </a:schemeClr>
              </a:solidFill>
            </a:ln>
          </p:spPr>
          <p:style>
            <a:lnRef idx="0">
              <a:srgbClr val="FFFFFF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40" name="Freeform 552"/>
            <p:cNvSpPr/>
            <p:nvPr>
              <p:custDataLst>
                <p:tags r:id="rId34"/>
              </p:custDataLst>
            </p:nvPr>
          </p:nvSpPr>
          <p:spPr bwMode="auto">
            <a:xfrm>
              <a:off x="2552701" y="2446338"/>
              <a:ext cx="14288" cy="31750"/>
            </a:xfrm>
            <a:custGeom>
              <a:avLst/>
              <a:gdLst/>
              <a:ahLst/>
              <a:cxnLst>
                <a:cxn ang="0">
                  <a:pos x="23" y="5"/>
                </a:cxn>
                <a:cxn ang="0">
                  <a:pos x="23" y="5"/>
                </a:cxn>
                <a:cxn ang="0">
                  <a:pos x="22" y="14"/>
                </a:cxn>
                <a:cxn ang="0">
                  <a:pos x="21" y="22"/>
                </a:cxn>
                <a:cxn ang="0">
                  <a:pos x="16" y="39"/>
                </a:cxn>
                <a:cxn ang="0">
                  <a:pos x="9" y="55"/>
                </a:cxn>
                <a:cxn ang="0">
                  <a:pos x="1" y="70"/>
                </a:cxn>
                <a:cxn ang="0">
                  <a:pos x="1" y="70"/>
                </a:cxn>
                <a:cxn ang="0">
                  <a:pos x="0" y="73"/>
                </a:cxn>
                <a:cxn ang="0">
                  <a:pos x="1" y="76"/>
                </a:cxn>
                <a:cxn ang="0">
                  <a:pos x="4" y="78"/>
                </a:cxn>
                <a:cxn ang="0">
                  <a:pos x="5" y="80"/>
                </a:cxn>
                <a:cxn ang="0">
                  <a:pos x="8" y="80"/>
                </a:cxn>
                <a:cxn ang="0">
                  <a:pos x="9" y="78"/>
                </a:cxn>
                <a:cxn ang="0">
                  <a:pos x="12" y="76"/>
                </a:cxn>
                <a:cxn ang="0">
                  <a:pos x="12" y="76"/>
                </a:cxn>
                <a:cxn ang="0">
                  <a:pos x="19" y="59"/>
                </a:cxn>
                <a:cxn ang="0">
                  <a:pos x="27" y="42"/>
                </a:cxn>
                <a:cxn ang="0">
                  <a:pos x="33" y="23"/>
                </a:cxn>
                <a:cxn ang="0">
                  <a:pos x="34" y="14"/>
                </a:cxn>
                <a:cxn ang="0">
                  <a:pos x="35" y="5"/>
                </a:cxn>
                <a:cxn ang="0">
                  <a:pos x="35" y="5"/>
                </a:cxn>
                <a:cxn ang="0">
                  <a:pos x="34" y="2"/>
                </a:cxn>
                <a:cxn ang="0">
                  <a:pos x="33" y="1"/>
                </a:cxn>
                <a:cxn ang="0">
                  <a:pos x="29" y="0"/>
                </a:cxn>
                <a:cxn ang="0">
                  <a:pos x="25" y="1"/>
                </a:cxn>
                <a:cxn ang="0">
                  <a:pos x="23" y="2"/>
                </a:cxn>
                <a:cxn ang="0">
                  <a:pos x="23" y="5"/>
                </a:cxn>
                <a:cxn ang="0">
                  <a:pos x="23" y="5"/>
                </a:cxn>
              </a:cxnLst>
              <a:rect l="0" t="0" r="r" b="b"/>
              <a:pathLst>
                <a:path w="35" h="80">
                  <a:moveTo>
                    <a:pt x="23" y="5"/>
                  </a:moveTo>
                  <a:lnTo>
                    <a:pt x="23" y="5"/>
                  </a:lnTo>
                  <a:lnTo>
                    <a:pt x="22" y="14"/>
                  </a:lnTo>
                  <a:lnTo>
                    <a:pt x="21" y="22"/>
                  </a:lnTo>
                  <a:lnTo>
                    <a:pt x="16" y="39"/>
                  </a:lnTo>
                  <a:lnTo>
                    <a:pt x="9" y="55"/>
                  </a:lnTo>
                  <a:lnTo>
                    <a:pt x="1" y="70"/>
                  </a:lnTo>
                  <a:lnTo>
                    <a:pt x="1" y="70"/>
                  </a:lnTo>
                  <a:lnTo>
                    <a:pt x="0" y="73"/>
                  </a:lnTo>
                  <a:lnTo>
                    <a:pt x="1" y="76"/>
                  </a:lnTo>
                  <a:lnTo>
                    <a:pt x="4" y="78"/>
                  </a:lnTo>
                  <a:lnTo>
                    <a:pt x="5" y="80"/>
                  </a:lnTo>
                  <a:lnTo>
                    <a:pt x="8" y="80"/>
                  </a:lnTo>
                  <a:lnTo>
                    <a:pt x="9" y="78"/>
                  </a:lnTo>
                  <a:lnTo>
                    <a:pt x="12" y="76"/>
                  </a:lnTo>
                  <a:lnTo>
                    <a:pt x="12" y="76"/>
                  </a:lnTo>
                  <a:lnTo>
                    <a:pt x="19" y="59"/>
                  </a:lnTo>
                  <a:lnTo>
                    <a:pt x="27" y="42"/>
                  </a:lnTo>
                  <a:lnTo>
                    <a:pt x="33" y="23"/>
                  </a:lnTo>
                  <a:lnTo>
                    <a:pt x="34" y="14"/>
                  </a:lnTo>
                  <a:lnTo>
                    <a:pt x="35" y="5"/>
                  </a:lnTo>
                  <a:lnTo>
                    <a:pt x="35" y="5"/>
                  </a:lnTo>
                  <a:lnTo>
                    <a:pt x="34" y="2"/>
                  </a:lnTo>
                  <a:lnTo>
                    <a:pt x="33" y="1"/>
                  </a:lnTo>
                  <a:lnTo>
                    <a:pt x="29" y="0"/>
                  </a:lnTo>
                  <a:lnTo>
                    <a:pt x="25" y="1"/>
                  </a:lnTo>
                  <a:lnTo>
                    <a:pt x="23" y="2"/>
                  </a:lnTo>
                  <a:lnTo>
                    <a:pt x="23" y="5"/>
                  </a:lnTo>
                  <a:lnTo>
                    <a:pt x="23" y="5"/>
                  </a:lnTo>
                  <a:close/>
                </a:path>
              </a:pathLst>
            </a:custGeom>
            <a:ln>
              <a:solidFill>
                <a:schemeClr val="accent1">
                  <a:alpha val="35000"/>
                </a:schemeClr>
              </a:solidFill>
            </a:ln>
          </p:spPr>
          <p:style>
            <a:lnRef idx="0">
              <a:srgbClr val="FFFFFF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41" name="Freeform 553"/>
            <p:cNvSpPr/>
            <p:nvPr>
              <p:custDataLst>
                <p:tags r:id="rId35"/>
              </p:custDataLst>
            </p:nvPr>
          </p:nvSpPr>
          <p:spPr bwMode="auto">
            <a:xfrm>
              <a:off x="2598738" y="2465388"/>
              <a:ext cx="12700" cy="39688"/>
            </a:xfrm>
            <a:custGeom>
              <a:avLst/>
              <a:gdLst/>
              <a:ahLst/>
              <a:cxnLst>
                <a:cxn ang="0">
                  <a:pos x="22" y="5"/>
                </a:cxn>
                <a:cxn ang="0">
                  <a:pos x="22" y="5"/>
                </a:cxn>
                <a:cxn ang="0">
                  <a:pos x="21" y="27"/>
                </a:cxn>
                <a:cxn ang="0">
                  <a:pos x="16" y="51"/>
                </a:cxn>
                <a:cxn ang="0">
                  <a:pos x="9" y="72"/>
                </a:cxn>
                <a:cxn ang="0">
                  <a:pos x="0" y="92"/>
                </a:cxn>
                <a:cxn ang="0">
                  <a:pos x="0" y="92"/>
                </a:cxn>
                <a:cxn ang="0">
                  <a:pos x="0" y="95"/>
                </a:cxn>
                <a:cxn ang="0">
                  <a:pos x="0" y="98"/>
                </a:cxn>
                <a:cxn ang="0">
                  <a:pos x="3" y="100"/>
                </a:cxn>
                <a:cxn ang="0">
                  <a:pos x="5" y="102"/>
                </a:cxn>
                <a:cxn ang="0">
                  <a:pos x="6" y="102"/>
                </a:cxn>
                <a:cxn ang="0">
                  <a:pos x="9" y="100"/>
                </a:cxn>
                <a:cxn ang="0">
                  <a:pos x="10" y="99"/>
                </a:cxn>
                <a:cxn ang="0">
                  <a:pos x="10" y="99"/>
                </a:cxn>
                <a:cxn ang="0">
                  <a:pos x="20" y="77"/>
                </a:cxn>
                <a:cxn ang="0">
                  <a:pos x="27" y="53"/>
                </a:cxn>
                <a:cxn ang="0">
                  <a:pos x="31" y="30"/>
                </a:cxn>
                <a:cxn ang="0">
                  <a:pos x="34" y="5"/>
                </a:cxn>
                <a:cxn ang="0">
                  <a:pos x="34" y="5"/>
                </a:cxn>
                <a:cxn ang="0">
                  <a:pos x="34" y="2"/>
                </a:cxn>
                <a:cxn ang="0">
                  <a:pos x="33" y="1"/>
                </a:cxn>
                <a:cxn ang="0">
                  <a:pos x="29" y="0"/>
                </a:cxn>
                <a:cxn ang="0">
                  <a:pos x="25" y="1"/>
                </a:cxn>
                <a:cxn ang="0">
                  <a:pos x="24" y="2"/>
                </a:cxn>
                <a:cxn ang="0">
                  <a:pos x="22" y="5"/>
                </a:cxn>
                <a:cxn ang="0">
                  <a:pos x="22" y="5"/>
                </a:cxn>
              </a:cxnLst>
              <a:rect l="0" t="0" r="r" b="b"/>
              <a:pathLst>
                <a:path w="34" h="102">
                  <a:moveTo>
                    <a:pt x="22" y="5"/>
                  </a:moveTo>
                  <a:lnTo>
                    <a:pt x="22" y="5"/>
                  </a:lnTo>
                  <a:lnTo>
                    <a:pt x="21" y="27"/>
                  </a:lnTo>
                  <a:lnTo>
                    <a:pt x="16" y="51"/>
                  </a:lnTo>
                  <a:lnTo>
                    <a:pt x="9" y="72"/>
                  </a:lnTo>
                  <a:lnTo>
                    <a:pt x="0" y="92"/>
                  </a:lnTo>
                  <a:lnTo>
                    <a:pt x="0" y="92"/>
                  </a:lnTo>
                  <a:lnTo>
                    <a:pt x="0" y="95"/>
                  </a:lnTo>
                  <a:lnTo>
                    <a:pt x="0" y="98"/>
                  </a:lnTo>
                  <a:lnTo>
                    <a:pt x="3" y="100"/>
                  </a:lnTo>
                  <a:lnTo>
                    <a:pt x="5" y="102"/>
                  </a:lnTo>
                  <a:lnTo>
                    <a:pt x="6" y="102"/>
                  </a:lnTo>
                  <a:lnTo>
                    <a:pt x="9" y="100"/>
                  </a:lnTo>
                  <a:lnTo>
                    <a:pt x="10" y="99"/>
                  </a:lnTo>
                  <a:lnTo>
                    <a:pt x="10" y="99"/>
                  </a:lnTo>
                  <a:lnTo>
                    <a:pt x="20" y="77"/>
                  </a:lnTo>
                  <a:lnTo>
                    <a:pt x="27" y="53"/>
                  </a:lnTo>
                  <a:lnTo>
                    <a:pt x="31" y="30"/>
                  </a:lnTo>
                  <a:lnTo>
                    <a:pt x="34" y="5"/>
                  </a:lnTo>
                  <a:lnTo>
                    <a:pt x="34" y="5"/>
                  </a:lnTo>
                  <a:lnTo>
                    <a:pt x="34" y="2"/>
                  </a:lnTo>
                  <a:lnTo>
                    <a:pt x="33" y="1"/>
                  </a:lnTo>
                  <a:lnTo>
                    <a:pt x="29" y="0"/>
                  </a:lnTo>
                  <a:lnTo>
                    <a:pt x="25" y="1"/>
                  </a:lnTo>
                  <a:lnTo>
                    <a:pt x="24" y="2"/>
                  </a:lnTo>
                  <a:lnTo>
                    <a:pt x="22" y="5"/>
                  </a:lnTo>
                  <a:lnTo>
                    <a:pt x="22" y="5"/>
                  </a:lnTo>
                  <a:close/>
                </a:path>
              </a:pathLst>
            </a:custGeom>
            <a:ln>
              <a:solidFill>
                <a:schemeClr val="accent1">
                  <a:alpha val="35000"/>
                </a:schemeClr>
              </a:solidFill>
            </a:ln>
          </p:spPr>
          <p:style>
            <a:lnRef idx="0">
              <a:srgbClr val="FFFFFF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42" name="Freeform 554"/>
            <p:cNvSpPr/>
            <p:nvPr>
              <p:custDataLst>
                <p:tags r:id="rId36"/>
              </p:custDataLst>
            </p:nvPr>
          </p:nvSpPr>
          <p:spPr bwMode="auto">
            <a:xfrm>
              <a:off x="2314576" y="2389188"/>
              <a:ext cx="377825" cy="211138"/>
            </a:xfrm>
            <a:custGeom>
              <a:avLst/>
              <a:gdLst/>
              <a:ahLst/>
              <a:cxnLst>
                <a:cxn ang="0">
                  <a:pos x="712" y="532"/>
                </a:cxn>
                <a:cxn ang="0">
                  <a:pos x="641" y="529"/>
                </a:cxn>
                <a:cxn ang="0">
                  <a:pos x="98" y="529"/>
                </a:cxn>
                <a:cxn ang="0">
                  <a:pos x="25" y="531"/>
                </a:cxn>
                <a:cxn ang="0">
                  <a:pos x="9" y="525"/>
                </a:cxn>
                <a:cxn ang="0">
                  <a:pos x="1" y="515"/>
                </a:cxn>
                <a:cxn ang="0">
                  <a:pos x="0" y="506"/>
                </a:cxn>
                <a:cxn ang="0">
                  <a:pos x="3" y="491"/>
                </a:cxn>
                <a:cxn ang="0">
                  <a:pos x="13" y="482"/>
                </a:cxn>
                <a:cxn ang="0">
                  <a:pos x="667" y="480"/>
                </a:cxn>
                <a:cxn ang="0">
                  <a:pos x="710" y="481"/>
                </a:cxn>
                <a:cxn ang="0">
                  <a:pos x="769" y="482"/>
                </a:cxn>
                <a:cxn ang="0">
                  <a:pos x="814" y="477"/>
                </a:cxn>
                <a:cxn ang="0">
                  <a:pos x="832" y="473"/>
                </a:cxn>
                <a:cxn ang="0">
                  <a:pos x="870" y="463"/>
                </a:cxn>
                <a:cxn ang="0">
                  <a:pos x="887" y="443"/>
                </a:cxn>
                <a:cxn ang="0">
                  <a:pos x="895" y="388"/>
                </a:cxn>
                <a:cxn ang="0">
                  <a:pos x="901" y="321"/>
                </a:cxn>
                <a:cxn ang="0">
                  <a:pos x="901" y="289"/>
                </a:cxn>
                <a:cxn ang="0">
                  <a:pos x="896" y="260"/>
                </a:cxn>
                <a:cxn ang="0">
                  <a:pos x="891" y="232"/>
                </a:cxn>
                <a:cxn ang="0">
                  <a:pos x="888" y="164"/>
                </a:cxn>
                <a:cxn ang="0">
                  <a:pos x="880" y="102"/>
                </a:cxn>
                <a:cxn ang="0">
                  <a:pos x="875" y="81"/>
                </a:cxn>
                <a:cxn ang="0">
                  <a:pos x="860" y="61"/>
                </a:cxn>
                <a:cxn ang="0">
                  <a:pos x="833" y="53"/>
                </a:cxn>
                <a:cxn ang="0">
                  <a:pos x="761" y="51"/>
                </a:cxn>
                <a:cxn ang="0">
                  <a:pos x="479" y="51"/>
                </a:cxn>
                <a:cxn ang="0">
                  <a:pos x="315" y="52"/>
                </a:cxn>
                <a:cxn ang="0">
                  <a:pos x="32" y="53"/>
                </a:cxn>
                <a:cxn ang="0">
                  <a:pos x="18" y="45"/>
                </a:cxn>
                <a:cxn ang="0">
                  <a:pos x="13" y="32"/>
                </a:cxn>
                <a:cxn ang="0">
                  <a:pos x="13" y="23"/>
                </a:cxn>
                <a:cxn ang="0">
                  <a:pos x="18" y="11"/>
                </a:cxn>
                <a:cxn ang="0">
                  <a:pos x="32" y="4"/>
                </a:cxn>
                <a:cxn ang="0">
                  <a:pos x="722" y="4"/>
                </a:cxn>
                <a:cxn ang="0">
                  <a:pos x="782" y="1"/>
                </a:cxn>
                <a:cxn ang="0">
                  <a:pos x="828" y="1"/>
                </a:cxn>
                <a:cxn ang="0">
                  <a:pos x="878" y="13"/>
                </a:cxn>
                <a:cxn ang="0">
                  <a:pos x="892" y="22"/>
                </a:cxn>
                <a:cxn ang="0">
                  <a:pos x="920" y="57"/>
                </a:cxn>
                <a:cxn ang="0">
                  <a:pos x="933" y="112"/>
                </a:cxn>
                <a:cxn ang="0">
                  <a:pos x="938" y="178"/>
                </a:cxn>
                <a:cxn ang="0">
                  <a:pos x="941" y="208"/>
                </a:cxn>
                <a:cxn ang="0">
                  <a:pos x="950" y="270"/>
                </a:cxn>
                <a:cxn ang="0">
                  <a:pos x="952" y="306"/>
                </a:cxn>
                <a:cxn ang="0">
                  <a:pos x="947" y="385"/>
                </a:cxn>
                <a:cxn ang="0">
                  <a:pos x="937" y="446"/>
                </a:cxn>
                <a:cxn ang="0">
                  <a:pos x="917" y="485"/>
                </a:cxn>
                <a:cxn ang="0">
                  <a:pos x="884" y="512"/>
                </a:cxn>
                <a:cxn ang="0">
                  <a:pos x="857" y="523"/>
                </a:cxn>
                <a:cxn ang="0">
                  <a:pos x="794" y="531"/>
                </a:cxn>
                <a:cxn ang="0">
                  <a:pos x="738" y="533"/>
                </a:cxn>
              </a:cxnLst>
              <a:rect l="0" t="0" r="r" b="b"/>
              <a:pathLst>
                <a:path w="952" h="533">
                  <a:moveTo>
                    <a:pt x="738" y="533"/>
                  </a:moveTo>
                  <a:lnTo>
                    <a:pt x="738" y="533"/>
                  </a:lnTo>
                  <a:lnTo>
                    <a:pt x="712" y="532"/>
                  </a:lnTo>
                  <a:lnTo>
                    <a:pt x="712" y="532"/>
                  </a:lnTo>
                  <a:lnTo>
                    <a:pt x="686" y="531"/>
                  </a:lnTo>
                  <a:lnTo>
                    <a:pt x="641" y="529"/>
                  </a:lnTo>
                  <a:lnTo>
                    <a:pt x="499" y="529"/>
                  </a:lnTo>
                  <a:lnTo>
                    <a:pt x="499" y="529"/>
                  </a:lnTo>
                  <a:lnTo>
                    <a:pt x="98" y="529"/>
                  </a:lnTo>
                  <a:lnTo>
                    <a:pt x="98" y="529"/>
                  </a:lnTo>
                  <a:lnTo>
                    <a:pt x="25" y="531"/>
                  </a:lnTo>
                  <a:lnTo>
                    <a:pt x="25" y="531"/>
                  </a:lnTo>
                  <a:lnTo>
                    <a:pt x="18" y="529"/>
                  </a:lnTo>
                  <a:lnTo>
                    <a:pt x="13" y="528"/>
                  </a:lnTo>
                  <a:lnTo>
                    <a:pt x="9" y="525"/>
                  </a:lnTo>
                  <a:lnTo>
                    <a:pt x="7" y="523"/>
                  </a:lnTo>
                  <a:lnTo>
                    <a:pt x="3" y="519"/>
                  </a:lnTo>
                  <a:lnTo>
                    <a:pt x="1" y="515"/>
                  </a:lnTo>
                  <a:lnTo>
                    <a:pt x="0" y="510"/>
                  </a:lnTo>
                  <a:lnTo>
                    <a:pt x="0" y="506"/>
                  </a:lnTo>
                  <a:lnTo>
                    <a:pt x="0" y="506"/>
                  </a:lnTo>
                  <a:lnTo>
                    <a:pt x="0" y="501"/>
                  </a:lnTo>
                  <a:lnTo>
                    <a:pt x="1" y="497"/>
                  </a:lnTo>
                  <a:lnTo>
                    <a:pt x="3" y="491"/>
                  </a:lnTo>
                  <a:lnTo>
                    <a:pt x="7" y="487"/>
                  </a:lnTo>
                  <a:lnTo>
                    <a:pt x="9" y="485"/>
                  </a:lnTo>
                  <a:lnTo>
                    <a:pt x="13" y="482"/>
                  </a:lnTo>
                  <a:lnTo>
                    <a:pt x="18" y="481"/>
                  </a:lnTo>
                  <a:lnTo>
                    <a:pt x="25" y="480"/>
                  </a:lnTo>
                  <a:lnTo>
                    <a:pt x="667" y="480"/>
                  </a:lnTo>
                  <a:lnTo>
                    <a:pt x="667" y="480"/>
                  </a:lnTo>
                  <a:lnTo>
                    <a:pt x="710" y="481"/>
                  </a:lnTo>
                  <a:lnTo>
                    <a:pt x="710" y="481"/>
                  </a:lnTo>
                  <a:lnTo>
                    <a:pt x="752" y="482"/>
                  </a:lnTo>
                  <a:lnTo>
                    <a:pt x="752" y="482"/>
                  </a:lnTo>
                  <a:lnTo>
                    <a:pt x="769" y="482"/>
                  </a:lnTo>
                  <a:lnTo>
                    <a:pt x="785" y="481"/>
                  </a:lnTo>
                  <a:lnTo>
                    <a:pt x="799" y="480"/>
                  </a:lnTo>
                  <a:lnTo>
                    <a:pt x="814" y="477"/>
                  </a:lnTo>
                  <a:lnTo>
                    <a:pt x="814" y="477"/>
                  </a:lnTo>
                  <a:lnTo>
                    <a:pt x="832" y="473"/>
                  </a:lnTo>
                  <a:lnTo>
                    <a:pt x="832" y="473"/>
                  </a:lnTo>
                  <a:lnTo>
                    <a:pt x="853" y="469"/>
                  </a:lnTo>
                  <a:lnTo>
                    <a:pt x="862" y="467"/>
                  </a:lnTo>
                  <a:lnTo>
                    <a:pt x="870" y="463"/>
                  </a:lnTo>
                  <a:lnTo>
                    <a:pt x="878" y="459"/>
                  </a:lnTo>
                  <a:lnTo>
                    <a:pt x="883" y="452"/>
                  </a:lnTo>
                  <a:lnTo>
                    <a:pt x="887" y="443"/>
                  </a:lnTo>
                  <a:lnTo>
                    <a:pt x="890" y="434"/>
                  </a:lnTo>
                  <a:lnTo>
                    <a:pt x="890" y="434"/>
                  </a:lnTo>
                  <a:lnTo>
                    <a:pt x="895" y="388"/>
                  </a:lnTo>
                  <a:lnTo>
                    <a:pt x="895" y="388"/>
                  </a:lnTo>
                  <a:lnTo>
                    <a:pt x="900" y="344"/>
                  </a:lnTo>
                  <a:lnTo>
                    <a:pt x="901" y="321"/>
                  </a:lnTo>
                  <a:lnTo>
                    <a:pt x="901" y="298"/>
                  </a:lnTo>
                  <a:lnTo>
                    <a:pt x="901" y="298"/>
                  </a:lnTo>
                  <a:lnTo>
                    <a:pt x="901" y="289"/>
                  </a:lnTo>
                  <a:lnTo>
                    <a:pt x="900" y="280"/>
                  </a:lnTo>
                  <a:lnTo>
                    <a:pt x="896" y="260"/>
                  </a:lnTo>
                  <a:lnTo>
                    <a:pt x="896" y="260"/>
                  </a:lnTo>
                  <a:lnTo>
                    <a:pt x="894" y="246"/>
                  </a:lnTo>
                  <a:lnTo>
                    <a:pt x="891" y="232"/>
                  </a:lnTo>
                  <a:lnTo>
                    <a:pt x="891" y="232"/>
                  </a:lnTo>
                  <a:lnTo>
                    <a:pt x="888" y="198"/>
                  </a:lnTo>
                  <a:lnTo>
                    <a:pt x="888" y="164"/>
                  </a:lnTo>
                  <a:lnTo>
                    <a:pt x="888" y="164"/>
                  </a:lnTo>
                  <a:lnTo>
                    <a:pt x="887" y="149"/>
                  </a:lnTo>
                  <a:lnTo>
                    <a:pt x="886" y="132"/>
                  </a:lnTo>
                  <a:lnTo>
                    <a:pt x="880" y="102"/>
                  </a:lnTo>
                  <a:lnTo>
                    <a:pt x="880" y="102"/>
                  </a:lnTo>
                  <a:lnTo>
                    <a:pt x="878" y="90"/>
                  </a:lnTo>
                  <a:lnTo>
                    <a:pt x="875" y="81"/>
                  </a:lnTo>
                  <a:lnTo>
                    <a:pt x="871" y="73"/>
                  </a:lnTo>
                  <a:lnTo>
                    <a:pt x="866" y="66"/>
                  </a:lnTo>
                  <a:lnTo>
                    <a:pt x="860" y="61"/>
                  </a:lnTo>
                  <a:lnTo>
                    <a:pt x="852" y="57"/>
                  </a:lnTo>
                  <a:lnTo>
                    <a:pt x="843" y="55"/>
                  </a:lnTo>
                  <a:lnTo>
                    <a:pt x="833" y="53"/>
                  </a:lnTo>
                  <a:lnTo>
                    <a:pt x="833" y="53"/>
                  </a:lnTo>
                  <a:lnTo>
                    <a:pt x="803" y="52"/>
                  </a:lnTo>
                  <a:lnTo>
                    <a:pt x="761" y="51"/>
                  </a:lnTo>
                  <a:lnTo>
                    <a:pt x="637" y="49"/>
                  </a:lnTo>
                  <a:lnTo>
                    <a:pt x="637" y="49"/>
                  </a:lnTo>
                  <a:lnTo>
                    <a:pt x="479" y="51"/>
                  </a:lnTo>
                  <a:lnTo>
                    <a:pt x="326" y="52"/>
                  </a:lnTo>
                  <a:lnTo>
                    <a:pt x="315" y="52"/>
                  </a:lnTo>
                  <a:lnTo>
                    <a:pt x="315" y="52"/>
                  </a:lnTo>
                  <a:lnTo>
                    <a:pt x="37" y="53"/>
                  </a:lnTo>
                  <a:lnTo>
                    <a:pt x="37" y="53"/>
                  </a:lnTo>
                  <a:lnTo>
                    <a:pt x="32" y="53"/>
                  </a:lnTo>
                  <a:lnTo>
                    <a:pt x="26" y="51"/>
                  </a:lnTo>
                  <a:lnTo>
                    <a:pt x="22" y="48"/>
                  </a:lnTo>
                  <a:lnTo>
                    <a:pt x="18" y="45"/>
                  </a:lnTo>
                  <a:lnTo>
                    <a:pt x="16" y="42"/>
                  </a:lnTo>
                  <a:lnTo>
                    <a:pt x="15" y="38"/>
                  </a:lnTo>
                  <a:lnTo>
                    <a:pt x="13" y="32"/>
                  </a:lnTo>
                  <a:lnTo>
                    <a:pt x="13" y="28"/>
                  </a:lnTo>
                  <a:lnTo>
                    <a:pt x="13" y="28"/>
                  </a:lnTo>
                  <a:lnTo>
                    <a:pt x="13" y="23"/>
                  </a:lnTo>
                  <a:lnTo>
                    <a:pt x="15" y="19"/>
                  </a:lnTo>
                  <a:lnTo>
                    <a:pt x="16" y="15"/>
                  </a:lnTo>
                  <a:lnTo>
                    <a:pt x="18" y="11"/>
                  </a:lnTo>
                  <a:lnTo>
                    <a:pt x="22" y="8"/>
                  </a:lnTo>
                  <a:lnTo>
                    <a:pt x="26" y="5"/>
                  </a:lnTo>
                  <a:lnTo>
                    <a:pt x="32" y="4"/>
                  </a:lnTo>
                  <a:lnTo>
                    <a:pt x="37" y="4"/>
                  </a:lnTo>
                  <a:lnTo>
                    <a:pt x="722" y="4"/>
                  </a:lnTo>
                  <a:lnTo>
                    <a:pt x="722" y="4"/>
                  </a:lnTo>
                  <a:lnTo>
                    <a:pt x="759" y="2"/>
                  </a:lnTo>
                  <a:lnTo>
                    <a:pt x="759" y="2"/>
                  </a:lnTo>
                  <a:lnTo>
                    <a:pt x="782" y="1"/>
                  </a:lnTo>
                  <a:lnTo>
                    <a:pt x="806" y="0"/>
                  </a:lnTo>
                  <a:lnTo>
                    <a:pt x="806" y="0"/>
                  </a:lnTo>
                  <a:lnTo>
                    <a:pt x="828" y="1"/>
                  </a:lnTo>
                  <a:lnTo>
                    <a:pt x="846" y="2"/>
                  </a:lnTo>
                  <a:lnTo>
                    <a:pt x="863" y="8"/>
                  </a:lnTo>
                  <a:lnTo>
                    <a:pt x="878" y="13"/>
                  </a:lnTo>
                  <a:lnTo>
                    <a:pt x="878" y="13"/>
                  </a:lnTo>
                  <a:lnTo>
                    <a:pt x="886" y="17"/>
                  </a:lnTo>
                  <a:lnTo>
                    <a:pt x="892" y="22"/>
                  </a:lnTo>
                  <a:lnTo>
                    <a:pt x="904" y="32"/>
                  </a:lnTo>
                  <a:lnTo>
                    <a:pt x="912" y="44"/>
                  </a:lnTo>
                  <a:lnTo>
                    <a:pt x="920" y="57"/>
                  </a:lnTo>
                  <a:lnTo>
                    <a:pt x="925" y="70"/>
                  </a:lnTo>
                  <a:lnTo>
                    <a:pt x="928" y="85"/>
                  </a:lnTo>
                  <a:lnTo>
                    <a:pt x="933" y="112"/>
                  </a:lnTo>
                  <a:lnTo>
                    <a:pt x="933" y="112"/>
                  </a:lnTo>
                  <a:lnTo>
                    <a:pt x="937" y="144"/>
                  </a:lnTo>
                  <a:lnTo>
                    <a:pt x="938" y="178"/>
                  </a:lnTo>
                  <a:lnTo>
                    <a:pt x="938" y="178"/>
                  </a:lnTo>
                  <a:lnTo>
                    <a:pt x="939" y="193"/>
                  </a:lnTo>
                  <a:lnTo>
                    <a:pt x="941" y="208"/>
                  </a:lnTo>
                  <a:lnTo>
                    <a:pt x="945" y="239"/>
                  </a:lnTo>
                  <a:lnTo>
                    <a:pt x="945" y="239"/>
                  </a:lnTo>
                  <a:lnTo>
                    <a:pt x="950" y="270"/>
                  </a:lnTo>
                  <a:lnTo>
                    <a:pt x="950" y="270"/>
                  </a:lnTo>
                  <a:lnTo>
                    <a:pt x="951" y="287"/>
                  </a:lnTo>
                  <a:lnTo>
                    <a:pt x="952" y="306"/>
                  </a:lnTo>
                  <a:lnTo>
                    <a:pt x="952" y="324"/>
                  </a:lnTo>
                  <a:lnTo>
                    <a:pt x="951" y="344"/>
                  </a:lnTo>
                  <a:lnTo>
                    <a:pt x="947" y="385"/>
                  </a:lnTo>
                  <a:lnTo>
                    <a:pt x="941" y="430"/>
                  </a:lnTo>
                  <a:lnTo>
                    <a:pt x="941" y="430"/>
                  </a:lnTo>
                  <a:lnTo>
                    <a:pt x="937" y="446"/>
                  </a:lnTo>
                  <a:lnTo>
                    <a:pt x="931" y="460"/>
                  </a:lnTo>
                  <a:lnTo>
                    <a:pt x="925" y="473"/>
                  </a:lnTo>
                  <a:lnTo>
                    <a:pt x="917" y="485"/>
                  </a:lnTo>
                  <a:lnTo>
                    <a:pt x="908" y="495"/>
                  </a:lnTo>
                  <a:lnTo>
                    <a:pt x="897" y="504"/>
                  </a:lnTo>
                  <a:lnTo>
                    <a:pt x="884" y="512"/>
                  </a:lnTo>
                  <a:lnTo>
                    <a:pt x="870" y="519"/>
                  </a:lnTo>
                  <a:lnTo>
                    <a:pt x="870" y="519"/>
                  </a:lnTo>
                  <a:lnTo>
                    <a:pt x="857" y="523"/>
                  </a:lnTo>
                  <a:lnTo>
                    <a:pt x="843" y="525"/>
                  </a:lnTo>
                  <a:lnTo>
                    <a:pt x="814" y="528"/>
                  </a:lnTo>
                  <a:lnTo>
                    <a:pt x="794" y="531"/>
                  </a:lnTo>
                  <a:lnTo>
                    <a:pt x="794" y="531"/>
                  </a:lnTo>
                  <a:lnTo>
                    <a:pt x="767" y="532"/>
                  </a:lnTo>
                  <a:lnTo>
                    <a:pt x="738" y="533"/>
                  </a:lnTo>
                  <a:lnTo>
                    <a:pt x="738" y="533"/>
                  </a:lnTo>
                  <a:close/>
                </a:path>
              </a:pathLst>
            </a:custGeom>
            <a:ln>
              <a:solidFill>
                <a:schemeClr val="accent1">
                  <a:alpha val="35000"/>
                </a:schemeClr>
              </a:solidFill>
            </a:ln>
          </p:spPr>
          <p:style>
            <a:lnRef idx="0">
              <a:srgbClr val="FFFFFF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43" name="Freeform 555"/>
            <p:cNvSpPr/>
            <p:nvPr>
              <p:custDataLst>
                <p:tags r:id="rId37"/>
              </p:custDataLst>
            </p:nvPr>
          </p:nvSpPr>
          <p:spPr bwMode="auto">
            <a:xfrm>
              <a:off x="2085976" y="2305050"/>
              <a:ext cx="252413" cy="203200"/>
            </a:xfrm>
            <a:custGeom>
              <a:avLst/>
              <a:gdLst/>
              <a:ahLst/>
              <a:cxnLst>
                <a:cxn ang="0">
                  <a:pos x="20" y="510"/>
                </a:cxn>
                <a:cxn ang="0">
                  <a:pos x="3" y="497"/>
                </a:cxn>
                <a:cxn ang="0">
                  <a:pos x="0" y="485"/>
                </a:cxn>
                <a:cxn ang="0">
                  <a:pos x="5" y="475"/>
                </a:cxn>
                <a:cxn ang="0">
                  <a:pos x="50" y="407"/>
                </a:cxn>
                <a:cxn ang="0">
                  <a:pos x="123" y="305"/>
                </a:cxn>
                <a:cxn ang="0">
                  <a:pos x="156" y="267"/>
                </a:cxn>
                <a:cxn ang="0">
                  <a:pos x="225" y="192"/>
                </a:cxn>
                <a:cxn ang="0">
                  <a:pos x="271" y="135"/>
                </a:cxn>
                <a:cxn ang="0">
                  <a:pos x="306" y="90"/>
                </a:cxn>
                <a:cxn ang="0">
                  <a:pos x="346" y="53"/>
                </a:cxn>
                <a:cxn ang="0">
                  <a:pos x="381" y="31"/>
                </a:cxn>
                <a:cxn ang="0">
                  <a:pos x="441" y="8"/>
                </a:cxn>
                <a:cxn ang="0">
                  <a:pos x="505" y="0"/>
                </a:cxn>
                <a:cxn ang="0">
                  <a:pos x="544" y="4"/>
                </a:cxn>
                <a:cxn ang="0">
                  <a:pos x="581" y="15"/>
                </a:cxn>
                <a:cxn ang="0">
                  <a:pos x="611" y="36"/>
                </a:cxn>
                <a:cxn ang="0">
                  <a:pos x="628" y="68"/>
                </a:cxn>
                <a:cxn ang="0">
                  <a:pos x="636" y="118"/>
                </a:cxn>
                <a:cxn ang="0">
                  <a:pos x="633" y="196"/>
                </a:cxn>
                <a:cxn ang="0">
                  <a:pos x="631" y="240"/>
                </a:cxn>
                <a:cxn ang="0">
                  <a:pos x="628" y="251"/>
                </a:cxn>
                <a:cxn ang="0">
                  <a:pos x="619" y="261"/>
                </a:cxn>
                <a:cxn ang="0">
                  <a:pos x="606" y="265"/>
                </a:cxn>
                <a:cxn ang="0">
                  <a:pos x="597" y="263"/>
                </a:cxn>
                <a:cxn ang="0">
                  <a:pos x="585" y="255"/>
                </a:cxn>
                <a:cxn ang="0">
                  <a:pos x="581" y="240"/>
                </a:cxn>
                <a:cxn ang="0">
                  <a:pos x="584" y="196"/>
                </a:cxn>
                <a:cxn ang="0">
                  <a:pos x="586" y="148"/>
                </a:cxn>
                <a:cxn ang="0">
                  <a:pos x="582" y="103"/>
                </a:cxn>
                <a:cxn ang="0">
                  <a:pos x="571" y="76"/>
                </a:cxn>
                <a:cxn ang="0">
                  <a:pos x="547" y="57"/>
                </a:cxn>
                <a:cxn ang="0">
                  <a:pos x="523" y="52"/>
                </a:cxn>
                <a:cxn ang="0">
                  <a:pos x="491" y="52"/>
                </a:cxn>
                <a:cxn ang="0">
                  <a:pos x="452" y="57"/>
                </a:cxn>
                <a:cxn ang="0">
                  <a:pos x="401" y="77"/>
                </a:cxn>
                <a:cxn ang="0">
                  <a:pos x="373" y="95"/>
                </a:cxn>
                <a:cxn ang="0">
                  <a:pos x="336" y="137"/>
                </a:cxn>
                <a:cxn ang="0">
                  <a:pos x="321" y="157"/>
                </a:cxn>
                <a:cxn ang="0">
                  <a:pos x="225" y="265"/>
                </a:cxn>
                <a:cxn ang="0">
                  <a:pos x="147" y="353"/>
                </a:cxn>
                <a:cxn ang="0">
                  <a:pos x="91" y="435"/>
                </a:cxn>
                <a:cxn ang="0">
                  <a:pos x="47" y="501"/>
                </a:cxn>
                <a:cxn ang="0">
                  <a:pos x="38" y="509"/>
                </a:cxn>
                <a:cxn ang="0">
                  <a:pos x="26" y="511"/>
                </a:cxn>
              </a:cxnLst>
              <a:rect l="0" t="0" r="r" b="b"/>
              <a:pathLst>
                <a:path w="637" h="511">
                  <a:moveTo>
                    <a:pt x="26" y="511"/>
                  </a:moveTo>
                  <a:lnTo>
                    <a:pt x="26" y="511"/>
                  </a:lnTo>
                  <a:lnTo>
                    <a:pt x="20" y="510"/>
                  </a:lnTo>
                  <a:lnTo>
                    <a:pt x="12" y="507"/>
                  </a:lnTo>
                  <a:lnTo>
                    <a:pt x="7" y="503"/>
                  </a:lnTo>
                  <a:lnTo>
                    <a:pt x="3" y="497"/>
                  </a:lnTo>
                  <a:lnTo>
                    <a:pt x="3" y="497"/>
                  </a:lnTo>
                  <a:lnTo>
                    <a:pt x="0" y="492"/>
                  </a:lnTo>
                  <a:lnTo>
                    <a:pt x="0" y="485"/>
                  </a:lnTo>
                  <a:lnTo>
                    <a:pt x="2" y="480"/>
                  </a:lnTo>
                  <a:lnTo>
                    <a:pt x="5" y="475"/>
                  </a:lnTo>
                  <a:lnTo>
                    <a:pt x="5" y="475"/>
                  </a:lnTo>
                  <a:lnTo>
                    <a:pt x="29" y="441"/>
                  </a:lnTo>
                  <a:lnTo>
                    <a:pt x="50" y="407"/>
                  </a:lnTo>
                  <a:lnTo>
                    <a:pt x="50" y="407"/>
                  </a:lnTo>
                  <a:lnTo>
                    <a:pt x="74" y="373"/>
                  </a:lnTo>
                  <a:lnTo>
                    <a:pt x="98" y="339"/>
                  </a:lnTo>
                  <a:lnTo>
                    <a:pt x="123" y="305"/>
                  </a:lnTo>
                  <a:lnTo>
                    <a:pt x="138" y="288"/>
                  </a:lnTo>
                  <a:lnTo>
                    <a:pt x="152" y="272"/>
                  </a:lnTo>
                  <a:lnTo>
                    <a:pt x="156" y="267"/>
                  </a:lnTo>
                  <a:lnTo>
                    <a:pt x="156" y="267"/>
                  </a:lnTo>
                  <a:lnTo>
                    <a:pt x="202" y="217"/>
                  </a:lnTo>
                  <a:lnTo>
                    <a:pt x="225" y="192"/>
                  </a:lnTo>
                  <a:lnTo>
                    <a:pt x="247" y="166"/>
                  </a:lnTo>
                  <a:lnTo>
                    <a:pt x="247" y="166"/>
                  </a:lnTo>
                  <a:lnTo>
                    <a:pt x="271" y="135"/>
                  </a:lnTo>
                  <a:lnTo>
                    <a:pt x="271" y="135"/>
                  </a:lnTo>
                  <a:lnTo>
                    <a:pt x="289" y="112"/>
                  </a:lnTo>
                  <a:lnTo>
                    <a:pt x="306" y="90"/>
                  </a:lnTo>
                  <a:lnTo>
                    <a:pt x="326" y="70"/>
                  </a:lnTo>
                  <a:lnTo>
                    <a:pt x="335" y="61"/>
                  </a:lnTo>
                  <a:lnTo>
                    <a:pt x="346" y="53"/>
                  </a:lnTo>
                  <a:lnTo>
                    <a:pt x="346" y="53"/>
                  </a:lnTo>
                  <a:lnTo>
                    <a:pt x="363" y="42"/>
                  </a:lnTo>
                  <a:lnTo>
                    <a:pt x="381" y="31"/>
                  </a:lnTo>
                  <a:lnTo>
                    <a:pt x="401" y="22"/>
                  </a:lnTo>
                  <a:lnTo>
                    <a:pt x="421" y="14"/>
                  </a:lnTo>
                  <a:lnTo>
                    <a:pt x="441" y="8"/>
                  </a:lnTo>
                  <a:lnTo>
                    <a:pt x="463" y="4"/>
                  </a:lnTo>
                  <a:lnTo>
                    <a:pt x="484" y="1"/>
                  </a:lnTo>
                  <a:lnTo>
                    <a:pt x="505" y="0"/>
                  </a:lnTo>
                  <a:lnTo>
                    <a:pt x="505" y="0"/>
                  </a:lnTo>
                  <a:lnTo>
                    <a:pt x="525" y="1"/>
                  </a:lnTo>
                  <a:lnTo>
                    <a:pt x="544" y="4"/>
                  </a:lnTo>
                  <a:lnTo>
                    <a:pt x="564" y="8"/>
                  </a:lnTo>
                  <a:lnTo>
                    <a:pt x="581" y="15"/>
                  </a:lnTo>
                  <a:lnTo>
                    <a:pt x="581" y="15"/>
                  </a:lnTo>
                  <a:lnTo>
                    <a:pt x="593" y="21"/>
                  </a:lnTo>
                  <a:lnTo>
                    <a:pt x="602" y="29"/>
                  </a:lnTo>
                  <a:lnTo>
                    <a:pt x="611" y="36"/>
                  </a:lnTo>
                  <a:lnTo>
                    <a:pt x="618" y="47"/>
                  </a:lnTo>
                  <a:lnTo>
                    <a:pt x="623" y="57"/>
                  </a:lnTo>
                  <a:lnTo>
                    <a:pt x="628" y="68"/>
                  </a:lnTo>
                  <a:lnTo>
                    <a:pt x="631" y="80"/>
                  </a:lnTo>
                  <a:lnTo>
                    <a:pt x="633" y="93"/>
                  </a:lnTo>
                  <a:lnTo>
                    <a:pt x="636" y="118"/>
                  </a:lnTo>
                  <a:lnTo>
                    <a:pt x="637" y="145"/>
                  </a:lnTo>
                  <a:lnTo>
                    <a:pt x="636" y="171"/>
                  </a:lnTo>
                  <a:lnTo>
                    <a:pt x="633" y="196"/>
                  </a:lnTo>
                  <a:lnTo>
                    <a:pt x="633" y="196"/>
                  </a:lnTo>
                  <a:lnTo>
                    <a:pt x="632" y="220"/>
                  </a:lnTo>
                  <a:lnTo>
                    <a:pt x="631" y="240"/>
                  </a:lnTo>
                  <a:lnTo>
                    <a:pt x="631" y="240"/>
                  </a:lnTo>
                  <a:lnTo>
                    <a:pt x="629" y="246"/>
                  </a:lnTo>
                  <a:lnTo>
                    <a:pt x="628" y="251"/>
                  </a:lnTo>
                  <a:lnTo>
                    <a:pt x="626" y="255"/>
                  </a:lnTo>
                  <a:lnTo>
                    <a:pt x="623" y="259"/>
                  </a:lnTo>
                  <a:lnTo>
                    <a:pt x="619" y="261"/>
                  </a:lnTo>
                  <a:lnTo>
                    <a:pt x="615" y="263"/>
                  </a:lnTo>
                  <a:lnTo>
                    <a:pt x="610" y="264"/>
                  </a:lnTo>
                  <a:lnTo>
                    <a:pt x="606" y="265"/>
                  </a:lnTo>
                  <a:lnTo>
                    <a:pt x="606" y="265"/>
                  </a:lnTo>
                  <a:lnTo>
                    <a:pt x="601" y="264"/>
                  </a:lnTo>
                  <a:lnTo>
                    <a:pt x="597" y="263"/>
                  </a:lnTo>
                  <a:lnTo>
                    <a:pt x="593" y="261"/>
                  </a:lnTo>
                  <a:lnTo>
                    <a:pt x="589" y="259"/>
                  </a:lnTo>
                  <a:lnTo>
                    <a:pt x="585" y="255"/>
                  </a:lnTo>
                  <a:lnTo>
                    <a:pt x="582" y="251"/>
                  </a:lnTo>
                  <a:lnTo>
                    <a:pt x="581" y="246"/>
                  </a:lnTo>
                  <a:lnTo>
                    <a:pt x="581" y="240"/>
                  </a:lnTo>
                  <a:lnTo>
                    <a:pt x="581" y="240"/>
                  </a:lnTo>
                  <a:lnTo>
                    <a:pt x="581" y="220"/>
                  </a:lnTo>
                  <a:lnTo>
                    <a:pt x="584" y="196"/>
                  </a:lnTo>
                  <a:lnTo>
                    <a:pt x="584" y="196"/>
                  </a:lnTo>
                  <a:lnTo>
                    <a:pt x="585" y="172"/>
                  </a:lnTo>
                  <a:lnTo>
                    <a:pt x="586" y="148"/>
                  </a:lnTo>
                  <a:lnTo>
                    <a:pt x="585" y="124"/>
                  </a:lnTo>
                  <a:lnTo>
                    <a:pt x="584" y="114"/>
                  </a:lnTo>
                  <a:lnTo>
                    <a:pt x="582" y="103"/>
                  </a:lnTo>
                  <a:lnTo>
                    <a:pt x="580" y="93"/>
                  </a:lnTo>
                  <a:lnTo>
                    <a:pt x="576" y="84"/>
                  </a:lnTo>
                  <a:lnTo>
                    <a:pt x="571" y="76"/>
                  </a:lnTo>
                  <a:lnTo>
                    <a:pt x="564" y="68"/>
                  </a:lnTo>
                  <a:lnTo>
                    <a:pt x="556" y="63"/>
                  </a:lnTo>
                  <a:lnTo>
                    <a:pt x="547" y="57"/>
                  </a:lnTo>
                  <a:lnTo>
                    <a:pt x="537" y="55"/>
                  </a:lnTo>
                  <a:lnTo>
                    <a:pt x="523" y="52"/>
                  </a:lnTo>
                  <a:lnTo>
                    <a:pt x="523" y="52"/>
                  </a:lnTo>
                  <a:lnTo>
                    <a:pt x="504" y="52"/>
                  </a:lnTo>
                  <a:lnTo>
                    <a:pt x="504" y="52"/>
                  </a:lnTo>
                  <a:lnTo>
                    <a:pt x="491" y="52"/>
                  </a:lnTo>
                  <a:lnTo>
                    <a:pt x="478" y="53"/>
                  </a:lnTo>
                  <a:lnTo>
                    <a:pt x="465" y="55"/>
                  </a:lnTo>
                  <a:lnTo>
                    <a:pt x="452" y="57"/>
                  </a:lnTo>
                  <a:lnTo>
                    <a:pt x="425" y="65"/>
                  </a:lnTo>
                  <a:lnTo>
                    <a:pt x="401" y="77"/>
                  </a:lnTo>
                  <a:lnTo>
                    <a:pt x="401" y="77"/>
                  </a:lnTo>
                  <a:lnTo>
                    <a:pt x="391" y="82"/>
                  </a:lnTo>
                  <a:lnTo>
                    <a:pt x="382" y="89"/>
                  </a:lnTo>
                  <a:lnTo>
                    <a:pt x="373" y="95"/>
                  </a:lnTo>
                  <a:lnTo>
                    <a:pt x="365" y="103"/>
                  </a:lnTo>
                  <a:lnTo>
                    <a:pt x="351" y="120"/>
                  </a:lnTo>
                  <a:lnTo>
                    <a:pt x="336" y="137"/>
                  </a:lnTo>
                  <a:lnTo>
                    <a:pt x="336" y="137"/>
                  </a:lnTo>
                  <a:lnTo>
                    <a:pt x="321" y="157"/>
                  </a:lnTo>
                  <a:lnTo>
                    <a:pt x="321" y="157"/>
                  </a:lnTo>
                  <a:lnTo>
                    <a:pt x="274" y="212"/>
                  </a:lnTo>
                  <a:lnTo>
                    <a:pt x="225" y="265"/>
                  </a:lnTo>
                  <a:lnTo>
                    <a:pt x="225" y="265"/>
                  </a:lnTo>
                  <a:lnTo>
                    <a:pt x="168" y="328"/>
                  </a:lnTo>
                  <a:lnTo>
                    <a:pt x="168" y="328"/>
                  </a:lnTo>
                  <a:lnTo>
                    <a:pt x="147" y="353"/>
                  </a:lnTo>
                  <a:lnTo>
                    <a:pt x="127" y="380"/>
                  </a:lnTo>
                  <a:lnTo>
                    <a:pt x="109" y="408"/>
                  </a:lnTo>
                  <a:lnTo>
                    <a:pt x="91" y="435"/>
                  </a:lnTo>
                  <a:lnTo>
                    <a:pt x="91" y="435"/>
                  </a:lnTo>
                  <a:lnTo>
                    <a:pt x="70" y="468"/>
                  </a:lnTo>
                  <a:lnTo>
                    <a:pt x="47" y="501"/>
                  </a:lnTo>
                  <a:lnTo>
                    <a:pt x="47" y="501"/>
                  </a:lnTo>
                  <a:lnTo>
                    <a:pt x="43" y="505"/>
                  </a:lnTo>
                  <a:lnTo>
                    <a:pt x="38" y="509"/>
                  </a:lnTo>
                  <a:lnTo>
                    <a:pt x="33" y="511"/>
                  </a:lnTo>
                  <a:lnTo>
                    <a:pt x="26" y="511"/>
                  </a:lnTo>
                  <a:lnTo>
                    <a:pt x="26" y="511"/>
                  </a:lnTo>
                  <a:close/>
                </a:path>
              </a:pathLst>
            </a:custGeom>
            <a:ln>
              <a:solidFill>
                <a:schemeClr val="accent1">
                  <a:alpha val="35000"/>
                </a:schemeClr>
              </a:solidFill>
            </a:ln>
          </p:spPr>
          <p:style>
            <a:lnRef idx="0">
              <a:srgbClr val="FFFFFF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44" name="Freeform 556"/>
            <p:cNvSpPr/>
            <p:nvPr>
              <p:custDataLst>
                <p:tags r:id="rId38"/>
              </p:custDataLst>
            </p:nvPr>
          </p:nvSpPr>
          <p:spPr bwMode="auto">
            <a:xfrm>
              <a:off x="2084388" y="2492375"/>
              <a:ext cx="250825" cy="215900"/>
            </a:xfrm>
            <a:custGeom>
              <a:avLst/>
              <a:gdLst/>
              <a:ahLst/>
              <a:cxnLst>
                <a:cxn ang="0">
                  <a:pos x="440" y="545"/>
                </a:cxn>
                <a:cxn ang="0">
                  <a:pos x="384" y="528"/>
                </a:cxn>
                <a:cxn ang="0">
                  <a:pos x="334" y="492"/>
                </a:cxn>
                <a:cxn ang="0">
                  <a:pos x="303" y="456"/>
                </a:cxn>
                <a:cxn ang="0">
                  <a:pos x="259" y="396"/>
                </a:cxn>
                <a:cxn ang="0">
                  <a:pos x="220" y="341"/>
                </a:cxn>
                <a:cxn ang="0">
                  <a:pos x="190" y="301"/>
                </a:cxn>
                <a:cxn ang="0">
                  <a:pos x="168" y="277"/>
                </a:cxn>
                <a:cxn ang="0">
                  <a:pos x="155" y="259"/>
                </a:cxn>
                <a:cxn ang="0">
                  <a:pos x="143" y="237"/>
                </a:cxn>
                <a:cxn ang="0">
                  <a:pos x="113" y="197"/>
                </a:cxn>
                <a:cxn ang="0">
                  <a:pos x="68" y="141"/>
                </a:cxn>
                <a:cxn ang="0">
                  <a:pos x="51" y="122"/>
                </a:cxn>
                <a:cxn ang="0">
                  <a:pos x="33" y="99"/>
                </a:cxn>
                <a:cxn ang="0">
                  <a:pos x="12" y="65"/>
                </a:cxn>
                <a:cxn ang="0">
                  <a:pos x="0" y="25"/>
                </a:cxn>
                <a:cxn ang="0">
                  <a:pos x="2" y="14"/>
                </a:cxn>
                <a:cxn ang="0">
                  <a:pos x="7" y="6"/>
                </a:cxn>
                <a:cxn ang="0">
                  <a:pos x="20" y="0"/>
                </a:cxn>
                <a:cxn ang="0">
                  <a:pos x="33" y="1"/>
                </a:cxn>
                <a:cxn ang="0">
                  <a:pos x="45" y="9"/>
                </a:cxn>
                <a:cxn ang="0">
                  <a:pos x="51" y="23"/>
                </a:cxn>
                <a:cxn ang="0">
                  <a:pos x="57" y="46"/>
                </a:cxn>
                <a:cxn ang="0">
                  <a:pos x="85" y="86"/>
                </a:cxn>
                <a:cxn ang="0">
                  <a:pos x="114" y="118"/>
                </a:cxn>
                <a:cxn ang="0">
                  <a:pos x="146" y="158"/>
                </a:cxn>
                <a:cxn ang="0">
                  <a:pos x="170" y="191"/>
                </a:cxn>
                <a:cxn ang="0">
                  <a:pos x="186" y="209"/>
                </a:cxn>
                <a:cxn ang="0">
                  <a:pos x="206" y="237"/>
                </a:cxn>
                <a:cxn ang="0">
                  <a:pos x="231" y="271"/>
                </a:cxn>
                <a:cxn ang="0">
                  <a:pos x="257" y="301"/>
                </a:cxn>
                <a:cxn ang="0">
                  <a:pos x="293" y="357"/>
                </a:cxn>
                <a:cxn ang="0">
                  <a:pos x="316" y="388"/>
                </a:cxn>
                <a:cxn ang="0">
                  <a:pos x="331" y="417"/>
                </a:cxn>
                <a:cxn ang="0">
                  <a:pos x="344" y="431"/>
                </a:cxn>
                <a:cxn ang="0">
                  <a:pos x="372" y="460"/>
                </a:cxn>
                <a:cxn ang="0">
                  <a:pos x="390" y="476"/>
                </a:cxn>
                <a:cxn ang="0">
                  <a:pos x="420" y="492"/>
                </a:cxn>
                <a:cxn ang="0">
                  <a:pos x="456" y="497"/>
                </a:cxn>
                <a:cxn ang="0">
                  <a:pos x="487" y="493"/>
                </a:cxn>
                <a:cxn ang="0">
                  <a:pos x="516" y="480"/>
                </a:cxn>
                <a:cxn ang="0">
                  <a:pos x="537" y="467"/>
                </a:cxn>
                <a:cxn ang="0">
                  <a:pos x="565" y="438"/>
                </a:cxn>
                <a:cxn ang="0">
                  <a:pos x="571" y="424"/>
                </a:cxn>
                <a:cxn ang="0">
                  <a:pos x="577" y="396"/>
                </a:cxn>
                <a:cxn ang="0">
                  <a:pos x="581" y="371"/>
                </a:cxn>
                <a:cxn ang="0">
                  <a:pos x="581" y="290"/>
                </a:cxn>
                <a:cxn ang="0">
                  <a:pos x="580" y="250"/>
                </a:cxn>
                <a:cxn ang="0">
                  <a:pos x="584" y="237"/>
                </a:cxn>
                <a:cxn ang="0">
                  <a:pos x="590" y="229"/>
                </a:cxn>
                <a:cxn ang="0">
                  <a:pos x="605" y="225"/>
                </a:cxn>
                <a:cxn ang="0">
                  <a:pos x="614" y="226"/>
                </a:cxn>
                <a:cxn ang="0">
                  <a:pos x="626" y="235"/>
                </a:cxn>
                <a:cxn ang="0">
                  <a:pos x="631" y="250"/>
                </a:cxn>
                <a:cxn ang="0">
                  <a:pos x="631" y="285"/>
                </a:cxn>
                <a:cxn ang="0">
                  <a:pos x="631" y="378"/>
                </a:cxn>
                <a:cxn ang="0">
                  <a:pos x="623" y="424"/>
                </a:cxn>
                <a:cxn ang="0">
                  <a:pos x="607" y="464"/>
                </a:cxn>
                <a:cxn ang="0">
                  <a:pos x="579" y="499"/>
                </a:cxn>
                <a:cxn ang="0">
                  <a:pos x="554" y="518"/>
                </a:cxn>
                <a:cxn ang="0">
                  <a:pos x="514" y="536"/>
                </a:cxn>
                <a:cxn ang="0">
                  <a:pos x="473" y="545"/>
                </a:cxn>
              </a:cxnLst>
              <a:rect l="0" t="0" r="r" b="b"/>
              <a:pathLst>
                <a:path w="632" h="545">
                  <a:moveTo>
                    <a:pt x="459" y="545"/>
                  </a:moveTo>
                  <a:lnTo>
                    <a:pt x="459" y="545"/>
                  </a:lnTo>
                  <a:lnTo>
                    <a:pt x="440" y="545"/>
                  </a:lnTo>
                  <a:lnTo>
                    <a:pt x="420" y="541"/>
                  </a:lnTo>
                  <a:lnTo>
                    <a:pt x="402" y="536"/>
                  </a:lnTo>
                  <a:lnTo>
                    <a:pt x="384" y="528"/>
                  </a:lnTo>
                  <a:lnTo>
                    <a:pt x="365" y="518"/>
                  </a:lnTo>
                  <a:lnTo>
                    <a:pt x="350" y="506"/>
                  </a:lnTo>
                  <a:lnTo>
                    <a:pt x="334" y="492"/>
                  </a:lnTo>
                  <a:lnTo>
                    <a:pt x="318" y="476"/>
                  </a:lnTo>
                  <a:lnTo>
                    <a:pt x="318" y="476"/>
                  </a:lnTo>
                  <a:lnTo>
                    <a:pt x="303" y="456"/>
                  </a:lnTo>
                  <a:lnTo>
                    <a:pt x="288" y="435"/>
                  </a:lnTo>
                  <a:lnTo>
                    <a:pt x="259" y="396"/>
                  </a:lnTo>
                  <a:lnTo>
                    <a:pt x="259" y="396"/>
                  </a:lnTo>
                  <a:lnTo>
                    <a:pt x="234" y="362"/>
                  </a:lnTo>
                  <a:lnTo>
                    <a:pt x="234" y="362"/>
                  </a:lnTo>
                  <a:lnTo>
                    <a:pt x="220" y="341"/>
                  </a:lnTo>
                  <a:lnTo>
                    <a:pt x="220" y="341"/>
                  </a:lnTo>
                  <a:lnTo>
                    <a:pt x="200" y="314"/>
                  </a:lnTo>
                  <a:lnTo>
                    <a:pt x="190" y="301"/>
                  </a:lnTo>
                  <a:lnTo>
                    <a:pt x="180" y="289"/>
                  </a:lnTo>
                  <a:lnTo>
                    <a:pt x="180" y="289"/>
                  </a:lnTo>
                  <a:lnTo>
                    <a:pt x="168" y="277"/>
                  </a:lnTo>
                  <a:lnTo>
                    <a:pt x="160" y="267"/>
                  </a:lnTo>
                  <a:lnTo>
                    <a:pt x="160" y="267"/>
                  </a:lnTo>
                  <a:lnTo>
                    <a:pt x="155" y="259"/>
                  </a:lnTo>
                  <a:lnTo>
                    <a:pt x="149" y="248"/>
                  </a:lnTo>
                  <a:lnTo>
                    <a:pt x="149" y="248"/>
                  </a:lnTo>
                  <a:lnTo>
                    <a:pt x="143" y="237"/>
                  </a:lnTo>
                  <a:lnTo>
                    <a:pt x="143" y="237"/>
                  </a:lnTo>
                  <a:lnTo>
                    <a:pt x="127" y="218"/>
                  </a:lnTo>
                  <a:lnTo>
                    <a:pt x="113" y="197"/>
                  </a:lnTo>
                  <a:lnTo>
                    <a:pt x="113" y="197"/>
                  </a:lnTo>
                  <a:lnTo>
                    <a:pt x="91" y="169"/>
                  </a:lnTo>
                  <a:lnTo>
                    <a:pt x="68" y="141"/>
                  </a:lnTo>
                  <a:lnTo>
                    <a:pt x="63" y="135"/>
                  </a:lnTo>
                  <a:lnTo>
                    <a:pt x="63" y="135"/>
                  </a:lnTo>
                  <a:lnTo>
                    <a:pt x="51" y="122"/>
                  </a:lnTo>
                  <a:lnTo>
                    <a:pt x="50" y="120"/>
                  </a:lnTo>
                  <a:lnTo>
                    <a:pt x="50" y="120"/>
                  </a:lnTo>
                  <a:lnTo>
                    <a:pt x="33" y="99"/>
                  </a:lnTo>
                  <a:lnTo>
                    <a:pt x="25" y="89"/>
                  </a:lnTo>
                  <a:lnTo>
                    <a:pt x="19" y="77"/>
                  </a:lnTo>
                  <a:lnTo>
                    <a:pt x="12" y="65"/>
                  </a:lnTo>
                  <a:lnTo>
                    <a:pt x="7" y="54"/>
                  </a:lnTo>
                  <a:lnTo>
                    <a:pt x="3" y="39"/>
                  </a:lnTo>
                  <a:lnTo>
                    <a:pt x="0" y="25"/>
                  </a:lnTo>
                  <a:lnTo>
                    <a:pt x="0" y="25"/>
                  </a:lnTo>
                  <a:lnTo>
                    <a:pt x="2" y="20"/>
                  </a:lnTo>
                  <a:lnTo>
                    <a:pt x="2" y="14"/>
                  </a:lnTo>
                  <a:lnTo>
                    <a:pt x="4" y="10"/>
                  </a:lnTo>
                  <a:lnTo>
                    <a:pt x="7" y="6"/>
                  </a:lnTo>
                  <a:lnTo>
                    <a:pt x="7" y="6"/>
                  </a:lnTo>
                  <a:lnTo>
                    <a:pt x="11" y="4"/>
                  </a:lnTo>
                  <a:lnTo>
                    <a:pt x="15" y="1"/>
                  </a:lnTo>
                  <a:lnTo>
                    <a:pt x="20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33" y="1"/>
                  </a:lnTo>
                  <a:lnTo>
                    <a:pt x="38" y="3"/>
                  </a:lnTo>
                  <a:lnTo>
                    <a:pt x="42" y="5"/>
                  </a:lnTo>
                  <a:lnTo>
                    <a:pt x="45" y="9"/>
                  </a:lnTo>
                  <a:lnTo>
                    <a:pt x="47" y="13"/>
                  </a:lnTo>
                  <a:lnTo>
                    <a:pt x="50" y="18"/>
                  </a:lnTo>
                  <a:lnTo>
                    <a:pt x="51" y="23"/>
                  </a:lnTo>
                  <a:lnTo>
                    <a:pt x="51" y="23"/>
                  </a:lnTo>
                  <a:lnTo>
                    <a:pt x="53" y="34"/>
                  </a:lnTo>
                  <a:lnTo>
                    <a:pt x="57" y="46"/>
                  </a:lnTo>
                  <a:lnTo>
                    <a:pt x="62" y="56"/>
                  </a:lnTo>
                  <a:lnTo>
                    <a:pt x="68" y="67"/>
                  </a:lnTo>
                  <a:lnTo>
                    <a:pt x="85" y="86"/>
                  </a:lnTo>
                  <a:lnTo>
                    <a:pt x="102" y="105"/>
                  </a:lnTo>
                  <a:lnTo>
                    <a:pt x="102" y="105"/>
                  </a:lnTo>
                  <a:lnTo>
                    <a:pt x="114" y="118"/>
                  </a:lnTo>
                  <a:lnTo>
                    <a:pt x="114" y="118"/>
                  </a:lnTo>
                  <a:lnTo>
                    <a:pt x="131" y="137"/>
                  </a:lnTo>
                  <a:lnTo>
                    <a:pt x="146" y="158"/>
                  </a:lnTo>
                  <a:lnTo>
                    <a:pt x="146" y="158"/>
                  </a:lnTo>
                  <a:lnTo>
                    <a:pt x="161" y="180"/>
                  </a:lnTo>
                  <a:lnTo>
                    <a:pt x="170" y="191"/>
                  </a:lnTo>
                  <a:lnTo>
                    <a:pt x="180" y="201"/>
                  </a:lnTo>
                  <a:lnTo>
                    <a:pt x="180" y="201"/>
                  </a:lnTo>
                  <a:lnTo>
                    <a:pt x="186" y="209"/>
                  </a:lnTo>
                  <a:lnTo>
                    <a:pt x="193" y="218"/>
                  </a:lnTo>
                  <a:lnTo>
                    <a:pt x="206" y="237"/>
                  </a:lnTo>
                  <a:lnTo>
                    <a:pt x="206" y="237"/>
                  </a:lnTo>
                  <a:lnTo>
                    <a:pt x="217" y="254"/>
                  </a:lnTo>
                  <a:lnTo>
                    <a:pt x="224" y="263"/>
                  </a:lnTo>
                  <a:lnTo>
                    <a:pt x="231" y="271"/>
                  </a:lnTo>
                  <a:lnTo>
                    <a:pt x="231" y="271"/>
                  </a:lnTo>
                  <a:lnTo>
                    <a:pt x="245" y="285"/>
                  </a:lnTo>
                  <a:lnTo>
                    <a:pt x="257" y="301"/>
                  </a:lnTo>
                  <a:lnTo>
                    <a:pt x="280" y="335"/>
                  </a:lnTo>
                  <a:lnTo>
                    <a:pt x="280" y="335"/>
                  </a:lnTo>
                  <a:lnTo>
                    <a:pt x="293" y="357"/>
                  </a:lnTo>
                  <a:lnTo>
                    <a:pt x="309" y="378"/>
                  </a:lnTo>
                  <a:lnTo>
                    <a:pt x="309" y="378"/>
                  </a:lnTo>
                  <a:lnTo>
                    <a:pt x="316" y="388"/>
                  </a:lnTo>
                  <a:lnTo>
                    <a:pt x="323" y="401"/>
                  </a:lnTo>
                  <a:lnTo>
                    <a:pt x="323" y="401"/>
                  </a:lnTo>
                  <a:lnTo>
                    <a:pt x="331" y="417"/>
                  </a:lnTo>
                  <a:lnTo>
                    <a:pt x="331" y="417"/>
                  </a:lnTo>
                  <a:lnTo>
                    <a:pt x="338" y="424"/>
                  </a:lnTo>
                  <a:lnTo>
                    <a:pt x="344" y="431"/>
                  </a:lnTo>
                  <a:lnTo>
                    <a:pt x="359" y="446"/>
                  </a:lnTo>
                  <a:lnTo>
                    <a:pt x="359" y="446"/>
                  </a:lnTo>
                  <a:lnTo>
                    <a:pt x="372" y="460"/>
                  </a:lnTo>
                  <a:lnTo>
                    <a:pt x="372" y="460"/>
                  </a:lnTo>
                  <a:lnTo>
                    <a:pt x="381" y="469"/>
                  </a:lnTo>
                  <a:lnTo>
                    <a:pt x="390" y="476"/>
                  </a:lnTo>
                  <a:lnTo>
                    <a:pt x="399" y="482"/>
                  </a:lnTo>
                  <a:lnTo>
                    <a:pt x="410" y="488"/>
                  </a:lnTo>
                  <a:lnTo>
                    <a:pt x="420" y="492"/>
                  </a:lnTo>
                  <a:lnTo>
                    <a:pt x="432" y="494"/>
                  </a:lnTo>
                  <a:lnTo>
                    <a:pt x="444" y="497"/>
                  </a:lnTo>
                  <a:lnTo>
                    <a:pt x="456" y="497"/>
                  </a:lnTo>
                  <a:lnTo>
                    <a:pt x="456" y="497"/>
                  </a:lnTo>
                  <a:lnTo>
                    <a:pt x="471" y="496"/>
                  </a:lnTo>
                  <a:lnTo>
                    <a:pt x="487" y="493"/>
                  </a:lnTo>
                  <a:lnTo>
                    <a:pt x="501" y="486"/>
                  </a:lnTo>
                  <a:lnTo>
                    <a:pt x="516" y="480"/>
                  </a:lnTo>
                  <a:lnTo>
                    <a:pt x="516" y="480"/>
                  </a:lnTo>
                  <a:lnTo>
                    <a:pt x="526" y="473"/>
                  </a:lnTo>
                  <a:lnTo>
                    <a:pt x="526" y="473"/>
                  </a:lnTo>
                  <a:lnTo>
                    <a:pt x="537" y="467"/>
                  </a:lnTo>
                  <a:lnTo>
                    <a:pt x="547" y="459"/>
                  </a:lnTo>
                  <a:lnTo>
                    <a:pt x="556" y="450"/>
                  </a:lnTo>
                  <a:lnTo>
                    <a:pt x="565" y="438"/>
                  </a:lnTo>
                  <a:lnTo>
                    <a:pt x="565" y="438"/>
                  </a:lnTo>
                  <a:lnTo>
                    <a:pt x="568" y="433"/>
                  </a:lnTo>
                  <a:lnTo>
                    <a:pt x="571" y="424"/>
                  </a:lnTo>
                  <a:lnTo>
                    <a:pt x="575" y="407"/>
                  </a:lnTo>
                  <a:lnTo>
                    <a:pt x="575" y="407"/>
                  </a:lnTo>
                  <a:lnTo>
                    <a:pt x="577" y="396"/>
                  </a:lnTo>
                  <a:lnTo>
                    <a:pt x="577" y="396"/>
                  </a:lnTo>
                  <a:lnTo>
                    <a:pt x="580" y="384"/>
                  </a:lnTo>
                  <a:lnTo>
                    <a:pt x="581" y="371"/>
                  </a:lnTo>
                  <a:lnTo>
                    <a:pt x="584" y="344"/>
                  </a:lnTo>
                  <a:lnTo>
                    <a:pt x="582" y="318"/>
                  </a:lnTo>
                  <a:lnTo>
                    <a:pt x="581" y="290"/>
                  </a:lnTo>
                  <a:lnTo>
                    <a:pt x="581" y="290"/>
                  </a:lnTo>
                  <a:lnTo>
                    <a:pt x="580" y="250"/>
                  </a:lnTo>
                  <a:lnTo>
                    <a:pt x="580" y="250"/>
                  </a:lnTo>
                  <a:lnTo>
                    <a:pt x="581" y="244"/>
                  </a:lnTo>
                  <a:lnTo>
                    <a:pt x="582" y="241"/>
                  </a:lnTo>
                  <a:lnTo>
                    <a:pt x="584" y="237"/>
                  </a:lnTo>
                  <a:lnTo>
                    <a:pt x="588" y="233"/>
                  </a:lnTo>
                  <a:lnTo>
                    <a:pt x="588" y="233"/>
                  </a:lnTo>
                  <a:lnTo>
                    <a:pt x="590" y="229"/>
                  </a:lnTo>
                  <a:lnTo>
                    <a:pt x="596" y="227"/>
                  </a:lnTo>
                  <a:lnTo>
                    <a:pt x="601" y="226"/>
                  </a:lnTo>
                  <a:lnTo>
                    <a:pt x="605" y="225"/>
                  </a:lnTo>
                  <a:lnTo>
                    <a:pt x="605" y="225"/>
                  </a:lnTo>
                  <a:lnTo>
                    <a:pt x="610" y="225"/>
                  </a:lnTo>
                  <a:lnTo>
                    <a:pt x="614" y="226"/>
                  </a:lnTo>
                  <a:lnTo>
                    <a:pt x="619" y="229"/>
                  </a:lnTo>
                  <a:lnTo>
                    <a:pt x="623" y="231"/>
                  </a:lnTo>
                  <a:lnTo>
                    <a:pt x="626" y="235"/>
                  </a:lnTo>
                  <a:lnTo>
                    <a:pt x="628" y="239"/>
                  </a:lnTo>
                  <a:lnTo>
                    <a:pt x="630" y="244"/>
                  </a:lnTo>
                  <a:lnTo>
                    <a:pt x="631" y="250"/>
                  </a:lnTo>
                  <a:lnTo>
                    <a:pt x="631" y="250"/>
                  </a:lnTo>
                  <a:lnTo>
                    <a:pt x="631" y="285"/>
                  </a:lnTo>
                  <a:lnTo>
                    <a:pt x="631" y="285"/>
                  </a:lnTo>
                  <a:lnTo>
                    <a:pt x="632" y="315"/>
                  </a:lnTo>
                  <a:lnTo>
                    <a:pt x="632" y="346"/>
                  </a:lnTo>
                  <a:lnTo>
                    <a:pt x="631" y="378"/>
                  </a:lnTo>
                  <a:lnTo>
                    <a:pt x="628" y="392"/>
                  </a:lnTo>
                  <a:lnTo>
                    <a:pt x="626" y="408"/>
                  </a:lnTo>
                  <a:lnTo>
                    <a:pt x="623" y="424"/>
                  </a:lnTo>
                  <a:lnTo>
                    <a:pt x="619" y="438"/>
                  </a:lnTo>
                  <a:lnTo>
                    <a:pt x="614" y="451"/>
                  </a:lnTo>
                  <a:lnTo>
                    <a:pt x="607" y="464"/>
                  </a:lnTo>
                  <a:lnTo>
                    <a:pt x="599" y="477"/>
                  </a:lnTo>
                  <a:lnTo>
                    <a:pt x="590" y="489"/>
                  </a:lnTo>
                  <a:lnTo>
                    <a:pt x="579" y="499"/>
                  </a:lnTo>
                  <a:lnTo>
                    <a:pt x="567" y="510"/>
                  </a:lnTo>
                  <a:lnTo>
                    <a:pt x="567" y="510"/>
                  </a:lnTo>
                  <a:lnTo>
                    <a:pt x="554" y="518"/>
                  </a:lnTo>
                  <a:lnTo>
                    <a:pt x="541" y="526"/>
                  </a:lnTo>
                  <a:lnTo>
                    <a:pt x="527" y="532"/>
                  </a:lnTo>
                  <a:lnTo>
                    <a:pt x="514" y="536"/>
                  </a:lnTo>
                  <a:lnTo>
                    <a:pt x="500" y="540"/>
                  </a:lnTo>
                  <a:lnTo>
                    <a:pt x="487" y="544"/>
                  </a:lnTo>
                  <a:lnTo>
                    <a:pt x="473" y="545"/>
                  </a:lnTo>
                  <a:lnTo>
                    <a:pt x="459" y="545"/>
                  </a:lnTo>
                  <a:lnTo>
                    <a:pt x="459" y="545"/>
                  </a:lnTo>
                  <a:close/>
                </a:path>
              </a:pathLst>
            </a:custGeom>
            <a:ln>
              <a:solidFill>
                <a:schemeClr val="accent1">
                  <a:alpha val="35000"/>
                </a:schemeClr>
              </a:solidFill>
            </a:ln>
          </p:spPr>
          <p:style>
            <a:lnRef idx="0">
              <a:srgbClr val="FFFFFF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45" name="Freeform 557"/>
            <p:cNvSpPr/>
            <p:nvPr>
              <p:custDataLst>
                <p:tags r:id="rId39"/>
              </p:custDataLst>
            </p:nvPr>
          </p:nvSpPr>
          <p:spPr bwMode="auto">
            <a:xfrm>
              <a:off x="2146301" y="2049463"/>
              <a:ext cx="377825" cy="212725"/>
            </a:xfrm>
            <a:custGeom>
              <a:avLst/>
              <a:gdLst/>
              <a:ahLst/>
              <a:cxnLst>
                <a:cxn ang="0">
                  <a:pos x="240" y="532"/>
                </a:cxn>
                <a:cxn ang="0">
                  <a:pos x="311" y="529"/>
                </a:cxn>
                <a:cxn ang="0">
                  <a:pos x="854" y="529"/>
                </a:cxn>
                <a:cxn ang="0">
                  <a:pos x="928" y="529"/>
                </a:cxn>
                <a:cxn ang="0">
                  <a:pos x="943" y="525"/>
                </a:cxn>
                <a:cxn ang="0">
                  <a:pos x="951" y="514"/>
                </a:cxn>
                <a:cxn ang="0">
                  <a:pos x="952" y="504"/>
                </a:cxn>
                <a:cxn ang="0">
                  <a:pos x="949" y="491"/>
                </a:cxn>
                <a:cxn ang="0">
                  <a:pos x="939" y="482"/>
                </a:cxn>
                <a:cxn ang="0">
                  <a:pos x="285" y="480"/>
                </a:cxn>
                <a:cxn ang="0">
                  <a:pos x="242" y="481"/>
                </a:cxn>
                <a:cxn ang="0">
                  <a:pos x="183" y="482"/>
                </a:cxn>
                <a:cxn ang="0">
                  <a:pos x="140" y="477"/>
                </a:cxn>
                <a:cxn ang="0">
                  <a:pos x="120" y="473"/>
                </a:cxn>
                <a:cxn ang="0">
                  <a:pos x="82" y="463"/>
                </a:cxn>
                <a:cxn ang="0">
                  <a:pos x="65" y="443"/>
                </a:cxn>
                <a:cxn ang="0">
                  <a:pos x="58" y="388"/>
                </a:cxn>
                <a:cxn ang="0">
                  <a:pos x="51" y="320"/>
                </a:cxn>
                <a:cxn ang="0">
                  <a:pos x="51" y="289"/>
                </a:cxn>
                <a:cxn ang="0">
                  <a:pos x="56" y="259"/>
                </a:cxn>
                <a:cxn ang="0">
                  <a:pos x="61" y="231"/>
                </a:cxn>
                <a:cxn ang="0">
                  <a:pos x="64" y="164"/>
                </a:cxn>
                <a:cxn ang="0">
                  <a:pos x="72" y="100"/>
                </a:cxn>
                <a:cxn ang="0">
                  <a:pos x="78" y="79"/>
                </a:cxn>
                <a:cxn ang="0">
                  <a:pos x="92" y="61"/>
                </a:cxn>
                <a:cxn ang="0">
                  <a:pos x="120" y="53"/>
                </a:cxn>
                <a:cxn ang="0">
                  <a:pos x="192" y="51"/>
                </a:cxn>
                <a:cxn ang="0">
                  <a:pos x="552" y="51"/>
                </a:cxn>
                <a:cxn ang="0">
                  <a:pos x="792" y="52"/>
                </a:cxn>
                <a:cxn ang="0">
                  <a:pos x="921" y="52"/>
                </a:cxn>
                <a:cxn ang="0">
                  <a:pos x="934" y="45"/>
                </a:cxn>
                <a:cxn ang="0">
                  <a:pos x="939" y="32"/>
                </a:cxn>
                <a:cxn ang="0">
                  <a:pos x="939" y="23"/>
                </a:cxn>
                <a:cxn ang="0">
                  <a:pos x="934" y="10"/>
                </a:cxn>
                <a:cxn ang="0">
                  <a:pos x="921" y="4"/>
                </a:cxn>
                <a:cxn ang="0">
                  <a:pos x="231" y="2"/>
                </a:cxn>
                <a:cxn ang="0">
                  <a:pos x="170" y="0"/>
                </a:cxn>
                <a:cxn ang="0">
                  <a:pos x="125" y="0"/>
                </a:cxn>
                <a:cxn ang="0">
                  <a:pos x="74" y="13"/>
                </a:cxn>
                <a:cxn ang="0">
                  <a:pos x="60" y="21"/>
                </a:cxn>
                <a:cxn ang="0">
                  <a:pos x="34" y="56"/>
                </a:cxn>
                <a:cxn ang="0">
                  <a:pos x="19" y="111"/>
                </a:cxn>
                <a:cxn ang="0">
                  <a:pos x="14" y="178"/>
                </a:cxn>
                <a:cxn ang="0">
                  <a:pos x="13" y="208"/>
                </a:cxn>
                <a:cxn ang="0">
                  <a:pos x="2" y="270"/>
                </a:cxn>
                <a:cxn ang="0">
                  <a:pos x="0" y="306"/>
                </a:cxn>
                <a:cxn ang="0">
                  <a:pos x="5" y="384"/>
                </a:cxn>
                <a:cxn ang="0">
                  <a:pos x="15" y="446"/>
                </a:cxn>
                <a:cxn ang="0">
                  <a:pos x="35" y="485"/>
                </a:cxn>
                <a:cxn ang="0">
                  <a:pos x="68" y="511"/>
                </a:cxn>
                <a:cxn ang="0">
                  <a:pos x="95" y="523"/>
                </a:cxn>
                <a:cxn ang="0">
                  <a:pos x="158" y="529"/>
                </a:cxn>
                <a:cxn ang="0">
                  <a:pos x="214" y="533"/>
                </a:cxn>
              </a:cxnLst>
              <a:rect l="0" t="0" r="r" b="b"/>
              <a:pathLst>
                <a:path w="952" h="533">
                  <a:moveTo>
                    <a:pt x="214" y="533"/>
                  </a:moveTo>
                  <a:lnTo>
                    <a:pt x="214" y="533"/>
                  </a:lnTo>
                  <a:lnTo>
                    <a:pt x="240" y="532"/>
                  </a:lnTo>
                  <a:lnTo>
                    <a:pt x="240" y="532"/>
                  </a:lnTo>
                  <a:lnTo>
                    <a:pt x="266" y="531"/>
                  </a:lnTo>
                  <a:lnTo>
                    <a:pt x="311" y="529"/>
                  </a:lnTo>
                  <a:lnTo>
                    <a:pt x="455" y="528"/>
                  </a:lnTo>
                  <a:lnTo>
                    <a:pt x="455" y="528"/>
                  </a:lnTo>
                  <a:lnTo>
                    <a:pt x="854" y="529"/>
                  </a:lnTo>
                  <a:lnTo>
                    <a:pt x="854" y="529"/>
                  </a:lnTo>
                  <a:lnTo>
                    <a:pt x="928" y="529"/>
                  </a:lnTo>
                  <a:lnTo>
                    <a:pt x="928" y="529"/>
                  </a:lnTo>
                  <a:lnTo>
                    <a:pt x="934" y="529"/>
                  </a:lnTo>
                  <a:lnTo>
                    <a:pt x="939" y="528"/>
                  </a:lnTo>
                  <a:lnTo>
                    <a:pt x="943" y="525"/>
                  </a:lnTo>
                  <a:lnTo>
                    <a:pt x="947" y="521"/>
                  </a:lnTo>
                  <a:lnTo>
                    <a:pt x="949" y="519"/>
                  </a:lnTo>
                  <a:lnTo>
                    <a:pt x="951" y="514"/>
                  </a:lnTo>
                  <a:lnTo>
                    <a:pt x="952" y="510"/>
                  </a:lnTo>
                  <a:lnTo>
                    <a:pt x="952" y="504"/>
                  </a:lnTo>
                  <a:lnTo>
                    <a:pt x="952" y="504"/>
                  </a:lnTo>
                  <a:lnTo>
                    <a:pt x="952" y="501"/>
                  </a:lnTo>
                  <a:lnTo>
                    <a:pt x="951" y="495"/>
                  </a:lnTo>
                  <a:lnTo>
                    <a:pt x="949" y="491"/>
                  </a:lnTo>
                  <a:lnTo>
                    <a:pt x="947" y="487"/>
                  </a:lnTo>
                  <a:lnTo>
                    <a:pt x="943" y="485"/>
                  </a:lnTo>
                  <a:lnTo>
                    <a:pt x="939" y="482"/>
                  </a:lnTo>
                  <a:lnTo>
                    <a:pt x="934" y="481"/>
                  </a:lnTo>
                  <a:lnTo>
                    <a:pt x="928" y="480"/>
                  </a:lnTo>
                  <a:lnTo>
                    <a:pt x="285" y="480"/>
                  </a:lnTo>
                  <a:lnTo>
                    <a:pt x="285" y="480"/>
                  </a:lnTo>
                  <a:lnTo>
                    <a:pt x="242" y="481"/>
                  </a:lnTo>
                  <a:lnTo>
                    <a:pt x="242" y="481"/>
                  </a:lnTo>
                  <a:lnTo>
                    <a:pt x="200" y="482"/>
                  </a:lnTo>
                  <a:lnTo>
                    <a:pt x="200" y="482"/>
                  </a:lnTo>
                  <a:lnTo>
                    <a:pt x="183" y="482"/>
                  </a:lnTo>
                  <a:lnTo>
                    <a:pt x="167" y="481"/>
                  </a:lnTo>
                  <a:lnTo>
                    <a:pt x="153" y="480"/>
                  </a:lnTo>
                  <a:lnTo>
                    <a:pt x="140" y="477"/>
                  </a:lnTo>
                  <a:lnTo>
                    <a:pt x="140" y="477"/>
                  </a:lnTo>
                  <a:lnTo>
                    <a:pt x="120" y="473"/>
                  </a:lnTo>
                  <a:lnTo>
                    <a:pt x="120" y="473"/>
                  </a:lnTo>
                  <a:lnTo>
                    <a:pt x="99" y="469"/>
                  </a:lnTo>
                  <a:lnTo>
                    <a:pt x="90" y="467"/>
                  </a:lnTo>
                  <a:lnTo>
                    <a:pt x="82" y="463"/>
                  </a:lnTo>
                  <a:lnTo>
                    <a:pt x="74" y="457"/>
                  </a:lnTo>
                  <a:lnTo>
                    <a:pt x="69" y="451"/>
                  </a:lnTo>
                  <a:lnTo>
                    <a:pt x="65" y="443"/>
                  </a:lnTo>
                  <a:lnTo>
                    <a:pt x="64" y="433"/>
                  </a:lnTo>
                  <a:lnTo>
                    <a:pt x="64" y="433"/>
                  </a:lnTo>
                  <a:lnTo>
                    <a:pt x="58" y="388"/>
                  </a:lnTo>
                  <a:lnTo>
                    <a:pt x="58" y="388"/>
                  </a:lnTo>
                  <a:lnTo>
                    <a:pt x="53" y="342"/>
                  </a:lnTo>
                  <a:lnTo>
                    <a:pt x="51" y="320"/>
                  </a:lnTo>
                  <a:lnTo>
                    <a:pt x="51" y="298"/>
                  </a:lnTo>
                  <a:lnTo>
                    <a:pt x="51" y="298"/>
                  </a:lnTo>
                  <a:lnTo>
                    <a:pt x="51" y="289"/>
                  </a:lnTo>
                  <a:lnTo>
                    <a:pt x="52" y="278"/>
                  </a:lnTo>
                  <a:lnTo>
                    <a:pt x="56" y="259"/>
                  </a:lnTo>
                  <a:lnTo>
                    <a:pt x="56" y="259"/>
                  </a:lnTo>
                  <a:lnTo>
                    <a:pt x="58" y="246"/>
                  </a:lnTo>
                  <a:lnTo>
                    <a:pt x="61" y="231"/>
                  </a:lnTo>
                  <a:lnTo>
                    <a:pt x="61" y="231"/>
                  </a:lnTo>
                  <a:lnTo>
                    <a:pt x="64" y="198"/>
                  </a:lnTo>
                  <a:lnTo>
                    <a:pt x="64" y="164"/>
                  </a:lnTo>
                  <a:lnTo>
                    <a:pt x="64" y="164"/>
                  </a:lnTo>
                  <a:lnTo>
                    <a:pt x="65" y="149"/>
                  </a:lnTo>
                  <a:lnTo>
                    <a:pt x="66" y="132"/>
                  </a:lnTo>
                  <a:lnTo>
                    <a:pt x="72" y="100"/>
                  </a:lnTo>
                  <a:lnTo>
                    <a:pt x="72" y="100"/>
                  </a:lnTo>
                  <a:lnTo>
                    <a:pt x="74" y="90"/>
                  </a:lnTo>
                  <a:lnTo>
                    <a:pt x="78" y="79"/>
                  </a:lnTo>
                  <a:lnTo>
                    <a:pt x="82" y="72"/>
                  </a:lnTo>
                  <a:lnTo>
                    <a:pt x="87" y="65"/>
                  </a:lnTo>
                  <a:lnTo>
                    <a:pt x="92" y="61"/>
                  </a:lnTo>
                  <a:lnTo>
                    <a:pt x="100" y="57"/>
                  </a:lnTo>
                  <a:lnTo>
                    <a:pt x="109" y="55"/>
                  </a:lnTo>
                  <a:lnTo>
                    <a:pt x="120" y="53"/>
                  </a:lnTo>
                  <a:lnTo>
                    <a:pt x="120" y="53"/>
                  </a:lnTo>
                  <a:lnTo>
                    <a:pt x="149" y="52"/>
                  </a:lnTo>
                  <a:lnTo>
                    <a:pt x="192" y="51"/>
                  </a:lnTo>
                  <a:lnTo>
                    <a:pt x="315" y="49"/>
                  </a:lnTo>
                  <a:lnTo>
                    <a:pt x="315" y="49"/>
                  </a:lnTo>
                  <a:lnTo>
                    <a:pt x="552" y="51"/>
                  </a:lnTo>
                  <a:lnTo>
                    <a:pt x="783" y="52"/>
                  </a:lnTo>
                  <a:lnTo>
                    <a:pt x="792" y="52"/>
                  </a:lnTo>
                  <a:lnTo>
                    <a:pt x="792" y="52"/>
                  </a:lnTo>
                  <a:lnTo>
                    <a:pt x="915" y="53"/>
                  </a:lnTo>
                  <a:lnTo>
                    <a:pt x="915" y="53"/>
                  </a:lnTo>
                  <a:lnTo>
                    <a:pt x="921" y="52"/>
                  </a:lnTo>
                  <a:lnTo>
                    <a:pt x="926" y="51"/>
                  </a:lnTo>
                  <a:lnTo>
                    <a:pt x="930" y="48"/>
                  </a:lnTo>
                  <a:lnTo>
                    <a:pt x="934" y="45"/>
                  </a:lnTo>
                  <a:lnTo>
                    <a:pt x="936" y="42"/>
                  </a:lnTo>
                  <a:lnTo>
                    <a:pt x="939" y="38"/>
                  </a:lnTo>
                  <a:lnTo>
                    <a:pt x="939" y="32"/>
                  </a:lnTo>
                  <a:lnTo>
                    <a:pt x="940" y="28"/>
                  </a:lnTo>
                  <a:lnTo>
                    <a:pt x="940" y="28"/>
                  </a:lnTo>
                  <a:lnTo>
                    <a:pt x="939" y="23"/>
                  </a:lnTo>
                  <a:lnTo>
                    <a:pt x="939" y="19"/>
                  </a:lnTo>
                  <a:lnTo>
                    <a:pt x="936" y="14"/>
                  </a:lnTo>
                  <a:lnTo>
                    <a:pt x="934" y="10"/>
                  </a:lnTo>
                  <a:lnTo>
                    <a:pt x="930" y="8"/>
                  </a:lnTo>
                  <a:lnTo>
                    <a:pt x="926" y="5"/>
                  </a:lnTo>
                  <a:lnTo>
                    <a:pt x="921" y="4"/>
                  </a:lnTo>
                  <a:lnTo>
                    <a:pt x="915" y="2"/>
                  </a:lnTo>
                  <a:lnTo>
                    <a:pt x="231" y="2"/>
                  </a:lnTo>
                  <a:lnTo>
                    <a:pt x="231" y="2"/>
                  </a:lnTo>
                  <a:lnTo>
                    <a:pt x="193" y="1"/>
                  </a:lnTo>
                  <a:lnTo>
                    <a:pt x="193" y="1"/>
                  </a:lnTo>
                  <a:lnTo>
                    <a:pt x="170" y="0"/>
                  </a:lnTo>
                  <a:lnTo>
                    <a:pt x="146" y="0"/>
                  </a:lnTo>
                  <a:lnTo>
                    <a:pt x="146" y="0"/>
                  </a:lnTo>
                  <a:lnTo>
                    <a:pt x="125" y="0"/>
                  </a:lnTo>
                  <a:lnTo>
                    <a:pt x="106" y="2"/>
                  </a:lnTo>
                  <a:lnTo>
                    <a:pt x="89" y="6"/>
                  </a:lnTo>
                  <a:lnTo>
                    <a:pt x="74" y="13"/>
                  </a:lnTo>
                  <a:lnTo>
                    <a:pt x="74" y="13"/>
                  </a:lnTo>
                  <a:lnTo>
                    <a:pt x="66" y="17"/>
                  </a:lnTo>
                  <a:lnTo>
                    <a:pt x="60" y="21"/>
                  </a:lnTo>
                  <a:lnTo>
                    <a:pt x="49" y="31"/>
                  </a:lnTo>
                  <a:lnTo>
                    <a:pt x="40" y="43"/>
                  </a:lnTo>
                  <a:lnTo>
                    <a:pt x="34" y="56"/>
                  </a:lnTo>
                  <a:lnTo>
                    <a:pt x="28" y="70"/>
                  </a:lnTo>
                  <a:lnTo>
                    <a:pt x="24" y="83"/>
                  </a:lnTo>
                  <a:lnTo>
                    <a:pt x="19" y="111"/>
                  </a:lnTo>
                  <a:lnTo>
                    <a:pt x="19" y="111"/>
                  </a:lnTo>
                  <a:lnTo>
                    <a:pt x="15" y="142"/>
                  </a:lnTo>
                  <a:lnTo>
                    <a:pt x="14" y="178"/>
                  </a:lnTo>
                  <a:lnTo>
                    <a:pt x="14" y="178"/>
                  </a:lnTo>
                  <a:lnTo>
                    <a:pt x="14" y="192"/>
                  </a:lnTo>
                  <a:lnTo>
                    <a:pt x="13" y="208"/>
                  </a:lnTo>
                  <a:lnTo>
                    <a:pt x="7" y="239"/>
                  </a:lnTo>
                  <a:lnTo>
                    <a:pt x="7" y="239"/>
                  </a:lnTo>
                  <a:lnTo>
                    <a:pt x="2" y="270"/>
                  </a:lnTo>
                  <a:lnTo>
                    <a:pt x="2" y="270"/>
                  </a:lnTo>
                  <a:lnTo>
                    <a:pt x="1" y="287"/>
                  </a:lnTo>
                  <a:lnTo>
                    <a:pt x="0" y="306"/>
                  </a:lnTo>
                  <a:lnTo>
                    <a:pt x="0" y="324"/>
                  </a:lnTo>
                  <a:lnTo>
                    <a:pt x="1" y="344"/>
                  </a:lnTo>
                  <a:lnTo>
                    <a:pt x="5" y="384"/>
                  </a:lnTo>
                  <a:lnTo>
                    <a:pt x="11" y="429"/>
                  </a:lnTo>
                  <a:lnTo>
                    <a:pt x="11" y="429"/>
                  </a:lnTo>
                  <a:lnTo>
                    <a:pt x="15" y="446"/>
                  </a:lnTo>
                  <a:lnTo>
                    <a:pt x="21" y="460"/>
                  </a:lnTo>
                  <a:lnTo>
                    <a:pt x="27" y="473"/>
                  </a:lnTo>
                  <a:lnTo>
                    <a:pt x="35" y="485"/>
                  </a:lnTo>
                  <a:lnTo>
                    <a:pt x="44" y="494"/>
                  </a:lnTo>
                  <a:lnTo>
                    <a:pt x="55" y="503"/>
                  </a:lnTo>
                  <a:lnTo>
                    <a:pt x="68" y="511"/>
                  </a:lnTo>
                  <a:lnTo>
                    <a:pt x="83" y="519"/>
                  </a:lnTo>
                  <a:lnTo>
                    <a:pt x="83" y="519"/>
                  </a:lnTo>
                  <a:lnTo>
                    <a:pt x="95" y="523"/>
                  </a:lnTo>
                  <a:lnTo>
                    <a:pt x="109" y="525"/>
                  </a:lnTo>
                  <a:lnTo>
                    <a:pt x="138" y="528"/>
                  </a:lnTo>
                  <a:lnTo>
                    <a:pt x="158" y="529"/>
                  </a:lnTo>
                  <a:lnTo>
                    <a:pt x="158" y="529"/>
                  </a:lnTo>
                  <a:lnTo>
                    <a:pt x="187" y="532"/>
                  </a:lnTo>
                  <a:lnTo>
                    <a:pt x="214" y="533"/>
                  </a:lnTo>
                  <a:lnTo>
                    <a:pt x="214" y="533"/>
                  </a:lnTo>
                  <a:close/>
                </a:path>
              </a:pathLst>
            </a:custGeom>
            <a:ln>
              <a:solidFill>
                <a:schemeClr val="accent1">
                  <a:alpha val="35000"/>
                </a:schemeClr>
              </a:solidFill>
            </a:ln>
          </p:spPr>
          <p:style>
            <a:lnRef idx="0">
              <a:srgbClr val="FFFFFF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46" name="Freeform 558"/>
            <p:cNvSpPr/>
            <p:nvPr>
              <p:custDataLst>
                <p:tags r:id="rId40"/>
              </p:custDataLst>
            </p:nvPr>
          </p:nvSpPr>
          <p:spPr bwMode="auto">
            <a:xfrm>
              <a:off x="2501901" y="1965325"/>
              <a:ext cx="250825" cy="203200"/>
            </a:xfrm>
            <a:custGeom>
              <a:avLst/>
              <a:gdLst/>
              <a:ahLst/>
              <a:cxnLst>
                <a:cxn ang="0">
                  <a:pos x="617" y="510"/>
                </a:cxn>
                <a:cxn ang="0">
                  <a:pos x="633" y="497"/>
                </a:cxn>
                <a:cxn ang="0">
                  <a:pos x="636" y="485"/>
                </a:cxn>
                <a:cxn ang="0">
                  <a:pos x="632" y="473"/>
                </a:cxn>
                <a:cxn ang="0">
                  <a:pos x="586" y="407"/>
                </a:cxn>
                <a:cxn ang="0">
                  <a:pos x="513" y="303"/>
                </a:cxn>
                <a:cxn ang="0">
                  <a:pos x="480" y="267"/>
                </a:cxn>
                <a:cxn ang="0">
                  <a:pos x="412" y="191"/>
                </a:cxn>
                <a:cxn ang="0">
                  <a:pos x="365" y="133"/>
                </a:cxn>
                <a:cxn ang="0">
                  <a:pos x="330" y="90"/>
                </a:cxn>
                <a:cxn ang="0">
                  <a:pos x="292" y="52"/>
                </a:cxn>
                <a:cxn ang="0">
                  <a:pos x="255" y="30"/>
                </a:cxn>
                <a:cxn ang="0">
                  <a:pos x="195" y="8"/>
                </a:cxn>
                <a:cxn ang="0">
                  <a:pos x="132" y="0"/>
                </a:cxn>
                <a:cxn ang="0">
                  <a:pos x="92" y="4"/>
                </a:cxn>
                <a:cxn ang="0">
                  <a:pos x="55" y="14"/>
                </a:cxn>
                <a:cxn ang="0">
                  <a:pos x="26" y="36"/>
                </a:cxn>
                <a:cxn ang="0">
                  <a:pos x="9" y="68"/>
                </a:cxn>
                <a:cxn ang="0">
                  <a:pos x="0" y="118"/>
                </a:cxn>
                <a:cxn ang="0">
                  <a:pos x="3" y="195"/>
                </a:cxn>
                <a:cxn ang="0">
                  <a:pos x="5" y="240"/>
                </a:cxn>
                <a:cxn ang="0">
                  <a:pos x="8" y="251"/>
                </a:cxn>
                <a:cxn ang="0">
                  <a:pos x="17" y="261"/>
                </a:cxn>
                <a:cxn ang="0">
                  <a:pos x="31" y="264"/>
                </a:cxn>
                <a:cxn ang="0">
                  <a:pos x="41" y="263"/>
                </a:cxn>
                <a:cxn ang="0">
                  <a:pos x="51" y="255"/>
                </a:cxn>
                <a:cxn ang="0">
                  <a:pos x="56" y="240"/>
                </a:cxn>
                <a:cxn ang="0">
                  <a:pos x="54" y="196"/>
                </a:cxn>
                <a:cxn ang="0">
                  <a:pos x="50" y="148"/>
                </a:cxn>
                <a:cxn ang="0">
                  <a:pos x="55" y="102"/>
                </a:cxn>
                <a:cxn ang="0">
                  <a:pos x="67" y="76"/>
                </a:cxn>
                <a:cxn ang="0">
                  <a:pos x="89" y="57"/>
                </a:cxn>
                <a:cxn ang="0">
                  <a:pos x="113" y="52"/>
                </a:cxn>
                <a:cxn ang="0">
                  <a:pos x="145" y="52"/>
                </a:cxn>
                <a:cxn ang="0">
                  <a:pos x="186" y="57"/>
                </a:cxn>
                <a:cxn ang="0">
                  <a:pos x="235" y="76"/>
                </a:cxn>
                <a:cxn ang="0">
                  <a:pos x="263" y="95"/>
                </a:cxn>
                <a:cxn ang="0">
                  <a:pos x="300" y="137"/>
                </a:cxn>
                <a:cxn ang="0">
                  <a:pos x="315" y="157"/>
                </a:cxn>
                <a:cxn ang="0">
                  <a:pos x="411" y="264"/>
                </a:cxn>
                <a:cxn ang="0">
                  <a:pos x="489" y="353"/>
                </a:cxn>
                <a:cxn ang="0">
                  <a:pos x="546" y="435"/>
                </a:cxn>
                <a:cxn ang="0">
                  <a:pos x="589" y="501"/>
                </a:cxn>
                <a:cxn ang="0">
                  <a:pos x="598" y="509"/>
                </a:cxn>
                <a:cxn ang="0">
                  <a:pos x="610" y="511"/>
                </a:cxn>
              </a:cxnLst>
              <a:rect l="0" t="0" r="r" b="b"/>
              <a:pathLst>
                <a:path w="636" h="511">
                  <a:moveTo>
                    <a:pt x="610" y="511"/>
                  </a:moveTo>
                  <a:lnTo>
                    <a:pt x="610" y="511"/>
                  </a:lnTo>
                  <a:lnTo>
                    <a:pt x="617" y="510"/>
                  </a:lnTo>
                  <a:lnTo>
                    <a:pt x="624" y="507"/>
                  </a:lnTo>
                  <a:lnTo>
                    <a:pt x="629" y="503"/>
                  </a:lnTo>
                  <a:lnTo>
                    <a:pt x="633" y="497"/>
                  </a:lnTo>
                  <a:lnTo>
                    <a:pt x="633" y="497"/>
                  </a:lnTo>
                  <a:lnTo>
                    <a:pt x="636" y="492"/>
                  </a:lnTo>
                  <a:lnTo>
                    <a:pt x="636" y="485"/>
                  </a:lnTo>
                  <a:lnTo>
                    <a:pt x="634" y="480"/>
                  </a:lnTo>
                  <a:lnTo>
                    <a:pt x="632" y="473"/>
                  </a:lnTo>
                  <a:lnTo>
                    <a:pt x="632" y="473"/>
                  </a:lnTo>
                  <a:lnTo>
                    <a:pt x="608" y="439"/>
                  </a:lnTo>
                  <a:lnTo>
                    <a:pt x="586" y="407"/>
                  </a:lnTo>
                  <a:lnTo>
                    <a:pt x="586" y="407"/>
                  </a:lnTo>
                  <a:lnTo>
                    <a:pt x="563" y="373"/>
                  </a:lnTo>
                  <a:lnTo>
                    <a:pt x="539" y="337"/>
                  </a:lnTo>
                  <a:lnTo>
                    <a:pt x="513" y="303"/>
                  </a:lnTo>
                  <a:lnTo>
                    <a:pt x="500" y="288"/>
                  </a:lnTo>
                  <a:lnTo>
                    <a:pt x="485" y="272"/>
                  </a:lnTo>
                  <a:lnTo>
                    <a:pt x="480" y="267"/>
                  </a:lnTo>
                  <a:lnTo>
                    <a:pt x="480" y="267"/>
                  </a:lnTo>
                  <a:lnTo>
                    <a:pt x="434" y="217"/>
                  </a:lnTo>
                  <a:lnTo>
                    <a:pt x="412" y="191"/>
                  </a:lnTo>
                  <a:lnTo>
                    <a:pt x="390" y="165"/>
                  </a:lnTo>
                  <a:lnTo>
                    <a:pt x="390" y="165"/>
                  </a:lnTo>
                  <a:lnTo>
                    <a:pt x="365" y="133"/>
                  </a:lnTo>
                  <a:lnTo>
                    <a:pt x="365" y="133"/>
                  </a:lnTo>
                  <a:lnTo>
                    <a:pt x="348" y="111"/>
                  </a:lnTo>
                  <a:lnTo>
                    <a:pt x="330" y="90"/>
                  </a:lnTo>
                  <a:lnTo>
                    <a:pt x="311" y="69"/>
                  </a:lnTo>
                  <a:lnTo>
                    <a:pt x="301" y="61"/>
                  </a:lnTo>
                  <a:lnTo>
                    <a:pt x="292" y="52"/>
                  </a:lnTo>
                  <a:lnTo>
                    <a:pt x="292" y="52"/>
                  </a:lnTo>
                  <a:lnTo>
                    <a:pt x="273" y="40"/>
                  </a:lnTo>
                  <a:lnTo>
                    <a:pt x="255" y="30"/>
                  </a:lnTo>
                  <a:lnTo>
                    <a:pt x="235" y="21"/>
                  </a:lnTo>
                  <a:lnTo>
                    <a:pt x="216" y="13"/>
                  </a:lnTo>
                  <a:lnTo>
                    <a:pt x="195" y="8"/>
                  </a:lnTo>
                  <a:lnTo>
                    <a:pt x="174" y="2"/>
                  </a:lnTo>
                  <a:lnTo>
                    <a:pt x="153" y="0"/>
                  </a:lnTo>
                  <a:lnTo>
                    <a:pt x="132" y="0"/>
                  </a:lnTo>
                  <a:lnTo>
                    <a:pt x="132" y="0"/>
                  </a:lnTo>
                  <a:lnTo>
                    <a:pt x="111" y="0"/>
                  </a:lnTo>
                  <a:lnTo>
                    <a:pt x="92" y="4"/>
                  </a:lnTo>
                  <a:lnTo>
                    <a:pt x="73" y="8"/>
                  </a:lnTo>
                  <a:lnTo>
                    <a:pt x="55" y="14"/>
                  </a:lnTo>
                  <a:lnTo>
                    <a:pt x="55" y="14"/>
                  </a:lnTo>
                  <a:lnTo>
                    <a:pt x="43" y="21"/>
                  </a:lnTo>
                  <a:lnTo>
                    <a:pt x="34" y="29"/>
                  </a:lnTo>
                  <a:lnTo>
                    <a:pt x="26" y="36"/>
                  </a:lnTo>
                  <a:lnTo>
                    <a:pt x="18" y="46"/>
                  </a:lnTo>
                  <a:lnTo>
                    <a:pt x="13" y="56"/>
                  </a:lnTo>
                  <a:lnTo>
                    <a:pt x="9" y="68"/>
                  </a:lnTo>
                  <a:lnTo>
                    <a:pt x="5" y="80"/>
                  </a:lnTo>
                  <a:lnTo>
                    <a:pt x="3" y="91"/>
                  </a:lnTo>
                  <a:lnTo>
                    <a:pt x="0" y="118"/>
                  </a:lnTo>
                  <a:lnTo>
                    <a:pt x="0" y="144"/>
                  </a:lnTo>
                  <a:lnTo>
                    <a:pt x="1" y="170"/>
                  </a:lnTo>
                  <a:lnTo>
                    <a:pt x="3" y="195"/>
                  </a:lnTo>
                  <a:lnTo>
                    <a:pt x="3" y="195"/>
                  </a:lnTo>
                  <a:lnTo>
                    <a:pt x="5" y="220"/>
                  </a:lnTo>
                  <a:lnTo>
                    <a:pt x="5" y="240"/>
                  </a:lnTo>
                  <a:lnTo>
                    <a:pt x="5" y="240"/>
                  </a:lnTo>
                  <a:lnTo>
                    <a:pt x="7" y="246"/>
                  </a:lnTo>
                  <a:lnTo>
                    <a:pt x="8" y="251"/>
                  </a:lnTo>
                  <a:lnTo>
                    <a:pt x="11" y="255"/>
                  </a:lnTo>
                  <a:lnTo>
                    <a:pt x="13" y="259"/>
                  </a:lnTo>
                  <a:lnTo>
                    <a:pt x="17" y="261"/>
                  </a:lnTo>
                  <a:lnTo>
                    <a:pt x="22" y="263"/>
                  </a:lnTo>
                  <a:lnTo>
                    <a:pt x="26" y="264"/>
                  </a:lnTo>
                  <a:lnTo>
                    <a:pt x="31" y="264"/>
                  </a:lnTo>
                  <a:lnTo>
                    <a:pt x="31" y="264"/>
                  </a:lnTo>
                  <a:lnTo>
                    <a:pt x="35" y="264"/>
                  </a:lnTo>
                  <a:lnTo>
                    <a:pt x="41" y="263"/>
                  </a:lnTo>
                  <a:lnTo>
                    <a:pt x="45" y="261"/>
                  </a:lnTo>
                  <a:lnTo>
                    <a:pt x="48" y="259"/>
                  </a:lnTo>
                  <a:lnTo>
                    <a:pt x="51" y="255"/>
                  </a:lnTo>
                  <a:lnTo>
                    <a:pt x="54" y="251"/>
                  </a:lnTo>
                  <a:lnTo>
                    <a:pt x="55" y="246"/>
                  </a:lnTo>
                  <a:lnTo>
                    <a:pt x="56" y="240"/>
                  </a:lnTo>
                  <a:lnTo>
                    <a:pt x="56" y="240"/>
                  </a:lnTo>
                  <a:lnTo>
                    <a:pt x="55" y="220"/>
                  </a:lnTo>
                  <a:lnTo>
                    <a:pt x="54" y="196"/>
                  </a:lnTo>
                  <a:lnTo>
                    <a:pt x="54" y="196"/>
                  </a:lnTo>
                  <a:lnTo>
                    <a:pt x="51" y="171"/>
                  </a:lnTo>
                  <a:lnTo>
                    <a:pt x="50" y="148"/>
                  </a:lnTo>
                  <a:lnTo>
                    <a:pt x="51" y="124"/>
                  </a:lnTo>
                  <a:lnTo>
                    <a:pt x="52" y="112"/>
                  </a:lnTo>
                  <a:lnTo>
                    <a:pt x="55" y="102"/>
                  </a:lnTo>
                  <a:lnTo>
                    <a:pt x="58" y="93"/>
                  </a:lnTo>
                  <a:lnTo>
                    <a:pt x="62" y="84"/>
                  </a:lnTo>
                  <a:lnTo>
                    <a:pt x="67" y="76"/>
                  </a:lnTo>
                  <a:lnTo>
                    <a:pt x="72" y="68"/>
                  </a:lnTo>
                  <a:lnTo>
                    <a:pt x="80" y="63"/>
                  </a:lnTo>
                  <a:lnTo>
                    <a:pt x="89" y="57"/>
                  </a:lnTo>
                  <a:lnTo>
                    <a:pt x="99" y="53"/>
                  </a:lnTo>
                  <a:lnTo>
                    <a:pt x="113" y="52"/>
                  </a:lnTo>
                  <a:lnTo>
                    <a:pt x="113" y="52"/>
                  </a:lnTo>
                  <a:lnTo>
                    <a:pt x="132" y="51"/>
                  </a:lnTo>
                  <a:lnTo>
                    <a:pt x="132" y="51"/>
                  </a:lnTo>
                  <a:lnTo>
                    <a:pt x="145" y="52"/>
                  </a:lnTo>
                  <a:lnTo>
                    <a:pt x="158" y="53"/>
                  </a:lnTo>
                  <a:lnTo>
                    <a:pt x="173" y="55"/>
                  </a:lnTo>
                  <a:lnTo>
                    <a:pt x="186" y="57"/>
                  </a:lnTo>
                  <a:lnTo>
                    <a:pt x="211" y="65"/>
                  </a:lnTo>
                  <a:lnTo>
                    <a:pt x="235" y="76"/>
                  </a:lnTo>
                  <a:lnTo>
                    <a:pt x="235" y="76"/>
                  </a:lnTo>
                  <a:lnTo>
                    <a:pt x="246" y="81"/>
                  </a:lnTo>
                  <a:lnTo>
                    <a:pt x="255" y="87"/>
                  </a:lnTo>
                  <a:lnTo>
                    <a:pt x="263" y="95"/>
                  </a:lnTo>
                  <a:lnTo>
                    <a:pt x="271" y="103"/>
                  </a:lnTo>
                  <a:lnTo>
                    <a:pt x="285" y="120"/>
                  </a:lnTo>
                  <a:lnTo>
                    <a:pt x="300" y="137"/>
                  </a:lnTo>
                  <a:lnTo>
                    <a:pt x="300" y="137"/>
                  </a:lnTo>
                  <a:lnTo>
                    <a:pt x="315" y="157"/>
                  </a:lnTo>
                  <a:lnTo>
                    <a:pt x="315" y="157"/>
                  </a:lnTo>
                  <a:lnTo>
                    <a:pt x="362" y="212"/>
                  </a:lnTo>
                  <a:lnTo>
                    <a:pt x="411" y="264"/>
                  </a:lnTo>
                  <a:lnTo>
                    <a:pt x="411" y="264"/>
                  </a:lnTo>
                  <a:lnTo>
                    <a:pt x="468" y="328"/>
                  </a:lnTo>
                  <a:lnTo>
                    <a:pt x="468" y="328"/>
                  </a:lnTo>
                  <a:lnTo>
                    <a:pt x="489" y="353"/>
                  </a:lnTo>
                  <a:lnTo>
                    <a:pt x="509" y="380"/>
                  </a:lnTo>
                  <a:lnTo>
                    <a:pt x="527" y="408"/>
                  </a:lnTo>
                  <a:lnTo>
                    <a:pt x="546" y="435"/>
                  </a:lnTo>
                  <a:lnTo>
                    <a:pt x="546" y="435"/>
                  </a:lnTo>
                  <a:lnTo>
                    <a:pt x="566" y="468"/>
                  </a:lnTo>
                  <a:lnTo>
                    <a:pt x="589" y="501"/>
                  </a:lnTo>
                  <a:lnTo>
                    <a:pt x="589" y="501"/>
                  </a:lnTo>
                  <a:lnTo>
                    <a:pt x="593" y="505"/>
                  </a:lnTo>
                  <a:lnTo>
                    <a:pt x="598" y="509"/>
                  </a:lnTo>
                  <a:lnTo>
                    <a:pt x="603" y="510"/>
                  </a:lnTo>
                  <a:lnTo>
                    <a:pt x="610" y="511"/>
                  </a:lnTo>
                  <a:lnTo>
                    <a:pt x="610" y="511"/>
                  </a:lnTo>
                  <a:close/>
                </a:path>
              </a:pathLst>
            </a:custGeom>
            <a:ln>
              <a:solidFill>
                <a:schemeClr val="accent1">
                  <a:alpha val="35000"/>
                </a:schemeClr>
              </a:solidFill>
            </a:ln>
          </p:spPr>
          <p:style>
            <a:lnRef idx="0">
              <a:srgbClr val="FFFFFF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47" name="Freeform 559"/>
            <p:cNvSpPr/>
            <p:nvPr>
              <p:custDataLst>
                <p:tags r:id="rId41"/>
              </p:custDataLst>
            </p:nvPr>
          </p:nvSpPr>
          <p:spPr bwMode="auto">
            <a:xfrm>
              <a:off x="2503488" y="2152650"/>
              <a:ext cx="250825" cy="217488"/>
            </a:xfrm>
            <a:custGeom>
              <a:avLst/>
              <a:gdLst/>
              <a:ahLst/>
              <a:cxnLst>
                <a:cxn ang="0">
                  <a:pos x="192" y="545"/>
                </a:cxn>
                <a:cxn ang="0">
                  <a:pos x="248" y="528"/>
                </a:cxn>
                <a:cxn ang="0">
                  <a:pos x="299" y="493"/>
                </a:cxn>
                <a:cxn ang="0">
                  <a:pos x="330" y="456"/>
                </a:cxn>
                <a:cxn ang="0">
                  <a:pos x="374" y="396"/>
                </a:cxn>
                <a:cxn ang="0">
                  <a:pos x="412" y="342"/>
                </a:cxn>
                <a:cxn ang="0">
                  <a:pos x="442" y="302"/>
                </a:cxn>
                <a:cxn ang="0">
                  <a:pos x="464" y="278"/>
                </a:cxn>
                <a:cxn ang="0">
                  <a:pos x="477" y="260"/>
                </a:cxn>
                <a:cxn ang="0">
                  <a:pos x="489" y="236"/>
                </a:cxn>
                <a:cxn ang="0">
                  <a:pos x="521" y="198"/>
                </a:cxn>
                <a:cxn ang="0">
                  <a:pos x="564" y="142"/>
                </a:cxn>
                <a:cxn ang="0">
                  <a:pos x="581" y="123"/>
                </a:cxn>
                <a:cxn ang="0">
                  <a:pos x="599" y="99"/>
                </a:cxn>
                <a:cxn ang="0">
                  <a:pos x="620" y="66"/>
                </a:cxn>
                <a:cxn ang="0">
                  <a:pos x="632" y="26"/>
                </a:cxn>
                <a:cxn ang="0">
                  <a:pos x="630" y="15"/>
                </a:cxn>
                <a:cxn ang="0">
                  <a:pos x="626" y="7"/>
                </a:cxn>
                <a:cxn ang="0">
                  <a:pos x="613" y="1"/>
                </a:cxn>
                <a:cxn ang="0">
                  <a:pos x="599" y="2"/>
                </a:cxn>
                <a:cxn ang="0">
                  <a:pos x="587" y="10"/>
                </a:cxn>
                <a:cxn ang="0">
                  <a:pos x="582" y="23"/>
                </a:cxn>
                <a:cxn ang="0">
                  <a:pos x="575" y="47"/>
                </a:cxn>
                <a:cxn ang="0">
                  <a:pos x="548" y="86"/>
                </a:cxn>
                <a:cxn ang="0">
                  <a:pos x="518" y="117"/>
                </a:cxn>
                <a:cxn ang="0">
                  <a:pos x="488" y="159"/>
                </a:cxn>
                <a:cxn ang="0">
                  <a:pos x="463" y="192"/>
                </a:cxn>
                <a:cxn ang="0">
                  <a:pos x="446" y="210"/>
                </a:cxn>
                <a:cxn ang="0">
                  <a:pos x="426" y="236"/>
                </a:cxn>
                <a:cxn ang="0">
                  <a:pos x="401" y="270"/>
                </a:cxn>
                <a:cxn ang="0">
                  <a:pos x="375" y="302"/>
                </a:cxn>
                <a:cxn ang="0">
                  <a:pos x="339" y="358"/>
                </a:cxn>
                <a:cxn ang="0">
                  <a:pos x="316" y="389"/>
                </a:cxn>
                <a:cxn ang="0">
                  <a:pos x="301" y="417"/>
                </a:cxn>
                <a:cxn ang="0">
                  <a:pos x="289" y="433"/>
                </a:cxn>
                <a:cxn ang="0">
                  <a:pos x="260" y="461"/>
                </a:cxn>
                <a:cxn ang="0">
                  <a:pos x="243" y="477"/>
                </a:cxn>
                <a:cxn ang="0">
                  <a:pos x="212" y="493"/>
                </a:cxn>
                <a:cxn ang="0">
                  <a:pos x="178" y="498"/>
                </a:cxn>
                <a:cxn ang="0">
                  <a:pos x="146" y="493"/>
                </a:cxn>
                <a:cxn ang="0">
                  <a:pos x="116" y="480"/>
                </a:cxn>
                <a:cxn ang="0">
                  <a:pos x="95" y="467"/>
                </a:cxn>
                <a:cxn ang="0">
                  <a:pos x="67" y="439"/>
                </a:cxn>
                <a:cxn ang="0">
                  <a:pos x="61" y="425"/>
                </a:cxn>
                <a:cxn ang="0">
                  <a:pos x="56" y="397"/>
                </a:cxn>
                <a:cxn ang="0">
                  <a:pos x="51" y="371"/>
                </a:cxn>
                <a:cxn ang="0">
                  <a:pos x="51" y="290"/>
                </a:cxn>
                <a:cxn ang="0">
                  <a:pos x="52" y="251"/>
                </a:cxn>
                <a:cxn ang="0">
                  <a:pos x="48" y="236"/>
                </a:cxn>
                <a:cxn ang="0">
                  <a:pos x="42" y="230"/>
                </a:cxn>
                <a:cxn ang="0">
                  <a:pos x="27" y="226"/>
                </a:cxn>
                <a:cxn ang="0">
                  <a:pos x="18" y="227"/>
                </a:cxn>
                <a:cxn ang="0">
                  <a:pos x="6" y="235"/>
                </a:cxn>
                <a:cxn ang="0">
                  <a:pos x="3" y="251"/>
                </a:cxn>
                <a:cxn ang="0">
                  <a:pos x="1" y="286"/>
                </a:cxn>
                <a:cxn ang="0">
                  <a:pos x="3" y="378"/>
                </a:cxn>
                <a:cxn ang="0">
                  <a:pos x="9" y="423"/>
                </a:cxn>
                <a:cxn ang="0">
                  <a:pos x="26" y="465"/>
                </a:cxn>
                <a:cxn ang="0">
                  <a:pos x="54" y="501"/>
                </a:cxn>
                <a:cxn ang="0">
                  <a:pos x="78" y="519"/>
                </a:cxn>
                <a:cxn ang="0">
                  <a:pos x="118" y="537"/>
                </a:cxn>
                <a:cxn ang="0">
                  <a:pos x="159" y="546"/>
                </a:cxn>
              </a:cxnLst>
              <a:rect l="0" t="0" r="r" b="b"/>
              <a:pathLst>
                <a:path w="632" h="546">
                  <a:moveTo>
                    <a:pt x="173" y="546"/>
                  </a:moveTo>
                  <a:lnTo>
                    <a:pt x="173" y="546"/>
                  </a:lnTo>
                  <a:lnTo>
                    <a:pt x="192" y="545"/>
                  </a:lnTo>
                  <a:lnTo>
                    <a:pt x="212" y="542"/>
                  </a:lnTo>
                  <a:lnTo>
                    <a:pt x="231" y="536"/>
                  </a:lnTo>
                  <a:lnTo>
                    <a:pt x="248" y="528"/>
                  </a:lnTo>
                  <a:lnTo>
                    <a:pt x="267" y="519"/>
                  </a:lnTo>
                  <a:lnTo>
                    <a:pt x="284" y="506"/>
                  </a:lnTo>
                  <a:lnTo>
                    <a:pt x="299" y="493"/>
                  </a:lnTo>
                  <a:lnTo>
                    <a:pt x="314" y="476"/>
                  </a:lnTo>
                  <a:lnTo>
                    <a:pt x="314" y="476"/>
                  </a:lnTo>
                  <a:lnTo>
                    <a:pt x="330" y="456"/>
                  </a:lnTo>
                  <a:lnTo>
                    <a:pt x="344" y="436"/>
                  </a:lnTo>
                  <a:lnTo>
                    <a:pt x="374" y="396"/>
                  </a:lnTo>
                  <a:lnTo>
                    <a:pt x="374" y="396"/>
                  </a:lnTo>
                  <a:lnTo>
                    <a:pt x="398" y="363"/>
                  </a:lnTo>
                  <a:lnTo>
                    <a:pt x="398" y="363"/>
                  </a:lnTo>
                  <a:lnTo>
                    <a:pt x="412" y="342"/>
                  </a:lnTo>
                  <a:lnTo>
                    <a:pt x="412" y="342"/>
                  </a:lnTo>
                  <a:lnTo>
                    <a:pt x="432" y="315"/>
                  </a:lnTo>
                  <a:lnTo>
                    <a:pt x="442" y="302"/>
                  </a:lnTo>
                  <a:lnTo>
                    <a:pt x="454" y="289"/>
                  </a:lnTo>
                  <a:lnTo>
                    <a:pt x="454" y="289"/>
                  </a:lnTo>
                  <a:lnTo>
                    <a:pt x="464" y="278"/>
                  </a:lnTo>
                  <a:lnTo>
                    <a:pt x="472" y="268"/>
                  </a:lnTo>
                  <a:lnTo>
                    <a:pt x="472" y="268"/>
                  </a:lnTo>
                  <a:lnTo>
                    <a:pt x="477" y="260"/>
                  </a:lnTo>
                  <a:lnTo>
                    <a:pt x="483" y="249"/>
                  </a:lnTo>
                  <a:lnTo>
                    <a:pt x="483" y="249"/>
                  </a:lnTo>
                  <a:lnTo>
                    <a:pt x="489" y="236"/>
                  </a:lnTo>
                  <a:lnTo>
                    <a:pt x="489" y="236"/>
                  </a:lnTo>
                  <a:lnTo>
                    <a:pt x="505" y="219"/>
                  </a:lnTo>
                  <a:lnTo>
                    <a:pt x="521" y="198"/>
                  </a:lnTo>
                  <a:lnTo>
                    <a:pt x="521" y="198"/>
                  </a:lnTo>
                  <a:lnTo>
                    <a:pt x="541" y="170"/>
                  </a:lnTo>
                  <a:lnTo>
                    <a:pt x="564" y="142"/>
                  </a:lnTo>
                  <a:lnTo>
                    <a:pt x="569" y="136"/>
                  </a:lnTo>
                  <a:lnTo>
                    <a:pt x="569" y="136"/>
                  </a:lnTo>
                  <a:lnTo>
                    <a:pt x="581" y="123"/>
                  </a:lnTo>
                  <a:lnTo>
                    <a:pt x="582" y="120"/>
                  </a:lnTo>
                  <a:lnTo>
                    <a:pt x="582" y="120"/>
                  </a:lnTo>
                  <a:lnTo>
                    <a:pt x="599" y="99"/>
                  </a:lnTo>
                  <a:lnTo>
                    <a:pt x="607" y="89"/>
                  </a:lnTo>
                  <a:lnTo>
                    <a:pt x="615" y="78"/>
                  </a:lnTo>
                  <a:lnTo>
                    <a:pt x="620" y="66"/>
                  </a:lnTo>
                  <a:lnTo>
                    <a:pt x="625" y="53"/>
                  </a:lnTo>
                  <a:lnTo>
                    <a:pt x="629" y="40"/>
                  </a:lnTo>
                  <a:lnTo>
                    <a:pt x="632" y="26"/>
                  </a:lnTo>
                  <a:lnTo>
                    <a:pt x="632" y="26"/>
                  </a:lnTo>
                  <a:lnTo>
                    <a:pt x="632" y="21"/>
                  </a:lnTo>
                  <a:lnTo>
                    <a:pt x="630" y="15"/>
                  </a:lnTo>
                  <a:lnTo>
                    <a:pt x="629" y="11"/>
                  </a:lnTo>
                  <a:lnTo>
                    <a:pt x="626" y="7"/>
                  </a:lnTo>
                  <a:lnTo>
                    <a:pt x="626" y="7"/>
                  </a:lnTo>
                  <a:lnTo>
                    <a:pt x="623" y="5"/>
                  </a:lnTo>
                  <a:lnTo>
                    <a:pt x="617" y="2"/>
                  </a:lnTo>
                  <a:lnTo>
                    <a:pt x="613" y="1"/>
                  </a:lnTo>
                  <a:lnTo>
                    <a:pt x="608" y="0"/>
                  </a:lnTo>
                  <a:lnTo>
                    <a:pt x="608" y="0"/>
                  </a:lnTo>
                  <a:lnTo>
                    <a:pt x="599" y="2"/>
                  </a:lnTo>
                  <a:lnTo>
                    <a:pt x="595" y="4"/>
                  </a:lnTo>
                  <a:lnTo>
                    <a:pt x="591" y="6"/>
                  </a:lnTo>
                  <a:lnTo>
                    <a:pt x="587" y="10"/>
                  </a:lnTo>
                  <a:lnTo>
                    <a:pt x="585" y="14"/>
                  </a:lnTo>
                  <a:lnTo>
                    <a:pt x="582" y="18"/>
                  </a:lnTo>
                  <a:lnTo>
                    <a:pt x="582" y="23"/>
                  </a:lnTo>
                  <a:lnTo>
                    <a:pt x="582" y="23"/>
                  </a:lnTo>
                  <a:lnTo>
                    <a:pt x="579" y="35"/>
                  </a:lnTo>
                  <a:lnTo>
                    <a:pt x="575" y="47"/>
                  </a:lnTo>
                  <a:lnTo>
                    <a:pt x="570" y="57"/>
                  </a:lnTo>
                  <a:lnTo>
                    <a:pt x="564" y="68"/>
                  </a:lnTo>
                  <a:lnTo>
                    <a:pt x="548" y="86"/>
                  </a:lnTo>
                  <a:lnTo>
                    <a:pt x="531" y="104"/>
                  </a:lnTo>
                  <a:lnTo>
                    <a:pt x="531" y="104"/>
                  </a:lnTo>
                  <a:lnTo>
                    <a:pt x="518" y="117"/>
                  </a:lnTo>
                  <a:lnTo>
                    <a:pt x="518" y="117"/>
                  </a:lnTo>
                  <a:lnTo>
                    <a:pt x="502" y="138"/>
                  </a:lnTo>
                  <a:lnTo>
                    <a:pt x="488" y="159"/>
                  </a:lnTo>
                  <a:lnTo>
                    <a:pt x="488" y="159"/>
                  </a:lnTo>
                  <a:lnTo>
                    <a:pt x="471" y="181"/>
                  </a:lnTo>
                  <a:lnTo>
                    <a:pt x="463" y="192"/>
                  </a:lnTo>
                  <a:lnTo>
                    <a:pt x="454" y="201"/>
                  </a:lnTo>
                  <a:lnTo>
                    <a:pt x="454" y="201"/>
                  </a:lnTo>
                  <a:lnTo>
                    <a:pt x="446" y="210"/>
                  </a:lnTo>
                  <a:lnTo>
                    <a:pt x="439" y="218"/>
                  </a:lnTo>
                  <a:lnTo>
                    <a:pt x="426" y="236"/>
                  </a:lnTo>
                  <a:lnTo>
                    <a:pt x="426" y="236"/>
                  </a:lnTo>
                  <a:lnTo>
                    <a:pt x="415" y="255"/>
                  </a:lnTo>
                  <a:lnTo>
                    <a:pt x="408" y="262"/>
                  </a:lnTo>
                  <a:lnTo>
                    <a:pt x="401" y="270"/>
                  </a:lnTo>
                  <a:lnTo>
                    <a:pt x="401" y="270"/>
                  </a:lnTo>
                  <a:lnTo>
                    <a:pt x="388" y="286"/>
                  </a:lnTo>
                  <a:lnTo>
                    <a:pt x="375" y="302"/>
                  </a:lnTo>
                  <a:lnTo>
                    <a:pt x="353" y="336"/>
                  </a:lnTo>
                  <a:lnTo>
                    <a:pt x="353" y="336"/>
                  </a:lnTo>
                  <a:lnTo>
                    <a:pt x="339" y="358"/>
                  </a:lnTo>
                  <a:lnTo>
                    <a:pt x="324" y="378"/>
                  </a:lnTo>
                  <a:lnTo>
                    <a:pt x="324" y="378"/>
                  </a:lnTo>
                  <a:lnTo>
                    <a:pt x="316" y="389"/>
                  </a:lnTo>
                  <a:lnTo>
                    <a:pt x="310" y="401"/>
                  </a:lnTo>
                  <a:lnTo>
                    <a:pt x="310" y="401"/>
                  </a:lnTo>
                  <a:lnTo>
                    <a:pt x="301" y="417"/>
                  </a:lnTo>
                  <a:lnTo>
                    <a:pt x="301" y="417"/>
                  </a:lnTo>
                  <a:lnTo>
                    <a:pt x="296" y="425"/>
                  </a:lnTo>
                  <a:lnTo>
                    <a:pt x="289" y="433"/>
                  </a:lnTo>
                  <a:lnTo>
                    <a:pt x="275" y="447"/>
                  </a:lnTo>
                  <a:lnTo>
                    <a:pt x="275" y="447"/>
                  </a:lnTo>
                  <a:lnTo>
                    <a:pt x="260" y="461"/>
                  </a:lnTo>
                  <a:lnTo>
                    <a:pt x="260" y="461"/>
                  </a:lnTo>
                  <a:lnTo>
                    <a:pt x="252" y="469"/>
                  </a:lnTo>
                  <a:lnTo>
                    <a:pt x="243" y="477"/>
                  </a:lnTo>
                  <a:lnTo>
                    <a:pt x="233" y="484"/>
                  </a:lnTo>
                  <a:lnTo>
                    <a:pt x="222" y="487"/>
                  </a:lnTo>
                  <a:lnTo>
                    <a:pt x="212" y="493"/>
                  </a:lnTo>
                  <a:lnTo>
                    <a:pt x="200" y="495"/>
                  </a:lnTo>
                  <a:lnTo>
                    <a:pt x="190" y="497"/>
                  </a:lnTo>
                  <a:lnTo>
                    <a:pt x="178" y="498"/>
                  </a:lnTo>
                  <a:lnTo>
                    <a:pt x="178" y="498"/>
                  </a:lnTo>
                  <a:lnTo>
                    <a:pt x="162" y="497"/>
                  </a:lnTo>
                  <a:lnTo>
                    <a:pt x="146" y="493"/>
                  </a:lnTo>
                  <a:lnTo>
                    <a:pt x="131" y="487"/>
                  </a:lnTo>
                  <a:lnTo>
                    <a:pt x="116" y="480"/>
                  </a:lnTo>
                  <a:lnTo>
                    <a:pt x="116" y="480"/>
                  </a:lnTo>
                  <a:lnTo>
                    <a:pt x="107" y="474"/>
                  </a:lnTo>
                  <a:lnTo>
                    <a:pt x="107" y="474"/>
                  </a:lnTo>
                  <a:lnTo>
                    <a:pt x="95" y="467"/>
                  </a:lnTo>
                  <a:lnTo>
                    <a:pt x="85" y="460"/>
                  </a:lnTo>
                  <a:lnTo>
                    <a:pt x="76" y="451"/>
                  </a:lnTo>
                  <a:lnTo>
                    <a:pt x="67" y="439"/>
                  </a:lnTo>
                  <a:lnTo>
                    <a:pt x="67" y="439"/>
                  </a:lnTo>
                  <a:lnTo>
                    <a:pt x="64" y="433"/>
                  </a:lnTo>
                  <a:lnTo>
                    <a:pt x="61" y="425"/>
                  </a:lnTo>
                  <a:lnTo>
                    <a:pt x="57" y="408"/>
                  </a:lnTo>
                  <a:lnTo>
                    <a:pt x="57" y="408"/>
                  </a:lnTo>
                  <a:lnTo>
                    <a:pt x="56" y="397"/>
                  </a:lnTo>
                  <a:lnTo>
                    <a:pt x="56" y="397"/>
                  </a:lnTo>
                  <a:lnTo>
                    <a:pt x="52" y="384"/>
                  </a:lnTo>
                  <a:lnTo>
                    <a:pt x="51" y="371"/>
                  </a:lnTo>
                  <a:lnTo>
                    <a:pt x="50" y="345"/>
                  </a:lnTo>
                  <a:lnTo>
                    <a:pt x="50" y="317"/>
                  </a:lnTo>
                  <a:lnTo>
                    <a:pt x="51" y="290"/>
                  </a:lnTo>
                  <a:lnTo>
                    <a:pt x="51" y="290"/>
                  </a:lnTo>
                  <a:lnTo>
                    <a:pt x="52" y="251"/>
                  </a:lnTo>
                  <a:lnTo>
                    <a:pt x="52" y="251"/>
                  </a:lnTo>
                  <a:lnTo>
                    <a:pt x="52" y="245"/>
                  </a:lnTo>
                  <a:lnTo>
                    <a:pt x="51" y="240"/>
                  </a:lnTo>
                  <a:lnTo>
                    <a:pt x="48" y="236"/>
                  </a:lnTo>
                  <a:lnTo>
                    <a:pt x="46" y="232"/>
                  </a:lnTo>
                  <a:lnTo>
                    <a:pt x="46" y="232"/>
                  </a:lnTo>
                  <a:lnTo>
                    <a:pt x="42" y="230"/>
                  </a:lnTo>
                  <a:lnTo>
                    <a:pt x="38" y="227"/>
                  </a:lnTo>
                  <a:lnTo>
                    <a:pt x="33" y="226"/>
                  </a:lnTo>
                  <a:lnTo>
                    <a:pt x="27" y="226"/>
                  </a:lnTo>
                  <a:lnTo>
                    <a:pt x="27" y="226"/>
                  </a:lnTo>
                  <a:lnTo>
                    <a:pt x="22" y="226"/>
                  </a:lnTo>
                  <a:lnTo>
                    <a:pt x="18" y="227"/>
                  </a:lnTo>
                  <a:lnTo>
                    <a:pt x="14" y="230"/>
                  </a:lnTo>
                  <a:lnTo>
                    <a:pt x="10" y="232"/>
                  </a:lnTo>
                  <a:lnTo>
                    <a:pt x="6" y="235"/>
                  </a:lnTo>
                  <a:lnTo>
                    <a:pt x="4" y="239"/>
                  </a:lnTo>
                  <a:lnTo>
                    <a:pt x="3" y="244"/>
                  </a:lnTo>
                  <a:lnTo>
                    <a:pt x="3" y="251"/>
                  </a:lnTo>
                  <a:lnTo>
                    <a:pt x="3" y="251"/>
                  </a:lnTo>
                  <a:lnTo>
                    <a:pt x="1" y="286"/>
                  </a:lnTo>
                  <a:lnTo>
                    <a:pt x="1" y="286"/>
                  </a:lnTo>
                  <a:lnTo>
                    <a:pt x="0" y="316"/>
                  </a:lnTo>
                  <a:lnTo>
                    <a:pt x="0" y="346"/>
                  </a:lnTo>
                  <a:lnTo>
                    <a:pt x="3" y="378"/>
                  </a:lnTo>
                  <a:lnTo>
                    <a:pt x="4" y="393"/>
                  </a:lnTo>
                  <a:lnTo>
                    <a:pt x="6" y="409"/>
                  </a:lnTo>
                  <a:lnTo>
                    <a:pt x="9" y="423"/>
                  </a:lnTo>
                  <a:lnTo>
                    <a:pt x="14" y="438"/>
                  </a:lnTo>
                  <a:lnTo>
                    <a:pt x="20" y="452"/>
                  </a:lnTo>
                  <a:lnTo>
                    <a:pt x="26" y="465"/>
                  </a:lnTo>
                  <a:lnTo>
                    <a:pt x="34" y="478"/>
                  </a:lnTo>
                  <a:lnTo>
                    <a:pt x="43" y="490"/>
                  </a:lnTo>
                  <a:lnTo>
                    <a:pt x="54" y="501"/>
                  </a:lnTo>
                  <a:lnTo>
                    <a:pt x="65" y="511"/>
                  </a:lnTo>
                  <a:lnTo>
                    <a:pt x="65" y="511"/>
                  </a:lnTo>
                  <a:lnTo>
                    <a:pt x="78" y="519"/>
                  </a:lnTo>
                  <a:lnTo>
                    <a:pt x="91" y="527"/>
                  </a:lnTo>
                  <a:lnTo>
                    <a:pt x="105" y="532"/>
                  </a:lnTo>
                  <a:lnTo>
                    <a:pt x="118" y="537"/>
                  </a:lnTo>
                  <a:lnTo>
                    <a:pt x="132" y="541"/>
                  </a:lnTo>
                  <a:lnTo>
                    <a:pt x="145" y="544"/>
                  </a:lnTo>
                  <a:lnTo>
                    <a:pt x="159" y="546"/>
                  </a:lnTo>
                  <a:lnTo>
                    <a:pt x="173" y="546"/>
                  </a:lnTo>
                  <a:lnTo>
                    <a:pt x="173" y="546"/>
                  </a:lnTo>
                  <a:close/>
                </a:path>
              </a:pathLst>
            </a:custGeom>
            <a:ln>
              <a:solidFill>
                <a:schemeClr val="accent1">
                  <a:alpha val="35000"/>
                </a:schemeClr>
              </a:solidFill>
            </a:ln>
          </p:spPr>
          <p:style>
            <a:lnRef idx="0">
              <a:srgbClr val="FFFFFF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</p:grp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矩形 8"/>
          <p:cNvSpPr/>
          <p:nvPr>
            <p:custDataLst>
              <p:tags r:id="rId1"/>
            </p:custDataLst>
          </p:nvPr>
        </p:nvSpPr>
        <p:spPr>
          <a:xfrm>
            <a:off x="207010" y="708025"/>
            <a:ext cx="5791200" cy="1530350"/>
          </a:xfrm>
          <a:prstGeom prst="rect">
            <a:avLst/>
          </a:prstGeom>
          <a:solidFill>
            <a:srgbClr val="1E7AB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350">
              <a:latin typeface="Noto Serif CJK SC" panose="02020400000000000000" pitchFamily="18" charset="-122"/>
              <a:ea typeface="FZHei-B01S" panose="02010601030101010101" pitchFamily="2" charset="-122"/>
              <a:sym typeface="Noto Serif CJK SC" panose="02020400000000000000" pitchFamily="18" charset="-122"/>
            </a:endParaRPr>
          </a:p>
        </p:txBody>
      </p:sp>
      <p:sp>
        <p:nvSpPr>
          <p:cNvPr id="10" name="矩形 9"/>
          <p:cNvSpPr/>
          <p:nvPr>
            <p:custDataLst>
              <p:tags r:id="rId2"/>
            </p:custDataLst>
          </p:nvPr>
        </p:nvSpPr>
        <p:spPr>
          <a:xfrm>
            <a:off x="207010" y="1406525"/>
            <a:ext cx="8709660" cy="318897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350">
              <a:latin typeface="Noto Serif CJK SC" panose="02020400000000000000" pitchFamily="18" charset="-122"/>
              <a:ea typeface="FZHei-B01S" panose="02010601030101010101" pitchFamily="2" charset="-122"/>
              <a:sym typeface="Noto Serif CJK SC" panose="02020400000000000000" pitchFamily="18" charset="-122"/>
            </a:endParaRPr>
          </a:p>
        </p:txBody>
      </p:sp>
      <p:sp>
        <p:nvSpPr>
          <p:cNvPr id="11" name="Title 1"/>
          <p:cNvSpPr>
            <a:spLocks noGrp="1"/>
          </p:cNvSpPr>
          <p:nvPr>
            <p:custDataLst>
              <p:tags r:id="rId3"/>
            </p:custDataLst>
          </p:nvPr>
        </p:nvSpPr>
        <p:spPr>
          <a:xfrm>
            <a:off x="368935" y="751840"/>
            <a:ext cx="5574665" cy="72136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5335" kern="120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+mj-ea"/>
                <a:cs typeface="Times New Roman" panose="02020603050405020304" pitchFamily="18" charset="0"/>
              </a:defRPr>
            </a:lvl1pPr>
          </a:lstStyle>
          <a:p>
            <a:r>
              <a:rPr lang="en-US" altLang="zh-CN" sz="3600" dirty="0">
                <a:solidFill>
                  <a:schemeClr val="bg1"/>
                </a:solidFill>
              </a:rPr>
              <a:t>List: Pointer Implementation</a:t>
            </a:r>
          </a:p>
        </p:txBody>
      </p:sp>
      <p:pic>
        <p:nvPicPr>
          <p:cNvPr id="12" name="图片 11" descr="华工标志（透明版"/>
          <p:cNvPicPr>
            <a:picLocks noChangeAspect="1"/>
          </p:cNvPicPr>
          <p:nvPr>
            <p:custDataLst>
              <p:tags r:id="rId4"/>
            </p:custDataLst>
          </p:nvPr>
        </p:nvPicPr>
        <p:blipFill>
          <a:blip r:embed="rId6" cstate="print"/>
          <a:stretch>
            <a:fillRect/>
          </a:stretch>
        </p:blipFill>
        <p:spPr>
          <a:xfrm>
            <a:off x="7740015" y="116205"/>
            <a:ext cx="1230630" cy="1230630"/>
          </a:xfrm>
          <a:prstGeom prst="rect">
            <a:avLst/>
          </a:prstGeom>
        </p:spPr>
      </p:pic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633730" y="1685290"/>
            <a:ext cx="7886700" cy="2839085"/>
          </a:xfrm>
        </p:spPr>
        <p:txBody>
          <a:bodyPr>
            <a:normAutofit/>
          </a:bodyPr>
          <a:lstStyle/>
          <a:p>
            <a:pPr fontAlgn="auto">
              <a:lnSpc>
                <a:spcPts val="4000"/>
              </a:lnSpc>
              <a:spcBef>
                <a:spcPts val="0"/>
              </a:spcBef>
            </a:pPr>
            <a:r>
              <a:rPr lang="en-US" altLang="zh-CN" dirty="0"/>
              <a:t>A linked list with 4 elements</a:t>
            </a:r>
            <a:endParaRPr lang="en-US" altLang="zh-CN" sz="1575" dirty="0"/>
          </a:p>
          <a:p>
            <a:pPr lvl="1" fontAlgn="auto">
              <a:lnSpc>
                <a:spcPts val="4000"/>
              </a:lnSpc>
              <a:spcBef>
                <a:spcPts val="0"/>
              </a:spcBef>
            </a:pPr>
            <a:r>
              <a:rPr lang="en-US" altLang="zh-CN" dirty="0"/>
              <a:t>Head pointer – for scanning the whole list</a:t>
            </a:r>
            <a:endParaRPr lang="en-US" altLang="zh-CN" sz="450" dirty="0"/>
          </a:p>
          <a:p>
            <a:pPr lvl="1" fontAlgn="auto">
              <a:lnSpc>
                <a:spcPts val="4000"/>
              </a:lnSpc>
              <a:spcBef>
                <a:spcPts val="0"/>
              </a:spcBef>
            </a:pPr>
            <a:r>
              <a:rPr lang="en-US" altLang="zh-CN" dirty="0"/>
              <a:t>Tail pointer – to speed up “append” operation</a:t>
            </a:r>
            <a:endParaRPr lang="en-US" altLang="zh-CN" sz="450" dirty="0"/>
          </a:p>
          <a:p>
            <a:pPr lvl="1" fontAlgn="auto">
              <a:lnSpc>
                <a:spcPts val="4000"/>
              </a:lnSpc>
              <a:spcBef>
                <a:spcPts val="0"/>
              </a:spcBef>
            </a:pPr>
            <a:r>
              <a:rPr lang="en-US" altLang="zh-CN" dirty="0" err="1"/>
              <a:t>Curr</a:t>
            </a:r>
            <a:r>
              <a:rPr lang="en-US" altLang="zh-CN" dirty="0"/>
              <a:t> pointer – pointing to the current element</a:t>
            </a:r>
            <a:endParaRPr lang="en-US" altLang="zh-CN" sz="450" dirty="0"/>
          </a:p>
          <a:p>
            <a:pPr lvl="1" fontAlgn="auto">
              <a:lnSpc>
                <a:spcPts val="4000"/>
              </a:lnSpc>
              <a:spcBef>
                <a:spcPts val="0"/>
              </a:spcBef>
            </a:pPr>
            <a:r>
              <a:rPr lang="en-US" altLang="zh-CN" dirty="0"/>
              <a:t>Value </a:t>
            </a:r>
            <a:r>
              <a:rPr lang="en-US" altLang="zh-CN" dirty="0" err="1">
                <a:solidFill>
                  <a:srgbClr val="FF0000"/>
                </a:solidFill>
              </a:rPr>
              <a:t>cnt</a:t>
            </a:r>
            <a:r>
              <a:rPr lang="en-US" altLang="zh-CN" dirty="0"/>
              <a:t> – store the length of the list</a:t>
            </a:r>
            <a:endParaRPr lang="zh-CN" altLang="en-US" sz="1350" dirty="0"/>
          </a:p>
        </p:txBody>
      </p:sp>
      <p:sp>
        <p:nvSpPr>
          <p:cNvPr id="25604" name="Slide Number Placeholder 3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557530" indent="-21463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857250" indent="-1714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200150" indent="-1714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1543050" indent="-1714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1885950" indent="-1714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228850" indent="-1714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2571750" indent="-1714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2914650" indent="-1714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fld id="{165E3000-10A7-4CA8-93C5-6FDFB203310B}" type="slidenum">
              <a:rPr lang="en-US" altLang="zh-CN" sz="770" smtClean="0"/>
              <a:pPr/>
              <a:t>16</a:t>
            </a:fld>
            <a:endParaRPr lang="en-US" altLang="zh-CN" sz="770"/>
          </a:p>
        </p:txBody>
      </p:sp>
      <p:pic>
        <p:nvPicPr>
          <p:cNvPr id="25605" name="Picture 4"/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61610"/>
          <a:stretch>
            <a:fillRect/>
          </a:stretch>
        </p:blipFill>
        <p:spPr bwMode="auto">
          <a:xfrm>
            <a:off x="1043940" y="4737735"/>
            <a:ext cx="6843395" cy="1333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fld id="{C28F18BD-0F28-420E-88E3-9A55F151EDA2}" type="datetime1">
              <a:rPr lang="zh-CN" altLang="en-US" sz="770" smtClean="0"/>
              <a:pPr>
                <a:defRPr/>
              </a:pPr>
              <a:t>2025/12/16</a:t>
            </a:fld>
            <a:endParaRPr lang="zh-CN" altLang="en-US" sz="770"/>
          </a:p>
        </p:txBody>
      </p:sp>
      <p:sp>
        <p:nvSpPr>
          <p:cNvPr id="4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altLang="zh-CN" sz="770"/>
              <a:t>Stacks and Queues - Lecture 6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9" presetClass="emph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6" dur="500" fill="hold"/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rgbClr val="FF0000"/>
                                      </p:to>
                                    </p:animClr>
                                    <p:animClr clrSpc="rgb" dir="cw">
                                      <p:cBhvr>
                                        <p:cTn id="7" dur="500" fill="hold"/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00"/>
                                      </p:to>
                                    </p:animClr>
                                    <p:set>
                                      <p:cBhvr>
                                        <p:cTn id="8" dur="500" fill="hold"/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9" dur="500" fill="hold"/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矩形 4"/>
          <p:cNvSpPr/>
          <p:nvPr>
            <p:custDataLst>
              <p:tags r:id="rId1"/>
            </p:custDataLst>
          </p:nvPr>
        </p:nvSpPr>
        <p:spPr>
          <a:xfrm>
            <a:off x="207010" y="708025"/>
            <a:ext cx="5791200" cy="1530350"/>
          </a:xfrm>
          <a:prstGeom prst="rect">
            <a:avLst/>
          </a:prstGeom>
          <a:solidFill>
            <a:srgbClr val="1E7AB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350">
              <a:latin typeface="Noto Serif CJK SC" panose="02020400000000000000" pitchFamily="18" charset="-122"/>
              <a:ea typeface="FZHei-B01S" panose="02010601030101010101" pitchFamily="2" charset="-122"/>
              <a:sym typeface="Noto Serif CJK SC" panose="02020400000000000000" pitchFamily="18" charset="-122"/>
            </a:endParaRPr>
          </a:p>
        </p:txBody>
      </p:sp>
      <p:sp>
        <p:nvSpPr>
          <p:cNvPr id="9" name="矩形 8"/>
          <p:cNvSpPr/>
          <p:nvPr>
            <p:custDataLst>
              <p:tags r:id="rId2"/>
            </p:custDataLst>
          </p:nvPr>
        </p:nvSpPr>
        <p:spPr>
          <a:xfrm>
            <a:off x="207010" y="1406525"/>
            <a:ext cx="8709660" cy="499237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350">
              <a:latin typeface="Noto Serif CJK SC" panose="02020400000000000000" pitchFamily="18" charset="-122"/>
              <a:ea typeface="FZHei-B01S" panose="02010601030101010101" pitchFamily="2" charset="-122"/>
              <a:sym typeface="Noto Serif CJK SC" panose="02020400000000000000" pitchFamily="18" charset="-122"/>
            </a:endParaRPr>
          </a:p>
        </p:txBody>
      </p:sp>
      <p:sp>
        <p:nvSpPr>
          <p:cNvPr id="11" name="Title 1"/>
          <p:cNvSpPr>
            <a:spLocks noGrp="1"/>
          </p:cNvSpPr>
          <p:nvPr>
            <p:custDataLst>
              <p:tags r:id="rId3"/>
            </p:custDataLst>
          </p:nvPr>
        </p:nvSpPr>
        <p:spPr>
          <a:xfrm>
            <a:off x="368935" y="751840"/>
            <a:ext cx="5574665" cy="72136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5335" kern="120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+mj-ea"/>
                <a:cs typeface="Times New Roman" panose="02020603050405020304" pitchFamily="18" charset="0"/>
              </a:defRPr>
            </a:lvl1pPr>
          </a:lstStyle>
          <a:p>
            <a:r>
              <a:rPr lang="en-US" altLang="zh-CN" sz="3600" dirty="0">
                <a:solidFill>
                  <a:schemeClr val="bg1"/>
                </a:solidFill>
              </a:rPr>
              <a:t>List: Pointer Implementation</a:t>
            </a:r>
          </a:p>
        </p:txBody>
      </p:sp>
      <p:pic>
        <p:nvPicPr>
          <p:cNvPr id="13" name="图片 12" descr="华工标志（透明版"/>
          <p:cNvPicPr>
            <a:picLocks noChangeAspect="1"/>
          </p:cNvPicPr>
          <p:nvPr>
            <p:custDataLst>
              <p:tags r:id="rId4"/>
            </p:custDataLst>
          </p:nvPr>
        </p:nvPicPr>
        <p:blipFill>
          <a:blip r:embed="rId43" cstate="print"/>
          <a:stretch>
            <a:fillRect/>
          </a:stretch>
        </p:blipFill>
        <p:spPr>
          <a:xfrm>
            <a:off x="7740015" y="116205"/>
            <a:ext cx="1230630" cy="1230630"/>
          </a:xfrm>
          <a:prstGeom prst="rect">
            <a:avLst/>
          </a:prstGeom>
        </p:spPr>
      </p:pic>
      <p:sp>
        <p:nvSpPr>
          <p:cNvPr id="28675" name="Content Placeholder 2"/>
          <p:cNvSpPr>
            <a:spLocks noGrp="1"/>
          </p:cNvSpPr>
          <p:nvPr>
            <p:ph idx="1"/>
          </p:nvPr>
        </p:nvSpPr>
        <p:spPr>
          <a:xfrm>
            <a:off x="356870" y="1412240"/>
            <a:ext cx="8296275" cy="4914265"/>
          </a:xfrm>
        </p:spPr>
        <p:txBody>
          <a:bodyPr>
            <a:noAutofit/>
          </a:bodyPr>
          <a:lstStyle/>
          <a:p>
            <a:pPr marL="257175" lvl="1" indent="0" fontAlgn="auto">
              <a:lnSpc>
                <a:spcPct val="100000"/>
              </a:lnSpc>
              <a:spcBef>
                <a:spcPts val="0"/>
              </a:spcBef>
              <a:buNone/>
            </a:pPr>
            <a:r>
              <a:rPr lang="en-US" altLang="zh-CN" sz="2000" dirty="0">
                <a:solidFill>
                  <a:srgbClr val="008000"/>
                </a:solidFill>
              </a:rPr>
              <a:t>//Class </a:t>
            </a:r>
            <a:r>
              <a:rPr lang="en-US" altLang="zh-CN" sz="2000" dirty="0" err="1">
                <a:solidFill>
                  <a:srgbClr val="008000"/>
                </a:solidFill>
              </a:rPr>
              <a:t>LList</a:t>
            </a:r>
            <a:r>
              <a:rPr lang="en-US" altLang="zh-CN" sz="2000" dirty="0">
                <a:solidFill>
                  <a:srgbClr val="008000"/>
                </a:solidFill>
              </a:rPr>
              <a:t> </a:t>
            </a:r>
          </a:p>
          <a:p>
            <a:pPr marL="257175" lvl="1" indent="0" fontAlgn="auto">
              <a:lnSpc>
                <a:spcPct val="100000"/>
              </a:lnSpc>
              <a:spcBef>
                <a:spcPts val="0"/>
              </a:spcBef>
              <a:buNone/>
            </a:pPr>
            <a:r>
              <a:rPr lang="en-US" altLang="zh-CN" sz="2000" dirty="0">
                <a:solidFill>
                  <a:srgbClr val="008000"/>
                </a:solidFill>
              </a:rPr>
              <a:t>//inherit the abstract class List</a:t>
            </a:r>
          </a:p>
          <a:p>
            <a:pPr fontAlgn="auto">
              <a:lnSpc>
                <a:spcPct val="100000"/>
              </a:lnSpc>
              <a:spcBef>
                <a:spcPts val="0"/>
              </a:spcBef>
              <a:buFontTx/>
              <a:buNone/>
            </a:pPr>
            <a:r>
              <a:rPr lang="en-US" altLang="zh-CN" sz="1400" dirty="0"/>
              <a:t>	</a:t>
            </a:r>
            <a:r>
              <a:rPr lang="en-US" altLang="zh-CN" sz="2000" dirty="0">
                <a:ea typeface="宋体" panose="02010600030101010101" pitchFamily="2" charset="-122"/>
              </a:rPr>
              <a:t>template &lt;</a:t>
            </a:r>
            <a:r>
              <a:rPr lang="en-US" altLang="zh-CN" sz="2000" dirty="0" err="1">
                <a:ea typeface="宋体" panose="02010600030101010101" pitchFamily="2" charset="-122"/>
              </a:rPr>
              <a:t>typename</a:t>
            </a:r>
            <a:r>
              <a:rPr lang="en-US" altLang="zh-CN" sz="2000" dirty="0">
                <a:ea typeface="宋体" panose="02010600030101010101" pitchFamily="2" charset="-122"/>
              </a:rPr>
              <a:t> E&gt; class </a:t>
            </a:r>
            <a:r>
              <a:rPr lang="en-US" altLang="zh-CN" sz="2000" dirty="0" err="1">
                <a:ea typeface="宋体" panose="02010600030101010101" pitchFamily="2" charset="-122"/>
              </a:rPr>
              <a:t>LList</a:t>
            </a:r>
            <a:r>
              <a:rPr lang="en-US" altLang="zh-CN" sz="2000" dirty="0">
                <a:ea typeface="宋体" panose="02010600030101010101" pitchFamily="2" charset="-122"/>
              </a:rPr>
              <a:t>: public List&lt;E&gt;{</a:t>
            </a:r>
          </a:p>
          <a:p>
            <a:pPr fontAlgn="auto">
              <a:lnSpc>
                <a:spcPct val="100000"/>
              </a:lnSpc>
              <a:spcBef>
                <a:spcPts val="0"/>
              </a:spcBef>
              <a:buFontTx/>
              <a:buNone/>
            </a:pPr>
            <a:r>
              <a:rPr lang="en-US" altLang="zh-CN" sz="2000" dirty="0">
                <a:ea typeface="宋体" panose="02010600030101010101" pitchFamily="2" charset="-122"/>
              </a:rPr>
              <a:t>	private:</a:t>
            </a:r>
          </a:p>
          <a:p>
            <a:pPr fontAlgn="auto">
              <a:lnSpc>
                <a:spcPct val="100000"/>
              </a:lnSpc>
              <a:spcBef>
                <a:spcPts val="0"/>
              </a:spcBef>
              <a:buFontTx/>
              <a:buNone/>
            </a:pPr>
            <a:r>
              <a:rPr lang="en-US" altLang="zh-CN" sz="2000" dirty="0">
                <a:ea typeface="宋体" panose="02010600030101010101" pitchFamily="2" charset="-122"/>
              </a:rPr>
              <a:t>  		Link&lt;E&gt;* head; </a:t>
            </a:r>
            <a:r>
              <a:rPr lang="en-US" altLang="zh-CN" sz="2000" dirty="0">
                <a:solidFill>
                  <a:srgbClr val="008000"/>
                </a:solidFill>
              </a:rPr>
              <a:t>//Pointer to list header</a:t>
            </a:r>
          </a:p>
          <a:p>
            <a:pPr fontAlgn="auto">
              <a:lnSpc>
                <a:spcPct val="100000"/>
              </a:lnSpc>
              <a:spcBef>
                <a:spcPts val="0"/>
              </a:spcBef>
              <a:buNone/>
            </a:pPr>
            <a:r>
              <a:rPr lang="en-US" altLang="zh-CN" sz="2000" dirty="0">
                <a:ea typeface="宋体" panose="02010600030101010101" pitchFamily="2" charset="-122"/>
              </a:rPr>
              <a:t>  		Link&lt;E&gt;* tail; </a:t>
            </a:r>
            <a:r>
              <a:rPr lang="en-US" altLang="zh-CN" sz="2000" dirty="0">
                <a:solidFill>
                  <a:srgbClr val="008000"/>
                </a:solidFill>
              </a:rPr>
              <a:t>//Pointer to last element</a:t>
            </a:r>
          </a:p>
          <a:p>
            <a:pPr fontAlgn="auto">
              <a:lnSpc>
                <a:spcPct val="100000"/>
              </a:lnSpc>
              <a:spcBef>
                <a:spcPts val="0"/>
              </a:spcBef>
              <a:buNone/>
            </a:pPr>
            <a:r>
              <a:rPr lang="en-US" altLang="zh-CN" sz="2000" dirty="0">
                <a:ea typeface="宋体" panose="02010600030101010101" pitchFamily="2" charset="-122"/>
              </a:rPr>
              <a:t>		Link&lt;E&gt;* </a:t>
            </a:r>
            <a:r>
              <a:rPr lang="en-US" altLang="zh-CN" sz="2000" dirty="0" err="1">
                <a:ea typeface="宋体" panose="02010600030101010101" pitchFamily="2" charset="-122"/>
              </a:rPr>
              <a:t>curr</a:t>
            </a:r>
            <a:r>
              <a:rPr lang="en-US" altLang="zh-CN" sz="2000" dirty="0">
                <a:ea typeface="宋体" panose="02010600030101010101" pitchFamily="2" charset="-122"/>
              </a:rPr>
              <a:t>; </a:t>
            </a:r>
            <a:r>
              <a:rPr lang="en-US" altLang="zh-CN" sz="2000" dirty="0">
                <a:solidFill>
                  <a:srgbClr val="008000"/>
                </a:solidFill>
              </a:rPr>
              <a:t>//access to current element</a:t>
            </a:r>
          </a:p>
          <a:p>
            <a:pPr fontAlgn="auto">
              <a:lnSpc>
                <a:spcPct val="100000"/>
              </a:lnSpc>
              <a:spcBef>
                <a:spcPts val="0"/>
              </a:spcBef>
              <a:buNone/>
            </a:pPr>
            <a:r>
              <a:rPr lang="en-US" altLang="zh-CN" sz="2000" dirty="0">
                <a:ea typeface="宋体" panose="02010600030101010101" pitchFamily="2" charset="-122"/>
              </a:rPr>
              <a:t>	 	</a:t>
            </a:r>
            <a:r>
              <a:rPr lang="en-US" altLang="zh-CN" sz="2000" dirty="0" err="1">
                <a:ea typeface="宋体" panose="02010600030101010101" pitchFamily="2" charset="-122"/>
              </a:rPr>
              <a:t>int</a:t>
            </a:r>
            <a:r>
              <a:rPr lang="en-US" altLang="zh-CN" sz="2000" dirty="0">
                <a:ea typeface="宋体" panose="02010600030101010101" pitchFamily="2" charset="-122"/>
              </a:rPr>
              <a:t> </a:t>
            </a:r>
            <a:r>
              <a:rPr lang="en-US" altLang="zh-CN" sz="2000" dirty="0" err="1">
                <a:ea typeface="宋体" panose="02010600030101010101" pitchFamily="2" charset="-122"/>
              </a:rPr>
              <a:t>cnt</a:t>
            </a:r>
            <a:r>
              <a:rPr lang="en-US" altLang="zh-CN" sz="2000" dirty="0">
                <a:ea typeface="宋体" panose="02010600030101010101" pitchFamily="2" charset="-122"/>
              </a:rPr>
              <a:t>;      </a:t>
            </a:r>
            <a:r>
              <a:rPr lang="en-US" altLang="zh-CN" sz="2000" dirty="0">
                <a:solidFill>
                  <a:srgbClr val="008000"/>
                </a:solidFill>
              </a:rPr>
              <a:t>//Size of list</a:t>
            </a:r>
          </a:p>
          <a:p>
            <a:pPr fontAlgn="auto">
              <a:lnSpc>
                <a:spcPct val="100000"/>
              </a:lnSpc>
              <a:spcBef>
                <a:spcPts val="0"/>
              </a:spcBef>
              <a:buNone/>
            </a:pPr>
            <a:r>
              <a:rPr lang="en-US" altLang="zh-CN" sz="2000" dirty="0">
                <a:ea typeface="宋体" panose="02010600030101010101" pitchFamily="2" charset="-122"/>
              </a:rPr>
              <a:t>		void </a:t>
            </a:r>
            <a:r>
              <a:rPr lang="en-US" altLang="zh-CN" sz="2000" dirty="0" err="1">
                <a:ea typeface="宋体" panose="02010600030101010101" pitchFamily="2" charset="-122"/>
              </a:rPr>
              <a:t>init</a:t>
            </a:r>
            <a:r>
              <a:rPr lang="en-US" altLang="zh-CN" sz="2000" dirty="0">
                <a:ea typeface="宋体" panose="02010600030101010101" pitchFamily="2" charset="-122"/>
              </a:rPr>
              <a:t>() </a:t>
            </a:r>
            <a:r>
              <a:rPr lang="en-US" altLang="zh-CN" sz="2000" dirty="0">
                <a:solidFill>
                  <a:srgbClr val="008000"/>
                </a:solidFill>
              </a:rPr>
              <a:t>//used by constructor </a:t>
            </a:r>
          </a:p>
          <a:p>
            <a:pPr fontAlgn="auto">
              <a:lnSpc>
                <a:spcPct val="100000"/>
              </a:lnSpc>
              <a:spcBef>
                <a:spcPts val="0"/>
              </a:spcBef>
              <a:buFontTx/>
              <a:buNone/>
            </a:pPr>
            <a:r>
              <a:rPr lang="en-US" altLang="zh-CN" sz="2000" dirty="0">
                <a:ea typeface="宋体" panose="02010600030101010101" pitchFamily="2" charset="-122"/>
              </a:rPr>
              <a:t>    	{  </a:t>
            </a:r>
            <a:r>
              <a:rPr lang="en-US" altLang="zh-CN" sz="2000" dirty="0" err="1">
                <a:ea typeface="宋体" panose="02010600030101010101" pitchFamily="2" charset="-122"/>
              </a:rPr>
              <a:t>curr</a:t>
            </a:r>
            <a:r>
              <a:rPr lang="en-US" altLang="zh-CN" sz="2000" dirty="0">
                <a:ea typeface="宋体" panose="02010600030101010101" pitchFamily="2" charset="-122"/>
              </a:rPr>
              <a:t> = tail = head = new Link&lt;E&gt;; </a:t>
            </a:r>
            <a:r>
              <a:rPr lang="en-US" altLang="zh-CN" sz="2000" dirty="0" err="1">
                <a:ea typeface="宋体" panose="02010600030101010101" pitchFamily="2" charset="-122"/>
              </a:rPr>
              <a:t>cnt</a:t>
            </a:r>
            <a:r>
              <a:rPr lang="en-US" altLang="zh-CN" sz="2000" dirty="0">
                <a:ea typeface="宋体" panose="02010600030101010101" pitchFamily="2" charset="-122"/>
              </a:rPr>
              <a:t> =0;}		</a:t>
            </a:r>
          </a:p>
          <a:p>
            <a:pPr fontAlgn="auto">
              <a:lnSpc>
                <a:spcPct val="100000"/>
              </a:lnSpc>
              <a:spcBef>
                <a:spcPts val="0"/>
              </a:spcBef>
              <a:buNone/>
            </a:pPr>
            <a:r>
              <a:rPr lang="en-US" altLang="zh-CN" sz="2000" dirty="0">
                <a:ea typeface="宋体" panose="02010600030101010101" pitchFamily="2" charset="-122"/>
              </a:rPr>
              <a:t>		void </a:t>
            </a:r>
            <a:r>
              <a:rPr lang="en-US" altLang="zh-CN" sz="2000" dirty="0" err="1">
                <a:ea typeface="宋体" panose="02010600030101010101" pitchFamily="2" charset="-122"/>
              </a:rPr>
              <a:t>removeall</a:t>
            </a:r>
            <a:r>
              <a:rPr lang="en-US" altLang="zh-CN" sz="2000" dirty="0">
                <a:ea typeface="宋体" panose="02010600030101010101" pitchFamily="2" charset="-122"/>
              </a:rPr>
              <a:t>() </a:t>
            </a:r>
            <a:r>
              <a:rPr lang="en-US" altLang="zh-CN" sz="2000" dirty="0">
                <a:solidFill>
                  <a:srgbClr val="008000"/>
                </a:solidFill>
              </a:rPr>
              <a:t>//used by </a:t>
            </a:r>
            <a:r>
              <a:rPr lang="en-US" altLang="zh-CN" sz="2000" dirty="0" err="1">
                <a:solidFill>
                  <a:srgbClr val="008000"/>
                </a:solidFill>
              </a:rPr>
              <a:t>deconstructor</a:t>
            </a:r>
            <a:endParaRPr lang="en-US" altLang="zh-CN" sz="2000" dirty="0">
              <a:solidFill>
                <a:srgbClr val="008000"/>
              </a:solidFill>
            </a:endParaRPr>
          </a:p>
          <a:p>
            <a:pPr fontAlgn="auto">
              <a:lnSpc>
                <a:spcPct val="100000"/>
              </a:lnSpc>
              <a:spcBef>
                <a:spcPts val="0"/>
              </a:spcBef>
              <a:buFontTx/>
              <a:buNone/>
            </a:pPr>
            <a:r>
              <a:rPr lang="en-US" altLang="zh-CN" sz="2000" dirty="0">
                <a:ea typeface="宋体" panose="02010600030101010101" pitchFamily="2" charset="-122"/>
              </a:rPr>
              <a:t>		{   while(head != NULL) { </a:t>
            </a:r>
          </a:p>
          <a:p>
            <a:pPr fontAlgn="auto">
              <a:lnSpc>
                <a:spcPct val="100000"/>
              </a:lnSpc>
              <a:spcBef>
                <a:spcPts val="0"/>
              </a:spcBef>
              <a:buFontTx/>
              <a:buNone/>
            </a:pPr>
            <a:r>
              <a:rPr lang="en-US" altLang="zh-CN" sz="2000" dirty="0">
                <a:ea typeface="宋体" panose="02010600030101010101" pitchFamily="2" charset="-122"/>
              </a:rPr>
              <a:t>                 </a:t>
            </a:r>
            <a:r>
              <a:rPr lang="en-US" altLang="zh-CN" sz="2000" dirty="0" err="1">
                <a:ea typeface="宋体" panose="02010600030101010101" pitchFamily="2" charset="-122"/>
              </a:rPr>
              <a:t>curr</a:t>
            </a:r>
            <a:r>
              <a:rPr lang="en-US" altLang="zh-CN" sz="2000" dirty="0">
                <a:ea typeface="宋体" panose="02010600030101010101" pitchFamily="2" charset="-122"/>
              </a:rPr>
              <a:t>=head; head=head-&gt;next; delete </a:t>
            </a:r>
            <a:r>
              <a:rPr lang="en-US" altLang="zh-CN" sz="2000" dirty="0" err="1">
                <a:ea typeface="宋体" panose="02010600030101010101" pitchFamily="2" charset="-122"/>
              </a:rPr>
              <a:t>curr</a:t>
            </a:r>
            <a:r>
              <a:rPr lang="en-US" altLang="zh-CN" sz="2000" dirty="0">
                <a:ea typeface="宋体" panose="02010600030101010101" pitchFamily="2" charset="-122"/>
              </a:rPr>
              <a:t>;</a:t>
            </a:r>
          </a:p>
          <a:p>
            <a:pPr fontAlgn="auto">
              <a:lnSpc>
                <a:spcPct val="100000"/>
              </a:lnSpc>
              <a:spcBef>
                <a:spcPts val="0"/>
              </a:spcBef>
              <a:buFontTx/>
              <a:buNone/>
            </a:pPr>
            <a:r>
              <a:rPr lang="en-US" altLang="zh-CN" sz="2000" dirty="0">
                <a:ea typeface="宋体" panose="02010600030101010101" pitchFamily="2" charset="-122"/>
              </a:rPr>
              <a:t>              }</a:t>
            </a:r>
          </a:p>
          <a:p>
            <a:pPr fontAlgn="auto">
              <a:lnSpc>
                <a:spcPct val="100000"/>
              </a:lnSpc>
              <a:spcBef>
                <a:spcPts val="0"/>
              </a:spcBef>
              <a:buFontTx/>
              <a:buNone/>
            </a:pPr>
            <a:r>
              <a:rPr lang="en-US" altLang="zh-CN" sz="2000" dirty="0">
                <a:ea typeface="宋体" panose="02010600030101010101" pitchFamily="2" charset="-122"/>
              </a:rPr>
              <a:t>         }</a:t>
            </a:r>
          </a:p>
          <a:p>
            <a:pPr fontAlgn="auto">
              <a:lnSpc>
                <a:spcPct val="100000"/>
              </a:lnSpc>
              <a:spcBef>
                <a:spcPts val="0"/>
              </a:spcBef>
              <a:buFontTx/>
              <a:buNone/>
            </a:pPr>
            <a:r>
              <a:rPr lang="en-US" altLang="zh-CN" sz="2000" dirty="0">
                <a:ea typeface="宋体" panose="02010600030101010101" pitchFamily="2" charset="-122"/>
              </a:rPr>
              <a:t>}</a:t>
            </a:r>
          </a:p>
        </p:txBody>
      </p:sp>
      <p:sp>
        <p:nvSpPr>
          <p:cNvPr id="28676" name="Slide Number Placeholder 3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557530" indent="-21463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857250" indent="-1714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200150" indent="-1714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1543050" indent="-1714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1885950" indent="-1714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228850" indent="-1714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2571750" indent="-1714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2914650" indent="-1714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fld id="{5B1DC4D9-1D25-415A-AC22-CB08EFE530DF}" type="slidenum">
              <a:rPr lang="en-US" altLang="zh-CN" sz="770" smtClean="0"/>
              <a:pPr/>
              <a:t>17</a:t>
            </a:fld>
            <a:endParaRPr lang="en-US" altLang="zh-CN" sz="770"/>
          </a:p>
        </p:txBody>
      </p:sp>
      <p:sp>
        <p:nvSpPr>
          <p:cNvPr id="2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fld id="{CC12593F-A7CF-4C84-8979-BC504AA700DD}" type="datetime1">
              <a:rPr lang="zh-CN" altLang="en-US" sz="770" smtClean="0"/>
              <a:pPr>
                <a:defRPr/>
              </a:pPr>
              <a:t>2025/12/16</a:t>
            </a:fld>
            <a:endParaRPr lang="zh-CN" altLang="en-US" sz="770"/>
          </a:p>
        </p:txBody>
      </p:sp>
      <p:sp>
        <p:nvSpPr>
          <p:cNvPr id="3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altLang="zh-CN" sz="770"/>
              <a:t>Stacks and Queues - Lecture 6</a:t>
            </a:r>
          </a:p>
        </p:txBody>
      </p:sp>
      <p:grpSp>
        <p:nvGrpSpPr>
          <p:cNvPr id="1279" name="组合 1278"/>
          <p:cNvGrpSpPr/>
          <p:nvPr/>
        </p:nvGrpSpPr>
        <p:grpSpPr>
          <a:xfrm>
            <a:off x="7763935" y="5163803"/>
            <a:ext cx="893233" cy="990600"/>
            <a:chOff x="2084388" y="1965325"/>
            <a:chExt cx="669925" cy="742950"/>
          </a:xfrm>
          <a:solidFill>
            <a:srgbClr val="1E7AB6"/>
          </a:solidFill>
        </p:grpSpPr>
        <p:sp>
          <p:nvSpPr>
            <p:cNvPr id="12811" name="Freeform 523"/>
            <p:cNvSpPr/>
            <p:nvPr>
              <p:custDataLst>
                <p:tags r:id="rId5"/>
              </p:custDataLst>
            </p:nvPr>
          </p:nvSpPr>
          <p:spPr bwMode="auto">
            <a:xfrm>
              <a:off x="2165351" y="2058988"/>
              <a:ext cx="85725" cy="117475"/>
            </a:xfrm>
            <a:custGeom>
              <a:avLst/>
              <a:gdLst/>
              <a:ahLst/>
              <a:cxnLst>
                <a:cxn ang="0">
                  <a:pos x="209" y="0"/>
                </a:cxn>
                <a:cxn ang="0">
                  <a:pos x="209" y="0"/>
                </a:cxn>
                <a:cxn ang="0">
                  <a:pos x="202" y="2"/>
                </a:cxn>
                <a:cxn ang="0">
                  <a:pos x="197" y="5"/>
                </a:cxn>
                <a:cxn ang="0">
                  <a:pos x="192" y="9"/>
                </a:cxn>
                <a:cxn ang="0">
                  <a:pos x="187" y="14"/>
                </a:cxn>
                <a:cxn ang="0">
                  <a:pos x="178" y="24"/>
                </a:cxn>
                <a:cxn ang="0">
                  <a:pos x="170" y="36"/>
                </a:cxn>
                <a:cxn ang="0">
                  <a:pos x="170" y="36"/>
                </a:cxn>
                <a:cxn ang="0">
                  <a:pos x="153" y="58"/>
                </a:cxn>
                <a:cxn ang="0">
                  <a:pos x="136" y="82"/>
                </a:cxn>
                <a:cxn ang="0">
                  <a:pos x="99" y="126"/>
                </a:cxn>
                <a:cxn ang="0">
                  <a:pos x="99" y="126"/>
                </a:cxn>
                <a:cxn ang="0">
                  <a:pos x="68" y="166"/>
                </a:cxn>
                <a:cxn ang="0">
                  <a:pos x="52" y="185"/>
                </a:cxn>
                <a:cxn ang="0">
                  <a:pos x="39" y="206"/>
                </a:cxn>
                <a:cxn ang="0">
                  <a:pos x="39" y="206"/>
                </a:cxn>
                <a:cxn ang="0">
                  <a:pos x="26" y="226"/>
                </a:cxn>
                <a:cxn ang="0">
                  <a:pos x="14" y="245"/>
                </a:cxn>
                <a:cxn ang="0">
                  <a:pos x="9" y="257"/>
                </a:cxn>
                <a:cxn ang="0">
                  <a:pos x="4" y="268"/>
                </a:cxn>
                <a:cxn ang="0">
                  <a:pos x="1" y="279"/>
                </a:cxn>
                <a:cxn ang="0">
                  <a:pos x="0" y="290"/>
                </a:cxn>
                <a:cxn ang="0">
                  <a:pos x="0" y="290"/>
                </a:cxn>
                <a:cxn ang="0">
                  <a:pos x="0" y="293"/>
                </a:cxn>
                <a:cxn ang="0">
                  <a:pos x="1" y="294"/>
                </a:cxn>
                <a:cxn ang="0">
                  <a:pos x="2" y="295"/>
                </a:cxn>
                <a:cxn ang="0">
                  <a:pos x="5" y="296"/>
                </a:cxn>
                <a:cxn ang="0">
                  <a:pos x="9" y="294"/>
                </a:cxn>
                <a:cxn ang="0">
                  <a:pos x="10" y="293"/>
                </a:cxn>
                <a:cxn ang="0">
                  <a:pos x="10" y="290"/>
                </a:cxn>
                <a:cxn ang="0">
                  <a:pos x="10" y="290"/>
                </a:cxn>
                <a:cxn ang="0">
                  <a:pos x="13" y="279"/>
                </a:cxn>
                <a:cxn ang="0">
                  <a:pos x="15" y="269"/>
                </a:cxn>
                <a:cxn ang="0">
                  <a:pos x="19" y="260"/>
                </a:cxn>
                <a:cxn ang="0">
                  <a:pos x="25" y="249"/>
                </a:cxn>
                <a:cxn ang="0">
                  <a:pos x="36" y="230"/>
                </a:cxn>
                <a:cxn ang="0">
                  <a:pos x="48" y="211"/>
                </a:cxn>
                <a:cxn ang="0">
                  <a:pos x="48" y="211"/>
                </a:cxn>
                <a:cxn ang="0">
                  <a:pos x="62" y="192"/>
                </a:cxn>
                <a:cxn ang="0">
                  <a:pos x="77" y="172"/>
                </a:cxn>
                <a:cxn ang="0">
                  <a:pos x="107" y="134"/>
                </a:cxn>
                <a:cxn ang="0">
                  <a:pos x="107" y="134"/>
                </a:cxn>
                <a:cxn ang="0">
                  <a:pos x="121" y="117"/>
                </a:cxn>
                <a:cxn ang="0">
                  <a:pos x="136" y="99"/>
                </a:cxn>
                <a:cxn ang="0">
                  <a:pos x="163" y="62"/>
                </a:cxn>
                <a:cxn ang="0">
                  <a:pos x="163" y="62"/>
                </a:cxn>
                <a:cxn ang="0">
                  <a:pos x="174" y="49"/>
                </a:cxn>
                <a:cxn ang="0">
                  <a:pos x="185" y="32"/>
                </a:cxn>
                <a:cxn ang="0">
                  <a:pos x="191" y="24"/>
                </a:cxn>
                <a:cxn ang="0">
                  <a:pos x="197" y="18"/>
                </a:cxn>
                <a:cxn ang="0">
                  <a:pos x="205" y="14"/>
                </a:cxn>
                <a:cxn ang="0">
                  <a:pos x="212" y="10"/>
                </a:cxn>
                <a:cxn ang="0">
                  <a:pos x="212" y="10"/>
                </a:cxn>
                <a:cxn ang="0">
                  <a:pos x="214" y="10"/>
                </a:cxn>
                <a:cxn ang="0">
                  <a:pos x="216" y="7"/>
                </a:cxn>
                <a:cxn ang="0">
                  <a:pos x="216" y="4"/>
                </a:cxn>
                <a:cxn ang="0">
                  <a:pos x="213" y="1"/>
                </a:cxn>
                <a:cxn ang="0">
                  <a:pos x="212" y="0"/>
                </a:cxn>
                <a:cxn ang="0">
                  <a:pos x="209" y="0"/>
                </a:cxn>
                <a:cxn ang="0">
                  <a:pos x="209" y="0"/>
                </a:cxn>
              </a:cxnLst>
              <a:rect l="0" t="0" r="r" b="b"/>
              <a:pathLst>
                <a:path w="216" h="296">
                  <a:moveTo>
                    <a:pt x="209" y="0"/>
                  </a:moveTo>
                  <a:lnTo>
                    <a:pt x="209" y="0"/>
                  </a:lnTo>
                  <a:lnTo>
                    <a:pt x="202" y="2"/>
                  </a:lnTo>
                  <a:lnTo>
                    <a:pt x="197" y="5"/>
                  </a:lnTo>
                  <a:lnTo>
                    <a:pt x="192" y="9"/>
                  </a:lnTo>
                  <a:lnTo>
                    <a:pt x="187" y="14"/>
                  </a:lnTo>
                  <a:lnTo>
                    <a:pt x="178" y="24"/>
                  </a:lnTo>
                  <a:lnTo>
                    <a:pt x="170" y="36"/>
                  </a:lnTo>
                  <a:lnTo>
                    <a:pt x="170" y="36"/>
                  </a:lnTo>
                  <a:lnTo>
                    <a:pt x="153" y="58"/>
                  </a:lnTo>
                  <a:lnTo>
                    <a:pt x="136" y="82"/>
                  </a:lnTo>
                  <a:lnTo>
                    <a:pt x="99" y="126"/>
                  </a:lnTo>
                  <a:lnTo>
                    <a:pt x="99" y="126"/>
                  </a:lnTo>
                  <a:lnTo>
                    <a:pt x="68" y="166"/>
                  </a:lnTo>
                  <a:lnTo>
                    <a:pt x="52" y="185"/>
                  </a:lnTo>
                  <a:lnTo>
                    <a:pt x="39" y="206"/>
                  </a:lnTo>
                  <a:lnTo>
                    <a:pt x="39" y="206"/>
                  </a:lnTo>
                  <a:lnTo>
                    <a:pt x="26" y="226"/>
                  </a:lnTo>
                  <a:lnTo>
                    <a:pt x="14" y="245"/>
                  </a:lnTo>
                  <a:lnTo>
                    <a:pt x="9" y="257"/>
                  </a:lnTo>
                  <a:lnTo>
                    <a:pt x="4" y="268"/>
                  </a:lnTo>
                  <a:lnTo>
                    <a:pt x="1" y="279"/>
                  </a:lnTo>
                  <a:lnTo>
                    <a:pt x="0" y="290"/>
                  </a:lnTo>
                  <a:lnTo>
                    <a:pt x="0" y="290"/>
                  </a:lnTo>
                  <a:lnTo>
                    <a:pt x="0" y="293"/>
                  </a:lnTo>
                  <a:lnTo>
                    <a:pt x="1" y="294"/>
                  </a:lnTo>
                  <a:lnTo>
                    <a:pt x="2" y="295"/>
                  </a:lnTo>
                  <a:lnTo>
                    <a:pt x="5" y="296"/>
                  </a:lnTo>
                  <a:lnTo>
                    <a:pt x="9" y="294"/>
                  </a:lnTo>
                  <a:lnTo>
                    <a:pt x="10" y="293"/>
                  </a:lnTo>
                  <a:lnTo>
                    <a:pt x="10" y="290"/>
                  </a:lnTo>
                  <a:lnTo>
                    <a:pt x="10" y="290"/>
                  </a:lnTo>
                  <a:lnTo>
                    <a:pt x="13" y="279"/>
                  </a:lnTo>
                  <a:lnTo>
                    <a:pt x="15" y="269"/>
                  </a:lnTo>
                  <a:lnTo>
                    <a:pt x="19" y="260"/>
                  </a:lnTo>
                  <a:lnTo>
                    <a:pt x="25" y="249"/>
                  </a:lnTo>
                  <a:lnTo>
                    <a:pt x="36" y="230"/>
                  </a:lnTo>
                  <a:lnTo>
                    <a:pt x="48" y="211"/>
                  </a:lnTo>
                  <a:lnTo>
                    <a:pt x="48" y="211"/>
                  </a:lnTo>
                  <a:lnTo>
                    <a:pt x="62" y="192"/>
                  </a:lnTo>
                  <a:lnTo>
                    <a:pt x="77" y="172"/>
                  </a:lnTo>
                  <a:lnTo>
                    <a:pt x="107" y="134"/>
                  </a:lnTo>
                  <a:lnTo>
                    <a:pt x="107" y="134"/>
                  </a:lnTo>
                  <a:lnTo>
                    <a:pt x="121" y="117"/>
                  </a:lnTo>
                  <a:lnTo>
                    <a:pt x="136" y="99"/>
                  </a:lnTo>
                  <a:lnTo>
                    <a:pt x="163" y="62"/>
                  </a:lnTo>
                  <a:lnTo>
                    <a:pt x="163" y="62"/>
                  </a:lnTo>
                  <a:lnTo>
                    <a:pt x="174" y="49"/>
                  </a:lnTo>
                  <a:lnTo>
                    <a:pt x="185" y="32"/>
                  </a:lnTo>
                  <a:lnTo>
                    <a:pt x="191" y="24"/>
                  </a:lnTo>
                  <a:lnTo>
                    <a:pt x="197" y="18"/>
                  </a:lnTo>
                  <a:lnTo>
                    <a:pt x="205" y="14"/>
                  </a:lnTo>
                  <a:lnTo>
                    <a:pt x="212" y="10"/>
                  </a:lnTo>
                  <a:lnTo>
                    <a:pt x="212" y="10"/>
                  </a:lnTo>
                  <a:lnTo>
                    <a:pt x="214" y="10"/>
                  </a:lnTo>
                  <a:lnTo>
                    <a:pt x="216" y="7"/>
                  </a:lnTo>
                  <a:lnTo>
                    <a:pt x="216" y="4"/>
                  </a:lnTo>
                  <a:lnTo>
                    <a:pt x="213" y="1"/>
                  </a:lnTo>
                  <a:lnTo>
                    <a:pt x="212" y="0"/>
                  </a:lnTo>
                  <a:lnTo>
                    <a:pt x="209" y="0"/>
                  </a:lnTo>
                  <a:lnTo>
                    <a:pt x="209" y="0"/>
                  </a:lnTo>
                  <a:close/>
                </a:path>
              </a:pathLst>
            </a:custGeom>
            <a:ln>
              <a:solidFill>
                <a:schemeClr val="accent1">
                  <a:alpha val="35000"/>
                </a:schemeClr>
              </a:solidFill>
            </a:ln>
          </p:spPr>
          <p:style>
            <a:lnRef idx="0">
              <a:srgbClr val="FFFFFF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12" name="Freeform 524"/>
            <p:cNvSpPr/>
            <p:nvPr>
              <p:custDataLst>
                <p:tags r:id="rId6"/>
              </p:custDataLst>
            </p:nvPr>
          </p:nvSpPr>
          <p:spPr bwMode="auto">
            <a:xfrm>
              <a:off x="2173288" y="2065338"/>
              <a:ext cx="122238" cy="155575"/>
            </a:xfrm>
            <a:custGeom>
              <a:avLst/>
              <a:gdLst/>
              <a:ahLst/>
              <a:cxnLst>
                <a:cxn ang="0">
                  <a:pos x="300" y="1"/>
                </a:cxn>
                <a:cxn ang="0">
                  <a:pos x="300" y="1"/>
                </a:cxn>
                <a:cxn ang="0">
                  <a:pos x="289" y="6"/>
                </a:cxn>
                <a:cxn ang="0">
                  <a:pos x="280" y="14"/>
                </a:cxn>
                <a:cxn ang="0">
                  <a:pos x="271" y="23"/>
                </a:cxn>
                <a:cxn ang="0">
                  <a:pos x="262" y="33"/>
                </a:cxn>
                <a:cxn ang="0">
                  <a:pos x="245" y="52"/>
                </a:cxn>
                <a:cxn ang="0">
                  <a:pos x="229" y="72"/>
                </a:cxn>
                <a:cxn ang="0">
                  <a:pos x="229" y="72"/>
                </a:cxn>
                <a:cxn ang="0">
                  <a:pos x="208" y="95"/>
                </a:cxn>
                <a:cxn ang="0">
                  <a:pos x="188" y="119"/>
                </a:cxn>
                <a:cxn ang="0">
                  <a:pos x="170" y="145"/>
                </a:cxn>
                <a:cxn ang="0">
                  <a:pos x="153" y="171"/>
                </a:cxn>
                <a:cxn ang="0">
                  <a:pos x="153" y="171"/>
                </a:cxn>
                <a:cxn ang="0">
                  <a:pos x="113" y="230"/>
                </a:cxn>
                <a:cxn ang="0">
                  <a:pos x="92" y="260"/>
                </a:cxn>
                <a:cxn ang="0">
                  <a:pos x="69" y="289"/>
                </a:cxn>
                <a:cxn ang="0">
                  <a:pos x="69" y="289"/>
                </a:cxn>
                <a:cxn ang="0">
                  <a:pos x="52" y="312"/>
                </a:cxn>
                <a:cxn ang="0">
                  <a:pos x="35" y="336"/>
                </a:cxn>
                <a:cxn ang="0">
                  <a:pos x="1" y="383"/>
                </a:cxn>
                <a:cxn ang="0">
                  <a:pos x="1" y="383"/>
                </a:cxn>
                <a:cxn ang="0">
                  <a:pos x="0" y="386"/>
                </a:cxn>
                <a:cxn ang="0">
                  <a:pos x="0" y="388"/>
                </a:cxn>
                <a:cxn ang="0">
                  <a:pos x="1" y="390"/>
                </a:cxn>
                <a:cxn ang="0">
                  <a:pos x="3" y="391"/>
                </a:cxn>
                <a:cxn ang="0">
                  <a:pos x="7" y="392"/>
                </a:cxn>
                <a:cxn ang="0">
                  <a:pos x="9" y="391"/>
                </a:cxn>
                <a:cxn ang="0">
                  <a:pos x="10" y="390"/>
                </a:cxn>
                <a:cxn ang="0">
                  <a:pos x="10" y="390"/>
                </a:cxn>
                <a:cxn ang="0">
                  <a:pos x="44" y="343"/>
                </a:cxn>
                <a:cxn ang="0">
                  <a:pos x="60" y="320"/>
                </a:cxn>
                <a:cxn ang="0">
                  <a:pos x="77" y="297"/>
                </a:cxn>
                <a:cxn ang="0">
                  <a:pos x="77" y="297"/>
                </a:cxn>
                <a:cxn ang="0">
                  <a:pos x="113" y="251"/>
                </a:cxn>
                <a:cxn ang="0">
                  <a:pos x="130" y="226"/>
                </a:cxn>
                <a:cxn ang="0">
                  <a:pos x="145" y="203"/>
                </a:cxn>
                <a:cxn ang="0">
                  <a:pos x="145" y="203"/>
                </a:cxn>
                <a:cxn ang="0">
                  <a:pos x="164" y="174"/>
                </a:cxn>
                <a:cxn ang="0">
                  <a:pos x="183" y="146"/>
                </a:cxn>
                <a:cxn ang="0">
                  <a:pos x="203" y="120"/>
                </a:cxn>
                <a:cxn ang="0">
                  <a:pos x="224" y="94"/>
                </a:cxn>
                <a:cxn ang="0">
                  <a:pos x="224" y="94"/>
                </a:cxn>
                <a:cxn ang="0">
                  <a:pos x="243" y="72"/>
                </a:cxn>
                <a:cxn ang="0">
                  <a:pos x="263" y="51"/>
                </a:cxn>
                <a:cxn ang="0">
                  <a:pos x="263" y="51"/>
                </a:cxn>
                <a:cxn ang="0">
                  <a:pos x="283" y="29"/>
                </a:cxn>
                <a:cxn ang="0">
                  <a:pos x="293" y="18"/>
                </a:cxn>
                <a:cxn ang="0">
                  <a:pos x="300" y="14"/>
                </a:cxn>
                <a:cxn ang="0">
                  <a:pos x="306" y="10"/>
                </a:cxn>
                <a:cxn ang="0">
                  <a:pos x="306" y="10"/>
                </a:cxn>
                <a:cxn ang="0">
                  <a:pos x="307" y="9"/>
                </a:cxn>
                <a:cxn ang="0">
                  <a:pos x="309" y="8"/>
                </a:cxn>
                <a:cxn ang="0">
                  <a:pos x="309" y="5"/>
                </a:cxn>
                <a:cxn ang="0">
                  <a:pos x="307" y="4"/>
                </a:cxn>
                <a:cxn ang="0">
                  <a:pos x="305" y="1"/>
                </a:cxn>
                <a:cxn ang="0">
                  <a:pos x="302" y="0"/>
                </a:cxn>
                <a:cxn ang="0">
                  <a:pos x="300" y="1"/>
                </a:cxn>
                <a:cxn ang="0">
                  <a:pos x="300" y="1"/>
                </a:cxn>
              </a:cxnLst>
              <a:rect l="0" t="0" r="r" b="b"/>
              <a:pathLst>
                <a:path w="309" h="392">
                  <a:moveTo>
                    <a:pt x="300" y="1"/>
                  </a:moveTo>
                  <a:lnTo>
                    <a:pt x="300" y="1"/>
                  </a:lnTo>
                  <a:lnTo>
                    <a:pt x="289" y="6"/>
                  </a:lnTo>
                  <a:lnTo>
                    <a:pt x="280" y="14"/>
                  </a:lnTo>
                  <a:lnTo>
                    <a:pt x="271" y="23"/>
                  </a:lnTo>
                  <a:lnTo>
                    <a:pt x="262" y="33"/>
                  </a:lnTo>
                  <a:lnTo>
                    <a:pt x="245" y="52"/>
                  </a:lnTo>
                  <a:lnTo>
                    <a:pt x="229" y="72"/>
                  </a:lnTo>
                  <a:lnTo>
                    <a:pt x="229" y="72"/>
                  </a:lnTo>
                  <a:lnTo>
                    <a:pt x="208" y="95"/>
                  </a:lnTo>
                  <a:lnTo>
                    <a:pt x="188" y="119"/>
                  </a:lnTo>
                  <a:lnTo>
                    <a:pt x="170" y="145"/>
                  </a:lnTo>
                  <a:lnTo>
                    <a:pt x="153" y="171"/>
                  </a:lnTo>
                  <a:lnTo>
                    <a:pt x="153" y="171"/>
                  </a:lnTo>
                  <a:lnTo>
                    <a:pt x="113" y="230"/>
                  </a:lnTo>
                  <a:lnTo>
                    <a:pt x="92" y="260"/>
                  </a:lnTo>
                  <a:lnTo>
                    <a:pt x="69" y="289"/>
                  </a:lnTo>
                  <a:lnTo>
                    <a:pt x="69" y="289"/>
                  </a:lnTo>
                  <a:lnTo>
                    <a:pt x="52" y="312"/>
                  </a:lnTo>
                  <a:lnTo>
                    <a:pt x="35" y="336"/>
                  </a:lnTo>
                  <a:lnTo>
                    <a:pt x="1" y="383"/>
                  </a:lnTo>
                  <a:lnTo>
                    <a:pt x="1" y="383"/>
                  </a:lnTo>
                  <a:lnTo>
                    <a:pt x="0" y="386"/>
                  </a:lnTo>
                  <a:lnTo>
                    <a:pt x="0" y="388"/>
                  </a:lnTo>
                  <a:lnTo>
                    <a:pt x="1" y="390"/>
                  </a:lnTo>
                  <a:lnTo>
                    <a:pt x="3" y="391"/>
                  </a:lnTo>
                  <a:lnTo>
                    <a:pt x="7" y="392"/>
                  </a:lnTo>
                  <a:lnTo>
                    <a:pt x="9" y="391"/>
                  </a:lnTo>
                  <a:lnTo>
                    <a:pt x="10" y="390"/>
                  </a:lnTo>
                  <a:lnTo>
                    <a:pt x="10" y="390"/>
                  </a:lnTo>
                  <a:lnTo>
                    <a:pt x="44" y="343"/>
                  </a:lnTo>
                  <a:lnTo>
                    <a:pt x="60" y="320"/>
                  </a:lnTo>
                  <a:lnTo>
                    <a:pt x="77" y="297"/>
                  </a:lnTo>
                  <a:lnTo>
                    <a:pt x="77" y="297"/>
                  </a:lnTo>
                  <a:lnTo>
                    <a:pt x="113" y="251"/>
                  </a:lnTo>
                  <a:lnTo>
                    <a:pt x="130" y="226"/>
                  </a:lnTo>
                  <a:lnTo>
                    <a:pt x="145" y="203"/>
                  </a:lnTo>
                  <a:lnTo>
                    <a:pt x="145" y="203"/>
                  </a:lnTo>
                  <a:lnTo>
                    <a:pt x="164" y="174"/>
                  </a:lnTo>
                  <a:lnTo>
                    <a:pt x="183" y="146"/>
                  </a:lnTo>
                  <a:lnTo>
                    <a:pt x="203" y="120"/>
                  </a:lnTo>
                  <a:lnTo>
                    <a:pt x="224" y="94"/>
                  </a:lnTo>
                  <a:lnTo>
                    <a:pt x="224" y="94"/>
                  </a:lnTo>
                  <a:lnTo>
                    <a:pt x="243" y="72"/>
                  </a:lnTo>
                  <a:lnTo>
                    <a:pt x="263" y="51"/>
                  </a:lnTo>
                  <a:lnTo>
                    <a:pt x="263" y="51"/>
                  </a:lnTo>
                  <a:lnTo>
                    <a:pt x="283" y="29"/>
                  </a:lnTo>
                  <a:lnTo>
                    <a:pt x="293" y="18"/>
                  </a:lnTo>
                  <a:lnTo>
                    <a:pt x="300" y="14"/>
                  </a:lnTo>
                  <a:lnTo>
                    <a:pt x="306" y="10"/>
                  </a:lnTo>
                  <a:lnTo>
                    <a:pt x="306" y="10"/>
                  </a:lnTo>
                  <a:lnTo>
                    <a:pt x="307" y="9"/>
                  </a:lnTo>
                  <a:lnTo>
                    <a:pt x="309" y="8"/>
                  </a:lnTo>
                  <a:lnTo>
                    <a:pt x="309" y="5"/>
                  </a:lnTo>
                  <a:lnTo>
                    <a:pt x="307" y="4"/>
                  </a:lnTo>
                  <a:lnTo>
                    <a:pt x="305" y="1"/>
                  </a:lnTo>
                  <a:lnTo>
                    <a:pt x="302" y="0"/>
                  </a:lnTo>
                  <a:lnTo>
                    <a:pt x="300" y="1"/>
                  </a:lnTo>
                  <a:lnTo>
                    <a:pt x="300" y="1"/>
                  </a:lnTo>
                  <a:close/>
                </a:path>
              </a:pathLst>
            </a:custGeom>
            <a:ln>
              <a:solidFill>
                <a:schemeClr val="accent1">
                  <a:alpha val="35000"/>
                </a:schemeClr>
              </a:solidFill>
            </a:ln>
          </p:spPr>
          <p:style>
            <a:lnRef idx="0">
              <a:srgbClr val="FFFFFF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13" name="Freeform 525"/>
            <p:cNvSpPr/>
            <p:nvPr>
              <p:custDataLst>
                <p:tags r:id="rId7"/>
              </p:custDataLst>
            </p:nvPr>
          </p:nvSpPr>
          <p:spPr bwMode="auto">
            <a:xfrm>
              <a:off x="2217738" y="2063750"/>
              <a:ext cx="133350" cy="182563"/>
            </a:xfrm>
            <a:custGeom>
              <a:avLst/>
              <a:gdLst/>
              <a:ahLst/>
              <a:cxnLst>
                <a:cxn ang="0">
                  <a:pos x="325" y="3"/>
                </a:cxn>
                <a:cxn ang="0">
                  <a:pos x="251" y="78"/>
                </a:cxn>
                <a:cxn ang="0">
                  <a:pos x="229" y="105"/>
                </a:cxn>
                <a:cxn ang="0">
                  <a:pos x="192" y="158"/>
                </a:cxn>
                <a:cxn ang="0">
                  <a:pos x="160" y="213"/>
                </a:cxn>
                <a:cxn ang="0">
                  <a:pos x="139" y="243"/>
                </a:cxn>
                <a:cxn ang="0">
                  <a:pos x="92" y="301"/>
                </a:cxn>
                <a:cxn ang="0">
                  <a:pos x="71" y="331"/>
                </a:cxn>
                <a:cxn ang="0">
                  <a:pos x="55" y="362"/>
                </a:cxn>
                <a:cxn ang="0">
                  <a:pos x="37" y="391"/>
                </a:cxn>
                <a:cxn ang="0">
                  <a:pos x="29" y="405"/>
                </a:cxn>
                <a:cxn ang="0">
                  <a:pos x="17" y="429"/>
                </a:cxn>
                <a:cxn ang="0">
                  <a:pos x="8" y="442"/>
                </a:cxn>
                <a:cxn ang="0">
                  <a:pos x="3" y="446"/>
                </a:cxn>
                <a:cxn ang="0">
                  <a:pos x="0" y="450"/>
                </a:cxn>
                <a:cxn ang="0">
                  <a:pos x="4" y="456"/>
                </a:cxn>
                <a:cxn ang="0">
                  <a:pos x="8" y="456"/>
                </a:cxn>
                <a:cxn ang="0">
                  <a:pos x="13" y="452"/>
                </a:cxn>
                <a:cxn ang="0">
                  <a:pos x="25" y="435"/>
                </a:cxn>
                <a:cxn ang="0">
                  <a:pos x="41" y="408"/>
                </a:cxn>
                <a:cxn ang="0">
                  <a:pos x="56" y="382"/>
                </a:cxn>
                <a:cxn ang="0">
                  <a:pos x="88" y="330"/>
                </a:cxn>
                <a:cxn ang="0">
                  <a:pos x="100" y="313"/>
                </a:cxn>
                <a:cxn ang="0">
                  <a:pos x="137" y="268"/>
                </a:cxn>
                <a:cxn ang="0">
                  <a:pos x="149" y="252"/>
                </a:cxn>
                <a:cxn ang="0">
                  <a:pos x="187" y="190"/>
                </a:cxn>
                <a:cxn ang="0">
                  <a:pos x="226" y="128"/>
                </a:cxn>
                <a:cxn ang="0">
                  <a:pos x="238" y="111"/>
                </a:cxn>
                <a:cxn ang="0">
                  <a:pos x="276" y="67"/>
                </a:cxn>
                <a:cxn ang="0">
                  <a:pos x="332" y="10"/>
                </a:cxn>
                <a:cxn ang="0">
                  <a:pos x="334" y="8"/>
                </a:cxn>
                <a:cxn ang="0">
                  <a:pos x="332" y="3"/>
                </a:cxn>
                <a:cxn ang="0">
                  <a:pos x="327" y="1"/>
                </a:cxn>
                <a:cxn ang="0">
                  <a:pos x="325" y="3"/>
                </a:cxn>
              </a:cxnLst>
              <a:rect l="0" t="0" r="r" b="b"/>
              <a:pathLst>
                <a:path w="334" h="458">
                  <a:moveTo>
                    <a:pt x="325" y="3"/>
                  </a:moveTo>
                  <a:lnTo>
                    <a:pt x="325" y="3"/>
                  </a:lnTo>
                  <a:lnTo>
                    <a:pt x="275" y="52"/>
                  </a:lnTo>
                  <a:lnTo>
                    <a:pt x="251" y="78"/>
                  </a:lnTo>
                  <a:lnTo>
                    <a:pt x="229" y="105"/>
                  </a:lnTo>
                  <a:lnTo>
                    <a:pt x="229" y="105"/>
                  </a:lnTo>
                  <a:lnTo>
                    <a:pt x="209" y="131"/>
                  </a:lnTo>
                  <a:lnTo>
                    <a:pt x="192" y="158"/>
                  </a:lnTo>
                  <a:lnTo>
                    <a:pt x="160" y="213"/>
                  </a:lnTo>
                  <a:lnTo>
                    <a:pt x="160" y="213"/>
                  </a:lnTo>
                  <a:lnTo>
                    <a:pt x="151" y="229"/>
                  </a:lnTo>
                  <a:lnTo>
                    <a:pt x="139" y="243"/>
                  </a:lnTo>
                  <a:lnTo>
                    <a:pt x="115" y="272"/>
                  </a:lnTo>
                  <a:lnTo>
                    <a:pt x="92" y="301"/>
                  </a:lnTo>
                  <a:lnTo>
                    <a:pt x="81" y="316"/>
                  </a:lnTo>
                  <a:lnTo>
                    <a:pt x="71" y="331"/>
                  </a:lnTo>
                  <a:lnTo>
                    <a:pt x="71" y="331"/>
                  </a:lnTo>
                  <a:lnTo>
                    <a:pt x="55" y="362"/>
                  </a:lnTo>
                  <a:lnTo>
                    <a:pt x="46" y="377"/>
                  </a:lnTo>
                  <a:lnTo>
                    <a:pt x="37" y="391"/>
                  </a:lnTo>
                  <a:lnTo>
                    <a:pt x="37" y="391"/>
                  </a:lnTo>
                  <a:lnTo>
                    <a:pt x="29" y="405"/>
                  </a:lnTo>
                  <a:lnTo>
                    <a:pt x="21" y="421"/>
                  </a:lnTo>
                  <a:lnTo>
                    <a:pt x="17" y="429"/>
                  </a:lnTo>
                  <a:lnTo>
                    <a:pt x="13" y="435"/>
                  </a:lnTo>
                  <a:lnTo>
                    <a:pt x="8" y="442"/>
                  </a:lnTo>
                  <a:lnTo>
                    <a:pt x="3" y="446"/>
                  </a:lnTo>
                  <a:lnTo>
                    <a:pt x="3" y="446"/>
                  </a:lnTo>
                  <a:lnTo>
                    <a:pt x="0" y="449"/>
                  </a:lnTo>
                  <a:lnTo>
                    <a:pt x="0" y="450"/>
                  </a:lnTo>
                  <a:lnTo>
                    <a:pt x="0" y="454"/>
                  </a:lnTo>
                  <a:lnTo>
                    <a:pt x="4" y="456"/>
                  </a:lnTo>
                  <a:lnTo>
                    <a:pt x="5" y="458"/>
                  </a:lnTo>
                  <a:lnTo>
                    <a:pt x="8" y="456"/>
                  </a:lnTo>
                  <a:lnTo>
                    <a:pt x="8" y="456"/>
                  </a:lnTo>
                  <a:lnTo>
                    <a:pt x="13" y="452"/>
                  </a:lnTo>
                  <a:lnTo>
                    <a:pt x="18" y="447"/>
                  </a:lnTo>
                  <a:lnTo>
                    <a:pt x="25" y="435"/>
                  </a:lnTo>
                  <a:lnTo>
                    <a:pt x="25" y="435"/>
                  </a:lnTo>
                  <a:lnTo>
                    <a:pt x="41" y="408"/>
                  </a:lnTo>
                  <a:lnTo>
                    <a:pt x="56" y="382"/>
                  </a:lnTo>
                  <a:lnTo>
                    <a:pt x="56" y="382"/>
                  </a:lnTo>
                  <a:lnTo>
                    <a:pt x="77" y="347"/>
                  </a:lnTo>
                  <a:lnTo>
                    <a:pt x="88" y="330"/>
                  </a:lnTo>
                  <a:lnTo>
                    <a:pt x="100" y="313"/>
                  </a:lnTo>
                  <a:lnTo>
                    <a:pt x="100" y="313"/>
                  </a:lnTo>
                  <a:lnTo>
                    <a:pt x="124" y="282"/>
                  </a:lnTo>
                  <a:lnTo>
                    <a:pt x="137" y="268"/>
                  </a:lnTo>
                  <a:lnTo>
                    <a:pt x="149" y="252"/>
                  </a:lnTo>
                  <a:lnTo>
                    <a:pt x="149" y="252"/>
                  </a:lnTo>
                  <a:lnTo>
                    <a:pt x="169" y="221"/>
                  </a:lnTo>
                  <a:lnTo>
                    <a:pt x="187" y="190"/>
                  </a:lnTo>
                  <a:lnTo>
                    <a:pt x="207" y="158"/>
                  </a:lnTo>
                  <a:lnTo>
                    <a:pt x="226" y="128"/>
                  </a:lnTo>
                  <a:lnTo>
                    <a:pt x="226" y="128"/>
                  </a:lnTo>
                  <a:lnTo>
                    <a:pt x="238" y="111"/>
                  </a:lnTo>
                  <a:lnTo>
                    <a:pt x="250" y="95"/>
                  </a:lnTo>
                  <a:lnTo>
                    <a:pt x="276" y="67"/>
                  </a:lnTo>
                  <a:lnTo>
                    <a:pt x="305" y="38"/>
                  </a:lnTo>
                  <a:lnTo>
                    <a:pt x="332" y="10"/>
                  </a:lnTo>
                  <a:lnTo>
                    <a:pt x="332" y="10"/>
                  </a:lnTo>
                  <a:lnTo>
                    <a:pt x="334" y="8"/>
                  </a:lnTo>
                  <a:lnTo>
                    <a:pt x="334" y="7"/>
                  </a:lnTo>
                  <a:lnTo>
                    <a:pt x="332" y="3"/>
                  </a:lnTo>
                  <a:lnTo>
                    <a:pt x="328" y="0"/>
                  </a:lnTo>
                  <a:lnTo>
                    <a:pt x="327" y="1"/>
                  </a:lnTo>
                  <a:lnTo>
                    <a:pt x="325" y="3"/>
                  </a:lnTo>
                  <a:lnTo>
                    <a:pt x="325" y="3"/>
                  </a:lnTo>
                  <a:close/>
                </a:path>
              </a:pathLst>
            </a:custGeom>
            <a:ln>
              <a:solidFill>
                <a:schemeClr val="accent1">
                  <a:alpha val="35000"/>
                </a:schemeClr>
              </a:solidFill>
            </a:ln>
          </p:spPr>
          <p:style>
            <a:lnRef idx="0">
              <a:srgbClr val="FFFFFF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14" name="Freeform 526"/>
            <p:cNvSpPr/>
            <p:nvPr>
              <p:custDataLst>
                <p:tags r:id="rId8"/>
              </p:custDataLst>
            </p:nvPr>
          </p:nvSpPr>
          <p:spPr bwMode="auto">
            <a:xfrm>
              <a:off x="2266951" y="2062163"/>
              <a:ext cx="141288" cy="188913"/>
            </a:xfrm>
            <a:custGeom>
              <a:avLst/>
              <a:gdLst/>
              <a:ahLst/>
              <a:cxnLst>
                <a:cxn ang="0">
                  <a:pos x="348" y="2"/>
                </a:cxn>
                <a:cxn ang="0">
                  <a:pos x="348" y="2"/>
                </a:cxn>
                <a:cxn ang="0">
                  <a:pos x="297" y="53"/>
                </a:cxn>
                <a:cxn ang="0">
                  <a:pos x="250" y="106"/>
                </a:cxn>
                <a:cxn ang="0">
                  <a:pos x="203" y="161"/>
                </a:cxn>
                <a:cxn ang="0">
                  <a:pos x="180" y="190"/>
                </a:cxn>
                <a:cxn ang="0">
                  <a:pos x="159" y="219"/>
                </a:cxn>
                <a:cxn ang="0">
                  <a:pos x="159" y="219"/>
                </a:cxn>
                <a:cxn ang="0">
                  <a:pos x="137" y="250"/>
                </a:cxn>
                <a:cxn ang="0">
                  <a:pos x="116" y="282"/>
                </a:cxn>
                <a:cxn ang="0">
                  <a:pos x="76" y="344"/>
                </a:cxn>
                <a:cxn ang="0">
                  <a:pos x="76" y="344"/>
                </a:cxn>
                <a:cxn ang="0">
                  <a:pos x="56" y="377"/>
                </a:cxn>
                <a:cxn ang="0">
                  <a:pos x="38" y="410"/>
                </a:cxn>
                <a:cxn ang="0">
                  <a:pos x="38" y="410"/>
                </a:cxn>
                <a:cxn ang="0">
                  <a:pos x="30" y="425"/>
                </a:cxn>
                <a:cxn ang="0">
                  <a:pos x="23" y="441"/>
                </a:cxn>
                <a:cxn ang="0">
                  <a:pos x="19" y="449"/>
                </a:cxn>
                <a:cxn ang="0">
                  <a:pos x="14" y="456"/>
                </a:cxn>
                <a:cxn ang="0">
                  <a:pos x="9" y="462"/>
                </a:cxn>
                <a:cxn ang="0">
                  <a:pos x="2" y="469"/>
                </a:cxn>
                <a:cxn ang="0">
                  <a:pos x="2" y="469"/>
                </a:cxn>
                <a:cxn ang="0">
                  <a:pos x="0" y="471"/>
                </a:cxn>
                <a:cxn ang="0">
                  <a:pos x="0" y="473"/>
                </a:cxn>
                <a:cxn ang="0">
                  <a:pos x="1" y="476"/>
                </a:cxn>
                <a:cxn ang="0">
                  <a:pos x="2" y="479"/>
                </a:cxn>
                <a:cxn ang="0">
                  <a:pos x="4" y="479"/>
                </a:cxn>
                <a:cxn ang="0">
                  <a:pos x="5" y="479"/>
                </a:cxn>
                <a:cxn ang="0">
                  <a:pos x="8" y="479"/>
                </a:cxn>
                <a:cxn ang="0">
                  <a:pos x="8" y="479"/>
                </a:cxn>
                <a:cxn ang="0">
                  <a:pos x="18" y="470"/>
                </a:cxn>
                <a:cxn ang="0">
                  <a:pos x="26" y="459"/>
                </a:cxn>
                <a:cxn ang="0">
                  <a:pos x="34" y="448"/>
                </a:cxn>
                <a:cxn ang="0">
                  <a:pos x="40" y="436"/>
                </a:cxn>
                <a:cxn ang="0">
                  <a:pos x="51" y="412"/>
                </a:cxn>
                <a:cxn ang="0">
                  <a:pos x="64" y="388"/>
                </a:cxn>
                <a:cxn ang="0">
                  <a:pos x="64" y="388"/>
                </a:cxn>
                <a:cxn ang="0">
                  <a:pos x="83" y="352"/>
                </a:cxn>
                <a:cxn ang="0">
                  <a:pos x="106" y="318"/>
                </a:cxn>
                <a:cxn ang="0">
                  <a:pos x="150" y="250"/>
                </a:cxn>
                <a:cxn ang="0">
                  <a:pos x="150" y="250"/>
                </a:cxn>
                <a:cxn ang="0">
                  <a:pos x="174" y="218"/>
                </a:cxn>
                <a:cxn ang="0">
                  <a:pos x="197" y="186"/>
                </a:cxn>
                <a:cxn ang="0">
                  <a:pos x="222" y="156"/>
                </a:cxn>
                <a:cxn ang="0">
                  <a:pos x="247" y="125"/>
                </a:cxn>
                <a:cxn ang="0">
                  <a:pos x="273" y="96"/>
                </a:cxn>
                <a:cxn ang="0">
                  <a:pos x="301" y="66"/>
                </a:cxn>
                <a:cxn ang="0">
                  <a:pos x="356" y="10"/>
                </a:cxn>
                <a:cxn ang="0">
                  <a:pos x="356" y="10"/>
                </a:cxn>
                <a:cxn ang="0">
                  <a:pos x="357" y="7"/>
                </a:cxn>
                <a:cxn ang="0">
                  <a:pos x="357" y="6"/>
                </a:cxn>
                <a:cxn ang="0">
                  <a:pos x="356" y="2"/>
                </a:cxn>
                <a:cxn ang="0">
                  <a:pos x="352" y="0"/>
                </a:cxn>
                <a:cxn ang="0">
                  <a:pos x="349" y="0"/>
                </a:cxn>
                <a:cxn ang="0">
                  <a:pos x="348" y="2"/>
                </a:cxn>
                <a:cxn ang="0">
                  <a:pos x="348" y="2"/>
                </a:cxn>
              </a:cxnLst>
              <a:rect l="0" t="0" r="r" b="b"/>
              <a:pathLst>
                <a:path w="357" h="479">
                  <a:moveTo>
                    <a:pt x="348" y="2"/>
                  </a:moveTo>
                  <a:lnTo>
                    <a:pt x="348" y="2"/>
                  </a:lnTo>
                  <a:lnTo>
                    <a:pt x="297" y="53"/>
                  </a:lnTo>
                  <a:lnTo>
                    <a:pt x="250" y="106"/>
                  </a:lnTo>
                  <a:lnTo>
                    <a:pt x="203" y="161"/>
                  </a:lnTo>
                  <a:lnTo>
                    <a:pt x="180" y="190"/>
                  </a:lnTo>
                  <a:lnTo>
                    <a:pt x="159" y="219"/>
                  </a:lnTo>
                  <a:lnTo>
                    <a:pt x="159" y="219"/>
                  </a:lnTo>
                  <a:lnTo>
                    <a:pt x="137" y="250"/>
                  </a:lnTo>
                  <a:lnTo>
                    <a:pt x="116" y="282"/>
                  </a:lnTo>
                  <a:lnTo>
                    <a:pt x="76" y="344"/>
                  </a:lnTo>
                  <a:lnTo>
                    <a:pt x="76" y="344"/>
                  </a:lnTo>
                  <a:lnTo>
                    <a:pt x="56" y="377"/>
                  </a:lnTo>
                  <a:lnTo>
                    <a:pt x="38" y="410"/>
                  </a:lnTo>
                  <a:lnTo>
                    <a:pt x="38" y="410"/>
                  </a:lnTo>
                  <a:lnTo>
                    <a:pt x="30" y="425"/>
                  </a:lnTo>
                  <a:lnTo>
                    <a:pt x="23" y="441"/>
                  </a:lnTo>
                  <a:lnTo>
                    <a:pt x="19" y="449"/>
                  </a:lnTo>
                  <a:lnTo>
                    <a:pt x="14" y="456"/>
                  </a:lnTo>
                  <a:lnTo>
                    <a:pt x="9" y="462"/>
                  </a:lnTo>
                  <a:lnTo>
                    <a:pt x="2" y="469"/>
                  </a:lnTo>
                  <a:lnTo>
                    <a:pt x="2" y="469"/>
                  </a:lnTo>
                  <a:lnTo>
                    <a:pt x="0" y="471"/>
                  </a:lnTo>
                  <a:lnTo>
                    <a:pt x="0" y="473"/>
                  </a:lnTo>
                  <a:lnTo>
                    <a:pt x="1" y="476"/>
                  </a:lnTo>
                  <a:lnTo>
                    <a:pt x="2" y="479"/>
                  </a:lnTo>
                  <a:lnTo>
                    <a:pt x="4" y="479"/>
                  </a:lnTo>
                  <a:lnTo>
                    <a:pt x="5" y="479"/>
                  </a:lnTo>
                  <a:lnTo>
                    <a:pt x="8" y="479"/>
                  </a:lnTo>
                  <a:lnTo>
                    <a:pt x="8" y="479"/>
                  </a:lnTo>
                  <a:lnTo>
                    <a:pt x="18" y="470"/>
                  </a:lnTo>
                  <a:lnTo>
                    <a:pt x="26" y="459"/>
                  </a:lnTo>
                  <a:lnTo>
                    <a:pt x="34" y="448"/>
                  </a:lnTo>
                  <a:lnTo>
                    <a:pt x="40" y="436"/>
                  </a:lnTo>
                  <a:lnTo>
                    <a:pt x="51" y="412"/>
                  </a:lnTo>
                  <a:lnTo>
                    <a:pt x="64" y="388"/>
                  </a:lnTo>
                  <a:lnTo>
                    <a:pt x="64" y="388"/>
                  </a:lnTo>
                  <a:lnTo>
                    <a:pt x="83" y="352"/>
                  </a:lnTo>
                  <a:lnTo>
                    <a:pt x="106" y="318"/>
                  </a:lnTo>
                  <a:lnTo>
                    <a:pt x="150" y="250"/>
                  </a:lnTo>
                  <a:lnTo>
                    <a:pt x="150" y="250"/>
                  </a:lnTo>
                  <a:lnTo>
                    <a:pt x="174" y="218"/>
                  </a:lnTo>
                  <a:lnTo>
                    <a:pt x="197" y="186"/>
                  </a:lnTo>
                  <a:lnTo>
                    <a:pt x="222" y="156"/>
                  </a:lnTo>
                  <a:lnTo>
                    <a:pt x="247" y="125"/>
                  </a:lnTo>
                  <a:lnTo>
                    <a:pt x="273" y="96"/>
                  </a:lnTo>
                  <a:lnTo>
                    <a:pt x="301" y="66"/>
                  </a:lnTo>
                  <a:lnTo>
                    <a:pt x="356" y="10"/>
                  </a:lnTo>
                  <a:lnTo>
                    <a:pt x="356" y="10"/>
                  </a:lnTo>
                  <a:lnTo>
                    <a:pt x="357" y="7"/>
                  </a:lnTo>
                  <a:lnTo>
                    <a:pt x="357" y="6"/>
                  </a:lnTo>
                  <a:lnTo>
                    <a:pt x="356" y="2"/>
                  </a:lnTo>
                  <a:lnTo>
                    <a:pt x="352" y="0"/>
                  </a:lnTo>
                  <a:lnTo>
                    <a:pt x="349" y="0"/>
                  </a:lnTo>
                  <a:lnTo>
                    <a:pt x="348" y="2"/>
                  </a:lnTo>
                  <a:lnTo>
                    <a:pt x="348" y="2"/>
                  </a:lnTo>
                  <a:close/>
                </a:path>
              </a:pathLst>
            </a:custGeom>
            <a:ln>
              <a:solidFill>
                <a:schemeClr val="accent1">
                  <a:alpha val="35000"/>
                </a:schemeClr>
              </a:solidFill>
            </a:ln>
          </p:spPr>
          <p:style>
            <a:lnRef idx="0">
              <a:srgbClr val="FFFFFF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15" name="Freeform 527"/>
            <p:cNvSpPr/>
            <p:nvPr>
              <p:custDataLst>
                <p:tags r:id="rId9"/>
              </p:custDataLst>
            </p:nvPr>
          </p:nvSpPr>
          <p:spPr bwMode="auto">
            <a:xfrm>
              <a:off x="2327276" y="2062163"/>
              <a:ext cx="134938" cy="182563"/>
            </a:xfrm>
            <a:custGeom>
              <a:avLst/>
              <a:gdLst/>
              <a:ahLst/>
              <a:cxnLst>
                <a:cxn ang="0">
                  <a:pos x="332" y="3"/>
                </a:cxn>
                <a:cxn ang="0">
                  <a:pos x="332" y="3"/>
                </a:cxn>
                <a:cxn ang="0">
                  <a:pos x="321" y="16"/>
                </a:cxn>
                <a:cxn ang="0">
                  <a:pos x="310" y="29"/>
                </a:cxn>
                <a:cxn ang="0">
                  <a:pos x="298" y="42"/>
                </a:cxn>
                <a:cxn ang="0">
                  <a:pos x="286" y="55"/>
                </a:cxn>
                <a:cxn ang="0">
                  <a:pos x="286" y="55"/>
                </a:cxn>
                <a:cxn ang="0">
                  <a:pos x="261" y="87"/>
                </a:cxn>
                <a:cxn ang="0">
                  <a:pos x="236" y="118"/>
                </a:cxn>
                <a:cxn ang="0">
                  <a:pos x="236" y="118"/>
                </a:cxn>
                <a:cxn ang="0">
                  <a:pos x="176" y="190"/>
                </a:cxn>
                <a:cxn ang="0">
                  <a:pos x="117" y="262"/>
                </a:cxn>
                <a:cxn ang="0">
                  <a:pos x="117" y="262"/>
                </a:cxn>
                <a:cxn ang="0">
                  <a:pos x="94" y="293"/>
                </a:cxn>
                <a:cxn ang="0">
                  <a:pos x="71" y="326"/>
                </a:cxn>
                <a:cxn ang="0">
                  <a:pos x="52" y="360"/>
                </a:cxn>
                <a:cxn ang="0">
                  <a:pos x="32" y="394"/>
                </a:cxn>
                <a:cxn ang="0">
                  <a:pos x="32" y="394"/>
                </a:cxn>
                <a:cxn ang="0">
                  <a:pos x="18" y="420"/>
                </a:cxn>
                <a:cxn ang="0">
                  <a:pos x="5" y="446"/>
                </a:cxn>
                <a:cxn ang="0">
                  <a:pos x="5" y="446"/>
                </a:cxn>
                <a:cxn ang="0">
                  <a:pos x="0" y="461"/>
                </a:cxn>
                <a:cxn ang="0">
                  <a:pos x="0" y="461"/>
                </a:cxn>
                <a:cxn ang="0">
                  <a:pos x="13" y="461"/>
                </a:cxn>
                <a:cxn ang="0">
                  <a:pos x="13" y="461"/>
                </a:cxn>
                <a:cxn ang="0">
                  <a:pos x="17" y="450"/>
                </a:cxn>
                <a:cxn ang="0">
                  <a:pos x="17" y="450"/>
                </a:cxn>
                <a:cxn ang="0">
                  <a:pos x="26" y="429"/>
                </a:cxn>
                <a:cxn ang="0">
                  <a:pos x="35" y="410"/>
                </a:cxn>
                <a:cxn ang="0">
                  <a:pos x="57" y="371"/>
                </a:cxn>
                <a:cxn ang="0">
                  <a:pos x="82" y="331"/>
                </a:cxn>
                <a:cxn ang="0">
                  <a:pos x="107" y="295"/>
                </a:cxn>
                <a:cxn ang="0">
                  <a:pos x="107" y="295"/>
                </a:cxn>
                <a:cxn ang="0">
                  <a:pos x="122" y="274"/>
                </a:cxn>
                <a:cxn ang="0">
                  <a:pos x="137" y="253"/>
                </a:cxn>
                <a:cxn ang="0">
                  <a:pos x="170" y="214"/>
                </a:cxn>
                <a:cxn ang="0">
                  <a:pos x="238" y="135"/>
                </a:cxn>
                <a:cxn ang="0">
                  <a:pos x="238" y="135"/>
                </a:cxn>
                <a:cxn ang="0">
                  <a:pos x="264" y="102"/>
                </a:cxn>
                <a:cxn ang="0">
                  <a:pos x="290" y="70"/>
                </a:cxn>
                <a:cxn ang="0">
                  <a:pos x="290" y="70"/>
                </a:cxn>
                <a:cxn ang="0">
                  <a:pos x="303" y="54"/>
                </a:cxn>
                <a:cxn ang="0">
                  <a:pos x="316" y="40"/>
                </a:cxn>
                <a:cxn ang="0">
                  <a:pos x="329" y="24"/>
                </a:cxn>
                <a:cxn ang="0">
                  <a:pos x="341" y="8"/>
                </a:cxn>
                <a:cxn ang="0">
                  <a:pos x="341" y="8"/>
                </a:cxn>
                <a:cxn ang="0">
                  <a:pos x="342" y="6"/>
                </a:cxn>
                <a:cxn ang="0">
                  <a:pos x="342" y="4"/>
                </a:cxn>
                <a:cxn ang="0">
                  <a:pos x="341" y="2"/>
                </a:cxn>
                <a:cxn ang="0">
                  <a:pos x="340" y="0"/>
                </a:cxn>
                <a:cxn ang="0">
                  <a:pos x="336" y="0"/>
                </a:cxn>
                <a:cxn ang="0">
                  <a:pos x="333" y="0"/>
                </a:cxn>
                <a:cxn ang="0">
                  <a:pos x="332" y="3"/>
                </a:cxn>
                <a:cxn ang="0">
                  <a:pos x="332" y="3"/>
                </a:cxn>
              </a:cxnLst>
              <a:rect l="0" t="0" r="r" b="b"/>
              <a:pathLst>
                <a:path w="342" h="461">
                  <a:moveTo>
                    <a:pt x="332" y="3"/>
                  </a:moveTo>
                  <a:lnTo>
                    <a:pt x="332" y="3"/>
                  </a:lnTo>
                  <a:lnTo>
                    <a:pt x="321" y="16"/>
                  </a:lnTo>
                  <a:lnTo>
                    <a:pt x="310" y="29"/>
                  </a:lnTo>
                  <a:lnTo>
                    <a:pt x="298" y="42"/>
                  </a:lnTo>
                  <a:lnTo>
                    <a:pt x="286" y="55"/>
                  </a:lnTo>
                  <a:lnTo>
                    <a:pt x="286" y="55"/>
                  </a:lnTo>
                  <a:lnTo>
                    <a:pt x="261" y="87"/>
                  </a:lnTo>
                  <a:lnTo>
                    <a:pt x="236" y="118"/>
                  </a:lnTo>
                  <a:lnTo>
                    <a:pt x="236" y="118"/>
                  </a:lnTo>
                  <a:lnTo>
                    <a:pt x="176" y="190"/>
                  </a:lnTo>
                  <a:lnTo>
                    <a:pt x="117" y="262"/>
                  </a:lnTo>
                  <a:lnTo>
                    <a:pt x="117" y="262"/>
                  </a:lnTo>
                  <a:lnTo>
                    <a:pt x="94" y="293"/>
                  </a:lnTo>
                  <a:lnTo>
                    <a:pt x="71" y="326"/>
                  </a:lnTo>
                  <a:lnTo>
                    <a:pt x="52" y="360"/>
                  </a:lnTo>
                  <a:lnTo>
                    <a:pt x="32" y="394"/>
                  </a:lnTo>
                  <a:lnTo>
                    <a:pt x="32" y="394"/>
                  </a:lnTo>
                  <a:lnTo>
                    <a:pt x="18" y="420"/>
                  </a:lnTo>
                  <a:lnTo>
                    <a:pt x="5" y="446"/>
                  </a:lnTo>
                  <a:lnTo>
                    <a:pt x="5" y="446"/>
                  </a:lnTo>
                  <a:lnTo>
                    <a:pt x="0" y="461"/>
                  </a:lnTo>
                  <a:lnTo>
                    <a:pt x="0" y="461"/>
                  </a:lnTo>
                  <a:lnTo>
                    <a:pt x="13" y="461"/>
                  </a:lnTo>
                  <a:lnTo>
                    <a:pt x="13" y="461"/>
                  </a:lnTo>
                  <a:lnTo>
                    <a:pt x="17" y="450"/>
                  </a:lnTo>
                  <a:lnTo>
                    <a:pt x="17" y="450"/>
                  </a:lnTo>
                  <a:lnTo>
                    <a:pt x="26" y="429"/>
                  </a:lnTo>
                  <a:lnTo>
                    <a:pt x="35" y="410"/>
                  </a:lnTo>
                  <a:lnTo>
                    <a:pt x="57" y="371"/>
                  </a:lnTo>
                  <a:lnTo>
                    <a:pt x="82" y="331"/>
                  </a:lnTo>
                  <a:lnTo>
                    <a:pt x="107" y="295"/>
                  </a:lnTo>
                  <a:lnTo>
                    <a:pt x="107" y="295"/>
                  </a:lnTo>
                  <a:lnTo>
                    <a:pt x="122" y="274"/>
                  </a:lnTo>
                  <a:lnTo>
                    <a:pt x="137" y="253"/>
                  </a:lnTo>
                  <a:lnTo>
                    <a:pt x="170" y="214"/>
                  </a:lnTo>
                  <a:lnTo>
                    <a:pt x="238" y="135"/>
                  </a:lnTo>
                  <a:lnTo>
                    <a:pt x="238" y="135"/>
                  </a:lnTo>
                  <a:lnTo>
                    <a:pt x="264" y="102"/>
                  </a:lnTo>
                  <a:lnTo>
                    <a:pt x="290" y="70"/>
                  </a:lnTo>
                  <a:lnTo>
                    <a:pt x="290" y="70"/>
                  </a:lnTo>
                  <a:lnTo>
                    <a:pt x="303" y="54"/>
                  </a:lnTo>
                  <a:lnTo>
                    <a:pt x="316" y="40"/>
                  </a:lnTo>
                  <a:lnTo>
                    <a:pt x="329" y="24"/>
                  </a:lnTo>
                  <a:lnTo>
                    <a:pt x="341" y="8"/>
                  </a:lnTo>
                  <a:lnTo>
                    <a:pt x="341" y="8"/>
                  </a:lnTo>
                  <a:lnTo>
                    <a:pt x="342" y="6"/>
                  </a:lnTo>
                  <a:lnTo>
                    <a:pt x="342" y="4"/>
                  </a:lnTo>
                  <a:lnTo>
                    <a:pt x="341" y="2"/>
                  </a:lnTo>
                  <a:lnTo>
                    <a:pt x="340" y="0"/>
                  </a:lnTo>
                  <a:lnTo>
                    <a:pt x="336" y="0"/>
                  </a:lnTo>
                  <a:lnTo>
                    <a:pt x="333" y="0"/>
                  </a:lnTo>
                  <a:lnTo>
                    <a:pt x="332" y="3"/>
                  </a:lnTo>
                  <a:lnTo>
                    <a:pt x="332" y="3"/>
                  </a:lnTo>
                  <a:close/>
                </a:path>
              </a:pathLst>
            </a:custGeom>
            <a:ln>
              <a:solidFill>
                <a:schemeClr val="accent1">
                  <a:alpha val="35000"/>
                </a:schemeClr>
              </a:solidFill>
            </a:ln>
          </p:spPr>
          <p:style>
            <a:lnRef idx="0">
              <a:srgbClr val="FFFFFF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16" name="Freeform 528"/>
            <p:cNvSpPr/>
            <p:nvPr>
              <p:custDataLst>
                <p:tags r:id="rId10"/>
              </p:custDataLst>
            </p:nvPr>
          </p:nvSpPr>
          <p:spPr bwMode="auto">
            <a:xfrm>
              <a:off x="2390776" y="2068513"/>
              <a:ext cx="111125" cy="169863"/>
            </a:xfrm>
            <a:custGeom>
              <a:avLst/>
              <a:gdLst/>
              <a:ahLst/>
              <a:cxnLst>
                <a:cxn ang="0">
                  <a:pos x="271" y="2"/>
                </a:cxn>
                <a:cxn ang="0">
                  <a:pos x="271" y="2"/>
                </a:cxn>
                <a:cxn ang="0">
                  <a:pos x="236" y="59"/>
                </a:cxn>
                <a:cxn ang="0">
                  <a:pos x="200" y="115"/>
                </a:cxn>
                <a:cxn ang="0">
                  <a:pos x="165" y="172"/>
                </a:cxn>
                <a:cxn ang="0">
                  <a:pos x="130" y="229"/>
                </a:cxn>
                <a:cxn ang="0">
                  <a:pos x="130" y="229"/>
                </a:cxn>
                <a:cxn ang="0">
                  <a:pos x="113" y="252"/>
                </a:cxn>
                <a:cxn ang="0">
                  <a:pos x="96" y="274"/>
                </a:cxn>
                <a:cxn ang="0">
                  <a:pos x="59" y="320"/>
                </a:cxn>
                <a:cxn ang="0">
                  <a:pos x="42" y="344"/>
                </a:cxn>
                <a:cxn ang="0">
                  <a:pos x="26" y="367"/>
                </a:cxn>
                <a:cxn ang="0">
                  <a:pos x="12" y="392"/>
                </a:cxn>
                <a:cxn ang="0">
                  <a:pos x="0" y="418"/>
                </a:cxn>
                <a:cxn ang="0">
                  <a:pos x="0" y="418"/>
                </a:cxn>
                <a:cxn ang="0">
                  <a:pos x="0" y="421"/>
                </a:cxn>
                <a:cxn ang="0">
                  <a:pos x="0" y="423"/>
                </a:cxn>
                <a:cxn ang="0">
                  <a:pos x="3" y="425"/>
                </a:cxn>
                <a:cxn ang="0">
                  <a:pos x="4" y="426"/>
                </a:cxn>
                <a:cxn ang="0">
                  <a:pos x="8" y="425"/>
                </a:cxn>
                <a:cxn ang="0">
                  <a:pos x="11" y="423"/>
                </a:cxn>
                <a:cxn ang="0">
                  <a:pos x="12" y="422"/>
                </a:cxn>
                <a:cxn ang="0">
                  <a:pos x="12" y="422"/>
                </a:cxn>
                <a:cxn ang="0">
                  <a:pos x="17" y="408"/>
                </a:cxn>
                <a:cxn ang="0">
                  <a:pos x="24" y="395"/>
                </a:cxn>
                <a:cxn ang="0">
                  <a:pos x="38" y="369"/>
                </a:cxn>
                <a:cxn ang="0">
                  <a:pos x="55" y="344"/>
                </a:cxn>
                <a:cxn ang="0">
                  <a:pos x="72" y="320"/>
                </a:cxn>
                <a:cxn ang="0">
                  <a:pos x="110" y="273"/>
                </a:cxn>
                <a:cxn ang="0">
                  <a:pos x="128" y="250"/>
                </a:cxn>
                <a:cxn ang="0">
                  <a:pos x="145" y="225"/>
                </a:cxn>
                <a:cxn ang="0">
                  <a:pos x="145" y="225"/>
                </a:cxn>
                <a:cxn ang="0">
                  <a:pos x="179" y="171"/>
                </a:cxn>
                <a:cxn ang="0">
                  <a:pos x="213" y="116"/>
                </a:cxn>
                <a:cxn ang="0">
                  <a:pos x="246" y="63"/>
                </a:cxn>
                <a:cxn ang="0">
                  <a:pos x="281" y="9"/>
                </a:cxn>
                <a:cxn ang="0">
                  <a:pos x="281" y="9"/>
                </a:cxn>
                <a:cxn ang="0">
                  <a:pos x="283" y="6"/>
                </a:cxn>
                <a:cxn ang="0">
                  <a:pos x="281" y="4"/>
                </a:cxn>
                <a:cxn ang="0">
                  <a:pos x="281" y="2"/>
                </a:cxn>
                <a:cxn ang="0">
                  <a:pos x="279" y="1"/>
                </a:cxn>
                <a:cxn ang="0">
                  <a:pos x="275" y="0"/>
                </a:cxn>
                <a:cxn ang="0">
                  <a:pos x="273" y="1"/>
                </a:cxn>
                <a:cxn ang="0">
                  <a:pos x="271" y="2"/>
                </a:cxn>
                <a:cxn ang="0">
                  <a:pos x="271" y="2"/>
                </a:cxn>
              </a:cxnLst>
              <a:rect l="0" t="0" r="r" b="b"/>
              <a:pathLst>
                <a:path w="283" h="426">
                  <a:moveTo>
                    <a:pt x="271" y="2"/>
                  </a:moveTo>
                  <a:lnTo>
                    <a:pt x="271" y="2"/>
                  </a:lnTo>
                  <a:lnTo>
                    <a:pt x="236" y="59"/>
                  </a:lnTo>
                  <a:lnTo>
                    <a:pt x="200" y="115"/>
                  </a:lnTo>
                  <a:lnTo>
                    <a:pt x="165" y="172"/>
                  </a:lnTo>
                  <a:lnTo>
                    <a:pt x="130" y="229"/>
                  </a:lnTo>
                  <a:lnTo>
                    <a:pt x="130" y="229"/>
                  </a:lnTo>
                  <a:lnTo>
                    <a:pt x="113" y="252"/>
                  </a:lnTo>
                  <a:lnTo>
                    <a:pt x="96" y="274"/>
                  </a:lnTo>
                  <a:lnTo>
                    <a:pt x="59" y="320"/>
                  </a:lnTo>
                  <a:lnTo>
                    <a:pt x="42" y="344"/>
                  </a:lnTo>
                  <a:lnTo>
                    <a:pt x="26" y="367"/>
                  </a:lnTo>
                  <a:lnTo>
                    <a:pt x="12" y="392"/>
                  </a:lnTo>
                  <a:lnTo>
                    <a:pt x="0" y="418"/>
                  </a:lnTo>
                  <a:lnTo>
                    <a:pt x="0" y="418"/>
                  </a:lnTo>
                  <a:lnTo>
                    <a:pt x="0" y="421"/>
                  </a:lnTo>
                  <a:lnTo>
                    <a:pt x="0" y="423"/>
                  </a:lnTo>
                  <a:lnTo>
                    <a:pt x="3" y="425"/>
                  </a:lnTo>
                  <a:lnTo>
                    <a:pt x="4" y="426"/>
                  </a:lnTo>
                  <a:lnTo>
                    <a:pt x="8" y="425"/>
                  </a:lnTo>
                  <a:lnTo>
                    <a:pt x="11" y="423"/>
                  </a:lnTo>
                  <a:lnTo>
                    <a:pt x="12" y="422"/>
                  </a:lnTo>
                  <a:lnTo>
                    <a:pt x="12" y="422"/>
                  </a:lnTo>
                  <a:lnTo>
                    <a:pt x="17" y="408"/>
                  </a:lnTo>
                  <a:lnTo>
                    <a:pt x="24" y="395"/>
                  </a:lnTo>
                  <a:lnTo>
                    <a:pt x="38" y="369"/>
                  </a:lnTo>
                  <a:lnTo>
                    <a:pt x="55" y="344"/>
                  </a:lnTo>
                  <a:lnTo>
                    <a:pt x="72" y="320"/>
                  </a:lnTo>
                  <a:lnTo>
                    <a:pt x="110" y="273"/>
                  </a:lnTo>
                  <a:lnTo>
                    <a:pt x="128" y="250"/>
                  </a:lnTo>
                  <a:lnTo>
                    <a:pt x="145" y="225"/>
                  </a:lnTo>
                  <a:lnTo>
                    <a:pt x="145" y="225"/>
                  </a:lnTo>
                  <a:lnTo>
                    <a:pt x="179" y="171"/>
                  </a:lnTo>
                  <a:lnTo>
                    <a:pt x="213" y="116"/>
                  </a:lnTo>
                  <a:lnTo>
                    <a:pt x="246" y="63"/>
                  </a:lnTo>
                  <a:lnTo>
                    <a:pt x="281" y="9"/>
                  </a:lnTo>
                  <a:lnTo>
                    <a:pt x="281" y="9"/>
                  </a:lnTo>
                  <a:lnTo>
                    <a:pt x="283" y="6"/>
                  </a:lnTo>
                  <a:lnTo>
                    <a:pt x="281" y="4"/>
                  </a:lnTo>
                  <a:lnTo>
                    <a:pt x="281" y="2"/>
                  </a:lnTo>
                  <a:lnTo>
                    <a:pt x="279" y="1"/>
                  </a:lnTo>
                  <a:lnTo>
                    <a:pt x="275" y="0"/>
                  </a:lnTo>
                  <a:lnTo>
                    <a:pt x="273" y="1"/>
                  </a:lnTo>
                  <a:lnTo>
                    <a:pt x="271" y="2"/>
                  </a:lnTo>
                  <a:lnTo>
                    <a:pt x="271" y="2"/>
                  </a:lnTo>
                  <a:close/>
                </a:path>
              </a:pathLst>
            </a:custGeom>
            <a:ln>
              <a:solidFill>
                <a:schemeClr val="accent1">
                  <a:alpha val="35000"/>
                </a:schemeClr>
              </a:solidFill>
            </a:ln>
          </p:spPr>
          <p:style>
            <a:lnRef idx="0">
              <a:srgbClr val="FFFFFF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17" name="Freeform 529"/>
            <p:cNvSpPr/>
            <p:nvPr>
              <p:custDataLst>
                <p:tags r:id="rId11"/>
              </p:custDataLst>
            </p:nvPr>
          </p:nvSpPr>
          <p:spPr bwMode="auto">
            <a:xfrm>
              <a:off x="2517776" y="1982788"/>
              <a:ext cx="58738" cy="74613"/>
            </a:xfrm>
            <a:custGeom>
              <a:avLst/>
              <a:gdLst/>
              <a:ahLst/>
              <a:cxnLst>
                <a:cxn ang="0">
                  <a:pos x="138" y="1"/>
                </a:cxn>
                <a:cxn ang="0">
                  <a:pos x="138" y="1"/>
                </a:cxn>
                <a:cxn ang="0">
                  <a:pos x="128" y="9"/>
                </a:cxn>
                <a:cxn ang="0">
                  <a:pos x="120" y="18"/>
                </a:cxn>
                <a:cxn ang="0">
                  <a:pos x="104" y="38"/>
                </a:cxn>
                <a:cxn ang="0">
                  <a:pos x="90" y="59"/>
                </a:cxn>
                <a:cxn ang="0">
                  <a:pos x="77" y="80"/>
                </a:cxn>
                <a:cxn ang="0">
                  <a:pos x="77" y="80"/>
                </a:cxn>
                <a:cxn ang="0">
                  <a:pos x="66" y="93"/>
                </a:cxn>
                <a:cxn ang="0">
                  <a:pos x="56" y="106"/>
                </a:cxn>
                <a:cxn ang="0">
                  <a:pos x="35" y="133"/>
                </a:cxn>
                <a:cxn ang="0">
                  <a:pos x="35" y="133"/>
                </a:cxn>
                <a:cxn ang="0">
                  <a:pos x="26" y="144"/>
                </a:cxn>
                <a:cxn ang="0">
                  <a:pos x="17" y="154"/>
                </a:cxn>
                <a:cxn ang="0">
                  <a:pos x="7" y="165"/>
                </a:cxn>
                <a:cxn ang="0">
                  <a:pos x="0" y="177"/>
                </a:cxn>
                <a:cxn ang="0">
                  <a:pos x="0" y="177"/>
                </a:cxn>
                <a:cxn ang="0">
                  <a:pos x="0" y="179"/>
                </a:cxn>
                <a:cxn ang="0">
                  <a:pos x="0" y="182"/>
                </a:cxn>
                <a:cxn ang="0">
                  <a:pos x="2" y="184"/>
                </a:cxn>
                <a:cxn ang="0">
                  <a:pos x="5" y="186"/>
                </a:cxn>
                <a:cxn ang="0">
                  <a:pos x="6" y="186"/>
                </a:cxn>
                <a:cxn ang="0">
                  <a:pos x="9" y="184"/>
                </a:cxn>
                <a:cxn ang="0">
                  <a:pos x="10" y="183"/>
                </a:cxn>
                <a:cxn ang="0">
                  <a:pos x="10" y="183"/>
                </a:cxn>
                <a:cxn ang="0">
                  <a:pos x="15" y="173"/>
                </a:cxn>
                <a:cxn ang="0">
                  <a:pos x="23" y="165"/>
                </a:cxn>
                <a:cxn ang="0">
                  <a:pos x="31" y="157"/>
                </a:cxn>
                <a:cxn ang="0">
                  <a:pos x="39" y="148"/>
                </a:cxn>
                <a:cxn ang="0">
                  <a:pos x="39" y="148"/>
                </a:cxn>
                <a:cxn ang="0">
                  <a:pos x="60" y="119"/>
                </a:cxn>
                <a:cxn ang="0">
                  <a:pos x="81" y="93"/>
                </a:cxn>
                <a:cxn ang="0">
                  <a:pos x="81" y="93"/>
                </a:cxn>
                <a:cxn ang="0">
                  <a:pos x="96" y="71"/>
                </a:cxn>
                <a:cxn ang="0">
                  <a:pos x="111" y="48"/>
                </a:cxn>
                <a:cxn ang="0">
                  <a:pos x="119" y="38"/>
                </a:cxn>
                <a:cxn ang="0">
                  <a:pos x="126" y="27"/>
                </a:cxn>
                <a:cxn ang="0">
                  <a:pos x="136" y="18"/>
                </a:cxn>
                <a:cxn ang="0">
                  <a:pos x="146" y="9"/>
                </a:cxn>
                <a:cxn ang="0">
                  <a:pos x="146" y="9"/>
                </a:cxn>
                <a:cxn ang="0">
                  <a:pos x="147" y="7"/>
                </a:cxn>
                <a:cxn ang="0">
                  <a:pos x="147" y="5"/>
                </a:cxn>
                <a:cxn ang="0">
                  <a:pos x="147" y="3"/>
                </a:cxn>
                <a:cxn ang="0">
                  <a:pos x="146" y="1"/>
                </a:cxn>
                <a:cxn ang="0">
                  <a:pos x="142" y="0"/>
                </a:cxn>
                <a:cxn ang="0">
                  <a:pos x="140" y="0"/>
                </a:cxn>
                <a:cxn ang="0">
                  <a:pos x="138" y="1"/>
                </a:cxn>
                <a:cxn ang="0">
                  <a:pos x="138" y="1"/>
                </a:cxn>
              </a:cxnLst>
              <a:rect l="0" t="0" r="r" b="b"/>
              <a:pathLst>
                <a:path w="147" h="186">
                  <a:moveTo>
                    <a:pt x="138" y="1"/>
                  </a:moveTo>
                  <a:lnTo>
                    <a:pt x="138" y="1"/>
                  </a:lnTo>
                  <a:lnTo>
                    <a:pt x="128" y="9"/>
                  </a:lnTo>
                  <a:lnTo>
                    <a:pt x="120" y="18"/>
                  </a:lnTo>
                  <a:lnTo>
                    <a:pt x="104" y="38"/>
                  </a:lnTo>
                  <a:lnTo>
                    <a:pt x="90" y="59"/>
                  </a:lnTo>
                  <a:lnTo>
                    <a:pt x="77" y="80"/>
                  </a:lnTo>
                  <a:lnTo>
                    <a:pt x="77" y="80"/>
                  </a:lnTo>
                  <a:lnTo>
                    <a:pt x="66" y="93"/>
                  </a:lnTo>
                  <a:lnTo>
                    <a:pt x="56" y="106"/>
                  </a:lnTo>
                  <a:lnTo>
                    <a:pt x="35" y="133"/>
                  </a:lnTo>
                  <a:lnTo>
                    <a:pt x="35" y="133"/>
                  </a:lnTo>
                  <a:lnTo>
                    <a:pt x="26" y="144"/>
                  </a:lnTo>
                  <a:lnTo>
                    <a:pt x="17" y="154"/>
                  </a:lnTo>
                  <a:lnTo>
                    <a:pt x="7" y="165"/>
                  </a:lnTo>
                  <a:lnTo>
                    <a:pt x="0" y="177"/>
                  </a:lnTo>
                  <a:lnTo>
                    <a:pt x="0" y="177"/>
                  </a:lnTo>
                  <a:lnTo>
                    <a:pt x="0" y="179"/>
                  </a:lnTo>
                  <a:lnTo>
                    <a:pt x="0" y="182"/>
                  </a:lnTo>
                  <a:lnTo>
                    <a:pt x="2" y="184"/>
                  </a:lnTo>
                  <a:lnTo>
                    <a:pt x="5" y="186"/>
                  </a:lnTo>
                  <a:lnTo>
                    <a:pt x="6" y="186"/>
                  </a:lnTo>
                  <a:lnTo>
                    <a:pt x="9" y="184"/>
                  </a:lnTo>
                  <a:lnTo>
                    <a:pt x="10" y="183"/>
                  </a:lnTo>
                  <a:lnTo>
                    <a:pt x="10" y="183"/>
                  </a:lnTo>
                  <a:lnTo>
                    <a:pt x="15" y="173"/>
                  </a:lnTo>
                  <a:lnTo>
                    <a:pt x="23" y="165"/>
                  </a:lnTo>
                  <a:lnTo>
                    <a:pt x="31" y="157"/>
                  </a:lnTo>
                  <a:lnTo>
                    <a:pt x="39" y="148"/>
                  </a:lnTo>
                  <a:lnTo>
                    <a:pt x="39" y="148"/>
                  </a:lnTo>
                  <a:lnTo>
                    <a:pt x="60" y="119"/>
                  </a:lnTo>
                  <a:lnTo>
                    <a:pt x="81" y="93"/>
                  </a:lnTo>
                  <a:lnTo>
                    <a:pt x="81" y="93"/>
                  </a:lnTo>
                  <a:lnTo>
                    <a:pt x="96" y="71"/>
                  </a:lnTo>
                  <a:lnTo>
                    <a:pt x="111" y="48"/>
                  </a:lnTo>
                  <a:lnTo>
                    <a:pt x="119" y="38"/>
                  </a:lnTo>
                  <a:lnTo>
                    <a:pt x="126" y="27"/>
                  </a:lnTo>
                  <a:lnTo>
                    <a:pt x="136" y="18"/>
                  </a:lnTo>
                  <a:lnTo>
                    <a:pt x="146" y="9"/>
                  </a:lnTo>
                  <a:lnTo>
                    <a:pt x="146" y="9"/>
                  </a:lnTo>
                  <a:lnTo>
                    <a:pt x="147" y="7"/>
                  </a:lnTo>
                  <a:lnTo>
                    <a:pt x="147" y="5"/>
                  </a:lnTo>
                  <a:lnTo>
                    <a:pt x="147" y="3"/>
                  </a:lnTo>
                  <a:lnTo>
                    <a:pt x="146" y="1"/>
                  </a:lnTo>
                  <a:lnTo>
                    <a:pt x="142" y="0"/>
                  </a:lnTo>
                  <a:lnTo>
                    <a:pt x="140" y="0"/>
                  </a:lnTo>
                  <a:lnTo>
                    <a:pt x="138" y="1"/>
                  </a:lnTo>
                  <a:lnTo>
                    <a:pt x="138" y="1"/>
                  </a:lnTo>
                  <a:close/>
                </a:path>
              </a:pathLst>
            </a:custGeom>
            <a:ln>
              <a:solidFill>
                <a:schemeClr val="accent1">
                  <a:alpha val="35000"/>
                </a:schemeClr>
              </a:solidFill>
            </a:ln>
          </p:spPr>
          <p:style>
            <a:lnRef idx="0">
              <a:srgbClr val="FFFFFF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18" name="Freeform 530"/>
            <p:cNvSpPr/>
            <p:nvPr>
              <p:custDataLst>
                <p:tags r:id="rId12"/>
              </p:custDataLst>
            </p:nvPr>
          </p:nvSpPr>
          <p:spPr bwMode="auto">
            <a:xfrm>
              <a:off x="2454276" y="1998663"/>
              <a:ext cx="158750" cy="241300"/>
            </a:xfrm>
            <a:custGeom>
              <a:avLst/>
              <a:gdLst/>
              <a:ahLst/>
              <a:cxnLst>
                <a:cxn ang="0">
                  <a:pos x="388" y="4"/>
                </a:cxn>
                <a:cxn ang="0">
                  <a:pos x="382" y="17"/>
                </a:cxn>
                <a:cxn ang="0">
                  <a:pos x="374" y="29"/>
                </a:cxn>
                <a:cxn ang="0">
                  <a:pos x="348" y="73"/>
                </a:cxn>
                <a:cxn ang="0">
                  <a:pos x="294" y="156"/>
                </a:cxn>
                <a:cxn ang="0">
                  <a:pos x="181" y="323"/>
                </a:cxn>
                <a:cxn ang="0">
                  <a:pos x="158" y="362"/>
                </a:cxn>
                <a:cxn ang="0">
                  <a:pos x="112" y="439"/>
                </a:cxn>
                <a:cxn ang="0">
                  <a:pos x="87" y="477"/>
                </a:cxn>
                <a:cxn ang="0">
                  <a:pos x="39" y="549"/>
                </a:cxn>
                <a:cxn ang="0">
                  <a:pos x="18" y="575"/>
                </a:cxn>
                <a:cxn ang="0">
                  <a:pos x="0" y="604"/>
                </a:cxn>
                <a:cxn ang="0">
                  <a:pos x="0" y="607"/>
                </a:cxn>
                <a:cxn ang="0">
                  <a:pos x="2" y="611"/>
                </a:cxn>
                <a:cxn ang="0">
                  <a:pos x="7" y="611"/>
                </a:cxn>
                <a:cxn ang="0">
                  <a:pos x="11" y="608"/>
                </a:cxn>
                <a:cxn ang="0">
                  <a:pos x="15" y="599"/>
                </a:cxn>
                <a:cxn ang="0">
                  <a:pos x="31" y="577"/>
                </a:cxn>
                <a:cxn ang="0">
                  <a:pos x="55" y="547"/>
                </a:cxn>
                <a:cxn ang="0">
                  <a:pos x="78" y="511"/>
                </a:cxn>
                <a:cxn ang="0">
                  <a:pos x="103" y="476"/>
                </a:cxn>
                <a:cxn ang="0">
                  <a:pos x="128" y="437"/>
                </a:cxn>
                <a:cxn ang="0">
                  <a:pos x="174" y="358"/>
                </a:cxn>
                <a:cxn ang="0">
                  <a:pos x="198" y="320"/>
                </a:cxn>
                <a:cxn ang="0">
                  <a:pos x="310" y="152"/>
                </a:cxn>
                <a:cxn ang="0">
                  <a:pos x="363" y="69"/>
                </a:cxn>
                <a:cxn ang="0">
                  <a:pos x="383" y="39"/>
                </a:cxn>
                <a:cxn ang="0">
                  <a:pos x="397" y="14"/>
                </a:cxn>
                <a:cxn ang="0">
                  <a:pos x="400" y="6"/>
                </a:cxn>
                <a:cxn ang="0">
                  <a:pos x="399" y="1"/>
                </a:cxn>
                <a:cxn ang="0">
                  <a:pos x="391" y="0"/>
                </a:cxn>
                <a:cxn ang="0">
                  <a:pos x="388" y="4"/>
                </a:cxn>
              </a:cxnLst>
              <a:rect l="0" t="0" r="r" b="b"/>
              <a:pathLst>
                <a:path w="400" h="611">
                  <a:moveTo>
                    <a:pt x="388" y="4"/>
                  </a:moveTo>
                  <a:lnTo>
                    <a:pt x="388" y="4"/>
                  </a:lnTo>
                  <a:lnTo>
                    <a:pt x="386" y="10"/>
                  </a:lnTo>
                  <a:lnTo>
                    <a:pt x="382" y="17"/>
                  </a:lnTo>
                  <a:lnTo>
                    <a:pt x="374" y="29"/>
                  </a:lnTo>
                  <a:lnTo>
                    <a:pt x="374" y="29"/>
                  </a:lnTo>
                  <a:lnTo>
                    <a:pt x="348" y="73"/>
                  </a:lnTo>
                  <a:lnTo>
                    <a:pt x="348" y="73"/>
                  </a:lnTo>
                  <a:lnTo>
                    <a:pt x="321" y="115"/>
                  </a:lnTo>
                  <a:lnTo>
                    <a:pt x="294" y="156"/>
                  </a:lnTo>
                  <a:lnTo>
                    <a:pt x="294" y="156"/>
                  </a:lnTo>
                  <a:lnTo>
                    <a:pt x="181" y="323"/>
                  </a:lnTo>
                  <a:lnTo>
                    <a:pt x="181" y="323"/>
                  </a:lnTo>
                  <a:lnTo>
                    <a:pt x="158" y="362"/>
                  </a:lnTo>
                  <a:lnTo>
                    <a:pt x="136" y="401"/>
                  </a:lnTo>
                  <a:lnTo>
                    <a:pt x="112" y="439"/>
                  </a:lnTo>
                  <a:lnTo>
                    <a:pt x="87" y="477"/>
                  </a:lnTo>
                  <a:lnTo>
                    <a:pt x="87" y="477"/>
                  </a:lnTo>
                  <a:lnTo>
                    <a:pt x="62" y="513"/>
                  </a:lnTo>
                  <a:lnTo>
                    <a:pt x="39" y="549"/>
                  </a:lnTo>
                  <a:lnTo>
                    <a:pt x="39" y="549"/>
                  </a:lnTo>
                  <a:lnTo>
                    <a:pt x="18" y="575"/>
                  </a:lnTo>
                  <a:lnTo>
                    <a:pt x="7" y="590"/>
                  </a:lnTo>
                  <a:lnTo>
                    <a:pt x="0" y="604"/>
                  </a:lnTo>
                  <a:lnTo>
                    <a:pt x="0" y="604"/>
                  </a:lnTo>
                  <a:lnTo>
                    <a:pt x="0" y="607"/>
                  </a:lnTo>
                  <a:lnTo>
                    <a:pt x="1" y="609"/>
                  </a:lnTo>
                  <a:lnTo>
                    <a:pt x="2" y="611"/>
                  </a:lnTo>
                  <a:lnTo>
                    <a:pt x="4" y="611"/>
                  </a:lnTo>
                  <a:lnTo>
                    <a:pt x="7" y="611"/>
                  </a:lnTo>
                  <a:lnTo>
                    <a:pt x="10" y="609"/>
                  </a:lnTo>
                  <a:lnTo>
                    <a:pt x="11" y="608"/>
                  </a:lnTo>
                  <a:lnTo>
                    <a:pt x="11" y="608"/>
                  </a:lnTo>
                  <a:lnTo>
                    <a:pt x="15" y="599"/>
                  </a:lnTo>
                  <a:lnTo>
                    <a:pt x="19" y="591"/>
                  </a:lnTo>
                  <a:lnTo>
                    <a:pt x="31" y="577"/>
                  </a:lnTo>
                  <a:lnTo>
                    <a:pt x="43" y="561"/>
                  </a:lnTo>
                  <a:lnTo>
                    <a:pt x="55" y="547"/>
                  </a:lnTo>
                  <a:lnTo>
                    <a:pt x="55" y="547"/>
                  </a:lnTo>
                  <a:lnTo>
                    <a:pt x="78" y="511"/>
                  </a:lnTo>
                  <a:lnTo>
                    <a:pt x="103" y="476"/>
                  </a:lnTo>
                  <a:lnTo>
                    <a:pt x="103" y="476"/>
                  </a:lnTo>
                  <a:lnTo>
                    <a:pt x="116" y="456"/>
                  </a:lnTo>
                  <a:lnTo>
                    <a:pt x="128" y="437"/>
                  </a:lnTo>
                  <a:lnTo>
                    <a:pt x="151" y="397"/>
                  </a:lnTo>
                  <a:lnTo>
                    <a:pt x="174" y="358"/>
                  </a:lnTo>
                  <a:lnTo>
                    <a:pt x="198" y="320"/>
                  </a:lnTo>
                  <a:lnTo>
                    <a:pt x="198" y="320"/>
                  </a:lnTo>
                  <a:lnTo>
                    <a:pt x="310" y="152"/>
                  </a:lnTo>
                  <a:lnTo>
                    <a:pt x="310" y="152"/>
                  </a:lnTo>
                  <a:lnTo>
                    <a:pt x="337" y="111"/>
                  </a:lnTo>
                  <a:lnTo>
                    <a:pt x="363" y="69"/>
                  </a:lnTo>
                  <a:lnTo>
                    <a:pt x="363" y="69"/>
                  </a:lnTo>
                  <a:lnTo>
                    <a:pt x="383" y="39"/>
                  </a:lnTo>
                  <a:lnTo>
                    <a:pt x="393" y="22"/>
                  </a:lnTo>
                  <a:lnTo>
                    <a:pt x="397" y="14"/>
                  </a:lnTo>
                  <a:lnTo>
                    <a:pt x="400" y="6"/>
                  </a:lnTo>
                  <a:lnTo>
                    <a:pt x="400" y="6"/>
                  </a:lnTo>
                  <a:lnTo>
                    <a:pt x="400" y="4"/>
                  </a:lnTo>
                  <a:lnTo>
                    <a:pt x="399" y="1"/>
                  </a:lnTo>
                  <a:lnTo>
                    <a:pt x="395" y="0"/>
                  </a:lnTo>
                  <a:lnTo>
                    <a:pt x="391" y="0"/>
                  </a:lnTo>
                  <a:lnTo>
                    <a:pt x="389" y="1"/>
                  </a:lnTo>
                  <a:lnTo>
                    <a:pt x="388" y="4"/>
                  </a:lnTo>
                  <a:lnTo>
                    <a:pt x="388" y="4"/>
                  </a:lnTo>
                  <a:close/>
                </a:path>
              </a:pathLst>
            </a:custGeom>
            <a:ln>
              <a:solidFill>
                <a:schemeClr val="accent1">
                  <a:alpha val="35000"/>
                </a:schemeClr>
              </a:solidFill>
            </a:ln>
          </p:spPr>
          <p:style>
            <a:lnRef idx="0">
              <a:srgbClr val="FFFFFF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19" name="Freeform 531"/>
            <p:cNvSpPr/>
            <p:nvPr>
              <p:custDataLst>
                <p:tags r:id="rId13"/>
              </p:custDataLst>
            </p:nvPr>
          </p:nvSpPr>
          <p:spPr bwMode="auto">
            <a:xfrm>
              <a:off x="2509838" y="2046288"/>
              <a:ext cx="133350" cy="195263"/>
            </a:xfrm>
            <a:custGeom>
              <a:avLst/>
              <a:gdLst/>
              <a:ahLst/>
              <a:cxnLst>
                <a:cxn ang="0">
                  <a:pos x="328" y="2"/>
                </a:cxn>
                <a:cxn ang="0">
                  <a:pos x="328" y="2"/>
                </a:cxn>
                <a:cxn ang="0">
                  <a:pos x="307" y="31"/>
                </a:cxn>
                <a:cxn ang="0">
                  <a:pos x="286" y="60"/>
                </a:cxn>
                <a:cxn ang="0">
                  <a:pos x="246" y="120"/>
                </a:cxn>
                <a:cxn ang="0">
                  <a:pos x="207" y="180"/>
                </a:cxn>
                <a:cxn ang="0">
                  <a:pos x="167" y="240"/>
                </a:cxn>
                <a:cxn ang="0">
                  <a:pos x="167" y="240"/>
                </a:cxn>
                <a:cxn ang="0">
                  <a:pos x="123" y="304"/>
                </a:cxn>
                <a:cxn ang="0">
                  <a:pos x="78" y="367"/>
                </a:cxn>
                <a:cxn ang="0">
                  <a:pos x="78" y="367"/>
                </a:cxn>
                <a:cxn ang="0">
                  <a:pos x="58" y="394"/>
                </a:cxn>
                <a:cxn ang="0">
                  <a:pos x="39" y="423"/>
                </a:cxn>
                <a:cxn ang="0">
                  <a:pos x="1" y="481"/>
                </a:cxn>
                <a:cxn ang="0">
                  <a:pos x="1" y="481"/>
                </a:cxn>
                <a:cxn ang="0">
                  <a:pos x="0" y="483"/>
                </a:cxn>
                <a:cxn ang="0">
                  <a:pos x="0" y="486"/>
                </a:cxn>
                <a:cxn ang="0">
                  <a:pos x="3" y="489"/>
                </a:cxn>
                <a:cxn ang="0">
                  <a:pos x="7" y="490"/>
                </a:cxn>
                <a:cxn ang="0">
                  <a:pos x="9" y="489"/>
                </a:cxn>
                <a:cxn ang="0">
                  <a:pos x="10" y="487"/>
                </a:cxn>
                <a:cxn ang="0">
                  <a:pos x="10" y="487"/>
                </a:cxn>
                <a:cxn ang="0">
                  <a:pos x="46" y="434"/>
                </a:cxn>
                <a:cxn ang="0">
                  <a:pos x="63" y="408"/>
                </a:cxn>
                <a:cxn ang="0">
                  <a:pos x="81" y="381"/>
                </a:cxn>
                <a:cxn ang="0">
                  <a:pos x="81" y="381"/>
                </a:cxn>
                <a:cxn ang="0">
                  <a:pos x="127" y="319"/>
                </a:cxn>
                <a:cxn ang="0">
                  <a:pos x="171" y="256"/>
                </a:cxn>
                <a:cxn ang="0">
                  <a:pos x="171" y="256"/>
                </a:cxn>
                <a:cxn ang="0">
                  <a:pos x="212" y="193"/>
                </a:cxn>
                <a:cxn ang="0">
                  <a:pos x="252" y="130"/>
                </a:cxn>
                <a:cxn ang="0">
                  <a:pos x="294" y="68"/>
                </a:cxn>
                <a:cxn ang="0">
                  <a:pos x="317" y="37"/>
                </a:cxn>
                <a:cxn ang="0">
                  <a:pos x="337" y="7"/>
                </a:cxn>
                <a:cxn ang="0">
                  <a:pos x="337" y="7"/>
                </a:cxn>
                <a:cxn ang="0">
                  <a:pos x="339" y="5"/>
                </a:cxn>
                <a:cxn ang="0">
                  <a:pos x="339" y="3"/>
                </a:cxn>
                <a:cxn ang="0">
                  <a:pos x="337" y="2"/>
                </a:cxn>
                <a:cxn ang="0">
                  <a:pos x="336" y="0"/>
                </a:cxn>
                <a:cxn ang="0">
                  <a:pos x="332" y="0"/>
                </a:cxn>
                <a:cxn ang="0">
                  <a:pos x="330" y="0"/>
                </a:cxn>
                <a:cxn ang="0">
                  <a:pos x="328" y="2"/>
                </a:cxn>
                <a:cxn ang="0">
                  <a:pos x="328" y="2"/>
                </a:cxn>
              </a:cxnLst>
              <a:rect l="0" t="0" r="r" b="b"/>
              <a:pathLst>
                <a:path w="339" h="490">
                  <a:moveTo>
                    <a:pt x="328" y="2"/>
                  </a:moveTo>
                  <a:lnTo>
                    <a:pt x="328" y="2"/>
                  </a:lnTo>
                  <a:lnTo>
                    <a:pt x="307" y="31"/>
                  </a:lnTo>
                  <a:lnTo>
                    <a:pt x="286" y="60"/>
                  </a:lnTo>
                  <a:lnTo>
                    <a:pt x="246" y="120"/>
                  </a:lnTo>
                  <a:lnTo>
                    <a:pt x="207" y="180"/>
                  </a:lnTo>
                  <a:lnTo>
                    <a:pt x="167" y="240"/>
                  </a:lnTo>
                  <a:lnTo>
                    <a:pt x="167" y="240"/>
                  </a:lnTo>
                  <a:lnTo>
                    <a:pt x="123" y="304"/>
                  </a:lnTo>
                  <a:lnTo>
                    <a:pt x="78" y="367"/>
                  </a:lnTo>
                  <a:lnTo>
                    <a:pt x="78" y="367"/>
                  </a:lnTo>
                  <a:lnTo>
                    <a:pt x="58" y="394"/>
                  </a:lnTo>
                  <a:lnTo>
                    <a:pt x="39" y="423"/>
                  </a:lnTo>
                  <a:lnTo>
                    <a:pt x="1" y="481"/>
                  </a:lnTo>
                  <a:lnTo>
                    <a:pt x="1" y="481"/>
                  </a:lnTo>
                  <a:lnTo>
                    <a:pt x="0" y="483"/>
                  </a:lnTo>
                  <a:lnTo>
                    <a:pt x="0" y="486"/>
                  </a:lnTo>
                  <a:lnTo>
                    <a:pt x="3" y="489"/>
                  </a:lnTo>
                  <a:lnTo>
                    <a:pt x="7" y="490"/>
                  </a:lnTo>
                  <a:lnTo>
                    <a:pt x="9" y="489"/>
                  </a:lnTo>
                  <a:lnTo>
                    <a:pt x="10" y="487"/>
                  </a:lnTo>
                  <a:lnTo>
                    <a:pt x="10" y="487"/>
                  </a:lnTo>
                  <a:lnTo>
                    <a:pt x="46" y="434"/>
                  </a:lnTo>
                  <a:lnTo>
                    <a:pt x="63" y="408"/>
                  </a:lnTo>
                  <a:lnTo>
                    <a:pt x="81" y="381"/>
                  </a:lnTo>
                  <a:lnTo>
                    <a:pt x="81" y="381"/>
                  </a:lnTo>
                  <a:lnTo>
                    <a:pt x="127" y="319"/>
                  </a:lnTo>
                  <a:lnTo>
                    <a:pt x="171" y="256"/>
                  </a:lnTo>
                  <a:lnTo>
                    <a:pt x="171" y="256"/>
                  </a:lnTo>
                  <a:lnTo>
                    <a:pt x="212" y="193"/>
                  </a:lnTo>
                  <a:lnTo>
                    <a:pt x="252" y="130"/>
                  </a:lnTo>
                  <a:lnTo>
                    <a:pt x="294" y="68"/>
                  </a:lnTo>
                  <a:lnTo>
                    <a:pt x="317" y="37"/>
                  </a:lnTo>
                  <a:lnTo>
                    <a:pt x="337" y="7"/>
                  </a:lnTo>
                  <a:lnTo>
                    <a:pt x="337" y="7"/>
                  </a:lnTo>
                  <a:lnTo>
                    <a:pt x="339" y="5"/>
                  </a:lnTo>
                  <a:lnTo>
                    <a:pt x="339" y="3"/>
                  </a:lnTo>
                  <a:lnTo>
                    <a:pt x="337" y="2"/>
                  </a:lnTo>
                  <a:lnTo>
                    <a:pt x="336" y="0"/>
                  </a:lnTo>
                  <a:lnTo>
                    <a:pt x="332" y="0"/>
                  </a:lnTo>
                  <a:lnTo>
                    <a:pt x="330" y="0"/>
                  </a:lnTo>
                  <a:lnTo>
                    <a:pt x="328" y="2"/>
                  </a:lnTo>
                  <a:lnTo>
                    <a:pt x="328" y="2"/>
                  </a:lnTo>
                  <a:close/>
                </a:path>
              </a:pathLst>
            </a:custGeom>
            <a:ln>
              <a:solidFill>
                <a:schemeClr val="accent1">
                  <a:alpha val="35000"/>
                </a:schemeClr>
              </a:solidFill>
            </a:ln>
          </p:spPr>
          <p:style>
            <a:lnRef idx="0">
              <a:srgbClr val="FFFFFF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20" name="Freeform 532"/>
            <p:cNvSpPr/>
            <p:nvPr>
              <p:custDataLst>
                <p:tags r:id="rId14"/>
              </p:custDataLst>
            </p:nvPr>
          </p:nvSpPr>
          <p:spPr bwMode="auto">
            <a:xfrm>
              <a:off x="2527301" y="2079625"/>
              <a:ext cx="152400" cy="222250"/>
            </a:xfrm>
            <a:custGeom>
              <a:avLst/>
              <a:gdLst/>
              <a:ahLst/>
              <a:cxnLst>
                <a:cxn ang="0">
                  <a:pos x="374" y="3"/>
                </a:cxn>
                <a:cxn ang="0">
                  <a:pos x="374" y="3"/>
                </a:cxn>
                <a:cxn ang="0">
                  <a:pos x="362" y="16"/>
                </a:cxn>
                <a:cxn ang="0">
                  <a:pos x="349" y="31"/>
                </a:cxn>
                <a:cxn ang="0">
                  <a:pos x="327" y="61"/>
                </a:cxn>
                <a:cxn ang="0">
                  <a:pos x="306" y="93"/>
                </a:cxn>
                <a:cxn ang="0">
                  <a:pos x="285" y="124"/>
                </a:cxn>
                <a:cxn ang="0">
                  <a:pos x="285" y="124"/>
                </a:cxn>
                <a:cxn ang="0">
                  <a:pos x="259" y="162"/>
                </a:cxn>
                <a:cxn ang="0">
                  <a:pos x="235" y="200"/>
                </a:cxn>
                <a:cxn ang="0">
                  <a:pos x="212" y="239"/>
                </a:cxn>
                <a:cxn ang="0">
                  <a:pos x="188" y="277"/>
                </a:cxn>
                <a:cxn ang="0">
                  <a:pos x="188" y="277"/>
                </a:cxn>
                <a:cxn ang="0">
                  <a:pos x="165" y="315"/>
                </a:cxn>
                <a:cxn ang="0">
                  <a:pos x="140" y="353"/>
                </a:cxn>
                <a:cxn ang="0">
                  <a:pos x="114" y="390"/>
                </a:cxn>
                <a:cxn ang="0">
                  <a:pos x="99" y="407"/>
                </a:cxn>
                <a:cxn ang="0">
                  <a:pos x="85" y="424"/>
                </a:cxn>
                <a:cxn ang="0">
                  <a:pos x="85" y="424"/>
                </a:cxn>
                <a:cxn ang="0">
                  <a:pos x="60" y="454"/>
                </a:cxn>
                <a:cxn ang="0">
                  <a:pos x="39" y="485"/>
                </a:cxn>
                <a:cxn ang="0">
                  <a:pos x="18" y="518"/>
                </a:cxn>
                <a:cxn ang="0">
                  <a:pos x="1" y="552"/>
                </a:cxn>
                <a:cxn ang="0">
                  <a:pos x="1" y="552"/>
                </a:cxn>
                <a:cxn ang="0">
                  <a:pos x="0" y="554"/>
                </a:cxn>
                <a:cxn ang="0">
                  <a:pos x="0" y="556"/>
                </a:cxn>
                <a:cxn ang="0">
                  <a:pos x="2" y="560"/>
                </a:cxn>
                <a:cxn ang="0">
                  <a:pos x="6" y="560"/>
                </a:cxn>
                <a:cxn ang="0">
                  <a:pos x="9" y="560"/>
                </a:cxn>
                <a:cxn ang="0">
                  <a:pos x="10" y="557"/>
                </a:cxn>
                <a:cxn ang="0">
                  <a:pos x="10" y="557"/>
                </a:cxn>
                <a:cxn ang="0">
                  <a:pos x="30" y="522"/>
                </a:cxn>
                <a:cxn ang="0">
                  <a:pos x="51" y="488"/>
                </a:cxn>
                <a:cxn ang="0">
                  <a:pos x="74" y="456"/>
                </a:cxn>
                <a:cxn ang="0">
                  <a:pos x="99" y="425"/>
                </a:cxn>
                <a:cxn ang="0">
                  <a:pos x="99" y="425"/>
                </a:cxn>
                <a:cxn ang="0">
                  <a:pos x="112" y="411"/>
                </a:cxn>
                <a:cxn ang="0">
                  <a:pos x="123" y="395"/>
                </a:cxn>
                <a:cxn ang="0">
                  <a:pos x="145" y="365"/>
                </a:cxn>
                <a:cxn ang="0">
                  <a:pos x="187" y="301"/>
                </a:cxn>
                <a:cxn ang="0">
                  <a:pos x="187" y="301"/>
                </a:cxn>
                <a:cxn ang="0">
                  <a:pos x="210" y="265"/>
                </a:cxn>
                <a:cxn ang="0">
                  <a:pos x="233" y="229"/>
                </a:cxn>
                <a:cxn ang="0">
                  <a:pos x="277" y="157"/>
                </a:cxn>
                <a:cxn ang="0">
                  <a:pos x="277" y="157"/>
                </a:cxn>
                <a:cxn ang="0">
                  <a:pos x="301" y="120"/>
                </a:cxn>
                <a:cxn ang="0">
                  <a:pos x="325" y="86"/>
                </a:cxn>
                <a:cxn ang="0">
                  <a:pos x="325" y="86"/>
                </a:cxn>
                <a:cxn ang="0">
                  <a:pos x="352" y="47"/>
                </a:cxn>
                <a:cxn ang="0">
                  <a:pos x="366" y="27"/>
                </a:cxn>
                <a:cxn ang="0">
                  <a:pos x="383" y="10"/>
                </a:cxn>
                <a:cxn ang="0">
                  <a:pos x="383" y="10"/>
                </a:cxn>
                <a:cxn ang="0">
                  <a:pos x="384" y="8"/>
                </a:cxn>
                <a:cxn ang="0">
                  <a:pos x="384" y="6"/>
                </a:cxn>
                <a:cxn ang="0">
                  <a:pos x="382" y="3"/>
                </a:cxn>
                <a:cxn ang="0">
                  <a:pos x="379" y="0"/>
                </a:cxn>
                <a:cxn ang="0">
                  <a:pos x="376" y="1"/>
                </a:cxn>
                <a:cxn ang="0">
                  <a:pos x="374" y="3"/>
                </a:cxn>
                <a:cxn ang="0">
                  <a:pos x="374" y="3"/>
                </a:cxn>
              </a:cxnLst>
              <a:rect l="0" t="0" r="r" b="b"/>
              <a:pathLst>
                <a:path w="384" h="560">
                  <a:moveTo>
                    <a:pt x="374" y="3"/>
                  </a:moveTo>
                  <a:lnTo>
                    <a:pt x="374" y="3"/>
                  </a:lnTo>
                  <a:lnTo>
                    <a:pt x="362" y="16"/>
                  </a:lnTo>
                  <a:lnTo>
                    <a:pt x="349" y="31"/>
                  </a:lnTo>
                  <a:lnTo>
                    <a:pt x="327" y="61"/>
                  </a:lnTo>
                  <a:lnTo>
                    <a:pt x="306" y="93"/>
                  </a:lnTo>
                  <a:lnTo>
                    <a:pt x="285" y="124"/>
                  </a:lnTo>
                  <a:lnTo>
                    <a:pt x="285" y="124"/>
                  </a:lnTo>
                  <a:lnTo>
                    <a:pt x="259" y="162"/>
                  </a:lnTo>
                  <a:lnTo>
                    <a:pt x="235" y="200"/>
                  </a:lnTo>
                  <a:lnTo>
                    <a:pt x="212" y="239"/>
                  </a:lnTo>
                  <a:lnTo>
                    <a:pt x="188" y="277"/>
                  </a:lnTo>
                  <a:lnTo>
                    <a:pt x="188" y="277"/>
                  </a:lnTo>
                  <a:lnTo>
                    <a:pt x="165" y="315"/>
                  </a:lnTo>
                  <a:lnTo>
                    <a:pt x="140" y="353"/>
                  </a:lnTo>
                  <a:lnTo>
                    <a:pt x="114" y="390"/>
                  </a:lnTo>
                  <a:lnTo>
                    <a:pt x="99" y="407"/>
                  </a:lnTo>
                  <a:lnTo>
                    <a:pt x="85" y="424"/>
                  </a:lnTo>
                  <a:lnTo>
                    <a:pt x="85" y="424"/>
                  </a:lnTo>
                  <a:lnTo>
                    <a:pt x="60" y="454"/>
                  </a:lnTo>
                  <a:lnTo>
                    <a:pt x="39" y="485"/>
                  </a:lnTo>
                  <a:lnTo>
                    <a:pt x="18" y="518"/>
                  </a:lnTo>
                  <a:lnTo>
                    <a:pt x="1" y="552"/>
                  </a:lnTo>
                  <a:lnTo>
                    <a:pt x="1" y="552"/>
                  </a:lnTo>
                  <a:lnTo>
                    <a:pt x="0" y="554"/>
                  </a:lnTo>
                  <a:lnTo>
                    <a:pt x="0" y="556"/>
                  </a:lnTo>
                  <a:lnTo>
                    <a:pt x="2" y="560"/>
                  </a:lnTo>
                  <a:lnTo>
                    <a:pt x="6" y="560"/>
                  </a:lnTo>
                  <a:lnTo>
                    <a:pt x="9" y="560"/>
                  </a:lnTo>
                  <a:lnTo>
                    <a:pt x="10" y="557"/>
                  </a:lnTo>
                  <a:lnTo>
                    <a:pt x="10" y="557"/>
                  </a:lnTo>
                  <a:lnTo>
                    <a:pt x="30" y="522"/>
                  </a:lnTo>
                  <a:lnTo>
                    <a:pt x="51" y="488"/>
                  </a:lnTo>
                  <a:lnTo>
                    <a:pt x="74" y="456"/>
                  </a:lnTo>
                  <a:lnTo>
                    <a:pt x="99" y="425"/>
                  </a:lnTo>
                  <a:lnTo>
                    <a:pt x="99" y="425"/>
                  </a:lnTo>
                  <a:lnTo>
                    <a:pt x="112" y="411"/>
                  </a:lnTo>
                  <a:lnTo>
                    <a:pt x="123" y="395"/>
                  </a:lnTo>
                  <a:lnTo>
                    <a:pt x="145" y="365"/>
                  </a:lnTo>
                  <a:lnTo>
                    <a:pt x="187" y="301"/>
                  </a:lnTo>
                  <a:lnTo>
                    <a:pt x="187" y="301"/>
                  </a:lnTo>
                  <a:lnTo>
                    <a:pt x="210" y="265"/>
                  </a:lnTo>
                  <a:lnTo>
                    <a:pt x="233" y="229"/>
                  </a:lnTo>
                  <a:lnTo>
                    <a:pt x="277" y="157"/>
                  </a:lnTo>
                  <a:lnTo>
                    <a:pt x="277" y="157"/>
                  </a:lnTo>
                  <a:lnTo>
                    <a:pt x="301" y="120"/>
                  </a:lnTo>
                  <a:lnTo>
                    <a:pt x="325" y="86"/>
                  </a:lnTo>
                  <a:lnTo>
                    <a:pt x="325" y="86"/>
                  </a:lnTo>
                  <a:lnTo>
                    <a:pt x="352" y="47"/>
                  </a:lnTo>
                  <a:lnTo>
                    <a:pt x="366" y="27"/>
                  </a:lnTo>
                  <a:lnTo>
                    <a:pt x="383" y="10"/>
                  </a:lnTo>
                  <a:lnTo>
                    <a:pt x="383" y="10"/>
                  </a:lnTo>
                  <a:lnTo>
                    <a:pt x="384" y="8"/>
                  </a:lnTo>
                  <a:lnTo>
                    <a:pt x="384" y="6"/>
                  </a:lnTo>
                  <a:lnTo>
                    <a:pt x="382" y="3"/>
                  </a:lnTo>
                  <a:lnTo>
                    <a:pt x="379" y="0"/>
                  </a:lnTo>
                  <a:lnTo>
                    <a:pt x="376" y="1"/>
                  </a:lnTo>
                  <a:lnTo>
                    <a:pt x="374" y="3"/>
                  </a:lnTo>
                  <a:lnTo>
                    <a:pt x="374" y="3"/>
                  </a:lnTo>
                  <a:close/>
                </a:path>
              </a:pathLst>
            </a:custGeom>
            <a:ln>
              <a:solidFill>
                <a:schemeClr val="accent1">
                  <a:alpha val="35000"/>
                </a:schemeClr>
              </a:solidFill>
            </a:ln>
          </p:spPr>
          <p:style>
            <a:lnRef idx="0">
              <a:srgbClr val="FFFFFF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21" name="Freeform 533"/>
            <p:cNvSpPr/>
            <p:nvPr>
              <p:custDataLst>
                <p:tags r:id="rId15"/>
              </p:custDataLst>
            </p:nvPr>
          </p:nvSpPr>
          <p:spPr bwMode="auto">
            <a:xfrm>
              <a:off x="2546351" y="2112963"/>
              <a:ext cx="173038" cy="250825"/>
            </a:xfrm>
            <a:custGeom>
              <a:avLst/>
              <a:gdLst/>
              <a:ahLst/>
              <a:cxnLst>
                <a:cxn ang="0">
                  <a:pos x="427" y="2"/>
                </a:cxn>
                <a:cxn ang="0">
                  <a:pos x="374" y="77"/>
                </a:cxn>
                <a:cxn ang="0">
                  <a:pos x="324" y="154"/>
                </a:cxn>
                <a:cxn ang="0">
                  <a:pos x="204" y="327"/>
                </a:cxn>
                <a:cxn ang="0">
                  <a:pos x="179" y="364"/>
                </a:cxn>
                <a:cxn ang="0">
                  <a:pos x="154" y="402"/>
                </a:cxn>
                <a:cxn ang="0">
                  <a:pos x="134" y="427"/>
                </a:cxn>
                <a:cxn ang="0">
                  <a:pos x="129" y="436"/>
                </a:cxn>
                <a:cxn ang="0">
                  <a:pos x="107" y="476"/>
                </a:cxn>
                <a:cxn ang="0">
                  <a:pos x="91" y="497"/>
                </a:cxn>
                <a:cxn ang="0">
                  <a:pos x="58" y="536"/>
                </a:cxn>
                <a:cxn ang="0">
                  <a:pos x="43" y="557"/>
                </a:cxn>
                <a:cxn ang="0">
                  <a:pos x="11" y="597"/>
                </a:cxn>
                <a:cxn ang="0">
                  <a:pos x="2" y="616"/>
                </a:cxn>
                <a:cxn ang="0">
                  <a:pos x="0" y="625"/>
                </a:cxn>
                <a:cxn ang="0">
                  <a:pos x="1" y="629"/>
                </a:cxn>
                <a:cxn ang="0">
                  <a:pos x="6" y="631"/>
                </a:cxn>
                <a:cxn ang="0">
                  <a:pos x="10" y="630"/>
                </a:cxn>
                <a:cxn ang="0">
                  <a:pos x="10" y="627"/>
                </a:cxn>
                <a:cxn ang="0">
                  <a:pos x="19" y="609"/>
                </a:cxn>
                <a:cxn ang="0">
                  <a:pos x="32" y="592"/>
                </a:cxn>
                <a:cxn ang="0">
                  <a:pos x="54" y="561"/>
                </a:cxn>
                <a:cxn ang="0">
                  <a:pos x="62" y="550"/>
                </a:cxn>
                <a:cxn ang="0">
                  <a:pos x="90" y="518"/>
                </a:cxn>
                <a:cxn ang="0">
                  <a:pos x="116" y="482"/>
                </a:cxn>
                <a:cxn ang="0">
                  <a:pos x="137" y="448"/>
                </a:cxn>
                <a:cxn ang="0">
                  <a:pos x="158" y="415"/>
                </a:cxn>
                <a:cxn ang="0">
                  <a:pos x="174" y="395"/>
                </a:cxn>
                <a:cxn ang="0">
                  <a:pos x="214" y="332"/>
                </a:cxn>
                <a:cxn ang="0">
                  <a:pos x="268" y="253"/>
                </a:cxn>
                <a:cxn ang="0">
                  <a:pos x="323" y="176"/>
                </a:cxn>
                <a:cxn ang="0">
                  <a:pos x="378" y="92"/>
                </a:cxn>
                <a:cxn ang="0">
                  <a:pos x="421" y="30"/>
                </a:cxn>
                <a:cxn ang="0">
                  <a:pos x="435" y="10"/>
                </a:cxn>
                <a:cxn ang="0">
                  <a:pos x="436" y="6"/>
                </a:cxn>
                <a:cxn ang="0">
                  <a:pos x="433" y="1"/>
                </a:cxn>
                <a:cxn ang="0">
                  <a:pos x="429" y="1"/>
                </a:cxn>
                <a:cxn ang="0">
                  <a:pos x="427" y="2"/>
                </a:cxn>
              </a:cxnLst>
              <a:rect l="0" t="0" r="r" b="b"/>
              <a:pathLst>
                <a:path w="436" h="631">
                  <a:moveTo>
                    <a:pt x="427" y="2"/>
                  </a:moveTo>
                  <a:lnTo>
                    <a:pt x="427" y="2"/>
                  </a:lnTo>
                  <a:lnTo>
                    <a:pt x="400" y="39"/>
                  </a:lnTo>
                  <a:lnTo>
                    <a:pt x="374" y="77"/>
                  </a:lnTo>
                  <a:lnTo>
                    <a:pt x="324" y="154"/>
                  </a:lnTo>
                  <a:lnTo>
                    <a:pt x="324" y="154"/>
                  </a:lnTo>
                  <a:lnTo>
                    <a:pt x="264" y="240"/>
                  </a:lnTo>
                  <a:lnTo>
                    <a:pt x="204" y="327"/>
                  </a:lnTo>
                  <a:lnTo>
                    <a:pt x="204" y="327"/>
                  </a:lnTo>
                  <a:lnTo>
                    <a:pt x="179" y="364"/>
                  </a:lnTo>
                  <a:lnTo>
                    <a:pt x="154" y="402"/>
                  </a:lnTo>
                  <a:lnTo>
                    <a:pt x="154" y="402"/>
                  </a:lnTo>
                  <a:lnTo>
                    <a:pt x="141" y="419"/>
                  </a:lnTo>
                  <a:lnTo>
                    <a:pt x="134" y="427"/>
                  </a:lnTo>
                  <a:lnTo>
                    <a:pt x="129" y="436"/>
                  </a:lnTo>
                  <a:lnTo>
                    <a:pt x="129" y="436"/>
                  </a:lnTo>
                  <a:lnTo>
                    <a:pt x="119" y="457"/>
                  </a:lnTo>
                  <a:lnTo>
                    <a:pt x="107" y="476"/>
                  </a:lnTo>
                  <a:lnTo>
                    <a:pt x="107" y="476"/>
                  </a:lnTo>
                  <a:lnTo>
                    <a:pt x="91" y="497"/>
                  </a:lnTo>
                  <a:lnTo>
                    <a:pt x="74" y="516"/>
                  </a:lnTo>
                  <a:lnTo>
                    <a:pt x="58" y="536"/>
                  </a:lnTo>
                  <a:lnTo>
                    <a:pt x="43" y="557"/>
                  </a:lnTo>
                  <a:lnTo>
                    <a:pt x="43" y="557"/>
                  </a:lnTo>
                  <a:lnTo>
                    <a:pt x="17" y="588"/>
                  </a:lnTo>
                  <a:lnTo>
                    <a:pt x="11" y="597"/>
                  </a:lnTo>
                  <a:lnTo>
                    <a:pt x="6" y="606"/>
                  </a:lnTo>
                  <a:lnTo>
                    <a:pt x="2" y="616"/>
                  </a:lnTo>
                  <a:lnTo>
                    <a:pt x="0" y="625"/>
                  </a:lnTo>
                  <a:lnTo>
                    <a:pt x="0" y="625"/>
                  </a:lnTo>
                  <a:lnTo>
                    <a:pt x="0" y="627"/>
                  </a:lnTo>
                  <a:lnTo>
                    <a:pt x="1" y="629"/>
                  </a:lnTo>
                  <a:lnTo>
                    <a:pt x="5" y="631"/>
                  </a:lnTo>
                  <a:lnTo>
                    <a:pt x="6" y="631"/>
                  </a:lnTo>
                  <a:lnTo>
                    <a:pt x="9" y="631"/>
                  </a:lnTo>
                  <a:lnTo>
                    <a:pt x="10" y="630"/>
                  </a:lnTo>
                  <a:lnTo>
                    <a:pt x="10" y="627"/>
                  </a:lnTo>
                  <a:lnTo>
                    <a:pt x="10" y="627"/>
                  </a:lnTo>
                  <a:lnTo>
                    <a:pt x="14" y="618"/>
                  </a:lnTo>
                  <a:lnTo>
                    <a:pt x="19" y="609"/>
                  </a:lnTo>
                  <a:lnTo>
                    <a:pt x="32" y="592"/>
                  </a:lnTo>
                  <a:lnTo>
                    <a:pt x="32" y="592"/>
                  </a:lnTo>
                  <a:lnTo>
                    <a:pt x="47" y="570"/>
                  </a:lnTo>
                  <a:lnTo>
                    <a:pt x="54" y="561"/>
                  </a:lnTo>
                  <a:lnTo>
                    <a:pt x="62" y="550"/>
                  </a:lnTo>
                  <a:lnTo>
                    <a:pt x="62" y="550"/>
                  </a:lnTo>
                  <a:lnTo>
                    <a:pt x="77" y="535"/>
                  </a:lnTo>
                  <a:lnTo>
                    <a:pt x="90" y="518"/>
                  </a:lnTo>
                  <a:lnTo>
                    <a:pt x="116" y="482"/>
                  </a:lnTo>
                  <a:lnTo>
                    <a:pt x="116" y="482"/>
                  </a:lnTo>
                  <a:lnTo>
                    <a:pt x="128" y="465"/>
                  </a:lnTo>
                  <a:lnTo>
                    <a:pt x="137" y="448"/>
                  </a:lnTo>
                  <a:lnTo>
                    <a:pt x="147" y="431"/>
                  </a:lnTo>
                  <a:lnTo>
                    <a:pt x="158" y="415"/>
                  </a:lnTo>
                  <a:lnTo>
                    <a:pt x="158" y="415"/>
                  </a:lnTo>
                  <a:lnTo>
                    <a:pt x="174" y="395"/>
                  </a:lnTo>
                  <a:lnTo>
                    <a:pt x="187" y="374"/>
                  </a:lnTo>
                  <a:lnTo>
                    <a:pt x="214" y="332"/>
                  </a:lnTo>
                  <a:lnTo>
                    <a:pt x="214" y="332"/>
                  </a:lnTo>
                  <a:lnTo>
                    <a:pt x="268" y="253"/>
                  </a:lnTo>
                  <a:lnTo>
                    <a:pt x="323" y="176"/>
                  </a:lnTo>
                  <a:lnTo>
                    <a:pt x="323" y="176"/>
                  </a:lnTo>
                  <a:lnTo>
                    <a:pt x="350" y="134"/>
                  </a:lnTo>
                  <a:lnTo>
                    <a:pt x="378" y="92"/>
                  </a:lnTo>
                  <a:lnTo>
                    <a:pt x="406" y="51"/>
                  </a:lnTo>
                  <a:lnTo>
                    <a:pt x="421" y="30"/>
                  </a:lnTo>
                  <a:lnTo>
                    <a:pt x="435" y="10"/>
                  </a:lnTo>
                  <a:lnTo>
                    <a:pt x="435" y="10"/>
                  </a:lnTo>
                  <a:lnTo>
                    <a:pt x="436" y="7"/>
                  </a:lnTo>
                  <a:lnTo>
                    <a:pt x="436" y="6"/>
                  </a:lnTo>
                  <a:lnTo>
                    <a:pt x="435" y="2"/>
                  </a:lnTo>
                  <a:lnTo>
                    <a:pt x="433" y="1"/>
                  </a:lnTo>
                  <a:lnTo>
                    <a:pt x="431" y="0"/>
                  </a:lnTo>
                  <a:lnTo>
                    <a:pt x="429" y="1"/>
                  </a:lnTo>
                  <a:lnTo>
                    <a:pt x="427" y="2"/>
                  </a:lnTo>
                  <a:lnTo>
                    <a:pt x="427" y="2"/>
                  </a:lnTo>
                  <a:close/>
                </a:path>
              </a:pathLst>
            </a:custGeom>
            <a:ln>
              <a:solidFill>
                <a:schemeClr val="accent1">
                  <a:alpha val="35000"/>
                </a:schemeClr>
              </a:solidFill>
            </a:ln>
          </p:spPr>
          <p:style>
            <a:lnRef idx="0">
              <a:srgbClr val="FFFFFF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22" name="Freeform 534"/>
            <p:cNvSpPr/>
            <p:nvPr>
              <p:custDataLst>
                <p:tags r:id="rId16"/>
              </p:custDataLst>
            </p:nvPr>
          </p:nvSpPr>
          <p:spPr bwMode="auto">
            <a:xfrm>
              <a:off x="2122488" y="2501900"/>
              <a:ext cx="22225" cy="41275"/>
            </a:xfrm>
            <a:custGeom>
              <a:avLst/>
              <a:gdLst/>
              <a:ahLst/>
              <a:cxnLst>
                <a:cxn ang="0">
                  <a:pos x="42" y="6"/>
                </a:cxn>
                <a:cxn ang="0">
                  <a:pos x="42" y="6"/>
                </a:cxn>
                <a:cxn ang="0">
                  <a:pos x="40" y="17"/>
                </a:cxn>
                <a:cxn ang="0">
                  <a:pos x="36" y="27"/>
                </a:cxn>
                <a:cxn ang="0">
                  <a:pos x="29" y="36"/>
                </a:cxn>
                <a:cxn ang="0">
                  <a:pos x="23" y="46"/>
                </a:cxn>
                <a:cxn ang="0">
                  <a:pos x="23" y="46"/>
                </a:cxn>
                <a:cxn ang="0">
                  <a:pos x="16" y="57"/>
                </a:cxn>
                <a:cxn ang="0">
                  <a:pos x="10" y="69"/>
                </a:cxn>
                <a:cxn ang="0">
                  <a:pos x="4" y="82"/>
                </a:cxn>
                <a:cxn ang="0">
                  <a:pos x="0" y="95"/>
                </a:cxn>
                <a:cxn ang="0">
                  <a:pos x="0" y="95"/>
                </a:cxn>
                <a:cxn ang="0">
                  <a:pos x="0" y="98"/>
                </a:cxn>
                <a:cxn ang="0">
                  <a:pos x="2" y="100"/>
                </a:cxn>
                <a:cxn ang="0">
                  <a:pos x="4" y="102"/>
                </a:cxn>
                <a:cxn ang="0">
                  <a:pos x="10" y="102"/>
                </a:cxn>
                <a:cxn ang="0">
                  <a:pos x="11" y="100"/>
                </a:cxn>
                <a:cxn ang="0">
                  <a:pos x="12" y="99"/>
                </a:cxn>
                <a:cxn ang="0">
                  <a:pos x="12" y="99"/>
                </a:cxn>
                <a:cxn ang="0">
                  <a:pos x="16" y="83"/>
                </a:cxn>
                <a:cxn ang="0">
                  <a:pos x="23" y="70"/>
                </a:cxn>
                <a:cxn ang="0">
                  <a:pos x="29" y="56"/>
                </a:cxn>
                <a:cxn ang="0">
                  <a:pos x="38" y="43"/>
                </a:cxn>
                <a:cxn ang="0">
                  <a:pos x="38" y="43"/>
                </a:cxn>
                <a:cxn ang="0">
                  <a:pos x="44" y="35"/>
                </a:cxn>
                <a:cxn ang="0">
                  <a:pos x="49" y="26"/>
                </a:cxn>
                <a:cxn ang="0">
                  <a:pos x="51" y="15"/>
                </a:cxn>
                <a:cxn ang="0">
                  <a:pos x="54" y="6"/>
                </a:cxn>
                <a:cxn ang="0">
                  <a:pos x="54" y="6"/>
                </a:cxn>
                <a:cxn ang="0">
                  <a:pos x="54" y="4"/>
                </a:cxn>
                <a:cxn ang="0">
                  <a:pos x="53" y="1"/>
                </a:cxn>
                <a:cxn ang="0">
                  <a:pos x="50" y="1"/>
                </a:cxn>
                <a:cxn ang="0">
                  <a:pos x="49" y="0"/>
                </a:cxn>
                <a:cxn ang="0">
                  <a:pos x="45" y="1"/>
                </a:cxn>
                <a:cxn ang="0">
                  <a:pos x="44" y="4"/>
                </a:cxn>
                <a:cxn ang="0">
                  <a:pos x="42" y="6"/>
                </a:cxn>
                <a:cxn ang="0">
                  <a:pos x="42" y="6"/>
                </a:cxn>
              </a:cxnLst>
              <a:rect l="0" t="0" r="r" b="b"/>
              <a:pathLst>
                <a:path w="54" h="102">
                  <a:moveTo>
                    <a:pt x="42" y="6"/>
                  </a:moveTo>
                  <a:lnTo>
                    <a:pt x="42" y="6"/>
                  </a:lnTo>
                  <a:lnTo>
                    <a:pt x="40" y="17"/>
                  </a:lnTo>
                  <a:lnTo>
                    <a:pt x="36" y="27"/>
                  </a:lnTo>
                  <a:lnTo>
                    <a:pt x="29" y="36"/>
                  </a:lnTo>
                  <a:lnTo>
                    <a:pt x="23" y="46"/>
                  </a:lnTo>
                  <a:lnTo>
                    <a:pt x="23" y="46"/>
                  </a:lnTo>
                  <a:lnTo>
                    <a:pt x="16" y="57"/>
                  </a:lnTo>
                  <a:lnTo>
                    <a:pt x="10" y="69"/>
                  </a:lnTo>
                  <a:lnTo>
                    <a:pt x="4" y="82"/>
                  </a:lnTo>
                  <a:lnTo>
                    <a:pt x="0" y="95"/>
                  </a:lnTo>
                  <a:lnTo>
                    <a:pt x="0" y="95"/>
                  </a:lnTo>
                  <a:lnTo>
                    <a:pt x="0" y="98"/>
                  </a:lnTo>
                  <a:lnTo>
                    <a:pt x="2" y="100"/>
                  </a:lnTo>
                  <a:lnTo>
                    <a:pt x="4" y="102"/>
                  </a:lnTo>
                  <a:lnTo>
                    <a:pt x="10" y="102"/>
                  </a:lnTo>
                  <a:lnTo>
                    <a:pt x="11" y="100"/>
                  </a:lnTo>
                  <a:lnTo>
                    <a:pt x="12" y="99"/>
                  </a:lnTo>
                  <a:lnTo>
                    <a:pt x="12" y="99"/>
                  </a:lnTo>
                  <a:lnTo>
                    <a:pt x="16" y="83"/>
                  </a:lnTo>
                  <a:lnTo>
                    <a:pt x="23" y="70"/>
                  </a:lnTo>
                  <a:lnTo>
                    <a:pt x="29" y="56"/>
                  </a:lnTo>
                  <a:lnTo>
                    <a:pt x="38" y="43"/>
                  </a:lnTo>
                  <a:lnTo>
                    <a:pt x="38" y="43"/>
                  </a:lnTo>
                  <a:lnTo>
                    <a:pt x="44" y="35"/>
                  </a:lnTo>
                  <a:lnTo>
                    <a:pt x="49" y="26"/>
                  </a:lnTo>
                  <a:lnTo>
                    <a:pt x="51" y="15"/>
                  </a:lnTo>
                  <a:lnTo>
                    <a:pt x="54" y="6"/>
                  </a:lnTo>
                  <a:lnTo>
                    <a:pt x="54" y="6"/>
                  </a:lnTo>
                  <a:lnTo>
                    <a:pt x="54" y="4"/>
                  </a:lnTo>
                  <a:lnTo>
                    <a:pt x="53" y="1"/>
                  </a:lnTo>
                  <a:lnTo>
                    <a:pt x="50" y="1"/>
                  </a:lnTo>
                  <a:lnTo>
                    <a:pt x="49" y="0"/>
                  </a:lnTo>
                  <a:lnTo>
                    <a:pt x="45" y="1"/>
                  </a:lnTo>
                  <a:lnTo>
                    <a:pt x="44" y="4"/>
                  </a:lnTo>
                  <a:lnTo>
                    <a:pt x="42" y="6"/>
                  </a:lnTo>
                  <a:lnTo>
                    <a:pt x="42" y="6"/>
                  </a:lnTo>
                  <a:close/>
                </a:path>
              </a:pathLst>
            </a:custGeom>
            <a:ln>
              <a:solidFill>
                <a:schemeClr val="accent1">
                  <a:alpha val="35000"/>
                </a:schemeClr>
              </a:solidFill>
            </a:ln>
          </p:spPr>
          <p:style>
            <a:lnRef idx="0">
              <a:srgbClr val="FFFFFF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23" name="Freeform 535"/>
            <p:cNvSpPr/>
            <p:nvPr>
              <p:custDataLst>
                <p:tags r:id="rId17"/>
              </p:custDataLst>
            </p:nvPr>
          </p:nvSpPr>
          <p:spPr bwMode="auto">
            <a:xfrm>
              <a:off x="2152651" y="2535238"/>
              <a:ext cx="22225" cy="46038"/>
            </a:xfrm>
            <a:custGeom>
              <a:avLst/>
              <a:gdLst/>
              <a:ahLst/>
              <a:cxnLst>
                <a:cxn ang="0">
                  <a:pos x="46" y="2"/>
                </a:cxn>
                <a:cxn ang="0">
                  <a:pos x="46" y="2"/>
                </a:cxn>
                <a:cxn ang="0">
                  <a:pos x="43" y="17"/>
                </a:cxn>
                <a:cxn ang="0">
                  <a:pos x="38" y="29"/>
                </a:cxn>
                <a:cxn ang="0">
                  <a:pos x="26" y="55"/>
                </a:cxn>
                <a:cxn ang="0">
                  <a:pos x="2" y="104"/>
                </a:cxn>
                <a:cxn ang="0">
                  <a:pos x="2" y="104"/>
                </a:cxn>
                <a:cxn ang="0">
                  <a:pos x="0" y="107"/>
                </a:cxn>
                <a:cxn ang="0">
                  <a:pos x="2" y="108"/>
                </a:cxn>
                <a:cxn ang="0">
                  <a:pos x="4" y="112"/>
                </a:cxn>
                <a:cxn ang="0">
                  <a:pos x="8" y="114"/>
                </a:cxn>
                <a:cxn ang="0">
                  <a:pos x="9" y="112"/>
                </a:cxn>
                <a:cxn ang="0">
                  <a:pos x="11" y="110"/>
                </a:cxn>
                <a:cxn ang="0">
                  <a:pos x="11" y="110"/>
                </a:cxn>
                <a:cxn ang="0">
                  <a:pos x="37" y="59"/>
                </a:cxn>
                <a:cxn ang="0">
                  <a:pos x="49" y="32"/>
                </a:cxn>
                <a:cxn ang="0">
                  <a:pos x="54" y="19"/>
                </a:cxn>
                <a:cxn ang="0">
                  <a:pos x="58" y="6"/>
                </a:cxn>
                <a:cxn ang="0">
                  <a:pos x="58" y="6"/>
                </a:cxn>
                <a:cxn ang="0">
                  <a:pos x="58" y="4"/>
                </a:cxn>
                <a:cxn ang="0">
                  <a:pos x="57" y="1"/>
                </a:cxn>
                <a:cxn ang="0">
                  <a:pos x="54" y="0"/>
                </a:cxn>
                <a:cxn ang="0">
                  <a:pos x="49" y="0"/>
                </a:cxn>
                <a:cxn ang="0">
                  <a:pos x="47" y="1"/>
                </a:cxn>
                <a:cxn ang="0">
                  <a:pos x="46" y="2"/>
                </a:cxn>
                <a:cxn ang="0">
                  <a:pos x="46" y="2"/>
                </a:cxn>
              </a:cxnLst>
              <a:rect l="0" t="0" r="r" b="b"/>
              <a:pathLst>
                <a:path w="58" h="114">
                  <a:moveTo>
                    <a:pt x="46" y="2"/>
                  </a:moveTo>
                  <a:lnTo>
                    <a:pt x="46" y="2"/>
                  </a:lnTo>
                  <a:lnTo>
                    <a:pt x="43" y="17"/>
                  </a:lnTo>
                  <a:lnTo>
                    <a:pt x="38" y="29"/>
                  </a:lnTo>
                  <a:lnTo>
                    <a:pt x="26" y="55"/>
                  </a:lnTo>
                  <a:lnTo>
                    <a:pt x="2" y="104"/>
                  </a:lnTo>
                  <a:lnTo>
                    <a:pt x="2" y="104"/>
                  </a:lnTo>
                  <a:lnTo>
                    <a:pt x="0" y="107"/>
                  </a:lnTo>
                  <a:lnTo>
                    <a:pt x="2" y="108"/>
                  </a:lnTo>
                  <a:lnTo>
                    <a:pt x="4" y="112"/>
                  </a:lnTo>
                  <a:lnTo>
                    <a:pt x="8" y="114"/>
                  </a:lnTo>
                  <a:lnTo>
                    <a:pt x="9" y="112"/>
                  </a:lnTo>
                  <a:lnTo>
                    <a:pt x="11" y="110"/>
                  </a:lnTo>
                  <a:lnTo>
                    <a:pt x="11" y="110"/>
                  </a:lnTo>
                  <a:lnTo>
                    <a:pt x="37" y="59"/>
                  </a:lnTo>
                  <a:lnTo>
                    <a:pt x="49" y="32"/>
                  </a:lnTo>
                  <a:lnTo>
                    <a:pt x="54" y="19"/>
                  </a:lnTo>
                  <a:lnTo>
                    <a:pt x="58" y="6"/>
                  </a:lnTo>
                  <a:lnTo>
                    <a:pt x="58" y="6"/>
                  </a:lnTo>
                  <a:lnTo>
                    <a:pt x="58" y="4"/>
                  </a:lnTo>
                  <a:lnTo>
                    <a:pt x="57" y="1"/>
                  </a:lnTo>
                  <a:lnTo>
                    <a:pt x="54" y="0"/>
                  </a:lnTo>
                  <a:lnTo>
                    <a:pt x="49" y="0"/>
                  </a:lnTo>
                  <a:lnTo>
                    <a:pt x="47" y="1"/>
                  </a:lnTo>
                  <a:lnTo>
                    <a:pt x="46" y="2"/>
                  </a:lnTo>
                  <a:lnTo>
                    <a:pt x="46" y="2"/>
                  </a:lnTo>
                  <a:close/>
                </a:path>
              </a:pathLst>
            </a:custGeom>
            <a:ln>
              <a:solidFill>
                <a:schemeClr val="accent1">
                  <a:alpha val="35000"/>
                </a:schemeClr>
              </a:solidFill>
            </a:ln>
          </p:spPr>
          <p:style>
            <a:lnRef idx="0">
              <a:srgbClr val="FFFFFF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24" name="Freeform 536"/>
            <p:cNvSpPr/>
            <p:nvPr>
              <p:custDataLst>
                <p:tags r:id="rId18"/>
              </p:custDataLst>
            </p:nvPr>
          </p:nvSpPr>
          <p:spPr bwMode="auto">
            <a:xfrm>
              <a:off x="2176463" y="2573338"/>
              <a:ext cx="23813" cy="34925"/>
            </a:xfrm>
            <a:custGeom>
              <a:avLst/>
              <a:gdLst/>
              <a:ahLst/>
              <a:cxnLst>
                <a:cxn ang="0">
                  <a:pos x="51" y="1"/>
                </a:cxn>
                <a:cxn ang="0">
                  <a:pos x="51" y="1"/>
                </a:cxn>
                <a:cxn ang="0">
                  <a:pos x="35" y="20"/>
                </a:cxn>
                <a:cxn ang="0">
                  <a:pos x="22" y="38"/>
                </a:cxn>
                <a:cxn ang="0">
                  <a:pos x="10" y="57"/>
                </a:cxn>
                <a:cxn ang="0">
                  <a:pos x="0" y="78"/>
                </a:cxn>
                <a:cxn ang="0">
                  <a:pos x="0" y="78"/>
                </a:cxn>
                <a:cxn ang="0">
                  <a:pos x="0" y="81"/>
                </a:cxn>
                <a:cxn ang="0">
                  <a:pos x="0" y="84"/>
                </a:cxn>
                <a:cxn ang="0">
                  <a:pos x="4" y="86"/>
                </a:cxn>
                <a:cxn ang="0">
                  <a:pos x="5" y="88"/>
                </a:cxn>
                <a:cxn ang="0">
                  <a:pos x="8" y="88"/>
                </a:cxn>
                <a:cxn ang="0">
                  <a:pos x="9" y="86"/>
                </a:cxn>
                <a:cxn ang="0">
                  <a:pos x="10" y="85"/>
                </a:cxn>
                <a:cxn ang="0">
                  <a:pos x="10" y="85"/>
                </a:cxn>
                <a:cxn ang="0">
                  <a:pos x="19" y="64"/>
                </a:cxn>
                <a:cxn ang="0">
                  <a:pos x="31" y="44"/>
                </a:cxn>
                <a:cxn ang="0">
                  <a:pos x="44" y="26"/>
                </a:cxn>
                <a:cxn ang="0">
                  <a:pos x="59" y="9"/>
                </a:cxn>
                <a:cxn ang="0">
                  <a:pos x="59" y="9"/>
                </a:cxn>
                <a:cxn ang="0">
                  <a:pos x="60" y="8"/>
                </a:cxn>
                <a:cxn ang="0">
                  <a:pos x="60" y="5"/>
                </a:cxn>
                <a:cxn ang="0">
                  <a:pos x="59" y="1"/>
                </a:cxn>
                <a:cxn ang="0">
                  <a:pos x="55" y="0"/>
                </a:cxn>
                <a:cxn ang="0">
                  <a:pos x="53" y="0"/>
                </a:cxn>
                <a:cxn ang="0">
                  <a:pos x="51" y="1"/>
                </a:cxn>
                <a:cxn ang="0">
                  <a:pos x="51" y="1"/>
                </a:cxn>
              </a:cxnLst>
              <a:rect l="0" t="0" r="r" b="b"/>
              <a:pathLst>
                <a:path w="60" h="88">
                  <a:moveTo>
                    <a:pt x="51" y="1"/>
                  </a:moveTo>
                  <a:lnTo>
                    <a:pt x="51" y="1"/>
                  </a:lnTo>
                  <a:lnTo>
                    <a:pt x="35" y="20"/>
                  </a:lnTo>
                  <a:lnTo>
                    <a:pt x="22" y="38"/>
                  </a:lnTo>
                  <a:lnTo>
                    <a:pt x="10" y="57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81"/>
                  </a:lnTo>
                  <a:lnTo>
                    <a:pt x="0" y="84"/>
                  </a:lnTo>
                  <a:lnTo>
                    <a:pt x="4" y="86"/>
                  </a:lnTo>
                  <a:lnTo>
                    <a:pt x="5" y="88"/>
                  </a:lnTo>
                  <a:lnTo>
                    <a:pt x="8" y="88"/>
                  </a:lnTo>
                  <a:lnTo>
                    <a:pt x="9" y="86"/>
                  </a:lnTo>
                  <a:lnTo>
                    <a:pt x="10" y="85"/>
                  </a:lnTo>
                  <a:lnTo>
                    <a:pt x="10" y="85"/>
                  </a:lnTo>
                  <a:lnTo>
                    <a:pt x="19" y="64"/>
                  </a:lnTo>
                  <a:lnTo>
                    <a:pt x="31" y="44"/>
                  </a:lnTo>
                  <a:lnTo>
                    <a:pt x="44" y="26"/>
                  </a:lnTo>
                  <a:lnTo>
                    <a:pt x="59" y="9"/>
                  </a:lnTo>
                  <a:lnTo>
                    <a:pt x="59" y="9"/>
                  </a:lnTo>
                  <a:lnTo>
                    <a:pt x="60" y="8"/>
                  </a:lnTo>
                  <a:lnTo>
                    <a:pt x="60" y="5"/>
                  </a:lnTo>
                  <a:lnTo>
                    <a:pt x="59" y="1"/>
                  </a:lnTo>
                  <a:lnTo>
                    <a:pt x="55" y="0"/>
                  </a:lnTo>
                  <a:lnTo>
                    <a:pt x="53" y="0"/>
                  </a:lnTo>
                  <a:lnTo>
                    <a:pt x="51" y="1"/>
                  </a:lnTo>
                  <a:lnTo>
                    <a:pt x="51" y="1"/>
                  </a:lnTo>
                  <a:close/>
                </a:path>
              </a:pathLst>
            </a:custGeom>
            <a:ln>
              <a:solidFill>
                <a:schemeClr val="accent1">
                  <a:alpha val="35000"/>
                </a:schemeClr>
              </a:solidFill>
            </a:ln>
          </p:spPr>
          <p:style>
            <a:lnRef idx="0">
              <a:srgbClr val="FFFFFF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25" name="Freeform 537"/>
            <p:cNvSpPr/>
            <p:nvPr>
              <p:custDataLst>
                <p:tags r:id="rId19"/>
              </p:custDataLst>
            </p:nvPr>
          </p:nvSpPr>
          <p:spPr bwMode="auto">
            <a:xfrm>
              <a:off x="2200276" y="2609850"/>
              <a:ext cx="26988" cy="36513"/>
            </a:xfrm>
            <a:custGeom>
              <a:avLst/>
              <a:gdLst/>
              <a:ahLst/>
              <a:cxnLst>
                <a:cxn ang="0">
                  <a:pos x="59" y="2"/>
                </a:cxn>
                <a:cxn ang="0">
                  <a:pos x="59" y="2"/>
                </a:cxn>
                <a:cxn ang="0">
                  <a:pos x="50" y="11"/>
                </a:cxn>
                <a:cxn ang="0">
                  <a:pos x="42" y="21"/>
                </a:cxn>
                <a:cxn ang="0">
                  <a:pos x="28" y="42"/>
                </a:cxn>
                <a:cxn ang="0">
                  <a:pos x="16" y="65"/>
                </a:cxn>
                <a:cxn ang="0">
                  <a:pos x="1" y="87"/>
                </a:cxn>
                <a:cxn ang="0">
                  <a:pos x="1" y="87"/>
                </a:cxn>
                <a:cxn ang="0">
                  <a:pos x="0" y="89"/>
                </a:cxn>
                <a:cxn ang="0">
                  <a:pos x="0" y="91"/>
                </a:cxn>
                <a:cxn ang="0">
                  <a:pos x="1" y="93"/>
                </a:cxn>
                <a:cxn ang="0">
                  <a:pos x="3" y="95"/>
                </a:cxn>
                <a:cxn ang="0">
                  <a:pos x="8" y="95"/>
                </a:cxn>
                <a:cxn ang="0">
                  <a:pos x="9" y="95"/>
                </a:cxn>
                <a:cxn ang="0">
                  <a:pos x="12" y="92"/>
                </a:cxn>
                <a:cxn ang="0">
                  <a:pos x="12" y="92"/>
                </a:cxn>
                <a:cxn ang="0">
                  <a:pos x="25" y="71"/>
                </a:cxn>
                <a:cxn ang="0">
                  <a:pos x="37" y="49"/>
                </a:cxn>
                <a:cxn ang="0">
                  <a:pos x="51" y="29"/>
                </a:cxn>
                <a:cxn ang="0">
                  <a:pos x="59" y="19"/>
                </a:cxn>
                <a:cxn ang="0">
                  <a:pos x="68" y="10"/>
                </a:cxn>
                <a:cxn ang="0">
                  <a:pos x="68" y="10"/>
                </a:cxn>
                <a:cxn ang="0">
                  <a:pos x="69" y="8"/>
                </a:cxn>
                <a:cxn ang="0">
                  <a:pos x="69" y="6"/>
                </a:cxn>
                <a:cxn ang="0">
                  <a:pos x="68" y="2"/>
                </a:cxn>
                <a:cxn ang="0">
                  <a:pos x="64" y="0"/>
                </a:cxn>
                <a:cxn ang="0">
                  <a:pos x="62" y="0"/>
                </a:cxn>
                <a:cxn ang="0">
                  <a:pos x="59" y="2"/>
                </a:cxn>
                <a:cxn ang="0">
                  <a:pos x="59" y="2"/>
                </a:cxn>
              </a:cxnLst>
              <a:rect l="0" t="0" r="r" b="b"/>
              <a:pathLst>
                <a:path w="69" h="95">
                  <a:moveTo>
                    <a:pt x="59" y="2"/>
                  </a:moveTo>
                  <a:lnTo>
                    <a:pt x="59" y="2"/>
                  </a:lnTo>
                  <a:lnTo>
                    <a:pt x="50" y="11"/>
                  </a:lnTo>
                  <a:lnTo>
                    <a:pt x="42" y="21"/>
                  </a:lnTo>
                  <a:lnTo>
                    <a:pt x="28" y="42"/>
                  </a:lnTo>
                  <a:lnTo>
                    <a:pt x="16" y="65"/>
                  </a:lnTo>
                  <a:lnTo>
                    <a:pt x="1" y="87"/>
                  </a:lnTo>
                  <a:lnTo>
                    <a:pt x="1" y="87"/>
                  </a:lnTo>
                  <a:lnTo>
                    <a:pt x="0" y="89"/>
                  </a:lnTo>
                  <a:lnTo>
                    <a:pt x="0" y="91"/>
                  </a:lnTo>
                  <a:lnTo>
                    <a:pt x="1" y="93"/>
                  </a:lnTo>
                  <a:lnTo>
                    <a:pt x="3" y="95"/>
                  </a:lnTo>
                  <a:lnTo>
                    <a:pt x="8" y="95"/>
                  </a:lnTo>
                  <a:lnTo>
                    <a:pt x="9" y="95"/>
                  </a:lnTo>
                  <a:lnTo>
                    <a:pt x="12" y="92"/>
                  </a:lnTo>
                  <a:lnTo>
                    <a:pt x="12" y="92"/>
                  </a:lnTo>
                  <a:lnTo>
                    <a:pt x="25" y="71"/>
                  </a:lnTo>
                  <a:lnTo>
                    <a:pt x="37" y="49"/>
                  </a:lnTo>
                  <a:lnTo>
                    <a:pt x="51" y="29"/>
                  </a:lnTo>
                  <a:lnTo>
                    <a:pt x="59" y="19"/>
                  </a:lnTo>
                  <a:lnTo>
                    <a:pt x="68" y="10"/>
                  </a:lnTo>
                  <a:lnTo>
                    <a:pt x="68" y="10"/>
                  </a:lnTo>
                  <a:lnTo>
                    <a:pt x="69" y="8"/>
                  </a:lnTo>
                  <a:lnTo>
                    <a:pt x="69" y="6"/>
                  </a:lnTo>
                  <a:lnTo>
                    <a:pt x="68" y="2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59" y="2"/>
                  </a:lnTo>
                  <a:lnTo>
                    <a:pt x="59" y="2"/>
                  </a:lnTo>
                  <a:close/>
                </a:path>
              </a:pathLst>
            </a:custGeom>
            <a:ln>
              <a:solidFill>
                <a:schemeClr val="accent1">
                  <a:alpha val="35000"/>
                </a:schemeClr>
              </a:solidFill>
            </a:ln>
          </p:spPr>
          <p:style>
            <a:lnRef idx="0">
              <a:srgbClr val="FFFFFF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26" name="Freeform 538"/>
            <p:cNvSpPr/>
            <p:nvPr>
              <p:custDataLst>
                <p:tags r:id="rId20"/>
              </p:custDataLst>
            </p:nvPr>
          </p:nvSpPr>
          <p:spPr bwMode="auto">
            <a:xfrm>
              <a:off x="2228851" y="2640013"/>
              <a:ext cx="19050" cy="38100"/>
            </a:xfrm>
            <a:custGeom>
              <a:avLst/>
              <a:gdLst/>
              <a:ahLst/>
              <a:cxnLst>
                <a:cxn ang="0">
                  <a:pos x="40" y="2"/>
                </a:cxn>
                <a:cxn ang="0">
                  <a:pos x="40" y="2"/>
                </a:cxn>
                <a:cxn ang="0">
                  <a:pos x="30" y="12"/>
                </a:cxn>
                <a:cxn ang="0">
                  <a:pos x="24" y="24"/>
                </a:cxn>
                <a:cxn ang="0">
                  <a:pos x="17" y="34"/>
                </a:cxn>
                <a:cxn ang="0">
                  <a:pos x="12" y="47"/>
                </a:cxn>
                <a:cxn ang="0">
                  <a:pos x="12" y="47"/>
                </a:cxn>
                <a:cxn ang="0">
                  <a:pos x="4" y="68"/>
                </a:cxn>
                <a:cxn ang="0">
                  <a:pos x="2" y="79"/>
                </a:cxn>
                <a:cxn ang="0">
                  <a:pos x="0" y="89"/>
                </a:cxn>
                <a:cxn ang="0">
                  <a:pos x="0" y="89"/>
                </a:cxn>
                <a:cxn ang="0">
                  <a:pos x="0" y="92"/>
                </a:cxn>
                <a:cxn ang="0">
                  <a:pos x="2" y="94"/>
                </a:cxn>
                <a:cxn ang="0">
                  <a:pos x="6" y="96"/>
                </a:cxn>
                <a:cxn ang="0">
                  <a:pos x="9" y="94"/>
                </a:cxn>
                <a:cxn ang="0">
                  <a:pos x="11" y="92"/>
                </a:cxn>
                <a:cxn ang="0">
                  <a:pos x="12" y="89"/>
                </a:cxn>
                <a:cxn ang="0">
                  <a:pos x="12" y="89"/>
                </a:cxn>
                <a:cxn ang="0">
                  <a:pos x="13" y="79"/>
                </a:cxn>
                <a:cxn ang="0">
                  <a:pos x="16" y="68"/>
                </a:cxn>
                <a:cxn ang="0">
                  <a:pos x="24" y="49"/>
                </a:cxn>
                <a:cxn ang="0">
                  <a:pos x="24" y="49"/>
                </a:cxn>
                <a:cxn ang="0">
                  <a:pos x="29" y="37"/>
                </a:cxn>
                <a:cxn ang="0">
                  <a:pos x="34" y="28"/>
                </a:cxn>
                <a:cxn ang="0">
                  <a:pos x="41" y="19"/>
                </a:cxn>
                <a:cxn ang="0">
                  <a:pos x="47" y="9"/>
                </a:cxn>
                <a:cxn ang="0">
                  <a:pos x="47" y="9"/>
                </a:cxn>
                <a:cxn ang="0">
                  <a:pos x="49" y="8"/>
                </a:cxn>
                <a:cxn ang="0">
                  <a:pos x="50" y="6"/>
                </a:cxn>
                <a:cxn ang="0">
                  <a:pos x="47" y="2"/>
                </a:cxn>
                <a:cxn ang="0">
                  <a:pos x="43" y="0"/>
                </a:cxn>
                <a:cxn ang="0">
                  <a:pos x="42" y="0"/>
                </a:cxn>
                <a:cxn ang="0">
                  <a:pos x="40" y="2"/>
                </a:cxn>
                <a:cxn ang="0">
                  <a:pos x="40" y="2"/>
                </a:cxn>
              </a:cxnLst>
              <a:rect l="0" t="0" r="r" b="b"/>
              <a:pathLst>
                <a:path w="50" h="96">
                  <a:moveTo>
                    <a:pt x="40" y="2"/>
                  </a:moveTo>
                  <a:lnTo>
                    <a:pt x="40" y="2"/>
                  </a:lnTo>
                  <a:lnTo>
                    <a:pt x="30" y="12"/>
                  </a:lnTo>
                  <a:lnTo>
                    <a:pt x="24" y="24"/>
                  </a:lnTo>
                  <a:lnTo>
                    <a:pt x="17" y="34"/>
                  </a:lnTo>
                  <a:lnTo>
                    <a:pt x="12" y="47"/>
                  </a:lnTo>
                  <a:lnTo>
                    <a:pt x="12" y="47"/>
                  </a:lnTo>
                  <a:lnTo>
                    <a:pt x="4" y="68"/>
                  </a:lnTo>
                  <a:lnTo>
                    <a:pt x="2" y="79"/>
                  </a:lnTo>
                  <a:lnTo>
                    <a:pt x="0" y="89"/>
                  </a:lnTo>
                  <a:lnTo>
                    <a:pt x="0" y="89"/>
                  </a:lnTo>
                  <a:lnTo>
                    <a:pt x="0" y="92"/>
                  </a:lnTo>
                  <a:lnTo>
                    <a:pt x="2" y="94"/>
                  </a:lnTo>
                  <a:lnTo>
                    <a:pt x="6" y="96"/>
                  </a:lnTo>
                  <a:lnTo>
                    <a:pt x="9" y="94"/>
                  </a:lnTo>
                  <a:lnTo>
                    <a:pt x="11" y="92"/>
                  </a:lnTo>
                  <a:lnTo>
                    <a:pt x="12" y="89"/>
                  </a:lnTo>
                  <a:lnTo>
                    <a:pt x="12" y="89"/>
                  </a:lnTo>
                  <a:lnTo>
                    <a:pt x="13" y="79"/>
                  </a:lnTo>
                  <a:lnTo>
                    <a:pt x="16" y="68"/>
                  </a:lnTo>
                  <a:lnTo>
                    <a:pt x="24" y="49"/>
                  </a:lnTo>
                  <a:lnTo>
                    <a:pt x="24" y="49"/>
                  </a:lnTo>
                  <a:lnTo>
                    <a:pt x="29" y="37"/>
                  </a:lnTo>
                  <a:lnTo>
                    <a:pt x="34" y="28"/>
                  </a:lnTo>
                  <a:lnTo>
                    <a:pt x="41" y="19"/>
                  </a:lnTo>
                  <a:lnTo>
                    <a:pt x="47" y="9"/>
                  </a:lnTo>
                  <a:lnTo>
                    <a:pt x="47" y="9"/>
                  </a:lnTo>
                  <a:lnTo>
                    <a:pt x="49" y="8"/>
                  </a:lnTo>
                  <a:lnTo>
                    <a:pt x="50" y="6"/>
                  </a:lnTo>
                  <a:lnTo>
                    <a:pt x="47" y="2"/>
                  </a:lnTo>
                  <a:lnTo>
                    <a:pt x="43" y="0"/>
                  </a:lnTo>
                  <a:lnTo>
                    <a:pt x="42" y="0"/>
                  </a:lnTo>
                  <a:lnTo>
                    <a:pt x="40" y="2"/>
                  </a:lnTo>
                  <a:lnTo>
                    <a:pt x="40" y="2"/>
                  </a:lnTo>
                  <a:close/>
                </a:path>
              </a:pathLst>
            </a:custGeom>
            <a:ln>
              <a:solidFill>
                <a:schemeClr val="accent1">
                  <a:alpha val="35000"/>
                </a:schemeClr>
              </a:solidFill>
            </a:ln>
          </p:spPr>
          <p:style>
            <a:lnRef idx="0">
              <a:srgbClr val="FFFFFF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27" name="Freeform 539"/>
            <p:cNvSpPr/>
            <p:nvPr>
              <p:custDataLst>
                <p:tags r:id="rId21"/>
              </p:custDataLst>
            </p:nvPr>
          </p:nvSpPr>
          <p:spPr bwMode="auto">
            <a:xfrm>
              <a:off x="2257426" y="2651125"/>
              <a:ext cx="20638" cy="42863"/>
            </a:xfrm>
            <a:custGeom>
              <a:avLst/>
              <a:gdLst/>
              <a:ahLst/>
              <a:cxnLst>
                <a:cxn ang="0">
                  <a:pos x="42" y="5"/>
                </a:cxn>
                <a:cxn ang="0">
                  <a:pos x="42" y="5"/>
                </a:cxn>
                <a:cxn ang="0">
                  <a:pos x="41" y="12"/>
                </a:cxn>
                <a:cxn ang="0">
                  <a:pos x="39" y="17"/>
                </a:cxn>
                <a:cxn ang="0">
                  <a:pos x="34" y="29"/>
                </a:cxn>
                <a:cxn ang="0">
                  <a:pos x="28" y="40"/>
                </a:cxn>
                <a:cxn ang="0">
                  <a:pos x="20" y="51"/>
                </a:cxn>
                <a:cxn ang="0">
                  <a:pos x="20" y="51"/>
                </a:cxn>
                <a:cxn ang="0">
                  <a:pos x="13" y="63"/>
                </a:cxn>
                <a:cxn ang="0">
                  <a:pos x="8" y="76"/>
                </a:cxn>
                <a:cxn ang="0">
                  <a:pos x="0" y="102"/>
                </a:cxn>
                <a:cxn ang="0">
                  <a:pos x="0" y="102"/>
                </a:cxn>
                <a:cxn ang="0">
                  <a:pos x="0" y="104"/>
                </a:cxn>
                <a:cxn ang="0">
                  <a:pos x="2" y="107"/>
                </a:cxn>
                <a:cxn ang="0">
                  <a:pos x="4" y="108"/>
                </a:cxn>
                <a:cxn ang="0">
                  <a:pos x="9" y="108"/>
                </a:cxn>
                <a:cxn ang="0">
                  <a:pos x="11" y="107"/>
                </a:cxn>
                <a:cxn ang="0">
                  <a:pos x="12" y="106"/>
                </a:cxn>
                <a:cxn ang="0">
                  <a:pos x="12" y="106"/>
                </a:cxn>
                <a:cxn ang="0">
                  <a:pos x="16" y="90"/>
                </a:cxn>
                <a:cxn ang="0">
                  <a:pos x="22" y="74"/>
                </a:cxn>
                <a:cxn ang="0">
                  <a:pos x="29" y="60"/>
                </a:cxn>
                <a:cxn ang="0">
                  <a:pos x="37" y="46"/>
                </a:cxn>
                <a:cxn ang="0">
                  <a:pos x="37" y="46"/>
                </a:cxn>
                <a:cxn ang="0">
                  <a:pos x="43" y="36"/>
                </a:cxn>
                <a:cxn ang="0">
                  <a:pos x="49" y="26"/>
                </a:cxn>
                <a:cxn ang="0">
                  <a:pos x="51" y="15"/>
                </a:cxn>
                <a:cxn ang="0">
                  <a:pos x="54" y="5"/>
                </a:cxn>
                <a:cxn ang="0">
                  <a:pos x="54" y="5"/>
                </a:cxn>
                <a:cxn ang="0">
                  <a:pos x="54" y="2"/>
                </a:cxn>
                <a:cxn ang="0">
                  <a:pos x="53" y="1"/>
                </a:cxn>
                <a:cxn ang="0">
                  <a:pos x="50" y="0"/>
                </a:cxn>
                <a:cxn ang="0">
                  <a:pos x="49" y="0"/>
                </a:cxn>
                <a:cxn ang="0">
                  <a:pos x="45" y="1"/>
                </a:cxn>
                <a:cxn ang="0">
                  <a:pos x="43" y="2"/>
                </a:cxn>
                <a:cxn ang="0">
                  <a:pos x="42" y="5"/>
                </a:cxn>
                <a:cxn ang="0">
                  <a:pos x="42" y="5"/>
                </a:cxn>
              </a:cxnLst>
              <a:rect l="0" t="0" r="r" b="b"/>
              <a:pathLst>
                <a:path w="54" h="108">
                  <a:moveTo>
                    <a:pt x="42" y="5"/>
                  </a:moveTo>
                  <a:lnTo>
                    <a:pt x="42" y="5"/>
                  </a:lnTo>
                  <a:lnTo>
                    <a:pt x="41" y="12"/>
                  </a:lnTo>
                  <a:lnTo>
                    <a:pt x="39" y="17"/>
                  </a:lnTo>
                  <a:lnTo>
                    <a:pt x="34" y="29"/>
                  </a:lnTo>
                  <a:lnTo>
                    <a:pt x="28" y="40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13" y="63"/>
                  </a:lnTo>
                  <a:lnTo>
                    <a:pt x="8" y="76"/>
                  </a:lnTo>
                  <a:lnTo>
                    <a:pt x="0" y="102"/>
                  </a:lnTo>
                  <a:lnTo>
                    <a:pt x="0" y="102"/>
                  </a:lnTo>
                  <a:lnTo>
                    <a:pt x="0" y="104"/>
                  </a:lnTo>
                  <a:lnTo>
                    <a:pt x="2" y="107"/>
                  </a:lnTo>
                  <a:lnTo>
                    <a:pt x="4" y="108"/>
                  </a:lnTo>
                  <a:lnTo>
                    <a:pt x="9" y="108"/>
                  </a:lnTo>
                  <a:lnTo>
                    <a:pt x="11" y="107"/>
                  </a:lnTo>
                  <a:lnTo>
                    <a:pt x="12" y="106"/>
                  </a:lnTo>
                  <a:lnTo>
                    <a:pt x="12" y="106"/>
                  </a:lnTo>
                  <a:lnTo>
                    <a:pt x="16" y="90"/>
                  </a:lnTo>
                  <a:lnTo>
                    <a:pt x="22" y="74"/>
                  </a:lnTo>
                  <a:lnTo>
                    <a:pt x="29" y="60"/>
                  </a:lnTo>
                  <a:lnTo>
                    <a:pt x="37" y="46"/>
                  </a:lnTo>
                  <a:lnTo>
                    <a:pt x="37" y="46"/>
                  </a:lnTo>
                  <a:lnTo>
                    <a:pt x="43" y="36"/>
                  </a:lnTo>
                  <a:lnTo>
                    <a:pt x="49" y="26"/>
                  </a:lnTo>
                  <a:lnTo>
                    <a:pt x="51" y="15"/>
                  </a:lnTo>
                  <a:lnTo>
                    <a:pt x="54" y="5"/>
                  </a:lnTo>
                  <a:lnTo>
                    <a:pt x="54" y="5"/>
                  </a:lnTo>
                  <a:lnTo>
                    <a:pt x="54" y="2"/>
                  </a:lnTo>
                  <a:lnTo>
                    <a:pt x="53" y="1"/>
                  </a:lnTo>
                  <a:lnTo>
                    <a:pt x="50" y="0"/>
                  </a:lnTo>
                  <a:lnTo>
                    <a:pt x="49" y="0"/>
                  </a:lnTo>
                  <a:lnTo>
                    <a:pt x="45" y="1"/>
                  </a:lnTo>
                  <a:lnTo>
                    <a:pt x="43" y="2"/>
                  </a:lnTo>
                  <a:lnTo>
                    <a:pt x="42" y="5"/>
                  </a:lnTo>
                  <a:lnTo>
                    <a:pt x="42" y="5"/>
                  </a:lnTo>
                  <a:close/>
                </a:path>
              </a:pathLst>
            </a:custGeom>
            <a:ln>
              <a:solidFill>
                <a:schemeClr val="accent1">
                  <a:alpha val="35000"/>
                </a:schemeClr>
              </a:solidFill>
            </a:ln>
          </p:spPr>
          <p:style>
            <a:lnRef idx="0">
              <a:srgbClr val="FFFFFF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28" name="Freeform 540"/>
            <p:cNvSpPr/>
            <p:nvPr>
              <p:custDataLst>
                <p:tags r:id="rId22"/>
              </p:custDataLst>
            </p:nvPr>
          </p:nvSpPr>
          <p:spPr bwMode="auto">
            <a:xfrm>
              <a:off x="2287588" y="2657475"/>
              <a:ext cx="12700" cy="28575"/>
            </a:xfrm>
            <a:custGeom>
              <a:avLst/>
              <a:gdLst/>
              <a:ahLst/>
              <a:cxnLst>
                <a:cxn ang="0">
                  <a:pos x="24" y="5"/>
                </a:cxn>
                <a:cxn ang="0">
                  <a:pos x="24" y="5"/>
                </a:cxn>
                <a:cxn ang="0">
                  <a:pos x="22" y="13"/>
                </a:cxn>
                <a:cxn ang="0">
                  <a:pos x="21" y="21"/>
                </a:cxn>
                <a:cxn ang="0">
                  <a:pos x="16" y="35"/>
                </a:cxn>
                <a:cxn ang="0">
                  <a:pos x="9" y="50"/>
                </a:cxn>
                <a:cxn ang="0">
                  <a:pos x="1" y="64"/>
                </a:cxn>
                <a:cxn ang="0">
                  <a:pos x="1" y="64"/>
                </a:cxn>
                <a:cxn ang="0">
                  <a:pos x="0" y="65"/>
                </a:cxn>
                <a:cxn ang="0">
                  <a:pos x="0" y="68"/>
                </a:cxn>
                <a:cxn ang="0">
                  <a:pos x="3" y="71"/>
                </a:cxn>
                <a:cxn ang="0">
                  <a:pos x="8" y="72"/>
                </a:cxn>
                <a:cxn ang="0">
                  <a:pos x="9" y="71"/>
                </a:cxn>
                <a:cxn ang="0">
                  <a:pos x="11" y="69"/>
                </a:cxn>
                <a:cxn ang="0">
                  <a:pos x="11" y="69"/>
                </a:cxn>
                <a:cxn ang="0">
                  <a:pos x="20" y="55"/>
                </a:cxn>
                <a:cxn ang="0">
                  <a:pos x="28" y="39"/>
                </a:cxn>
                <a:cxn ang="0">
                  <a:pos x="33" y="22"/>
                </a:cxn>
                <a:cxn ang="0">
                  <a:pos x="34" y="14"/>
                </a:cxn>
                <a:cxn ang="0">
                  <a:pos x="34" y="5"/>
                </a:cxn>
                <a:cxn ang="0">
                  <a:pos x="34" y="5"/>
                </a:cxn>
                <a:cxn ang="0">
                  <a:pos x="34" y="3"/>
                </a:cxn>
                <a:cxn ang="0">
                  <a:pos x="33" y="1"/>
                </a:cxn>
                <a:cxn ang="0">
                  <a:pos x="29" y="0"/>
                </a:cxn>
                <a:cxn ang="0">
                  <a:pos x="25" y="1"/>
                </a:cxn>
                <a:cxn ang="0">
                  <a:pos x="24" y="3"/>
                </a:cxn>
                <a:cxn ang="0">
                  <a:pos x="24" y="5"/>
                </a:cxn>
                <a:cxn ang="0">
                  <a:pos x="24" y="5"/>
                </a:cxn>
              </a:cxnLst>
              <a:rect l="0" t="0" r="r" b="b"/>
              <a:pathLst>
                <a:path w="34" h="72">
                  <a:moveTo>
                    <a:pt x="24" y="5"/>
                  </a:moveTo>
                  <a:lnTo>
                    <a:pt x="24" y="5"/>
                  </a:lnTo>
                  <a:lnTo>
                    <a:pt x="22" y="13"/>
                  </a:lnTo>
                  <a:lnTo>
                    <a:pt x="21" y="21"/>
                  </a:lnTo>
                  <a:lnTo>
                    <a:pt x="16" y="35"/>
                  </a:lnTo>
                  <a:lnTo>
                    <a:pt x="9" y="50"/>
                  </a:lnTo>
                  <a:lnTo>
                    <a:pt x="1" y="64"/>
                  </a:lnTo>
                  <a:lnTo>
                    <a:pt x="1" y="64"/>
                  </a:lnTo>
                  <a:lnTo>
                    <a:pt x="0" y="65"/>
                  </a:lnTo>
                  <a:lnTo>
                    <a:pt x="0" y="68"/>
                  </a:lnTo>
                  <a:lnTo>
                    <a:pt x="3" y="71"/>
                  </a:lnTo>
                  <a:lnTo>
                    <a:pt x="8" y="72"/>
                  </a:lnTo>
                  <a:lnTo>
                    <a:pt x="9" y="71"/>
                  </a:lnTo>
                  <a:lnTo>
                    <a:pt x="11" y="69"/>
                  </a:lnTo>
                  <a:lnTo>
                    <a:pt x="11" y="69"/>
                  </a:lnTo>
                  <a:lnTo>
                    <a:pt x="20" y="55"/>
                  </a:lnTo>
                  <a:lnTo>
                    <a:pt x="28" y="39"/>
                  </a:lnTo>
                  <a:lnTo>
                    <a:pt x="33" y="22"/>
                  </a:lnTo>
                  <a:lnTo>
                    <a:pt x="34" y="14"/>
                  </a:lnTo>
                  <a:lnTo>
                    <a:pt x="34" y="5"/>
                  </a:lnTo>
                  <a:lnTo>
                    <a:pt x="34" y="5"/>
                  </a:lnTo>
                  <a:lnTo>
                    <a:pt x="34" y="3"/>
                  </a:lnTo>
                  <a:lnTo>
                    <a:pt x="33" y="1"/>
                  </a:lnTo>
                  <a:lnTo>
                    <a:pt x="29" y="0"/>
                  </a:lnTo>
                  <a:lnTo>
                    <a:pt x="25" y="1"/>
                  </a:lnTo>
                  <a:lnTo>
                    <a:pt x="24" y="3"/>
                  </a:lnTo>
                  <a:lnTo>
                    <a:pt x="24" y="5"/>
                  </a:lnTo>
                  <a:lnTo>
                    <a:pt x="24" y="5"/>
                  </a:lnTo>
                  <a:close/>
                </a:path>
              </a:pathLst>
            </a:custGeom>
            <a:ln>
              <a:solidFill>
                <a:schemeClr val="accent1">
                  <a:alpha val="35000"/>
                </a:schemeClr>
              </a:solidFill>
            </a:ln>
          </p:spPr>
          <p:style>
            <a:lnRef idx="0">
              <a:srgbClr val="FFFFFF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29" name="Freeform 541"/>
            <p:cNvSpPr/>
            <p:nvPr>
              <p:custDataLst>
                <p:tags r:id="rId23"/>
              </p:custDataLst>
            </p:nvPr>
          </p:nvSpPr>
          <p:spPr bwMode="auto">
            <a:xfrm>
              <a:off x="2328863" y="2549525"/>
              <a:ext cx="19050" cy="38100"/>
            </a:xfrm>
            <a:custGeom>
              <a:avLst/>
              <a:gdLst/>
              <a:ahLst/>
              <a:cxnLst>
                <a:cxn ang="0">
                  <a:pos x="38" y="6"/>
                </a:cxn>
                <a:cxn ang="0">
                  <a:pos x="38" y="6"/>
                </a:cxn>
                <a:cxn ang="0">
                  <a:pos x="37" y="11"/>
                </a:cxn>
                <a:cxn ang="0">
                  <a:pos x="34" y="15"/>
                </a:cxn>
                <a:cxn ang="0">
                  <a:pos x="31" y="19"/>
                </a:cxn>
                <a:cxn ang="0">
                  <a:pos x="28" y="23"/>
                </a:cxn>
                <a:cxn ang="0">
                  <a:pos x="28" y="23"/>
                </a:cxn>
                <a:cxn ang="0">
                  <a:pos x="20" y="34"/>
                </a:cxn>
                <a:cxn ang="0">
                  <a:pos x="14" y="48"/>
                </a:cxn>
                <a:cxn ang="0">
                  <a:pos x="14" y="48"/>
                </a:cxn>
                <a:cxn ang="0">
                  <a:pos x="8" y="58"/>
                </a:cxn>
                <a:cxn ang="0">
                  <a:pos x="4" y="70"/>
                </a:cxn>
                <a:cxn ang="0">
                  <a:pos x="2" y="82"/>
                </a:cxn>
                <a:cxn ang="0">
                  <a:pos x="0" y="95"/>
                </a:cxn>
                <a:cxn ang="0">
                  <a:pos x="0" y="95"/>
                </a:cxn>
                <a:cxn ang="0">
                  <a:pos x="0" y="97"/>
                </a:cxn>
                <a:cxn ang="0">
                  <a:pos x="2" y="99"/>
                </a:cxn>
                <a:cxn ang="0">
                  <a:pos x="6" y="100"/>
                </a:cxn>
                <a:cxn ang="0">
                  <a:pos x="10" y="99"/>
                </a:cxn>
                <a:cxn ang="0">
                  <a:pos x="11" y="97"/>
                </a:cxn>
                <a:cxn ang="0">
                  <a:pos x="12" y="95"/>
                </a:cxn>
                <a:cxn ang="0">
                  <a:pos x="12" y="95"/>
                </a:cxn>
                <a:cxn ang="0">
                  <a:pos x="14" y="80"/>
                </a:cxn>
                <a:cxn ang="0">
                  <a:pos x="17" y="67"/>
                </a:cxn>
                <a:cxn ang="0">
                  <a:pos x="23" y="55"/>
                </a:cxn>
                <a:cxn ang="0">
                  <a:pos x="29" y="42"/>
                </a:cxn>
                <a:cxn ang="0">
                  <a:pos x="29" y="42"/>
                </a:cxn>
                <a:cxn ang="0">
                  <a:pos x="34" y="34"/>
                </a:cxn>
                <a:cxn ang="0">
                  <a:pos x="41" y="27"/>
                </a:cxn>
                <a:cxn ang="0">
                  <a:pos x="46" y="17"/>
                </a:cxn>
                <a:cxn ang="0">
                  <a:pos x="49" y="14"/>
                </a:cxn>
                <a:cxn ang="0">
                  <a:pos x="50" y="8"/>
                </a:cxn>
                <a:cxn ang="0">
                  <a:pos x="50" y="8"/>
                </a:cxn>
                <a:cxn ang="0">
                  <a:pos x="49" y="6"/>
                </a:cxn>
                <a:cxn ang="0">
                  <a:pos x="49" y="3"/>
                </a:cxn>
                <a:cxn ang="0">
                  <a:pos x="45" y="2"/>
                </a:cxn>
                <a:cxn ang="0">
                  <a:pos x="42" y="0"/>
                </a:cxn>
                <a:cxn ang="0">
                  <a:pos x="41" y="2"/>
                </a:cxn>
                <a:cxn ang="0">
                  <a:pos x="40" y="3"/>
                </a:cxn>
                <a:cxn ang="0">
                  <a:pos x="38" y="6"/>
                </a:cxn>
                <a:cxn ang="0">
                  <a:pos x="38" y="6"/>
                </a:cxn>
              </a:cxnLst>
              <a:rect l="0" t="0" r="r" b="b"/>
              <a:pathLst>
                <a:path w="50" h="100">
                  <a:moveTo>
                    <a:pt x="38" y="6"/>
                  </a:moveTo>
                  <a:lnTo>
                    <a:pt x="38" y="6"/>
                  </a:lnTo>
                  <a:lnTo>
                    <a:pt x="37" y="11"/>
                  </a:lnTo>
                  <a:lnTo>
                    <a:pt x="34" y="15"/>
                  </a:lnTo>
                  <a:lnTo>
                    <a:pt x="31" y="19"/>
                  </a:lnTo>
                  <a:lnTo>
                    <a:pt x="28" y="23"/>
                  </a:lnTo>
                  <a:lnTo>
                    <a:pt x="28" y="23"/>
                  </a:lnTo>
                  <a:lnTo>
                    <a:pt x="20" y="34"/>
                  </a:lnTo>
                  <a:lnTo>
                    <a:pt x="14" y="48"/>
                  </a:lnTo>
                  <a:lnTo>
                    <a:pt x="14" y="48"/>
                  </a:lnTo>
                  <a:lnTo>
                    <a:pt x="8" y="58"/>
                  </a:lnTo>
                  <a:lnTo>
                    <a:pt x="4" y="70"/>
                  </a:lnTo>
                  <a:lnTo>
                    <a:pt x="2" y="82"/>
                  </a:lnTo>
                  <a:lnTo>
                    <a:pt x="0" y="95"/>
                  </a:lnTo>
                  <a:lnTo>
                    <a:pt x="0" y="95"/>
                  </a:lnTo>
                  <a:lnTo>
                    <a:pt x="0" y="97"/>
                  </a:lnTo>
                  <a:lnTo>
                    <a:pt x="2" y="99"/>
                  </a:lnTo>
                  <a:lnTo>
                    <a:pt x="6" y="100"/>
                  </a:lnTo>
                  <a:lnTo>
                    <a:pt x="10" y="99"/>
                  </a:lnTo>
                  <a:lnTo>
                    <a:pt x="11" y="97"/>
                  </a:lnTo>
                  <a:lnTo>
                    <a:pt x="12" y="95"/>
                  </a:lnTo>
                  <a:lnTo>
                    <a:pt x="12" y="95"/>
                  </a:lnTo>
                  <a:lnTo>
                    <a:pt x="14" y="80"/>
                  </a:lnTo>
                  <a:lnTo>
                    <a:pt x="17" y="67"/>
                  </a:lnTo>
                  <a:lnTo>
                    <a:pt x="23" y="55"/>
                  </a:lnTo>
                  <a:lnTo>
                    <a:pt x="29" y="42"/>
                  </a:lnTo>
                  <a:lnTo>
                    <a:pt x="29" y="42"/>
                  </a:lnTo>
                  <a:lnTo>
                    <a:pt x="34" y="34"/>
                  </a:lnTo>
                  <a:lnTo>
                    <a:pt x="41" y="27"/>
                  </a:lnTo>
                  <a:lnTo>
                    <a:pt x="46" y="17"/>
                  </a:lnTo>
                  <a:lnTo>
                    <a:pt x="49" y="14"/>
                  </a:lnTo>
                  <a:lnTo>
                    <a:pt x="50" y="8"/>
                  </a:lnTo>
                  <a:lnTo>
                    <a:pt x="50" y="8"/>
                  </a:lnTo>
                  <a:lnTo>
                    <a:pt x="49" y="6"/>
                  </a:lnTo>
                  <a:lnTo>
                    <a:pt x="49" y="3"/>
                  </a:lnTo>
                  <a:lnTo>
                    <a:pt x="45" y="2"/>
                  </a:lnTo>
                  <a:lnTo>
                    <a:pt x="42" y="0"/>
                  </a:lnTo>
                  <a:lnTo>
                    <a:pt x="41" y="2"/>
                  </a:lnTo>
                  <a:lnTo>
                    <a:pt x="40" y="3"/>
                  </a:lnTo>
                  <a:lnTo>
                    <a:pt x="38" y="6"/>
                  </a:lnTo>
                  <a:lnTo>
                    <a:pt x="38" y="6"/>
                  </a:lnTo>
                  <a:close/>
                </a:path>
              </a:pathLst>
            </a:custGeom>
            <a:ln>
              <a:solidFill>
                <a:schemeClr val="accent1">
                  <a:alpha val="35000"/>
                </a:schemeClr>
              </a:solidFill>
            </a:ln>
          </p:spPr>
          <p:style>
            <a:lnRef idx="0">
              <a:srgbClr val="FFFFFF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30" name="Freeform 542"/>
            <p:cNvSpPr/>
            <p:nvPr>
              <p:custDataLst>
                <p:tags r:id="rId24"/>
              </p:custDataLst>
            </p:nvPr>
          </p:nvSpPr>
          <p:spPr bwMode="auto">
            <a:xfrm>
              <a:off x="2368551" y="2554288"/>
              <a:ext cx="26988" cy="34925"/>
            </a:xfrm>
            <a:custGeom>
              <a:avLst/>
              <a:gdLst/>
              <a:ahLst/>
              <a:cxnLst>
                <a:cxn ang="0">
                  <a:pos x="59" y="3"/>
                </a:cxn>
                <a:cxn ang="0">
                  <a:pos x="59" y="3"/>
                </a:cxn>
                <a:cxn ang="0">
                  <a:pos x="53" y="13"/>
                </a:cxn>
                <a:cxn ang="0">
                  <a:pos x="45" y="22"/>
                </a:cxn>
                <a:cxn ang="0">
                  <a:pos x="29" y="39"/>
                </a:cxn>
                <a:cxn ang="0">
                  <a:pos x="29" y="39"/>
                </a:cxn>
                <a:cxn ang="0">
                  <a:pos x="21" y="50"/>
                </a:cxn>
                <a:cxn ang="0">
                  <a:pos x="15" y="62"/>
                </a:cxn>
                <a:cxn ang="0">
                  <a:pos x="2" y="83"/>
                </a:cxn>
                <a:cxn ang="0">
                  <a:pos x="2" y="83"/>
                </a:cxn>
                <a:cxn ang="0">
                  <a:pos x="0" y="85"/>
                </a:cxn>
                <a:cxn ang="0">
                  <a:pos x="0" y="88"/>
                </a:cxn>
                <a:cxn ang="0">
                  <a:pos x="3" y="90"/>
                </a:cxn>
                <a:cxn ang="0">
                  <a:pos x="8" y="92"/>
                </a:cxn>
                <a:cxn ang="0">
                  <a:pos x="10" y="90"/>
                </a:cxn>
                <a:cxn ang="0">
                  <a:pos x="12" y="89"/>
                </a:cxn>
                <a:cxn ang="0">
                  <a:pos x="12" y="89"/>
                </a:cxn>
                <a:cxn ang="0">
                  <a:pos x="25" y="66"/>
                </a:cxn>
                <a:cxn ang="0">
                  <a:pos x="32" y="55"/>
                </a:cxn>
                <a:cxn ang="0">
                  <a:pos x="40" y="45"/>
                </a:cxn>
                <a:cxn ang="0">
                  <a:pos x="40" y="45"/>
                </a:cxn>
                <a:cxn ang="0">
                  <a:pos x="55" y="28"/>
                </a:cxn>
                <a:cxn ang="0">
                  <a:pos x="62" y="19"/>
                </a:cxn>
                <a:cxn ang="0">
                  <a:pos x="68" y="9"/>
                </a:cxn>
                <a:cxn ang="0">
                  <a:pos x="68" y="9"/>
                </a:cxn>
                <a:cxn ang="0">
                  <a:pos x="70" y="7"/>
                </a:cxn>
                <a:cxn ang="0">
                  <a:pos x="70" y="4"/>
                </a:cxn>
                <a:cxn ang="0">
                  <a:pos x="66" y="2"/>
                </a:cxn>
                <a:cxn ang="0">
                  <a:pos x="62" y="0"/>
                </a:cxn>
                <a:cxn ang="0">
                  <a:pos x="61" y="2"/>
                </a:cxn>
                <a:cxn ang="0">
                  <a:pos x="59" y="3"/>
                </a:cxn>
                <a:cxn ang="0">
                  <a:pos x="59" y="3"/>
                </a:cxn>
              </a:cxnLst>
              <a:rect l="0" t="0" r="r" b="b"/>
              <a:pathLst>
                <a:path w="70" h="92">
                  <a:moveTo>
                    <a:pt x="59" y="3"/>
                  </a:moveTo>
                  <a:lnTo>
                    <a:pt x="59" y="3"/>
                  </a:lnTo>
                  <a:lnTo>
                    <a:pt x="53" y="13"/>
                  </a:lnTo>
                  <a:lnTo>
                    <a:pt x="45" y="22"/>
                  </a:lnTo>
                  <a:lnTo>
                    <a:pt x="29" y="39"/>
                  </a:lnTo>
                  <a:lnTo>
                    <a:pt x="29" y="39"/>
                  </a:lnTo>
                  <a:lnTo>
                    <a:pt x="21" y="50"/>
                  </a:lnTo>
                  <a:lnTo>
                    <a:pt x="15" y="62"/>
                  </a:lnTo>
                  <a:lnTo>
                    <a:pt x="2" y="83"/>
                  </a:lnTo>
                  <a:lnTo>
                    <a:pt x="2" y="83"/>
                  </a:lnTo>
                  <a:lnTo>
                    <a:pt x="0" y="85"/>
                  </a:lnTo>
                  <a:lnTo>
                    <a:pt x="0" y="88"/>
                  </a:lnTo>
                  <a:lnTo>
                    <a:pt x="3" y="90"/>
                  </a:lnTo>
                  <a:lnTo>
                    <a:pt x="8" y="92"/>
                  </a:lnTo>
                  <a:lnTo>
                    <a:pt x="10" y="90"/>
                  </a:lnTo>
                  <a:lnTo>
                    <a:pt x="12" y="89"/>
                  </a:lnTo>
                  <a:lnTo>
                    <a:pt x="12" y="89"/>
                  </a:lnTo>
                  <a:lnTo>
                    <a:pt x="25" y="66"/>
                  </a:lnTo>
                  <a:lnTo>
                    <a:pt x="32" y="55"/>
                  </a:lnTo>
                  <a:lnTo>
                    <a:pt x="40" y="45"/>
                  </a:lnTo>
                  <a:lnTo>
                    <a:pt x="40" y="45"/>
                  </a:lnTo>
                  <a:lnTo>
                    <a:pt x="55" y="28"/>
                  </a:lnTo>
                  <a:lnTo>
                    <a:pt x="62" y="19"/>
                  </a:lnTo>
                  <a:lnTo>
                    <a:pt x="68" y="9"/>
                  </a:lnTo>
                  <a:lnTo>
                    <a:pt x="68" y="9"/>
                  </a:lnTo>
                  <a:lnTo>
                    <a:pt x="70" y="7"/>
                  </a:lnTo>
                  <a:lnTo>
                    <a:pt x="70" y="4"/>
                  </a:lnTo>
                  <a:lnTo>
                    <a:pt x="66" y="2"/>
                  </a:lnTo>
                  <a:lnTo>
                    <a:pt x="62" y="0"/>
                  </a:lnTo>
                  <a:lnTo>
                    <a:pt x="61" y="2"/>
                  </a:lnTo>
                  <a:lnTo>
                    <a:pt x="59" y="3"/>
                  </a:lnTo>
                  <a:lnTo>
                    <a:pt x="59" y="3"/>
                  </a:lnTo>
                  <a:close/>
                </a:path>
              </a:pathLst>
            </a:custGeom>
            <a:ln>
              <a:solidFill>
                <a:schemeClr val="accent1">
                  <a:alpha val="35000"/>
                </a:schemeClr>
              </a:solidFill>
            </a:ln>
          </p:spPr>
          <p:style>
            <a:lnRef idx="0">
              <a:srgbClr val="FFFFFF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31" name="Freeform 543"/>
            <p:cNvSpPr/>
            <p:nvPr>
              <p:custDataLst>
                <p:tags r:id="rId25"/>
              </p:custDataLst>
            </p:nvPr>
          </p:nvSpPr>
          <p:spPr bwMode="auto">
            <a:xfrm>
              <a:off x="2411413" y="2559050"/>
              <a:ext cx="19050" cy="34925"/>
            </a:xfrm>
            <a:custGeom>
              <a:avLst/>
              <a:gdLst/>
              <a:ahLst/>
              <a:cxnLst>
                <a:cxn ang="0">
                  <a:pos x="39" y="1"/>
                </a:cxn>
                <a:cxn ang="0">
                  <a:pos x="39" y="1"/>
                </a:cxn>
                <a:cxn ang="0">
                  <a:pos x="32" y="9"/>
                </a:cxn>
                <a:cxn ang="0">
                  <a:pos x="27" y="18"/>
                </a:cxn>
                <a:cxn ang="0">
                  <a:pos x="19" y="37"/>
                </a:cxn>
                <a:cxn ang="0">
                  <a:pos x="19" y="37"/>
                </a:cxn>
                <a:cxn ang="0">
                  <a:pos x="10" y="59"/>
                </a:cxn>
                <a:cxn ang="0">
                  <a:pos x="0" y="80"/>
                </a:cxn>
                <a:cxn ang="0">
                  <a:pos x="0" y="80"/>
                </a:cxn>
                <a:cxn ang="0">
                  <a:pos x="0" y="82"/>
                </a:cxn>
                <a:cxn ang="0">
                  <a:pos x="0" y="85"/>
                </a:cxn>
                <a:cxn ang="0">
                  <a:pos x="1" y="86"/>
                </a:cxn>
                <a:cxn ang="0">
                  <a:pos x="4" y="86"/>
                </a:cxn>
                <a:cxn ang="0">
                  <a:pos x="8" y="86"/>
                </a:cxn>
                <a:cxn ang="0">
                  <a:pos x="9" y="85"/>
                </a:cxn>
                <a:cxn ang="0">
                  <a:pos x="10" y="84"/>
                </a:cxn>
                <a:cxn ang="0">
                  <a:pos x="10" y="84"/>
                </a:cxn>
                <a:cxn ang="0">
                  <a:pos x="15" y="73"/>
                </a:cxn>
                <a:cxn ang="0">
                  <a:pos x="19" y="65"/>
                </a:cxn>
                <a:cxn ang="0">
                  <a:pos x="25" y="56"/>
                </a:cxn>
                <a:cxn ang="0">
                  <a:pos x="29" y="47"/>
                </a:cxn>
                <a:cxn ang="0">
                  <a:pos x="29" y="47"/>
                </a:cxn>
                <a:cxn ang="0">
                  <a:pos x="31" y="37"/>
                </a:cxn>
                <a:cxn ang="0">
                  <a:pos x="36" y="27"/>
                </a:cxn>
                <a:cxn ang="0">
                  <a:pos x="42" y="18"/>
                </a:cxn>
                <a:cxn ang="0">
                  <a:pos x="47" y="9"/>
                </a:cxn>
                <a:cxn ang="0">
                  <a:pos x="47" y="9"/>
                </a:cxn>
                <a:cxn ang="0">
                  <a:pos x="48" y="8"/>
                </a:cxn>
                <a:cxn ang="0">
                  <a:pos x="49" y="5"/>
                </a:cxn>
                <a:cxn ang="0">
                  <a:pos x="47" y="1"/>
                </a:cxn>
                <a:cxn ang="0">
                  <a:pos x="43" y="0"/>
                </a:cxn>
                <a:cxn ang="0">
                  <a:pos x="42" y="0"/>
                </a:cxn>
                <a:cxn ang="0">
                  <a:pos x="39" y="1"/>
                </a:cxn>
                <a:cxn ang="0">
                  <a:pos x="39" y="1"/>
                </a:cxn>
              </a:cxnLst>
              <a:rect l="0" t="0" r="r" b="b"/>
              <a:pathLst>
                <a:path w="49" h="86">
                  <a:moveTo>
                    <a:pt x="39" y="1"/>
                  </a:moveTo>
                  <a:lnTo>
                    <a:pt x="39" y="1"/>
                  </a:lnTo>
                  <a:lnTo>
                    <a:pt x="32" y="9"/>
                  </a:lnTo>
                  <a:lnTo>
                    <a:pt x="27" y="18"/>
                  </a:lnTo>
                  <a:lnTo>
                    <a:pt x="19" y="37"/>
                  </a:lnTo>
                  <a:lnTo>
                    <a:pt x="19" y="37"/>
                  </a:lnTo>
                  <a:lnTo>
                    <a:pt x="10" y="59"/>
                  </a:lnTo>
                  <a:lnTo>
                    <a:pt x="0" y="80"/>
                  </a:lnTo>
                  <a:lnTo>
                    <a:pt x="0" y="80"/>
                  </a:lnTo>
                  <a:lnTo>
                    <a:pt x="0" y="82"/>
                  </a:lnTo>
                  <a:lnTo>
                    <a:pt x="0" y="85"/>
                  </a:lnTo>
                  <a:lnTo>
                    <a:pt x="1" y="86"/>
                  </a:lnTo>
                  <a:lnTo>
                    <a:pt x="4" y="86"/>
                  </a:lnTo>
                  <a:lnTo>
                    <a:pt x="8" y="86"/>
                  </a:lnTo>
                  <a:lnTo>
                    <a:pt x="9" y="85"/>
                  </a:lnTo>
                  <a:lnTo>
                    <a:pt x="10" y="84"/>
                  </a:lnTo>
                  <a:lnTo>
                    <a:pt x="10" y="84"/>
                  </a:lnTo>
                  <a:lnTo>
                    <a:pt x="15" y="73"/>
                  </a:lnTo>
                  <a:lnTo>
                    <a:pt x="19" y="65"/>
                  </a:lnTo>
                  <a:lnTo>
                    <a:pt x="25" y="56"/>
                  </a:lnTo>
                  <a:lnTo>
                    <a:pt x="29" y="47"/>
                  </a:lnTo>
                  <a:lnTo>
                    <a:pt x="29" y="47"/>
                  </a:lnTo>
                  <a:lnTo>
                    <a:pt x="31" y="37"/>
                  </a:lnTo>
                  <a:lnTo>
                    <a:pt x="36" y="27"/>
                  </a:lnTo>
                  <a:lnTo>
                    <a:pt x="42" y="18"/>
                  </a:lnTo>
                  <a:lnTo>
                    <a:pt x="47" y="9"/>
                  </a:lnTo>
                  <a:lnTo>
                    <a:pt x="47" y="9"/>
                  </a:lnTo>
                  <a:lnTo>
                    <a:pt x="48" y="8"/>
                  </a:lnTo>
                  <a:lnTo>
                    <a:pt x="49" y="5"/>
                  </a:lnTo>
                  <a:lnTo>
                    <a:pt x="47" y="1"/>
                  </a:lnTo>
                  <a:lnTo>
                    <a:pt x="43" y="0"/>
                  </a:lnTo>
                  <a:lnTo>
                    <a:pt x="42" y="0"/>
                  </a:lnTo>
                  <a:lnTo>
                    <a:pt x="39" y="1"/>
                  </a:lnTo>
                  <a:lnTo>
                    <a:pt x="39" y="1"/>
                  </a:lnTo>
                  <a:close/>
                </a:path>
              </a:pathLst>
            </a:custGeom>
            <a:ln>
              <a:solidFill>
                <a:schemeClr val="accent1">
                  <a:alpha val="35000"/>
                </a:schemeClr>
              </a:solidFill>
            </a:ln>
          </p:spPr>
          <p:style>
            <a:lnRef idx="0">
              <a:srgbClr val="FFFFFF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32" name="Freeform 544"/>
            <p:cNvSpPr/>
            <p:nvPr>
              <p:custDataLst>
                <p:tags r:id="rId26"/>
              </p:custDataLst>
            </p:nvPr>
          </p:nvSpPr>
          <p:spPr bwMode="auto">
            <a:xfrm>
              <a:off x="2459038" y="2557463"/>
              <a:ext cx="20638" cy="31750"/>
            </a:xfrm>
            <a:custGeom>
              <a:avLst/>
              <a:gdLst/>
              <a:ahLst/>
              <a:cxnLst>
                <a:cxn ang="0">
                  <a:pos x="38" y="4"/>
                </a:cxn>
                <a:cxn ang="0">
                  <a:pos x="38" y="4"/>
                </a:cxn>
                <a:cxn ang="0">
                  <a:pos x="30" y="22"/>
                </a:cxn>
                <a:cxn ang="0">
                  <a:pos x="21" y="41"/>
                </a:cxn>
                <a:cxn ang="0">
                  <a:pos x="12" y="58"/>
                </a:cxn>
                <a:cxn ang="0">
                  <a:pos x="2" y="75"/>
                </a:cxn>
                <a:cxn ang="0">
                  <a:pos x="2" y="75"/>
                </a:cxn>
                <a:cxn ang="0">
                  <a:pos x="0" y="77"/>
                </a:cxn>
                <a:cxn ang="0">
                  <a:pos x="0" y="80"/>
                </a:cxn>
                <a:cxn ang="0">
                  <a:pos x="3" y="82"/>
                </a:cxn>
                <a:cxn ang="0">
                  <a:pos x="7" y="84"/>
                </a:cxn>
                <a:cxn ang="0">
                  <a:pos x="10" y="82"/>
                </a:cxn>
                <a:cxn ang="0">
                  <a:pos x="11" y="81"/>
                </a:cxn>
                <a:cxn ang="0">
                  <a:pos x="11" y="81"/>
                </a:cxn>
                <a:cxn ang="0">
                  <a:pos x="23" y="63"/>
                </a:cxn>
                <a:cxn ang="0">
                  <a:pos x="32" y="45"/>
                </a:cxn>
                <a:cxn ang="0">
                  <a:pos x="42" y="26"/>
                </a:cxn>
                <a:cxn ang="0">
                  <a:pos x="50" y="8"/>
                </a:cxn>
                <a:cxn ang="0">
                  <a:pos x="50" y="8"/>
                </a:cxn>
                <a:cxn ang="0">
                  <a:pos x="50" y="5"/>
                </a:cxn>
                <a:cxn ang="0">
                  <a:pos x="49" y="3"/>
                </a:cxn>
                <a:cxn ang="0">
                  <a:pos x="47" y="1"/>
                </a:cxn>
                <a:cxn ang="0">
                  <a:pos x="46" y="0"/>
                </a:cxn>
                <a:cxn ang="0">
                  <a:pos x="42" y="1"/>
                </a:cxn>
                <a:cxn ang="0">
                  <a:pos x="40" y="3"/>
                </a:cxn>
                <a:cxn ang="0">
                  <a:pos x="38" y="4"/>
                </a:cxn>
                <a:cxn ang="0">
                  <a:pos x="38" y="4"/>
                </a:cxn>
              </a:cxnLst>
              <a:rect l="0" t="0" r="r" b="b"/>
              <a:pathLst>
                <a:path w="50" h="84">
                  <a:moveTo>
                    <a:pt x="38" y="4"/>
                  </a:moveTo>
                  <a:lnTo>
                    <a:pt x="38" y="4"/>
                  </a:lnTo>
                  <a:lnTo>
                    <a:pt x="30" y="22"/>
                  </a:lnTo>
                  <a:lnTo>
                    <a:pt x="21" y="41"/>
                  </a:lnTo>
                  <a:lnTo>
                    <a:pt x="12" y="58"/>
                  </a:lnTo>
                  <a:lnTo>
                    <a:pt x="2" y="75"/>
                  </a:lnTo>
                  <a:lnTo>
                    <a:pt x="2" y="75"/>
                  </a:lnTo>
                  <a:lnTo>
                    <a:pt x="0" y="77"/>
                  </a:lnTo>
                  <a:lnTo>
                    <a:pt x="0" y="80"/>
                  </a:lnTo>
                  <a:lnTo>
                    <a:pt x="3" y="82"/>
                  </a:lnTo>
                  <a:lnTo>
                    <a:pt x="7" y="84"/>
                  </a:lnTo>
                  <a:lnTo>
                    <a:pt x="10" y="82"/>
                  </a:lnTo>
                  <a:lnTo>
                    <a:pt x="11" y="81"/>
                  </a:lnTo>
                  <a:lnTo>
                    <a:pt x="11" y="81"/>
                  </a:lnTo>
                  <a:lnTo>
                    <a:pt x="23" y="63"/>
                  </a:lnTo>
                  <a:lnTo>
                    <a:pt x="32" y="45"/>
                  </a:lnTo>
                  <a:lnTo>
                    <a:pt x="42" y="26"/>
                  </a:lnTo>
                  <a:lnTo>
                    <a:pt x="50" y="8"/>
                  </a:lnTo>
                  <a:lnTo>
                    <a:pt x="50" y="8"/>
                  </a:lnTo>
                  <a:lnTo>
                    <a:pt x="50" y="5"/>
                  </a:lnTo>
                  <a:lnTo>
                    <a:pt x="49" y="3"/>
                  </a:lnTo>
                  <a:lnTo>
                    <a:pt x="47" y="1"/>
                  </a:lnTo>
                  <a:lnTo>
                    <a:pt x="46" y="0"/>
                  </a:lnTo>
                  <a:lnTo>
                    <a:pt x="42" y="1"/>
                  </a:lnTo>
                  <a:lnTo>
                    <a:pt x="40" y="3"/>
                  </a:lnTo>
                  <a:lnTo>
                    <a:pt x="38" y="4"/>
                  </a:lnTo>
                  <a:lnTo>
                    <a:pt x="38" y="4"/>
                  </a:lnTo>
                  <a:close/>
                </a:path>
              </a:pathLst>
            </a:custGeom>
            <a:ln>
              <a:solidFill>
                <a:schemeClr val="accent1">
                  <a:alpha val="35000"/>
                </a:schemeClr>
              </a:solidFill>
            </a:ln>
          </p:spPr>
          <p:style>
            <a:lnRef idx="0">
              <a:srgbClr val="FFFFFF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33" name="Freeform 545"/>
            <p:cNvSpPr/>
            <p:nvPr>
              <p:custDataLst>
                <p:tags r:id="rId27"/>
              </p:custDataLst>
            </p:nvPr>
          </p:nvSpPr>
          <p:spPr bwMode="auto">
            <a:xfrm>
              <a:off x="2495551" y="2557463"/>
              <a:ext cx="23813" cy="31750"/>
            </a:xfrm>
            <a:custGeom>
              <a:avLst/>
              <a:gdLst/>
              <a:ahLst/>
              <a:cxnLst>
                <a:cxn ang="0">
                  <a:pos x="50" y="5"/>
                </a:cxn>
                <a:cxn ang="0">
                  <a:pos x="50" y="5"/>
                </a:cxn>
                <a:cxn ang="0">
                  <a:pos x="48" y="10"/>
                </a:cxn>
                <a:cxn ang="0">
                  <a:pos x="47" y="16"/>
                </a:cxn>
                <a:cxn ang="0">
                  <a:pos x="42" y="26"/>
                </a:cxn>
                <a:cxn ang="0">
                  <a:pos x="35" y="35"/>
                </a:cxn>
                <a:cxn ang="0">
                  <a:pos x="29" y="43"/>
                </a:cxn>
                <a:cxn ang="0">
                  <a:pos x="29" y="43"/>
                </a:cxn>
                <a:cxn ang="0">
                  <a:pos x="17" y="58"/>
                </a:cxn>
                <a:cxn ang="0">
                  <a:pos x="10" y="64"/>
                </a:cxn>
                <a:cxn ang="0">
                  <a:pos x="3" y="69"/>
                </a:cxn>
                <a:cxn ang="0">
                  <a:pos x="3" y="69"/>
                </a:cxn>
                <a:cxn ang="0">
                  <a:pos x="1" y="71"/>
                </a:cxn>
                <a:cxn ang="0">
                  <a:pos x="0" y="73"/>
                </a:cxn>
                <a:cxn ang="0">
                  <a:pos x="1" y="77"/>
                </a:cxn>
                <a:cxn ang="0">
                  <a:pos x="4" y="80"/>
                </a:cxn>
                <a:cxn ang="0">
                  <a:pos x="6" y="80"/>
                </a:cxn>
                <a:cxn ang="0">
                  <a:pos x="8" y="78"/>
                </a:cxn>
                <a:cxn ang="0">
                  <a:pos x="8" y="78"/>
                </a:cxn>
                <a:cxn ang="0">
                  <a:pos x="18" y="72"/>
                </a:cxn>
                <a:cxn ang="0">
                  <a:pos x="27" y="63"/>
                </a:cxn>
                <a:cxn ang="0">
                  <a:pos x="43" y="44"/>
                </a:cxn>
                <a:cxn ang="0">
                  <a:pos x="43" y="44"/>
                </a:cxn>
                <a:cxn ang="0">
                  <a:pos x="50" y="35"/>
                </a:cxn>
                <a:cxn ang="0">
                  <a:pos x="55" y="26"/>
                </a:cxn>
                <a:cxn ang="0">
                  <a:pos x="59" y="17"/>
                </a:cxn>
                <a:cxn ang="0">
                  <a:pos x="60" y="5"/>
                </a:cxn>
                <a:cxn ang="0">
                  <a:pos x="60" y="5"/>
                </a:cxn>
                <a:cxn ang="0">
                  <a:pos x="60" y="3"/>
                </a:cxn>
                <a:cxn ang="0">
                  <a:pos x="59" y="1"/>
                </a:cxn>
                <a:cxn ang="0">
                  <a:pos x="55" y="0"/>
                </a:cxn>
                <a:cxn ang="0">
                  <a:pos x="51" y="1"/>
                </a:cxn>
                <a:cxn ang="0">
                  <a:pos x="50" y="3"/>
                </a:cxn>
                <a:cxn ang="0">
                  <a:pos x="50" y="5"/>
                </a:cxn>
                <a:cxn ang="0">
                  <a:pos x="50" y="5"/>
                </a:cxn>
              </a:cxnLst>
              <a:rect l="0" t="0" r="r" b="b"/>
              <a:pathLst>
                <a:path w="60" h="80">
                  <a:moveTo>
                    <a:pt x="50" y="5"/>
                  </a:moveTo>
                  <a:lnTo>
                    <a:pt x="50" y="5"/>
                  </a:lnTo>
                  <a:lnTo>
                    <a:pt x="48" y="10"/>
                  </a:lnTo>
                  <a:lnTo>
                    <a:pt x="47" y="16"/>
                  </a:lnTo>
                  <a:lnTo>
                    <a:pt x="42" y="26"/>
                  </a:lnTo>
                  <a:lnTo>
                    <a:pt x="35" y="35"/>
                  </a:lnTo>
                  <a:lnTo>
                    <a:pt x="29" y="43"/>
                  </a:lnTo>
                  <a:lnTo>
                    <a:pt x="29" y="43"/>
                  </a:lnTo>
                  <a:lnTo>
                    <a:pt x="17" y="58"/>
                  </a:lnTo>
                  <a:lnTo>
                    <a:pt x="10" y="64"/>
                  </a:lnTo>
                  <a:lnTo>
                    <a:pt x="3" y="69"/>
                  </a:lnTo>
                  <a:lnTo>
                    <a:pt x="3" y="69"/>
                  </a:lnTo>
                  <a:lnTo>
                    <a:pt x="1" y="71"/>
                  </a:lnTo>
                  <a:lnTo>
                    <a:pt x="0" y="73"/>
                  </a:lnTo>
                  <a:lnTo>
                    <a:pt x="1" y="77"/>
                  </a:lnTo>
                  <a:lnTo>
                    <a:pt x="4" y="80"/>
                  </a:lnTo>
                  <a:lnTo>
                    <a:pt x="6" y="80"/>
                  </a:lnTo>
                  <a:lnTo>
                    <a:pt x="8" y="78"/>
                  </a:lnTo>
                  <a:lnTo>
                    <a:pt x="8" y="78"/>
                  </a:lnTo>
                  <a:lnTo>
                    <a:pt x="18" y="72"/>
                  </a:lnTo>
                  <a:lnTo>
                    <a:pt x="27" y="63"/>
                  </a:lnTo>
                  <a:lnTo>
                    <a:pt x="43" y="44"/>
                  </a:lnTo>
                  <a:lnTo>
                    <a:pt x="43" y="44"/>
                  </a:lnTo>
                  <a:lnTo>
                    <a:pt x="50" y="35"/>
                  </a:lnTo>
                  <a:lnTo>
                    <a:pt x="55" y="26"/>
                  </a:lnTo>
                  <a:lnTo>
                    <a:pt x="59" y="17"/>
                  </a:lnTo>
                  <a:lnTo>
                    <a:pt x="60" y="5"/>
                  </a:lnTo>
                  <a:lnTo>
                    <a:pt x="60" y="5"/>
                  </a:lnTo>
                  <a:lnTo>
                    <a:pt x="60" y="3"/>
                  </a:lnTo>
                  <a:lnTo>
                    <a:pt x="59" y="1"/>
                  </a:lnTo>
                  <a:lnTo>
                    <a:pt x="55" y="0"/>
                  </a:lnTo>
                  <a:lnTo>
                    <a:pt x="51" y="1"/>
                  </a:lnTo>
                  <a:lnTo>
                    <a:pt x="50" y="3"/>
                  </a:lnTo>
                  <a:lnTo>
                    <a:pt x="50" y="5"/>
                  </a:lnTo>
                  <a:lnTo>
                    <a:pt x="50" y="5"/>
                  </a:lnTo>
                  <a:close/>
                </a:path>
              </a:pathLst>
            </a:custGeom>
            <a:ln>
              <a:solidFill>
                <a:schemeClr val="accent1">
                  <a:alpha val="35000"/>
                </a:schemeClr>
              </a:solidFill>
            </a:ln>
          </p:spPr>
          <p:style>
            <a:lnRef idx="0">
              <a:srgbClr val="FFFFFF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34" name="Freeform 546"/>
            <p:cNvSpPr/>
            <p:nvPr>
              <p:custDataLst>
                <p:tags r:id="rId28"/>
              </p:custDataLst>
            </p:nvPr>
          </p:nvSpPr>
          <p:spPr bwMode="auto">
            <a:xfrm>
              <a:off x="2541588" y="2557463"/>
              <a:ext cx="17463" cy="28575"/>
            </a:xfrm>
            <a:custGeom>
              <a:avLst/>
              <a:gdLst/>
              <a:ahLst/>
              <a:cxnLst>
                <a:cxn ang="0">
                  <a:pos x="35" y="3"/>
                </a:cxn>
                <a:cxn ang="0">
                  <a:pos x="35" y="3"/>
                </a:cxn>
                <a:cxn ang="0">
                  <a:pos x="27" y="18"/>
                </a:cxn>
                <a:cxn ang="0">
                  <a:pos x="21" y="34"/>
                </a:cxn>
                <a:cxn ang="0">
                  <a:pos x="12" y="48"/>
                </a:cxn>
                <a:cxn ang="0">
                  <a:pos x="8" y="56"/>
                </a:cxn>
                <a:cxn ang="0">
                  <a:pos x="1" y="63"/>
                </a:cxn>
                <a:cxn ang="0">
                  <a:pos x="1" y="63"/>
                </a:cxn>
                <a:cxn ang="0">
                  <a:pos x="0" y="64"/>
                </a:cxn>
                <a:cxn ang="0">
                  <a:pos x="0" y="67"/>
                </a:cxn>
                <a:cxn ang="0">
                  <a:pos x="2" y="71"/>
                </a:cxn>
                <a:cxn ang="0">
                  <a:pos x="5" y="72"/>
                </a:cxn>
                <a:cxn ang="0">
                  <a:pos x="8" y="72"/>
                </a:cxn>
                <a:cxn ang="0">
                  <a:pos x="10" y="71"/>
                </a:cxn>
                <a:cxn ang="0">
                  <a:pos x="10" y="71"/>
                </a:cxn>
                <a:cxn ang="0">
                  <a:pos x="15" y="64"/>
                </a:cxn>
                <a:cxn ang="0">
                  <a:pos x="21" y="56"/>
                </a:cxn>
                <a:cxn ang="0">
                  <a:pos x="29" y="41"/>
                </a:cxn>
                <a:cxn ang="0">
                  <a:pos x="36" y="25"/>
                </a:cxn>
                <a:cxn ang="0">
                  <a:pos x="44" y="9"/>
                </a:cxn>
                <a:cxn ang="0">
                  <a:pos x="44" y="9"/>
                </a:cxn>
                <a:cxn ang="0">
                  <a:pos x="46" y="7"/>
                </a:cxn>
                <a:cxn ang="0">
                  <a:pos x="46" y="4"/>
                </a:cxn>
                <a:cxn ang="0">
                  <a:pos x="43" y="1"/>
                </a:cxn>
                <a:cxn ang="0">
                  <a:pos x="39" y="0"/>
                </a:cxn>
                <a:cxn ang="0">
                  <a:pos x="36" y="1"/>
                </a:cxn>
                <a:cxn ang="0">
                  <a:pos x="35" y="3"/>
                </a:cxn>
                <a:cxn ang="0">
                  <a:pos x="35" y="3"/>
                </a:cxn>
              </a:cxnLst>
              <a:rect l="0" t="0" r="r" b="b"/>
              <a:pathLst>
                <a:path w="46" h="72">
                  <a:moveTo>
                    <a:pt x="35" y="3"/>
                  </a:moveTo>
                  <a:lnTo>
                    <a:pt x="35" y="3"/>
                  </a:lnTo>
                  <a:lnTo>
                    <a:pt x="27" y="18"/>
                  </a:lnTo>
                  <a:lnTo>
                    <a:pt x="21" y="34"/>
                  </a:lnTo>
                  <a:lnTo>
                    <a:pt x="12" y="48"/>
                  </a:lnTo>
                  <a:lnTo>
                    <a:pt x="8" y="56"/>
                  </a:lnTo>
                  <a:lnTo>
                    <a:pt x="1" y="63"/>
                  </a:lnTo>
                  <a:lnTo>
                    <a:pt x="1" y="63"/>
                  </a:lnTo>
                  <a:lnTo>
                    <a:pt x="0" y="64"/>
                  </a:lnTo>
                  <a:lnTo>
                    <a:pt x="0" y="67"/>
                  </a:lnTo>
                  <a:lnTo>
                    <a:pt x="2" y="71"/>
                  </a:lnTo>
                  <a:lnTo>
                    <a:pt x="5" y="72"/>
                  </a:lnTo>
                  <a:lnTo>
                    <a:pt x="8" y="72"/>
                  </a:lnTo>
                  <a:lnTo>
                    <a:pt x="10" y="71"/>
                  </a:lnTo>
                  <a:lnTo>
                    <a:pt x="10" y="71"/>
                  </a:lnTo>
                  <a:lnTo>
                    <a:pt x="15" y="64"/>
                  </a:lnTo>
                  <a:lnTo>
                    <a:pt x="21" y="56"/>
                  </a:lnTo>
                  <a:lnTo>
                    <a:pt x="29" y="41"/>
                  </a:lnTo>
                  <a:lnTo>
                    <a:pt x="36" y="25"/>
                  </a:lnTo>
                  <a:lnTo>
                    <a:pt x="44" y="9"/>
                  </a:lnTo>
                  <a:lnTo>
                    <a:pt x="44" y="9"/>
                  </a:lnTo>
                  <a:lnTo>
                    <a:pt x="46" y="7"/>
                  </a:lnTo>
                  <a:lnTo>
                    <a:pt x="46" y="4"/>
                  </a:lnTo>
                  <a:lnTo>
                    <a:pt x="43" y="1"/>
                  </a:lnTo>
                  <a:lnTo>
                    <a:pt x="39" y="0"/>
                  </a:lnTo>
                  <a:lnTo>
                    <a:pt x="36" y="1"/>
                  </a:lnTo>
                  <a:lnTo>
                    <a:pt x="35" y="3"/>
                  </a:lnTo>
                  <a:lnTo>
                    <a:pt x="35" y="3"/>
                  </a:lnTo>
                  <a:close/>
                </a:path>
              </a:pathLst>
            </a:custGeom>
            <a:ln>
              <a:solidFill>
                <a:schemeClr val="accent1">
                  <a:alpha val="35000"/>
                </a:schemeClr>
              </a:solidFill>
            </a:ln>
          </p:spPr>
          <p:style>
            <a:lnRef idx="0">
              <a:srgbClr val="FFFFFF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35" name="Freeform 547"/>
            <p:cNvSpPr/>
            <p:nvPr>
              <p:custDataLst>
                <p:tags r:id="rId29"/>
              </p:custDataLst>
            </p:nvPr>
          </p:nvSpPr>
          <p:spPr bwMode="auto">
            <a:xfrm>
              <a:off x="2581276" y="2555875"/>
              <a:ext cx="25400" cy="31750"/>
            </a:xfrm>
            <a:custGeom>
              <a:avLst/>
              <a:gdLst/>
              <a:ahLst/>
              <a:cxnLst>
                <a:cxn ang="0">
                  <a:pos x="54" y="3"/>
                </a:cxn>
                <a:cxn ang="0">
                  <a:pos x="54" y="3"/>
                </a:cxn>
                <a:cxn ang="0">
                  <a:pos x="47" y="12"/>
                </a:cxn>
                <a:cxn ang="0">
                  <a:pos x="39" y="20"/>
                </a:cxn>
                <a:cxn ang="0">
                  <a:pos x="33" y="29"/>
                </a:cxn>
                <a:cxn ang="0">
                  <a:pos x="26" y="38"/>
                </a:cxn>
                <a:cxn ang="0">
                  <a:pos x="26" y="38"/>
                </a:cxn>
                <a:cxn ang="0">
                  <a:pos x="15" y="56"/>
                </a:cxn>
                <a:cxn ang="0">
                  <a:pos x="8" y="66"/>
                </a:cxn>
                <a:cxn ang="0">
                  <a:pos x="1" y="75"/>
                </a:cxn>
                <a:cxn ang="0">
                  <a:pos x="1" y="75"/>
                </a:cxn>
                <a:cxn ang="0">
                  <a:pos x="0" y="76"/>
                </a:cxn>
                <a:cxn ang="0">
                  <a:pos x="0" y="79"/>
                </a:cxn>
                <a:cxn ang="0">
                  <a:pos x="1" y="83"/>
                </a:cxn>
                <a:cxn ang="0">
                  <a:pos x="4" y="84"/>
                </a:cxn>
                <a:cxn ang="0">
                  <a:pos x="5" y="84"/>
                </a:cxn>
                <a:cxn ang="0">
                  <a:pos x="8" y="84"/>
                </a:cxn>
                <a:cxn ang="0">
                  <a:pos x="9" y="83"/>
                </a:cxn>
                <a:cxn ang="0">
                  <a:pos x="9" y="83"/>
                </a:cxn>
                <a:cxn ang="0">
                  <a:pos x="22" y="66"/>
                </a:cxn>
                <a:cxn ang="0">
                  <a:pos x="34" y="47"/>
                </a:cxn>
                <a:cxn ang="0">
                  <a:pos x="34" y="47"/>
                </a:cxn>
                <a:cxn ang="0">
                  <a:pos x="41" y="37"/>
                </a:cxn>
                <a:cxn ang="0">
                  <a:pos x="49" y="28"/>
                </a:cxn>
                <a:cxn ang="0">
                  <a:pos x="56" y="18"/>
                </a:cxn>
                <a:cxn ang="0">
                  <a:pos x="64" y="9"/>
                </a:cxn>
                <a:cxn ang="0">
                  <a:pos x="64" y="9"/>
                </a:cxn>
                <a:cxn ang="0">
                  <a:pos x="64" y="7"/>
                </a:cxn>
                <a:cxn ang="0">
                  <a:pos x="64" y="4"/>
                </a:cxn>
                <a:cxn ang="0">
                  <a:pos x="64" y="3"/>
                </a:cxn>
                <a:cxn ang="0">
                  <a:pos x="62" y="1"/>
                </a:cxn>
                <a:cxn ang="0">
                  <a:pos x="58" y="0"/>
                </a:cxn>
                <a:cxn ang="0">
                  <a:pos x="55" y="1"/>
                </a:cxn>
                <a:cxn ang="0">
                  <a:pos x="54" y="3"/>
                </a:cxn>
                <a:cxn ang="0">
                  <a:pos x="54" y="3"/>
                </a:cxn>
              </a:cxnLst>
              <a:rect l="0" t="0" r="r" b="b"/>
              <a:pathLst>
                <a:path w="64" h="84">
                  <a:moveTo>
                    <a:pt x="54" y="3"/>
                  </a:moveTo>
                  <a:lnTo>
                    <a:pt x="54" y="3"/>
                  </a:lnTo>
                  <a:lnTo>
                    <a:pt x="47" y="12"/>
                  </a:lnTo>
                  <a:lnTo>
                    <a:pt x="39" y="20"/>
                  </a:lnTo>
                  <a:lnTo>
                    <a:pt x="33" y="29"/>
                  </a:lnTo>
                  <a:lnTo>
                    <a:pt x="26" y="38"/>
                  </a:lnTo>
                  <a:lnTo>
                    <a:pt x="26" y="38"/>
                  </a:lnTo>
                  <a:lnTo>
                    <a:pt x="15" y="56"/>
                  </a:lnTo>
                  <a:lnTo>
                    <a:pt x="8" y="66"/>
                  </a:lnTo>
                  <a:lnTo>
                    <a:pt x="1" y="75"/>
                  </a:lnTo>
                  <a:lnTo>
                    <a:pt x="1" y="75"/>
                  </a:lnTo>
                  <a:lnTo>
                    <a:pt x="0" y="76"/>
                  </a:lnTo>
                  <a:lnTo>
                    <a:pt x="0" y="79"/>
                  </a:lnTo>
                  <a:lnTo>
                    <a:pt x="1" y="83"/>
                  </a:lnTo>
                  <a:lnTo>
                    <a:pt x="4" y="84"/>
                  </a:lnTo>
                  <a:lnTo>
                    <a:pt x="5" y="84"/>
                  </a:lnTo>
                  <a:lnTo>
                    <a:pt x="8" y="84"/>
                  </a:lnTo>
                  <a:lnTo>
                    <a:pt x="9" y="83"/>
                  </a:lnTo>
                  <a:lnTo>
                    <a:pt x="9" y="83"/>
                  </a:lnTo>
                  <a:lnTo>
                    <a:pt x="22" y="66"/>
                  </a:lnTo>
                  <a:lnTo>
                    <a:pt x="34" y="47"/>
                  </a:lnTo>
                  <a:lnTo>
                    <a:pt x="34" y="47"/>
                  </a:lnTo>
                  <a:lnTo>
                    <a:pt x="41" y="37"/>
                  </a:lnTo>
                  <a:lnTo>
                    <a:pt x="49" y="28"/>
                  </a:lnTo>
                  <a:lnTo>
                    <a:pt x="56" y="18"/>
                  </a:lnTo>
                  <a:lnTo>
                    <a:pt x="64" y="9"/>
                  </a:lnTo>
                  <a:lnTo>
                    <a:pt x="64" y="9"/>
                  </a:lnTo>
                  <a:lnTo>
                    <a:pt x="64" y="7"/>
                  </a:lnTo>
                  <a:lnTo>
                    <a:pt x="64" y="4"/>
                  </a:lnTo>
                  <a:lnTo>
                    <a:pt x="64" y="3"/>
                  </a:lnTo>
                  <a:lnTo>
                    <a:pt x="62" y="1"/>
                  </a:lnTo>
                  <a:lnTo>
                    <a:pt x="58" y="0"/>
                  </a:lnTo>
                  <a:lnTo>
                    <a:pt x="55" y="1"/>
                  </a:lnTo>
                  <a:lnTo>
                    <a:pt x="54" y="3"/>
                  </a:lnTo>
                  <a:lnTo>
                    <a:pt x="54" y="3"/>
                  </a:lnTo>
                  <a:close/>
                </a:path>
              </a:pathLst>
            </a:custGeom>
            <a:ln>
              <a:solidFill>
                <a:schemeClr val="accent1">
                  <a:alpha val="35000"/>
                </a:schemeClr>
              </a:solidFill>
            </a:ln>
          </p:spPr>
          <p:style>
            <a:lnRef idx="0">
              <a:srgbClr val="FFFFFF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36" name="Freeform 548"/>
            <p:cNvSpPr/>
            <p:nvPr>
              <p:custDataLst>
                <p:tags r:id="rId30"/>
              </p:custDataLst>
            </p:nvPr>
          </p:nvSpPr>
          <p:spPr bwMode="auto">
            <a:xfrm>
              <a:off x="2620963" y="2552700"/>
              <a:ext cx="17463" cy="28575"/>
            </a:xfrm>
            <a:custGeom>
              <a:avLst/>
              <a:gdLst/>
              <a:ahLst/>
              <a:cxnLst>
                <a:cxn ang="0">
                  <a:pos x="32" y="7"/>
                </a:cxn>
                <a:cxn ang="0">
                  <a:pos x="32" y="7"/>
                </a:cxn>
                <a:cxn ang="0">
                  <a:pos x="29" y="13"/>
                </a:cxn>
                <a:cxn ang="0">
                  <a:pos x="26" y="20"/>
                </a:cxn>
                <a:cxn ang="0">
                  <a:pos x="20" y="33"/>
                </a:cxn>
                <a:cxn ang="0">
                  <a:pos x="20" y="33"/>
                </a:cxn>
                <a:cxn ang="0">
                  <a:pos x="2" y="64"/>
                </a:cxn>
                <a:cxn ang="0">
                  <a:pos x="2" y="64"/>
                </a:cxn>
                <a:cxn ang="0">
                  <a:pos x="0" y="67"/>
                </a:cxn>
                <a:cxn ang="0">
                  <a:pos x="0" y="68"/>
                </a:cxn>
                <a:cxn ang="0">
                  <a:pos x="3" y="72"/>
                </a:cxn>
                <a:cxn ang="0">
                  <a:pos x="8" y="72"/>
                </a:cxn>
                <a:cxn ang="0">
                  <a:pos x="9" y="72"/>
                </a:cxn>
                <a:cxn ang="0">
                  <a:pos x="11" y="70"/>
                </a:cxn>
                <a:cxn ang="0">
                  <a:pos x="11" y="70"/>
                </a:cxn>
                <a:cxn ang="0">
                  <a:pos x="32" y="36"/>
                </a:cxn>
                <a:cxn ang="0">
                  <a:pos x="32" y="36"/>
                </a:cxn>
                <a:cxn ang="0">
                  <a:pos x="38" y="21"/>
                </a:cxn>
                <a:cxn ang="0">
                  <a:pos x="41" y="13"/>
                </a:cxn>
                <a:cxn ang="0">
                  <a:pos x="42" y="7"/>
                </a:cxn>
                <a:cxn ang="0">
                  <a:pos x="42" y="7"/>
                </a:cxn>
                <a:cxn ang="0">
                  <a:pos x="42" y="4"/>
                </a:cxn>
                <a:cxn ang="0">
                  <a:pos x="41" y="2"/>
                </a:cxn>
                <a:cxn ang="0">
                  <a:pos x="39" y="2"/>
                </a:cxn>
                <a:cxn ang="0">
                  <a:pos x="38" y="0"/>
                </a:cxn>
                <a:cxn ang="0">
                  <a:pos x="33" y="3"/>
                </a:cxn>
                <a:cxn ang="0">
                  <a:pos x="32" y="4"/>
                </a:cxn>
                <a:cxn ang="0">
                  <a:pos x="32" y="7"/>
                </a:cxn>
                <a:cxn ang="0">
                  <a:pos x="32" y="7"/>
                </a:cxn>
              </a:cxnLst>
              <a:rect l="0" t="0" r="r" b="b"/>
              <a:pathLst>
                <a:path w="42" h="72">
                  <a:moveTo>
                    <a:pt x="32" y="7"/>
                  </a:moveTo>
                  <a:lnTo>
                    <a:pt x="32" y="7"/>
                  </a:lnTo>
                  <a:lnTo>
                    <a:pt x="29" y="13"/>
                  </a:lnTo>
                  <a:lnTo>
                    <a:pt x="26" y="20"/>
                  </a:lnTo>
                  <a:lnTo>
                    <a:pt x="20" y="33"/>
                  </a:lnTo>
                  <a:lnTo>
                    <a:pt x="20" y="33"/>
                  </a:lnTo>
                  <a:lnTo>
                    <a:pt x="2" y="64"/>
                  </a:lnTo>
                  <a:lnTo>
                    <a:pt x="2" y="64"/>
                  </a:lnTo>
                  <a:lnTo>
                    <a:pt x="0" y="67"/>
                  </a:lnTo>
                  <a:lnTo>
                    <a:pt x="0" y="68"/>
                  </a:lnTo>
                  <a:lnTo>
                    <a:pt x="3" y="72"/>
                  </a:lnTo>
                  <a:lnTo>
                    <a:pt x="8" y="72"/>
                  </a:lnTo>
                  <a:lnTo>
                    <a:pt x="9" y="72"/>
                  </a:lnTo>
                  <a:lnTo>
                    <a:pt x="11" y="70"/>
                  </a:lnTo>
                  <a:lnTo>
                    <a:pt x="11" y="70"/>
                  </a:lnTo>
                  <a:lnTo>
                    <a:pt x="32" y="36"/>
                  </a:lnTo>
                  <a:lnTo>
                    <a:pt x="32" y="36"/>
                  </a:lnTo>
                  <a:lnTo>
                    <a:pt x="38" y="21"/>
                  </a:lnTo>
                  <a:lnTo>
                    <a:pt x="41" y="13"/>
                  </a:lnTo>
                  <a:lnTo>
                    <a:pt x="42" y="7"/>
                  </a:lnTo>
                  <a:lnTo>
                    <a:pt x="42" y="7"/>
                  </a:lnTo>
                  <a:lnTo>
                    <a:pt x="42" y="4"/>
                  </a:lnTo>
                  <a:lnTo>
                    <a:pt x="41" y="2"/>
                  </a:lnTo>
                  <a:lnTo>
                    <a:pt x="39" y="2"/>
                  </a:lnTo>
                  <a:lnTo>
                    <a:pt x="38" y="0"/>
                  </a:lnTo>
                  <a:lnTo>
                    <a:pt x="33" y="3"/>
                  </a:lnTo>
                  <a:lnTo>
                    <a:pt x="32" y="4"/>
                  </a:lnTo>
                  <a:lnTo>
                    <a:pt x="32" y="7"/>
                  </a:lnTo>
                  <a:lnTo>
                    <a:pt x="32" y="7"/>
                  </a:lnTo>
                  <a:close/>
                </a:path>
              </a:pathLst>
            </a:custGeom>
            <a:ln>
              <a:solidFill>
                <a:schemeClr val="accent1">
                  <a:alpha val="35000"/>
                </a:schemeClr>
              </a:solidFill>
            </a:ln>
          </p:spPr>
          <p:style>
            <a:lnRef idx="0">
              <a:srgbClr val="FFFFFF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37" name="Freeform 549"/>
            <p:cNvSpPr/>
            <p:nvPr>
              <p:custDataLst>
                <p:tags r:id="rId31"/>
              </p:custDataLst>
            </p:nvPr>
          </p:nvSpPr>
          <p:spPr bwMode="auto">
            <a:xfrm>
              <a:off x="2263776" y="2451100"/>
              <a:ext cx="22225" cy="39688"/>
            </a:xfrm>
            <a:custGeom>
              <a:avLst/>
              <a:gdLst/>
              <a:ahLst/>
              <a:cxnLst>
                <a:cxn ang="0">
                  <a:pos x="47" y="3"/>
                </a:cxn>
                <a:cxn ang="0">
                  <a:pos x="47" y="3"/>
                </a:cxn>
                <a:cxn ang="0">
                  <a:pos x="38" y="12"/>
                </a:cxn>
                <a:cxn ang="0">
                  <a:pos x="31" y="24"/>
                </a:cxn>
                <a:cxn ang="0">
                  <a:pos x="23" y="34"/>
                </a:cxn>
                <a:cxn ang="0">
                  <a:pos x="18" y="46"/>
                </a:cxn>
                <a:cxn ang="0">
                  <a:pos x="8" y="71"/>
                </a:cxn>
                <a:cxn ang="0">
                  <a:pos x="0" y="96"/>
                </a:cxn>
                <a:cxn ang="0">
                  <a:pos x="0" y="96"/>
                </a:cxn>
                <a:cxn ang="0">
                  <a:pos x="0" y="98"/>
                </a:cxn>
                <a:cxn ang="0">
                  <a:pos x="0" y="101"/>
                </a:cxn>
                <a:cxn ang="0">
                  <a:pos x="4" y="102"/>
                </a:cxn>
                <a:cxn ang="0">
                  <a:pos x="8" y="102"/>
                </a:cxn>
                <a:cxn ang="0">
                  <a:pos x="9" y="101"/>
                </a:cxn>
                <a:cxn ang="0">
                  <a:pos x="10" y="100"/>
                </a:cxn>
                <a:cxn ang="0">
                  <a:pos x="10" y="100"/>
                </a:cxn>
                <a:cxn ang="0">
                  <a:pos x="18" y="76"/>
                </a:cxn>
                <a:cxn ang="0">
                  <a:pos x="29" y="53"/>
                </a:cxn>
                <a:cxn ang="0">
                  <a:pos x="34" y="41"/>
                </a:cxn>
                <a:cxn ang="0">
                  <a:pos x="39" y="30"/>
                </a:cxn>
                <a:cxn ang="0">
                  <a:pos x="47" y="20"/>
                </a:cxn>
                <a:cxn ang="0">
                  <a:pos x="55" y="11"/>
                </a:cxn>
                <a:cxn ang="0">
                  <a:pos x="55" y="11"/>
                </a:cxn>
                <a:cxn ang="0">
                  <a:pos x="56" y="8"/>
                </a:cxn>
                <a:cxn ang="0">
                  <a:pos x="56" y="6"/>
                </a:cxn>
                <a:cxn ang="0">
                  <a:pos x="55" y="3"/>
                </a:cxn>
                <a:cxn ang="0">
                  <a:pos x="51" y="0"/>
                </a:cxn>
                <a:cxn ang="0">
                  <a:pos x="48" y="0"/>
                </a:cxn>
                <a:cxn ang="0">
                  <a:pos x="47" y="3"/>
                </a:cxn>
                <a:cxn ang="0">
                  <a:pos x="47" y="3"/>
                </a:cxn>
              </a:cxnLst>
              <a:rect l="0" t="0" r="r" b="b"/>
              <a:pathLst>
                <a:path w="56" h="102">
                  <a:moveTo>
                    <a:pt x="47" y="3"/>
                  </a:moveTo>
                  <a:lnTo>
                    <a:pt x="47" y="3"/>
                  </a:lnTo>
                  <a:lnTo>
                    <a:pt x="38" y="12"/>
                  </a:lnTo>
                  <a:lnTo>
                    <a:pt x="31" y="24"/>
                  </a:lnTo>
                  <a:lnTo>
                    <a:pt x="23" y="34"/>
                  </a:lnTo>
                  <a:lnTo>
                    <a:pt x="18" y="46"/>
                  </a:lnTo>
                  <a:lnTo>
                    <a:pt x="8" y="71"/>
                  </a:lnTo>
                  <a:lnTo>
                    <a:pt x="0" y="96"/>
                  </a:lnTo>
                  <a:lnTo>
                    <a:pt x="0" y="96"/>
                  </a:lnTo>
                  <a:lnTo>
                    <a:pt x="0" y="98"/>
                  </a:lnTo>
                  <a:lnTo>
                    <a:pt x="0" y="101"/>
                  </a:lnTo>
                  <a:lnTo>
                    <a:pt x="4" y="102"/>
                  </a:lnTo>
                  <a:lnTo>
                    <a:pt x="8" y="102"/>
                  </a:lnTo>
                  <a:lnTo>
                    <a:pt x="9" y="101"/>
                  </a:lnTo>
                  <a:lnTo>
                    <a:pt x="10" y="100"/>
                  </a:lnTo>
                  <a:lnTo>
                    <a:pt x="10" y="100"/>
                  </a:lnTo>
                  <a:lnTo>
                    <a:pt x="18" y="76"/>
                  </a:lnTo>
                  <a:lnTo>
                    <a:pt x="29" y="53"/>
                  </a:lnTo>
                  <a:lnTo>
                    <a:pt x="34" y="41"/>
                  </a:lnTo>
                  <a:lnTo>
                    <a:pt x="39" y="30"/>
                  </a:lnTo>
                  <a:lnTo>
                    <a:pt x="47" y="20"/>
                  </a:lnTo>
                  <a:lnTo>
                    <a:pt x="55" y="11"/>
                  </a:lnTo>
                  <a:lnTo>
                    <a:pt x="55" y="11"/>
                  </a:lnTo>
                  <a:lnTo>
                    <a:pt x="56" y="8"/>
                  </a:lnTo>
                  <a:lnTo>
                    <a:pt x="56" y="6"/>
                  </a:lnTo>
                  <a:lnTo>
                    <a:pt x="55" y="3"/>
                  </a:lnTo>
                  <a:lnTo>
                    <a:pt x="51" y="0"/>
                  </a:lnTo>
                  <a:lnTo>
                    <a:pt x="48" y="0"/>
                  </a:lnTo>
                  <a:lnTo>
                    <a:pt x="47" y="3"/>
                  </a:lnTo>
                  <a:lnTo>
                    <a:pt x="47" y="3"/>
                  </a:lnTo>
                  <a:close/>
                </a:path>
              </a:pathLst>
            </a:custGeom>
            <a:ln>
              <a:solidFill>
                <a:schemeClr val="accent1">
                  <a:alpha val="35000"/>
                </a:schemeClr>
              </a:solidFill>
            </a:ln>
          </p:spPr>
          <p:style>
            <a:lnRef idx="0">
              <a:srgbClr val="FFFFFF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38" name="Freeform 550"/>
            <p:cNvSpPr/>
            <p:nvPr>
              <p:custDataLst>
                <p:tags r:id="rId32"/>
              </p:custDataLst>
            </p:nvPr>
          </p:nvSpPr>
          <p:spPr bwMode="auto">
            <a:xfrm>
              <a:off x="2317751" y="2460625"/>
              <a:ext cx="14288" cy="34925"/>
            </a:xfrm>
            <a:custGeom>
              <a:avLst/>
              <a:gdLst/>
              <a:ahLst/>
              <a:cxnLst>
                <a:cxn ang="0">
                  <a:pos x="24" y="5"/>
                </a:cxn>
                <a:cxn ang="0">
                  <a:pos x="24" y="5"/>
                </a:cxn>
                <a:cxn ang="0">
                  <a:pos x="22" y="16"/>
                </a:cxn>
                <a:cxn ang="0">
                  <a:pos x="21" y="26"/>
                </a:cxn>
                <a:cxn ang="0">
                  <a:pos x="16" y="46"/>
                </a:cxn>
                <a:cxn ang="0">
                  <a:pos x="1" y="84"/>
                </a:cxn>
                <a:cxn ang="0">
                  <a:pos x="1" y="84"/>
                </a:cxn>
                <a:cxn ang="0">
                  <a:pos x="0" y="86"/>
                </a:cxn>
                <a:cxn ang="0">
                  <a:pos x="1" y="87"/>
                </a:cxn>
                <a:cxn ang="0">
                  <a:pos x="4" y="90"/>
                </a:cxn>
                <a:cxn ang="0">
                  <a:pos x="9" y="90"/>
                </a:cxn>
                <a:cxn ang="0">
                  <a:pos x="10" y="89"/>
                </a:cxn>
                <a:cxn ang="0">
                  <a:pos x="12" y="86"/>
                </a:cxn>
                <a:cxn ang="0">
                  <a:pos x="12" y="86"/>
                </a:cxn>
                <a:cxn ang="0">
                  <a:pos x="26" y="47"/>
                </a:cxn>
                <a:cxn ang="0">
                  <a:pos x="33" y="26"/>
                </a:cxn>
                <a:cxn ang="0">
                  <a:pos x="34" y="16"/>
                </a:cxn>
                <a:cxn ang="0">
                  <a:pos x="35" y="5"/>
                </a:cxn>
                <a:cxn ang="0">
                  <a:pos x="35" y="5"/>
                </a:cxn>
                <a:cxn ang="0">
                  <a:pos x="34" y="2"/>
                </a:cxn>
                <a:cxn ang="0">
                  <a:pos x="33" y="1"/>
                </a:cxn>
                <a:cxn ang="0">
                  <a:pos x="29" y="0"/>
                </a:cxn>
                <a:cxn ang="0">
                  <a:pos x="25" y="1"/>
                </a:cxn>
                <a:cxn ang="0">
                  <a:pos x="24" y="2"/>
                </a:cxn>
                <a:cxn ang="0">
                  <a:pos x="24" y="5"/>
                </a:cxn>
                <a:cxn ang="0">
                  <a:pos x="24" y="5"/>
                </a:cxn>
              </a:cxnLst>
              <a:rect l="0" t="0" r="r" b="b"/>
              <a:pathLst>
                <a:path w="35" h="90">
                  <a:moveTo>
                    <a:pt x="24" y="5"/>
                  </a:moveTo>
                  <a:lnTo>
                    <a:pt x="24" y="5"/>
                  </a:lnTo>
                  <a:lnTo>
                    <a:pt x="22" y="16"/>
                  </a:lnTo>
                  <a:lnTo>
                    <a:pt x="21" y="26"/>
                  </a:lnTo>
                  <a:lnTo>
                    <a:pt x="16" y="46"/>
                  </a:lnTo>
                  <a:lnTo>
                    <a:pt x="1" y="84"/>
                  </a:lnTo>
                  <a:lnTo>
                    <a:pt x="1" y="84"/>
                  </a:lnTo>
                  <a:lnTo>
                    <a:pt x="0" y="86"/>
                  </a:lnTo>
                  <a:lnTo>
                    <a:pt x="1" y="87"/>
                  </a:lnTo>
                  <a:lnTo>
                    <a:pt x="4" y="90"/>
                  </a:lnTo>
                  <a:lnTo>
                    <a:pt x="9" y="90"/>
                  </a:lnTo>
                  <a:lnTo>
                    <a:pt x="10" y="89"/>
                  </a:lnTo>
                  <a:lnTo>
                    <a:pt x="12" y="86"/>
                  </a:lnTo>
                  <a:lnTo>
                    <a:pt x="12" y="86"/>
                  </a:lnTo>
                  <a:lnTo>
                    <a:pt x="26" y="47"/>
                  </a:lnTo>
                  <a:lnTo>
                    <a:pt x="33" y="26"/>
                  </a:lnTo>
                  <a:lnTo>
                    <a:pt x="34" y="16"/>
                  </a:lnTo>
                  <a:lnTo>
                    <a:pt x="35" y="5"/>
                  </a:lnTo>
                  <a:lnTo>
                    <a:pt x="35" y="5"/>
                  </a:lnTo>
                  <a:lnTo>
                    <a:pt x="34" y="2"/>
                  </a:lnTo>
                  <a:lnTo>
                    <a:pt x="33" y="1"/>
                  </a:lnTo>
                  <a:lnTo>
                    <a:pt x="29" y="0"/>
                  </a:lnTo>
                  <a:lnTo>
                    <a:pt x="25" y="1"/>
                  </a:lnTo>
                  <a:lnTo>
                    <a:pt x="24" y="2"/>
                  </a:lnTo>
                  <a:lnTo>
                    <a:pt x="24" y="5"/>
                  </a:lnTo>
                  <a:lnTo>
                    <a:pt x="24" y="5"/>
                  </a:lnTo>
                  <a:close/>
                </a:path>
              </a:pathLst>
            </a:custGeom>
            <a:ln>
              <a:solidFill>
                <a:schemeClr val="accent1">
                  <a:alpha val="35000"/>
                </a:schemeClr>
              </a:solidFill>
            </a:ln>
          </p:spPr>
          <p:style>
            <a:lnRef idx="0">
              <a:srgbClr val="FFFFFF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39" name="Freeform 551"/>
            <p:cNvSpPr/>
            <p:nvPr>
              <p:custDataLst>
                <p:tags r:id="rId33"/>
              </p:custDataLst>
            </p:nvPr>
          </p:nvSpPr>
          <p:spPr bwMode="auto">
            <a:xfrm>
              <a:off x="2513013" y="2446338"/>
              <a:ext cx="12700" cy="31750"/>
            </a:xfrm>
            <a:custGeom>
              <a:avLst/>
              <a:gdLst/>
              <a:ahLst/>
              <a:cxnLst>
                <a:cxn ang="0">
                  <a:pos x="22" y="5"/>
                </a:cxn>
                <a:cxn ang="0">
                  <a:pos x="22" y="5"/>
                </a:cxn>
                <a:cxn ang="0">
                  <a:pos x="22" y="14"/>
                </a:cxn>
                <a:cxn ang="0">
                  <a:pos x="21" y="22"/>
                </a:cxn>
                <a:cxn ang="0">
                  <a:pos x="16" y="39"/>
                </a:cxn>
                <a:cxn ang="0">
                  <a:pos x="8" y="55"/>
                </a:cxn>
                <a:cxn ang="0">
                  <a:pos x="0" y="70"/>
                </a:cxn>
                <a:cxn ang="0">
                  <a:pos x="0" y="70"/>
                </a:cxn>
                <a:cxn ang="0">
                  <a:pos x="0" y="73"/>
                </a:cxn>
                <a:cxn ang="0">
                  <a:pos x="0" y="76"/>
                </a:cxn>
                <a:cxn ang="0">
                  <a:pos x="2" y="78"/>
                </a:cxn>
                <a:cxn ang="0">
                  <a:pos x="5" y="80"/>
                </a:cxn>
                <a:cxn ang="0">
                  <a:pos x="6" y="80"/>
                </a:cxn>
                <a:cxn ang="0">
                  <a:pos x="9" y="78"/>
                </a:cxn>
                <a:cxn ang="0">
                  <a:pos x="10" y="76"/>
                </a:cxn>
                <a:cxn ang="0">
                  <a:pos x="10" y="76"/>
                </a:cxn>
                <a:cxn ang="0">
                  <a:pos x="18" y="59"/>
                </a:cxn>
                <a:cxn ang="0">
                  <a:pos x="26" y="42"/>
                </a:cxn>
                <a:cxn ang="0">
                  <a:pos x="31" y="23"/>
                </a:cxn>
                <a:cxn ang="0">
                  <a:pos x="33" y="14"/>
                </a:cxn>
                <a:cxn ang="0">
                  <a:pos x="34" y="5"/>
                </a:cxn>
                <a:cxn ang="0">
                  <a:pos x="34" y="5"/>
                </a:cxn>
                <a:cxn ang="0">
                  <a:pos x="34" y="2"/>
                </a:cxn>
                <a:cxn ang="0">
                  <a:pos x="33" y="1"/>
                </a:cxn>
                <a:cxn ang="0">
                  <a:pos x="29" y="0"/>
                </a:cxn>
                <a:cxn ang="0">
                  <a:pos x="25" y="1"/>
                </a:cxn>
                <a:cxn ang="0">
                  <a:pos x="23" y="2"/>
                </a:cxn>
                <a:cxn ang="0">
                  <a:pos x="22" y="5"/>
                </a:cxn>
                <a:cxn ang="0">
                  <a:pos x="22" y="5"/>
                </a:cxn>
              </a:cxnLst>
              <a:rect l="0" t="0" r="r" b="b"/>
              <a:pathLst>
                <a:path w="34" h="80">
                  <a:moveTo>
                    <a:pt x="22" y="5"/>
                  </a:moveTo>
                  <a:lnTo>
                    <a:pt x="22" y="5"/>
                  </a:lnTo>
                  <a:lnTo>
                    <a:pt x="22" y="14"/>
                  </a:lnTo>
                  <a:lnTo>
                    <a:pt x="21" y="22"/>
                  </a:lnTo>
                  <a:lnTo>
                    <a:pt x="16" y="39"/>
                  </a:lnTo>
                  <a:lnTo>
                    <a:pt x="8" y="55"/>
                  </a:lnTo>
                  <a:lnTo>
                    <a:pt x="0" y="70"/>
                  </a:lnTo>
                  <a:lnTo>
                    <a:pt x="0" y="70"/>
                  </a:lnTo>
                  <a:lnTo>
                    <a:pt x="0" y="73"/>
                  </a:lnTo>
                  <a:lnTo>
                    <a:pt x="0" y="76"/>
                  </a:lnTo>
                  <a:lnTo>
                    <a:pt x="2" y="78"/>
                  </a:lnTo>
                  <a:lnTo>
                    <a:pt x="5" y="80"/>
                  </a:lnTo>
                  <a:lnTo>
                    <a:pt x="6" y="80"/>
                  </a:lnTo>
                  <a:lnTo>
                    <a:pt x="9" y="78"/>
                  </a:lnTo>
                  <a:lnTo>
                    <a:pt x="10" y="76"/>
                  </a:lnTo>
                  <a:lnTo>
                    <a:pt x="10" y="76"/>
                  </a:lnTo>
                  <a:lnTo>
                    <a:pt x="18" y="59"/>
                  </a:lnTo>
                  <a:lnTo>
                    <a:pt x="26" y="42"/>
                  </a:lnTo>
                  <a:lnTo>
                    <a:pt x="31" y="23"/>
                  </a:lnTo>
                  <a:lnTo>
                    <a:pt x="33" y="14"/>
                  </a:lnTo>
                  <a:lnTo>
                    <a:pt x="34" y="5"/>
                  </a:lnTo>
                  <a:lnTo>
                    <a:pt x="34" y="5"/>
                  </a:lnTo>
                  <a:lnTo>
                    <a:pt x="34" y="2"/>
                  </a:lnTo>
                  <a:lnTo>
                    <a:pt x="33" y="1"/>
                  </a:lnTo>
                  <a:lnTo>
                    <a:pt x="29" y="0"/>
                  </a:lnTo>
                  <a:lnTo>
                    <a:pt x="25" y="1"/>
                  </a:lnTo>
                  <a:lnTo>
                    <a:pt x="23" y="2"/>
                  </a:lnTo>
                  <a:lnTo>
                    <a:pt x="22" y="5"/>
                  </a:lnTo>
                  <a:lnTo>
                    <a:pt x="22" y="5"/>
                  </a:lnTo>
                  <a:close/>
                </a:path>
              </a:pathLst>
            </a:custGeom>
            <a:ln>
              <a:solidFill>
                <a:schemeClr val="accent1">
                  <a:alpha val="35000"/>
                </a:schemeClr>
              </a:solidFill>
            </a:ln>
          </p:spPr>
          <p:style>
            <a:lnRef idx="0">
              <a:srgbClr val="FFFFFF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40" name="Freeform 552"/>
            <p:cNvSpPr/>
            <p:nvPr>
              <p:custDataLst>
                <p:tags r:id="rId34"/>
              </p:custDataLst>
            </p:nvPr>
          </p:nvSpPr>
          <p:spPr bwMode="auto">
            <a:xfrm>
              <a:off x="2552701" y="2446338"/>
              <a:ext cx="14288" cy="31750"/>
            </a:xfrm>
            <a:custGeom>
              <a:avLst/>
              <a:gdLst/>
              <a:ahLst/>
              <a:cxnLst>
                <a:cxn ang="0">
                  <a:pos x="23" y="5"/>
                </a:cxn>
                <a:cxn ang="0">
                  <a:pos x="23" y="5"/>
                </a:cxn>
                <a:cxn ang="0">
                  <a:pos x="22" y="14"/>
                </a:cxn>
                <a:cxn ang="0">
                  <a:pos x="21" y="22"/>
                </a:cxn>
                <a:cxn ang="0">
                  <a:pos x="16" y="39"/>
                </a:cxn>
                <a:cxn ang="0">
                  <a:pos x="9" y="55"/>
                </a:cxn>
                <a:cxn ang="0">
                  <a:pos x="1" y="70"/>
                </a:cxn>
                <a:cxn ang="0">
                  <a:pos x="1" y="70"/>
                </a:cxn>
                <a:cxn ang="0">
                  <a:pos x="0" y="73"/>
                </a:cxn>
                <a:cxn ang="0">
                  <a:pos x="1" y="76"/>
                </a:cxn>
                <a:cxn ang="0">
                  <a:pos x="4" y="78"/>
                </a:cxn>
                <a:cxn ang="0">
                  <a:pos x="5" y="80"/>
                </a:cxn>
                <a:cxn ang="0">
                  <a:pos x="8" y="80"/>
                </a:cxn>
                <a:cxn ang="0">
                  <a:pos x="9" y="78"/>
                </a:cxn>
                <a:cxn ang="0">
                  <a:pos x="12" y="76"/>
                </a:cxn>
                <a:cxn ang="0">
                  <a:pos x="12" y="76"/>
                </a:cxn>
                <a:cxn ang="0">
                  <a:pos x="19" y="59"/>
                </a:cxn>
                <a:cxn ang="0">
                  <a:pos x="27" y="42"/>
                </a:cxn>
                <a:cxn ang="0">
                  <a:pos x="33" y="23"/>
                </a:cxn>
                <a:cxn ang="0">
                  <a:pos x="34" y="14"/>
                </a:cxn>
                <a:cxn ang="0">
                  <a:pos x="35" y="5"/>
                </a:cxn>
                <a:cxn ang="0">
                  <a:pos x="35" y="5"/>
                </a:cxn>
                <a:cxn ang="0">
                  <a:pos x="34" y="2"/>
                </a:cxn>
                <a:cxn ang="0">
                  <a:pos x="33" y="1"/>
                </a:cxn>
                <a:cxn ang="0">
                  <a:pos x="29" y="0"/>
                </a:cxn>
                <a:cxn ang="0">
                  <a:pos x="25" y="1"/>
                </a:cxn>
                <a:cxn ang="0">
                  <a:pos x="23" y="2"/>
                </a:cxn>
                <a:cxn ang="0">
                  <a:pos x="23" y="5"/>
                </a:cxn>
                <a:cxn ang="0">
                  <a:pos x="23" y="5"/>
                </a:cxn>
              </a:cxnLst>
              <a:rect l="0" t="0" r="r" b="b"/>
              <a:pathLst>
                <a:path w="35" h="80">
                  <a:moveTo>
                    <a:pt x="23" y="5"/>
                  </a:moveTo>
                  <a:lnTo>
                    <a:pt x="23" y="5"/>
                  </a:lnTo>
                  <a:lnTo>
                    <a:pt x="22" y="14"/>
                  </a:lnTo>
                  <a:lnTo>
                    <a:pt x="21" y="22"/>
                  </a:lnTo>
                  <a:lnTo>
                    <a:pt x="16" y="39"/>
                  </a:lnTo>
                  <a:lnTo>
                    <a:pt x="9" y="55"/>
                  </a:lnTo>
                  <a:lnTo>
                    <a:pt x="1" y="70"/>
                  </a:lnTo>
                  <a:lnTo>
                    <a:pt x="1" y="70"/>
                  </a:lnTo>
                  <a:lnTo>
                    <a:pt x="0" y="73"/>
                  </a:lnTo>
                  <a:lnTo>
                    <a:pt x="1" y="76"/>
                  </a:lnTo>
                  <a:lnTo>
                    <a:pt x="4" y="78"/>
                  </a:lnTo>
                  <a:lnTo>
                    <a:pt x="5" y="80"/>
                  </a:lnTo>
                  <a:lnTo>
                    <a:pt x="8" y="80"/>
                  </a:lnTo>
                  <a:lnTo>
                    <a:pt x="9" y="78"/>
                  </a:lnTo>
                  <a:lnTo>
                    <a:pt x="12" y="76"/>
                  </a:lnTo>
                  <a:lnTo>
                    <a:pt x="12" y="76"/>
                  </a:lnTo>
                  <a:lnTo>
                    <a:pt x="19" y="59"/>
                  </a:lnTo>
                  <a:lnTo>
                    <a:pt x="27" y="42"/>
                  </a:lnTo>
                  <a:lnTo>
                    <a:pt x="33" y="23"/>
                  </a:lnTo>
                  <a:lnTo>
                    <a:pt x="34" y="14"/>
                  </a:lnTo>
                  <a:lnTo>
                    <a:pt x="35" y="5"/>
                  </a:lnTo>
                  <a:lnTo>
                    <a:pt x="35" y="5"/>
                  </a:lnTo>
                  <a:lnTo>
                    <a:pt x="34" y="2"/>
                  </a:lnTo>
                  <a:lnTo>
                    <a:pt x="33" y="1"/>
                  </a:lnTo>
                  <a:lnTo>
                    <a:pt x="29" y="0"/>
                  </a:lnTo>
                  <a:lnTo>
                    <a:pt x="25" y="1"/>
                  </a:lnTo>
                  <a:lnTo>
                    <a:pt x="23" y="2"/>
                  </a:lnTo>
                  <a:lnTo>
                    <a:pt x="23" y="5"/>
                  </a:lnTo>
                  <a:lnTo>
                    <a:pt x="23" y="5"/>
                  </a:lnTo>
                  <a:close/>
                </a:path>
              </a:pathLst>
            </a:custGeom>
            <a:ln>
              <a:solidFill>
                <a:schemeClr val="accent1">
                  <a:alpha val="35000"/>
                </a:schemeClr>
              </a:solidFill>
            </a:ln>
          </p:spPr>
          <p:style>
            <a:lnRef idx="0">
              <a:srgbClr val="FFFFFF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41" name="Freeform 553"/>
            <p:cNvSpPr/>
            <p:nvPr>
              <p:custDataLst>
                <p:tags r:id="rId35"/>
              </p:custDataLst>
            </p:nvPr>
          </p:nvSpPr>
          <p:spPr bwMode="auto">
            <a:xfrm>
              <a:off x="2598738" y="2465388"/>
              <a:ext cx="12700" cy="39688"/>
            </a:xfrm>
            <a:custGeom>
              <a:avLst/>
              <a:gdLst/>
              <a:ahLst/>
              <a:cxnLst>
                <a:cxn ang="0">
                  <a:pos x="22" y="5"/>
                </a:cxn>
                <a:cxn ang="0">
                  <a:pos x="22" y="5"/>
                </a:cxn>
                <a:cxn ang="0">
                  <a:pos x="21" y="27"/>
                </a:cxn>
                <a:cxn ang="0">
                  <a:pos x="16" y="51"/>
                </a:cxn>
                <a:cxn ang="0">
                  <a:pos x="9" y="72"/>
                </a:cxn>
                <a:cxn ang="0">
                  <a:pos x="0" y="92"/>
                </a:cxn>
                <a:cxn ang="0">
                  <a:pos x="0" y="92"/>
                </a:cxn>
                <a:cxn ang="0">
                  <a:pos x="0" y="95"/>
                </a:cxn>
                <a:cxn ang="0">
                  <a:pos x="0" y="98"/>
                </a:cxn>
                <a:cxn ang="0">
                  <a:pos x="3" y="100"/>
                </a:cxn>
                <a:cxn ang="0">
                  <a:pos x="5" y="102"/>
                </a:cxn>
                <a:cxn ang="0">
                  <a:pos x="6" y="102"/>
                </a:cxn>
                <a:cxn ang="0">
                  <a:pos x="9" y="100"/>
                </a:cxn>
                <a:cxn ang="0">
                  <a:pos x="10" y="99"/>
                </a:cxn>
                <a:cxn ang="0">
                  <a:pos x="10" y="99"/>
                </a:cxn>
                <a:cxn ang="0">
                  <a:pos x="20" y="77"/>
                </a:cxn>
                <a:cxn ang="0">
                  <a:pos x="27" y="53"/>
                </a:cxn>
                <a:cxn ang="0">
                  <a:pos x="31" y="30"/>
                </a:cxn>
                <a:cxn ang="0">
                  <a:pos x="34" y="5"/>
                </a:cxn>
                <a:cxn ang="0">
                  <a:pos x="34" y="5"/>
                </a:cxn>
                <a:cxn ang="0">
                  <a:pos x="34" y="2"/>
                </a:cxn>
                <a:cxn ang="0">
                  <a:pos x="33" y="1"/>
                </a:cxn>
                <a:cxn ang="0">
                  <a:pos x="29" y="0"/>
                </a:cxn>
                <a:cxn ang="0">
                  <a:pos x="25" y="1"/>
                </a:cxn>
                <a:cxn ang="0">
                  <a:pos x="24" y="2"/>
                </a:cxn>
                <a:cxn ang="0">
                  <a:pos x="22" y="5"/>
                </a:cxn>
                <a:cxn ang="0">
                  <a:pos x="22" y="5"/>
                </a:cxn>
              </a:cxnLst>
              <a:rect l="0" t="0" r="r" b="b"/>
              <a:pathLst>
                <a:path w="34" h="102">
                  <a:moveTo>
                    <a:pt x="22" y="5"/>
                  </a:moveTo>
                  <a:lnTo>
                    <a:pt x="22" y="5"/>
                  </a:lnTo>
                  <a:lnTo>
                    <a:pt x="21" y="27"/>
                  </a:lnTo>
                  <a:lnTo>
                    <a:pt x="16" y="51"/>
                  </a:lnTo>
                  <a:lnTo>
                    <a:pt x="9" y="72"/>
                  </a:lnTo>
                  <a:lnTo>
                    <a:pt x="0" y="92"/>
                  </a:lnTo>
                  <a:lnTo>
                    <a:pt x="0" y="92"/>
                  </a:lnTo>
                  <a:lnTo>
                    <a:pt x="0" y="95"/>
                  </a:lnTo>
                  <a:lnTo>
                    <a:pt x="0" y="98"/>
                  </a:lnTo>
                  <a:lnTo>
                    <a:pt x="3" y="100"/>
                  </a:lnTo>
                  <a:lnTo>
                    <a:pt x="5" y="102"/>
                  </a:lnTo>
                  <a:lnTo>
                    <a:pt x="6" y="102"/>
                  </a:lnTo>
                  <a:lnTo>
                    <a:pt x="9" y="100"/>
                  </a:lnTo>
                  <a:lnTo>
                    <a:pt x="10" y="99"/>
                  </a:lnTo>
                  <a:lnTo>
                    <a:pt x="10" y="99"/>
                  </a:lnTo>
                  <a:lnTo>
                    <a:pt x="20" y="77"/>
                  </a:lnTo>
                  <a:lnTo>
                    <a:pt x="27" y="53"/>
                  </a:lnTo>
                  <a:lnTo>
                    <a:pt x="31" y="30"/>
                  </a:lnTo>
                  <a:lnTo>
                    <a:pt x="34" y="5"/>
                  </a:lnTo>
                  <a:lnTo>
                    <a:pt x="34" y="5"/>
                  </a:lnTo>
                  <a:lnTo>
                    <a:pt x="34" y="2"/>
                  </a:lnTo>
                  <a:lnTo>
                    <a:pt x="33" y="1"/>
                  </a:lnTo>
                  <a:lnTo>
                    <a:pt x="29" y="0"/>
                  </a:lnTo>
                  <a:lnTo>
                    <a:pt x="25" y="1"/>
                  </a:lnTo>
                  <a:lnTo>
                    <a:pt x="24" y="2"/>
                  </a:lnTo>
                  <a:lnTo>
                    <a:pt x="22" y="5"/>
                  </a:lnTo>
                  <a:lnTo>
                    <a:pt x="22" y="5"/>
                  </a:lnTo>
                  <a:close/>
                </a:path>
              </a:pathLst>
            </a:custGeom>
            <a:ln>
              <a:solidFill>
                <a:schemeClr val="accent1">
                  <a:alpha val="35000"/>
                </a:schemeClr>
              </a:solidFill>
            </a:ln>
          </p:spPr>
          <p:style>
            <a:lnRef idx="0">
              <a:srgbClr val="FFFFFF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42" name="Freeform 554"/>
            <p:cNvSpPr/>
            <p:nvPr>
              <p:custDataLst>
                <p:tags r:id="rId36"/>
              </p:custDataLst>
            </p:nvPr>
          </p:nvSpPr>
          <p:spPr bwMode="auto">
            <a:xfrm>
              <a:off x="2314576" y="2389188"/>
              <a:ext cx="377825" cy="211138"/>
            </a:xfrm>
            <a:custGeom>
              <a:avLst/>
              <a:gdLst/>
              <a:ahLst/>
              <a:cxnLst>
                <a:cxn ang="0">
                  <a:pos x="712" y="532"/>
                </a:cxn>
                <a:cxn ang="0">
                  <a:pos x="641" y="529"/>
                </a:cxn>
                <a:cxn ang="0">
                  <a:pos x="98" y="529"/>
                </a:cxn>
                <a:cxn ang="0">
                  <a:pos x="25" y="531"/>
                </a:cxn>
                <a:cxn ang="0">
                  <a:pos x="9" y="525"/>
                </a:cxn>
                <a:cxn ang="0">
                  <a:pos x="1" y="515"/>
                </a:cxn>
                <a:cxn ang="0">
                  <a:pos x="0" y="506"/>
                </a:cxn>
                <a:cxn ang="0">
                  <a:pos x="3" y="491"/>
                </a:cxn>
                <a:cxn ang="0">
                  <a:pos x="13" y="482"/>
                </a:cxn>
                <a:cxn ang="0">
                  <a:pos x="667" y="480"/>
                </a:cxn>
                <a:cxn ang="0">
                  <a:pos x="710" y="481"/>
                </a:cxn>
                <a:cxn ang="0">
                  <a:pos x="769" y="482"/>
                </a:cxn>
                <a:cxn ang="0">
                  <a:pos x="814" y="477"/>
                </a:cxn>
                <a:cxn ang="0">
                  <a:pos x="832" y="473"/>
                </a:cxn>
                <a:cxn ang="0">
                  <a:pos x="870" y="463"/>
                </a:cxn>
                <a:cxn ang="0">
                  <a:pos x="887" y="443"/>
                </a:cxn>
                <a:cxn ang="0">
                  <a:pos x="895" y="388"/>
                </a:cxn>
                <a:cxn ang="0">
                  <a:pos x="901" y="321"/>
                </a:cxn>
                <a:cxn ang="0">
                  <a:pos x="901" y="289"/>
                </a:cxn>
                <a:cxn ang="0">
                  <a:pos x="896" y="260"/>
                </a:cxn>
                <a:cxn ang="0">
                  <a:pos x="891" y="232"/>
                </a:cxn>
                <a:cxn ang="0">
                  <a:pos x="888" y="164"/>
                </a:cxn>
                <a:cxn ang="0">
                  <a:pos x="880" y="102"/>
                </a:cxn>
                <a:cxn ang="0">
                  <a:pos x="875" y="81"/>
                </a:cxn>
                <a:cxn ang="0">
                  <a:pos x="860" y="61"/>
                </a:cxn>
                <a:cxn ang="0">
                  <a:pos x="833" y="53"/>
                </a:cxn>
                <a:cxn ang="0">
                  <a:pos x="761" y="51"/>
                </a:cxn>
                <a:cxn ang="0">
                  <a:pos x="479" y="51"/>
                </a:cxn>
                <a:cxn ang="0">
                  <a:pos x="315" y="52"/>
                </a:cxn>
                <a:cxn ang="0">
                  <a:pos x="32" y="53"/>
                </a:cxn>
                <a:cxn ang="0">
                  <a:pos x="18" y="45"/>
                </a:cxn>
                <a:cxn ang="0">
                  <a:pos x="13" y="32"/>
                </a:cxn>
                <a:cxn ang="0">
                  <a:pos x="13" y="23"/>
                </a:cxn>
                <a:cxn ang="0">
                  <a:pos x="18" y="11"/>
                </a:cxn>
                <a:cxn ang="0">
                  <a:pos x="32" y="4"/>
                </a:cxn>
                <a:cxn ang="0">
                  <a:pos x="722" y="4"/>
                </a:cxn>
                <a:cxn ang="0">
                  <a:pos x="782" y="1"/>
                </a:cxn>
                <a:cxn ang="0">
                  <a:pos x="828" y="1"/>
                </a:cxn>
                <a:cxn ang="0">
                  <a:pos x="878" y="13"/>
                </a:cxn>
                <a:cxn ang="0">
                  <a:pos x="892" y="22"/>
                </a:cxn>
                <a:cxn ang="0">
                  <a:pos x="920" y="57"/>
                </a:cxn>
                <a:cxn ang="0">
                  <a:pos x="933" y="112"/>
                </a:cxn>
                <a:cxn ang="0">
                  <a:pos x="938" y="178"/>
                </a:cxn>
                <a:cxn ang="0">
                  <a:pos x="941" y="208"/>
                </a:cxn>
                <a:cxn ang="0">
                  <a:pos x="950" y="270"/>
                </a:cxn>
                <a:cxn ang="0">
                  <a:pos x="952" y="306"/>
                </a:cxn>
                <a:cxn ang="0">
                  <a:pos x="947" y="385"/>
                </a:cxn>
                <a:cxn ang="0">
                  <a:pos x="937" y="446"/>
                </a:cxn>
                <a:cxn ang="0">
                  <a:pos x="917" y="485"/>
                </a:cxn>
                <a:cxn ang="0">
                  <a:pos x="884" y="512"/>
                </a:cxn>
                <a:cxn ang="0">
                  <a:pos x="857" y="523"/>
                </a:cxn>
                <a:cxn ang="0">
                  <a:pos x="794" y="531"/>
                </a:cxn>
                <a:cxn ang="0">
                  <a:pos x="738" y="533"/>
                </a:cxn>
              </a:cxnLst>
              <a:rect l="0" t="0" r="r" b="b"/>
              <a:pathLst>
                <a:path w="952" h="533">
                  <a:moveTo>
                    <a:pt x="738" y="533"/>
                  </a:moveTo>
                  <a:lnTo>
                    <a:pt x="738" y="533"/>
                  </a:lnTo>
                  <a:lnTo>
                    <a:pt x="712" y="532"/>
                  </a:lnTo>
                  <a:lnTo>
                    <a:pt x="712" y="532"/>
                  </a:lnTo>
                  <a:lnTo>
                    <a:pt x="686" y="531"/>
                  </a:lnTo>
                  <a:lnTo>
                    <a:pt x="641" y="529"/>
                  </a:lnTo>
                  <a:lnTo>
                    <a:pt x="499" y="529"/>
                  </a:lnTo>
                  <a:lnTo>
                    <a:pt x="499" y="529"/>
                  </a:lnTo>
                  <a:lnTo>
                    <a:pt x="98" y="529"/>
                  </a:lnTo>
                  <a:lnTo>
                    <a:pt x="98" y="529"/>
                  </a:lnTo>
                  <a:lnTo>
                    <a:pt x="25" y="531"/>
                  </a:lnTo>
                  <a:lnTo>
                    <a:pt x="25" y="531"/>
                  </a:lnTo>
                  <a:lnTo>
                    <a:pt x="18" y="529"/>
                  </a:lnTo>
                  <a:lnTo>
                    <a:pt x="13" y="528"/>
                  </a:lnTo>
                  <a:lnTo>
                    <a:pt x="9" y="525"/>
                  </a:lnTo>
                  <a:lnTo>
                    <a:pt x="7" y="523"/>
                  </a:lnTo>
                  <a:lnTo>
                    <a:pt x="3" y="519"/>
                  </a:lnTo>
                  <a:lnTo>
                    <a:pt x="1" y="515"/>
                  </a:lnTo>
                  <a:lnTo>
                    <a:pt x="0" y="510"/>
                  </a:lnTo>
                  <a:lnTo>
                    <a:pt x="0" y="506"/>
                  </a:lnTo>
                  <a:lnTo>
                    <a:pt x="0" y="506"/>
                  </a:lnTo>
                  <a:lnTo>
                    <a:pt x="0" y="501"/>
                  </a:lnTo>
                  <a:lnTo>
                    <a:pt x="1" y="497"/>
                  </a:lnTo>
                  <a:lnTo>
                    <a:pt x="3" y="491"/>
                  </a:lnTo>
                  <a:lnTo>
                    <a:pt x="7" y="487"/>
                  </a:lnTo>
                  <a:lnTo>
                    <a:pt x="9" y="485"/>
                  </a:lnTo>
                  <a:lnTo>
                    <a:pt x="13" y="482"/>
                  </a:lnTo>
                  <a:lnTo>
                    <a:pt x="18" y="481"/>
                  </a:lnTo>
                  <a:lnTo>
                    <a:pt x="25" y="480"/>
                  </a:lnTo>
                  <a:lnTo>
                    <a:pt x="667" y="480"/>
                  </a:lnTo>
                  <a:lnTo>
                    <a:pt x="667" y="480"/>
                  </a:lnTo>
                  <a:lnTo>
                    <a:pt x="710" y="481"/>
                  </a:lnTo>
                  <a:lnTo>
                    <a:pt x="710" y="481"/>
                  </a:lnTo>
                  <a:lnTo>
                    <a:pt x="752" y="482"/>
                  </a:lnTo>
                  <a:lnTo>
                    <a:pt x="752" y="482"/>
                  </a:lnTo>
                  <a:lnTo>
                    <a:pt x="769" y="482"/>
                  </a:lnTo>
                  <a:lnTo>
                    <a:pt x="785" y="481"/>
                  </a:lnTo>
                  <a:lnTo>
                    <a:pt x="799" y="480"/>
                  </a:lnTo>
                  <a:lnTo>
                    <a:pt x="814" y="477"/>
                  </a:lnTo>
                  <a:lnTo>
                    <a:pt x="814" y="477"/>
                  </a:lnTo>
                  <a:lnTo>
                    <a:pt x="832" y="473"/>
                  </a:lnTo>
                  <a:lnTo>
                    <a:pt x="832" y="473"/>
                  </a:lnTo>
                  <a:lnTo>
                    <a:pt x="853" y="469"/>
                  </a:lnTo>
                  <a:lnTo>
                    <a:pt x="862" y="467"/>
                  </a:lnTo>
                  <a:lnTo>
                    <a:pt x="870" y="463"/>
                  </a:lnTo>
                  <a:lnTo>
                    <a:pt x="878" y="459"/>
                  </a:lnTo>
                  <a:lnTo>
                    <a:pt x="883" y="452"/>
                  </a:lnTo>
                  <a:lnTo>
                    <a:pt x="887" y="443"/>
                  </a:lnTo>
                  <a:lnTo>
                    <a:pt x="890" y="434"/>
                  </a:lnTo>
                  <a:lnTo>
                    <a:pt x="890" y="434"/>
                  </a:lnTo>
                  <a:lnTo>
                    <a:pt x="895" y="388"/>
                  </a:lnTo>
                  <a:lnTo>
                    <a:pt x="895" y="388"/>
                  </a:lnTo>
                  <a:lnTo>
                    <a:pt x="900" y="344"/>
                  </a:lnTo>
                  <a:lnTo>
                    <a:pt x="901" y="321"/>
                  </a:lnTo>
                  <a:lnTo>
                    <a:pt x="901" y="298"/>
                  </a:lnTo>
                  <a:lnTo>
                    <a:pt x="901" y="298"/>
                  </a:lnTo>
                  <a:lnTo>
                    <a:pt x="901" y="289"/>
                  </a:lnTo>
                  <a:lnTo>
                    <a:pt x="900" y="280"/>
                  </a:lnTo>
                  <a:lnTo>
                    <a:pt x="896" y="260"/>
                  </a:lnTo>
                  <a:lnTo>
                    <a:pt x="896" y="260"/>
                  </a:lnTo>
                  <a:lnTo>
                    <a:pt x="894" y="246"/>
                  </a:lnTo>
                  <a:lnTo>
                    <a:pt x="891" y="232"/>
                  </a:lnTo>
                  <a:lnTo>
                    <a:pt x="891" y="232"/>
                  </a:lnTo>
                  <a:lnTo>
                    <a:pt x="888" y="198"/>
                  </a:lnTo>
                  <a:lnTo>
                    <a:pt x="888" y="164"/>
                  </a:lnTo>
                  <a:lnTo>
                    <a:pt x="888" y="164"/>
                  </a:lnTo>
                  <a:lnTo>
                    <a:pt x="887" y="149"/>
                  </a:lnTo>
                  <a:lnTo>
                    <a:pt x="886" y="132"/>
                  </a:lnTo>
                  <a:lnTo>
                    <a:pt x="880" y="102"/>
                  </a:lnTo>
                  <a:lnTo>
                    <a:pt x="880" y="102"/>
                  </a:lnTo>
                  <a:lnTo>
                    <a:pt x="878" y="90"/>
                  </a:lnTo>
                  <a:lnTo>
                    <a:pt x="875" y="81"/>
                  </a:lnTo>
                  <a:lnTo>
                    <a:pt x="871" y="73"/>
                  </a:lnTo>
                  <a:lnTo>
                    <a:pt x="866" y="66"/>
                  </a:lnTo>
                  <a:lnTo>
                    <a:pt x="860" y="61"/>
                  </a:lnTo>
                  <a:lnTo>
                    <a:pt x="852" y="57"/>
                  </a:lnTo>
                  <a:lnTo>
                    <a:pt x="843" y="55"/>
                  </a:lnTo>
                  <a:lnTo>
                    <a:pt x="833" y="53"/>
                  </a:lnTo>
                  <a:lnTo>
                    <a:pt x="833" y="53"/>
                  </a:lnTo>
                  <a:lnTo>
                    <a:pt x="803" y="52"/>
                  </a:lnTo>
                  <a:lnTo>
                    <a:pt x="761" y="51"/>
                  </a:lnTo>
                  <a:lnTo>
                    <a:pt x="637" y="49"/>
                  </a:lnTo>
                  <a:lnTo>
                    <a:pt x="637" y="49"/>
                  </a:lnTo>
                  <a:lnTo>
                    <a:pt x="479" y="51"/>
                  </a:lnTo>
                  <a:lnTo>
                    <a:pt x="326" y="52"/>
                  </a:lnTo>
                  <a:lnTo>
                    <a:pt x="315" y="52"/>
                  </a:lnTo>
                  <a:lnTo>
                    <a:pt x="315" y="52"/>
                  </a:lnTo>
                  <a:lnTo>
                    <a:pt x="37" y="53"/>
                  </a:lnTo>
                  <a:lnTo>
                    <a:pt x="37" y="53"/>
                  </a:lnTo>
                  <a:lnTo>
                    <a:pt x="32" y="53"/>
                  </a:lnTo>
                  <a:lnTo>
                    <a:pt x="26" y="51"/>
                  </a:lnTo>
                  <a:lnTo>
                    <a:pt x="22" y="48"/>
                  </a:lnTo>
                  <a:lnTo>
                    <a:pt x="18" y="45"/>
                  </a:lnTo>
                  <a:lnTo>
                    <a:pt x="16" y="42"/>
                  </a:lnTo>
                  <a:lnTo>
                    <a:pt x="15" y="38"/>
                  </a:lnTo>
                  <a:lnTo>
                    <a:pt x="13" y="32"/>
                  </a:lnTo>
                  <a:lnTo>
                    <a:pt x="13" y="28"/>
                  </a:lnTo>
                  <a:lnTo>
                    <a:pt x="13" y="28"/>
                  </a:lnTo>
                  <a:lnTo>
                    <a:pt x="13" y="23"/>
                  </a:lnTo>
                  <a:lnTo>
                    <a:pt x="15" y="19"/>
                  </a:lnTo>
                  <a:lnTo>
                    <a:pt x="16" y="15"/>
                  </a:lnTo>
                  <a:lnTo>
                    <a:pt x="18" y="11"/>
                  </a:lnTo>
                  <a:lnTo>
                    <a:pt x="22" y="8"/>
                  </a:lnTo>
                  <a:lnTo>
                    <a:pt x="26" y="5"/>
                  </a:lnTo>
                  <a:lnTo>
                    <a:pt x="32" y="4"/>
                  </a:lnTo>
                  <a:lnTo>
                    <a:pt x="37" y="4"/>
                  </a:lnTo>
                  <a:lnTo>
                    <a:pt x="722" y="4"/>
                  </a:lnTo>
                  <a:lnTo>
                    <a:pt x="722" y="4"/>
                  </a:lnTo>
                  <a:lnTo>
                    <a:pt x="759" y="2"/>
                  </a:lnTo>
                  <a:lnTo>
                    <a:pt x="759" y="2"/>
                  </a:lnTo>
                  <a:lnTo>
                    <a:pt x="782" y="1"/>
                  </a:lnTo>
                  <a:lnTo>
                    <a:pt x="806" y="0"/>
                  </a:lnTo>
                  <a:lnTo>
                    <a:pt x="806" y="0"/>
                  </a:lnTo>
                  <a:lnTo>
                    <a:pt x="828" y="1"/>
                  </a:lnTo>
                  <a:lnTo>
                    <a:pt x="846" y="2"/>
                  </a:lnTo>
                  <a:lnTo>
                    <a:pt x="863" y="8"/>
                  </a:lnTo>
                  <a:lnTo>
                    <a:pt x="878" y="13"/>
                  </a:lnTo>
                  <a:lnTo>
                    <a:pt x="878" y="13"/>
                  </a:lnTo>
                  <a:lnTo>
                    <a:pt x="886" y="17"/>
                  </a:lnTo>
                  <a:lnTo>
                    <a:pt x="892" y="22"/>
                  </a:lnTo>
                  <a:lnTo>
                    <a:pt x="904" y="32"/>
                  </a:lnTo>
                  <a:lnTo>
                    <a:pt x="912" y="44"/>
                  </a:lnTo>
                  <a:lnTo>
                    <a:pt x="920" y="57"/>
                  </a:lnTo>
                  <a:lnTo>
                    <a:pt x="925" y="70"/>
                  </a:lnTo>
                  <a:lnTo>
                    <a:pt x="928" y="85"/>
                  </a:lnTo>
                  <a:lnTo>
                    <a:pt x="933" y="112"/>
                  </a:lnTo>
                  <a:lnTo>
                    <a:pt x="933" y="112"/>
                  </a:lnTo>
                  <a:lnTo>
                    <a:pt x="937" y="144"/>
                  </a:lnTo>
                  <a:lnTo>
                    <a:pt x="938" y="178"/>
                  </a:lnTo>
                  <a:lnTo>
                    <a:pt x="938" y="178"/>
                  </a:lnTo>
                  <a:lnTo>
                    <a:pt x="939" y="193"/>
                  </a:lnTo>
                  <a:lnTo>
                    <a:pt x="941" y="208"/>
                  </a:lnTo>
                  <a:lnTo>
                    <a:pt x="945" y="239"/>
                  </a:lnTo>
                  <a:lnTo>
                    <a:pt x="945" y="239"/>
                  </a:lnTo>
                  <a:lnTo>
                    <a:pt x="950" y="270"/>
                  </a:lnTo>
                  <a:lnTo>
                    <a:pt x="950" y="270"/>
                  </a:lnTo>
                  <a:lnTo>
                    <a:pt x="951" y="287"/>
                  </a:lnTo>
                  <a:lnTo>
                    <a:pt x="952" y="306"/>
                  </a:lnTo>
                  <a:lnTo>
                    <a:pt x="952" y="324"/>
                  </a:lnTo>
                  <a:lnTo>
                    <a:pt x="951" y="344"/>
                  </a:lnTo>
                  <a:lnTo>
                    <a:pt x="947" y="385"/>
                  </a:lnTo>
                  <a:lnTo>
                    <a:pt x="941" y="430"/>
                  </a:lnTo>
                  <a:lnTo>
                    <a:pt x="941" y="430"/>
                  </a:lnTo>
                  <a:lnTo>
                    <a:pt x="937" y="446"/>
                  </a:lnTo>
                  <a:lnTo>
                    <a:pt x="931" y="460"/>
                  </a:lnTo>
                  <a:lnTo>
                    <a:pt x="925" y="473"/>
                  </a:lnTo>
                  <a:lnTo>
                    <a:pt x="917" y="485"/>
                  </a:lnTo>
                  <a:lnTo>
                    <a:pt x="908" y="495"/>
                  </a:lnTo>
                  <a:lnTo>
                    <a:pt x="897" y="504"/>
                  </a:lnTo>
                  <a:lnTo>
                    <a:pt x="884" y="512"/>
                  </a:lnTo>
                  <a:lnTo>
                    <a:pt x="870" y="519"/>
                  </a:lnTo>
                  <a:lnTo>
                    <a:pt x="870" y="519"/>
                  </a:lnTo>
                  <a:lnTo>
                    <a:pt x="857" y="523"/>
                  </a:lnTo>
                  <a:lnTo>
                    <a:pt x="843" y="525"/>
                  </a:lnTo>
                  <a:lnTo>
                    <a:pt x="814" y="528"/>
                  </a:lnTo>
                  <a:lnTo>
                    <a:pt x="794" y="531"/>
                  </a:lnTo>
                  <a:lnTo>
                    <a:pt x="794" y="531"/>
                  </a:lnTo>
                  <a:lnTo>
                    <a:pt x="767" y="532"/>
                  </a:lnTo>
                  <a:lnTo>
                    <a:pt x="738" y="533"/>
                  </a:lnTo>
                  <a:lnTo>
                    <a:pt x="738" y="533"/>
                  </a:lnTo>
                  <a:close/>
                </a:path>
              </a:pathLst>
            </a:custGeom>
            <a:ln>
              <a:solidFill>
                <a:schemeClr val="accent1">
                  <a:alpha val="35000"/>
                </a:schemeClr>
              </a:solidFill>
            </a:ln>
          </p:spPr>
          <p:style>
            <a:lnRef idx="0">
              <a:srgbClr val="FFFFFF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43" name="Freeform 555"/>
            <p:cNvSpPr/>
            <p:nvPr>
              <p:custDataLst>
                <p:tags r:id="rId37"/>
              </p:custDataLst>
            </p:nvPr>
          </p:nvSpPr>
          <p:spPr bwMode="auto">
            <a:xfrm>
              <a:off x="2085976" y="2305050"/>
              <a:ext cx="252413" cy="203200"/>
            </a:xfrm>
            <a:custGeom>
              <a:avLst/>
              <a:gdLst/>
              <a:ahLst/>
              <a:cxnLst>
                <a:cxn ang="0">
                  <a:pos x="20" y="510"/>
                </a:cxn>
                <a:cxn ang="0">
                  <a:pos x="3" y="497"/>
                </a:cxn>
                <a:cxn ang="0">
                  <a:pos x="0" y="485"/>
                </a:cxn>
                <a:cxn ang="0">
                  <a:pos x="5" y="475"/>
                </a:cxn>
                <a:cxn ang="0">
                  <a:pos x="50" y="407"/>
                </a:cxn>
                <a:cxn ang="0">
                  <a:pos x="123" y="305"/>
                </a:cxn>
                <a:cxn ang="0">
                  <a:pos x="156" y="267"/>
                </a:cxn>
                <a:cxn ang="0">
                  <a:pos x="225" y="192"/>
                </a:cxn>
                <a:cxn ang="0">
                  <a:pos x="271" y="135"/>
                </a:cxn>
                <a:cxn ang="0">
                  <a:pos x="306" y="90"/>
                </a:cxn>
                <a:cxn ang="0">
                  <a:pos x="346" y="53"/>
                </a:cxn>
                <a:cxn ang="0">
                  <a:pos x="381" y="31"/>
                </a:cxn>
                <a:cxn ang="0">
                  <a:pos x="441" y="8"/>
                </a:cxn>
                <a:cxn ang="0">
                  <a:pos x="505" y="0"/>
                </a:cxn>
                <a:cxn ang="0">
                  <a:pos x="544" y="4"/>
                </a:cxn>
                <a:cxn ang="0">
                  <a:pos x="581" y="15"/>
                </a:cxn>
                <a:cxn ang="0">
                  <a:pos x="611" y="36"/>
                </a:cxn>
                <a:cxn ang="0">
                  <a:pos x="628" y="68"/>
                </a:cxn>
                <a:cxn ang="0">
                  <a:pos x="636" y="118"/>
                </a:cxn>
                <a:cxn ang="0">
                  <a:pos x="633" y="196"/>
                </a:cxn>
                <a:cxn ang="0">
                  <a:pos x="631" y="240"/>
                </a:cxn>
                <a:cxn ang="0">
                  <a:pos x="628" y="251"/>
                </a:cxn>
                <a:cxn ang="0">
                  <a:pos x="619" y="261"/>
                </a:cxn>
                <a:cxn ang="0">
                  <a:pos x="606" y="265"/>
                </a:cxn>
                <a:cxn ang="0">
                  <a:pos x="597" y="263"/>
                </a:cxn>
                <a:cxn ang="0">
                  <a:pos x="585" y="255"/>
                </a:cxn>
                <a:cxn ang="0">
                  <a:pos x="581" y="240"/>
                </a:cxn>
                <a:cxn ang="0">
                  <a:pos x="584" y="196"/>
                </a:cxn>
                <a:cxn ang="0">
                  <a:pos x="586" y="148"/>
                </a:cxn>
                <a:cxn ang="0">
                  <a:pos x="582" y="103"/>
                </a:cxn>
                <a:cxn ang="0">
                  <a:pos x="571" y="76"/>
                </a:cxn>
                <a:cxn ang="0">
                  <a:pos x="547" y="57"/>
                </a:cxn>
                <a:cxn ang="0">
                  <a:pos x="523" y="52"/>
                </a:cxn>
                <a:cxn ang="0">
                  <a:pos x="491" y="52"/>
                </a:cxn>
                <a:cxn ang="0">
                  <a:pos x="452" y="57"/>
                </a:cxn>
                <a:cxn ang="0">
                  <a:pos x="401" y="77"/>
                </a:cxn>
                <a:cxn ang="0">
                  <a:pos x="373" y="95"/>
                </a:cxn>
                <a:cxn ang="0">
                  <a:pos x="336" y="137"/>
                </a:cxn>
                <a:cxn ang="0">
                  <a:pos x="321" y="157"/>
                </a:cxn>
                <a:cxn ang="0">
                  <a:pos x="225" y="265"/>
                </a:cxn>
                <a:cxn ang="0">
                  <a:pos x="147" y="353"/>
                </a:cxn>
                <a:cxn ang="0">
                  <a:pos x="91" y="435"/>
                </a:cxn>
                <a:cxn ang="0">
                  <a:pos x="47" y="501"/>
                </a:cxn>
                <a:cxn ang="0">
                  <a:pos x="38" y="509"/>
                </a:cxn>
                <a:cxn ang="0">
                  <a:pos x="26" y="511"/>
                </a:cxn>
              </a:cxnLst>
              <a:rect l="0" t="0" r="r" b="b"/>
              <a:pathLst>
                <a:path w="637" h="511">
                  <a:moveTo>
                    <a:pt x="26" y="511"/>
                  </a:moveTo>
                  <a:lnTo>
                    <a:pt x="26" y="511"/>
                  </a:lnTo>
                  <a:lnTo>
                    <a:pt x="20" y="510"/>
                  </a:lnTo>
                  <a:lnTo>
                    <a:pt x="12" y="507"/>
                  </a:lnTo>
                  <a:lnTo>
                    <a:pt x="7" y="503"/>
                  </a:lnTo>
                  <a:lnTo>
                    <a:pt x="3" y="497"/>
                  </a:lnTo>
                  <a:lnTo>
                    <a:pt x="3" y="497"/>
                  </a:lnTo>
                  <a:lnTo>
                    <a:pt x="0" y="492"/>
                  </a:lnTo>
                  <a:lnTo>
                    <a:pt x="0" y="485"/>
                  </a:lnTo>
                  <a:lnTo>
                    <a:pt x="2" y="480"/>
                  </a:lnTo>
                  <a:lnTo>
                    <a:pt x="5" y="475"/>
                  </a:lnTo>
                  <a:lnTo>
                    <a:pt x="5" y="475"/>
                  </a:lnTo>
                  <a:lnTo>
                    <a:pt x="29" y="441"/>
                  </a:lnTo>
                  <a:lnTo>
                    <a:pt x="50" y="407"/>
                  </a:lnTo>
                  <a:lnTo>
                    <a:pt x="50" y="407"/>
                  </a:lnTo>
                  <a:lnTo>
                    <a:pt x="74" y="373"/>
                  </a:lnTo>
                  <a:lnTo>
                    <a:pt x="98" y="339"/>
                  </a:lnTo>
                  <a:lnTo>
                    <a:pt x="123" y="305"/>
                  </a:lnTo>
                  <a:lnTo>
                    <a:pt x="138" y="288"/>
                  </a:lnTo>
                  <a:lnTo>
                    <a:pt x="152" y="272"/>
                  </a:lnTo>
                  <a:lnTo>
                    <a:pt x="156" y="267"/>
                  </a:lnTo>
                  <a:lnTo>
                    <a:pt x="156" y="267"/>
                  </a:lnTo>
                  <a:lnTo>
                    <a:pt x="202" y="217"/>
                  </a:lnTo>
                  <a:lnTo>
                    <a:pt x="225" y="192"/>
                  </a:lnTo>
                  <a:lnTo>
                    <a:pt x="247" y="166"/>
                  </a:lnTo>
                  <a:lnTo>
                    <a:pt x="247" y="166"/>
                  </a:lnTo>
                  <a:lnTo>
                    <a:pt x="271" y="135"/>
                  </a:lnTo>
                  <a:lnTo>
                    <a:pt x="271" y="135"/>
                  </a:lnTo>
                  <a:lnTo>
                    <a:pt x="289" y="112"/>
                  </a:lnTo>
                  <a:lnTo>
                    <a:pt x="306" y="90"/>
                  </a:lnTo>
                  <a:lnTo>
                    <a:pt x="326" y="70"/>
                  </a:lnTo>
                  <a:lnTo>
                    <a:pt x="335" y="61"/>
                  </a:lnTo>
                  <a:lnTo>
                    <a:pt x="346" y="53"/>
                  </a:lnTo>
                  <a:lnTo>
                    <a:pt x="346" y="53"/>
                  </a:lnTo>
                  <a:lnTo>
                    <a:pt x="363" y="42"/>
                  </a:lnTo>
                  <a:lnTo>
                    <a:pt x="381" y="31"/>
                  </a:lnTo>
                  <a:lnTo>
                    <a:pt x="401" y="22"/>
                  </a:lnTo>
                  <a:lnTo>
                    <a:pt x="421" y="14"/>
                  </a:lnTo>
                  <a:lnTo>
                    <a:pt x="441" y="8"/>
                  </a:lnTo>
                  <a:lnTo>
                    <a:pt x="463" y="4"/>
                  </a:lnTo>
                  <a:lnTo>
                    <a:pt x="484" y="1"/>
                  </a:lnTo>
                  <a:lnTo>
                    <a:pt x="505" y="0"/>
                  </a:lnTo>
                  <a:lnTo>
                    <a:pt x="505" y="0"/>
                  </a:lnTo>
                  <a:lnTo>
                    <a:pt x="525" y="1"/>
                  </a:lnTo>
                  <a:lnTo>
                    <a:pt x="544" y="4"/>
                  </a:lnTo>
                  <a:lnTo>
                    <a:pt x="564" y="8"/>
                  </a:lnTo>
                  <a:lnTo>
                    <a:pt x="581" y="15"/>
                  </a:lnTo>
                  <a:lnTo>
                    <a:pt x="581" y="15"/>
                  </a:lnTo>
                  <a:lnTo>
                    <a:pt x="593" y="21"/>
                  </a:lnTo>
                  <a:lnTo>
                    <a:pt x="602" y="29"/>
                  </a:lnTo>
                  <a:lnTo>
                    <a:pt x="611" y="36"/>
                  </a:lnTo>
                  <a:lnTo>
                    <a:pt x="618" y="47"/>
                  </a:lnTo>
                  <a:lnTo>
                    <a:pt x="623" y="57"/>
                  </a:lnTo>
                  <a:lnTo>
                    <a:pt x="628" y="68"/>
                  </a:lnTo>
                  <a:lnTo>
                    <a:pt x="631" y="80"/>
                  </a:lnTo>
                  <a:lnTo>
                    <a:pt x="633" y="93"/>
                  </a:lnTo>
                  <a:lnTo>
                    <a:pt x="636" y="118"/>
                  </a:lnTo>
                  <a:lnTo>
                    <a:pt x="637" y="145"/>
                  </a:lnTo>
                  <a:lnTo>
                    <a:pt x="636" y="171"/>
                  </a:lnTo>
                  <a:lnTo>
                    <a:pt x="633" y="196"/>
                  </a:lnTo>
                  <a:lnTo>
                    <a:pt x="633" y="196"/>
                  </a:lnTo>
                  <a:lnTo>
                    <a:pt x="632" y="220"/>
                  </a:lnTo>
                  <a:lnTo>
                    <a:pt x="631" y="240"/>
                  </a:lnTo>
                  <a:lnTo>
                    <a:pt x="631" y="240"/>
                  </a:lnTo>
                  <a:lnTo>
                    <a:pt x="629" y="246"/>
                  </a:lnTo>
                  <a:lnTo>
                    <a:pt x="628" y="251"/>
                  </a:lnTo>
                  <a:lnTo>
                    <a:pt x="626" y="255"/>
                  </a:lnTo>
                  <a:lnTo>
                    <a:pt x="623" y="259"/>
                  </a:lnTo>
                  <a:lnTo>
                    <a:pt x="619" y="261"/>
                  </a:lnTo>
                  <a:lnTo>
                    <a:pt x="615" y="263"/>
                  </a:lnTo>
                  <a:lnTo>
                    <a:pt x="610" y="264"/>
                  </a:lnTo>
                  <a:lnTo>
                    <a:pt x="606" y="265"/>
                  </a:lnTo>
                  <a:lnTo>
                    <a:pt x="606" y="265"/>
                  </a:lnTo>
                  <a:lnTo>
                    <a:pt x="601" y="264"/>
                  </a:lnTo>
                  <a:lnTo>
                    <a:pt x="597" y="263"/>
                  </a:lnTo>
                  <a:lnTo>
                    <a:pt x="593" y="261"/>
                  </a:lnTo>
                  <a:lnTo>
                    <a:pt x="589" y="259"/>
                  </a:lnTo>
                  <a:lnTo>
                    <a:pt x="585" y="255"/>
                  </a:lnTo>
                  <a:lnTo>
                    <a:pt x="582" y="251"/>
                  </a:lnTo>
                  <a:lnTo>
                    <a:pt x="581" y="246"/>
                  </a:lnTo>
                  <a:lnTo>
                    <a:pt x="581" y="240"/>
                  </a:lnTo>
                  <a:lnTo>
                    <a:pt x="581" y="240"/>
                  </a:lnTo>
                  <a:lnTo>
                    <a:pt x="581" y="220"/>
                  </a:lnTo>
                  <a:lnTo>
                    <a:pt x="584" y="196"/>
                  </a:lnTo>
                  <a:lnTo>
                    <a:pt x="584" y="196"/>
                  </a:lnTo>
                  <a:lnTo>
                    <a:pt x="585" y="172"/>
                  </a:lnTo>
                  <a:lnTo>
                    <a:pt x="586" y="148"/>
                  </a:lnTo>
                  <a:lnTo>
                    <a:pt x="585" y="124"/>
                  </a:lnTo>
                  <a:lnTo>
                    <a:pt x="584" y="114"/>
                  </a:lnTo>
                  <a:lnTo>
                    <a:pt x="582" y="103"/>
                  </a:lnTo>
                  <a:lnTo>
                    <a:pt x="580" y="93"/>
                  </a:lnTo>
                  <a:lnTo>
                    <a:pt x="576" y="84"/>
                  </a:lnTo>
                  <a:lnTo>
                    <a:pt x="571" y="76"/>
                  </a:lnTo>
                  <a:lnTo>
                    <a:pt x="564" y="68"/>
                  </a:lnTo>
                  <a:lnTo>
                    <a:pt x="556" y="63"/>
                  </a:lnTo>
                  <a:lnTo>
                    <a:pt x="547" y="57"/>
                  </a:lnTo>
                  <a:lnTo>
                    <a:pt x="537" y="55"/>
                  </a:lnTo>
                  <a:lnTo>
                    <a:pt x="523" y="52"/>
                  </a:lnTo>
                  <a:lnTo>
                    <a:pt x="523" y="52"/>
                  </a:lnTo>
                  <a:lnTo>
                    <a:pt x="504" y="52"/>
                  </a:lnTo>
                  <a:lnTo>
                    <a:pt x="504" y="52"/>
                  </a:lnTo>
                  <a:lnTo>
                    <a:pt x="491" y="52"/>
                  </a:lnTo>
                  <a:lnTo>
                    <a:pt x="478" y="53"/>
                  </a:lnTo>
                  <a:lnTo>
                    <a:pt x="465" y="55"/>
                  </a:lnTo>
                  <a:lnTo>
                    <a:pt x="452" y="57"/>
                  </a:lnTo>
                  <a:lnTo>
                    <a:pt x="425" y="65"/>
                  </a:lnTo>
                  <a:lnTo>
                    <a:pt x="401" y="77"/>
                  </a:lnTo>
                  <a:lnTo>
                    <a:pt x="401" y="77"/>
                  </a:lnTo>
                  <a:lnTo>
                    <a:pt x="391" y="82"/>
                  </a:lnTo>
                  <a:lnTo>
                    <a:pt x="382" y="89"/>
                  </a:lnTo>
                  <a:lnTo>
                    <a:pt x="373" y="95"/>
                  </a:lnTo>
                  <a:lnTo>
                    <a:pt x="365" y="103"/>
                  </a:lnTo>
                  <a:lnTo>
                    <a:pt x="351" y="120"/>
                  </a:lnTo>
                  <a:lnTo>
                    <a:pt x="336" y="137"/>
                  </a:lnTo>
                  <a:lnTo>
                    <a:pt x="336" y="137"/>
                  </a:lnTo>
                  <a:lnTo>
                    <a:pt x="321" y="157"/>
                  </a:lnTo>
                  <a:lnTo>
                    <a:pt x="321" y="157"/>
                  </a:lnTo>
                  <a:lnTo>
                    <a:pt x="274" y="212"/>
                  </a:lnTo>
                  <a:lnTo>
                    <a:pt x="225" y="265"/>
                  </a:lnTo>
                  <a:lnTo>
                    <a:pt x="225" y="265"/>
                  </a:lnTo>
                  <a:lnTo>
                    <a:pt x="168" y="328"/>
                  </a:lnTo>
                  <a:lnTo>
                    <a:pt x="168" y="328"/>
                  </a:lnTo>
                  <a:lnTo>
                    <a:pt x="147" y="353"/>
                  </a:lnTo>
                  <a:lnTo>
                    <a:pt x="127" y="380"/>
                  </a:lnTo>
                  <a:lnTo>
                    <a:pt x="109" y="408"/>
                  </a:lnTo>
                  <a:lnTo>
                    <a:pt x="91" y="435"/>
                  </a:lnTo>
                  <a:lnTo>
                    <a:pt x="91" y="435"/>
                  </a:lnTo>
                  <a:lnTo>
                    <a:pt x="70" y="468"/>
                  </a:lnTo>
                  <a:lnTo>
                    <a:pt x="47" y="501"/>
                  </a:lnTo>
                  <a:lnTo>
                    <a:pt x="47" y="501"/>
                  </a:lnTo>
                  <a:lnTo>
                    <a:pt x="43" y="505"/>
                  </a:lnTo>
                  <a:lnTo>
                    <a:pt x="38" y="509"/>
                  </a:lnTo>
                  <a:lnTo>
                    <a:pt x="33" y="511"/>
                  </a:lnTo>
                  <a:lnTo>
                    <a:pt x="26" y="511"/>
                  </a:lnTo>
                  <a:lnTo>
                    <a:pt x="26" y="511"/>
                  </a:lnTo>
                  <a:close/>
                </a:path>
              </a:pathLst>
            </a:custGeom>
            <a:ln>
              <a:solidFill>
                <a:schemeClr val="accent1">
                  <a:alpha val="35000"/>
                </a:schemeClr>
              </a:solidFill>
            </a:ln>
          </p:spPr>
          <p:style>
            <a:lnRef idx="0">
              <a:srgbClr val="FFFFFF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44" name="Freeform 556"/>
            <p:cNvSpPr/>
            <p:nvPr>
              <p:custDataLst>
                <p:tags r:id="rId38"/>
              </p:custDataLst>
            </p:nvPr>
          </p:nvSpPr>
          <p:spPr bwMode="auto">
            <a:xfrm>
              <a:off x="2084388" y="2492375"/>
              <a:ext cx="250825" cy="215900"/>
            </a:xfrm>
            <a:custGeom>
              <a:avLst/>
              <a:gdLst/>
              <a:ahLst/>
              <a:cxnLst>
                <a:cxn ang="0">
                  <a:pos x="440" y="545"/>
                </a:cxn>
                <a:cxn ang="0">
                  <a:pos x="384" y="528"/>
                </a:cxn>
                <a:cxn ang="0">
                  <a:pos x="334" y="492"/>
                </a:cxn>
                <a:cxn ang="0">
                  <a:pos x="303" y="456"/>
                </a:cxn>
                <a:cxn ang="0">
                  <a:pos x="259" y="396"/>
                </a:cxn>
                <a:cxn ang="0">
                  <a:pos x="220" y="341"/>
                </a:cxn>
                <a:cxn ang="0">
                  <a:pos x="190" y="301"/>
                </a:cxn>
                <a:cxn ang="0">
                  <a:pos x="168" y="277"/>
                </a:cxn>
                <a:cxn ang="0">
                  <a:pos x="155" y="259"/>
                </a:cxn>
                <a:cxn ang="0">
                  <a:pos x="143" y="237"/>
                </a:cxn>
                <a:cxn ang="0">
                  <a:pos x="113" y="197"/>
                </a:cxn>
                <a:cxn ang="0">
                  <a:pos x="68" y="141"/>
                </a:cxn>
                <a:cxn ang="0">
                  <a:pos x="51" y="122"/>
                </a:cxn>
                <a:cxn ang="0">
                  <a:pos x="33" y="99"/>
                </a:cxn>
                <a:cxn ang="0">
                  <a:pos x="12" y="65"/>
                </a:cxn>
                <a:cxn ang="0">
                  <a:pos x="0" y="25"/>
                </a:cxn>
                <a:cxn ang="0">
                  <a:pos x="2" y="14"/>
                </a:cxn>
                <a:cxn ang="0">
                  <a:pos x="7" y="6"/>
                </a:cxn>
                <a:cxn ang="0">
                  <a:pos x="20" y="0"/>
                </a:cxn>
                <a:cxn ang="0">
                  <a:pos x="33" y="1"/>
                </a:cxn>
                <a:cxn ang="0">
                  <a:pos x="45" y="9"/>
                </a:cxn>
                <a:cxn ang="0">
                  <a:pos x="51" y="23"/>
                </a:cxn>
                <a:cxn ang="0">
                  <a:pos x="57" y="46"/>
                </a:cxn>
                <a:cxn ang="0">
                  <a:pos x="85" y="86"/>
                </a:cxn>
                <a:cxn ang="0">
                  <a:pos x="114" y="118"/>
                </a:cxn>
                <a:cxn ang="0">
                  <a:pos x="146" y="158"/>
                </a:cxn>
                <a:cxn ang="0">
                  <a:pos x="170" y="191"/>
                </a:cxn>
                <a:cxn ang="0">
                  <a:pos x="186" y="209"/>
                </a:cxn>
                <a:cxn ang="0">
                  <a:pos x="206" y="237"/>
                </a:cxn>
                <a:cxn ang="0">
                  <a:pos x="231" y="271"/>
                </a:cxn>
                <a:cxn ang="0">
                  <a:pos x="257" y="301"/>
                </a:cxn>
                <a:cxn ang="0">
                  <a:pos x="293" y="357"/>
                </a:cxn>
                <a:cxn ang="0">
                  <a:pos x="316" y="388"/>
                </a:cxn>
                <a:cxn ang="0">
                  <a:pos x="331" y="417"/>
                </a:cxn>
                <a:cxn ang="0">
                  <a:pos x="344" y="431"/>
                </a:cxn>
                <a:cxn ang="0">
                  <a:pos x="372" y="460"/>
                </a:cxn>
                <a:cxn ang="0">
                  <a:pos x="390" y="476"/>
                </a:cxn>
                <a:cxn ang="0">
                  <a:pos x="420" y="492"/>
                </a:cxn>
                <a:cxn ang="0">
                  <a:pos x="456" y="497"/>
                </a:cxn>
                <a:cxn ang="0">
                  <a:pos x="487" y="493"/>
                </a:cxn>
                <a:cxn ang="0">
                  <a:pos x="516" y="480"/>
                </a:cxn>
                <a:cxn ang="0">
                  <a:pos x="537" y="467"/>
                </a:cxn>
                <a:cxn ang="0">
                  <a:pos x="565" y="438"/>
                </a:cxn>
                <a:cxn ang="0">
                  <a:pos x="571" y="424"/>
                </a:cxn>
                <a:cxn ang="0">
                  <a:pos x="577" y="396"/>
                </a:cxn>
                <a:cxn ang="0">
                  <a:pos x="581" y="371"/>
                </a:cxn>
                <a:cxn ang="0">
                  <a:pos x="581" y="290"/>
                </a:cxn>
                <a:cxn ang="0">
                  <a:pos x="580" y="250"/>
                </a:cxn>
                <a:cxn ang="0">
                  <a:pos x="584" y="237"/>
                </a:cxn>
                <a:cxn ang="0">
                  <a:pos x="590" y="229"/>
                </a:cxn>
                <a:cxn ang="0">
                  <a:pos x="605" y="225"/>
                </a:cxn>
                <a:cxn ang="0">
                  <a:pos x="614" y="226"/>
                </a:cxn>
                <a:cxn ang="0">
                  <a:pos x="626" y="235"/>
                </a:cxn>
                <a:cxn ang="0">
                  <a:pos x="631" y="250"/>
                </a:cxn>
                <a:cxn ang="0">
                  <a:pos x="631" y="285"/>
                </a:cxn>
                <a:cxn ang="0">
                  <a:pos x="631" y="378"/>
                </a:cxn>
                <a:cxn ang="0">
                  <a:pos x="623" y="424"/>
                </a:cxn>
                <a:cxn ang="0">
                  <a:pos x="607" y="464"/>
                </a:cxn>
                <a:cxn ang="0">
                  <a:pos x="579" y="499"/>
                </a:cxn>
                <a:cxn ang="0">
                  <a:pos x="554" y="518"/>
                </a:cxn>
                <a:cxn ang="0">
                  <a:pos x="514" y="536"/>
                </a:cxn>
                <a:cxn ang="0">
                  <a:pos x="473" y="545"/>
                </a:cxn>
              </a:cxnLst>
              <a:rect l="0" t="0" r="r" b="b"/>
              <a:pathLst>
                <a:path w="632" h="545">
                  <a:moveTo>
                    <a:pt x="459" y="545"/>
                  </a:moveTo>
                  <a:lnTo>
                    <a:pt x="459" y="545"/>
                  </a:lnTo>
                  <a:lnTo>
                    <a:pt x="440" y="545"/>
                  </a:lnTo>
                  <a:lnTo>
                    <a:pt x="420" y="541"/>
                  </a:lnTo>
                  <a:lnTo>
                    <a:pt x="402" y="536"/>
                  </a:lnTo>
                  <a:lnTo>
                    <a:pt x="384" y="528"/>
                  </a:lnTo>
                  <a:lnTo>
                    <a:pt x="365" y="518"/>
                  </a:lnTo>
                  <a:lnTo>
                    <a:pt x="350" y="506"/>
                  </a:lnTo>
                  <a:lnTo>
                    <a:pt x="334" y="492"/>
                  </a:lnTo>
                  <a:lnTo>
                    <a:pt x="318" y="476"/>
                  </a:lnTo>
                  <a:lnTo>
                    <a:pt x="318" y="476"/>
                  </a:lnTo>
                  <a:lnTo>
                    <a:pt x="303" y="456"/>
                  </a:lnTo>
                  <a:lnTo>
                    <a:pt x="288" y="435"/>
                  </a:lnTo>
                  <a:lnTo>
                    <a:pt x="259" y="396"/>
                  </a:lnTo>
                  <a:lnTo>
                    <a:pt x="259" y="396"/>
                  </a:lnTo>
                  <a:lnTo>
                    <a:pt x="234" y="362"/>
                  </a:lnTo>
                  <a:lnTo>
                    <a:pt x="234" y="362"/>
                  </a:lnTo>
                  <a:lnTo>
                    <a:pt x="220" y="341"/>
                  </a:lnTo>
                  <a:lnTo>
                    <a:pt x="220" y="341"/>
                  </a:lnTo>
                  <a:lnTo>
                    <a:pt x="200" y="314"/>
                  </a:lnTo>
                  <a:lnTo>
                    <a:pt x="190" y="301"/>
                  </a:lnTo>
                  <a:lnTo>
                    <a:pt x="180" y="289"/>
                  </a:lnTo>
                  <a:lnTo>
                    <a:pt x="180" y="289"/>
                  </a:lnTo>
                  <a:lnTo>
                    <a:pt x="168" y="277"/>
                  </a:lnTo>
                  <a:lnTo>
                    <a:pt x="160" y="267"/>
                  </a:lnTo>
                  <a:lnTo>
                    <a:pt x="160" y="267"/>
                  </a:lnTo>
                  <a:lnTo>
                    <a:pt x="155" y="259"/>
                  </a:lnTo>
                  <a:lnTo>
                    <a:pt x="149" y="248"/>
                  </a:lnTo>
                  <a:lnTo>
                    <a:pt x="149" y="248"/>
                  </a:lnTo>
                  <a:lnTo>
                    <a:pt x="143" y="237"/>
                  </a:lnTo>
                  <a:lnTo>
                    <a:pt x="143" y="237"/>
                  </a:lnTo>
                  <a:lnTo>
                    <a:pt x="127" y="218"/>
                  </a:lnTo>
                  <a:lnTo>
                    <a:pt x="113" y="197"/>
                  </a:lnTo>
                  <a:lnTo>
                    <a:pt x="113" y="197"/>
                  </a:lnTo>
                  <a:lnTo>
                    <a:pt x="91" y="169"/>
                  </a:lnTo>
                  <a:lnTo>
                    <a:pt x="68" y="141"/>
                  </a:lnTo>
                  <a:lnTo>
                    <a:pt x="63" y="135"/>
                  </a:lnTo>
                  <a:lnTo>
                    <a:pt x="63" y="135"/>
                  </a:lnTo>
                  <a:lnTo>
                    <a:pt x="51" y="122"/>
                  </a:lnTo>
                  <a:lnTo>
                    <a:pt x="50" y="120"/>
                  </a:lnTo>
                  <a:lnTo>
                    <a:pt x="50" y="120"/>
                  </a:lnTo>
                  <a:lnTo>
                    <a:pt x="33" y="99"/>
                  </a:lnTo>
                  <a:lnTo>
                    <a:pt x="25" y="89"/>
                  </a:lnTo>
                  <a:lnTo>
                    <a:pt x="19" y="77"/>
                  </a:lnTo>
                  <a:lnTo>
                    <a:pt x="12" y="65"/>
                  </a:lnTo>
                  <a:lnTo>
                    <a:pt x="7" y="54"/>
                  </a:lnTo>
                  <a:lnTo>
                    <a:pt x="3" y="39"/>
                  </a:lnTo>
                  <a:lnTo>
                    <a:pt x="0" y="25"/>
                  </a:lnTo>
                  <a:lnTo>
                    <a:pt x="0" y="25"/>
                  </a:lnTo>
                  <a:lnTo>
                    <a:pt x="2" y="20"/>
                  </a:lnTo>
                  <a:lnTo>
                    <a:pt x="2" y="14"/>
                  </a:lnTo>
                  <a:lnTo>
                    <a:pt x="4" y="10"/>
                  </a:lnTo>
                  <a:lnTo>
                    <a:pt x="7" y="6"/>
                  </a:lnTo>
                  <a:lnTo>
                    <a:pt x="7" y="6"/>
                  </a:lnTo>
                  <a:lnTo>
                    <a:pt x="11" y="4"/>
                  </a:lnTo>
                  <a:lnTo>
                    <a:pt x="15" y="1"/>
                  </a:lnTo>
                  <a:lnTo>
                    <a:pt x="20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33" y="1"/>
                  </a:lnTo>
                  <a:lnTo>
                    <a:pt x="38" y="3"/>
                  </a:lnTo>
                  <a:lnTo>
                    <a:pt x="42" y="5"/>
                  </a:lnTo>
                  <a:lnTo>
                    <a:pt x="45" y="9"/>
                  </a:lnTo>
                  <a:lnTo>
                    <a:pt x="47" y="13"/>
                  </a:lnTo>
                  <a:lnTo>
                    <a:pt x="50" y="18"/>
                  </a:lnTo>
                  <a:lnTo>
                    <a:pt x="51" y="23"/>
                  </a:lnTo>
                  <a:lnTo>
                    <a:pt x="51" y="23"/>
                  </a:lnTo>
                  <a:lnTo>
                    <a:pt x="53" y="34"/>
                  </a:lnTo>
                  <a:lnTo>
                    <a:pt x="57" y="46"/>
                  </a:lnTo>
                  <a:lnTo>
                    <a:pt x="62" y="56"/>
                  </a:lnTo>
                  <a:lnTo>
                    <a:pt x="68" y="67"/>
                  </a:lnTo>
                  <a:lnTo>
                    <a:pt x="85" y="86"/>
                  </a:lnTo>
                  <a:lnTo>
                    <a:pt x="102" y="105"/>
                  </a:lnTo>
                  <a:lnTo>
                    <a:pt x="102" y="105"/>
                  </a:lnTo>
                  <a:lnTo>
                    <a:pt x="114" y="118"/>
                  </a:lnTo>
                  <a:lnTo>
                    <a:pt x="114" y="118"/>
                  </a:lnTo>
                  <a:lnTo>
                    <a:pt x="131" y="137"/>
                  </a:lnTo>
                  <a:lnTo>
                    <a:pt x="146" y="158"/>
                  </a:lnTo>
                  <a:lnTo>
                    <a:pt x="146" y="158"/>
                  </a:lnTo>
                  <a:lnTo>
                    <a:pt x="161" y="180"/>
                  </a:lnTo>
                  <a:lnTo>
                    <a:pt x="170" y="191"/>
                  </a:lnTo>
                  <a:lnTo>
                    <a:pt x="180" y="201"/>
                  </a:lnTo>
                  <a:lnTo>
                    <a:pt x="180" y="201"/>
                  </a:lnTo>
                  <a:lnTo>
                    <a:pt x="186" y="209"/>
                  </a:lnTo>
                  <a:lnTo>
                    <a:pt x="193" y="218"/>
                  </a:lnTo>
                  <a:lnTo>
                    <a:pt x="206" y="237"/>
                  </a:lnTo>
                  <a:lnTo>
                    <a:pt x="206" y="237"/>
                  </a:lnTo>
                  <a:lnTo>
                    <a:pt x="217" y="254"/>
                  </a:lnTo>
                  <a:lnTo>
                    <a:pt x="224" y="263"/>
                  </a:lnTo>
                  <a:lnTo>
                    <a:pt x="231" y="271"/>
                  </a:lnTo>
                  <a:lnTo>
                    <a:pt x="231" y="271"/>
                  </a:lnTo>
                  <a:lnTo>
                    <a:pt x="245" y="285"/>
                  </a:lnTo>
                  <a:lnTo>
                    <a:pt x="257" y="301"/>
                  </a:lnTo>
                  <a:lnTo>
                    <a:pt x="280" y="335"/>
                  </a:lnTo>
                  <a:lnTo>
                    <a:pt x="280" y="335"/>
                  </a:lnTo>
                  <a:lnTo>
                    <a:pt x="293" y="357"/>
                  </a:lnTo>
                  <a:lnTo>
                    <a:pt x="309" y="378"/>
                  </a:lnTo>
                  <a:lnTo>
                    <a:pt x="309" y="378"/>
                  </a:lnTo>
                  <a:lnTo>
                    <a:pt x="316" y="388"/>
                  </a:lnTo>
                  <a:lnTo>
                    <a:pt x="323" y="401"/>
                  </a:lnTo>
                  <a:lnTo>
                    <a:pt x="323" y="401"/>
                  </a:lnTo>
                  <a:lnTo>
                    <a:pt x="331" y="417"/>
                  </a:lnTo>
                  <a:lnTo>
                    <a:pt x="331" y="417"/>
                  </a:lnTo>
                  <a:lnTo>
                    <a:pt x="338" y="424"/>
                  </a:lnTo>
                  <a:lnTo>
                    <a:pt x="344" y="431"/>
                  </a:lnTo>
                  <a:lnTo>
                    <a:pt x="359" y="446"/>
                  </a:lnTo>
                  <a:lnTo>
                    <a:pt x="359" y="446"/>
                  </a:lnTo>
                  <a:lnTo>
                    <a:pt x="372" y="460"/>
                  </a:lnTo>
                  <a:lnTo>
                    <a:pt x="372" y="460"/>
                  </a:lnTo>
                  <a:lnTo>
                    <a:pt x="381" y="469"/>
                  </a:lnTo>
                  <a:lnTo>
                    <a:pt x="390" y="476"/>
                  </a:lnTo>
                  <a:lnTo>
                    <a:pt x="399" y="482"/>
                  </a:lnTo>
                  <a:lnTo>
                    <a:pt x="410" y="488"/>
                  </a:lnTo>
                  <a:lnTo>
                    <a:pt x="420" y="492"/>
                  </a:lnTo>
                  <a:lnTo>
                    <a:pt x="432" y="494"/>
                  </a:lnTo>
                  <a:lnTo>
                    <a:pt x="444" y="497"/>
                  </a:lnTo>
                  <a:lnTo>
                    <a:pt x="456" y="497"/>
                  </a:lnTo>
                  <a:lnTo>
                    <a:pt x="456" y="497"/>
                  </a:lnTo>
                  <a:lnTo>
                    <a:pt x="471" y="496"/>
                  </a:lnTo>
                  <a:lnTo>
                    <a:pt x="487" y="493"/>
                  </a:lnTo>
                  <a:lnTo>
                    <a:pt x="501" y="486"/>
                  </a:lnTo>
                  <a:lnTo>
                    <a:pt x="516" y="480"/>
                  </a:lnTo>
                  <a:lnTo>
                    <a:pt x="516" y="480"/>
                  </a:lnTo>
                  <a:lnTo>
                    <a:pt x="526" y="473"/>
                  </a:lnTo>
                  <a:lnTo>
                    <a:pt x="526" y="473"/>
                  </a:lnTo>
                  <a:lnTo>
                    <a:pt x="537" y="467"/>
                  </a:lnTo>
                  <a:lnTo>
                    <a:pt x="547" y="459"/>
                  </a:lnTo>
                  <a:lnTo>
                    <a:pt x="556" y="450"/>
                  </a:lnTo>
                  <a:lnTo>
                    <a:pt x="565" y="438"/>
                  </a:lnTo>
                  <a:lnTo>
                    <a:pt x="565" y="438"/>
                  </a:lnTo>
                  <a:lnTo>
                    <a:pt x="568" y="433"/>
                  </a:lnTo>
                  <a:lnTo>
                    <a:pt x="571" y="424"/>
                  </a:lnTo>
                  <a:lnTo>
                    <a:pt x="575" y="407"/>
                  </a:lnTo>
                  <a:lnTo>
                    <a:pt x="575" y="407"/>
                  </a:lnTo>
                  <a:lnTo>
                    <a:pt x="577" y="396"/>
                  </a:lnTo>
                  <a:lnTo>
                    <a:pt x="577" y="396"/>
                  </a:lnTo>
                  <a:lnTo>
                    <a:pt x="580" y="384"/>
                  </a:lnTo>
                  <a:lnTo>
                    <a:pt x="581" y="371"/>
                  </a:lnTo>
                  <a:lnTo>
                    <a:pt x="584" y="344"/>
                  </a:lnTo>
                  <a:lnTo>
                    <a:pt x="582" y="318"/>
                  </a:lnTo>
                  <a:lnTo>
                    <a:pt x="581" y="290"/>
                  </a:lnTo>
                  <a:lnTo>
                    <a:pt x="581" y="290"/>
                  </a:lnTo>
                  <a:lnTo>
                    <a:pt x="580" y="250"/>
                  </a:lnTo>
                  <a:lnTo>
                    <a:pt x="580" y="250"/>
                  </a:lnTo>
                  <a:lnTo>
                    <a:pt x="581" y="244"/>
                  </a:lnTo>
                  <a:lnTo>
                    <a:pt x="582" y="241"/>
                  </a:lnTo>
                  <a:lnTo>
                    <a:pt x="584" y="237"/>
                  </a:lnTo>
                  <a:lnTo>
                    <a:pt x="588" y="233"/>
                  </a:lnTo>
                  <a:lnTo>
                    <a:pt x="588" y="233"/>
                  </a:lnTo>
                  <a:lnTo>
                    <a:pt x="590" y="229"/>
                  </a:lnTo>
                  <a:lnTo>
                    <a:pt x="596" y="227"/>
                  </a:lnTo>
                  <a:lnTo>
                    <a:pt x="601" y="226"/>
                  </a:lnTo>
                  <a:lnTo>
                    <a:pt x="605" y="225"/>
                  </a:lnTo>
                  <a:lnTo>
                    <a:pt x="605" y="225"/>
                  </a:lnTo>
                  <a:lnTo>
                    <a:pt x="610" y="225"/>
                  </a:lnTo>
                  <a:lnTo>
                    <a:pt x="614" y="226"/>
                  </a:lnTo>
                  <a:lnTo>
                    <a:pt x="619" y="229"/>
                  </a:lnTo>
                  <a:lnTo>
                    <a:pt x="623" y="231"/>
                  </a:lnTo>
                  <a:lnTo>
                    <a:pt x="626" y="235"/>
                  </a:lnTo>
                  <a:lnTo>
                    <a:pt x="628" y="239"/>
                  </a:lnTo>
                  <a:lnTo>
                    <a:pt x="630" y="244"/>
                  </a:lnTo>
                  <a:lnTo>
                    <a:pt x="631" y="250"/>
                  </a:lnTo>
                  <a:lnTo>
                    <a:pt x="631" y="250"/>
                  </a:lnTo>
                  <a:lnTo>
                    <a:pt x="631" y="285"/>
                  </a:lnTo>
                  <a:lnTo>
                    <a:pt x="631" y="285"/>
                  </a:lnTo>
                  <a:lnTo>
                    <a:pt x="632" y="315"/>
                  </a:lnTo>
                  <a:lnTo>
                    <a:pt x="632" y="346"/>
                  </a:lnTo>
                  <a:lnTo>
                    <a:pt x="631" y="378"/>
                  </a:lnTo>
                  <a:lnTo>
                    <a:pt x="628" y="392"/>
                  </a:lnTo>
                  <a:lnTo>
                    <a:pt x="626" y="408"/>
                  </a:lnTo>
                  <a:lnTo>
                    <a:pt x="623" y="424"/>
                  </a:lnTo>
                  <a:lnTo>
                    <a:pt x="619" y="438"/>
                  </a:lnTo>
                  <a:lnTo>
                    <a:pt x="614" y="451"/>
                  </a:lnTo>
                  <a:lnTo>
                    <a:pt x="607" y="464"/>
                  </a:lnTo>
                  <a:lnTo>
                    <a:pt x="599" y="477"/>
                  </a:lnTo>
                  <a:lnTo>
                    <a:pt x="590" y="489"/>
                  </a:lnTo>
                  <a:lnTo>
                    <a:pt x="579" y="499"/>
                  </a:lnTo>
                  <a:lnTo>
                    <a:pt x="567" y="510"/>
                  </a:lnTo>
                  <a:lnTo>
                    <a:pt x="567" y="510"/>
                  </a:lnTo>
                  <a:lnTo>
                    <a:pt x="554" y="518"/>
                  </a:lnTo>
                  <a:lnTo>
                    <a:pt x="541" y="526"/>
                  </a:lnTo>
                  <a:lnTo>
                    <a:pt x="527" y="532"/>
                  </a:lnTo>
                  <a:lnTo>
                    <a:pt x="514" y="536"/>
                  </a:lnTo>
                  <a:lnTo>
                    <a:pt x="500" y="540"/>
                  </a:lnTo>
                  <a:lnTo>
                    <a:pt x="487" y="544"/>
                  </a:lnTo>
                  <a:lnTo>
                    <a:pt x="473" y="545"/>
                  </a:lnTo>
                  <a:lnTo>
                    <a:pt x="459" y="545"/>
                  </a:lnTo>
                  <a:lnTo>
                    <a:pt x="459" y="545"/>
                  </a:lnTo>
                  <a:close/>
                </a:path>
              </a:pathLst>
            </a:custGeom>
            <a:ln>
              <a:solidFill>
                <a:schemeClr val="accent1">
                  <a:alpha val="35000"/>
                </a:schemeClr>
              </a:solidFill>
            </a:ln>
          </p:spPr>
          <p:style>
            <a:lnRef idx="0">
              <a:srgbClr val="FFFFFF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45" name="Freeform 557"/>
            <p:cNvSpPr/>
            <p:nvPr>
              <p:custDataLst>
                <p:tags r:id="rId39"/>
              </p:custDataLst>
            </p:nvPr>
          </p:nvSpPr>
          <p:spPr bwMode="auto">
            <a:xfrm>
              <a:off x="2146301" y="2049463"/>
              <a:ext cx="377825" cy="212725"/>
            </a:xfrm>
            <a:custGeom>
              <a:avLst/>
              <a:gdLst/>
              <a:ahLst/>
              <a:cxnLst>
                <a:cxn ang="0">
                  <a:pos x="240" y="532"/>
                </a:cxn>
                <a:cxn ang="0">
                  <a:pos x="311" y="529"/>
                </a:cxn>
                <a:cxn ang="0">
                  <a:pos x="854" y="529"/>
                </a:cxn>
                <a:cxn ang="0">
                  <a:pos x="928" y="529"/>
                </a:cxn>
                <a:cxn ang="0">
                  <a:pos x="943" y="525"/>
                </a:cxn>
                <a:cxn ang="0">
                  <a:pos x="951" y="514"/>
                </a:cxn>
                <a:cxn ang="0">
                  <a:pos x="952" y="504"/>
                </a:cxn>
                <a:cxn ang="0">
                  <a:pos x="949" y="491"/>
                </a:cxn>
                <a:cxn ang="0">
                  <a:pos x="939" y="482"/>
                </a:cxn>
                <a:cxn ang="0">
                  <a:pos x="285" y="480"/>
                </a:cxn>
                <a:cxn ang="0">
                  <a:pos x="242" y="481"/>
                </a:cxn>
                <a:cxn ang="0">
                  <a:pos x="183" y="482"/>
                </a:cxn>
                <a:cxn ang="0">
                  <a:pos x="140" y="477"/>
                </a:cxn>
                <a:cxn ang="0">
                  <a:pos x="120" y="473"/>
                </a:cxn>
                <a:cxn ang="0">
                  <a:pos x="82" y="463"/>
                </a:cxn>
                <a:cxn ang="0">
                  <a:pos x="65" y="443"/>
                </a:cxn>
                <a:cxn ang="0">
                  <a:pos x="58" y="388"/>
                </a:cxn>
                <a:cxn ang="0">
                  <a:pos x="51" y="320"/>
                </a:cxn>
                <a:cxn ang="0">
                  <a:pos x="51" y="289"/>
                </a:cxn>
                <a:cxn ang="0">
                  <a:pos x="56" y="259"/>
                </a:cxn>
                <a:cxn ang="0">
                  <a:pos x="61" y="231"/>
                </a:cxn>
                <a:cxn ang="0">
                  <a:pos x="64" y="164"/>
                </a:cxn>
                <a:cxn ang="0">
                  <a:pos x="72" y="100"/>
                </a:cxn>
                <a:cxn ang="0">
                  <a:pos x="78" y="79"/>
                </a:cxn>
                <a:cxn ang="0">
                  <a:pos x="92" y="61"/>
                </a:cxn>
                <a:cxn ang="0">
                  <a:pos x="120" y="53"/>
                </a:cxn>
                <a:cxn ang="0">
                  <a:pos x="192" y="51"/>
                </a:cxn>
                <a:cxn ang="0">
                  <a:pos x="552" y="51"/>
                </a:cxn>
                <a:cxn ang="0">
                  <a:pos x="792" y="52"/>
                </a:cxn>
                <a:cxn ang="0">
                  <a:pos x="921" y="52"/>
                </a:cxn>
                <a:cxn ang="0">
                  <a:pos x="934" y="45"/>
                </a:cxn>
                <a:cxn ang="0">
                  <a:pos x="939" y="32"/>
                </a:cxn>
                <a:cxn ang="0">
                  <a:pos x="939" y="23"/>
                </a:cxn>
                <a:cxn ang="0">
                  <a:pos x="934" y="10"/>
                </a:cxn>
                <a:cxn ang="0">
                  <a:pos x="921" y="4"/>
                </a:cxn>
                <a:cxn ang="0">
                  <a:pos x="231" y="2"/>
                </a:cxn>
                <a:cxn ang="0">
                  <a:pos x="170" y="0"/>
                </a:cxn>
                <a:cxn ang="0">
                  <a:pos x="125" y="0"/>
                </a:cxn>
                <a:cxn ang="0">
                  <a:pos x="74" y="13"/>
                </a:cxn>
                <a:cxn ang="0">
                  <a:pos x="60" y="21"/>
                </a:cxn>
                <a:cxn ang="0">
                  <a:pos x="34" y="56"/>
                </a:cxn>
                <a:cxn ang="0">
                  <a:pos x="19" y="111"/>
                </a:cxn>
                <a:cxn ang="0">
                  <a:pos x="14" y="178"/>
                </a:cxn>
                <a:cxn ang="0">
                  <a:pos x="13" y="208"/>
                </a:cxn>
                <a:cxn ang="0">
                  <a:pos x="2" y="270"/>
                </a:cxn>
                <a:cxn ang="0">
                  <a:pos x="0" y="306"/>
                </a:cxn>
                <a:cxn ang="0">
                  <a:pos x="5" y="384"/>
                </a:cxn>
                <a:cxn ang="0">
                  <a:pos x="15" y="446"/>
                </a:cxn>
                <a:cxn ang="0">
                  <a:pos x="35" y="485"/>
                </a:cxn>
                <a:cxn ang="0">
                  <a:pos x="68" y="511"/>
                </a:cxn>
                <a:cxn ang="0">
                  <a:pos x="95" y="523"/>
                </a:cxn>
                <a:cxn ang="0">
                  <a:pos x="158" y="529"/>
                </a:cxn>
                <a:cxn ang="0">
                  <a:pos x="214" y="533"/>
                </a:cxn>
              </a:cxnLst>
              <a:rect l="0" t="0" r="r" b="b"/>
              <a:pathLst>
                <a:path w="952" h="533">
                  <a:moveTo>
                    <a:pt x="214" y="533"/>
                  </a:moveTo>
                  <a:lnTo>
                    <a:pt x="214" y="533"/>
                  </a:lnTo>
                  <a:lnTo>
                    <a:pt x="240" y="532"/>
                  </a:lnTo>
                  <a:lnTo>
                    <a:pt x="240" y="532"/>
                  </a:lnTo>
                  <a:lnTo>
                    <a:pt x="266" y="531"/>
                  </a:lnTo>
                  <a:lnTo>
                    <a:pt x="311" y="529"/>
                  </a:lnTo>
                  <a:lnTo>
                    <a:pt x="455" y="528"/>
                  </a:lnTo>
                  <a:lnTo>
                    <a:pt x="455" y="528"/>
                  </a:lnTo>
                  <a:lnTo>
                    <a:pt x="854" y="529"/>
                  </a:lnTo>
                  <a:lnTo>
                    <a:pt x="854" y="529"/>
                  </a:lnTo>
                  <a:lnTo>
                    <a:pt x="928" y="529"/>
                  </a:lnTo>
                  <a:lnTo>
                    <a:pt x="928" y="529"/>
                  </a:lnTo>
                  <a:lnTo>
                    <a:pt x="934" y="529"/>
                  </a:lnTo>
                  <a:lnTo>
                    <a:pt x="939" y="528"/>
                  </a:lnTo>
                  <a:lnTo>
                    <a:pt x="943" y="525"/>
                  </a:lnTo>
                  <a:lnTo>
                    <a:pt x="947" y="521"/>
                  </a:lnTo>
                  <a:lnTo>
                    <a:pt x="949" y="519"/>
                  </a:lnTo>
                  <a:lnTo>
                    <a:pt x="951" y="514"/>
                  </a:lnTo>
                  <a:lnTo>
                    <a:pt x="952" y="510"/>
                  </a:lnTo>
                  <a:lnTo>
                    <a:pt x="952" y="504"/>
                  </a:lnTo>
                  <a:lnTo>
                    <a:pt x="952" y="504"/>
                  </a:lnTo>
                  <a:lnTo>
                    <a:pt x="952" y="501"/>
                  </a:lnTo>
                  <a:lnTo>
                    <a:pt x="951" y="495"/>
                  </a:lnTo>
                  <a:lnTo>
                    <a:pt x="949" y="491"/>
                  </a:lnTo>
                  <a:lnTo>
                    <a:pt x="947" y="487"/>
                  </a:lnTo>
                  <a:lnTo>
                    <a:pt x="943" y="485"/>
                  </a:lnTo>
                  <a:lnTo>
                    <a:pt x="939" y="482"/>
                  </a:lnTo>
                  <a:lnTo>
                    <a:pt x="934" y="481"/>
                  </a:lnTo>
                  <a:lnTo>
                    <a:pt x="928" y="480"/>
                  </a:lnTo>
                  <a:lnTo>
                    <a:pt x="285" y="480"/>
                  </a:lnTo>
                  <a:lnTo>
                    <a:pt x="285" y="480"/>
                  </a:lnTo>
                  <a:lnTo>
                    <a:pt x="242" y="481"/>
                  </a:lnTo>
                  <a:lnTo>
                    <a:pt x="242" y="481"/>
                  </a:lnTo>
                  <a:lnTo>
                    <a:pt x="200" y="482"/>
                  </a:lnTo>
                  <a:lnTo>
                    <a:pt x="200" y="482"/>
                  </a:lnTo>
                  <a:lnTo>
                    <a:pt x="183" y="482"/>
                  </a:lnTo>
                  <a:lnTo>
                    <a:pt x="167" y="481"/>
                  </a:lnTo>
                  <a:lnTo>
                    <a:pt x="153" y="480"/>
                  </a:lnTo>
                  <a:lnTo>
                    <a:pt x="140" y="477"/>
                  </a:lnTo>
                  <a:lnTo>
                    <a:pt x="140" y="477"/>
                  </a:lnTo>
                  <a:lnTo>
                    <a:pt x="120" y="473"/>
                  </a:lnTo>
                  <a:lnTo>
                    <a:pt x="120" y="473"/>
                  </a:lnTo>
                  <a:lnTo>
                    <a:pt x="99" y="469"/>
                  </a:lnTo>
                  <a:lnTo>
                    <a:pt x="90" y="467"/>
                  </a:lnTo>
                  <a:lnTo>
                    <a:pt x="82" y="463"/>
                  </a:lnTo>
                  <a:lnTo>
                    <a:pt x="74" y="457"/>
                  </a:lnTo>
                  <a:lnTo>
                    <a:pt x="69" y="451"/>
                  </a:lnTo>
                  <a:lnTo>
                    <a:pt x="65" y="443"/>
                  </a:lnTo>
                  <a:lnTo>
                    <a:pt x="64" y="433"/>
                  </a:lnTo>
                  <a:lnTo>
                    <a:pt x="64" y="433"/>
                  </a:lnTo>
                  <a:lnTo>
                    <a:pt x="58" y="388"/>
                  </a:lnTo>
                  <a:lnTo>
                    <a:pt x="58" y="388"/>
                  </a:lnTo>
                  <a:lnTo>
                    <a:pt x="53" y="342"/>
                  </a:lnTo>
                  <a:lnTo>
                    <a:pt x="51" y="320"/>
                  </a:lnTo>
                  <a:lnTo>
                    <a:pt x="51" y="298"/>
                  </a:lnTo>
                  <a:lnTo>
                    <a:pt x="51" y="298"/>
                  </a:lnTo>
                  <a:lnTo>
                    <a:pt x="51" y="289"/>
                  </a:lnTo>
                  <a:lnTo>
                    <a:pt x="52" y="278"/>
                  </a:lnTo>
                  <a:lnTo>
                    <a:pt x="56" y="259"/>
                  </a:lnTo>
                  <a:lnTo>
                    <a:pt x="56" y="259"/>
                  </a:lnTo>
                  <a:lnTo>
                    <a:pt x="58" y="246"/>
                  </a:lnTo>
                  <a:lnTo>
                    <a:pt x="61" y="231"/>
                  </a:lnTo>
                  <a:lnTo>
                    <a:pt x="61" y="231"/>
                  </a:lnTo>
                  <a:lnTo>
                    <a:pt x="64" y="198"/>
                  </a:lnTo>
                  <a:lnTo>
                    <a:pt x="64" y="164"/>
                  </a:lnTo>
                  <a:lnTo>
                    <a:pt x="64" y="164"/>
                  </a:lnTo>
                  <a:lnTo>
                    <a:pt x="65" y="149"/>
                  </a:lnTo>
                  <a:lnTo>
                    <a:pt x="66" y="132"/>
                  </a:lnTo>
                  <a:lnTo>
                    <a:pt x="72" y="100"/>
                  </a:lnTo>
                  <a:lnTo>
                    <a:pt x="72" y="100"/>
                  </a:lnTo>
                  <a:lnTo>
                    <a:pt x="74" y="90"/>
                  </a:lnTo>
                  <a:lnTo>
                    <a:pt x="78" y="79"/>
                  </a:lnTo>
                  <a:lnTo>
                    <a:pt x="82" y="72"/>
                  </a:lnTo>
                  <a:lnTo>
                    <a:pt x="87" y="65"/>
                  </a:lnTo>
                  <a:lnTo>
                    <a:pt x="92" y="61"/>
                  </a:lnTo>
                  <a:lnTo>
                    <a:pt x="100" y="57"/>
                  </a:lnTo>
                  <a:lnTo>
                    <a:pt x="109" y="55"/>
                  </a:lnTo>
                  <a:lnTo>
                    <a:pt x="120" y="53"/>
                  </a:lnTo>
                  <a:lnTo>
                    <a:pt x="120" y="53"/>
                  </a:lnTo>
                  <a:lnTo>
                    <a:pt x="149" y="52"/>
                  </a:lnTo>
                  <a:lnTo>
                    <a:pt x="192" y="51"/>
                  </a:lnTo>
                  <a:lnTo>
                    <a:pt x="315" y="49"/>
                  </a:lnTo>
                  <a:lnTo>
                    <a:pt x="315" y="49"/>
                  </a:lnTo>
                  <a:lnTo>
                    <a:pt x="552" y="51"/>
                  </a:lnTo>
                  <a:lnTo>
                    <a:pt x="783" y="52"/>
                  </a:lnTo>
                  <a:lnTo>
                    <a:pt x="792" y="52"/>
                  </a:lnTo>
                  <a:lnTo>
                    <a:pt x="792" y="52"/>
                  </a:lnTo>
                  <a:lnTo>
                    <a:pt x="915" y="53"/>
                  </a:lnTo>
                  <a:lnTo>
                    <a:pt x="915" y="53"/>
                  </a:lnTo>
                  <a:lnTo>
                    <a:pt x="921" y="52"/>
                  </a:lnTo>
                  <a:lnTo>
                    <a:pt x="926" y="51"/>
                  </a:lnTo>
                  <a:lnTo>
                    <a:pt x="930" y="48"/>
                  </a:lnTo>
                  <a:lnTo>
                    <a:pt x="934" y="45"/>
                  </a:lnTo>
                  <a:lnTo>
                    <a:pt x="936" y="42"/>
                  </a:lnTo>
                  <a:lnTo>
                    <a:pt x="939" y="38"/>
                  </a:lnTo>
                  <a:lnTo>
                    <a:pt x="939" y="32"/>
                  </a:lnTo>
                  <a:lnTo>
                    <a:pt x="940" y="28"/>
                  </a:lnTo>
                  <a:lnTo>
                    <a:pt x="940" y="28"/>
                  </a:lnTo>
                  <a:lnTo>
                    <a:pt x="939" y="23"/>
                  </a:lnTo>
                  <a:lnTo>
                    <a:pt x="939" y="19"/>
                  </a:lnTo>
                  <a:lnTo>
                    <a:pt x="936" y="14"/>
                  </a:lnTo>
                  <a:lnTo>
                    <a:pt x="934" y="10"/>
                  </a:lnTo>
                  <a:lnTo>
                    <a:pt x="930" y="8"/>
                  </a:lnTo>
                  <a:lnTo>
                    <a:pt x="926" y="5"/>
                  </a:lnTo>
                  <a:lnTo>
                    <a:pt x="921" y="4"/>
                  </a:lnTo>
                  <a:lnTo>
                    <a:pt x="915" y="2"/>
                  </a:lnTo>
                  <a:lnTo>
                    <a:pt x="231" y="2"/>
                  </a:lnTo>
                  <a:lnTo>
                    <a:pt x="231" y="2"/>
                  </a:lnTo>
                  <a:lnTo>
                    <a:pt x="193" y="1"/>
                  </a:lnTo>
                  <a:lnTo>
                    <a:pt x="193" y="1"/>
                  </a:lnTo>
                  <a:lnTo>
                    <a:pt x="170" y="0"/>
                  </a:lnTo>
                  <a:lnTo>
                    <a:pt x="146" y="0"/>
                  </a:lnTo>
                  <a:lnTo>
                    <a:pt x="146" y="0"/>
                  </a:lnTo>
                  <a:lnTo>
                    <a:pt x="125" y="0"/>
                  </a:lnTo>
                  <a:lnTo>
                    <a:pt x="106" y="2"/>
                  </a:lnTo>
                  <a:lnTo>
                    <a:pt x="89" y="6"/>
                  </a:lnTo>
                  <a:lnTo>
                    <a:pt x="74" y="13"/>
                  </a:lnTo>
                  <a:lnTo>
                    <a:pt x="74" y="13"/>
                  </a:lnTo>
                  <a:lnTo>
                    <a:pt x="66" y="17"/>
                  </a:lnTo>
                  <a:lnTo>
                    <a:pt x="60" y="21"/>
                  </a:lnTo>
                  <a:lnTo>
                    <a:pt x="49" y="31"/>
                  </a:lnTo>
                  <a:lnTo>
                    <a:pt x="40" y="43"/>
                  </a:lnTo>
                  <a:lnTo>
                    <a:pt x="34" y="56"/>
                  </a:lnTo>
                  <a:lnTo>
                    <a:pt x="28" y="70"/>
                  </a:lnTo>
                  <a:lnTo>
                    <a:pt x="24" y="83"/>
                  </a:lnTo>
                  <a:lnTo>
                    <a:pt x="19" y="111"/>
                  </a:lnTo>
                  <a:lnTo>
                    <a:pt x="19" y="111"/>
                  </a:lnTo>
                  <a:lnTo>
                    <a:pt x="15" y="142"/>
                  </a:lnTo>
                  <a:lnTo>
                    <a:pt x="14" y="178"/>
                  </a:lnTo>
                  <a:lnTo>
                    <a:pt x="14" y="178"/>
                  </a:lnTo>
                  <a:lnTo>
                    <a:pt x="14" y="192"/>
                  </a:lnTo>
                  <a:lnTo>
                    <a:pt x="13" y="208"/>
                  </a:lnTo>
                  <a:lnTo>
                    <a:pt x="7" y="239"/>
                  </a:lnTo>
                  <a:lnTo>
                    <a:pt x="7" y="239"/>
                  </a:lnTo>
                  <a:lnTo>
                    <a:pt x="2" y="270"/>
                  </a:lnTo>
                  <a:lnTo>
                    <a:pt x="2" y="270"/>
                  </a:lnTo>
                  <a:lnTo>
                    <a:pt x="1" y="287"/>
                  </a:lnTo>
                  <a:lnTo>
                    <a:pt x="0" y="306"/>
                  </a:lnTo>
                  <a:lnTo>
                    <a:pt x="0" y="324"/>
                  </a:lnTo>
                  <a:lnTo>
                    <a:pt x="1" y="344"/>
                  </a:lnTo>
                  <a:lnTo>
                    <a:pt x="5" y="384"/>
                  </a:lnTo>
                  <a:lnTo>
                    <a:pt x="11" y="429"/>
                  </a:lnTo>
                  <a:lnTo>
                    <a:pt x="11" y="429"/>
                  </a:lnTo>
                  <a:lnTo>
                    <a:pt x="15" y="446"/>
                  </a:lnTo>
                  <a:lnTo>
                    <a:pt x="21" y="460"/>
                  </a:lnTo>
                  <a:lnTo>
                    <a:pt x="27" y="473"/>
                  </a:lnTo>
                  <a:lnTo>
                    <a:pt x="35" y="485"/>
                  </a:lnTo>
                  <a:lnTo>
                    <a:pt x="44" y="494"/>
                  </a:lnTo>
                  <a:lnTo>
                    <a:pt x="55" y="503"/>
                  </a:lnTo>
                  <a:lnTo>
                    <a:pt x="68" y="511"/>
                  </a:lnTo>
                  <a:lnTo>
                    <a:pt x="83" y="519"/>
                  </a:lnTo>
                  <a:lnTo>
                    <a:pt x="83" y="519"/>
                  </a:lnTo>
                  <a:lnTo>
                    <a:pt x="95" y="523"/>
                  </a:lnTo>
                  <a:lnTo>
                    <a:pt x="109" y="525"/>
                  </a:lnTo>
                  <a:lnTo>
                    <a:pt x="138" y="528"/>
                  </a:lnTo>
                  <a:lnTo>
                    <a:pt x="158" y="529"/>
                  </a:lnTo>
                  <a:lnTo>
                    <a:pt x="158" y="529"/>
                  </a:lnTo>
                  <a:lnTo>
                    <a:pt x="187" y="532"/>
                  </a:lnTo>
                  <a:lnTo>
                    <a:pt x="214" y="533"/>
                  </a:lnTo>
                  <a:lnTo>
                    <a:pt x="214" y="533"/>
                  </a:lnTo>
                  <a:close/>
                </a:path>
              </a:pathLst>
            </a:custGeom>
            <a:ln>
              <a:solidFill>
                <a:schemeClr val="accent1">
                  <a:alpha val="35000"/>
                </a:schemeClr>
              </a:solidFill>
            </a:ln>
          </p:spPr>
          <p:style>
            <a:lnRef idx="0">
              <a:srgbClr val="FFFFFF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46" name="Freeform 558"/>
            <p:cNvSpPr/>
            <p:nvPr>
              <p:custDataLst>
                <p:tags r:id="rId40"/>
              </p:custDataLst>
            </p:nvPr>
          </p:nvSpPr>
          <p:spPr bwMode="auto">
            <a:xfrm>
              <a:off x="2501901" y="1965325"/>
              <a:ext cx="250825" cy="203200"/>
            </a:xfrm>
            <a:custGeom>
              <a:avLst/>
              <a:gdLst/>
              <a:ahLst/>
              <a:cxnLst>
                <a:cxn ang="0">
                  <a:pos x="617" y="510"/>
                </a:cxn>
                <a:cxn ang="0">
                  <a:pos x="633" y="497"/>
                </a:cxn>
                <a:cxn ang="0">
                  <a:pos x="636" y="485"/>
                </a:cxn>
                <a:cxn ang="0">
                  <a:pos x="632" y="473"/>
                </a:cxn>
                <a:cxn ang="0">
                  <a:pos x="586" y="407"/>
                </a:cxn>
                <a:cxn ang="0">
                  <a:pos x="513" y="303"/>
                </a:cxn>
                <a:cxn ang="0">
                  <a:pos x="480" y="267"/>
                </a:cxn>
                <a:cxn ang="0">
                  <a:pos x="412" y="191"/>
                </a:cxn>
                <a:cxn ang="0">
                  <a:pos x="365" y="133"/>
                </a:cxn>
                <a:cxn ang="0">
                  <a:pos x="330" y="90"/>
                </a:cxn>
                <a:cxn ang="0">
                  <a:pos x="292" y="52"/>
                </a:cxn>
                <a:cxn ang="0">
                  <a:pos x="255" y="30"/>
                </a:cxn>
                <a:cxn ang="0">
                  <a:pos x="195" y="8"/>
                </a:cxn>
                <a:cxn ang="0">
                  <a:pos x="132" y="0"/>
                </a:cxn>
                <a:cxn ang="0">
                  <a:pos x="92" y="4"/>
                </a:cxn>
                <a:cxn ang="0">
                  <a:pos x="55" y="14"/>
                </a:cxn>
                <a:cxn ang="0">
                  <a:pos x="26" y="36"/>
                </a:cxn>
                <a:cxn ang="0">
                  <a:pos x="9" y="68"/>
                </a:cxn>
                <a:cxn ang="0">
                  <a:pos x="0" y="118"/>
                </a:cxn>
                <a:cxn ang="0">
                  <a:pos x="3" y="195"/>
                </a:cxn>
                <a:cxn ang="0">
                  <a:pos x="5" y="240"/>
                </a:cxn>
                <a:cxn ang="0">
                  <a:pos x="8" y="251"/>
                </a:cxn>
                <a:cxn ang="0">
                  <a:pos x="17" y="261"/>
                </a:cxn>
                <a:cxn ang="0">
                  <a:pos x="31" y="264"/>
                </a:cxn>
                <a:cxn ang="0">
                  <a:pos x="41" y="263"/>
                </a:cxn>
                <a:cxn ang="0">
                  <a:pos x="51" y="255"/>
                </a:cxn>
                <a:cxn ang="0">
                  <a:pos x="56" y="240"/>
                </a:cxn>
                <a:cxn ang="0">
                  <a:pos x="54" y="196"/>
                </a:cxn>
                <a:cxn ang="0">
                  <a:pos x="50" y="148"/>
                </a:cxn>
                <a:cxn ang="0">
                  <a:pos x="55" y="102"/>
                </a:cxn>
                <a:cxn ang="0">
                  <a:pos x="67" y="76"/>
                </a:cxn>
                <a:cxn ang="0">
                  <a:pos x="89" y="57"/>
                </a:cxn>
                <a:cxn ang="0">
                  <a:pos x="113" y="52"/>
                </a:cxn>
                <a:cxn ang="0">
                  <a:pos x="145" y="52"/>
                </a:cxn>
                <a:cxn ang="0">
                  <a:pos x="186" y="57"/>
                </a:cxn>
                <a:cxn ang="0">
                  <a:pos x="235" y="76"/>
                </a:cxn>
                <a:cxn ang="0">
                  <a:pos x="263" y="95"/>
                </a:cxn>
                <a:cxn ang="0">
                  <a:pos x="300" y="137"/>
                </a:cxn>
                <a:cxn ang="0">
                  <a:pos x="315" y="157"/>
                </a:cxn>
                <a:cxn ang="0">
                  <a:pos x="411" y="264"/>
                </a:cxn>
                <a:cxn ang="0">
                  <a:pos x="489" y="353"/>
                </a:cxn>
                <a:cxn ang="0">
                  <a:pos x="546" y="435"/>
                </a:cxn>
                <a:cxn ang="0">
                  <a:pos x="589" y="501"/>
                </a:cxn>
                <a:cxn ang="0">
                  <a:pos x="598" y="509"/>
                </a:cxn>
                <a:cxn ang="0">
                  <a:pos x="610" y="511"/>
                </a:cxn>
              </a:cxnLst>
              <a:rect l="0" t="0" r="r" b="b"/>
              <a:pathLst>
                <a:path w="636" h="511">
                  <a:moveTo>
                    <a:pt x="610" y="511"/>
                  </a:moveTo>
                  <a:lnTo>
                    <a:pt x="610" y="511"/>
                  </a:lnTo>
                  <a:lnTo>
                    <a:pt x="617" y="510"/>
                  </a:lnTo>
                  <a:lnTo>
                    <a:pt x="624" y="507"/>
                  </a:lnTo>
                  <a:lnTo>
                    <a:pt x="629" y="503"/>
                  </a:lnTo>
                  <a:lnTo>
                    <a:pt x="633" y="497"/>
                  </a:lnTo>
                  <a:lnTo>
                    <a:pt x="633" y="497"/>
                  </a:lnTo>
                  <a:lnTo>
                    <a:pt x="636" y="492"/>
                  </a:lnTo>
                  <a:lnTo>
                    <a:pt x="636" y="485"/>
                  </a:lnTo>
                  <a:lnTo>
                    <a:pt x="634" y="480"/>
                  </a:lnTo>
                  <a:lnTo>
                    <a:pt x="632" y="473"/>
                  </a:lnTo>
                  <a:lnTo>
                    <a:pt x="632" y="473"/>
                  </a:lnTo>
                  <a:lnTo>
                    <a:pt x="608" y="439"/>
                  </a:lnTo>
                  <a:lnTo>
                    <a:pt x="586" y="407"/>
                  </a:lnTo>
                  <a:lnTo>
                    <a:pt x="586" y="407"/>
                  </a:lnTo>
                  <a:lnTo>
                    <a:pt x="563" y="373"/>
                  </a:lnTo>
                  <a:lnTo>
                    <a:pt x="539" y="337"/>
                  </a:lnTo>
                  <a:lnTo>
                    <a:pt x="513" y="303"/>
                  </a:lnTo>
                  <a:lnTo>
                    <a:pt x="500" y="288"/>
                  </a:lnTo>
                  <a:lnTo>
                    <a:pt x="485" y="272"/>
                  </a:lnTo>
                  <a:lnTo>
                    <a:pt x="480" y="267"/>
                  </a:lnTo>
                  <a:lnTo>
                    <a:pt x="480" y="267"/>
                  </a:lnTo>
                  <a:lnTo>
                    <a:pt x="434" y="217"/>
                  </a:lnTo>
                  <a:lnTo>
                    <a:pt x="412" y="191"/>
                  </a:lnTo>
                  <a:lnTo>
                    <a:pt x="390" y="165"/>
                  </a:lnTo>
                  <a:lnTo>
                    <a:pt x="390" y="165"/>
                  </a:lnTo>
                  <a:lnTo>
                    <a:pt x="365" y="133"/>
                  </a:lnTo>
                  <a:lnTo>
                    <a:pt x="365" y="133"/>
                  </a:lnTo>
                  <a:lnTo>
                    <a:pt x="348" y="111"/>
                  </a:lnTo>
                  <a:lnTo>
                    <a:pt x="330" y="90"/>
                  </a:lnTo>
                  <a:lnTo>
                    <a:pt x="311" y="69"/>
                  </a:lnTo>
                  <a:lnTo>
                    <a:pt x="301" y="61"/>
                  </a:lnTo>
                  <a:lnTo>
                    <a:pt x="292" y="52"/>
                  </a:lnTo>
                  <a:lnTo>
                    <a:pt x="292" y="52"/>
                  </a:lnTo>
                  <a:lnTo>
                    <a:pt x="273" y="40"/>
                  </a:lnTo>
                  <a:lnTo>
                    <a:pt x="255" y="30"/>
                  </a:lnTo>
                  <a:lnTo>
                    <a:pt x="235" y="21"/>
                  </a:lnTo>
                  <a:lnTo>
                    <a:pt x="216" y="13"/>
                  </a:lnTo>
                  <a:lnTo>
                    <a:pt x="195" y="8"/>
                  </a:lnTo>
                  <a:lnTo>
                    <a:pt x="174" y="2"/>
                  </a:lnTo>
                  <a:lnTo>
                    <a:pt x="153" y="0"/>
                  </a:lnTo>
                  <a:lnTo>
                    <a:pt x="132" y="0"/>
                  </a:lnTo>
                  <a:lnTo>
                    <a:pt x="132" y="0"/>
                  </a:lnTo>
                  <a:lnTo>
                    <a:pt x="111" y="0"/>
                  </a:lnTo>
                  <a:lnTo>
                    <a:pt x="92" y="4"/>
                  </a:lnTo>
                  <a:lnTo>
                    <a:pt x="73" y="8"/>
                  </a:lnTo>
                  <a:lnTo>
                    <a:pt x="55" y="14"/>
                  </a:lnTo>
                  <a:lnTo>
                    <a:pt x="55" y="14"/>
                  </a:lnTo>
                  <a:lnTo>
                    <a:pt x="43" y="21"/>
                  </a:lnTo>
                  <a:lnTo>
                    <a:pt x="34" y="29"/>
                  </a:lnTo>
                  <a:lnTo>
                    <a:pt x="26" y="36"/>
                  </a:lnTo>
                  <a:lnTo>
                    <a:pt x="18" y="46"/>
                  </a:lnTo>
                  <a:lnTo>
                    <a:pt x="13" y="56"/>
                  </a:lnTo>
                  <a:lnTo>
                    <a:pt x="9" y="68"/>
                  </a:lnTo>
                  <a:lnTo>
                    <a:pt x="5" y="80"/>
                  </a:lnTo>
                  <a:lnTo>
                    <a:pt x="3" y="91"/>
                  </a:lnTo>
                  <a:lnTo>
                    <a:pt x="0" y="118"/>
                  </a:lnTo>
                  <a:lnTo>
                    <a:pt x="0" y="144"/>
                  </a:lnTo>
                  <a:lnTo>
                    <a:pt x="1" y="170"/>
                  </a:lnTo>
                  <a:lnTo>
                    <a:pt x="3" y="195"/>
                  </a:lnTo>
                  <a:lnTo>
                    <a:pt x="3" y="195"/>
                  </a:lnTo>
                  <a:lnTo>
                    <a:pt x="5" y="220"/>
                  </a:lnTo>
                  <a:lnTo>
                    <a:pt x="5" y="240"/>
                  </a:lnTo>
                  <a:lnTo>
                    <a:pt x="5" y="240"/>
                  </a:lnTo>
                  <a:lnTo>
                    <a:pt x="7" y="246"/>
                  </a:lnTo>
                  <a:lnTo>
                    <a:pt x="8" y="251"/>
                  </a:lnTo>
                  <a:lnTo>
                    <a:pt x="11" y="255"/>
                  </a:lnTo>
                  <a:lnTo>
                    <a:pt x="13" y="259"/>
                  </a:lnTo>
                  <a:lnTo>
                    <a:pt x="17" y="261"/>
                  </a:lnTo>
                  <a:lnTo>
                    <a:pt x="22" y="263"/>
                  </a:lnTo>
                  <a:lnTo>
                    <a:pt x="26" y="264"/>
                  </a:lnTo>
                  <a:lnTo>
                    <a:pt x="31" y="264"/>
                  </a:lnTo>
                  <a:lnTo>
                    <a:pt x="31" y="264"/>
                  </a:lnTo>
                  <a:lnTo>
                    <a:pt x="35" y="264"/>
                  </a:lnTo>
                  <a:lnTo>
                    <a:pt x="41" y="263"/>
                  </a:lnTo>
                  <a:lnTo>
                    <a:pt x="45" y="261"/>
                  </a:lnTo>
                  <a:lnTo>
                    <a:pt x="48" y="259"/>
                  </a:lnTo>
                  <a:lnTo>
                    <a:pt x="51" y="255"/>
                  </a:lnTo>
                  <a:lnTo>
                    <a:pt x="54" y="251"/>
                  </a:lnTo>
                  <a:lnTo>
                    <a:pt x="55" y="246"/>
                  </a:lnTo>
                  <a:lnTo>
                    <a:pt x="56" y="240"/>
                  </a:lnTo>
                  <a:lnTo>
                    <a:pt x="56" y="240"/>
                  </a:lnTo>
                  <a:lnTo>
                    <a:pt x="55" y="220"/>
                  </a:lnTo>
                  <a:lnTo>
                    <a:pt x="54" y="196"/>
                  </a:lnTo>
                  <a:lnTo>
                    <a:pt x="54" y="196"/>
                  </a:lnTo>
                  <a:lnTo>
                    <a:pt x="51" y="171"/>
                  </a:lnTo>
                  <a:lnTo>
                    <a:pt x="50" y="148"/>
                  </a:lnTo>
                  <a:lnTo>
                    <a:pt x="51" y="124"/>
                  </a:lnTo>
                  <a:lnTo>
                    <a:pt x="52" y="112"/>
                  </a:lnTo>
                  <a:lnTo>
                    <a:pt x="55" y="102"/>
                  </a:lnTo>
                  <a:lnTo>
                    <a:pt x="58" y="93"/>
                  </a:lnTo>
                  <a:lnTo>
                    <a:pt x="62" y="84"/>
                  </a:lnTo>
                  <a:lnTo>
                    <a:pt x="67" y="76"/>
                  </a:lnTo>
                  <a:lnTo>
                    <a:pt x="72" y="68"/>
                  </a:lnTo>
                  <a:lnTo>
                    <a:pt x="80" y="63"/>
                  </a:lnTo>
                  <a:lnTo>
                    <a:pt x="89" y="57"/>
                  </a:lnTo>
                  <a:lnTo>
                    <a:pt x="99" y="53"/>
                  </a:lnTo>
                  <a:lnTo>
                    <a:pt x="113" y="52"/>
                  </a:lnTo>
                  <a:lnTo>
                    <a:pt x="113" y="52"/>
                  </a:lnTo>
                  <a:lnTo>
                    <a:pt x="132" y="51"/>
                  </a:lnTo>
                  <a:lnTo>
                    <a:pt x="132" y="51"/>
                  </a:lnTo>
                  <a:lnTo>
                    <a:pt x="145" y="52"/>
                  </a:lnTo>
                  <a:lnTo>
                    <a:pt x="158" y="53"/>
                  </a:lnTo>
                  <a:lnTo>
                    <a:pt x="173" y="55"/>
                  </a:lnTo>
                  <a:lnTo>
                    <a:pt x="186" y="57"/>
                  </a:lnTo>
                  <a:lnTo>
                    <a:pt x="211" y="65"/>
                  </a:lnTo>
                  <a:lnTo>
                    <a:pt x="235" y="76"/>
                  </a:lnTo>
                  <a:lnTo>
                    <a:pt x="235" y="76"/>
                  </a:lnTo>
                  <a:lnTo>
                    <a:pt x="246" y="81"/>
                  </a:lnTo>
                  <a:lnTo>
                    <a:pt x="255" y="87"/>
                  </a:lnTo>
                  <a:lnTo>
                    <a:pt x="263" y="95"/>
                  </a:lnTo>
                  <a:lnTo>
                    <a:pt x="271" y="103"/>
                  </a:lnTo>
                  <a:lnTo>
                    <a:pt x="285" y="120"/>
                  </a:lnTo>
                  <a:lnTo>
                    <a:pt x="300" y="137"/>
                  </a:lnTo>
                  <a:lnTo>
                    <a:pt x="300" y="137"/>
                  </a:lnTo>
                  <a:lnTo>
                    <a:pt x="315" y="157"/>
                  </a:lnTo>
                  <a:lnTo>
                    <a:pt x="315" y="157"/>
                  </a:lnTo>
                  <a:lnTo>
                    <a:pt x="362" y="212"/>
                  </a:lnTo>
                  <a:lnTo>
                    <a:pt x="411" y="264"/>
                  </a:lnTo>
                  <a:lnTo>
                    <a:pt x="411" y="264"/>
                  </a:lnTo>
                  <a:lnTo>
                    <a:pt x="468" y="328"/>
                  </a:lnTo>
                  <a:lnTo>
                    <a:pt x="468" y="328"/>
                  </a:lnTo>
                  <a:lnTo>
                    <a:pt x="489" y="353"/>
                  </a:lnTo>
                  <a:lnTo>
                    <a:pt x="509" y="380"/>
                  </a:lnTo>
                  <a:lnTo>
                    <a:pt x="527" y="408"/>
                  </a:lnTo>
                  <a:lnTo>
                    <a:pt x="546" y="435"/>
                  </a:lnTo>
                  <a:lnTo>
                    <a:pt x="546" y="435"/>
                  </a:lnTo>
                  <a:lnTo>
                    <a:pt x="566" y="468"/>
                  </a:lnTo>
                  <a:lnTo>
                    <a:pt x="589" y="501"/>
                  </a:lnTo>
                  <a:lnTo>
                    <a:pt x="589" y="501"/>
                  </a:lnTo>
                  <a:lnTo>
                    <a:pt x="593" y="505"/>
                  </a:lnTo>
                  <a:lnTo>
                    <a:pt x="598" y="509"/>
                  </a:lnTo>
                  <a:lnTo>
                    <a:pt x="603" y="510"/>
                  </a:lnTo>
                  <a:lnTo>
                    <a:pt x="610" y="511"/>
                  </a:lnTo>
                  <a:lnTo>
                    <a:pt x="610" y="511"/>
                  </a:lnTo>
                  <a:close/>
                </a:path>
              </a:pathLst>
            </a:custGeom>
            <a:ln>
              <a:solidFill>
                <a:schemeClr val="accent1">
                  <a:alpha val="35000"/>
                </a:schemeClr>
              </a:solidFill>
            </a:ln>
          </p:spPr>
          <p:style>
            <a:lnRef idx="0">
              <a:srgbClr val="FFFFFF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47" name="Freeform 559"/>
            <p:cNvSpPr/>
            <p:nvPr>
              <p:custDataLst>
                <p:tags r:id="rId41"/>
              </p:custDataLst>
            </p:nvPr>
          </p:nvSpPr>
          <p:spPr bwMode="auto">
            <a:xfrm>
              <a:off x="2503488" y="2152650"/>
              <a:ext cx="250825" cy="217488"/>
            </a:xfrm>
            <a:custGeom>
              <a:avLst/>
              <a:gdLst/>
              <a:ahLst/>
              <a:cxnLst>
                <a:cxn ang="0">
                  <a:pos x="192" y="545"/>
                </a:cxn>
                <a:cxn ang="0">
                  <a:pos x="248" y="528"/>
                </a:cxn>
                <a:cxn ang="0">
                  <a:pos x="299" y="493"/>
                </a:cxn>
                <a:cxn ang="0">
                  <a:pos x="330" y="456"/>
                </a:cxn>
                <a:cxn ang="0">
                  <a:pos x="374" y="396"/>
                </a:cxn>
                <a:cxn ang="0">
                  <a:pos x="412" y="342"/>
                </a:cxn>
                <a:cxn ang="0">
                  <a:pos x="442" y="302"/>
                </a:cxn>
                <a:cxn ang="0">
                  <a:pos x="464" y="278"/>
                </a:cxn>
                <a:cxn ang="0">
                  <a:pos x="477" y="260"/>
                </a:cxn>
                <a:cxn ang="0">
                  <a:pos x="489" y="236"/>
                </a:cxn>
                <a:cxn ang="0">
                  <a:pos x="521" y="198"/>
                </a:cxn>
                <a:cxn ang="0">
                  <a:pos x="564" y="142"/>
                </a:cxn>
                <a:cxn ang="0">
                  <a:pos x="581" y="123"/>
                </a:cxn>
                <a:cxn ang="0">
                  <a:pos x="599" y="99"/>
                </a:cxn>
                <a:cxn ang="0">
                  <a:pos x="620" y="66"/>
                </a:cxn>
                <a:cxn ang="0">
                  <a:pos x="632" y="26"/>
                </a:cxn>
                <a:cxn ang="0">
                  <a:pos x="630" y="15"/>
                </a:cxn>
                <a:cxn ang="0">
                  <a:pos x="626" y="7"/>
                </a:cxn>
                <a:cxn ang="0">
                  <a:pos x="613" y="1"/>
                </a:cxn>
                <a:cxn ang="0">
                  <a:pos x="599" y="2"/>
                </a:cxn>
                <a:cxn ang="0">
                  <a:pos x="587" y="10"/>
                </a:cxn>
                <a:cxn ang="0">
                  <a:pos x="582" y="23"/>
                </a:cxn>
                <a:cxn ang="0">
                  <a:pos x="575" y="47"/>
                </a:cxn>
                <a:cxn ang="0">
                  <a:pos x="548" y="86"/>
                </a:cxn>
                <a:cxn ang="0">
                  <a:pos x="518" y="117"/>
                </a:cxn>
                <a:cxn ang="0">
                  <a:pos x="488" y="159"/>
                </a:cxn>
                <a:cxn ang="0">
                  <a:pos x="463" y="192"/>
                </a:cxn>
                <a:cxn ang="0">
                  <a:pos x="446" y="210"/>
                </a:cxn>
                <a:cxn ang="0">
                  <a:pos x="426" y="236"/>
                </a:cxn>
                <a:cxn ang="0">
                  <a:pos x="401" y="270"/>
                </a:cxn>
                <a:cxn ang="0">
                  <a:pos x="375" y="302"/>
                </a:cxn>
                <a:cxn ang="0">
                  <a:pos x="339" y="358"/>
                </a:cxn>
                <a:cxn ang="0">
                  <a:pos x="316" y="389"/>
                </a:cxn>
                <a:cxn ang="0">
                  <a:pos x="301" y="417"/>
                </a:cxn>
                <a:cxn ang="0">
                  <a:pos x="289" y="433"/>
                </a:cxn>
                <a:cxn ang="0">
                  <a:pos x="260" y="461"/>
                </a:cxn>
                <a:cxn ang="0">
                  <a:pos x="243" y="477"/>
                </a:cxn>
                <a:cxn ang="0">
                  <a:pos x="212" y="493"/>
                </a:cxn>
                <a:cxn ang="0">
                  <a:pos x="178" y="498"/>
                </a:cxn>
                <a:cxn ang="0">
                  <a:pos x="146" y="493"/>
                </a:cxn>
                <a:cxn ang="0">
                  <a:pos x="116" y="480"/>
                </a:cxn>
                <a:cxn ang="0">
                  <a:pos x="95" y="467"/>
                </a:cxn>
                <a:cxn ang="0">
                  <a:pos x="67" y="439"/>
                </a:cxn>
                <a:cxn ang="0">
                  <a:pos x="61" y="425"/>
                </a:cxn>
                <a:cxn ang="0">
                  <a:pos x="56" y="397"/>
                </a:cxn>
                <a:cxn ang="0">
                  <a:pos x="51" y="371"/>
                </a:cxn>
                <a:cxn ang="0">
                  <a:pos x="51" y="290"/>
                </a:cxn>
                <a:cxn ang="0">
                  <a:pos x="52" y="251"/>
                </a:cxn>
                <a:cxn ang="0">
                  <a:pos x="48" y="236"/>
                </a:cxn>
                <a:cxn ang="0">
                  <a:pos x="42" y="230"/>
                </a:cxn>
                <a:cxn ang="0">
                  <a:pos x="27" y="226"/>
                </a:cxn>
                <a:cxn ang="0">
                  <a:pos x="18" y="227"/>
                </a:cxn>
                <a:cxn ang="0">
                  <a:pos x="6" y="235"/>
                </a:cxn>
                <a:cxn ang="0">
                  <a:pos x="3" y="251"/>
                </a:cxn>
                <a:cxn ang="0">
                  <a:pos x="1" y="286"/>
                </a:cxn>
                <a:cxn ang="0">
                  <a:pos x="3" y="378"/>
                </a:cxn>
                <a:cxn ang="0">
                  <a:pos x="9" y="423"/>
                </a:cxn>
                <a:cxn ang="0">
                  <a:pos x="26" y="465"/>
                </a:cxn>
                <a:cxn ang="0">
                  <a:pos x="54" y="501"/>
                </a:cxn>
                <a:cxn ang="0">
                  <a:pos x="78" y="519"/>
                </a:cxn>
                <a:cxn ang="0">
                  <a:pos x="118" y="537"/>
                </a:cxn>
                <a:cxn ang="0">
                  <a:pos x="159" y="546"/>
                </a:cxn>
              </a:cxnLst>
              <a:rect l="0" t="0" r="r" b="b"/>
              <a:pathLst>
                <a:path w="632" h="546">
                  <a:moveTo>
                    <a:pt x="173" y="546"/>
                  </a:moveTo>
                  <a:lnTo>
                    <a:pt x="173" y="546"/>
                  </a:lnTo>
                  <a:lnTo>
                    <a:pt x="192" y="545"/>
                  </a:lnTo>
                  <a:lnTo>
                    <a:pt x="212" y="542"/>
                  </a:lnTo>
                  <a:lnTo>
                    <a:pt x="231" y="536"/>
                  </a:lnTo>
                  <a:lnTo>
                    <a:pt x="248" y="528"/>
                  </a:lnTo>
                  <a:lnTo>
                    <a:pt x="267" y="519"/>
                  </a:lnTo>
                  <a:lnTo>
                    <a:pt x="284" y="506"/>
                  </a:lnTo>
                  <a:lnTo>
                    <a:pt x="299" y="493"/>
                  </a:lnTo>
                  <a:lnTo>
                    <a:pt x="314" y="476"/>
                  </a:lnTo>
                  <a:lnTo>
                    <a:pt x="314" y="476"/>
                  </a:lnTo>
                  <a:lnTo>
                    <a:pt x="330" y="456"/>
                  </a:lnTo>
                  <a:lnTo>
                    <a:pt x="344" y="436"/>
                  </a:lnTo>
                  <a:lnTo>
                    <a:pt x="374" y="396"/>
                  </a:lnTo>
                  <a:lnTo>
                    <a:pt x="374" y="396"/>
                  </a:lnTo>
                  <a:lnTo>
                    <a:pt x="398" y="363"/>
                  </a:lnTo>
                  <a:lnTo>
                    <a:pt x="398" y="363"/>
                  </a:lnTo>
                  <a:lnTo>
                    <a:pt x="412" y="342"/>
                  </a:lnTo>
                  <a:lnTo>
                    <a:pt x="412" y="342"/>
                  </a:lnTo>
                  <a:lnTo>
                    <a:pt x="432" y="315"/>
                  </a:lnTo>
                  <a:lnTo>
                    <a:pt x="442" y="302"/>
                  </a:lnTo>
                  <a:lnTo>
                    <a:pt x="454" y="289"/>
                  </a:lnTo>
                  <a:lnTo>
                    <a:pt x="454" y="289"/>
                  </a:lnTo>
                  <a:lnTo>
                    <a:pt x="464" y="278"/>
                  </a:lnTo>
                  <a:lnTo>
                    <a:pt x="472" y="268"/>
                  </a:lnTo>
                  <a:lnTo>
                    <a:pt x="472" y="268"/>
                  </a:lnTo>
                  <a:lnTo>
                    <a:pt x="477" y="260"/>
                  </a:lnTo>
                  <a:lnTo>
                    <a:pt x="483" y="249"/>
                  </a:lnTo>
                  <a:lnTo>
                    <a:pt x="483" y="249"/>
                  </a:lnTo>
                  <a:lnTo>
                    <a:pt x="489" y="236"/>
                  </a:lnTo>
                  <a:lnTo>
                    <a:pt x="489" y="236"/>
                  </a:lnTo>
                  <a:lnTo>
                    <a:pt x="505" y="219"/>
                  </a:lnTo>
                  <a:lnTo>
                    <a:pt x="521" y="198"/>
                  </a:lnTo>
                  <a:lnTo>
                    <a:pt x="521" y="198"/>
                  </a:lnTo>
                  <a:lnTo>
                    <a:pt x="541" y="170"/>
                  </a:lnTo>
                  <a:lnTo>
                    <a:pt x="564" y="142"/>
                  </a:lnTo>
                  <a:lnTo>
                    <a:pt x="569" y="136"/>
                  </a:lnTo>
                  <a:lnTo>
                    <a:pt x="569" y="136"/>
                  </a:lnTo>
                  <a:lnTo>
                    <a:pt x="581" y="123"/>
                  </a:lnTo>
                  <a:lnTo>
                    <a:pt x="582" y="120"/>
                  </a:lnTo>
                  <a:lnTo>
                    <a:pt x="582" y="120"/>
                  </a:lnTo>
                  <a:lnTo>
                    <a:pt x="599" y="99"/>
                  </a:lnTo>
                  <a:lnTo>
                    <a:pt x="607" y="89"/>
                  </a:lnTo>
                  <a:lnTo>
                    <a:pt x="615" y="78"/>
                  </a:lnTo>
                  <a:lnTo>
                    <a:pt x="620" y="66"/>
                  </a:lnTo>
                  <a:lnTo>
                    <a:pt x="625" y="53"/>
                  </a:lnTo>
                  <a:lnTo>
                    <a:pt x="629" y="40"/>
                  </a:lnTo>
                  <a:lnTo>
                    <a:pt x="632" y="26"/>
                  </a:lnTo>
                  <a:lnTo>
                    <a:pt x="632" y="26"/>
                  </a:lnTo>
                  <a:lnTo>
                    <a:pt x="632" y="21"/>
                  </a:lnTo>
                  <a:lnTo>
                    <a:pt x="630" y="15"/>
                  </a:lnTo>
                  <a:lnTo>
                    <a:pt x="629" y="11"/>
                  </a:lnTo>
                  <a:lnTo>
                    <a:pt x="626" y="7"/>
                  </a:lnTo>
                  <a:lnTo>
                    <a:pt x="626" y="7"/>
                  </a:lnTo>
                  <a:lnTo>
                    <a:pt x="623" y="5"/>
                  </a:lnTo>
                  <a:lnTo>
                    <a:pt x="617" y="2"/>
                  </a:lnTo>
                  <a:lnTo>
                    <a:pt x="613" y="1"/>
                  </a:lnTo>
                  <a:lnTo>
                    <a:pt x="608" y="0"/>
                  </a:lnTo>
                  <a:lnTo>
                    <a:pt x="608" y="0"/>
                  </a:lnTo>
                  <a:lnTo>
                    <a:pt x="599" y="2"/>
                  </a:lnTo>
                  <a:lnTo>
                    <a:pt x="595" y="4"/>
                  </a:lnTo>
                  <a:lnTo>
                    <a:pt x="591" y="6"/>
                  </a:lnTo>
                  <a:lnTo>
                    <a:pt x="587" y="10"/>
                  </a:lnTo>
                  <a:lnTo>
                    <a:pt x="585" y="14"/>
                  </a:lnTo>
                  <a:lnTo>
                    <a:pt x="582" y="18"/>
                  </a:lnTo>
                  <a:lnTo>
                    <a:pt x="582" y="23"/>
                  </a:lnTo>
                  <a:lnTo>
                    <a:pt x="582" y="23"/>
                  </a:lnTo>
                  <a:lnTo>
                    <a:pt x="579" y="35"/>
                  </a:lnTo>
                  <a:lnTo>
                    <a:pt x="575" y="47"/>
                  </a:lnTo>
                  <a:lnTo>
                    <a:pt x="570" y="57"/>
                  </a:lnTo>
                  <a:lnTo>
                    <a:pt x="564" y="68"/>
                  </a:lnTo>
                  <a:lnTo>
                    <a:pt x="548" y="86"/>
                  </a:lnTo>
                  <a:lnTo>
                    <a:pt x="531" y="104"/>
                  </a:lnTo>
                  <a:lnTo>
                    <a:pt x="531" y="104"/>
                  </a:lnTo>
                  <a:lnTo>
                    <a:pt x="518" y="117"/>
                  </a:lnTo>
                  <a:lnTo>
                    <a:pt x="518" y="117"/>
                  </a:lnTo>
                  <a:lnTo>
                    <a:pt x="502" y="138"/>
                  </a:lnTo>
                  <a:lnTo>
                    <a:pt x="488" y="159"/>
                  </a:lnTo>
                  <a:lnTo>
                    <a:pt x="488" y="159"/>
                  </a:lnTo>
                  <a:lnTo>
                    <a:pt x="471" y="181"/>
                  </a:lnTo>
                  <a:lnTo>
                    <a:pt x="463" y="192"/>
                  </a:lnTo>
                  <a:lnTo>
                    <a:pt x="454" y="201"/>
                  </a:lnTo>
                  <a:lnTo>
                    <a:pt x="454" y="201"/>
                  </a:lnTo>
                  <a:lnTo>
                    <a:pt x="446" y="210"/>
                  </a:lnTo>
                  <a:lnTo>
                    <a:pt x="439" y="218"/>
                  </a:lnTo>
                  <a:lnTo>
                    <a:pt x="426" y="236"/>
                  </a:lnTo>
                  <a:lnTo>
                    <a:pt x="426" y="236"/>
                  </a:lnTo>
                  <a:lnTo>
                    <a:pt x="415" y="255"/>
                  </a:lnTo>
                  <a:lnTo>
                    <a:pt x="408" y="262"/>
                  </a:lnTo>
                  <a:lnTo>
                    <a:pt x="401" y="270"/>
                  </a:lnTo>
                  <a:lnTo>
                    <a:pt x="401" y="270"/>
                  </a:lnTo>
                  <a:lnTo>
                    <a:pt x="388" y="286"/>
                  </a:lnTo>
                  <a:lnTo>
                    <a:pt x="375" y="302"/>
                  </a:lnTo>
                  <a:lnTo>
                    <a:pt x="353" y="336"/>
                  </a:lnTo>
                  <a:lnTo>
                    <a:pt x="353" y="336"/>
                  </a:lnTo>
                  <a:lnTo>
                    <a:pt x="339" y="358"/>
                  </a:lnTo>
                  <a:lnTo>
                    <a:pt x="324" y="378"/>
                  </a:lnTo>
                  <a:lnTo>
                    <a:pt x="324" y="378"/>
                  </a:lnTo>
                  <a:lnTo>
                    <a:pt x="316" y="389"/>
                  </a:lnTo>
                  <a:lnTo>
                    <a:pt x="310" y="401"/>
                  </a:lnTo>
                  <a:lnTo>
                    <a:pt x="310" y="401"/>
                  </a:lnTo>
                  <a:lnTo>
                    <a:pt x="301" y="417"/>
                  </a:lnTo>
                  <a:lnTo>
                    <a:pt x="301" y="417"/>
                  </a:lnTo>
                  <a:lnTo>
                    <a:pt x="296" y="425"/>
                  </a:lnTo>
                  <a:lnTo>
                    <a:pt x="289" y="433"/>
                  </a:lnTo>
                  <a:lnTo>
                    <a:pt x="275" y="447"/>
                  </a:lnTo>
                  <a:lnTo>
                    <a:pt x="275" y="447"/>
                  </a:lnTo>
                  <a:lnTo>
                    <a:pt x="260" y="461"/>
                  </a:lnTo>
                  <a:lnTo>
                    <a:pt x="260" y="461"/>
                  </a:lnTo>
                  <a:lnTo>
                    <a:pt x="252" y="469"/>
                  </a:lnTo>
                  <a:lnTo>
                    <a:pt x="243" y="477"/>
                  </a:lnTo>
                  <a:lnTo>
                    <a:pt x="233" y="484"/>
                  </a:lnTo>
                  <a:lnTo>
                    <a:pt x="222" y="487"/>
                  </a:lnTo>
                  <a:lnTo>
                    <a:pt x="212" y="493"/>
                  </a:lnTo>
                  <a:lnTo>
                    <a:pt x="200" y="495"/>
                  </a:lnTo>
                  <a:lnTo>
                    <a:pt x="190" y="497"/>
                  </a:lnTo>
                  <a:lnTo>
                    <a:pt x="178" y="498"/>
                  </a:lnTo>
                  <a:lnTo>
                    <a:pt x="178" y="498"/>
                  </a:lnTo>
                  <a:lnTo>
                    <a:pt x="162" y="497"/>
                  </a:lnTo>
                  <a:lnTo>
                    <a:pt x="146" y="493"/>
                  </a:lnTo>
                  <a:lnTo>
                    <a:pt x="131" y="487"/>
                  </a:lnTo>
                  <a:lnTo>
                    <a:pt x="116" y="480"/>
                  </a:lnTo>
                  <a:lnTo>
                    <a:pt x="116" y="480"/>
                  </a:lnTo>
                  <a:lnTo>
                    <a:pt x="107" y="474"/>
                  </a:lnTo>
                  <a:lnTo>
                    <a:pt x="107" y="474"/>
                  </a:lnTo>
                  <a:lnTo>
                    <a:pt x="95" y="467"/>
                  </a:lnTo>
                  <a:lnTo>
                    <a:pt x="85" y="460"/>
                  </a:lnTo>
                  <a:lnTo>
                    <a:pt x="76" y="451"/>
                  </a:lnTo>
                  <a:lnTo>
                    <a:pt x="67" y="439"/>
                  </a:lnTo>
                  <a:lnTo>
                    <a:pt x="67" y="439"/>
                  </a:lnTo>
                  <a:lnTo>
                    <a:pt x="64" y="433"/>
                  </a:lnTo>
                  <a:lnTo>
                    <a:pt x="61" y="425"/>
                  </a:lnTo>
                  <a:lnTo>
                    <a:pt x="57" y="408"/>
                  </a:lnTo>
                  <a:lnTo>
                    <a:pt x="57" y="408"/>
                  </a:lnTo>
                  <a:lnTo>
                    <a:pt x="56" y="397"/>
                  </a:lnTo>
                  <a:lnTo>
                    <a:pt x="56" y="397"/>
                  </a:lnTo>
                  <a:lnTo>
                    <a:pt x="52" y="384"/>
                  </a:lnTo>
                  <a:lnTo>
                    <a:pt x="51" y="371"/>
                  </a:lnTo>
                  <a:lnTo>
                    <a:pt x="50" y="345"/>
                  </a:lnTo>
                  <a:lnTo>
                    <a:pt x="50" y="317"/>
                  </a:lnTo>
                  <a:lnTo>
                    <a:pt x="51" y="290"/>
                  </a:lnTo>
                  <a:lnTo>
                    <a:pt x="51" y="290"/>
                  </a:lnTo>
                  <a:lnTo>
                    <a:pt x="52" y="251"/>
                  </a:lnTo>
                  <a:lnTo>
                    <a:pt x="52" y="251"/>
                  </a:lnTo>
                  <a:lnTo>
                    <a:pt x="52" y="245"/>
                  </a:lnTo>
                  <a:lnTo>
                    <a:pt x="51" y="240"/>
                  </a:lnTo>
                  <a:lnTo>
                    <a:pt x="48" y="236"/>
                  </a:lnTo>
                  <a:lnTo>
                    <a:pt x="46" y="232"/>
                  </a:lnTo>
                  <a:lnTo>
                    <a:pt x="46" y="232"/>
                  </a:lnTo>
                  <a:lnTo>
                    <a:pt x="42" y="230"/>
                  </a:lnTo>
                  <a:lnTo>
                    <a:pt x="38" y="227"/>
                  </a:lnTo>
                  <a:lnTo>
                    <a:pt x="33" y="226"/>
                  </a:lnTo>
                  <a:lnTo>
                    <a:pt x="27" y="226"/>
                  </a:lnTo>
                  <a:lnTo>
                    <a:pt x="27" y="226"/>
                  </a:lnTo>
                  <a:lnTo>
                    <a:pt x="22" y="226"/>
                  </a:lnTo>
                  <a:lnTo>
                    <a:pt x="18" y="227"/>
                  </a:lnTo>
                  <a:lnTo>
                    <a:pt x="14" y="230"/>
                  </a:lnTo>
                  <a:lnTo>
                    <a:pt x="10" y="232"/>
                  </a:lnTo>
                  <a:lnTo>
                    <a:pt x="6" y="235"/>
                  </a:lnTo>
                  <a:lnTo>
                    <a:pt x="4" y="239"/>
                  </a:lnTo>
                  <a:lnTo>
                    <a:pt x="3" y="244"/>
                  </a:lnTo>
                  <a:lnTo>
                    <a:pt x="3" y="251"/>
                  </a:lnTo>
                  <a:lnTo>
                    <a:pt x="3" y="251"/>
                  </a:lnTo>
                  <a:lnTo>
                    <a:pt x="1" y="286"/>
                  </a:lnTo>
                  <a:lnTo>
                    <a:pt x="1" y="286"/>
                  </a:lnTo>
                  <a:lnTo>
                    <a:pt x="0" y="316"/>
                  </a:lnTo>
                  <a:lnTo>
                    <a:pt x="0" y="346"/>
                  </a:lnTo>
                  <a:lnTo>
                    <a:pt x="3" y="378"/>
                  </a:lnTo>
                  <a:lnTo>
                    <a:pt x="4" y="393"/>
                  </a:lnTo>
                  <a:lnTo>
                    <a:pt x="6" y="409"/>
                  </a:lnTo>
                  <a:lnTo>
                    <a:pt x="9" y="423"/>
                  </a:lnTo>
                  <a:lnTo>
                    <a:pt x="14" y="438"/>
                  </a:lnTo>
                  <a:lnTo>
                    <a:pt x="20" y="452"/>
                  </a:lnTo>
                  <a:lnTo>
                    <a:pt x="26" y="465"/>
                  </a:lnTo>
                  <a:lnTo>
                    <a:pt x="34" y="478"/>
                  </a:lnTo>
                  <a:lnTo>
                    <a:pt x="43" y="490"/>
                  </a:lnTo>
                  <a:lnTo>
                    <a:pt x="54" y="501"/>
                  </a:lnTo>
                  <a:lnTo>
                    <a:pt x="65" y="511"/>
                  </a:lnTo>
                  <a:lnTo>
                    <a:pt x="65" y="511"/>
                  </a:lnTo>
                  <a:lnTo>
                    <a:pt x="78" y="519"/>
                  </a:lnTo>
                  <a:lnTo>
                    <a:pt x="91" y="527"/>
                  </a:lnTo>
                  <a:lnTo>
                    <a:pt x="105" y="532"/>
                  </a:lnTo>
                  <a:lnTo>
                    <a:pt x="118" y="537"/>
                  </a:lnTo>
                  <a:lnTo>
                    <a:pt x="132" y="541"/>
                  </a:lnTo>
                  <a:lnTo>
                    <a:pt x="145" y="544"/>
                  </a:lnTo>
                  <a:lnTo>
                    <a:pt x="159" y="546"/>
                  </a:lnTo>
                  <a:lnTo>
                    <a:pt x="173" y="546"/>
                  </a:lnTo>
                  <a:lnTo>
                    <a:pt x="173" y="546"/>
                  </a:lnTo>
                  <a:close/>
                </a:path>
              </a:pathLst>
            </a:custGeom>
            <a:ln>
              <a:solidFill>
                <a:schemeClr val="accent1">
                  <a:alpha val="35000"/>
                </a:schemeClr>
              </a:solidFill>
            </a:ln>
          </p:spPr>
          <p:style>
            <a:lnRef idx="0">
              <a:srgbClr val="FFFFFF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</p:grp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矩形 4"/>
          <p:cNvSpPr/>
          <p:nvPr>
            <p:custDataLst>
              <p:tags r:id="rId1"/>
            </p:custDataLst>
          </p:nvPr>
        </p:nvSpPr>
        <p:spPr>
          <a:xfrm>
            <a:off x="207010" y="708025"/>
            <a:ext cx="5791200" cy="1530350"/>
          </a:xfrm>
          <a:prstGeom prst="rect">
            <a:avLst/>
          </a:prstGeom>
          <a:solidFill>
            <a:srgbClr val="1E7AB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350">
              <a:latin typeface="Noto Serif CJK SC" panose="02020400000000000000" pitchFamily="18" charset="-122"/>
              <a:ea typeface="FZHei-B01S" panose="02010601030101010101" pitchFamily="2" charset="-122"/>
              <a:sym typeface="Noto Serif CJK SC" panose="02020400000000000000" pitchFamily="18" charset="-122"/>
            </a:endParaRPr>
          </a:p>
        </p:txBody>
      </p:sp>
      <p:sp>
        <p:nvSpPr>
          <p:cNvPr id="9" name="矩形 8"/>
          <p:cNvSpPr/>
          <p:nvPr>
            <p:custDataLst>
              <p:tags r:id="rId2"/>
            </p:custDataLst>
          </p:nvPr>
        </p:nvSpPr>
        <p:spPr>
          <a:xfrm>
            <a:off x="207010" y="1406525"/>
            <a:ext cx="8709660" cy="261429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350">
              <a:latin typeface="Noto Serif CJK SC" panose="02020400000000000000" pitchFamily="18" charset="-122"/>
              <a:ea typeface="FZHei-B01S" panose="02010601030101010101" pitchFamily="2" charset="-122"/>
              <a:sym typeface="Noto Serif CJK SC" panose="02020400000000000000" pitchFamily="18" charset="-122"/>
            </a:endParaRPr>
          </a:p>
        </p:txBody>
      </p:sp>
      <p:sp>
        <p:nvSpPr>
          <p:cNvPr id="11" name="Title 1"/>
          <p:cNvSpPr>
            <a:spLocks noGrp="1"/>
          </p:cNvSpPr>
          <p:nvPr>
            <p:custDataLst>
              <p:tags r:id="rId3"/>
            </p:custDataLst>
          </p:nvPr>
        </p:nvSpPr>
        <p:spPr>
          <a:xfrm>
            <a:off x="368935" y="751840"/>
            <a:ext cx="5574665" cy="72136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5335" kern="120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+mj-ea"/>
                <a:cs typeface="Times New Roman" panose="02020603050405020304" pitchFamily="18" charset="0"/>
              </a:defRPr>
            </a:lvl1pPr>
          </a:lstStyle>
          <a:p>
            <a:r>
              <a:rPr lang="en-US" altLang="zh-CN" sz="3600" dirty="0">
                <a:solidFill>
                  <a:schemeClr val="bg1"/>
                </a:solidFill>
              </a:rPr>
              <a:t>List: Pointer Implementation</a:t>
            </a:r>
          </a:p>
        </p:txBody>
      </p:sp>
      <p:pic>
        <p:nvPicPr>
          <p:cNvPr id="13" name="图片 12" descr="华工标志（透明版"/>
          <p:cNvPicPr>
            <a:picLocks noChangeAspect="1"/>
          </p:cNvPicPr>
          <p:nvPr>
            <p:custDataLst>
              <p:tags r:id="rId4"/>
            </p:custDataLst>
          </p:nvPr>
        </p:nvPicPr>
        <p:blipFill>
          <a:blip r:embed="rId6" cstate="print"/>
          <a:stretch>
            <a:fillRect/>
          </a:stretch>
        </p:blipFill>
        <p:spPr>
          <a:xfrm>
            <a:off x="7740015" y="116205"/>
            <a:ext cx="1230630" cy="1230630"/>
          </a:xfrm>
          <a:prstGeom prst="rect">
            <a:avLst/>
          </a:prstGeom>
        </p:spPr>
      </p:pic>
      <p:sp>
        <p:nvSpPr>
          <p:cNvPr id="30723" name="Content Placeholder 2"/>
          <p:cNvSpPr>
            <a:spLocks noGrp="1"/>
          </p:cNvSpPr>
          <p:nvPr>
            <p:ph idx="1"/>
          </p:nvPr>
        </p:nvSpPr>
        <p:spPr>
          <a:xfrm>
            <a:off x="490220" y="1398270"/>
            <a:ext cx="7886700" cy="2583815"/>
          </a:xfrm>
        </p:spPr>
        <p:txBody>
          <a:bodyPr>
            <a:normAutofit fontScale="92500" lnSpcReduction="10000"/>
          </a:bodyPr>
          <a:lstStyle/>
          <a:p>
            <a:pPr fontAlgn="auto">
              <a:lnSpc>
                <a:spcPct val="150000"/>
              </a:lnSpc>
              <a:spcBef>
                <a:spcPts val="0"/>
              </a:spcBef>
            </a:pPr>
            <a:r>
              <a:rPr lang="en-US" altLang="zh-CN" dirty="0"/>
              <a:t>Linked List – Insertion </a:t>
            </a:r>
          </a:p>
          <a:p>
            <a:pPr lvl="1" fontAlgn="auto">
              <a:lnSpc>
                <a:spcPct val="150000"/>
              </a:lnSpc>
              <a:spcBef>
                <a:spcPts val="0"/>
              </a:spcBef>
            </a:pPr>
            <a:r>
              <a:rPr lang="en-US" altLang="zh-CN" sz="2800" dirty="0"/>
              <a:t>Three-step insertion process</a:t>
            </a:r>
          </a:p>
          <a:p>
            <a:pPr lvl="2" fontAlgn="auto">
              <a:lnSpc>
                <a:spcPct val="150000"/>
              </a:lnSpc>
              <a:spcBef>
                <a:spcPts val="0"/>
              </a:spcBef>
            </a:pPr>
            <a:r>
              <a:rPr lang="en-US" altLang="zh-CN" sz="2000" dirty="0"/>
              <a:t>Create a new list node, store the new element</a:t>
            </a:r>
          </a:p>
          <a:p>
            <a:pPr lvl="2" fontAlgn="auto">
              <a:lnSpc>
                <a:spcPct val="150000"/>
              </a:lnSpc>
              <a:spcBef>
                <a:spcPts val="0"/>
              </a:spcBef>
            </a:pPr>
            <a:r>
              <a:rPr lang="en-US" altLang="zh-CN" sz="2000" dirty="0"/>
              <a:t>Set the next field of the new node</a:t>
            </a:r>
          </a:p>
          <a:p>
            <a:pPr lvl="2" fontAlgn="auto">
              <a:lnSpc>
                <a:spcPct val="150000"/>
              </a:lnSpc>
              <a:spcBef>
                <a:spcPts val="0"/>
              </a:spcBef>
            </a:pPr>
            <a:r>
              <a:rPr lang="en-US" altLang="zh-CN" sz="2000" dirty="0"/>
              <a:t>set the next field of the node pointed by </a:t>
            </a:r>
            <a:r>
              <a:rPr lang="en-US" altLang="zh-CN" sz="2000" i="1" u="sng" dirty="0" err="1"/>
              <a:t>curr</a:t>
            </a:r>
            <a:r>
              <a:rPr lang="en-US" altLang="zh-CN" sz="2000" dirty="0"/>
              <a:t> 	</a:t>
            </a:r>
          </a:p>
        </p:txBody>
      </p:sp>
      <p:sp>
        <p:nvSpPr>
          <p:cNvPr id="30724" name="Slide Number Placeholder 3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557530" indent="-21463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857250" indent="-1714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200150" indent="-1714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1543050" indent="-1714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1885950" indent="-1714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228850" indent="-1714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2571750" indent="-1714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2914650" indent="-1714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fld id="{69A76072-6E5F-4A16-AA10-B3B653494E51}" type="slidenum">
              <a:rPr lang="en-US" altLang="zh-CN" sz="770" smtClean="0"/>
              <a:pPr/>
              <a:t>18</a:t>
            </a:fld>
            <a:endParaRPr lang="en-US" altLang="zh-CN" sz="770"/>
          </a:p>
        </p:txBody>
      </p:sp>
      <p:pic>
        <p:nvPicPr>
          <p:cNvPr id="30725" name="Picture 4"/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1043" r="14232" b="61070"/>
          <a:stretch>
            <a:fillRect/>
          </a:stretch>
        </p:blipFill>
        <p:spPr bwMode="auto">
          <a:xfrm>
            <a:off x="1188085" y="3982085"/>
            <a:ext cx="3449955" cy="1425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0726" name="Picture 5"/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812" t="46416" r="5865" b="7169"/>
          <a:stretch>
            <a:fillRect/>
          </a:stretch>
        </p:blipFill>
        <p:spPr bwMode="auto">
          <a:xfrm>
            <a:off x="3997325" y="4869815"/>
            <a:ext cx="3794125" cy="154749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fld id="{DABAAC7C-4FA3-435D-907E-544998335B45}" type="datetime1">
              <a:rPr lang="zh-CN" altLang="en-US" sz="770" smtClean="0"/>
              <a:pPr>
                <a:defRPr/>
              </a:pPr>
              <a:t>2025/12/16</a:t>
            </a:fld>
            <a:endParaRPr lang="zh-CN" altLang="en-US" sz="770"/>
          </a:p>
        </p:txBody>
      </p:sp>
      <p:sp>
        <p:nvSpPr>
          <p:cNvPr id="3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altLang="zh-CN" sz="770"/>
              <a:t>Stacks and Queues - Lecture 6</a:t>
            </a:r>
          </a:p>
        </p:txBody>
      </p: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矩形 4"/>
          <p:cNvSpPr/>
          <p:nvPr>
            <p:custDataLst>
              <p:tags r:id="rId1"/>
            </p:custDataLst>
          </p:nvPr>
        </p:nvSpPr>
        <p:spPr>
          <a:xfrm>
            <a:off x="207010" y="708025"/>
            <a:ext cx="5791200" cy="1530350"/>
          </a:xfrm>
          <a:prstGeom prst="rect">
            <a:avLst/>
          </a:prstGeom>
          <a:solidFill>
            <a:srgbClr val="1E7AB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350">
              <a:latin typeface="Noto Serif CJK SC" panose="02020400000000000000" pitchFamily="18" charset="-122"/>
              <a:ea typeface="FZHei-B01S" panose="02010601030101010101" pitchFamily="2" charset="-122"/>
              <a:sym typeface="Noto Serif CJK SC" panose="02020400000000000000" pitchFamily="18" charset="-122"/>
            </a:endParaRPr>
          </a:p>
        </p:txBody>
      </p:sp>
      <p:sp>
        <p:nvSpPr>
          <p:cNvPr id="9" name="矩形 8"/>
          <p:cNvSpPr/>
          <p:nvPr>
            <p:custDataLst>
              <p:tags r:id="rId2"/>
            </p:custDataLst>
          </p:nvPr>
        </p:nvSpPr>
        <p:spPr>
          <a:xfrm>
            <a:off x="207010" y="1406525"/>
            <a:ext cx="8709660" cy="447675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350">
              <a:latin typeface="Noto Serif CJK SC" panose="02020400000000000000" pitchFamily="18" charset="-122"/>
              <a:ea typeface="FZHei-B01S" panose="02010601030101010101" pitchFamily="2" charset="-122"/>
              <a:sym typeface="Noto Serif CJK SC" panose="02020400000000000000" pitchFamily="18" charset="-122"/>
            </a:endParaRPr>
          </a:p>
        </p:txBody>
      </p:sp>
      <p:sp>
        <p:nvSpPr>
          <p:cNvPr id="11" name="Title 1"/>
          <p:cNvSpPr>
            <a:spLocks noGrp="1"/>
          </p:cNvSpPr>
          <p:nvPr>
            <p:custDataLst>
              <p:tags r:id="rId3"/>
            </p:custDataLst>
          </p:nvPr>
        </p:nvSpPr>
        <p:spPr>
          <a:xfrm>
            <a:off x="368935" y="751840"/>
            <a:ext cx="5574665" cy="72136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5335" kern="120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+mj-ea"/>
                <a:cs typeface="Times New Roman" panose="02020603050405020304" pitchFamily="18" charset="0"/>
              </a:defRPr>
            </a:lvl1pPr>
          </a:lstStyle>
          <a:p>
            <a:r>
              <a:rPr lang="en-US" altLang="zh-CN" sz="3600" dirty="0">
                <a:solidFill>
                  <a:schemeClr val="bg1"/>
                </a:solidFill>
              </a:rPr>
              <a:t>List: Pointer Implementation</a:t>
            </a:r>
          </a:p>
        </p:txBody>
      </p:sp>
      <p:pic>
        <p:nvPicPr>
          <p:cNvPr id="13" name="图片 12" descr="华工标志（透明版"/>
          <p:cNvPicPr>
            <a:picLocks noChangeAspect="1"/>
          </p:cNvPicPr>
          <p:nvPr>
            <p:custDataLst>
              <p:tags r:id="rId4"/>
            </p:custDataLst>
          </p:nvPr>
        </p:nvPicPr>
        <p:blipFill>
          <a:blip r:embed="rId43" cstate="print"/>
          <a:stretch>
            <a:fillRect/>
          </a:stretch>
        </p:blipFill>
        <p:spPr>
          <a:xfrm>
            <a:off x="7740015" y="116205"/>
            <a:ext cx="1230630" cy="1230630"/>
          </a:xfrm>
          <a:prstGeom prst="rect">
            <a:avLst/>
          </a:prstGeom>
        </p:spPr>
      </p:pic>
      <p:sp>
        <p:nvSpPr>
          <p:cNvPr id="29699" name="Content Placeholder 2"/>
          <p:cNvSpPr>
            <a:spLocks noGrp="1"/>
          </p:cNvSpPr>
          <p:nvPr>
            <p:ph idx="1"/>
          </p:nvPr>
        </p:nvSpPr>
        <p:spPr>
          <a:xfrm>
            <a:off x="396240" y="1413510"/>
            <a:ext cx="8131175" cy="4121150"/>
          </a:xfrm>
        </p:spPr>
        <p:txBody>
          <a:bodyPr vert="horz" lIns="68580" tIns="34290" rIns="68580" bIns="34290" rtlCol="0">
            <a:noAutofit/>
          </a:bodyPr>
          <a:lstStyle/>
          <a:p>
            <a:pPr fontAlgn="auto">
              <a:lnSpc>
                <a:spcPct val="100000"/>
              </a:lnSpc>
              <a:spcBef>
                <a:spcPts val="0"/>
              </a:spcBef>
              <a:buFontTx/>
              <a:buNone/>
            </a:pPr>
            <a:r>
              <a:rPr lang="en-US" altLang="zh-CN" sz="2400" dirty="0">
                <a:solidFill>
                  <a:srgbClr val="008000"/>
                </a:solidFill>
              </a:rPr>
              <a:t>//Insert a node to current position</a:t>
            </a:r>
            <a:endParaRPr lang="en-US" altLang="zh-CN" sz="4800" dirty="0"/>
          </a:p>
          <a:p>
            <a:pPr fontAlgn="auto">
              <a:lnSpc>
                <a:spcPct val="100000"/>
              </a:lnSpc>
              <a:spcBef>
                <a:spcPts val="0"/>
              </a:spcBef>
              <a:buFontTx/>
              <a:buNone/>
            </a:pPr>
            <a:r>
              <a:rPr lang="en-US" altLang="zh-CN" sz="1800" dirty="0"/>
              <a:t>	</a:t>
            </a:r>
            <a:r>
              <a:rPr lang="en-US" altLang="zh-CN" sz="2400" dirty="0">
                <a:ea typeface="宋体" panose="02010600030101010101" pitchFamily="2" charset="-122"/>
              </a:rPr>
              <a:t>public:</a:t>
            </a:r>
          </a:p>
          <a:p>
            <a:pPr fontAlgn="auto">
              <a:lnSpc>
                <a:spcPct val="100000"/>
              </a:lnSpc>
              <a:spcBef>
                <a:spcPts val="0"/>
              </a:spcBef>
              <a:buFontTx/>
              <a:buNone/>
            </a:pPr>
            <a:r>
              <a:rPr lang="en-US" altLang="zh-CN" sz="2400" dirty="0">
                <a:ea typeface="宋体" panose="02010600030101010101" pitchFamily="2" charset="-122"/>
              </a:rPr>
              <a:t>	  void insert(</a:t>
            </a:r>
            <a:r>
              <a:rPr lang="en-US" altLang="zh-CN" sz="2400" dirty="0" err="1">
                <a:ea typeface="宋体" panose="02010600030101010101" pitchFamily="2" charset="-122"/>
              </a:rPr>
              <a:t>const</a:t>
            </a:r>
            <a:r>
              <a:rPr lang="en-US" altLang="zh-CN" sz="2400" dirty="0">
                <a:ea typeface="宋体" panose="02010600030101010101" pitchFamily="2" charset="-122"/>
              </a:rPr>
              <a:t> E&amp; it) {</a:t>
            </a:r>
          </a:p>
          <a:p>
            <a:pPr fontAlgn="auto">
              <a:lnSpc>
                <a:spcPct val="100000"/>
              </a:lnSpc>
              <a:spcBef>
                <a:spcPts val="0"/>
              </a:spcBef>
              <a:buFontTx/>
              <a:buNone/>
            </a:pPr>
            <a:r>
              <a:rPr lang="en-US" altLang="zh-CN" sz="2400" dirty="0">
                <a:ea typeface="宋体" panose="02010600030101010101" pitchFamily="2" charset="-122"/>
              </a:rPr>
              <a:t>		</a:t>
            </a:r>
            <a:r>
              <a:rPr lang="en-US" altLang="zh-CN" sz="2400" dirty="0" err="1">
                <a:ea typeface="宋体" panose="02010600030101010101" pitchFamily="2" charset="-122"/>
              </a:rPr>
              <a:t>curr</a:t>
            </a:r>
            <a:r>
              <a:rPr lang="en-US" altLang="zh-CN" sz="2400" dirty="0">
                <a:ea typeface="宋体" panose="02010600030101010101" pitchFamily="2" charset="-122"/>
              </a:rPr>
              <a:t>-&gt;next = new Link&lt;E&gt;(it, </a:t>
            </a:r>
            <a:r>
              <a:rPr lang="en-US" altLang="zh-CN" sz="2400" dirty="0" err="1">
                <a:ea typeface="宋体" panose="02010600030101010101" pitchFamily="2" charset="-122"/>
              </a:rPr>
              <a:t>curr</a:t>
            </a:r>
            <a:r>
              <a:rPr lang="en-US" altLang="zh-CN" sz="2400" dirty="0">
                <a:ea typeface="宋体" panose="02010600030101010101" pitchFamily="2" charset="-122"/>
              </a:rPr>
              <a:t>-&gt;next);  	</a:t>
            </a:r>
          </a:p>
          <a:p>
            <a:pPr fontAlgn="auto">
              <a:lnSpc>
                <a:spcPct val="100000"/>
              </a:lnSpc>
              <a:spcBef>
                <a:spcPts val="0"/>
              </a:spcBef>
              <a:buFontTx/>
              <a:buNone/>
            </a:pPr>
            <a:r>
              <a:rPr lang="en-US" altLang="zh-CN" sz="2400" dirty="0">
                <a:ea typeface="宋体" panose="02010600030101010101" pitchFamily="2" charset="-122"/>
              </a:rPr>
              <a:t>  		if (tail == </a:t>
            </a:r>
            <a:r>
              <a:rPr lang="en-US" altLang="zh-CN" sz="2400" dirty="0" err="1">
                <a:ea typeface="宋体" panose="02010600030101010101" pitchFamily="2" charset="-122"/>
              </a:rPr>
              <a:t>curr</a:t>
            </a:r>
            <a:r>
              <a:rPr lang="en-US" altLang="zh-CN" sz="2400" dirty="0">
                <a:ea typeface="宋体" panose="02010600030101010101" pitchFamily="2" charset="-122"/>
              </a:rPr>
              <a:t>) tail = </a:t>
            </a:r>
            <a:r>
              <a:rPr lang="en-US" altLang="zh-CN" sz="2400" dirty="0" err="1">
                <a:ea typeface="宋体" panose="02010600030101010101" pitchFamily="2" charset="-122"/>
              </a:rPr>
              <a:t>curr</a:t>
            </a:r>
            <a:r>
              <a:rPr lang="en-US" altLang="zh-CN" sz="2400" dirty="0">
                <a:ea typeface="宋体" panose="02010600030101010101" pitchFamily="2" charset="-122"/>
              </a:rPr>
              <a:t>-&gt;next; //new tail</a:t>
            </a:r>
          </a:p>
          <a:p>
            <a:pPr fontAlgn="auto">
              <a:lnSpc>
                <a:spcPct val="100000"/>
              </a:lnSpc>
              <a:spcBef>
                <a:spcPts val="0"/>
              </a:spcBef>
              <a:buFontTx/>
              <a:buNone/>
            </a:pPr>
            <a:r>
              <a:rPr lang="en-US" altLang="zh-CN" sz="2400" dirty="0">
                <a:ea typeface="宋体" panose="02010600030101010101" pitchFamily="2" charset="-122"/>
              </a:rPr>
              <a:t>		</a:t>
            </a:r>
            <a:r>
              <a:rPr lang="en-US" altLang="zh-CN" sz="2400" dirty="0" err="1">
                <a:ea typeface="宋体" panose="02010600030101010101" pitchFamily="2" charset="-122"/>
              </a:rPr>
              <a:t>cnt</a:t>
            </a:r>
            <a:r>
              <a:rPr lang="en-US" altLang="zh-CN" sz="2400" dirty="0">
                <a:ea typeface="宋体" panose="02010600030101010101" pitchFamily="2" charset="-122"/>
              </a:rPr>
              <a:t>++;</a:t>
            </a:r>
          </a:p>
          <a:p>
            <a:pPr fontAlgn="auto">
              <a:lnSpc>
                <a:spcPct val="100000"/>
              </a:lnSpc>
              <a:spcBef>
                <a:spcPts val="0"/>
              </a:spcBef>
              <a:buFontTx/>
              <a:buNone/>
            </a:pPr>
            <a:r>
              <a:rPr lang="en-US" altLang="zh-CN" sz="2400" dirty="0">
                <a:ea typeface="宋体" panose="02010600030101010101" pitchFamily="2" charset="-122"/>
              </a:rPr>
              <a:t>	  }</a:t>
            </a:r>
          </a:p>
          <a:p>
            <a:pPr fontAlgn="auto">
              <a:lnSpc>
                <a:spcPct val="100000"/>
              </a:lnSpc>
              <a:spcBef>
                <a:spcPts val="0"/>
              </a:spcBef>
              <a:buFontTx/>
              <a:buNone/>
            </a:pPr>
            <a:r>
              <a:rPr lang="en-US" altLang="zh-CN" sz="2400" dirty="0">
                <a:ea typeface="宋体" panose="02010600030101010101" pitchFamily="2" charset="-122"/>
              </a:rPr>
              <a:t>    </a:t>
            </a:r>
            <a:r>
              <a:rPr lang="en-US" altLang="zh-CN" sz="2400" dirty="0">
                <a:solidFill>
                  <a:srgbClr val="008000"/>
                </a:solidFill>
                <a:ea typeface="宋体" panose="02010600030101010101" pitchFamily="2" charset="-122"/>
              </a:rPr>
              <a:t>//Append a node at the tail of the list</a:t>
            </a:r>
          </a:p>
          <a:p>
            <a:pPr fontAlgn="auto">
              <a:lnSpc>
                <a:spcPct val="100000"/>
              </a:lnSpc>
              <a:spcBef>
                <a:spcPts val="0"/>
              </a:spcBef>
              <a:buFontTx/>
              <a:buNone/>
            </a:pPr>
            <a:r>
              <a:rPr lang="en-US" altLang="zh-CN" sz="2400" dirty="0">
                <a:ea typeface="宋体" panose="02010600030101010101" pitchFamily="2" charset="-122"/>
              </a:rPr>
              <a:t>	  void append(</a:t>
            </a:r>
            <a:r>
              <a:rPr lang="en-US" altLang="zh-CN" sz="2400" dirty="0" err="1">
                <a:ea typeface="宋体" panose="02010600030101010101" pitchFamily="2" charset="-122"/>
              </a:rPr>
              <a:t>const</a:t>
            </a:r>
            <a:r>
              <a:rPr lang="en-US" altLang="zh-CN" sz="2400" dirty="0">
                <a:ea typeface="宋体" panose="02010600030101010101" pitchFamily="2" charset="-122"/>
              </a:rPr>
              <a:t> E&amp; it) {</a:t>
            </a:r>
          </a:p>
          <a:p>
            <a:pPr fontAlgn="auto">
              <a:lnSpc>
                <a:spcPct val="100000"/>
              </a:lnSpc>
              <a:spcBef>
                <a:spcPts val="0"/>
              </a:spcBef>
              <a:buFontTx/>
              <a:buNone/>
            </a:pPr>
            <a:r>
              <a:rPr lang="en-US" altLang="zh-CN" sz="2400" dirty="0">
                <a:ea typeface="宋体" panose="02010600030101010101" pitchFamily="2" charset="-122"/>
              </a:rPr>
              <a:t>  		tail = tail-&gt;next = new Link&lt;E&gt;(it, NULL);</a:t>
            </a:r>
          </a:p>
          <a:p>
            <a:pPr fontAlgn="auto">
              <a:lnSpc>
                <a:spcPct val="100000"/>
              </a:lnSpc>
              <a:spcBef>
                <a:spcPts val="0"/>
              </a:spcBef>
              <a:buFontTx/>
              <a:buNone/>
            </a:pPr>
            <a:r>
              <a:rPr lang="en-US" altLang="zh-CN" sz="2400" dirty="0">
                <a:ea typeface="宋体" panose="02010600030101010101" pitchFamily="2" charset="-122"/>
              </a:rPr>
              <a:t>  		</a:t>
            </a:r>
            <a:r>
              <a:rPr lang="en-US" altLang="zh-CN" sz="2400" dirty="0" err="1">
                <a:ea typeface="宋体" panose="02010600030101010101" pitchFamily="2" charset="-122"/>
              </a:rPr>
              <a:t>cnt</a:t>
            </a:r>
            <a:r>
              <a:rPr lang="en-US" altLang="zh-CN" sz="2400" dirty="0">
                <a:ea typeface="宋体" panose="02010600030101010101" pitchFamily="2" charset="-122"/>
              </a:rPr>
              <a:t>++;</a:t>
            </a:r>
          </a:p>
          <a:p>
            <a:pPr fontAlgn="auto">
              <a:lnSpc>
                <a:spcPct val="100000"/>
              </a:lnSpc>
              <a:spcBef>
                <a:spcPts val="0"/>
              </a:spcBef>
              <a:buFontTx/>
              <a:buNone/>
            </a:pPr>
            <a:r>
              <a:rPr lang="en-US" altLang="zh-CN" sz="2400" dirty="0">
                <a:ea typeface="宋体" panose="02010600030101010101" pitchFamily="2" charset="-122"/>
              </a:rPr>
              <a:t>  	  }</a:t>
            </a:r>
          </a:p>
        </p:txBody>
      </p:sp>
      <p:sp>
        <p:nvSpPr>
          <p:cNvPr id="29700" name="Slide Number Placeholder 3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557530" indent="-21463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857250" indent="-1714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200150" indent="-1714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1543050" indent="-1714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1885950" indent="-1714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228850" indent="-1714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2571750" indent="-1714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2914650" indent="-1714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fld id="{CE3706C9-8ABD-460E-A573-6849180AB30B}" type="slidenum">
              <a:rPr lang="en-US" altLang="zh-CN" sz="770" smtClean="0"/>
              <a:pPr/>
              <a:t>19</a:t>
            </a:fld>
            <a:endParaRPr lang="en-US" altLang="zh-CN" sz="770"/>
          </a:p>
        </p:txBody>
      </p:sp>
      <p:sp>
        <p:nvSpPr>
          <p:cNvPr id="3" name="矩形 2"/>
          <p:cNvSpPr/>
          <p:nvPr/>
        </p:nvSpPr>
        <p:spPr>
          <a:xfrm>
            <a:off x="3110263" y="5751258"/>
            <a:ext cx="2873375" cy="78041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>
              <a:lnSpc>
                <a:spcPct val="140000"/>
              </a:lnSpc>
              <a:spcBef>
                <a:spcPts val="0"/>
              </a:spcBef>
              <a:buFontTx/>
              <a:buNone/>
            </a:pPr>
            <a:r>
              <a:rPr lang="en-US" altLang="zh-CN" sz="3200" dirty="0">
                <a:solidFill>
                  <a:srgbClr val="FF0000"/>
                </a:solidFill>
              </a:rPr>
              <a:t>Time cost – </a:t>
            </a:r>
            <a:r>
              <a:rPr lang="el-GR" altLang="zh-CN" sz="3200" dirty="0">
                <a:solidFill>
                  <a:srgbClr val="FF0000"/>
                </a:solidFill>
              </a:rPr>
              <a:t>Θ</a:t>
            </a:r>
            <a:r>
              <a:rPr lang="en-US" altLang="zh-CN" sz="3200" dirty="0">
                <a:solidFill>
                  <a:srgbClr val="FF0000"/>
                </a:solidFill>
              </a:rPr>
              <a:t>(1)</a:t>
            </a:r>
          </a:p>
        </p:txBody>
      </p:sp>
      <p:sp>
        <p:nvSpPr>
          <p:cNvPr id="2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fld id="{911E05A0-2CF8-4DAF-9E8D-5337AAA015EF}" type="datetime1">
              <a:rPr lang="zh-CN" altLang="en-US" sz="770" smtClean="0"/>
              <a:pPr>
                <a:defRPr/>
              </a:pPr>
              <a:t>2025/12/16</a:t>
            </a:fld>
            <a:endParaRPr lang="zh-CN" altLang="en-US" sz="770"/>
          </a:p>
        </p:txBody>
      </p:sp>
      <p:sp>
        <p:nvSpPr>
          <p:cNvPr id="4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altLang="zh-CN" sz="770"/>
              <a:t>Stacks and Queues - Lecture 6</a:t>
            </a:r>
          </a:p>
        </p:txBody>
      </p:sp>
      <p:grpSp>
        <p:nvGrpSpPr>
          <p:cNvPr id="8" name="组合 7"/>
          <p:cNvGrpSpPr/>
          <p:nvPr/>
        </p:nvGrpSpPr>
        <p:grpSpPr>
          <a:xfrm rot="10800000">
            <a:off x="7763935" y="5379068"/>
            <a:ext cx="893233" cy="990600"/>
            <a:chOff x="2084388" y="1965325"/>
            <a:chExt cx="669925" cy="742950"/>
          </a:xfrm>
          <a:solidFill>
            <a:srgbClr val="1E7AB6"/>
          </a:solidFill>
        </p:grpSpPr>
        <p:sp>
          <p:nvSpPr>
            <p:cNvPr id="10" name="Freeform 523"/>
            <p:cNvSpPr/>
            <p:nvPr>
              <p:custDataLst>
                <p:tags r:id="rId5"/>
              </p:custDataLst>
            </p:nvPr>
          </p:nvSpPr>
          <p:spPr bwMode="auto">
            <a:xfrm>
              <a:off x="2165351" y="2058988"/>
              <a:ext cx="85725" cy="117475"/>
            </a:xfrm>
            <a:custGeom>
              <a:avLst/>
              <a:gdLst/>
              <a:ahLst/>
              <a:cxnLst>
                <a:cxn ang="0">
                  <a:pos x="209" y="0"/>
                </a:cxn>
                <a:cxn ang="0">
                  <a:pos x="209" y="0"/>
                </a:cxn>
                <a:cxn ang="0">
                  <a:pos x="202" y="2"/>
                </a:cxn>
                <a:cxn ang="0">
                  <a:pos x="197" y="5"/>
                </a:cxn>
                <a:cxn ang="0">
                  <a:pos x="192" y="9"/>
                </a:cxn>
                <a:cxn ang="0">
                  <a:pos x="187" y="14"/>
                </a:cxn>
                <a:cxn ang="0">
                  <a:pos x="178" y="24"/>
                </a:cxn>
                <a:cxn ang="0">
                  <a:pos x="170" y="36"/>
                </a:cxn>
                <a:cxn ang="0">
                  <a:pos x="170" y="36"/>
                </a:cxn>
                <a:cxn ang="0">
                  <a:pos x="153" y="58"/>
                </a:cxn>
                <a:cxn ang="0">
                  <a:pos x="136" y="82"/>
                </a:cxn>
                <a:cxn ang="0">
                  <a:pos x="99" y="126"/>
                </a:cxn>
                <a:cxn ang="0">
                  <a:pos x="99" y="126"/>
                </a:cxn>
                <a:cxn ang="0">
                  <a:pos x="68" y="166"/>
                </a:cxn>
                <a:cxn ang="0">
                  <a:pos x="52" y="185"/>
                </a:cxn>
                <a:cxn ang="0">
                  <a:pos x="39" y="206"/>
                </a:cxn>
                <a:cxn ang="0">
                  <a:pos x="39" y="206"/>
                </a:cxn>
                <a:cxn ang="0">
                  <a:pos x="26" y="226"/>
                </a:cxn>
                <a:cxn ang="0">
                  <a:pos x="14" y="245"/>
                </a:cxn>
                <a:cxn ang="0">
                  <a:pos x="9" y="257"/>
                </a:cxn>
                <a:cxn ang="0">
                  <a:pos x="4" y="268"/>
                </a:cxn>
                <a:cxn ang="0">
                  <a:pos x="1" y="279"/>
                </a:cxn>
                <a:cxn ang="0">
                  <a:pos x="0" y="290"/>
                </a:cxn>
                <a:cxn ang="0">
                  <a:pos x="0" y="290"/>
                </a:cxn>
                <a:cxn ang="0">
                  <a:pos x="0" y="293"/>
                </a:cxn>
                <a:cxn ang="0">
                  <a:pos x="1" y="294"/>
                </a:cxn>
                <a:cxn ang="0">
                  <a:pos x="2" y="295"/>
                </a:cxn>
                <a:cxn ang="0">
                  <a:pos x="5" y="296"/>
                </a:cxn>
                <a:cxn ang="0">
                  <a:pos x="9" y="294"/>
                </a:cxn>
                <a:cxn ang="0">
                  <a:pos x="10" y="293"/>
                </a:cxn>
                <a:cxn ang="0">
                  <a:pos x="10" y="290"/>
                </a:cxn>
                <a:cxn ang="0">
                  <a:pos x="10" y="290"/>
                </a:cxn>
                <a:cxn ang="0">
                  <a:pos x="13" y="279"/>
                </a:cxn>
                <a:cxn ang="0">
                  <a:pos x="15" y="269"/>
                </a:cxn>
                <a:cxn ang="0">
                  <a:pos x="19" y="260"/>
                </a:cxn>
                <a:cxn ang="0">
                  <a:pos x="25" y="249"/>
                </a:cxn>
                <a:cxn ang="0">
                  <a:pos x="36" y="230"/>
                </a:cxn>
                <a:cxn ang="0">
                  <a:pos x="48" y="211"/>
                </a:cxn>
                <a:cxn ang="0">
                  <a:pos x="48" y="211"/>
                </a:cxn>
                <a:cxn ang="0">
                  <a:pos x="62" y="192"/>
                </a:cxn>
                <a:cxn ang="0">
                  <a:pos x="77" y="172"/>
                </a:cxn>
                <a:cxn ang="0">
                  <a:pos x="107" y="134"/>
                </a:cxn>
                <a:cxn ang="0">
                  <a:pos x="107" y="134"/>
                </a:cxn>
                <a:cxn ang="0">
                  <a:pos x="121" y="117"/>
                </a:cxn>
                <a:cxn ang="0">
                  <a:pos x="136" y="99"/>
                </a:cxn>
                <a:cxn ang="0">
                  <a:pos x="163" y="62"/>
                </a:cxn>
                <a:cxn ang="0">
                  <a:pos x="163" y="62"/>
                </a:cxn>
                <a:cxn ang="0">
                  <a:pos x="174" y="49"/>
                </a:cxn>
                <a:cxn ang="0">
                  <a:pos x="185" y="32"/>
                </a:cxn>
                <a:cxn ang="0">
                  <a:pos x="191" y="24"/>
                </a:cxn>
                <a:cxn ang="0">
                  <a:pos x="197" y="18"/>
                </a:cxn>
                <a:cxn ang="0">
                  <a:pos x="205" y="14"/>
                </a:cxn>
                <a:cxn ang="0">
                  <a:pos x="212" y="10"/>
                </a:cxn>
                <a:cxn ang="0">
                  <a:pos x="212" y="10"/>
                </a:cxn>
                <a:cxn ang="0">
                  <a:pos x="214" y="10"/>
                </a:cxn>
                <a:cxn ang="0">
                  <a:pos x="216" y="7"/>
                </a:cxn>
                <a:cxn ang="0">
                  <a:pos x="216" y="4"/>
                </a:cxn>
                <a:cxn ang="0">
                  <a:pos x="213" y="1"/>
                </a:cxn>
                <a:cxn ang="0">
                  <a:pos x="212" y="0"/>
                </a:cxn>
                <a:cxn ang="0">
                  <a:pos x="209" y="0"/>
                </a:cxn>
                <a:cxn ang="0">
                  <a:pos x="209" y="0"/>
                </a:cxn>
              </a:cxnLst>
              <a:rect l="0" t="0" r="r" b="b"/>
              <a:pathLst>
                <a:path w="216" h="296">
                  <a:moveTo>
                    <a:pt x="209" y="0"/>
                  </a:moveTo>
                  <a:lnTo>
                    <a:pt x="209" y="0"/>
                  </a:lnTo>
                  <a:lnTo>
                    <a:pt x="202" y="2"/>
                  </a:lnTo>
                  <a:lnTo>
                    <a:pt x="197" y="5"/>
                  </a:lnTo>
                  <a:lnTo>
                    <a:pt x="192" y="9"/>
                  </a:lnTo>
                  <a:lnTo>
                    <a:pt x="187" y="14"/>
                  </a:lnTo>
                  <a:lnTo>
                    <a:pt x="178" y="24"/>
                  </a:lnTo>
                  <a:lnTo>
                    <a:pt x="170" y="36"/>
                  </a:lnTo>
                  <a:lnTo>
                    <a:pt x="170" y="36"/>
                  </a:lnTo>
                  <a:lnTo>
                    <a:pt x="153" y="58"/>
                  </a:lnTo>
                  <a:lnTo>
                    <a:pt x="136" y="82"/>
                  </a:lnTo>
                  <a:lnTo>
                    <a:pt x="99" y="126"/>
                  </a:lnTo>
                  <a:lnTo>
                    <a:pt x="99" y="126"/>
                  </a:lnTo>
                  <a:lnTo>
                    <a:pt x="68" y="166"/>
                  </a:lnTo>
                  <a:lnTo>
                    <a:pt x="52" y="185"/>
                  </a:lnTo>
                  <a:lnTo>
                    <a:pt x="39" y="206"/>
                  </a:lnTo>
                  <a:lnTo>
                    <a:pt x="39" y="206"/>
                  </a:lnTo>
                  <a:lnTo>
                    <a:pt x="26" y="226"/>
                  </a:lnTo>
                  <a:lnTo>
                    <a:pt x="14" y="245"/>
                  </a:lnTo>
                  <a:lnTo>
                    <a:pt x="9" y="257"/>
                  </a:lnTo>
                  <a:lnTo>
                    <a:pt x="4" y="268"/>
                  </a:lnTo>
                  <a:lnTo>
                    <a:pt x="1" y="279"/>
                  </a:lnTo>
                  <a:lnTo>
                    <a:pt x="0" y="290"/>
                  </a:lnTo>
                  <a:lnTo>
                    <a:pt x="0" y="290"/>
                  </a:lnTo>
                  <a:lnTo>
                    <a:pt x="0" y="293"/>
                  </a:lnTo>
                  <a:lnTo>
                    <a:pt x="1" y="294"/>
                  </a:lnTo>
                  <a:lnTo>
                    <a:pt x="2" y="295"/>
                  </a:lnTo>
                  <a:lnTo>
                    <a:pt x="5" y="296"/>
                  </a:lnTo>
                  <a:lnTo>
                    <a:pt x="9" y="294"/>
                  </a:lnTo>
                  <a:lnTo>
                    <a:pt x="10" y="293"/>
                  </a:lnTo>
                  <a:lnTo>
                    <a:pt x="10" y="290"/>
                  </a:lnTo>
                  <a:lnTo>
                    <a:pt x="10" y="290"/>
                  </a:lnTo>
                  <a:lnTo>
                    <a:pt x="13" y="279"/>
                  </a:lnTo>
                  <a:lnTo>
                    <a:pt x="15" y="269"/>
                  </a:lnTo>
                  <a:lnTo>
                    <a:pt x="19" y="260"/>
                  </a:lnTo>
                  <a:lnTo>
                    <a:pt x="25" y="249"/>
                  </a:lnTo>
                  <a:lnTo>
                    <a:pt x="36" y="230"/>
                  </a:lnTo>
                  <a:lnTo>
                    <a:pt x="48" y="211"/>
                  </a:lnTo>
                  <a:lnTo>
                    <a:pt x="48" y="211"/>
                  </a:lnTo>
                  <a:lnTo>
                    <a:pt x="62" y="192"/>
                  </a:lnTo>
                  <a:lnTo>
                    <a:pt x="77" y="172"/>
                  </a:lnTo>
                  <a:lnTo>
                    <a:pt x="107" y="134"/>
                  </a:lnTo>
                  <a:lnTo>
                    <a:pt x="107" y="134"/>
                  </a:lnTo>
                  <a:lnTo>
                    <a:pt x="121" y="117"/>
                  </a:lnTo>
                  <a:lnTo>
                    <a:pt x="136" y="99"/>
                  </a:lnTo>
                  <a:lnTo>
                    <a:pt x="163" y="62"/>
                  </a:lnTo>
                  <a:lnTo>
                    <a:pt x="163" y="62"/>
                  </a:lnTo>
                  <a:lnTo>
                    <a:pt x="174" y="49"/>
                  </a:lnTo>
                  <a:lnTo>
                    <a:pt x="185" y="32"/>
                  </a:lnTo>
                  <a:lnTo>
                    <a:pt x="191" y="24"/>
                  </a:lnTo>
                  <a:lnTo>
                    <a:pt x="197" y="18"/>
                  </a:lnTo>
                  <a:lnTo>
                    <a:pt x="205" y="14"/>
                  </a:lnTo>
                  <a:lnTo>
                    <a:pt x="212" y="10"/>
                  </a:lnTo>
                  <a:lnTo>
                    <a:pt x="212" y="10"/>
                  </a:lnTo>
                  <a:lnTo>
                    <a:pt x="214" y="10"/>
                  </a:lnTo>
                  <a:lnTo>
                    <a:pt x="216" y="7"/>
                  </a:lnTo>
                  <a:lnTo>
                    <a:pt x="216" y="4"/>
                  </a:lnTo>
                  <a:lnTo>
                    <a:pt x="213" y="1"/>
                  </a:lnTo>
                  <a:lnTo>
                    <a:pt x="212" y="0"/>
                  </a:lnTo>
                  <a:lnTo>
                    <a:pt x="209" y="0"/>
                  </a:lnTo>
                  <a:lnTo>
                    <a:pt x="209" y="0"/>
                  </a:lnTo>
                  <a:close/>
                </a:path>
              </a:pathLst>
            </a:custGeom>
            <a:ln>
              <a:solidFill>
                <a:schemeClr val="accent1">
                  <a:alpha val="35000"/>
                </a:schemeClr>
              </a:solidFill>
            </a:ln>
          </p:spPr>
          <p:style>
            <a:lnRef idx="0">
              <a:srgbClr val="FFFFFF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" name="Freeform 524"/>
            <p:cNvSpPr/>
            <p:nvPr>
              <p:custDataLst>
                <p:tags r:id="rId6"/>
              </p:custDataLst>
            </p:nvPr>
          </p:nvSpPr>
          <p:spPr bwMode="auto">
            <a:xfrm>
              <a:off x="2173288" y="2065338"/>
              <a:ext cx="122238" cy="155575"/>
            </a:xfrm>
            <a:custGeom>
              <a:avLst/>
              <a:gdLst/>
              <a:ahLst/>
              <a:cxnLst>
                <a:cxn ang="0">
                  <a:pos x="300" y="1"/>
                </a:cxn>
                <a:cxn ang="0">
                  <a:pos x="300" y="1"/>
                </a:cxn>
                <a:cxn ang="0">
                  <a:pos x="289" y="6"/>
                </a:cxn>
                <a:cxn ang="0">
                  <a:pos x="280" y="14"/>
                </a:cxn>
                <a:cxn ang="0">
                  <a:pos x="271" y="23"/>
                </a:cxn>
                <a:cxn ang="0">
                  <a:pos x="262" y="33"/>
                </a:cxn>
                <a:cxn ang="0">
                  <a:pos x="245" y="52"/>
                </a:cxn>
                <a:cxn ang="0">
                  <a:pos x="229" y="72"/>
                </a:cxn>
                <a:cxn ang="0">
                  <a:pos x="229" y="72"/>
                </a:cxn>
                <a:cxn ang="0">
                  <a:pos x="208" y="95"/>
                </a:cxn>
                <a:cxn ang="0">
                  <a:pos x="188" y="119"/>
                </a:cxn>
                <a:cxn ang="0">
                  <a:pos x="170" y="145"/>
                </a:cxn>
                <a:cxn ang="0">
                  <a:pos x="153" y="171"/>
                </a:cxn>
                <a:cxn ang="0">
                  <a:pos x="153" y="171"/>
                </a:cxn>
                <a:cxn ang="0">
                  <a:pos x="113" y="230"/>
                </a:cxn>
                <a:cxn ang="0">
                  <a:pos x="92" y="260"/>
                </a:cxn>
                <a:cxn ang="0">
                  <a:pos x="69" y="289"/>
                </a:cxn>
                <a:cxn ang="0">
                  <a:pos x="69" y="289"/>
                </a:cxn>
                <a:cxn ang="0">
                  <a:pos x="52" y="312"/>
                </a:cxn>
                <a:cxn ang="0">
                  <a:pos x="35" y="336"/>
                </a:cxn>
                <a:cxn ang="0">
                  <a:pos x="1" y="383"/>
                </a:cxn>
                <a:cxn ang="0">
                  <a:pos x="1" y="383"/>
                </a:cxn>
                <a:cxn ang="0">
                  <a:pos x="0" y="386"/>
                </a:cxn>
                <a:cxn ang="0">
                  <a:pos x="0" y="388"/>
                </a:cxn>
                <a:cxn ang="0">
                  <a:pos x="1" y="390"/>
                </a:cxn>
                <a:cxn ang="0">
                  <a:pos x="3" y="391"/>
                </a:cxn>
                <a:cxn ang="0">
                  <a:pos x="7" y="392"/>
                </a:cxn>
                <a:cxn ang="0">
                  <a:pos x="9" y="391"/>
                </a:cxn>
                <a:cxn ang="0">
                  <a:pos x="10" y="390"/>
                </a:cxn>
                <a:cxn ang="0">
                  <a:pos x="10" y="390"/>
                </a:cxn>
                <a:cxn ang="0">
                  <a:pos x="44" y="343"/>
                </a:cxn>
                <a:cxn ang="0">
                  <a:pos x="60" y="320"/>
                </a:cxn>
                <a:cxn ang="0">
                  <a:pos x="77" y="297"/>
                </a:cxn>
                <a:cxn ang="0">
                  <a:pos x="77" y="297"/>
                </a:cxn>
                <a:cxn ang="0">
                  <a:pos x="113" y="251"/>
                </a:cxn>
                <a:cxn ang="0">
                  <a:pos x="130" y="226"/>
                </a:cxn>
                <a:cxn ang="0">
                  <a:pos x="145" y="203"/>
                </a:cxn>
                <a:cxn ang="0">
                  <a:pos x="145" y="203"/>
                </a:cxn>
                <a:cxn ang="0">
                  <a:pos x="164" y="174"/>
                </a:cxn>
                <a:cxn ang="0">
                  <a:pos x="183" y="146"/>
                </a:cxn>
                <a:cxn ang="0">
                  <a:pos x="203" y="120"/>
                </a:cxn>
                <a:cxn ang="0">
                  <a:pos x="224" y="94"/>
                </a:cxn>
                <a:cxn ang="0">
                  <a:pos x="224" y="94"/>
                </a:cxn>
                <a:cxn ang="0">
                  <a:pos x="243" y="72"/>
                </a:cxn>
                <a:cxn ang="0">
                  <a:pos x="263" y="51"/>
                </a:cxn>
                <a:cxn ang="0">
                  <a:pos x="263" y="51"/>
                </a:cxn>
                <a:cxn ang="0">
                  <a:pos x="283" y="29"/>
                </a:cxn>
                <a:cxn ang="0">
                  <a:pos x="293" y="18"/>
                </a:cxn>
                <a:cxn ang="0">
                  <a:pos x="300" y="14"/>
                </a:cxn>
                <a:cxn ang="0">
                  <a:pos x="306" y="10"/>
                </a:cxn>
                <a:cxn ang="0">
                  <a:pos x="306" y="10"/>
                </a:cxn>
                <a:cxn ang="0">
                  <a:pos x="307" y="9"/>
                </a:cxn>
                <a:cxn ang="0">
                  <a:pos x="309" y="8"/>
                </a:cxn>
                <a:cxn ang="0">
                  <a:pos x="309" y="5"/>
                </a:cxn>
                <a:cxn ang="0">
                  <a:pos x="307" y="4"/>
                </a:cxn>
                <a:cxn ang="0">
                  <a:pos x="305" y="1"/>
                </a:cxn>
                <a:cxn ang="0">
                  <a:pos x="302" y="0"/>
                </a:cxn>
                <a:cxn ang="0">
                  <a:pos x="300" y="1"/>
                </a:cxn>
                <a:cxn ang="0">
                  <a:pos x="300" y="1"/>
                </a:cxn>
              </a:cxnLst>
              <a:rect l="0" t="0" r="r" b="b"/>
              <a:pathLst>
                <a:path w="309" h="392">
                  <a:moveTo>
                    <a:pt x="300" y="1"/>
                  </a:moveTo>
                  <a:lnTo>
                    <a:pt x="300" y="1"/>
                  </a:lnTo>
                  <a:lnTo>
                    <a:pt x="289" y="6"/>
                  </a:lnTo>
                  <a:lnTo>
                    <a:pt x="280" y="14"/>
                  </a:lnTo>
                  <a:lnTo>
                    <a:pt x="271" y="23"/>
                  </a:lnTo>
                  <a:lnTo>
                    <a:pt x="262" y="33"/>
                  </a:lnTo>
                  <a:lnTo>
                    <a:pt x="245" y="52"/>
                  </a:lnTo>
                  <a:lnTo>
                    <a:pt x="229" y="72"/>
                  </a:lnTo>
                  <a:lnTo>
                    <a:pt x="229" y="72"/>
                  </a:lnTo>
                  <a:lnTo>
                    <a:pt x="208" y="95"/>
                  </a:lnTo>
                  <a:lnTo>
                    <a:pt x="188" y="119"/>
                  </a:lnTo>
                  <a:lnTo>
                    <a:pt x="170" y="145"/>
                  </a:lnTo>
                  <a:lnTo>
                    <a:pt x="153" y="171"/>
                  </a:lnTo>
                  <a:lnTo>
                    <a:pt x="153" y="171"/>
                  </a:lnTo>
                  <a:lnTo>
                    <a:pt x="113" y="230"/>
                  </a:lnTo>
                  <a:lnTo>
                    <a:pt x="92" y="260"/>
                  </a:lnTo>
                  <a:lnTo>
                    <a:pt x="69" y="289"/>
                  </a:lnTo>
                  <a:lnTo>
                    <a:pt x="69" y="289"/>
                  </a:lnTo>
                  <a:lnTo>
                    <a:pt x="52" y="312"/>
                  </a:lnTo>
                  <a:lnTo>
                    <a:pt x="35" y="336"/>
                  </a:lnTo>
                  <a:lnTo>
                    <a:pt x="1" y="383"/>
                  </a:lnTo>
                  <a:lnTo>
                    <a:pt x="1" y="383"/>
                  </a:lnTo>
                  <a:lnTo>
                    <a:pt x="0" y="386"/>
                  </a:lnTo>
                  <a:lnTo>
                    <a:pt x="0" y="388"/>
                  </a:lnTo>
                  <a:lnTo>
                    <a:pt x="1" y="390"/>
                  </a:lnTo>
                  <a:lnTo>
                    <a:pt x="3" y="391"/>
                  </a:lnTo>
                  <a:lnTo>
                    <a:pt x="7" y="392"/>
                  </a:lnTo>
                  <a:lnTo>
                    <a:pt x="9" y="391"/>
                  </a:lnTo>
                  <a:lnTo>
                    <a:pt x="10" y="390"/>
                  </a:lnTo>
                  <a:lnTo>
                    <a:pt x="10" y="390"/>
                  </a:lnTo>
                  <a:lnTo>
                    <a:pt x="44" y="343"/>
                  </a:lnTo>
                  <a:lnTo>
                    <a:pt x="60" y="320"/>
                  </a:lnTo>
                  <a:lnTo>
                    <a:pt x="77" y="297"/>
                  </a:lnTo>
                  <a:lnTo>
                    <a:pt x="77" y="297"/>
                  </a:lnTo>
                  <a:lnTo>
                    <a:pt x="113" y="251"/>
                  </a:lnTo>
                  <a:lnTo>
                    <a:pt x="130" y="226"/>
                  </a:lnTo>
                  <a:lnTo>
                    <a:pt x="145" y="203"/>
                  </a:lnTo>
                  <a:lnTo>
                    <a:pt x="145" y="203"/>
                  </a:lnTo>
                  <a:lnTo>
                    <a:pt x="164" y="174"/>
                  </a:lnTo>
                  <a:lnTo>
                    <a:pt x="183" y="146"/>
                  </a:lnTo>
                  <a:lnTo>
                    <a:pt x="203" y="120"/>
                  </a:lnTo>
                  <a:lnTo>
                    <a:pt x="224" y="94"/>
                  </a:lnTo>
                  <a:lnTo>
                    <a:pt x="224" y="94"/>
                  </a:lnTo>
                  <a:lnTo>
                    <a:pt x="243" y="72"/>
                  </a:lnTo>
                  <a:lnTo>
                    <a:pt x="263" y="51"/>
                  </a:lnTo>
                  <a:lnTo>
                    <a:pt x="263" y="51"/>
                  </a:lnTo>
                  <a:lnTo>
                    <a:pt x="283" y="29"/>
                  </a:lnTo>
                  <a:lnTo>
                    <a:pt x="293" y="18"/>
                  </a:lnTo>
                  <a:lnTo>
                    <a:pt x="300" y="14"/>
                  </a:lnTo>
                  <a:lnTo>
                    <a:pt x="306" y="10"/>
                  </a:lnTo>
                  <a:lnTo>
                    <a:pt x="306" y="10"/>
                  </a:lnTo>
                  <a:lnTo>
                    <a:pt x="307" y="9"/>
                  </a:lnTo>
                  <a:lnTo>
                    <a:pt x="309" y="8"/>
                  </a:lnTo>
                  <a:lnTo>
                    <a:pt x="309" y="5"/>
                  </a:lnTo>
                  <a:lnTo>
                    <a:pt x="307" y="4"/>
                  </a:lnTo>
                  <a:lnTo>
                    <a:pt x="305" y="1"/>
                  </a:lnTo>
                  <a:lnTo>
                    <a:pt x="302" y="0"/>
                  </a:lnTo>
                  <a:lnTo>
                    <a:pt x="300" y="1"/>
                  </a:lnTo>
                  <a:lnTo>
                    <a:pt x="300" y="1"/>
                  </a:lnTo>
                  <a:close/>
                </a:path>
              </a:pathLst>
            </a:custGeom>
            <a:ln>
              <a:solidFill>
                <a:schemeClr val="accent1">
                  <a:alpha val="35000"/>
                </a:schemeClr>
              </a:solidFill>
            </a:ln>
          </p:spPr>
          <p:style>
            <a:lnRef idx="0">
              <a:srgbClr val="FFFFFF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4" name="Freeform 525"/>
            <p:cNvSpPr/>
            <p:nvPr>
              <p:custDataLst>
                <p:tags r:id="rId7"/>
              </p:custDataLst>
            </p:nvPr>
          </p:nvSpPr>
          <p:spPr bwMode="auto">
            <a:xfrm>
              <a:off x="2217738" y="2063750"/>
              <a:ext cx="133350" cy="182563"/>
            </a:xfrm>
            <a:custGeom>
              <a:avLst/>
              <a:gdLst/>
              <a:ahLst/>
              <a:cxnLst>
                <a:cxn ang="0">
                  <a:pos x="325" y="3"/>
                </a:cxn>
                <a:cxn ang="0">
                  <a:pos x="251" y="78"/>
                </a:cxn>
                <a:cxn ang="0">
                  <a:pos x="229" y="105"/>
                </a:cxn>
                <a:cxn ang="0">
                  <a:pos x="192" y="158"/>
                </a:cxn>
                <a:cxn ang="0">
                  <a:pos x="160" y="213"/>
                </a:cxn>
                <a:cxn ang="0">
                  <a:pos x="139" y="243"/>
                </a:cxn>
                <a:cxn ang="0">
                  <a:pos x="92" y="301"/>
                </a:cxn>
                <a:cxn ang="0">
                  <a:pos x="71" y="331"/>
                </a:cxn>
                <a:cxn ang="0">
                  <a:pos x="55" y="362"/>
                </a:cxn>
                <a:cxn ang="0">
                  <a:pos x="37" y="391"/>
                </a:cxn>
                <a:cxn ang="0">
                  <a:pos x="29" y="405"/>
                </a:cxn>
                <a:cxn ang="0">
                  <a:pos x="17" y="429"/>
                </a:cxn>
                <a:cxn ang="0">
                  <a:pos x="8" y="442"/>
                </a:cxn>
                <a:cxn ang="0">
                  <a:pos x="3" y="446"/>
                </a:cxn>
                <a:cxn ang="0">
                  <a:pos x="0" y="450"/>
                </a:cxn>
                <a:cxn ang="0">
                  <a:pos x="4" y="456"/>
                </a:cxn>
                <a:cxn ang="0">
                  <a:pos x="8" y="456"/>
                </a:cxn>
                <a:cxn ang="0">
                  <a:pos x="13" y="452"/>
                </a:cxn>
                <a:cxn ang="0">
                  <a:pos x="25" y="435"/>
                </a:cxn>
                <a:cxn ang="0">
                  <a:pos x="41" y="408"/>
                </a:cxn>
                <a:cxn ang="0">
                  <a:pos x="56" y="382"/>
                </a:cxn>
                <a:cxn ang="0">
                  <a:pos x="88" y="330"/>
                </a:cxn>
                <a:cxn ang="0">
                  <a:pos x="100" y="313"/>
                </a:cxn>
                <a:cxn ang="0">
                  <a:pos x="137" y="268"/>
                </a:cxn>
                <a:cxn ang="0">
                  <a:pos x="149" y="252"/>
                </a:cxn>
                <a:cxn ang="0">
                  <a:pos x="187" y="190"/>
                </a:cxn>
                <a:cxn ang="0">
                  <a:pos x="226" y="128"/>
                </a:cxn>
                <a:cxn ang="0">
                  <a:pos x="238" y="111"/>
                </a:cxn>
                <a:cxn ang="0">
                  <a:pos x="276" y="67"/>
                </a:cxn>
                <a:cxn ang="0">
                  <a:pos x="332" y="10"/>
                </a:cxn>
                <a:cxn ang="0">
                  <a:pos x="334" y="8"/>
                </a:cxn>
                <a:cxn ang="0">
                  <a:pos x="332" y="3"/>
                </a:cxn>
                <a:cxn ang="0">
                  <a:pos x="327" y="1"/>
                </a:cxn>
                <a:cxn ang="0">
                  <a:pos x="325" y="3"/>
                </a:cxn>
              </a:cxnLst>
              <a:rect l="0" t="0" r="r" b="b"/>
              <a:pathLst>
                <a:path w="334" h="458">
                  <a:moveTo>
                    <a:pt x="325" y="3"/>
                  </a:moveTo>
                  <a:lnTo>
                    <a:pt x="325" y="3"/>
                  </a:lnTo>
                  <a:lnTo>
                    <a:pt x="275" y="52"/>
                  </a:lnTo>
                  <a:lnTo>
                    <a:pt x="251" y="78"/>
                  </a:lnTo>
                  <a:lnTo>
                    <a:pt x="229" y="105"/>
                  </a:lnTo>
                  <a:lnTo>
                    <a:pt x="229" y="105"/>
                  </a:lnTo>
                  <a:lnTo>
                    <a:pt x="209" y="131"/>
                  </a:lnTo>
                  <a:lnTo>
                    <a:pt x="192" y="158"/>
                  </a:lnTo>
                  <a:lnTo>
                    <a:pt x="160" y="213"/>
                  </a:lnTo>
                  <a:lnTo>
                    <a:pt x="160" y="213"/>
                  </a:lnTo>
                  <a:lnTo>
                    <a:pt x="151" y="229"/>
                  </a:lnTo>
                  <a:lnTo>
                    <a:pt x="139" y="243"/>
                  </a:lnTo>
                  <a:lnTo>
                    <a:pt x="115" y="272"/>
                  </a:lnTo>
                  <a:lnTo>
                    <a:pt x="92" y="301"/>
                  </a:lnTo>
                  <a:lnTo>
                    <a:pt x="81" y="316"/>
                  </a:lnTo>
                  <a:lnTo>
                    <a:pt x="71" y="331"/>
                  </a:lnTo>
                  <a:lnTo>
                    <a:pt x="71" y="331"/>
                  </a:lnTo>
                  <a:lnTo>
                    <a:pt x="55" y="362"/>
                  </a:lnTo>
                  <a:lnTo>
                    <a:pt x="46" y="377"/>
                  </a:lnTo>
                  <a:lnTo>
                    <a:pt x="37" y="391"/>
                  </a:lnTo>
                  <a:lnTo>
                    <a:pt x="37" y="391"/>
                  </a:lnTo>
                  <a:lnTo>
                    <a:pt x="29" y="405"/>
                  </a:lnTo>
                  <a:lnTo>
                    <a:pt x="21" y="421"/>
                  </a:lnTo>
                  <a:lnTo>
                    <a:pt x="17" y="429"/>
                  </a:lnTo>
                  <a:lnTo>
                    <a:pt x="13" y="435"/>
                  </a:lnTo>
                  <a:lnTo>
                    <a:pt x="8" y="442"/>
                  </a:lnTo>
                  <a:lnTo>
                    <a:pt x="3" y="446"/>
                  </a:lnTo>
                  <a:lnTo>
                    <a:pt x="3" y="446"/>
                  </a:lnTo>
                  <a:lnTo>
                    <a:pt x="0" y="449"/>
                  </a:lnTo>
                  <a:lnTo>
                    <a:pt x="0" y="450"/>
                  </a:lnTo>
                  <a:lnTo>
                    <a:pt x="0" y="454"/>
                  </a:lnTo>
                  <a:lnTo>
                    <a:pt x="4" y="456"/>
                  </a:lnTo>
                  <a:lnTo>
                    <a:pt x="5" y="458"/>
                  </a:lnTo>
                  <a:lnTo>
                    <a:pt x="8" y="456"/>
                  </a:lnTo>
                  <a:lnTo>
                    <a:pt x="8" y="456"/>
                  </a:lnTo>
                  <a:lnTo>
                    <a:pt x="13" y="452"/>
                  </a:lnTo>
                  <a:lnTo>
                    <a:pt x="18" y="447"/>
                  </a:lnTo>
                  <a:lnTo>
                    <a:pt x="25" y="435"/>
                  </a:lnTo>
                  <a:lnTo>
                    <a:pt x="25" y="435"/>
                  </a:lnTo>
                  <a:lnTo>
                    <a:pt x="41" y="408"/>
                  </a:lnTo>
                  <a:lnTo>
                    <a:pt x="56" y="382"/>
                  </a:lnTo>
                  <a:lnTo>
                    <a:pt x="56" y="382"/>
                  </a:lnTo>
                  <a:lnTo>
                    <a:pt x="77" y="347"/>
                  </a:lnTo>
                  <a:lnTo>
                    <a:pt x="88" y="330"/>
                  </a:lnTo>
                  <a:lnTo>
                    <a:pt x="100" y="313"/>
                  </a:lnTo>
                  <a:lnTo>
                    <a:pt x="100" y="313"/>
                  </a:lnTo>
                  <a:lnTo>
                    <a:pt x="124" y="282"/>
                  </a:lnTo>
                  <a:lnTo>
                    <a:pt x="137" y="268"/>
                  </a:lnTo>
                  <a:lnTo>
                    <a:pt x="149" y="252"/>
                  </a:lnTo>
                  <a:lnTo>
                    <a:pt x="149" y="252"/>
                  </a:lnTo>
                  <a:lnTo>
                    <a:pt x="169" y="221"/>
                  </a:lnTo>
                  <a:lnTo>
                    <a:pt x="187" y="190"/>
                  </a:lnTo>
                  <a:lnTo>
                    <a:pt x="207" y="158"/>
                  </a:lnTo>
                  <a:lnTo>
                    <a:pt x="226" y="128"/>
                  </a:lnTo>
                  <a:lnTo>
                    <a:pt x="226" y="128"/>
                  </a:lnTo>
                  <a:lnTo>
                    <a:pt x="238" y="111"/>
                  </a:lnTo>
                  <a:lnTo>
                    <a:pt x="250" y="95"/>
                  </a:lnTo>
                  <a:lnTo>
                    <a:pt x="276" y="67"/>
                  </a:lnTo>
                  <a:lnTo>
                    <a:pt x="305" y="38"/>
                  </a:lnTo>
                  <a:lnTo>
                    <a:pt x="332" y="10"/>
                  </a:lnTo>
                  <a:lnTo>
                    <a:pt x="332" y="10"/>
                  </a:lnTo>
                  <a:lnTo>
                    <a:pt x="334" y="8"/>
                  </a:lnTo>
                  <a:lnTo>
                    <a:pt x="334" y="7"/>
                  </a:lnTo>
                  <a:lnTo>
                    <a:pt x="332" y="3"/>
                  </a:lnTo>
                  <a:lnTo>
                    <a:pt x="328" y="0"/>
                  </a:lnTo>
                  <a:lnTo>
                    <a:pt x="327" y="1"/>
                  </a:lnTo>
                  <a:lnTo>
                    <a:pt x="325" y="3"/>
                  </a:lnTo>
                  <a:lnTo>
                    <a:pt x="325" y="3"/>
                  </a:lnTo>
                  <a:close/>
                </a:path>
              </a:pathLst>
            </a:custGeom>
            <a:ln>
              <a:solidFill>
                <a:schemeClr val="accent1">
                  <a:alpha val="35000"/>
                </a:schemeClr>
              </a:solidFill>
            </a:ln>
          </p:spPr>
          <p:style>
            <a:lnRef idx="0">
              <a:srgbClr val="FFFFFF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5" name="Freeform 526"/>
            <p:cNvSpPr/>
            <p:nvPr>
              <p:custDataLst>
                <p:tags r:id="rId8"/>
              </p:custDataLst>
            </p:nvPr>
          </p:nvSpPr>
          <p:spPr bwMode="auto">
            <a:xfrm>
              <a:off x="2266951" y="2062163"/>
              <a:ext cx="141288" cy="188913"/>
            </a:xfrm>
            <a:custGeom>
              <a:avLst/>
              <a:gdLst/>
              <a:ahLst/>
              <a:cxnLst>
                <a:cxn ang="0">
                  <a:pos x="348" y="2"/>
                </a:cxn>
                <a:cxn ang="0">
                  <a:pos x="348" y="2"/>
                </a:cxn>
                <a:cxn ang="0">
                  <a:pos x="297" y="53"/>
                </a:cxn>
                <a:cxn ang="0">
                  <a:pos x="250" y="106"/>
                </a:cxn>
                <a:cxn ang="0">
                  <a:pos x="203" y="161"/>
                </a:cxn>
                <a:cxn ang="0">
                  <a:pos x="180" y="190"/>
                </a:cxn>
                <a:cxn ang="0">
                  <a:pos x="159" y="219"/>
                </a:cxn>
                <a:cxn ang="0">
                  <a:pos x="159" y="219"/>
                </a:cxn>
                <a:cxn ang="0">
                  <a:pos x="137" y="250"/>
                </a:cxn>
                <a:cxn ang="0">
                  <a:pos x="116" y="282"/>
                </a:cxn>
                <a:cxn ang="0">
                  <a:pos x="76" y="344"/>
                </a:cxn>
                <a:cxn ang="0">
                  <a:pos x="76" y="344"/>
                </a:cxn>
                <a:cxn ang="0">
                  <a:pos x="56" y="377"/>
                </a:cxn>
                <a:cxn ang="0">
                  <a:pos x="38" y="410"/>
                </a:cxn>
                <a:cxn ang="0">
                  <a:pos x="38" y="410"/>
                </a:cxn>
                <a:cxn ang="0">
                  <a:pos x="30" y="425"/>
                </a:cxn>
                <a:cxn ang="0">
                  <a:pos x="23" y="441"/>
                </a:cxn>
                <a:cxn ang="0">
                  <a:pos x="19" y="449"/>
                </a:cxn>
                <a:cxn ang="0">
                  <a:pos x="14" y="456"/>
                </a:cxn>
                <a:cxn ang="0">
                  <a:pos x="9" y="462"/>
                </a:cxn>
                <a:cxn ang="0">
                  <a:pos x="2" y="469"/>
                </a:cxn>
                <a:cxn ang="0">
                  <a:pos x="2" y="469"/>
                </a:cxn>
                <a:cxn ang="0">
                  <a:pos x="0" y="471"/>
                </a:cxn>
                <a:cxn ang="0">
                  <a:pos x="0" y="473"/>
                </a:cxn>
                <a:cxn ang="0">
                  <a:pos x="1" y="476"/>
                </a:cxn>
                <a:cxn ang="0">
                  <a:pos x="2" y="479"/>
                </a:cxn>
                <a:cxn ang="0">
                  <a:pos x="4" y="479"/>
                </a:cxn>
                <a:cxn ang="0">
                  <a:pos x="5" y="479"/>
                </a:cxn>
                <a:cxn ang="0">
                  <a:pos x="8" y="479"/>
                </a:cxn>
                <a:cxn ang="0">
                  <a:pos x="8" y="479"/>
                </a:cxn>
                <a:cxn ang="0">
                  <a:pos x="18" y="470"/>
                </a:cxn>
                <a:cxn ang="0">
                  <a:pos x="26" y="459"/>
                </a:cxn>
                <a:cxn ang="0">
                  <a:pos x="34" y="448"/>
                </a:cxn>
                <a:cxn ang="0">
                  <a:pos x="40" y="436"/>
                </a:cxn>
                <a:cxn ang="0">
                  <a:pos x="51" y="412"/>
                </a:cxn>
                <a:cxn ang="0">
                  <a:pos x="64" y="388"/>
                </a:cxn>
                <a:cxn ang="0">
                  <a:pos x="64" y="388"/>
                </a:cxn>
                <a:cxn ang="0">
                  <a:pos x="83" y="352"/>
                </a:cxn>
                <a:cxn ang="0">
                  <a:pos x="106" y="318"/>
                </a:cxn>
                <a:cxn ang="0">
                  <a:pos x="150" y="250"/>
                </a:cxn>
                <a:cxn ang="0">
                  <a:pos x="150" y="250"/>
                </a:cxn>
                <a:cxn ang="0">
                  <a:pos x="174" y="218"/>
                </a:cxn>
                <a:cxn ang="0">
                  <a:pos x="197" y="186"/>
                </a:cxn>
                <a:cxn ang="0">
                  <a:pos x="222" y="156"/>
                </a:cxn>
                <a:cxn ang="0">
                  <a:pos x="247" y="125"/>
                </a:cxn>
                <a:cxn ang="0">
                  <a:pos x="273" y="96"/>
                </a:cxn>
                <a:cxn ang="0">
                  <a:pos x="301" y="66"/>
                </a:cxn>
                <a:cxn ang="0">
                  <a:pos x="356" y="10"/>
                </a:cxn>
                <a:cxn ang="0">
                  <a:pos x="356" y="10"/>
                </a:cxn>
                <a:cxn ang="0">
                  <a:pos x="357" y="7"/>
                </a:cxn>
                <a:cxn ang="0">
                  <a:pos x="357" y="6"/>
                </a:cxn>
                <a:cxn ang="0">
                  <a:pos x="356" y="2"/>
                </a:cxn>
                <a:cxn ang="0">
                  <a:pos x="352" y="0"/>
                </a:cxn>
                <a:cxn ang="0">
                  <a:pos x="349" y="0"/>
                </a:cxn>
                <a:cxn ang="0">
                  <a:pos x="348" y="2"/>
                </a:cxn>
                <a:cxn ang="0">
                  <a:pos x="348" y="2"/>
                </a:cxn>
              </a:cxnLst>
              <a:rect l="0" t="0" r="r" b="b"/>
              <a:pathLst>
                <a:path w="357" h="479">
                  <a:moveTo>
                    <a:pt x="348" y="2"/>
                  </a:moveTo>
                  <a:lnTo>
                    <a:pt x="348" y="2"/>
                  </a:lnTo>
                  <a:lnTo>
                    <a:pt x="297" y="53"/>
                  </a:lnTo>
                  <a:lnTo>
                    <a:pt x="250" y="106"/>
                  </a:lnTo>
                  <a:lnTo>
                    <a:pt x="203" y="161"/>
                  </a:lnTo>
                  <a:lnTo>
                    <a:pt x="180" y="190"/>
                  </a:lnTo>
                  <a:lnTo>
                    <a:pt x="159" y="219"/>
                  </a:lnTo>
                  <a:lnTo>
                    <a:pt x="159" y="219"/>
                  </a:lnTo>
                  <a:lnTo>
                    <a:pt x="137" y="250"/>
                  </a:lnTo>
                  <a:lnTo>
                    <a:pt x="116" y="282"/>
                  </a:lnTo>
                  <a:lnTo>
                    <a:pt x="76" y="344"/>
                  </a:lnTo>
                  <a:lnTo>
                    <a:pt x="76" y="344"/>
                  </a:lnTo>
                  <a:lnTo>
                    <a:pt x="56" y="377"/>
                  </a:lnTo>
                  <a:lnTo>
                    <a:pt x="38" y="410"/>
                  </a:lnTo>
                  <a:lnTo>
                    <a:pt x="38" y="410"/>
                  </a:lnTo>
                  <a:lnTo>
                    <a:pt x="30" y="425"/>
                  </a:lnTo>
                  <a:lnTo>
                    <a:pt x="23" y="441"/>
                  </a:lnTo>
                  <a:lnTo>
                    <a:pt x="19" y="449"/>
                  </a:lnTo>
                  <a:lnTo>
                    <a:pt x="14" y="456"/>
                  </a:lnTo>
                  <a:lnTo>
                    <a:pt x="9" y="462"/>
                  </a:lnTo>
                  <a:lnTo>
                    <a:pt x="2" y="469"/>
                  </a:lnTo>
                  <a:lnTo>
                    <a:pt x="2" y="469"/>
                  </a:lnTo>
                  <a:lnTo>
                    <a:pt x="0" y="471"/>
                  </a:lnTo>
                  <a:lnTo>
                    <a:pt x="0" y="473"/>
                  </a:lnTo>
                  <a:lnTo>
                    <a:pt x="1" y="476"/>
                  </a:lnTo>
                  <a:lnTo>
                    <a:pt x="2" y="479"/>
                  </a:lnTo>
                  <a:lnTo>
                    <a:pt x="4" y="479"/>
                  </a:lnTo>
                  <a:lnTo>
                    <a:pt x="5" y="479"/>
                  </a:lnTo>
                  <a:lnTo>
                    <a:pt x="8" y="479"/>
                  </a:lnTo>
                  <a:lnTo>
                    <a:pt x="8" y="479"/>
                  </a:lnTo>
                  <a:lnTo>
                    <a:pt x="18" y="470"/>
                  </a:lnTo>
                  <a:lnTo>
                    <a:pt x="26" y="459"/>
                  </a:lnTo>
                  <a:lnTo>
                    <a:pt x="34" y="448"/>
                  </a:lnTo>
                  <a:lnTo>
                    <a:pt x="40" y="436"/>
                  </a:lnTo>
                  <a:lnTo>
                    <a:pt x="51" y="412"/>
                  </a:lnTo>
                  <a:lnTo>
                    <a:pt x="64" y="388"/>
                  </a:lnTo>
                  <a:lnTo>
                    <a:pt x="64" y="388"/>
                  </a:lnTo>
                  <a:lnTo>
                    <a:pt x="83" y="352"/>
                  </a:lnTo>
                  <a:lnTo>
                    <a:pt x="106" y="318"/>
                  </a:lnTo>
                  <a:lnTo>
                    <a:pt x="150" y="250"/>
                  </a:lnTo>
                  <a:lnTo>
                    <a:pt x="150" y="250"/>
                  </a:lnTo>
                  <a:lnTo>
                    <a:pt x="174" y="218"/>
                  </a:lnTo>
                  <a:lnTo>
                    <a:pt x="197" y="186"/>
                  </a:lnTo>
                  <a:lnTo>
                    <a:pt x="222" y="156"/>
                  </a:lnTo>
                  <a:lnTo>
                    <a:pt x="247" y="125"/>
                  </a:lnTo>
                  <a:lnTo>
                    <a:pt x="273" y="96"/>
                  </a:lnTo>
                  <a:lnTo>
                    <a:pt x="301" y="66"/>
                  </a:lnTo>
                  <a:lnTo>
                    <a:pt x="356" y="10"/>
                  </a:lnTo>
                  <a:lnTo>
                    <a:pt x="356" y="10"/>
                  </a:lnTo>
                  <a:lnTo>
                    <a:pt x="357" y="7"/>
                  </a:lnTo>
                  <a:lnTo>
                    <a:pt x="357" y="6"/>
                  </a:lnTo>
                  <a:lnTo>
                    <a:pt x="356" y="2"/>
                  </a:lnTo>
                  <a:lnTo>
                    <a:pt x="352" y="0"/>
                  </a:lnTo>
                  <a:lnTo>
                    <a:pt x="349" y="0"/>
                  </a:lnTo>
                  <a:lnTo>
                    <a:pt x="348" y="2"/>
                  </a:lnTo>
                  <a:lnTo>
                    <a:pt x="348" y="2"/>
                  </a:lnTo>
                  <a:close/>
                </a:path>
              </a:pathLst>
            </a:custGeom>
            <a:ln>
              <a:solidFill>
                <a:schemeClr val="accent1">
                  <a:alpha val="35000"/>
                </a:schemeClr>
              </a:solidFill>
            </a:ln>
          </p:spPr>
          <p:style>
            <a:lnRef idx="0">
              <a:srgbClr val="FFFFFF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" name="Freeform 527"/>
            <p:cNvSpPr/>
            <p:nvPr>
              <p:custDataLst>
                <p:tags r:id="rId9"/>
              </p:custDataLst>
            </p:nvPr>
          </p:nvSpPr>
          <p:spPr bwMode="auto">
            <a:xfrm>
              <a:off x="2327276" y="2062163"/>
              <a:ext cx="134938" cy="182563"/>
            </a:xfrm>
            <a:custGeom>
              <a:avLst/>
              <a:gdLst/>
              <a:ahLst/>
              <a:cxnLst>
                <a:cxn ang="0">
                  <a:pos x="332" y="3"/>
                </a:cxn>
                <a:cxn ang="0">
                  <a:pos x="332" y="3"/>
                </a:cxn>
                <a:cxn ang="0">
                  <a:pos x="321" y="16"/>
                </a:cxn>
                <a:cxn ang="0">
                  <a:pos x="310" y="29"/>
                </a:cxn>
                <a:cxn ang="0">
                  <a:pos x="298" y="42"/>
                </a:cxn>
                <a:cxn ang="0">
                  <a:pos x="286" y="55"/>
                </a:cxn>
                <a:cxn ang="0">
                  <a:pos x="286" y="55"/>
                </a:cxn>
                <a:cxn ang="0">
                  <a:pos x="261" y="87"/>
                </a:cxn>
                <a:cxn ang="0">
                  <a:pos x="236" y="118"/>
                </a:cxn>
                <a:cxn ang="0">
                  <a:pos x="236" y="118"/>
                </a:cxn>
                <a:cxn ang="0">
                  <a:pos x="176" y="190"/>
                </a:cxn>
                <a:cxn ang="0">
                  <a:pos x="117" y="262"/>
                </a:cxn>
                <a:cxn ang="0">
                  <a:pos x="117" y="262"/>
                </a:cxn>
                <a:cxn ang="0">
                  <a:pos x="94" y="293"/>
                </a:cxn>
                <a:cxn ang="0">
                  <a:pos x="71" y="326"/>
                </a:cxn>
                <a:cxn ang="0">
                  <a:pos x="52" y="360"/>
                </a:cxn>
                <a:cxn ang="0">
                  <a:pos x="32" y="394"/>
                </a:cxn>
                <a:cxn ang="0">
                  <a:pos x="32" y="394"/>
                </a:cxn>
                <a:cxn ang="0">
                  <a:pos x="18" y="420"/>
                </a:cxn>
                <a:cxn ang="0">
                  <a:pos x="5" y="446"/>
                </a:cxn>
                <a:cxn ang="0">
                  <a:pos x="5" y="446"/>
                </a:cxn>
                <a:cxn ang="0">
                  <a:pos x="0" y="461"/>
                </a:cxn>
                <a:cxn ang="0">
                  <a:pos x="0" y="461"/>
                </a:cxn>
                <a:cxn ang="0">
                  <a:pos x="13" y="461"/>
                </a:cxn>
                <a:cxn ang="0">
                  <a:pos x="13" y="461"/>
                </a:cxn>
                <a:cxn ang="0">
                  <a:pos x="17" y="450"/>
                </a:cxn>
                <a:cxn ang="0">
                  <a:pos x="17" y="450"/>
                </a:cxn>
                <a:cxn ang="0">
                  <a:pos x="26" y="429"/>
                </a:cxn>
                <a:cxn ang="0">
                  <a:pos x="35" y="410"/>
                </a:cxn>
                <a:cxn ang="0">
                  <a:pos x="57" y="371"/>
                </a:cxn>
                <a:cxn ang="0">
                  <a:pos x="82" y="331"/>
                </a:cxn>
                <a:cxn ang="0">
                  <a:pos x="107" y="295"/>
                </a:cxn>
                <a:cxn ang="0">
                  <a:pos x="107" y="295"/>
                </a:cxn>
                <a:cxn ang="0">
                  <a:pos x="122" y="274"/>
                </a:cxn>
                <a:cxn ang="0">
                  <a:pos x="137" y="253"/>
                </a:cxn>
                <a:cxn ang="0">
                  <a:pos x="170" y="214"/>
                </a:cxn>
                <a:cxn ang="0">
                  <a:pos x="238" y="135"/>
                </a:cxn>
                <a:cxn ang="0">
                  <a:pos x="238" y="135"/>
                </a:cxn>
                <a:cxn ang="0">
                  <a:pos x="264" y="102"/>
                </a:cxn>
                <a:cxn ang="0">
                  <a:pos x="290" y="70"/>
                </a:cxn>
                <a:cxn ang="0">
                  <a:pos x="290" y="70"/>
                </a:cxn>
                <a:cxn ang="0">
                  <a:pos x="303" y="54"/>
                </a:cxn>
                <a:cxn ang="0">
                  <a:pos x="316" y="40"/>
                </a:cxn>
                <a:cxn ang="0">
                  <a:pos x="329" y="24"/>
                </a:cxn>
                <a:cxn ang="0">
                  <a:pos x="341" y="8"/>
                </a:cxn>
                <a:cxn ang="0">
                  <a:pos x="341" y="8"/>
                </a:cxn>
                <a:cxn ang="0">
                  <a:pos x="342" y="6"/>
                </a:cxn>
                <a:cxn ang="0">
                  <a:pos x="342" y="4"/>
                </a:cxn>
                <a:cxn ang="0">
                  <a:pos x="341" y="2"/>
                </a:cxn>
                <a:cxn ang="0">
                  <a:pos x="340" y="0"/>
                </a:cxn>
                <a:cxn ang="0">
                  <a:pos x="336" y="0"/>
                </a:cxn>
                <a:cxn ang="0">
                  <a:pos x="333" y="0"/>
                </a:cxn>
                <a:cxn ang="0">
                  <a:pos x="332" y="3"/>
                </a:cxn>
                <a:cxn ang="0">
                  <a:pos x="332" y="3"/>
                </a:cxn>
              </a:cxnLst>
              <a:rect l="0" t="0" r="r" b="b"/>
              <a:pathLst>
                <a:path w="342" h="461">
                  <a:moveTo>
                    <a:pt x="332" y="3"/>
                  </a:moveTo>
                  <a:lnTo>
                    <a:pt x="332" y="3"/>
                  </a:lnTo>
                  <a:lnTo>
                    <a:pt x="321" y="16"/>
                  </a:lnTo>
                  <a:lnTo>
                    <a:pt x="310" y="29"/>
                  </a:lnTo>
                  <a:lnTo>
                    <a:pt x="298" y="42"/>
                  </a:lnTo>
                  <a:lnTo>
                    <a:pt x="286" y="55"/>
                  </a:lnTo>
                  <a:lnTo>
                    <a:pt x="286" y="55"/>
                  </a:lnTo>
                  <a:lnTo>
                    <a:pt x="261" y="87"/>
                  </a:lnTo>
                  <a:lnTo>
                    <a:pt x="236" y="118"/>
                  </a:lnTo>
                  <a:lnTo>
                    <a:pt x="236" y="118"/>
                  </a:lnTo>
                  <a:lnTo>
                    <a:pt x="176" y="190"/>
                  </a:lnTo>
                  <a:lnTo>
                    <a:pt x="117" y="262"/>
                  </a:lnTo>
                  <a:lnTo>
                    <a:pt x="117" y="262"/>
                  </a:lnTo>
                  <a:lnTo>
                    <a:pt x="94" y="293"/>
                  </a:lnTo>
                  <a:lnTo>
                    <a:pt x="71" y="326"/>
                  </a:lnTo>
                  <a:lnTo>
                    <a:pt x="52" y="360"/>
                  </a:lnTo>
                  <a:lnTo>
                    <a:pt x="32" y="394"/>
                  </a:lnTo>
                  <a:lnTo>
                    <a:pt x="32" y="394"/>
                  </a:lnTo>
                  <a:lnTo>
                    <a:pt x="18" y="420"/>
                  </a:lnTo>
                  <a:lnTo>
                    <a:pt x="5" y="446"/>
                  </a:lnTo>
                  <a:lnTo>
                    <a:pt x="5" y="446"/>
                  </a:lnTo>
                  <a:lnTo>
                    <a:pt x="0" y="461"/>
                  </a:lnTo>
                  <a:lnTo>
                    <a:pt x="0" y="461"/>
                  </a:lnTo>
                  <a:lnTo>
                    <a:pt x="13" y="461"/>
                  </a:lnTo>
                  <a:lnTo>
                    <a:pt x="13" y="461"/>
                  </a:lnTo>
                  <a:lnTo>
                    <a:pt x="17" y="450"/>
                  </a:lnTo>
                  <a:lnTo>
                    <a:pt x="17" y="450"/>
                  </a:lnTo>
                  <a:lnTo>
                    <a:pt x="26" y="429"/>
                  </a:lnTo>
                  <a:lnTo>
                    <a:pt x="35" y="410"/>
                  </a:lnTo>
                  <a:lnTo>
                    <a:pt x="57" y="371"/>
                  </a:lnTo>
                  <a:lnTo>
                    <a:pt x="82" y="331"/>
                  </a:lnTo>
                  <a:lnTo>
                    <a:pt x="107" y="295"/>
                  </a:lnTo>
                  <a:lnTo>
                    <a:pt x="107" y="295"/>
                  </a:lnTo>
                  <a:lnTo>
                    <a:pt x="122" y="274"/>
                  </a:lnTo>
                  <a:lnTo>
                    <a:pt x="137" y="253"/>
                  </a:lnTo>
                  <a:lnTo>
                    <a:pt x="170" y="214"/>
                  </a:lnTo>
                  <a:lnTo>
                    <a:pt x="238" y="135"/>
                  </a:lnTo>
                  <a:lnTo>
                    <a:pt x="238" y="135"/>
                  </a:lnTo>
                  <a:lnTo>
                    <a:pt x="264" y="102"/>
                  </a:lnTo>
                  <a:lnTo>
                    <a:pt x="290" y="70"/>
                  </a:lnTo>
                  <a:lnTo>
                    <a:pt x="290" y="70"/>
                  </a:lnTo>
                  <a:lnTo>
                    <a:pt x="303" y="54"/>
                  </a:lnTo>
                  <a:lnTo>
                    <a:pt x="316" y="40"/>
                  </a:lnTo>
                  <a:lnTo>
                    <a:pt x="329" y="24"/>
                  </a:lnTo>
                  <a:lnTo>
                    <a:pt x="341" y="8"/>
                  </a:lnTo>
                  <a:lnTo>
                    <a:pt x="341" y="8"/>
                  </a:lnTo>
                  <a:lnTo>
                    <a:pt x="342" y="6"/>
                  </a:lnTo>
                  <a:lnTo>
                    <a:pt x="342" y="4"/>
                  </a:lnTo>
                  <a:lnTo>
                    <a:pt x="341" y="2"/>
                  </a:lnTo>
                  <a:lnTo>
                    <a:pt x="340" y="0"/>
                  </a:lnTo>
                  <a:lnTo>
                    <a:pt x="336" y="0"/>
                  </a:lnTo>
                  <a:lnTo>
                    <a:pt x="333" y="0"/>
                  </a:lnTo>
                  <a:lnTo>
                    <a:pt x="332" y="3"/>
                  </a:lnTo>
                  <a:lnTo>
                    <a:pt x="332" y="3"/>
                  </a:lnTo>
                  <a:close/>
                </a:path>
              </a:pathLst>
            </a:custGeom>
            <a:ln>
              <a:solidFill>
                <a:schemeClr val="accent1">
                  <a:alpha val="35000"/>
                </a:schemeClr>
              </a:solidFill>
            </a:ln>
          </p:spPr>
          <p:style>
            <a:lnRef idx="0">
              <a:srgbClr val="FFFFFF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" name="Freeform 528"/>
            <p:cNvSpPr/>
            <p:nvPr>
              <p:custDataLst>
                <p:tags r:id="rId10"/>
              </p:custDataLst>
            </p:nvPr>
          </p:nvSpPr>
          <p:spPr bwMode="auto">
            <a:xfrm>
              <a:off x="2390776" y="2068513"/>
              <a:ext cx="111125" cy="169863"/>
            </a:xfrm>
            <a:custGeom>
              <a:avLst/>
              <a:gdLst/>
              <a:ahLst/>
              <a:cxnLst>
                <a:cxn ang="0">
                  <a:pos x="271" y="2"/>
                </a:cxn>
                <a:cxn ang="0">
                  <a:pos x="271" y="2"/>
                </a:cxn>
                <a:cxn ang="0">
                  <a:pos x="236" y="59"/>
                </a:cxn>
                <a:cxn ang="0">
                  <a:pos x="200" y="115"/>
                </a:cxn>
                <a:cxn ang="0">
                  <a:pos x="165" y="172"/>
                </a:cxn>
                <a:cxn ang="0">
                  <a:pos x="130" y="229"/>
                </a:cxn>
                <a:cxn ang="0">
                  <a:pos x="130" y="229"/>
                </a:cxn>
                <a:cxn ang="0">
                  <a:pos x="113" y="252"/>
                </a:cxn>
                <a:cxn ang="0">
                  <a:pos x="96" y="274"/>
                </a:cxn>
                <a:cxn ang="0">
                  <a:pos x="59" y="320"/>
                </a:cxn>
                <a:cxn ang="0">
                  <a:pos x="42" y="344"/>
                </a:cxn>
                <a:cxn ang="0">
                  <a:pos x="26" y="367"/>
                </a:cxn>
                <a:cxn ang="0">
                  <a:pos x="12" y="392"/>
                </a:cxn>
                <a:cxn ang="0">
                  <a:pos x="0" y="418"/>
                </a:cxn>
                <a:cxn ang="0">
                  <a:pos x="0" y="418"/>
                </a:cxn>
                <a:cxn ang="0">
                  <a:pos x="0" y="421"/>
                </a:cxn>
                <a:cxn ang="0">
                  <a:pos x="0" y="423"/>
                </a:cxn>
                <a:cxn ang="0">
                  <a:pos x="3" y="425"/>
                </a:cxn>
                <a:cxn ang="0">
                  <a:pos x="4" y="426"/>
                </a:cxn>
                <a:cxn ang="0">
                  <a:pos x="8" y="425"/>
                </a:cxn>
                <a:cxn ang="0">
                  <a:pos x="11" y="423"/>
                </a:cxn>
                <a:cxn ang="0">
                  <a:pos x="12" y="422"/>
                </a:cxn>
                <a:cxn ang="0">
                  <a:pos x="12" y="422"/>
                </a:cxn>
                <a:cxn ang="0">
                  <a:pos x="17" y="408"/>
                </a:cxn>
                <a:cxn ang="0">
                  <a:pos x="24" y="395"/>
                </a:cxn>
                <a:cxn ang="0">
                  <a:pos x="38" y="369"/>
                </a:cxn>
                <a:cxn ang="0">
                  <a:pos x="55" y="344"/>
                </a:cxn>
                <a:cxn ang="0">
                  <a:pos x="72" y="320"/>
                </a:cxn>
                <a:cxn ang="0">
                  <a:pos x="110" y="273"/>
                </a:cxn>
                <a:cxn ang="0">
                  <a:pos x="128" y="250"/>
                </a:cxn>
                <a:cxn ang="0">
                  <a:pos x="145" y="225"/>
                </a:cxn>
                <a:cxn ang="0">
                  <a:pos x="145" y="225"/>
                </a:cxn>
                <a:cxn ang="0">
                  <a:pos x="179" y="171"/>
                </a:cxn>
                <a:cxn ang="0">
                  <a:pos x="213" y="116"/>
                </a:cxn>
                <a:cxn ang="0">
                  <a:pos x="246" y="63"/>
                </a:cxn>
                <a:cxn ang="0">
                  <a:pos x="281" y="9"/>
                </a:cxn>
                <a:cxn ang="0">
                  <a:pos x="281" y="9"/>
                </a:cxn>
                <a:cxn ang="0">
                  <a:pos x="283" y="6"/>
                </a:cxn>
                <a:cxn ang="0">
                  <a:pos x="281" y="4"/>
                </a:cxn>
                <a:cxn ang="0">
                  <a:pos x="281" y="2"/>
                </a:cxn>
                <a:cxn ang="0">
                  <a:pos x="279" y="1"/>
                </a:cxn>
                <a:cxn ang="0">
                  <a:pos x="275" y="0"/>
                </a:cxn>
                <a:cxn ang="0">
                  <a:pos x="273" y="1"/>
                </a:cxn>
                <a:cxn ang="0">
                  <a:pos x="271" y="2"/>
                </a:cxn>
                <a:cxn ang="0">
                  <a:pos x="271" y="2"/>
                </a:cxn>
              </a:cxnLst>
              <a:rect l="0" t="0" r="r" b="b"/>
              <a:pathLst>
                <a:path w="283" h="426">
                  <a:moveTo>
                    <a:pt x="271" y="2"/>
                  </a:moveTo>
                  <a:lnTo>
                    <a:pt x="271" y="2"/>
                  </a:lnTo>
                  <a:lnTo>
                    <a:pt x="236" y="59"/>
                  </a:lnTo>
                  <a:lnTo>
                    <a:pt x="200" y="115"/>
                  </a:lnTo>
                  <a:lnTo>
                    <a:pt x="165" y="172"/>
                  </a:lnTo>
                  <a:lnTo>
                    <a:pt x="130" y="229"/>
                  </a:lnTo>
                  <a:lnTo>
                    <a:pt x="130" y="229"/>
                  </a:lnTo>
                  <a:lnTo>
                    <a:pt x="113" y="252"/>
                  </a:lnTo>
                  <a:lnTo>
                    <a:pt x="96" y="274"/>
                  </a:lnTo>
                  <a:lnTo>
                    <a:pt x="59" y="320"/>
                  </a:lnTo>
                  <a:lnTo>
                    <a:pt x="42" y="344"/>
                  </a:lnTo>
                  <a:lnTo>
                    <a:pt x="26" y="367"/>
                  </a:lnTo>
                  <a:lnTo>
                    <a:pt x="12" y="392"/>
                  </a:lnTo>
                  <a:lnTo>
                    <a:pt x="0" y="418"/>
                  </a:lnTo>
                  <a:lnTo>
                    <a:pt x="0" y="418"/>
                  </a:lnTo>
                  <a:lnTo>
                    <a:pt x="0" y="421"/>
                  </a:lnTo>
                  <a:lnTo>
                    <a:pt x="0" y="423"/>
                  </a:lnTo>
                  <a:lnTo>
                    <a:pt x="3" y="425"/>
                  </a:lnTo>
                  <a:lnTo>
                    <a:pt x="4" y="426"/>
                  </a:lnTo>
                  <a:lnTo>
                    <a:pt x="8" y="425"/>
                  </a:lnTo>
                  <a:lnTo>
                    <a:pt x="11" y="423"/>
                  </a:lnTo>
                  <a:lnTo>
                    <a:pt x="12" y="422"/>
                  </a:lnTo>
                  <a:lnTo>
                    <a:pt x="12" y="422"/>
                  </a:lnTo>
                  <a:lnTo>
                    <a:pt x="17" y="408"/>
                  </a:lnTo>
                  <a:lnTo>
                    <a:pt x="24" y="395"/>
                  </a:lnTo>
                  <a:lnTo>
                    <a:pt x="38" y="369"/>
                  </a:lnTo>
                  <a:lnTo>
                    <a:pt x="55" y="344"/>
                  </a:lnTo>
                  <a:lnTo>
                    <a:pt x="72" y="320"/>
                  </a:lnTo>
                  <a:lnTo>
                    <a:pt x="110" y="273"/>
                  </a:lnTo>
                  <a:lnTo>
                    <a:pt x="128" y="250"/>
                  </a:lnTo>
                  <a:lnTo>
                    <a:pt x="145" y="225"/>
                  </a:lnTo>
                  <a:lnTo>
                    <a:pt x="145" y="225"/>
                  </a:lnTo>
                  <a:lnTo>
                    <a:pt x="179" y="171"/>
                  </a:lnTo>
                  <a:lnTo>
                    <a:pt x="213" y="116"/>
                  </a:lnTo>
                  <a:lnTo>
                    <a:pt x="246" y="63"/>
                  </a:lnTo>
                  <a:lnTo>
                    <a:pt x="281" y="9"/>
                  </a:lnTo>
                  <a:lnTo>
                    <a:pt x="281" y="9"/>
                  </a:lnTo>
                  <a:lnTo>
                    <a:pt x="283" y="6"/>
                  </a:lnTo>
                  <a:lnTo>
                    <a:pt x="281" y="4"/>
                  </a:lnTo>
                  <a:lnTo>
                    <a:pt x="281" y="2"/>
                  </a:lnTo>
                  <a:lnTo>
                    <a:pt x="279" y="1"/>
                  </a:lnTo>
                  <a:lnTo>
                    <a:pt x="275" y="0"/>
                  </a:lnTo>
                  <a:lnTo>
                    <a:pt x="273" y="1"/>
                  </a:lnTo>
                  <a:lnTo>
                    <a:pt x="271" y="2"/>
                  </a:lnTo>
                  <a:lnTo>
                    <a:pt x="271" y="2"/>
                  </a:lnTo>
                  <a:close/>
                </a:path>
              </a:pathLst>
            </a:custGeom>
            <a:ln>
              <a:solidFill>
                <a:schemeClr val="accent1">
                  <a:alpha val="35000"/>
                </a:schemeClr>
              </a:solidFill>
            </a:ln>
          </p:spPr>
          <p:style>
            <a:lnRef idx="0">
              <a:srgbClr val="FFFFFF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8" name="Freeform 529"/>
            <p:cNvSpPr/>
            <p:nvPr>
              <p:custDataLst>
                <p:tags r:id="rId11"/>
              </p:custDataLst>
            </p:nvPr>
          </p:nvSpPr>
          <p:spPr bwMode="auto">
            <a:xfrm>
              <a:off x="2517776" y="1982788"/>
              <a:ext cx="58738" cy="74613"/>
            </a:xfrm>
            <a:custGeom>
              <a:avLst/>
              <a:gdLst/>
              <a:ahLst/>
              <a:cxnLst>
                <a:cxn ang="0">
                  <a:pos x="138" y="1"/>
                </a:cxn>
                <a:cxn ang="0">
                  <a:pos x="138" y="1"/>
                </a:cxn>
                <a:cxn ang="0">
                  <a:pos x="128" y="9"/>
                </a:cxn>
                <a:cxn ang="0">
                  <a:pos x="120" y="18"/>
                </a:cxn>
                <a:cxn ang="0">
                  <a:pos x="104" y="38"/>
                </a:cxn>
                <a:cxn ang="0">
                  <a:pos x="90" y="59"/>
                </a:cxn>
                <a:cxn ang="0">
                  <a:pos x="77" y="80"/>
                </a:cxn>
                <a:cxn ang="0">
                  <a:pos x="77" y="80"/>
                </a:cxn>
                <a:cxn ang="0">
                  <a:pos x="66" y="93"/>
                </a:cxn>
                <a:cxn ang="0">
                  <a:pos x="56" y="106"/>
                </a:cxn>
                <a:cxn ang="0">
                  <a:pos x="35" y="133"/>
                </a:cxn>
                <a:cxn ang="0">
                  <a:pos x="35" y="133"/>
                </a:cxn>
                <a:cxn ang="0">
                  <a:pos x="26" y="144"/>
                </a:cxn>
                <a:cxn ang="0">
                  <a:pos x="17" y="154"/>
                </a:cxn>
                <a:cxn ang="0">
                  <a:pos x="7" y="165"/>
                </a:cxn>
                <a:cxn ang="0">
                  <a:pos x="0" y="177"/>
                </a:cxn>
                <a:cxn ang="0">
                  <a:pos x="0" y="177"/>
                </a:cxn>
                <a:cxn ang="0">
                  <a:pos x="0" y="179"/>
                </a:cxn>
                <a:cxn ang="0">
                  <a:pos x="0" y="182"/>
                </a:cxn>
                <a:cxn ang="0">
                  <a:pos x="2" y="184"/>
                </a:cxn>
                <a:cxn ang="0">
                  <a:pos x="5" y="186"/>
                </a:cxn>
                <a:cxn ang="0">
                  <a:pos x="6" y="186"/>
                </a:cxn>
                <a:cxn ang="0">
                  <a:pos x="9" y="184"/>
                </a:cxn>
                <a:cxn ang="0">
                  <a:pos x="10" y="183"/>
                </a:cxn>
                <a:cxn ang="0">
                  <a:pos x="10" y="183"/>
                </a:cxn>
                <a:cxn ang="0">
                  <a:pos x="15" y="173"/>
                </a:cxn>
                <a:cxn ang="0">
                  <a:pos x="23" y="165"/>
                </a:cxn>
                <a:cxn ang="0">
                  <a:pos x="31" y="157"/>
                </a:cxn>
                <a:cxn ang="0">
                  <a:pos x="39" y="148"/>
                </a:cxn>
                <a:cxn ang="0">
                  <a:pos x="39" y="148"/>
                </a:cxn>
                <a:cxn ang="0">
                  <a:pos x="60" y="119"/>
                </a:cxn>
                <a:cxn ang="0">
                  <a:pos x="81" y="93"/>
                </a:cxn>
                <a:cxn ang="0">
                  <a:pos x="81" y="93"/>
                </a:cxn>
                <a:cxn ang="0">
                  <a:pos x="96" y="71"/>
                </a:cxn>
                <a:cxn ang="0">
                  <a:pos x="111" y="48"/>
                </a:cxn>
                <a:cxn ang="0">
                  <a:pos x="119" y="38"/>
                </a:cxn>
                <a:cxn ang="0">
                  <a:pos x="126" y="27"/>
                </a:cxn>
                <a:cxn ang="0">
                  <a:pos x="136" y="18"/>
                </a:cxn>
                <a:cxn ang="0">
                  <a:pos x="146" y="9"/>
                </a:cxn>
                <a:cxn ang="0">
                  <a:pos x="146" y="9"/>
                </a:cxn>
                <a:cxn ang="0">
                  <a:pos x="147" y="7"/>
                </a:cxn>
                <a:cxn ang="0">
                  <a:pos x="147" y="5"/>
                </a:cxn>
                <a:cxn ang="0">
                  <a:pos x="147" y="3"/>
                </a:cxn>
                <a:cxn ang="0">
                  <a:pos x="146" y="1"/>
                </a:cxn>
                <a:cxn ang="0">
                  <a:pos x="142" y="0"/>
                </a:cxn>
                <a:cxn ang="0">
                  <a:pos x="140" y="0"/>
                </a:cxn>
                <a:cxn ang="0">
                  <a:pos x="138" y="1"/>
                </a:cxn>
                <a:cxn ang="0">
                  <a:pos x="138" y="1"/>
                </a:cxn>
              </a:cxnLst>
              <a:rect l="0" t="0" r="r" b="b"/>
              <a:pathLst>
                <a:path w="147" h="186">
                  <a:moveTo>
                    <a:pt x="138" y="1"/>
                  </a:moveTo>
                  <a:lnTo>
                    <a:pt x="138" y="1"/>
                  </a:lnTo>
                  <a:lnTo>
                    <a:pt x="128" y="9"/>
                  </a:lnTo>
                  <a:lnTo>
                    <a:pt x="120" y="18"/>
                  </a:lnTo>
                  <a:lnTo>
                    <a:pt x="104" y="38"/>
                  </a:lnTo>
                  <a:lnTo>
                    <a:pt x="90" y="59"/>
                  </a:lnTo>
                  <a:lnTo>
                    <a:pt x="77" y="80"/>
                  </a:lnTo>
                  <a:lnTo>
                    <a:pt x="77" y="80"/>
                  </a:lnTo>
                  <a:lnTo>
                    <a:pt x="66" y="93"/>
                  </a:lnTo>
                  <a:lnTo>
                    <a:pt x="56" y="106"/>
                  </a:lnTo>
                  <a:lnTo>
                    <a:pt x="35" y="133"/>
                  </a:lnTo>
                  <a:lnTo>
                    <a:pt x="35" y="133"/>
                  </a:lnTo>
                  <a:lnTo>
                    <a:pt x="26" y="144"/>
                  </a:lnTo>
                  <a:lnTo>
                    <a:pt x="17" y="154"/>
                  </a:lnTo>
                  <a:lnTo>
                    <a:pt x="7" y="165"/>
                  </a:lnTo>
                  <a:lnTo>
                    <a:pt x="0" y="177"/>
                  </a:lnTo>
                  <a:lnTo>
                    <a:pt x="0" y="177"/>
                  </a:lnTo>
                  <a:lnTo>
                    <a:pt x="0" y="179"/>
                  </a:lnTo>
                  <a:lnTo>
                    <a:pt x="0" y="182"/>
                  </a:lnTo>
                  <a:lnTo>
                    <a:pt x="2" y="184"/>
                  </a:lnTo>
                  <a:lnTo>
                    <a:pt x="5" y="186"/>
                  </a:lnTo>
                  <a:lnTo>
                    <a:pt x="6" y="186"/>
                  </a:lnTo>
                  <a:lnTo>
                    <a:pt x="9" y="184"/>
                  </a:lnTo>
                  <a:lnTo>
                    <a:pt x="10" y="183"/>
                  </a:lnTo>
                  <a:lnTo>
                    <a:pt x="10" y="183"/>
                  </a:lnTo>
                  <a:lnTo>
                    <a:pt x="15" y="173"/>
                  </a:lnTo>
                  <a:lnTo>
                    <a:pt x="23" y="165"/>
                  </a:lnTo>
                  <a:lnTo>
                    <a:pt x="31" y="157"/>
                  </a:lnTo>
                  <a:lnTo>
                    <a:pt x="39" y="148"/>
                  </a:lnTo>
                  <a:lnTo>
                    <a:pt x="39" y="148"/>
                  </a:lnTo>
                  <a:lnTo>
                    <a:pt x="60" y="119"/>
                  </a:lnTo>
                  <a:lnTo>
                    <a:pt x="81" y="93"/>
                  </a:lnTo>
                  <a:lnTo>
                    <a:pt x="81" y="93"/>
                  </a:lnTo>
                  <a:lnTo>
                    <a:pt x="96" y="71"/>
                  </a:lnTo>
                  <a:lnTo>
                    <a:pt x="111" y="48"/>
                  </a:lnTo>
                  <a:lnTo>
                    <a:pt x="119" y="38"/>
                  </a:lnTo>
                  <a:lnTo>
                    <a:pt x="126" y="27"/>
                  </a:lnTo>
                  <a:lnTo>
                    <a:pt x="136" y="18"/>
                  </a:lnTo>
                  <a:lnTo>
                    <a:pt x="146" y="9"/>
                  </a:lnTo>
                  <a:lnTo>
                    <a:pt x="146" y="9"/>
                  </a:lnTo>
                  <a:lnTo>
                    <a:pt x="147" y="7"/>
                  </a:lnTo>
                  <a:lnTo>
                    <a:pt x="147" y="5"/>
                  </a:lnTo>
                  <a:lnTo>
                    <a:pt x="147" y="3"/>
                  </a:lnTo>
                  <a:lnTo>
                    <a:pt x="146" y="1"/>
                  </a:lnTo>
                  <a:lnTo>
                    <a:pt x="142" y="0"/>
                  </a:lnTo>
                  <a:lnTo>
                    <a:pt x="140" y="0"/>
                  </a:lnTo>
                  <a:lnTo>
                    <a:pt x="138" y="1"/>
                  </a:lnTo>
                  <a:lnTo>
                    <a:pt x="138" y="1"/>
                  </a:lnTo>
                  <a:close/>
                </a:path>
              </a:pathLst>
            </a:custGeom>
            <a:ln>
              <a:solidFill>
                <a:schemeClr val="accent1">
                  <a:alpha val="35000"/>
                </a:schemeClr>
              </a:solidFill>
            </a:ln>
          </p:spPr>
          <p:style>
            <a:lnRef idx="0">
              <a:srgbClr val="FFFFFF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9" name="Freeform 530"/>
            <p:cNvSpPr/>
            <p:nvPr>
              <p:custDataLst>
                <p:tags r:id="rId12"/>
              </p:custDataLst>
            </p:nvPr>
          </p:nvSpPr>
          <p:spPr bwMode="auto">
            <a:xfrm>
              <a:off x="2454276" y="1998663"/>
              <a:ext cx="158750" cy="241300"/>
            </a:xfrm>
            <a:custGeom>
              <a:avLst/>
              <a:gdLst/>
              <a:ahLst/>
              <a:cxnLst>
                <a:cxn ang="0">
                  <a:pos x="388" y="4"/>
                </a:cxn>
                <a:cxn ang="0">
                  <a:pos x="382" y="17"/>
                </a:cxn>
                <a:cxn ang="0">
                  <a:pos x="374" y="29"/>
                </a:cxn>
                <a:cxn ang="0">
                  <a:pos x="348" y="73"/>
                </a:cxn>
                <a:cxn ang="0">
                  <a:pos x="294" y="156"/>
                </a:cxn>
                <a:cxn ang="0">
                  <a:pos x="181" y="323"/>
                </a:cxn>
                <a:cxn ang="0">
                  <a:pos x="158" y="362"/>
                </a:cxn>
                <a:cxn ang="0">
                  <a:pos x="112" y="439"/>
                </a:cxn>
                <a:cxn ang="0">
                  <a:pos x="87" y="477"/>
                </a:cxn>
                <a:cxn ang="0">
                  <a:pos x="39" y="549"/>
                </a:cxn>
                <a:cxn ang="0">
                  <a:pos x="18" y="575"/>
                </a:cxn>
                <a:cxn ang="0">
                  <a:pos x="0" y="604"/>
                </a:cxn>
                <a:cxn ang="0">
                  <a:pos x="0" y="607"/>
                </a:cxn>
                <a:cxn ang="0">
                  <a:pos x="2" y="611"/>
                </a:cxn>
                <a:cxn ang="0">
                  <a:pos x="7" y="611"/>
                </a:cxn>
                <a:cxn ang="0">
                  <a:pos x="11" y="608"/>
                </a:cxn>
                <a:cxn ang="0">
                  <a:pos x="15" y="599"/>
                </a:cxn>
                <a:cxn ang="0">
                  <a:pos x="31" y="577"/>
                </a:cxn>
                <a:cxn ang="0">
                  <a:pos x="55" y="547"/>
                </a:cxn>
                <a:cxn ang="0">
                  <a:pos x="78" y="511"/>
                </a:cxn>
                <a:cxn ang="0">
                  <a:pos x="103" y="476"/>
                </a:cxn>
                <a:cxn ang="0">
                  <a:pos x="128" y="437"/>
                </a:cxn>
                <a:cxn ang="0">
                  <a:pos x="174" y="358"/>
                </a:cxn>
                <a:cxn ang="0">
                  <a:pos x="198" y="320"/>
                </a:cxn>
                <a:cxn ang="0">
                  <a:pos x="310" y="152"/>
                </a:cxn>
                <a:cxn ang="0">
                  <a:pos x="363" y="69"/>
                </a:cxn>
                <a:cxn ang="0">
                  <a:pos x="383" y="39"/>
                </a:cxn>
                <a:cxn ang="0">
                  <a:pos x="397" y="14"/>
                </a:cxn>
                <a:cxn ang="0">
                  <a:pos x="400" y="6"/>
                </a:cxn>
                <a:cxn ang="0">
                  <a:pos x="399" y="1"/>
                </a:cxn>
                <a:cxn ang="0">
                  <a:pos x="391" y="0"/>
                </a:cxn>
                <a:cxn ang="0">
                  <a:pos x="388" y="4"/>
                </a:cxn>
              </a:cxnLst>
              <a:rect l="0" t="0" r="r" b="b"/>
              <a:pathLst>
                <a:path w="400" h="611">
                  <a:moveTo>
                    <a:pt x="388" y="4"/>
                  </a:moveTo>
                  <a:lnTo>
                    <a:pt x="388" y="4"/>
                  </a:lnTo>
                  <a:lnTo>
                    <a:pt x="386" y="10"/>
                  </a:lnTo>
                  <a:lnTo>
                    <a:pt x="382" y="17"/>
                  </a:lnTo>
                  <a:lnTo>
                    <a:pt x="374" y="29"/>
                  </a:lnTo>
                  <a:lnTo>
                    <a:pt x="374" y="29"/>
                  </a:lnTo>
                  <a:lnTo>
                    <a:pt x="348" y="73"/>
                  </a:lnTo>
                  <a:lnTo>
                    <a:pt x="348" y="73"/>
                  </a:lnTo>
                  <a:lnTo>
                    <a:pt x="321" y="115"/>
                  </a:lnTo>
                  <a:lnTo>
                    <a:pt x="294" y="156"/>
                  </a:lnTo>
                  <a:lnTo>
                    <a:pt x="294" y="156"/>
                  </a:lnTo>
                  <a:lnTo>
                    <a:pt x="181" y="323"/>
                  </a:lnTo>
                  <a:lnTo>
                    <a:pt x="181" y="323"/>
                  </a:lnTo>
                  <a:lnTo>
                    <a:pt x="158" y="362"/>
                  </a:lnTo>
                  <a:lnTo>
                    <a:pt x="136" y="401"/>
                  </a:lnTo>
                  <a:lnTo>
                    <a:pt x="112" y="439"/>
                  </a:lnTo>
                  <a:lnTo>
                    <a:pt x="87" y="477"/>
                  </a:lnTo>
                  <a:lnTo>
                    <a:pt x="87" y="477"/>
                  </a:lnTo>
                  <a:lnTo>
                    <a:pt x="62" y="513"/>
                  </a:lnTo>
                  <a:lnTo>
                    <a:pt x="39" y="549"/>
                  </a:lnTo>
                  <a:lnTo>
                    <a:pt x="39" y="549"/>
                  </a:lnTo>
                  <a:lnTo>
                    <a:pt x="18" y="575"/>
                  </a:lnTo>
                  <a:lnTo>
                    <a:pt x="7" y="590"/>
                  </a:lnTo>
                  <a:lnTo>
                    <a:pt x="0" y="604"/>
                  </a:lnTo>
                  <a:lnTo>
                    <a:pt x="0" y="604"/>
                  </a:lnTo>
                  <a:lnTo>
                    <a:pt x="0" y="607"/>
                  </a:lnTo>
                  <a:lnTo>
                    <a:pt x="1" y="609"/>
                  </a:lnTo>
                  <a:lnTo>
                    <a:pt x="2" y="611"/>
                  </a:lnTo>
                  <a:lnTo>
                    <a:pt x="4" y="611"/>
                  </a:lnTo>
                  <a:lnTo>
                    <a:pt x="7" y="611"/>
                  </a:lnTo>
                  <a:lnTo>
                    <a:pt x="10" y="609"/>
                  </a:lnTo>
                  <a:lnTo>
                    <a:pt x="11" y="608"/>
                  </a:lnTo>
                  <a:lnTo>
                    <a:pt x="11" y="608"/>
                  </a:lnTo>
                  <a:lnTo>
                    <a:pt x="15" y="599"/>
                  </a:lnTo>
                  <a:lnTo>
                    <a:pt x="19" y="591"/>
                  </a:lnTo>
                  <a:lnTo>
                    <a:pt x="31" y="577"/>
                  </a:lnTo>
                  <a:lnTo>
                    <a:pt x="43" y="561"/>
                  </a:lnTo>
                  <a:lnTo>
                    <a:pt x="55" y="547"/>
                  </a:lnTo>
                  <a:lnTo>
                    <a:pt x="55" y="547"/>
                  </a:lnTo>
                  <a:lnTo>
                    <a:pt x="78" y="511"/>
                  </a:lnTo>
                  <a:lnTo>
                    <a:pt x="103" y="476"/>
                  </a:lnTo>
                  <a:lnTo>
                    <a:pt x="103" y="476"/>
                  </a:lnTo>
                  <a:lnTo>
                    <a:pt x="116" y="456"/>
                  </a:lnTo>
                  <a:lnTo>
                    <a:pt x="128" y="437"/>
                  </a:lnTo>
                  <a:lnTo>
                    <a:pt x="151" y="397"/>
                  </a:lnTo>
                  <a:lnTo>
                    <a:pt x="174" y="358"/>
                  </a:lnTo>
                  <a:lnTo>
                    <a:pt x="198" y="320"/>
                  </a:lnTo>
                  <a:lnTo>
                    <a:pt x="198" y="320"/>
                  </a:lnTo>
                  <a:lnTo>
                    <a:pt x="310" y="152"/>
                  </a:lnTo>
                  <a:lnTo>
                    <a:pt x="310" y="152"/>
                  </a:lnTo>
                  <a:lnTo>
                    <a:pt x="337" y="111"/>
                  </a:lnTo>
                  <a:lnTo>
                    <a:pt x="363" y="69"/>
                  </a:lnTo>
                  <a:lnTo>
                    <a:pt x="363" y="69"/>
                  </a:lnTo>
                  <a:lnTo>
                    <a:pt x="383" y="39"/>
                  </a:lnTo>
                  <a:lnTo>
                    <a:pt x="393" y="22"/>
                  </a:lnTo>
                  <a:lnTo>
                    <a:pt x="397" y="14"/>
                  </a:lnTo>
                  <a:lnTo>
                    <a:pt x="400" y="6"/>
                  </a:lnTo>
                  <a:lnTo>
                    <a:pt x="400" y="6"/>
                  </a:lnTo>
                  <a:lnTo>
                    <a:pt x="400" y="4"/>
                  </a:lnTo>
                  <a:lnTo>
                    <a:pt x="399" y="1"/>
                  </a:lnTo>
                  <a:lnTo>
                    <a:pt x="395" y="0"/>
                  </a:lnTo>
                  <a:lnTo>
                    <a:pt x="391" y="0"/>
                  </a:lnTo>
                  <a:lnTo>
                    <a:pt x="389" y="1"/>
                  </a:lnTo>
                  <a:lnTo>
                    <a:pt x="388" y="4"/>
                  </a:lnTo>
                  <a:lnTo>
                    <a:pt x="388" y="4"/>
                  </a:lnTo>
                  <a:close/>
                </a:path>
              </a:pathLst>
            </a:custGeom>
            <a:ln>
              <a:solidFill>
                <a:schemeClr val="accent1">
                  <a:alpha val="35000"/>
                </a:schemeClr>
              </a:solidFill>
            </a:ln>
          </p:spPr>
          <p:style>
            <a:lnRef idx="0">
              <a:srgbClr val="FFFFFF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20" name="Freeform 531"/>
            <p:cNvSpPr/>
            <p:nvPr>
              <p:custDataLst>
                <p:tags r:id="rId13"/>
              </p:custDataLst>
            </p:nvPr>
          </p:nvSpPr>
          <p:spPr bwMode="auto">
            <a:xfrm>
              <a:off x="2509838" y="2046288"/>
              <a:ext cx="133350" cy="195263"/>
            </a:xfrm>
            <a:custGeom>
              <a:avLst/>
              <a:gdLst/>
              <a:ahLst/>
              <a:cxnLst>
                <a:cxn ang="0">
                  <a:pos x="328" y="2"/>
                </a:cxn>
                <a:cxn ang="0">
                  <a:pos x="328" y="2"/>
                </a:cxn>
                <a:cxn ang="0">
                  <a:pos x="307" y="31"/>
                </a:cxn>
                <a:cxn ang="0">
                  <a:pos x="286" y="60"/>
                </a:cxn>
                <a:cxn ang="0">
                  <a:pos x="246" y="120"/>
                </a:cxn>
                <a:cxn ang="0">
                  <a:pos x="207" y="180"/>
                </a:cxn>
                <a:cxn ang="0">
                  <a:pos x="167" y="240"/>
                </a:cxn>
                <a:cxn ang="0">
                  <a:pos x="167" y="240"/>
                </a:cxn>
                <a:cxn ang="0">
                  <a:pos x="123" y="304"/>
                </a:cxn>
                <a:cxn ang="0">
                  <a:pos x="78" y="367"/>
                </a:cxn>
                <a:cxn ang="0">
                  <a:pos x="78" y="367"/>
                </a:cxn>
                <a:cxn ang="0">
                  <a:pos x="58" y="394"/>
                </a:cxn>
                <a:cxn ang="0">
                  <a:pos x="39" y="423"/>
                </a:cxn>
                <a:cxn ang="0">
                  <a:pos x="1" y="481"/>
                </a:cxn>
                <a:cxn ang="0">
                  <a:pos x="1" y="481"/>
                </a:cxn>
                <a:cxn ang="0">
                  <a:pos x="0" y="483"/>
                </a:cxn>
                <a:cxn ang="0">
                  <a:pos x="0" y="486"/>
                </a:cxn>
                <a:cxn ang="0">
                  <a:pos x="3" y="489"/>
                </a:cxn>
                <a:cxn ang="0">
                  <a:pos x="7" y="490"/>
                </a:cxn>
                <a:cxn ang="0">
                  <a:pos x="9" y="489"/>
                </a:cxn>
                <a:cxn ang="0">
                  <a:pos x="10" y="487"/>
                </a:cxn>
                <a:cxn ang="0">
                  <a:pos x="10" y="487"/>
                </a:cxn>
                <a:cxn ang="0">
                  <a:pos x="46" y="434"/>
                </a:cxn>
                <a:cxn ang="0">
                  <a:pos x="63" y="408"/>
                </a:cxn>
                <a:cxn ang="0">
                  <a:pos x="81" y="381"/>
                </a:cxn>
                <a:cxn ang="0">
                  <a:pos x="81" y="381"/>
                </a:cxn>
                <a:cxn ang="0">
                  <a:pos x="127" y="319"/>
                </a:cxn>
                <a:cxn ang="0">
                  <a:pos x="171" y="256"/>
                </a:cxn>
                <a:cxn ang="0">
                  <a:pos x="171" y="256"/>
                </a:cxn>
                <a:cxn ang="0">
                  <a:pos x="212" y="193"/>
                </a:cxn>
                <a:cxn ang="0">
                  <a:pos x="252" y="130"/>
                </a:cxn>
                <a:cxn ang="0">
                  <a:pos x="294" y="68"/>
                </a:cxn>
                <a:cxn ang="0">
                  <a:pos x="317" y="37"/>
                </a:cxn>
                <a:cxn ang="0">
                  <a:pos x="337" y="7"/>
                </a:cxn>
                <a:cxn ang="0">
                  <a:pos x="337" y="7"/>
                </a:cxn>
                <a:cxn ang="0">
                  <a:pos x="339" y="5"/>
                </a:cxn>
                <a:cxn ang="0">
                  <a:pos x="339" y="3"/>
                </a:cxn>
                <a:cxn ang="0">
                  <a:pos x="337" y="2"/>
                </a:cxn>
                <a:cxn ang="0">
                  <a:pos x="336" y="0"/>
                </a:cxn>
                <a:cxn ang="0">
                  <a:pos x="332" y="0"/>
                </a:cxn>
                <a:cxn ang="0">
                  <a:pos x="330" y="0"/>
                </a:cxn>
                <a:cxn ang="0">
                  <a:pos x="328" y="2"/>
                </a:cxn>
                <a:cxn ang="0">
                  <a:pos x="328" y="2"/>
                </a:cxn>
              </a:cxnLst>
              <a:rect l="0" t="0" r="r" b="b"/>
              <a:pathLst>
                <a:path w="339" h="490">
                  <a:moveTo>
                    <a:pt x="328" y="2"/>
                  </a:moveTo>
                  <a:lnTo>
                    <a:pt x="328" y="2"/>
                  </a:lnTo>
                  <a:lnTo>
                    <a:pt x="307" y="31"/>
                  </a:lnTo>
                  <a:lnTo>
                    <a:pt x="286" y="60"/>
                  </a:lnTo>
                  <a:lnTo>
                    <a:pt x="246" y="120"/>
                  </a:lnTo>
                  <a:lnTo>
                    <a:pt x="207" y="180"/>
                  </a:lnTo>
                  <a:lnTo>
                    <a:pt x="167" y="240"/>
                  </a:lnTo>
                  <a:lnTo>
                    <a:pt x="167" y="240"/>
                  </a:lnTo>
                  <a:lnTo>
                    <a:pt x="123" y="304"/>
                  </a:lnTo>
                  <a:lnTo>
                    <a:pt x="78" y="367"/>
                  </a:lnTo>
                  <a:lnTo>
                    <a:pt x="78" y="367"/>
                  </a:lnTo>
                  <a:lnTo>
                    <a:pt x="58" y="394"/>
                  </a:lnTo>
                  <a:lnTo>
                    <a:pt x="39" y="423"/>
                  </a:lnTo>
                  <a:lnTo>
                    <a:pt x="1" y="481"/>
                  </a:lnTo>
                  <a:lnTo>
                    <a:pt x="1" y="481"/>
                  </a:lnTo>
                  <a:lnTo>
                    <a:pt x="0" y="483"/>
                  </a:lnTo>
                  <a:lnTo>
                    <a:pt x="0" y="486"/>
                  </a:lnTo>
                  <a:lnTo>
                    <a:pt x="3" y="489"/>
                  </a:lnTo>
                  <a:lnTo>
                    <a:pt x="7" y="490"/>
                  </a:lnTo>
                  <a:lnTo>
                    <a:pt x="9" y="489"/>
                  </a:lnTo>
                  <a:lnTo>
                    <a:pt x="10" y="487"/>
                  </a:lnTo>
                  <a:lnTo>
                    <a:pt x="10" y="487"/>
                  </a:lnTo>
                  <a:lnTo>
                    <a:pt x="46" y="434"/>
                  </a:lnTo>
                  <a:lnTo>
                    <a:pt x="63" y="408"/>
                  </a:lnTo>
                  <a:lnTo>
                    <a:pt x="81" y="381"/>
                  </a:lnTo>
                  <a:lnTo>
                    <a:pt x="81" y="381"/>
                  </a:lnTo>
                  <a:lnTo>
                    <a:pt x="127" y="319"/>
                  </a:lnTo>
                  <a:lnTo>
                    <a:pt x="171" y="256"/>
                  </a:lnTo>
                  <a:lnTo>
                    <a:pt x="171" y="256"/>
                  </a:lnTo>
                  <a:lnTo>
                    <a:pt x="212" y="193"/>
                  </a:lnTo>
                  <a:lnTo>
                    <a:pt x="252" y="130"/>
                  </a:lnTo>
                  <a:lnTo>
                    <a:pt x="294" y="68"/>
                  </a:lnTo>
                  <a:lnTo>
                    <a:pt x="317" y="37"/>
                  </a:lnTo>
                  <a:lnTo>
                    <a:pt x="337" y="7"/>
                  </a:lnTo>
                  <a:lnTo>
                    <a:pt x="337" y="7"/>
                  </a:lnTo>
                  <a:lnTo>
                    <a:pt x="339" y="5"/>
                  </a:lnTo>
                  <a:lnTo>
                    <a:pt x="339" y="3"/>
                  </a:lnTo>
                  <a:lnTo>
                    <a:pt x="337" y="2"/>
                  </a:lnTo>
                  <a:lnTo>
                    <a:pt x="336" y="0"/>
                  </a:lnTo>
                  <a:lnTo>
                    <a:pt x="332" y="0"/>
                  </a:lnTo>
                  <a:lnTo>
                    <a:pt x="330" y="0"/>
                  </a:lnTo>
                  <a:lnTo>
                    <a:pt x="328" y="2"/>
                  </a:lnTo>
                  <a:lnTo>
                    <a:pt x="328" y="2"/>
                  </a:lnTo>
                  <a:close/>
                </a:path>
              </a:pathLst>
            </a:custGeom>
            <a:ln>
              <a:solidFill>
                <a:schemeClr val="accent1">
                  <a:alpha val="35000"/>
                </a:schemeClr>
              </a:solidFill>
            </a:ln>
          </p:spPr>
          <p:style>
            <a:lnRef idx="0">
              <a:srgbClr val="FFFFFF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21" name="Freeform 532"/>
            <p:cNvSpPr/>
            <p:nvPr>
              <p:custDataLst>
                <p:tags r:id="rId14"/>
              </p:custDataLst>
            </p:nvPr>
          </p:nvSpPr>
          <p:spPr bwMode="auto">
            <a:xfrm>
              <a:off x="2527301" y="2079625"/>
              <a:ext cx="152400" cy="222250"/>
            </a:xfrm>
            <a:custGeom>
              <a:avLst/>
              <a:gdLst/>
              <a:ahLst/>
              <a:cxnLst>
                <a:cxn ang="0">
                  <a:pos x="374" y="3"/>
                </a:cxn>
                <a:cxn ang="0">
                  <a:pos x="374" y="3"/>
                </a:cxn>
                <a:cxn ang="0">
                  <a:pos x="362" y="16"/>
                </a:cxn>
                <a:cxn ang="0">
                  <a:pos x="349" y="31"/>
                </a:cxn>
                <a:cxn ang="0">
                  <a:pos x="327" y="61"/>
                </a:cxn>
                <a:cxn ang="0">
                  <a:pos x="306" y="93"/>
                </a:cxn>
                <a:cxn ang="0">
                  <a:pos x="285" y="124"/>
                </a:cxn>
                <a:cxn ang="0">
                  <a:pos x="285" y="124"/>
                </a:cxn>
                <a:cxn ang="0">
                  <a:pos x="259" y="162"/>
                </a:cxn>
                <a:cxn ang="0">
                  <a:pos x="235" y="200"/>
                </a:cxn>
                <a:cxn ang="0">
                  <a:pos x="212" y="239"/>
                </a:cxn>
                <a:cxn ang="0">
                  <a:pos x="188" y="277"/>
                </a:cxn>
                <a:cxn ang="0">
                  <a:pos x="188" y="277"/>
                </a:cxn>
                <a:cxn ang="0">
                  <a:pos x="165" y="315"/>
                </a:cxn>
                <a:cxn ang="0">
                  <a:pos x="140" y="353"/>
                </a:cxn>
                <a:cxn ang="0">
                  <a:pos x="114" y="390"/>
                </a:cxn>
                <a:cxn ang="0">
                  <a:pos x="99" y="407"/>
                </a:cxn>
                <a:cxn ang="0">
                  <a:pos x="85" y="424"/>
                </a:cxn>
                <a:cxn ang="0">
                  <a:pos x="85" y="424"/>
                </a:cxn>
                <a:cxn ang="0">
                  <a:pos x="60" y="454"/>
                </a:cxn>
                <a:cxn ang="0">
                  <a:pos x="39" y="485"/>
                </a:cxn>
                <a:cxn ang="0">
                  <a:pos x="18" y="518"/>
                </a:cxn>
                <a:cxn ang="0">
                  <a:pos x="1" y="552"/>
                </a:cxn>
                <a:cxn ang="0">
                  <a:pos x="1" y="552"/>
                </a:cxn>
                <a:cxn ang="0">
                  <a:pos x="0" y="554"/>
                </a:cxn>
                <a:cxn ang="0">
                  <a:pos x="0" y="556"/>
                </a:cxn>
                <a:cxn ang="0">
                  <a:pos x="2" y="560"/>
                </a:cxn>
                <a:cxn ang="0">
                  <a:pos x="6" y="560"/>
                </a:cxn>
                <a:cxn ang="0">
                  <a:pos x="9" y="560"/>
                </a:cxn>
                <a:cxn ang="0">
                  <a:pos x="10" y="557"/>
                </a:cxn>
                <a:cxn ang="0">
                  <a:pos x="10" y="557"/>
                </a:cxn>
                <a:cxn ang="0">
                  <a:pos x="30" y="522"/>
                </a:cxn>
                <a:cxn ang="0">
                  <a:pos x="51" y="488"/>
                </a:cxn>
                <a:cxn ang="0">
                  <a:pos x="74" y="456"/>
                </a:cxn>
                <a:cxn ang="0">
                  <a:pos x="99" y="425"/>
                </a:cxn>
                <a:cxn ang="0">
                  <a:pos x="99" y="425"/>
                </a:cxn>
                <a:cxn ang="0">
                  <a:pos x="112" y="411"/>
                </a:cxn>
                <a:cxn ang="0">
                  <a:pos x="123" y="395"/>
                </a:cxn>
                <a:cxn ang="0">
                  <a:pos x="145" y="365"/>
                </a:cxn>
                <a:cxn ang="0">
                  <a:pos x="187" y="301"/>
                </a:cxn>
                <a:cxn ang="0">
                  <a:pos x="187" y="301"/>
                </a:cxn>
                <a:cxn ang="0">
                  <a:pos x="210" y="265"/>
                </a:cxn>
                <a:cxn ang="0">
                  <a:pos x="233" y="229"/>
                </a:cxn>
                <a:cxn ang="0">
                  <a:pos x="277" y="157"/>
                </a:cxn>
                <a:cxn ang="0">
                  <a:pos x="277" y="157"/>
                </a:cxn>
                <a:cxn ang="0">
                  <a:pos x="301" y="120"/>
                </a:cxn>
                <a:cxn ang="0">
                  <a:pos x="325" y="86"/>
                </a:cxn>
                <a:cxn ang="0">
                  <a:pos x="325" y="86"/>
                </a:cxn>
                <a:cxn ang="0">
                  <a:pos x="352" y="47"/>
                </a:cxn>
                <a:cxn ang="0">
                  <a:pos x="366" y="27"/>
                </a:cxn>
                <a:cxn ang="0">
                  <a:pos x="383" y="10"/>
                </a:cxn>
                <a:cxn ang="0">
                  <a:pos x="383" y="10"/>
                </a:cxn>
                <a:cxn ang="0">
                  <a:pos x="384" y="8"/>
                </a:cxn>
                <a:cxn ang="0">
                  <a:pos x="384" y="6"/>
                </a:cxn>
                <a:cxn ang="0">
                  <a:pos x="382" y="3"/>
                </a:cxn>
                <a:cxn ang="0">
                  <a:pos x="379" y="0"/>
                </a:cxn>
                <a:cxn ang="0">
                  <a:pos x="376" y="1"/>
                </a:cxn>
                <a:cxn ang="0">
                  <a:pos x="374" y="3"/>
                </a:cxn>
                <a:cxn ang="0">
                  <a:pos x="374" y="3"/>
                </a:cxn>
              </a:cxnLst>
              <a:rect l="0" t="0" r="r" b="b"/>
              <a:pathLst>
                <a:path w="384" h="560">
                  <a:moveTo>
                    <a:pt x="374" y="3"/>
                  </a:moveTo>
                  <a:lnTo>
                    <a:pt x="374" y="3"/>
                  </a:lnTo>
                  <a:lnTo>
                    <a:pt x="362" y="16"/>
                  </a:lnTo>
                  <a:lnTo>
                    <a:pt x="349" y="31"/>
                  </a:lnTo>
                  <a:lnTo>
                    <a:pt x="327" y="61"/>
                  </a:lnTo>
                  <a:lnTo>
                    <a:pt x="306" y="93"/>
                  </a:lnTo>
                  <a:lnTo>
                    <a:pt x="285" y="124"/>
                  </a:lnTo>
                  <a:lnTo>
                    <a:pt x="285" y="124"/>
                  </a:lnTo>
                  <a:lnTo>
                    <a:pt x="259" y="162"/>
                  </a:lnTo>
                  <a:lnTo>
                    <a:pt x="235" y="200"/>
                  </a:lnTo>
                  <a:lnTo>
                    <a:pt x="212" y="239"/>
                  </a:lnTo>
                  <a:lnTo>
                    <a:pt x="188" y="277"/>
                  </a:lnTo>
                  <a:lnTo>
                    <a:pt x="188" y="277"/>
                  </a:lnTo>
                  <a:lnTo>
                    <a:pt x="165" y="315"/>
                  </a:lnTo>
                  <a:lnTo>
                    <a:pt x="140" y="353"/>
                  </a:lnTo>
                  <a:lnTo>
                    <a:pt x="114" y="390"/>
                  </a:lnTo>
                  <a:lnTo>
                    <a:pt x="99" y="407"/>
                  </a:lnTo>
                  <a:lnTo>
                    <a:pt x="85" y="424"/>
                  </a:lnTo>
                  <a:lnTo>
                    <a:pt x="85" y="424"/>
                  </a:lnTo>
                  <a:lnTo>
                    <a:pt x="60" y="454"/>
                  </a:lnTo>
                  <a:lnTo>
                    <a:pt x="39" y="485"/>
                  </a:lnTo>
                  <a:lnTo>
                    <a:pt x="18" y="518"/>
                  </a:lnTo>
                  <a:lnTo>
                    <a:pt x="1" y="552"/>
                  </a:lnTo>
                  <a:lnTo>
                    <a:pt x="1" y="552"/>
                  </a:lnTo>
                  <a:lnTo>
                    <a:pt x="0" y="554"/>
                  </a:lnTo>
                  <a:lnTo>
                    <a:pt x="0" y="556"/>
                  </a:lnTo>
                  <a:lnTo>
                    <a:pt x="2" y="560"/>
                  </a:lnTo>
                  <a:lnTo>
                    <a:pt x="6" y="560"/>
                  </a:lnTo>
                  <a:lnTo>
                    <a:pt x="9" y="560"/>
                  </a:lnTo>
                  <a:lnTo>
                    <a:pt x="10" y="557"/>
                  </a:lnTo>
                  <a:lnTo>
                    <a:pt x="10" y="557"/>
                  </a:lnTo>
                  <a:lnTo>
                    <a:pt x="30" y="522"/>
                  </a:lnTo>
                  <a:lnTo>
                    <a:pt x="51" y="488"/>
                  </a:lnTo>
                  <a:lnTo>
                    <a:pt x="74" y="456"/>
                  </a:lnTo>
                  <a:lnTo>
                    <a:pt x="99" y="425"/>
                  </a:lnTo>
                  <a:lnTo>
                    <a:pt x="99" y="425"/>
                  </a:lnTo>
                  <a:lnTo>
                    <a:pt x="112" y="411"/>
                  </a:lnTo>
                  <a:lnTo>
                    <a:pt x="123" y="395"/>
                  </a:lnTo>
                  <a:lnTo>
                    <a:pt x="145" y="365"/>
                  </a:lnTo>
                  <a:lnTo>
                    <a:pt x="187" y="301"/>
                  </a:lnTo>
                  <a:lnTo>
                    <a:pt x="187" y="301"/>
                  </a:lnTo>
                  <a:lnTo>
                    <a:pt x="210" y="265"/>
                  </a:lnTo>
                  <a:lnTo>
                    <a:pt x="233" y="229"/>
                  </a:lnTo>
                  <a:lnTo>
                    <a:pt x="277" y="157"/>
                  </a:lnTo>
                  <a:lnTo>
                    <a:pt x="277" y="157"/>
                  </a:lnTo>
                  <a:lnTo>
                    <a:pt x="301" y="120"/>
                  </a:lnTo>
                  <a:lnTo>
                    <a:pt x="325" y="86"/>
                  </a:lnTo>
                  <a:lnTo>
                    <a:pt x="325" y="86"/>
                  </a:lnTo>
                  <a:lnTo>
                    <a:pt x="352" y="47"/>
                  </a:lnTo>
                  <a:lnTo>
                    <a:pt x="366" y="27"/>
                  </a:lnTo>
                  <a:lnTo>
                    <a:pt x="383" y="10"/>
                  </a:lnTo>
                  <a:lnTo>
                    <a:pt x="383" y="10"/>
                  </a:lnTo>
                  <a:lnTo>
                    <a:pt x="384" y="8"/>
                  </a:lnTo>
                  <a:lnTo>
                    <a:pt x="384" y="6"/>
                  </a:lnTo>
                  <a:lnTo>
                    <a:pt x="382" y="3"/>
                  </a:lnTo>
                  <a:lnTo>
                    <a:pt x="379" y="0"/>
                  </a:lnTo>
                  <a:lnTo>
                    <a:pt x="376" y="1"/>
                  </a:lnTo>
                  <a:lnTo>
                    <a:pt x="374" y="3"/>
                  </a:lnTo>
                  <a:lnTo>
                    <a:pt x="374" y="3"/>
                  </a:lnTo>
                  <a:close/>
                </a:path>
              </a:pathLst>
            </a:custGeom>
            <a:ln>
              <a:solidFill>
                <a:schemeClr val="accent1">
                  <a:alpha val="35000"/>
                </a:schemeClr>
              </a:solidFill>
            </a:ln>
          </p:spPr>
          <p:style>
            <a:lnRef idx="0">
              <a:srgbClr val="FFFFFF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22" name="Freeform 533"/>
            <p:cNvSpPr/>
            <p:nvPr>
              <p:custDataLst>
                <p:tags r:id="rId15"/>
              </p:custDataLst>
            </p:nvPr>
          </p:nvSpPr>
          <p:spPr bwMode="auto">
            <a:xfrm>
              <a:off x="2546351" y="2112963"/>
              <a:ext cx="173038" cy="250825"/>
            </a:xfrm>
            <a:custGeom>
              <a:avLst/>
              <a:gdLst/>
              <a:ahLst/>
              <a:cxnLst>
                <a:cxn ang="0">
                  <a:pos x="427" y="2"/>
                </a:cxn>
                <a:cxn ang="0">
                  <a:pos x="374" y="77"/>
                </a:cxn>
                <a:cxn ang="0">
                  <a:pos x="324" y="154"/>
                </a:cxn>
                <a:cxn ang="0">
                  <a:pos x="204" y="327"/>
                </a:cxn>
                <a:cxn ang="0">
                  <a:pos x="179" y="364"/>
                </a:cxn>
                <a:cxn ang="0">
                  <a:pos x="154" y="402"/>
                </a:cxn>
                <a:cxn ang="0">
                  <a:pos x="134" y="427"/>
                </a:cxn>
                <a:cxn ang="0">
                  <a:pos x="129" y="436"/>
                </a:cxn>
                <a:cxn ang="0">
                  <a:pos x="107" y="476"/>
                </a:cxn>
                <a:cxn ang="0">
                  <a:pos x="91" y="497"/>
                </a:cxn>
                <a:cxn ang="0">
                  <a:pos x="58" y="536"/>
                </a:cxn>
                <a:cxn ang="0">
                  <a:pos x="43" y="557"/>
                </a:cxn>
                <a:cxn ang="0">
                  <a:pos x="11" y="597"/>
                </a:cxn>
                <a:cxn ang="0">
                  <a:pos x="2" y="616"/>
                </a:cxn>
                <a:cxn ang="0">
                  <a:pos x="0" y="625"/>
                </a:cxn>
                <a:cxn ang="0">
                  <a:pos x="1" y="629"/>
                </a:cxn>
                <a:cxn ang="0">
                  <a:pos x="6" y="631"/>
                </a:cxn>
                <a:cxn ang="0">
                  <a:pos x="10" y="630"/>
                </a:cxn>
                <a:cxn ang="0">
                  <a:pos x="10" y="627"/>
                </a:cxn>
                <a:cxn ang="0">
                  <a:pos x="19" y="609"/>
                </a:cxn>
                <a:cxn ang="0">
                  <a:pos x="32" y="592"/>
                </a:cxn>
                <a:cxn ang="0">
                  <a:pos x="54" y="561"/>
                </a:cxn>
                <a:cxn ang="0">
                  <a:pos x="62" y="550"/>
                </a:cxn>
                <a:cxn ang="0">
                  <a:pos x="90" y="518"/>
                </a:cxn>
                <a:cxn ang="0">
                  <a:pos x="116" y="482"/>
                </a:cxn>
                <a:cxn ang="0">
                  <a:pos x="137" y="448"/>
                </a:cxn>
                <a:cxn ang="0">
                  <a:pos x="158" y="415"/>
                </a:cxn>
                <a:cxn ang="0">
                  <a:pos x="174" y="395"/>
                </a:cxn>
                <a:cxn ang="0">
                  <a:pos x="214" y="332"/>
                </a:cxn>
                <a:cxn ang="0">
                  <a:pos x="268" y="253"/>
                </a:cxn>
                <a:cxn ang="0">
                  <a:pos x="323" y="176"/>
                </a:cxn>
                <a:cxn ang="0">
                  <a:pos x="378" y="92"/>
                </a:cxn>
                <a:cxn ang="0">
                  <a:pos x="421" y="30"/>
                </a:cxn>
                <a:cxn ang="0">
                  <a:pos x="435" y="10"/>
                </a:cxn>
                <a:cxn ang="0">
                  <a:pos x="436" y="6"/>
                </a:cxn>
                <a:cxn ang="0">
                  <a:pos x="433" y="1"/>
                </a:cxn>
                <a:cxn ang="0">
                  <a:pos x="429" y="1"/>
                </a:cxn>
                <a:cxn ang="0">
                  <a:pos x="427" y="2"/>
                </a:cxn>
              </a:cxnLst>
              <a:rect l="0" t="0" r="r" b="b"/>
              <a:pathLst>
                <a:path w="436" h="631">
                  <a:moveTo>
                    <a:pt x="427" y="2"/>
                  </a:moveTo>
                  <a:lnTo>
                    <a:pt x="427" y="2"/>
                  </a:lnTo>
                  <a:lnTo>
                    <a:pt x="400" y="39"/>
                  </a:lnTo>
                  <a:lnTo>
                    <a:pt x="374" y="77"/>
                  </a:lnTo>
                  <a:lnTo>
                    <a:pt x="324" y="154"/>
                  </a:lnTo>
                  <a:lnTo>
                    <a:pt x="324" y="154"/>
                  </a:lnTo>
                  <a:lnTo>
                    <a:pt x="264" y="240"/>
                  </a:lnTo>
                  <a:lnTo>
                    <a:pt x="204" y="327"/>
                  </a:lnTo>
                  <a:lnTo>
                    <a:pt x="204" y="327"/>
                  </a:lnTo>
                  <a:lnTo>
                    <a:pt x="179" y="364"/>
                  </a:lnTo>
                  <a:lnTo>
                    <a:pt x="154" y="402"/>
                  </a:lnTo>
                  <a:lnTo>
                    <a:pt x="154" y="402"/>
                  </a:lnTo>
                  <a:lnTo>
                    <a:pt x="141" y="419"/>
                  </a:lnTo>
                  <a:lnTo>
                    <a:pt x="134" y="427"/>
                  </a:lnTo>
                  <a:lnTo>
                    <a:pt x="129" y="436"/>
                  </a:lnTo>
                  <a:lnTo>
                    <a:pt x="129" y="436"/>
                  </a:lnTo>
                  <a:lnTo>
                    <a:pt x="119" y="457"/>
                  </a:lnTo>
                  <a:lnTo>
                    <a:pt x="107" y="476"/>
                  </a:lnTo>
                  <a:lnTo>
                    <a:pt x="107" y="476"/>
                  </a:lnTo>
                  <a:lnTo>
                    <a:pt x="91" y="497"/>
                  </a:lnTo>
                  <a:lnTo>
                    <a:pt x="74" y="516"/>
                  </a:lnTo>
                  <a:lnTo>
                    <a:pt x="58" y="536"/>
                  </a:lnTo>
                  <a:lnTo>
                    <a:pt x="43" y="557"/>
                  </a:lnTo>
                  <a:lnTo>
                    <a:pt x="43" y="557"/>
                  </a:lnTo>
                  <a:lnTo>
                    <a:pt x="17" y="588"/>
                  </a:lnTo>
                  <a:lnTo>
                    <a:pt x="11" y="597"/>
                  </a:lnTo>
                  <a:lnTo>
                    <a:pt x="6" y="606"/>
                  </a:lnTo>
                  <a:lnTo>
                    <a:pt x="2" y="616"/>
                  </a:lnTo>
                  <a:lnTo>
                    <a:pt x="0" y="625"/>
                  </a:lnTo>
                  <a:lnTo>
                    <a:pt x="0" y="625"/>
                  </a:lnTo>
                  <a:lnTo>
                    <a:pt x="0" y="627"/>
                  </a:lnTo>
                  <a:lnTo>
                    <a:pt x="1" y="629"/>
                  </a:lnTo>
                  <a:lnTo>
                    <a:pt x="5" y="631"/>
                  </a:lnTo>
                  <a:lnTo>
                    <a:pt x="6" y="631"/>
                  </a:lnTo>
                  <a:lnTo>
                    <a:pt x="9" y="631"/>
                  </a:lnTo>
                  <a:lnTo>
                    <a:pt x="10" y="630"/>
                  </a:lnTo>
                  <a:lnTo>
                    <a:pt x="10" y="627"/>
                  </a:lnTo>
                  <a:lnTo>
                    <a:pt x="10" y="627"/>
                  </a:lnTo>
                  <a:lnTo>
                    <a:pt x="14" y="618"/>
                  </a:lnTo>
                  <a:lnTo>
                    <a:pt x="19" y="609"/>
                  </a:lnTo>
                  <a:lnTo>
                    <a:pt x="32" y="592"/>
                  </a:lnTo>
                  <a:lnTo>
                    <a:pt x="32" y="592"/>
                  </a:lnTo>
                  <a:lnTo>
                    <a:pt x="47" y="570"/>
                  </a:lnTo>
                  <a:lnTo>
                    <a:pt x="54" y="561"/>
                  </a:lnTo>
                  <a:lnTo>
                    <a:pt x="62" y="550"/>
                  </a:lnTo>
                  <a:lnTo>
                    <a:pt x="62" y="550"/>
                  </a:lnTo>
                  <a:lnTo>
                    <a:pt x="77" y="535"/>
                  </a:lnTo>
                  <a:lnTo>
                    <a:pt x="90" y="518"/>
                  </a:lnTo>
                  <a:lnTo>
                    <a:pt x="116" y="482"/>
                  </a:lnTo>
                  <a:lnTo>
                    <a:pt x="116" y="482"/>
                  </a:lnTo>
                  <a:lnTo>
                    <a:pt x="128" y="465"/>
                  </a:lnTo>
                  <a:lnTo>
                    <a:pt x="137" y="448"/>
                  </a:lnTo>
                  <a:lnTo>
                    <a:pt x="147" y="431"/>
                  </a:lnTo>
                  <a:lnTo>
                    <a:pt x="158" y="415"/>
                  </a:lnTo>
                  <a:lnTo>
                    <a:pt x="158" y="415"/>
                  </a:lnTo>
                  <a:lnTo>
                    <a:pt x="174" y="395"/>
                  </a:lnTo>
                  <a:lnTo>
                    <a:pt x="187" y="374"/>
                  </a:lnTo>
                  <a:lnTo>
                    <a:pt x="214" y="332"/>
                  </a:lnTo>
                  <a:lnTo>
                    <a:pt x="214" y="332"/>
                  </a:lnTo>
                  <a:lnTo>
                    <a:pt x="268" y="253"/>
                  </a:lnTo>
                  <a:lnTo>
                    <a:pt x="323" y="176"/>
                  </a:lnTo>
                  <a:lnTo>
                    <a:pt x="323" y="176"/>
                  </a:lnTo>
                  <a:lnTo>
                    <a:pt x="350" y="134"/>
                  </a:lnTo>
                  <a:lnTo>
                    <a:pt x="378" y="92"/>
                  </a:lnTo>
                  <a:lnTo>
                    <a:pt x="406" y="51"/>
                  </a:lnTo>
                  <a:lnTo>
                    <a:pt x="421" y="30"/>
                  </a:lnTo>
                  <a:lnTo>
                    <a:pt x="435" y="10"/>
                  </a:lnTo>
                  <a:lnTo>
                    <a:pt x="435" y="10"/>
                  </a:lnTo>
                  <a:lnTo>
                    <a:pt x="436" y="7"/>
                  </a:lnTo>
                  <a:lnTo>
                    <a:pt x="436" y="6"/>
                  </a:lnTo>
                  <a:lnTo>
                    <a:pt x="435" y="2"/>
                  </a:lnTo>
                  <a:lnTo>
                    <a:pt x="433" y="1"/>
                  </a:lnTo>
                  <a:lnTo>
                    <a:pt x="431" y="0"/>
                  </a:lnTo>
                  <a:lnTo>
                    <a:pt x="429" y="1"/>
                  </a:lnTo>
                  <a:lnTo>
                    <a:pt x="427" y="2"/>
                  </a:lnTo>
                  <a:lnTo>
                    <a:pt x="427" y="2"/>
                  </a:lnTo>
                  <a:close/>
                </a:path>
              </a:pathLst>
            </a:custGeom>
            <a:ln>
              <a:solidFill>
                <a:schemeClr val="accent1">
                  <a:alpha val="35000"/>
                </a:schemeClr>
              </a:solidFill>
            </a:ln>
          </p:spPr>
          <p:style>
            <a:lnRef idx="0">
              <a:srgbClr val="FFFFFF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23" name="Freeform 534"/>
            <p:cNvSpPr/>
            <p:nvPr>
              <p:custDataLst>
                <p:tags r:id="rId16"/>
              </p:custDataLst>
            </p:nvPr>
          </p:nvSpPr>
          <p:spPr bwMode="auto">
            <a:xfrm>
              <a:off x="2122488" y="2501900"/>
              <a:ext cx="22225" cy="41275"/>
            </a:xfrm>
            <a:custGeom>
              <a:avLst/>
              <a:gdLst/>
              <a:ahLst/>
              <a:cxnLst>
                <a:cxn ang="0">
                  <a:pos x="42" y="6"/>
                </a:cxn>
                <a:cxn ang="0">
                  <a:pos x="42" y="6"/>
                </a:cxn>
                <a:cxn ang="0">
                  <a:pos x="40" y="17"/>
                </a:cxn>
                <a:cxn ang="0">
                  <a:pos x="36" y="27"/>
                </a:cxn>
                <a:cxn ang="0">
                  <a:pos x="29" y="36"/>
                </a:cxn>
                <a:cxn ang="0">
                  <a:pos x="23" y="46"/>
                </a:cxn>
                <a:cxn ang="0">
                  <a:pos x="23" y="46"/>
                </a:cxn>
                <a:cxn ang="0">
                  <a:pos x="16" y="57"/>
                </a:cxn>
                <a:cxn ang="0">
                  <a:pos x="10" y="69"/>
                </a:cxn>
                <a:cxn ang="0">
                  <a:pos x="4" y="82"/>
                </a:cxn>
                <a:cxn ang="0">
                  <a:pos x="0" y="95"/>
                </a:cxn>
                <a:cxn ang="0">
                  <a:pos x="0" y="95"/>
                </a:cxn>
                <a:cxn ang="0">
                  <a:pos x="0" y="98"/>
                </a:cxn>
                <a:cxn ang="0">
                  <a:pos x="2" y="100"/>
                </a:cxn>
                <a:cxn ang="0">
                  <a:pos x="4" y="102"/>
                </a:cxn>
                <a:cxn ang="0">
                  <a:pos x="10" y="102"/>
                </a:cxn>
                <a:cxn ang="0">
                  <a:pos x="11" y="100"/>
                </a:cxn>
                <a:cxn ang="0">
                  <a:pos x="12" y="99"/>
                </a:cxn>
                <a:cxn ang="0">
                  <a:pos x="12" y="99"/>
                </a:cxn>
                <a:cxn ang="0">
                  <a:pos x="16" y="83"/>
                </a:cxn>
                <a:cxn ang="0">
                  <a:pos x="23" y="70"/>
                </a:cxn>
                <a:cxn ang="0">
                  <a:pos x="29" y="56"/>
                </a:cxn>
                <a:cxn ang="0">
                  <a:pos x="38" y="43"/>
                </a:cxn>
                <a:cxn ang="0">
                  <a:pos x="38" y="43"/>
                </a:cxn>
                <a:cxn ang="0">
                  <a:pos x="44" y="35"/>
                </a:cxn>
                <a:cxn ang="0">
                  <a:pos x="49" y="26"/>
                </a:cxn>
                <a:cxn ang="0">
                  <a:pos x="51" y="15"/>
                </a:cxn>
                <a:cxn ang="0">
                  <a:pos x="54" y="6"/>
                </a:cxn>
                <a:cxn ang="0">
                  <a:pos x="54" y="6"/>
                </a:cxn>
                <a:cxn ang="0">
                  <a:pos x="54" y="4"/>
                </a:cxn>
                <a:cxn ang="0">
                  <a:pos x="53" y="1"/>
                </a:cxn>
                <a:cxn ang="0">
                  <a:pos x="50" y="1"/>
                </a:cxn>
                <a:cxn ang="0">
                  <a:pos x="49" y="0"/>
                </a:cxn>
                <a:cxn ang="0">
                  <a:pos x="45" y="1"/>
                </a:cxn>
                <a:cxn ang="0">
                  <a:pos x="44" y="4"/>
                </a:cxn>
                <a:cxn ang="0">
                  <a:pos x="42" y="6"/>
                </a:cxn>
                <a:cxn ang="0">
                  <a:pos x="42" y="6"/>
                </a:cxn>
              </a:cxnLst>
              <a:rect l="0" t="0" r="r" b="b"/>
              <a:pathLst>
                <a:path w="54" h="102">
                  <a:moveTo>
                    <a:pt x="42" y="6"/>
                  </a:moveTo>
                  <a:lnTo>
                    <a:pt x="42" y="6"/>
                  </a:lnTo>
                  <a:lnTo>
                    <a:pt x="40" y="17"/>
                  </a:lnTo>
                  <a:lnTo>
                    <a:pt x="36" y="27"/>
                  </a:lnTo>
                  <a:lnTo>
                    <a:pt x="29" y="36"/>
                  </a:lnTo>
                  <a:lnTo>
                    <a:pt x="23" y="46"/>
                  </a:lnTo>
                  <a:lnTo>
                    <a:pt x="23" y="46"/>
                  </a:lnTo>
                  <a:lnTo>
                    <a:pt x="16" y="57"/>
                  </a:lnTo>
                  <a:lnTo>
                    <a:pt x="10" y="69"/>
                  </a:lnTo>
                  <a:lnTo>
                    <a:pt x="4" y="82"/>
                  </a:lnTo>
                  <a:lnTo>
                    <a:pt x="0" y="95"/>
                  </a:lnTo>
                  <a:lnTo>
                    <a:pt x="0" y="95"/>
                  </a:lnTo>
                  <a:lnTo>
                    <a:pt x="0" y="98"/>
                  </a:lnTo>
                  <a:lnTo>
                    <a:pt x="2" y="100"/>
                  </a:lnTo>
                  <a:lnTo>
                    <a:pt x="4" y="102"/>
                  </a:lnTo>
                  <a:lnTo>
                    <a:pt x="10" y="102"/>
                  </a:lnTo>
                  <a:lnTo>
                    <a:pt x="11" y="100"/>
                  </a:lnTo>
                  <a:lnTo>
                    <a:pt x="12" y="99"/>
                  </a:lnTo>
                  <a:lnTo>
                    <a:pt x="12" y="99"/>
                  </a:lnTo>
                  <a:lnTo>
                    <a:pt x="16" y="83"/>
                  </a:lnTo>
                  <a:lnTo>
                    <a:pt x="23" y="70"/>
                  </a:lnTo>
                  <a:lnTo>
                    <a:pt x="29" y="56"/>
                  </a:lnTo>
                  <a:lnTo>
                    <a:pt x="38" y="43"/>
                  </a:lnTo>
                  <a:lnTo>
                    <a:pt x="38" y="43"/>
                  </a:lnTo>
                  <a:lnTo>
                    <a:pt x="44" y="35"/>
                  </a:lnTo>
                  <a:lnTo>
                    <a:pt x="49" y="26"/>
                  </a:lnTo>
                  <a:lnTo>
                    <a:pt x="51" y="15"/>
                  </a:lnTo>
                  <a:lnTo>
                    <a:pt x="54" y="6"/>
                  </a:lnTo>
                  <a:lnTo>
                    <a:pt x="54" y="6"/>
                  </a:lnTo>
                  <a:lnTo>
                    <a:pt x="54" y="4"/>
                  </a:lnTo>
                  <a:lnTo>
                    <a:pt x="53" y="1"/>
                  </a:lnTo>
                  <a:lnTo>
                    <a:pt x="50" y="1"/>
                  </a:lnTo>
                  <a:lnTo>
                    <a:pt x="49" y="0"/>
                  </a:lnTo>
                  <a:lnTo>
                    <a:pt x="45" y="1"/>
                  </a:lnTo>
                  <a:lnTo>
                    <a:pt x="44" y="4"/>
                  </a:lnTo>
                  <a:lnTo>
                    <a:pt x="42" y="6"/>
                  </a:lnTo>
                  <a:lnTo>
                    <a:pt x="42" y="6"/>
                  </a:lnTo>
                  <a:close/>
                </a:path>
              </a:pathLst>
            </a:custGeom>
            <a:ln>
              <a:solidFill>
                <a:schemeClr val="accent1">
                  <a:alpha val="35000"/>
                </a:schemeClr>
              </a:solidFill>
            </a:ln>
          </p:spPr>
          <p:style>
            <a:lnRef idx="0">
              <a:srgbClr val="FFFFFF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24" name="Freeform 535"/>
            <p:cNvSpPr/>
            <p:nvPr>
              <p:custDataLst>
                <p:tags r:id="rId17"/>
              </p:custDataLst>
            </p:nvPr>
          </p:nvSpPr>
          <p:spPr bwMode="auto">
            <a:xfrm>
              <a:off x="2152651" y="2535238"/>
              <a:ext cx="22225" cy="46038"/>
            </a:xfrm>
            <a:custGeom>
              <a:avLst/>
              <a:gdLst/>
              <a:ahLst/>
              <a:cxnLst>
                <a:cxn ang="0">
                  <a:pos x="46" y="2"/>
                </a:cxn>
                <a:cxn ang="0">
                  <a:pos x="46" y="2"/>
                </a:cxn>
                <a:cxn ang="0">
                  <a:pos x="43" y="17"/>
                </a:cxn>
                <a:cxn ang="0">
                  <a:pos x="38" y="29"/>
                </a:cxn>
                <a:cxn ang="0">
                  <a:pos x="26" y="55"/>
                </a:cxn>
                <a:cxn ang="0">
                  <a:pos x="2" y="104"/>
                </a:cxn>
                <a:cxn ang="0">
                  <a:pos x="2" y="104"/>
                </a:cxn>
                <a:cxn ang="0">
                  <a:pos x="0" y="107"/>
                </a:cxn>
                <a:cxn ang="0">
                  <a:pos x="2" y="108"/>
                </a:cxn>
                <a:cxn ang="0">
                  <a:pos x="4" y="112"/>
                </a:cxn>
                <a:cxn ang="0">
                  <a:pos x="8" y="114"/>
                </a:cxn>
                <a:cxn ang="0">
                  <a:pos x="9" y="112"/>
                </a:cxn>
                <a:cxn ang="0">
                  <a:pos x="11" y="110"/>
                </a:cxn>
                <a:cxn ang="0">
                  <a:pos x="11" y="110"/>
                </a:cxn>
                <a:cxn ang="0">
                  <a:pos x="37" y="59"/>
                </a:cxn>
                <a:cxn ang="0">
                  <a:pos x="49" y="32"/>
                </a:cxn>
                <a:cxn ang="0">
                  <a:pos x="54" y="19"/>
                </a:cxn>
                <a:cxn ang="0">
                  <a:pos x="58" y="6"/>
                </a:cxn>
                <a:cxn ang="0">
                  <a:pos x="58" y="6"/>
                </a:cxn>
                <a:cxn ang="0">
                  <a:pos x="58" y="4"/>
                </a:cxn>
                <a:cxn ang="0">
                  <a:pos x="57" y="1"/>
                </a:cxn>
                <a:cxn ang="0">
                  <a:pos x="54" y="0"/>
                </a:cxn>
                <a:cxn ang="0">
                  <a:pos x="49" y="0"/>
                </a:cxn>
                <a:cxn ang="0">
                  <a:pos x="47" y="1"/>
                </a:cxn>
                <a:cxn ang="0">
                  <a:pos x="46" y="2"/>
                </a:cxn>
                <a:cxn ang="0">
                  <a:pos x="46" y="2"/>
                </a:cxn>
              </a:cxnLst>
              <a:rect l="0" t="0" r="r" b="b"/>
              <a:pathLst>
                <a:path w="58" h="114">
                  <a:moveTo>
                    <a:pt x="46" y="2"/>
                  </a:moveTo>
                  <a:lnTo>
                    <a:pt x="46" y="2"/>
                  </a:lnTo>
                  <a:lnTo>
                    <a:pt x="43" y="17"/>
                  </a:lnTo>
                  <a:lnTo>
                    <a:pt x="38" y="29"/>
                  </a:lnTo>
                  <a:lnTo>
                    <a:pt x="26" y="55"/>
                  </a:lnTo>
                  <a:lnTo>
                    <a:pt x="2" y="104"/>
                  </a:lnTo>
                  <a:lnTo>
                    <a:pt x="2" y="104"/>
                  </a:lnTo>
                  <a:lnTo>
                    <a:pt x="0" y="107"/>
                  </a:lnTo>
                  <a:lnTo>
                    <a:pt x="2" y="108"/>
                  </a:lnTo>
                  <a:lnTo>
                    <a:pt x="4" y="112"/>
                  </a:lnTo>
                  <a:lnTo>
                    <a:pt x="8" y="114"/>
                  </a:lnTo>
                  <a:lnTo>
                    <a:pt x="9" y="112"/>
                  </a:lnTo>
                  <a:lnTo>
                    <a:pt x="11" y="110"/>
                  </a:lnTo>
                  <a:lnTo>
                    <a:pt x="11" y="110"/>
                  </a:lnTo>
                  <a:lnTo>
                    <a:pt x="37" y="59"/>
                  </a:lnTo>
                  <a:lnTo>
                    <a:pt x="49" y="32"/>
                  </a:lnTo>
                  <a:lnTo>
                    <a:pt x="54" y="19"/>
                  </a:lnTo>
                  <a:lnTo>
                    <a:pt x="58" y="6"/>
                  </a:lnTo>
                  <a:lnTo>
                    <a:pt x="58" y="6"/>
                  </a:lnTo>
                  <a:lnTo>
                    <a:pt x="58" y="4"/>
                  </a:lnTo>
                  <a:lnTo>
                    <a:pt x="57" y="1"/>
                  </a:lnTo>
                  <a:lnTo>
                    <a:pt x="54" y="0"/>
                  </a:lnTo>
                  <a:lnTo>
                    <a:pt x="49" y="0"/>
                  </a:lnTo>
                  <a:lnTo>
                    <a:pt x="47" y="1"/>
                  </a:lnTo>
                  <a:lnTo>
                    <a:pt x="46" y="2"/>
                  </a:lnTo>
                  <a:lnTo>
                    <a:pt x="46" y="2"/>
                  </a:lnTo>
                  <a:close/>
                </a:path>
              </a:pathLst>
            </a:custGeom>
            <a:ln>
              <a:solidFill>
                <a:schemeClr val="accent1">
                  <a:alpha val="35000"/>
                </a:schemeClr>
              </a:solidFill>
            </a:ln>
          </p:spPr>
          <p:style>
            <a:lnRef idx="0">
              <a:srgbClr val="FFFFFF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25" name="Freeform 536"/>
            <p:cNvSpPr/>
            <p:nvPr>
              <p:custDataLst>
                <p:tags r:id="rId18"/>
              </p:custDataLst>
            </p:nvPr>
          </p:nvSpPr>
          <p:spPr bwMode="auto">
            <a:xfrm>
              <a:off x="2176463" y="2573338"/>
              <a:ext cx="23813" cy="34925"/>
            </a:xfrm>
            <a:custGeom>
              <a:avLst/>
              <a:gdLst/>
              <a:ahLst/>
              <a:cxnLst>
                <a:cxn ang="0">
                  <a:pos x="51" y="1"/>
                </a:cxn>
                <a:cxn ang="0">
                  <a:pos x="51" y="1"/>
                </a:cxn>
                <a:cxn ang="0">
                  <a:pos x="35" y="20"/>
                </a:cxn>
                <a:cxn ang="0">
                  <a:pos x="22" y="38"/>
                </a:cxn>
                <a:cxn ang="0">
                  <a:pos x="10" y="57"/>
                </a:cxn>
                <a:cxn ang="0">
                  <a:pos x="0" y="78"/>
                </a:cxn>
                <a:cxn ang="0">
                  <a:pos x="0" y="78"/>
                </a:cxn>
                <a:cxn ang="0">
                  <a:pos x="0" y="81"/>
                </a:cxn>
                <a:cxn ang="0">
                  <a:pos x="0" y="84"/>
                </a:cxn>
                <a:cxn ang="0">
                  <a:pos x="4" y="86"/>
                </a:cxn>
                <a:cxn ang="0">
                  <a:pos x="5" y="88"/>
                </a:cxn>
                <a:cxn ang="0">
                  <a:pos x="8" y="88"/>
                </a:cxn>
                <a:cxn ang="0">
                  <a:pos x="9" y="86"/>
                </a:cxn>
                <a:cxn ang="0">
                  <a:pos x="10" y="85"/>
                </a:cxn>
                <a:cxn ang="0">
                  <a:pos x="10" y="85"/>
                </a:cxn>
                <a:cxn ang="0">
                  <a:pos x="19" y="64"/>
                </a:cxn>
                <a:cxn ang="0">
                  <a:pos x="31" y="44"/>
                </a:cxn>
                <a:cxn ang="0">
                  <a:pos x="44" y="26"/>
                </a:cxn>
                <a:cxn ang="0">
                  <a:pos x="59" y="9"/>
                </a:cxn>
                <a:cxn ang="0">
                  <a:pos x="59" y="9"/>
                </a:cxn>
                <a:cxn ang="0">
                  <a:pos x="60" y="8"/>
                </a:cxn>
                <a:cxn ang="0">
                  <a:pos x="60" y="5"/>
                </a:cxn>
                <a:cxn ang="0">
                  <a:pos x="59" y="1"/>
                </a:cxn>
                <a:cxn ang="0">
                  <a:pos x="55" y="0"/>
                </a:cxn>
                <a:cxn ang="0">
                  <a:pos x="53" y="0"/>
                </a:cxn>
                <a:cxn ang="0">
                  <a:pos x="51" y="1"/>
                </a:cxn>
                <a:cxn ang="0">
                  <a:pos x="51" y="1"/>
                </a:cxn>
              </a:cxnLst>
              <a:rect l="0" t="0" r="r" b="b"/>
              <a:pathLst>
                <a:path w="60" h="88">
                  <a:moveTo>
                    <a:pt x="51" y="1"/>
                  </a:moveTo>
                  <a:lnTo>
                    <a:pt x="51" y="1"/>
                  </a:lnTo>
                  <a:lnTo>
                    <a:pt x="35" y="20"/>
                  </a:lnTo>
                  <a:lnTo>
                    <a:pt x="22" y="38"/>
                  </a:lnTo>
                  <a:lnTo>
                    <a:pt x="10" y="57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81"/>
                  </a:lnTo>
                  <a:lnTo>
                    <a:pt x="0" y="84"/>
                  </a:lnTo>
                  <a:lnTo>
                    <a:pt x="4" y="86"/>
                  </a:lnTo>
                  <a:lnTo>
                    <a:pt x="5" y="88"/>
                  </a:lnTo>
                  <a:lnTo>
                    <a:pt x="8" y="88"/>
                  </a:lnTo>
                  <a:lnTo>
                    <a:pt x="9" y="86"/>
                  </a:lnTo>
                  <a:lnTo>
                    <a:pt x="10" y="85"/>
                  </a:lnTo>
                  <a:lnTo>
                    <a:pt x="10" y="85"/>
                  </a:lnTo>
                  <a:lnTo>
                    <a:pt x="19" y="64"/>
                  </a:lnTo>
                  <a:lnTo>
                    <a:pt x="31" y="44"/>
                  </a:lnTo>
                  <a:lnTo>
                    <a:pt x="44" y="26"/>
                  </a:lnTo>
                  <a:lnTo>
                    <a:pt x="59" y="9"/>
                  </a:lnTo>
                  <a:lnTo>
                    <a:pt x="59" y="9"/>
                  </a:lnTo>
                  <a:lnTo>
                    <a:pt x="60" y="8"/>
                  </a:lnTo>
                  <a:lnTo>
                    <a:pt x="60" y="5"/>
                  </a:lnTo>
                  <a:lnTo>
                    <a:pt x="59" y="1"/>
                  </a:lnTo>
                  <a:lnTo>
                    <a:pt x="55" y="0"/>
                  </a:lnTo>
                  <a:lnTo>
                    <a:pt x="53" y="0"/>
                  </a:lnTo>
                  <a:lnTo>
                    <a:pt x="51" y="1"/>
                  </a:lnTo>
                  <a:lnTo>
                    <a:pt x="51" y="1"/>
                  </a:lnTo>
                  <a:close/>
                </a:path>
              </a:pathLst>
            </a:custGeom>
            <a:ln>
              <a:solidFill>
                <a:schemeClr val="accent1">
                  <a:alpha val="35000"/>
                </a:schemeClr>
              </a:solidFill>
            </a:ln>
          </p:spPr>
          <p:style>
            <a:lnRef idx="0">
              <a:srgbClr val="FFFFFF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26" name="Freeform 537"/>
            <p:cNvSpPr/>
            <p:nvPr>
              <p:custDataLst>
                <p:tags r:id="rId19"/>
              </p:custDataLst>
            </p:nvPr>
          </p:nvSpPr>
          <p:spPr bwMode="auto">
            <a:xfrm>
              <a:off x="2200276" y="2609850"/>
              <a:ext cx="26988" cy="36513"/>
            </a:xfrm>
            <a:custGeom>
              <a:avLst/>
              <a:gdLst/>
              <a:ahLst/>
              <a:cxnLst>
                <a:cxn ang="0">
                  <a:pos x="59" y="2"/>
                </a:cxn>
                <a:cxn ang="0">
                  <a:pos x="59" y="2"/>
                </a:cxn>
                <a:cxn ang="0">
                  <a:pos x="50" y="11"/>
                </a:cxn>
                <a:cxn ang="0">
                  <a:pos x="42" y="21"/>
                </a:cxn>
                <a:cxn ang="0">
                  <a:pos x="28" y="42"/>
                </a:cxn>
                <a:cxn ang="0">
                  <a:pos x="16" y="65"/>
                </a:cxn>
                <a:cxn ang="0">
                  <a:pos x="1" y="87"/>
                </a:cxn>
                <a:cxn ang="0">
                  <a:pos x="1" y="87"/>
                </a:cxn>
                <a:cxn ang="0">
                  <a:pos x="0" y="89"/>
                </a:cxn>
                <a:cxn ang="0">
                  <a:pos x="0" y="91"/>
                </a:cxn>
                <a:cxn ang="0">
                  <a:pos x="1" y="93"/>
                </a:cxn>
                <a:cxn ang="0">
                  <a:pos x="3" y="95"/>
                </a:cxn>
                <a:cxn ang="0">
                  <a:pos x="8" y="95"/>
                </a:cxn>
                <a:cxn ang="0">
                  <a:pos x="9" y="95"/>
                </a:cxn>
                <a:cxn ang="0">
                  <a:pos x="12" y="92"/>
                </a:cxn>
                <a:cxn ang="0">
                  <a:pos x="12" y="92"/>
                </a:cxn>
                <a:cxn ang="0">
                  <a:pos x="25" y="71"/>
                </a:cxn>
                <a:cxn ang="0">
                  <a:pos x="37" y="49"/>
                </a:cxn>
                <a:cxn ang="0">
                  <a:pos x="51" y="29"/>
                </a:cxn>
                <a:cxn ang="0">
                  <a:pos x="59" y="19"/>
                </a:cxn>
                <a:cxn ang="0">
                  <a:pos x="68" y="10"/>
                </a:cxn>
                <a:cxn ang="0">
                  <a:pos x="68" y="10"/>
                </a:cxn>
                <a:cxn ang="0">
                  <a:pos x="69" y="8"/>
                </a:cxn>
                <a:cxn ang="0">
                  <a:pos x="69" y="6"/>
                </a:cxn>
                <a:cxn ang="0">
                  <a:pos x="68" y="2"/>
                </a:cxn>
                <a:cxn ang="0">
                  <a:pos x="64" y="0"/>
                </a:cxn>
                <a:cxn ang="0">
                  <a:pos x="62" y="0"/>
                </a:cxn>
                <a:cxn ang="0">
                  <a:pos x="59" y="2"/>
                </a:cxn>
                <a:cxn ang="0">
                  <a:pos x="59" y="2"/>
                </a:cxn>
              </a:cxnLst>
              <a:rect l="0" t="0" r="r" b="b"/>
              <a:pathLst>
                <a:path w="69" h="95">
                  <a:moveTo>
                    <a:pt x="59" y="2"/>
                  </a:moveTo>
                  <a:lnTo>
                    <a:pt x="59" y="2"/>
                  </a:lnTo>
                  <a:lnTo>
                    <a:pt x="50" y="11"/>
                  </a:lnTo>
                  <a:lnTo>
                    <a:pt x="42" y="21"/>
                  </a:lnTo>
                  <a:lnTo>
                    <a:pt x="28" y="42"/>
                  </a:lnTo>
                  <a:lnTo>
                    <a:pt x="16" y="65"/>
                  </a:lnTo>
                  <a:lnTo>
                    <a:pt x="1" y="87"/>
                  </a:lnTo>
                  <a:lnTo>
                    <a:pt x="1" y="87"/>
                  </a:lnTo>
                  <a:lnTo>
                    <a:pt x="0" y="89"/>
                  </a:lnTo>
                  <a:lnTo>
                    <a:pt x="0" y="91"/>
                  </a:lnTo>
                  <a:lnTo>
                    <a:pt x="1" y="93"/>
                  </a:lnTo>
                  <a:lnTo>
                    <a:pt x="3" y="95"/>
                  </a:lnTo>
                  <a:lnTo>
                    <a:pt x="8" y="95"/>
                  </a:lnTo>
                  <a:lnTo>
                    <a:pt x="9" y="95"/>
                  </a:lnTo>
                  <a:lnTo>
                    <a:pt x="12" y="92"/>
                  </a:lnTo>
                  <a:lnTo>
                    <a:pt x="12" y="92"/>
                  </a:lnTo>
                  <a:lnTo>
                    <a:pt x="25" y="71"/>
                  </a:lnTo>
                  <a:lnTo>
                    <a:pt x="37" y="49"/>
                  </a:lnTo>
                  <a:lnTo>
                    <a:pt x="51" y="29"/>
                  </a:lnTo>
                  <a:lnTo>
                    <a:pt x="59" y="19"/>
                  </a:lnTo>
                  <a:lnTo>
                    <a:pt x="68" y="10"/>
                  </a:lnTo>
                  <a:lnTo>
                    <a:pt x="68" y="10"/>
                  </a:lnTo>
                  <a:lnTo>
                    <a:pt x="69" y="8"/>
                  </a:lnTo>
                  <a:lnTo>
                    <a:pt x="69" y="6"/>
                  </a:lnTo>
                  <a:lnTo>
                    <a:pt x="68" y="2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59" y="2"/>
                  </a:lnTo>
                  <a:lnTo>
                    <a:pt x="59" y="2"/>
                  </a:lnTo>
                  <a:close/>
                </a:path>
              </a:pathLst>
            </a:custGeom>
            <a:ln>
              <a:solidFill>
                <a:schemeClr val="accent1">
                  <a:alpha val="35000"/>
                </a:schemeClr>
              </a:solidFill>
            </a:ln>
          </p:spPr>
          <p:style>
            <a:lnRef idx="0">
              <a:srgbClr val="FFFFFF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27" name="Freeform 538"/>
            <p:cNvSpPr/>
            <p:nvPr>
              <p:custDataLst>
                <p:tags r:id="rId20"/>
              </p:custDataLst>
            </p:nvPr>
          </p:nvSpPr>
          <p:spPr bwMode="auto">
            <a:xfrm>
              <a:off x="2228851" y="2640013"/>
              <a:ext cx="19050" cy="38100"/>
            </a:xfrm>
            <a:custGeom>
              <a:avLst/>
              <a:gdLst/>
              <a:ahLst/>
              <a:cxnLst>
                <a:cxn ang="0">
                  <a:pos x="40" y="2"/>
                </a:cxn>
                <a:cxn ang="0">
                  <a:pos x="40" y="2"/>
                </a:cxn>
                <a:cxn ang="0">
                  <a:pos x="30" y="12"/>
                </a:cxn>
                <a:cxn ang="0">
                  <a:pos x="24" y="24"/>
                </a:cxn>
                <a:cxn ang="0">
                  <a:pos x="17" y="34"/>
                </a:cxn>
                <a:cxn ang="0">
                  <a:pos x="12" y="47"/>
                </a:cxn>
                <a:cxn ang="0">
                  <a:pos x="12" y="47"/>
                </a:cxn>
                <a:cxn ang="0">
                  <a:pos x="4" y="68"/>
                </a:cxn>
                <a:cxn ang="0">
                  <a:pos x="2" y="79"/>
                </a:cxn>
                <a:cxn ang="0">
                  <a:pos x="0" y="89"/>
                </a:cxn>
                <a:cxn ang="0">
                  <a:pos x="0" y="89"/>
                </a:cxn>
                <a:cxn ang="0">
                  <a:pos x="0" y="92"/>
                </a:cxn>
                <a:cxn ang="0">
                  <a:pos x="2" y="94"/>
                </a:cxn>
                <a:cxn ang="0">
                  <a:pos x="6" y="96"/>
                </a:cxn>
                <a:cxn ang="0">
                  <a:pos x="9" y="94"/>
                </a:cxn>
                <a:cxn ang="0">
                  <a:pos x="11" y="92"/>
                </a:cxn>
                <a:cxn ang="0">
                  <a:pos x="12" y="89"/>
                </a:cxn>
                <a:cxn ang="0">
                  <a:pos x="12" y="89"/>
                </a:cxn>
                <a:cxn ang="0">
                  <a:pos x="13" y="79"/>
                </a:cxn>
                <a:cxn ang="0">
                  <a:pos x="16" y="68"/>
                </a:cxn>
                <a:cxn ang="0">
                  <a:pos x="24" y="49"/>
                </a:cxn>
                <a:cxn ang="0">
                  <a:pos x="24" y="49"/>
                </a:cxn>
                <a:cxn ang="0">
                  <a:pos x="29" y="37"/>
                </a:cxn>
                <a:cxn ang="0">
                  <a:pos x="34" y="28"/>
                </a:cxn>
                <a:cxn ang="0">
                  <a:pos x="41" y="19"/>
                </a:cxn>
                <a:cxn ang="0">
                  <a:pos x="47" y="9"/>
                </a:cxn>
                <a:cxn ang="0">
                  <a:pos x="47" y="9"/>
                </a:cxn>
                <a:cxn ang="0">
                  <a:pos x="49" y="8"/>
                </a:cxn>
                <a:cxn ang="0">
                  <a:pos x="50" y="6"/>
                </a:cxn>
                <a:cxn ang="0">
                  <a:pos x="47" y="2"/>
                </a:cxn>
                <a:cxn ang="0">
                  <a:pos x="43" y="0"/>
                </a:cxn>
                <a:cxn ang="0">
                  <a:pos x="42" y="0"/>
                </a:cxn>
                <a:cxn ang="0">
                  <a:pos x="40" y="2"/>
                </a:cxn>
                <a:cxn ang="0">
                  <a:pos x="40" y="2"/>
                </a:cxn>
              </a:cxnLst>
              <a:rect l="0" t="0" r="r" b="b"/>
              <a:pathLst>
                <a:path w="50" h="96">
                  <a:moveTo>
                    <a:pt x="40" y="2"/>
                  </a:moveTo>
                  <a:lnTo>
                    <a:pt x="40" y="2"/>
                  </a:lnTo>
                  <a:lnTo>
                    <a:pt x="30" y="12"/>
                  </a:lnTo>
                  <a:lnTo>
                    <a:pt x="24" y="24"/>
                  </a:lnTo>
                  <a:lnTo>
                    <a:pt x="17" y="34"/>
                  </a:lnTo>
                  <a:lnTo>
                    <a:pt x="12" y="47"/>
                  </a:lnTo>
                  <a:lnTo>
                    <a:pt x="12" y="47"/>
                  </a:lnTo>
                  <a:lnTo>
                    <a:pt x="4" y="68"/>
                  </a:lnTo>
                  <a:lnTo>
                    <a:pt x="2" y="79"/>
                  </a:lnTo>
                  <a:lnTo>
                    <a:pt x="0" y="89"/>
                  </a:lnTo>
                  <a:lnTo>
                    <a:pt x="0" y="89"/>
                  </a:lnTo>
                  <a:lnTo>
                    <a:pt x="0" y="92"/>
                  </a:lnTo>
                  <a:lnTo>
                    <a:pt x="2" y="94"/>
                  </a:lnTo>
                  <a:lnTo>
                    <a:pt x="6" y="96"/>
                  </a:lnTo>
                  <a:lnTo>
                    <a:pt x="9" y="94"/>
                  </a:lnTo>
                  <a:lnTo>
                    <a:pt x="11" y="92"/>
                  </a:lnTo>
                  <a:lnTo>
                    <a:pt x="12" y="89"/>
                  </a:lnTo>
                  <a:lnTo>
                    <a:pt x="12" y="89"/>
                  </a:lnTo>
                  <a:lnTo>
                    <a:pt x="13" y="79"/>
                  </a:lnTo>
                  <a:lnTo>
                    <a:pt x="16" y="68"/>
                  </a:lnTo>
                  <a:lnTo>
                    <a:pt x="24" y="49"/>
                  </a:lnTo>
                  <a:lnTo>
                    <a:pt x="24" y="49"/>
                  </a:lnTo>
                  <a:lnTo>
                    <a:pt x="29" y="37"/>
                  </a:lnTo>
                  <a:lnTo>
                    <a:pt x="34" y="28"/>
                  </a:lnTo>
                  <a:lnTo>
                    <a:pt x="41" y="19"/>
                  </a:lnTo>
                  <a:lnTo>
                    <a:pt x="47" y="9"/>
                  </a:lnTo>
                  <a:lnTo>
                    <a:pt x="47" y="9"/>
                  </a:lnTo>
                  <a:lnTo>
                    <a:pt x="49" y="8"/>
                  </a:lnTo>
                  <a:lnTo>
                    <a:pt x="50" y="6"/>
                  </a:lnTo>
                  <a:lnTo>
                    <a:pt x="47" y="2"/>
                  </a:lnTo>
                  <a:lnTo>
                    <a:pt x="43" y="0"/>
                  </a:lnTo>
                  <a:lnTo>
                    <a:pt x="42" y="0"/>
                  </a:lnTo>
                  <a:lnTo>
                    <a:pt x="40" y="2"/>
                  </a:lnTo>
                  <a:lnTo>
                    <a:pt x="40" y="2"/>
                  </a:lnTo>
                  <a:close/>
                </a:path>
              </a:pathLst>
            </a:custGeom>
            <a:ln>
              <a:solidFill>
                <a:schemeClr val="accent1">
                  <a:alpha val="35000"/>
                </a:schemeClr>
              </a:solidFill>
            </a:ln>
          </p:spPr>
          <p:style>
            <a:lnRef idx="0">
              <a:srgbClr val="FFFFFF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28" name="Freeform 539"/>
            <p:cNvSpPr/>
            <p:nvPr>
              <p:custDataLst>
                <p:tags r:id="rId21"/>
              </p:custDataLst>
            </p:nvPr>
          </p:nvSpPr>
          <p:spPr bwMode="auto">
            <a:xfrm>
              <a:off x="2257426" y="2651125"/>
              <a:ext cx="20638" cy="42863"/>
            </a:xfrm>
            <a:custGeom>
              <a:avLst/>
              <a:gdLst/>
              <a:ahLst/>
              <a:cxnLst>
                <a:cxn ang="0">
                  <a:pos x="42" y="5"/>
                </a:cxn>
                <a:cxn ang="0">
                  <a:pos x="42" y="5"/>
                </a:cxn>
                <a:cxn ang="0">
                  <a:pos x="41" y="12"/>
                </a:cxn>
                <a:cxn ang="0">
                  <a:pos x="39" y="17"/>
                </a:cxn>
                <a:cxn ang="0">
                  <a:pos x="34" y="29"/>
                </a:cxn>
                <a:cxn ang="0">
                  <a:pos x="28" y="40"/>
                </a:cxn>
                <a:cxn ang="0">
                  <a:pos x="20" y="51"/>
                </a:cxn>
                <a:cxn ang="0">
                  <a:pos x="20" y="51"/>
                </a:cxn>
                <a:cxn ang="0">
                  <a:pos x="13" y="63"/>
                </a:cxn>
                <a:cxn ang="0">
                  <a:pos x="8" y="76"/>
                </a:cxn>
                <a:cxn ang="0">
                  <a:pos x="0" y="102"/>
                </a:cxn>
                <a:cxn ang="0">
                  <a:pos x="0" y="102"/>
                </a:cxn>
                <a:cxn ang="0">
                  <a:pos x="0" y="104"/>
                </a:cxn>
                <a:cxn ang="0">
                  <a:pos x="2" y="107"/>
                </a:cxn>
                <a:cxn ang="0">
                  <a:pos x="4" y="108"/>
                </a:cxn>
                <a:cxn ang="0">
                  <a:pos x="9" y="108"/>
                </a:cxn>
                <a:cxn ang="0">
                  <a:pos x="11" y="107"/>
                </a:cxn>
                <a:cxn ang="0">
                  <a:pos x="12" y="106"/>
                </a:cxn>
                <a:cxn ang="0">
                  <a:pos x="12" y="106"/>
                </a:cxn>
                <a:cxn ang="0">
                  <a:pos x="16" y="90"/>
                </a:cxn>
                <a:cxn ang="0">
                  <a:pos x="22" y="74"/>
                </a:cxn>
                <a:cxn ang="0">
                  <a:pos x="29" y="60"/>
                </a:cxn>
                <a:cxn ang="0">
                  <a:pos x="37" y="46"/>
                </a:cxn>
                <a:cxn ang="0">
                  <a:pos x="37" y="46"/>
                </a:cxn>
                <a:cxn ang="0">
                  <a:pos x="43" y="36"/>
                </a:cxn>
                <a:cxn ang="0">
                  <a:pos x="49" y="26"/>
                </a:cxn>
                <a:cxn ang="0">
                  <a:pos x="51" y="15"/>
                </a:cxn>
                <a:cxn ang="0">
                  <a:pos x="54" y="5"/>
                </a:cxn>
                <a:cxn ang="0">
                  <a:pos x="54" y="5"/>
                </a:cxn>
                <a:cxn ang="0">
                  <a:pos x="54" y="2"/>
                </a:cxn>
                <a:cxn ang="0">
                  <a:pos x="53" y="1"/>
                </a:cxn>
                <a:cxn ang="0">
                  <a:pos x="50" y="0"/>
                </a:cxn>
                <a:cxn ang="0">
                  <a:pos x="49" y="0"/>
                </a:cxn>
                <a:cxn ang="0">
                  <a:pos x="45" y="1"/>
                </a:cxn>
                <a:cxn ang="0">
                  <a:pos x="43" y="2"/>
                </a:cxn>
                <a:cxn ang="0">
                  <a:pos x="42" y="5"/>
                </a:cxn>
                <a:cxn ang="0">
                  <a:pos x="42" y="5"/>
                </a:cxn>
              </a:cxnLst>
              <a:rect l="0" t="0" r="r" b="b"/>
              <a:pathLst>
                <a:path w="54" h="108">
                  <a:moveTo>
                    <a:pt x="42" y="5"/>
                  </a:moveTo>
                  <a:lnTo>
                    <a:pt x="42" y="5"/>
                  </a:lnTo>
                  <a:lnTo>
                    <a:pt x="41" y="12"/>
                  </a:lnTo>
                  <a:lnTo>
                    <a:pt x="39" y="17"/>
                  </a:lnTo>
                  <a:lnTo>
                    <a:pt x="34" y="29"/>
                  </a:lnTo>
                  <a:lnTo>
                    <a:pt x="28" y="40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13" y="63"/>
                  </a:lnTo>
                  <a:lnTo>
                    <a:pt x="8" y="76"/>
                  </a:lnTo>
                  <a:lnTo>
                    <a:pt x="0" y="102"/>
                  </a:lnTo>
                  <a:lnTo>
                    <a:pt x="0" y="102"/>
                  </a:lnTo>
                  <a:lnTo>
                    <a:pt x="0" y="104"/>
                  </a:lnTo>
                  <a:lnTo>
                    <a:pt x="2" y="107"/>
                  </a:lnTo>
                  <a:lnTo>
                    <a:pt x="4" y="108"/>
                  </a:lnTo>
                  <a:lnTo>
                    <a:pt x="9" y="108"/>
                  </a:lnTo>
                  <a:lnTo>
                    <a:pt x="11" y="107"/>
                  </a:lnTo>
                  <a:lnTo>
                    <a:pt x="12" y="106"/>
                  </a:lnTo>
                  <a:lnTo>
                    <a:pt x="12" y="106"/>
                  </a:lnTo>
                  <a:lnTo>
                    <a:pt x="16" y="90"/>
                  </a:lnTo>
                  <a:lnTo>
                    <a:pt x="22" y="74"/>
                  </a:lnTo>
                  <a:lnTo>
                    <a:pt x="29" y="60"/>
                  </a:lnTo>
                  <a:lnTo>
                    <a:pt x="37" y="46"/>
                  </a:lnTo>
                  <a:lnTo>
                    <a:pt x="37" y="46"/>
                  </a:lnTo>
                  <a:lnTo>
                    <a:pt x="43" y="36"/>
                  </a:lnTo>
                  <a:lnTo>
                    <a:pt x="49" y="26"/>
                  </a:lnTo>
                  <a:lnTo>
                    <a:pt x="51" y="15"/>
                  </a:lnTo>
                  <a:lnTo>
                    <a:pt x="54" y="5"/>
                  </a:lnTo>
                  <a:lnTo>
                    <a:pt x="54" y="5"/>
                  </a:lnTo>
                  <a:lnTo>
                    <a:pt x="54" y="2"/>
                  </a:lnTo>
                  <a:lnTo>
                    <a:pt x="53" y="1"/>
                  </a:lnTo>
                  <a:lnTo>
                    <a:pt x="50" y="0"/>
                  </a:lnTo>
                  <a:lnTo>
                    <a:pt x="49" y="0"/>
                  </a:lnTo>
                  <a:lnTo>
                    <a:pt x="45" y="1"/>
                  </a:lnTo>
                  <a:lnTo>
                    <a:pt x="43" y="2"/>
                  </a:lnTo>
                  <a:lnTo>
                    <a:pt x="42" y="5"/>
                  </a:lnTo>
                  <a:lnTo>
                    <a:pt x="42" y="5"/>
                  </a:lnTo>
                  <a:close/>
                </a:path>
              </a:pathLst>
            </a:custGeom>
            <a:ln>
              <a:solidFill>
                <a:schemeClr val="accent1">
                  <a:alpha val="35000"/>
                </a:schemeClr>
              </a:solidFill>
            </a:ln>
          </p:spPr>
          <p:style>
            <a:lnRef idx="0">
              <a:srgbClr val="FFFFFF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29" name="Freeform 540"/>
            <p:cNvSpPr/>
            <p:nvPr>
              <p:custDataLst>
                <p:tags r:id="rId22"/>
              </p:custDataLst>
            </p:nvPr>
          </p:nvSpPr>
          <p:spPr bwMode="auto">
            <a:xfrm>
              <a:off x="2287588" y="2657475"/>
              <a:ext cx="12700" cy="28575"/>
            </a:xfrm>
            <a:custGeom>
              <a:avLst/>
              <a:gdLst/>
              <a:ahLst/>
              <a:cxnLst>
                <a:cxn ang="0">
                  <a:pos x="24" y="5"/>
                </a:cxn>
                <a:cxn ang="0">
                  <a:pos x="24" y="5"/>
                </a:cxn>
                <a:cxn ang="0">
                  <a:pos x="22" y="13"/>
                </a:cxn>
                <a:cxn ang="0">
                  <a:pos x="21" y="21"/>
                </a:cxn>
                <a:cxn ang="0">
                  <a:pos x="16" y="35"/>
                </a:cxn>
                <a:cxn ang="0">
                  <a:pos x="9" y="50"/>
                </a:cxn>
                <a:cxn ang="0">
                  <a:pos x="1" y="64"/>
                </a:cxn>
                <a:cxn ang="0">
                  <a:pos x="1" y="64"/>
                </a:cxn>
                <a:cxn ang="0">
                  <a:pos x="0" y="65"/>
                </a:cxn>
                <a:cxn ang="0">
                  <a:pos x="0" y="68"/>
                </a:cxn>
                <a:cxn ang="0">
                  <a:pos x="3" y="71"/>
                </a:cxn>
                <a:cxn ang="0">
                  <a:pos x="8" y="72"/>
                </a:cxn>
                <a:cxn ang="0">
                  <a:pos x="9" y="71"/>
                </a:cxn>
                <a:cxn ang="0">
                  <a:pos x="11" y="69"/>
                </a:cxn>
                <a:cxn ang="0">
                  <a:pos x="11" y="69"/>
                </a:cxn>
                <a:cxn ang="0">
                  <a:pos x="20" y="55"/>
                </a:cxn>
                <a:cxn ang="0">
                  <a:pos x="28" y="39"/>
                </a:cxn>
                <a:cxn ang="0">
                  <a:pos x="33" y="22"/>
                </a:cxn>
                <a:cxn ang="0">
                  <a:pos x="34" y="14"/>
                </a:cxn>
                <a:cxn ang="0">
                  <a:pos x="34" y="5"/>
                </a:cxn>
                <a:cxn ang="0">
                  <a:pos x="34" y="5"/>
                </a:cxn>
                <a:cxn ang="0">
                  <a:pos x="34" y="3"/>
                </a:cxn>
                <a:cxn ang="0">
                  <a:pos x="33" y="1"/>
                </a:cxn>
                <a:cxn ang="0">
                  <a:pos x="29" y="0"/>
                </a:cxn>
                <a:cxn ang="0">
                  <a:pos x="25" y="1"/>
                </a:cxn>
                <a:cxn ang="0">
                  <a:pos x="24" y="3"/>
                </a:cxn>
                <a:cxn ang="0">
                  <a:pos x="24" y="5"/>
                </a:cxn>
                <a:cxn ang="0">
                  <a:pos x="24" y="5"/>
                </a:cxn>
              </a:cxnLst>
              <a:rect l="0" t="0" r="r" b="b"/>
              <a:pathLst>
                <a:path w="34" h="72">
                  <a:moveTo>
                    <a:pt x="24" y="5"/>
                  </a:moveTo>
                  <a:lnTo>
                    <a:pt x="24" y="5"/>
                  </a:lnTo>
                  <a:lnTo>
                    <a:pt x="22" y="13"/>
                  </a:lnTo>
                  <a:lnTo>
                    <a:pt x="21" y="21"/>
                  </a:lnTo>
                  <a:lnTo>
                    <a:pt x="16" y="35"/>
                  </a:lnTo>
                  <a:lnTo>
                    <a:pt x="9" y="50"/>
                  </a:lnTo>
                  <a:lnTo>
                    <a:pt x="1" y="64"/>
                  </a:lnTo>
                  <a:lnTo>
                    <a:pt x="1" y="64"/>
                  </a:lnTo>
                  <a:lnTo>
                    <a:pt x="0" y="65"/>
                  </a:lnTo>
                  <a:lnTo>
                    <a:pt x="0" y="68"/>
                  </a:lnTo>
                  <a:lnTo>
                    <a:pt x="3" y="71"/>
                  </a:lnTo>
                  <a:lnTo>
                    <a:pt x="8" y="72"/>
                  </a:lnTo>
                  <a:lnTo>
                    <a:pt x="9" y="71"/>
                  </a:lnTo>
                  <a:lnTo>
                    <a:pt x="11" y="69"/>
                  </a:lnTo>
                  <a:lnTo>
                    <a:pt x="11" y="69"/>
                  </a:lnTo>
                  <a:lnTo>
                    <a:pt x="20" y="55"/>
                  </a:lnTo>
                  <a:lnTo>
                    <a:pt x="28" y="39"/>
                  </a:lnTo>
                  <a:lnTo>
                    <a:pt x="33" y="22"/>
                  </a:lnTo>
                  <a:lnTo>
                    <a:pt x="34" y="14"/>
                  </a:lnTo>
                  <a:lnTo>
                    <a:pt x="34" y="5"/>
                  </a:lnTo>
                  <a:lnTo>
                    <a:pt x="34" y="5"/>
                  </a:lnTo>
                  <a:lnTo>
                    <a:pt x="34" y="3"/>
                  </a:lnTo>
                  <a:lnTo>
                    <a:pt x="33" y="1"/>
                  </a:lnTo>
                  <a:lnTo>
                    <a:pt x="29" y="0"/>
                  </a:lnTo>
                  <a:lnTo>
                    <a:pt x="25" y="1"/>
                  </a:lnTo>
                  <a:lnTo>
                    <a:pt x="24" y="3"/>
                  </a:lnTo>
                  <a:lnTo>
                    <a:pt x="24" y="5"/>
                  </a:lnTo>
                  <a:lnTo>
                    <a:pt x="24" y="5"/>
                  </a:lnTo>
                  <a:close/>
                </a:path>
              </a:pathLst>
            </a:custGeom>
            <a:ln>
              <a:solidFill>
                <a:schemeClr val="accent1">
                  <a:alpha val="35000"/>
                </a:schemeClr>
              </a:solidFill>
            </a:ln>
          </p:spPr>
          <p:style>
            <a:lnRef idx="0">
              <a:srgbClr val="FFFFFF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30" name="Freeform 541"/>
            <p:cNvSpPr/>
            <p:nvPr>
              <p:custDataLst>
                <p:tags r:id="rId23"/>
              </p:custDataLst>
            </p:nvPr>
          </p:nvSpPr>
          <p:spPr bwMode="auto">
            <a:xfrm>
              <a:off x="2328863" y="2549525"/>
              <a:ext cx="19050" cy="38100"/>
            </a:xfrm>
            <a:custGeom>
              <a:avLst/>
              <a:gdLst/>
              <a:ahLst/>
              <a:cxnLst>
                <a:cxn ang="0">
                  <a:pos x="38" y="6"/>
                </a:cxn>
                <a:cxn ang="0">
                  <a:pos x="38" y="6"/>
                </a:cxn>
                <a:cxn ang="0">
                  <a:pos x="37" y="11"/>
                </a:cxn>
                <a:cxn ang="0">
                  <a:pos x="34" y="15"/>
                </a:cxn>
                <a:cxn ang="0">
                  <a:pos x="31" y="19"/>
                </a:cxn>
                <a:cxn ang="0">
                  <a:pos x="28" y="23"/>
                </a:cxn>
                <a:cxn ang="0">
                  <a:pos x="28" y="23"/>
                </a:cxn>
                <a:cxn ang="0">
                  <a:pos x="20" y="34"/>
                </a:cxn>
                <a:cxn ang="0">
                  <a:pos x="14" y="48"/>
                </a:cxn>
                <a:cxn ang="0">
                  <a:pos x="14" y="48"/>
                </a:cxn>
                <a:cxn ang="0">
                  <a:pos x="8" y="58"/>
                </a:cxn>
                <a:cxn ang="0">
                  <a:pos x="4" y="70"/>
                </a:cxn>
                <a:cxn ang="0">
                  <a:pos x="2" y="82"/>
                </a:cxn>
                <a:cxn ang="0">
                  <a:pos x="0" y="95"/>
                </a:cxn>
                <a:cxn ang="0">
                  <a:pos x="0" y="95"/>
                </a:cxn>
                <a:cxn ang="0">
                  <a:pos x="0" y="97"/>
                </a:cxn>
                <a:cxn ang="0">
                  <a:pos x="2" y="99"/>
                </a:cxn>
                <a:cxn ang="0">
                  <a:pos x="6" y="100"/>
                </a:cxn>
                <a:cxn ang="0">
                  <a:pos x="10" y="99"/>
                </a:cxn>
                <a:cxn ang="0">
                  <a:pos x="11" y="97"/>
                </a:cxn>
                <a:cxn ang="0">
                  <a:pos x="12" y="95"/>
                </a:cxn>
                <a:cxn ang="0">
                  <a:pos x="12" y="95"/>
                </a:cxn>
                <a:cxn ang="0">
                  <a:pos x="14" y="80"/>
                </a:cxn>
                <a:cxn ang="0">
                  <a:pos x="17" y="67"/>
                </a:cxn>
                <a:cxn ang="0">
                  <a:pos x="23" y="55"/>
                </a:cxn>
                <a:cxn ang="0">
                  <a:pos x="29" y="42"/>
                </a:cxn>
                <a:cxn ang="0">
                  <a:pos x="29" y="42"/>
                </a:cxn>
                <a:cxn ang="0">
                  <a:pos x="34" y="34"/>
                </a:cxn>
                <a:cxn ang="0">
                  <a:pos x="41" y="27"/>
                </a:cxn>
                <a:cxn ang="0">
                  <a:pos x="46" y="17"/>
                </a:cxn>
                <a:cxn ang="0">
                  <a:pos x="49" y="14"/>
                </a:cxn>
                <a:cxn ang="0">
                  <a:pos x="50" y="8"/>
                </a:cxn>
                <a:cxn ang="0">
                  <a:pos x="50" y="8"/>
                </a:cxn>
                <a:cxn ang="0">
                  <a:pos x="49" y="6"/>
                </a:cxn>
                <a:cxn ang="0">
                  <a:pos x="49" y="3"/>
                </a:cxn>
                <a:cxn ang="0">
                  <a:pos x="45" y="2"/>
                </a:cxn>
                <a:cxn ang="0">
                  <a:pos x="42" y="0"/>
                </a:cxn>
                <a:cxn ang="0">
                  <a:pos x="41" y="2"/>
                </a:cxn>
                <a:cxn ang="0">
                  <a:pos x="40" y="3"/>
                </a:cxn>
                <a:cxn ang="0">
                  <a:pos x="38" y="6"/>
                </a:cxn>
                <a:cxn ang="0">
                  <a:pos x="38" y="6"/>
                </a:cxn>
              </a:cxnLst>
              <a:rect l="0" t="0" r="r" b="b"/>
              <a:pathLst>
                <a:path w="50" h="100">
                  <a:moveTo>
                    <a:pt x="38" y="6"/>
                  </a:moveTo>
                  <a:lnTo>
                    <a:pt x="38" y="6"/>
                  </a:lnTo>
                  <a:lnTo>
                    <a:pt x="37" y="11"/>
                  </a:lnTo>
                  <a:lnTo>
                    <a:pt x="34" y="15"/>
                  </a:lnTo>
                  <a:lnTo>
                    <a:pt x="31" y="19"/>
                  </a:lnTo>
                  <a:lnTo>
                    <a:pt x="28" y="23"/>
                  </a:lnTo>
                  <a:lnTo>
                    <a:pt x="28" y="23"/>
                  </a:lnTo>
                  <a:lnTo>
                    <a:pt x="20" y="34"/>
                  </a:lnTo>
                  <a:lnTo>
                    <a:pt x="14" y="48"/>
                  </a:lnTo>
                  <a:lnTo>
                    <a:pt x="14" y="48"/>
                  </a:lnTo>
                  <a:lnTo>
                    <a:pt x="8" y="58"/>
                  </a:lnTo>
                  <a:lnTo>
                    <a:pt x="4" y="70"/>
                  </a:lnTo>
                  <a:lnTo>
                    <a:pt x="2" y="82"/>
                  </a:lnTo>
                  <a:lnTo>
                    <a:pt x="0" y="95"/>
                  </a:lnTo>
                  <a:lnTo>
                    <a:pt x="0" y="95"/>
                  </a:lnTo>
                  <a:lnTo>
                    <a:pt x="0" y="97"/>
                  </a:lnTo>
                  <a:lnTo>
                    <a:pt x="2" y="99"/>
                  </a:lnTo>
                  <a:lnTo>
                    <a:pt x="6" y="100"/>
                  </a:lnTo>
                  <a:lnTo>
                    <a:pt x="10" y="99"/>
                  </a:lnTo>
                  <a:lnTo>
                    <a:pt x="11" y="97"/>
                  </a:lnTo>
                  <a:lnTo>
                    <a:pt x="12" y="95"/>
                  </a:lnTo>
                  <a:lnTo>
                    <a:pt x="12" y="95"/>
                  </a:lnTo>
                  <a:lnTo>
                    <a:pt x="14" y="80"/>
                  </a:lnTo>
                  <a:lnTo>
                    <a:pt x="17" y="67"/>
                  </a:lnTo>
                  <a:lnTo>
                    <a:pt x="23" y="55"/>
                  </a:lnTo>
                  <a:lnTo>
                    <a:pt x="29" y="42"/>
                  </a:lnTo>
                  <a:lnTo>
                    <a:pt x="29" y="42"/>
                  </a:lnTo>
                  <a:lnTo>
                    <a:pt x="34" y="34"/>
                  </a:lnTo>
                  <a:lnTo>
                    <a:pt x="41" y="27"/>
                  </a:lnTo>
                  <a:lnTo>
                    <a:pt x="46" y="17"/>
                  </a:lnTo>
                  <a:lnTo>
                    <a:pt x="49" y="14"/>
                  </a:lnTo>
                  <a:lnTo>
                    <a:pt x="50" y="8"/>
                  </a:lnTo>
                  <a:lnTo>
                    <a:pt x="50" y="8"/>
                  </a:lnTo>
                  <a:lnTo>
                    <a:pt x="49" y="6"/>
                  </a:lnTo>
                  <a:lnTo>
                    <a:pt x="49" y="3"/>
                  </a:lnTo>
                  <a:lnTo>
                    <a:pt x="45" y="2"/>
                  </a:lnTo>
                  <a:lnTo>
                    <a:pt x="42" y="0"/>
                  </a:lnTo>
                  <a:lnTo>
                    <a:pt x="41" y="2"/>
                  </a:lnTo>
                  <a:lnTo>
                    <a:pt x="40" y="3"/>
                  </a:lnTo>
                  <a:lnTo>
                    <a:pt x="38" y="6"/>
                  </a:lnTo>
                  <a:lnTo>
                    <a:pt x="38" y="6"/>
                  </a:lnTo>
                  <a:close/>
                </a:path>
              </a:pathLst>
            </a:custGeom>
            <a:ln>
              <a:solidFill>
                <a:schemeClr val="accent1">
                  <a:alpha val="35000"/>
                </a:schemeClr>
              </a:solidFill>
            </a:ln>
          </p:spPr>
          <p:style>
            <a:lnRef idx="0">
              <a:srgbClr val="FFFFFF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31" name="Freeform 542"/>
            <p:cNvSpPr/>
            <p:nvPr>
              <p:custDataLst>
                <p:tags r:id="rId24"/>
              </p:custDataLst>
            </p:nvPr>
          </p:nvSpPr>
          <p:spPr bwMode="auto">
            <a:xfrm>
              <a:off x="2368551" y="2554288"/>
              <a:ext cx="26988" cy="34925"/>
            </a:xfrm>
            <a:custGeom>
              <a:avLst/>
              <a:gdLst/>
              <a:ahLst/>
              <a:cxnLst>
                <a:cxn ang="0">
                  <a:pos x="59" y="3"/>
                </a:cxn>
                <a:cxn ang="0">
                  <a:pos x="59" y="3"/>
                </a:cxn>
                <a:cxn ang="0">
                  <a:pos x="53" y="13"/>
                </a:cxn>
                <a:cxn ang="0">
                  <a:pos x="45" y="22"/>
                </a:cxn>
                <a:cxn ang="0">
                  <a:pos x="29" y="39"/>
                </a:cxn>
                <a:cxn ang="0">
                  <a:pos x="29" y="39"/>
                </a:cxn>
                <a:cxn ang="0">
                  <a:pos x="21" y="50"/>
                </a:cxn>
                <a:cxn ang="0">
                  <a:pos x="15" y="62"/>
                </a:cxn>
                <a:cxn ang="0">
                  <a:pos x="2" y="83"/>
                </a:cxn>
                <a:cxn ang="0">
                  <a:pos x="2" y="83"/>
                </a:cxn>
                <a:cxn ang="0">
                  <a:pos x="0" y="85"/>
                </a:cxn>
                <a:cxn ang="0">
                  <a:pos x="0" y="88"/>
                </a:cxn>
                <a:cxn ang="0">
                  <a:pos x="3" y="90"/>
                </a:cxn>
                <a:cxn ang="0">
                  <a:pos x="8" y="92"/>
                </a:cxn>
                <a:cxn ang="0">
                  <a:pos x="10" y="90"/>
                </a:cxn>
                <a:cxn ang="0">
                  <a:pos x="12" y="89"/>
                </a:cxn>
                <a:cxn ang="0">
                  <a:pos x="12" y="89"/>
                </a:cxn>
                <a:cxn ang="0">
                  <a:pos x="25" y="66"/>
                </a:cxn>
                <a:cxn ang="0">
                  <a:pos x="32" y="55"/>
                </a:cxn>
                <a:cxn ang="0">
                  <a:pos x="40" y="45"/>
                </a:cxn>
                <a:cxn ang="0">
                  <a:pos x="40" y="45"/>
                </a:cxn>
                <a:cxn ang="0">
                  <a:pos x="55" y="28"/>
                </a:cxn>
                <a:cxn ang="0">
                  <a:pos x="62" y="19"/>
                </a:cxn>
                <a:cxn ang="0">
                  <a:pos x="68" y="9"/>
                </a:cxn>
                <a:cxn ang="0">
                  <a:pos x="68" y="9"/>
                </a:cxn>
                <a:cxn ang="0">
                  <a:pos x="70" y="7"/>
                </a:cxn>
                <a:cxn ang="0">
                  <a:pos x="70" y="4"/>
                </a:cxn>
                <a:cxn ang="0">
                  <a:pos x="66" y="2"/>
                </a:cxn>
                <a:cxn ang="0">
                  <a:pos x="62" y="0"/>
                </a:cxn>
                <a:cxn ang="0">
                  <a:pos x="61" y="2"/>
                </a:cxn>
                <a:cxn ang="0">
                  <a:pos x="59" y="3"/>
                </a:cxn>
                <a:cxn ang="0">
                  <a:pos x="59" y="3"/>
                </a:cxn>
              </a:cxnLst>
              <a:rect l="0" t="0" r="r" b="b"/>
              <a:pathLst>
                <a:path w="70" h="92">
                  <a:moveTo>
                    <a:pt x="59" y="3"/>
                  </a:moveTo>
                  <a:lnTo>
                    <a:pt x="59" y="3"/>
                  </a:lnTo>
                  <a:lnTo>
                    <a:pt x="53" y="13"/>
                  </a:lnTo>
                  <a:lnTo>
                    <a:pt x="45" y="22"/>
                  </a:lnTo>
                  <a:lnTo>
                    <a:pt x="29" y="39"/>
                  </a:lnTo>
                  <a:lnTo>
                    <a:pt x="29" y="39"/>
                  </a:lnTo>
                  <a:lnTo>
                    <a:pt x="21" y="50"/>
                  </a:lnTo>
                  <a:lnTo>
                    <a:pt x="15" y="62"/>
                  </a:lnTo>
                  <a:lnTo>
                    <a:pt x="2" y="83"/>
                  </a:lnTo>
                  <a:lnTo>
                    <a:pt x="2" y="83"/>
                  </a:lnTo>
                  <a:lnTo>
                    <a:pt x="0" y="85"/>
                  </a:lnTo>
                  <a:lnTo>
                    <a:pt x="0" y="88"/>
                  </a:lnTo>
                  <a:lnTo>
                    <a:pt x="3" y="90"/>
                  </a:lnTo>
                  <a:lnTo>
                    <a:pt x="8" y="92"/>
                  </a:lnTo>
                  <a:lnTo>
                    <a:pt x="10" y="90"/>
                  </a:lnTo>
                  <a:lnTo>
                    <a:pt x="12" y="89"/>
                  </a:lnTo>
                  <a:lnTo>
                    <a:pt x="12" y="89"/>
                  </a:lnTo>
                  <a:lnTo>
                    <a:pt x="25" y="66"/>
                  </a:lnTo>
                  <a:lnTo>
                    <a:pt x="32" y="55"/>
                  </a:lnTo>
                  <a:lnTo>
                    <a:pt x="40" y="45"/>
                  </a:lnTo>
                  <a:lnTo>
                    <a:pt x="40" y="45"/>
                  </a:lnTo>
                  <a:lnTo>
                    <a:pt x="55" y="28"/>
                  </a:lnTo>
                  <a:lnTo>
                    <a:pt x="62" y="19"/>
                  </a:lnTo>
                  <a:lnTo>
                    <a:pt x="68" y="9"/>
                  </a:lnTo>
                  <a:lnTo>
                    <a:pt x="68" y="9"/>
                  </a:lnTo>
                  <a:lnTo>
                    <a:pt x="70" y="7"/>
                  </a:lnTo>
                  <a:lnTo>
                    <a:pt x="70" y="4"/>
                  </a:lnTo>
                  <a:lnTo>
                    <a:pt x="66" y="2"/>
                  </a:lnTo>
                  <a:lnTo>
                    <a:pt x="62" y="0"/>
                  </a:lnTo>
                  <a:lnTo>
                    <a:pt x="61" y="2"/>
                  </a:lnTo>
                  <a:lnTo>
                    <a:pt x="59" y="3"/>
                  </a:lnTo>
                  <a:lnTo>
                    <a:pt x="59" y="3"/>
                  </a:lnTo>
                  <a:close/>
                </a:path>
              </a:pathLst>
            </a:custGeom>
            <a:ln>
              <a:solidFill>
                <a:schemeClr val="accent1">
                  <a:alpha val="35000"/>
                </a:schemeClr>
              </a:solidFill>
            </a:ln>
          </p:spPr>
          <p:style>
            <a:lnRef idx="0">
              <a:srgbClr val="FFFFFF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32" name="Freeform 543"/>
            <p:cNvSpPr/>
            <p:nvPr>
              <p:custDataLst>
                <p:tags r:id="rId25"/>
              </p:custDataLst>
            </p:nvPr>
          </p:nvSpPr>
          <p:spPr bwMode="auto">
            <a:xfrm>
              <a:off x="2411413" y="2559050"/>
              <a:ext cx="19050" cy="34925"/>
            </a:xfrm>
            <a:custGeom>
              <a:avLst/>
              <a:gdLst/>
              <a:ahLst/>
              <a:cxnLst>
                <a:cxn ang="0">
                  <a:pos x="39" y="1"/>
                </a:cxn>
                <a:cxn ang="0">
                  <a:pos x="39" y="1"/>
                </a:cxn>
                <a:cxn ang="0">
                  <a:pos x="32" y="9"/>
                </a:cxn>
                <a:cxn ang="0">
                  <a:pos x="27" y="18"/>
                </a:cxn>
                <a:cxn ang="0">
                  <a:pos x="19" y="37"/>
                </a:cxn>
                <a:cxn ang="0">
                  <a:pos x="19" y="37"/>
                </a:cxn>
                <a:cxn ang="0">
                  <a:pos x="10" y="59"/>
                </a:cxn>
                <a:cxn ang="0">
                  <a:pos x="0" y="80"/>
                </a:cxn>
                <a:cxn ang="0">
                  <a:pos x="0" y="80"/>
                </a:cxn>
                <a:cxn ang="0">
                  <a:pos x="0" y="82"/>
                </a:cxn>
                <a:cxn ang="0">
                  <a:pos x="0" y="85"/>
                </a:cxn>
                <a:cxn ang="0">
                  <a:pos x="1" y="86"/>
                </a:cxn>
                <a:cxn ang="0">
                  <a:pos x="4" y="86"/>
                </a:cxn>
                <a:cxn ang="0">
                  <a:pos x="8" y="86"/>
                </a:cxn>
                <a:cxn ang="0">
                  <a:pos x="9" y="85"/>
                </a:cxn>
                <a:cxn ang="0">
                  <a:pos x="10" y="84"/>
                </a:cxn>
                <a:cxn ang="0">
                  <a:pos x="10" y="84"/>
                </a:cxn>
                <a:cxn ang="0">
                  <a:pos x="15" y="73"/>
                </a:cxn>
                <a:cxn ang="0">
                  <a:pos x="19" y="65"/>
                </a:cxn>
                <a:cxn ang="0">
                  <a:pos x="25" y="56"/>
                </a:cxn>
                <a:cxn ang="0">
                  <a:pos x="29" y="47"/>
                </a:cxn>
                <a:cxn ang="0">
                  <a:pos x="29" y="47"/>
                </a:cxn>
                <a:cxn ang="0">
                  <a:pos x="31" y="37"/>
                </a:cxn>
                <a:cxn ang="0">
                  <a:pos x="36" y="27"/>
                </a:cxn>
                <a:cxn ang="0">
                  <a:pos x="42" y="18"/>
                </a:cxn>
                <a:cxn ang="0">
                  <a:pos x="47" y="9"/>
                </a:cxn>
                <a:cxn ang="0">
                  <a:pos x="47" y="9"/>
                </a:cxn>
                <a:cxn ang="0">
                  <a:pos x="48" y="8"/>
                </a:cxn>
                <a:cxn ang="0">
                  <a:pos x="49" y="5"/>
                </a:cxn>
                <a:cxn ang="0">
                  <a:pos x="47" y="1"/>
                </a:cxn>
                <a:cxn ang="0">
                  <a:pos x="43" y="0"/>
                </a:cxn>
                <a:cxn ang="0">
                  <a:pos x="42" y="0"/>
                </a:cxn>
                <a:cxn ang="0">
                  <a:pos x="39" y="1"/>
                </a:cxn>
                <a:cxn ang="0">
                  <a:pos x="39" y="1"/>
                </a:cxn>
              </a:cxnLst>
              <a:rect l="0" t="0" r="r" b="b"/>
              <a:pathLst>
                <a:path w="49" h="86">
                  <a:moveTo>
                    <a:pt x="39" y="1"/>
                  </a:moveTo>
                  <a:lnTo>
                    <a:pt x="39" y="1"/>
                  </a:lnTo>
                  <a:lnTo>
                    <a:pt x="32" y="9"/>
                  </a:lnTo>
                  <a:lnTo>
                    <a:pt x="27" y="18"/>
                  </a:lnTo>
                  <a:lnTo>
                    <a:pt x="19" y="37"/>
                  </a:lnTo>
                  <a:lnTo>
                    <a:pt x="19" y="37"/>
                  </a:lnTo>
                  <a:lnTo>
                    <a:pt x="10" y="59"/>
                  </a:lnTo>
                  <a:lnTo>
                    <a:pt x="0" y="80"/>
                  </a:lnTo>
                  <a:lnTo>
                    <a:pt x="0" y="80"/>
                  </a:lnTo>
                  <a:lnTo>
                    <a:pt x="0" y="82"/>
                  </a:lnTo>
                  <a:lnTo>
                    <a:pt x="0" y="85"/>
                  </a:lnTo>
                  <a:lnTo>
                    <a:pt x="1" y="86"/>
                  </a:lnTo>
                  <a:lnTo>
                    <a:pt x="4" y="86"/>
                  </a:lnTo>
                  <a:lnTo>
                    <a:pt x="8" y="86"/>
                  </a:lnTo>
                  <a:lnTo>
                    <a:pt x="9" y="85"/>
                  </a:lnTo>
                  <a:lnTo>
                    <a:pt x="10" y="84"/>
                  </a:lnTo>
                  <a:lnTo>
                    <a:pt x="10" y="84"/>
                  </a:lnTo>
                  <a:lnTo>
                    <a:pt x="15" y="73"/>
                  </a:lnTo>
                  <a:lnTo>
                    <a:pt x="19" y="65"/>
                  </a:lnTo>
                  <a:lnTo>
                    <a:pt x="25" y="56"/>
                  </a:lnTo>
                  <a:lnTo>
                    <a:pt x="29" y="47"/>
                  </a:lnTo>
                  <a:lnTo>
                    <a:pt x="29" y="47"/>
                  </a:lnTo>
                  <a:lnTo>
                    <a:pt x="31" y="37"/>
                  </a:lnTo>
                  <a:lnTo>
                    <a:pt x="36" y="27"/>
                  </a:lnTo>
                  <a:lnTo>
                    <a:pt x="42" y="18"/>
                  </a:lnTo>
                  <a:lnTo>
                    <a:pt x="47" y="9"/>
                  </a:lnTo>
                  <a:lnTo>
                    <a:pt x="47" y="9"/>
                  </a:lnTo>
                  <a:lnTo>
                    <a:pt x="48" y="8"/>
                  </a:lnTo>
                  <a:lnTo>
                    <a:pt x="49" y="5"/>
                  </a:lnTo>
                  <a:lnTo>
                    <a:pt x="47" y="1"/>
                  </a:lnTo>
                  <a:lnTo>
                    <a:pt x="43" y="0"/>
                  </a:lnTo>
                  <a:lnTo>
                    <a:pt x="42" y="0"/>
                  </a:lnTo>
                  <a:lnTo>
                    <a:pt x="39" y="1"/>
                  </a:lnTo>
                  <a:lnTo>
                    <a:pt x="39" y="1"/>
                  </a:lnTo>
                  <a:close/>
                </a:path>
              </a:pathLst>
            </a:custGeom>
            <a:ln>
              <a:solidFill>
                <a:schemeClr val="accent1">
                  <a:alpha val="35000"/>
                </a:schemeClr>
              </a:solidFill>
            </a:ln>
          </p:spPr>
          <p:style>
            <a:lnRef idx="0">
              <a:srgbClr val="FFFFFF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33" name="Freeform 544"/>
            <p:cNvSpPr/>
            <p:nvPr>
              <p:custDataLst>
                <p:tags r:id="rId26"/>
              </p:custDataLst>
            </p:nvPr>
          </p:nvSpPr>
          <p:spPr bwMode="auto">
            <a:xfrm>
              <a:off x="2459038" y="2557463"/>
              <a:ext cx="20638" cy="31750"/>
            </a:xfrm>
            <a:custGeom>
              <a:avLst/>
              <a:gdLst/>
              <a:ahLst/>
              <a:cxnLst>
                <a:cxn ang="0">
                  <a:pos x="38" y="4"/>
                </a:cxn>
                <a:cxn ang="0">
                  <a:pos x="38" y="4"/>
                </a:cxn>
                <a:cxn ang="0">
                  <a:pos x="30" y="22"/>
                </a:cxn>
                <a:cxn ang="0">
                  <a:pos x="21" y="41"/>
                </a:cxn>
                <a:cxn ang="0">
                  <a:pos x="12" y="58"/>
                </a:cxn>
                <a:cxn ang="0">
                  <a:pos x="2" y="75"/>
                </a:cxn>
                <a:cxn ang="0">
                  <a:pos x="2" y="75"/>
                </a:cxn>
                <a:cxn ang="0">
                  <a:pos x="0" y="77"/>
                </a:cxn>
                <a:cxn ang="0">
                  <a:pos x="0" y="80"/>
                </a:cxn>
                <a:cxn ang="0">
                  <a:pos x="3" y="82"/>
                </a:cxn>
                <a:cxn ang="0">
                  <a:pos x="7" y="84"/>
                </a:cxn>
                <a:cxn ang="0">
                  <a:pos x="10" y="82"/>
                </a:cxn>
                <a:cxn ang="0">
                  <a:pos x="11" y="81"/>
                </a:cxn>
                <a:cxn ang="0">
                  <a:pos x="11" y="81"/>
                </a:cxn>
                <a:cxn ang="0">
                  <a:pos x="23" y="63"/>
                </a:cxn>
                <a:cxn ang="0">
                  <a:pos x="32" y="45"/>
                </a:cxn>
                <a:cxn ang="0">
                  <a:pos x="42" y="26"/>
                </a:cxn>
                <a:cxn ang="0">
                  <a:pos x="50" y="8"/>
                </a:cxn>
                <a:cxn ang="0">
                  <a:pos x="50" y="8"/>
                </a:cxn>
                <a:cxn ang="0">
                  <a:pos x="50" y="5"/>
                </a:cxn>
                <a:cxn ang="0">
                  <a:pos x="49" y="3"/>
                </a:cxn>
                <a:cxn ang="0">
                  <a:pos x="47" y="1"/>
                </a:cxn>
                <a:cxn ang="0">
                  <a:pos x="46" y="0"/>
                </a:cxn>
                <a:cxn ang="0">
                  <a:pos x="42" y="1"/>
                </a:cxn>
                <a:cxn ang="0">
                  <a:pos x="40" y="3"/>
                </a:cxn>
                <a:cxn ang="0">
                  <a:pos x="38" y="4"/>
                </a:cxn>
                <a:cxn ang="0">
                  <a:pos x="38" y="4"/>
                </a:cxn>
              </a:cxnLst>
              <a:rect l="0" t="0" r="r" b="b"/>
              <a:pathLst>
                <a:path w="50" h="84">
                  <a:moveTo>
                    <a:pt x="38" y="4"/>
                  </a:moveTo>
                  <a:lnTo>
                    <a:pt x="38" y="4"/>
                  </a:lnTo>
                  <a:lnTo>
                    <a:pt x="30" y="22"/>
                  </a:lnTo>
                  <a:lnTo>
                    <a:pt x="21" y="41"/>
                  </a:lnTo>
                  <a:lnTo>
                    <a:pt x="12" y="58"/>
                  </a:lnTo>
                  <a:lnTo>
                    <a:pt x="2" y="75"/>
                  </a:lnTo>
                  <a:lnTo>
                    <a:pt x="2" y="75"/>
                  </a:lnTo>
                  <a:lnTo>
                    <a:pt x="0" y="77"/>
                  </a:lnTo>
                  <a:lnTo>
                    <a:pt x="0" y="80"/>
                  </a:lnTo>
                  <a:lnTo>
                    <a:pt x="3" y="82"/>
                  </a:lnTo>
                  <a:lnTo>
                    <a:pt x="7" y="84"/>
                  </a:lnTo>
                  <a:lnTo>
                    <a:pt x="10" y="82"/>
                  </a:lnTo>
                  <a:lnTo>
                    <a:pt x="11" y="81"/>
                  </a:lnTo>
                  <a:lnTo>
                    <a:pt x="11" y="81"/>
                  </a:lnTo>
                  <a:lnTo>
                    <a:pt x="23" y="63"/>
                  </a:lnTo>
                  <a:lnTo>
                    <a:pt x="32" y="45"/>
                  </a:lnTo>
                  <a:lnTo>
                    <a:pt x="42" y="26"/>
                  </a:lnTo>
                  <a:lnTo>
                    <a:pt x="50" y="8"/>
                  </a:lnTo>
                  <a:lnTo>
                    <a:pt x="50" y="8"/>
                  </a:lnTo>
                  <a:lnTo>
                    <a:pt x="50" y="5"/>
                  </a:lnTo>
                  <a:lnTo>
                    <a:pt x="49" y="3"/>
                  </a:lnTo>
                  <a:lnTo>
                    <a:pt x="47" y="1"/>
                  </a:lnTo>
                  <a:lnTo>
                    <a:pt x="46" y="0"/>
                  </a:lnTo>
                  <a:lnTo>
                    <a:pt x="42" y="1"/>
                  </a:lnTo>
                  <a:lnTo>
                    <a:pt x="40" y="3"/>
                  </a:lnTo>
                  <a:lnTo>
                    <a:pt x="38" y="4"/>
                  </a:lnTo>
                  <a:lnTo>
                    <a:pt x="38" y="4"/>
                  </a:lnTo>
                  <a:close/>
                </a:path>
              </a:pathLst>
            </a:custGeom>
            <a:ln>
              <a:solidFill>
                <a:schemeClr val="accent1">
                  <a:alpha val="35000"/>
                </a:schemeClr>
              </a:solidFill>
            </a:ln>
          </p:spPr>
          <p:style>
            <a:lnRef idx="0">
              <a:srgbClr val="FFFFFF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34" name="Freeform 545"/>
            <p:cNvSpPr/>
            <p:nvPr>
              <p:custDataLst>
                <p:tags r:id="rId27"/>
              </p:custDataLst>
            </p:nvPr>
          </p:nvSpPr>
          <p:spPr bwMode="auto">
            <a:xfrm>
              <a:off x="2495551" y="2557463"/>
              <a:ext cx="23813" cy="31750"/>
            </a:xfrm>
            <a:custGeom>
              <a:avLst/>
              <a:gdLst/>
              <a:ahLst/>
              <a:cxnLst>
                <a:cxn ang="0">
                  <a:pos x="50" y="5"/>
                </a:cxn>
                <a:cxn ang="0">
                  <a:pos x="50" y="5"/>
                </a:cxn>
                <a:cxn ang="0">
                  <a:pos x="48" y="10"/>
                </a:cxn>
                <a:cxn ang="0">
                  <a:pos x="47" y="16"/>
                </a:cxn>
                <a:cxn ang="0">
                  <a:pos x="42" y="26"/>
                </a:cxn>
                <a:cxn ang="0">
                  <a:pos x="35" y="35"/>
                </a:cxn>
                <a:cxn ang="0">
                  <a:pos x="29" y="43"/>
                </a:cxn>
                <a:cxn ang="0">
                  <a:pos x="29" y="43"/>
                </a:cxn>
                <a:cxn ang="0">
                  <a:pos x="17" y="58"/>
                </a:cxn>
                <a:cxn ang="0">
                  <a:pos x="10" y="64"/>
                </a:cxn>
                <a:cxn ang="0">
                  <a:pos x="3" y="69"/>
                </a:cxn>
                <a:cxn ang="0">
                  <a:pos x="3" y="69"/>
                </a:cxn>
                <a:cxn ang="0">
                  <a:pos x="1" y="71"/>
                </a:cxn>
                <a:cxn ang="0">
                  <a:pos x="0" y="73"/>
                </a:cxn>
                <a:cxn ang="0">
                  <a:pos x="1" y="77"/>
                </a:cxn>
                <a:cxn ang="0">
                  <a:pos x="4" y="80"/>
                </a:cxn>
                <a:cxn ang="0">
                  <a:pos x="6" y="80"/>
                </a:cxn>
                <a:cxn ang="0">
                  <a:pos x="8" y="78"/>
                </a:cxn>
                <a:cxn ang="0">
                  <a:pos x="8" y="78"/>
                </a:cxn>
                <a:cxn ang="0">
                  <a:pos x="18" y="72"/>
                </a:cxn>
                <a:cxn ang="0">
                  <a:pos x="27" y="63"/>
                </a:cxn>
                <a:cxn ang="0">
                  <a:pos x="43" y="44"/>
                </a:cxn>
                <a:cxn ang="0">
                  <a:pos x="43" y="44"/>
                </a:cxn>
                <a:cxn ang="0">
                  <a:pos x="50" y="35"/>
                </a:cxn>
                <a:cxn ang="0">
                  <a:pos x="55" y="26"/>
                </a:cxn>
                <a:cxn ang="0">
                  <a:pos x="59" y="17"/>
                </a:cxn>
                <a:cxn ang="0">
                  <a:pos x="60" y="5"/>
                </a:cxn>
                <a:cxn ang="0">
                  <a:pos x="60" y="5"/>
                </a:cxn>
                <a:cxn ang="0">
                  <a:pos x="60" y="3"/>
                </a:cxn>
                <a:cxn ang="0">
                  <a:pos x="59" y="1"/>
                </a:cxn>
                <a:cxn ang="0">
                  <a:pos x="55" y="0"/>
                </a:cxn>
                <a:cxn ang="0">
                  <a:pos x="51" y="1"/>
                </a:cxn>
                <a:cxn ang="0">
                  <a:pos x="50" y="3"/>
                </a:cxn>
                <a:cxn ang="0">
                  <a:pos x="50" y="5"/>
                </a:cxn>
                <a:cxn ang="0">
                  <a:pos x="50" y="5"/>
                </a:cxn>
              </a:cxnLst>
              <a:rect l="0" t="0" r="r" b="b"/>
              <a:pathLst>
                <a:path w="60" h="80">
                  <a:moveTo>
                    <a:pt x="50" y="5"/>
                  </a:moveTo>
                  <a:lnTo>
                    <a:pt x="50" y="5"/>
                  </a:lnTo>
                  <a:lnTo>
                    <a:pt x="48" y="10"/>
                  </a:lnTo>
                  <a:lnTo>
                    <a:pt x="47" y="16"/>
                  </a:lnTo>
                  <a:lnTo>
                    <a:pt x="42" y="26"/>
                  </a:lnTo>
                  <a:lnTo>
                    <a:pt x="35" y="35"/>
                  </a:lnTo>
                  <a:lnTo>
                    <a:pt x="29" y="43"/>
                  </a:lnTo>
                  <a:lnTo>
                    <a:pt x="29" y="43"/>
                  </a:lnTo>
                  <a:lnTo>
                    <a:pt x="17" y="58"/>
                  </a:lnTo>
                  <a:lnTo>
                    <a:pt x="10" y="64"/>
                  </a:lnTo>
                  <a:lnTo>
                    <a:pt x="3" y="69"/>
                  </a:lnTo>
                  <a:lnTo>
                    <a:pt x="3" y="69"/>
                  </a:lnTo>
                  <a:lnTo>
                    <a:pt x="1" y="71"/>
                  </a:lnTo>
                  <a:lnTo>
                    <a:pt x="0" y="73"/>
                  </a:lnTo>
                  <a:lnTo>
                    <a:pt x="1" y="77"/>
                  </a:lnTo>
                  <a:lnTo>
                    <a:pt x="4" y="80"/>
                  </a:lnTo>
                  <a:lnTo>
                    <a:pt x="6" y="80"/>
                  </a:lnTo>
                  <a:lnTo>
                    <a:pt x="8" y="78"/>
                  </a:lnTo>
                  <a:lnTo>
                    <a:pt x="8" y="78"/>
                  </a:lnTo>
                  <a:lnTo>
                    <a:pt x="18" y="72"/>
                  </a:lnTo>
                  <a:lnTo>
                    <a:pt x="27" y="63"/>
                  </a:lnTo>
                  <a:lnTo>
                    <a:pt x="43" y="44"/>
                  </a:lnTo>
                  <a:lnTo>
                    <a:pt x="43" y="44"/>
                  </a:lnTo>
                  <a:lnTo>
                    <a:pt x="50" y="35"/>
                  </a:lnTo>
                  <a:lnTo>
                    <a:pt x="55" y="26"/>
                  </a:lnTo>
                  <a:lnTo>
                    <a:pt x="59" y="17"/>
                  </a:lnTo>
                  <a:lnTo>
                    <a:pt x="60" y="5"/>
                  </a:lnTo>
                  <a:lnTo>
                    <a:pt x="60" y="5"/>
                  </a:lnTo>
                  <a:lnTo>
                    <a:pt x="60" y="3"/>
                  </a:lnTo>
                  <a:lnTo>
                    <a:pt x="59" y="1"/>
                  </a:lnTo>
                  <a:lnTo>
                    <a:pt x="55" y="0"/>
                  </a:lnTo>
                  <a:lnTo>
                    <a:pt x="51" y="1"/>
                  </a:lnTo>
                  <a:lnTo>
                    <a:pt x="50" y="3"/>
                  </a:lnTo>
                  <a:lnTo>
                    <a:pt x="50" y="5"/>
                  </a:lnTo>
                  <a:lnTo>
                    <a:pt x="50" y="5"/>
                  </a:lnTo>
                  <a:close/>
                </a:path>
              </a:pathLst>
            </a:custGeom>
            <a:ln>
              <a:solidFill>
                <a:schemeClr val="accent1">
                  <a:alpha val="35000"/>
                </a:schemeClr>
              </a:solidFill>
            </a:ln>
          </p:spPr>
          <p:style>
            <a:lnRef idx="0">
              <a:srgbClr val="FFFFFF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35" name="Freeform 546"/>
            <p:cNvSpPr/>
            <p:nvPr>
              <p:custDataLst>
                <p:tags r:id="rId28"/>
              </p:custDataLst>
            </p:nvPr>
          </p:nvSpPr>
          <p:spPr bwMode="auto">
            <a:xfrm>
              <a:off x="2541588" y="2557463"/>
              <a:ext cx="17463" cy="28575"/>
            </a:xfrm>
            <a:custGeom>
              <a:avLst/>
              <a:gdLst/>
              <a:ahLst/>
              <a:cxnLst>
                <a:cxn ang="0">
                  <a:pos x="35" y="3"/>
                </a:cxn>
                <a:cxn ang="0">
                  <a:pos x="35" y="3"/>
                </a:cxn>
                <a:cxn ang="0">
                  <a:pos x="27" y="18"/>
                </a:cxn>
                <a:cxn ang="0">
                  <a:pos x="21" y="34"/>
                </a:cxn>
                <a:cxn ang="0">
                  <a:pos x="12" y="48"/>
                </a:cxn>
                <a:cxn ang="0">
                  <a:pos x="8" y="56"/>
                </a:cxn>
                <a:cxn ang="0">
                  <a:pos x="1" y="63"/>
                </a:cxn>
                <a:cxn ang="0">
                  <a:pos x="1" y="63"/>
                </a:cxn>
                <a:cxn ang="0">
                  <a:pos x="0" y="64"/>
                </a:cxn>
                <a:cxn ang="0">
                  <a:pos x="0" y="67"/>
                </a:cxn>
                <a:cxn ang="0">
                  <a:pos x="2" y="71"/>
                </a:cxn>
                <a:cxn ang="0">
                  <a:pos x="5" y="72"/>
                </a:cxn>
                <a:cxn ang="0">
                  <a:pos x="8" y="72"/>
                </a:cxn>
                <a:cxn ang="0">
                  <a:pos x="10" y="71"/>
                </a:cxn>
                <a:cxn ang="0">
                  <a:pos x="10" y="71"/>
                </a:cxn>
                <a:cxn ang="0">
                  <a:pos x="15" y="64"/>
                </a:cxn>
                <a:cxn ang="0">
                  <a:pos x="21" y="56"/>
                </a:cxn>
                <a:cxn ang="0">
                  <a:pos x="29" y="41"/>
                </a:cxn>
                <a:cxn ang="0">
                  <a:pos x="36" y="25"/>
                </a:cxn>
                <a:cxn ang="0">
                  <a:pos x="44" y="9"/>
                </a:cxn>
                <a:cxn ang="0">
                  <a:pos x="44" y="9"/>
                </a:cxn>
                <a:cxn ang="0">
                  <a:pos x="46" y="7"/>
                </a:cxn>
                <a:cxn ang="0">
                  <a:pos x="46" y="4"/>
                </a:cxn>
                <a:cxn ang="0">
                  <a:pos x="43" y="1"/>
                </a:cxn>
                <a:cxn ang="0">
                  <a:pos x="39" y="0"/>
                </a:cxn>
                <a:cxn ang="0">
                  <a:pos x="36" y="1"/>
                </a:cxn>
                <a:cxn ang="0">
                  <a:pos x="35" y="3"/>
                </a:cxn>
                <a:cxn ang="0">
                  <a:pos x="35" y="3"/>
                </a:cxn>
              </a:cxnLst>
              <a:rect l="0" t="0" r="r" b="b"/>
              <a:pathLst>
                <a:path w="46" h="72">
                  <a:moveTo>
                    <a:pt x="35" y="3"/>
                  </a:moveTo>
                  <a:lnTo>
                    <a:pt x="35" y="3"/>
                  </a:lnTo>
                  <a:lnTo>
                    <a:pt x="27" y="18"/>
                  </a:lnTo>
                  <a:lnTo>
                    <a:pt x="21" y="34"/>
                  </a:lnTo>
                  <a:lnTo>
                    <a:pt x="12" y="48"/>
                  </a:lnTo>
                  <a:lnTo>
                    <a:pt x="8" y="56"/>
                  </a:lnTo>
                  <a:lnTo>
                    <a:pt x="1" y="63"/>
                  </a:lnTo>
                  <a:lnTo>
                    <a:pt x="1" y="63"/>
                  </a:lnTo>
                  <a:lnTo>
                    <a:pt x="0" y="64"/>
                  </a:lnTo>
                  <a:lnTo>
                    <a:pt x="0" y="67"/>
                  </a:lnTo>
                  <a:lnTo>
                    <a:pt x="2" y="71"/>
                  </a:lnTo>
                  <a:lnTo>
                    <a:pt x="5" y="72"/>
                  </a:lnTo>
                  <a:lnTo>
                    <a:pt x="8" y="72"/>
                  </a:lnTo>
                  <a:lnTo>
                    <a:pt x="10" y="71"/>
                  </a:lnTo>
                  <a:lnTo>
                    <a:pt x="10" y="71"/>
                  </a:lnTo>
                  <a:lnTo>
                    <a:pt x="15" y="64"/>
                  </a:lnTo>
                  <a:lnTo>
                    <a:pt x="21" y="56"/>
                  </a:lnTo>
                  <a:lnTo>
                    <a:pt x="29" y="41"/>
                  </a:lnTo>
                  <a:lnTo>
                    <a:pt x="36" y="25"/>
                  </a:lnTo>
                  <a:lnTo>
                    <a:pt x="44" y="9"/>
                  </a:lnTo>
                  <a:lnTo>
                    <a:pt x="44" y="9"/>
                  </a:lnTo>
                  <a:lnTo>
                    <a:pt x="46" y="7"/>
                  </a:lnTo>
                  <a:lnTo>
                    <a:pt x="46" y="4"/>
                  </a:lnTo>
                  <a:lnTo>
                    <a:pt x="43" y="1"/>
                  </a:lnTo>
                  <a:lnTo>
                    <a:pt x="39" y="0"/>
                  </a:lnTo>
                  <a:lnTo>
                    <a:pt x="36" y="1"/>
                  </a:lnTo>
                  <a:lnTo>
                    <a:pt x="35" y="3"/>
                  </a:lnTo>
                  <a:lnTo>
                    <a:pt x="35" y="3"/>
                  </a:lnTo>
                  <a:close/>
                </a:path>
              </a:pathLst>
            </a:custGeom>
            <a:ln>
              <a:solidFill>
                <a:schemeClr val="accent1">
                  <a:alpha val="35000"/>
                </a:schemeClr>
              </a:solidFill>
            </a:ln>
          </p:spPr>
          <p:style>
            <a:lnRef idx="0">
              <a:srgbClr val="FFFFFF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36" name="Freeform 547"/>
            <p:cNvSpPr/>
            <p:nvPr>
              <p:custDataLst>
                <p:tags r:id="rId29"/>
              </p:custDataLst>
            </p:nvPr>
          </p:nvSpPr>
          <p:spPr bwMode="auto">
            <a:xfrm>
              <a:off x="2581276" y="2555875"/>
              <a:ext cx="25400" cy="31750"/>
            </a:xfrm>
            <a:custGeom>
              <a:avLst/>
              <a:gdLst/>
              <a:ahLst/>
              <a:cxnLst>
                <a:cxn ang="0">
                  <a:pos x="54" y="3"/>
                </a:cxn>
                <a:cxn ang="0">
                  <a:pos x="54" y="3"/>
                </a:cxn>
                <a:cxn ang="0">
                  <a:pos x="47" y="12"/>
                </a:cxn>
                <a:cxn ang="0">
                  <a:pos x="39" y="20"/>
                </a:cxn>
                <a:cxn ang="0">
                  <a:pos x="33" y="29"/>
                </a:cxn>
                <a:cxn ang="0">
                  <a:pos x="26" y="38"/>
                </a:cxn>
                <a:cxn ang="0">
                  <a:pos x="26" y="38"/>
                </a:cxn>
                <a:cxn ang="0">
                  <a:pos x="15" y="56"/>
                </a:cxn>
                <a:cxn ang="0">
                  <a:pos x="8" y="66"/>
                </a:cxn>
                <a:cxn ang="0">
                  <a:pos x="1" y="75"/>
                </a:cxn>
                <a:cxn ang="0">
                  <a:pos x="1" y="75"/>
                </a:cxn>
                <a:cxn ang="0">
                  <a:pos x="0" y="76"/>
                </a:cxn>
                <a:cxn ang="0">
                  <a:pos x="0" y="79"/>
                </a:cxn>
                <a:cxn ang="0">
                  <a:pos x="1" y="83"/>
                </a:cxn>
                <a:cxn ang="0">
                  <a:pos x="4" y="84"/>
                </a:cxn>
                <a:cxn ang="0">
                  <a:pos x="5" y="84"/>
                </a:cxn>
                <a:cxn ang="0">
                  <a:pos x="8" y="84"/>
                </a:cxn>
                <a:cxn ang="0">
                  <a:pos x="9" y="83"/>
                </a:cxn>
                <a:cxn ang="0">
                  <a:pos x="9" y="83"/>
                </a:cxn>
                <a:cxn ang="0">
                  <a:pos x="22" y="66"/>
                </a:cxn>
                <a:cxn ang="0">
                  <a:pos x="34" y="47"/>
                </a:cxn>
                <a:cxn ang="0">
                  <a:pos x="34" y="47"/>
                </a:cxn>
                <a:cxn ang="0">
                  <a:pos x="41" y="37"/>
                </a:cxn>
                <a:cxn ang="0">
                  <a:pos x="49" y="28"/>
                </a:cxn>
                <a:cxn ang="0">
                  <a:pos x="56" y="18"/>
                </a:cxn>
                <a:cxn ang="0">
                  <a:pos x="64" y="9"/>
                </a:cxn>
                <a:cxn ang="0">
                  <a:pos x="64" y="9"/>
                </a:cxn>
                <a:cxn ang="0">
                  <a:pos x="64" y="7"/>
                </a:cxn>
                <a:cxn ang="0">
                  <a:pos x="64" y="4"/>
                </a:cxn>
                <a:cxn ang="0">
                  <a:pos x="64" y="3"/>
                </a:cxn>
                <a:cxn ang="0">
                  <a:pos x="62" y="1"/>
                </a:cxn>
                <a:cxn ang="0">
                  <a:pos x="58" y="0"/>
                </a:cxn>
                <a:cxn ang="0">
                  <a:pos x="55" y="1"/>
                </a:cxn>
                <a:cxn ang="0">
                  <a:pos x="54" y="3"/>
                </a:cxn>
                <a:cxn ang="0">
                  <a:pos x="54" y="3"/>
                </a:cxn>
              </a:cxnLst>
              <a:rect l="0" t="0" r="r" b="b"/>
              <a:pathLst>
                <a:path w="64" h="84">
                  <a:moveTo>
                    <a:pt x="54" y="3"/>
                  </a:moveTo>
                  <a:lnTo>
                    <a:pt x="54" y="3"/>
                  </a:lnTo>
                  <a:lnTo>
                    <a:pt x="47" y="12"/>
                  </a:lnTo>
                  <a:lnTo>
                    <a:pt x="39" y="20"/>
                  </a:lnTo>
                  <a:lnTo>
                    <a:pt x="33" y="29"/>
                  </a:lnTo>
                  <a:lnTo>
                    <a:pt x="26" y="38"/>
                  </a:lnTo>
                  <a:lnTo>
                    <a:pt x="26" y="38"/>
                  </a:lnTo>
                  <a:lnTo>
                    <a:pt x="15" y="56"/>
                  </a:lnTo>
                  <a:lnTo>
                    <a:pt x="8" y="66"/>
                  </a:lnTo>
                  <a:lnTo>
                    <a:pt x="1" y="75"/>
                  </a:lnTo>
                  <a:lnTo>
                    <a:pt x="1" y="75"/>
                  </a:lnTo>
                  <a:lnTo>
                    <a:pt x="0" y="76"/>
                  </a:lnTo>
                  <a:lnTo>
                    <a:pt x="0" y="79"/>
                  </a:lnTo>
                  <a:lnTo>
                    <a:pt x="1" y="83"/>
                  </a:lnTo>
                  <a:lnTo>
                    <a:pt x="4" y="84"/>
                  </a:lnTo>
                  <a:lnTo>
                    <a:pt x="5" y="84"/>
                  </a:lnTo>
                  <a:lnTo>
                    <a:pt x="8" y="84"/>
                  </a:lnTo>
                  <a:lnTo>
                    <a:pt x="9" y="83"/>
                  </a:lnTo>
                  <a:lnTo>
                    <a:pt x="9" y="83"/>
                  </a:lnTo>
                  <a:lnTo>
                    <a:pt x="22" y="66"/>
                  </a:lnTo>
                  <a:lnTo>
                    <a:pt x="34" y="47"/>
                  </a:lnTo>
                  <a:lnTo>
                    <a:pt x="34" y="47"/>
                  </a:lnTo>
                  <a:lnTo>
                    <a:pt x="41" y="37"/>
                  </a:lnTo>
                  <a:lnTo>
                    <a:pt x="49" y="28"/>
                  </a:lnTo>
                  <a:lnTo>
                    <a:pt x="56" y="18"/>
                  </a:lnTo>
                  <a:lnTo>
                    <a:pt x="64" y="9"/>
                  </a:lnTo>
                  <a:lnTo>
                    <a:pt x="64" y="9"/>
                  </a:lnTo>
                  <a:lnTo>
                    <a:pt x="64" y="7"/>
                  </a:lnTo>
                  <a:lnTo>
                    <a:pt x="64" y="4"/>
                  </a:lnTo>
                  <a:lnTo>
                    <a:pt x="64" y="3"/>
                  </a:lnTo>
                  <a:lnTo>
                    <a:pt x="62" y="1"/>
                  </a:lnTo>
                  <a:lnTo>
                    <a:pt x="58" y="0"/>
                  </a:lnTo>
                  <a:lnTo>
                    <a:pt x="55" y="1"/>
                  </a:lnTo>
                  <a:lnTo>
                    <a:pt x="54" y="3"/>
                  </a:lnTo>
                  <a:lnTo>
                    <a:pt x="54" y="3"/>
                  </a:lnTo>
                  <a:close/>
                </a:path>
              </a:pathLst>
            </a:custGeom>
            <a:ln>
              <a:solidFill>
                <a:schemeClr val="accent1">
                  <a:alpha val="35000"/>
                </a:schemeClr>
              </a:solidFill>
            </a:ln>
          </p:spPr>
          <p:style>
            <a:lnRef idx="0">
              <a:srgbClr val="FFFFFF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37" name="Freeform 548"/>
            <p:cNvSpPr/>
            <p:nvPr>
              <p:custDataLst>
                <p:tags r:id="rId30"/>
              </p:custDataLst>
            </p:nvPr>
          </p:nvSpPr>
          <p:spPr bwMode="auto">
            <a:xfrm>
              <a:off x="2620963" y="2552700"/>
              <a:ext cx="17463" cy="28575"/>
            </a:xfrm>
            <a:custGeom>
              <a:avLst/>
              <a:gdLst/>
              <a:ahLst/>
              <a:cxnLst>
                <a:cxn ang="0">
                  <a:pos x="32" y="7"/>
                </a:cxn>
                <a:cxn ang="0">
                  <a:pos x="32" y="7"/>
                </a:cxn>
                <a:cxn ang="0">
                  <a:pos x="29" y="13"/>
                </a:cxn>
                <a:cxn ang="0">
                  <a:pos x="26" y="20"/>
                </a:cxn>
                <a:cxn ang="0">
                  <a:pos x="20" y="33"/>
                </a:cxn>
                <a:cxn ang="0">
                  <a:pos x="20" y="33"/>
                </a:cxn>
                <a:cxn ang="0">
                  <a:pos x="2" y="64"/>
                </a:cxn>
                <a:cxn ang="0">
                  <a:pos x="2" y="64"/>
                </a:cxn>
                <a:cxn ang="0">
                  <a:pos x="0" y="67"/>
                </a:cxn>
                <a:cxn ang="0">
                  <a:pos x="0" y="68"/>
                </a:cxn>
                <a:cxn ang="0">
                  <a:pos x="3" y="72"/>
                </a:cxn>
                <a:cxn ang="0">
                  <a:pos x="8" y="72"/>
                </a:cxn>
                <a:cxn ang="0">
                  <a:pos x="9" y="72"/>
                </a:cxn>
                <a:cxn ang="0">
                  <a:pos x="11" y="70"/>
                </a:cxn>
                <a:cxn ang="0">
                  <a:pos x="11" y="70"/>
                </a:cxn>
                <a:cxn ang="0">
                  <a:pos x="32" y="36"/>
                </a:cxn>
                <a:cxn ang="0">
                  <a:pos x="32" y="36"/>
                </a:cxn>
                <a:cxn ang="0">
                  <a:pos x="38" y="21"/>
                </a:cxn>
                <a:cxn ang="0">
                  <a:pos x="41" y="13"/>
                </a:cxn>
                <a:cxn ang="0">
                  <a:pos x="42" y="7"/>
                </a:cxn>
                <a:cxn ang="0">
                  <a:pos x="42" y="7"/>
                </a:cxn>
                <a:cxn ang="0">
                  <a:pos x="42" y="4"/>
                </a:cxn>
                <a:cxn ang="0">
                  <a:pos x="41" y="2"/>
                </a:cxn>
                <a:cxn ang="0">
                  <a:pos x="39" y="2"/>
                </a:cxn>
                <a:cxn ang="0">
                  <a:pos x="38" y="0"/>
                </a:cxn>
                <a:cxn ang="0">
                  <a:pos x="33" y="3"/>
                </a:cxn>
                <a:cxn ang="0">
                  <a:pos x="32" y="4"/>
                </a:cxn>
                <a:cxn ang="0">
                  <a:pos x="32" y="7"/>
                </a:cxn>
                <a:cxn ang="0">
                  <a:pos x="32" y="7"/>
                </a:cxn>
              </a:cxnLst>
              <a:rect l="0" t="0" r="r" b="b"/>
              <a:pathLst>
                <a:path w="42" h="72">
                  <a:moveTo>
                    <a:pt x="32" y="7"/>
                  </a:moveTo>
                  <a:lnTo>
                    <a:pt x="32" y="7"/>
                  </a:lnTo>
                  <a:lnTo>
                    <a:pt x="29" y="13"/>
                  </a:lnTo>
                  <a:lnTo>
                    <a:pt x="26" y="20"/>
                  </a:lnTo>
                  <a:lnTo>
                    <a:pt x="20" y="33"/>
                  </a:lnTo>
                  <a:lnTo>
                    <a:pt x="20" y="33"/>
                  </a:lnTo>
                  <a:lnTo>
                    <a:pt x="2" y="64"/>
                  </a:lnTo>
                  <a:lnTo>
                    <a:pt x="2" y="64"/>
                  </a:lnTo>
                  <a:lnTo>
                    <a:pt x="0" y="67"/>
                  </a:lnTo>
                  <a:lnTo>
                    <a:pt x="0" y="68"/>
                  </a:lnTo>
                  <a:lnTo>
                    <a:pt x="3" y="72"/>
                  </a:lnTo>
                  <a:lnTo>
                    <a:pt x="8" y="72"/>
                  </a:lnTo>
                  <a:lnTo>
                    <a:pt x="9" y="72"/>
                  </a:lnTo>
                  <a:lnTo>
                    <a:pt x="11" y="70"/>
                  </a:lnTo>
                  <a:lnTo>
                    <a:pt x="11" y="70"/>
                  </a:lnTo>
                  <a:lnTo>
                    <a:pt x="32" y="36"/>
                  </a:lnTo>
                  <a:lnTo>
                    <a:pt x="32" y="36"/>
                  </a:lnTo>
                  <a:lnTo>
                    <a:pt x="38" y="21"/>
                  </a:lnTo>
                  <a:lnTo>
                    <a:pt x="41" y="13"/>
                  </a:lnTo>
                  <a:lnTo>
                    <a:pt x="42" y="7"/>
                  </a:lnTo>
                  <a:lnTo>
                    <a:pt x="42" y="7"/>
                  </a:lnTo>
                  <a:lnTo>
                    <a:pt x="42" y="4"/>
                  </a:lnTo>
                  <a:lnTo>
                    <a:pt x="41" y="2"/>
                  </a:lnTo>
                  <a:lnTo>
                    <a:pt x="39" y="2"/>
                  </a:lnTo>
                  <a:lnTo>
                    <a:pt x="38" y="0"/>
                  </a:lnTo>
                  <a:lnTo>
                    <a:pt x="33" y="3"/>
                  </a:lnTo>
                  <a:lnTo>
                    <a:pt x="32" y="4"/>
                  </a:lnTo>
                  <a:lnTo>
                    <a:pt x="32" y="7"/>
                  </a:lnTo>
                  <a:lnTo>
                    <a:pt x="32" y="7"/>
                  </a:lnTo>
                  <a:close/>
                </a:path>
              </a:pathLst>
            </a:custGeom>
            <a:ln>
              <a:solidFill>
                <a:schemeClr val="accent1">
                  <a:alpha val="35000"/>
                </a:schemeClr>
              </a:solidFill>
            </a:ln>
          </p:spPr>
          <p:style>
            <a:lnRef idx="0">
              <a:srgbClr val="FFFFFF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38" name="Freeform 549"/>
            <p:cNvSpPr/>
            <p:nvPr>
              <p:custDataLst>
                <p:tags r:id="rId31"/>
              </p:custDataLst>
            </p:nvPr>
          </p:nvSpPr>
          <p:spPr bwMode="auto">
            <a:xfrm>
              <a:off x="2263776" y="2451100"/>
              <a:ext cx="22225" cy="39688"/>
            </a:xfrm>
            <a:custGeom>
              <a:avLst/>
              <a:gdLst/>
              <a:ahLst/>
              <a:cxnLst>
                <a:cxn ang="0">
                  <a:pos x="47" y="3"/>
                </a:cxn>
                <a:cxn ang="0">
                  <a:pos x="47" y="3"/>
                </a:cxn>
                <a:cxn ang="0">
                  <a:pos x="38" y="12"/>
                </a:cxn>
                <a:cxn ang="0">
                  <a:pos x="31" y="24"/>
                </a:cxn>
                <a:cxn ang="0">
                  <a:pos x="23" y="34"/>
                </a:cxn>
                <a:cxn ang="0">
                  <a:pos x="18" y="46"/>
                </a:cxn>
                <a:cxn ang="0">
                  <a:pos x="8" y="71"/>
                </a:cxn>
                <a:cxn ang="0">
                  <a:pos x="0" y="96"/>
                </a:cxn>
                <a:cxn ang="0">
                  <a:pos x="0" y="96"/>
                </a:cxn>
                <a:cxn ang="0">
                  <a:pos x="0" y="98"/>
                </a:cxn>
                <a:cxn ang="0">
                  <a:pos x="0" y="101"/>
                </a:cxn>
                <a:cxn ang="0">
                  <a:pos x="4" y="102"/>
                </a:cxn>
                <a:cxn ang="0">
                  <a:pos x="8" y="102"/>
                </a:cxn>
                <a:cxn ang="0">
                  <a:pos x="9" y="101"/>
                </a:cxn>
                <a:cxn ang="0">
                  <a:pos x="10" y="100"/>
                </a:cxn>
                <a:cxn ang="0">
                  <a:pos x="10" y="100"/>
                </a:cxn>
                <a:cxn ang="0">
                  <a:pos x="18" y="76"/>
                </a:cxn>
                <a:cxn ang="0">
                  <a:pos x="29" y="53"/>
                </a:cxn>
                <a:cxn ang="0">
                  <a:pos x="34" y="41"/>
                </a:cxn>
                <a:cxn ang="0">
                  <a:pos x="39" y="30"/>
                </a:cxn>
                <a:cxn ang="0">
                  <a:pos x="47" y="20"/>
                </a:cxn>
                <a:cxn ang="0">
                  <a:pos x="55" y="11"/>
                </a:cxn>
                <a:cxn ang="0">
                  <a:pos x="55" y="11"/>
                </a:cxn>
                <a:cxn ang="0">
                  <a:pos x="56" y="8"/>
                </a:cxn>
                <a:cxn ang="0">
                  <a:pos x="56" y="6"/>
                </a:cxn>
                <a:cxn ang="0">
                  <a:pos x="55" y="3"/>
                </a:cxn>
                <a:cxn ang="0">
                  <a:pos x="51" y="0"/>
                </a:cxn>
                <a:cxn ang="0">
                  <a:pos x="48" y="0"/>
                </a:cxn>
                <a:cxn ang="0">
                  <a:pos x="47" y="3"/>
                </a:cxn>
                <a:cxn ang="0">
                  <a:pos x="47" y="3"/>
                </a:cxn>
              </a:cxnLst>
              <a:rect l="0" t="0" r="r" b="b"/>
              <a:pathLst>
                <a:path w="56" h="102">
                  <a:moveTo>
                    <a:pt x="47" y="3"/>
                  </a:moveTo>
                  <a:lnTo>
                    <a:pt x="47" y="3"/>
                  </a:lnTo>
                  <a:lnTo>
                    <a:pt x="38" y="12"/>
                  </a:lnTo>
                  <a:lnTo>
                    <a:pt x="31" y="24"/>
                  </a:lnTo>
                  <a:lnTo>
                    <a:pt x="23" y="34"/>
                  </a:lnTo>
                  <a:lnTo>
                    <a:pt x="18" y="46"/>
                  </a:lnTo>
                  <a:lnTo>
                    <a:pt x="8" y="71"/>
                  </a:lnTo>
                  <a:lnTo>
                    <a:pt x="0" y="96"/>
                  </a:lnTo>
                  <a:lnTo>
                    <a:pt x="0" y="96"/>
                  </a:lnTo>
                  <a:lnTo>
                    <a:pt x="0" y="98"/>
                  </a:lnTo>
                  <a:lnTo>
                    <a:pt x="0" y="101"/>
                  </a:lnTo>
                  <a:lnTo>
                    <a:pt x="4" y="102"/>
                  </a:lnTo>
                  <a:lnTo>
                    <a:pt x="8" y="102"/>
                  </a:lnTo>
                  <a:lnTo>
                    <a:pt x="9" y="101"/>
                  </a:lnTo>
                  <a:lnTo>
                    <a:pt x="10" y="100"/>
                  </a:lnTo>
                  <a:lnTo>
                    <a:pt x="10" y="100"/>
                  </a:lnTo>
                  <a:lnTo>
                    <a:pt x="18" y="76"/>
                  </a:lnTo>
                  <a:lnTo>
                    <a:pt x="29" y="53"/>
                  </a:lnTo>
                  <a:lnTo>
                    <a:pt x="34" y="41"/>
                  </a:lnTo>
                  <a:lnTo>
                    <a:pt x="39" y="30"/>
                  </a:lnTo>
                  <a:lnTo>
                    <a:pt x="47" y="20"/>
                  </a:lnTo>
                  <a:lnTo>
                    <a:pt x="55" y="11"/>
                  </a:lnTo>
                  <a:lnTo>
                    <a:pt x="55" y="11"/>
                  </a:lnTo>
                  <a:lnTo>
                    <a:pt x="56" y="8"/>
                  </a:lnTo>
                  <a:lnTo>
                    <a:pt x="56" y="6"/>
                  </a:lnTo>
                  <a:lnTo>
                    <a:pt x="55" y="3"/>
                  </a:lnTo>
                  <a:lnTo>
                    <a:pt x="51" y="0"/>
                  </a:lnTo>
                  <a:lnTo>
                    <a:pt x="48" y="0"/>
                  </a:lnTo>
                  <a:lnTo>
                    <a:pt x="47" y="3"/>
                  </a:lnTo>
                  <a:lnTo>
                    <a:pt x="47" y="3"/>
                  </a:lnTo>
                  <a:close/>
                </a:path>
              </a:pathLst>
            </a:custGeom>
            <a:ln>
              <a:solidFill>
                <a:schemeClr val="accent1">
                  <a:alpha val="35000"/>
                </a:schemeClr>
              </a:solidFill>
            </a:ln>
          </p:spPr>
          <p:style>
            <a:lnRef idx="0">
              <a:srgbClr val="FFFFFF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39" name="Freeform 550"/>
            <p:cNvSpPr/>
            <p:nvPr>
              <p:custDataLst>
                <p:tags r:id="rId32"/>
              </p:custDataLst>
            </p:nvPr>
          </p:nvSpPr>
          <p:spPr bwMode="auto">
            <a:xfrm>
              <a:off x="2317751" y="2460625"/>
              <a:ext cx="14288" cy="34925"/>
            </a:xfrm>
            <a:custGeom>
              <a:avLst/>
              <a:gdLst/>
              <a:ahLst/>
              <a:cxnLst>
                <a:cxn ang="0">
                  <a:pos x="24" y="5"/>
                </a:cxn>
                <a:cxn ang="0">
                  <a:pos x="24" y="5"/>
                </a:cxn>
                <a:cxn ang="0">
                  <a:pos x="22" y="16"/>
                </a:cxn>
                <a:cxn ang="0">
                  <a:pos x="21" y="26"/>
                </a:cxn>
                <a:cxn ang="0">
                  <a:pos x="16" y="46"/>
                </a:cxn>
                <a:cxn ang="0">
                  <a:pos x="1" y="84"/>
                </a:cxn>
                <a:cxn ang="0">
                  <a:pos x="1" y="84"/>
                </a:cxn>
                <a:cxn ang="0">
                  <a:pos x="0" y="86"/>
                </a:cxn>
                <a:cxn ang="0">
                  <a:pos x="1" y="87"/>
                </a:cxn>
                <a:cxn ang="0">
                  <a:pos x="4" y="90"/>
                </a:cxn>
                <a:cxn ang="0">
                  <a:pos x="9" y="90"/>
                </a:cxn>
                <a:cxn ang="0">
                  <a:pos x="10" y="89"/>
                </a:cxn>
                <a:cxn ang="0">
                  <a:pos x="12" y="86"/>
                </a:cxn>
                <a:cxn ang="0">
                  <a:pos x="12" y="86"/>
                </a:cxn>
                <a:cxn ang="0">
                  <a:pos x="26" y="47"/>
                </a:cxn>
                <a:cxn ang="0">
                  <a:pos x="33" y="26"/>
                </a:cxn>
                <a:cxn ang="0">
                  <a:pos x="34" y="16"/>
                </a:cxn>
                <a:cxn ang="0">
                  <a:pos x="35" y="5"/>
                </a:cxn>
                <a:cxn ang="0">
                  <a:pos x="35" y="5"/>
                </a:cxn>
                <a:cxn ang="0">
                  <a:pos x="34" y="2"/>
                </a:cxn>
                <a:cxn ang="0">
                  <a:pos x="33" y="1"/>
                </a:cxn>
                <a:cxn ang="0">
                  <a:pos x="29" y="0"/>
                </a:cxn>
                <a:cxn ang="0">
                  <a:pos x="25" y="1"/>
                </a:cxn>
                <a:cxn ang="0">
                  <a:pos x="24" y="2"/>
                </a:cxn>
                <a:cxn ang="0">
                  <a:pos x="24" y="5"/>
                </a:cxn>
                <a:cxn ang="0">
                  <a:pos x="24" y="5"/>
                </a:cxn>
              </a:cxnLst>
              <a:rect l="0" t="0" r="r" b="b"/>
              <a:pathLst>
                <a:path w="35" h="90">
                  <a:moveTo>
                    <a:pt x="24" y="5"/>
                  </a:moveTo>
                  <a:lnTo>
                    <a:pt x="24" y="5"/>
                  </a:lnTo>
                  <a:lnTo>
                    <a:pt x="22" y="16"/>
                  </a:lnTo>
                  <a:lnTo>
                    <a:pt x="21" y="26"/>
                  </a:lnTo>
                  <a:lnTo>
                    <a:pt x="16" y="46"/>
                  </a:lnTo>
                  <a:lnTo>
                    <a:pt x="1" y="84"/>
                  </a:lnTo>
                  <a:lnTo>
                    <a:pt x="1" y="84"/>
                  </a:lnTo>
                  <a:lnTo>
                    <a:pt x="0" y="86"/>
                  </a:lnTo>
                  <a:lnTo>
                    <a:pt x="1" y="87"/>
                  </a:lnTo>
                  <a:lnTo>
                    <a:pt x="4" y="90"/>
                  </a:lnTo>
                  <a:lnTo>
                    <a:pt x="9" y="90"/>
                  </a:lnTo>
                  <a:lnTo>
                    <a:pt x="10" y="89"/>
                  </a:lnTo>
                  <a:lnTo>
                    <a:pt x="12" y="86"/>
                  </a:lnTo>
                  <a:lnTo>
                    <a:pt x="12" y="86"/>
                  </a:lnTo>
                  <a:lnTo>
                    <a:pt x="26" y="47"/>
                  </a:lnTo>
                  <a:lnTo>
                    <a:pt x="33" y="26"/>
                  </a:lnTo>
                  <a:lnTo>
                    <a:pt x="34" y="16"/>
                  </a:lnTo>
                  <a:lnTo>
                    <a:pt x="35" y="5"/>
                  </a:lnTo>
                  <a:lnTo>
                    <a:pt x="35" y="5"/>
                  </a:lnTo>
                  <a:lnTo>
                    <a:pt x="34" y="2"/>
                  </a:lnTo>
                  <a:lnTo>
                    <a:pt x="33" y="1"/>
                  </a:lnTo>
                  <a:lnTo>
                    <a:pt x="29" y="0"/>
                  </a:lnTo>
                  <a:lnTo>
                    <a:pt x="25" y="1"/>
                  </a:lnTo>
                  <a:lnTo>
                    <a:pt x="24" y="2"/>
                  </a:lnTo>
                  <a:lnTo>
                    <a:pt x="24" y="5"/>
                  </a:lnTo>
                  <a:lnTo>
                    <a:pt x="24" y="5"/>
                  </a:lnTo>
                  <a:close/>
                </a:path>
              </a:pathLst>
            </a:custGeom>
            <a:ln>
              <a:solidFill>
                <a:schemeClr val="accent1">
                  <a:alpha val="35000"/>
                </a:schemeClr>
              </a:solidFill>
            </a:ln>
          </p:spPr>
          <p:style>
            <a:lnRef idx="0">
              <a:srgbClr val="FFFFFF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40" name="Freeform 551"/>
            <p:cNvSpPr/>
            <p:nvPr>
              <p:custDataLst>
                <p:tags r:id="rId33"/>
              </p:custDataLst>
            </p:nvPr>
          </p:nvSpPr>
          <p:spPr bwMode="auto">
            <a:xfrm>
              <a:off x="2513013" y="2446338"/>
              <a:ext cx="12700" cy="31750"/>
            </a:xfrm>
            <a:custGeom>
              <a:avLst/>
              <a:gdLst/>
              <a:ahLst/>
              <a:cxnLst>
                <a:cxn ang="0">
                  <a:pos x="22" y="5"/>
                </a:cxn>
                <a:cxn ang="0">
                  <a:pos x="22" y="5"/>
                </a:cxn>
                <a:cxn ang="0">
                  <a:pos x="22" y="14"/>
                </a:cxn>
                <a:cxn ang="0">
                  <a:pos x="21" y="22"/>
                </a:cxn>
                <a:cxn ang="0">
                  <a:pos x="16" y="39"/>
                </a:cxn>
                <a:cxn ang="0">
                  <a:pos x="8" y="55"/>
                </a:cxn>
                <a:cxn ang="0">
                  <a:pos x="0" y="70"/>
                </a:cxn>
                <a:cxn ang="0">
                  <a:pos x="0" y="70"/>
                </a:cxn>
                <a:cxn ang="0">
                  <a:pos x="0" y="73"/>
                </a:cxn>
                <a:cxn ang="0">
                  <a:pos x="0" y="76"/>
                </a:cxn>
                <a:cxn ang="0">
                  <a:pos x="2" y="78"/>
                </a:cxn>
                <a:cxn ang="0">
                  <a:pos x="5" y="80"/>
                </a:cxn>
                <a:cxn ang="0">
                  <a:pos x="6" y="80"/>
                </a:cxn>
                <a:cxn ang="0">
                  <a:pos x="9" y="78"/>
                </a:cxn>
                <a:cxn ang="0">
                  <a:pos x="10" y="76"/>
                </a:cxn>
                <a:cxn ang="0">
                  <a:pos x="10" y="76"/>
                </a:cxn>
                <a:cxn ang="0">
                  <a:pos x="18" y="59"/>
                </a:cxn>
                <a:cxn ang="0">
                  <a:pos x="26" y="42"/>
                </a:cxn>
                <a:cxn ang="0">
                  <a:pos x="31" y="23"/>
                </a:cxn>
                <a:cxn ang="0">
                  <a:pos x="33" y="14"/>
                </a:cxn>
                <a:cxn ang="0">
                  <a:pos x="34" y="5"/>
                </a:cxn>
                <a:cxn ang="0">
                  <a:pos x="34" y="5"/>
                </a:cxn>
                <a:cxn ang="0">
                  <a:pos x="34" y="2"/>
                </a:cxn>
                <a:cxn ang="0">
                  <a:pos x="33" y="1"/>
                </a:cxn>
                <a:cxn ang="0">
                  <a:pos x="29" y="0"/>
                </a:cxn>
                <a:cxn ang="0">
                  <a:pos x="25" y="1"/>
                </a:cxn>
                <a:cxn ang="0">
                  <a:pos x="23" y="2"/>
                </a:cxn>
                <a:cxn ang="0">
                  <a:pos x="22" y="5"/>
                </a:cxn>
                <a:cxn ang="0">
                  <a:pos x="22" y="5"/>
                </a:cxn>
              </a:cxnLst>
              <a:rect l="0" t="0" r="r" b="b"/>
              <a:pathLst>
                <a:path w="34" h="80">
                  <a:moveTo>
                    <a:pt x="22" y="5"/>
                  </a:moveTo>
                  <a:lnTo>
                    <a:pt x="22" y="5"/>
                  </a:lnTo>
                  <a:lnTo>
                    <a:pt x="22" y="14"/>
                  </a:lnTo>
                  <a:lnTo>
                    <a:pt x="21" y="22"/>
                  </a:lnTo>
                  <a:lnTo>
                    <a:pt x="16" y="39"/>
                  </a:lnTo>
                  <a:lnTo>
                    <a:pt x="8" y="55"/>
                  </a:lnTo>
                  <a:lnTo>
                    <a:pt x="0" y="70"/>
                  </a:lnTo>
                  <a:lnTo>
                    <a:pt x="0" y="70"/>
                  </a:lnTo>
                  <a:lnTo>
                    <a:pt x="0" y="73"/>
                  </a:lnTo>
                  <a:lnTo>
                    <a:pt x="0" y="76"/>
                  </a:lnTo>
                  <a:lnTo>
                    <a:pt x="2" y="78"/>
                  </a:lnTo>
                  <a:lnTo>
                    <a:pt x="5" y="80"/>
                  </a:lnTo>
                  <a:lnTo>
                    <a:pt x="6" y="80"/>
                  </a:lnTo>
                  <a:lnTo>
                    <a:pt x="9" y="78"/>
                  </a:lnTo>
                  <a:lnTo>
                    <a:pt x="10" y="76"/>
                  </a:lnTo>
                  <a:lnTo>
                    <a:pt x="10" y="76"/>
                  </a:lnTo>
                  <a:lnTo>
                    <a:pt x="18" y="59"/>
                  </a:lnTo>
                  <a:lnTo>
                    <a:pt x="26" y="42"/>
                  </a:lnTo>
                  <a:lnTo>
                    <a:pt x="31" y="23"/>
                  </a:lnTo>
                  <a:lnTo>
                    <a:pt x="33" y="14"/>
                  </a:lnTo>
                  <a:lnTo>
                    <a:pt x="34" y="5"/>
                  </a:lnTo>
                  <a:lnTo>
                    <a:pt x="34" y="5"/>
                  </a:lnTo>
                  <a:lnTo>
                    <a:pt x="34" y="2"/>
                  </a:lnTo>
                  <a:lnTo>
                    <a:pt x="33" y="1"/>
                  </a:lnTo>
                  <a:lnTo>
                    <a:pt x="29" y="0"/>
                  </a:lnTo>
                  <a:lnTo>
                    <a:pt x="25" y="1"/>
                  </a:lnTo>
                  <a:lnTo>
                    <a:pt x="23" y="2"/>
                  </a:lnTo>
                  <a:lnTo>
                    <a:pt x="22" y="5"/>
                  </a:lnTo>
                  <a:lnTo>
                    <a:pt x="22" y="5"/>
                  </a:lnTo>
                  <a:close/>
                </a:path>
              </a:pathLst>
            </a:custGeom>
            <a:ln>
              <a:solidFill>
                <a:schemeClr val="accent1">
                  <a:alpha val="35000"/>
                </a:schemeClr>
              </a:solidFill>
            </a:ln>
          </p:spPr>
          <p:style>
            <a:lnRef idx="0">
              <a:srgbClr val="FFFFFF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41" name="Freeform 552"/>
            <p:cNvSpPr/>
            <p:nvPr>
              <p:custDataLst>
                <p:tags r:id="rId34"/>
              </p:custDataLst>
            </p:nvPr>
          </p:nvSpPr>
          <p:spPr bwMode="auto">
            <a:xfrm>
              <a:off x="2552701" y="2446338"/>
              <a:ext cx="14288" cy="31750"/>
            </a:xfrm>
            <a:custGeom>
              <a:avLst/>
              <a:gdLst/>
              <a:ahLst/>
              <a:cxnLst>
                <a:cxn ang="0">
                  <a:pos x="23" y="5"/>
                </a:cxn>
                <a:cxn ang="0">
                  <a:pos x="23" y="5"/>
                </a:cxn>
                <a:cxn ang="0">
                  <a:pos x="22" y="14"/>
                </a:cxn>
                <a:cxn ang="0">
                  <a:pos x="21" y="22"/>
                </a:cxn>
                <a:cxn ang="0">
                  <a:pos x="16" y="39"/>
                </a:cxn>
                <a:cxn ang="0">
                  <a:pos x="9" y="55"/>
                </a:cxn>
                <a:cxn ang="0">
                  <a:pos x="1" y="70"/>
                </a:cxn>
                <a:cxn ang="0">
                  <a:pos x="1" y="70"/>
                </a:cxn>
                <a:cxn ang="0">
                  <a:pos x="0" y="73"/>
                </a:cxn>
                <a:cxn ang="0">
                  <a:pos x="1" y="76"/>
                </a:cxn>
                <a:cxn ang="0">
                  <a:pos x="4" y="78"/>
                </a:cxn>
                <a:cxn ang="0">
                  <a:pos x="5" y="80"/>
                </a:cxn>
                <a:cxn ang="0">
                  <a:pos x="8" y="80"/>
                </a:cxn>
                <a:cxn ang="0">
                  <a:pos x="9" y="78"/>
                </a:cxn>
                <a:cxn ang="0">
                  <a:pos x="12" y="76"/>
                </a:cxn>
                <a:cxn ang="0">
                  <a:pos x="12" y="76"/>
                </a:cxn>
                <a:cxn ang="0">
                  <a:pos x="19" y="59"/>
                </a:cxn>
                <a:cxn ang="0">
                  <a:pos x="27" y="42"/>
                </a:cxn>
                <a:cxn ang="0">
                  <a:pos x="33" y="23"/>
                </a:cxn>
                <a:cxn ang="0">
                  <a:pos x="34" y="14"/>
                </a:cxn>
                <a:cxn ang="0">
                  <a:pos x="35" y="5"/>
                </a:cxn>
                <a:cxn ang="0">
                  <a:pos x="35" y="5"/>
                </a:cxn>
                <a:cxn ang="0">
                  <a:pos x="34" y="2"/>
                </a:cxn>
                <a:cxn ang="0">
                  <a:pos x="33" y="1"/>
                </a:cxn>
                <a:cxn ang="0">
                  <a:pos x="29" y="0"/>
                </a:cxn>
                <a:cxn ang="0">
                  <a:pos x="25" y="1"/>
                </a:cxn>
                <a:cxn ang="0">
                  <a:pos x="23" y="2"/>
                </a:cxn>
                <a:cxn ang="0">
                  <a:pos x="23" y="5"/>
                </a:cxn>
                <a:cxn ang="0">
                  <a:pos x="23" y="5"/>
                </a:cxn>
              </a:cxnLst>
              <a:rect l="0" t="0" r="r" b="b"/>
              <a:pathLst>
                <a:path w="35" h="80">
                  <a:moveTo>
                    <a:pt x="23" y="5"/>
                  </a:moveTo>
                  <a:lnTo>
                    <a:pt x="23" y="5"/>
                  </a:lnTo>
                  <a:lnTo>
                    <a:pt x="22" y="14"/>
                  </a:lnTo>
                  <a:lnTo>
                    <a:pt x="21" y="22"/>
                  </a:lnTo>
                  <a:lnTo>
                    <a:pt x="16" y="39"/>
                  </a:lnTo>
                  <a:lnTo>
                    <a:pt x="9" y="55"/>
                  </a:lnTo>
                  <a:lnTo>
                    <a:pt x="1" y="70"/>
                  </a:lnTo>
                  <a:lnTo>
                    <a:pt x="1" y="70"/>
                  </a:lnTo>
                  <a:lnTo>
                    <a:pt x="0" y="73"/>
                  </a:lnTo>
                  <a:lnTo>
                    <a:pt x="1" y="76"/>
                  </a:lnTo>
                  <a:lnTo>
                    <a:pt x="4" y="78"/>
                  </a:lnTo>
                  <a:lnTo>
                    <a:pt x="5" y="80"/>
                  </a:lnTo>
                  <a:lnTo>
                    <a:pt x="8" y="80"/>
                  </a:lnTo>
                  <a:lnTo>
                    <a:pt x="9" y="78"/>
                  </a:lnTo>
                  <a:lnTo>
                    <a:pt x="12" y="76"/>
                  </a:lnTo>
                  <a:lnTo>
                    <a:pt x="12" y="76"/>
                  </a:lnTo>
                  <a:lnTo>
                    <a:pt x="19" y="59"/>
                  </a:lnTo>
                  <a:lnTo>
                    <a:pt x="27" y="42"/>
                  </a:lnTo>
                  <a:lnTo>
                    <a:pt x="33" y="23"/>
                  </a:lnTo>
                  <a:lnTo>
                    <a:pt x="34" y="14"/>
                  </a:lnTo>
                  <a:lnTo>
                    <a:pt x="35" y="5"/>
                  </a:lnTo>
                  <a:lnTo>
                    <a:pt x="35" y="5"/>
                  </a:lnTo>
                  <a:lnTo>
                    <a:pt x="34" y="2"/>
                  </a:lnTo>
                  <a:lnTo>
                    <a:pt x="33" y="1"/>
                  </a:lnTo>
                  <a:lnTo>
                    <a:pt x="29" y="0"/>
                  </a:lnTo>
                  <a:lnTo>
                    <a:pt x="25" y="1"/>
                  </a:lnTo>
                  <a:lnTo>
                    <a:pt x="23" y="2"/>
                  </a:lnTo>
                  <a:lnTo>
                    <a:pt x="23" y="5"/>
                  </a:lnTo>
                  <a:lnTo>
                    <a:pt x="23" y="5"/>
                  </a:lnTo>
                  <a:close/>
                </a:path>
              </a:pathLst>
            </a:custGeom>
            <a:ln>
              <a:solidFill>
                <a:schemeClr val="accent1">
                  <a:alpha val="35000"/>
                </a:schemeClr>
              </a:solidFill>
            </a:ln>
          </p:spPr>
          <p:style>
            <a:lnRef idx="0">
              <a:srgbClr val="FFFFFF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42" name="Freeform 553"/>
            <p:cNvSpPr/>
            <p:nvPr>
              <p:custDataLst>
                <p:tags r:id="rId35"/>
              </p:custDataLst>
            </p:nvPr>
          </p:nvSpPr>
          <p:spPr bwMode="auto">
            <a:xfrm>
              <a:off x="2598738" y="2465388"/>
              <a:ext cx="12700" cy="39688"/>
            </a:xfrm>
            <a:custGeom>
              <a:avLst/>
              <a:gdLst/>
              <a:ahLst/>
              <a:cxnLst>
                <a:cxn ang="0">
                  <a:pos x="22" y="5"/>
                </a:cxn>
                <a:cxn ang="0">
                  <a:pos x="22" y="5"/>
                </a:cxn>
                <a:cxn ang="0">
                  <a:pos x="21" y="27"/>
                </a:cxn>
                <a:cxn ang="0">
                  <a:pos x="16" y="51"/>
                </a:cxn>
                <a:cxn ang="0">
                  <a:pos x="9" y="72"/>
                </a:cxn>
                <a:cxn ang="0">
                  <a:pos x="0" y="92"/>
                </a:cxn>
                <a:cxn ang="0">
                  <a:pos x="0" y="92"/>
                </a:cxn>
                <a:cxn ang="0">
                  <a:pos x="0" y="95"/>
                </a:cxn>
                <a:cxn ang="0">
                  <a:pos x="0" y="98"/>
                </a:cxn>
                <a:cxn ang="0">
                  <a:pos x="3" y="100"/>
                </a:cxn>
                <a:cxn ang="0">
                  <a:pos x="5" y="102"/>
                </a:cxn>
                <a:cxn ang="0">
                  <a:pos x="6" y="102"/>
                </a:cxn>
                <a:cxn ang="0">
                  <a:pos x="9" y="100"/>
                </a:cxn>
                <a:cxn ang="0">
                  <a:pos x="10" y="99"/>
                </a:cxn>
                <a:cxn ang="0">
                  <a:pos x="10" y="99"/>
                </a:cxn>
                <a:cxn ang="0">
                  <a:pos x="20" y="77"/>
                </a:cxn>
                <a:cxn ang="0">
                  <a:pos x="27" y="53"/>
                </a:cxn>
                <a:cxn ang="0">
                  <a:pos x="31" y="30"/>
                </a:cxn>
                <a:cxn ang="0">
                  <a:pos x="34" y="5"/>
                </a:cxn>
                <a:cxn ang="0">
                  <a:pos x="34" y="5"/>
                </a:cxn>
                <a:cxn ang="0">
                  <a:pos x="34" y="2"/>
                </a:cxn>
                <a:cxn ang="0">
                  <a:pos x="33" y="1"/>
                </a:cxn>
                <a:cxn ang="0">
                  <a:pos x="29" y="0"/>
                </a:cxn>
                <a:cxn ang="0">
                  <a:pos x="25" y="1"/>
                </a:cxn>
                <a:cxn ang="0">
                  <a:pos x="24" y="2"/>
                </a:cxn>
                <a:cxn ang="0">
                  <a:pos x="22" y="5"/>
                </a:cxn>
                <a:cxn ang="0">
                  <a:pos x="22" y="5"/>
                </a:cxn>
              </a:cxnLst>
              <a:rect l="0" t="0" r="r" b="b"/>
              <a:pathLst>
                <a:path w="34" h="102">
                  <a:moveTo>
                    <a:pt x="22" y="5"/>
                  </a:moveTo>
                  <a:lnTo>
                    <a:pt x="22" y="5"/>
                  </a:lnTo>
                  <a:lnTo>
                    <a:pt x="21" y="27"/>
                  </a:lnTo>
                  <a:lnTo>
                    <a:pt x="16" y="51"/>
                  </a:lnTo>
                  <a:lnTo>
                    <a:pt x="9" y="72"/>
                  </a:lnTo>
                  <a:lnTo>
                    <a:pt x="0" y="92"/>
                  </a:lnTo>
                  <a:lnTo>
                    <a:pt x="0" y="92"/>
                  </a:lnTo>
                  <a:lnTo>
                    <a:pt x="0" y="95"/>
                  </a:lnTo>
                  <a:lnTo>
                    <a:pt x="0" y="98"/>
                  </a:lnTo>
                  <a:lnTo>
                    <a:pt x="3" y="100"/>
                  </a:lnTo>
                  <a:lnTo>
                    <a:pt x="5" y="102"/>
                  </a:lnTo>
                  <a:lnTo>
                    <a:pt x="6" y="102"/>
                  </a:lnTo>
                  <a:lnTo>
                    <a:pt x="9" y="100"/>
                  </a:lnTo>
                  <a:lnTo>
                    <a:pt x="10" y="99"/>
                  </a:lnTo>
                  <a:lnTo>
                    <a:pt x="10" y="99"/>
                  </a:lnTo>
                  <a:lnTo>
                    <a:pt x="20" y="77"/>
                  </a:lnTo>
                  <a:lnTo>
                    <a:pt x="27" y="53"/>
                  </a:lnTo>
                  <a:lnTo>
                    <a:pt x="31" y="30"/>
                  </a:lnTo>
                  <a:lnTo>
                    <a:pt x="34" y="5"/>
                  </a:lnTo>
                  <a:lnTo>
                    <a:pt x="34" y="5"/>
                  </a:lnTo>
                  <a:lnTo>
                    <a:pt x="34" y="2"/>
                  </a:lnTo>
                  <a:lnTo>
                    <a:pt x="33" y="1"/>
                  </a:lnTo>
                  <a:lnTo>
                    <a:pt x="29" y="0"/>
                  </a:lnTo>
                  <a:lnTo>
                    <a:pt x="25" y="1"/>
                  </a:lnTo>
                  <a:lnTo>
                    <a:pt x="24" y="2"/>
                  </a:lnTo>
                  <a:lnTo>
                    <a:pt x="22" y="5"/>
                  </a:lnTo>
                  <a:lnTo>
                    <a:pt x="22" y="5"/>
                  </a:lnTo>
                  <a:close/>
                </a:path>
              </a:pathLst>
            </a:custGeom>
            <a:ln>
              <a:solidFill>
                <a:schemeClr val="accent1">
                  <a:alpha val="35000"/>
                </a:schemeClr>
              </a:solidFill>
            </a:ln>
          </p:spPr>
          <p:style>
            <a:lnRef idx="0">
              <a:srgbClr val="FFFFFF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43" name="Freeform 554"/>
            <p:cNvSpPr/>
            <p:nvPr>
              <p:custDataLst>
                <p:tags r:id="rId36"/>
              </p:custDataLst>
            </p:nvPr>
          </p:nvSpPr>
          <p:spPr bwMode="auto">
            <a:xfrm>
              <a:off x="2314576" y="2389188"/>
              <a:ext cx="377825" cy="211138"/>
            </a:xfrm>
            <a:custGeom>
              <a:avLst/>
              <a:gdLst/>
              <a:ahLst/>
              <a:cxnLst>
                <a:cxn ang="0">
                  <a:pos x="712" y="532"/>
                </a:cxn>
                <a:cxn ang="0">
                  <a:pos x="641" y="529"/>
                </a:cxn>
                <a:cxn ang="0">
                  <a:pos x="98" y="529"/>
                </a:cxn>
                <a:cxn ang="0">
                  <a:pos x="25" y="531"/>
                </a:cxn>
                <a:cxn ang="0">
                  <a:pos x="9" y="525"/>
                </a:cxn>
                <a:cxn ang="0">
                  <a:pos x="1" y="515"/>
                </a:cxn>
                <a:cxn ang="0">
                  <a:pos x="0" y="506"/>
                </a:cxn>
                <a:cxn ang="0">
                  <a:pos x="3" y="491"/>
                </a:cxn>
                <a:cxn ang="0">
                  <a:pos x="13" y="482"/>
                </a:cxn>
                <a:cxn ang="0">
                  <a:pos x="667" y="480"/>
                </a:cxn>
                <a:cxn ang="0">
                  <a:pos x="710" y="481"/>
                </a:cxn>
                <a:cxn ang="0">
                  <a:pos x="769" y="482"/>
                </a:cxn>
                <a:cxn ang="0">
                  <a:pos x="814" y="477"/>
                </a:cxn>
                <a:cxn ang="0">
                  <a:pos x="832" y="473"/>
                </a:cxn>
                <a:cxn ang="0">
                  <a:pos x="870" y="463"/>
                </a:cxn>
                <a:cxn ang="0">
                  <a:pos x="887" y="443"/>
                </a:cxn>
                <a:cxn ang="0">
                  <a:pos x="895" y="388"/>
                </a:cxn>
                <a:cxn ang="0">
                  <a:pos x="901" y="321"/>
                </a:cxn>
                <a:cxn ang="0">
                  <a:pos x="901" y="289"/>
                </a:cxn>
                <a:cxn ang="0">
                  <a:pos x="896" y="260"/>
                </a:cxn>
                <a:cxn ang="0">
                  <a:pos x="891" y="232"/>
                </a:cxn>
                <a:cxn ang="0">
                  <a:pos x="888" y="164"/>
                </a:cxn>
                <a:cxn ang="0">
                  <a:pos x="880" y="102"/>
                </a:cxn>
                <a:cxn ang="0">
                  <a:pos x="875" y="81"/>
                </a:cxn>
                <a:cxn ang="0">
                  <a:pos x="860" y="61"/>
                </a:cxn>
                <a:cxn ang="0">
                  <a:pos x="833" y="53"/>
                </a:cxn>
                <a:cxn ang="0">
                  <a:pos x="761" y="51"/>
                </a:cxn>
                <a:cxn ang="0">
                  <a:pos x="479" y="51"/>
                </a:cxn>
                <a:cxn ang="0">
                  <a:pos x="315" y="52"/>
                </a:cxn>
                <a:cxn ang="0">
                  <a:pos x="32" y="53"/>
                </a:cxn>
                <a:cxn ang="0">
                  <a:pos x="18" y="45"/>
                </a:cxn>
                <a:cxn ang="0">
                  <a:pos x="13" y="32"/>
                </a:cxn>
                <a:cxn ang="0">
                  <a:pos x="13" y="23"/>
                </a:cxn>
                <a:cxn ang="0">
                  <a:pos x="18" y="11"/>
                </a:cxn>
                <a:cxn ang="0">
                  <a:pos x="32" y="4"/>
                </a:cxn>
                <a:cxn ang="0">
                  <a:pos x="722" y="4"/>
                </a:cxn>
                <a:cxn ang="0">
                  <a:pos x="782" y="1"/>
                </a:cxn>
                <a:cxn ang="0">
                  <a:pos x="828" y="1"/>
                </a:cxn>
                <a:cxn ang="0">
                  <a:pos x="878" y="13"/>
                </a:cxn>
                <a:cxn ang="0">
                  <a:pos x="892" y="22"/>
                </a:cxn>
                <a:cxn ang="0">
                  <a:pos x="920" y="57"/>
                </a:cxn>
                <a:cxn ang="0">
                  <a:pos x="933" y="112"/>
                </a:cxn>
                <a:cxn ang="0">
                  <a:pos x="938" y="178"/>
                </a:cxn>
                <a:cxn ang="0">
                  <a:pos x="941" y="208"/>
                </a:cxn>
                <a:cxn ang="0">
                  <a:pos x="950" y="270"/>
                </a:cxn>
                <a:cxn ang="0">
                  <a:pos x="952" y="306"/>
                </a:cxn>
                <a:cxn ang="0">
                  <a:pos x="947" y="385"/>
                </a:cxn>
                <a:cxn ang="0">
                  <a:pos x="937" y="446"/>
                </a:cxn>
                <a:cxn ang="0">
                  <a:pos x="917" y="485"/>
                </a:cxn>
                <a:cxn ang="0">
                  <a:pos x="884" y="512"/>
                </a:cxn>
                <a:cxn ang="0">
                  <a:pos x="857" y="523"/>
                </a:cxn>
                <a:cxn ang="0">
                  <a:pos x="794" y="531"/>
                </a:cxn>
                <a:cxn ang="0">
                  <a:pos x="738" y="533"/>
                </a:cxn>
              </a:cxnLst>
              <a:rect l="0" t="0" r="r" b="b"/>
              <a:pathLst>
                <a:path w="952" h="533">
                  <a:moveTo>
                    <a:pt x="738" y="533"/>
                  </a:moveTo>
                  <a:lnTo>
                    <a:pt x="738" y="533"/>
                  </a:lnTo>
                  <a:lnTo>
                    <a:pt x="712" y="532"/>
                  </a:lnTo>
                  <a:lnTo>
                    <a:pt x="712" y="532"/>
                  </a:lnTo>
                  <a:lnTo>
                    <a:pt x="686" y="531"/>
                  </a:lnTo>
                  <a:lnTo>
                    <a:pt x="641" y="529"/>
                  </a:lnTo>
                  <a:lnTo>
                    <a:pt x="499" y="529"/>
                  </a:lnTo>
                  <a:lnTo>
                    <a:pt x="499" y="529"/>
                  </a:lnTo>
                  <a:lnTo>
                    <a:pt x="98" y="529"/>
                  </a:lnTo>
                  <a:lnTo>
                    <a:pt x="98" y="529"/>
                  </a:lnTo>
                  <a:lnTo>
                    <a:pt x="25" y="531"/>
                  </a:lnTo>
                  <a:lnTo>
                    <a:pt x="25" y="531"/>
                  </a:lnTo>
                  <a:lnTo>
                    <a:pt x="18" y="529"/>
                  </a:lnTo>
                  <a:lnTo>
                    <a:pt x="13" y="528"/>
                  </a:lnTo>
                  <a:lnTo>
                    <a:pt x="9" y="525"/>
                  </a:lnTo>
                  <a:lnTo>
                    <a:pt x="7" y="523"/>
                  </a:lnTo>
                  <a:lnTo>
                    <a:pt x="3" y="519"/>
                  </a:lnTo>
                  <a:lnTo>
                    <a:pt x="1" y="515"/>
                  </a:lnTo>
                  <a:lnTo>
                    <a:pt x="0" y="510"/>
                  </a:lnTo>
                  <a:lnTo>
                    <a:pt x="0" y="506"/>
                  </a:lnTo>
                  <a:lnTo>
                    <a:pt x="0" y="506"/>
                  </a:lnTo>
                  <a:lnTo>
                    <a:pt x="0" y="501"/>
                  </a:lnTo>
                  <a:lnTo>
                    <a:pt x="1" y="497"/>
                  </a:lnTo>
                  <a:lnTo>
                    <a:pt x="3" y="491"/>
                  </a:lnTo>
                  <a:lnTo>
                    <a:pt x="7" y="487"/>
                  </a:lnTo>
                  <a:lnTo>
                    <a:pt x="9" y="485"/>
                  </a:lnTo>
                  <a:lnTo>
                    <a:pt x="13" y="482"/>
                  </a:lnTo>
                  <a:lnTo>
                    <a:pt x="18" y="481"/>
                  </a:lnTo>
                  <a:lnTo>
                    <a:pt x="25" y="480"/>
                  </a:lnTo>
                  <a:lnTo>
                    <a:pt x="667" y="480"/>
                  </a:lnTo>
                  <a:lnTo>
                    <a:pt x="667" y="480"/>
                  </a:lnTo>
                  <a:lnTo>
                    <a:pt x="710" y="481"/>
                  </a:lnTo>
                  <a:lnTo>
                    <a:pt x="710" y="481"/>
                  </a:lnTo>
                  <a:lnTo>
                    <a:pt x="752" y="482"/>
                  </a:lnTo>
                  <a:lnTo>
                    <a:pt x="752" y="482"/>
                  </a:lnTo>
                  <a:lnTo>
                    <a:pt x="769" y="482"/>
                  </a:lnTo>
                  <a:lnTo>
                    <a:pt x="785" y="481"/>
                  </a:lnTo>
                  <a:lnTo>
                    <a:pt x="799" y="480"/>
                  </a:lnTo>
                  <a:lnTo>
                    <a:pt x="814" y="477"/>
                  </a:lnTo>
                  <a:lnTo>
                    <a:pt x="814" y="477"/>
                  </a:lnTo>
                  <a:lnTo>
                    <a:pt x="832" y="473"/>
                  </a:lnTo>
                  <a:lnTo>
                    <a:pt x="832" y="473"/>
                  </a:lnTo>
                  <a:lnTo>
                    <a:pt x="853" y="469"/>
                  </a:lnTo>
                  <a:lnTo>
                    <a:pt x="862" y="467"/>
                  </a:lnTo>
                  <a:lnTo>
                    <a:pt x="870" y="463"/>
                  </a:lnTo>
                  <a:lnTo>
                    <a:pt x="878" y="459"/>
                  </a:lnTo>
                  <a:lnTo>
                    <a:pt x="883" y="452"/>
                  </a:lnTo>
                  <a:lnTo>
                    <a:pt x="887" y="443"/>
                  </a:lnTo>
                  <a:lnTo>
                    <a:pt x="890" y="434"/>
                  </a:lnTo>
                  <a:lnTo>
                    <a:pt x="890" y="434"/>
                  </a:lnTo>
                  <a:lnTo>
                    <a:pt x="895" y="388"/>
                  </a:lnTo>
                  <a:lnTo>
                    <a:pt x="895" y="388"/>
                  </a:lnTo>
                  <a:lnTo>
                    <a:pt x="900" y="344"/>
                  </a:lnTo>
                  <a:lnTo>
                    <a:pt x="901" y="321"/>
                  </a:lnTo>
                  <a:lnTo>
                    <a:pt x="901" y="298"/>
                  </a:lnTo>
                  <a:lnTo>
                    <a:pt x="901" y="298"/>
                  </a:lnTo>
                  <a:lnTo>
                    <a:pt x="901" y="289"/>
                  </a:lnTo>
                  <a:lnTo>
                    <a:pt x="900" y="280"/>
                  </a:lnTo>
                  <a:lnTo>
                    <a:pt x="896" y="260"/>
                  </a:lnTo>
                  <a:lnTo>
                    <a:pt x="896" y="260"/>
                  </a:lnTo>
                  <a:lnTo>
                    <a:pt x="894" y="246"/>
                  </a:lnTo>
                  <a:lnTo>
                    <a:pt x="891" y="232"/>
                  </a:lnTo>
                  <a:lnTo>
                    <a:pt x="891" y="232"/>
                  </a:lnTo>
                  <a:lnTo>
                    <a:pt x="888" y="198"/>
                  </a:lnTo>
                  <a:lnTo>
                    <a:pt x="888" y="164"/>
                  </a:lnTo>
                  <a:lnTo>
                    <a:pt x="888" y="164"/>
                  </a:lnTo>
                  <a:lnTo>
                    <a:pt x="887" y="149"/>
                  </a:lnTo>
                  <a:lnTo>
                    <a:pt x="886" y="132"/>
                  </a:lnTo>
                  <a:lnTo>
                    <a:pt x="880" y="102"/>
                  </a:lnTo>
                  <a:lnTo>
                    <a:pt x="880" y="102"/>
                  </a:lnTo>
                  <a:lnTo>
                    <a:pt x="878" y="90"/>
                  </a:lnTo>
                  <a:lnTo>
                    <a:pt x="875" y="81"/>
                  </a:lnTo>
                  <a:lnTo>
                    <a:pt x="871" y="73"/>
                  </a:lnTo>
                  <a:lnTo>
                    <a:pt x="866" y="66"/>
                  </a:lnTo>
                  <a:lnTo>
                    <a:pt x="860" y="61"/>
                  </a:lnTo>
                  <a:lnTo>
                    <a:pt x="852" y="57"/>
                  </a:lnTo>
                  <a:lnTo>
                    <a:pt x="843" y="55"/>
                  </a:lnTo>
                  <a:lnTo>
                    <a:pt x="833" y="53"/>
                  </a:lnTo>
                  <a:lnTo>
                    <a:pt x="833" y="53"/>
                  </a:lnTo>
                  <a:lnTo>
                    <a:pt x="803" y="52"/>
                  </a:lnTo>
                  <a:lnTo>
                    <a:pt x="761" y="51"/>
                  </a:lnTo>
                  <a:lnTo>
                    <a:pt x="637" y="49"/>
                  </a:lnTo>
                  <a:lnTo>
                    <a:pt x="637" y="49"/>
                  </a:lnTo>
                  <a:lnTo>
                    <a:pt x="479" y="51"/>
                  </a:lnTo>
                  <a:lnTo>
                    <a:pt x="326" y="52"/>
                  </a:lnTo>
                  <a:lnTo>
                    <a:pt x="315" y="52"/>
                  </a:lnTo>
                  <a:lnTo>
                    <a:pt x="315" y="52"/>
                  </a:lnTo>
                  <a:lnTo>
                    <a:pt x="37" y="53"/>
                  </a:lnTo>
                  <a:lnTo>
                    <a:pt x="37" y="53"/>
                  </a:lnTo>
                  <a:lnTo>
                    <a:pt x="32" y="53"/>
                  </a:lnTo>
                  <a:lnTo>
                    <a:pt x="26" y="51"/>
                  </a:lnTo>
                  <a:lnTo>
                    <a:pt x="22" y="48"/>
                  </a:lnTo>
                  <a:lnTo>
                    <a:pt x="18" y="45"/>
                  </a:lnTo>
                  <a:lnTo>
                    <a:pt x="16" y="42"/>
                  </a:lnTo>
                  <a:lnTo>
                    <a:pt x="15" y="38"/>
                  </a:lnTo>
                  <a:lnTo>
                    <a:pt x="13" y="32"/>
                  </a:lnTo>
                  <a:lnTo>
                    <a:pt x="13" y="28"/>
                  </a:lnTo>
                  <a:lnTo>
                    <a:pt x="13" y="28"/>
                  </a:lnTo>
                  <a:lnTo>
                    <a:pt x="13" y="23"/>
                  </a:lnTo>
                  <a:lnTo>
                    <a:pt x="15" y="19"/>
                  </a:lnTo>
                  <a:lnTo>
                    <a:pt x="16" y="15"/>
                  </a:lnTo>
                  <a:lnTo>
                    <a:pt x="18" y="11"/>
                  </a:lnTo>
                  <a:lnTo>
                    <a:pt x="22" y="8"/>
                  </a:lnTo>
                  <a:lnTo>
                    <a:pt x="26" y="5"/>
                  </a:lnTo>
                  <a:lnTo>
                    <a:pt x="32" y="4"/>
                  </a:lnTo>
                  <a:lnTo>
                    <a:pt x="37" y="4"/>
                  </a:lnTo>
                  <a:lnTo>
                    <a:pt x="722" y="4"/>
                  </a:lnTo>
                  <a:lnTo>
                    <a:pt x="722" y="4"/>
                  </a:lnTo>
                  <a:lnTo>
                    <a:pt x="759" y="2"/>
                  </a:lnTo>
                  <a:lnTo>
                    <a:pt x="759" y="2"/>
                  </a:lnTo>
                  <a:lnTo>
                    <a:pt x="782" y="1"/>
                  </a:lnTo>
                  <a:lnTo>
                    <a:pt x="806" y="0"/>
                  </a:lnTo>
                  <a:lnTo>
                    <a:pt x="806" y="0"/>
                  </a:lnTo>
                  <a:lnTo>
                    <a:pt x="828" y="1"/>
                  </a:lnTo>
                  <a:lnTo>
                    <a:pt x="846" y="2"/>
                  </a:lnTo>
                  <a:lnTo>
                    <a:pt x="863" y="8"/>
                  </a:lnTo>
                  <a:lnTo>
                    <a:pt x="878" y="13"/>
                  </a:lnTo>
                  <a:lnTo>
                    <a:pt x="878" y="13"/>
                  </a:lnTo>
                  <a:lnTo>
                    <a:pt x="886" y="17"/>
                  </a:lnTo>
                  <a:lnTo>
                    <a:pt x="892" y="22"/>
                  </a:lnTo>
                  <a:lnTo>
                    <a:pt x="904" y="32"/>
                  </a:lnTo>
                  <a:lnTo>
                    <a:pt x="912" y="44"/>
                  </a:lnTo>
                  <a:lnTo>
                    <a:pt x="920" y="57"/>
                  </a:lnTo>
                  <a:lnTo>
                    <a:pt x="925" y="70"/>
                  </a:lnTo>
                  <a:lnTo>
                    <a:pt x="928" y="85"/>
                  </a:lnTo>
                  <a:lnTo>
                    <a:pt x="933" y="112"/>
                  </a:lnTo>
                  <a:lnTo>
                    <a:pt x="933" y="112"/>
                  </a:lnTo>
                  <a:lnTo>
                    <a:pt x="937" y="144"/>
                  </a:lnTo>
                  <a:lnTo>
                    <a:pt x="938" y="178"/>
                  </a:lnTo>
                  <a:lnTo>
                    <a:pt x="938" y="178"/>
                  </a:lnTo>
                  <a:lnTo>
                    <a:pt x="939" y="193"/>
                  </a:lnTo>
                  <a:lnTo>
                    <a:pt x="941" y="208"/>
                  </a:lnTo>
                  <a:lnTo>
                    <a:pt x="945" y="239"/>
                  </a:lnTo>
                  <a:lnTo>
                    <a:pt x="945" y="239"/>
                  </a:lnTo>
                  <a:lnTo>
                    <a:pt x="950" y="270"/>
                  </a:lnTo>
                  <a:lnTo>
                    <a:pt x="950" y="270"/>
                  </a:lnTo>
                  <a:lnTo>
                    <a:pt x="951" y="287"/>
                  </a:lnTo>
                  <a:lnTo>
                    <a:pt x="952" y="306"/>
                  </a:lnTo>
                  <a:lnTo>
                    <a:pt x="952" y="324"/>
                  </a:lnTo>
                  <a:lnTo>
                    <a:pt x="951" y="344"/>
                  </a:lnTo>
                  <a:lnTo>
                    <a:pt x="947" y="385"/>
                  </a:lnTo>
                  <a:lnTo>
                    <a:pt x="941" y="430"/>
                  </a:lnTo>
                  <a:lnTo>
                    <a:pt x="941" y="430"/>
                  </a:lnTo>
                  <a:lnTo>
                    <a:pt x="937" y="446"/>
                  </a:lnTo>
                  <a:lnTo>
                    <a:pt x="931" y="460"/>
                  </a:lnTo>
                  <a:lnTo>
                    <a:pt x="925" y="473"/>
                  </a:lnTo>
                  <a:lnTo>
                    <a:pt x="917" y="485"/>
                  </a:lnTo>
                  <a:lnTo>
                    <a:pt x="908" y="495"/>
                  </a:lnTo>
                  <a:lnTo>
                    <a:pt x="897" y="504"/>
                  </a:lnTo>
                  <a:lnTo>
                    <a:pt x="884" y="512"/>
                  </a:lnTo>
                  <a:lnTo>
                    <a:pt x="870" y="519"/>
                  </a:lnTo>
                  <a:lnTo>
                    <a:pt x="870" y="519"/>
                  </a:lnTo>
                  <a:lnTo>
                    <a:pt x="857" y="523"/>
                  </a:lnTo>
                  <a:lnTo>
                    <a:pt x="843" y="525"/>
                  </a:lnTo>
                  <a:lnTo>
                    <a:pt x="814" y="528"/>
                  </a:lnTo>
                  <a:lnTo>
                    <a:pt x="794" y="531"/>
                  </a:lnTo>
                  <a:lnTo>
                    <a:pt x="794" y="531"/>
                  </a:lnTo>
                  <a:lnTo>
                    <a:pt x="767" y="532"/>
                  </a:lnTo>
                  <a:lnTo>
                    <a:pt x="738" y="533"/>
                  </a:lnTo>
                  <a:lnTo>
                    <a:pt x="738" y="533"/>
                  </a:lnTo>
                  <a:close/>
                </a:path>
              </a:pathLst>
            </a:custGeom>
            <a:ln>
              <a:solidFill>
                <a:schemeClr val="accent1">
                  <a:alpha val="35000"/>
                </a:schemeClr>
              </a:solidFill>
            </a:ln>
          </p:spPr>
          <p:style>
            <a:lnRef idx="0">
              <a:srgbClr val="FFFFFF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44" name="Freeform 555"/>
            <p:cNvSpPr/>
            <p:nvPr>
              <p:custDataLst>
                <p:tags r:id="rId37"/>
              </p:custDataLst>
            </p:nvPr>
          </p:nvSpPr>
          <p:spPr bwMode="auto">
            <a:xfrm>
              <a:off x="2085976" y="2305050"/>
              <a:ext cx="252413" cy="203200"/>
            </a:xfrm>
            <a:custGeom>
              <a:avLst/>
              <a:gdLst/>
              <a:ahLst/>
              <a:cxnLst>
                <a:cxn ang="0">
                  <a:pos x="20" y="510"/>
                </a:cxn>
                <a:cxn ang="0">
                  <a:pos x="3" y="497"/>
                </a:cxn>
                <a:cxn ang="0">
                  <a:pos x="0" y="485"/>
                </a:cxn>
                <a:cxn ang="0">
                  <a:pos x="5" y="475"/>
                </a:cxn>
                <a:cxn ang="0">
                  <a:pos x="50" y="407"/>
                </a:cxn>
                <a:cxn ang="0">
                  <a:pos x="123" y="305"/>
                </a:cxn>
                <a:cxn ang="0">
                  <a:pos x="156" y="267"/>
                </a:cxn>
                <a:cxn ang="0">
                  <a:pos x="225" y="192"/>
                </a:cxn>
                <a:cxn ang="0">
                  <a:pos x="271" y="135"/>
                </a:cxn>
                <a:cxn ang="0">
                  <a:pos x="306" y="90"/>
                </a:cxn>
                <a:cxn ang="0">
                  <a:pos x="346" y="53"/>
                </a:cxn>
                <a:cxn ang="0">
                  <a:pos x="381" y="31"/>
                </a:cxn>
                <a:cxn ang="0">
                  <a:pos x="441" y="8"/>
                </a:cxn>
                <a:cxn ang="0">
                  <a:pos x="505" y="0"/>
                </a:cxn>
                <a:cxn ang="0">
                  <a:pos x="544" y="4"/>
                </a:cxn>
                <a:cxn ang="0">
                  <a:pos x="581" y="15"/>
                </a:cxn>
                <a:cxn ang="0">
                  <a:pos x="611" y="36"/>
                </a:cxn>
                <a:cxn ang="0">
                  <a:pos x="628" y="68"/>
                </a:cxn>
                <a:cxn ang="0">
                  <a:pos x="636" y="118"/>
                </a:cxn>
                <a:cxn ang="0">
                  <a:pos x="633" y="196"/>
                </a:cxn>
                <a:cxn ang="0">
                  <a:pos x="631" y="240"/>
                </a:cxn>
                <a:cxn ang="0">
                  <a:pos x="628" y="251"/>
                </a:cxn>
                <a:cxn ang="0">
                  <a:pos x="619" y="261"/>
                </a:cxn>
                <a:cxn ang="0">
                  <a:pos x="606" y="265"/>
                </a:cxn>
                <a:cxn ang="0">
                  <a:pos x="597" y="263"/>
                </a:cxn>
                <a:cxn ang="0">
                  <a:pos x="585" y="255"/>
                </a:cxn>
                <a:cxn ang="0">
                  <a:pos x="581" y="240"/>
                </a:cxn>
                <a:cxn ang="0">
                  <a:pos x="584" y="196"/>
                </a:cxn>
                <a:cxn ang="0">
                  <a:pos x="586" y="148"/>
                </a:cxn>
                <a:cxn ang="0">
                  <a:pos x="582" y="103"/>
                </a:cxn>
                <a:cxn ang="0">
                  <a:pos x="571" y="76"/>
                </a:cxn>
                <a:cxn ang="0">
                  <a:pos x="547" y="57"/>
                </a:cxn>
                <a:cxn ang="0">
                  <a:pos x="523" y="52"/>
                </a:cxn>
                <a:cxn ang="0">
                  <a:pos x="491" y="52"/>
                </a:cxn>
                <a:cxn ang="0">
                  <a:pos x="452" y="57"/>
                </a:cxn>
                <a:cxn ang="0">
                  <a:pos x="401" y="77"/>
                </a:cxn>
                <a:cxn ang="0">
                  <a:pos x="373" y="95"/>
                </a:cxn>
                <a:cxn ang="0">
                  <a:pos x="336" y="137"/>
                </a:cxn>
                <a:cxn ang="0">
                  <a:pos x="321" y="157"/>
                </a:cxn>
                <a:cxn ang="0">
                  <a:pos x="225" y="265"/>
                </a:cxn>
                <a:cxn ang="0">
                  <a:pos x="147" y="353"/>
                </a:cxn>
                <a:cxn ang="0">
                  <a:pos x="91" y="435"/>
                </a:cxn>
                <a:cxn ang="0">
                  <a:pos x="47" y="501"/>
                </a:cxn>
                <a:cxn ang="0">
                  <a:pos x="38" y="509"/>
                </a:cxn>
                <a:cxn ang="0">
                  <a:pos x="26" y="511"/>
                </a:cxn>
              </a:cxnLst>
              <a:rect l="0" t="0" r="r" b="b"/>
              <a:pathLst>
                <a:path w="637" h="511">
                  <a:moveTo>
                    <a:pt x="26" y="511"/>
                  </a:moveTo>
                  <a:lnTo>
                    <a:pt x="26" y="511"/>
                  </a:lnTo>
                  <a:lnTo>
                    <a:pt x="20" y="510"/>
                  </a:lnTo>
                  <a:lnTo>
                    <a:pt x="12" y="507"/>
                  </a:lnTo>
                  <a:lnTo>
                    <a:pt x="7" y="503"/>
                  </a:lnTo>
                  <a:lnTo>
                    <a:pt x="3" y="497"/>
                  </a:lnTo>
                  <a:lnTo>
                    <a:pt x="3" y="497"/>
                  </a:lnTo>
                  <a:lnTo>
                    <a:pt x="0" y="492"/>
                  </a:lnTo>
                  <a:lnTo>
                    <a:pt x="0" y="485"/>
                  </a:lnTo>
                  <a:lnTo>
                    <a:pt x="2" y="480"/>
                  </a:lnTo>
                  <a:lnTo>
                    <a:pt x="5" y="475"/>
                  </a:lnTo>
                  <a:lnTo>
                    <a:pt x="5" y="475"/>
                  </a:lnTo>
                  <a:lnTo>
                    <a:pt x="29" y="441"/>
                  </a:lnTo>
                  <a:lnTo>
                    <a:pt x="50" y="407"/>
                  </a:lnTo>
                  <a:lnTo>
                    <a:pt x="50" y="407"/>
                  </a:lnTo>
                  <a:lnTo>
                    <a:pt x="74" y="373"/>
                  </a:lnTo>
                  <a:lnTo>
                    <a:pt x="98" y="339"/>
                  </a:lnTo>
                  <a:lnTo>
                    <a:pt x="123" y="305"/>
                  </a:lnTo>
                  <a:lnTo>
                    <a:pt x="138" y="288"/>
                  </a:lnTo>
                  <a:lnTo>
                    <a:pt x="152" y="272"/>
                  </a:lnTo>
                  <a:lnTo>
                    <a:pt x="156" y="267"/>
                  </a:lnTo>
                  <a:lnTo>
                    <a:pt x="156" y="267"/>
                  </a:lnTo>
                  <a:lnTo>
                    <a:pt x="202" y="217"/>
                  </a:lnTo>
                  <a:lnTo>
                    <a:pt x="225" y="192"/>
                  </a:lnTo>
                  <a:lnTo>
                    <a:pt x="247" y="166"/>
                  </a:lnTo>
                  <a:lnTo>
                    <a:pt x="247" y="166"/>
                  </a:lnTo>
                  <a:lnTo>
                    <a:pt x="271" y="135"/>
                  </a:lnTo>
                  <a:lnTo>
                    <a:pt x="271" y="135"/>
                  </a:lnTo>
                  <a:lnTo>
                    <a:pt x="289" y="112"/>
                  </a:lnTo>
                  <a:lnTo>
                    <a:pt x="306" y="90"/>
                  </a:lnTo>
                  <a:lnTo>
                    <a:pt x="326" y="70"/>
                  </a:lnTo>
                  <a:lnTo>
                    <a:pt x="335" y="61"/>
                  </a:lnTo>
                  <a:lnTo>
                    <a:pt x="346" y="53"/>
                  </a:lnTo>
                  <a:lnTo>
                    <a:pt x="346" y="53"/>
                  </a:lnTo>
                  <a:lnTo>
                    <a:pt x="363" y="42"/>
                  </a:lnTo>
                  <a:lnTo>
                    <a:pt x="381" y="31"/>
                  </a:lnTo>
                  <a:lnTo>
                    <a:pt x="401" y="22"/>
                  </a:lnTo>
                  <a:lnTo>
                    <a:pt x="421" y="14"/>
                  </a:lnTo>
                  <a:lnTo>
                    <a:pt x="441" y="8"/>
                  </a:lnTo>
                  <a:lnTo>
                    <a:pt x="463" y="4"/>
                  </a:lnTo>
                  <a:lnTo>
                    <a:pt x="484" y="1"/>
                  </a:lnTo>
                  <a:lnTo>
                    <a:pt x="505" y="0"/>
                  </a:lnTo>
                  <a:lnTo>
                    <a:pt x="505" y="0"/>
                  </a:lnTo>
                  <a:lnTo>
                    <a:pt x="525" y="1"/>
                  </a:lnTo>
                  <a:lnTo>
                    <a:pt x="544" y="4"/>
                  </a:lnTo>
                  <a:lnTo>
                    <a:pt x="564" y="8"/>
                  </a:lnTo>
                  <a:lnTo>
                    <a:pt x="581" y="15"/>
                  </a:lnTo>
                  <a:lnTo>
                    <a:pt x="581" y="15"/>
                  </a:lnTo>
                  <a:lnTo>
                    <a:pt x="593" y="21"/>
                  </a:lnTo>
                  <a:lnTo>
                    <a:pt x="602" y="29"/>
                  </a:lnTo>
                  <a:lnTo>
                    <a:pt x="611" y="36"/>
                  </a:lnTo>
                  <a:lnTo>
                    <a:pt x="618" y="47"/>
                  </a:lnTo>
                  <a:lnTo>
                    <a:pt x="623" y="57"/>
                  </a:lnTo>
                  <a:lnTo>
                    <a:pt x="628" y="68"/>
                  </a:lnTo>
                  <a:lnTo>
                    <a:pt x="631" y="80"/>
                  </a:lnTo>
                  <a:lnTo>
                    <a:pt x="633" y="93"/>
                  </a:lnTo>
                  <a:lnTo>
                    <a:pt x="636" y="118"/>
                  </a:lnTo>
                  <a:lnTo>
                    <a:pt x="637" y="145"/>
                  </a:lnTo>
                  <a:lnTo>
                    <a:pt x="636" y="171"/>
                  </a:lnTo>
                  <a:lnTo>
                    <a:pt x="633" y="196"/>
                  </a:lnTo>
                  <a:lnTo>
                    <a:pt x="633" y="196"/>
                  </a:lnTo>
                  <a:lnTo>
                    <a:pt x="632" y="220"/>
                  </a:lnTo>
                  <a:lnTo>
                    <a:pt x="631" y="240"/>
                  </a:lnTo>
                  <a:lnTo>
                    <a:pt x="631" y="240"/>
                  </a:lnTo>
                  <a:lnTo>
                    <a:pt x="629" y="246"/>
                  </a:lnTo>
                  <a:lnTo>
                    <a:pt x="628" y="251"/>
                  </a:lnTo>
                  <a:lnTo>
                    <a:pt x="626" y="255"/>
                  </a:lnTo>
                  <a:lnTo>
                    <a:pt x="623" y="259"/>
                  </a:lnTo>
                  <a:lnTo>
                    <a:pt x="619" y="261"/>
                  </a:lnTo>
                  <a:lnTo>
                    <a:pt x="615" y="263"/>
                  </a:lnTo>
                  <a:lnTo>
                    <a:pt x="610" y="264"/>
                  </a:lnTo>
                  <a:lnTo>
                    <a:pt x="606" y="265"/>
                  </a:lnTo>
                  <a:lnTo>
                    <a:pt x="606" y="265"/>
                  </a:lnTo>
                  <a:lnTo>
                    <a:pt x="601" y="264"/>
                  </a:lnTo>
                  <a:lnTo>
                    <a:pt x="597" y="263"/>
                  </a:lnTo>
                  <a:lnTo>
                    <a:pt x="593" y="261"/>
                  </a:lnTo>
                  <a:lnTo>
                    <a:pt x="589" y="259"/>
                  </a:lnTo>
                  <a:lnTo>
                    <a:pt x="585" y="255"/>
                  </a:lnTo>
                  <a:lnTo>
                    <a:pt x="582" y="251"/>
                  </a:lnTo>
                  <a:lnTo>
                    <a:pt x="581" y="246"/>
                  </a:lnTo>
                  <a:lnTo>
                    <a:pt x="581" y="240"/>
                  </a:lnTo>
                  <a:lnTo>
                    <a:pt x="581" y="240"/>
                  </a:lnTo>
                  <a:lnTo>
                    <a:pt x="581" y="220"/>
                  </a:lnTo>
                  <a:lnTo>
                    <a:pt x="584" y="196"/>
                  </a:lnTo>
                  <a:lnTo>
                    <a:pt x="584" y="196"/>
                  </a:lnTo>
                  <a:lnTo>
                    <a:pt x="585" y="172"/>
                  </a:lnTo>
                  <a:lnTo>
                    <a:pt x="586" y="148"/>
                  </a:lnTo>
                  <a:lnTo>
                    <a:pt x="585" y="124"/>
                  </a:lnTo>
                  <a:lnTo>
                    <a:pt x="584" y="114"/>
                  </a:lnTo>
                  <a:lnTo>
                    <a:pt x="582" y="103"/>
                  </a:lnTo>
                  <a:lnTo>
                    <a:pt x="580" y="93"/>
                  </a:lnTo>
                  <a:lnTo>
                    <a:pt x="576" y="84"/>
                  </a:lnTo>
                  <a:lnTo>
                    <a:pt x="571" y="76"/>
                  </a:lnTo>
                  <a:lnTo>
                    <a:pt x="564" y="68"/>
                  </a:lnTo>
                  <a:lnTo>
                    <a:pt x="556" y="63"/>
                  </a:lnTo>
                  <a:lnTo>
                    <a:pt x="547" y="57"/>
                  </a:lnTo>
                  <a:lnTo>
                    <a:pt x="537" y="55"/>
                  </a:lnTo>
                  <a:lnTo>
                    <a:pt x="523" y="52"/>
                  </a:lnTo>
                  <a:lnTo>
                    <a:pt x="523" y="52"/>
                  </a:lnTo>
                  <a:lnTo>
                    <a:pt x="504" y="52"/>
                  </a:lnTo>
                  <a:lnTo>
                    <a:pt x="504" y="52"/>
                  </a:lnTo>
                  <a:lnTo>
                    <a:pt x="491" y="52"/>
                  </a:lnTo>
                  <a:lnTo>
                    <a:pt x="478" y="53"/>
                  </a:lnTo>
                  <a:lnTo>
                    <a:pt x="465" y="55"/>
                  </a:lnTo>
                  <a:lnTo>
                    <a:pt x="452" y="57"/>
                  </a:lnTo>
                  <a:lnTo>
                    <a:pt x="425" y="65"/>
                  </a:lnTo>
                  <a:lnTo>
                    <a:pt x="401" y="77"/>
                  </a:lnTo>
                  <a:lnTo>
                    <a:pt x="401" y="77"/>
                  </a:lnTo>
                  <a:lnTo>
                    <a:pt x="391" y="82"/>
                  </a:lnTo>
                  <a:lnTo>
                    <a:pt x="382" y="89"/>
                  </a:lnTo>
                  <a:lnTo>
                    <a:pt x="373" y="95"/>
                  </a:lnTo>
                  <a:lnTo>
                    <a:pt x="365" y="103"/>
                  </a:lnTo>
                  <a:lnTo>
                    <a:pt x="351" y="120"/>
                  </a:lnTo>
                  <a:lnTo>
                    <a:pt x="336" y="137"/>
                  </a:lnTo>
                  <a:lnTo>
                    <a:pt x="336" y="137"/>
                  </a:lnTo>
                  <a:lnTo>
                    <a:pt x="321" y="157"/>
                  </a:lnTo>
                  <a:lnTo>
                    <a:pt x="321" y="157"/>
                  </a:lnTo>
                  <a:lnTo>
                    <a:pt x="274" y="212"/>
                  </a:lnTo>
                  <a:lnTo>
                    <a:pt x="225" y="265"/>
                  </a:lnTo>
                  <a:lnTo>
                    <a:pt x="225" y="265"/>
                  </a:lnTo>
                  <a:lnTo>
                    <a:pt x="168" y="328"/>
                  </a:lnTo>
                  <a:lnTo>
                    <a:pt x="168" y="328"/>
                  </a:lnTo>
                  <a:lnTo>
                    <a:pt x="147" y="353"/>
                  </a:lnTo>
                  <a:lnTo>
                    <a:pt x="127" y="380"/>
                  </a:lnTo>
                  <a:lnTo>
                    <a:pt x="109" y="408"/>
                  </a:lnTo>
                  <a:lnTo>
                    <a:pt x="91" y="435"/>
                  </a:lnTo>
                  <a:lnTo>
                    <a:pt x="91" y="435"/>
                  </a:lnTo>
                  <a:lnTo>
                    <a:pt x="70" y="468"/>
                  </a:lnTo>
                  <a:lnTo>
                    <a:pt x="47" y="501"/>
                  </a:lnTo>
                  <a:lnTo>
                    <a:pt x="47" y="501"/>
                  </a:lnTo>
                  <a:lnTo>
                    <a:pt x="43" y="505"/>
                  </a:lnTo>
                  <a:lnTo>
                    <a:pt x="38" y="509"/>
                  </a:lnTo>
                  <a:lnTo>
                    <a:pt x="33" y="511"/>
                  </a:lnTo>
                  <a:lnTo>
                    <a:pt x="26" y="511"/>
                  </a:lnTo>
                  <a:lnTo>
                    <a:pt x="26" y="511"/>
                  </a:lnTo>
                  <a:close/>
                </a:path>
              </a:pathLst>
            </a:custGeom>
            <a:ln>
              <a:solidFill>
                <a:schemeClr val="accent1">
                  <a:alpha val="35000"/>
                </a:schemeClr>
              </a:solidFill>
            </a:ln>
          </p:spPr>
          <p:style>
            <a:lnRef idx="0">
              <a:srgbClr val="FFFFFF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45" name="Freeform 556"/>
            <p:cNvSpPr/>
            <p:nvPr>
              <p:custDataLst>
                <p:tags r:id="rId38"/>
              </p:custDataLst>
            </p:nvPr>
          </p:nvSpPr>
          <p:spPr bwMode="auto">
            <a:xfrm>
              <a:off x="2084388" y="2492375"/>
              <a:ext cx="250825" cy="215900"/>
            </a:xfrm>
            <a:custGeom>
              <a:avLst/>
              <a:gdLst/>
              <a:ahLst/>
              <a:cxnLst>
                <a:cxn ang="0">
                  <a:pos x="440" y="545"/>
                </a:cxn>
                <a:cxn ang="0">
                  <a:pos x="384" y="528"/>
                </a:cxn>
                <a:cxn ang="0">
                  <a:pos x="334" y="492"/>
                </a:cxn>
                <a:cxn ang="0">
                  <a:pos x="303" y="456"/>
                </a:cxn>
                <a:cxn ang="0">
                  <a:pos x="259" y="396"/>
                </a:cxn>
                <a:cxn ang="0">
                  <a:pos x="220" y="341"/>
                </a:cxn>
                <a:cxn ang="0">
                  <a:pos x="190" y="301"/>
                </a:cxn>
                <a:cxn ang="0">
                  <a:pos x="168" y="277"/>
                </a:cxn>
                <a:cxn ang="0">
                  <a:pos x="155" y="259"/>
                </a:cxn>
                <a:cxn ang="0">
                  <a:pos x="143" y="237"/>
                </a:cxn>
                <a:cxn ang="0">
                  <a:pos x="113" y="197"/>
                </a:cxn>
                <a:cxn ang="0">
                  <a:pos x="68" y="141"/>
                </a:cxn>
                <a:cxn ang="0">
                  <a:pos x="51" y="122"/>
                </a:cxn>
                <a:cxn ang="0">
                  <a:pos x="33" y="99"/>
                </a:cxn>
                <a:cxn ang="0">
                  <a:pos x="12" y="65"/>
                </a:cxn>
                <a:cxn ang="0">
                  <a:pos x="0" y="25"/>
                </a:cxn>
                <a:cxn ang="0">
                  <a:pos x="2" y="14"/>
                </a:cxn>
                <a:cxn ang="0">
                  <a:pos x="7" y="6"/>
                </a:cxn>
                <a:cxn ang="0">
                  <a:pos x="20" y="0"/>
                </a:cxn>
                <a:cxn ang="0">
                  <a:pos x="33" y="1"/>
                </a:cxn>
                <a:cxn ang="0">
                  <a:pos x="45" y="9"/>
                </a:cxn>
                <a:cxn ang="0">
                  <a:pos x="51" y="23"/>
                </a:cxn>
                <a:cxn ang="0">
                  <a:pos x="57" y="46"/>
                </a:cxn>
                <a:cxn ang="0">
                  <a:pos x="85" y="86"/>
                </a:cxn>
                <a:cxn ang="0">
                  <a:pos x="114" y="118"/>
                </a:cxn>
                <a:cxn ang="0">
                  <a:pos x="146" y="158"/>
                </a:cxn>
                <a:cxn ang="0">
                  <a:pos x="170" y="191"/>
                </a:cxn>
                <a:cxn ang="0">
                  <a:pos x="186" y="209"/>
                </a:cxn>
                <a:cxn ang="0">
                  <a:pos x="206" y="237"/>
                </a:cxn>
                <a:cxn ang="0">
                  <a:pos x="231" y="271"/>
                </a:cxn>
                <a:cxn ang="0">
                  <a:pos x="257" y="301"/>
                </a:cxn>
                <a:cxn ang="0">
                  <a:pos x="293" y="357"/>
                </a:cxn>
                <a:cxn ang="0">
                  <a:pos x="316" y="388"/>
                </a:cxn>
                <a:cxn ang="0">
                  <a:pos x="331" y="417"/>
                </a:cxn>
                <a:cxn ang="0">
                  <a:pos x="344" y="431"/>
                </a:cxn>
                <a:cxn ang="0">
                  <a:pos x="372" y="460"/>
                </a:cxn>
                <a:cxn ang="0">
                  <a:pos x="390" y="476"/>
                </a:cxn>
                <a:cxn ang="0">
                  <a:pos x="420" y="492"/>
                </a:cxn>
                <a:cxn ang="0">
                  <a:pos x="456" y="497"/>
                </a:cxn>
                <a:cxn ang="0">
                  <a:pos x="487" y="493"/>
                </a:cxn>
                <a:cxn ang="0">
                  <a:pos x="516" y="480"/>
                </a:cxn>
                <a:cxn ang="0">
                  <a:pos x="537" y="467"/>
                </a:cxn>
                <a:cxn ang="0">
                  <a:pos x="565" y="438"/>
                </a:cxn>
                <a:cxn ang="0">
                  <a:pos x="571" y="424"/>
                </a:cxn>
                <a:cxn ang="0">
                  <a:pos x="577" y="396"/>
                </a:cxn>
                <a:cxn ang="0">
                  <a:pos x="581" y="371"/>
                </a:cxn>
                <a:cxn ang="0">
                  <a:pos x="581" y="290"/>
                </a:cxn>
                <a:cxn ang="0">
                  <a:pos x="580" y="250"/>
                </a:cxn>
                <a:cxn ang="0">
                  <a:pos x="584" y="237"/>
                </a:cxn>
                <a:cxn ang="0">
                  <a:pos x="590" y="229"/>
                </a:cxn>
                <a:cxn ang="0">
                  <a:pos x="605" y="225"/>
                </a:cxn>
                <a:cxn ang="0">
                  <a:pos x="614" y="226"/>
                </a:cxn>
                <a:cxn ang="0">
                  <a:pos x="626" y="235"/>
                </a:cxn>
                <a:cxn ang="0">
                  <a:pos x="631" y="250"/>
                </a:cxn>
                <a:cxn ang="0">
                  <a:pos x="631" y="285"/>
                </a:cxn>
                <a:cxn ang="0">
                  <a:pos x="631" y="378"/>
                </a:cxn>
                <a:cxn ang="0">
                  <a:pos x="623" y="424"/>
                </a:cxn>
                <a:cxn ang="0">
                  <a:pos x="607" y="464"/>
                </a:cxn>
                <a:cxn ang="0">
                  <a:pos x="579" y="499"/>
                </a:cxn>
                <a:cxn ang="0">
                  <a:pos x="554" y="518"/>
                </a:cxn>
                <a:cxn ang="0">
                  <a:pos x="514" y="536"/>
                </a:cxn>
                <a:cxn ang="0">
                  <a:pos x="473" y="545"/>
                </a:cxn>
              </a:cxnLst>
              <a:rect l="0" t="0" r="r" b="b"/>
              <a:pathLst>
                <a:path w="632" h="545">
                  <a:moveTo>
                    <a:pt x="459" y="545"/>
                  </a:moveTo>
                  <a:lnTo>
                    <a:pt x="459" y="545"/>
                  </a:lnTo>
                  <a:lnTo>
                    <a:pt x="440" y="545"/>
                  </a:lnTo>
                  <a:lnTo>
                    <a:pt x="420" y="541"/>
                  </a:lnTo>
                  <a:lnTo>
                    <a:pt x="402" y="536"/>
                  </a:lnTo>
                  <a:lnTo>
                    <a:pt x="384" y="528"/>
                  </a:lnTo>
                  <a:lnTo>
                    <a:pt x="365" y="518"/>
                  </a:lnTo>
                  <a:lnTo>
                    <a:pt x="350" y="506"/>
                  </a:lnTo>
                  <a:lnTo>
                    <a:pt x="334" y="492"/>
                  </a:lnTo>
                  <a:lnTo>
                    <a:pt x="318" y="476"/>
                  </a:lnTo>
                  <a:lnTo>
                    <a:pt x="318" y="476"/>
                  </a:lnTo>
                  <a:lnTo>
                    <a:pt x="303" y="456"/>
                  </a:lnTo>
                  <a:lnTo>
                    <a:pt x="288" y="435"/>
                  </a:lnTo>
                  <a:lnTo>
                    <a:pt x="259" y="396"/>
                  </a:lnTo>
                  <a:lnTo>
                    <a:pt x="259" y="396"/>
                  </a:lnTo>
                  <a:lnTo>
                    <a:pt x="234" y="362"/>
                  </a:lnTo>
                  <a:lnTo>
                    <a:pt x="234" y="362"/>
                  </a:lnTo>
                  <a:lnTo>
                    <a:pt x="220" y="341"/>
                  </a:lnTo>
                  <a:lnTo>
                    <a:pt x="220" y="341"/>
                  </a:lnTo>
                  <a:lnTo>
                    <a:pt x="200" y="314"/>
                  </a:lnTo>
                  <a:lnTo>
                    <a:pt x="190" y="301"/>
                  </a:lnTo>
                  <a:lnTo>
                    <a:pt x="180" y="289"/>
                  </a:lnTo>
                  <a:lnTo>
                    <a:pt x="180" y="289"/>
                  </a:lnTo>
                  <a:lnTo>
                    <a:pt x="168" y="277"/>
                  </a:lnTo>
                  <a:lnTo>
                    <a:pt x="160" y="267"/>
                  </a:lnTo>
                  <a:lnTo>
                    <a:pt x="160" y="267"/>
                  </a:lnTo>
                  <a:lnTo>
                    <a:pt x="155" y="259"/>
                  </a:lnTo>
                  <a:lnTo>
                    <a:pt x="149" y="248"/>
                  </a:lnTo>
                  <a:lnTo>
                    <a:pt x="149" y="248"/>
                  </a:lnTo>
                  <a:lnTo>
                    <a:pt x="143" y="237"/>
                  </a:lnTo>
                  <a:lnTo>
                    <a:pt x="143" y="237"/>
                  </a:lnTo>
                  <a:lnTo>
                    <a:pt x="127" y="218"/>
                  </a:lnTo>
                  <a:lnTo>
                    <a:pt x="113" y="197"/>
                  </a:lnTo>
                  <a:lnTo>
                    <a:pt x="113" y="197"/>
                  </a:lnTo>
                  <a:lnTo>
                    <a:pt x="91" y="169"/>
                  </a:lnTo>
                  <a:lnTo>
                    <a:pt x="68" y="141"/>
                  </a:lnTo>
                  <a:lnTo>
                    <a:pt x="63" y="135"/>
                  </a:lnTo>
                  <a:lnTo>
                    <a:pt x="63" y="135"/>
                  </a:lnTo>
                  <a:lnTo>
                    <a:pt x="51" y="122"/>
                  </a:lnTo>
                  <a:lnTo>
                    <a:pt x="50" y="120"/>
                  </a:lnTo>
                  <a:lnTo>
                    <a:pt x="50" y="120"/>
                  </a:lnTo>
                  <a:lnTo>
                    <a:pt x="33" y="99"/>
                  </a:lnTo>
                  <a:lnTo>
                    <a:pt x="25" y="89"/>
                  </a:lnTo>
                  <a:lnTo>
                    <a:pt x="19" y="77"/>
                  </a:lnTo>
                  <a:lnTo>
                    <a:pt x="12" y="65"/>
                  </a:lnTo>
                  <a:lnTo>
                    <a:pt x="7" y="54"/>
                  </a:lnTo>
                  <a:lnTo>
                    <a:pt x="3" y="39"/>
                  </a:lnTo>
                  <a:lnTo>
                    <a:pt x="0" y="25"/>
                  </a:lnTo>
                  <a:lnTo>
                    <a:pt x="0" y="25"/>
                  </a:lnTo>
                  <a:lnTo>
                    <a:pt x="2" y="20"/>
                  </a:lnTo>
                  <a:lnTo>
                    <a:pt x="2" y="14"/>
                  </a:lnTo>
                  <a:lnTo>
                    <a:pt x="4" y="10"/>
                  </a:lnTo>
                  <a:lnTo>
                    <a:pt x="7" y="6"/>
                  </a:lnTo>
                  <a:lnTo>
                    <a:pt x="7" y="6"/>
                  </a:lnTo>
                  <a:lnTo>
                    <a:pt x="11" y="4"/>
                  </a:lnTo>
                  <a:lnTo>
                    <a:pt x="15" y="1"/>
                  </a:lnTo>
                  <a:lnTo>
                    <a:pt x="20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33" y="1"/>
                  </a:lnTo>
                  <a:lnTo>
                    <a:pt x="38" y="3"/>
                  </a:lnTo>
                  <a:lnTo>
                    <a:pt x="42" y="5"/>
                  </a:lnTo>
                  <a:lnTo>
                    <a:pt x="45" y="9"/>
                  </a:lnTo>
                  <a:lnTo>
                    <a:pt x="47" y="13"/>
                  </a:lnTo>
                  <a:lnTo>
                    <a:pt x="50" y="18"/>
                  </a:lnTo>
                  <a:lnTo>
                    <a:pt x="51" y="23"/>
                  </a:lnTo>
                  <a:lnTo>
                    <a:pt x="51" y="23"/>
                  </a:lnTo>
                  <a:lnTo>
                    <a:pt x="53" y="34"/>
                  </a:lnTo>
                  <a:lnTo>
                    <a:pt x="57" y="46"/>
                  </a:lnTo>
                  <a:lnTo>
                    <a:pt x="62" y="56"/>
                  </a:lnTo>
                  <a:lnTo>
                    <a:pt x="68" y="67"/>
                  </a:lnTo>
                  <a:lnTo>
                    <a:pt x="85" y="86"/>
                  </a:lnTo>
                  <a:lnTo>
                    <a:pt x="102" y="105"/>
                  </a:lnTo>
                  <a:lnTo>
                    <a:pt x="102" y="105"/>
                  </a:lnTo>
                  <a:lnTo>
                    <a:pt x="114" y="118"/>
                  </a:lnTo>
                  <a:lnTo>
                    <a:pt x="114" y="118"/>
                  </a:lnTo>
                  <a:lnTo>
                    <a:pt x="131" y="137"/>
                  </a:lnTo>
                  <a:lnTo>
                    <a:pt x="146" y="158"/>
                  </a:lnTo>
                  <a:lnTo>
                    <a:pt x="146" y="158"/>
                  </a:lnTo>
                  <a:lnTo>
                    <a:pt x="161" y="180"/>
                  </a:lnTo>
                  <a:lnTo>
                    <a:pt x="170" y="191"/>
                  </a:lnTo>
                  <a:lnTo>
                    <a:pt x="180" y="201"/>
                  </a:lnTo>
                  <a:lnTo>
                    <a:pt x="180" y="201"/>
                  </a:lnTo>
                  <a:lnTo>
                    <a:pt x="186" y="209"/>
                  </a:lnTo>
                  <a:lnTo>
                    <a:pt x="193" y="218"/>
                  </a:lnTo>
                  <a:lnTo>
                    <a:pt x="206" y="237"/>
                  </a:lnTo>
                  <a:lnTo>
                    <a:pt x="206" y="237"/>
                  </a:lnTo>
                  <a:lnTo>
                    <a:pt x="217" y="254"/>
                  </a:lnTo>
                  <a:lnTo>
                    <a:pt x="224" y="263"/>
                  </a:lnTo>
                  <a:lnTo>
                    <a:pt x="231" y="271"/>
                  </a:lnTo>
                  <a:lnTo>
                    <a:pt x="231" y="271"/>
                  </a:lnTo>
                  <a:lnTo>
                    <a:pt x="245" y="285"/>
                  </a:lnTo>
                  <a:lnTo>
                    <a:pt x="257" y="301"/>
                  </a:lnTo>
                  <a:lnTo>
                    <a:pt x="280" y="335"/>
                  </a:lnTo>
                  <a:lnTo>
                    <a:pt x="280" y="335"/>
                  </a:lnTo>
                  <a:lnTo>
                    <a:pt x="293" y="357"/>
                  </a:lnTo>
                  <a:lnTo>
                    <a:pt x="309" y="378"/>
                  </a:lnTo>
                  <a:lnTo>
                    <a:pt x="309" y="378"/>
                  </a:lnTo>
                  <a:lnTo>
                    <a:pt x="316" y="388"/>
                  </a:lnTo>
                  <a:lnTo>
                    <a:pt x="323" y="401"/>
                  </a:lnTo>
                  <a:lnTo>
                    <a:pt x="323" y="401"/>
                  </a:lnTo>
                  <a:lnTo>
                    <a:pt x="331" y="417"/>
                  </a:lnTo>
                  <a:lnTo>
                    <a:pt x="331" y="417"/>
                  </a:lnTo>
                  <a:lnTo>
                    <a:pt x="338" y="424"/>
                  </a:lnTo>
                  <a:lnTo>
                    <a:pt x="344" y="431"/>
                  </a:lnTo>
                  <a:lnTo>
                    <a:pt x="359" y="446"/>
                  </a:lnTo>
                  <a:lnTo>
                    <a:pt x="359" y="446"/>
                  </a:lnTo>
                  <a:lnTo>
                    <a:pt x="372" y="460"/>
                  </a:lnTo>
                  <a:lnTo>
                    <a:pt x="372" y="460"/>
                  </a:lnTo>
                  <a:lnTo>
                    <a:pt x="381" y="469"/>
                  </a:lnTo>
                  <a:lnTo>
                    <a:pt x="390" y="476"/>
                  </a:lnTo>
                  <a:lnTo>
                    <a:pt x="399" y="482"/>
                  </a:lnTo>
                  <a:lnTo>
                    <a:pt x="410" y="488"/>
                  </a:lnTo>
                  <a:lnTo>
                    <a:pt x="420" y="492"/>
                  </a:lnTo>
                  <a:lnTo>
                    <a:pt x="432" y="494"/>
                  </a:lnTo>
                  <a:lnTo>
                    <a:pt x="444" y="497"/>
                  </a:lnTo>
                  <a:lnTo>
                    <a:pt x="456" y="497"/>
                  </a:lnTo>
                  <a:lnTo>
                    <a:pt x="456" y="497"/>
                  </a:lnTo>
                  <a:lnTo>
                    <a:pt x="471" y="496"/>
                  </a:lnTo>
                  <a:lnTo>
                    <a:pt x="487" y="493"/>
                  </a:lnTo>
                  <a:lnTo>
                    <a:pt x="501" y="486"/>
                  </a:lnTo>
                  <a:lnTo>
                    <a:pt x="516" y="480"/>
                  </a:lnTo>
                  <a:lnTo>
                    <a:pt x="516" y="480"/>
                  </a:lnTo>
                  <a:lnTo>
                    <a:pt x="526" y="473"/>
                  </a:lnTo>
                  <a:lnTo>
                    <a:pt x="526" y="473"/>
                  </a:lnTo>
                  <a:lnTo>
                    <a:pt x="537" y="467"/>
                  </a:lnTo>
                  <a:lnTo>
                    <a:pt x="547" y="459"/>
                  </a:lnTo>
                  <a:lnTo>
                    <a:pt x="556" y="450"/>
                  </a:lnTo>
                  <a:lnTo>
                    <a:pt x="565" y="438"/>
                  </a:lnTo>
                  <a:lnTo>
                    <a:pt x="565" y="438"/>
                  </a:lnTo>
                  <a:lnTo>
                    <a:pt x="568" y="433"/>
                  </a:lnTo>
                  <a:lnTo>
                    <a:pt x="571" y="424"/>
                  </a:lnTo>
                  <a:lnTo>
                    <a:pt x="575" y="407"/>
                  </a:lnTo>
                  <a:lnTo>
                    <a:pt x="575" y="407"/>
                  </a:lnTo>
                  <a:lnTo>
                    <a:pt x="577" y="396"/>
                  </a:lnTo>
                  <a:lnTo>
                    <a:pt x="577" y="396"/>
                  </a:lnTo>
                  <a:lnTo>
                    <a:pt x="580" y="384"/>
                  </a:lnTo>
                  <a:lnTo>
                    <a:pt x="581" y="371"/>
                  </a:lnTo>
                  <a:lnTo>
                    <a:pt x="584" y="344"/>
                  </a:lnTo>
                  <a:lnTo>
                    <a:pt x="582" y="318"/>
                  </a:lnTo>
                  <a:lnTo>
                    <a:pt x="581" y="290"/>
                  </a:lnTo>
                  <a:lnTo>
                    <a:pt x="581" y="290"/>
                  </a:lnTo>
                  <a:lnTo>
                    <a:pt x="580" y="250"/>
                  </a:lnTo>
                  <a:lnTo>
                    <a:pt x="580" y="250"/>
                  </a:lnTo>
                  <a:lnTo>
                    <a:pt x="581" y="244"/>
                  </a:lnTo>
                  <a:lnTo>
                    <a:pt x="582" y="241"/>
                  </a:lnTo>
                  <a:lnTo>
                    <a:pt x="584" y="237"/>
                  </a:lnTo>
                  <a:lnTo>
                    <a:pt x="588" y="233"/>
                  </a:lnTo>
                  <a:lnTo>
                    <a:pt x="588" y="233"/>
                  </a:lnTo>
                  <a:lnTo>
                    <a:pt x="590" y="229"/>
                  </a:lnTo>
                  <a:lnTo>
                    <a:pt x="596" y="227"/>
                  </a:lnTo>
                  <a:lnTo>
                    <a:pt x="601" y="226"/>
                  </a:lnTo>
                  <a:lnTo>
                    <a:pt x="605" y="225"/>
                  </a:lnTo>
                  <a:lnTo>
                    <a:pt x="605" y="225"/>
                  </a:lnTo>
                  <a:lnTo>
                    <a:pt x="610" y="225"/>
                  </a:lnTo>
                  <a:lnTo>
                    <a:pt x="614" y="226"/>
                  </a:lnTo>
                  <a:lnTo>
                    <a:pt x="619" y="229"/>
                  </a:lnTo>
                  <a:lnTo>
                    <a:pt x="623" y="231"/>
                  </a:lnTo>
                  <a:lnTo>
                    <a:pt x="626" y="235"/>
                  </a:lnTo>
                  <a:lnTo>
                    <a:pt x="628" y="239"/>
                  </a:lnTo>
                  <a:lnTo>
                    <a:pt x="630" y="244"/>
                  </a:lnTo>
                  <a:lnTo>
                    <a:pt x="631" y="250"/>
                  </a:lnTo>
                  <a:lnTo>
                    <a:pt x="631" y="250"/>
                  </a:lnTo>
                  <a:lnTo>
                    <a:pt x="631" y="285"/>
                  </a:lnTo>
                  <a:lnTo>
                    <a:pt x="631" y="285"/>
                  </a:lnTo>
                  <a:lnTo>
                    <a:pt x="632" y="315"/>
                  </a:lnTo>
                  <a:lnTo>
                    <a:pt x="632" y="346"/>
                  </a:lnTo>
                  <a:lnTo>
                    <a:pt x="631" y="378"/>
                  </a:lnTo>
                  <a:lnTo>
                    <a:pt x="628" y="392"/>
                  </a:lnTo>
                  <a:lnTo>
                    <a:pt x="626" y="408"/>
                  </a:lnTo>
                  <a:lnTo>
                    <a:pt x="623" y="424"/>
                  </a:lnTo>
                  <a:lnTo>
                    <a:pt x="619" y="438"/>
                  </a:lnTo>
                  <a:lnTo>
                    <a:pt x="614" y="451"/>
                  </a:lnTo>
                  <a:lnTo>
                    <a:pt x="607" y="464"/>
                  </a:lnTo>
                  <a:lnTo>
                    <a:pt x="599" y="477"/>
                  </a:lnTo>
                  <a:lnTo>
                    <a:pt x="590" y="489"/>
                  </a:lnTo>
                  <a:lnTo>
                    <a:pt x="579" y="499"/>
                  </a:lnTo>
                  <a:lnTo>
                    <a:pt x="567" y="510"/>
                  </a:lnTo>
                  <a:lnTo>
                    <a:pt x="567" y="510"/>
                  </a:lnTo>
                  <a:lnTo>
                    <a:pt x="554" y="518"/>
                  </a:lnTo>
                  <a:lnTo>
                    <a:pt x="541" y="526"/>
                  </a:lnTo>
                  <a:lnTo>
                    <a:pt x="527" y="532"/>
                  </a:lnTo>
                  <a:lnTo>
                    <a:pt x="514" y="536"/>
                  </a:lnTo>
                  <a:lnTo>
                    <a:pt x="500" y="540"/>
                  </a:lnTo>
                  <a:lnTo>
                    <a:pt x="487" y="544"/>
                  </a:lnTo>
                  <a:lnTo>
                    <a:pt x="473" y="545"/>
                  </a:lnTo>
                  <a:lnTo>
                    <a:pt x="459" y="545"/>
                  </a:lnTo>
                  <a:lnTo>
                    <a:pt x="459" y="545"/>
                  </a:lnTo>
                  <a:close/>
                </a:path>
              </a:pathLst>
            </a:custGeom>
            <a:ln>
              <a:solidFill>
                <a:schemeClr val="accent1">
                  <a:alpha val="35000"/>
                </a:schemeClr>
              </a:solidFill>
            </a:ln>
          </p:spPr>
          <p:style>
            <a:lnRef idx="0">
              <a:srgbClr val="FFFFFF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46" name="Freeform 557"/>
            <p:cNvSpPr/>
            <p:nvPr>
              <p:custDataLst>
                <p:tags r:id="rId39"/>
              </p:custDataLst>
            </p:nvPr>
          </p:nvSpPr>
          <p:spPr bwMode="auto">
            <a:xfrm>
              <a:off x="2146301" y="2049463"/>
              <a:ext cx="377825" cy="212725"/>
            </a:xfrm>
            <a:custGeom>
              <a:avLst/>
              <a:gdLst/>
              <a:ahLst/>
              <a:cxnLst>
                <a:cxn ang="0">
                  <a:pos x="240" y="532"/>
                </a:cxn>
                <a:cxn ang="0">
                  <a:pos x="311" y="529"/>
                </a:cxn>
                <a:cxn ang="0">
                  <a:pos x="854" y="529"/>
                </a:cxn>
                <a:cxn ang="0">
                  <a:pos x="928" y="529"/>
                </a:cxn>
                <a:cxn ang="0">
                  <a:pos x="943" y="525"/>
                </a:cxn>
                <a:cxn ang="0">
                  <a:pos x="951" y="514"/>
                </a:cxn>
                <a:cxn ang="0">
                  <a:pos x="952" y="504"/>
                </a:cxn>
                <a:cxn ang="0">
                  <a:pos x="949" y="491"/>
                </a:cxn>
                <a:cxn ang="0">
                  <a:pos x="939" y="482"/>
                </a:cxn>
                <a:cxn ang="0">
                  <a:pos x="285" y="480"/>
                </a:cxn>
                <a:cxn ang="0">
                  <a:pos x="242" y="481"/>
                </a:cxn>
                <a:cxn ang="0">
                  <a:pos x="183" y="482"/>
                </a:cxn>
                <a:cxn ang="0">
                  <a:pos x="140" y="477"/>
                </a:cxn>
                <a:cxn ang="0">
                  <a:pos x="120" y="473"/>
                </a:cxn>
                <a:cxn ang="0">
                  <a:pos x="82" y="463"/>
                </a:cxn>
                <a:cxn ang="0">
                  <a:pos x="65" y="443"/>
                </a:cxn>
                <a:cxn ang="0">
                  <a:pos x="58" y="388"/>
                </a:cxn>
                <a:cxn ang="0">
                  <a:pos x="51" y="320"/>
                </a:cxn>
                <a:cxn ang="0">
                  <a:pos x="51" y="289"/>
                </a:cxn>
                <a:cxn ang="0">
                  <a:pos x="56" y="259"/>
                </a:cxn>
                <a:cxn ang="0">
                  <a:pos x="61" y="231"/>
                </a:cxn>
                <a:cxn ang="0">
                  <a:pos x="64" y="164"/>
                </a:cxn>
                <a:cxn ang="0">
                  <a:pos x="72" y="100"/>
                </a:cxn>
                <a:cxn ang="0">
                  <a:pos x="78" y="79"/>
                </a:cxn>
                <a:cxn ang="0">
                  <a:pos x="92" y="61"/>
                </a:cxn>
                <a:cxn ang="0">
                  <a:pos x="120" y="53"/>
                </a:cxn>
                <a:cxn ang="0">
                  <a:pos x="192" y="51"/>
                </a:cxn>
                <a:cxn ang="0">
                  <a:pos x="552" y="51"/>
                </a:cxn>
                <a:cxn ang="0">
                  <a:pos x="792" y="52"/>
                </a:cxn>
                <a:cxn ang="0">
                  <a:pos x="921" y="52"/>
                </a:cxn>
                <a:cxn ang="0">
                  <a:pos x="934" y="45"/>
                </a:cxn>
                <a:cxn ang="0">
                  <a:pos x="939" y="32"/>
                </a:cxn>
                <a:cxn ang="0">
                  <a:pos x="939" y="23"/>
                </a:cxn>
                <a:cxn ang="0">
                  <a:pos x="934" y="10"/>
                </a:cxn>
                <a:cxn ang="0">
                  <a:pos x="921" y="4"/>
                </a:cxn>
                <a:cxn ang="0">
                  <a:pos x="231" y="2"/>
                </a:cxn>
                <a:cxn ang="0">
                  <a:pos x="170" y="0"/>
                </a:cxn>
                <a:cxn ang="0">
                  <a:pos x="125" y="0"/>
                </a:cxn>
                <a:cxn ang="0">
                  <a:pos x="74" y="13"/>
                </a:cxn>
                <a:cxn ang="0">
                  <a:pos x="60" y="21"/>
                </a:cxn>
                <a:cxn ang="0">
                  <a:pos x="34" y="56"/>
                </a:cxn>
                <a:cxn ang="0">
                  <a:pos x="19" y="111"/>
                </a:cxn>
                <a:cxn ang="0">
                  <a:pos x="14" y="178"/>
                </a:cxn>
                <a:cxn ang="0">
                  <a:pos x="13" y="208"/>
                </a:cxn>
                <a:cxn ang="0">
                  <a:pos x="2" y="270"/>
                </a:cxn>
                <a:cxn ang="0">
                  <a:pos x="0" y="306"/>
                </a:cxn>
                <a:cxn ang="0">
                  <a:pos x="5" y="384"/>
                </a:cxn>
                <a:cxn ang="0">
                  <a:pos x="15" y="446"/>
                </a:cxn>
                <a:cxn ang="0">
                  <a:pos x="35" y="485"/>
                </a:cxn>
                <a:cxn ang="0">
                  <a:pos x="68" y="511"/>
                </a:cxn>
                <a:cxn ang="0">
                  <a:pos x="95" y="523"/>
                </a:cxn>
                <a:cxn ang="0">
                  <a:pos x="158" y="529"/>
                </a:cxn>
                <a:cxn ang="0">
                  <a:pos x="214" y="533"/>
                </a:cxn>
              </a:cxnLst>
              <a:rect l="0" t="0" r="r" b="b"/>
              <a:pathLst>
                <a:path w="952" h="533">
                  <a:moveTo>
                    <a:pt x="214" y="533"/>
                  </a:moveTo>
                  <a:lnTo>
                    <a:pt x="214" y="533"/>
                  </a:lnTo>
                  <a:lnTo>
                    <a:pt x="240" y="532"/>
                  </a:lnTo>
                  <a:lnTo>
                    <a:pt x="240" y="532"/>
                  </a:lnTo>
                  <a:lnTo>
                    <a:pt x="266" y="531"/>
                  </a:lnTo>
                  <a:lnTo>
                    <a:pt x="311" y="529"/>
                  </a:lnTo>
                  <a:lnTo>
                    <a:pt x="455" y="528"/>
                  </a:lnTo>
                  <a:lnTo>
                    <a:pt x="455" y="528"/>
                  </a:lnTo>
                  <a:lnTo>
                    <a:pt x="854" y="529"/>
                  </a:lnTo>
                  <a:lnTo>
                    <a:pt x="854" y="529"/>
                  </a:lnTo>
                  <a:lnTo>
                    <a:pt x="928" y="529"/>
                  </a:lnTo>
                  <a:lnTo>
                    <a:pt x="928" y="529"/>
                  </a:lnTo>
                  <a:lnTo>
                    <a:pt x="934" y="529"/>
                  </a:lnTo>
                  <a:lnTo>
                    <a:pt x="939" y="528"/>
                  </a:lnTo>
                  <a:lnTo>
                    <a:pt x="943" y="525"/>
                  </a:lnTo>
                  <a:lnTo>
                    <a:pt x="947" y="521"/>
                  </a:lnTo>
                  <a:lnTo>
                    <a:pt x="949" y="519"/>
                  </a:lnTo>
                  <a:lnTo>
                    <a:pt x="951" y="514"/>
                  </a:lnTo>
                  <a:lnTo>
                    <a:pt x="952" y="510"/>
                  </a:lnTo>
                  <a:lnTo>
                    <a:pt x="952" y="504"/>
                  </a:lnTo>
                  <a:lnTo>
                    <a:pt x="952" y="504"/>
                  </a:lnTo>
                  <a:lnTo>
                    <a:pt x="952" y="501"/>
                  </a:lnTo>
                  <a:lnTo>
                    <a:pt x="951" y="495"/>
                  </a:lnTo>
                  <a:lnTo>
                    <a:pt x="949" y="491"/>
                  </a:lnTo>
                  <a:lnTo>
                    <a:pt x="947" y="487"/>
                  </a:lnTo>
                  <a:lnTo>
                    <a:pt x="943" y="485"/>
                  </a:lnTo>
                  <a:lnTo>
                    <a:pt x="939" y="482"/>
                  </a:lnTo>
                  <a:lnTo>
                    <a:pt x="934" y="481"/>
                  </a:lnTo>
                  <a:lnTo>
                    <a:pt x="928" y="480"/>
                  </a:lnTo>
                  <a:lnTo>
                    <a:pt x="285" y="480"/>
                  </a:lnTo>
                  <a:lnTo>
                    <a:pt x="285" y="480"/>
                  </a:lnTo>
                  <a:lnTo>
                    <a:pt x="242" y="481"/>
                  </a:lnTo>
                  <a:lnTo>
                    <a:pt x="242" y="481"/>
                  </a:lnTo>
                  <a:lnTo>
                    <a:pt x="200" y="482"/>
                  </a:lnTo>
                  <a:lnTo>
                    <a:pt x="200" y="482"/>
                  </a:lnTo>
                  <a:lnTo>
                    <a:pt x="183" y="482"/>
                  </a:lnTo>
                  <a:lnTo>
                    <a:pt x="167" y="481"/>
                  </a:lnTo>
                  <a:lnTo>
                    <a:pt x="153" y="480"/>
                  </a:lnTo>
                  <a:lnTo>
                    <a:pt x="140" y="477"/>
                  </a:lnTo>
                  <a:lnTo>
                    <a:pt x="140" y="477"/>
                  </a:lnTo>
                  <a:lnTo>
                    <a:pt x="120" y="473"/>
                  </a:lnTo>
                  <a:lnTo>
                    <a:pt x="120" y="473"/>
                  </a:lnTo>
                  <a:lnTo>
                    <a:pt x="99" y="469"/>
                  </a:lnTo>
                  <a:lnTo>
                    <a:pt x="90" y="467"/>
                  </a:lnTo>
                  <a:lnTo>
                    <a:pt x="82" y="463"/>
                  </a:lnTo>
                  <a:lnTo>
                    <a:pt x="74" y="457"/>
                  </a:lnTo>
                  <a:lnTo>
                    <a:pt x="69" y="451"/>
                  </a:lnTo>
                  <a:lnTo>
                    <a:pt x="65" y="443"/>
                  </a:lnTo>
                  <a:lnTo>
                    <a:pt x="64" y="433"/>
                  </a:lnTo>
                  <a:lnTo>
                    <a:pt x="64" y="433"/>
                  </a:lnTo>
                  <a:lnTo>
                    <a:pt x="58" y="388"/>
                  </a:lnTo>
                  <a:lnTo>
                    <a:pt x="58" y="388"/>
                  </a:lnTo>
                  <a:lnTo>
                    <a:pt x="53" y="342"/>
                  </a:lnTo>
                  <a:lnTo>
                    <a:pt x="51" y="320"/>
                  </a:lnTo>
                  <a:lnTo>
                    <a:pt x="51" y="298"/>
                  </a:lnTo>
                  <a:lnTo>
                    <a:pt x="51" y="298"/>
                  </a:lnTo>
                  <a:lnTo>
                    <a:pt x="51" y="289"/>
                  </a:lnTo>
                  <a:lnTo>
                    <a:pt x="52" y="278"/>
                  </a:lnTo>
                  <a:lnTo>
                    <a:pt x="56" y="259"/>
                  </a:lnTo>
                  <a:lnTo>
                    <a:pt x="56" y="259"/>
                  </a:lnTo>
                  <a:lnTo>
                    <a:pt x="58" y="246"/>
                  </a:lnTo>
                  <a:lnTo>
                    <a:pt x="61" y="231"/>
                  </a:lnTo>
                  <a:lnTo>
                    <a:pt x="61" y="231"/>
                  </a:lnTo>
                  <a:lnTo>
                    <a:pt x="64" y="198"/>
                  </a:lnTo>
                  <a:lnTo>
                    <a:pt x="64" y="164"/>
                  </a:lnTo>
                  <a:lnTo>
                    <a:pt x="64" y="164"/>
                  </a:lnTo>
                  <a:lnTo>
                    <a:pt x="65" y="149"/>
                  </a:lnTo>
                  <a:lnTo>
                    <a:pt x="66" y="132"/>
                  </a:lnTo>
                  <a:lnTo>
                    <a:pt x="72" y="100"/>
                  </a:lnTo>
                  <a:lnTo>
                    <a:pt x="72" y="100"/>
                  </a:lnTo>
                  <a:lnTo>
                    <a:pt x="74" y="90"/>
                  </a:lnTo>
                  <a:lnTo>
                    <a:pt x="78" y="79"/>
                  </a:lnTo>
                  <a:lnTo>
                    <a:pt x="82" y="72"/>
                  </a:lnTo>
                  <a:lnTo>
                    <a:pt x="87" y="65"/>
                  </a:lnTo>
                  <a:lnTo>
                    <a:pt x="92" y="61"/>
                  </a:lnTo>
                  <a:lnTo>
                    <a:pt x="100" y="57"/>
                  </a:lnTo>
                  <a:lnTo>
                    <a:pt x="109" y="55"/>
                  </a:lnTo>
                  <a:lnTo>
                    <a:pt x="120" y="53"/>
                  </a:lnTo>
                  <a:lnTo>
                    <a:pt x="120" y="53"/>
                  </a:lnTo>
                  <a:lnTo>
                    <a:pt x="149" y="52"/>
                  </a:lnTo>
                  <a:lnTo>
                    <a:pt x="192" y="51"/>
                  </a:lnTo>
                  <a:lnTo>
                    <a:pt x="315" y="49"/>
                  </a:lnTo>
                  <a:lnTo>
                    <a:pt x="315" y="49"/>
                  </a:lnTo>
                  <a:lnTo>
                    <a:pt x="552" y="51"/>
                  </a:lnTo>
                  <a:lnTo>
                    <a:pt x="783" y="52"/>
                  </a:lnTo>
                  <a:lnTo>
                    <a:pt x="792" y="52"/>
                  </a:lnTo>
                  <a:lnTo>
                    <a:pt x="792" y="52"/>
                  </a:lnTo>
                  <a:lnTo>
                    <a:pt x="915" y="53"/>
                  </a:lnTo>
                  <a:lnTo>
                    <a:pt x="915" y="53"/>
                  </a:lnTo>
                  <a:lnTo>
                    <a:pt x="921" y="52"/>
                  </a:lnTo>
                  <a:lnTo>
                    <a:pt x="926" y="51"/>
                  </a:lnTo>
                  <a:lnTo>
                    <a:pt x="930" y="48"/>
                  </a:lnTo>
                  <a:lnTo>
                    <a:pt x="934" y="45"/>
                  </a:lnTo>
                  <a:lnTo>
                    <a:pt x="936" y="42"/>
                  </a:lnTo>
                  <a:lnTo>
                    <a:pt x="939" y="38"/>
                  </a:lnTo>
                  <a:lnTo>
                    <a:pt x="939" y="32"/>
                  </a:lnTo>
                  <a:lnTo>
                    <a:pt x="940" y="28"/>
                  </a:lnTo>
                  <a:lnTo>
                    <a:pt x="940" y="28"/>
                  </a:lnTo>
                  <a:lnTo>
                    <a:pt x="939" y="23"/>
                  </a:lnTo>
                  <a:lnTo>
                    <a:pt x="939" y="19"/>
                  </a:lnTo>
                  <a:lnTo>
                    <a:pt x="936" y="14"/>
                  </a:lnTo>
                  <a:lnTo>
                    <a:pt x="934" y="10"/>
                  </a:lnTo>
                  <a:lnTo>
                    <a:pt x="930" y="8"/>
                  </a:lnTo>
                  <a:lnTo>
                    <a:pt x="926" y="5"/>
                  </a:lnTo>
                  <a:lnTo>
                    <a:pt x="921" y="4"/>
                  </a:lnTo>
                  <a:lnTo>
                    <a:pt x="915" y="2"/>
                  </a:lnTo>
                  <a:lnTo>
                    <a:pt x="231" y="2"/>
                  </a:lnTo>
                  <a:lnTo>
                    <a:pt x="231" y="2"/>
                  </a:lnTo>
                  <a:lnTo>
                    <a:pt x="193" y="1"/>
                  </a:lnTo>
                  <a:lnTo>
                    <a:pt x="193" y="1"/>
                  </a:lnTo>
                  <a:lnTo>
                    <a:pt x="170" y="0"/>
                  </a:lnTo>
                  <a:lnTo>
                    <a:pt x="146" y="0"/>
                  </a:lnTo>
                  <a:lnTo>
                    <a:pt x="146" y="0"/>
                  </a:lnTo>
                  <a:lnTo>
                    <a:pt x="125" y="0"/>
                  </a:lnTo>
                  <a:lnTo>
                    <a:pt x="106" y="2"/>
                  </a:lnTo>
                  <a:lnTo>
                    <a:pt x="89" y="6"/>
                  </a:lnTo>
                  <a:lnTo>
                    <a:pt x="74" y="13"/>
                  </a:lnTo>
                  <a:lnTo>
                    <a:pt x="74" y="13"/>
                  </a:lnTo>
                  <a:lnTo>
                    <a:pt x="66" y="17"/>
                  </a:lnTo>
                  <a:lnTo>
                    <a:pt x="60" y="21"/>
                  </a:lnTo>
                  <a:lnTo>
                    <a:pt x="49" y="31"/>
                  </a:lnTo>
                  <a:lnTo>
                    <a:pt x="40" y="43"/>
                  </a:lnTo>
                  <a:lnTo>
                    <a:pt x="34" y="56"/>
                  </a:lnTo>
                  <a:lnTo>
                    <a:pt x="28" y="70"/>
                  </a:lnTo>
                  <a:lnTo>
                    <a:pt x="24" y="83"/>
                  </a:lnTo>
                  <a:lnTo>
                    <a:pt x="19" y="111"/>
                  </a:lnTo>
                  <a:lnTo>
                    <a:pt x="19" y="111"/>
                  </a:lnTo>
                  <a:lnTo>
                    <a:pt x="15" y="142"/>
                  </a:lnTo>
                  <a:lnTo>
                    <a:pt x="14" y="178"/>
                  </a:lnTo>
                  <a:lnTo>
                    <a:pt x="14" y="178"/>
                  </a:lnTo>
                  <a:lnTo>
                    <a:pt x="14" y="192"/>
                  </a:lnTo>
                  <a:lnTo>
                    <a:pt x="13" y="208"/>
                  </a:lnTo>
                  <a:lnTo>
                    <a:pt x="7" y="239"/>
                  </a:lnTo>
                  <a:lnTo>
                    <a:pt x="7" y="239"/>
                  </a:lnTo>
                  <a:lnTo>
                    <a:pt x="2" y="270"/>
                  </a:lnTo>
                  <a:lnTo>
                    <a:pt x="2" y="270"/>
                  </a:lnTo>
                  <a:lnTo>
                    <a:pt x="1" y="287"/>
                  </a:lnTo>
                  <a:lnTo>
                    <a:pt x="0" y="306"/>
                  </a:lnTo>
                  <a:lnTo>
                    <a:pt x="0" y="324"/>
                  </a:lnTo>
                  <a:lnTo>
                    <a:pt x="1" y="344"/>
                  </a:lnTo>
                  <a:lnTo>
                    <a:pt x="5" y="384"/>
                  </a:lnTo>
                  <a:lnTo>
                    <a:pt x="11" y="429"/>
                  </a:lnTo>
                  <a:lnTo>
                    <a:pt x="11" y="429"/>
                  </a:lnTo>
                  <a:lnTo>
                    <a:pt x="15" y="446"/>
                  </a:lnTo>
                  <a:lnTo>
                    <a:pt x="21" y="460"/>
                  </a:lnTo>
                  <a:lnTo>
                    <a:pt x="27" y="473"/>
                  </a:lnTo>
                  <a:lnTo>
                    <a:pt x="35" y="485"/>
                  </a:lnTo>
                  <a:lnTo>
                    <a:pt x="44" y="494"/>
                  </a:lnTo>
                  <a:lnTo>
                    <a:pt x="55" y="503"/>
                  </a:lnTo>
                  <a:lnTo>
                    <a:pt x="68" y="511"/>
                  </a:lnTo>
                  <a:lnTo>
                    <a:pt x="83" y="519"/>
                  </a:lnTo>
                  <a:lnTo>
                    <a:pt x="83" y="519"/>
                  </a:lnTo>
                  <a:lnTo>
                    <a:pt x="95" y="523"/>
                  </a:lnTo>
                  <a:lnTo>
                    <a:pt x="109" y="525"/>
                  </a:lnTo>
                  <a:lnTo>
                    <a:pt x="138" y="528"/>
                  </a:lnTo>
                  <a:lnTo>
                    <a:pt x="158" y="529"/>
                  </a:lnTo>
                  <a:lnTo>
                    <a:pt x="158" y="529"/>
                  </a:lnTo>
                  <a:lnTo>
                    <a:pt x="187" y="532"/>
                  </a:lnTo>
                  <a:lnTo>
                    <a:pt x="214" y="533"/>
                  </a:lnTo>
                  <a:lnTo>
                    <a:pt x="214" y="533"/>
                  </a:lnTo>
                  <a:close/>
                </a:path>
              </a:pathLst>
            </a:custGeom>
            <a:ln>
              <a:solidFill>
                <a:schemeClr val="accent1">
                  <a:alpha val="35000"/>
                </a:schemeClr>
              </a:solidFill>
            </a:ln>
          </p:spPr>
          <p:style>
            <a:lnRef idx="0">
              <a:srgbClr val="FFFFFF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47" name="Freeform 558"/>
            <p:cNvSpPr/>
            <p:nvPr>
              <p:custDataLst>
                <p:tags r:id="rId40"/>
              </p:custDataLst>
            </p:nvPr>
          </p:nvSpPr>
          <p:spPr bwMode="auto">
            <a:xfrm>
              <a:off x="2501901" y="1965325"/>
              <a:ext cx="250825" cy="203200"/>
            </a:xfrm>
            <a:custGeom>
              <a:avLst/>
              <a:gdLst/>
              <a:ahLst/>
              <a:cxnLst>
                <a:cxn ang="0">
                  <a:pos x="617" y="510"/>
                </a:cxn>
                <a:cxn ang="0">
                  <a:pos x="633" y="497"/>
                </a:cxn>
                <a:cxn ang="0">
                  <a:pos x="636" y="485"/>
                </a:cxn>
                <a:cxn ang="0">
                  <a:pos x="632" y="473"/>
                </a:cxn>
                <a:cxn ang="0">
                  <a:pos x="586" y="407"/>
                </a:cxn>
                <a:cxn ang="0">
                  <a:pos x="513" y="303"/>
                </a:cxn>
                <a:cxn ang="0">
                  <a:pos x="480" y="267"/>
                </a:cxn>
                <a:cxn ang="0">
                  <a:pos x="412" y="191"/>
                </a:cxn>
                <a:cxn ang="0">
                  <a:pos x="365" y="133"/>
                </a:cxn>
                <a:cxn ang="0">
                  <a:pos x="330" y="90"/>
                </a:cxn>
                <a:cxn ang="0">
                  <a:pos x="292" y="52"/>
                </a:cxn>
                <a:cxn ang="0">
                  <a:pos x="255" y="30"/>
                </a:cxn>
                <a:cxn ang="0">
                  <a:pos x="195" y="8"/>
                </a:cxn>
                <a:cxn ang="0">
                  <a:pos x="132" y="0"/>
                </a:cxn>
                <a:cxn ang="0">
                  <a:pos x="92" y="4"/>
                </a:cxn>
                <a:cxn ang="0">
                  <a:pos x="55" y="14"/>
                </a:cxn>
                <a:cxn ang="0">
                  <a:pos x="26" y="36"/>
                </a:cxn>
                <a:cxn ang="0">
                  <a:pos x="9" y="68"/>
                </a:cxn>
                <a:cxn ang="0">
                  <a:pos x="0" y="118"/>
                </a:cxn>
                <a:cxn ang="0">
                  <a:pos x="3" y="195"/>
                </a:cxn>
                <a:cxn ang="0">
                  <a:pos x="5" y="240"/>
                </a:cxn>
                <a:cxn ang="0">
                  <a:pos x="8" y="251"/>
                </a:cxn>
                <a:cxn ang="0">
                  <a:pos x="17" y="261"/>
                </a:cxn>
                <a:cxn ang="0">
                  <a:pos x="31" y="264"/>
                </a:cxn>
                <a:cxn ang="0">
                  <a:pos x="41" y="263"/>
                </a:cxn>
                <a:cxn ang="0">
                  <a:pos x="51" y="255"/>
                </a:cxn>
                <a:cxn ang="0">
                  <a:pos x="56" y="240"/>
                </a:cxn>
                <a:cxn ang="0">
                  <a:pos x="54" y="196"/>
                </a:cxn>
                <a:cxn ang="0">
                  <a:pos x="50" y="148"/>
                </a:cxn>
                <a:cxn ang="0">
                  <a:pos x="55" y="102"/>
                </a:cxn>
                <a:cxn ang="0">
                  <a:pos x="67" y="76"/>
                </a:cxn>
                <a:cxn ang="0">
                  <a:pos x="89" y="57"/>
                </a:cxn>
                <a:cxn ang="0">
                  <a:pos x="113" y="52"/>
                </a:cxn>
                <a:cxn ang="0">
                  <a:pos x="145" y="52"/>
                </a:cxn>
                <a:cxn ang="0">
                  <a:pos x="186" y="57"/>
                </a:cxn>
                <a:cxn ang="0">
                  <a:pos x="235" y="76"/>
                </a:cxn>
                <a:cxn ang="0">
                  <a:pos x="263" y="95"/>
                </a:cxn>
                <a:cxn ang="0">
                  <a:pos x="300" y="137"/>
                </a:cxn>
                <a:cxn ang="0">
                  <a:pos x="315" y="157"/>
                </a:cxn>
                <a:cxn ang="0">
                  <a:pos x="411" y="264"/>
                </a:cxn>
                <a:cxn ang="0">
                  <a:pos x="489" y="353"/>
                </a:cxn>
                <a:cxn ang="0">
                  <a:pos x="546" y="435"/>
                </a:cxn>
                <a:cxn ang="0">
                  <a:pos x="589" y="501"/>
                </a:cxn>
                <a:cxn ang="0">
                  <a:pos x="598" y="509"/>
                </a:cxn>
                <a:cxn ang="0">
                  <a:pos x="610" y="511"/>
                </a:cxn>
              </a:cxnLst>
              <a:rect l="0" t="0" r="r" b="b"/>
              <a:pathLst>
                <a:path w="636" h="511">
                  <a:moveTo>
                    <a:pt x="610" y="511"/>
                  </a:moveTo>
                  <a:lnTo>
                    <a:pt x="610" y="511"/>
                  </a:lnTo>
                  <a:lnTo>
                    <a:pt x="617" y="510"/>
                  </a:lnTo>
                  <a:lnTo>
                    <a:pt x="624" y="507"/>
                  </a:lnTo>
                  <a:lnTo>
                    <a:pt x="629" y="503"/>
                  </a:lnTo>
                  <a:lnTo>
                    <a:pt x="633" y="497"/>
                  </a:lnTo>
                  <a:lnTo>
                    <a:pt x="633" y="497"/>
                  </a:lnTo>
                  <a:lnTo>
                    <a:pt x="636" y="492"/>
                  </a:lnTo>
                  <a:lnTo>
                    <a:pt x="636" y="485"/>
                  </a:lnTo>
                  <a:lnTo>
                    <a:pt x="634" y="480"/>
                  </a:lnTo>
                  <a:lnTo>
                    <a:pt x="632" y="473"/>
                  </a:lnTo>
                  <a:lnTo>
                    <a:pt x="632" y="473"/>
                  </a:lnTo>
                  <a:lnTo>
                    <a:pt x="608" y="439"/>
                  </a:lnTo>
                  <a:lnTo>
                    <a:pt x="586" y="407"/>
                  </a:lnTo>
                  <a:lnTo>
                    <a:pt x="586" y="407"/>
                  </a:lnTo>
                  <a:lnTo>
                    <a:pt x="563" y="373"/>
                  </a:lnTo>
                  <a:lnTo>
                    <a:pt x="539" y="337"/>
                  </a:lnTo>
                  <a:lnTo>
                    <a:pt x="513" y="303"/>
                  </a:lnTo>
                  <a:lnTo>
                    <a:pt x="500" y="288"/>
                  </a:lnTo>
                  <a:lnTo>
                    <a:pt x="485" y="272"/>
                  </a:lnTo>
                  <a:lnTo>
                    <a:pt x="480" y="267"/>
                  </a:lnTo>
                  <a:lnTo>
                    <a:pt x="480" y="267"/>
                  </a:lnTo>
                  <a:lnTo>
                    <a:pt x="434" y="217"/>
                  </a:lnTo>
                  <a:lnTo>
                    <a:pt x="412" y="191"/>
                  </a:lnTo>
                  <a:lnTo>
                    <a:pt x="390" y="165"/>
                  </a:lnTo>
                  <a:lnTo>
                    <a:pt x="390" y="165"/>
                  </a:lnTo>
                  <a:lnTo>
                    <a:pt x="365" y="133"/>
                  </a:lnTo>
                  <a:lnTo>
                    <a:pt x="365" y="133"/>
                  </a:lnTo>
                  <a:lnTo>
                    <a:pt x="348" y="111"/>
                  </a:lnTo>
                  <a:lnTo>
                    <a:pt x="330" y="90"/>
                  </a:lnTo>
                  <a:lnTo>
                    <a:pt x="311" y="69"/>
                  </a:lnTo>
                  <a:lnTo>
                    <a:pt x="301" y="61"/>
                  </a:lnTo>
                  <a:lnTo>
                    <a:pt x="292" y="52"/>
                  </a:lnTo>
                  <a:lnTo>
                    <a:pt x="292" y="52"/>
                  </a:lnTo>
                  <a:lnTo>
                    <a:pt x="273" y="40"/>
                  </a:lnTo>
                  <a:lnTo>
                    <a:pt x="255" y="30"/>
                  </a:lnTo>
                  <a:lnTo>
                    <a:pt x="235" y="21"/>
                  </a:lnTo>
                  <a:lnTo>
                    <a:pt x="216" y="13"/>
                  </a:lnTo>
                  <a:lnTo>
                    <a:pt x="195" y="8"/>
                  </a:lnTo>
                  <a:lnTo>
                    <a:pt x="174" y="2"/>
                  </a:lnTo>
                  <a:lnTo>
                    <a:pt x="153" y="0"/>
                  </a:lnTo>
                  <a:lnTo>
                    <a:pt x="132" y="0"/>
                  </a:lnTo>
                  <a:lnTo>
                    <a:pt x="132" y="0"/>
                  </a:lnTo>
                  <a:lnTo>
                    <a:pt x="111" y="0"/>
                  </a:lnTo>
                  <a:lnTo>
                    <a:pt x="92" y="4"/>
                  </a:lnTo>
                  <a:lnTo>
                    <a:pt x="73" y="8"/>
                  </a:lnTo>
                  <a:lnTo>
                    <a:pt x="55" y="14"/>
                  </a:lnTo>
                  <a:lnTo>
                    <a:pt x="55" y="14"/>
                  </a:lnTo>
                  <a:lnTo>
                    <a:pt x="43" y="21"/>
                  </a:lnTo>
                  <a:lnTo>
                    <a:pt x="34" y="29"/>
                  </a:lnTo>
                  <a:lnTo>
                    <a:pt x="26" y="36"/>
                  </a:lnTo>
                  <a:lnTo>
                    <a:pt x="18" y="46"/>
                  </a:lnTo>
                  <a:lnTo>
                    <a:pt x="13" y="56"/>
                  </a:lnTo>
                  <a:lnTo>
                    <a:pt x="9" y="68"/>
                  </a:lnTo>
                  <a:lnTo>
                    <a:pt x="5" y="80"/>
                  </a:lnTo>
                  <a:lnTo>
                    <a:pt x="3" y="91"/>
                  </a:lnTo>
                  <a:lnTo>
                    <a:pt x="0" y="118"/>
                  </a:lnTo>
                  <a:lnTo>
                    <a:pt x="0" y="144"/>
                  </a:lnTo>
                  <a:lnTo>
                    <a:pt x="1" y="170"/>
                  </a:lnTo>
                  <a:lnTo>
                    <a:pt x="3" y="195"/>
                  </a:lnTo>
                  <a:lnTo>
                    <a:pt x="3" y="195"/>
                  </a:lnTo>
                  <a:lnTo>
                    <a:pt x="5" y="220"/>
                  </a:lnTo>
                  <a:lnTo>
                    <a:pt x="5" y="240"/>
                  </a:lnTo>
                  <a:lnTo>
                    <a:pt x="5" y="240"/>
                  </a:lnTo>
                  <a:lnTo>
                    <a:pt x="7" y="246"/>
                  </a:lnTo>
                  <a:lnTo>
                    <a:pt x="8" y="251"/>
                  </a:lnTo>
                  <a:lnTo>
                    <a:pt x="11" y="255"/>
                  </a:lnTo>
                  <a:lnTo>
                    <a:pt x="13" y="259"/>
                  </a:lnTo>
                  <a:lnTo>
                    <a:pt x="17" y="261"/>
                  </a:lnTo>
                  <a:lnTo>
                    <a:pt x="22" y="263"/>
                  </a:lnTo>
                  <a:lnTo>
                    <a:pt x="26" y="264"/>
                  </a:lnTo>
                  <a:lnTo>
                    <a:pt x="31" y="264"/>
                  </a:lnTo>
                  <a:lnTo>
                    <a:pt x="31" y="264"/>
                  </a:lnTo>
                  <a:lnTo>
                    <a:pt x="35" y="264"/>
                  </a:lnTo>
                  <a:lnTo>
                    <a:pt x="41" y="263"/>
                  </a:lnTo>
                  <a:lnTo>
                    <a:pt x="45" y="261"/>
                  </a:lnTo>
                  <a:lnTo>
                    <a:pt x="48" y="259"/>
                  </a:lnTo>
                  <a:lnTo>
                    <a:pt x="51" y="255"/>
                  </a:lnTo>
                  <a:lnTo>
                    <a:pt x="54" y="251"/>
                  </a:lnTo>
                  <a:lnTo>
                    <a:pt x="55" y="246"/>
                  </a:lnTo>
                  <a:lnTo>
                    <a:pt x="56" y="240"/>
                  </a:lnTo>
                  <a:lnTo>
                    <a:pt x="56" y="240"/>
                  </a:lnTo>
                  <a:lnTo>
                    <a:pt x="55" y="220"/>
                  </a:lnTo>
                  <a:lnTo>
                    <a:pt x="54" y="196"/>
                  </a:lnTo>
                  <a:lnTo>
                    <a:pt x="54" y="196"/>
                  </a:lnTo>
                  <a:lnTo>
                    <a:pt x="51" y="171"/>
                  </a:lnTo>
                  <a:lnTo>
                    <a:pt x="50" y="148"/>
                  </a:lnTo>
                  <a:lnTo>
                    <a:pt x="51" y="124"/>
                  </a:lnTo>
                  <a:lnTo>
                    <a:pt x="52" y="112"/>
                  </a:lnTo>
                  <a:lnTo>
                    <a:pt x="55" y="102"/>
                  </a:lnTo>
                  <a:lnTo>
                    <a:pt x="58" y="93"/>
                  </a:lnTo>
                  <a:lnTo>
                    <a:pt x="62" y="84"/>
                  </a:lnTo>
                  <a:lnTo>
                    <a:pt x="67" y="76"/>
                  </a:lnTo>
                  <a:lnTo>
                    <a:pt x="72" y="68"/>
                  </a:lnTo>
                  <a:lnTo>
                    <a:pt x="80" y="63"/>
                  </a:lnTo>
                  <a:lnTo>
                    <a:pt x="89" y="57"/>
                  </a:lnTo>
                  <a:lnTo>
                    <a:pt x="99" y="53"/>
                  </a:lnTo>
                  <a:lnTo>
                    <a:pt x="113" y="52"/>
                  </a:lnTo>
                  <a:lnTo>
                    <a:pt x="113" y="52"/>
                  </a:lnTo>
                  <a:lnTo>
                    <a:pt x="132" y="51"/>
                  </a:lnTo>
                  <a:lnTo>
                    <a:pt x="132" y="51"/>
                  </a:lnTo>
                  <a:lnTo>
                    <a:pt x="145" y="52"/>
                  </a:lnTo>
                  <a:lnTo>
                    <a:pt x="158" y="53"/>
                  </a:lnTo>
                  <a:lnTo>
                    <a:pt x="173" y="55"/>
                  </a:lnTo>
                  <a:lnTo>
                    <a:pt x="186" y="57"/>
                  </a:lnTo>
                  <a:lnTo>
                    <a:pt x="211" y="65"/>
                  </a:lnTo>
                  <a:lnTo>
                    <a:pt x="235" y="76"/>
                  </a:lnTo>
                  <a:lnTo>
                    <a:pt x="235" y="76"/>
                  </a:lnTo>
                  <a:lnTo>
                    <a:pt x="246" y="81"/>
                  </a:lnTo>
                  <a:lnTo>
                    <a:pt x="255" y="87"/>
                  </a:lnTo>
                  <a:lnTo>
                    <a:pt x="263" y="95"/>
                  </a:lnTo>
                  <a:lnTo>
                    <a:pt x="271" y="103"/>
                  </a:lnTo>
                  <a:lnTo>
                    <a:pt x="285" y="120"/>
                  </a:lnTo>
                  <a:lnTo>
                    <a:pt x="300" y="137"/>
                  </a:lnTo>
                  <a:lnTo>
                    <a:pt x="300" y="137"/>
                  </a:lnTo>
                  <a:lnTo>
                    <a:pt x="315" y="157"/>
                  </a:lnTo>
                  <a:lnTo>
                    <a:pt x="315" y="157"/>
                  </a:lnTo>
                  <a:lnTo>
                    <a:pt x="362" y="212"/>
                  </a:lnTo>
                  <a:lnTo>
                    <a:pt x="411" y="264"/>
                  </a:lnTo>
                  <a:lnTo>
                    <a:pt x="411" y="264"/>
                  </a:lnTo>
                  <a:lnTo>
                    <a:pt x="468" y="328"/>
                  </a:lnTo>
                  <a:lnTo>
                    <a:pt x="468" y="328"/>
                  </a:lnTo>
                  <a:lnTo>
                    <a:pt x="489" y="353"/>
                  </a:lnTo>
                  <a:lnTo>
                    <a:pt x="509" y="380"/>
                  </a:lnTo>
                  <a:lnTo>
                    <a:pt x="527" y="408"/>
                  </a:lnTo>
                  <a:lnTo>
                    <a:pt x="546" y="435"/>
                  </a:lnTo>
                  <a:lnTo>
                    <a:pt x="546" y="435"/>
                  </a:lnTo>
                  <a:lnTo>
                    <a:pt x="566" y="468"/>
                  </a:lnTo>
                  <a:lnTo>
                    <a:pt x="589" y="501"/>
                  </a:lnTo>
                  <a:lnTo>
                    <a:pt x="589" y="501"/>
                  </a:lnTo>
                  <a:lnTo>
                    <a:pt x="593" y="505"/>
                  </a:lnTo>
                  <a:lnTo>
                    <a:pt x="598" y="509"/>
                  </a:lnTo>
                  <a:lnTo>
                    <a:pt x="603" y="510"/>
                  </a:lnTo>
                  <a:lnTo>
                    <a:pt x="610" y="511"/>
                  </a:lnTo>
                  <a:lnTo>
                    <a:pt x="610" y="511"/>
                  </a:lnTo>
                  <a:close/>
                </a:path>
              </a:pathLst>
            </a:custGeom>
            <a:ln>
              <a:solidFill>
                <a:schemeClr val="accent1">
                  <a:alpha val="35000"/>
                </a:schemeClr>
              </a:solidFill>
            </a:ln>
          </p:spPr>
          <p:style>
            <a:lnRef idx="0">
              <a:srgbClr val="FFFFFF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48" name="Freeform 559"/>
            <p:cNvSpPr/>
            <p:nvPr>
              <p:custDataLst>
                <p:tags r:id="rId41"/>
              </p:custDataLst>
            </p:nvPr>
          </p:nvSpPr>
          <p:spPr bwMode="auto">
            <a:xfrm>
              <a:off x="2503488" y="2152650"/>
              <a:ext cx="250825" cy="217488"/>
            </a:xfrm>
            <a:custGeom>
              <a:avLst/>
              <a:gdLst/>
              <a:ahLst/>
              <a:cxnLst>
                <a:cxn ang="0">
                  <a:pos x="192" y="545"/>
                </a:cxn>
                <a:cxn ang="0">
                  <a:pos x="248" y="528"/>
                </a:cxn>
                <a:cxn ang="0">
                  <a:pos x="299" y="493"/>
                </a:cxn>
                <a:cxn ang="0">
                  <a:pos x="330" y="456"/>
                </a:cxn>
                <a:cxn ang="0">
                  <a:pos x="374" y="396"/>
                </a:cxn>
                <a:cxn ang="0">
                  <a:pos x="412" y="342"/>
                </a:cxn>
                <a:cxn ang="0">
                  <a:pos x="442" y="302"/>
                </a:cxn>
                <a:cxn ang="0">
                  <a:pos x="464" y="278"/>
                </a:cxn>
                <a:cxn ang="0">
                  <a:pos x="477" y="260"/>
                </a:cxn>
                <a:cxn ang="0">
                  <a:pos x="489" y="236"/>
                </a:cxn>
                <a:cxn ang="0">
                  <a:pos x="521" y="198"/>
                </a:cxn>
                <a:cxn ang="0">
                  <a:pos x="564" y="142"/>
                </a:cxn>
                <a:cxn ang="0">
                  <a:pos x="581" y="123"/>
                </a:cxn>
                <a:cxn ang="0">
                  <a:pos x="599" y="99"/>
                </a:cxn>
                <a:cxn ang="0">
                  <a:pos x="620" y="66"/>
                </a:cxn>
                <a:cxn ang="0">
                  <a:pos x="632" y="26"/>
                </a:cxn>
                <a:cxn ang="0">
                  <a:pos x="630" y="15"/>
                </a:cxn>
                <a:cxn ang="0">
                  <a:pos x="626" y="7"/>
                </a:cxn>
                <a:cxn ang="0">
                  <a:pos x="613" y="1"/>
                </a:cxn>
                <a:cxn ang="0">
                  <a:pos x="599" y="2"/>
                </a:cxn>
                <a:cxn ang="0">
                  <a:pos x="587" y="10"/>
                </a:cxn>
                <a:cxn ang="0">
                  <a:pos x="582" y="23"/>
                </a:cxn>
                <a:cxn ang="0">
                  <a:pos x="575" y="47"/>
                </a:cxn>
                <a:cxn ang="0">
                  <a:pos x="548" y="86"/>
                </a:cxn>
                <a:cxn ang="0">
                  <a:pos x="518" y="117"/>
                </a:cxn>
                <a:cxn ang="0">
                  <a:pos x="488" y="159"/>
                </a:cxn>
                <a:cxn ang="0">
                  <a:pos x="463" y="192"/>
                </a:cxn>
                <a:cxn ang="0">
                  <a:pos x="446" y="210"/>
                </a:cxn>
                <a:cxn ang="0">
                  <a:pos x="426" y="236"/>
                </a:cxn>
                <a:cxn ang="0">
                  <a:pos x="401" y="270"/>
                </a:cxn>
                <a:cxn ang="0">
                  <a:pos x="375" y="302"/>
                </a:cxn>
                <a:cxn ang="0">
                  <a:pos x="339" y="358"/>
                </a:cxn>
                <a:cxn ang="0">
                  <a:pos x="316" y="389"/>
                </a:cxn>
                <a:cxn ang="0">
                  <a:pos x="301" y="417"/>
                </a:cxn>
                <a:cxn ang="0">
                  <a:pos x="289" y="433"/>
                </a:cxn>
                <a:cxn ang="0">
                  <a:pos x="260" y="461"/>
                </a:cxn>
                <a:cxn ang="0">
                  <a:pos x="243" y="477"/>
                </a:cxn>
                <a:cxn ang="0">
                  <a:pos x="212" y="493"/>
                </a:cxn>
                <a:cxn ang="0">
                  <a:pos x="178" y="498"/>
                </a:cxn>
                <a:cxn ang="0">
                  <a:pos x="146" y="493"/>
                </a:cxn>
                <a:cxn ang="0">
                  <a:pos x="116" y="480"/>
                </a:cxn>
                <a:cxn ang="0">
                  <a:pos x="95" y="467"/>
                </a:cxn>
                <a:cxn ang="0">
                  <a:pos x="67" y="439"/>
                </a:cxn>
                <a:cxn ang="0">
                  <a:pos x="61" y="425"/>
                </a:cxn>
                <a:cxn ang="0">
                  <a:pos x="56" y="397"/>
                </a:cxn>
                <a:cxn ang="0">
                  <a:pos x="51" y="371"/>
                </a:cxn>
                <a:cxn ang="0">
                  <a:pos x="51" y="290"/>
                </a:cxn>
                <a:cxn ang="0">
                  <a:pos x="52" y="251"/>
                </a:cxn>
                <a:cxn ang="0">
                  <a:pos x="48" y="236"/>
                </a:cxn>
                <a:cxn ang="0">
                  <a:pos x="42" y="230"/>
                </a:cxn>
                <a:cxn ang="0">
                  <a:pos x="27" y="226"/>
                </a:cxn>
                <a:cxn ang="0">
                  <a:pos x="18" y="227"/>
                </a:cxn>
                <a:cxn ang="0">
                  <a:pos x="6" y="235"/>
                </a:cxn>
                <a:cxn ang="0">
                  <a:pos x="3" y="251"/>
                </a:cxn>
                <a:cxn ang="0">
                  <a:pos x="1" y="286"/>
                </a:cxn>
                <a:cxn ang="0">
                  <a:pos x="3" y="378"/>
                </a:cxn>
                <a:cxn ang="0">
                  <a:pos x="9" y="423"/>
                </a:cxn>
                <a:cxn ang="0">
                  <a:pos x="26" y="465"/>
                </a:cxn>
                <a:cxn ang="0">
                  <a:pos x="54" y="501"/>
                </a:cxn>
                <a:cxn ang="0">
                  <a:pos x="78" y="519"/>
                </a:cxn>
                <a:cxn ang="0">
                  <a:pos x="118" y="537"/>
                </a:cxn>
                <a:cxn ang="0">
                  <a:pos x="159" y="546"/>
                </a:cxn>
              </a:cxnLst>
              <a:rect l="0" t="0" r="r" b="b"/>
              <a:pathLst>
                <a:path w="632" h="546">
                  <a:moveTo>
                    <a:pt x="173" y="546"/>
                  </a:moveTo>
                  <a:lnTo>
                    <a:pt x="173" y="546"/>
                  </a:lnTo>
                  <a:lnTo>
                    <a:pt x="192" y="545"/>
                  </a:lnTo>
                  <a:lnTo>
                    <a:pt x="212" y="542"/>
                  </a:lnTo>
                  <a:lnTo>
                    <a:pt x="231" y="536"/>
                  </a:lnTo>
                  <a:lnTo>
                    <a:pt x="248" y="528"/>
                  </a:lnTo>
                  <a:lnTo>
                    <a:pt x="267" y="519"/>
                  </a:lnTo>
                  <a:lnTo>
                    <a:pt x="284" y="506"/>
                  </a:lnTo>
                  <a:lnTo>
                    <a:pt x="299" y="493"/>
                  </a:lnTo>
                  <a:lnTo>
                    <a:pt x="314" y="476"/>
                  </a:lnTo>
                  <a:lnTo>
                    <a:pt x="314" y="476"/>
                  </a:lnTo>
                  <a:lnTo>
                    <a:pt x="330" y="456"/>
                  </a:lnTo>
                  <a:lnTo>
                    <a:pt x="344" y="436"/>
                  </a:lnTo>
                  <a:lnTo>
                    <a:pt x="374" y="396"/>
                  </a:lnTo>
                  <a:lnTo>
                    <a:pt x="374" y="396"/>
                  </a:lnTo>
                  <a:lnTo>
                    <a:pt x="398" y="363"/>
                  </a:lnTo>
                  <a:lnTo>
                    <a:pt x="398" y="363"/>
                  </a:lnTo>
                  <a:lnTo>
                    <a:pt x="412" y="342"/>
                  </a:lnTo>
                  <a:lnTo>
                    <a:pt x="412" y="342"/>
                  </a:lnTo>
                  <a:lnTo>
                    <a:pt x="432" y="315"/>
                  </a:lnTo>
                  <a:lnTo>
                    <a:pt x="442" y="302"/>
                  </a:lnTo>
                  <a:lnTo>
                    <a:pt x="454" y="289"/>
                  </a:lnTo>
                  <a:lnTo>
                    <a:pt x="454" y="289"/>
                  </a:lnTo>
                  <a:lnTo>
                    <a:pt x="464" y="278"/>
                  </a:lnTo>
                  <a:lnTo>
                    <a:pt x="472" y="268"/>
                  </a:lnTo>
                  <a:lnTo>
                    <a:pt x="472" y="268"/>
                  </a:lnTo>
                  <a:lnTo>
                    <a:pt x="477" y="260"/>
                  </a:lnTo>
                  <a:lnTo>
                    <a:pt x="483" y="249"/>
                  </a:lnTo>
                  <a:lnTo>
                    <a:pt x="483" y="249"/>
                  </a:lnTo>
                  <a:lnTo>
                    <a:pt x="489" y="236"/>
                  </a:lnTo>
                  <a:lnTo>
                    <a:pt x="489" y="236"/>
                  </a:lnTo>
                  <a:lnTo>
                    <a:pt x="505" y="219"/>
                  </a:lnTo>
                  <a:lnTo>
                    <a:pt x="521" y="198"/>
                  </a:lnTo>
                  <a:lnTo>
                    <a:pt x="521" y="198"/>
                  </a:lnTo>
                  <a:lnTo>
                    <a:pt x="541" y="170"/>
                  </a:lnTo>
                  <a:lnTo>
                    <a:pt x="564" y="142"/>
                  </a:lnTo>
                  <a:lnTo>
                    <a:pt x="569" y="136"/>
                  </a:lnTo>
                  <a:lnTo>
                    <a:pt x="569" y="136"/>
                  </a:lnTo>
                  <a:lnTo>
                    <a:pt x="581" y="123"/>
                  </a:lnTo>
                  <a:lnTo>
                    <a:pt x="582" y="120"/>
                  </a:lnTo>
                  <a:lnTo>
                    <a:pt x="582" y="120"/>
                  </a:lnTo>
                  <a:lnTo>
                    <a:pt x="599" y="99"/>
                  </a:lnTo>
                  <a:lnTo>
                    <a:pt x="607" y="89"/>
                  </a:lnTo>
                  <a:lnTo>
                    <a:pt x="615" y="78"/>
                  </a:lnTo>
                  <a:lnTo>
                    <a:pt x="620" y="66"/>
                  </a:lnTo>
                  <a:lnTo>
                    <a:pt x="625" y="53"/>
                  </a:lnTo>
                  <a:lnTo>
                    <a:pt x="629" y="40"/>
                  </a:lnTo>
                  <a:lnTo>
                    <a:pt x="632" y="26"/>
                  </a:lnTo>
                  <a:lnTo>
                    <a:pt x="632" y="26"/>
                  </a:lnTo>
                  <a:lnTo>
                    <a:pt x="632" y="21"/>
                  </a:lnTo>
                  <a:lnTo>
                    <a:pt x="630" y="15"/>
                  </a:lnTo>
                  <a:lnTo>
                    <a:pt x="629" y="11"/>
                  </a:lnTo>
                  <a:lnTo>
                    <a:pt x="626" y="7"/>
                  </a:lnTo>
                  <a:lnTo>
                    <a:pt x="626" y="7"/>
                  </a:lnTo>
                  <a:lnTo>
                    <a:pt x="623" y="5"/>
                  </a:lnTo>
                  <a:lnTo>
                    <a:pt x="617" y="2"/>
                  </a:lnTo>
                  <a:lnTo>
                    <a:pt x="613" y="1"/>
                  </a:lnTo>
                  <a:lnTo>
                    <a:pt x="608" y="0"/>
                  </a:lnTo>
                  <a:lnTo>
                    <a:pt x="608" y="0"/>
                  </a:lnTo>
                  <a:lnTo>
                    <a:pt x="599" y="2"/>
                  </a:lnTo>
                  <a:lnTo>
                    <a:pt x="595" y="4"/>
                  </a:lnTo>
                  <a:lnTo>
                    <a:pt x="591" y="6"/>
                  </a:lnTo>
                  <a:lnTo>
                    <a:pt x="587" y="10"/>
                  </a:lnTo>
                  <a:lnTo>
                    <a:pt x="585" y="14"/>
                  </a:lnTo>
                  <a:lnTo>
                    <a:pt x="582" y="18"/>
                  </a:lnTo>
                  <a:lnTo>
                    <a:pt x="582" y="23"/>
                  </a:lnTo>
                  <a:lnTo>
                    <a:pt x="582" y="23"/>
                  </a:lnTo>
                  <a:lnTo>
                    <a:pt x="579" y="35"/>
                  </a:lnTo>
                  <a:lnTo>
                    <a:pt x="575" y="47"/>
                  </a:lnTo>
                  <a:lnTo>
                    <a:pt x="570" y="57"/>
                  </a:lnTo>
                  <a:lnTo>
                    <a:pt x="564" y="68"/>
                  </a:lnTo>
                  <a:lnTo>
                    <a:pt x="548" y="86"/>
                  </a:lnTo>
                  <a:lnTo>
                    <a:pt x="531" y="104"/>
                  </a:lnTo>
                  <a:lnTo>
                    <a:pt x="531" y="104"/>
                  </a:lnTo>
                  <a:lnTo>
                    <a:pt x="518" y="117"/>
                  </a:lnTo>
                  <a:lnTo>
                    <a:pt x="518" y="117"/>
                  </a:lnTo>
                  <a:lnTo>
                    <a:pt x="502" y="138"/>
                  </a:lnTo>
                  <a:lnTo>
                    <a:pt x="488" y="159"/>
                  </a:lnTo>
                  <a:lnTo>
                    <a:pt x="488" y="159"/>
                  </a:lnTo>
                  <a:lnTo>
                    <a:pt x="471" y="181"/>
                  </a:lnTo>
                  <a:lnTo>
                    <a:pt x="463" y="192"/>
                  </a:lnTo>
                  <a:lnTo>
                    <a:pt x="454" y="201"/>
                  </a:lnTo>
                  <a:lnTo>
                    <a:pt x="454" y="201"/>
                  </a:lnTo>
                  <a:lnTo>
                    <a:pt x="446" y="210"/>
                  </a:lnTo>
                  <a:lnTo>
                    <a:pt x="439" y="218"/>
                  </a:lnTo>
                  <a:lnTo>
                    <a:pt x="426" y="236"/>
                  </a:lnTo>
                  <a:lnTo>
                    <a:pt x="426" y="236"/>
                  </a:lnTo>
                  <a:lnTo>
                    <a:pt x="415" y="255"/>
                  </a:lnTo>
                  <a:lnTo>
                    <a:pt x="408" y="262"/>
                  </a:lnTo>
                  <a:lnTo>
                    <a:pt x="401" y="270"/>
                  </a:lnTo>
                  <a:lnTo>
                    <a:pt x="401" y="270"/>
                  </a:lnTo>
                  <a:lnTo>
                    <a:pt x="388" y="286"/>
                  </a:lnTo>
                  <a:lnTo>
                    <a:pt x="375" y="302"/>
                  </a:lnTo>
                  <a:lnTo>
                    <a:pt x="353" y="336"/>
                  </a:lnTo>
                  <a:lnTo>
                    <a:pt x="353" y="336"/>
                  </a:lnTo>
                  <a:lnTo>
                    <a:pt x="339" y="358"/>
                  </a:lnTo>
                  <a:lnTo>
                    <a:pt x="324" y="378"/>
                  </a:lnTo>
                  <a:lnTo>
                    <a:pt x="324" y="378"/>
                  </a:lnTo>
                  <a:lnTo>
                    <a:pt x="316" y="389"/>
                  </a:lnTo>
                  <a:lnTo>
                    <a:pt x="310" y="401"/>
                  </a:lnTo>
                  <a:lnTo>
                    <a:pt x="310" y="401"/>
                  </a:lnTo>
                  <a:lnTo>
                    <a:pt x="301" y="417"/>
                  </a:lnTo>
                  <a:lnTo>
                    <a:pt x="301" y="417"/>
                  </a:lnTo>
                  <a:lnTo>
                    <a:pt x="296" y="425"/>
                  </a:lnTo>
                  <a:lnTo>
                    <a:pt x="289" y="433"/>
                  </a:lnTo>
                  <a:lnTo>
                    <a:pt x="275" y="447"/>
                  </a:lnTo>
                  <a:lnTo>
                    <a:pt x="275" y="447"/>
                  </a:lnTo>
                  <a:lnTo>
                    <a:pt x="260" y="461"/>
                  </a:lnTo>
                  <a:lnTo>
                    <a:pt x="260" y="461"/>
                  </a:lnTo>
                  <a:lnTo>
                    <a:pt x="252" y="469"/>
                  </a:lnTo>
                  <a:lnTo>
                    <a:pt x="243" y="477"/>
                  </a:lnTo>
                  <a:lnTo>
                    <a:pt x="233" y="484"/>
                  </a:lnTo>
                  <a:lnTo>
                    <a:pt x="222" y="487"/>
                  </a:lnTo>
                  <a:lnTo>
                    <a:pt x="212" y="493"/>
                  </a:lnTo>
                  <a:lnTo>
                    <a:pt x="200" y="495"/>
                  </a:lnTo>
                  <a:lnTo>
                    <a:pt x="190" y="497"/>
                  </a:lnTo>
                  <a:lnTo>
                    <a:pt x="178" y="498"/>
                  </a:lnTo>
                  <a:lnTo>
                    <a:pt x="178" y="498"/>
                  </a:lnTo>
                  <a:lnTo>
                    <a:pt x="162" y="497"/>
                  </a:lnTo>
                  <a:lnTo>
                    <a:pt x="146" y="493"/>
                  </a:lnTo>
                  <a:lnTo>
                    <a:pt x="131" y="487"/>
                  </a:lnTo>
                  <a:lnTo>
                    <a:pt x="116" y="480"/>
                  </a:lnTo>
                  <a:lnTo>
                    <a:pt x="116" y="480"/>
                  </a:lnTo>
                  <a:lnTo>
                    <a:pt x="107" y="474"/>
                  </a:lnTo>
                  <a:lnTo>
                    <a:pt x="107" y="474"/>
                  </a:lnTo>
                  <a:lnTo>
                    <a:pt x="95" y="467"/>
                  </a:lnTo>
                  <a:lnTo>
                    <a:pt x="85" y="460"/>
                  </a:lnTo>
                  <a:lnTo>
                    <a:pt x="76" y="451"/>
                  </a:lnTo>
                  <a:lnTo>
                    <a:pt x="67" y="439"/>
                  </a:lnTo>
                  <a:lnTo>
                    <a:pt x="67" y="439"/>
                  </a:lnTo>
                  <a:lnTo>
                    <a:pt x="64" y="433"/>
                  </a:lnTo>
                  <a:lnTo>
                    <a:pt x="61" y="425"/>
                  </a:lnTo>
                  <a:lnTo>
                    <a:pt x="57" y="408"/>
                  </a:lnTo>
                  <a:lnTo>
                    <a:pt x="57" y="408"/>
                  </a:lnTo>
                  <a:lnTo>
                    <a:pt x="56" y="397"/>
                  </a:lnTo>
                  <a:lnTo>
                    <a:pt x="56" y="397"/>
                  </a:lnTo>
                  <a:lnTo>
                    <a:pt x="52" y="384"/>
                  </a:lnTo>
                  <a:lnTo>
                    <a:pt x="51" y="371"/>
                  </a:lnTo>
                  <a:lnTo>
                    <a:pt x="50" y="345"/>
                  </a:lnTo>
                  <a:lnTo>
                    <a:pt x="50" y="317"/>
                  </a:lnTo>
                  <a:lnTo>
                    <a:pt x="51" y="290"/>
                  </a:lnTo>
                  <a:lnTo>
                    <a:pt x="51" y="290"/>
                  </a:lnTo>
                  <a:lnTo>
                    <a:pt x="52" y="251"/>
                  </a:lnTo>
                  <a:lnTo>
                    <a:pt x="52" y="251"/>
                  </a:lnTo>
                  <a:lnTo>
                    <a:pt x="52" y="245"/>
                  </a:lnTo>
                  <a:lnTo>
                    <a:pt x="51" y="240"/>
                  </a:lnTo>
                  <a:lnTo>
                    <a:pt x="48" y="236"/>
                  </a:lnTo>
                  <a:lnTo>
                    <a:pt x="46" y="232"/>
                  </a:lnTo>
                  <a:lnTo>
                    <a:pt x="46" y="232"/>
                  </a:lnTo>
                  <a:lnTo>
                    <a:pt x="42" y="230"/>
                  </a:lnTo>
                  <a:lnTo>
                    <a:pt x="38" y="227"/>
                  </a:lnTo>
                  <a:lnTo>
                    <a:pt x="33" y="226"/>
                  </a:lnTo>
                  <a:lnTo>
                    <a:pt x="27" y="226"/>
                  </a:lnTo>
                  <a:lnTo>
                    <a:pt x="27" y="226"/>
                  </a:lnTo>
                  <a:lnTo>
                    <a:pt x="22" y="226"/>
                  </a:lnTo>
                  <a:lnTo>
                    <a:pt x="18" y="227"/>
                  </a:lnTo>
                  <a:lnTo>
                    <a:pt x="14" y="230"/>
                  </a:lnTo>
                  <a:lnTo>
                    <a:pt x="10" y="232"/>
                  </a:lnTo>
                  <a:lnTo>
                    <a:pt x="6" y="235"/>
                  </a:lnTo>
                  <a:lnTo>
                    <a:pt x="4" y="239"/>
                  </a:lnTo>
                  <a:lnTo>
                    <a:pt x="3" y="244"/>
                  </a:lnTo>
                  <a:lnTo>
                    <a:pt x="3" y="251"/>
                  </a:lnTo>
                  <a:lnTo>
                    <a:pt x="3" y="251"/>
                  </a:lnTo>
                  <a:lnTo>
                    <a:pt x="1" y="286"/>
                  </a:lnTo>
                  <a:lnTo>
                    <a:pt x="1" y="286"/>
                  </a:lnTo>
                  <a:lnTo>
                    <a:pt x="0" y="316"/>
                  </a:lnTo>
                  <a:lnTo>
                    <a:pt x="0" y="346"/>
                  </a:lnTo>
                  <a:lnTo>
                    <a:pt x="3" y="378"/>
                  </a:lnTo>
                  <a:lnTo>
                    <a:pt x="4" y="393"/>
                  </a:lnTo>
                  <a:lnTo>
                    <a:pt x="6" y="409"/>
                  </a:lnTo>
                  <a:lnTo>
                    <a:pt x="9" y="423"/>
                  </a:lnTo>
                  <a:lnTo>
                    <a:pt x="14" y="438"/>
                  </a:lnTo>
                  <a:lnTo>
                    <a:pt x="20" y="452"/>
                  </a:lnTo>
                  <a:lnTo>
                    <a:pt x="26" y="465"/>
                  </a:lnTo>
                  <a:lnTo>
                    <a:pt x="34" y="478"/>
                  </a:lnTo>
                  <a:lnTo>
                    <a:pt x="43" y="490"/>
                  </a:lnTo>
                  <a:lnTo>
                    <a:pt x="54" y="501"/>
                  </a:lnTo>
                  <a:lnTo>
                    <a:pt x="65" y="511"/>
                  </a:lnTo>
                  <a:lnTo>
                    <a:pt x="65" y="511"/>
                  </a:lnTo>
                  <a:lnTo>
                    <a:pt x="78" y="519"/>
                  </a:lnTo>
                  <a:lnTo>
                    <a:pt x="91" y="527"/>
                  </a:lnTo>
                  <a:lnTo>
                    <a:pt x="105" y="532"/>
                  </a:lnTo>
                  <a:lnTo>
                    <a:pt x="118" y="537"/>
                  </a:lnTo>
                  <a:lnTo>
                    <a:pt x="132" y="541"/>
                  </a:lnTo>
                  <a:lnTo>
                    <a:pt x="145" y="544"/>
                  </a:lnTo>
                  <a:lnTo>
                    <a:pt x="159" y="546"/>
                  </a:lnTo>
                  <a:lnTo>
                    <a:pt x="173" y="546"/>
                  </a:lnTo>
                  <a:lnTo>
                    <a:pt x="173" y="546"/>
                  </a:lnTo>
                  <a:close/>
                </a:path>
              </a:pathLst>
            </a:custGeom>
            <a:ln>
              <a:solidFill>
                <a:schemeClr val="accent1">
                  <a:alpha val="35000"/>
                </a:schemeClr>
              </a:solidFill>
            </a:ln>
          </p:spPr>
          <p:style>
            <a:lnRef idx="0">
              <a:srgbClr val="FFFFFF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</p:bld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矩形 4"/>
          <p:cNvSpPr/>
          <p:nvPr>
            <p:custDataLst>
              <p:tags r:id="rId1"/>
            </p:custDataLst>
          </p:nvPr>
        </p:nvSpPr>
        <p:spPr>
          <a:xfrm>
            <a:off x="207010" y="708025"/>
            <a:ext cx="5791200" cy="1530350"/>
          </a:xfrm>
          <a:prstGeom prst="rect">
            <a:avLst/>
          </a:prstGeom>
          <a:solidFill>
            <a:srgbClr val="1E7AB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350">
              <a:latin typeface="Noto Serif CJK SC" panose="02020400000000000000" pitchFamily="18" charset="-122"/>
              <a:ea typeface="FZHei-B01S" panose="02010601030101010101" pitchFamily="2" charset="-122"/>
              <a:sym typeface="Noto Serif CJK SC" panose="02020400000000000000" pitchFamily="18" charset="-122"/>
            </a:endParaRPr>
          </a:p>
        </p:txBody>
      </p:sp>
      <p:sp>
        <p:nvSpPr>
          <p:cNvPr id="9" name="矩形 8"/>
          <p:cNvSpPr/>
          <p:nvPr>
            <p:custDataLst>
              <p:tags r:id="rId2"/>
            </p:custDataLst>
          </p:nvPr>
        </p:nvSpPr>
        <p:spPr>
          <a:xfrm>
            <a:off x="207010" y="1406525"/>
            <a:ext cx="8709660" cy="241173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350">
              <a:latin typeface="Noto Serif CJK SC" panose="02020400000000000000" pitchFamily="18" charset="-122"/>
              <a:ea typeface="FZHei-B01S" panose="02010601030101010101" pitchFamily="2" charset="-122"/>
              <a:sym typeface="Noto Serif CJK SC" panose="02020400000000000000" pitchFamily="18" charset="-122"/>
            </a:endParaRPr>
          </a:p>
        </p:txBody>
      </p:sp>
      <p:sp>
        <p:nvSpPr>
          <p:cNvPr id="11" name="Title 1"/>
          <p:cNvSpPr>
            <a:spLocks noGrp="1"/>
          </p:cNvSpPr>
          <p:nvPr>
            <p:custDataLst>
              <p:tags r:id="rId3"/>
            </p:custDataLst>
          </p:nvPr>
        </p:nvSpPr>
        <p:spPr>
          <a:xfrm>
            <a:off x="368935" y="751840"/>
            <a:ext cx="5574665" cy="72136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5335" kern="120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+mj-ea"/>
                <a:cs typeface="Times New Roman" panose="02020603050405020304" pitchFamily="18" charset="0"/>
              </a:defRPr>
            </a:lvl1pPr>
          </a:lstStyle>
          <a:p>
            <a:r>
              <a:rPr lang="en-US" altLang="zh-CN" sz="3600" dirty="0">
                <a:solidFill>
                  <a:schemeClr val="bg1"/>
                </a:solidFill>
              </a:rPr>
              <a:t>List: Pointer Implementation</a:t>
            </a:r>
          </a:p>
        </p:txBody>
      </p:sp>
      <p:pic>
        <p:nvPicPr>
          <p:cNvPr id="13" name="图片 12" descr="华工标志（透明版"/>
          <p:cNvPicPr>
            <a:picLocks noChangeAspect="1"/>
          </p:cNvPicPr>
          <p:nvPr>
            <p:custDataLst>
              <p:tags r:id="rId4"/>
            </p:custDataLst>
          </p:nvPr>
        </p:nvPicPr>
        <p:blipFill>
          <a:blip r:embed="rId6" cstate="print"/>
          <a:stretch>
            <a:fillRect/>
          </a:stretch>
        </p:blipFill>
        <p:spPr>
          <a:xfrm>
            <a:off x="7740015" y="116205"/>
            <a:ext cx="1230630" cy="1230630"/>
          </a:xfrm>
          <a:prstGeom prst="rect">
            <a:avLst/>
          </a:prstGeom>
        </p:spPr>
      </p:pic>
      <p:sp>
        <p:nvSpPr>
          <p:cNvPr id="32771" name="Content Placeholder 2"/>
          <p:cNvSpPr>
            <a:spLocks noGrp="1"/>
          </p:cNvSpPr>
          <p:nvPr>
            <p:ph idx="1"/>
          </p:nvPr>
        </p:nvSpPr>
        <p:spPr>
          <a:xfrm>
            <a:off x="633847" y="1470027"/>
            <a:ext cx="7886700" cy="4351337"/>
          </a:xfrm>
        </p:spPr>
        <p:txBody>
          <a:bodyPr>
            <a:normAutofit/>
          </a:bodyPr>
          <a:lstStyle/>
          <a:p>
            <a:pPr fontAlgn="auto">
              <a:lnSpc>
                <a:spcPct val="100000"/>
              </a:lnSpc>
              <a:spcBef>
                <a:spcPts val="0"/>
              </a:spcBef>
            </a:pPr>
            <a:r>
              <a:rPr lang="en-US" altLang="zh-CN" dirty="0"/>
              <a:t>Linked List – Removal </a:t>
            </a:r>
          </a:p>
          <a:p>
            <a:pPr lvl="1" fontAlgn="auto">
              <a:lnSpc>
                <a:spcPct val="100000"/>
              </a:lnSpc>
              <a:spcBef>
                <a:spcPts val="0"/>
              </a:spcBef>
            </a:pPr>
            <a:r>
              <a:rPr lang="en-US" altLang="zh-CN" dirty="0"/>
              <a:t>Removing a node only requires to redirect some pointers around the node to be deleted.</a:t>
            </a:r>
          </a:p>
          <a:p>
            <a:pPr lvl="1" fontAlgn="auto">
              <a:lnSpc>
                <a:spcPct val="100000"/>
              </a:lnSpc>
              <a:spcBef>
                <a:spcPts val="0"/>
              </a:spcBef>
            </a:pPr>
            <a:r>
              <a:rPr lang="en-US" altLang="zh-CN" dirty="0"/>
              <a:t>Remember to reclaim the space occupied by the deleted node</a:t>
            </a:r>
            <a:endParaRPr lang="zh-CN" altLang="en-US" dirty="0"/>
          </a:p>
        </p:txBody>
      </p:sp>
      <p:sp>
        <p:nvSpPr>
          <p:cNvPr id="32772" name="Slide Number Placeholder 3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557530" indent="-21463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857250" indent="-1714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200150" indent="-1714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1543050" indent="-1714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1885950" indent="-1714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228850" indent="-1714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2571750" indent="-1714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2914650" indent="-1714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fld id="{E2F1E541-C6CE-4D9E-A902-6E728A9B92F3}" type="slidenum">
              <a:rPr lang="en-US" altLang="zh-CN" sz="770" smtClean="0"/>
              <a:pPr/>
              <a:t>20</a:t>
            </a:fld>
            <a:endParaRPr lang="en-US" altLang="zh-CN" sz="770"/>
          </a:p>
        </p:txBody>
      </p:sp>
      <p:pic>
        <p:nvPicPr>
          <p:cNvPr id="32773" name="Picture 4"/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517775" y="3862070"/>
            <a:ext cx="3842385" cy="2531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fld id="{EB49A3A8-49DD-44DA-9412-E83D66B36322}" type="datetime1">
              <a:rPr lang="zh-CN" altLang="en-US" sz="770" smtClean="0"/>
              <a:pPr>
                <a:defRPr/>
              </a:pPr>
              <a:t>2025/12/16</a:t>
            </a:fld>
            <a:endParaRPr lang="zh-CN" altLang="en-US" sz="770"/>
          </a:p>
        </p:txBody>
      </p:sp>
      <p:sp>
        <p:nvSpPr>
          <p:cNvPr id="3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altLang="zh-CN" sz="770"/>
              <a:t>Stacks and Queues - Lecture 6</a:t>
            </a:r>
          </a:p>
        </p:txBody>
      </p: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矩形 4"/>
          <p:cNvSpPr/>
          <p:nvPr>
            <p:custDataLst>
              <p:tags r:id="rId1"/>
            </p:custDataLst>
          </p:nvPr>
        </p:nvSpPr>
        <p:spPr>
          <a:xfrm>
            <a:off x="207010" y="708025"/>
            <a:ext cx="5791200" cy="1530350"/>
          </a:xfrm>
          <a:prstGeom prst="rect">
            <a:avLst/>
          </a:prstGeom>
          <a:solidFill>
            <a:srgbClr val="1E7AB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350">
              <a:latin typeface="Noto Serif CJK SC" panose="02020400000000000000" pitchFamily="18" charset="-122"/>
              <a:ea typeface="FZHei-B01S" panose="02010601030101010101" pitchFamily="2" charset="-122"/>
              <a:sym typeface="Noto Serif CJK SC" panose="02020400000000000000" pitchFamily="18" charset="-122"/>
            </a:endParaRPr>
          </a:p>
        </p:txBody>
      </p:sp>
      <p:sp>
        <p:nvSpPr>
          <p:cNvPr id="9" name="矩形 8"/>
          <p:cNvSpPr/>
          <p:nvPr>
            <p:custDataLst>
              <p:tags r:id="rId2"/>
            </p:custDataLst>
          </p:nvPr>
        </p:nvSpPr>
        <p:spPr>
          <a:xfrm>
            <a:off x="207010" y="1406525"/>
            <a:ext cx="8709660" cy="424243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350">
              <a:latin typeface="Noto Serif CJK SC" panose="02020400000000000000" pitchFamily="18" charset="-122"/>
              <a:ea typeface="FZHei-B01S" panose="02010601030101010101" pitchFamily="2" charset="-122"/>
              <a:sym typeface="Noto Serif CJK SC" panose="02020400000000000000" pitchFamily="18" charset="-122"/>
            </a:endParaRPr>
          </a:p>
        </p:txBody>
      </p:sp>
      <p:sp>
        <p:nvSpPr>
          <p:cNvPr id="11" name="Title 1"/>
          <p:cNvSpPr>
            <a:spLocks noGrp="1"/>
          </p:cNvSpPr>
          <p:nvPr>
            <p:custDataLst>
              <p:tags r:id="rId3"/>
            </p:custDataLst>
          </p:nvPr>
        </p:nvSpPr>
        <p:spPr>
          <a:xfrm>
            <a:off x="368935" y="751840"/>
            <a:ext cx="5574665" cy="72136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5335" kern="120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+mj-ea"/>
                <a:cs typeface="Times New Roman" panose="02020603050405020304" pitchFamily="18" charset="0"/>
              </a:defRPr>
            </a:lvl1pPr>
          </a:lstStyle>
          <a:p>
            <a:r>
              <a:rPr lang="en-US" altLang="zh-CN" sz="3600" dirty="0">
                <a:solidFill>
                  <a:schemeClr val="bg1"/>
                </a:solidFill>
              </a:rPr>
              <a:t>List: Pointer Implementation</a:t>
            </a:r>
          </a:p>
        </p:txBody>
      </p:sp>
      <p:pic>
        <p:nvPicPr>
          <p:cNvPr id="13" name="图片 12" descr="华工标志（透明版"/>
          <p:cNvPicPr>
            <a:picLocks noChangeAspect="1"/>
          </p:cNvPicPr>
          <p:nvPr>
            <p:custDataLst>
              <p:tags r:id="rId4"/>
            </p:custDataLst>
          </p:nvPr>
        </p:nvPicPr>
        <p:blipFill>
          <a:blip r:embed="rId43" cstate="print"/>
          <a:stretch>
            <a:fillRect/>
          </a:stretch>
        </p:blipFill>
        <p:spPr>
          <a:xfrm>
            <a:off x="7740015" y="116205"/>
            <a:ext cx="1230630" cy="1230630"/>
          </a:xfrm>
          <a:prstGeom prst="rect">
            <a:avLst/>
          </a:prstGeom>
        </p:spPr>
      </p:pic>
      <p:sp>
        <p:nvSpPr>
          <p:cNvPr id="31747" name="Content Placeholder 2"/>
          <p:cNvSpPr>
            <a:spLocks noGrp="1"/>
          </p:cNvSpPr>
          <p:nvPr>
            <p:ph idx="1"/>
          </p:nvPr>
        </p:nvSpPr>
        <p:spPr>
          <a:xfrm>
            <a:off x="539750" y="1485265"/>
            <a:ext cx="8161655" cy="4266565"/>
          </a:xfrm>
        </p:spPr>
        <p:txBody>
          <a:bodyPr vert="horz" lIns="68580" tIns="34290" rIns="68580" bIns="34290" rtlCol="0">
            <a:noAutofit/>
          </a:bodyPr>
          <a:lstStyle/>
          <a:p>
            <a:pPr fontAlgn="auto">
              <a:lnSpc>
                <a:spcPct val="100000"/>
              </a:lnSpc>
              <a:spcBef>
                <a:spcPts val="0"/>
              </a:spcBef>
              <a:buNone/>
            </a:pPr>
            <a:r>
              <a:rPr lang="en-US" altLang="zh-CN" sz="2400" dirty="0">
                <a:solidFill>
                  <a:srgbClr val="008000"/>
                </a:solidFill>
              </a:rPr>
              <a:t>// Remove and return current element</a:t>
            </a:r>
          </a:p>
          <a:p>
            <a:pPr fontAlgn="auto">
              <a:lnSpc>
                <a:spcPct val="100000"/>
              </a:lnSpc>
              <a:spcBef>
                <a:spcPts val="0"/>
              </a:spcBef>
              <a:buFontTx/>
              <a:buNone/>
            </a:pPr>
            <a:r>
              <a:rPr lang="en-US" altLang="zh-CN" sz="1800" dirty="0"/>
              <a:t>	</a:t>
            </a:r>
            <a:r>
              <a:rPr lang="en-US" altLang="zh-CN" sz="2400" dirty="0">
                <a:ea typeface="宋体" panose="02010600030101010101" pitchFamily="2" charset="-122"/>
              </a:rPr>
              <a:t>E remove() {</a:t>
            </a:r>
          </a:p>
          <a:p>
            <a:pPr fontAlgn="auto">
              <a:lnSpc>
                <a:spcPct val="100000"/>
              </a:lnSpc>
              <a:spcBef>
                <a:spcPts val="0"/>
              </a:spcBef>
              <a:buFontTx/>
              <a:buNone/>
            </a:pPr>
            <a:r>
              <a:rPr lang="en-US" altLang="zh-CN" sz="2400" dirty="0">
                <a:ea typeface="宋体" panose="02010600030101010101" pitchFamily="2" charset="-122"/>
              </a:rPr>
              <a:t>		E it = </a:t>
            </a:r>
            <a:r>
              <a:rPr lang="en-US" altLang="zh-CN" sz="2400" dirty="0" err="1">
                <a:ea typeface="宋体" panose="02010600030101010101" pitchFamily="2" charset="-122"/>
              </a:rPr>
              <a:t>curr</a:t>
            </a:r>
            <a:r>
              <a:rPr lang="en-US" altLang="zh-CN" sz="2400" dirty="0">
                <a:ea typeface="宋体" panose="02010600030101010101" pitchFamily="2" charset="-122"/>
              </a:rPr>
              <a:t>-&gt;next-&gt;element;</a:t>
            </a:r>
          </a:p>
          <a:p>
            <a:pPr fontAlgn="auto">
              <a:lnSpc>
                <a:spcPct val="100000"/>
              </a:lnSpc>
              <a:spcBef>
                <a:spcPts val="0"/>
              </a:spcBef>
              <a:buFontTx/>
              <a:buNone/>
            </a:pPr>
            <a:r>
              <a:rPr lang="en-US" altLang="zh-CN" sz="2400" dirty="0">
                <a:ea typeface="宋体" panose="02010600030101010101" pitchFamily="2" charset="-122"/>
              </a:rPr>
              <a:t>		Link&lt;E&gt; *</a:t>
            </a:r>
            <a:r>
              <a:rPr lang="en-US" altLang="zh-CN" sz="2400" dirty="0" err="1">
                <a:ea typeface="宋体" panose="02010600030101010101" pitchFamily="2" charset="-122"/>
              </a:rPr>
              <a:t>ltemp</a:t>
            </a:r>
            <a:r>
              <a:rPr lang="en-US" altLang="zh-CN" sz="2400" dirty="0">
                <a:ea typeface="宋体" panose="02010600030101010101" pitchFamily="2" charset="-122"/>
              </a:rPr>
              <a:t> = </a:t>
            </a:r>
            <a:r>
              <a:rPr lang="en-US" altLang="zh-CN" sz="2400" dirty="0" err="1">
                <a:ea typeface="宋体" panose="02010600030101010101" pitchFamily="2" charset="-122"/>
              </a:rPr>
              <a:t>curr</a:t>
            </a:r>
            <a:r>
              <a:rPr lang="en-US" altLang="zh-CN" sz="2400" dirty="0">
                <a:ea typeface="宋体" panose="02010600030101010101" pitchFamily="2" charset="-122"/>
              </a:rPr>
              <a:t>-&gt;next;</a:t>
            </a:r>
          </a:p>
          <a:p>
            <a:pPr fontAlgn="auto">
              <a:lnSpc>
                <a:spcPct val="100000"/>
              </a:lnSpc>
              <a:spcBef>
                <a:spcPts val="0"/>
              </a:spcBef>
              <a:buFontTx/>
              <a:buNone/>
            </a:pPr>
            <a:r>
              <a:rPr lang="en-US" altLang="zh-CN" sz="2400" dirty="0">
                <a:ea typeface="宋体" panose="02010600030101010101" pitchFamily="2" charset="-122"/>
              </a:rPr>
              <a:t>		if (tail == </a:t>
            </a:r>
            <a:r>
              <a:rPr lang="en-US" altLang="zh-CN" sz="2400" dirty="0" err="1">
                <a:ea typeface="宋体" panose="02010600030101010101" pitchFamily="2" charset="-122"/>
              </a:rPr>
              <a:t>curr</a:t>
            </a:r>
            <a:r>
              <a:rPr lang="en-US" altLang="zh-CN" sz="2400" dirty="0">
                <a:ea typeface="宋体" panose="02010600030101010101" pitchFamily="2" charset="-122"/>
              </a:rPr>
              <a:t>-&gt;next) </a:t>
            </a:r>
          </a:p>
          <a:p>
            <a:pPr fontAlgn="auto">
              <a:lnSpc>
                <a:spcPct val="100000"/>
              </a:lnSpc>
              <a:spcBef>
                <a:spcPts val="0"/>
              </a:spcBef>
              <a:buFontTx/>
              <a:buNone/>
            </a:pPr>
            <a:r>
              <a:rPr lang="en-US" altLang="zh-CN" sz="2400" dirty="0">
                <a:ea typeface="宋体" panose="02010600030101010101" pitchFamily="2" charset="-122"/>
              </a:rPr>
              <a:t>			tail =</a:t>
            </a:r>
            <a:r>
              <a:rPr lang="en-US" altLang="zh-CN" sz="2400" dirty="0" err="1">
                <a:ea typeface="宋体" panose="02010600030101010101" pitchFamily="2" charset="-122"/>
              </a:rPr>
              <a:t>curr</a:t>
            </a:r>
            <a:r>
              <a:rPr lang="en-US" altLang="zh-CN" sz="2400" dirty="0">
                <a:ea typeface="宋体" panose="02010600030101010101" pitchFamily="2" charset="-122"/>
              </a:rPr>
              <a:t>; </a:t>
            </a:r>
            <a:r>
              <a:rPr lang="en-US" altLang="zh-CN" sz="2400" dirty="0">
                <a:solidFill>
                  <a:srgbClr val="008000"/>
                </a:solidFill>
                <a:ea typeface="宋体" panose="02010600030101010101" pitchFamily="2" charset="-122"/>
              </a:rPr>
              <a:t>// Reset tail</a:t>
            </a:r>
          </a:p>
          <a:p>
            <a:pPr fontAlgn="auto">
              <a:lnSpc>
                <a:spcPct val="100000"/>
              </a:lnSpc>
              <a:spcBef>
                <a:spcPts val="0"/>
              </a:spcBef>
              <a:buFontTx/>
              <a:buNone/>
            </a:pPr>
            <a:r>
              <a:rPr lang="en-US" altLang="zh-CN" sz="2400" dirty="0">
                <a:ea typeface="宋体" panose="02010600030101010101" pitchFamily="2" charset="-122"/>
              </a:rPr>
              <a:t>		</a:t>
            </a:r>
            <a:r>
              <a:rPr lang="en-US" altLang="zh-CN" sz="2400" dirty="0" err="1">
                <a:solidFill>
                  <a:srgbClr val="3A3AB9"/>
                </a:solidFill>
                <a:ea typeface="宋体" panose="02010600030101010101" pitchFamily="2" charset="-122"/>
              </a:rPr>
              <a:t>curr</a:t>
            </a:r>
            <a:r>
              <a:rPr lang="en-US" altLang="zh-CN" sz="2400" dirty="0">
                <a:solidFill>
                  <a:srgbClr val="3A3AB9"/>
                </a:solidFill>
                <a:ea typeface="宋体" panose="02010600030101010101" pitchFamily="2" charset="-122"/>
              </a:rPr>
              <a:t>-&gt;next = </a:t>
            </a:r>
            <a:r>
              <a:rPr lang="en-US" altLang="zh-CN" sz="2400" dirty="0" err="1">
                <a:solidFill>
                  <a:srgbClr val="3A3AB9"/>
                </a:solidFill>
                <a:ea typeface="宋体" panose="02010600030101010101" pitchFamily="2" charset="-122"/>
              </a:rPr>
              <a:t>curr</a:t>
            </a:r>
            <a:r>
              <a:rPr lang="en-US" altLang="zh-CN" sz="2400" dirty="0">
                <a:solidFill>
                  <a:srgbClr val="3A3AB9"/>
                </a:solidFill>
                <a:ea typeface="宋体" panose="02010600030101010101" pitchFamily="2" charset="-122"/>
              </a:rPr>
              <a:t>-&gt;next-&gt;next; </a:t>
            </a:r>
            <a:r>
              <a:rPr lang="en-US" altLang="zh-CN" sz="2400" dirty="0">
                <a:solidFill>
                  <a:srgbClr val="008000"/>
                </a:solidFill>
                <a:ea typeface="宋体" panose="02010600030101010101" pitchFamily="2" charset="-122"/>
              </a:rPr>
              <a:t>//remove element</a:t>
            </a:r>
          </a:p>
          <a:p>
            <a:pPr fontAlgn="auto">
              <a:lnSpc>
                <a:spcPct val="100000"/>
              </a:lnSpc>
              <a:spcBef>
                <a:spcPts val="0"/>
              </a:spcBef>
              <a:buFontTx/>
              <a:buNone/>
            </a:pPr>
            <a:r>
              <a:rPr lang="en-US" altLang="zh-CN" sz="2400" dirty="0">
                <a:ea typeface="宋体" panose="02010600030101010101" pitchFamily="2" charset="-122"/>
              </a:rPr>
              <a:t>		delete </a:t>
            </a:r>
            <a:r>
              <a:rPr lang="en-US" altLang="zh-CN" sz="2400" dirty="0" err="1">
                <a:ea typeface="宋体" panose="02010600030101010101" pitchFamily="2" charset="-122"/>
              </a:rPr>
              <a:t>ltemp</a:t>
            </a:r>
            <a:r>
              <a:rPr lang="en-US" altLang="zh-CN" sz="2400" dirty="0">
                <a:ea typeface="宋体" panose="02010600030101010101" pitchFamily="2" charset="-122"/>
              </a:rPr>
              <a:t>;  </a:t>
            </a:r>
            <a:r>
              <a:rPr lang="en-US" altLang="zh-CN" sz="2400" dirty="0">
                <a:solidFill>
                  <a:srgbClr val="008000"/>
                </a:solidFill>
                <a:ea typeface="宋体" panose="02010600030101010101" pitchFamily="2" charset="-122"/>
              </a:rPr>
              <a:t>//reclaim space</a:t>
            </a:r>
          </a:p>
          <a:p>
            <a:pPr fontAlgn="auto">
              <a:lnSpc>
                <a:spcPct val="100000"/>
              </a:lnSpc>
              <a:spcBef>
                <a:spcPts val="0"/>
              </a:spcBef>
              <a:buFontTx/>
              <a:buNone/>
            </a:pPr>
            <a:r>
              <a:rPr lang="en-US" altLang="zh-CN" sz="2400" dirty="0">
                <a:ea typeface="宋体" panose="02010600030101010101" pitchFamily="2" charset="-122"/>
              </a:rPr>
              <a:t>		</a:t>
            </a:r>
            <a:r>
              <a:rPr lang="en-US" altLang="zh-CN" sz="2400" dirty="0" err="1">
                <a:ea typeface="宋体" panose="02010600030101010101" pitchFamily="2" charset="-122"/>
              </a:rPr>
              <a:t>cnt</a:t>
            </a:r>
            <a:r>
              <a:rPr lang="en-US" altLang="zh-CN" sz="2400" dirty="0">
                <a:ea typeface="宋体" panose="02010600030101010101" pitchFamily="2" charset="-122"/>
              </a:rPr>
              <a:t>--;	   </a:t>
            </a:r>
            <a:r>
              <a:rPr lang="en-US" altLang="zh-CN" sz="2400" dirty="0">
                <a:solidFill>
                  <a:srgbClr val="008000"/>
                </a:solidFill>
                <a:ea typeface="宋体" panose="02010600030101010101" pitchFamily="2" charset="-122"/>
              </a:rPr>
              <a:t>//decrement the list size</a:t>
            </a:r>
          </a:p>
          <a:p>
            <a:pPr fontAlgn="auto">
              <a:lnSpc>
                <a:spcPct val="100000"/>
              </a:lnSpc>
              <a:spcBef>
                <a:spcPts val="0"/>
              </a:spcBef>
              <a:buFontTx/>
              <a:buNone/>
            </a:pPr>
            <a:r>
              <a:rPr lang="en-US" altLang="zh-CN" sz="2400" dirty="0">
                <a:ea typeface="宋体" panose="02010600030101010101" pitchFamily="2" charset="-122"/>
              </a:rPr>
              <a:t>		return it;</a:t>
            </a:r>
          </a:p>
          <a:p>
            <a:pPr fontAlgn="auto">
              <a:lnSpc>
                <a:spcPct val="100000"/>
              </a:lnSpc>
              <a:spcBef>
                <a:spcPts val="0"/>
              </a:spcBef>
              <a:buFontTx/>
              <a:buNone/>
            </a:pPr>
            <a:r>
              <a:rPr lang="en-US" altLang="zh-CN" sz="2400" dirty="0">
                <a:ea typeface="宋体" panose="02010600030101010101" pitchFamily="2" charset="-122"/>
              </a:rPr>
              <a:t>	}</a:t>
            </a:r>
          </a:p>
        </p:txBody>
      </p:sp>
      <p:sp>
        <p:nvSpPr>
          <p:cNvPr id="31748" name="Slide Number Placeholder 3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557530" indent="-21463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857250" indent="-1714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200150" indent="-1714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1543050" indent="-1714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1885950" indent="-1714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228850" indent="-1714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2571750" indent="-1714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2914650" indent="-1714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fld id="{AC5BC113-7DF9-4FF2-9E58-6D7C0477F7C5}" type="slidenum">
              <a:rPr lang="en-US" altLang="zh-CN" sz="770" smtClean="0"/>
              <a:pPr/>
              <a:t>21</a:t>
            </a:fld>
            <a:endParaRPr lang="en-US" altLang="zh-CN" sz="770"/>
          </a:p>
        </p:txBody>
      </p:sp>
      <p:sp>
        <p:nvSpPr>
          <p:cNvPr id="3" name="矩形 2"/>
          <p:cNvSpPr/>
          <p:nvPr/>
        </p:nvSpPr>
        <p:spPr>
          <a:xfrm>
            <a:off x="3045119" y="5442855"/>
            <a:ext cx="3209925" cy="86614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>
              <a:lnSpc>
                <a:spcPct val="140000"/>
              </a:lnSpc>
            </a:pPr>
            <a:r>
              <a:rPr lang="en-US" altLang="zh-CN" sz="3600" dirty="0">
                <a:solidFill>
                  <a:srgbClr val="FF0000"/>
                </a:solidFill>
              </a:rPr>
              <a:t>Time cost – </a:t>
            </a:r>
            <a:r>
              <a:rPr lang="el-GR" altLang="zh-CN" sz="3600" dirty="0">
                <a:solidFill>
                  <a:srgbClr val="FF0000"/>
                </a:solidFill>
              </a:rPr>
              <a:t>Θ</a:t>
            </a:r>
            <a:r>
              <a:rPr lang="en-US" altLang="zh-CN" sz="3600" dirty="0">
                <a:solidFill>
                  <a:srgbClr val="FF0000"/>
                </a:solidFill>
              </a:rPr>
              <a:t>(1)</a:t>
            </a:r>
          </a:p>
        </p:txBody>
      </p:sp>
      <p:sp>
        <p:nvSpPr>
          <p:cNvPr id="2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fld id="{46640433-E49F-4231-88CA-FDDAA8D6AE9F}" type="datetime1">
              <a:rPr lang="zh-CN" altLang="en-US" sz="770" smtClean="0"/>
              <a:pPr>
                <a:defRPr/>
              </a:pPr>
              <a:t>2025/12/16</a:t>
            </a:fld>
            <a:endParaRPr lang="zh-CN" altLang="en-US" sz="770"/>
          </a:p>
        </p:txBody>
      </p:sp>
      <p:sp>
        <p:nvSpPr>
          <p:cNvPr id="4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altLang="zh-CN" sz="770"/>
              <a:t>Stacks and Queues - Lecture 6</a:t>
            </a:r>
          </a:p>
        </p:txBody>
      </p:sp>
      <p:grpSp>
        <p:nvGrpSpPr>
          <p:cNvPr id="8" name="组合 7"/>
          <p:cNvGrpSpPr/>
          <p:nvPr/>
        </p:nvGrpSpPr>
        <p:grpSpPr>
          <a:xfrm rot="10800000">
            <a:off x="7763935" y="5235558"/>
            <a:ext cx="893233" cy="990600"/>
            <a:chOff x="2084388" y="1965325"/>
            <a:chExt cx="669925" cy="742950"/>
          </a:xfrm>
          <a:solidFill>
            <a:srgbClr val="1E7AB6"/>
          </a:solidFill>
        </p:grpSpPr>
        <p:sp>
          <p:nvSpPr>
            <p:cNvPr id="10" name="Freeform 523"/>
            <p:cNvSpPr/>
            <p:nvPr>
              <p:custDataLst>
                <p:tags r:id="rId5"/>
              </p:custDataLst>
            </p:nvPr>
          </p:nvSpPr>
          <p:spPr bwMode="auto">
            <a:xfrm>
              <a:off x="2165351" y="2058988"/>
              <a:ext cx="85725" cy="117475"/>
            </a:xfrm>
            <a:custGeom>
              <a:avLst/>
              <a:gdLst/>
              <a:ahLst/>
              <a:cxnLst>
                <a:cxn ang="0">
                  <a:pos x="209" y="0"/>
                </a:cxn>
                <a:cxn ang="0">
                  <a:pos x="209" y="0"/>
                </a:cxn>
                <a:cxn ang="0">
                  <a:pos x="202" y="2"/>
                </a:cxn>
                <a:cxn ang="0">
                  <a:pos x="197" y="5"/>
                </a:cxn>
                <a:cxn ang="0">
                  <a:pos x="192" y="9"/>
                </a:cxn>
                <a:cxn ang="0">
                  <a:pos x="187" y="14"/>
                </a:cxn>
                <a:cxn ang="0">
                  <a:pos x="178" y="24"/>
                </a:cxn>
                <a:cxn ang="0">
                  <a:pos x="170" y="36"/>
                </a:cxn>
                <a:cxn ang="0">
                  <a:pos x="170" y="36"/>
                </a:cxn>
                <a:cxn ang="0">
                  <a:pos x="153" y="58"/>
                </a:cxn>
                <a:cxn ang="0">
                  <a:pos x="136" y="82"/>
                </a:cxn>
                <a:cxn ang="0">
                  <a:pos x="99" y="126"/>
                </a:cxn>
                <a:cxn ang="0">
                  <a:pos x="99" y="126"/>
                </a:cxn>
                <a:cxn ang="0">
                  <a:pos x="68" y="166"/>
                </a:cxn>
                <a:cxn ang="0">
                  <a:pos x="52" y="185"/>
                </a:cxn>
                <a:cxn ang="0">
                  <a:pos x="39" y="206"/>
                </a:cxn>
                <a:cxn ang="0">
                  <a:pos x="39" y="206"/>
                </a:cxn>
                <a:cxn ang="0">
                  <a:pos x="26" y="226"/>
                </a:cxn>
                <a:cxn ang="0">
                  <a:pos x="14" y="245"/>
                </a:cxn>
                <a:cxn ang="0">
                  <a:pos x="9" y="257"/>
                </a:cxn>
                <a:cxn ang="0">
                  <a:pos x="4" y="268"/>
                </a:cxn>
                <a:cxn ang="0">
                  <a:pos x="1" y="279"/>
                </a:cxn>
                <a:cxn ang="0">
                  <a:pos x="0" y="290"/>
                </a:cxn>
                <a:cxn ang="0">
                  <a:pos x="0" y="290"/>
                </a:cxn>
                <a:cxn ang="0">
                  <a:pos x="0" y="293"/>
                </a:cxn>
                <a:cxn ang="0">
                  <a:pos x="1" y="294"/>
                </a:cxn>
                <a:cxn ang="0">
                  <a:pos x="2" y="295"/>
                </a:cxn>
                <a:cxn ang="0">
                  <a:pos x="5" y="296"/>
                </a:cxn>
                <a:cxn ang="0">
                  <a:pos x="9" y="294"/>
                </a:cxn>
                <a:cxn ang="0">
                  <a:pos x="10" y="293"/>
                </a:cxn>
                <a:cxn ang="0">
                  <a:pos x="10" y="290"/>
                </a:cxn>
                <a:cxn ang="0">
                  <a:pos x="10" y="290"/>
                </a:cxn>
                <a:cxn ang="0">
                  <a:pos x="13" y="279"/>
                </a:cxn>
                <a:cxn ang="0">
                  <a:pos x="15" y="269"/>
                </a:cxn>
                <a:cxn ang="0">
                  <a:pos x="19" y="260"/>
                </a:cxn>
                <a:cxn ang="0">
                  <a:pos x="25" y="249"/>
                </a:cxn>
                <a:cxn ang="0">
                  <a:pos x="36" y="230"/>
                </a:cxn>
                <a:cxn ang="0">
                  <a:pos x="48" y="211"/>
                </a:cxn>
                <a:cxn ang="0">
                  <a:pos x="48" y="211"/>
                </a:cxn>
                <a:cxn ang="0">
                  <a:pos x="62" y="192"/>
                </a:cxn>
                <a:cxn ang="0">
                  <a:pos x="77" y="172"/>
                </a:cxn>
                <a:cxn ang="0">
                  <a:pos x="107" y="134"/>
                </a:cxn>
                <a:cxn ang="0">
                  <a:pos x="107" y="134"/>
                </a:cxn>
                <a:cxn ang="0">
                  <a:pos x="121" y="117"/>
                </a:cxn>
                <a:cxn ang="0">
                  <a:pos x="136" y="99"/>
                </a:cxn>
                <a:cxn ang="0">
                  <a:pos x="163" y="62"/>
                </a:cxn>
                <a:cxn ang="0">
                  <a:pos x="163" y="62"/>
                </a:cxn>
                <a:cxn ang="0">
                  <a:pos x="174" y="49"/>
                </a:cxn>
                <a:cxn ang="0">
                  <a:pos x="185" y="32"/>
                </a:cxn>
                <a:cxn ang="0">
                  <a:pos x="191" y="24"/>
                </a:cxn>
                <a:cxn ang="0">
                  <a:pos x="197" y="18"/>
                </a:cxn>
                <a:cxn ang="0">
                  <a:pos x="205" y="14"/>
                </a:cxn>
                <a:cxn ang="0">
                  <a:pos x="212" y="10"/>
                </a:cxn>
                <a:cxn ang="0">
                  <a:pos x="212" y="10"/>
                </a:cxn>
                <a:cxn ang="0">
                  <a:pos x="214" y="10"/>
                </a:cxn>
                <a:cxn ang="0">
                  <a:pos x="216" y="7"/>
                </a:cxn>
                <a:cxn ang="0">
                  <a:pos x="216" y="4"/>
                </a:cxn>
                <a:cxn ang="0">
                  <a:pos x="213" y="1"/>
                </a:cxn>
                <a:cxn ang="0">
                  <a:pos x="212" y="0"/>
                </a:cxn>
                <a:cxn ang="0">
                  <a:pos x="209" y="0"/>
                </a:cxn>
                <a:cxn ang="0">
                  <a:pos x="209" y="0"/>
                </a:cxn>
              </a:cxnLst>
              <a:rect l="0" t="0" r="r" b="b"/>
              <a:pathLst>
                <a:path w="216" h="296">
                  <a:moveTo>
                    <a:pt x="209" y="0"/>
                  </a:moveTo>
                  <a:lnTo>
                    <a:pt x="209" y="0"/>
                  </a:lnTo>
                  <a:lnTo>
                    <a:pt x="202" y="2"/>
                  </a:lnTo>
                  <a:lnTo>
                    <a:pt x="197" y="5"/>
                  </a:lnTo>
                  <a:lnTo>
                    <a:pt x="192" y="9"/>
                  </a:lnTo>
                  <a:lnTo>
                    <a:pt x="187" y="14"/>
                  </a:lnTo>
                  <a:lnTo>
                    <a:pt x="178" y="24"/>
                  </a:lnTo>
                  <a:lnTo>
                    <a:pt x="170" y="36"/>
                  </a:lnTo>
                  <a:lnTo>
                    <a:pt x="170" y="36"/>
                  </a:lnTo>
                  <a:lnTo>
                    <a:pt x="153" y="58"/>
                  </a:lnTo>
                  <a:lnTo>
                    <a:pt x="136" y="82"/>
                  </a:lnTo>
                  <a:lnTo>
                    <a:pt x="99" y="126"/>
                  </a:lnTo>
                  <a:lnTo>
                    <a:pt x="99" y="126"/>
                  </a:lnTo>
                  <a:lnTo>
                    <a:pt x="68" y="166"/>
                  </a:lnTo>
                  <a:lnTo>
                    <a:pt x="52" y="185"/>
                  </a:lnTo>
                  <a:lnTo>
                    <a:pt x="39" y="206"/>
                  </a:lnTo>
                  <a:lnTo>
                    <a:pt x="39" y="206"/>
                  </a:lnTo>
                  <a:lnTo>
                    <a:pt x="26" y="226"/>
                  </a:lnTo>
                  <a:lnTo>
                    <a:pt x="14" y="245"/>
                  </a:lnTo>
                  <a:lnTo>
                    <a:pt x="9" y="257"/>
                  </a:lnTo>
                  <a:lnTo>
                    <a:pt x="4" y="268"/>
                  </a:lnTo>
                  <a:lnTo>
                    <a:pt x="1" y="279"/>
                  </a:lnTo>
                  <a:lnTo>
                    <a:pt x="0" y="290"/>
                  </a:lnTo>
                  <a:lnTo>
                    <a:pt x="0" y="290"/>
                  </a:lnTo>
                  <a:lnTo>
                    <a:pt x="0" y="293"/>
                  </a:lnTo>
                  <a:lnTo>
                    <a:pt x="1" y="294"/>
                  </a:lnTo>
                  <a:lnTo>
                    <a:pt x="2" y="295"/>
                  </a:lnTo>
                  <a:lnTo>
                    <a:pt x="5" y="296"/>
                  </a:lnTo>
                  <a:lnTo>
                    <a:pt x="9" y="294"/>
                  </a:lnTo>
                  <a:lnTo>
                    <a:pt x="10" y="293"/>
                  </a:lnTo>
                  <a:lnTo>
                    <a:pt x="10" y="290"/>
                  </a:lnTo>
                  <a:lnTo>
                    <a:pt x="10" y="290"/>
                  </a:lnTo>
                  <a:lnTo>
                    <a:pt x="13" y="279"/>
                  </a:lnTo>
                  <a:lnTo>
                    <a:pt x="15" y="269"/>
                  </a:lnTo>
                  <a:lnTo>
                    <a:pt x="19" y="260"/>
                  </a:lnTo>
                  <a:lnTo>
                    <a:pt x="25" y="249"/>
                  </a:lnTo>
                  <a:lnTo>
                    <a:pt x="36" y="230"/>
                  </a:lnTo>
                  <a:lnTo>
                    <a:pt x="48" y="211"/>
                  </a:lnTo>
                  <a:lnTo>
                    <a:pt x="48" y="211"/>
                  </a:lnTo>
                  <a:lnTo>
                    <a:pt x="62" y="192"/>
                  </a:lnTo>
                  <a:lnTo>
                    <a:pt x="77" y="172"/>
                  </a:lnTo>
                  <a:lnTo>
                    <a:pt x="107" y="134"/>
                  </a:lnTo>
                  <a:lnTo>
                    <a:pt x="107" y="134"/>
                  </a:lnTo>
                  <a:lnTo>
                    <a:pt x="121" y="117"/>
                  </a:lnTo>
                  <a:lnTo>
                    <a:pt x="136" y="99"/>
                  </a:lnTo>
                  <a:lnTo>
                    <a:pt x="163" y="62"/>
                  </a:lnTo>
                  <a:lnTo>
                    <a:pt x="163" y="62"/>
                  </a:lnTo>
                  <a:lnTo>
                    <a:pt x="174" y="49"/>
                  </a:lnTo>
                  <a:lnTo>
                    <a:pt x="185" y="32"/>
                  </a:lnTo>
                  <a:lnTo>
                    <a:pt x="191" y="24"/>
                  </a:lnTo>
                  <a:lnTo>
                    <a:pt x="197" y="18"/>
                  </a:lnTo>
                  <a:lnTo>
                    <a:pt x="205" y="14"/>
                  </a:lnTo>
                  <a:lnTo>
                    <a:pt x="212" y="10"/>
                  </a:lnTo>
                  <a:lnTo>
                    <a:pt x="212" y="10"/>
                  </a:lnTo>
                  <a:lnTo>
                    <a:pt x="214" y="10"/>
                  </a:lnTo>
                  <a:lnTo>
                    <a:pt x="216" y="7"/>
                  </a:lnTo>
                  <a:lnTo>
                    <a:pt x="216" y="4"/>
                  </a:lnTo>
                  <a:lnTo>
                    <a:pt x="213" y="1"/>
                  </a:lnTo>
                  <a:lnTo>
                    <a:pt x="212" y="0"/>
                  </a:lnTo>
                  <a:lnTo>
                    <a:pt x="209" y="0"/>
                  </a:lnTo>
                  <a:lnTo>
                    <a:pt x="209" y="0"/>
                  </a:lnTo>
                  <a:close/>
                </a:path>
              </a:pathLst>
            </a:custGeom>
            <a:ln>
              <a:solidFill>
                <a:schemeClr val="accent1">
                  <a:alpha val="35000"/>
                </a:schemeClr>
              </a:solidFill>
            </a:ln>
          </p:spPr>
          <p:style>
            <a:lnRef idx="0">
              <a:srgbClr val="FFFFFF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" name="Freeform 524"/>
            <p:cNvSpPr/>
            <p:nvPr>
              <p:custDataLst>
                <p:tags r:id="rId6"/>
              </p:custDataLst>
            </p:nvPr>
          </p:nvSpPr>
          <p:spPr bwMode="auto">
            <a:xfrm>
              <a:off x="2173288" y="2065338"/>
              <a:ext cx="122238" cy="155575"/>
            </a:xfrm>
            <a:custGeom>
              <a:avLst/>
              <a:gdLst/>
              <a:ahLst/>
              <a:cxnLst>
                <a:cxn ang="0">
                  <a:pos x="300" y="1"/>
                </a:cxn>
                <a:cxn ang="0">
                  <a:pos x="300" y="1"/>
                </a:cxn>
                <a:cxn ang="0">
                  <a:pos x="289" y="6"/>
                </a:cxn>
                <a:cxn ang="0">
                  <a:pos x="280" y="14"/>
                </a:cxn>
                <a:cxn ang="0">
                  <a:pos x="271" y="23"/>
                </a:cxn>
                <a:cxn ang="0">
                  <a:pos x="262" y="33"/>
                </a:cxn>
                <a:cxn ang="0">
                  <a:pos x="245" y="52"/>
                </a:cxn>
                <a:cxn ang="0">
                  <a:pos x="229" y="72"/>
                </a:cxn>
                <a:cxn ang="0">
                  <a:pos x="229" y="72"/>
                </a:cxn>
                <a:cxn ang="0">
                  <a:pos x="208" y="95"/>
                </a:cxn>
                <a:cxn ang="0">
                  <a:pos x="188" y="119"/>
                </a:cxn>
                <a:cxn ang="0">
                  <a:pos x="170" y="145"/>
                </a:cxn>
                <a:cxn ang="0">
                  <a:pos x="153" y="171"/>
                </a:cxn>
                <a:cxn ang="0">
                  <a:pos x="153" y="171"/>
                </a:cxn>
                <a:cxn ang="0">
                  <a:pos x="113" y="230"/>
                </a:cxn>
                <a:cxn ang="0">
                  <a:pos x="92" y="260"/>
                </a:cxn>
                <a:cxn ang="0">
                  <a:pos x="69" y="289"/>
                </a:cxn>
                <a:cxn ang="0">
                  <a:pos x="69" y="289"/>
                </a:cxn>
                <a:cxn ang="0">
                  <a:pos x="52" y="312"/>
                </a:cxn>
                <a:cxn ang="0">
                  <a:pos x="35" y="336"/>
                </a:cxn>
                <a:cxn ang="0">
                  <a:pos x="1" y="383"/>
                </a:cxn>
                <a:cxn ang="0">
                  <a:pos x="1" y="383"/>
                </a:cxn>
                <a:cxn ang="0">
                  <a:pos x="0" y="386"/>
                </a:cxn>
                <a:cxn ang="0">
                  <a:pos x="0" y="388"/>
                </a:cxn>
                <a:cxn ang="0">
                  <a:pos x="1" y="390"/>
                </a:cxn>
                <a:cxn ang="0">
                  <a:pos x="3" y="391"/>
                </a:cxn>
                <a:cxn ang="0">
                  <a:pos x="7" y="392"/>
                </a:cxn>
                <a:cxn ang="0">
                  <a:pos x="9" y="391"/>
                </a:cxn>
                <a:cxn ang="0">
                  <a:pos x="10" y="390"/>
                </a:cxn>
                <a:cxn ang="0">
                  <a:pos x="10" y="390"/>
                </a:cxn>
                <a:cxn ang="0">
                  <a:pos x="44" y="343"/>
                </a:cxn>
                <a:cxn ang="0">
                  <a:pos x="60" y="320"/>
                </a:cxn>
                <a:cxn ang="0">
                  <a:pos x="77" y="297"/>
                </a:cxn>
                <a:cxn ang="0">
                  <a:pos x="77" y="297"/>
                </a:cxn>
                <a:cxn ang="0">
                  <a:pos x="113" y="251"/>
                </a:cxn>
                <a:cxn ang="0">
                  <a:pos x="130" y="226"/>
                </a:cxn>
                <a:cxn ang="0">
                  <a:pos x="145" y="203"/>
                </a:cxn>
                <a:cxn ang="0">
                  <a:pos x="145" y="203"/>
                </a:cxn>
                <a:cxn ang="0">
                  <a:pos x="164" y="174"/>
                </a:cxn>
                <a:cxn ang="0">
                  <a:pos x="183" y="146"/>
                </a:cxn>
                <a:cxn ang="0">
                  <a:pos x="203" y="120"/>
                </a:cxn>
                <a:cxn ang="0">
                  <a:pos x="224" y="94"/>
                </a:cxn>
                <a:cxn ang="0">
                  <a:pos x="224" y="94"/>
                </a:cxn>
                <a:cxn ang="0">
                  <a:pos x="243" y="72"/>
                </a:cxn>
                <a:cxn ang="0">
                  <a:pos x="263" y="51"/>
                </a:cxn>
                <a:cxn ang="0">
                  <a:pos x="263" y="51"/>
                </a:cxn>
                <a:cxn ang="0">
                  <a:pos x="283" y="29"/>
                </a:cxn>
                <a:cxn ang="0">
                  <a:pos x="293" y="18"/>
                </a:cxn>
                <a:cxn ang="0">
                  <a:pos x="300" y="14"/>
                </a:cxn>
                <a:cxn ang="0">
                  <a:pos x="306" y="10"/>
                </a:cxn>
                <a:cxn ang="0">
                  <a:pos x="306" y="10"/>
                </a:cxn>
                <a:cxn ang="0">
                  <a:pos x="307" y="9"/>
                </a:cxn>
                <a:cxn ang="0">
                  <a:pos x="309" y="8"/>
                </a:cxn>
                <a:cxn ang="0">
                  <a:pos x="309" y="5"/>
                </a:cxn>
                <a:cxn ang="0">
                  <a:pos x="307" y="4"/>
                </a:cxn>
                <a:cxn ang="0">
                  <a:pos x="305" y="1"/>
                </a:cxn>
                <a:cxn ang="0">
                  <a:pos x="302" y="0"/>
                </a:cxn>
                <a:cxn ang="0">
                  <a:pos x="300" y="1"/>
                </a:cxn>
                <a:cxn ang="0">
                  <a:pos x="300" y="1"/>
                </a:cxn>
              </a:cxnLst>
              <a:rect l="0" t="0" r="r" b="b"/>
              <a:pathLst>
                <a:path w="309" h="392">
                  <a:moveTo>
                    <a:pt x="300" y="1"/>
                  </a:moveTo>
                  <a:lnTo>
                    <a:pt x="300" y="1"/>
                  </a:lnTo>
                  <a:lnTo>
                    <a:pt x="289" y="6"/>
                  </a:lnTo>
                  <a:lnTo>
                    <a:pt x="280" y="14"/>
                  </a:lnTo>
                  <a:lnTo>
                    <a:pt x="271" y="23"/>
                  </a:lnTo>
                  <a:lnTo>
                    <a:pt x="262" y="33"/>
                  </a:lnTo>
                  <a:lnTo>
                    <a:pt x="245" y="52"/>
                  </a:lnTo>
                  <a:lnTo>
                    <a:pt x="229" y="72"/>
                  </a:lnTo>
                  <a:lnTo>
                    <a:pt x="229" y="72"/>
                  </a:lnTo>
                  <a:lnTo>
                    <a:pt x="208" y="95"/>
                  </a:lnTo>
                  <a:lnTo>
                    <a:pt x="188" y="119"/>
                  </a:lnTo>
                  <a:lnTo>
                    <a:pt x="170" y="145"/>
                  </a:lnTo>
                  <a:lnTo>
                    <a:pt x="153" y="171"/>
                  </a:lnTo>
                  <a:lnTo>
                    <a:pt x="153" y="171"/>
                  </a:lnTo>
                  <a:lnTo>
                    <a:pt x="113" y="230"/>
                  </a:lnTo>
                  <a:lnTo>
                    <a:pt x="92" y="260"/>
                  </a:lnTo>
                  <a:lnTo>
                    <a:pt x="69" y="289"/>
                  </a:lnTo>
                  <a:lnTo>
                    <a:pt x="69" y="289"/>
                  </a:lnTo>
                  <a:lnTo>
                    <a:pt x="52" y="312"/>
                  </a:lnTo>
                  <a:lnTo>
                    <a:pt x="35" y="336"/>
                  </a:lnTo>
                  <a:lnTo>
                    <a:pt x="1" y="383"/>
                  </a:lnTo>
                  <a:lnTo>
                    <a:pt x="1" y="383"/>
                  </a:lnTo>
                  <a:lnTo>
                    <a:pt x="0" y="386"/>
                  </a:lnTo>
                  <a:lnTo>
                    <a:pt x="0" y="388"/>
                  </a:lnTo>
                  <a:lnTo>
                    <a:pt x="1" y="390"/>
                  </a:lnTo>
                  <a:lnTo>
                    <a:pt x="3" y="391"/>
                  </a:lnTo>
                  <a:lnTo>
                    <a:pt x="7" y="392"/>
                  </a:lnTo>
                  <a:lnTo>
                    <a:pt x="9" y="391"/>
                  </a:lnTo>
                  <a:lnTo>
                    <a:pt x="10" y="390"/>
                  </a:lnTo>
                  <a:lnTo>
                    <a:pt x="10" y="390"/>
                  </a:lnTo>
                  <a:lnTo>
                    <a:pt x="44" y="343"/>
                  </a:lnTo>
                  <a:lnTo>
                    <a:pt x="60" y="320"/>
                  </a:lnTo>
                  <a:lnTo>
                    <a:pt x="77" y="297"/>
                  </a:lnTo>
                  <a:lnTo>
                    <a:pt x="77" y="297"/>
                  </a:lnTo>
                  <a:lnTo>
                    <a:pt x="113" y="251"/>
                  </a:lnTo>
                  <a:lnTo>
                    <a:pt x="130" y="226"/>
                  </a:lnTo>
                  <a:lnTo>
                    <a:pt x="145" y="203"/>
                  </a:lnTo>
                  <a:lnTo>
                    <a:pt x="145" y="203"/>
                  </a:lnTo>
                  <a:lnTo>
                    <a:pt x="164" y="174"/>
                  </a:lnTo>
                  <a:lnTo>
                    <a:pt x="183" y="146"/>
                  </a:lnTo>
                  <a:lnTo>
                    <a:pt x="203" y="120"/>
                  </a:lnTo>
                  <a:lnTo>
                    <a:pt x="224" y="94"/>
                  </a:lnTo>
                  <a:lnTo>
                    <a:pt x="224" y="94"/>
                  </a:lnTo>
                  <a:lnTo>
                    <a:pt x="243" y="72"/>
                  </a:lnTo>
                  <a:lnTo>
                    <a:pt x="263" y="51"/>
                  </a:lnTo>
                  <a:lnTo>
                    <a:pt x="263" y="51"/>
                  </a:lnTo>
                  <a:lnTo>
                    <a:pt x="283" y="29"/>
                  </a:lnTo>
                  <a:lnTo>
                    <a:pt x="293" y="18"/>
                  </a:lnTo>
                  <a:lnTo>
                    <a:pt x="300" y="14"/>
                  </a:lnTo>
                  <a:lnTo>
                    <a:pt x="306" y="10"/>
                  </a:lnTo>
                  <a:lnTo>
                    <a:pt x="306" y="10"/>
                  </a:lnTo>
                  <a:lnTo>
                    <a:pt x="307" y="9"/>
                  </a:lnTo>
                  <a:lnTo>
                    <a:pt x="309" y="8"/>
                  </a:lnTo>
                  <a:lnTo>
                    <a:pt x="309" y="5"/>
                  </a:lnTo>
                  <a:lnTo>
                    <a:pt x="307" y="4"/>
                  </a:lnTo>
                  <a:lnTo>
                    <a:pt x="305" y="1"/>
                  </a:lnTo>
                  <a:lnTo>
                    <a:pt x="302" y="0"/>
                  </a:lnTo>
                  <a:lnTo>
                    <a:pt x="300" y="1"/>
                  </a:lnTo>
                  <a:lnTo>
                    <a:pt x="300" y="1"/>
                  </a:lnTo>
                  <a:close/>
                </a:path>
              </a:pathLst>
            </a:custGeom>
            <a:ln>
              <a:solidFill>
                <a:schemeClr val="accent1">
                  <a:alpha val="35000"/>
                </a:schemeClr>
              </a:solidFill>
            </a:ln>
          </p:spPr>
          <p:style>
            <a:lnRef idx="0">
              <a:srgbClr val="FFFFFF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4" name="Freeform 525"/>
            <p:cNvSpPr/>
            <p:nvPr>
              <p:custDataLst>
                <p:tags r:id="rId7"/>
              </p:custDataLst>
            </p:nvPr>
          </p:nvSpPr>
          <p:spPr bwMode="auto">
            <a:xfrm>
              <a:off x="2217738" y="2063750"/>
              <a:ext cx="133350" cy="182563"/>
            </a:xfrm>
            <a:custGeom>
              <a:avLst/>
              <a:gdLst/>
              <a:ahLst/>
              <a:cxnLst>
                <a:cxn ang="0">
                  <a:pos x="325" y="3"/>
                </a:cxn>
                <a:cxn ang="0">
                  <a:pos x="251" y="78"/>
                </a:cxn>
                <a:cxn ang="0">
                  <a:pos x="229" y="105"/>
                </a:cxn>
                <a:cxn ang="0">
                  <a:pos x="192" y="158"/>
                </a:cxn>
                <a:cxn ang="0">
                  <a:pos x="160" y="213"/>
                </a:cxn>
                <a:cxn ang="0">
                  <a:pos x="139" y="243"/>
                </a:cxn>
                <a:cxn ang="0">
                  <a:pos x="92" y="301"/>
                </a:cxn>
                <a:cxn ang="0">
                  <a:pos x="71" y="331"/>
                </a:cxn>
                <a:cxn ang="0">
                  <a:pos x="55" y="362"/>
                </a:cxn>
                <a:cxn ang="0">
                  <a:pos x="37" y="391"/>
                </a:cxn>
                <a:cxn ang="0">
                  <a:pos x="29" y="405"/>
                </a:cxn>
                <a:cxn ang="0">
                  <a:pos x="17" y="429"/>
                </a:cxn>
                <a:cxn ang="0">
                  <a:pos x="8" y="442"/>
                </a:cxn>
                <a:cxn ang="0">
                  <a:pos x="3" y="446"/>
                </a:cxn>
                <a:cxn ang="0">
                  <a:pos x="0" y="450"/>
                </a:cxn>
                <a:cxn ang="0">
                  <a:pos x="4" y="456"/>
                </a:cxn>
                <a:cxn ang="0">
                  <a:pos x="8" y="456"/>
                </a:cxn>
                <a:cxn ang="0">
                  <a:pos x="13" y="452"/>
                </a:cxn>
                <a:cxn ang="0">
                  <a:pos x="25" y="435"/>
                </a:cxn>
                <a:cxn ang="0">
                  <a:pos x="41" y="408"/>
                </a:cxn>
                <a:cxn ang="0">
                  <a:pos x="56" y="382"/>
                </a:cxn>
                <a:cxn ang="0">
                  <a:pos x="88" y="330"/>
                </a:cxn>
                <a:cxn ang="0">
                  <a:pos x="100" y="313"/>
                </a:cxn>
                <a:cxn ang="0">
                  <a:pos x="137" y="268"/>
                </a:cxn>
                <a:cxn ang="0">
                  <a:pos x="149" y="252"/>
                </a:cxn>
                <a:cxn ang="0">
                  <a:pos x="187" y="190"/>
                </a:cxn>
                <a:cxn ang="0">
                  <a:pos x="226" y="128"/>
                </a:cxn>
                <a:cxn ang="0">
                  <a:pos x="238" y="111"/>
                </a:cxn>
                <a:cxn ang="0">
                  <a:pos x="276" y="67"/>
                </a:cxn>
                <a:cxn ang="0">
                  <a:pos x="332" y="10"/>
                </a:cxn>
                <a:cxn ang="0">
                  <a:pos x="334" y="8"/>
                </a:cxn>
                <a:cxn ang="0">
                  <a:pos x="332" y="3"/>
                </a:cxn>
                <a:cxn ang="0">
                  <a:pos x="327" y="1"/>
                </a:cxn>
                <a:cxn ang="0">
                  <a:pos x="325" y="3"/>
                </a:cxn>
              </a:cxnLst>
              <a:rect l="0" t="0" r="r" b="b"/>
              <a:pathLst>
                <a:path w="334" h="458">
                  <a:moveTo>
                    <a:pt x="325" y="3"/>
                  </a:moveTo>
                  <a:lnTo>
                    <a:pt x="325" y="3"/>
                  </a:lnTo>
                  <a:lnTo>
                    <a:pt x="275" y="52"/>
                  </a:lnTo>
                  <a:lnTo>
                    <a:pt x="251" y="78"/>
                  </a:lnTo>
                  <a:lnTo>
                    <a:pt x="229" y="105"/>
                  </a:lnTo>
                  <a:lnTo>
                    <a:pt x="229" y="105"/>
                  </a:lnTo>
                  <a:lnTo>
                    <a:pt x="209" y="131"/>
                  </a:lnTo>
                  <a:lnTo>
                    <a:pt x="192" y="158"/>
                  </a:lnTo>
                  <a:lnTo>
                    <a:pt x="160" y="213"/>
                  </a:lnTo>
                  <a:lnTo>
                    <a:pt x="160" y="213"/>
                  </a:lnTo>
                  <a:lnTo>
                    <a:pt x="151" y="229"/>
                  </a:lnTo>
                  <a:lnTo>
                    <a:pt x="139" y="243"/>
                  </a:lnTo>
                  <a:lnTo>
                    <a:pt x="115" y="272"/>
                  </a:lnTo>
                  <a:lnTo>
                    <a:pt x="92" y="301"/>
                  </a:lnTo>
                  <a:lnTo>
                    <a:pt x="81" y="316"/>
                  </a:lnTo>
                  <a:lnTo>
                    <a:pt x="71" y="331"/>
                  </a:lnTo>
                  <a:lnTo>
                    <a:pt x="71" y="331"/>
                  </a:lnTo>
                  <a:lnTo>
                    <a:pt x="55" y="362"/>
                  </a:lnTo>
                  <a:lnTo>
                    <a:pt x="46" y="377"/>
                  </a:lnTo>
                  <a:lnTo>
                    <a:pt x="37" y="391"/>
                  </a:lnTo>
                  <a:lnTo>
                    <a:pt x="37" y="391"/>
                  </a:lnTo>
                  <a:lnTo>
                    <a:pt x="29" y="405"/>
                  </a:lnTo>
                  <a:lnTo>
                    <a:pt x="21" y="421"/>
                  </a:lnTo>
                  <a:lnTo>
                    <a:pt x="17" y="429"/>
                  </a:lnTo>
                  <a:lnTo>
                    <a:pt x="13" y="435"/>
                  </a:lnTo>
                  <a:lnTo>
                    <a:pt x="8" y="442"/>
                  </a:lnTo>
                  <a:lnTo>
                    <a:pt x="3" y="446"/>
                  </a:lnTo>
                  <a:lnTo>
                    <a:pt x="3" y="446"/>
                  </a:lnTo>
                  <a:lnTo>
                    <a:pt x="0" y="449"/>
                  </a:lnTo>
                  <a:lnTo>
                    <a:pt x="0" y="450"/>
                  </a:lnTo>
                  <a:lnTo>
                    <a:pt x="0" y="454"/>
                  </a:lnTo>
                  <a:lnTo>
                    <a:pt x="4" y="456"/>
                  </a:lnTo>
                  <a:lnTo>
                    <a:pt x="5" y="458"/>
                  </a:lnTo>
                  <a:lnTo>
                    <a:pt x="8" y="456"/>
                  </a:lnTo>
                  <a:lnTo>
                    <a:pt x="8" y="456"/>
                  </a:lnTo>
                  <a:lnTo>
                    <a:pt x="13" y="452"/>
                  </a:lnTo>
                  <a:lnTo>
                    <a:pt x="18" y="447"/>
                  </a:lnTo>
                  <a:lnTo>
                    <a:pt x="25" y="435"/>
                  </a:lnTo>
                  <a:lnTo>
                    <a:pt x="25" y="435"/>
                  </a:lnTo>
                  <a:lnTo>
                    <a:pt x="41" y="408"/>
                  </a:lnTo>
                  <a:lnTo>
                    <a:pt x="56" y="382"/>
                  </a:lnTo>
                  <a:lnTo>
                    <a:pt x="56" y="382"/>
                  </a:lnTo>
                  <a:lnTo>
                    <a:pt x="77" y="347"/>
                  </a:lnTo>
                  <a:lnTo>
                    <a:pt x="88" y="330"/>
                  </a:lnTo>
                  <a:lnTo>
                    <a:pt x="100" y="313"/>
                  </a:lnTo>
                  <a:lnTo>
                    <a:pt x="100" y="313"/>
                  </a:lnTo>
                  <a:lnTo>
                    <a:pt x="124" y="282"/>
                  </a:lnTo>
                  <a:lnTo>
                    <a:pt x="137" y="268"/>
                  </a:lnTo>
                  <a:lnTo>
                    <a:pt x="149" y="252"/>
                  </a:lnTo>
                  <a:lnTo>
                    <a:pt x="149" y="252"/>
                  </a:lnTo>
                  <a:lnTo>
                    <a:pt x="169" y="221"/>
                  </a:lnTo>
                  <a:lnTo>
                    <a:pt x="187" y="190"/>
                  </a:lnTo>
                  <a:lnTo>
                    <a:pt x="207" y="158"/>
                  </a:lnTo>
                  <a:lnTo>
                    <a:pt x="226" y="128"/>
                  </a:lnTo>
                  <a:lnTo>
                    <a:pt x="226" y="128"/>
                  </a:lnTo>
                  <a:lnTo>
                    <a:pt x="238" y="111"/>
                  </a:lnTo>
                  <a:lnTo>
                    <a:pt x="250" y="95"/>
                  </a:lnTo>
                  <a:lnTo>
                    <a:pt x="276" y="67"/>
                  </a:lnTo>
                  <a:lnTo>
                    <a:pt x="305" y="38"/>
                  </a:lnTo>
                  <a:lnTo>
                    <a:pt x="332" y="10"/>
                  </a:lnTo>
                  <a:lnTo>
                    <a:pt x="332" y="10"/>
                  </a:lnTo>
                  <a:lnTo>
                    <a:pt x="334" y="8"/>
                  </a:lnTo>
                  <a:lnTo>
                    <a:pt x="334" y="7"/>
                  </a:lnTo>
                  <a:lnTo>
                    <a:pt x="332" y="3"/>
                  </a:lnTo>
                  <a:lnTo>
                    <a:pt x="328" y="0"/>
                  </a:lnTo>
                  <a:lnTo>
                    <a:pt x="327" y="1"/>
                  </a:lnTo>
                  <a:lnTo>
                    <a:pt x="325" y="3"/>
                  </a:lnTo>
                  <a:lnTo>
                    <a:pt x="325" y="3"/>
                  </a:lnTo>
                  <a:close/>
                </a:path>
              </a:pathLst>
            </a:custGeom>
            <a:ln>
              <a:solidFill>
                <a:schemeClr val="accent1">
                  <a:alpha val="35000"/>
                </a:schemeClr>
              </a:solidFill>
            </a:ln>
          </p:spPr>
          <p:style>
            <a:lnRef idx="0">
              <a:srgbClr val="FFFFFF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5" name="Freeform 526"/>
            <p:cNvSpPr/>
            <p:nvPr>
              <p:custDataLst>
                <p:tags r:id="rId8"/>
              </p:custDataLst>
            </p:nvPr>
          </p:nvSpPr>
          <p:spPr bwMode="auto">
            <a:xfrm>
              <a:off x="2266951" y="2062163"/>
              <a:ext cx="141288" cy="188913"/>
            </a:xfrm>
            <a:custGeom>
              <a:avLst/>
              <a:gdLst/>
              <a:ahLst/>
              <a:cxnLst>
                <a:cxn ang="0">
                  <a:pos x="348" y="2"/>
                </a:cxn>
                <a:cxn ang="0">
                  <a:pos x="348" y="2"/>
                </a:cxn>
                <a:cxn ang="0">
                  <a:pos x="297" y="53"/>
                </a:cxn>
                <a:cxn ang="0">
                  <a:pos x="250" y="106"/>
                </a:cxn>
                <a:cxn ang="0">
                  <a:pos x="203" y="161"/>
                </a:cxn>
                <a:cxn ang="0">
                  <a:pos x="180" y="190"/>
                </a:cxn>
                <a:cxn ang="0">
                  <a:pos x="159" y="219"/>
                </a:cxn>
                <a:cxn ang="0">
                  <a:pos x="159" y="219"/>
                </a:cxn>
                <a:cxn ang="0">
                  <a:pos x="137" y="250"/>
                </a:cxn>
                <a:cxn ang="0">
                  <a:pos x="116" y="282"/>
                </a:cxn>
                <a:cxn ang="0">
                  <a:pos x="76" y="344"/>
                </a:cxn>
                <a:cxn ang="0">
                  <a:pos x="76" y="344"/>
                </a:cxn>
                <a:cxn ang="0">
                  <a:pos x="56" y="377"/>
                </a:cxn>
                <a:cxn ang="0">
                  <a:pos x="38" y="410"/>
                </a:cxn>
                <a:cxn ang="0">
                  <a:pos x="38" y="410"/>
                </a:cxn>
                <a:cxn ang="0">
                  <a:pos x="30" y="425"/>
                </a:cxn>
                <a:cxn ang="0">
                  <a:pos x="23" y="441"/>
                </a:cxn>
                <a:cxn ang="0">
                  <a:pos x="19" y="449"/>
                </a:cxn>
                <a:cxn ang="0">
                  <a:pos x="14" y="456"/>
                </a:cxn>
                <a:cxn ang="0">
                  <a:pos x="9" y="462"/>
                </a:cxn>
                <a:cxn ang="0">
                  <a:pos x="2" y="469"/>
                </a:cxn>
                <a:cxn ang="0">
                  <a:pos x="2" y="469"/>
                </a:cxn>
                <a:cxn ang="0">
                  <a:pos x="0" y="471"/>
                </a:cxn>
                <a:cxn ang="0">
                  <a:pos x="0" y="473"/>
                </a:cxn>
                <a:cxn ang="0">
                  <a:pos x="1" y="476"/>
                </a:cxn>
                <a:cxn ang="0">
                  <a:pos x="2" y="479"/>
                </a:cxn>
                <a:cxn ang="0">
                  <a:pos x="4" y="479"/>
                </a:cxn>
                <a:cxn ang="0">
                  <a:pos x="5" y="479"/>
                </a:cxn>
                <a:cxn ang="0">
                  <a:pos x="8" y="479"/>
                </a:cxn>
                <a:cxn ang="0">
                  <a:pos x="8" y="479"/>
                </a:cxn>
                <a:cxn ang="0">
                  <a:pos x="18" y="470"/>
                </a:cxn>
                <a:cxn ang="0">
                  <a:pos x="26" y="459"/>
                </a:cxn>
                <a:cxn ang="0">
                  <a:pos x="34" y="448"/>
                </a:cxn>
                <a:cxn ang="0">
                  <a:pos x="40" y="436"/>
                </a:cxn>
                <a:cxn ang="0">
                  <a:pos x="51" y="412"/>
                </a:cxn>
                <a:cxn ang="0">
                  <a:pos x="64" y="388"/>
                </a:cxn>
                <a:cxn ang="0">
                  <a:pos x="64" y="388"/>
                </a:cxn>
                <a:cxn ang="0">
                  <a:pos x="83" y="352"/>
                </a:cxn>
                <a:cxn ang="0">
                  <a:pos x="106" y="318"/>
                </a:cxn>
                <a:cxn ang="0">
                  <a:pos x="150" y="250"/>
                </a:cxn>
                <a:cxn ang="0">
                  <a:pos x="150" y="250"/>
                </a:cxn>
                <a:cxn ang="0">
                  <a:pos x="174" y="218"/>
                </a:cxn>
                <a:cxn ang="0">
                  <a:pos x="197" y="186"/>
                </a:cxn>
                <a:cxn ang="0">
                  <a:pos x="222" y="156"/>
                </a:cxn>
                <a:cxn ang="0">
                  <a:pos x="247" y="125"/>
                </a:cxn>
                <a:cxn ang="0">
                  <a:pos x="273" y="96"/>
                </a:cxn>
                <a:cxn ang="0">
                  <a:pos x="301" y="66"/>
                </a:cxn>
                <a:cxn ang="0">
                  <a:pos x="356" y="10"/>
                </a:cxn>
                <a:cxn ang="0">
                  <a:pos x="356" y="10"/>
                </a:cxn>
                <a:cxn ang="0">
                  <a:pos x="357" y="7"/>
                </a:cxn>
                <a:cxn ang="0">
                  <a:pos x="357" y="6"/>
                </a:cxn>
                <a:cxn ang="0">
                  <a:pos x="356" y="2"/>
                </a:cxn>
                <a:cxn ang="0">
                  <a:pos x="352" y="0"/>
                </a:cxn>
                <a:cxn ang="0">
                  <a:pos x="349" y="0"/>
                </a:cxn>
                <a:cxn ang="0">
                  <a:pos x="348" y="2"/>
                </a:cxn>
                <a:cxn ang="0">
                  <a:pos x="348" y="2"/>
                </a:cxn>
              </a:cxnLst>
              <a:rect l="0" t="0" r="r" b="b"/>
              <a:pathLst>
                <a:path w="357" h="479">
                  <a:moveTo>
                    <a:pt x="348" y="2"/>
                  </a:moveTo>
                  <a:lnTo>
                    <a:pt x="348" y="2"/>
                  </a:lnTo>
                  <a:lnTo>
                    <a:pt x="297" y="53"/>
                  </a:lnTo>
                  <a:lnTo>
                    <a:pt x="250" y="106"/>
                  </a:lnTo>
                  <a:lnTo>
                    <a:pt x="203" y="161"/>
                  </a:lnTo>
                  <a:lnTo>
                    <a:pt x="180" y="190"/>
                  </a:lnTo>
                  <a:lnTo>
                    <a:pt x="159" y="219"/>
                  </a:lnTo>
                  <a:lnTo>
                    <a:pt x="159" y="219"/>
                  </a:lnTo>
                  <a:lnTo>
                    <a:pt x="137" y="250"/>
                  </a:lnTo>
                  <a:lnTo>
                    <a:pt x="116" y="282"/>
                  </a:lnTo>
                  <a:lnTo>
                    <a:pt x="76" y="344"/>
                  </a:lnTo>
                  <a:lnTo>
                    <a:pt x="76" y="344"/>
                  </a:lnTo>
                  <a:lnTo>
                    <a:pt x="56" y="377"/>
                  </a:lnTo>
                  <a:lnTo>
                    <a:pt x="38" y="410"/>
                  </a:lnTo>
                  <a:lnTo>
                    <a:pt x="38" y="410"/>
                  </a:lnTo>
                  <a:lnTo>
                    <a:pt x="30" y="425"/>
                  </a:lnTo>
                  <a:lnTo>
                    <a:pt x="23" y="441"/>
                  </a:lnTo>
                  <a:lnTo>
                    <a:pt x="19" y="449"/>
                  </a:lnTo>
                  <a:lnTo>
                    <a:pt x="14" y="456"/>
                  </a:lnTo>
                  <a:lnTo>
                    <a:pt x="9" y="462"/>
                  </a:lnTo>
                  <a:lnTo>
                    <a:pt x="2" y="469"/>
                  </a:lnTo>
                  <a:lnTo>
                    <a:pt x="2" y="469"/>
                  </a:lnTo>
                  <a:lnTo>
                    <a:pt x="0" y="471"/>
                  </a:lnTo>
                  <a:lnTo>
                    <a:pt x="0" y="473"/>
                  </a:lnTo>
                  <a:lnTo>
                    <a:pt x="1" y="476"/>
                  </a:lnTo>
                  <a:lnTo>
                    <a:pt x="2" y="479"/>
                  </a:lnTo>
                  <a:lnTo>
                    <a:pt x="4" y="479"/>
                  </a:lnTo>
                  <a:lnTo>
                    <a:pt x="5" y="479"/>
                  </a:lnTo>
                  <a:lnTo>
                    <a:pt x="8" y="479"/>
                  </a:lnTo>
                  <a:lnTo>
                    <a:pt x="8" y="479"/>
                  </a:lnTo>
                  <a:lnTo>
                    <a:pt x="18" y="470"/>
                  </a:lnTo>
                  <a:lnTo>
                    <a:pt x="26" y="459"/>
                  </a:lnTo>
                  <a:lnTo>
                    <a:pt x="34" y="448"/>
                  </a:lnTo>
                  <a:lnTo>
                    <a:pt x="40" y="436"/>
                  </a:lnTo>
                  <a:lnTo>
                    <a:pt x="51" y="412"/>
                  </a:lnTo>
                  <a:lnTo>
                    <a:pt x="64" y="388"/>
                  </a:lnTo>
                  <a:lnTo>
                    <a:pt x="64" y="388"/>
                  </a:lnTo>
                  <a:lnTo>
                    <a:pt x="83" y="352"/>
                  </a:lnTo>
                  <a:lnTo>
                    <a:pt x="106" y="318"/>
                  </a:lnTo>
                  <a:lnTo>
                    <a:pt x="150" y="250"/>
                  </a:lnTo>
                  <a:lnTo>
                    <a:pt x="150" y="250"/>
                  </a:lnTo>
                  <a:lnTo>
                    <a:pt x="174" y="218"/>
                  </a:lnTo>
                  <a:lnTo>
                    <a:pt x="197" y="186"/>
                  </a:lnTo>
                  <a:lnTo>
                    <a:pt x="222" y="156"/>
                  </a:lnTo>
                  <a:lnTo>
                    <a:pt x="247" y="125"/>
                  </a:lnTo>
                  <a:lnTo>
                    <a:pt x="273" y="96"/>
                  </a:lnTo>
                  <a:lnTo>
                    <a:pt x="301" y="66"/>
                  </a:lnTo>
                  <a:lnTo>
                    <a:pt x="356" y="10"/>
                  </a:lnTo>
                  <a:lnTo>
                    <a:pt x="356" y="10"/>
                  </a:lnTo>
                  <a:lnTo>
                    <a:pt x="357" y="7"/>
                  </a:lnTo>
                  <a:lnTo>
                    <a:pt x="357" y="6"/>
                  </a:lnTo>
                  <a:lnTo>
                    <a:pt x="356" y="2"/>
                  </a:lnTo>
                  <a:lnTo>
                    <a:pt x="352" y="0"/>
                  </a:lnTo>
                  <a:lnTo>
                    <a:pt x="349" y="0"/>
                  </a:lnTo>
                  <a:lnTo>
                    <a:pt x="348" y="2"/>
                  </a:lnTo>
                  <a:lnTo>
                    <a:pt x="348" y="2"/>
                  </a:lnTo>
                  <a:close/>
                </a:path>
              </a:pathLst>
            </a:custGeom>
            <a:ln>
              <a:solidFill>
                <a:schemeClr val="accent1">
                  <a:alpha val="35000"/>
                </a:schemeClr>
              </a:solidFill>
            </a:ln>
          </p:spPr>
          <p:style>
            <a:lnRef idx="0">
              <a:srgbClr val="FFFFFF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" name="Freeform 527"/>
            <p:cNvSpPr/>
            <p:nvPr>
              <p:custDataLst>
                <p:tags r:id="rId9"/>
              </p:custDataLst>
            </p:nvPr>
          </p:nvSpPr>
          <p:spPr bwMode="auto">
            <a:xfrm>
              <a:off x="2327276" y="2062163"/>
              <a:ext cx="134938" cy="182563"/>
            </a:xfrm>
            <a:custGeom>
              <a:avLst/>
              <a:gdLst/>
              <a:ahLst/>
              <a:cxnLst>
                <a:cxn ang="0">
                  <a:pos x="332" y="3"/>
                </a:cxn>
                <a:cxn ang="0">
                  <a:pos x="332" y="3"/>
                </a:cxn>
                <a:cxn ang="0">
                  <a:pos x="321" y="16"/>
                </a:cxn>
                <a:cxn ang="0">
                  <a:pos x="310" y="29"/>
                </a:cxn>
                <a:cxn ang="0">
                  <a:pos x="298" y="42"/>
                </a:cxn>
                <a:cxn ang="0">
                  <a:pos x="286" y="55"/>
                </a:cxn>
                <a:cxn ang="0">
                  <a:pos x="286" y="55"/>
                </a:cxn>
                <a:cxn ang="0">
                  <a:pos x="261" y="87"/>
                </a:cxn>
                <a:cxn ang="0">
                  <a:pos x="236" y="118"/>
                </a:cxn>
                <a:cxn ang="0">
                  <a:pos x="236" y="118"/>
                </a:cxn>
                <a:cxn ang="0">
                  <a:pos x="176" y="190"/>
                </a:cxn>
                <a:cxn ang="0">
                  <a:pos x="117" y="262"/>
                </a:cxn>
                <a:cxn ang="0">
                  <a:pos x="117" y="262"/>
                </a:cxn>
                <a:cxn ang="0">
                  <a:pos x="94" y="293"/>
                </a:cxn>
                <a:cxn ang="0">
                  <a:pos x="71" y="326"/>
                </a:cxn>
                <a:cxn ang="0">
                  <a:pos x="52" y="360"/>
                </a:cxn>
                <a:cxn ang="0">
                  <a:pos x="32" y="394"/>
                </a:cxn>
                <a:cxn ang="0">
                  <a:pos x="32" y="394"/>
                </a:cxn>
                <a:cxn ang="0">
                  <a:pos x="18" y="420"/>
                </a:cxn>
                <a:cxn ang="0">
                  <a:pos x="5" y="446"/>
                </a:cxn>
                <a:cxn ang="0">
                  <a:pos x="5" y="446"/>
                </a:cxn>
                <a:cxn ang="0">
                  <a:pos x="0" y="461"/>
                </a:cxn>
                <a:cxn ang="0">
                  <a:pos x="0" y="461"/>
                </a:cxn>
                <a:cxn ang="0">
                  <a:pos x="13" y="461"/>
                </a:cxn>
                <a:cxn ang="0">
                  <a:pos x="13" y="461"/>
                </a:cxn>
                <a:cxn ang="0">
                  <a:pos x="17" y="450"/>
                </a:cxn>
                <a:cxn ang="0">
                  <a:pos x="17" y="450"/>
                </a:cxn>
                <a:cxn ang="0">
                  <a:pos x="26" y="429"/>
                </a:cxn>
                <a:cxn ang="0">
                  <a:pos x="35" y="410"/>
                </a:cxn>
                <a:cxn ang="0">
                  <a:pos x="57" y="371"/>
                </a:cxn>
                <a:cxn ang="0">
                  <a:pos x="82" y="331"/>
                </a:cxn>
                <a:cxn ang="0">
                  <a:pos x="107" y="295"/>
                </a:cxn>
                <a:cxn ang="0">
                  <a:pos x="107" y="295"/>
                </a:cxn>
                <a:cxn ang="0">
                  <a:pos x="122" y="274"/>
                </a:cxn>
                <a:cxn ang="0">
                  <a:pos x="137" y="253"/>
                </a:cxn>
                <a:cxn ang="0">
                  <a:pos x="170" y="214"/>
                </a:cxn>
                <a:cxn ang="0">
                  <a:pos x="238" y="135"/>
                </a:cxn>
                <a:cxn ang="0">
                  <a:pos x="238" y="135"/>
                </a:cxn>
                <a:cxn ang="0">
                  <a:pos x="264" y="102"/>
                </a:cxn>
                <a:cxn ang="0">
                  <a:pos x="290" y="70"/>
                </a:cxn>
                <a:cxn ang="0">
                  <a:pos x="290" y="70"/>
                </a:cxn>
                <a:cxn ang="0">
                  <a:pos x="303" y="54"/>
                </a:cxn>
                <a:cxn ang="0">
                  <a:pos x="316" y="40"/>
                </a:cxn>
                <a:cxn ang="0">
                  <a:pos x="329" y="24"/>
                </a:cxn>
                <a:cxn ang="0">
                  <a:pos x="341" y="8"/>
                </a:cxn>
                <a:cxn ang="0">
                  <a:pos x="341" y="8"/>
                </a:cxn>
                <a:cxn ang="0">
                  <a:pos x="342" y="6"/>
                </a:cxn>
                <a:cxn ang="0">
                  <a:pos x="342" y="4"/>
                </a:cxn>
                <a:cxn ang="0">
                  <a:pos x="341" y="2"/>
                </a:cxn>
                <a:cxn ang="0">
                  <a:pos x="340" y="0"/>
                </a:cxn>
                <a:cxn ang="0">
                  <a:pos x="336" y="0"/>
                </a:cxn>
                <a:cxn ang="0">
                  <a:pos x="333" y="0"/>
                </a:cxn>
                <a:cxn ang="0">
                  <a:pos x="332" y="3"/>
                </a:cxn>
                <a:cxn ang="0">
                  <a:pos x="332" y="3"/>
                </a:cxn>
              </a:cxnLst>
              <a:rect l="0" t="0" r="r" b="b"/>
              <a:pathLst>
                <a:path w="342" h="461">
                  <a:moveTo>
                    <a:pt x="332" y="3"/>
                  </a:moveTo>
                  <a:lnTo>
                    <a:pt x="332" y="3"/>
                  </a:lnTo>
                  <a:lnTo>
                    <a:pt x="321" y="16"/>
                  </a:lnTo>
                  <a:lnTo>
                    <a:pt x="310" y="29"/>
                  </a:lnTo>
                  <a:lnTo>
                    <a:pt x="298" y="42"/>
                  </a:lnTo>
                  <a:lnTo>
                    <a:pt x="286" y="55"/>
                  </a:lnTo>
                  <a:lnTo>
                    <a:pt x="286" y="55"/>
                  </a:lnTo>
                  <a:lnTo>
                    <a:pt x="261" y="87"/>
                  </a:lnTo>
                  <a:lnTo>
                    <a:pt x="236" y="118"/>
                  </a:lnTo>
                  <a:lnTo>
                    <a:pt x="236" y="118"/>
                  </a:lnTo>
                  <a:lnTo>
                    <a:pt x="176" y="190"/>
                  </a:lnTo>
                  <a:lnTo>
                    <a:pt x="117" y="262"/>
                  </a:lnTo>
                  <a:lnTo>
                    <a:pt x="117" y="262"/>
                  </a:lnTo>
                  <a:lnTo>
                    <a:pt x="94" y="293"/>
                  </a:lnTo>
                  <a:lnTo>
                    <a:pt x="71" y="326"/>
                  </a:lnTo>
                  <a:lnTo>
                    <a:pt x="52" y="360"/>
                  </a:lnTo>
                  <a:lnTo>
                    <a:pt x="32" y="394"/>
                  </a:lnTo>
                  <a:lnTo>
                    <a:pt x="32" y="394"/>
                  </a:lnTo>
                  <a:lnTo>
                    <a:pt x="18" y="420"/>
                  </a:lnTo>
                  <a:lnTo>
                    <a:pt x="5" y="446"/>
                  </a:lnTo>
                  <a:lnTo>
                    <a:pt x="5" y="446"/>
                  </a:lnTo>
                  <a:lnTo>
                    <a:pt x="0" y="461"/>
                  </a:lnTo>
                  <a:lnTo>
                    <a:pt x="0" y="461"/>
                  </a:lnTo>
                  <a:lnTo>
                    <a:pt x="13" y="461"/>
                  </a:lnTo>
                  <a:lnTo>
                    <a:pt x="13" y="461"/>
                  </a:lnTo>
                  <a:lnTo>
                    <a:pt x="17" y="450"/>
                  </a:lnTo>
                  <a:lnTo>
                    <a:pt x="17" y="450"/>
                  </a:lnTo>
                  <a:lnTo>
                    <a:pt x="26" y="429"/>
                  </a:lnTo>
                  <a:lnTo>
                    <a:pt x="35" y="410"/>
                  </a:lnTo>
                  <a:lnTo>
                    <a:pt x="57" y="371"/>
                  </a:lnTo>
                  <a:lnTo>
                    <a:pt x="82" y="331"/>
                  </a:lnTo>
                  <a:lnTo>
                    <a:pt x="107" y="295"/>
                  </a:lnTo>
                  <a:lnTo>
                    <a:pt x="107" y="295"/>
                  </a:lnTo>
                  <a:lnTo>
                    <a:pt x="122" y="274"/>
                  </a:lnTo>
                  <a:lnTo>
                    <a:pt x="137" y="253"/>
                  </a:lnTo>
                  <a:lnTo>
                    <a:pt x="170" y="214"/>
                  </a:lnTo>
                  <a:lnTo>
                    <a:pt x="238" y="135"/>
                  </a:lnTo>
                  <a:lnTo>
                    <a:pt x="238" y="135"/>
                  </a:lnTo>
                  <a:lnTo>
                    <a:pt x="264" y="102"/>
                  </a:lnTo>
                  <a:lnTo>
                    <a:pt x="290" y="70"/>
                  </a:lnTo>
                  <a:lnTo>
                    <a:pt x="290" y="70"/>
                  </a:lnTo>
                  <a:lnTo>
                    <a:pt x="303" y="54"/>
                  </a:lnTo>
                  <a:lnTo>
                    <a:pt x="316" y="40"/>
                  </a:lnTo>
                  <a:lnTo>
                    <a:pt x="329" y="24"/>
                  </a:lnTo>
                  <a:lnTo>
                    <a:pt x="341" y="8"/>
                  </a:lnTo>
                  <a:lnTo>
                    <a:pt x="341" y="8"/>
                  </a:lnTo>
                  <a:lnTo>
                    <a:pt x="342" y="6"/>
                  </a:lnTo>
                  <a:lnTo>
                    <a:pt x="342" y="4"/>
                  </a:lnTo>
                  <a:lnTo>
                    <a:pt x="341" y="2"/>
                  </a:lnTo>
                  <a:lnTo>
                    <a:pt x="340" y="0"/>
                  </a:lnTo>
                  <a:lnTo>
                    <a:pt x="336" y="0"/>
                  </a:lnTo>
                  <a:lnTo>
                    <a:pt x="333" y="0"/>
                  </a:lnTo>
                  <a:lnTo>
                    <a:pt x="332" y="3"/>
                  </a:lnTo>
                  <a:lnTo>
                    <a:pt x="332" y="3"/>
                  </a:lnTo>
                  <a:close/>
                </a:path>
              </a:pathLst>
            </a:custGeom>
            <a:ln>
              <a:solidFill>
                <a:schemeClr val="accent1">
                  <a:alpha val="35000"/>
                </a:schemeClr>
              </a:solidFill>
            </a:ln>
          </p:spPr>
          <p:style>
            <a:lnRef idx="0">
              <a:srgbClr val="FFFFFF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" name="Freeform 528"/>
            <p:cNvSpPr/>
            <p:nvPr>
              <p:custDataLst>
                <p:tags r:id="rId10"/>
              </p:custDataLst>
            </p:nvPr>
          </p:nvSpPr>
          <p:spPr bwMode="auto">
            <a:xfrm>
              <a:off x="2390776" y="2068513"/>
              <a:ext cx="111125" cy="169863"/>
            </a:xfrm>
            <a:custGeom>
              <a:avLst/>
              <a:gdLst/>
              <a:ahLst/>
              <a:cxnLst>
                <a:cxn ang="0">
                  <a:pos x="271" y="2"/>
                </a:cxn>
                <a:cxn ang="0">
                  <a:pos x="271" y="2"/>
                </a:cxn>
                <a:cxn ang="0">
                  <a:pos x="236" y="59"/>
                </a:cxn>
                <a:cxn ang="0">
                  <a:pos x="200" y="115"/>
                </a:cxn>
                <a:cxn ang="0">
                  <a:pos x="165" y="172"/>
                </a:cxn>
                <a:cxn ang="0">
                  <a:pos x="130" y="229"/>
                </a:cxn>
                <a:cxn ang="0">
                  <a:pos x="130" y="229"/>
                </a:cxn>
                <a:cxn ang="0">
                  <a:pos x="113" y="252"/>
                </a:cxn>
                <a:cxn ang="0">
                  <a:pos x="96" y="274"/>
                </a:cxn>
                <a:cxn ang="0">
                  <a:pos x="59" y="320"/>
                </a:cxn>
                <a:cxn ang="0">
                  <a:pos x="42" y="344"/>
                </a:cxn>
                <a:cxn ang="0">
                  <a:pos x="26" y="367"/>
                </a:cxn>
                <a:cxn ang="0">
                  <a:pos x="12" y="392"/>
                </a:cxn>
                <a:cxn ang="0">
                  <a:pos x="0" y="418"/>
                </a:cxn>
                <a:cxn ang="0">
                  <a:pos x="0" y="418"/>
                </a:cxn>
                <a:cxn ang="0">
                  <a:pos x="0" y="421"/>
                </a:cxn>
                <a:cxn ang="0">
                  <a:pos x="0" y="423"/>
                </a:cxn>
                <a:cxn ang="0">
                  <a:pos x="3" y="425"/>
                </a:cxn>
                <a:cxn ang="0">
                  <a:pos x="4" y="426"/>
                </a:cxn>
                <a:cxn ang="0">
                  <a:pos x="8" y="425"/>
                </a:cxn>
                <a:cxn ang="0">
                  <a:pos x="11" y="423"/>
                </a:cxn>
                <a:cxn ang="0">
                  <a:pos x="12" y="422"/>
                </a:cxn>
                <a:cxn ang="0">
                  <a:pos x="12" y="422"/>
                </a:cxn>
                <a:cxn ang="0">
                  <a:pos x="17" y="408"/>
                </a:cxn>
                <a:cxn ang="0">
                  <a:pos x="24" y="395"/>
                </a:cxn>
                <a:cxn ang="0">
                  <a:pos x="38" y="369"/>
                </a:cxn>
                <a:cxn ang="0">
                  <a:pos x="55" y="344"/>
                </a:cxn>
                <a:cxn ang="0">
                  <a:pos x="72" y="320"/>
                </a:cxn>
                <a:cxn ang="0">
                  <a:pos x="110" y="273"/>
                </a:cxn>
                <a:cxn ang="0">
                  <a:pos x="128" y="250"/>
                </a:cxn>
                <a:cxn ang="0">
                  <a:pos x="145" y="225"/>
                </a:cxn>
                <a:cxn ang="0">
                  <a:pos x="145" y="225"/>
                </a:cxn>
                <a:cxn ang="0">
                  <a:pos x="179" y="171"/>
                </a:cxn>
                <a:cxn ang="0">
                  <a:pos x="213" y="116"/>
                </a:cxn>
                <a:cxn ang="0">
                  <a:pos x="246" y="63"/>
                </a:cxn>
                <a:cxn ang="0">
                  <a:pos x="281" y="9"/>
                </a:cxn>
                <a:cxn ang="0">
                  <a:pos x="281" y="9"/>
                </a:cxn>
                <a:cxn ang="0">
                  <a:pos x="283" y="6"/>
                </a:cxn>
                <a:cxn ang="0">
                  <a:pos x="281" y="4"/>
                </a:cxn>
                <a:cxn ang="0">
                  <a:pos x="281" y="2"/>
                </a:cxn>
                <a:cxn ang="0">
                  <a:pos x="279" y="1"/>
                </a:cxn>
                <a:cxn ang="0">
                  <a:pos x="275" y="0"/>
                </a:cxn>
                <a:cxn ang="0">
                  <a:pos x="273" y="1"/>
                </a:cxn>
                <a:cxn ang="0">
                  <a:pos x="271" y="2"/>
                </a:cxn>
                <a:cxn ang="0">
                  <a:pos x="271" y="2"/>
                </a:cxn>
              </a:cxnLst>
              <a:rect l="0" t="0" r="r" b="b"/>
              <a:pathLst>
                <a:path w="283" h="426">
                  <a:moveTo>
                    <a:pt x="271" y="2"/>
                  </a:moveTo>
                  <a:lnTo>
                    <a:pt x="271" y="2"/>
                  </a:lnTo>
                  <a:lnTo>
                    <a:pt x="236" y="59"/>
                  </a:lnTo>
                  <a:lnTo>
                    <a:pt x="200" y="115"/>
                  </a:lnTo>
                  <a:lnTo>
                    <a:pt x="165" y="172"/>
                  </a:lnTo>
                  <a:lnTo>
                    <a:pt x="130" y="229"/>
                  </a:lnTo>
                  <a:lnTo>
                    <a:pt x="130" y="229"/>
                  </a:lnTo>
                  <a:lnTo>
                    <a:pt x="113" y="252"/>
                  </a:lnTo>
                  <a:lnTo>
                    <a:pt x="96" y="274"/>
                  </a:lnTo>
                  <a:lnTo>
                    <a:pt x="59" y="320"/>
                  </a:lnTo>
                  <a:lnTo>
                    <a:pt x="42" y="344"/>
                  </a:lnTo>
                  <a:lnTo>
                    <a:pt x="26" y="367"/>
                  </a:lnTo>
                  <a:lnTo>
                    <a:pt x="12" y="392"/>
                  </a:lnTo>
                  <a:lnTo>
                    <a:pt x="0" y="418"/>
                  </a:lnTo>
                  <a:lnTo>
                    <a:pt x="0" y="418"/>
                  </a:lnTo>
                  <a:lnTo>
                    <a:pt x="0" y="421"/>
                  </a:lnTo>
                  <a:lnTo>
                    <a:pt x="0" y="423"/>
                  </a:lnTo>
                  <a:lnTo>
                    <a:pt x="3" y="425"/>
                  </a:lnTo>
                  <a:lnTo>
                    <a:pt x="4" y="426"/>
                  </a:lnTo>
                  <a:lnTo>
                    <a:pt x="8" y="425"/>
                  </a:lnTo>
                  <a:lnTo>
                    <a:pt x="11" y="423"/>
                  </a:lnTo>
                  <a:lnTo>
                    <a:pt x="12" y="422"/>
                  </a:lnTo>
                  <a:lnTo>
                    <a:pt x="12" y="422"/>
                  </a:lnTo>
                  <a:lnTo>
                    <a:pt x="17" y="408"/>
                  </a:lnTo>
                  <a:lnTo>
                    <a:pt x="24" y="395"/>
                  </a:lnTo>
                  <a:lnTo>
                    <a:pt x="38" y="369"/>
                  </a:lnTo>
                  <a:lnTo>
                    <a:pt x="55" y="344"/>
                  </a:lnTo>
                  <a:lnTo>
                    <a:pt x="72" y="320"/>
                  </a:lnTo>
                  <a:lnTo>
                    <a:pt x="110" y="273"/>
                  </a:lnTo>
                  <a:lnTo>
                    <a:pt x="128" y="250"/>
                  </a:lnTo>
                  <a:lnTo>
                    <a:pt x="145" y="225"/>
                  </a:lnTo>
                  <a:lnTo>
                    <a:pt x="145" y="225"/>
                  </a:lnTo>
                  <a:lnTo>
                    <a:pt x="179" y="171"/>
                  </a:lnTo>
                  <a:lnTo>
                    <a:pt x="213" y="116"/>
                  </a:lnTo>
                  <a:lnTo>
                    <a:pt x="246" y="63"/>
                  </a:lnTo>
                  <a:lnTo>
                    <a:pt x="281" y="9"/>
                  </a:lnTo>
                  <a:lnTo>
                    <a:pt x="281" y="9"/>
                  </a:lnTo>
                  <a:lnTo>
                    <a:pt x="283" y="6"/>
                  </a:lnTo>
                  <a:lnTo>
                    <a:pt x="281" y="4"/>
                  </a:lnTo>
                  <a:lnTo>
                    <a:pt x="281" y="2"/>
                  </a:lnTo>
                  <a:lnTo>
                    <a:pt x="279" y="1"/>
                  </a:lnTo>
                  <a:lnTo>
                    <a:pt x="275" y="0"/>
                  </a:lnTo>
                  <a:lnTo>
                    <a:pt x="273" y="1"/>
                  </a:lnTo>
                  <a:lnTo>
                    <a:pt x="271" y="2"/>
                  </a:lnTo>
                  <a:lnTo>
                    <a:pt x="271" y="2"/>
                  </a:lnTo>
                  <a:close/>
                </a:path>
              </a:pathLst>
            </a:custGeom>
            <a:ln>
              <a:solidFill>
                <a:schemeClr val="accent1">
                  <a:alpha val="35000"/>
                </a:schemeClr>
              </a:solidFill>
            </a:ln>
          </p:spPr>
          <p:style>
            <a:lnRef idx="0">
              <a:srgbClr val="FFFFFF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8" name="Freeform 529"/>
            <p:cNvSpPr/>
            <p:nvPr>
              <p:custDataLst>
                <p:tags r:id="rId11"/>
              </p:custDataLst>
            </p:nvPr>
          </p:nvSpPr>
          <p:spPr bwMode="auto">
            <a:xfrm>
              <a:off x="2517776" y="1982788"/>
              <a:ext cx="58738" cy="74613"/>
            </a:xfrm>
            <a:custGeom>
              <a:avLst/>
              <a:gdLst/>
              <a:ahLst/>
              <a:cxnLst>
                <a:cxn ang="0">
                  <a:pos x="138" y="1"/>
                </a:cxn>
                <a:cxn ang="0">
                  <a:pos x="138" y="1"/>
                </a:cxn>
                <a:cxn ang="0">
                  <a:pos x="128" y="9"/>
                </a:cxn>
                <a:cxn ang="0">
                  <a:pos x="120" y="18"/>
                </a:cxn>
                <a:cxn ang="0">
                  <a:pos x="104" y="38"/>
                </a:cxn>
                <a:cxn ang="0">
                  <a:pos x="90" y="59"/>
                </a:cxn>
                <a:cxn ang="0">
                  <a:pos x="77" y="80"/>
                </a:cxn>
                <a:cxn ang="0">
                  <a:pos x="77" y="80"/>
                </a:cxn>
                <a:cxn ang="0">
                  <a:pos x="66" y="93"/>
                </a:cxn>
                <a:cxn ang="0">
                  <a:pos x="56" y="106"/>
                </a:cxn>
                <a:cxn ang="0">
                  <a:pos x="35" y="133"/>
                </a:cxn>
                <a:cxn ang="0">
                  <a:pos x="35" y="133"/>
                </a:cxn>
                <a:cxn ang="0">
                  <a:pos x="26" y="144"/>
                </a:cxn>
                <a:cxn ang="0">
                  <a:pos x="17" y="154"/>
                </a:cxn>
                <a:cxn ang="0">
                  <a:pos x="7" y="165"/>
                </a:cxn>
                <a:cxn ang="0">
                  <a:pos x="0" y="177"/>
                </a:cxn>
                <a:cxn ang="0">
                  <a:pos x="0" y="177"/>
                </a:cxn>
                <a:cxn ang="0">
                  <a:pos x="0" y="179"/>
                </a:cxn>
                <a:cxn ang="0">
                  <a:pos x="0" y="182"/>
                </a:cxn>
                <a:cxn ang="0">
                  <a:pos x="2" y="184"/>
                </a:cxn>
                <a:cxn ang="0">
                  <a:pos x="5" y="186"/>
                </a:cxn>
                <a:cxn ang="0">
                  <a:pos x="6" y="186"/>
                </a:cxn>
                <a:cxn ang="0">
                  <a:pos x="9" y="184"/>
                </a:cxn>
                <a:cxn ang="0">
                  <a:pos x="10" y="183"/>
                </a:cxn>
                <a:cxn ang="0">
                  <a:pos x="10" y="183"/>
                </a:cxn>
                <a:cxn ang="0">
                  <a:pos x="15" y="173"/>
                </a:cxn>
                <a:cxn ang="0">
                  <a:pos x="23" y="165"/>
                </a:cxn>
                <a:cxn ang="0">
                  <a:pos x="31" y="157"/>
                </a:cxn>
                <a:cxn ang="0">
                  <a:pos x="39" y="148"/>
                </a:cxn>
                <a:cxn ang="0">
                  <a:pos x="39" y="148"/>
                </a:cxn>
                <a:cxn ang="0">
                  <a:pos x="60" y="119"/>
                </a:cxn>
                <a:cxn ang="0">
                  <a:pos x="81" y="93"/>
                </a:cxn>
                <a:cxn ang="0">
                  <a:pos x="81" y="93"/>
                </a:cxn>
                <a:cxn ang="0">
                  <a:pos x="96" y="71"/>
                </a:cxn>
                <a:cxn ang="0">
                  <a:pos x="111" y="48"/>
                </a:cxn>
                <a:cxn ang="0">
                  <a:pos x="119" y="38"/>
                </a:cxn>
                <a:cxn ang="0">
                  <a:pos x="126" y="27"/>
                </a:cxn>
                <a:cxn ang="0">
                  <a:pos x="136" y="18"/>
                </a:cxn>
                <a:cxn ang="0">
                  <a:pos x="146" y="9"/>
                </a:cxn>
                <a:cxn ang="0">
                  <a:pos x="146" y="9"/>
                </a:cxn>
                <a:cxn ang="0">
                  <a:pos x="147" y="7"/>
                </a:cxn>
                <a:cxn ang="0">
                  <a:pos x="147" y="5"/>
                </a:cxn>
                <a:cxn ang="0">
                  <a:pos x="147" y="3"/>
                </a:cxn>
                <a:cxn ang="0">
                  <a:pos x="146" y="1"/>
                </a:cxn>
                <a:cxn ang="0">
                  <a:pos x="142" y="0"/>
                </a:cxn>
                <a:cxn ang="0">
                  <a:pos x="140" y="0"/>
                </a:cxn>
                <a:cxn ang="0">
                  <a:pos x="138" y="1"/>
                </a:cxn>
                <a:cxn ang="0">
                  <a:pos x="138" y="1"/>
                </a:cxn>
              </a:cxnLst>
              <a:rect l="0" t="0" r="r" b="b"/>
              <a:pathLst>
                <a:path w="147" h="186">
                  <a:moveTo>
                    <a:pt x="138" y="1"/>
                  </a:moveTo>
                  <a:lnTo>
                    <a:pt x="138" y="1"/>
                  </a:lnTo>
                  <a:lnTo>
                    <a:pt x="128" y="9"/>
                  </a:lnTo>
                  <a:lnTo>
                    <a:pt x="120" y="18"/>
                  </a:lnTo>
                  <a:lnTo>
                    <a:pt x="104" y="38"/>
                  </a:lnTo>
                  <a:lnTo>
                    <a:pt x="90" y="59"/>
                  </a:lnTo>
                  <a:lnTo>
                    <a:pt x="77" y="80"/>
                  </a:lnTo>
                  <a:lnTo>
                    <a:pt x="77" y="80"/>
                  </a:lnTo>
                  <a:lnTo>
                    <a:pt x="66" y="93"/>
                  </a:lnTo>
                  <a:lnTo>
                    <a:pt x="56" y="106"/>
                  </a:lnTo>
                  <a:lnTo>
                    <a:pt x="35" y="133"/>
                  </a:lnTo>
                  <a:lnTo>
                    <a:pt x="35" y="133"/>
                  </a:lnTo>
                  <a:lnTo>
                    <a:pt x="26" y="144"/>
                  </a:lnTo>
                  <a:lnTo>
                    <a:pt x="17" y="154"/>
                  </a:lnTo>
                  <a:lnTo>
                    <a:pt x="7" y="165"/>
                  </a:lnTo>
                  <a:lnTo>
                    <a:pt x="0" y="177"/>
                  </a:lnTo>
                  <a:lnTo>
                    <a:pt x="0" y="177"/>
                  </a:lnTo>
                  <a:lnTo>
                    <a:pt x="0" y="179"/>
                  </a:lnTo>
                  <a:lnTo>
                    <a:pt x="0" y="182"/>
                  </a:lnTo>
                  <a:lnTo>
                    <a:pt x="2" y="184"/>
                  </a:lnTo>
                  <a:lnTo>
                    <a:pt x="5" y="186"/>
                  </a:lnTo>
                  <a:lnTo>
                    <a:pt x="6" y="186"/>
                  </a:lnTo>
                  <a:lnTo>
                    <a:pt x="9" y="184"/>
                  </a:lnTo>
                  <a:lnTo>
                    <a:pt x="10" y="183"/>
                  </a:lnTo>
                  <a:lnTo>
                    <a:pt x="10" y="183"/>
                  </a:lnTo>
                  <a:lnTo>
                    <a:pt x="15" y="173"/>
                  </a:lnTo>
                  <a:lnTo>
                    <a:pt x="23" y="165"/>
                  </a:lnTo>
                  <a:lnTo>
                    <a:pt x="31" y="157"/>
                  </a:lnTo>
                  <a:lnTo>
                    <a:pt x="39" y="148"/>
                  </a:lnTo>
                  <a:lnTo>
                    <a:pt x="39" y="148"/>
                  </a:lnTo>
                  <a:lnTo>
                    <a:pt x="60" y="119"/>
                  </a:lnTo>
                  <a:lnTo>
                    <a:pt x="81" y="93"/>
                  </a:lnTo>
                  <a:lnTo>
                    <a:pt x="81" y="93"/>
                  </a:lnTo>
                  <a:lnTo>
                    <a:pt x="96" y="71"/>
                  </a:lnTo>
                  <a:lnTo>
                    <a:pt x="111" y="48"/>
                  </a:lnTo>
                  <a:lnTo>
                    <a:pt x="119" y="38"/>
                  </a:lnTo>
                  <a:lnTo>
                    <a:pt x="126" y="27"/>
                  </a:lnTo>
                  <a:lnTo>
                    <a:pt x="136" y="18"/>
                  </a:lnTo>
                  <a:lnTo>
                    <a:pt x="146" y="9"/>
                  </a:lnTo>
                  <a:lnTo>
                    <a:pt x="146" y="9"/>
                  </a:lnTo>
                  <a:lnTo>
                    <a:pt x="147" y="7"/>
                  </a:lnTo>
                  <a:lnTo>
                    <a:pt x="147" y="5"/>
                  </a:lnTo>
                  <a:lnTo>
                    <a:pt x="147" y="3"/>
                  </a:lnTo>
                  <a:lnTo>
                    <a:pt x="146" y="1"/>
                  </a:lnTo>
                  <a:lnTo>
                    <a:pt x="142" y="0"/>
                  </a:lnTo>
                  <a:lnTo>
                    <a:pt x="140" y="0"/>
                  </a:lnTo>
                  <a:lnTo>
                    <a:pt x="138" y="1"/>
                  </a:lnTo>
                  <a:lnTo>
                    <a:pt x="138" y="1"/>
                  </a:lnTo>
                  <a:close/>
                </a:path>
              </a:pathLst>
            </a:custGeom>
            <a:ln>
              <a:solidFill>
                <a:schemeClr val="accent1">
                  <a:alpha val="35000"/>
                </a:schemeClr>
              </a:solidFill>
            </a:ln>
          </p:spPr>
          <p:style>
            <a:lnRef idx="0">
              <a:srgbClr val="FFFFFF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9" name="Freeform 530"/>
            <p:cNvSpPr/>
            <p:nvPr>
              <p:custDataLst>
                <p:tags r:id="rId12"/>
              </p:custDataLst>
            </p:nvPr>
          </p:nvSpPr>
          <p:spPr bwMode="auto">
            <a:xfrm>
              <a:off x="2454276" y="1998663"/>
              <a:ext cx="158750" cy="241300"/>
            </a:xfrm>
            <a:custGeom>
              <a:avLst/>
              <a:gdLst/>
              <a:ahLst/>
              <a:cxnLst>
                <a:cxn ang="0">
                  <a:pos x="388" y="4"/>
                </a:cxn>
                <a:cxn ang="0">
                  <a:pos x="382" y="17"/>
                </a:cxn>
                <a:cxn ang="0">
                  <a:pos x="374" y="29"/>
                </a:cxn>
                <a:cxn ang="0">
                  <a:pos x="348" y="73"/>
                </a:cxn>
                <a:cxn ang="0">
                  <a:pos x="294" y="156"/>
                </a:cxn>
                <a:cxn ang="0">
                  <a:pos x="181" y="323"/>
                </a:cxn>
                <a:cxn ang="0">
                  <a:pos x="158" y="362"/>
                </a:cxn>
                <a:cxn ang="0">
                  <a:pos x="112" y="439"/>
                </a:cxn>
                <a:cxn ang="0">
                  <a:pos x="87" y="477"/>
                </a:cxn>
                <a:cxn ang="0">
                  <a:pos x="39" y="549"/>
                </a:cxn>
                <a:cxn ang="0">
                  <a:pos x="18" y="575"/>
                </a:cxn>
                <a:cxn ang="0">
                  <a:pos x="0" y="604"/>
                </a:cxn>
                <a:cxn ang="0">
                  <a:pos x="0" y="607"/>
                </a:cxn>
                <a:cxn ang="0">
                  <a:pos x="2" y="611"/>
                </a:cxn>
                <a:cxn ang="0">
                  <a:pos x="7" y="611"/>
                </a:cxn>
                <a:cxn ang="0">
                  <a:pos x="11" y="608"/>
                </a:cxn>
                <a:cxn ang="0">
                  <a:pos x="15" y="599"/>
                </a:cxn>
                <a:cxn ang="0">
                  <a:pos x="31" y="577"/>
                </a:cxn>
                <a:cxn ang="0">
                  <a:pos x="55" y="547"/>
                </a:cxn>
                <a:cxn ang="0">
                  <a:pos x="78" y="511"/>
                </a:cxn>
                <a:cxn ang="0">
                  <a:pos x="103" y="476"/>
                </a:cxn>
                <a:cxn ang="0">
                  <a:pos x="128" y="437"/>
                </a:cxn>
                <a:cxn ang="0">
                  <a:pos x="174" y="358"/>
                </a:cxn>
                <a:cxn ang="0">
                  <a:pos x="198" y="320"/>
                </a:cxn>
                <a:cxn ang="0">
                  <a:pos x="310" y="152"/>
                </a:cxn>
                <a:cxn ang="0">
                  <a:pos x="363" y="69"/>
                </a:cxn>
                <a:cxn ang="0">
                  <a:pos x="383" y="39"/>
                </a:cxn>
                <a:cxn ang="0">
                  <a:pos x="397" y="14"/>
                </a:cxn>
                <a:cxn ang="0">
                  <a:pos x="400" y="6"/>
                </a:cxn>
                <a:cxn ang="0">
                  <a:pos x="399" y="1"/>
                </a:cxn>
                <a:cxn ang="0">
                  <a:pos x="391" y="0"/>
                </a:cxn>
                <a:cxn ang="0">
                  <a:pos x="388" y="4"/>
                </a:cxn>
              </a:cxnLst>
              <a:rect l="0" t="0" r="r" b="b"/>
              <a:pathLst>
                <a:path w="400" h="611">
                  <a:moveTo>
                    <a:pt x="388" y="4"/>
                  </a:moveTo>
                  <a:lnTo>
                    <a:pt x="388" y="4"/>
                  </a:lnTo>
                  <a:lnTo>
                    <a:pt x="386" y="10"/>
                  </a:lnTo>
                  <a:lnTo>
                    <a:pt x="382" y="17"/>
                  </a:lnTo>
                  <a:lnTo>
                    <a:pt x="374" y="29"/>
                  </a:lnTo>
                  <a:lnTo>
                    <a:pt x="374" y="29"/>
                  </a:lnTo>
                  <a:lnTo>
                    <a:pt x="348" y="73"/>
                  </a:lnTo>
                  <a:lnTo>
                    <a:pt x="348" y="73"/>
                  </a:lnTo>
                  <a:lnTo>
                    <a:pt x="321" y="115"/>
                  </a:lnTo>
                  <a:lnTo>
                    <a:pt x="294" y="156"/>
                  </a:lnTo>
                  <a:lnTo>
                    <a:pt x="294" y="156"/>
                  </a:lnTo>
                  <a:lnTo>
                    <a:pt x="181" y="323"/>
                  </a:lnTo>
                  <a:lnTo>
                    <a:pt x="181" y="323"/>
                  </a:lnTo>
                  <a:lnTo>
                    <a:pt x="158" y="362"/>
                  </a:lnTo>
                  <a:lnTo>
                    <a:pt x="136" y="401"/>
                  </a:lnTo>
                  <a:lnTo>
                    <a:pt x="112" y="439"/>
                  </a:lnTo>
                  <a:lnTo>
                    <a:pt x="87" y="477"/>
                  </a:lnTo>
                  <a:lnTo>
                    <a:pt x="87" y="477"/>
                  </a:lnTo>
                  <a:lnTo>
                    <a:pt x="62" y="513"/>
                  </a:lnTo>
                  <a:lnTo>
                    <a:pt x="39" y="549"/>
                  </a:lnTo>
                  <a:lnTo>
                    <a:pt x="39" y="549"/>
                  </a:lnTo>
                  <a:lnTo>
                    <a:pt x="18" y="575"/>
                  </a:lnTo>
                  <a:lnTo>
                    <a:pt x="7" y="590"/>
                  </a:lnTo>
                  <a:lnTo>
                    <a:pt x="0" y="604"/>
                  </a:lnTo>
                  <a:lnTo>
                    <a:pt x="0" y="604"/>
                  </a:lnTo>
                  <a:lnTo>
                    <a:pt x="0" y="607"/>
                  </a:lnTo>
                  <a:lnTo>
                    <a:pt x="1" y="609"/>
                  </a:lnTo>
                  <a:lnTo>
                    <a:pt x="2" y="611"/>
                  </a:lnTo>
                  <a:lnTo>
                    <a:pt x="4" y="611"/>
                  </a:lnTo>
                  <a:lnTo>
                    <a:pt x="7" y="611"/>
                  </a:lnTo>
                  <a:lnTo>
                    <a:pt x="10" y="609"/>
                  </a:lnTo>
                  <a:lnTo>
                    <a:pt x="11" y="608"/>
                  </a:lnTo>
                  <a:lnTo>
                    <a:pt x="11" y="608"/>
                  </a:lnTo>
                  <a:lnTo>
                    <a:pt x="15" y="599"/>
                  </a:lnTo>
                  <a:lnTo>
                    <a:pt x="19" y="591"/>
                  </a:lnTo>
                  <a:lnTo>
                    <a:pt x="31" y="577"/>
                  </a:lnTo>
                  <a:lnTo>
                    <a:pt x="43" y="561"/>
                  </a:lnTo>
                  <a:lnTo>
                    <a:pt x="55" y="547"/>
                  </a:lnTo>
                  <a:lnTo>
                    <a:pt x="55" y="547"/>
                  </a:lnTo>
                  <a:lnTo>
                    <a:pt x="78" y="511"/>
                  </a:lnTo>
                  <a:lnTo>
                    <a:pt x="103" y="476"/>
                  </a:lnTo>
                  <a:lnTo>
                    <a:pt x="103" y="476"/>
                  </a:lnTo>
                  <a:lnTo>
                    <a:pt x="116" y="456"/>
                  </a:lnTo>
                  <a:lnTo>
                    <a:pt x="128" y="437"/>
                  </a:lnTo>
                  <a:lnTo>
                    <a:pt x="151" y="397"/>
                  </a:lnTo>
                  <a:lnTo>
                    <a:pt x="174" y="358"/>
                  </a:lnTo>
                  <a:lnTo>
                    <a:pt x="198" y="320"/>
                  </a:lnTo>
                  <a:lnTo>
                    <a:pt x="198" y="320"/>
                  </a:lnTo>
                  <a:lnTo>
                    <a:pt x="310" y="152"/>
                  </a:lnTo>
                  <a:lnTo>
                    <a:pt x="310" y="152"/>
                  </a:lnTo>
                  <a:lnTo>
                    <a:pt x="337" y="111"/>
                  </a:lnTo>
                  <a:lnTo>
                    <a:pt x="363" y="69"/>
                  </a:lnTo>
                  <a:lnTo>
                    <a:pt x="363" y="69"/>
                  </a:lnTo>
                  <a:lnTo>
                    <a:pt x="383" y="39"/>
                  </a:lnTo>
                  <a:lnTo>
                    <a:pt x="393" y="22"/>
                  </a:lnTo>
                  <a:lnTo>
                    <a:pt x="397" y="14"/>
                  </a:lnTo>
                  <a:lnTo>
                    <a:pt x="400" y="6"/>
                  </a:lnTo>
                  <a:lnTo>
                    <a:pt x="400" y="6"/>
                  </a:lnTo>
                  <a:lnTo>
                    <a:pt x="400" y="4"/>
                  </a:lnTo>
                  <a:lnTo>
                    <a:pt x="399" y="1"/>
                  </a:lnTo>
                  <a:lnTo>
                    <a:pt x="395" y="0"/>
                  </a:lnTo>
                  <a:lnTo>
                    <a:pt x="391" y="0"/>
                  </a:lnTo>
                  <a:lnTo>
                    <a:pt x="389" y="1"/>
                  </a:lnTo>
                  <a:lnTo>
                    <a:pt x="388" y="4"/>
                  </a:lnTo>
                  <a:lnTo>
                    <a:pt x="388" y="4"/>
                  </a:lnTo>
                  <a:close/>
                </a:path>
              </a:pathLst>
            </a:custGeom>
            <a:ln>
              <a:solidFill>
                <a:schemeClr val="accent1">
                  <a:alpha val="35000"/>
                </a:schemeClr>
              </a:solidFill>
            </a:ln>
          </p:spPr>
          <p:style>
            <a:lnRef idx="0">
              <a:srgbClr val="FFFFFF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20" name="Freeform 531"/>
            <p:cNvSpPr/>
            <p:nvPr>
              <p:custDataLst>
                <p:tags r:id="rId13"/>
              </p:custDataLst>
            </p:nvPr>
          </p:nvSpPr>
          <p:spPr bwMode="auto">
            <a:xfrm>
              <a:off x="2509838" y="2046288"/>
              <a:ext cx="133350" cy="195263"/>
            </a:xfrm>
            <a:custGeom>
              <a:avLst/>
              <a:gdLst/>
              <a:ahLst/>
              <a:cxnLst>
                <a:cxn ang="0">
                  <a:pos x="328" y="2"/>
                </a:cxn>
                <a:cxn ang="0">
                  <a:pos x="328" y="2"/>
                </a:cxn>
                <a:cxn ang="0">
                  <a:pos x="307" y="31"/>
                </a:cxn>
                <a:cxn ang="0">
                  <a:pos x="286" y="60"/>
                </a:cxn>
                <a:cxn ang="0">
                  <a:pos x="246" y="120"/>
                </a:cxn>
                <a:cxn ang="0">
                  <a:pos x="207" y="180"/>
                </a:cxn>
                <a:cxn ang="0">
                  <a:pos x="167" y="240"/>
                </a:cxn>
                <a:cxn ang="0">
                  <a:pos x="167" y="240"/>
                </a:cxn>
                <a:cxn ang="0">
                  <a:pos x="123" y="304"/>
                </a:cxn>
                <a:cxn ang="0">
                  <a:pos x="78" y="367"/>
                </a:cxn>
                <a:cxn ang="0">
                  <a:pos x="78" y="367"/>
                </a:cxn>
                <a:cxn ang="0">
                  <a:pos x="58" y="394"/>
                </a:cxn>
                <a:cxn ang="0">
                  <a:pos x="39" y="423"/>
                </a:cxn>
                <a:cxn ang="0">
                  <a:pos x="1" y="481"/>
                </a:cxn>
                <a:cxn ang="0">
                  <a:pos x="1" y="481"/>
                </a:cxn>
                <a:cxn ang="0">
                  <a:pos x="0" y="483"/>
                </a:cxn>
                <a:cxn ang="0">
                  <a:pos x="0" y="486"/>
                </a:cxn>
                <a:cxn ang="0">
                  <a:pos x="3" y="489"/>
                </a:cxn>
                <a:cxn ang="0">
                  <a:pos x="7" y="490"/>
                </a:cxn>
                <a:cxn ang="0">
                  <a:pos x="9" y="489"/>
                </a:cxn>
                <a:cxn ang="0">
                  <a:pos x="10" y="487"/>
                </a:cxn>
                <a:cxn ang="0">
                  <a:pos x="10" y="487"/>
                </a:cxn>
                <a:cxn ang="0">
                  <a:pos x="46" y="434"/>
                </a:cxn>
                <a:cxn ang="0">
                  <a:pos x="63" y="408"/>
                </a:cxn>
                <a:cxn ang="0">
                  <a:pos x="81" y="381"/>
                </a:cxn>
                <a:cxn ang="0">
                  <a:pos x="81" y="381"/>
                </a:cxn>
                <a:cxn ang="0">
                  <a:pos x="127" y="319"/>
                </a:cxn>
                <a:cxn ang="0">
                  <a:pos x="171" y="256"/>
                </a:cxn>
                <a:cxn ang="0">
                  <a:pos x="171" y="256"/>
                </a:cxn>
                <a:cxn ang="0">
                  <a:pos x="212" y="193"/>
                </a:cxn>
                <a:cxn ang="0">
                  <a:pos x="252" y="130"/>
                </a:cxn>
                <a:cxn ang="0">
                  <a:pos x="294" y="68"/>
                </a:cxn>
                <a:cxn ang="0">
                  <a:pos x="317" y="37"/>
                </a:cxn>
                <a:cxn ang="0">
                  <a:pos x="337" y="7"/>
                </a:cxn>
                <a:cxn ang="0">
                  <a:pos x="337" y="7"/>
                </a:cxn>
                <a:cxn ang="0">
                  <a:pos x="339" y="5"/>
                </a:cxn>
                <a:cxn ang="0">
                  <a:pos x="339" y="3"/>
                </a:cxn>
                <a:cxn ang="0">
                  <a:pos x="337" y="2"/>
                </a:cxn>
                <a:cxn ang="0">
                  <a:pos x="336" y="0"/>
                </a:cxn>
                <a:cxn ang="0">
                  <a:pos x="332" y="0"/>
                </a:cxn>
                <a:cxn ang="0">
                  <a:pos x="330" y="0"/>
                </a:cxn>
                <a:cxn ang="0">
                  <a:pos x="328" y="2"/>
                </a:cxn>
                <a:cxn ang="0">
                  <a:pos x="328" y="2"/>
                </a:cxn>
              </a:cxnLst>
              <a:rect l="0" t="0" r="r" b="b"/>
              <a:pathLst>
                <a:path w="339" h="490">
                  <a:moveTo>
                    <a:pt x="328" y="2"/>
                  </a:moveTo>
                  <a:lnTo>
                    <a:pt x="328" y="2"/>
                  </a:lnTo>
                  <a:lnTo>
                    <a:pt x="307" y="31"/>
                  </a:lnTo>
                  <a:lnTo>
                    <a:pt x="286" y="60"/>
                  </a:lnTo>
                  <a:lnTo>
                    <a:pt x="246" y="120"/>
                  </a:lnTo>
                  <a:lnTo>
                    <a:pt x="207" y="180"/>
                  </a:lnTo>
                  <a:lnTo>
                    <a:pt x="167" y="240"/>
                  </a:lnTo>
                  <a:lnTo>
                    <a:pt x="167" y="240"/>
                  </a:lnTo>
                  <a:lnTo>
                    <a:pt x="123" y="304"/>
                  </a:lnTo>
                  <a:lnTo>
                    <a:pt x="78" y="367"/>
                  </a:lnTo>
                  <a:lnTo>
                    <a:pt x="78" y="367"/>
                  </a:lnTo>
                  <a:lnTo>
                    <a:pt x="58" y="394"/>
                  </a:lnTo>
                  <a:lnTo>
                    <a:pt x="39" y="423"/>
                  </a:lnTo>
                  <a:lnTo>
                    <a:pt x="1" y="481"/>
                  </a:lnTo>
                  <a:lnTo>
                    <a:pt x="1" y="481"/>
                  </a:lnTo>
                  <a:lnTo>
                    <a:pt x="0" y="483"/>
                  </a:lnTo>
                  <a:lnTo>
                    <a:pt x="0" y="486"/>
                  </a:lnTo>
                  <a:lnTo>
                    <a:pt x="3" y="489"/>
                  </a:lnTo>
                  <a:lnTo>
                    <a:pt x="7" y="490"/>
                  </a:lnTo>
                  <a:lnTo>
                    <a:pt x="9" y="489"/>
                  </a:lnTo>
                  <a:lnTo>
                    <a:pt x="10" y="487"/>
                  </a:lnTo>
                  <a:lnTo>
                    <a:pt x="10" y="487"/>
                  </a:lnTo>
                  <a:lnTo>
                    <a:pt x="46" y="434"/>
                  </a:lnTo>
                  <a:lnTo>
                    <a:pt x="63" y="408"/>
                  </a:lnTo>
                  <a:lnTo>
                    <a:pt x="81" y="381"/>
                  </a:lnTo>
                  <a:lnTo>
                    <a:pt x="81" y="381"/>
                  </a:lnTo>
                  <a:lnTo>
                    <a:pt x="127" y="319"/>
                  </a:lnTo>
                  <a:lnTo>
                    <a:pt x="171" y="256"/>
                  </a:lnTo>
                  <a:lnTo>
                    <a:pt x="171" y="256"/>
                  </a:lnTo>
                  <a:lnTo>
                    <a:pt x="212" y="193"/>
                  </a:lnTo>
                  <a:lnTo>
                    <a:pt x="252" y="130"/>
                  </a:lnTo>
                  <a:lnTo>
                    <a:pt x="294" y="68"/>
                  </a:lnTo>
                  <a:lnTo>
                    <a:pt x="317" y="37"/>
                  </a:lnTo>
                  <a:lnTo>
                    <a:pt x="337" y="7"/>
                  </a:lnTo>
                  <a:lnTo>
                    <a:pt x="337" y="7"/>
                  </a:lnTo>
                  <a:lnTo>
                    <a:pt x="339" y="5"/>
                  </a:lnTo>
                  <a:lnTo>
                    <a:pt x="339" y="3"/>
                  </a:lnTo>
                  <a:lnTo>
                    <a:pt x="337" y="2"/>
                  </a:lnTo>
                  <a:lnTo>
                    <a:pt x="336" y="0"/>
                  </a:lnTo>
                  <a:lnTo>
                    <a:pt x="332" y="0"/>
                  </a:lnTo>
                  <a:lnTo>
                    <a:pt x="330" y="0"/>
                  </a:lnTo>
                  <a:lnTo>
                    <a:pt x="328" y="2"/>
                  </a:lnTo>
                  <a:lnTo>
                    <a:pt x="328" y="2"/>
                  </a:lnTo>
                  <a:close/>
                </a:path>
              </a:pathLst>
            </a:custGeom>
            <a:ln>
              <a:solidFill>
                <a:schemeClr val="accent1">
                  <a:alpha val="35000"/>
                </a:schemeClr>
              </a:solidFill>
            </a:ln>
          </p:spPr>
          <p:style>
            <a:lnRef idx="0">
              <a:srgbClr val="FFFFFF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21" name="Freeform 532"/>
            <p:cNvSpPr/>
            <p:nvPr>
              <p:custDataLst>
                <p:tags r:id="rId14"/>
              </p:custDataLst>
            </p:nvPr>
          </p:nvSpPr>
          <p:spPr bwMode="auto">
            <a:xfrm>
              <a:off x="2527301" y="2079625"/>
              <a:ext cx="152400" cy="222250"/>
            </a:xfrm>
            <a:custGeom>
              <a:avLst/>
              <a:gdLst/>
              <a:ahLst/>
              <a:cxnLst>
                <a:cxn ang="0">
                  <a:pos x="374" y="3"/>
                </a:cxn>
                <a:cxn ang="0">
                  <a:pos x="374" y="3"/>
                </a:cxn>
                <a:cxn ang="0">
                  <a:pos x="362" y="16"/>
                </a:cxn>
                <a:cxn ang="0">
                  <a:pos x="349" y="31"/>
                </a:cxn>
                <a:cxn ang="0">
                  <a:pos x="327" y="61"/>
                </a:cxn>
                <a:cxn ang="0">
                  <a:pos x="306" y="93"/>
                </a:cxn>
                <a:cxn ang="0">
                  <a:pos x="285" y="124"/>
                </a:cxn>
                <a:cxn ang="0">
                  <a:pos x="285" y="124"/>
                </a:cxn>
                <a:cxn ang="0">
                  <a:pos x="259" y="162"/>
                </a:cxn>
                <a:cxn ang="0">
                  <a:pos x="235" y="200"/>
                </a:cxn>
                <a:cxn ang="0">
                  <a:pos x="212" y="239"/>
                </a:cxn>
                <a:cxn ang="0">
                  <a:pos x="188" y="277"/>
                </a:cxn>
                <a:cxn ang="0">
                  <a:pos x="188" y="277"/>
                </a:cxn>
                <a:cxn ang="0">
                  <a:pos x="165" y="315"/>
                </a:cxn>
                <a:cxn ang="0">
                  <a:pos x="140" y="353"/>
                </a:cxn>
                <a:cxn ang="0">
                  <a:pos x="114" y="390"/>
                </a:cxn>
                <a:cxn ang="0">
                  <a:pos x="99" y="407"/>
                </a:cxn>
                <a:cxn ang="0">
                  <a:pos x="85" y="424"/>
                </a:cxn>
                <a:cxn ang="0">
                  <a:pos x="85" y="424"/>
                </a:cxn>
                <a:cxn ang="0">
                  <a:pos x="60" y="454"/>
                </a:cxn>
                <a:cxn ang="0">
                  <a:pos x="39" y="485"/>
                </a:cxn>
                <a:cxn ang="0">
                  <a:pos x="18" y="518"/>
                </a:cxn>
                <a:cxn ang="0">
                  <a:pos x="1" y="552"/>
                </a:cxn>
                <a:cxn ang="0">
                  <a:pos x="1" y="552"/>
                </a:cxn>
                <a:cxn ang="0">
                  <a:pos x="0" y="554"/>
                </a:cxn>
                <a:cxn ang="0">
                  <a:pos x="0" y="556"/>
                </a:cxn>
                <a:cxn ang="0">
                  <a:pos x="2" y="560"/>
                </a:cxn>
                <a:cxn ang="0">
                  <a:pos x="6" y="560"/>
                </a:cxn>
                <a:cxn ang="0">
                  <a:pos x="9" y="560"/>
                </a:cxn>
                <a:cxn ang="0">
                  <a:pos x="10" y="557"/>
                </a:cxn>
                <a:cxn ang="0">
                  <a:pos x="10" y="557"/>
                </a:cxn>
                <a:cxn ang="0">
                  <a:pos x="30" y="522"/>
                </a:cxn>
                <a:cxn ang="0">
                  <a:pos x="51" y="488"/>
                </a:cxn>
                <a:cxn ang="0">
                  <a:pos x="74" y="456"/>
                </a:cxn>
                <a:cxn ang="0">
                  <a:pos x="99" y="425"/>
                </a:cxn>
                <a:cxn ang="0">
                  <a:pos x="99" y="425"/>
                </a:cxn>
                <a:cxn ang="0">
                  <a:pos x="112" y="411"/>
                </a:cxn>
                <a:cxn ang="0">
                  <a:pos x="123" y="395"/>
                </a:cxn>
                <a:cxn ang="0">
                  <a:pos x="145" y="365"/>
                </a:cxn>
                <a:cxn ang="0">
                  <a:pos x="187" y="301"/>
                </a:cxn>
                <a:cxn ang="0">
                  <a:pos x="187" y="301"/>
                </a:cxn>
                <a:cxn ang="0">
                  <a:pos x="210" y="265"/>
                </a:cxn>
                <a:cxn ang="0">
                  <a:pos x="233" y="229"/>
                </a:cxn>
                <a:cxn ang="0">
                  <a:pos x="277" y="157"/>
                </a:cxn>
                <a:cxn ang="0">
                  <a:pos x="277" y="157"/>
                </a:cxn>
                <a:cxn ang="0">
                  <a:pos x="301" y="120"/>
                </a:cxn>
                <a:cxn ang="0">
                  <a:pos x="325" y="86"/>
                </a:cxn>
                <a:cxn ang="0">
                  <a:pos x="325" y="86"/>
                </a:cxn>
                <a:cxn ang="0">
                  <a:pos x="352" y="47"/>
                </a:cxn>
                <a:cxn ang="0">
                  <a:pos x="366" y="27"/>
                </a:cxn>
                <a:cxn ang="0">
                  <a:pos x="383" y="10"/>
                </a:cxn>
                <a:cxn ang="0">
                  <a:pos x="383" y="10"/>
                </a:cxn>
                <a:cxn ang="0">
                  <a:pos x="384" y="8"/>
                </a:cxn>
                <a:cxn ang="0">
                  <a:pos x="384" y="6"/>
                </a:cxn>
                <a:cxn ang="0">
                  <a:pos x="382" y="3"/>
                </a:cxn>
                <a:cxn ang="0">
                  <a:pos x="379" y="0"/>
                </a:cxn>
                <a:cxn ang="0">
                  <a:pos x="376" y="1"/>
                </a:cxn>
                <a:cxn ang="0">
                  <a:pos x="374" y="3"/>
                </a:cxn>
                <a:cxn ang="0">
                  <a:pos x="374" y="3"/>
                </a:cxn>
              </a:cxnLst>
              <a:rect l="0" t="0" r="r" b="b"/>
              <a:pathLst>
                <a:path w="384" h="560">
                  <a:moveTo>
                    <a:pt x="374" y="3"/>
                  </a:moveTo>
                  <a:lnTo>
                    <a:pt x="374" y="3"/>
                  </a:lnTo>
                  <a:lnTo>
                    <a:pt x="362" y="16"/>
                  </a:lnTo>
                  <a:lnTo>
                    <a:pt x="349" y="31"/>
                  </a:lnTo>
                  <a:lnTo>
                    <a:pt x="327" y="61"/>
                  </a:lnTo>
                  <a:lnTo>
                    <a:pt x="306" y="93"/>
                  </a:lnTo>
                  <a:lnTo>
                    <a:pt x="285" y="124"/>
                  </a:lnTo>
                  <a:lnTo>
                    <a:pt x="285" y="124"/>
                  </a:lnTo>
                  <a:lnTo>
                    <a:pt x="259" y="162"/>
                  </a:lnTo>
                  <a:lnTo>
                    <a:pt x="235" y="200"/>
                  </a:lnTo>
                  <a:lnTo>
                    <a:pt x="212" y="239"/>
                  </a:lnTo>
                  <a:lnTo>
                    <a:pt x="188" y="277"/>
                  </a:lnTo>
                  <a:lnTo>
                    <a:pt x="188" y="277"/>
                  </a:lnTo>
                  <a:lnTo>
                    <a:pt x="165" y="315"/>
                  </a:lnTo>
                  <a:lnTo>
                    <a:pt x="140" y="353"/>
                  </a:lnTo>
                  <a:lnTo>
                    <a:pt x="114" y="390"/>
                  </a:lnTo>
                  <a:lnTo>
                    <a:pt x="99" y="407"/>
                  </a:lnTo>
                  <a:lnTo>
                    <a:pt x="85" y="424"/>
                  </a:lnTo>
                  <a:lnTo>
                    <a:pt x="85" y="424"/>
                  </a:lnTo>
                  <a:lnTo>
                    <a:pt x="60" y="454"/>
                  </a:lnTo>
                  <a:lnTo>
                    <a:pt x="39" y="485"/>
                  </a:lnTo>
                  <a:lnTo>
                    <a:pt x="18" y="518"/>
                  </a:lnTo>
                  <a:lnTo>
                    <a:pt x="1" y="552"/>
                  </a:lnTo>
                  <a:lnTo>
                    <a:pt x="1" y="552"/>
                  </a:lnTo>
                  <a:lnTo>
                    <a:pt x="0" y="554"/>
                  </a:lnTo>
                  <a:lnTo>
                    <a:pt x="0" y="556"/>
                  </a:lnTo>
                  <a:lnTo>
                    <a:pt x="2" y="560"/>
                  </a:lnTo>
                  <a:lnTo>
                    <a:pt x="6" y="560"/>
                  </a:lnTo>
                  <a:lnTo>
                    <a:pt x="9" y="560"/>
                  </a:lnTo>
                  <a:lnTo>
                    <a:pt x="10" y="557"/>
                  </a:lnTo>
                  <a:lnTo>
                    <a:pt x="10" y="557"/>
                  </a:lnTo>
                  <a:lnTo>
                    <a:pt x="30" y="522"/>
                  </a:lnTo>
                  <a:lnTo>
                    <a:pt x="51" y="488"/>
                  </a:lnTo>
                  <a:lnTo>
                    <a:pt x="74" y="456"/>
                  </a:lnTo>
                  <a:lnTo>
                    <a:pt x="99" y="425"/>
                  </a:lnTo>
                  <a:lnTo>
                    <a:pt x="99" y="425"/>
                  </a:lnTo>
                  <a:lnTo>
                    <a:pt x="112" y="411"/>
                  </a:lnTo>
                  <a:lnTo>
                    <a:pt x="123" y="395"/>
                  </a:lnTo>
                  <a:lnTo>
                    <a:pt x="145" y="365"/>
                  </a:lnTo>
                  <a:lnTo>
                    <a:pt x="187" y="301"/>
                  </a:lnTo>
                  <a:lnTo>
                    <a:pt x="187" y="301"/>
                  </a:lnTo>
                  <a:lnTo>
                    <a:pt x="210" y="265"/>
                  </a:lnTo>
                  <a:lnTo>
                    <a:pt x="233" y="229"/>
                  </a:lnTo>
                  <a:lnTo>
                    <a:pt x="277" y="157"/>
                  </a:lnTo>
                  <a:lnTo>
                    <a:pt x="277" y="157"/>
                  </a:lnTo>
                  <a:lnTo>
                    <a:pt x="301" y="120"/>
                  </a:lnTo>
                  <a:lnTo>
                    <a:pt x="325" y="86"/>
                  </a:lnTo>
                  <a:lnTo>
                    <a:pt x="325" y="86"/>
                  </a:lnTo>
                  <a:lnTo>
                    <a:pt x="352" y="47"/>
                  </a:lnTo>
                  <a:lnTo>
                    <a:pt x="366" y="27"/>
                  </a:lnTo>
                  <a:lnTo>
                    <a:pt x="383" y="10"/>
                  </a:lnTo>
                  <a:lnTo>
                    <a:pt x="383" y="10"/>
                  </a:lnTo>
                  <a:lnTo>
                    <a:pt x="384" y="8"/>
                  </a:lnTo>
                  <a:lnTo>
                    <a:pt x="384" y="6"/>
                  </a:lnTo>
                  <a:lnTo>
                    <a:pt x="382" y="3"/>
                  </a:lnTo>
                  <a:lnTo>
                    <a:pt x="379" y="0"/>
                  </a:lnTo>
                  <a:lnTo>
                    <a:pt x="376" y="1"/>
                  </a:lnTo>
                  <a:lnTo>
                    <a:pt x="374" y="3"/>
                  </a:lnTo>
                  <a:lnTo>
                    <a:pt x="374" y="3"/>
                  </a:lnTo>
                  <a:close/>
                </a:path>
              </a:pathLst>
            </a:custGeom>
            <a:ln>
              <a:solidFill>
                <a:schemeClr val="accent1">
                  <a:alpha val="35000"/>
                </a:schemeClr>
              </a:solidFill>
            </a:ln>
          </p:spPr>
          <p:style>
            <a:lnRef idx="0">
              <a:srgbClr val="FFFFFF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22" name="Freeform 533"/>
            <p:cNvSpPr/>
            <p:nvPr>
              <p:custDataLst>
                <p:tags r:id="rId15"/>
              </p:custDataLst>
            </p:nvPr>
          </p:nvSpPr>
          <p:spPr bwMode="auto">
            <a:xfrm>
              <a:off x="2546351" y="2112963"/>
              <a:ext cx="173038" cy="250825"/>
            </a:xfrm>
            <a:custGeom>
              <a:avLst/>
              <a:gdLst/>
              <a:ahLst/>
              <a:cxnLst>
                <a:cxn ang="0">
                  <a:pos x="427" y="2"/>
                </a:cxn>
                <a:cxn ang="0">
                  <a:pos x="374" y="77"/>
                </a:cxn>
                <a:cxn ang="0">
                  <a:pos x="324" y="154"/>
                </a:cxn>
                <a:cxn ang="0">
                  <a:pos x="204" y="327"/>
                </a:cxn>
                <a:cxn ang="0">
                  <a:pos x="179" y="364"/>
                </a:cxn>
                <a:cxn ang="0">
                  <a:pos x="154" y="402"/>
                </a:cxn>
                <a:cxn ang="0">
                  <a:pos x="134" y="427"/>
                </a:cxn>
                <a:cxn ang="0">
                  <a:pos x="129" y="436"/>
                </a:cxn>
                <a:cxn ang="0">
                  <a:pos x="107" y="476"/>
                </a:cxn>
                <a:cxn ang="0">
                  <a:pos x="91" y="497"/>
                </a:cxn>
                <a:cxn ang="0">
                  <a:pos x="58" y="536"/>
                </a:cxn>
                <a:cxn ang="0">
                  <a:pos x="43" y="557"/>
                </a:cxn>
                <a:cxn ang="0">
                  <a:pos x="11" y="597"/>
                </a:cxn>
                <a:cxn ang="0">
                  <a:pos x="2" y="616"/>
                </a:cxn>
                <a:cxn ang="0">
                  <a:pos x="0" y="625"/>
                </a:cxn>
                <a:cxn ang="0">
                  <a:pos x="1" y="629"/>
                </a:cxn>
                <a:cxn ang="0">
                  <a:pos x="6" y="631"/>
                </a:cxn>
                <a:cxn ang="0">
                  <a:pos x="10" y="630"/>
                </a:cxn>
                <a:cxn ang="0">
                  <a:pos x="10" y="627"/>
                </a:cxn>
                <a:cxn ang="0">
                  <a:pos x="19" y="609"/>
                </a:cxn>
                <a:cxn ang="0">
                  <a:pos x="32" y="592"/>
                </a:cxn>
                <a:cxn ang="0">
                  <a:pos x="54" y="561"/>
                </a:cxn>
                <a:cxn ang="0">
                  <a:pos x="62" y="550"/>
                </a:cxn>
                <a:cxn ang="0">
                  <a:pos x="90" y="518"/>
                </a:cxn>
                <a:cxn ang="0">
                  <a:pos x="116" y="482"/>
                </a:cxn>
                <a:cxn ang="0">
                  <a:pos x="137" y="448"/>
                </a:cxn>
                <a:cxn ang="0">
                  <a:pos x="158" y="415"/>
                </a:cxn>
                <a:cxn ang="0">
                  <a:pos x="174" y="395"/>
                </a:cxn>
                <a:cxn ang="0">
                  <a:pos x="214" y="332"/>
                </a:cxn>
                <a:cxn ang="0">
                  <a:pos x="268" y="253"/>
                </a:cxn>
                <a:cxn ang="0">
                  <a:pos x="323" y="176"/>
                </a:cxn>
                <a:cxn ang="0">
                  <a:pos x="378" y="92"/>
                </a:cxn>
                <a:cxn ang="0">
                  <a:pos x="421" y="30"/>
                </a:cxn>
                <a:cxn ang="0">
                  <a:pos x="435" y="10"/>
                </a:cxn>
                <a:cxn ang="0">
                  <a:pos x="436" y="6"/>
                </a:cxn>
                <a:cxn ang="0">
                  <a:pos x="433" y="1"/>
                </a:cxn>
                <a:cxn ang="0">
                  <a:pos x="429" y="1"/>
                </a:cxn>
                <a:cxn ang="0">
                  <a:pos x="427" y="2"/>
                </a:cxn>
              </a:cxnLst>
              <a:rect l="0" t="0" r="r" b="b"/>
              <a:pathLst>
                <a:path w="436" h="631">
                  <a:moveTo>
                    <a:pt x="427" y="2"/>
                  </a:moveTo>
                  <a:lnTo>
                    <a:pt x="427" y="2"/>
                  </a:lnTo>
                  <a:lnTo>
                    <a:pt x="400" y="39"/>
                  </a:lnTo>
                  <a:lnTo>
                    <a:pt x="374" y="77"/>
                  </a:lnTo>
                  <a:lnTo>
                    <a:pt x="324" y="154"/>
                  </a:lnTo>
                  <a:lnTo>
                    <a:pt x="324" y="154"/>
                  </a:lnTo>
                  <a:lnTo>
                    <a:pt x="264" y="240"/>
                  </a:lnTo>
                  <a:lnTo>
                    <a:pt x="204" y="327"/>
                  </a:lnTo>
                  <a:lnTo>
                    <a:pt x="204" y="327"/>
                  </a:lnTo>
                  <a:lnTo>
                    <a:pt x="179" y="364"/>
                  </a:lnTo>
                  <a:lnTo>
                    <a:pt x="154" y="402"/>
                  </a:lnTo>
                  <a:lnTo>
                    <a:pt x="154" y="402"/>
                  </a:lnTo>
                  <a:lnTo>
                    <a:pt x="141" y="419"/>
                  </a:lnTo>
                  <a:lnTo>
                    <a:pt x="134" y="427"/>
                  </a:lnTo>
                  <a:lnTo>
                    <a:pt x="129" y="436"/>
                  </a:lnTo>
                  <a:lnTo>
                    <a:pt x="129" y="436"/>
                  </a:lnTo>
                  <a:lnTo>
                    <a:pt x="119" y="457"/>
                  </a:lnTo>
                  <a:lnTo>
                    <a:pt x="107" y="476"/>
                  </a:lnTo>
                  <a:lnTo>
                    <a:pt x="107" y="476"/>
                  </a:lnTo>
                  <a:lnTo>
                    <a:pt x="91" y="497"/>
                  </a:lnTo>
                  <a:lnTo>
                    <a:pt x="74" y="516"/>
                  </a:lnTo>
                  <a:lnTo>
                    <a:pt x="58" y="536"/>
                  </a:lnTo>
                  <a:lnTo>
                    <a:pt x="43" y="557"/>
                  </a:lnTo>
                  <a:lnTo>
                    <a:pt x="43" y="557"/>
                  </a:lnTo>
                  <a:lnTo>
                    <a:pt x="17" y="588"/>
                  </a:lnTo>
                  <a:lnTo>
                    <a:pt x="11" y="597"/>
                  </a:lnTo>
                  <a:lnTo>
                    <a:pt x="6" y="606"/>
                  </a:lnTo>
                  <a:lnTo>
                    <a:pt x="2" y="616"/>
                  </a:lnTo>
                  <a:lnTo>
                    <a:pt x="0" y="625"/>
                  </a:lnTo>
                  <a:lnTo>
                    <a:pt x="0" y="625"/>
                  </a:lnTo>
                  <a:lnTo>
                    <a:pt x="0" y="627"/>
                  </a:lnTo>
                  <a:lnTo>
                    <a:pt x="1" y="629"/>
                  </a:lnTo>
                  <a:lnTo>
                    <a:pt x="5" y="631"/>
                  </a:lnTo>
                  <a:lnTo>
                    <a:pt x="6" y="631"/>
                  </a:lnTo>
                  <a:lnTo>
                    <a:pt x="9" y="631"/>
                  </a:lnTo>
                  <a:lnTo>
                    <a:pt x="10" y="630"/>
                  </a:lnTo>
                  <a:lnTo>
                    <a:pt x="10" y="627"/>
                  </a:lnTo>
                  <a:lnTo>
                    <a:pt x="10" y="627"/>
                  </a:lnTo>
                  <a:lnTo>
                    <a:pt x="14" y="618"/>
                  </a:lnTo>
                  <a:lnTo>
                    <a:pt x="19" y="609"/>
                  </a:lnTo>
                  <a:lnTo>
                    <a:pt x="32" y="592"/>
                  </a:lnTo>
                  <a:lnTo>
                    <a:pt x="32" y="592"/>
                  </a:lnTo>
                  <a:lnTo>
                    <a:pt x="47" y="570"/>
                  </a:lnTo>
                  <a:lnTo>
                    <a:pt x="54" y="561"/>
                  </a:lnTo>
                  <a:lnTo>
                    <a:pt x="62" y="550"/>
                  </a:lnTo>
                  <a:lnTo>
                    <a:pt x="62" y="550"/>
                  </a:lnTo>
                  <a:lnTo>
                    <a:pt x="77" y="535"/>
                  </a:lnTo>
                  <a:lnTo>
                    <a:pt x="90" y="518"/>
                  </a:lnTo>
                  <a:lnTo>
                    <a:pt x="116" y="482"/>
                  </a:lnTo>
                  <a:lnTo>
                    <a:pt x="116" y="482"/>
                  </a:lnTo>
                  <a:lnTo>
                    <a:pt x="128" y="465"/>
                  </a:lnTo>
                  <a:lnTo>
                    <a:pt x="137" y="448"/>
                  </a:lnTo>
                  <a:lnTo>
                    <a:pt x="147" y="431"/>
                  </a:lnTo>
                  <a:lnTo>
                    <a:pt x="158" y="415"/>
                  </a:lnTo>
                  <a:lnTo>
                    <a:pt x="158" y="415"/>
                  </a:lnTo>
                  <a:lnTo>
                    <a:pt x="174" y="395"/>
                  </a:lnTo>
                  <a:lnTo>
                    <a:pt x="187" y="374"/>
                  </a:lnTo>
                  <a:lnTo>
                    <a:pt x="214" y="332"/>
                  </a:lnTo>
                  <a:lnTo>
                    <a:pt x="214" y="332"/>
                  </a:lnTo>
                  <a:lnTo>
                    <a:pt x="268" y="253"/>
                  </a:lnTo>
                  <a:lnTo>
                    <a:pt x="323" y="176"/>
                  </a:lnTo>
                  <a:lnTo>
                    <a:pt x="323" y="176"/>
                  </a:lnTo>
                  <a:lnTo>
                    <a:pt x="350" y="134"/>
                  </a:lnTo>
                  <a:lnTo>
                    <a:pt x="378" y="92"/>
                  </a:lnTo>
                  <a:lnTo>
                    <a:pt x="406" y="51"/>
                  </a:lnTo>
                  <a:lnTo>
                    <a:pt x="421" y="30"/>
                  </a:lnTo>
                  <a:lnTo>
                    <a:pt x="435" y="10"/>
                  </a:lnTo>
                  <a:lnTo>
                    <a:pt x="435" y="10"/>
                  </a:lnTo>
                  <a:lnTo>
                    <a:pt x="436" y="7"/>
                  </a:lnTo>
                  <a:lnTo>
                    <a:pt x="436" y="6"/>
                  </a:lnTo>
                  <a:lnTo>
                    <a:pt x="435" y="2"/>
                  </a:lnTo>
                  <a:lnTo>
                    <a:pt x="433" y="1"/>
                  </a:lnTo>
                  <a:lnTo>
                    <a:pt x="431" y="0"/>
                  </a:lnTo>
                  <a:lnTo>
                    <a:pt x="429" y="1"/>
                  </a:lnTo>
                  <a:lnTo>
                    <a:pt x="427" y="2"/>
                  </a:lnTo>
                  <a:lnTo>
                    <a:pt x="427" y="2"/>
                  </a:lnTo>
                  <a:close/>
                </a:path>
              </a:pathLst>
            </a:custGeom>
            <a:ln>
              <a:solidFill>
                <a:schemeClr val="accent1">
                  <a:alpha val="35000"/>
                </a:schemeClr>
              </a:solidFill>
            </a:ln>
          </p:spPr>
          <p:style>
            <a:lnRef idx="0">
              <a:srgbClr val="FFFFFF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23" name="Freeform 534"/>
            <p:cNvSpPr/>
            <p:nvPr>
              <p:custDataLst>
                <p:tags r:id="rId16"/>
              </p:custDataLst>
            </p:nvPr>
          </p:nvSpPr>
          <p:spPr bwMode="auto">
            <a:xfrm>
              <a:off x="2122488" y="2501900"/>
              <a:ext cx="22225" cy="41275"/>
            </a:xfrm>
            <a:custGeom>
              <a:avLst/>
              <a:gdLst/>
              <a:ahLst/>
              <a:cxnLst>
                <a:cxn ang="0">
                  <a:pos x="42" y="6"/>
                </a:cxn>
                <a:cxn ang="0">
                  <a:pos x="42" y="6"/>
                </a:cxn>
                <a:cxn ang="0">
                  <a:pos x="40" y="17"/>
                </a:cxn>
                <a:cxn ang="0">
                  <a:pos x="36" y="27"/>
                </a:cxn>
                <a:cxn ang="0">
                  <a:pos x="29" y="36"/>
                </a:cxn>
                <a:cxn ang="0">
                  <a:pos x="23" y="46"/>
                </a:cxn>
                <a:cxn ang="0">
                  <a:pos x="23" y="46"/>
                </a:cxn>
                <a:cxn ang="0">
                  <a:pos x="16" y="57"/>
                </a:cxn>
                <a:cxn ang="0">
                  <a:pos x="10" y="69"/>
                </a:cxn>
                <a:cxn ang="0">
                  <a:pos x="4" y="82"/>
                </a:cxn>
                <a:cxn ang="0">
                  <a:pos x="0" y="95"/>
                </a:cxn>
                <a:cxn ang="0">
                  <a:pos x="0" y="95"/>
                </a:cxn>
                <a:cxn ang="0">
                  <a:pos x="0" y="98"/>
                </a:cxn>
                <a:cxn ang="0">
                  <a:pos x="2" y="100"/>
                </a:cxn>
                <a:cxn ang="0">
                  <a:pos x="4" y="102"/>
                </a:cxn>
                <a:cxn ang="0">
                  <a:pos x="10" y="102"/>
                </a:cxn>
                <a:cxn ang="0">
                  <a:pos x="11" y="100"/>
                </a:cxn>
                <a:cxn ang="0">
                  <a:pos x="12" y="99"/>
                </a:cxn>
                <a:cxn ang="0">
                  <a:pos x="12" y="99"/>
                </a:cxn>
                <a:cxn ang="0">
                  <a:pos x="16" y="83"/>
                </a:cxn>
                <a:cxn ang="0">
                  <a:pos x="23" y="70"/>
                </a:cxn>
                <a:cxn ang="0">
                  <a:pos x="29" y="56"/>
                </a:cxn>
                <a:cxn ang="0">
                  <a:pos x="38" y="43"/>
                </a:cxn>
                <a:cxn ang="0">
                  <a:pos x="38" y="43"/>
                </a:cxn>
                <a:cxn ang="0">
                  <a:pos x="44" y="35"/>
                </a:cxn>
                <a:cxn ang="0">
                  <a:pos x="49" y="26"/>
                </a:cxn>
                <a:cxn ang="0">
                  <a:pos x="51" y="15"/>
                </a:cxn>
                <a:cxn ang="0">
                  <a:pos x="54" y="6"/>
                </a:cxn>
                <a:cxn ang="0">
                  <a:pos x="54" y="6"/>
                </a:cxn>
                <a:cxn ang="0">
                  <a:pos x="54" y="4"/>
                </a:cxn>
                <a:cxn ang="0">
                  <a:pos x="53" y="1"/>
                </a:cxn>
                <a:cxn ang="0">
                  <a:pos x="50" y="1"/>
                </a:cxn>
                <a:cxn ang="0">
                  <a:pos x="49" y="0"/>
                </a:cxn>
                <a:cxn ang="0">
                  <a:pos x="45" y="1"/>
                </a:cxn>
                <a:cxn ang="0">
                  <a:pos x="44" y="4"/>
                </a:cxn>
                <a:cxn ang="0">
                  <a:pos x="42" y="6"/>
                </a:cxn>
                <a:cxn ang="0">
                  <a:pos x="42" y="6"/>
                </a:cxn>
              </a:cxnLst>
              <a:rect l="0" t="0" r="r" b="b"/>
              <a:pathLst>
                <a:path w="54" h="102">
                  <a:moveTo>
                    <a:pt x="42" y="6"/>
                  </a:moveTo>
                  <a:lnTo>
                    <a:pt x="42" y="6"/>
                  </a:lnTo>
                  <a:lnTo>
                    <a:pt x="40" y="17"/>
                  </a:lnTo>
                  <a:lnTo>
                    <a:pt x="36" y="27"/>
                  </a:lnTo>
                  <a:lnTo>
                    <a:pt x="29" y="36"/>
                  </a:lnTo>
                  <a:lnTo>
                    <a:pt x="23" y="46"/>
                  </a:lnTo>
                  <a:lnTo>
                    <a:pt x="23" y="46"/>
                  </a:lnTo>
                  <a:lnTo>
                    <a:pt x="16" y="57"/>
                  </a:lnTo>
                  <a:lnTo>
                    <a:pt x="10" y="69"/>
                  </a:lnTo>
                  <a:lnTo>
                    <a:pt x="4" y="82"/>
                  </a:lnTo>
                  <a:lnTo>
                    <a:pt x="0" y="95"/>
                  </a:lnTo>
                  <a:lnTo>
                    <a:pt x="0" y="95"/>
                  </a:lnTo>
                  <a:lnTo>
                    <a:pt x="0" y="98"/>
                  </a:lnTo>
                  <a:lnTo>
                    <a:pt x="2" y="100"/>
                  </a:lnTo>
                  <a:lnTo>
                    <a:pt x="4" y="102"/>
                  </a:lnTo>
                  <a:lnTo>
                    <a:pt x="10" y="102"/>
                  </a:lnTo>
                  <a:lnTo>
                    <a:pt x="11" y="100"/>
                  </a:lnTo>
                  <a:lnTo>
                    <a:pt x="12" y="99"/>
                  </a:lnTo>
                  <a:lnTo>
                    <a:pt x="12" y="99"/>
                  </a:lnTo>
                  <a:lnTo>
                    <a:pt x="16" y="83"/>
                  </a:lnTo>
                  <a:lnTo>
                    <a:pt x="23" y="70"/>
                  </a:lnTo>
                  <a:lnTo>
                    <a:pt x="29" y="56"/>
                  </a:lnTo>
                  <a:lnTo>
                    <a:pt x="38" y="43"/>
                  </a:lnTo>
                  <a:lnTo>
                    <a:pt x="38" y="43"/>
                  </a:lnTo>
                  <a:lnTo>
                    <a:pt x="44" y="35"/>
                  </a:lnTo>
                  <a:lnTo>
                    <a:pt x="49" y="26"/>
                  </a:lnTo>
                  <a:lnTo>
                    <a:pt x="51" y="15"/>
                  </a:lnTo>
                  <a:lnTo>
                    <a:pt x="54" y="6"/>
                  </a:lnTo>
                  <a:lnTo>
                    <a:pt x="54" y="6"/>
                  </a:lnTo>
                  <a:lnTo>
                    <a:pt x="54" y="4"/>
                  </a:lnTo>
                  <a:lnTo>
                    <a:pt x="53" y="1"/>
                  </a:lnTo>
                  <a:lnTo>
                    <a:pt x="50" y="1"/>
                  </a:lnTo>
                  <a:lnTo>
                    <a:pt x="49" y="0"/>
                  </a:lnTo>
                  <a:lnTo>
                    <a:pt x="45" y="1"/>
                  </a:lnTo>
                  <a:lnTo>
                    <a:pt x="44" y="4"/>
                  </a:lnTo>
                  <a:lnTo>
                    <a:pt x="42" y="6"/>
                  </a:lnTo>
                  <a:lnTo>
                    <a:pt x="42" y="6"/>
                  </a:lnTo>
                  <a:close/>
                </a:path>
              </a:pathLst>
            </a:custGeom>
            <a:ln>
              <a:solidFill>
                <a:schemeClr val="accent1">
                  <a:alpha val="35000"/>
                </a:schemeClr>
              </a:solidFill>
            </a:ln>
          </p:spPr>
          <p:style>
            <a:lnRef idx="0">
              <a:srgbClr val="FFFFFF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24" name="Freeform 535"/>
            <p:cNvSpPr/>
            <p:nvPr>
              <p:custDataLst>
                <p:tags r:id="rId17"/>
              </p:custDataLst>
            </p:nvPr>
          </p:nvSpPr>
          <p:spPr bwMode="auto">
            <a:xfrm>
              <a:off x="2152651" y="2535238"/>
              <a:ext cx="22225" cy="46038"/>
            </a:xfrm>
            <a:custGeom>
              <a:avLst/>
              <a:gdLst/>
              <a:ahLst/>
              <a:cxnLst>
                <a:cxn ang="0">
                  <a:pos x="46" y="2"/>
                </a:cxn>
                <a:cxn ang="0">
                  <a:pos x="46" y="2"/>
                </a:cxn>
                <a:cxn ang="0">
                  <a:pos x="43" y="17"/>
                </a:cxn>
                <a:cxn ang="0">
                  <a:pos x="38" y="29"/>
                </a:cxn>
                <a:cxn ang="0">
                  <a:pos x="26" y="55"/>
                </a:cxn>
                <a:cxn ang="0">
                  <a:pos x="2" y="104"/>
                </a:cxn>
                <a:cxn ang="0">
                  <a:pos x="2" y="104"/>
                </a:cxn>
                <a:cxn ang="0">
                  <a:pos x="0" y="107"/>
                </a:cxn>
                <a:cxn ang="0">
                  <a:pos x="2" y="108"/>
                </a:cxn>
                <a:cxn ang="0">
                  <a:pos x="4" y="112"/>
                </a:cxn>
                <a:cxn ang="0">
                  <a:pos x="8" y="114"/>
                </a:cxn>
                <a:cxn ang="0">
                  <a:pos x="9" y="112"/>
                </a:cxn>
                <a:cxn ang="0">
                  <a:pos x="11" y="110"/>
                </a:cxn>
                <a:cxn ang="0">
                  <a:pos x="11" y="110"/>
                </a:cxn>
                <a:cxn ang="0">
                  <a:pos x="37" y="59"/>
                </a:cxn>
                <a:cxn ang="0">
                  <a:pos x="49" y="32"/>
                </a:cxn>
                <a:cxn ang="0">
                  <a:pos x="54" y="19"/>
                </a:cxn>
                <a:cxn ang="0">
                  <a:pos x="58" y="6"/>
                </a:cxn>
                <a:cxn ang="0">
                  <a:pos x="58" y="6"/>
                </a:cxn>
                <a:cxn ang="0">
                  <a:pos x="58" y="4"/>
                </a:cxn>
                <a:cxn ang="0">
                  <a:pos x="57" y="1"/>
                </a:cxn>
                <a:cxn ang="0">
                  <a:pos x="54" y="0"/>
                </a:cxn>
                <a:cxn ang="0">
                  <a:pos x="49" y="0"/>
                </a:cxn>
                <a:cxn ang="0">
                  <a:pos x="47" y="1"/>
                </a:cxn>
                <a:cxn ang="0">
                  <a:pos x="46" y="2"/>
                </a:cxn>
                <a:cxn ang="0">
                  <a:pos x="46" y="2"/>
                </a:cxn>
              </a:cxnLst>
              <a:rect l="0" t="0" r="r" b="b"/>
              <a:pathLst>
                <a:path w="58" h="114">
                  <a:moveTo>
                    <a:pt x="46" y="2"/>
                  </a:moveTo>
                  <a:lnTo>
                    <a:pt x="46" y="2"/>
                  </a:lnTo>
                  <a:lnTo>
                    <a:pt x="43" y="17"/>
                  </a:lnTo>
                  <a:lnTo>
                    <a:pt x="38" y="29"/>
                  </a:lnTo>
                  <a:lnTo>
                    <a:pt x="26" y="55"/>
                  </a:lnTo>
                  <a:lnTo>
                    <a:pt x="2" y="104"/>
                  </a:lnTo>
                  <a:lnTo>
                    <a:pt x="2" y="104"/>
                  </a:lnTo>
                  <a:lnTo>
                    <a:pt x="0" y="107"/>
                  </a:lnTo>
                  <a:lnTo>
                    <a:pt x="2" y="108"/>
                  </a:lnTo>
                  <a:lnTo>
                    <a:pt x="4" y="112"/>
                  </a:lnTo>
                  <a:lnTo>
                    <a:pt x="8" y="114"/>
                  </a:lnTo>
                  <a:lnTo>
                    <a:pt x="9" y="112"/>
                  </a:lnTo>
                  <a:lnTo>
                    <a:pt x="11" y="110"/>
                  </a:lnTo>
                  <a:lnTo>
                    <a:pt x="11" y="110"/>
                  </a:lnTo>
                  <a:lnTo>
                    <a:pt x="37" y="59"/>
                  </a:lnTo>
                  <a:lnTo>
                    <a:pt x="49" y="32"/>
                  </a:lnTo>
                  <a:lnTo>
                    <a:pt x="54" y="19"/>
                  </a:lnTo>
                  <a:lnTo>
                    <a:pt x="58" y="6"/>
                  </a:lnTo>
                  <a:lnTo>
                    <a:pt x="58" y="6"/>
                  </a:lnTo>
                  <a:lnTo>
                    <a:pt x="58" y="4"/>
                  </a:lnTo>
                  <a:lnTo>
                    <a:pt x="57" y="1"/>
                  </a:lnTo>
                  <a:lnTo>
                    <a:pt x="54" y="0"/>
                  </a:lnTo>
                  <a:lnTo>
                    <a:pt x="49" y="0"/>
                  </a:lnTo>
                  <a:lnTo>
                    <a:pt x="47" y="1"/>
                  </a:lnTo>
                  <a:lnTo>
                    <a:pt x="46" y="2"/>
                  </a:lnTo>
                  <a:lnTo>
                    <a:pt x="46" y="2"/>
                  </a:lnTo>
                  <a:close/>
                </a:path>
              </a:pathLst>
            </a:custGeom>
            <a:ln>
              <a:solidFill>
                <a:schemeClr val="accent1">
                  <a:alpha val="35000"/>
                </a:schemeClr>
              </a:solidFill>
            </a:ln>
          </p:spPr>
          <p:style>
            <a:lnRef idx="0">
              <a:srgbClr val="FFFFFF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25" name="Freeform 536"/>
            <p:cNvSpPr/>
            <p:nvPr>
              <p:custDataLst>
                <p:tags r:id="rId18"/>
              </p:custDataLst>
            </p:nvPr>
          </p:nvSpPr>
          <p:spPr bwMode="auto">
            <a:xfrm>
              <a:off x="2176463" y="2573338"/>
              <a:ext cx="23813" cy="34925"/>
            </a:xfrm>
            <a:custGeom>
              <a:avLst/>
              <a:gdLst/>
              <a:ahLst/>
              <a:cxnLst>
                <a:cxn ang="0">
                  <a:pos x="51" y="1"/>
                </a:cxn>
                <a:cxn ang="0">
                  <a:pos x="51" y="1"/>
                </a:cxn>
                <a:cxn ang="0">
                  <a:pos x="35" y="20"/>
                </a:cxn>
                <a:cxn ang="0">
                  <a:pos x="22" y="38"/>
                </a:cxn>
                <a:cxn ang="0">
                  <a:pos x="10" y="57"/>
                </a:cxn>
                <a:cxn ang="0">
                  <a:pos x="0" y="78"/>
                </a:cxn>
                <a:cxn ang="0">
                  <a:pos x="0" y="78"/>
                </a:cxn>
                <a:cxn ang="0">
                  <a:pos x="0" y="81"/>
                </a:cxn>
                <a:cxn ang="0">
                  <a:pos x="0" y="84"/>
                </a:cxn>
                <a:cxn ang="0">
                  <a:pos x="4" y="86"/>
                </a:cxn>
                <a:cxn ang="0">
                  <a:pos x="5" y="88"/>
                </a:cxn>
                <a:cxn ang="0">
                  <a:pos x="8" y="88"/>
                </a:cxn>
                <a:cxn ang="0">
                  <a:pos x="9" y="86"/>
                </a:cxn>
                <a:cxn ang="0">
                  <a:pos x="10" y="85"/>
                </a:cxn>
                <a:cxn ang="0">
                  <a:pos x="10" y="85"/>
                </a:cxn>
                <a:cxn ang="0">
                  <a:pos x="19" y="64"/>
                </a:cxn>
                <a:cxn ang="0">
                  <a:pos x="31" y="44"/>
                </a:cxn>
                <a:cxn ang="0">
                  <a:pos x="44" y="26"/>
                </a:cxn>
                <a:cxn ang="0">
                  <a:pos x="59" y="9"/>
                </a:cxn>
                <a:cxn ang="0">
                  <a:pos x="59" y="9"/>
                </a:cxn>
                <a:cxn ang="0">
                  <a:pos x="60" y="8"/>
                </a:cxn>
                <a:cxn ang="0">
                  <a:pos x="60" y="5"/>
                </a:cxn>
                <a:cxn ang="0">
                  <a:pos x="59" y="1"/>
                </a:cxn>
                <a:cxn ang="0">
                  <a:pos x="55" y="0"/>
                </a:cxn>
                <a:cxn ang="0">
                  <a:pos x="53" y="0"/>
                </a:cxn>
                <a:cxn ang="0">
                  <a:pos x="51" y="1"/>
                </a:cxn>
                <a:cxn ang="0">
                  <a:pos x="51" y="1"/>
                </a:cxn>
              </a:cxnLst>
              <a:rect l="0" t="0" r="r" b="b"/>
              <a:pathLst>
                <a:path w="60" h="88">
                  <a:moveTo>
                    <a:pt x="51" y="1"/>
                  </a:moveTo>
                  <a:lnTo>
                    <a:pt x="51" y="1"/>
                  </a:lnTo>
                  <a:lnTo>
                    <a:pt x="35" y="20"/>
                  </a:lnTo>
                  <a:lnTo>
                    <a:pt x="22" y="38"/>
                  </a:lnTo>
                  <a:lnTo>
                    <a:pt x="10" y="57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81"/>
                  </a:lnTo>
                  <a:lnTo>
                    <a:pt x="0" y="84"/>
                  </a:lnTo>
                  <a:lnTo>
                    <a:pt x="4" y="86"/>
                  </a:lnTo>
                  <a:lnTo>
                    <a:pt x="5" y="88"/>
                  </a:lnTo>
                  <a:lnTo>
                    <a:pt x="8" y="88"/>
                  </a:lnTo>
                  <a:lnTo>
                    <a:pt x="9" y="86"/>
                  </a:lnTo>
                  <a:lnTo>
                    <a:pt x="10" y="85"/>
                  </a:lnTo>
                  <a:lnTo>
                    <a:pt x="10" y="85"/>
                  </a:lnTo>
                  <a:lnTo>
                    <a:pt x="19" y="64"/>
                  </a:lnTo>
                  <a:lnTo>
                    <a:pt x="31" y="44"/>
                  </a:lnTo>
                  <a:lnTo>
                    <a:pt x="44" y="26"/>
                  </a:lnTo>
                  <a:lnTo>
                    <a:pt x="59" y="9"/>
                  </a:lnTo>
                  <a:lnTo>
                    <a:pt x="59" y="9"/>
                  </a:lnTo>
                  <a:lnTo>
                    <a:pt x="60" y="8"/>
                  </a:lnTo>
                  <a:lnTo>
                    <a:pt x="60" y="5"/>
                  </a:lnTo>
                  <a:lnTo>
                    <a:pt x="59" y="1"/>
                  </a:lnTo>
                  <a:lnTo>
                    <a:pt x="55" y="0"/>
                  </a:lnTo>
                  <a:lnTo>
                    <a:pt x="53" y="0"/>
                  </a:lnTo>
                  <a:lnTo>
                    <a:pt x="51" y="1"/>
                  </a:lnTo>
                  <a:lnTo>
                    <a:pt x="51" y="1"/>
                  </a:lnTo>
                  <a:close/>
                </a:path>
              </a:pathLst>
            </a:custGeom>
            <a:ln>
              <a:solidFill>
                <a:schemeClr val="accent1">
                  <a:alpha val="35000"/>
                </a:schemeClr>
              </a:solidFill>
            </a:ln>
          </p:spPr>
          <p:style>
            <a:lnRef idx="0">
              <a:srgbClr val="FFFFFF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26" name="Freeform 537"/>
            <p:cNvSpPr/>
            <p:nvPr>
              <p:custDataLst>
                <p:tags r:id="rId19"/>
              </p:custDataLst>
            </p:nvPr>
          </p:nvSpPr>
          <p:spPr bwMode="auto">
            <a:xfrm>
              <a:off x="2200276" y="2609850"/>
              <a:ext cx="26988" cy="36513"/>
            </a:xfrm>
            <a:custGeom>
              <a:avLst/>
              <a:gdLst/>
              <a:ahLst/>
              <a:cxnLst>
                <a:cxn ang="0">
                  <a:pos x="59" y="2"/>
                </a:cxn>
                <a:cxn ang="0">
                  <a:pos x="59" y="2"/>
                </a:cxn>
                <a:cxn ang="0">
                  <a:pos x="50" y="11"/>
                </a:cxn>
                <a:cxn ang="0">
                  <a:pos x="42" y="21"/>
                </a:cxn>
                <a:cxn ang="0">
                  <a:pos x="28" y="42"/>
                </a:cxn>
                <a:cxn ang="0">
                  <a:pos x="16" y="65"/>
                </a:cxn>
                <a:cxn ang="0">
                  <a:pos x="1" y="87"/>
                </a:cxn>
                <a:cxn ang="0">
                  <a:pos x="1" y="87"/>
                </a:cxn>
                <a:cxn ang="0">
                  <a:pos x="0" y="89"/>
                </a:cxn>
                <a:cxn ang="0">
                  <a:pos x="0" y="91"/>
                </a:cxn>
                <a:cxn ang="0">
                  <a:pos x="1" y="93"/>
                </a:cxn>
                <a:cxn ang="0">
                  <a:pos x="3" y="95"/>
                </a:cxn>
                <a:cxn ang="0">
                  <a:pos x="8" y="95"/>
                </a:cxn>
                <a:cxn ang="0">
                  <a:pos x="9" y="95"/>
                </a:cxn>
                <a:cxn ang="0">
                  <a:pos x="12" y="92"/>
                </a:cxn>
                <a:cxn ang="0">
                  <a:pos x="12" y="92"/>
                </a:cxn>
                <a:cxn ang="0">
                  <a:pos x="25" y="71"/>
                </a:cxn>
                <a:cxn ang="0">
                  <a:pos x="37" y="49"/>
                </a:cxn>
                <a:cxn ang="0">
                  <a:pos x="51" y="29"/>
                </a:cxn>
                <a:cxn ang="0">
                  <a:pos x="59" y="19"/>
                </a:cxn>
                <a:cxn ang="0">
                  <a:pos x="68" y="10"/>
                </a:cxn>
                <a:cxn ang="0">
                  <a:pos x="68" y="10"/>
                </a:cxn>
                <a:cxn ang="0">
                  <a:pos x="69" y="8"/>
                </a:cxn>
                <a:cxn ang="0">
                  <a:pos x="69" y="6"/>
                </a:cxn>
                <a:cxn ang="0">
                  <a:pos x="68" y="2"/>
                </a:cxn>
                <a:cxn ang="0">
                  <a:pos x="64" y="0"/>
                </a:cxn>
                <a:cxn ang="0">
                  <a:pos x="62" y="0"/>
                </a:cxn>
                <a:cxn ang="0">
                  <a:pos x="59" y="2"/>
                </a:cxn>
                <a:cxn ang="0">
                  <a:pos x="59" y="2"/>
                </a:cxn>
              </a:cxnLst>
              <a:rect l="0" t="0" r="r" b="b"/>
              <a:pathLst>
                <a:path w="69" h="95">
                  <a:moveTo>
                    <a:pt x="59" y="2"/>
                  </a:moveTo>
                  <a:lnTo>
                    <a:pt x="59" y="2"/>
                  </a:lnTo>
                  <a:lnTo>
                    <a:pt x="50" y="11"/>
                  </a:lnTo>
                  <a:lnTo>
                    <a:pt x="42" y="21"/>
                  </a:lnTo>
                  <a:lnTo>
                    <a:pt x="28" y="42"/>
                  </a:lnTo>
                  <a:lnTo>
                    <a:pt x="16" y="65"/>
                  </a:lnTo>
                  <a:lnTo>
                    <a:pt x="1" y="87"/>
                  </a:lnTo>
                  <a:lnTo>
                    <a:pt x="1" y="87"/>
                  </a:lnTo>
                  <a:lnTo>
                    <a:pt x="0" y="89"/>
                  </a:lnTo>
                  <a:lnTo>
                    <a:pt x="0" y="91"/>
                  </a:lnTo>
                  <a:lnTo>
                    <a:pt x="1" y="93"/>
                  </a:lnTo>
                  <a:lnTo>
                    <a:pt x="3" y="95"/>
                  </a:lnTo>
                  <a:lnTo>
                    <a:pt x="8" y="95"/>
                  </a:lnTo>
                  <a:lnTo>
                    <a:pt x="9" y="95"/>
                  </a:lnTo>
                  <a:lnTo>
                    <a:pt x="12" y="92"/>
                  </a:lnTo>
                  <a:lnTo>
                    <a:pt x="12" y="92"/>
                  </a:lnTo>
                  <a:lnTo>
                    <a:pt x="25" y="71"/>
                  </a:lnTo>
                  <a:lnTo>
                    <a:pt x="37" y="49"/>
                  </a:lnTo>
                  <a:lnTo>
                    <a:pt x="51" y="29"/>
                  </a:lnTo>
                  <a:lnTo>
                    <a:pt x="59" y="19"/>
                  </a:lnTo>
                  <a:lnTo>
                    <a:pt x="68" y="10"/>
                  </a:lnTo>
                  <a:lnTo>
                    <a:pt x="68" y="10"/>
                  </a:lnTo>
                  <a:lnTo>
                    <a:pt x="69" y="8"/>
                  </a:lnTo>
                  <a:lnTo>
                    <a:pt x="69" y="6"/>
                  </a:lnTo>
                  <a:lnTo>
                    <a:pt x="68" y="2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59" y="2"/>
                  </a:lnTo>
                  <a:lnTo>
                    <a:pt x="59" y="2"/>
                  </a:lnTo>
                  <a:close/>
                </a:path>
              </a:pathLst>
            </a:custGeom>
            <a:ln>
              <a:solidFill>
                <a:schemeClr val="accent1">
                  <a:alpha val="35000"/>
                </a:schemeClr>
              </a:solidFill>
            </a:ln>
          </p:spPr>
          <p:style>
            <a:lnRef idx="0">
              <a:srgbClr val="FFFFFF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27" name="Freeform 538"/>
            <p:cNvSpPr/>
            <p:nvPr>
              <p:custDataLst>
                <p:tags r:id="rId20"/>
              </p:custDataLst>
            </p:nvPr>
          </p:nvSpPr>
          <p:spPr bwMode="auto">
            <a:xfrm>
              <a:off x="2228851" y="2640013"/>
              <a:ext cx="19050" cy="38100"/>
            </a:xfrm>
            <a:custGeom>
              <a:avLst/>
              <a:gdLst/>
              <a:ahLst/>
              <a:cxnLst>
                <a:cxn ang="0">
                  <a:pos x="40" y="2"/>
                </a:cxn>
                <a:cxn ang="0">
                  <a:pos x="40" y="2"/>
                </a:cxn>
                <a:cxn ang="0">
                  <a:pos x="30" y="12"/>
                </a:cxn>
                <a:cxn ang="0">
                  <a:pos x="24" y="24"/>
                </a:cxn>
                <a:cxn ang="0">
                  <a:pos x="17" y="34"/>
                </a:cxn>
                <a:cxn ang="0">
                  <a:pos x="12" y="47"/>
                </a:cxn>
                <a:cxn ang="0">
                  <a:pos x="12" y="47"/>
                </a:cxn>
                <a:cxn ang="0">
                  <a:pos x="4" y="68"/>
                </a:cxn>
                <a:cxn ang="0">
                  <a:pos x="2" y="79"/>
                </a:cxn>
                <a:cxn ang="0">
                  <a:pos x="0" y="89"/>
                </a:cxn>
                <a:cxn ang="0">
                  <a:pos x="0" y="89"/>
                </a:cxn>
                <a:cxn ang="0">
                  <a:pos x="0" y="92"/>
                </a:cxn>
                <a:cxn ang="0">
                  <a:pos x="2" y="94"/>
                </a:cxn>
                <a:cxn ang="0">
                  <a:pos x="6" y="96"/>
                </a:cxn>
                <a:cxn ang="0">
                  <a:pos x="9" y="94"/>
                </a:cxn>
                <a:cxn ang="0">
                  <a:pos x="11" y="92"/>
                </a:cxn>
                <a:cxn ang="0">
                  <a:pos x="12" y="89"/>
                </a:cxn>
                <a:cxn ang="0">
                  <a:pos x="12" y="89"/>
                </a:cxn>
                <a:cxn ang="0">
                  <a:pos x="13" y="79"/>
                </a:cxn>
                <a:cxn ang="0">
                  <a:pos x="16" y="68"/>
                </a:cxn>
                <a:cxn ang="0">
                  <a:pos x="24" y="49"/>
                </a:cxn>
                <a:cxn ang="0">
                  <a:pos x="24" y="49"/>
                </a:cxn>
                <a:cxn ang="0">
                  <a:pos x="29" y="37"/>
                </a:cxn>
                <a:cxn ang="0">
                  <a:pos x="34" y="28"/>
                </a:cxn>
                <a:cxn ang="0">
                  <a:pos x="41" y="19"/>
                </a:cxn>
                <a:cxn ang="0">
                  <a:pos x="47" y="9"/>
                </a:cxn>
                <a:cxn ang="0">
                  <a:pos x="47" y="9"/>
                </a:cxn>
                <a:cxn ang="0">
                  <a:pos x="49" y="8"/>
                </a:cxn>
                <a:cxn ang="0">
                  <a:pos x="50" y="6"/>
                </a:cxn>
                <a:cxn ang="0">
                  <a:pos x="47" y="2"/>
                </a:cxn>
                <a:cxn ang="0">
                  <a:pos x="43" y="0"/>
                </a:cxn>
                <a:cxn ang="0">
                  <a:pos x="42" y="0"/>
                </a:cxn>
                <a:cxn ang="0">
                  <a:pos x="40" y="2"/>
                </a:cxn>
                <a:cxn ang="0">
                  <a:pos x="40" y="2"/>
                </a:cxn>
              </a:cxnLst>
              <a:rect l="0" t="0" r="r" b="b"/>
              <a:pathLst>
                <a:path w="50" h="96">
                  <a:moveTo>
                    <a:pt x="40" y="2"/>
                  </a:moveTo>
                  <a:lnTo>
                    <a:pt x="40" y="2"/>
                  </a:lnTo>
                  <a:lnTo>
                    <a:pt x="30" y="12"/>
                  </a:lnTo>
                  <a:lnTo>
                    <a:pt x="24" y="24"/>
                  </a:lnTo>
                  <a:lnTo>
                    <a:pt x="17" y="34"/>
                  </a:lnTo>
                  <a:lnTo>
                    <a:pt x="12" y="47"/>
                  </a:lnTo>
                  <a:lnTo>
                    <a:pt x="12" y="47"/>
                  </a:lnTo>
                  <a:lnTo>
                    <a:pt x="4" y="68"/>
                  </a:lnTo>
                  <a:lnTo>
                    <a:pt x="2" y="79"/>
                  </a:lnTo>
                  <a:lnTo>
                    <a:pt x="0" y="89"/>
                  </a:lnTo>
                  <a:lnTo>
                    <a:pt x="0" y="89"/>
                  </a:lnTo>
                  <a:lnTo>
                    <a:pt x="0" y="92"/>
                  </a:lnTo>
                  <a:lnTo>
                    <a:pt x="2" y="94"/>
                  </a:lnTo>
                  <a:lnTo>
                    <a:pt x="6" y="96"/>
                  </a:lnTo>
                  <a:lnTo>
                    <a:pt x="9" y="94"/>
                  </a:lnTo>
                  <a:lnTo>
                    <a:pt x="11" y="92"/>
                  </a:lnTo>
                  <a:lnTo>
                    <a:pt x="12" y="89"/>
                  </a:lnTo>
                  <a:lnTo>
                    <a:pt x="12" y="89"/>
                  </a:lnTo>
                  <a:lnTo>
                    <a:pt x="13" y="79"/>
                  </a:lnTo>
                  <a:lnTo>
                    <a:pt x="16" y="68"/>
                  </a:lnTo>
                  <a:lnTo>
                    <a:pt x="24" y="49"/>
                  </a:lnTo>
                  <a:lnTo>
                    <a:pt x="24" y="49"/>
                  </a:lnTo>
                  <a:lnTo>
                    <a:pt x="29" y="37"/>
                  </a:lnTo>
                  <a:lnTo>
                    <a:pt x="34" y="28"/>
                  </a:lnTo>
                  <a:lnTo>
                    <a:pt x="41" y="19"/>
                  </a:lnTo>
                  <a:lnTo>
                    <a:pt x="47" y="9"/>
                  </a:lnTo>
                  <a:lnTo>
                    <a:pt x="47" y="9"/>
                  </a:lnTo>
                  <a:lnTo>
                    <a:pt x="49" y="8"/>
                  </a:lnTo>
                  <a:lnTo>
                    <a:pt x="50" y="6"/>
                  </a:lnTo>
                  <a:lnTo>
                    <a:pt x="47" y="2"/>
                  </a:lnTo>
                  <a:lnTo>
                    <a:pt x="43" y="0"/>
                  </a:lnTo>
                  <a:lnTo>
                    <a:pt x="42" y="0"/>
                  </a:lnTo>
                  <a:lnTo>
                    <a:pt x="40" y="2"/>
                  </a:lnTo>
                  <a:lnTo>
                    <a:pt x="40" y="2"/>
                  </a:lnTo>
                  <a:close/>
                </a:path>
              </a:pathLst>
            </a:custGeom>
            <a:ln>
              <a:solidFill>
                <a:schemeClr val="accent1">
                  <a:alpha val="35000"/>
                </a:schemeClr>
              </a:solidFill>
            </a:ln>
          </p:spPr>
          <p:style>
            <a:lnRef idx="0">
              <a:srgbClr val="FFFFFF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28" name="Freeform 539"/>
            <p:cNvSpPr/>
            <p:nvPr>
              <p:custDataLst>
                <p:tags r:id="rId21"/>
              </p:custDataLst>
            </p:nvPr>
          </p:nvSpPr>
          <p:spPr bwMode="auto">
            <a:xfrm>
              <a:off x="2257426" y="2651125"/>
              <a:ext cx="20638" cy="42863"/>
            </a:xfrm>
            <a:custGeom>
              <a:avLst/>
              <a:gdLst/>
              <a:ahLst/>
              <a:cxnLst>
                <a:cxn ang="0">
                  <a:pos x="42" y="5"/>
                </a:cxn>
                <a:cxn ang="0">
                  <a:pos x="42" y="5"/>
                </a:cxn>
                <a:cxn ang="0">
                  <a:pos x="41" y="12"/>
                </a:cxn>
                <a:cxn ang="0">
                  <a:pos x="39" y="17"/>
                </a:cxn>
                <a:cxn ang="0">
                  <a:pos x="34" y="29"/>
                </a:cxn>
                <a:cxn ang="0">
                  <a:pos x="28" y="40"/>
                </a:cxn>
                <a:cxn ang="0">
                  <a:pos x="20" y="51"/>
                </a:cxn>
                <a:cxn ang="0">
                  <a:pos x="20" y="51"/>
                </a:cxn>
                <a:cxn ang="0">
                  <a:pos x="13" y="63"/>
                </a:cxn>
                <a:cxn ang="0">
                  <a:pos x="8" y="76"/>
                </a:cxn>
                <a:cxn ang="0">
                  <a:pos x="0" y="102"/>
                </a:cxn>
                <a:cxn ang="0">
                  <a:pos x="0" y="102"/>
                </a:cxn>
                <a:cxn ang="0">
                  <a:pos x="0" y="104"/>
                </a:cxn>
                <a:cxn ang="0">
                  <a:pos x="2" y="107"/>
                </a:cxn>
                <a:cxn ang="0">
                  <a:pos x="4" y="108"/>
                </a:cxn>
                <a:cxn ang="0">
                  <a:pos x="9" y="108"/>
                </a:cxn>
                <a:cxn ang="0">
                  <a:pos x="11" y="107"/>
                </a:cxn>
                <a:cxn ang="0">
                  <a:pos x="12" y="106"/>
                </a:cxn>
                <a:cxn ang="0">
                  <a:pos x="12" y="106"/>
                </a:cxn>
                <a:cxn ang="0">
                  <a:pos x="16" y="90"/>
                </a:cxn>
                <a:cxn ang="0">
                  <a:pos x="22" y="74"/>
                </a:cxn>
                <a:cxn ang="0">
                  <a:pos x="29" y="60"/>
                </a:cxn>
                <a:cxn ang="0">
                  <a:pos x="37" y="46"/>
                </a:cxn>
                <a:cxn ang="0">
                  <a:pos x="37" y="46"/>
                </a:cxn>
                <a:cxn ang="0">
                  <a:pos x="43" y="36"/>
                </a:cxn>
                <a:cxn ang="0">
                  <a:pos x="49" y="26"/>
                </a:cxn>
                <a:cxn ang="0">
                  <a:pos x="51" y="15"/>
                </a:cxn>
                <a:cxn ang="0">
                  <a:pos x="54" y="5"/>
                </a:cxn>
                <a:cxn ang="0">
                  <a:pos x="54" y="5"/>
                </a:cxn>
                <a:cxn ang="0">
                  <a:pos x="54" y="2"/>
                </a:cxn>
                <a:cxn ang="0">
                  <a:pos x="53" y="1"/>
                </a:cxn>
                <a:cxn ang="0">
                  <a:pos x="50" y="0"/>
                </a:cxn>
                <a:cxn ang="0">
                  <a:pos x="49" y="0"/>
                </a:cxn>
                <a:cxn ang="0">
                  <a:pos x="45" y="1"/>
                </a:cxn>
                <a:cxn ang="0">
                  <a:pos x="43" y="2"/>
                </a:cxn>
                <a:cxn ang="0">
                  <a:pos x="42" y="5"/>
                </a:cxn>
                <a:cxn ang="0">
                  <a:pos x="42" y="5"/>
                </a:cxn>
              </a:cxnLst>
              <a:rect l="0" t="0" r="r" b="b"/>
              <a:pathLst>
                <a:path w="54" h="108">
                  <a:moveTo>
                    <a:pt x="42" y="5"/>
                  </a:moveTo>
                  <a:lnTo>
                    <a:pt x="42" y="5"/>
                  </a:lnTo>
                  <a:lnTo>
                    <a:pt x="41" y="12"/>
                  </a:lnTo>
                  <a:lnTo>
                    <a:pt x="39" y="17"/>
                  </a:lnTo>
                  <a:lnTo>
                    <a:pt x="34" y="29"/>
                  </a:lnTo>
                  <a:lnTo>
                    <a:pt x="28" y="40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13" y="63"/>
                  </a:lnTo>
                  <a:lnTo>
                    <a:pt x="8" y="76"/>
                  </a:lnTo>
                  <a:lnTo>
                    <a:pt x="0" y="102"/>
                  </a:lnTo>
                  <a:lnTo>
                    <a:pt x="0" y="102"/>
                  </a:lnTo>
                  <a:lnTo>
                    <a:pt x="0" y="104"/>
                  </a:lnTo>
                  <a:lnTo>
                    <a:pt x="2" y="107"/>
                  </a:lnTo>
                  <a:lnTo>
                    <a:pt x="4" y="108"/>
                  </a:lnTo>
                  <a:lnTo>
                    <a:pt x="9" y="108"/>
                  </a:lnTo>
                  <a:lnTo>
                    <a:pt x="11" y="107"/>
                  </a:lnTo>
                  <a:lnTo>
                    <a:pt x="12" y="106"/>
                  </a:lnTo>
                  <a:lnTo>
                    <a:pt x="12" y="106"/>
                  </a:lnTo>
                  <a:lnTo>
                    <a:pt x="16" y="90"/>
                  </a:lnTo>
                  <a:lnTo>
                    <a:pt x="22" y="74"/>
                  </a:lnTo>
                  <a:lnTo>
                    <a:pt x="29" y="60"/>
                  </a:lnTo>
                  <a:lnTo>
                    <a:pt x="37" y="46"/>
                  </a:lnTo>
                  <a:lnTo>
                    <a:pt x="37" y="46"/>
                  </a:lnTo>
                  <a:lnTo>
                    <a:pt x="43" y="36"/>
                  </a:lnTo>
                  <a:lnTo>
                    <a:pt x="49" y="26"/>
                  </a:lnTo>
                  <a:lnTo>
                    <a:pt x="51" y="15"/>
                  </a:lnTo>
                  <a:lnTo>
                    <a:pt x="54" y="5"/>
                  </a:lnTo>
                  <a:lnTo>
                    <a:pt x="54" y="5"/>
                  </a:lnTo>
                  <a:lnTo>
                    <a:pt x="54" y="2"/>
                  </a:lnTo>
                  <a:lnTo>
                    <a:pt x="53" y="1"/>
                  </a:lnTo>
                  <a:lnTo>
                    <a:pt x="50" y="0"/>
                  </a:lnTo>
                  <a:lnTo>
                    <a:pt x="49" y="0"/>
                  </a:lnTo>
                  <a:lnTo>
                    <a:pt x="45" y="1"/>
                  </a:lnTo>
                  <a:lnTo>
                    <a:pt x="43" y="2"/>
                  </a:lnTo>
                  <a:lnTo>
                    <a:pt x="42" y="5"/>
                  </a:lnTo>
                  <a:lnTo>
                    <a:pt x="42" y="5"/>
                  </a:lnTo>
                  <a:close/>
                </a:path>
              </a:pathLst>
            </a:custGeom>
            <a:ln>
              <a:solidFill>
                <a:schemeClr val="accent1">
                  <a:alpha val="35000"/>
                </a:schemeClr>
              </a:solidFill>
            </a:ln>
          </p:spPr>
          <p:style>
            <a:lnRef idx="0">
              <a:srgbClr val="FFFFFF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29" name="Freeform 540"/>
            <p:cNvSpPr/>
            <p:nvPr>
              <p:custDataLst>
                <p:tags r:id="rId22"/>
              </p:custDataLst>
            </p:nvPr>
          </p:nvSpPr>
          <p:spPr bwMode="auto">
            <a:xfrm>
              <a:off x="2287588" y="2657475"/>
              <a:ext cx="12700" cy="28575"/>
            </a:xfrm>
            <a:custGeom>
              <a:avLst/>
              <a:gdLst/>
              <a:ahLst/>
              <a:cxnLst>
                <a:cxn ang="0">
                  <a:pos x="24" y="5"/>
                </a:cxn>
                <a:cxn ang="0">
                  <a:pos x="24" y="5"/>
                </a:cxn>
                <a:cxn ang="0">
                  <a:pos x="22" y="13"/>
                </a:cxn>
                <a:cxn ang="0">
                  <a:pos x="21" y="21"/>
                </a:cxn>
                <a:cxn ang="0">
                  <a:pos x="16" y="35"/>
                </a:cxn>
                <a:cxn ang="0">
                  <a:pos x="9" y="50"/>
                </a:cxn>
                <a:cxn ang="0">
                  <a:pos x="1" y="64"/>
                </a:cxn>
                <a:cxn ang="0">
                  <a:pos x="1" y="64"/>
                </a:cxn>
                <a:cxn ang="0">
                  <a:pos x="0" y="65"/>
                </a:cxn>
                <a:cxn ang="0">
                  <a:pos x="0" y="68"/>
                </a:cxn>
                <a:cxn ang="0">
                  <a:pos x="3" y="71"/>
                </a:cxn>
                <a:cxn ang="0">
                  <a:pos x="8" y="72"/>
                </a:cxn>
                <a:cxn ang="0">
                  <a:pos x="9" y="71"/>
                </a:cxn>
                <a:cxn ang="0">
                  <a:pos x="11" y="69"/>
                </a:cxn>
                <a:cxn ang="0">
                  <a:pos x="11" y="69"/>
                </a:cxn>
                <a:cxn ang="0">
                  <a:pos x="20" y="55"/>
                </a:cxn>
                <a:cxn ang="0">
                  <a:pos x="28" y="39"/>
                </a:cxn>
                <a:cxn ang="0">
                  <a:pos x="33" y="22"/>
                </a:cxn>
                <a:cxn ang="0">
                  <a:pos x="34" y="14"/>
                </a:cxn>
                <a:cxn ang="0">
                  <a:pos x="34" y="5"/>
                </a:cxn>
                <a:cxn ang="0">
                  <a:pos x="34" y="5"/>
                </a:cxn>
                <a:cxn ang="0">
                  <a:pos x="34" y="3"/>
                </a:cxn>
                <a:cxn ang="0">
                  <a:pos x="33" y="1"/>
                </a:cxn>
                <a:cxn ang="0">
                  <a:pos x="29" y="0"/>
                </a:cxn>
                <a:cxn ang="0">
                  <a:pos x="25" y="1"/>
                </a:cxn>
                <a:cxn ang="0">
                  <a:pos x="24" y="3"/>
                </a:cxn>
                <a:cxn ang="0">
                  <a:pos x="24" y="5"/>
                </a:cxn>
                <a:cxn ang="0">
                  <a:pos x="24" y="5"/>
                </a:cxn>
              </a:cxnLst>
              <a:rect l="0" t="0" r="r" b="b"/>
              <a:pathLst>
                <a:path w="34" h="72">
                  <a:moveTo>
                    <a:pt x="24" y="5"/>
                  </a:moveTo>
                  <a:lnTo>
                    <a:pt x="24" y="5"/>
                  </a:lnTo>
                  <a:lnTo>
                    <a:pt x="22" y="13"/>
                  </a:lnTo>
                  <a:lnTo>
                    <a:pt x="21" y="21"/>
                  </a:lnTo>
                  <a:lnTo>
                    <a:pt x="16" y="35"/>
                  </a:lnTo>
                  <a:lnTo>
                    <a:pt x="9" y="50"/>
                  </a:lnTo>
                  <a:lnTo>
                    <a:pt x="1" y="64"/>
                  </a:lnTo>
                  <a:lnTo>
                    <a:pt x="1" y="64"/>
                  </a:lnTo>
                  <a:lnTo>
                    <a:pt x="0" y="65"/>
                  </a:lnTo>
                  <a:lnTo>
                    <a:pt x="0" y="68"/>
                  </a:lnTo>
                  <a:lnTo>
                    <a:pt x="3" y="71"/>
                  </a:lnTo>
                  <a:lnTo>
                    <a:pt x="8" y="72"/>
                  </a:lnTo>
                  <a:lnTo>
                    <a:pt x="9" y="71"/>
                  </a:lnTo>
                  <a:lnTo>
                    <a:pt x="11" y="69"/>
                  </a:lnTo>
                  <a:lnTo>
                    <a:pt x="11" y="69"/>
                  </a:lnTo>
                  <a:lnTo>
                    <a:pt x="20" y="55"/>
                  </a:lnTo>
                  <a:lnTo>
                    <a:pt x="28" y="39"/>
                  </a:lnTo>
                  <a:lnTo>
                    <a:pt x="33" y="22"/>
                  </a:lnTo>
                  <a:lnTo>
                    <a:pt x="34" y="14"/>
                  </a:lnTo>
                  <a:lnTo>
                    <a:pt x="34" y="5"/>
                  </a:lnTo>
                  <a:lnTo>
                    <a:pt x="34" y="5"/>
                  </a:lnTo>
                  <a:lnTo>
                    <a:pt x="34" y="3"/>
                  </a:lnTo>
                  <a:lnTo>
                    <a:pt x="33" y="1"/>
                  </a:lnTo>
                  <a:lnTo>
                    <a:pt x="29" y="0"/>
                  </a:lnTo>
                  <a:lnTo>
                    <a:pt x="25" y="1"/>
                  </a:lnTo>
                  <a:lnTo>
                    <a:pt x="24" y="3"/>
                  </a:lnTo>
                  <a:lnTo>
                    <a:pt x="24" y="5"/>
                  </a:lnTo>
                  <a:lnTo>
                    <a:pt x="24" y="5"/>
                  </a:lnTo>
                  <a:close/>
                </a:path>
              </a:pathLst>
            </a:custGeom>
            <a:ln>
              <a:solidFill>
                <a:schemeClr val="accent1">
                  <a:alpha val="35000"/>
                </a:schemeClr>
              </a:solidFill>
            </a:ln>
          </p:spPr>
          <p:style>
            <a:lnRef idx="0">
              <a:srgbClr val="FFFFFF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30" name="Freeform 541"/>
            <p:cNvSpPr/>
            <p:nvPr>
              <p:custDataLst>
                <p:tags r:id="rId23"/>
              </p:custDataLst>
            </p:nvPr>
          </p:nvSpPr>
          <p:spPr bwMode="auto">
            <a:xfrm>
              <a:off x="2328863" y="2549525"/>
              <a:ext cx="19050" cy="38100"/>
            </a:xfrm>
            <a:custGeom>
              <a:avLst/>
              <a:gdLst/>
              <a:ahLst/>
              <a:cxnLst>
                <a:cxn ang="0">
                  <a:pos x="38" y="6"/>
                </a:cxn>
                <a:cxn ang="0">
                  <a:pos x="38" y="6"/>
                </a:cxn>
                <a:cxn ang="0">
                  <a:pos x="37" y="11"/>
                </a:cxn>
                <a:cxn ang="0">
                  <a:pos x="34" y="15"/>
                </a:cxn>
                <a:cxn ang="0">
                  <a:pos x="31" y="19"/>
                </a:cxn>
                <a:cxn ang="0">
                  <a:pos x="28" y="23"/>
                </a:cxn>
                <a:cxn ang="0">
                  <a:pos x="28" y="23"/>
                </a:cxn>
                <a:cxn ang="0">
                  <a:pos x="20" y="34"/>
                </a:cxn>
                <a:cxn ang="0">
                  <a:pos x="14" y="48"/>
                </a:cxn>
                <a:cxn ang="0">
                  <a:pos x="14" y="48"/>
                </a:cxn>
                <a:cxn ang="0">
                  <a:pos x="8" y="58"/>
                </a:cxn>
                <a:cxn ang="0">
                  <a:pos x="4" y="70"/>
                </a:cxn>
                <a:cxn ang="0">
                  <a:pos x="2" y="82"/>
                </a:cxn>
                <a:cxn ang="0">
                  <a:pos x="0" y="95"/>
                </a:cxn>
                <a:cxn ang="0">
                  <a:pos x="0" y="95"/>
                </a:cxn>
                <a:cxn ang="0">
                  <a:pos x="0" y="97"/>
                </a:cxn>
                <a:cxn ang="0">
                  <a:pos x="2" y="99"/>
                </a:cxn>
                <a:cxn ang="0">
                  <a:pos x="6" y="100"/>
                </a:cxn>
                <a:cxn ang="0">
                  <a:pos x="10" y="99"/>
                </a:cxn>
                <a:cxn ang="0">
                  <a:pos x="11" y="97"/>
                </a:cxn>
                <a:cxn ang="0">
                  <a:pos x="12" y="95"/>
                </a:cxn>
                <a:cxn ang="0">
                  <a:pos x="12" y="95"/>
                </a:cxn>
                <a:cxn ang="0">
                  <a:pos x="14" y="80"/>
                </a:cxn>
                <a:cxn ang="0">
                  <a:pos x="17" y="67"/>
                </a:cxn>
                <a:cxn ang="0">
                  <a:pos x="23" y="55"/>
                </a:cxn>
                <a:cxn ang="0">
                  <a:pos x="29" y="42"/>
                </a:cxn>
                <a:cxn ang="0">
                  <a:pos x="29" y="42"/>
                </a:cxn>
                <a:cxn ang="0">
                  <a:pos x="34" y="34"/>
                </a:cxn>
                <a:cxn ang="0">
                  <a:pos x="41" y="27"/>
                </a:cxn>
                <a:cxn ang="0">
                  <a:pos x="46" y="17"/>
                </a:cxn>
                <a:cxn ang="0">
                  <a:pos x="49" y="14"/>
                </a:cxn>
                <a:cxn ang="0">
                  <a:pos x="50" y="8"/>
                </a:cxn>
                <a:cxn ang="0">
                  <a:pos x="50" y="8"/>
                </a:cxn>
                <a:cxn ang="0">
                  <a:pos x="49" y="6"/>
                </a:cxn>
                <a:cxn ang="0">
                  <a:pos x="49" y="3"/>
                </a:cxn>
                <a:cxn ang="0">
                  <a:pos x="45" y="2"/>
                </a:cxn>
                <a:cxn ang="0">
                  <a:pos x="42" y="0"/>
                </a:cxn>
                <a:cxn ang="0">
                  <a:pos x="41" y="2"/>
                </a:cxn>
                <a:cxn ang="0">
                  <a:pos x="40" y="3"/>
                </a:cxn>
                <a:cxn ang="0">
                  <a:pos x="38" y="6"/>
                </a:cxn>
                <a:cxn ang="0">
                  <a:pos x="38" y="6"/>
                </a:cxn>
              </a:cxnLst>
              <a:rect l="0" t="0" r="r" b="b"/>
              <a:pathLst>
                <a:path w="50" h="100">
                  <a:moveTo>
                    <a:pt x="38" y="6"/>
                  </a:moveTo>
                  <a:lnTo>
                    <a:pt x="38" y="6"/>
                  </a:lnTo>
                  <a:lnTo>
                    <a:pt x="37" y="11"/>
                  </a:lnTo>
                  <a:lnTo>
                    <a:pt x="34" y="15"/>
                  </a:lnTo>
                  <a:lnTo>
                    <a:pt x="31" y="19"/>
                  </a:lnTo>
                  <a:lnTo>
                    <a:pt x="28" y="23"/>
                  </a:lnTo>
                  <a:lnTo>
                    <a:pt x="28" y="23"/>
                  </a:lnTo>
                  <a:lnTo>
                    <a:pt x="20" y="34"/>
                  </a:lnTo>
                  <a:lnTo>
                    <a:pt x="14" y="48"/>
                  </a:lnTo>
                  <a:lnTo>
                    <a:pt x="14" y="48"/>
                  </a:lnTo>
                  <a:lnTo>
                    <a:pt x="8" y="58"/>
                  </a:lnTo>
                  <a:lnTo>
                    <a:pt x="4" y="70"/>
                  </a:lnTo>
                  <a:lnTo>
                    <a:pt x="2" y="82"/>
                  </a:lnTo>
                  <a:lnTo>
                    <a:pt x="0" y="95"/>
                  </a:lnTo>
                  <a:lnTo>
                    <a:pt x="0" y="95"/>
                  </a:lnTo>
                  <a:lnTo>
                    <a:pt x="0" y="97"/>
                  </a:lnTo>
                  <a:lnTo>
                    <a:pt x="2" y="99"/>
                  </a:lnTo>
                  <a:lnTo>
                    <a:pt x="6" y="100"/>
                  </a:lnTo>
                  <a:lnTo>
                    <a:pt x="10" y="99"/>
                  </a:lnTo>
                  <a:lnTo>
                    <a:pt x="11" y="97"/>
                  </a:lnTo>
                  <a:lnTo>
                    <a:pt x="12" y="95"/>
                  </a:lnTo>
                  <a:lnTo>
                    <a:pt x="12" y="95"/>
                  </a:lnTo>
                  <a:lnTo>
                    <a:pt x="14" y="80"/>
                  </a:lnTo>
                  <a:lnTo>
                    <a:pt x="17" y="67"/>
                  </a:lnTo>
                  <a:lnTo>
                    <a:pt x="23" y="55"/>
                  </a:lnTo>
                  <a:lnTo>
                    <a:pt x="29" y="42"/>
                  </a:lnTo>
                  <a:lnTo>
                    <a:pt x="29" y="42"/>
                  </a:lnTo>
                  <a:lnTo>
                    <a:pt x="34" y="34"/>
                  </a:lnTo>
                  <a:lnTo>
                    <a:pt x="41" y="27"/>
                  </a:lnTo>
                  <a:lnTo>
                    <a:pt x="46" y="17"/>
                  </a:lnTo>
                  <a:lnTo>
                    <a:pt x="49" y="14"/>
                  </a:lnTo>
                  <a:lnTo>
                    <a:pt x="50" y="8"/>
                  </a:lnTo>
                  <a:lnTo>
                    <a:pt x="50" y="8"/>
                  </a:lnTo>
                  <a:lnTo>
                    <a:pt x="49" y="6"/>
                  </a:lnTo>
                  <a:lnTo>
                    <a:pt x="49" y="3"/>
                  </a:lnTo>
                  <a:lnTo>
                    <a:pt x="45" y="2"/>
                  </a:lnTo>
                  <a:lnTo>
                    <a:pt x="42" y="0"/>
                  </a:lnTo>
                  <a:lnTo>
                    <a:pt x="41" y="2"/>
                  </a:lnTo>
                  <a:lnTo>
                    <a:pt x="40" y="3"/>
                  </a:lnTo>
                  <a:lnTo>
                    <a:pt x="38" y="6"/>
                  </a:lnTo>
                  <a:lnTo>
                    <a:pt x="38" y="6"/>
                  </a:lnTo>
                  <a:close/>
                </a:path>
              </a:pathLst>
            </a:custGeom>
            <a:ln>
              <a:solidFill>
                <a:schemeClr val="accent1">
                  <a:alpha val="35000"/>
                </a:schemeClr>
              </a:solidFill>
            </a:ln>
          </p:spPr>
          <p:style>
            <a:lnRef idx="0">
              <a:srgbClr val="FFFFFF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31" name="Freeform 542"/>
            <p:cNvSpPr/>
            <p:nvPr>
              <p:custDataLst>
                <p:tags r:id="rId24"/>
              </p:custDataLst>
            </p:nvPr>
          </p:nvSpPr>
          <p:spPr bwMode="auto">
            <a:xfrm>
              <a:off x="2368551" y="2554288"/>
              <a:ext cx="26988" cy="34925"/>
            </a:xfrm>
            <a:custGeom>
              <a:avLst/>
              <a:gdLst/>
              <a:ahLst/>
              <a:cxnLst>
                <a:cxn ang="0">
                  <a:pos x="59" y="3"/>
                </a:cxn>
                <a:cxn ang="0">
                  <a:pos x="59" y="3"/>
                </a:cxn>
                <a:cxn ang="0">
                  <a:pos x="53" y="13"/>
                </a:cxn>
                <a:cxn ang="0">
                  <a:pos x="45" y="22"/>
                </a:cxn>
                <a:cxn ang="0">
                  <a:pos x="29" y="39"/>
                </a:cxn>
                <a:cxn ang="0">
                  <a:pos x="29" y="39"/>
                </a:cxn>
                <a:cxn ang="0">
                  <a:pos x="21" y="50"/>
                </a:cxn>
                <a:cxn ang="0">
                  <a:pos x="15" y="62"/>
                </a:cxn>
                <a:cxn ang="0">
                  <a:pos x="2" y="83"/>
                </a:cxn>
                <a:cxn ang="0">
                  <a:pos x="2" y="83"/>
                </a:cxn>
                <a:cxn ang="0">
                  <a:pos x="0" y="85"/>
                </a:cxn>
                <a:cxn ang="0">
                  <a:pos x="0" y="88"/>
                </a:cxn>
                <a:cxn ang="0">
                  <a:pos x="3" y="90"/>
                </a:cxn>
                <a:cxn ang="0">
                  <a:pos x="8" y="92"/>
                </a:cxn>
                <a:cxn ang="0">
                  <a:pos x="10" y="90"/>
                </a:cxn>
                <a:cxn ang="0">
                  <a:pos x="12" y="89"/>
                </a:cxn>
                <a:cxn ang="0">
                  <a:pos x="12" y="89"/>
                </a:cxn>
                <a:cxn ang="0">
                  <a:pos x="25" y="66"/>
                </a:cxn>
                <a:cxn ang="0">
                  <a:pos x="32" y="55"/>
                </a:cxn>
                <a:cxn ang="0">
                  <a:pos x="40" y="45"/>
                </a:cxn>
                <a:cxn ang="0">
                  <a:pos x="40" y="45"/>
                </a:cxn>
                <a:cxn ang="0">
                  <a:pos x="55" y="28"/>
                </a:cxn>
                <a:cxn ang="0">
                  <a:pos x="62" y="19"/>
                </a:cxn>
                <a:cxn ang="0">
                  <a:pos x="68" y="9"/>
                </a:cxn>
                <a:cxn ang="0">
                  <a:pos x="68" y="9"/>
                </a:cxn>
                <a:cxn ang="0">
                  <a:pos x="70" y="7"/>
                </a:cxn>
                <a:cxn ang="0">
                  <a:pos x="70" y="4"/>
                </a:cxn>
                <a:cxn ang="0">
                  <a:pos x="66" y="2"/>
                </a:cxn>
                <a:cxn ang="0">
                  <a:pos x="62" y="0"/>
                </a:cxn>
                <a:cxn ang="0">
                  <a:pos x="61" y="2"/>
                </a:cxn>
                <a:cxn ang="0">
                  <a:pos x="59" y="3"/>
                </a:cxn>
                <a:cxn ang="0">
                  <a:pos x="59" y="3"/>
                </a:cxn>
              </a:cxnLst>
              <a:rect l="0" t="0" r="r" b="b"/>
              <a:pathLst>
                <a:path w="70" h="92">
                  <a:moveTo>
                    <a:pt x="59" y="3"/>
                  </a:moveTo>
                  <a:lnTo>
                    <a:pt x="59" y="3"/>
                  </a:lnTo>
                  <a:lnTo>
                    <a:pt x="53" y="13"/>
                  </a:lnTo>
                  <a:lnTo>
                    <a:pt x="45" y="22"/>
                  </a:lnTo>
                  <a:lnTo>
                    <a:pt x="29" y="39"/>
                  </a:lnTo>
                  <a:lnTo>
                    <a:pt x="29" y="39"/>
                  </a:lnTo>
                  <a:lnTo>
                    <a:pt x="21" y="50"/>
                  </a:lnTo>
                  <a:lnTo>
                    <a:pt x="15" y="62"/>
                  </a:lnTo>
                  <a:lnTo>
                    <a:pt x="2" y="83"/>
                  </a:lnTo>
                  <a:lnTo>
                    <a:pt x="2" y="83"/>
                  </a:lnTo>
                  <a:lnTo>
                    <a:pt x="0" y="85"/>
                  </a:lnTo>
                  <a:lnTo>
                    <a:pt x="0" y="88"/>
                  </a:lnTo>
                  <a:lnTo>
                    <a:pt x="3" y="90"/>
                  </a:lnTo>
                  <a:lnTo>
                    <a:pt x="8" y="92"/>
                  </a:lnTo>
                  <a:lnTo>
                    <a:pt x="10" y="90"/>
                  </a:lnTo>
                  <a:lnTo>
                    <a:pt x="12" y="89"/>
                  </a:lnTo>
                  <a:lnTo>
                    <a:pt x="12" y="89"/>
                  </a:lnTo>
                  <a:lnTo>
                    <a:pt x="25" y="66"/>
                  </a:lnTo>
                  <a:lnTo>
                    <a:pt x="32" y="55"/>
                  </a:lnTo>
                  <a:lnTo>
                    <a:pt x="40" y="45"/>
                  </a:lnTo>
                  <a:lnTo>
                    <a:pt x="40" y="45"/>
                  </a:lnTo>
                  <a:lnTo>
                    <a:pt x="55" y="28"/>
                  </a:lnTo>
                  <a:lnTo>
                    <a:pt x="62" y="19"/>
                  </a:lnTo>
                  <a:lnTo>
                    <a:pt x="68" y="9"/>
                  </a:lnTo>
                  <a:lnTo>
                    <a:pt x="68" y="9"/>
                  </a:lnTo>
                  <a:lnTo>
                    <a:pt x="70" y="7"/>
                  </a:lnTo>
                  <a:lnTo>
                    <a:pt x="70" y="4"/>
                  </a:lnTo>
                  <a:lnTo>
                    <a:pt x="66" y="2"/>
                  </a:lnTo>
                  <a:lnTo>
                    <a:pt x="62" y="0"/>
                  </a:lnTo>
                  <a:lnTo>
                    <a:pt x="61" y="2"/>
                  </a:lnTo>
                  <a:lnTo>
                    <a:pt x="59" y="3"/>
                  </a:lnTo>
                  <a:lnTo>
                    <a:pt x="59" y="3"/>
                  </a:lnTo>
                  <a:close/>
                </a:path>
              </a:pathLst>
            </a:custGeom>
            <a:ln>
              <a:solidFill>
                <a:schemeClr val="accent1">
                  <a:alpha val="35000"/>
                </a:schemeClr>
              </a:solidFill>
            </a:ln>
          </p:spPr>
          <p:style>
            <a:lnRef idx="0">
              <a:srgbClr val="FFFFFF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32" name="Freeform 543"/>
            <p:cNvSpPr/>
            <p:nvPr>
              <p:custDataLst>
                <p:tags r:id="rId25"/>
              </p:custDataLst>
            </p:nvPr>
          </p:nvSpPr>
          <p:spPr bwMode="auto">
            <a:xfrm>
              <a:off x="2411413" y="2559050"/>
              <a:ext cx="19050" cy="34925"/>
            </a:xfrm>
            <a:custGeom>
              <a:avLst/>
              <a:gdLst/>
              <a:ahLst/>
              <a:cxnLst>
                <a:cxn ang="0">
                  <a:pos x="39" y="1"/>
                </a:cxn>
                <a:cxn ang="0">
                  <a:pos x="39" y="1"/>
                </a:cxn>
                <a:cxn ang="0">
                  <a:pos x="32" y="9"/>
                </a:cxn>
                <a:cxn ang="0">
                  <a:pos x="27" y="18"/>
                </a:cxn>
                <a:cxn ang="0">
                  <a:pos x="19" y="37"/>
                </a:cxn>
                <a:cxn ang="0">
                  <a:pos x="19" y="37"/>
                </a:cxn>
                <a:cxn ang="0">
                  <a:pos x="10" y="59"/>
                </a:cxn>
                <a:cxn ang="0">
                  <a:pos x="0" y="80"/>
                </a:cxn>
                <a:cxn ang="0">
                  <a:pos x="0" y="80"/>
                </a:cxn>
                <a:cxn ang="0">
                  <a:pos x="0" y="82"/>
                </a:cxn>
                <a:cxn ang="0">
                  <a:pos x="0" y="85"/>
                </a:cxn>
                <a:cxn ang="0">
                  <a:pos x="1" y="86"/>
                </a:cxn>
                <a:cxn ang="0">
                  <a:pos x="4" y="86"/>
                </a:cxn>
                <a:cxn ang="0">
                  <a:pos x="8" y="86"/>
                </a:cxn>
                <a:cxn ang="0">
                  <a:pos x="9" y="85"/>
                </a:cxn>
                <a:cxn ang="0">
                  <a:pos x="10" y="84"/>
                </a:cxn>
                <a:cxn ang="0">
                  <a:pos x="10" y="84"/>
                </a:cxn>
                <a:cxn ang="0">
                  <a:pos x="15" y="73"/>
                </a:cxn>
                <a:cxn ang="0">
                  <a:pos x="19" y="65"/>
                </a:cxn>
                <a:cxn ang="0">
                  <a:pos x="25" y="56"/>
                </a:cxn>
                <a:cxn ang="0">
                  <a:pos x="29" y="47"/>
                </a:cxn>
                <a:cxn ang="0">
                  <a:pos x="29" y="47"/>
                </a:cxn>
                <a:cxn ang="0">
                  <a:pos x="31" y="37"/>
                </a:cxn>
                <a:cxn ang="0">
                  <a:pos x="36" y="27"/>
                </a:cxn>
                <a:cxn ang="0">
                  <a:pos x="42" y="18"/>
                </a:cxn>
                <a:cxn ang="0">
                  <a:pos x="47" y="9"/>
                </a:cxn>
                <a:cxn ang="0">
                  <a:pos x="47" y="9"/>
                </a:cxn>
                <a:cxn ang="0">
                  <a:pos x="48" y="8"/>
                </a:cxn>
                <a:cxn ang="0">
                  <a:pos x="49" y="5"/>
                </a:cxn>
                <a:cxn ang="0">
                  <a:pos x="47" y="1"/>
                </a:cxn>
                <a:cxn ang="0">
                  <a:pos x="43" y="0"/>
                </a:cxn>
                <a:cxn ang="0">
                  <a:pos x="42" y="0"/>
                </a:cxn>
                <a:cxn ang="0">
                  <a:pos x="39" y="1"/>
                </a:cxn>
                <a:cxn ang="0">
                  <a:pos x="39" y="1"/>
                </a:cxn>
              </a:cxnLst>
              <a:rect l="0" t="0" r="r" b="b"/>
              <a:pathLst>
                <a:path w="49" h="86">
                  <a:moveTo>
                    <a:pt x="39" y="1"/>
                  </a:moveTo>
                  <a:lnTo>
                    <a:pt x="39" y="1"/>
                  </a:lnTo>
                  <a:lnTo>
                    <a:pt x="32" y="9"/>
                  </a:lnTo>
                  <a:lnTo>
                    <a:pt x="27" y="18"/>
                  </a:lnTo>
                  <a:lnTo>
                    <a:pt x="19" y="37"/>
                  </a:lnTo>
                  <a:lnTo>
                    <a:pt x="19" y="37"/>
                  </a:lnTo>
                  <a:lnTo>
                    <a:pt x="10" y="59"/>
                  </a:lnTo>
                  <a:lnTo>
                    <a:pt x="0" y="80"/>
                  </a:lnTo>
                  <a:lnTo>
                    <a:pt x="0" y="80"/>
                  </a:lnTo>
                  <a:lnTo>
                    <a:pt x="0" y="82"/>
                  </a:lnTo>
                  <a:lnTo>
                    <a:pt x="0" y="85"/>
                  </a:lnTo>
                  <a:lnTo>
                    <a:pt x="1" y="86"/>
                  </a:lnTo>
                  <a:lnTo>
                    <a:pt x="4" y="86"/>
                  </a:lnTo>
                  <a:lnTo>
                    <a:pt x="8" y="86"/>
                  </a:lnTo>
                  <a:lnTo>
                    <a:pt x="9" y="85"/>
                  </a:lnTo>
                  <a:lnTo>
                    <a:pt x="10" y="84"/>
                  </a:lnTo>
                  <a:lnTo>
                    <a:pt x="10" y="84"/>
                  </a:lnTo>
                  <a:lnTo>
                    <a:pt x="15" y="73"/>
                  </a:lnTo>
                  <a:lnTo>
                    <a:pt x="19" y="65"/>
                  </a:lnTo>
                  <a:lnTo>
                    <a:pt x="25" y="56"/>
                  </a:lnTo>
                  <a:lnTo>
                    <a:pt x="29" y="47"/>
                  </a:lnTo>
                  <a:lnTo>
                    <a:pt x="29" y="47"/>
                  </a:lnTo>
                  <a:lnTo>
                    <a:pt x="31" y="37"/>
                  </a:lnTo>
                  <a:lnTo>
                    <a:pt x="36" y="27"/>
                  </a:lnTo>
                  <a:lnTo>
                    <a:pt x="42" y="18"/>
                  </a:lnTo>
                  <a:lnTo>
                    <a:pt x="47" y="9"/>
                  </a:lnTo>
                  <a:lnTo>
                    <a:pt x="47" y="9"/>
                  </a:lnTo>
                  <a:lnTo>
                    <a:pt x="48" y="8"/>
                  </a:lnTo>
                  <a:lnTo>
                    <a:pt x="49" y="5"/>
                  </a:lnTo>
                  <a:lnTo>
                    <a:pt x="47" y="1"/>
                  </a:lnTo>
                  <a:lnTo>
                    <a:pt x="43" y="0"/>
                  </a:lnTo>
                  <a:lnTo>
                    <a:pt x="42" y="0"/>
                  </a:lnTo>
                  <a:lnTo>
                    <a:pt x="39" y="1"/>
                  </a:lnTo>
                  <a:lnTo>
                    <a:pt x="39" y="1"/>
                  </a:lnTo>
                  <a:close/>
                </a:path>
              </a:pathLst>
            </a:custGeom>
            <a:ln>
              <a:solidFill>
                <a:schemeClr val="accent1">
                  <a:alpha val="35000"/>
                </a:schemeClr>
              </a:solidFill>
            </a:ln>
          </p:spPr>
          <p:style>
            <a:lnRef idx="0">
              <a:srgbClr val="FFFFFF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33" name="Freeform 544"/>
            <p:cNvSpPr/>
            <p:nvPr>
              <p:custDataLst>
                <p:tags r:id="rId26"/>
              </p:custDataLst>
            </p:nvPr>
          </p:nvSpPr>
          <p:spPr bwMode="auto">
            <a:xfrm>
              <a:off x="2459038" y="2557463"/>
              <a:ext cx="20638" cy="31750"/>
            </a:xfrm>
            <a:custGeom>
              <a:avLst/>
              <a:gdLst/>
              <a:ahLst/>
              <a:cxnLst>
                <a:cxn ang="0">
                  <a:pos x="38" y="4"/>
                </a:cxn>
                <a:cxn ang="0">
                  <a:pos x="38" y="4"/>
                </a:cxn>
                <a:cxn ang="0">
                  <a:pos x="30" y="22"/>
                </a:cxn>
                <a:cxn ang="0">
                  <a:pos x="21" y="41"/>
                </a:cxn>
                <a:cxn ang="0">
                  <a:pos x="12" y="58"/>
                </a:cxn>
                <a:cxn ang="0">
                  <a:pos x="2" y="75"/>
                </a:cxn>
                <a:cxn ang="0">
                  <a:pos x="2" y="75"/>
                </a:cxn>
                <a:cxn ang="0">
                  <a:pos x="0" y="77"/>
                </a:cxn>
                <a:cxn ang="0">
                  <a:pos x="0" y="80"/>
                </a:cxn>
                <a:cxn ang="0">
                  <a:pos x="3" y="82"/>
                </a:cxn>
                <a:cxn ang="0">
                  <a:pos x="7" y="84"/>
                </a:cxn>
                <a:cxn ang="0">
                  <a:pos x="10" y="82"/>
                </a:cxn>
                <a:cxn ang="0">
                  <a:pos x="11" y="81"/>
                </a:cxn>
                <a:cxn ang="0">
                  <a:pos x="11" y="81"/>
                </a:cxn>
                <a:cxn ang="0">
                  <a:pos x="23" y="63"/>
                </a:cxn>
                <a:cxn ang="0">
                  <a:pos x="32" y="45"/>
                </a:cxn>
                <a:cxn ang="0">
                  <a:pos x="42" y="26"/>
                </a:cxn>
                <a:cxn ang="0">
                  <a:pos x="50" y="8"/>
                </a:cxn>
                <a:cxn ang="0">
                  <a:pos x="50" y="8"/>
                </a:cxn>
                <a:cxn ang="0">
                  <a:pos x="50" y="5"/>
                </a:cxn>
                <a:cxn ang="0">
                  <a:pos x="49" y="3"/>
                </a:cxn>
                <a:cxn ang="0">
                  <a:pos x="47" y="1"/>
                </a:cxn>
                <a:cxn ang="0">
                  <a:pos x="46" y="0"/>
                </a:cxn>
                <a:cxn ang="0">
                  <a:pos x="42" y="1"/>
                </a:cxn>
                <a:cxn ang="0">
                  <a:pos x="40" y="3"/>
                </a:cxn>
                <a:cxn ang="0">
                  <a:pos x="38" y="4"/>
                </a:cxn>
                <a:cxn ang="0">
                  <a:pos x="38" y="4"/>
                </a:cxn>
              </a:cxnLst>
              <a:rect l="0" t="0" r="r" b="b"/>
              <a:pathLst>
                <a:path w="50" h="84">
                  <a:moveTo>
                    <a:pt x="38" y="4"/>
                  </a:moveTo>
                  <a:lnTo>
                    <a:pt x="38" y="4"/>
                  </a:lnTo>
                  <a:lnTo>
                    <a:pt x="30" y="22"/>
                  </a:lnTo>
                  <a:lnTo>
                    <a:pt x="21" y="41"/>
                  </a:lnTo>
                  <a:lnTo>
                    <a:pt x="12" y="58"/>
                  </a:lnTo>
                  <a:lnTo>
                    <a:pt x="2" y="75"/>
                  </a:lnTo>
                  <a:lnTo>
                    <a:pt x="2" y="75"/>
                  </a:lnTo>
                  <a:lnTo>
                    <a:pt x="0" y="77"/>
                  </a:lnTo>
                  <a:lnTo>
                    <a:pt x="0" y="80"/>
                  </a:lnTo>
                  <a:lnTo>
                    <a:pt x="3" y="82"/>
                  </a:lnTo>
                  <a:lnTo>
                    <a:pt x="7" y="84"/>
                  </a:lnTo>
                  <a:lnTo>
                    <a:pt x="10" y="82"/>
                  </a:lnTo>
                  <a:lnTo>
                    <a:pt x="11" y="81"/>
                  </a:lnTo>
                  <a:lnTo>
                    <a:pt x="11" y="81"/>
                  </a:lnTo>
                  <a:lnTo>
                    <a:pt x="23" y="63"/>
                  </a:lnTo>
                  <a:lnTo>
                    <a:pt x="32" y="45"/>
                  </a:lnTo>
                  <a:lnTo>
                    <a:pt x="42" y="26"/>
                  </a:lnTo>
                  <a:lnTo>
                    <a:pt x="50" y="8"/>
                  </a:lnTo>
                  <a:lnTo>
                    <a:pt x="50" y="8"/>
                  </a:lnTo>
                  <a:lnTo>
                    <a:pt x="50" y="5"/>
                  </a:lnTo>
                  <a:lnTo>
                    <a:pt x="49" y="3"/>
                  </a:lnTo>
                  <a:lnTo>
                    <a:pt x="47" y="1"/>
                  </a:lnTo>
                  <a:lnTo>
                    <a:pt x="46" y="0"/>
                  </a:lnTo>
                  <a:lnTo>
                    <a:pt x="42" y="1"/>
                  </a:lnTo>
                  <a:lnTo>
                    <a:pt x="40" y="3"/>
                  </a:lnTo>
                  <a:lnTo>
                    <a:pt x="38" y="4"/>
                  </a:lnTo>
                  <a:lnTo>
                    <a:pt x="38" y="4"/>
                  </a:lnTo>
                  <a:close/>
                </a:path>
              </a:pathLst>
            </a:custGeom>
            <a:ln>
              <a:solidFill>
                <a:schemeClr val="accent1">
                  <a:alpha val="35000"/>
                </a:schemeClr>
              </a:solidFill>
            </a:ln>
          </p:spPr>
          <p:style>
            <a:lnRef idx="0">
              <a:srgbClr val="FFFFFF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34" name="Freeform 545"/>
            <p:cNvSpPr/>
            <p:nvPr>
              <p:custDataLst>
                <p:tags r:id="rId27"/>
              </p:custDataLst>
            </p:nvPr>
          </p:nvSpPr>
          <p:spPr bwMode="auto">
            <a:xfrm>
              <a:off x="2495551" y="2557463"/>
              <a:ext cx="23813" cy="31750"/>
            </a:xfrm>
            <a:custGeom>
              <a:avLst/>
              <a:gdLst/>
              <a:ahLst/>
              <a:cxnLst>
                <a:cxn ang="0">
                  <a:pos x="50" y="5"/>
                </a:cxn>
                <a:cxn ang="0">
                  <a:pos x="50" y="5"/>
                </a:cxn>
                <a:cxn ang="0">
                  <a:pos x="48" y="10"/>
                </a:cxn>
                <a:cxn ang="0">
                  <a:pos x="47" y="16"/>
                </a:cxn>
                <a:cxn ang="0">
                  <a:pos x="42" y="26"/>
                </a:cxn>
                <a:cxn ang="0">
                  <a:pos x="35" y="35"/>
                </a:cxn>
                <a:cxn ang="0">
                  <a:pos x="29" y="43"/>
                </a:cxn>
                <a:cxn ang="0">
                  <a:pos x="29" y="43"/>
                </a:cxn>
                <a:cxn ang="0">
                  <a:pos x="17" y="58"/>
                </a:cxn>
                <a:cxn ang="0">
                  <a:pos x="10" y="64"/>
                </a:cxn>
                <a:cxn ang="0">
                  <a:pos x="3" y="69"/>
                </a:cxn>
                <a:cxn ang="0">
                  <a:pos x="3" y="69"/>
                </a:cxn>
                <a:cxn ang="0">
                  <a:pos x="1" y="71"/>
                </a:cxn>
                <a:cxn ang="0">
                  <a:pos x="0" y="73"/>
                </a:cxn>
                <a:cxn ang="0">
                  <a:pos x="1" y="77"/>
                </a:cxn>
                <a:cxn ang="0">
                  <a:pos x="4" y="80"/>
                </a:cxn>
                <a:cxn ang="0">
                  <a:pos x="6" y="80"/>
                </a:cxn>
                <a:cxn ang="0">
                  <a:pos x="8" y="78"/>
                </a:cxn>
                <a:cxn ang="0">
                  <a:pos x="8" y="78"/>
                </a:cxn>
                <a:cxn ang="0">
                  <a:pos x="18" y="72"/>
                </a:cxn>
                <a:cxn ang="0">
                  <a:pos x="27" y="63"/>
                </a:cxn>
                <a:cxn ang="0">
                  <a:pos x="43" y="44"/>
                </a:cxn>
                <a:cxn ang="0">
                  <a:pos x="43" y="44"/>
                </a:cxn>
                <a:cxn ang="0">
                  <a:pos x="50" y="35"/>
                </a:cxn>
                <a:cxn ang="0">
                  <a:pos x="55" y="26"/>
                </a:cxn>
                <a:cxn ang="0">
                  <a:pos x="59" y="17"/>
                </a:cxn>
                <a:cxn ang="0">
                  <a:pos x="60" y="5"/>
                </a:cxn>
                <a:cxn ang="0">
                  <a:pos x="60" y="5"/>
                </a:cxn>
                <a:cxn ang="0">
                  <a:pos x="60" y="3"/>
                </a:cxn>
                <a:cxn ang="0">
                  <a:pos x="59" y="1"/>
                </a:cxn>
                <a:cxn ang="0">
                  <a:pos x="55" y="0"/>
                </a:cxn>
                <a:cxn ang="0">
                  <a:pos x="51" y="1"/>
                </a:cxn>
                <a:cxn ang="0">
                  <a:pos x="50" y="3"/>
                </a:cxn>
                <a:cxn ang="0">
                  <a:pos x="50" y="5"/>
                </a:cxn>
                <a:cxn ang="0">
                  <a:pos x="50" y="5"/>
                </a:cxn>
              </a:cxnLst>
              <a:rect l="0" t="0" r="r" b="b"/>
              <a:pathLst>
                <a:path w="60" h="80">
                  <a:moveTo>
                    <a:pt x="50" y="5"/>
                  </a:moveTo>
                  <a:lnTo>
                    <a:pt x="50" y="5"/>
                  </a:lnTo>
                  <a:lnTo>
                    <a:pt x="48" y="10"/>
                  </a:lnTo>
                  <a:lnTo>
                    <a:pt x="47" y="16"/>
                  </a:lnTo>
                  <a:lnTo>
                    <a:pt x="42" y="26"/>
                  </a:lnTo>
                  <a:lnTo>
                    <a:pt x="35" y="35"/>
                  </a:lnTo>
                  <a:lnTo>
                    <a:pt x="29" y="43"/>
                  </a:lnTo>
                  <a:lnTo>
                    <a:pt x="29" y="43"/>
                  </a:lnTo>
                  <a:lnTo>
                    <a:pt x="17" y="58"/>
                  </a:lnTo>
                  <a:lnTo>
                    <a:pt x="10" y="64"/>
                  </a:lnTo>
                  <a:lnTo>
                    <a:pt x="3" y="69"/>
                  </a:lnTo>
                  <a:lnTo>
                    <a:pt x="3" y="69"/>
                  </a:lnTo>
                  <a:lnTo>
                    <a:pt x="1" y="71"/>
                  </a:lnTo>
                  <a:lnTo>
                    <a:pt x="0" y="73"/>
                  </a:lnTo>
                  <a:lnTo>
                    <a:pt x="1" y="77"/>
                  </a:lnTo>
                  <a:lnTo>
                    <a:pt x="4" y="80"/>
                  </a:lnTo>
                  <a:lnTo>
                    <a:pt x="6" y="80"/>
                  </a:lnTo>
                  <a:lnTo>
                    <a:pt x="8" y="78"/>
                  </a:lnTo>
                  <a:lnTo>
                    <a:pt x="8" y="78"/>
                  </a:lnTo>
                  <a:lnTo>
                    <a:pt x="18" y="72"/>
                  </a:lnTo>
                  <a:lnTo>
                    <a:pt x="27" y="63"/>
                  </a:lnTo>
                  <a:lnTo>
                    <a:pt x="43" y="44"/>
                  </a:lnTo>
                  <a:lnTo>
                    <a:pt x="43" y="44"/>
                  </a:lnTo>
                  <a:lnTo>
                    <a:pt x="50" y="35"/>
                  </a:lnTo>
                  <a:lnTo>
                    <a:pt x="55" y="26"/>
                  </a:lnTo>
                  <a:lnTo>
                    <a:pt x="59" y="17"/>
                  </a:lnTo>
                  <a:lnTo>
                    <a:pt x="60" y="5"/>
                  </a:lnTo>
                  <a:lnTo>
                    <a:pt x="60" y="5"/>
                  </a:lnTo>
                  <a:lnTo>
                    <a:pt x="60" y="3"/>
                  </a:lnTo>
                  <a:lnTo>
                    <a:pt x="59" y="1"/>
                  </a:lnTo>
                  <a:lnTo>
                    <a:pt x="55" y="0"/>
                  </a:lnTo>
                  <a:lnTo>
                    <a:pt x="51" y="1"/>
                  </a:lnTo>
                  <a:lnTo>
                    <a:pt x="50" y="3"/>
                  </a:lnTo>
                  <a:lnTo>
                    <a:pt x="50" y="5"/>
                  </a:lnTo>
                  <a:lnTo>
                    <a:pt x="50" y="5"/>
                  </a:lnTo>
                  <a:close/>
                </a:path>
              </a:pathLst>
            </a:custGeom>
            <a:ln>
              <a:solidFill>
                <a:schemeClr val="accent1">
                  <a:alpha val="35000"/>
                </a:schemeClr>
              </a:solidFill>
            </a:ln>
          </p:spPr>
          <p:style>
            <a:lnRef idx="0">
              <a:srgbClr val="FFFFFF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35" name="Freeform 546"/>
            <p:cNvSpPr/>
            <p:nvPr>
              <p:custDataLst>
                <p:tags r:id="rId28"/>
              </p:custDataLst>
            </p:nvPr>
          </p:nvSpPr>
          <p:spPr bwMode="auto">
            <a:xfrm>
              <a:off x="2541588" y="2557463"/>
              <a:ext cx="17463" cy="28575"/>
            </a:xfrm>
            <a:custGeom>
              <a:avLst/>
              <a:gdLst/>
              <a:ahLst/>
              <a:cxnLst>
                <a:cxn ang="0">
                  <a:pos x="35" y="3"/>
                </a:cxn>
                <a:cxn ang="0">
                  <a:pos x="35" y="3"/>
                </a:cxn>
                <a:cxn ang="0">
                  <a:pos x="27" y="18"/>
                </a:cxn>
                <a:cxn ang="0">
                  <a:pos x="21" y="34"/>
                </a:cxn>
                <a:cxn ang="0">
                  <a:pos x="12" y="48"/>
                </a:cxn>
                <a:cxn ang="0">
                  <a:pos x="8" y="56"/>
                </a:cxn>
                <a:cxn ang="0">
                  <a:pos x="1" y="63"/>
                </a:cxn>
                <a:cxn ang="0">
                  <a:pos x="1" y="63"/>
                </a:cxn>
                <a:cxn ang="0">
                  <a:pos x="0" y="64"/>
                </a:cxn>
                <a:cxn ang="0">
                  <a:pos x="0" y="67"/>
                </a:cxn>
                <a:cxn ang="0">
                  <a:pos x="2" y="71"/>
                </a:cxn>
                <a:cxn ang="0">
                  <a:pos x="5" y="72"/>
                </a:cxn>
                <a:cxn ang="0">
                  <a:pos x="8" y="72"/>
                </a:cxn>
                <a:cxn ang="0">
                  <a:pos x="10" y="71"/>
                </a:cxn>
                <a:cxn ang="0">
                  <a:pos x="10" y="71"/>
                </a:cxn>
                <a:cxn ang="0">
                  <a:pos x="15" y="64"/>
                </a:cxn>
                <a:cxn ang="0">
                  <a:pos x="21" y="56"/>
                </a:cxn>
                <a:cxn ang="0">
                  <a:pos x="29" y="41"/>
                </a:cxn>
                <a:cxn ang="0">
                  <a:pos x="36" y="25"/>
                </a:cxn>
                <a:cxn ang="0">
                  <a:pos x="44" y="9"/>
                </a:cxn>
                <a:cxn ang="0">
                  <a:pos x="44" y="9"/>
                </a:cxn>
                <a:cxn ang="0">
                  <a:pos x="46" y="7"/>
                </a:cxn>
                <a:cxn ang="0">
                  <a:pos x="46" y="4"/>
                </a:cxn>
                <a:cxn ang="0">
                  <a:pos x="43" y="1"/>
                </a:cxn>
                <a:cxn ang="0">
                  <a:pos x="39" y="0"/>
                </a:cxn>
                <a:cxn ang="0">
                  <a:pos x="36" y="1"/>
                </a:cxn>
                <a:cxn ang="0">
                  <a:pos x="35" y="3"/>
                </a:cxn>
                <a:cxn ang="0">
                  <a:pos x="35" y="3"/>
                </a:cxn>
              </a:cxnLst>
              <a:rect l="0" t="0" r="r" b="b"/>
              <a:pathLst>
                <a:path w="46" h="72">
                  <a:moveTo>
                    <a:pt x="35" y="3"/>
                  </a:moveTo>
                  <a:lnTo>
                    <a:pt x="35" y="3"/>
                  </a:lnTo>
                  <a:lnTo>
                    <a:pt x="27" y="18"/>
                  </a:lnTo>
                  <a:lnTo>
                    <a:pt x="21" y="34"/>
                  </a:lnTo>
                  <a:lnTo>
                    <a:pt x="12" y="48"/>
                  </a:lnTo>
                  <a:lnTo>
                    <a:pt x="8" y="56"/>
                  </a:lnTo>
                  <a:lnTo>
                    <a:pt x="1" y="63"/>
                  </a:lnTo>
                  <a:lnTo>
                    <a:pt x="1" y="63"/>
                  </a:lnTo>
                  <a:lnTo>
                    <a:pt x="0" y="64"/>
                  </a:lnTo>
                  <a:lnTo>
                    <a:pt x="0" y="67"/>
                  </a:lnTo>
                  <a:lnTo>
                    <a:pt x="2" y="71"/>
                  </a:lnTo>
                  <a:lnTo>
                    <a:pt x="5" y="72"/>
                  </a:lnTo>
                  <a:lnTo>
                    <a:pt x="8" y="72"/>
                  </a:lnTo>
                  <a:lnTo>
                    <a:pt x="10" y="71"/>
                  </a:lnTo>
                  <a:lnTo>
                    <a:pt x="10" y="71"/>
                  </a:lnTo>
                  <a:lnTo>
                    <a:pt x="15" y="64"/>
                  </a:lnTo>
                  <a:lnTo>
                    <a:pt x="21" y="56"/>
                  </a:lnTo>
                  <a:lnTo>
                    <a:pt x="29" y="41"/>
                  </a:lnTo>
                  <a:lnTo>
                    <a:pt x="36" y="25"/>
                  </a:lnTo>
                  <a:lnTo>
                    <a:pt x="44" y="9"/>
                  </a:lnTo>
                  <a:lnTo>
                    <a:pt x="44" y="9"/>
                  </a:lnTo>
                  <a:lnTo>
                    <a:pt x="46" y="7"/>
                  </a:lnTo>
                  <a:lnTo>
                    <a:pt x="46" y="4"/>
                  </a:lnTo>
                  <a:lnTo>
                    <a:pt x="43" y="1"/>
                  </a:lnTo>
                  <a:lnTo>
                    <a:pt x="39" y="0"/>
                  </a:lnTo>
                  <a:lnTo>
                    <a:pt x="36" y="1"/>
                  </a:lnTo>
                  <a:lnTo>
                    <a:pt x="35" y="3"/>
                  </a:lnTo>
                  <a:lnTo>
                    <a:pt x="35" y="3"/>
                  </a:lnTo>
                  <a:close/>
                </a:path>
              </a:pathLst>
            </a:custGeom>
            <a:ln>
              <a:solidFill>
                <a:schemeClr val="accent1">
                  <a:alpha val="35000"/>
                </a:schemeClr>
              </a:solidFill>
            </a:ln>
          </p:spPr>
          <p:style>
            <a:lnRef idx="0">
              <a:srgbClr val="FFFFFF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36" name="Freeform 547"/>
            <p:cNvSpPr/>
            <p:nvPr>
              <p:custDataLst>
                <p:tags r:id="rId29"/>
              </p:custDataLst>
            </p:nvPr>
          </p:nvSpPr>
          <p:spPr bwMode="auto">
            <a:xfrm>
              <a:off x="2581276" y="2555875"/>
              <a:ext cx="25400" cy="31750"/>
            </a:xfrm>
            <a:custGeom>
              <a:avLst/>
              <a:gdLst/>
              <a:ahLst/>
              <a:cxnLst>
                <a:cxn ang="0">
                  <a:pos x="54" y="3"/>
                </a:cxn>
                <a:cxn ang="0">
                  <a:pos x="54" y="3"/>
                </a:cxn>
                <a:cxn ang="0">
                  <a:pos x="47" y="12"/>
                </a:cxn>
                <a:cxn ang="0">
                  <a:pos x="39" y="20"/>
                </a:cxn>
                <a:cxn ang="0">
                  <a:pos x="33" y="29"/>
                </a:cxn>
                <a:cxn ang="0">
                  <a:pos x="26" y="38"/>
                </a:cxn>
                <a:cxn ang="0">
                  <a:pos x="26" y="38"/>
                </a:cxn>
                <a:cxn ang="0">
                  <a:pos x="15" y="56"/>
                </a:cxn>
                <a:cxn ang="0">
                  <a:pos x="8" y="66"/>
                </a:cxn>
                <a:cxn ang="0">
                  <a:pos x="1" y="75"/>
                </a:cxn>
                <a:cxn ang="0">
                  <a:pos x="1" y="75"/>
                </a:cxn>
                <a:cxn ang="0">
                  <a:pos x="0" y="76"/>
                </a:cxn>
                <a:cxn ang="0">
                  <a:pos x="0" y="79"/>
                </a:cxn>
                <a:cxn ang="0">
                  <a:pos x="1" y="83"/>
                </a:cxn>
                <a:cxn ang="0">
                  <a:pos x="4" y="84"/>
                </a:cxn>
                <a:cxn ang="0">
                  <a:pos x="5" y="84"/>
                </a:cxn>
                <a:cxn ang="0">
                  <a:pos x="8" y="84"/>
                </a:cxn>
                <a:cxn ang="0">
                  <a:pos x="9" y="83"/>
                </a:cxn>
                <a:cxn ang="0">
                  <a:pos x="9" y="83"/>
                </a:cxn>
                <a:cxn ang="0">
                  <a:pos x="22" y="66"/>
                </a:cxn>
                <a:cxn ang="0">
                  <a:pos x="34" y="47"/>
                </a:cxn>
                <a:cxn ang="0">
                  <a:pos x="34" y="47"/>
                </a:cxn>
                <a:cxn ang="0">
                  <a:pos x="41" y="37"/>
                </a:cxn>
                <a:cxn ang="0">
                  <a:pos x="49" y="28"/>
                </a:cxn>
                <a:cxn ang="0">
                  <a:pos x="56" y="18"/>
                </a:cxn>
                <a:cxn ang="0">
                  <a:pos x="64" y="9"/>
                </a:cxn>
                <a:cxn ang="0">
                  <a:pos x="64" y="9"/>
                </a:cxn>
                <a:cxn ang="0">
                  <a:pos x="64" y="7"/>
                </a:cxn>
                <a:cxn ang="0">
                  <a:pos x="64" y="4"/>
                </a:cxn>
                <a:cxn ang="0">
                  <a:pos x="64" y="3"/>
                </a:cxn>
                <a:cxn ang="0">
                  <a:pos x="62" y="1"/>
                </a:cxn>
                <a:cxn ang="0">
                  <a:pos x="58" y="0"/>
                </a:cxn>
                <a:cxn ang="0">
                  <a:pos x="55" y="1"/>
                </a:cxn>
                <a:cxn ang="0">
                  <a:pos x="54" y="3"/>
                </a:cxn>
                <a:cxn ang="0">
                  <a:pos x="54" y="3"/>
                </a:cxn>
              </a:cxnLst>
              <a:rect l="0" t="0" r="r" b="b"/>
              <a:pathLst>
                <a:path w="64" h="84">
                  <a:moveTo>
                    <a:pt x="54" y="3"/>
                  </a:moveTo>
                  <a:lnTo>
                    <a:pt x="54" y="3"/>
                  </a:lnTo>
                  <a:lnTo>
                    <a:pt x="47" y="12"/>
                  </a:lnTo>
                  <a:lnTo>
                    <a:pt x="39" y="20"/>
                  </a:lnTo>
                  <a:lnTo>
                    <a:pt x="33" y="29"/>
                  </a:lnTo>
                  <a:lnTo>
                    <a:pt x="26" y="38"/>
                  </a:lnTo>
                  <a:lnTo>
                    <a:pt x="26" y="38"/>
                  </a:lnTo>
                  <a:lnTo>
                    <a:pt x="15" y="56"/>
                  </a:lnTo>
                  <a:lnTo>
                    <a:pt x="8" y="66"/>
                  </a:lnTo>
                  <a:lnTo>
                    <a:pt x="1" y="75"/>
                  </a:lnTo>
                  <a:lnTo>
                    <a:pt x="1" y="75"/>
                  </a:lnTo>
                  <a:lnTo>
                    <a:pt x="0" y="76"/>
                  </a:lnTo>
                  <a:lnTo>
                    <a:pt x="0" y="79"/>
                  </a:lnTo>
                  <a:lnTo>
                    <a:pt x="1" y="83"/>
                  </a:lnTo>
                  <a:lnTo>
                    <a:pt x="4" y="84"/>
                  </a:lnTo>
                  <a:lnTo>
                    <a:pt x="5" y="84"/>
                  </a:lnTo>
                  <a:lnTo>
                    <a:pt x="8" y="84"/>
                  </a:lnTo>
                  <a:lnTo>
                    <a:pt x="9" y="83"/>
                  </a:lnTo>
                  <a:lnTo>
                    <a:pt x="9" y="83"/>
                  </a:lnTo>
                  <a:lnTo>
                    <a:pt x="22" y="66"/>
                  </a:lnTo>
                  <a:lnTo>
                    <a:pt x="34" y="47"/>
                  </a:lnTo>
                  <a:lnTo>
                    <a:pt x="34" y="47"/>
                  </a:lnTo>
                  <a:lnTo>
                    <a:pt x="41" y="37"/>
                  </a:lnTo>
                  <a:lnTo>
                    <a:pt x="49" y="28"/>
                  </a:lnTo>
                  <a:lnTo>
                    <a:pt x="56" y="18"/>
                  </a:lnTo>
                  <a:lnTo>
                    <a:pt x="64" y="9"/>
                  </a:lnTo>
                  <a:lnTo>
                    <a:pt x="64" y="9"/>
                  </a:lnTo>
                  <a:lnTo>
                    <a:pt x="64" y="7"/>
                  </a:lnTo>
                  <a:lnTo>
                    <a:pt x="64" y="4"/>
                  </a:lnTo>
                  <a:lnTo>
                    <a:pt x="64" y="3"/>
                  </a:lnTo>
                  <a:lnTo>
                    <a:pt x="62" y="1"/>
                  </a:lnTo>
                  <a:lnTo>
                    <a:pt x="58" y="0"/>
                  </a:lnTo>
                  <a:lnTo>
                    <a:pt x="55" y="1"/>
                  </a:lnTo>
                  <a:lnTo>
                    <a:pt x="54" y="3"/>
                  </a:lnTo>
                  <a:lnTo>
                    <a:pt x="54" y="3"/>
                  </a:lnTo>
                  <a:close/>
                </a:path>
              </a:pathLst>
            </a:custGeom>
            <a:ln>
              <a:solidFill>
                <a:schemeClr val="accent1">
                  <a:alpha val="35000"/>
                </a:schemeClr>
              </a:solidFill>
            </a:ln>
          </p:spPr>
          <p:style>
            <a:lnRef idx="0">
              <a:srgbClr val="FFFFFF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37" name="Freeform 548"/>
            <p:cNvSpPr/>
            <p:nvPr>
              <p:custDataLst>
                <p:tags r:id="rId30"/>
              </p:custDataLst>
            </p:nvPr>
          </p:nvSpPr>
          <p:spPr bwMode="auto">
            <a:xfrm>
              <a:off x="2620963" y="2552700"/>
              <a:ext cx="17463" cy="28575"/>
            </a:xfrm>
            <a:custGeom>
              <a:avLst/>
              <a:gdLst/>
              <a:ahLst/>
              <a:cxnLst>
                <a:cxn ang="0">
                  <a:pos x="32" y="7"/>
                </a:cxn>
                <a:cxn ang="0">
                  <a:pos x="32" y="7"/>
                </a:cxn>
                <a:cxn ang="0">
                  <a:pos x="29" y="13"/>
                </a:cxn>
                <a:cxn ang="0">
                  <a:pos x="26" y="20"/>
                </a:cxn>
                <a:cxn ang="0">
                  <a:pos x="20" y="33"/>
                </a:cxn>
                <a:cxn ang="0">
                  <a:pos x="20" y="33"/>
                </a:cxn>
                <a:cxn ang="0">
                  <a:pos x="2" y="64"/>
                </a:cxn>
                <a:cxn ang="0">
                  <a:pos x="2" y="64"/>
                </a:cxn>
                <a:cxn ang="0">
                  <a:pos x="0" y="67"/>
                </a:cxn>
                <a:cxn ang="0">
                  <a:pos x="0" y="68"/>
                </a:cxn>
                <a:cxn ang="0">
                  <a:pos x="3" y="72"/>
                </a:cxn>
                <a:cxn ang="0">
                  <a:pos x="8" y="72"/>
                </a:cxn>
                <a:cxn ang="0">
                  <a:pos x="9" y="72"/>
                </a:cxn>
                <a:cxn ang="0">
                  <a:pos x="11" y="70"/>
                </a:cxn>
                <a:cxn ang="0">
                  <a:pos x="11" y="70"/>
                </a:cxn>
                <a:cxn ang="0">
                  <a:pos x="32" y="36"/>
                </a:cxn>
                <a:cxn ang="0">
                  <a:pos x="32" y="36"/>
                </a:cxn>
                <a:cxn ang="0">
                  <a:pos x="38" y="21"/>
                </a:cxn>
                <a:cxn ang="0">
                  <a:pos x="41" y="13"/>
                </a:cxn>
                <a:cxn ang="0">
                  <a:pos x="42" y="7"/>
                </a:cxn>
                <a:cxn ang="0">
                  <a:pos x="42" y="7"/>
                </a:cxn>
                <a:cxn ang="0">
                  <a:pos x="42" y="4"/>
                </a:cxn>
                <a:cxn ang="0">
                  <a:pos x="41" y="2"/>
                </a:cxn>
                <a:cxn ang="0">
                  <a:pos x="39" y="2"/>
                </a:cxn>
                <a:cxn ang="0">
                  <a:pos x="38" y="0"/>
                </a:cxn>
                <a:cxn ang="0">
                  <a:pos x="33" y="3"/>
                </a:cxn>
                <a:cxn ang="0">
                  <a:pos x="32" y="4"/>
                </a:cxn>
                <a:cxn ang="0">
                  <a:pos x="32" y="7"/>
                </a:cxn>
                <a:cxn ang="0">
                  <a:pos x="32" y="7"/>
                </a:cxn>
              </a:cxnLst>
              <a:rect l="0" t="0" r="r" b="b"/>
              <a:pathLst>
                <a:path w="42" h="72">
                  <a:moveTo>
                    <a:pt x="32" y="7"/>
                  </a:moveTo>
                  <a:lnTo>
                    <a:pt x="32" y="7"/>
                  </a:lnTo>
                  <a:lnTo>
                    <a:pt x="29" y="13"/>
                  </a:lnTo>
                  <a:lnTo>
                    <a:pt x="26" y="20"/>
                  </a:lnTo>
                  <a:lnTo>
                    <a:pt x="20" y="33"/>
                  </a:lnTo>
                  <a:lnTo>
                    <a:pt x="20" y="33"/>
                  </a:lnTo>
                  <a:lnTo>
                    <a:pt x="2" y="64"/>
                  </a:lnTo>
                  <a:lnTo>
                    <a:pt x="2" y="64"/>
                  </a:lnTo>
                  <a:lnTo>
                    <a:pt x="0" y="67"/>
                  </a:lnTo>
                  <a:lnTo>
                    <a:pt x="0" y="68"/>
                  </a:lnTo>
                  <a:lnTo>
                    <a:pt x="3" y="72"/>
                  </a:lnTo>
                  <a:lnTo>
                    <a:pt x="8" y="72"/>
                  </a:lnTo>
                  <a:lnTo>
                    <a:pt x="9" y="72"/>
                  </a:lnTo>
                  <a:lnTo>
                    <a:pt x="11" y="70"/>
                  </a:lnTo>
                  <a:lnTo>
                    <a:pt x="11" y="70"/>
                  </a:lnTo>
                  <a:lnTo>
                    <a:pt x="32" y="36"/>
                  </a:lnTo>
                  <a:lnTo>
                    <a:pt x="32" y="36"/>
                  </a:lnTo>
                  <a:lnTo>
                    <a:pt x="38" y="21"/>
                  </a:lnTo>
                  <a:lnTo>
                    <a:pt x="41" y="13"/>
                  </a:lnTo>
                  <a:lnTo>
                    <a:pt x="42" y="7"/>
                  </a:lnTo>
                  <a:lnTo>
                    <a:pt x="42" y="7"/>
                  </a:lnTo>
                  <a:lnTo>
                    <a:pt x="42" y="4"/>
                  </a:lnTo>
                  <a:lnTo>
                    <a:pt x="41" y="2"/>
                  </a:lnTo>
                  <a:lnTo>
                    <a:pt x="39" y="2"/>
                  </a:lnTo>
                  <a:lnTo>
                    <a:pt x="38" y="0"/>
                  </a:lnTo>
                  <a:lnTo>
                    <a:pt x="33" y="3"/>
                  </a:lnTo>
                  <a:lnTo>
                    <a:pt x="32" y="4"/>
                  </a:lnTo>
                  <a:lnTo>
                    <a:pt x="32" y="7"/>
                  </a:lnTo>
                  <a:lnTo>
                    <a:pt x="32" y="7"/>
                  </a:lnTo>
                  <a:close/>
                </a:path>
              </a:pathLst>
            </a:custGeom>
            <a:ln>
              <a:solidFill>
                <a:schemeClr val="accent1">
                  <a:alpha val="35000"/>
                </a:schemeClr>
              </a:solidFill>
            </a:ln>
          </p:spPr>
          <p:style>
            <a:lnRef idx="0">
              <a:srgbClr val="FFFFFF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38" name="Freeform 549"/>
            <p:cNvSpPr/>
            <p:nvPr>
              <p:custDataLst>
                <p:tags r:id="rId31"/>
              </p:custDataLst>
            </p:nvPr>
          </p:nvSpPr>
          <p:spPr bwMode="auto">
            <a:xfrm>
              <a:off x="2263776" y="2451100"/>
              <a:ext cx="22225" cy="39688"/>
            </a:xfrm>
            <a:custGeom>
              <a:avLst/>
              <a:gdLst/>
              <a:ahLst/>
              <a:cxnLst>
                <a:cxn ang="0">
                  <a:pos x="47" y="3"/>
                </a:cxn>
                <a:cxn ang="0">
                  <a:pos x="47" y="3"/>
                </a:cxn>
                <a:cxn ang="0">
                  <a:pos x="38" y="12"/>
                </a:cxn>
                <a:cxn ang="0">
                  <a:pos x="31" y="24"/>
                </a:cxn>
                <a:cxn ang="0">
                  <a:pos x="23" y="34"/>
                </a:cxn>
                <a:cxn ang="0">
                  <a:pos x="18" y="46"/>
                </a:cxn>
                <a:cxn ang="0">
                  <a:pos x="8" y="71"/>
                </a:cxn>
                <a:cxn ang="0">
                  <a:pos x="0" y="96"/>
                </a:cxn>
                <a:cxn ang="0">
                  <a:pos x="0" y="96"/>
                </a:cxn>
                <a:cxn ang="0">
                  <a:pos x="0" y="98"/>
                </a:cxn>
                <a:cxn ang="0">
                  <a:pos x="0" y="101"/>
                </a:cxn>
                <a:cxn ang="0">
                  <a:pos x="4" y="102"/>
                </a:cxn>
                <a:cxn ang="0">
                  <a:pos x="8" y="102"/>
                </a:cxn>
                <a:cxn ang="0">
                  <a:pos x="9" y="101"/>
                </a:cxn>
                <a:cxn ang="0">
                  <a:pos x="10" y="100"/>
                </a:cxn>
                <a:cxn ang="0">
                  <a:pos x="10" y="100"/>
                </a:cxn>
                <a:cxn ang="0">
                  <a:pos x="18" y="76"/>
                </a:cxn>
                <a:cxn ang="0">
                  <a:pos x="29" y="53"/>
                </a:cxn>
                <a:cxn ang="0">
                  <a:pos x="34" y="41"/>
                </a:cxn>
                <a:cxn ang="0">
                  <a:pos x="39" y="30"/>
                </a:cxn>
                <a:cxn ang="0">
                  <a:pos x="47" y="20"/>
                </a:cxn>
                <a:cxn ang="0">
                  <a:pos x="55" y="11"/>
                </a:cxn>
                <a:cxn ang="0">
                  <a:pos x="55" y="11"/>
                </a:cxn>
                <a:cxn ang="0">
                  <a:pos x="56" y="8"/>
                </a:cxn>
                <a:cxn ang="0">
                  <a:pos x="56" y="6"/>
                </a:cxn>
                <a:cxn ang="0">
                  <a:pos x="55" y="3"/>
                </a:cxn>
                <a:cxn ang="0">
                  <a:pos x="51" y="0"/>
                </a:cxn>
                <a:cxn ang="0">
                  <a:pos x="48" y="0"/>
                </a:cxn>
                <a:cxn ang="0">
                  <a:pos x="47" y="3"/>
                </a:cxn>
                <a:cxn ang="0">
                  <a:pos x="47" y="3"/>
                </a:cxn>
              </a:cxnLst>
              <a:rect l="0" t="0" r="r" b="b"/>
              <a:pathLst>
                <a:path w="56" h="102">
                  <a:moveTo>
                    <a:pt x="47" y="3"/>
                  </a:moveTo>
                  <a:lnTo>
                    <a:pt x="47" y="3"/>
                  </a:lnTo>
                  <a:lnTo>
                    <a:pt x="38" y="12"/>
                  </a:lnTo>
                  <a:lnTo>
                    <a:pt x="31" y="24"/>
                  </a:lnTo>
                  <a:lnTo>
                    <a:pt x="23" y="34"/>
                  </a:lnTo>
                  <a:lnTo>
                    <a:pt x="18" y="46"/>
                  </a:lnTo>
                  <a:lnTo>
                    <a:pt x="8" y="71"/>
                  </a:lnTo>
                  <a:lnTo>
                    <a:pt x="0" y="96"/>
                  </a:lnTo>
                  <a:lnTo>
                    <a:pt x="0" y="96"/>
                  </a:lnTo>
                  <a:lnTo>
                    <a:pt x="0" y="98"/>
                  </a:lnTo>
                  <a:lnTo>
                    <a:pt x="0" y="101"/>
                  </a:lnTo>
                  <a:lnTo>
                    <a:pt x="4" y="102"/>
                  </a:lnTo>
                  <a:lnTo>
                    <a:pt x="8" y="102"/>
                  </a:lnTo>
                  <a:lnTo>
                    <a:pt x="9" y="101"/>
                  </a:lnTo>
                  <a:lnTo>
                    <a:pt x="10" y="100"/>
                  </a:lnTo>
                  <a:lnTo>
                    <a:pt x="10" y="100"/>
                  </a:lnTo>
                  <a:lnTo>
                    <a:pt x="18" y="76"/>
                  </a:lnTo>
                  <a:lnTo>
                    <a:pt x="29" y="53"/>
                  </a:lnTo>
                  <a:lnTo>
                    <a:pt x="34" y="41"/>
                  </a:lnTo>
                  <a:lnTo>
                    <a:pt x="39" y="30"/>
                  </a:lnTo>
                  <a:lnTo>
                    <a:pt x="47" y="20"/>
                  </a:lnTo>
                  <a:lnTo>
                    <a:pt x="55" y="11"/>
                  </a:lnTo>
                  <a:lnTo>
                    <a:pt x="55" y="11"/>
                  </a:lnTo>
                  <a:lnTo>
                    <a:pt x="56" y="8"/>
                  </a:lnTo>
                  <a:lnTo>
                    <a:pt x="56" y="6"/>
                  </a:lnTo>
                  <a:lnTo>
                    <a:pt x="55" y="3"/>
                  </a:lnTo>
                  <a:lnTo>
                    <a:pt x="51" y="0"/>
                  </a:lnTo>
                  <a:lnTo>
                    <a:pt x="48" y="0"/>
                  </a:lnTo>
                  <a:lnTo>
                    <a:pt x="47" y="3"/>
                  </a:lnTo>
                  <a:lnTo>
                    <a:pt x="47" y="3"/>
                  </a:lnTo>
                  <a:close/>
                </a:path>
              </a:pathLst>
            </a:custGeom>
            <a:ln>
              <a:solidFill>
                <a:schemeClr val="accent1">
                  <a:alpha val="35000"/>
                </a:schemeClr>
              </a:solidFill>
            </a:ln>
          </p:spPr>
          <p:style>
            <a:lnRef idx="0">
              <a:srgbClr val="FFFFFF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39" name="Freeform 550"/>
            <p:cNvSpPr/>
            <p:nvPr>
              <p:custDataLst>
                <p:tags r:id="rId32"/>
              </p:custDataLst>
            </p:nvPr>
          </p:nvSpPr>
          <p:spPr bwMode="auto">
            <a:xfrm>
              <a:off x="2317751" y="2460625"/>
              <a:ext cx="14288" cy="34925"/>
            </a:xfrm>
            <a:custGeom>
              <a:avLst/>
              <a:gdLst/>
              <a:ahLst/>
              <a:cxnLst>
                <a:cxn ang="0">
                  <a:pos x="24" y="5"/>
                </a:cxn>
                <a:cxn ang="0">
                  <a:pos x="24" y="5"/>
                </a:cxn>
                <a:cxn ang="0">
                  <a:pos x="22" y="16"/>
                </a:cxn>
                <a:cxn ang="0">
                  <a:pos x="21" y="26"/>
                </a:cxn>
                <a:cxn ang="0">
                  <a:pos x="16" y="46"/>
                </a:cxn>
                <a:cxn ang="0">
                  <a:pos x="1" y="84"/>
                </a:cxn>
                <a:cxn ang="0">
                  <a:pos x="1" y="84"/>
                </a:cxn>
                <a:cxn ang="0">
                  <a:pos x="0" y="86"/>
                </a:cxn>
                <a:cxn ang="0">
                  <a:pos x="1" y="87"/>
                </a:cxn>
                <a:cxn ang="0">
                  <a:pos x="4" y="90"/>
                </a:cxn>
                <a:cxn ang="0">
                  <a:pos x="9" y="90"/>
                </a:cxn>
                <a:cxn ang="0">
                  <a:pos x="10" y="89"/>
                </a:cxn>
                <a:cxn ang="0">
                  <a:pos x="12" y="86"/>
                </a:cxn>
                <a:cxn ang="0">
                  <a:pos x="12" y="86"/>
                </a:cxn>
                <a:cxn ang="0">
                  <a:pos x="26" y="47"/>
                </a:cxn>
                <a:cxn ang="0">
                  <a:pos x="33" y="26"/>
                </a:cxn>
                <a:cxn ang="0">
                  <a:pos x="34" y="16"/>
                </a:cxn>
                <a:cxn ang="0">
                  <a:pos x="35" y="5"/>
                </a:cxn>
                <a:cxn ang="0">
                  <a:pos x="35" y="5"/>
                </a:cxn>
                <a:cxn ang="0">
                  <a:pos x="34" y="2"/>
                </a:cxn>
                <a:cxn ang="0">
                  <a:pos x="33" y="1"/>
                </a:cxn>
                <a:cxn ang="0">
                  <a:pos x="29" y="0"/>
                </a:cxn>
                <a:cxn ang="0">
                  <a:pos x="25" y="1"/>
                </a:cxn>
                <a:cxn ang="0">
                  <a:pos x="24" y="2"/>
                </a:cxn>
                <a:cxn ang="0">
                  <a:pos x="24" y="5"/>
                </a:cxn>
                <a:cxn ang="0">
                  <a:pos x="24" y="5"/>
                </a:cxn>
              </a:cxnLst>
              <a:rect l="0" t="0" r="r" b="b"/>
              <a:pathLst>
                <a:path w="35" h="90">
                  <a:moveTo>
                    <a:pt x="24" y="5"/>
                  </a:moveTo>
                  <a:lnTo>
                    <a:pt x="24" y="5"/>
                  </a:lnTo>
                  <a:lnTo>
                    <a:pt x="22" y="16"/>
                  </a:lnTo>
                  <a:lnTo>
                    <a:pt x="21" y="26"/>
                  </a:lnTo>
                  <a:lnTo>
                    <a:pt x="16" y="46"/>
                  </a:lnTo>
                  <a:lnTo>
                    <a:pt x="1" y="84"/>
                  </a:lnTo>
                  <a:lnTo>
                    <a:pt x="1" y="84"/>
                  </a:lnTo>
                  <a:lnTo>
                    <a:pt x="0" y="86"/>
                  </a:lnTo>
                  <a:lnTo>
                    <a:pt x="1" y="87"/>
                  </a:lnTo>
                  <a:lnTo>
                    <a:pt x="4" y="90"/>
                  </a:lnTo>
                  <a:lnTo>
                    <a:pt x="9" y="90"/>
                  </a:lnTo>
                  <a:lnTo>
                    <a:pt x="10" y="89"/>
                  </a:lnTo>
                  <a:lnTo>
                    <a:pt x="12" y="86"/>
                  </a:lnTo>
                  <a:lnTo>
                    <a:pt x="12" y="86"/>
                  </a:lnTo>
                  <a:lnTo>
                    <a:pt x="26" y="47"/>
                  </a:lnTo>
                  <a:lnTo>
                    <a:pt x="33" y="26"/>
                  </a:lnTo>
                  <a:lnTo>
                    <a:pt x="34" y="16"/>
                  </a:lnTo>
                  <a:lnTo>
                    <a:pt x="35" y="5"/>
                  </a:lnTo>
                  <a:lnTo>
                    <a:pt x="35" y="5"/>
                  </a:lnTo>
                  <a:lnTo>
                    <a:pt x="34" y="2"/>
                  </a:lnTo>
                  <a:lnTo>
                    <a:pt x="33" y="1"/>
                  </a:lnTo>
                  <a:lnTo>
                    <a:pt x="29" y="0"/>
                  </a:lnTo>
                  <a:lnTo>
                    <a:pt x="25" y="1"/>
                  </a:lnTo>
                  <a:lnTo>
                    <a:pt x="24" y="2"/>
                  </a:lnTo>
                  <a:lnTo>
                    <a:pt x="24" y="5"/>
                  </a:lnTo>
                  <a:lnTo>
                    <a:pt x="24" y="5"/>
                  </a:lnTo>
                  <a:close/>
                </a:path>
              </a:pathLst>
            </a:custGeom>
            <a:ln>
              <a:solidFill>
                <a:schemeClr val="accent1">
                  <a:alpha val="35000"/>
                </a:schemeClr>
              </a:solidFill>
            </a:ln>
          </p:spPr>
          <p:style>
            <a:lnRef idx="0">
              <a:srgbClr val="FFFFFF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40" name="Freeform 551"/>
            <p:cNvSpPr/>
            <p:nvPr>
              <p:custDataLst>
                <p:tags r:id="rId33"/>
              </p:custDataLst>
            </p:nvPr>
          </p:nvSpPr>
          <p:spPr bwMode="auto">
            <a:xfrm>
              <a:off x="2513013" y="2446338"/>
              <a:ext cx="12700" cy="31750"/>
            </a:xfrm>
            <a:custGeom>
              <a:avLst/>
              <a:gdLst/>
              <a:ahLst/>
              <a:cxnLst>
                <a:cxn ang="0">
                  <a:pos x="22" y="5"/>
                </a:cxn>
                <a:cxn ang="0">
                  <a:pos x="22" y="5"/>
                </a:cxn>
                <a:cxn ang="0">
                  <a:pos x="22" y="14"/>
                </a:cxn>
                <a:cxn ang="0">
                  <a:pos x="21" y="22"/>
                </a:cxn>
                <a:cxn ang="0">
                  <a:pos x="16" y="39"/>
                </a:cxn>
                <a:cxn ang="0">
                  <a:pos x="8" y="55"/>
                </a:cxn>
                <a:cxn ang="0">
                  <a:pos x="0" y="70"/>
                </a:cxn>
                <a:cxn ang="0">
                  <a:pos x="0" y="70"/>
                </a:cxn>
                <a:cxn ang="0">
                  <a:pos x="0" y="73"/>
                </a:cxn>
                <a:cxn ang="0">
                  <a:pos x="0" y="76"/>
                </a:cxn>
                <a:cxn ang="0">
                  <a:pos x="2" y="78"/>
                </a:cxn>
                <a:cxn ang="0">
                  <a:pos x="5" y="80"/>
                </a:cxn>
                <a:cxn ang="0">
                  <a:pos x="6" y="80"/>
                </a:cxn>
                <a:cxn ang="0">
                  <a:pos x="9" y="78"/>
                </a:cxn>
                <a:cxn ang="0">
                  <a:pos x="10" y="76"/>
                </a:cxn>
                <a:cxn ang="0">
                  <a:pos x="10" y="76"/>
                </a:cxn>
                <a:cxn ang="0">
                  <a:pos x="18" y="59"/>
                </a:cxn>
                <a:cxn ang="0">
                  <a:pos x="26" y="42"/>
                </a:cxn>
                <a:cxn ang="0">
                  <a:pos x="31" y="23"/>
                </a:cxn>
                <a:cxn ang="0">
                  <a:pos x="33" y="14"/>
                </a:cxn>
                <a:cxn ang="0">
                  <a:pos x="34" y="5"/>
                </a:cxn>
                <a:cxn ang="0">
                  <a:pos x="34" y="5"/>
                </a:cxn>
                <a:cxn ang="0">
                  <a:pos x="34" y="2"/>
                </a:cxn>
                <a:cxn ang="0">
                  <a:pos x="33" y="1"/>
                </a:cxn>
                <a:cxn ang="0">
                  <a:pos x="29" y="0"/>
                </a:cxn>
                <a:cxn ang="0">
                  <a:pos x="25" y="1"/>
                </a:cxn>
                <a:cxn ang="0">
                  <a:pos x="23" y="2"/>
                </a:cxn>
                <a:cxn ang="0">
                  <a:pos x="22" y="5"/>
                </a:cxn>
                <a:cxn ang="0">
                  <a:pos x="22" y="5"/>
                </a:cxn>
              </a:cxnLst>
              <a:rect l="0" t="0" r="r" b="b"/>
              <a:pathLst>
                <a:path w="34" h="80">
                  <a:moveTo>
                    <a:pt x="22" y="5"/>
                  </a:moveTo>
                  <a:lnTo>
                    <a:pt x="22" y="5"/>
                  </a:lnTo>
                  <a:lnTo>
                    <a:pt x="22" y="14"/>
                  </a:lnTo>
                  <a:lnTo>
                    <a:pt x="21" y="22"/>
                  </a:lnTo>
                  <a:lnTo>
                    <a:pt x="16" y="39"/>
                  </a:lnTo>
                  <a:lnTo>
                    <a:pt x="8" y="55"/>
                  </a:lnTo>
                  <a:lnTo>
                    <a:pt x="0" y="70"/>
                  </a:lnTo>
                  <a:lnTo>
                    <a:pt x="0" y="70"/>
                  </a:lnTo>
                  <a:lnTo>
                    <a:pt x="0" y="73"/>
                  </a:lnTo>
                  <a:lnTo>
                    <a:pt x="0" y="76"/>
                  </a:lnTo>
                  <a:lnTo>
                    <a:pt x="2" y="78"/>
                  </a:lnTo>
                  <a:lnTo>
                    <a:pt x="5" y="80"/>
                  </a:lnTo>
                  <a:lnTo>
                    <a:pt x="6" y="80"/>
                  </a:lnTo>
                  <a:lnTo>
                    <a:pt x="9" y="78"/>
                  </a:lnTo>
                  <a:lnTo>
                    <a:pt x="10" y="76"/>
                  </a:lnTo>
                  <a:lnTo>
                    <a:pt x="10" y="76"/>
                  </a:lnTo>
                  <a:lnTo>
                    <a:pt x="18" y="59"/>
                  </a:lnTo>
                  <a:lnTo>
                    <a:pt x="26" y="42"/>
                  </a:lnTo>
                  <a:lnTo>
                    <a:pt x="31" y="23"/>
                  </a:lnTo>
                  <a:lnTo>
                    <a:pt x="33" y="14"/>
                  </a:lnTo>
                  <a:lnTo>
                    <a:pt x="34" y="5"/>
                  </a:lnTo>
                  <a:lnTo>
                    <a:pt x="34" y="5"/>
                  </a:lnTo>
                  <a:lnTo>
                    <a:pt x="34" y="2"/>
                  </a:lnTo>
                  <a:lnTo>
                    <a:pt x="33" y="1"/>
                  </a:lnTo>
                  <a:lnTo>
                    <a:pt x="29" y="0"/>
                  </a:lnTo>
                  <a:lnTo>
                    <a:pt x="25" y="1"/>
                  </a:lnTo>
                  <a:lnTo>
                    <a:pt x="23" y="2"/>
                  </a:lnTo>
                  <a:lnTo>
                    <a:pt x="22" y="5"/>
                  </a:lnTo>
                  <a:lnTo>
                    <a:pt x="22" y="5"/>
                  </a:lnTo>
                  <a:close/>
                </a:path>
              </a:pathLst>
            </a:custGeom>
            <a:ln>
              <a:solidFill>
                <a:schemeClr val="accent1">
                  <a:alpha val="35000"/>
                </a:schemeClr>
              </a:solidFill>
            </a:ln>
          </p:spPr>
          <p:style>
            <a:lnRef idx="0">
              <a:srgbClr val="FFFFFF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41" name="Freeform 552"/>
            <p:cNvSpPr/>
            <p:nvPr>
              <p:custDataLst>
                <p:tags r:id="rId34"/>
              </p:custDataLst>
            </p:nvPr>
          </p:nvSpPr>
          <p:spPr bwMode="auto">
            <a:xfrm>
              <a:off x="2552701" y="2446338"/>
              <a:ext cx="14288" cy="31750"/>
            </a:xfrm>
            <a:custGeom>
              <a:avLst/>
              <a:gdLst/>
              <a:ahLst/>
              <a:cxnLst>
                <a:cxn ang="0">
                  <a:pos x="23" y="5"/>
                </a:cxn>
                <a:cxn ang="0">
                  <a:pos x="23" y="5"/>
                </a:cxn>
                <a:cxn ang="0">
                  <a:pos x="22" y="14"/>
                </a:cxn>
                <a:cxn ang="0">
                  <a:pos x="21" y="22"/>
                </a:cxn>
                <a:cxn ang="0">
                  <a:pos x="16" y="39"/>
                </a:cxn>
                <a:cxn ang="0">
                  <a:pos x="9" y="55"/>
                </a:cxn>
                <a:cxn ang="0">
                  <a:pos x="1" y="70"/>
                </a:cxn>
                <a:cxn ang="0">
                  <a:pos x="1" y="70"/>
                </a:cxn>
                <a:cxn ang="0">
                  <a:pos x="0" y="73"/>
                </a:cxn>
                <a:cxn ang="0">
                  <a:pos x="1" y="76"/>
                </a:cxn>
                <a:cxn ang="0">
                  <a:pos x="4" y="78"/>
                </a:cxn>
                <a:cxn ang="0">
                  <a:pos x="5" y="80"/>
                </a:cxn>
                <a:cxn ang="0">
                  <a:pos x="8" y="80"/>
                </a:cxn>
                <a:cxn ang="0">
                  <a:pos x="9" y="78"/>
                </a:cxn>
                <a:cxn ang="0">
                  <a:pos x="12" y="76"/>
                </a:cxn>
                <a:cxn ang="0">
                  <a:pos x="12" y="76"/>
                </a:cxn>
                <a:cxn ang="0">
                  <a:pos x="19" y="59"/>
                </a:cxn>
                <a:cxn ang="0">
                  <a:pos x="27" y="42"/>
                </a:cxn>
                <a:cxn ang="0">
                  <a:pos x="33" y="23"/>
                </a:cxn>
                <a:cxn ang="0">
                  <a:pos x="34" y="14"/>
                </a:cxn>
                <a:cxn ang="0">
                  <a:pos x="35" y="5"/>
                </a:cxn>
                <a:cxn ang="0">
                  <a:pos x="35" y="5"/>
                </a:cxn>
                <a:cxn ang="0">
                  <a:pos x="34" y="2"/>
                </a:cxn>
                <a:cxn ang="0">
                  <a:pos x="33" y="1"/>
                </a:cxn>
                <a:cxn ang="0">
                  <a:pos x="29" y="0"/>
                </a:cxn>
                <a:cxn ang="0">
                  <a:pos x="25" y="1"/>
                </a:cxn>
                <a:cxn ang="0">
                  <a:pos x="23" y="2"/>
                </a:cxn>
                <a:cxn ang="0">
                  <a:pos x="23" y="5"/>
                </a:cxn>
                <a:cxn ang="0">
                  <a:pos x="23" y="5"/>
                </a:cxn>
              </a:cxnLst>
              <a:rect l="0" t="0" r="r" b="b"/>
              <a:pathLst>
                <a:path w="35" h="80">
                  <a:moveTo>
                    <a:pt x="23" y="5"/>
                  </a:moveTo>
                  <a:lnTo>
                    <a:pt x="23" y="5"/>
                  </a:lnTo>
                  <a:lnTo>
                    <a:pt x="22" y="14"/>
                  </a:lnTo>
                  <a:lnTo>
                    <a:pt x="21" y="22"/>
                  </a:lnTo>
                  <a:lnTo>
                    <a:pt x="16" y="39"/>
                  </a:lnTo>
                  <a:lnTo>
                    <a:pt x="9" y="55"/>
                  </a:lnTo>
                  <a:lnTo>
                    <a:pt x="1" y="70"/>
                  </a:lnTo>
                  <a:lnTo>
                    <a:pt x="1" y="70"/>
                  </a:lnTo>
                  <a:lnTo>
                    <a:pt x="0" y="73"/>
                  </a:lnTo>
                  <a:lnTo>
                    <a:pt x="1" y="76"/>
                  </a:lnTo>
                  <a:lnTo>
                    <a:pt x="4" y="78"/>
                  </a:lnTo>
                  <a:lnTo>
                    <a:pt x="5" y="80"/>
                  </a:lnTo>
                  <a:lnTo>
                    <a:pt x="8" y="80"/>
                  </a:lnTo>
                  <a:lnTo>
                    <a:pt x="9" y="78"/>
                  </a:lnTo>
                  <a:lnTo>
                    <a:pt x="12" y="76"/>
                  </a:lnTo>
                  <a:lnTo>
                    <a:pt x="12" y="76"/>
                  </a:lnTo>
                  <a:lnTo>
                    <a:pt x="19" y="59"/>
                  </a:lnTo>
                  <a:lnTo>
                    <a:pt x="27" y="42"/>
                  </a:lnTo>
                  <a:lnTo>
                    <a:pt x="33" y="23"/>
                  </a:lnTo>
                  <a:lnTo>
                    <a:pt x="34" y="14"/>
                  </a:lnTo>
                  <a:lnTo>
                    <a:pt x="35" y="5"/>
                  </a:lnTo>
                  <a:lnTo>
                    <a:pt x="35" y="5"/>
                  </a:lnTo>
                  <a:lnTo>
                    <a:pt x="34" y="2"/>
                  </a:lnTo>
                  <a:lnTo>
                    <a:pt x="33" y="1"/>
                  </a:lnTo>
                  <a:lnTo>
                    <a:pt x="29" y="0"/>
                  </a:lnTo>
                  <a:lnTo>
                    <a:pt x="25" y="1"/>
                  </a:lnTo>
                  <a:lnTo>
                    <a:pt x="23" y="2"/>
                  </a:lnTo>
                  <a:lnTo>
                    <a:pt x="23" y="5"/>
                  </a:lnTo>
                  <a:lnTo>
                    <a:pt x="23" y="5"/>
                  </a:lnTo>
                  <a:close/>
                </a:path>
              </a:pathLst>
            </a:custGeom>
            <a:ln>
              <a:solidFill>
                <a:schemeClr val="accent1">
                  <a:alpha val="35000"/>
                </a:schemeClr>
              </a:solidFill>
            </a:ln>
          </p:spPr>
          <p:style>
            <a:lnRef idx="0">
              <a:srgbClr val="FFFFFF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42" name="Freeform 553"/>
            <p:cNvSpPr/>
            <p:nvPr>
              <p:custDataLst>
                <p:tags r:id="rId35"/>
              </p:custDataLst>
            </p:nvPr>
          </p:nvSpPr>
          <p:spPr bwMode="auto">
            <a:xfrm>
              <a:off x="2598738" y="2465388"/>
              <a:ext cx="12700" cy="39688"/>
            </a:xfrm>
            <a:custGeom>
              <a:avLst/>
              <a:gdLst/>
              <a:ahLst/>
              <a:cxnLst>
                <a:cxn ang="0">
                  <a:pos x="22" y="5"/>
                </a:cxn>
                <a:cxn ang="0">
                  <a:pos x="22" y="5"/>
                </a:cxn>
                <a:cxn ang="0">
                  <a:pos x="21" y="27"/>
                </a:cxn>
                <a:cxn ang="0">
                  <a:pos x="16" y="51"/>
                </a:cxn>
                <a:cxn ang="0">
                  <a:pos x="9" y="72"/>
                </a:cxn>
                <a:cxn ang="0">
                  <a:pos x="0" y="92"/>
                </a:cxn>
                <a:cxn ang="0">
                  <a:pos x="0" y="92"/>
                </a:cxn>
                <a:cxn ang="0">
                  <a:pos x="0" y="95"/>
                </a:cxn>
                <a:cxn ang="0">
                  <a:pos x="0" y="98"/>
                </a:cxn>
                <a:cxn ang="0">
                  <a:pos x="3" y="100"/>
                </a:cxn>
                <a:cxn ang="0">
                  <a:pos x="5" y="102"/>
                </a:cxn>
                <a:cxn ang="0">
                  <a:pos x="6" y="102"/>
                </a:cxn>
                <a:cxn ang="0">
                  <a:pos x="9" y="100"/>
                </a:cxn>
                <a:cxn ang="0">
                  <a:pos x="10" y="99"/>
                </a:cxn>
                <a:cxn ang="0">
                  <a:pos x="10" y="99"/>
                </a:cxn>
                <a:cxn ang="0">
                  <a:pos x="20" y="77"/>
                </a:cxn>
                <a:cxn ang="0">
                  <a:pos x="27" y="53"/>
                </a:cxn>
                <a:cxn ang="0">
                  <a:pos x="31" y="30"/>
                </a:cxn>
                <a:cxn ang="0">
                  <a:pos x="34" y="5"/>
                </a:cxn>
                <a:cxn ang="0">
                  <a:pos x="34" y="5"/>
                </a:cxn>
                <a:cxn ang="0">
                  <a:pos x="34" y="2"/>
                </a:cxn>
                <a:cxn ang="0">
                  <a:pos x="33" y="1"/>
                </a:cxn>
                <a:cxn ang="0">
                  <a:pos x="29" y="0"/>
                </a:cxn>
                <a:cxn ang="0">
                  <a:pos x="25" y="1"/>
                </a:cxn>
                <a:cxn ang="0">
                  <a:pos x="24" y="2"/>
                </a:cxn>
                <a:cxn ang="0">
                  <a:pos x="22" y="5"/>
                </a:cxn>
                <a:cxn ang="0">
                  <a:pos x="22" y="5"/>
                </a:cxn>
              </a:cxnLst>
              <a:rect l="0" t="0" r="r" b="b"/>
              <a:pathLst>
                <a:path w="34" h="102">
                  <a:moveTo>
                    <a:pt x="22" y="5"/>
                  </a:moveTo>
                  <a:lnTo>
                    <a:pt x="22" y="5"/>
                  </a:lnTo>
                  <a:lnTo>
                    <a:pt x="21" y="27"/>
                  </a:lnTo>
                  <a:lnTo>
                    <a:pt x="16" y="51"/>
                  </a:lnTo>
                  <a:lnTo>
                    <a:pt x="9" y="72"/>
                  </a:lnTo>
                  <a:lnTo>
                    <a:pt x="0" y="92"/>
                  </a:lnTo>
                  <a:lnTo>
                    <a:pt x="0" y="92"/>
                  </a:lnTo>
                  <a:lnTo>
                    <a:pt x="0" y="95"/>
                  </a:lnTo>
                  <a:lnTo>
                    <a:pt x="0" y="98"/>
                  </a:lnTo>
                  <a:lnTo>
                    <a:pt x="3" y="100"/>
                  </a:lnTo>
                  <a:lnTo>
                    <a:pt x="5" y="102"/>
                  </a:lnTo>
                  <a:lnTo>
                    <a:pt x="6" y="102"/>
                  </a:lnTo>
                  <a:lnTo>
                    <a:pt x="9" y="100"/>
                  </a:lnTo>
                  <a:lnTo>
                    <a:pt x="10" y="99"/>
                  </a:lnTo>
                  <a:lnTo>
                    <a:pt x="10" y="99"/>
                  </a:lnTo>
                  <a:lnTo>
                    <a:pt x="20" y="77"/>
                  </a:lnTo>
                  <a:lnTo>
                    <a:pt x="27" y="53"/>
                  </a:lnTo>
                  <a:lnTo>
                    <a:pt x="31" y="30"/>
                  </a:lnTo>
                  <a:lnTo>
                    <a:pt x="34" y="5"/>
                  </a:lnTo>
                  <a:lnTo>
                    <a:pt x="34" y="5"/>
                  </a:lnTo>
                  <a:lnTo>
                    <a:pt x="34" y="2"/>
                  </a:lnTo>
                  <a:lnTo>
                    <a:pt x="33" y="1"/>
                  </a:lnTo>
                  <a:lnTo>
                    <a:pt x="29" y="0"/>
                  </a:lnTo>
                  <a:lnTo>
                    <a:pt x="25" y="1"/>
                  </a:lnTo>
                  <a:lnTo>
                    <a:pt x="24" y="2"/>
                  </a:lnTo>
                  <a:lnTo>
                    <a:pt x="22" y="5"/>
                  </a:lnTo>
                  <a:lnTo>
                    <a:pt x="22" y="5"/>
                  </a:lnTo>
                  <a:close/>
                </a:path>
              </a:pathLst>
            </a:custGeom>
            <a:ln>
              <a:solidFill>
                <a:schemeClr val="accent1">
                  <a:alpha val="35000"/>
                </a:schemeClr>
              </a:solidFill>
            </a:ln>
          </p:spPr>
          <p:style>
            <a:lnRef idx="0">
              <a:srgbClr val="FFFFFF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43" name="Freeform 554"/>
            <p:cNvSpPr/>
            <p:nvPr>
              <p:custDataLst>
                <p:tags r:id="rId36"/>
              </p:custDataLst>
            </p:nvPr>
          </p:nvSpPr>
          <p:spPr bwMode="auto">
            <a:xfrm>
              <a:off x="2314576" y="2389188"/>
              <a:ext cx="377825" cy="211138"/>
            </a:xfrm>
            <a:custGeom>
              <a:avLst/>
              <a:gdLst/>
              <a:ahLst/>
              <a:cxnLst>
                <a:cxn ang="0">
                  <a:pos x="712" y="532"/>
                </a:cxn>
                <a:cxn ang="0">
                  <a:pos x="641" y="529"/>
                </a:cxn>
                <a:cxn ang="0">
                  <a:pos x="98" y="529"/>
                </a:cxn>
                <a:cxn ang="0">
                  <a:pos x="25" y="531"/>
                </a:cxn>
                <a:cxn ang="0">
                  <a:pos x="9" y="525"/>
                </a:cxn>
                <a:cxn ang="0">
                  <a:pos x="1" y="515"/>
                </a:cxn>
                <a:cxn ang="0">
                  <a:pos x="0" y="506"/>
                </a:cxn>
                <a:cxn ang="0">
                  <a:pos x="3" y="491"/>
                </a:cxn>
                <a:cxn ang="0">
                  <a:pos x="13" y="482"/>
                </a:cxn>
                <a:cxn ang="0">
                  <a:pos x="667" y="480"/>
                </a:cxn>
                <a:cxn ang="0">
                  <a:pos x="710" y="481"/>
                </a:cxn>
                <a:cxn ang="0">
                  <a:pos x="769" y="482"/>
                </a:cxn>
                <a:cxn ang="0">
                  <a:pos x="814" y="477"/>
                </a:cxn>
                <a:cxn ang="0">
                  <a:pos x="832" y="473"/>
                </a:cxn>
                <a:cxn ang="0">
                  <a:pos x="870" y="463"/>
                </a:cxn>
                <a:cxn ang="0">
                  <a:pos x="887" y="443"/>
                </a:cxn>
                <a:cxn ang="0">
                  <a:pos x="895" y="388"/>
                </a:cxn>
                <a:cxn ang="0">
                  <a:pos x="901" y="321"/>
                </a:cxn>
                <a:cxn ang="0">
                  <a:pos x="901" y="289"/>
                </a:cxn>
                <a:cxn ang="0">
                  <a:pos x="896" y="260"/>
                </a:cxn>
                <a:cxn ang="0">
                  <a:pos x="891" y="232"/>
                </a:cxn>
                <a:cxn ang="0">
                  <a:pos x="888" y="164"/>
                </a:cxn>
                <a:cxn ang="0">
                  <a:pos x="880" y="102"/>
                </a:cxn>
                <a:cxn ang="0">
                  <a:pos x="875" y="81"/>
                </a:cxn>
                <a:cxn ang="0">
                  <a:pos x="860" y="61"/>
                </a:cxn>
                <a:cxn ang="0">
                  <a:pos x="833" y="53"/>
                </a:cxn>
                <a:cxn ang="0">
                  <a:pos x="761" y="51"/>
                </a:cxn>
                <a:cxn ang="0">
                  <a:pos x="479" y="51"/>
                </a:cxn>
                <a:cxn ang="0">
                  <a:pos x="315" y="52"/>
                </a:cxn>
                <a:cxn ang="0">
                  <a:pos x="32" y="53"/>
                </a:cxn>
                <a:cxn ang="0">
                  <a:pos x="18" y="45"/>
                </a:cxn>
                <a:cxn ang="0">
                  <a:pos x="13" y="32"/>
                </a:cxn>
                <a:cxn ang="0">
                  <a:pos x="13" y="23"/>
                </a:cxn>
                <a:cxn ang="0">
                  <a:pos x="18" y="11"/>
                </a:cxn>
                <a:cxn ang="0">
                  <a:pos x="32" y="4"/>
                </a:cxn>
                <a:cxn ang="0">
                  <a:pos x="722" y="4"/>
                </a:cxn>
                <a:cxn ang="0">
                  <a:pos x="782" y="1"/>
                </a:cxn>
                <a:cxn ang="0">
                  <a:pos x="828" y="1"/>
                </a:cxn>
                <a:cxn ang="0">
                  <a:pos x="878" y="13"/>
                </a:cxn>
                <a:cxn ang="0">
                  <a:pos x="892" y="22"/>
                </a:cxn>
                <a:cxn ang="0">
                  <a:pos x="920" y="57"/>
                </a:cxn>
                <a:cxn ang="0">
                  <a:pos x="933" y="112"/>
                </a:cxn>
                <a:cxn ang="0">
                  <a:pos x="938" y="178"/>
                </a:cxn>
                <a:cxn ang="0">
                  <a:pos x="941" y="208"/>
                </a:cxn>
                <a:cxn ang="0">
                  <a:pos x="950" y="270"/>
                </a:cxn>
                <a:cxn ang="0">
                  <a:pos x="952" y="306"/>
                </a:cxn>
                <a:cxn ang="0">
                  <a:pos x="947" y="385"/>
                </a:cxn>
                <a:cxn ang="0">
                  <a:pos x="937" y="446"/>
                </a:cxn>
                <a:cxn ang="0">
                  <a:pos x="917" y="485"/>
                </a:cxn>
                <a:cxn ang="0">
                  <a:pos x="884" y="512"/>
                </a:cxn>
                <a:cxn ang="0">
                  <a:pos x="857" y="523"/>
                </a:cxn>
                <a:cxn ang="0">
                  <a:pos x="794" y="531"/>
                </a:cxn>
                <a:cxn ang="0">
                  <a:pos x="738" y="533"/>
                </a:cxn>
              </a:cxnLst>
              <a:rect l="0" t="0" r="r" b="b"/>
              <a:pathLst>
                <a:path w="952" h="533">
                  <a:moveTo>
                    <a:pt x="738" y="533"/>
                  </a:moveTo>
                  <a:lnTo>
                    <a:pt x="738" y="533"/>
                  </a:lnTo>
                  <a:lnTo>
                    <a:pt x="712" y="532"/>
                  </a:lnTo>
                  <a:lnTo>
                    <a:pt x="712" y="532"/>
                  </a:lnTo>
                  <a:lnTo>
                    <a:pt x="686" y="531"/>
                  </a:lnTo>
                  <a:lnTo>
                    <a:pt x="641" y="529"/>
                  </a:lnTo>
                  <a:lnTo>
                    <a:pt x="499" y="529"/>
                  </a:lnTo>
                  <a:lnTo>
                    <a:pt x="499" y="529"/>
                  </a:lnTo>
                  <a:lnTo>
                    <a:pt x="98" y="529"/>
                  </a:lnTo>
                  <a:lnTo>
                    <a:pt x="98" y="529"/>
                  </a:lnTo>
                  <a:lnTo>
                    <a:pt x="25" y="531"/>
                  </a:lnTo>
                  <a:lnTo>
                    <a:pt x="25" y="531"/>
                  </a:lnTo>
                  <a:lnTo>
                    <a:pt x="18" y="529"/>
                  </a:lnTo>
                  <a:lnTo>
                    <a:pt x="13" y="528"/>
                  </a:lnTo>
                  <a:lnTo>
                    <a:pt x="9" y="525"/>
                  </a:lnTo>
                  <a:lnTo>
                    <a:pt x="7" y="523"/>
                  </a:lnTo>
                  <a:lnTo>
                    <a:pt x="3" y="519"/>
                  </a:lnTo>
                  <a:lnTo>
                    <a:pt x="1" y="515"/>
                  </a:lnTo>
                  <a:lnTo>
                    <a:pt x="0" y="510"/>
                  </a:lnTo>
                  <a:lnTo>
                    <a:pt x="0" y="506"/>
                  </a:lnTo>
                  <a:lnTo>
                    <a:pt x="0" y="506"/>
                  </a:lnTo>
                  <a:lnTo>
                    <a:pt x="0" y="501"/>
                  </a:lnTo>
                  <a:lnTo>
                    <a:pt x="1" y="497"/>
                  </a:lnTo>
                  <a:lnTo>
                    <a:pt x="3" y="491"/>
                  </a:lnTo>
                  <a:lnTo>
                    <a:pt x="7" y="487"/>
                  </a:lnTo>
                  <a:lnTo>
                    <a:pt x="9" y="485"/>
                  </a:lnTo>
                  <a:lnTo>
                    <a:pt x="13" y="482"/>
                  </a:lnTo>
                  <a:lnTo>
                    <a:pt x="18" y="481"/>
                  </a:lnTo>
                  <a:lnTo>
                    <a:pt x="25" y="480"/>
                  </a:lnTo>
                  <a:lnTo>
                    <a:pt x="667" y="480"/>
                  </a:lnTo>
                  <a:lnTo>
                    <a:pt x="667" y="480"/>
                  </a:lnTo>
                  <a:lnTo>
                    <a:pt x="710" y="481"/>
                  </a:lnTo>
                  <a:lnTo>
                    <a:pt x="710" y="481"/>
                  </a:lnTo>
                  <a:lnTo>
                    <a:pt x="752" y="482"/>
                  </a:lnTo>
                  <a:lnTo>
                    <a:pt x="752" y="482"/>
                  </a:lnTo>
                  <a:lnTo>
                    <a:pt x="769" y="482"/>
                  </a:lnTo>
                  <a:lnTo>
                    <a:pt x="785" y="481"/>
                  </a:lnTo>
                  <a:lnTo>
                    <a:pt x="799" y="480"/>
                  </a:lnTo>
                  <a:lnTo>
                    <a:pt x="814" y="477"/>
                  </a:lnTo>
                  <a:lnTo>
                    <a:pt x="814" y="477"/>
                  </a:lnTo>
                  <a:lnTo>
                    <a:pt x="832" y="473"/>
                  </a:lnTo>
                  <a:lnTo>
                    <a:pt x="832" y="473"/>
                  </a:lnTo>
                  <a:lnTo>
                    <a:pt x="853" y="469"/>
                  </a:lnTo>
                  <a:lnTo>
                    <a:pt x="862" y="467"/>
                  </a:lnTo>
                  <a:lnTo>
                    <a:pt x="870" y="463"/>
                  </a:lnTo>
                  <a:lnTo>
                    <a:pt x="878" y="459"/>
                  </a:lnTo>
                  <a:lnTo>
                    <a:pt x="883" y="452"/>
                  </a:lnTo>
                  <a:lnTo>
                    <a:pt x="887" y="443"/>
                  </a:lnTo>
                  <a:lnTo>
                    <a:pt x="890" y="434"/>
                  </a:lnTo>
                  <a:lnTo>
                    <a:pt x="890" y="434"/>
                  </a:lnTo>
                  <a:lnTo>
                    <a:pt x="895" y="388"/>
                  </a:lnTo>
                  <a:lnTo>
                    <a:pt x="895" y="388"/>
                  </a:lnTo>
                  <a:lnTo>
                    <a:pt x="900" y="344"/>
                  </a:lnTo>
                  <a:lnTo>
                    <a:pt x="901" y="321"/>
                  </a:lnTo>
                  <a:lnTo>
                    <a:pt x="901" y="298"/>
                  </a:lnTo>
                  <a:lnTo>
                    <a:pt x="901" y="298"/>
                  </a:lnTo>
                  <a:lnTo>
                    <a:pt x="901" y="289"/>
                  </a:lnTo>
                  <a:lnTo>
                    <a:pt x="900" y="280"/>
                  </a:lnTo>
                  <a:lnTo>
                    <a:pt x="896" y="260"/>
                  </a:lnTo>
                  <a:lnTo>
                    <a:pt x="896" y="260"/>
                  </a:lnTo>
                  <a:lnTo>
                    <a:pt x="894" y="246"/>
                  </a:lnTo>
                  <a:lnTo>
                    <a:pt x="891" y="232"/>
                  </a:lnTo>
                  <a:lnTo>
                    <a:pt x="891" y="232"/>
                  </a:lnTo>
                  <a:lnTo>
                    <a:pt x="888" y="198"/>
                  </a:lnTo>
                  <a:lnTo>
                    <a:pt x="888" y="164"/>
                  </a:lnTo>
                  <a:lnTo>
                    <a:pt x="888" y="164"/>
                  </a:lnTo>
                  <a:lnTo>
                    <a:pt x="887" y="149"/>
                  </a:lnTo>
                  <a:lnTo>
                    <a:pt x="886" y="132"/>
                  </a:lnTo>
                  <a:lnTo>
                    <a:pt x="880" y="102"/>
                  </a:lnTo>
                  <a:lnTo>
                    <a:pt x="880" y="102"/>
                  </a:lnTo>
                  <a:lnTo>
                    <a:pt x="878" y="90"/>
                  </a:lnTo>
                  <a:lnTo>
                    <a:pt x="875" y="81"/>
                  </a:lnTo>
                  <a:lnTo>
                    <a:pt x="871" y="73"/>
                  </a:lnTo>
                  <a:lnTo>
                    <a:pt x="866" y="66"/>
                  </a:lnTo>
                  <a:lnTo>
                    <a:pt x="860" y="61"/>
                  </a:lnTo>
                  <a:lnTo>
                    <a:pt x="852" y="57"/>
                  </a:lnTo>
                  <a:lnTo>
                    <a:pt x="843" y="55"/>
                  </a:lnTo>
                  <a:lnTo>
                    <a:pt x="833" y="53"/>
                  </a:lnTo>
                  <a:lnTo>
                    <a:pt x="833" y="53"/>
                  </a:lnTo>
                  <a:lnTo>
                    <a:pt x="803" y="52"/>
                  </a:lnTo>
                  <a:lnTo>
                    <a:pt x="761" y="51"/>
                  </a:lnTo>
                  <a:lnTo>
                    <a:pt x="637" y="49"/>
                  </a:lnTo>
                  <a:lnTo>
                    <a:pt x="637" y="49"/>
                  </a:lnTo>
                  <a:lnTo>
                    <a:pt x="479" y="51"/>
                  </a:lnTo>
                  <a:lnTo>
                    <a:pt x="326" y="52"/>
                  </a:lnTo>
                  <a:lnTo>
                    <a:pt x="315" y="52"/>
                  </a:lnTo>
                  <a:lnTo>
                    <a:pt x="315" y="52"/>
                  </a:lnTo>
                  <a:lnTo>
                    <a:pt x="37" y="53"/>
                  </a:lnTo>
                  <a:lnTo>
                    <a:pt x="37" y="53"/>
                  </a:lnTo>
                  <a:lnTo>
                    <a:pt x="32" y="53"/>
                  </a:lnTo>
                  <a:lnTo>
                    <a:pt x="26" y="51"/>
                  </a:lnTo>
                  <a:lnTo>
                    <a:pt x="22" y="48"/>
                  </a:lnTo>
                  <a:lnTo>
                    <a:pt x="18" y="45"/>
                  </a:lnTo>
                  <a:lnTo>
                    <a:pt x="16" y="42"/>
                  </a:lnTo>
                  <a:lnTo>
                    <a:pt x="15" y="38"/>
                  </a:lnTo>
                  <a:lnTo>
                    <a:pt x="13" y="32"/>
                  </a:lnTo>
                  <a:lnTo>
                    <a:pt x="13" y="28"/>
                  </a:lnTo>
                  <a:lnTo>
                    <a:pt x="13" y="28"/>
                  </a:lnTo>
                  <a:lnTo>
                    <a:pt x="13" y="23"/>
                  </a:lnTo>
                  <a:lnTo>
                    <a:pt x="15" y="19"/>
                  </a:lnTo>
                  <a:lnTo>
                    <a:pt x="16" y="15"/>
                  </a:lnTo>
                  <a:lnTo>
                    <a:pt x="18" y="11"/>
                  </a:lnTo>
                  <a:lnTo>
                    <a:pt x="22" y="8"/>
                  </a:lnTo>
                  <a:lnTo>
                    <a:pt x="26" y="5"/>
                  </a:lnTo>
                  <a:lnTo>
                    <a:pt x="32" y="4"/>
                  </a:lnTo>
                  <a:lnTo>
                    <a:pt x="37" y="4"/>
                  </a:lnTo>
                  <a:lnTo>
                    <a:pt x="722" y="4"/>
                  </a:lnTo>
                  <a:lnTo>
                    <a:pt x="722" y="4"/>
                  </a:lnTo>
                  <a:lnTo>
                    <a:pt x="759" y="2"/>
                  </a:lnTo>
                  <a:lnTo>
                    <a:pt x="759" y="2"/>
                  </a:lnTo>
                  <a:lnTo>
                    <a:pt x="782" y="1"/>
                  </a:lnTo>
                  <a:lnTo>
                    <a:pt x="806" y="0"/>
                  </a:lnTo>
                  <a:lnTo>
                    <a:pt x="806" y="0"/>
                  </a:lnTo>
                  <a:lnTo>
                    <a:pt x="828" y="1"/>
                  </a:lnTo>
                  <a:lnTo>
                    <a:pt x="846" y="2"/>
                  </a:lnTo>
                  <a:lnTo>
                    <a:pt x="863" y="8"/>
                  </a:lnTo>
                  <a:lnTo>
                    <a:pt x="878" y="13"/>
                  </a:lnTo>
                  <a:lnTo>
                    <a:pt x="878" y="13"/>
                  </a:lnTo>
                  <a:lnTo>
                    <a:pt x="886" y="17"/>
                  </a:lnTo>
                  <a:lnTo>
                    <a:pt x="892" y="22"/>
                  </a:lnTo>
                  <a:lnTo>
                    <a:pt x="904" y="32"/>
                  </a:lnTo>
                  <a:lnTo>
                    <a:pt x="912" y="44"/>
                  </a:lnTo>
                  <a:lnTo>
                    <a:pt x="920" y="57"/>
                  </a:lnTo>
                  <a:lnTo>
                    <a:pt x="925" y="70"/>
                  </a:lnTo>
                  <a:lnTo>
                    <a:pt x="928" y="85"/>
                  </a:lnTo>
                  <a:lnTo>
                    <a:pt x="933" y="112"/>
                  </a:lnTo>
                  <a:lnTo>
                    <a:pt x="933" y="112"/>
                  </a:lnTo>
                  <a:lnTo>
                    <a:pt x="937" y="144"/>
                  </a:lnTo>
                  <a:lnTo>
                    <a:pt x="938" y="178"/>
                  </a:lnTo>
                  <a:lnTo>
                    <a:pt x="938" y="178"/>
                  </a:lnTo>
                  <a:lnTo>
                    <a:pt x="939" y="193"/>
                  </a:lnTo>
                  <a:lnTo>
                    <a:pt x="941" y="208"/>
                  </a:lnTo>
                  <a:lnTo>
                    <a:pt x="945" y="239"/>
                  </a:lnTo>
                  <a:lnTo>
                    <a:pt x="945" y="239"/>
                  </a:lnTo>
                  <a:lnTo>
                    <a:pt x="950" y="270"/>
                  </a:lnTo>
                  <a:lnTo>
                    <a:pt x="950" y="270"/>
                  </a:lnTo>
                  <a:lnTo>
                    <a:pt x="951" y="287"/>
                  </a:lnTo>
                  <a:lnTo>
                    <a:pt x="952" y="306"/>
                  </a:lnTo>
                  <a:lnTo>
                    <a:pt x="952" y="324"/>
                  </a:lnTo>
                  <a:lnTo>
                    <a:pt x="951" y="344"/>
                  </a:lnTo>
                  <a:lnTo>
                    <a:pt x="947" y="385"/>
                  </a:lnTo>
                  <a:lnTo>
                    <a:pt x="941" y="430"/>
                  </a:lnTo>
                  <a:lnTo>
                    <a:pt x="941" y="430"/>
                  </a:lnTo>
                  <a:lnTo>
                    <a:pt x="937" y="446"/>
                  </a:lnTo>
                  <a:lnTo>
                    <a:pt x="931" y="460"/>
                  </a:lnTo>
                  <a:lnTo>
                    <a:pt x="925" y="473"/>
                  </a:lnTo>
                  <a:lnTo>
                    <a:pt x="917" y="485"/>
                  </a:lnTo>
                  <a:lnTo>
                    <a:pt x="908" y="495"/>
                  </a:lnTo>
                  <a:lnTo>
                    <a:pt x="897" y="504"/>
                  </a:lnTo>
                  <a:lnTo>
                    <a:pt x="884" y="512"/>
                  </a:lnTo>
                  <a:lnTo>
                    <a:pt x="870" y="519"/>
                  </a:lnTo>
                  <a:lnTo>
                    <a:pt x="870" y="519"/>
                  </a:lnTo>
                  <a:lnTo>
                    <a:pt x="857" y="523"/>
                  </a:lnTo>
                  <a:lnTo>
                    <a:pt x="843" y="525"/>
                  </a:lnTo>
                  <a:lnTo>
                    <a:pt x="814" y="528"/>
                  </a:lnTo>
                  <a:lnTo>
                    <a:pt x="794" y="531"/>
                  </a:lnTo>
                  <a:lnTo>
                    <a:pt x="794" y="531"/>
                  </a:lnTo>
                  <a:lnTo>
                    <a:pt x="767" y="532"/>
                  </a:lnTo>
                  <a:lnTo>
                    <a:pt x="738" y="533"/>
                  </a:lnTo>
                  <a:lnTo>
                    <a:pt x="738" y="533"/>
                  </a:lnTo>
                  <a:close/>
                </a:path>
              </a:pathLst>
            </a:custGeom>
            <a:ln>
              <a:solidFill>
                <a:schemeClr val="accent1">
                  <a:alpha val="35000"/>
                </a:schemeClr>
              </a:solidFill>
            </a:ln>
          </p:spPr>
          <p:style>
            <a:lnRef idx="0">
              <a:srgbClr val="FFFFFF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44" name="Freeform 555"/>
            <p:cNvSpPr/>
            <p:nvPr>
              <p:custDataLst>
                <p:tags r:id="rId37"/>
              </p:custDataLst>
            </p:nvPr>
          </p:nvSpPr>
          <p:spPr bwMode="auto">
            <a:xfrm>
              <a:off x="2085976" y="2305050"/>
              <a:ext cx="252413" cy="203200"/>
            </a:xfrm>
            <a:custGeom>
              <a:avLst/>
              <a:gdLst/>
              <a:ahLst/>
              <a:cxnLst>
                <a:cxn ang="0">
                  <a:pos x="20" y="510"/>
                </a:cxn>
                <a:cxn ang="0">
                  <a:pos x="3" y="497"/>
                </a:cxn>
                <a:cxn ang="0">
                  <a:pos x="0" y="485"/>
                </a:cxn>
                <a:cxn ang="0">
                  <a:pos x="5" y="475"/>
                </a:cxn>
                <a:cxn ang="0">
                  <a:pos x="50" y="407"/>
                </a:cxn>
                <a:cxn ang="0">
                  <a:pos x="123" y="305"/>
                </a:cxn>
                <a:cxn ang="0">
                  <a:pos x="156" y="267"/>
                </a:cxn>
                <a:cxn ang="0">
                  <a:pos x="225" y="192"/>
                </a:cxn>
                <a:cxn ang="0">
                  <a:pos x="271" y="135"/>
                </a:cxn>
                <a:cxn ang="0">
                  <a:pos x="306" y="90"/>
                </a:cxn>
                <a:cxn ang="0">
                  <a:pos x="346" y="53"/>
                </a:cxn>
                <a:cxn ang="0">
                  <a:pos x="381" y="31"/>
                </a:cxn>
                <a:cxn ang="0">
                  <a:pos x="441" y="8"/>
                </a:cxn>
                <a:cxn ang="0">
                  <a:pos x="505" y="0"/>
                </a:cxn>
                <a:cxn ang="0">
                  <a:pos x="544" y="4"/>
                </a:cxn>
                <a:cxn ang="0">
                  <a:pos x="581" y="15"/>
                </a:cxn>
                <a:cxn ang="0">
                  <a:pos x="611" y="36"/>
                </a:cxn>
                <a:cxn ang="0">
                  <a:pos x="628" y="68"/>
                </a:cxn>
                <a:cxn ang="0">
                  <a:pos x="636" y="118"/>
                </a:cxn>
                <a:cxn ang="0">
                  <a:pos x="633" y="196"/>
                </a:cxn>
                <a:cxn ang="0">
                  <a:pos x="631" y="240"/>
                </a:cxn>
                <a:cxn ang="0">
                  <a:pos x="628" y="251"/>
                </a:cxn>
                <a:cxn ang="0">
                  <a:pos x="619" y="261"/>
                </a:cxn>
                <a:cxn ang="0">
                  <a:pos x="606" y="265"/>
                </a:cxn>
                <a:cxn ang="0">
                  <a:pos x="597" y="263"/>
                </a:cxn>
                <a:cxn ang="0">
                  <a:pos x="585" y="255"/>
                </a:cxn>
                <a:cxn ang="0">
                  <a:pos x="581" y="240"/>
                </a:cxn>
                <a:cxn ang="0">
                  <a:pos x="584" y="196"/>
                </a:cxn>
                <a:cxn ang="0">
                  <a:pos x="586" y="148"/>
                </a:cxn>
                <a:cxn ang="0">
                  <a:pos x="582" y="103"/>
                </a:cxn>
                <a:cxn ang="0">
                  <a:pos x="571" y="76"/>
                </a:cxn>
                <a:cxn ang="0">
                  <a:pos x="547" y="57"/>
                </a:cxn>
                <a:cxn ang="0">
                  <a:pos x="523" y="52"/>
                </a:cxn>
                <a:cxn ang="0">
                  <a:pos x="491" y="52"/>
                </a:cxn>
                <a:cxn ang="0">
                  <a:pos x="452" y="57"/>
                </a:cxn>
                <a:cxn ang="0">
                  <a:pos x="401" y="77"/>
                </a:cxn>
                <a:cxn ang="0">
                  <a:pos x="373" y="95"/>
                </a:cxn>
                <a:cxn ang="0">
                  <a:pos x="336" y="137"/>
                </a:cxn>
                <a:cxn ang="0">
                  <a:pos x="321" y="157"/>
                </a:cxn>
                <a:cxn ang="0">
                  <a:pos x="225" y="265"/>
                </a:cxn>
                <a:cxn ang="0">
                  <a:pos x="147" y="353"/>
                </a:cxn>
                <a:cxn ang="0">
                  <a:pos x="91" y="435"/>
                </a:cxn>
                <a:cxn ang="0">
                  <a:pos x="47" y="501"/>
                </a:cxn>
                <a:cxn ang="0">
                  <a:pos x="38" y="509"/>
                </a:cxn>
                <a:cxn ang="0">
                  <a:pos x="26" y="511"/>
                </a:cxn>
              </a:cxnLst>
              <a:rect l="0" t="0" r="r" b="b"/>
              <a:pathLst>
                <a:path w="637" h="511">
                  <a:moveTo>
                    <a:pt x="26" y="511"/>
                  </a:moveTo>
                  <a:lnTo>
                    <a:pt x="26" y="511"/>
                  </a:lnTo>
                  <a:lnTo>
                    <a:pt x="20" y="510"/>
                  </a:lnTo>
                  <a:lnTo>
                    <a:pt x="12" y="507"/>
                  </a:lnTo>
                  <a:lnTo>
                    <a:pt x="7" y="503"/>
                  </a:lnTo>
                  <a:lnTo>
                    <a:pt x="3" y="497"/>
                  </a:lnTo>
                  <a:lnTo>
                    <a:pt x="3" y="497"/>
                  </a:lnTo>
                  <a:lnTo>
                    <a:pt x="0" y="492"/>
                  </a:lnTo>
                  <a:lnTo>
                    <a:pt x="0" y="485"/>
                  </a:lnTo>
                  <a:lnTo>
                    <a:pt x="2" y="480"/>
                  </a:lnTo>
                  <a:lnTo>
                    <a:pt x="5" y="475"/>
                  </a:lnTo>
                  <a:lnTo>
                    <a:pt x="5" y="475"/>
                  </a:lnTo>
                  <a:lnTo>
                    <a:pt x="29" y="441"/>
                  </a:lnTo>
                  <a:lnTo>
                    <a:pt x="50" y="407"/>
                  </a:lnTo>
                  <a:lnTo>
                    <a:pt x="50" y="407"/>
                  </a:lnTo>
                  <a:lnTo>
                    <a:pt x="74" y="373"/>
                  </a:lnTo>
                  <a:lnTo>
                    <a:pt x="98" y="339"/>
                  </a:lnTo>
                  <a:lnTo>
                    <a:pt x="123" y="305"/>
                  </a:lnTo>
                  <a:lnTo>
                    <a:pt x="138" y="288"/>
                  </a:lnTo>
                  <a:lnTo>
                    <a:pt x="152" y="272"/>
                  </a:lnTo>
                  <a:lnTo>
                    <a:pt x="156" y="267"/>
                  </a:lnTo>
                  <a:lnTo>
                    <a:pt x="156" y="267"/>
                  </a:lnTo>
                  <a:lnTo>
                    <a:pt x="202" y="217"/>
                  </a:lnTo>
                  <a:lnTo>
                    <a:pt x="225" y="192"/>
                  </a:lnTo>
                  <a:lnTo>
                    <a:pt x="247" y="166"/>
                  </a:lnTo>
                  <a:lnTo>
                    <a:pt x="247" y="166"/>
                  </a:lnTo>
                  <a:lnTo>
                    <a:pt x="271" y="135"/>
                  </a:lnTo>
                  <a:lnTo>
                    <a:pt x="271" y="135"/>
                  </a:lnTo>
                  <a:lnTo>
                    <a:pt x="289" y="112"/>
                  </a:lnTo>
                  <a:lnTo>
                    <a:pt x="306" y="90"/>
                  </a:lnTo>
                  <a:lnTo>
                    <a:pt x="326" y="70"/>
                  </a:lnTo>
                  <a:lnTo>
                    <a:pt x="335" y="61"/>
                  </a:lnTo>
                  <a:lnTo>
                    <a:pt x="346" y="53"/>
                  </a:lnTo>
                  <a:lnTo>
                    <a:pt x="346" y="53"/>
                  </a:lnTo>
                  <a:lnTo>
                    <a:pt x="363" y="42"/>
                  </a:lnTo>
                  <a:lnTo>
                    <a:pt x="381" y="31"/>
                  </a:lnTo>
                  <a:lnTo>
                    <a:pt x="401" y="22"/>
                  </a:lnTo>
                  <a:lnTo>
                    <a:pt x="421" y="14"/>
                  </a:lnTo>
                  <a:lnTo>
                    <a:pt x="441" y="8"/>
                  </a:lnTo>
                  <a:lnTo>
                    <a:pt x="463" y="4"/>
                  </a:lnTo>
                  <a:lnTo>
                    <a:pt x="484" y="1"/>
                  </a:lnTo>
                  <a:lnTo>
                    <a:pt x="505" y="0"/>
                  </a:lnTo>
                  <a:lnTo>
                    <a:pt x="505" y="0"/>
                  </a:lnTo>
                  <a:lnTo>
                    <a:pt x="525" y="1"/>
                  </a:lnTo>
                  <a:lnTo>
                    <a:pt x="544" y="4"/>
                  </a:lnTo>
                  <a:lnTo>
                    <a:pt x="564" y="8"/>
                  </a:lnTo>
                  <a:lnTo>
                    <a:pt x="581" y="15"/>
                  </a:lnTo>
                  <a:lnTo>
                    <a:pt x="581" y="15"/>
                  </a:lnTo>
                  <a:lnTo>
                    <a:pt x="593" y="21"/>
                  </a:lnTo>
                  <a:lnTo>
                    <a:pt x="602" y="29"/>
                  </a:lnTo>
                  <a:lnTo>
                    <a:pt x="611" y="36"/>
                  </a:lnTo>
                  <a:lnTo>
                    <a:pt x="618" y="47"/>
                  </a:lnTo>
                  <a:lnTo>
                    <a:pt x="623" y="57"/>
                  </a:lnTo>
                  <a:lnTo>
                    <a:pt x="628" y="68"/>
                  </a:lnTo>
                  <a:lnTo>
                    <a:pt x="631" y="80"/>
                  </a:lnTo>
                  <a:lnTo>
                    <a:pt x="633" y="93"/>
                  </a:lnTo>
                  <a:lnTo>
                    <a:pt x="636" y="118"/>
                  </a:lnTo>
                  <a:lnTo>
                    <a:pt x="637" y="145"/>
                  </a:lnTo>
                  <a:lnTo>
                    <a:pt x="636" y="171"/>
                  </a:lnTo>
                  <a:lnTo>
                    <a:pt x="633" y="196"/>
                  </a:lnTo>
                  <a:lnTo>
                    <a:pt x="633" y="196"/>
                  </a:lnTo>
                  <a:lnTo>
                    <a:pt x="632" y="220"/>
                  </a:lnTo>
                  <a:lnTo>
                    <a:pt x="631" y="240"/>
                  </a:lnTo>
                  <a:lnTo>
                    <a:pt x="631" y="240"/>
                  </a:lnTo>
                  <a:lnTo>
                    <a:pt x="629" y="246"/>
                  </a:lnTo>
                  <a:lnTo>
                    <a:pt x="628" y="251"/>
                  </a:lnTo>
                  <a:lnTo>
                    <a:pt x="626" y="255"/>
                  </a:lnTo>
                  <a:lnTo>
                    <a:pt x="623" y="259"/>
                  </a:lnTo>
                  <a:lnTo>
                    <a:pt x="619" y="261"/>
                  </a:lnTo>
                  <a:lnTo>
                    <a:pt x="615" y="263"/>
                  </a:lnTo>
                  <a:lnTo>
                    <a:pt x="610" y="264"/>
                  </a:lnTo>
                  <a:lnTo>
                    <a:pt x="606" y="265"/>
                  </a:lnTo>
                  <a:lnTo>
                    <a:pt x="606" y="265"/>
                  </a:lnTo>
                  <a:lnTo>
                    <a:pt x="601" y="264"/>
                  </a:lnTo>
                  <a:lnTo>
                    <a:pt x="597" y="263"/>
                  </a:lnTo>
                  <a:lnTo>
                    <a:pt x="593" y="261"/>
                  </a:lnTo>
                  <a:lnTo>
                    <a:pt x="589" y="259"/>
                  </a:lnTo>
                  <a:lnTo>
                    <a:pt x="585" y="255"/>
                  </a:lnTo>
                  <a:lnTo>
                    <a:pt x="582" y="251"/>
                  </a:lnTo>
                  <a:lnTo>
                    <a:pt x="581" y="246"/>
                  </a:lnTo>
                  <a:lnTo>
                    <a:pt x="581" y="240"/>
                  </a:lnTo>
                  <a:lnTo>
                    <a:pt x="581" y="240"/>
                  </a:lnTo>
                  <a:lnTo>
                    <a:pt x="581" y="220"/>
                  </a:lnTo>
                  <a:lnTo>
                    <a:pt x="584" y="196"/>
                  </a:lnTo>
                  <a:lnTo>
                    <a:pt x="584" y="196"/>
                  </a:lnTo>
                  <a:lnTo>
                    <a:pt x="585" y="172"/>
                  </a:lnTo>
                  <a:lnTo>
                    <a:pt x="586" y="148"/>
                  </a:lnTo>
                  <a:lnTo>
                    <a:pt x="585" y="124"/>
                  </a:lnTo>
                  <a:lnTo>
                    <a:pt x="584" y="114"/>
                  </a:lnTo>
                  <a:lnTo>
                    <a:pt x="582" y="103"/>
                  </a:lnTo>
                  <a:lnTo>
                    <a:pt x="580" y="93"/>
                  </a:lnTo>
                  <a:lnTo>
                    <a:pt x="576" y="84"/>
                  </a:lnTo>
                  <a:lnTo>
                    <a:pt x="571" y="76"/>
                  </a:lnTo>
                  <a:lnTo>
                    <a:pt x="564" y="68"/>
                  </a:lnTo>
                  <a:lnTo>
                    <a:pt x="556" y="63"/>
                  </a:lnTo>
                  <a:lnTo>
                    <a:pt x="547" y="57"/>
                  </a:lnTo>
                  <a:lnTo>
                    <a:pt x="537" y="55"/>
                  </a:lnTo>
                  <a:lnTo>
                    <a:pt x="523" y="52"/>
                  </a:lnTo>
                  <a:lnTo>
                    <a:pt x="523" y="52"/>
                  </a:lnTo>
                  <a:lnTo>
                    <a:pt x="504" y="52"/>
                  </a:lnTo>
                  <a:lnTo>
                    <a:pt x="504" y="52"/>
                  </a:lnTo>
                  <a:lnTo>
                    <a:pt x="491" y="52"/>
                  </a:lnTo>
                  <a:lnTo>
                    <a:pt x="478" y="53"/>
                  </a:lnTo>
                  <a:lnTo>
                    <a:pt x="465" y="55"/>
                  </a:lnTo>
                  <a:lnTo>
                    <a:pt x="452" y="57"/>
                  </a:lnTo>
                  <a:lnTo>
                    <a:pt x="425" y="65"/>
                  </a:lnTo>
                  <a:lnTo>
                    <a:pt x="401" y="77"/>
                  </a:lnTo>
                  <a:lnTo>
                    <a:pt x="401" y="77"/>
                  </a:lnTo>
                  <a:lnTo>
                    <a:pt x="391" y="82"/>
                  </a:lnTo>
                  <a:lnTo>
                    <a:pt x="382" y="89"/>
                  </a:lnTo>
                  <a:lnTo>
                    <a:pt x="373" y="95"/>
                  </a:lnTo>
                  <a:lnTo>
                    <a:pt x="365" y="103"/>
                  </a:lnTo>
                  <a:lnTo>
                    <a:pt x="351" y="120"/>
                  </a:lnTo>
                  <a:lnTo>
                    <a:pt x="336" y="137"/>
                  </a:lnTo>
                  <a:lnTo>
                    <a:pt x="336" y="137"/>
                  </a:lnTo>
                  <a:lnTo>
                    <a:pt x="321" y="157"/>
                  </a:lnTo>
                  <a:lnTo>
                    <a:pt x="321" y="157"/>
                  </a:lnTo>
                  <a:lnTo>
                    <a:pt x="274" y="212"/>
                  </a:lnTo>
                  <a:lnTo>
                    <a:pt x="225" y="265"/>
                  </a:lnTo>
                  <a:lnTo>
                    <a:pt x="225" y="265"/>
                  </a:lnTo>
                  <a:lnTo>
                    <a:pt x="168" y="328"/>
                  </a:lnTo>
                  <a:lnTo>
                    <a:pt x="168" y="328"/>
                  </a:lnTo>
                  <a:lnTo>
                    <a:pt x="147" y="353"/>
                  </a:lnTo>
                  <a:lnTo>
                    <a:pt x="127" y="380"/>
                  </a:lnTo>
                  <a:lnTo>
                    <a:pt x="109" y="408"/>
                  </a:lnTo>
                  <a:lnTo>
                    <a:pt x="91" y="435"/>
                  </a:lnTo>
                  <a:lnTo>
                    <a:pt x="91" y="435"/>
                  </a:lnTo>
                  <a:lnTo>
                    <a:pt x="70" y="468"/>
                  </a:lnTo>
                  <a:lnTo>
                    <a:pt x="47" y="501"/>
                  </a:lnTo>
                  <a:lnTo>
                    <a:pt x="47" y="501"/>
                  </a:lnTo>
                  <a:lnTo>
                    <a:pt x="43" y="505"/>
                  </a:lnTo>
                  <a:lnTo>
                    <a:pt x="38" y="509"/>
                  </a:lnTo>
                  <a:lnTo>
                    <a:pt x="33" y="511"/>
                  </a:lnTo>
                  <a:lnTo>
                    <a:pt x="26" y="511"/>
                  </a:lnTo>
                  <a:lnTo>
                    <a:pt x="26" y="511"/>
                  </a:lnTo>
                  <a:close/>
                </a:path>
              </a:pathLst>
            </a:custGeom>
            <a:ln>
              <a:solidFill>
                <a:schemeClr val="accent1">
                  <a:alpha val="35000"/>
                </a:schemeClr>
              </a:solidFill>
            </a:ln>
          </p:spPr>
          <p:style>
            <a:lnRef idx="0">
              <a:srgbClr val="FFFFFF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45" name="Freeform 556"/>
            <p:cNvSpPr/>
            <p:nvPr>
              <p:custDataLst>
                <p:tags r:id="rId38"/>
              </p:custDataLst>
            </p:nvPr>
          </p:nvSpPr>
          <p:spPr bwMode="auto">
            <a:xfrm>
              <a:off x="2084388" y="2492375"/>
              <a:ext cx="250825" cy="215900"/>
            </a:xfrm>
            <a:custGeom>
              <a:avLst/>
              <a:gdLst/>
              <a:ahLst/>
              <a:cxnLst>
                <a:cxn ang="0">
                  <a:pos x="440" y="545"/>
                </a:cxn>
                <a:cxn ang="0">
                  <a:pos x="384" y="528"/>
                </a:cxn>
                <a:cxn ang="0">
                  <a:pos x="334" y="492"/>
                </a:cxn>
                <a:cxn ang="0">
                  <a:pos x="303" y="456"/>
                </a:cxn>
                <a:cxn ang="0">
                  <a:pos x="259" y="396"/>
                </a:cxn>
                <a:cxn ang="0">
                  <a:pos x="220" y="341"/>
                </a:cxn>
                <a:cxn ang="0">
                  <a:pos x="190" y="301"/>
                </a:cxn>
                <a:cxn ang="0">
                  <a:pos x="168" y="277"/>
                </a:cxn>
                <a:cxn ang="0">
                  <a:pos x="155" y="259"/>
                </a:cxn>
                <a:cxn ang="0">
                  <a:pos x="143" y="237"/>
                </a:cxn>
                <a:cxn ang="0">
                  <a:pos x="113" y="197"/>
                </a:cxn>
                <a:cxn ang="0">
                  <a:pos x="68" y="141"/>
                </a:cxn>
                <a:cxn ang="0">
                  <a:pos x="51" y="122"/>
                </a:cxn>
                <a:cxn ang="0">
                  <a:pos x="33" y="99"/>
                </a:cxn>
                <a:cxn ang="0">
                  <a:pos x="12" y="65"/>
                </a:cxn>
                <a:cxn ang="0">
                  <a:pos x="0" y="25"/>
                </a:cxn>
                <a:cxn ang="0">
                  <a:pos x="2" y="14"/>
                </a:cxn>
                <a:cxn ang="0">
                  <a:pos x="7" y="6"/>
                </a:cxn>
                <a:cxn ang="0">
                  <a:pos x="20" y="0"/>
                </a:cxn>
                <a:cxn ang="0">
                  <a:pos x="33" y="1"/>
                </a:cxn>
                <a:cxn ang="0">
                  <a:pos x="45" y="9"/>
                </a:cxn>
                <a:cxn ang="0">
                  <a:pos x="51" y="23"/>
                </a:cxn>
                <a:cxn ang="0">
                  <a:pos x="57" y="46"/>
                </a:cxn>
                <a:cxn ang="0">
                  <a:pos x="85" y="86"/>
                </a:cxn>
                <a:cxn ang="0">
                  <a:pos x="114" y="118"/>
                </a:cxn>
                <a:cxn ang="0">
                  <a:pos x="146" y="158"/>
                </a:cxn>
                <a:cxn ang="0">
                  <a:pos x="170" y="191"/>
                </a:cxn>
                <a:cxn ang="0">
                  <a:pos x="186" y="209"/>
                </a:cxn>
                <a:cxn ang="0">
                  <a:pos x="206" y="237"/>
                </a:cxn>
                <a:cxn ang="0">
                  <a:pos x="231" y="271"/>
                </a:cxn>
                <a:cxn ang="0">
                  <a:pos x="257" y="301"/>
                </a:cxn>
                <a:cxn ang="0">
                  <a:pos x="293" y="357"/>
                </a:cxn>
                <a:cxn ang="0">
                  <a:pos x="316" y="388"/>
                </a:cxn>
                <a:cxn ang="0">
                  <a:pos x="331" y="417"/>
                </a:cxn>
                <a:cxn ang="0">
                  <a:pos x="344" y="431"/>
                </a:cxn>
                <a:cxn ang="0">
                  <a:pos x="372" y="460"/>
                </a:cxn>
                <a:cxn ang="0">
                  <a:pos x="390" y="476"/>
                </a:cxn>
                <a:cxn ang="0">
                  <a:pos x="420" y="492"/>
                </a:cxn>
                <a:cxn ang="0">
                  <a:pos x="456" y="497"/>
                </a:cxn>
                <a:cxn ang="0">
                  <a:pos x="487" y="493"/>
                </a:cxn>
                <a:cxn ang="0">
                  <a:pos x="516" y="480"/>
                </a:cxn>
                <a:cxn ang="0">
                  <a:pos x="537" y="467"/>
                </a:cxn>
                <a:cxn ang="0">
                  <a:pos x="565" y="438"/>
                </a:cxn>
                <a:cxn ang="0">
                  <a:pos x="571" y="424"/>
                </a:cxn>
                <a:cxn ang="0">
                  <a:pos x="577" y="396"/>
                </a:cxn>
                <a:cxn ang="0">
                  <a:pos x="581" y="371"/>
                </a:cxn>
                <a:cxn ang="0">
                  <a:pos x="581" y="290"/>
                </a:cxn>
                <a:cxn ang="0">
                  <a:pos x="580" y="250"/>
                </a:cxn>
                <a:cxn ang="0">
                  <a:pos x="584" y="237"/>
                </a:cxn>
                <a:cxn ang="0">
                  <a:pos x="590" y="229"/>
                </a:cxn>
                <a:cxn ang="0">
                  <a:pos x="605" y="225"/>
                </a:cxn>
                <a:cxn ang="0">
                  <a:pos x="614" y="226"/>
                </a:cxn>
                <a:cxn ang="0">
                  <a:pos x="626" y="235"/>
                </a:cxn>
                <a:cxn ang="0">
                  <a:pos x="631" y="250"/>
                </a:cxn>
                <a:cxn ang="0">
                  <a:pos x="631" y="285"/>
                </a:cxn>
                <a:cxn ang="0">
                  <a:pos x="631" y="378"/>
                </a:cxn>
                <a:cxn ang="0">
                  <a:pos x="623" y="424"/>
                </a:cxn>
                <a:cxn ang="0">
                  <a:pos x="607" y="464"/>
                </a:cxn>
                <a:cxn ang="0">
                  <a:pos x="579" y="499"/>
                </a:cxn>
                <a:cxn ang="0">
                  <a:pos x="554" y="518"/>
                </a:cxn>
                <a:cxn ang="0">
                  <a:pos x="514" y="536"/>
                </a:cxn>
                <a:cxn ang="0">
                  <a:pos x="473" y="545"/>
                </a:cxn>
              </a:cxnLst>
              <a:rect l="0" t="0" r="r" b="b"/>
              <a:pathLst>
                <a:path w="632" h="545">
                  <a:moveTo>
                    <a:pt x="459" y="545"/>
                  </a:moveTo>
                  <a:lnTo>
                    <a:pt x="459" y="545"/>
                  </a:lnTo>
                  <a:lnTo>
                    <a:pt x="440" y="545"/>
                  </a:lnTo>
                  <a:lnTo>
                    <a:pt x="420" y="541"/>
                  </a:lnTo>
                  <a:lnTo>
                    <a:pt x="402" y="536"/>
                  </a:lnTo>
                  <a:lnTo>
                    <a:pt x="384" y="528"/>
                  </a:lnTo>
                  <a:lnTo>
                    <a:pt x="365" y="518"/>
                  </a:lnTo>
                  <a:lnTo>
                    <a:pt x="350" y="506"/>
                  </a:lnTo>
                  <a:lnTo>
                    <a:pt x="334" y="492"/>
                  </a:lnTo>
                  <a:lnTo>
                    <a:pt x="318" y="476"/>
                  </a:lnTo>
                  <a:lnTo>
                    <a:pt x="318" y="476"/>
                  </a:lnTo>
                  <a:lnTo>
                    <a:pt x="303" y="456"/>
                  </a:lnTo>
                  <a:lnTo>
                    <a:pt x="288" y="435"/>
                  </a:lnTo>
                  <a:lnTo>
                    <a:pt x="259" y="396"/>
                  </a:lnTo>
                  <a:lnTo>
                    <a:pt x="259" y="396"/>
                  </a:lnTo>
                  <a:lnTo>
                    <a:pt x="234" y="362"/>
                  </a:lnTo>
                  <a:lnTo>
                    <a:pt x="234" y="362"/>
                  </a:lnTo>
                  <a:lnTo>
                    <a:pt x="220" y="341"/>
                  </a:lnTo>
                  <a:lnTo>
                    <a:pt x="220" y="341"/>
                  </a:lnTo>
                  <a:lnTo>
                    <a:pt x="200" y="314"/>
                  </a:lnTo>
                  <a:lnTo>
                    <a:pt x="190" y="301"/>
                  </a:lnTo>
                  <a:lnTo>
                    <a:pt x="180" y="289"/>
                  </a:lnTo>
                  <a:lnTo>
                    <a:pt x="180" y="289"/>
                  </a:lnTo>
                  <a:lnTo>
                    <a:pt x="168" y="277"/>
                  </a:lnTo>
                  <a:lnTo>
                    <a:pt x="160" y="267"/>
                  </a:lnTo>
                  <a:lnTo>
                    <a:pt x="160" y="267"/>
                  </a:lnTo>
                  <a:lnTo>
                    <a:pt x="155" y="259"/>
                  </a:lnTo>
                  <a:lnTo>
                    <a:pt x="149" y="248"/>
                  </a:lnTo>
                  <a:lnTo>
                    <a:pt x="149" y="248"/>
                  </a:lnTo>
                  <a:lnTo>
                    <a:pt x="143" y="237"/>
                  </a:lnTo>
                  <a:lnTo>
                    <a:pt x="143" y="237"/>
                  </a:lnTo>
                  <a:lnTo>
                    <a:pt x="127" y="218"/>
                  </a:lnTo>
                  <a:lnTo>
                    <a:pt x="113" y="197"/>
                  </a:lnTo>
                  <a:lnTo>
                    <a:pt x="113" y="197"/>
                  </a:lnTo>
                  <a:lnTo>
                    <a:pt x="91" y="169"/>
                  </a:lnTo>
                  <a:lnTo>
                    <a:pt x="68" y="141"/>
                  </a:lnTo>
                  <a:lnTo>
                    <a:pt x="63" y="135"/>
                  </a:lnTo>
                  <a:lnTo>
                    <a:pt x="63" y="135"/>
                  </a:lnTo>
                  <a:lnTo>
                    <a:pt x="51" y="122"/>
                  </a:lnTo>
                  <a:lnTo>
                    <a:pt x="50" y="120"/>
                  </a:lnTo>
                  <a:lnTo>
                    <a:pt x="50" y="120"/>
                  </a:lnTo>
                  <a:lnTo>
                    <a:pt x="33" y="99"/>
                  </a:lnTo>
                  <a:lnTo>
                    <a:pt x="25" y="89"/>
                  </a:lnTo>
                  <a:lnTo>
                    <a:pt x="19" y="77"/>
                  </a:lnTo>
                  <a:lnTo>
                    <a:pt x="12" y="65"/>
                  </a:lnTo>
                  <a:lnTo>
                    <a:pt x="7" y="54"/>
                  </a:lnTo>
                  <a:lnTo>
                    <a:pt x="3" y="39"/>
                  </a:lnTo>
                  <a:lnTo>
                    <a:pt x="0" y="25"/>
                  </a:lnTo>
                  <a:lnTo>
                    <a:pt x="0" y="25"/>
                  </a:lnTo>
                  <a:lnTo>
                    <a:pt x="2" y="20"/>
                  </a:lnTo>
                  <a:lnTo>
                    <a:pt x="2" y="14"/>
                  </a:lnTo>
                  <a:lnTo>
                    <a:pt x="4" y="10"/>
                  </a:lnTo>
                  <a:lnTo>
                    <a:pt x="7" y="6"/>
                  </a:lnTo>
                  <a:lnTo>
                    <a:pt x="7" y="6"/>
                  </a:lnTo>
                  <a:lnTo>
                    <a:pt x="11" y="4"/>
                  </a:lnTo>
                  <a:lnTo>
                    <a:pt x="15" y="1"/>
                  </a:lnTo>
                  <a:lnTo>
                    <a:pt x="20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33" y="1"/>
                  </a:lnTo>
                  <a:lnTo>
                    <a:pt x="38" y="3"/>
                  </a:lnTo>
                  <a:lnTo>
                    <a:pt x="42" y="5"/>
                  </a:lnTo>
                  <a:lnTo>
                    <a:pt x="45" y="9"/>
                  </a:lnTo>
                  <a:lnTo>
                    <a:pt x="47" y="13"/>
                  </a:lnTo>
                  <a:lnTo>
                    <a:pt x="50" y="18"/>
                  </a:lnTo>
                  <a:lnTo>
                    <a:pt x="51" y="23"/>
                  </a:lnTo>
                  <a:lnTo>
                    <a:pt x="51" y="23"/>
                  </a:lnTo>
                  <a:lnTo>
                    <a:pt x="53" y="34"/>
                  </a:lnTo>
                  <a:lnTo>
                    <a:pt x="57" y="46"/>
                  </a:lnTo>
                  <a:lnTo>
                    <a:pt x="62" y="56"/>
                  </a:lnTo>
                  <a:lnTo>
                    <a:pt x="68" y="67"/>
                  </a:lnTo>
                  <a:lnTo>
                    <a:pt x="85" y="86"/>
                  </a:lnTo>
                  <a:lnTo>
                    <a:pt x="102" y="105"/>
                  </a:lnTo>
                  <a:lnTo>
                    <a:pt x="102" y="105"/>
                  </a:lnTo>
                  <a:lnTo>
                    <a:pt x="114" y="118"/>
                  </a:lnTo>
                  <a:lnTo>
                    <a:pt x="114" y="118"/>
                  </a:lnTo>
                  <a:lnTo>
                    <a:pt x="131" y="137"/>
                  </a:lnTo>
                  <a:lnTo>
                    <a:pt x="146" y="158"/>
                  </a:lnTo>
                  <a:lnTo>
                    <a:pt x="146" y="158"/>
                  </a:lnTo>
                  <a:lnTo>
                    <a:pt x="161" y="180"/>
                  </a:lnTo>
                  <a:lnTo>
                    <a:pt x="170" y="191"/>
                  </a:lnTo>
                  <a:lnTo>
                    <a:pt x="180" y="201"/>
                  </a:lnTo>
                  <a:lnTo>
                    <a:pt x="180" y="201"/>
                  </a:lnTo>
                  <a:lnTo>
                    <a:pt x="186" y="209"/>
                  </a:lnTo>
                  <a:lnTo>
                    <a:pt x="193" y="218"/>
                  </a:lnTo>
                  <a:lnTo>
                    <a:pt x="206" y="237"/>
                  </a:lnTo>
                  <a:lnTo>
                    <a:pt x="206" y="237"/>
                  </a:lnTo>
                  <a:lnTo>
                    <a:pt x="217" y="254"/>
                  </a:lnTo>
                  <a:lnTo>
                    <a:pt x="224" y="263"/>
                  </a:lnTo>
                  <a:lnTo>
                    <a:pt x="231" y="271"/>
                  </a:lnTo>
                  <a:lnTo>
                    <a:pt x="231" y="271"/>
                  </a:lnTo>
                  <a:lnTo>
                    <a:pt x="245" y="285"/>
                  </a:lnTo>
                  <a:lnTo>
                    <a:pt x="257" y="301"/>
                  </a:lnTo>
                  <a:lnTo>
                    <a:pt x="280" y="335"/>
                  </a:lnTo>
                  <a:lnTo>
                    <a:pt x="280" y="335"/>
                  </a:lnTo>
                  <a:lnTo>
                    <a:pt x="293" y="357"/>
                  </a:lnTo>
                  <a:lnTo>
                    <a:pt x="309" y="378"/>
                  </a:lnTo>
                  <a:lnTo>
                    <a:pt x="309" y="378"/>
                  </a:lnTo>
                  <a:lnTo>
                    <a:pt x="316" y="388"/>
                  </a:lnTo>
                  <a:lnTo>
                    <a:pt x="323" y="401"/>
                  </a:lnTo>
                  <a:lnTo>
                    <a:pt x="323" y="401"/>
                  </a:lnTo>
                  <a:lnTo>
                    <a:pt x="331" y="417"/>
                  </a:lnTo>
                  <a:lnTo>
                    <a:pt x="331" y="417"/>
                  </a:lnTo>
                  <a:lnTo>
                    <a:pt x="338" y="424"/>
                  </a:lnTo>
                  <a:lnTo>
                    <a:pt x="344" y="431"/>
                  </a:lnTo>
                  <a:lnTo>
                    <a:pt x="359" y="446"/>
                  </a:lnTo>
                  <a:lnTo>
                    <a:pt x="359" y="446"/>
                  </a:lnTo>
                  <a:lnTo>
                    <a:pt x="372" y="460"/>
                  </a:lnTo>
                  <a:lnTo>
                    <a:pt x="372" y="460"/>
                  </a:lnTo>
                  <a:lnTo>
                    <a:pt x="381" y="469"/>
                  </a:lnTo>
                  <a:lnTo>
                    <a:pt x="390" y="476"/>
                  </a:lnTo>
                  <a:lnTo>
                    <a:pt x="399" y="482"/>
                  </a:lnTo>
                  <a:lnTo>
                    <a:pt x="410" y="488"/>
                  </a:lnTo>
                  <a:lnTo>
                    <a:pt x="420" y="492"/>
                  </a:lnTo>
                  <a:lnTo>
                    <a:pt x="432" y="494"/>
                  </a:lnTo>
                  <a:lnTo>
                    <a:pt x="444" y="497"/>
                  </a:lnTo>
                  <a:lnTo>
                    <a:pt x="456" y="497"/>
                  </a:lnTo>
                  <a:lnTo>
                    <a:pt x="456" y="497"/>
                  </a:lnTo>
                  <a:lnTo>
                    <a:pt x="471" y="496"/>
                  </a:lnTo>
                  <a:lnTo>
                    <a:pt x="487" y="493"/>
                  </a:lnTo>
                  <a:lnTo>
                    <a:pt x="501" y="486"/>
                  </a:lnTo>
                  <a:lnTo>
                    <a:pt x="516" y="480"/>
                  </a:lnTo>
                  <a:lnTo>
                    <a:pt x="516" y="480"/>
                  </a:lnTo>
                  <a:lnTo>
                    <a:pt x="526" y="473"/>
                  </a:lnTo>
                  <a:lnTo>
                    <a:pt x="526" y="473"/>
                  </a:lnTo>
                  <a:lnTo>
                    <a:pt x="537" y="467"/>
                  </a:lnTo>
                  <a:lnTo>
                    <a:pt x="547" y="459"/>
                  </a:lnTo>
                  <a:lnTo>
                    <a:pt x="556" y="450"/>
                  </a:lnTo>
                  <a:lnTo>
                    <a:pt x="565" y="438"/>
                  </a:lnTo>
                  <a:lnTo>
                    <a:pt x="565" y="438"/>
                  </a:lnTo>
                  <a:lnTo>
                    <a:pt x="568" y="433"/>
                  </a:lnTo>
                  <a:lnTo>
                    <a:pt x="571" y="424"/>
                  </a:lnTo>
                  <a:lnTo>
                    <a:pt x="575" y="407"/>
                  </a:lnTo>
                  <a:lnTo>
                    <a:pt x="575" y="407"/>
                  </a:lnTo>
                  <a:lnTo>
                    <a:pt x="577" y="396"/>
                  </a:lnTo>
                  <a:lnTo>
                    <a:pt x="577" y="396"/>
                  </a:lnTo>
                  <a:lnTo>
                    <a:pt x="580" y="384"/>
                  </a:lnTo>
                  <a:lnTo>
                    <a:pt x="581" y="371"/>
                  </a:lnTo>
                  <a:lnTo>
                    <a:pt x="584" y="344"/>
                  </a:lnTo>
                  <a:lnTo>
                    <a:pt x="582" y="318"/>
                  </a:lnTo>
                  <a:lnTo>
                    <a:pt x="581" y="290"/>
                  </a:lnTo>
                  <a:lnTo>
                    <a:pt x="581" y="290"/>
                  </a:lnTo>
                  <a:lnTo>
                    <a:pt x="580" y="250"/>
                  </a:lnTo>
                  <a:lnTo>
                    <a:pt x="580" y="250"/>
                  </a:lnTo>
                  <a:lnTo>
                    <a:pt x="581" y="244"/>
                  </a:lnTo>
                  <a:lnTo>
                    <a:pt x="582" y="241"/>
                  </a:lnTo>
                  <a:lnTo>
                    <a:pt x="584" y="237"/>
                  </a:lnTo>
                  <a:lnTo>
                    <a:pt x="588" y="233"/>
                  </a:lnTo>
                  <a:lnTo>
                    <a:pt x="588" y="233"/>
                  </a:lnTo>
                  <a:lnTo>
                    <a:pt x="590" y="229"/>
                  </a:lnTo>
                  <a:lnTo>
                    <a:pt x="596" y="227"/>
                  </a:lnTo>
                  <a:lnTo>
                    <a:pt x="601" y="226"/>
                  </a:lnTo>
                  <a:lnTo>
                    <a:pt x="605" y="225"/>
                  </a:lnTo>
                  <a:lnTo>
                    <a:pt x="605" y="225"/>
                  </a:lnTo>
                  <a:lnTo>
                    <a:pt x="610" y="225"/>
                  </a:lnTo>
                  <a:lnTo>
                    <a:pt x="614" y="226"/>
                  </a:lnTo>
                  <a:lnTo>
                    <a:pt x="619" y="229"/>
                  </a:lnTo>
                  <a:lnTo>
                    <a:pt x="623" y="231"/>
                  </a:lnTo>
                  <a:lnTo>
                    <a:pt x="626" y="235"/>
                  </a:lnTo>
                  <a:lnTo>
                    <a:pt x="628" y="239"/>
                  </a:lnTo>
                  <a:lnTo>
                    <a:pt x="630" y="244"/>
                  </a:lnTo>
                  <a:lnTo>
                    <a:pt x="631" y="250"/>
                  </a:lnTo>
                  <a:lnTo>
                    <a:pt x="631" y="250"/>
                  </a:lnTo>
                  <a:lnTo>
                    <a:pt x="631" y="285"/>
                  </a:lnTo>
                  <a:lnTo>
                    <a:pt x="631" y="285"/>
                  </a:lnTo>
                  <a:lnTo>
                    <a:pt x="632" y="315"/>
                  </a:lnTo>
                  <a:lnTo>
                    <a:pt x="632" y="346"/>
                  </a:lnTo>
                  <a:lnTo>
                    <a:pt x="631" y="378"/>
                  </a:lnTo>
                  <a:lnTo>
                    <a:pt x="628" y="392"/>
                  </a:lnTo>
                  <a:lnTo>
                    <a:pt x="626" y="408"/>
                  </a:lnTo>
                  <a:lnTo>
                    <a:pt x="623" y="424"/>
                  </a:lnTo>
                  <a:lnTo>
                    <a:pt x="619" y="438"/>
                  </a:lnTo>
                  <a:lnTo>
                    <a:pt x="614" y="451"/>
                  </a:lnTo>
                  <a:lnTo>
                    <a:pt x="607" y="464"/>
                  </a:lnTo>
                  <a:lnTo>
                    <a:pt x="599" y="477"/>
                  </a:lnTo>
                  <a:lnTo>
                    <a:pt x="590" y="489"/>
                  </a:lnTo>
                  <a:lnTo>
                    <a:pt x="579" y="499"/>
                  </a:lnTo>
                  <a:lnTo>
                    <a:pt x="567" y="510"/>
                  </a:lnTo>
                  <a:lnTo>
                    <a:pt x="567" y="510"/>
                  </a:lnTo>
                  <a:lnTo>
                    <a:pt x="554" y="518"/>
                  </a:lnTo>
                  <a:lnTo>
                    <a:pt x="541" y="526"/>
                  </a:lnTo>
                  <a:lnTo>
                    <a:pt x="527" y="532"/>
                  </a:lnTo>
                  <a:lnTo>
                    <a:pt x="514" y="536"/>
                  </a:lnTo>
                  <a:lnTo>
                    <a:pt x="500" y="540"/>
                  </a:lnTo>
                  <a:lnTo>
                    <a:pt x="487" y="544"/>
                  </a:lnTo>
                  <a:lnTo>
                    <a:pt x="473" y="545"/>
                  </a:lnTo>
                  <a:lnTo>
                    <a:pt x="459" y="545"/>
                  </a:lnTo>
                  <a:lnTo>
                    <a:pt x="459" y="545"/>
                  </a:lnTo>
                  <a:close/>
                </a:path>
              </a:pathLst>
            </a:custGeom>
            <a:ln>
              <a:solidFill>
                <a:schemeClr val="accent1">
                  <a:alpha val="35000"/>
                </a:schemeClr>
              </a:solidFill>
            </a:ln>
          </p:spPr>
          <p:style>
            <a:lnRef idx="0">
              <a:srgbClr val="FFFFFF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46" name="Freeform 557"/>
            <p:cNvSpPr/>
            <p:nvPr>
              <p:custDataLst>
                <p:tags r:id="rId39"/>
              </p:custDataLst>
            </p:nvPr>
          </p:nvSpPr>
          <p:spPr bwMode="auto">
            <a:xfrm>
              <a:off x="2146301" y="2049463"/>
              <a:ext cx="377825" cy="212725"/>
            </a:xfrm>
            <a:custGeom>
              <a:avLst/>
              <a:gdLst/>
              <a:ahLst/>
              <a:cxnLst>
                <a:cxn ang="0">
                  <a:pos x="240" y="532"/>
                </a:cxn>
                <a:cxn ang="0">
                  <a:pos x="311" y="529"/>
                </a:cxn>
                <a:cxn ang="0">
                  <a:pos x="854" y="529"/>
                </a:cxn>
                <a:cxn ang="0">
                  <a:pos x="928" y="529"/>
                </a:cxn>
                <a:cxn ang="0">
                  <a:pos x="943" y="525"/>
                </a:cxn>
                <a:cxn ang="0">
                  <a:pos x="951" y="514"/>
                </a:cxn>
                <a:cxn ang="0">
                  <a:pos x="952" y="504"/>
                </a:cxn>
                <a:cxn ang="0">
                  <a:pos x="949" y="491"/>
                </a:cxn>
                <a:cxn ang="0">
                  <a:pos x="939" y="482"/>
                </a:cxn>
                <a:cxn ang="0">
                  <a:pos x="285" y="480"/>
                </a:cxn>
                <a:cxn ang="0">
                  <a:pos x="242" y="481"/>
                </a:cxn>
                <a:cxn ang="0">
                  <a:pos x="183" y="482"/>
                </a:cxn>
                <a:cxn ang="0">
                  <a:pos x="140" y="477"/>
                </a:cxn>
                <a:cxn ang="0">
                  <a:pos x="120" y="473"/>
                </a:cxn>
                <a:cxn ang="0">
                  <a:pos x="82" y="463"/>
                </a:cxn>
                <a:cxn ang="0">
                  <a:pos x="65" y="443"/>
                </a:cxn>
                <a:cxn ang="0">
                  <a:pos x="58" y="388"/>
                </a:cxn>
                <a:cxn ang="0">
                  <a:pos x="51" y="320"/>
                </a:cxn>
                <a:cxn ang="0">
                  <a:pos x="51" y="289"/>
                </a:cxn>
                <a:cxn ang="0">
                  <a:pos x="56" y="259"/>
                </a:cxn>
                <a:cxn ang="0">
                  <a:pos x="61" y="231"/>
                </a:cxn>
                <a:cxn ang="0">
                  <a:pos x="64" y="164"/>
                </a:cxn>
                <a:cxn ang="0">
                  <a:pos x="72" y="100"/>
                </a:cxn>
                <a:cxn ang="0">
                  <a:pos x="78" y="79"/>
                </a:cxn>
                <a:cxn ang="0">
                  <a:pos x="92" y="61"/>
                </a:cxn>
                <a:cxn ang="0">
                  <a:pos x="120" y="53"/>
                </a:cxn>
                <a:cxn ang="0">
                  <a:pos x="192" y="51"/>
                </a:cxn>
                <a:cxn ang="0">
                  <a:pos x="552" y="51"/>
                </a:cxn>
                <a:cxn ang="0">
                  <a:pos x="792" y="52"/>
                </a:cxn>
                <a:cxn ang="0">
                  <a:pos x="921" y="52"/>
                </a:cxn>
                <a:cxn ang="0">
                  <a:pos x="934" y="45"/>
                </a:cxn>
                <a:cxn ang="0">
                  <a:pos x="939" y="32"/>
                </a:cxn>
                <a:cxn ang="0">
                  <a:pos x="939" y="23"/>
                </a:cxn>
                <a:cxn ang="0">
                  <a:pos x="934" y="10"/>
                </a:cxn>
                <a:cxn ang="0">
                  <a:pos x="921" y="4"/>
                </a:cxn>
                <a:cxn ang="0">
                  <a:pos x="231" y="2"/>
                </a:cxn>
                <a:cxn ang="0">
                  <a:pos x="170" y="0"/>
                </a:cxn>
                <a:cxn ang="0">
                  <a:pos x="125" y="0"/>
                </a:cxn>
                <a:cxn ang="0">
                  <a:pos x="74" y="13"/>
                </a:cxn>
                <a:cxn ang="0">
                  <a:pos x="60" y="21"/>
                </a:cxn>
                <a:cxn ang="0">
                  <a:pos x="34" y="56"/>
                </a:cxn>
                <a:cxn ang="0">
                  <a:pos x="19" y="111"/>
                </a:cxn>
                <a:cxn ang="0">
                  <a:pos x="14" y="178"/>
                </a:cxn>
                <a:cxn ang="0">
                  <a:pos x="13" y="208"/>
                </a:cxn>
                <a:cxn ang="0">
                  <a:pos x="2" y="270"/>
                </a:cxn>
                <a:cxn ang="0">
                  <a:pos x="0" y="306"/>
                </a:cxn>
                <a:cxn ang="0">
                  <a:pos x="5" y="384"/>
                </a:cxn>
                <a:cxn ang="0">
                  <a:pos x="15" y="446"/>
                </a:cxn>
                <a:cxn ang="0">
                  <a:pos x="35" y="485"/>
                </a:cxn>
                <a:cxn ang="0">
                  <a:pos x="68" y="511"/>
                </a:cxn>
                <a:cxn ang="0">
                  <a:pos x="95" y="523"/>
                </a:cxn>
                <a:cxn ang="0">
                  <a:pos x="158" y="529"/>
                </a:cxn>
                <a:cxn ang="0">
                  <a:pos x="214" y="533"/>
                </a:cxn>
              </a:cxnLst>
              <a:rect l="0" t="0" r="r" b="b"/>
              <a:pathLst>
                <a:path w="952" h="533">
                  <a:moveTo>
                    <a:pt x="214" y="533"/>
                  </a:moveTo>
                  <a:lnTo>
                    <a:pt x="214" y="533"/>
                  </a:lnTo>
                  <a:lnTo>
                    <a:pt x="240" y="532"/>
                  </a:lnTo>
                  <a:lnTo>
                    <a:pt x="240" y="532"/>
                  </a:lnTo>
                  <a:lnTo>
                    <a:pt x="266" y="531"/>
                  </a:lnTo>
                  <a:lnTo>
                    <a:pt x="311" y="529"/>
                  </a:lnTo>
                  <a:lnTo>
                    <a:pt x="455" y="528"/>
                  </a:lnTo>
                  <a:lnTo>
                    <a:pt x="455" y="528"/>
                  </a:lnTo>
                  <a:lnTo>
                    <a:pt x="854" y="529"/>
                  </a:lnTo>
                  <a:lnTo>
                    <a:pt x="854" y="529"/>
                  </a:lnTo>
                  <a:lnTo>
                    <a:pt x="928" y="529"/>
                  </a:lnTo>
                  <a:lnTo>
                    <a:pt x="928" y="529"/>
                  </a:lnTo>
                  <a:lnTo>
                    <a:pt x="934" y="529"/>
                  </a:lnTo>
                  <a:lnTo>
                    <a:pt x="939" y="528"/>
                  </a:lnTo>
                  <a:lnTo>
                    <a:pt x="943" y="525"/>
                  </a:lnTo>
                  <a:lnTo>
                    <a:pt x="947" y="521"/>
                  </a:lnTo>
                  <a:lnTo>
                    <a:pt x="949" y="519"/>
                  </a:lnTo>
                  <a:lnTo>
                    <a:pt x="951" y="514"/>
                  </a:lnTo>
                  <a:lnTo>
                    <a:pt x="952" y="510"/>
                  </a:lnTo>
                  <a:lnTo>
                    <a:pt x="952" y="504"/>
                  </a:lnTo>
                  <a:lnTo>
                    <a:pt x="952" y="504"/>
                  </a:lnTo>
                  <a:lnTo>
                    <a:pt x="952" y="501"/>
                  </a:lnTo>
                  <a:lnTo>
                    <a:pt x="951" y="495"/>
                  </a:lnTo>
                  <a:lnTo>
                    <a:pt x="949" y="491"/>
                  </a:lnTo>
                  <a:lnTo>
                    <a:pt x="947" y="487"/>
                  </a:lnTo>
                  <a:lnTo>
                    <a:pt x="943" y="485"/>
                  </a:lnTo>
                  <a:lnTo>
                    <a:pt x="939" y="482"/>
                  </a:lnTo>
                  <a:lnTo>
                    <a:pt x="934" y="481"/>
                  </a:lnTo>
                  <a:lnTo>
                    <a:pt x="928" y="480"/>
                  </a:lnTo>
                  <a:lnTo>
                    <a:pt x="285" y="480"/>
                  </a:lnTo>
                  <a:lnTo>
                    <a:pt x="285" y="480"/>
                  </a:lnTo>
                  <a:lnTo>
                    <a:pt x="242" y="481"/>
                  </a:lnTo>
                  <a:lnTo>
                    <a:pt x="242" y="481"/>
                  </a:lnTo>
                  <a:lnTo>
                    <a:pt x="200" y="482"/>
                  </a:lnTo>
                  <a:lnTo>
                    <a:pt x="200" y="482"/>
                  </a:lnTo>
                  <a:lnTo>
                    <a:pt x="183" y="482"/>
                  </a:lnTo>
                  <a:lnTo>
                    <a:pt x="167" y="481"/>
                  </a:lnTo>
                  <a:lnTo>
                    <a:pt x="153" y="480"/>
                  </a:lnTo>
                  <a:lnTo>
                    <a:pt x="140" y="477"/>
                  </a:lnTo>
                  <a:lnTo>
                    <a:pt x="140" y="477"/>
                  </a:lnTo>
                  <a:lnTo>
                    <a:pt x="120" y="473"/>
                  </a:lnTo>
                  <a:lnTo>
                    <a:pt x="120" y="473"/>
                  </a:lnTo>
                  <a:lnTo>
                    <a:pt x="99" y="469"/>
                  </a:lnTo>
                  <a:lnTo>
                    <a:pt x="90" y="467"/>
                  </a:lnTo>
                  <a:lnTo>
                    <a:pt x="82" y="463"/>
                  </a:lnTo>
                  <a:lnTo>
                    <a:pt x="74" y="457"/>
                  </a:lnTo>
                  <a:lnTo>
                    <a:pt x="69" y="451"/>
                  </a:lnTo>
                  <a:lnTo>
                    <a:pt x="65" y="443"/>
                  </a:lnTo>
                  <a:lnTo>
                    <a:pt x="64" y="433"/>
                  </a:lnTo>
                  <a:lnTo>
                    <a:pt x="64" y="433"/>
                  </a:lnTo>
                  <a:lnTo>
                    <a:pt x="58" y="388"/>
                  </a:lnTo>
                  <a:lnTo>
                    <a:pt x="58" y="388"/>
                  </a:lnTo>
                  <a:lnTo>
                    <a:pt x="53" y="342"/>
                  </a:lnTo>
                  <a:lnTo>
                    <a:pt x="51" y="320"/>
                  </a:lnTo>
                  <a:lnTo>
                    <a:pt x="51" y="298"/>
                  </a:lnTo>
                  <a:lnTo>
                    <a:pt x="51" y="298"/>
                  </a:lnTo>
                  <a:lnTo>
                    <a:pt x="51" y="289"/>
                  </a:lnTo>
                  <a:lnTo>
                    <a:pt x="52" y="278"/>
                  </a:lnTo>
                  <a:lnTo>
                    <a:pt x="56" y="259"/>
                  </a:lnTo>
                  <a:lnTo>
                    <a:pt x="56" y="259"/>
                  </a:lnTo>
                  <a:lnTo>
                    <a:pt x="58" y="246"/>
                  </a:lnTo>
                  <a:lnTo>
                    <a:pt x="61" y="231"/>
                  </a:lnTo>
                  <a:lnTo>
                    <a:pt x="61" y="231"/>
                  </a:lnTo>
                  <a:lnTo>
                    <a:pt x="64" y="198"/>
                  </a:lnTo>
                  <a:lnTo>
                    <a:pt x="64" y="164"/>
                  </a:lnTo>
                  <a:lnTo>
                    <a:pt x="64" y="164"/>
                  </a:lnTo>
                  <a:lnTo>
                    <a:pt x="65" y="149"/>
                  </a:lnTo>
                  <a:lnTo>
                    <a:pt x="66" y="132"/>
                  </a:lnTo>
                  <a:lnTo>
                    <a:pt x="72" y="100"/>
                  </a:lnTo>
                  <a:lnTo>
                    <a:pt x="72" y="100"/>
                  </a:lnTo>
                  <a:lnTo>
                    <a:pt x="74" y="90"/>
                  </a:lnTo>
                  <a:lnTo>
                    <a:pt x="78" y="79"/>
                  </a:lnTo>
                  <a:lnTo>
                    <a:pt x="82" y="72"/>
                  </a:lnTo>
                  <a:lnTo>
                    <a:pt x="87" y="65"/>
                  </a:lnTo>
                  <a:lnTo>
                    <a:pt x="92" y="61"/>
                  </a:lnTo>
                  <a:lnTo>
                    <a:pt x="100" y="57"/>
                  </a:lnTo>
                  <a:lnTo>
                    <a:pt x="109" y="55"/>
                  </a:lnTo>
                  <a:lnTo>
                    <a:pt x="120" y="53"/>
                  </a:lnTo>
                  <a:lnTo>
                    <a:pt x="120" y="53"/>
                  </a:lnTo>
                  <a:lnTo>
                    <a:pt x="149" y="52"/>
                  </a:lnTo>
                  <a:lnTo>
                    <a:pt x="192" y="51"/>
                  </a:lnTo>
                  <a:lnTo>
                    <a:pt x="315" y="49"/>
                  </a:lnTo>
                  <a:lnTo>
                    <a:pt x="315" y="49"/>
                  </a:lnTo>
                  <a:lnTo>
                    <a:pt x="552" y="51"/>
                  </a:lnTo>
                  <a:lnTo>
                    <a:pt x="783" y="52"/>
                  </a:lnTo>
                  <a:lnTo>
                    <a:pt x="792" y="52"/>
                  </a:lnTo>
                  <a:lnTo>
                    <a:pt x="792" y="52"/>
                  </a:lnTo>
                  <a:lnTo>
                    <a:pt x="915" y="53"/>
                  </a:lnTo>
                  <a:lnTo>
                    <a:pt x="915" y="53"/>
                  </a:lnTo>
                  <a:lnTo>
                    <a:pt x="921" y="52"/>
                  </a:lnTo>
                  <a:lnTo>
                    <a:pt x="926" y="51"/>
                  </a:lnTo>
                  <a:lnTo>
                    <a:pt x="930" y="48"/>
                  </a:lnTo>
                  <a:lnTo>
                    <a:pt x="934" y="45"/>
                  </a:lnTo>
                  <a:lnTo>
                    <a:pt x="936" y="42"/>
                  </a:lnTo>
                  <a:lnTo>
                    <a:pt x="939" y="38"/>
                  </a:lnTo>
                  <a:lnTo>
                    <a:pt x="939" y="32"/>
                  </a:lnTo>
                  <a:lnTo>
                    <a:pt x="940" y="28"/>
                  </a:lnTo>
                  <a:lnTo>
                    <a:pt x="940" y="28"/>
                  </a:lnTo>
                  <a:lnTo>
                    <a:pt x="939" y="23"/>
                  </a:lnTo>
                  <a:lnTo>
                    <a:pt x="939" y="19"/>
                  </a:lnTo>
                  <a:lnTo>
                    <a:pt x="936" y="14"/>
                  </a:lnTo>
                  <a:lnTo>
                    <a:pt x="934" y="10"/>
                  </a:lnTo>
                  <a:lnTo>
                    <a:pt x="930" y="8"/>
                  </a:lnTo>
                  <a:lnTo>
                    <a:pt x="926" y="5"/>
                  </a:lnTo>
                  <a:lnTo>
                    <a:pt x="921" y="4"/>
                  </a:lnTo>
                  <a:lnTo>
                    <a:pt x="915" y="2"/>
                  </a:lnTo>
                  <a:lnTo>
                    <a:pt x="231" y="2"/>
                  </a:lnTo>
                  <a:lnTo>
                    <a:pt x="231" y="2"/>
                  </a:lnTo>
                  <a:lnTo>
                    <a:pt x="193" y="1"/>
                  </a:lnTo>
                  <a:lnTo>
                    <a:pt x="193" y="1"/>
                  </a:lnTo>
                  <a:lnTo>
                    <a:pt x="170" y="0"/>
                  </a:lnTo>
                  <a:lnTo>
                    <a:pt x="146" y="0"/>
                  </a:lnTo>
                  <a:lnTo>
                    <a:pt x="146" y="0"/>
                  </a:lnTo>
                  <a:lnTo>
                    <a:pt x="125" y="0"/>
                  </a:lnTo>
                  <a:lnTo>
                    <a:pt x="106" y="2"/>
                  </a:lnTo>
                  <a:lnTo>
                    <a:pt x="89" y="6"/>
                  </a:lnTo>
                  <a:lnTo>
                    <a:pt x="74" y="13"/>
                  </a:lnTo>
                  <a:lnTo>
                    <a:pt x="74" y="13"/>
                  </a:lnTo>
                  <a:lnTo>
                    <a:pt x="66" y="17"/>
                  </a:lnTo>
                  <a:lnTo>
                    <a:pt x="60" y="21"/>
                  </a:lnTo>
                  <a:lnTo>
                    <a:pt x="49" y="31"/>
                  </a:lnTo>
                  <a:lnTo>
                    <a:pt x="40" y="43"/>
                  </a:lnTo>
                  <a:lnTo>
                    <a:pt x="34" y="56"/>
                  </a:lnTo>
                  <a:lnTo>
                    <a:pt x="28" y="70"/>
                  </a:lnTo>
                  <a:lnTo>
                    <a:pt x="24" y="83"/>
                  </a:lnTo>
                  <a:lnTo>
                    <a:pt x="19" y="111"/>
                  </a:lnTo>
                  <a:lnTo>
                    <a:pt x="19" y="111"/>
                  </a:lnTo>
                  <a:lnTo>
                    <a:pt x="15" y="142"/>
                  </a:lnTo>
                  <a:lnTo>
                    <a:pt x="14" y="178"/>
                  </a:lnTo>
                  <a:lnTo>
                    <a:pt x="14" y="178"/>
                  </a:lnTo>
                  <a:lnTo>
                    <a:pt x="14" y="192"/>
                  </a:lnTo>
                  <a:lnTo>
                    <a:pt x="13" y="208"/>
                  </a:lnTo>
                  <a:lnTo>
                    <a:pt x="7" y="239"/>
                  </a:lnTo>
                  <a:lnTo>
                    <a:pt x="7" y="239"/>
                  </a:lnTo>
                  <a:lnTo>
                    <a:pt x="2" y="270"/>
                  </a:lnTo>
                  <a:lnTo>
                    <a:pt x="2" y="270"/>
                  </a:lnTo>
                  <a:lnTo>
                    <a:pt x="1" y="287"/>
                  </a:lnTo>
                  <a:lnTo>
                    <a:pt x="0" y="306"/>
                  </a:lnTo>
                  <a:lnTo>
                    <a:pt x="0" y="324"/>
                  </a:lnTo>
                  <a:lnTo>
                    <a:pt x="1" y="344"/>
                  </a:lnTo>
                  <a:lnTo>
                    <a:pt x="5" y="384"/>
                  </a:lnTo>
                  <a:lnTo>
                    <a:pt x="11" y="429"/>
                  </a:lnTo>
                  <a:lnTo>
                    <a:pt x="11" y="429"/>
                  </a:lnTo>
                  <a:lnTo>
                    <a:pt x="15" y="446"/>
                  </a:lnTo>
                  <a:lnTo>
                    <a:pt x="21" y="460"/>
                  </a:lnTo>
                  <a:lnTo>
                    <a:pt x="27" y="473"/>
                  </a:lnTo>
                  <a:lnTo>
                    <a:pt x="35" y="485"/>
                  </a:lnTo>
                  <a:lnTo>
                    <a:pt x="44" y="494"/>
                  </a:lnTo>
                  <a:lnTo>
                    <a:pt x="55" y="503"/>
                  </a:lnTo>
                  <a:lnTo>
                    <a:pt x="68" y="511"/>
                  </a:lnTo>
                  <a:lnTo>
                    <a:pt x="83" y="519"/>
                  </a:lnTo>
                  <a:lnTo>
                    <a:pt x="83" y="519"/>
                  </a:lnTo>
                  <a:lnTo>
                    <a:pt x="95" y="523"/>
                  </a:lnTo>
                  <a:lnTo>
                    <a:pt x="109" y="525"/>
                  </a:lnTo>
                  <a:lnTo>
                    <a:pt x="138" y="528"/>
                  </a:lnTo>
                  <a:lnTo>
                    <a:pt x="158" y="529"/>
                  </a:lnTo>
                  <a:lnTo>
                    <a:pt x="158" y="529"/>
                  </a:lnTo>
                  <a:lnTo>
                    <a:pt x="187" y="532"/>
                  </a:lnTo>
                  <a:lnTo>
                    <a:pt x="214" y="533"/>
                  </a:lnTo>
                  <a:lnTo>
                    <a:pt x="214" y="533"/>
                  </a:lnTo>
                  <a:close/>
                </a:path>
              </a:pathLst>
            </a:custGeom>
            <a:ln>
              <a:solidFill>
                <a:schemeClr val="accent1">
                  <a:alpha val="35000"/>
                </a:schemeClr>
              </a:solidFill>
            </a:ln>
          </p:spPr>
          <p:style>
            <a:lnRef idx="0">
              <a:srgbClr val="FFFFFF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47" name="Freeform 558"/>
            <p:cNvSpPr/>
            <p:nvPr>
              <p:custDataLst>
                <p:tags r:id="rId40"/>
              </p:custDataLst>
            </p:nvPr>
          </p:nvSpPr>
          <p:spPr bwMode="auto">
            <a:xfrm>
              <a:off x="2501901" y="1965325"/>
              <a:ext cx="250825" cy="203200"/>
            </a:xfrm>
            <a:custGeom>
              <a:avLst/>
              <a:gdLst/>
              <a:ahLst/>
              <a:cxnLst>
                <a:cxn ang="0">
                  <a:pos x="617" y="510"/>
                </a:cxn>
                <a:cxn ang="0">
                  <a:pos x="633" y="497"/>
                </a:cxn>
                <a:cxn ang="0">
                  <a:pos x="636" y="485"/>
                </a:cxn>
                <a:cxn ang="0">
                  <a:pos x="632" y="473"/>
                </a:cxn>
                <a:cxn ang="0">
                  <a:pos x="586" y="407"/>
                </a:cxn>
                <a:cxn ang="0">
                  <a:pos x="513" y="303"/>
                </a:cxn>
                <a:cxn ang="0">
                  <a:pos x="480" y="267"/>
                </a:cxn>
                <a:cxn ang="0">
                  <a:pos x="412" y="191"/>
                </a:cxn>
                <a:cxn ang="0">
                  <a:pos x="365" y="133"/>
                </a:cxn>
                <a:cxn ang="0">
                  <a:pos x="330" y="90"/>
                </a:cxn>
                <a:cxn ang="0">
                  <a:pos x="292" y="52"/>
                </a:cxn>
                <a:cxn ang="0">
                  <a:pos x="255" y="30"/>
                </a:cxn>
                <a:cxn ang="0">
                  <a:pos x="195" y="8"/>
                </a:cxn>
                <a:cxn ang="0">
                  <a:pos x="132" y="0"/>
                </a:cxn>
                <a:cxn ang="0">
                  <a:pos x="92" y="4"/>
                </a:cxn>
                <a:cxn ang="0">
                  <a:pos x="55" y="14"/>
                </a:cxn>
                <a:cxn ang="0">
                  <a:pos x="26" y="36"/>
                </a:cxn>
                <a:cxn ang="0">
                  <a:pos x="9" y="68"/>
                </a:cxn>
                <a:cxn ang="0">
                  <a:pos x="0" y="118"/>
                </a:cxn>
                <a:cxn ang="0">
                  <a:pos x="3" y="195"/>
                </a:cxn>
                <a:cxn ang="0">
                  <a:pos x="5" y="240"/>
                </a:cxn>
                <a:cxn ang="0">
                  <a:pos x="8" y="251"/>
                </a:cxn>
                <a:cxn ang="0">
                  <a:pos x="17" y="261"/>
                </a:cxn>
                <a:cxn ang="0">
                  <a:pos x="31" y="264"/>
                </a:cxn>
                <a:cxn ang="0">
                  <a:pos x="41" y="263"/>
                </a:cxn>
                <a:cxn ang="0">
                  <a:pos x="51" y="255"/>
                </a:cxn>
                <a:cxn ang="0">
                  <a:pos x="56" y="240"/>
                </a:cxn>
                <a:cxn ang="0">
                  <a:pos x="54" y="196"/>
                </a:cxn>
                <a:cxn ang="0">
                  <a:pos x="50" y="148"/>
                </a:cxn>
                <a:cxn ang="0">
                  <a:pos x="55" y="102"/>
                </a:cxn>
                <a:cxn ang="0">
                  <a:pos x="67" y="76"/>
                </a:cxn>
                <a:cxn ang="0">
                  <a:pos x="89" y="57"/>
                </a:cxn>
                <a:cxn ang="0">
                  <a:pos x="113" y="52"/>
                </a:cxn>
                <a:cxn ang="0">
                  <a:pos x="145" y="52"/>
                </a:cxn>
                <a:cxn ang="0">
                  <a:pos x="186" y="57"/>
                </a:cxn>
                <a:cxn ang="0">
                  <a:pos x="235" y="76"/>
                </a:cxn>
                <a:cxn ang="0">
                  <a:pos x="263" y="95"/>
                </a:cxn>
                <a:cxn ang="0">
                  <a:pos x="300" y="137"/>
                </a:cxn>
                <a:cxn ang="0">
                  <a:pos x="315" y="157"/>
                </a:cxn>
                <a:cxn ang="0">
                  <a:pos x="411" y="264"/>
                </a:cxn>
                <a:cxn ang="0">
                  <a:pos x="489" y="353"/>
                </a:cxn>
                <a:cxn ang="0">
                  <a:pos x="546" y="435"/>
                </a:cxn>
                <a:cxn ang="0">
                  <a:pos x="589" y="501"/>
                </a:cxn>
                <a:cxn ang="0">
                  <a:pos x="598" y="509"/>
                </a:cxn>
                <a:cxn ang="0">
                  <a:pos x="610" y="511"/>
                </a:cxn>
              </a:cxnLst>
              <a:rect l="0" t="0" r="r" b="b"/>
              <a:pathLst>
                <a:path w="636" h="511">
                  <a:moveTo>
                    <a:pt x="610" y="511"/>
                  </a:moveTo>
                  <a:lnTo>
                    <a:pt x="610" y="511"/>
                  </a:lnTo>
                  <a:lnTo>
                    <a:pt x="617" y="510"/>
                  </a:lnTo>
                  <a:lnTo>
                    <a:pt x="624" y="507"/>
                  </a:lnTo>
                  <a:lnTo>
                    <a:pt x="629" y="503"/>
                  </a:lnTo>
                  <a:lnTo>
                    <a:pt x="633" y="497"/>
                  </a:lnTo>
                  <a:lnTo>
                    <a:pt x="633" y="497"/>
                  </a:lnTo>
                  <a:lnTo>
                    <a:pt x="636" y="492"/>
                  </a:lnTo>
                  <a:lnTo>
                    <a:pt x="636" y="485"/>
                  </a:lnTo>
                  <a:lnTo>
                    <a:pt x="634" y="480"/>
                  </a:lnTo>
                  <a:lnTo>
                    <a:pt x="632" y="473"/>
                  </a:lnTo>
                  <a:lnTo>
                    <a:pt x="632" y="473"/>
                  </a:lnTo>
                  <a:lnTo>
                    <a:pt x="608" y="439"/>
                  </a:lnTo>
                  <a:lnTo>
                    <a:pt x="586" y="407"/>
                  </a:lnTo>
                  <a:lnTo>
                    <a:pt x="586" y="407"/>
                  </a:lnTo>
                  <a:lnTo>
                    <a:pt x="563" y="373"/>
                  </a:lnTo>
                  <a:lnTo>
                    <a:pt x="539" y="337"/>
                  </a:lnTo>
                  <a:lnTo>
                    <a:pt x="513" y="303"/>
                  </a:lnTo>
                  <a:lnTo>
                    <a:pt x="500" y="288"/>
                  </a:lnTo>
                  <a:lnTo>
                    <a:pt x="485" y="272"/>
                  </a:lnTo>
                  <a:lnTo>
                    <a:pt x="480" y="267"/>
                  </a:lnTo>
                  <a:lnTo>
                    <a:pt x="480" y="267"/>
                  </a:lnTo>
                  <a:lnTo>
                    <a:pt x="434" y="217"/>
                  </a:lnTo>
                  <a:lnTo>
                    <a:pt x="412" y="191"/>
                  </a:lnTo>
                  <a:lnTo>
                    <a:pt x="390" y="165"/>
                  </a:lnTo>
                  <a:lnTo>
                    <a:pt x="390" y="165"/>
                  </a:lnTo>
                  <a:lnTo>
                    <a:pt x="365" y="133"/>
                  </a:lnTo>
                  <a:lnTo>
                    <a:pt x="365" y="133"/>
                  </a:lnTo>
                  <a:lnTo>
                    <a:pt x="348" y="111"/>
                  </a:lnTo>
                  <a:lnTo>
                    <a:pt x="330" y="90"/>
                  </a:lnTo>
                  <a:lnTo>
                    <a:pt x="311" y="69"/>
                  </a:lnTo>
                  <a:lnTo>
                    <a:pt x="301" y="61"/>
                  </a:lnTo>
                  <a:lnTo>
                    <a:pt x="292" y="52"/>
                  </a:lnTo>
                  <a:lnTo>
                    <a:pt x="292" y="52"/>
                  </a:lnTo>
                  <a:lnTo>
                    <a:pt x="273" y="40"/>
                  </a:lnTo>
                  <a:lnTo>
                    <a:pt x="255" y="30"/>
                  </a:lnTo>
                  <a:lnTo>
                    <a:pt x="235" y="21"/>
                  </a:lnTo>
                  <a:lnTo>
                    <a:pt x="216" y="13"/>
                  </a:lnTo>
                  <a:lnTo>
                    <a:pt x="195" y="8"/>
                  </a:lnTo>
                  <a:lnTo>
                    <a:pt x="174" y="2"/>
                  </a:lnTo>
                  <a:lnTo>
                    <a:pt x="153" y="0"/>
                  </a:lnTo>
                  <a:lnTo>
                    <a:pt x="132" y="0"/>
                  </a:lnTo>
                  <a:lnTo>
                    <a:pt x="132" y="0"/>
                  </a:lnTo>
                  <a:lnTo>
                    <a:pt x="111" y="0"/>
                  </a:lnTo>
                  <a:lnTo>
                    <a:pt x="92" y="4"/>
                  </a:lnTo>
                  <a:lnTo>
                    <a:pt x="73" y="8"/>
                  </a:lnTo>
                  <a:lnTo>
                    <a:pt x="55" y="14"/>
                  </a:lnTo>
                  <a:lnTo>
                    <a:pt x="55" y="14"/>
                  </a:lnTo>
                  <a:lnTo>
                    <a:pt x="43" y="21"/>
                  </a:lnTo>
                  <a:lnTo>
                    <a:pt x="34" y="29"/>
                  </a:lnTo>
                  <a:lnTo>
                    <a:pt x="26" y="36"/>
                  </a:lnTo>
                  <a:lnTo>
                    <a:pt x="18" y="46"/>
                  </a:lnTo>
                  <a:lnTo>
                    <a:pt x="13" y="56"/>
                  </a:lnTo>
                  <a:lnTo>
                    <a:pt x="9" y="68"/>
                  </a:lnTo>
                  <a:lnTo>
                    <a:pt x="5" y="80"/>
                  </a:lnTo>
                  <a:lnTo>
                    <a:pt x="3" y="91"/>
                  </a:lnTo>
                  <a:lnTo>
                    <a:pt x="0" y="118"/>
                  </a:lnTo>
                  <a:lnTo>
                    <a:pt x="0" y="144"/>
                  </a:lnTo>
                  <a:lnTo>
                    <a:pt x="1" y="170"/>
                  </a:lnTo>
                  <a:lnTo>
                    <a:pt x="3" y="195"/>
                  </a:lnTo>
                  <a:lnTo>
                    <a:pt x="3" y="195"/>
                  </a:lnTo>
                  <a:lnTo>
                    <a:pt x="5" y="220"/>
                  </a:lnTo>
                  <a:lnTo>
                    <a:pt x="5" y="240"/>
                  </a:lnTo>
                  <a:lnTo>
                    <a:pt x="5" y="240"/>
                  </a:lnTo>
                  <a:lnTo>
                    <a:pt x="7" y="246"/>
                  </a:lnTo>
                  <a:lnTo>
                    <a:pt x="8" y="251"/>
                  </a:lnTo>
                  <a:lnTo>
                    <a:pt x="11" y="255"/>
                  </a:lnTo>
                  <a:lnTo>
                    <a:pt x="13" y="259"/>
                  </a:lnTo>
                  <a:lnTo>
                    <a:pt x="17" y="261"/>
                  </a:lnTo>
                  <a:lnTo>
                    <a:pt x="22" y="263"/>
                  </a:lnTo>
                  <a:lnTo>
                    <a:pt x="26" y="264"/>
                  </a:lnTo>
                  <a:lnTo>
                    <a:pt x="31" y="264"/>
                  </a:lnTo>
                  <a:lnTo>
                    <a:pt x="31" y="264"/>
                  </a:lnTo>
                  <a:lnTo>
                    <a:pt x="35" y="264"/>
                  </a:lnTo>
                  <a:lnTo>
                    <a:pt x="41" y="263"/>
                  </a:lnTo>
                  <a:lnTo>
                    <a:pt x="45" y="261"/>
                  </a:lnTo>
                  <a:lnTo>
                    <a:pt x="48" y="259"/>
                  </a:lnTo>
                  <a:lnTo>
                    <a:pt x="51" y="255"/>
                  </a:lnTo>
                  <a:lnTo>
                    <a:pt x="54" y="251"/>
                  </a:lnTo>
                  <a:lnTo>
                    <a:pt x="55" y="246"/>
                  </a:lnTo>
                  <a:lnTo>
                    <a:pt x="56" y="240"/>
                  </a:lnTo>
                  <a:lnTo>
                    <a:pt x="56" y="240"/>
                  </a:lnTo>
                  <a:lnTo>
                    <a:pt x="55" y="220"/>
                  </a:lnTo>
                  <a:lnTo>
                    <a:pt x="54" y="196"/>
                  </a:lnTo>
                  <a:lnTo>
                    <a:pt x="54" y="196"/>
                  </a:lnTo>
                  <a:lnTo>
                    <a:pt x="51" y="171"/>
                  </a:lnTo>
                  <a:lnTo>
                    <a:pt x="50" y="148"/>
                  </a:lnTo>
                  <a:lnTo>
                    <a:pt x="51" y="124"/>
                  </a:lnTo>
                  <a:lnTo>
                    <a:pt x="52" y="112"/>
                  </a:lnTo>
                  <a:lnTo>
                    <a:pt x="55" y="102"/>
                  </a:lnTo>
                  <a:lnTo>
                    <a:pt x="58" y="93"/>
                  </a:lnTo>
                  <a:lnTo>
                    <a:pt x="62" y="84"/>
                  </a:lnTo>
                  <a:lnTo>
                    <a:pt x="67" y="76"/>
                  </a:lnTo>
                  <a:lnTo>
                    <a:pt x="72" y="68"/>
                  </a:lnTo>
                  <a:lnTo>
                    <a:pt x="80" y="63"/>
                  </a:lnTo>
                  <a:lnTo>
                    <a:pt x="89" y="57"/>
                  </a:lnTo>
                  <a:lnTo>
                    <a:pt x="99" y="53"/>
                  </a:lnTo>
                  <a:lnTo>
                    <a:pt x="113" y="52"/>
                  </a:lnTo>
                  <a:lnTo>
                    <a:pt x="113" y="52"/>
                  </a:lnTo>
                  <a:lnTo>
                    <a:pt x="132" y="51"/>
                  </a:lnTo>
                  <a:lnTo>
                    <a:pt x="132" y="51"/>
                  </a:lnTo>
                  <a:lnTo>
                    <a:pt x="145" y="52"/>
                  </a:lnTo>
                  <a:lnTo>
                    <a:pt x="158" y="53"/>
                  </a:lnTo>
                  <a:lnTo>
                    <a:pt x="173" y="55"/>
                  </a:lnTo>
                  <a:lnTo>
                    <a:pt x="186" y="57"/>
                  </a:lnTo>
                  <a:lnTo>
                    <a:pt x="211" y="65"/>
                  </a:lnTo>
                  <a:lnTo>
                    <a:pt x="235" y="76"/>
                  </a:lnTo>
                  <a:lnTo>
                    <a:pt x="235" y="76"/>
                  </a:lnTo>
                  <a:lnTo>
                    <a:pt x="246" y="81"/>
                  </a:lnTo>
                  <a:lnTo>
                    <a:pt x="255" y="87"/>
                  </a:lnTo>
                  <a:lnTo>
                    <a:pt x="263" y="95"/>
                  </a:lnTo>
                  <a:lnTo>
                    <a:pt x="271" y="103"/>
                  </a:lnTo>
                  <a:lnTo>
                    <a:pt x="285" y="120"/>
                  </a:lnTo>
                  <a:lnTo>
                    <a:pt x="300" y="137"/>
                  </a:lnTo>
                  <a:lnTo>
                    <a:pt x="300" y="137"/>
                  </a:lnTo>
                  <a:lnTo>
                    <a:pt x="315" y="157"/>
                  </a:lnTo>
                  <a:lnTo>
                    <a:pt x="315" y="157"/>
                  </a:lnTo>
                  <a:lnTo>
                    <a:pt x="362" y="212"/>
                  </a:lnTo>
                  <a:lnTo>
                    <a:pt x="411" y="264"/>
                  </a:lnTo>
                  <a:lnTo>
                    <a:pt x="411" y="264"/>
                  </a:lnTo>
                  <a:lnTo>
                    <a:pt x="468" y="328"/>
                  </a:lnTo>
                  <a:lnTo>
                    <a:pt x="468" y="328"/>
                  </a:lnTo>
                  <a:lnTo>
                    <a:pt x="489" y="353"/>
                  </a:lnTo>
                  <a:lnTo>
                    <a:pt x="509" y="380"/>
                  </a:lnTo>
                  <a:lnTo>
                    <a:pt x="527" y="408"/>
                  </a:lnTo>
                  <a:lnTo>
                    <a:pt x="546" y="435"/>
                  </a:lnTo>
                  <a:lnTo>
                    <a:pt x="546" y="435"/>
                  </a:lnTo>
                  <a:lnTo>
                    <a:pt x="566" y="468"/>
                  </a:lnTo>
                  <a:lnTo>
                    <a:pt x="589" y="501"/>
                  </a:lnTo>
                  <a:lnTo>
                    <a:pt x="589" y="501"/>
                  </a:lnTo>
                  <a:lnTo>
                    <a:pt x="593" y="505"/>
                  </a:lnTo>
                  <a:lnTo>
                    <a:pt x="598" y="509"/>
                  </a:lnTo>
                  <a:lnTo>
                    <a:pt x="603" y="510"/>
                  </a:lnTo>
                  <a:lnTo>
                    <a:pt x="610" y="511"/>
                  </a:lnTo>
                  <a:lnTo>
                    <a:pt x="610" y="511"/>
                  </a:lnTo>
                  <a:close/>
                </a:path>
              </a:pathLst>
            </a:custGeom>
            <a:ln>
              <a:solidFill>
                <a:schemeClr val="accent1">
                  <a:alpha val="35000"/>
                </a:schemeClr>
              </a:solidFill>
            </a:ln>
          </p:spPr>
          <p:style>
            <a:lnRef idx="0">
              <a:srgbClr val="FFFFFF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48" name="Freeform 559"/>
            <p:cNvSpPr/>
            <p:nvPr>
              <p:custDataLst>
                <p:tags r:id="rId41"/>
              </p:custDataLst>
            </p:nvPr>
          </p:nvSpPr>
          <p:spPr bwMode="auto">
            <a:xfrm>
              <a:off x="2503488" y="2152650"/>
              <a:ext cx="250825" cy="217488"/>
            </a:xfrm>
            <a:custGeom>
              <a:avLst/>
              <a:gdLst/>
              <a:ahLst/>
              <a:cxnLst>
                <a:cxn ang="0">
                  <a:pos x="192" y="545"/>
                </a:cxn>
                <a:cxn ang="0">
                  <a:pos x="248" y="528"/>
                </a:cxn>
                <a:cxn ang="0">
                  <a:pos x="299" y="493"/>
                </a:cxn>
                <a:cxn ang="0">
                  <a:pos x="330" y="456"/>
                </a:cxn>
                <a:cxn ang="0">
                  <a:pos x="374" y="396"/>
                </a:cxn>
                <a:cxn ang="0">
                  <a:pos x="412" y="342"/>
                </a:cxn>
                <a:cxn ang="0">
                  <a:pos x="442" y="302"/>
                </a:cxn>
                <a:cxn ang="0">
                  <a:pos x="464" y="278"/>
                </a:cxn>
                <a:cxn ang="0">
                  <a:pos x="477" y="260"/>
                </a:cxn>
                <a:cxn ang="0">
                  <a:pos x="489" y="236"/>
                </a:cxn>
                <a:cxn ang="0">
                  <a:pos x="521" y="198"/>
                </a:cxn>
                <a:cxn ang="0">
                  <a:pos x="564" y="142"/>
                </a:cxn>
                <a:cxn ang="0">
                  <a:pos x="581" y="123"/>
                </a:cxn>
                <a:cxn ang="0">
                  <a:pos x="599" y="99"/>
                </a:cxn>
                <a:cxn ang="0">
                  <a:pos x="620" y="66"/>
                </a:cxn>
                <a:cxn ang="0">
                  <a:pos x="632" y="26"/>
                </a:cxn>
                <a:cxn ang="0">
                  <a:pos x="630" y="15"/>
                </a:cxn>
                <a:cxn ang="0">
                  <a:pos x="626" y="7"/>
                </a:cxn>
                <a:cxn ang="0">
                  <a:pos x="613" y="1"/>
                </a:cxn>
                <a:cxn ang="0">
                  <a:pos x="599" y="2"/>
                </a:cxn>
                <a:cxn ang="0">
                  <a:pos x="587" y="10"/>
                </a:cxn>
                <a:cxn ang="0">
                  <a:pos x="582" y="23"/>
                </a:cxn>
                <a:cxn ang="0">
                  <a:pos x="575" y="47"/>
                </a:cxn>
                <a:cxn ang="0">
                  <a:pos x="548" y="86"/>
                </a:cxn>
                <a:cxn ang="0">
                  <a:pos x="518" y="117"/>
                </a:cxn>
                <a:cxn ang="0">
                  <a:pos x="488" y="159"/>
                </a:cxn>
                <a:cxn ang="0">
                  <a:pos x="463" y="192"/>
                </a:cxn>
                <a:cxn ang="0">
                  <a:pos x="446" y="210"/>
                </a:cxn>
                <a:cxn ang="0">
                  <a:pos x="426" y="236"/>
                </a:cxn>
                <a:cxn ang="0">
                  <a:pos x="401" y="270"/>
                </a:cxn>
                <a:cxn ang="0">
                  <a:pos x="375" y="302"/>
                </a:cxn>
                <a:cxn ang="0">
                  <a:pos x="339" y="358"/>
                </a:cxn>
                <a:cxn ang="0">
                  <a:pos x="316" y="389"/>
                </a:cxn>
                <a:cxn ang="0">
                  <a:pos x="301" y="417"/>
                </a:cxn>
                <a:cxn ang="0">
                  <a:pos x="289" y="433"/>
                </a:cxn>
                <a:cxn ang="0">
                  <a:pos x="260" y="461"/>
                </a:cxn>
                <a:cxn ang="0">
                  <a:pos x="243" y="477"/>
                </a:cxn>
                <a:cxn ang="0">
                  <a:pos x="212" y="493"/>
                </a:cxn>
                <a:cxn ang="0">
                  <a:pos x="178" y="498"/>
                </a:cxn>
                <a:cxn ang="0">
                  <a:pos x="146" y="493"/>
                </a:cxn>
                <a:cxn ang="0">
                  <a:pos x="116" y="480"/>
                </a:cxn>
                <a:cxn ang="0">
                  <a:pos x="95" y="467"/>
                </a:cxn>
                <a:cxn ang="0">
                  <a:pos x="67" y="439"/>
                </a:cxn>
                <a:cxn ang="0">
                  <a:pos x="61" y="425"/>
                </a:cxn>
                <a:cxn ang="0">
                  <a:pos x="56" y="397"/>
                </a:cxn>
                <a:cxn ang="0">
                  <a:pos x="51" y="371"/>
                </a:cxn>
                <a:cxn ang="0">
                  <a:pos x="51" y="290"/>
                </a:cxn>
                <a:cxn ang="0">
                  <a:pos x="52" y="251"/>
                </a:cxn>
                <a:cxn ang="0">
                  <a:pos x="48" y="236"/>
                </a:cxn>
                <a:cxn ang="0">
                  <a:pos x="42" y="230"/>
                </a:cxn>
                <a:cxn ang="0">
                  <a:pos x="27" y="226"/>
                </a:cxn>
                <a:cxn ang="0">
                  <a:pos x="18" y="227"/>
                </a:cxn>
                <a:cxn ang="0">
                  <a:pos x="6" y="235"/>
                </a:cxn>
                <a:cxn ang="0">
                  <a:pos x="3" y="251"/>
                </a:cxn>
                <a:cxn ang="0">
                  <a:pos x="1" y="286"/>
                </a:cxn>
                <a:cxn ang="0">
                  <a:pos x="3" y="378"/>
                </a:cxn>
                <a:cxn ang="0">
                  <a:pos x="9" y="423"/>
                </a:cxn>
                <a:cxn ang="0">
                  <a:pos x="26" y="465"/>
                </a:cxn>
                <a:cxn ang="0">
                  <a:pos x="54" y="501"/>
                </a:cxn>
                <a:cxn ang="0">
                  <a:pos x="78" y="519"/>
                </a:cxn>
                <a:cxn ang="0">
                  <a:pos x="118" y="537"/>
                </a:cxn>
                <a:cxn ang="0">
                  <a:pos x="159" y="546"/>
                </a:cxn>
              </a:cxnLst>
              <a:rect l="0" t="0" r="r" b="b"/>
              <a:pathLst>
                <a:path w="632" h="546">
                  <a:moveTo>
                    <a:pt x="173" y="546"/>
                  </a:moveTo>
                  <a:lnTo>
                    <a:pt x="173" y="546"/>
                  </a:lnTo>
                  <a:lnTo>
                    <a:pt x="192" y="545"/>
                  </a:lnTo>
                  <a:lnTo>
                    <a:pt x="212" y="542"/>
                  </a:lnTo>
                  <a:lnTo>
                    <a:pt x="231" y="536"/>
                  </a:lnTo>
                  <a:lnTo>
                    <a:pt x="248" y="528"/>
                  </a:lnTo>
                  <a:lnTo>
                    <a:pt x="267" y="519"/>
                  </a:lnTo>
                  <a:lnTo>
                    <a:pt x="284" y="506"/>
                  </a:lnTo>
                  <a:lnTo>
                    <a:pt x="299" y="493"/>
                  </a:lnTo>
                  <a:lnTo>
                    <a:pt x="314" y="476"/>
                  </a:lnTo>
                  <a:lnTo>
                    <a:pt x="314" y="476"/>
                  </a:lnTo>
                  <a:lnTo>
                    <a:pt x="330" y="456"/>
                  </a:lnTo>
                  <a:lnTo>
                    <a:pt x="344" y="436"/>
                  </a:lnTo>
                  <a:lnTo>
                    <a:pt x="374" y="396"/>
                  </a:lnTo>
                  <a:lnTo>
                    <a:pt x="374" y="396"/>
                  </a:lnTo>
                  <a:lnTo>
                    <a:pt x="398" y="363"/>
                  </a:lnTo>
                  <a:lnTo>
                    <a:pt x="398" y="363"/>
                  </a:lnTo>
                  <a:lnTo>
                    <a:pt x="412" y="342"/>
                  </a:lnTo>
                  <a:lnTo>
                    <a:pt x="412" y="342"/>
                  </a:lnTo>
                  <a:lnTo>
                    <a:pt x="432" y="315"/>
                  </a:lnTo>
                  <a:lnTo>
                    <a:pt x="442" y="302"/>
                  </a:lnTo>
                  <a:lnTo>
                    <a:pt x="454" y="289"/>
                  </a:lnTo>
                  <a:lnTo>
                    <a:pt x="454" y="289"/>
                  </a:lnTo>
                  <a:lnTo>
                    <a:pt x="464" y="278"/>
                  </a:lnTo>
                  <a:lnTo>
                    <a:pt x="472" y="268"/>
                  </a:lnTo>
                  <a:lnTo>
                    <a:pt x="472" y="268"/>
                  </a:lnTo>
                  <a:lnTo>
                    <a:pt x="477" y="260"/>
                  </a:lnTo>
                  <a:lnTo>
                    <a:pt x="483" y="249"/>
                  </a:lnTo>
                  <a:lnTo>
                    <a:pt x="483" y="249"/>
                  </a:lnTo>
                  <a:lnTo>
                    <a:pt x="489" y="236"/>
                  </a:lnTo>
                  <a:lnTo>
                    <a:pt x="489" y="236"/>
                  </a:lnTo>
                  <a:lnTo>
                    <a:pt x="505" y="219"/>
                  </a:lnTo>
                  <a:lnTo>
                    <a:pt x="521" y="198"/>
                  </a:lnTo>
                  <a:lnTo>
                    <a:pt x="521" y="198"/>
                  </a:lnTo>
                  <a:lnTo>
                    <a:pt x="541" y="170"/>
                  </a:lnTo>
                  <a:lnTo>
                    <a:pt x="564" y="142"/>
                  </a:lnTo>
                  <a:lnTo>
                    <a:pt x="569" y="136"/>
                  </a:lnTo>
                  <a:lnTo>
                    <a:pt x="569" y="136"/>
                  </a:lnTo>
                  <a:lnTo>
                    <a:pt x="581" y="123"/>
                  </a:lnTo>
                  <a:lnTo>
                    <a:pt x="582" y="120"/>
                  </a:lnTo>
                  <a:lnTo>
                    <a:pt x="582" y="120"/>
                  </a:lnTo>
                  <a:lnTo>
                    <a:pt x="599" y="99"/>
                  </a:lnTo>
                  <a:lnTo>
                    <a:pt x="607" y="89"/>
                  </a:lnTo>
                  <a:lnTo>
                    <a:pt x="615" y="78"/>
                  </a:lnTo>
                  <a:lnTo>
                    <a:pt x="620" y="66"/>
                  </a:lnTo>
                  <a:lnTo>
                    <a:pt x="625" y="53"/>
                  </a:lnTo>
                  <a:lnTo>
                    <a:pt x="629" y="40"/>
                  </a:lnTo>
                  <a:lnTo>
                    <a:pt x="632" y="26"/>
                  </a:lnTo>
                  <a:lnTo>
                    <a:pt x="632" y="26"/>
                  </a:lnTo>
                  <a:lnTo>
                    <a:pt x="632" y="21"/>
                  </a:lnTo>
                  <a:lnTo>
                    <a:pt x="630" y="15"/>
                  </a:lnTo>
                  <a:lnTo>
                    <a:pt x="629" y="11"/>
                  </a:lnTo>
                  <a:lnTo>
                    <a:pt x="626" y="7"/>
                  </a:lnTo>
                  <a:lnTo>
                    <a:pt x="626" y="7"/>
                  </a:lnTo>
                  <a:lnTo>
                    <a:pt x="623" y="5"/>
                  </a:lnTo>
                  <a:lnTo>
                    <a:pt x="617" y="2"/>
                  </a:lnTo>
                  <a:lnTo>
                    <a:pt x="613" y="1"/>
                  </a:lnTo>
                  <a:lnTo>
                    <a:pt x="608" y="0"/>
                  </a:lnTo>
                  <a:lnTo>
                    <a:pt x="608" y="0"/>
                  </a:lnTo>
                  <a:lnTo>
                    <a:pt x="599" y="2"/>
                  </a:lnTo>
                  <a:lnTo>
                    <a:pt x="595" y="4"/>
                  </a:lnTo>
                  <a:lnTo>
                    <a:pt x="591" y="6"/>
                  </a:lnTo>
                  <a:lnTo>
                    <a:pt x="587" y="10"/>
                  </a:lnTo>
                  <a:lnTo>
                    <a:pt x="585" y="14"/>
                  </a:lnTo>
                  <a:lnTo>
                    <a:pt x="582" y="18"/>
                  </a:lnTo>
                  <a:lnTo>
                    <a:pt x="582" y="23"/>
                  </a:lnTo>
                  <a:lnTo>
                    <a:pt x="582" y="23"/>
                  </a:lnTo>
                  <a:lnTo>
                    <a:pt x="579" y="35"/>
                  </a:lnTo>
                  <a:lnTo>
                    <a:pt x="575" y="47"/>
                  </a:lnTo>
                  <a:lnTo>
                    <a:pt x="570" y="57"/>
                  </a:lnTo>
                  <a:lnTo>
                    <a:pt x="564" y="68"/>
                  </a:lnTo>
                  <a:lnTo>
                    <a:pt x="548" y="86"/>
                  </a:lnTo>
                  <a:lnTo>
                    <a:pt x="531" y="104"/>
                  </a:lnTo>
                  <a:lnTo>
                    <a:pt x="531" y="104"/>
                  </a:lnTo>
                  <a:lnTo>
                    <a:pt x="518" y="117"/>
                  </a:lnTo>
                  <a:lnTo>
                    <a:pt x="518" y="117"/>
                  </a:lnTo>
                  <a:lnTo>
                    <a:pt x="502" y="138"/>
                  </a:lnTo>
                  <a:lnTo>
                    <a:pt x="488" y="159"/>
                  </a:lnTo>
                  <a:lnTo>
                    <a:pt x="488" y="159"/>
                  </a:lnTo>
                  <a:lnTo>
                    <a:pt x="471" y="181"/>
                  </a:lnTo>
                  <a:lnTo>
                    <a:pt x="463" y="192"/>
                  </a:lnTo>
                  <a:lnTo>
                    <a:pt x="454" y="201"/>
                  </a:lnTo>
                  <a:lnTo>
                    <a:pt x="454" y="201"/>
                  </a:lnTo>
                  <a:lnTo>
                    <a:pt x="446" y="210"/>
                  </a:lnTo>
                  <a:lnTo>
                    <a:pt x="439" y="218"/>
                  </a:lnTo>
                  <a:lnTo>
                    <a:pt x="426" y="236"/>
                  </a:lnTo>
                  <a:lnTo>
                    <a:pt x="426" y="236"/>
                  </a:lnTo>
                  <a:lnTo>
                    <a:pt x="415" y="255"/>
                  </a:lnTo>
                  <a:lnTo>
                    <a:pt x="408" y="262"/>
                  </a:lnTo>
                  <a:lnTo>
                    <a:pt x="401" y="270"/>
                  </a:lnTo>
                  <a:lnTo>
                    <a:pt x="401" y="270"/>
                  </a:lnTo>
                  <a:lnTo>
                    <a:pt x="388" y="286"/>
                  </a:lnTo>
                  <a:lnTo>
                    <a:pt x="375" y="302"/>
                  </a:lnTo>
                  <a:lnTo>
                    <a:pt x="353" y="336"/>
                  </a:lnTo>
                  <a:lnTo>
                    <a:pt x="353" y="336"/>
                  </a:lnTo>
                  <a:lnTo>
                    <a:pt x="339" y="358"/>
                  </a:lnTo>
                  <a:lnTo>
                    <a:pt x="324" y="378"/>
                  </a:lnTo>
                  <a:lnTo>
                    <a:pt x="324" y="378"/>
                  </a:lnTo>
                  <a:lnTo>
                    <a:pt x="316" y="389"/>
                  </a:lnTo>
                  <a:lnTo>
                    <a:pt x="310" y="401"/>
                  </a:lnTo>
                  <a:lnTo>
                    <a:pt x="310" y="401"/>
                  </a:lnTo>
                  <a:lnTo>
                    <a:pt x="301" y="417"/>
                  </a:lnTo>
                  <a:lnTo>
                    <a:pt x="301" y="417"/>
                  </a:lnTo>
                  <a:lnTo>
                    <a:pt x="296" y="425"/>
                  </a:lnTo>
                  <a:lnTo>
                    <a:pt x="289" y="433"/>
                  </a:lnTo>
                  <a:lnTo>
                    <a:pt x="275" y="447"/>
                  </a:lnTo>
                  <a:lnTo>
                    <a:pt x="275" y="447"/>
                  </a:lnTo>
                  <a:lnTo>
                    <a:pt x="260" y="461"/>
                  </a:lnTo>
                  <a:lnTo>
                    <a:pt x="260" y="461"/>
                  </a:lnTo>
                  <a:lnTo>
                    <a:pt x="252" y="469"/>
                  </a:lnTo>
                  <a:lnTo>
                    <a:pt x="243" y="477"/>
                  </a:lnTo>
                  <a:lnTo>
                    <a:pt x="233" y="484"/>
                  </a:lnTo>
                  <a:lnTo>
                    <a:pt x="222" y="487"/>
                  </a:lnTo>
                  <a:lnTo>
                    <a:pt x="212" y="493"/>
                  </a:lnTo>
                  <a:lnTo>
                    <a:pt x="200" y="495"/>
                  </a:lnTo>
                  <a:lnTo>
                    <a:pt x="190" y="497"/>
                  </a:lnTo>
                  <a:lnTo>
                    <a:pt x="178" y="498"/>
                  </a:lnTo>
                  <a:lnTo>
                    <a:pt x="178" y="498"/>
                  </a:lnTo>
                  <a:lnTo>
                    <a:pt x="162" y="497"/>
                  </a:lnTo>
                  <a:lnTo>
                    <a:pt x="146" y="493"/>
                  </a:lnTo>
                  <a:lnTo>
                    <a:pt x="131" y="487"/>
                  </a:lnTo>
                  <a:lnTo>
                    <a:pt x="116" y="480"/>
                  </a:lnTo>
                  <a:lnTo>
                    <a:pt x="116" y="480"/>
                  </a:lnTo>
                  <a:lnTo>
                    <a:pt x="107" y="474"/>
                  </a:lnTo>
                  <a:lnTo>
                    <a:pt x="107" y="474"/>
                  </a:lnTo>
                  <a:lnTo>
                    <a:pt x="95" y="467"/>
                  </a:lnTo>
                  <a:lnTo>
                    <a:pt x="85" y="460"/>
                  </a:lnTo>
                  <a:lnTo>
                    <a:pt x="76" y="451"/>
                  </a:lnTo>
                  <a:lnTo>
                    <a:pt x="67" y="439"/>
                  </a:lnTo>
                  <a:lnTo>
                    <a:pt x="67" y="439"/>
                  </a:lnTo>
                  <a:lnTo>
                    <a:pt x="64" y="433"/>
                  </a:lnTo>
                  <a:lnTo>
                    <a:pt x="61" y="425"/>
                  </a:lnTo>
                  <a:lnTo>
                    <a:pt x="57" y="408"/>
                  </a:lnTo>
                  <a:lnTo>
                    <a:pt x="57" y="408"/>
                  </a:lnTo>
                  <a:lnTo>
                    <a:pt x="56" y="397"/>
                  </a:lnTo>
                  <a:lnTo>
                    <a:pt x="56" y="397"/>
                  </a:lnTo>
                  <a:lnTo>
                    <a:pt x="52" y="384"/>
                  </a:lnTo>
                  <a:lnTo>
                    <a:pt x="51" y="371"/>
                  </a:lnTo>
                  <a:lnTo>
                    <a:pt x="50" y="345"/>
                  </a:lnTo>
                  <a:lnTo>
                    <a:pt x="50" y="317"/>
                  </a:lnTo>
                  <a:lnTo>
                    <a:pt x="51" y="290"/>
                  </a:lnTo>
                  <a:lnTo>
                    <a:pt x="51" y="290"/>
                  </a:lnTo>
                  <a:lnTo>
                    <a:pt x="52" y="251"/>
                  </a:lnTo>
                  <a:lnTo>
                    <a:pt x="52" y="251"/>
                  </a:lnTo>
                  <a:lnTo>
                    <a:pt x="52" y="245"/>
                  </a:lnTo>
                  <a:lnTo>
                    <a:pt x="51" y="240"/>
                  </a:lnTo>
                  <a:lnTo>
                    <a:pt x="48" y="236"/>
                  </a:lnTo>
                  <a:lnTo>
                    <a:pt x="46" y="232"/>
                  </a:lnTo>
                  <a:lnTo>
                    <a:pt x="46" y="232"/>
                  </a:lnTo>
                  <a:lnTo>
                    <a:pt x="42" y="230"/>
                  </a:lnTo>
                  <a:lnTo>
                    <a:pt x="38" y="227"/>
                  </a:lnTo>
                  <a:lnTo>
                    <a:pt x="33" y="226"/>
                  </a:lnTo>
                  <a:lnTo>
                    <a:pt x="27" y="226"/>
                  </a:lnTo>
                  <a:lnTo>
                    <a:pt x="27" y="226"/>
                  </a:lnTo>
                  <a:lnTo>
                    <a:pt x="22" y="226"/>
                  </a:lnTo>
                  <a:lnTo>
                    <a:pt x="18" y="227"/>
                  </a:lnTo>
                  <a:lnTo>
                    <a:pt x="14" y="230"/>
                  </a:lnTo>
                  <a:lnTo>
                    <a:pt x="10" y="232"/>
                  </a:lnTo>
                  <a:lnTo>
                    <a:pt x="6" y="235"/>
                  </a:lnTo>
                  <a:lnTo>
                    <a:pt x="4" y="239"/>
                  </a:lnTo>
                  <a:lnTo>
                    <a:pt x="3" y="244"/>
                  </a:lnTo>
                  <a:lnTo>
                    <a:pt x="3" y="251"/>
                  </a:lnTo>
                  <a:lnTo>
                    <a:pt x="3" y="251"/>
                  </a:lnTo>
                  <a:lnTo>
                    <a:pt x="1" y="286"/>
                  </a:lnTo>
                  <a:lnTo>
                    <a:pt x="1" y="286"/>
                  </a:lnTo>
                  <a:lnTo>
                    <a:pt x="0" y="316"/>
                  </a:lnTo>
                  <a:lnTo>
                    <a:pt x="0" y="346"/>
                  </a:lnTo>
                  <a:lnTo>
                    <a:pt x="3" y="378"/>
                  </a:lnTo>
                  <a:lnTo>
                    <a:pt x="4" y="393"/>
                  </a:lnTo>
                  <a:lnTo>
                    <a:pt x="6" y="409"/>
                  </a:lnTo>
                  <a:lnTo>
                    <a:pt x="9" y="423"/>
                  </a:lnTo>
                  <a:lnTo>
                    <a:pt x="14" y="438"/>
                  </a:lnTo>
                  <a:lnTo>
                    <a:pt x="20" y="452"/>
                  </a:lnTo>
                  <a:lnTo>
                    <a:pt x="26" y="465"/>
                  </a:lnTo>
                  <a:lnTo>
                    <a:pt x="34" y="478"/>
                  </a:lnTo>
                  <a:lnTo>
                    <a:pt x="43" y="490"/>
                  </a:lnTo>
                  <a:lnTo>
                    <a:pt x="54" y="501"/>
                  </a:lnTo>
                  <a:lnTo>
                    <a:pt x="65" y="511"/>
                  </a:lnTo>
                  <a:lnTo>
                    <a:pt x="65" y="511"/>
                  </a:lnTo>
                  <a:lnTo>
                    <a:pt x="78" y="519"/>
                  </a:lnTo>
                  <a:lnTo>
                    <a:pt x="91" y="527"/>
                  </a:lnTo>
                  <a:lnTo>
                    <a:pt x="105" y="532"/>
                  </a:lnTo>
                  <a:lnTo>
                    <a:pt x="118" y="537"/>
                  </a:lnTo>
                  <a:lnTo>
                    <a:pt x="132" y="541"/>
                  </a:lnTo>
                  <a:lnTo>
                    <a:pt x="145" y="544"/>
                  </a:lnTo>
                  <a:lnTo>
                    <a:pt x="159" y="546"/>
                  </a:lnTo>
                  <a:lnTo>
                    <a:pt x="173" y="546"/>
                  </a:lnTo>
                  <a:lnTo>
                    <a:pt x="173" y="546"/>
                  </a:lnTo>
                  <a:close/>
                </a:path>
              </a:pathLst>
            </a:custGeom>
            <a:ln>
              <a:solidFill>
                <a:schemeClr val="accent1">
                  <a:alpha val="35000"/>
                </a:schemeClr>
              </a:solidFill>
            </a:ln>
          </p:spPr>
          <p:style>
            <a:lnRef idx="0">
              <a:srgbClr val="FFFFFF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</p:bld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矩形 5"/>
          <p:cNvSpPr/>
          <p:nvPr>
            <p:custDataLst>
              <p:tags r:id="rId1"/>
            </p:custDataLst>
          </p:nvPr>
        </p:nvSpPr>
        <p:spPr>
          <a:xfrm>
            <a:off x="207010" y="708025"/>
            <a:ext cx="5791200" cy="1530350"/>
          </a:xfrm>
          <a:prstGeom prst="rect">
            <a:avLst/>
          </a:prstGeom>
          <a:solidFill>
            <a:srgbClr val="1E7AB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350">
              <a:latin typeface="Noto Serif CJK SC" panose="02020400000000000000" pitchFamily="18" charset="-122"/>
              <a:ea typeface="FZHei-B01S" panose="02010601030101010101" pitchFamily="2" charset="-122"/>
              <a:sym typeface="Noto Serif CJK SC" panose="02020400000000000000" pitchFamily="18" charset="-122"/>
            </a:endParaRPr>
          </a:p>
        </p:txBody>
      </p:sp>
      <p:sp>
        <p:nvSpPr>
          <p:cNvPr id="9" name="矩形 8"/>
          <p:cNvSpPr/>
          <p:nvPr>
            <p:custDataLst>
              <p:tags r:id="rId2"/>
            </p:custDataLst>
          </p:nvPr>
        </p:nvSpPr>
        <p:spPr>
          <a:xfrm>
            <a:off x="207010" y="1406525"/>
            <a:ext cx="8709660" cy="498157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350">
              <a:latin typeface="Noto Serif CJK SC" panose="02020400000000000000" pitchFamily="18" charset="-122"/>
              <a:ea typeface="FZHei-B01S" panose="02010601030101010101" pitchFamily="2" charset="-122"/>
              <a:sym typeface="Noto Serif CJK SC" panose="02020400000000000000" pitchFamily="18" charset="-122"/>
            </a:endParaRPr>
          </a:p>
        </p:txBody>
      </p:sp>
      <p:sp>
        <p:nvSpPr>
          <p:cNvPr id="11" name="Title 1"/>
          <p:cNvSpPr>
            <a:spLocks noGrp="1"/>
          </p:cNvSpPr>
          <p:nvPr>
            <p:custDataLst>
              <p:tags r:id="rId3"/>
            </p:custDataLst>
          </p:nvPr>
        </p:nvSpPr>
        <p:spPr>
          <a:xfrm>
            <a:off x="368935" y="751840"/>
            <a:ext cx="5574665" cy="72136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5335" kern="120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+mj-ea"/>
                <a:cs typeface="Times New Roman" panose="02020603050405020304" pitchFamily="18" charset="0"/>
              </a:defRPr>
            </a:lvl1pPr>
          </a:lstStyle>
          <a:p>
            <a:r>
              <a:rPr lang="en-US" altLang="zh-CN" sz="3600" dirty="0">
                <a:solidFill>
                  <a:schemeClr val="bg1"/>
                </a:solidFill>
              </a:rPr>
              <a:t>List: Pointer Implementation</a:t>
            </a:r>
          </a:p>
        </p:txBody>
      </p:sp>
      <p:pic>
        <p:nvPicPr>
          <p:cNvPr id="13" name="图片 12" descr="华工标志（透明版"/>
          <p:cNvPicPr>
            <a:picLocks noChangeAspect="1"/>
          </p:cNvPicPr>
          <p:nvPr>
            <p:custDataLst>
              <p:tags r:id="rId4"/>
            </p:custDataLst>
          </p:nvPr>
        </p:nvPicPr>
        <p:blipFill>
          <a:blip r:embed="rId18" cstate="print"/>
          <a:stretch>
            <a:fillRect/>
          </a:stretch>
        </p:blipFill>
        <p:spPr>
          <a:xfrm>
            <a:off x="7740015" y="116205"/>
            <a:ext cx="1230630" cy="1230630"/>
          </a:xfrm>
          <a:prstGeom prst="rect">
            <a:avLst/>
          </a:prstGeom>
        </p:spPr>
      </p:pic>
      <p:sp>
        <p:nvSpPr>
          <p:cNvPr id="33795" name="Content Placeholder 2"/>
          <p:cNvSpPr>
            <a:spLocks noGrp="1"/>
          </p:cNvSpPr>
          <p:nvPr>
            <p:ph idx="1"/>
          </p:nvPr>
        </p:nvSpPr>
        <p:spPr>
          <a:xfrm>
            <a:off x="377825" y="1810385"/>
            <a:ext cx="8255635" cy="3399790"/>
          </a:xfrm>
        </p:spPr>
        <p:txBody>
          <a:bodyPr vert="horz" lIns="68580" tIns="34290" rIns="68580" bIns="34290" rtlCol="0">
            <a:noAutofit/>
          </a:bodyPr>
          <a:lstStyle/>
          <a:p>
            <a:pPr>
              <a:lnSpc>
                <a:spcPct val="120000"/>
              </a:lnSpc>
              <a:spcBef>
                <a:spcPts val="0"/>
              </a:spcBef>
              <a:buNone/>
            </a:pPr>
            <a:r>
              <a:rPr lang="en-US" altLang="zh-CN" sz="1800" dirty="0">
                <a:solidFill>
                  <a:srgbClr val="008000"/>
                </a:solidFill>
              </a:rPr>
              <a:t>//Next – move </a:t>
            </a:r>
            <a:r>
              <a:rPr lang="en-US" altLang="zh-CN" sz="1800" dirty="0" err="1">
                <a:solidFill>
                  <a:srgbClr val="008000"/>
                </a:solidFill>
              </a:rPr>
              <a:t>curr</a:t>
            </a:r>
            <a:r>
              <a:rPr lang="en-US" altLang="zh-CN" sz="1800" dirty="0">
                <a:solidFill>
                  <a:srgbClr val="008000"/>
                </a:solidFill>
              </a:rPr>
              <a:t> one </a:t>
            </a:r>
            <a:r>
              <a:rPr lang="en-US" altLang="zh-CN" sz="1800" dirty="0" err="1">
                <a:solidFill>
                  <a:srgbClr val="008000"/>
                </a:solidFill>
              </a:rPr>
              <a:t>pos</a:t>
            </a:r>
            <a:r>
              <a:rPr lang="en-US" altLang="zh-CN" sz="1800" dirty="0">
                <a:solidFill>
                  <a:srgbClr val="008000"/>
                </a:solidFill>
              </a:rPr>
              <a:t> toward the tail</a:t>
            </a:r>
            <a:endParaRPr lang="en-US" altLang="zh-CN" sz="1200" dirty="0"/>
          </a:p>
          <a:p>
            <a:pPr>
              <a:lnSpc>
                <a:spcPct val="120000"/>
              </a:lnSpc>
              <a:spcBef>
                <a:spcPts val="0"/>
              </a:spcBef>
              <a:buNone/>
            </a:pPr>
            <a:r>
              <a:rPr lang="en-US" altLang="zh-CN" sz="1800" dirty="0">
                <a:solidFill>
                  <a:srgbClr val="008000"/>
                </a:solidFill>
              </a:rPr>
              <a:t>	</a:t>
            </a:r>
            <a:r>
              <a:rPr lang="en-US" altLang="zh-CN" sz="1800" dirty="0"/>
              <a:t>void next() { // no change if already at end</a:t>
            </a:r>
          </a:p>
          <a:p>
            <a:pPr>
              <a:lnSpc>
                <a:spcPct val="120000"/>
              </a:lnSpc>
              <a:spcBef>
                <a:spcPts val="0"/>
              </a:spcBef>
              <a:buNone/>
            </a:pPr>
            <a:r>
              <a:rPr lang="en-US" altLang="zh-CN" sz="1800" dirty="0"/>
              <a:t> 		if (</a:t>
            </a:r>
            <a:r>
              <a:rPr lang="en-US" altLang="zh-CN" sz="1800" dirty="0" err="1"/>
              <a:t>curr</a:t>
            </a:r>
            <a:r>
              <a:rPr lang="en-US" altLang="zh-CN" sz="1800" dirty="0"/>
              <a:t> != tail) { </a:t>
            </a:r>
            <a:r>
              <a:rPr lang="en-US" altLang="zh-CN" sz="1800" dirty="0" err="1"/>
              <a:t>curr</a:t>
            </a:r>
            <a:r>
              <a:rPr lang="en-US" altLang="zh-CN" sz="1800" dirty="0"/>
              <a:t> = </a:t>
            </a:r>
            <a:r>
              <a:rPr lang="en-US" altLang="zh-CN" sz="1800" dirty="0" err="1"/>
              <a:t>curr</a:t>
            </a:r>
            <a:r>
              <a:rPr lang="en-US" altLang="zh-CN" sz="1800" dirty="0"/>
              <a:t>-&gt;next;}</a:t>
            </a:r>
          </a:p>
          <a:p>
            <a:pPr>
              <a:lnSpc>
                <a:spcPct val="120000"/>
              </a:lnSpc>
              <a:spcBef>
                <a:spcPts val="0"/>
              </a:spcBef>
              <a:buNone/>
            </a:pPr>
            <a:r>
              <a:rPr lang="en-US" altLang="zh-CN" sz="1800" dirty="0"/>
              <a:t>	}</a:t>
            </a:r>
          </a:p>
          <a:p>
            <a:pPr>
              <a:lnSpc>
                <a:spcPct val="120000"/>
              </a:lnSpc>
              <a:spcBef>
                <a:spcPts val="0"/>
              </a:spcBef>
              <a:buNone/>
            </a:pPr>
            <a:r>
              <a:rPr lang="en-US" altLang="zh-CN" sz="1800" dirty="0">
                <a:solidFill>
                  <a:srgbClr val="008000"/>
                </a:solidFill>
              </a:rPr>
              <a:t>//</a:t>
            </a:r>
            <a:r>
              <a:rPr lang="en-US" altLang="zh-CN" sz="1800" dirty="0" err="1">
                <a:solidFill>
                  <a:srgbClr val="008000"/>
                </a:solidFill>
              </a:rPr>
              <a:t>Prev</a:t>
            </a:r>
            <a:r>
              <a:rPr lang="en-US" altLang="zh-CN" sz="1800" dirty="0">
                <a:solidFill>
                  <a:srgbClr val="008000"/>
                </a:solidFill>
              </a:rPr>
              <a:t> – move </a:t>
            </a:r>
            <a:r>
              <a:rPr lang="en-US" altLang="zh-CN" sz="1800" dirty="0" err="1">
                <a:solidFill>
                  <a:srgbClr val="008000"/>
                </a:solidFill>
              </a:rPr>
              <a:t>curr</a:t>
            </a:r>
            <a:r>
              <a:rPr lang="en-US" altLang="zh-CN" sz="1800" dirty="0">
                <a:solidFill>
                  <a:srgbClr val="008000"/>
                </a:solidFill>
              </a:rPr>
              <a:t> one </a:t>
            </a:r>
            <a:r>
              <a:rPr lang="en-US" altLang="zh-CN" sz="1800" dirty="0" err="1">
                <a:solidFill>
                  <a:srgbClr val="008000"/>
                </a:solidFill>
              </a:rPr>
              <a:t>pos</a:t>
            </a:r>
            <a:r>
              <a:rPr lang="en-US" altLang="zh-CN" sz="1800" dirty="0">
                <a:solidFill>
                  <a:srgbClr val="008000"/>
                </a:solidFill>
              </a:rPr>
              <a:t> toward the head </a:t>
            </a:r>
            <a:endParaRPr lang="en-US" altLang="zh-CN" sz="1200" dirty="0"/>
          </a:p>
          <a:p>
            <a:pPr>
              <a:lnSpc>
                <a:spcPct val="120000"/>
              </a:lnSpc>
              <a:spcBef>
                <a:spcPts val="0"/>
              </a:spcBef>
              <a:buNone/>
            </a:pPr>
            <a:r>
              <a:rPr lang="en-US" altLang="zh-CN" sz="1800" dirty="0">
                <a:solidFill>
                  <a:srgbClr val="008000"/>
                </a:solidFill>
              </a:rPr>
              <a:t>	</a:t>
            </a:r>
            <a:r>
              <a:rPr lang="en-US" altLang="zh-CN" sz="1800" dirty="0"/>
              <a:t>void </a:t>
            </a:r>
            <a:r>
              <a:rPr lang="en-US" altLang="zh-CN" sz="1800" dirty="0" err="1"/>
              <a:t>prev</a:t>
            </a:r>
            <a:r>
              <a:rPr lang="en-US" altLang="zh-CN" sz="1800" dirty="0"/>
              <a:t>() {</a:t>
            </a:r>
          </a:p>
          <a:p>
            <a:pPr>
              <a:lnSpc>
                <a:spcPct val="120000"/>
              </a:lnSpc>
              <a:spcBef>
                <a:spcPts val="0"/>
              </a:spcBef>
              <a:buNone/>
            </a:pPr>
            <a:r>
              <a:rPr lang="en-US" altLang="zh-CN" sz="1800" dirty="0"/>
              <a:t>     if (</a:t>
            </a:r>
            <a:r>
              <a:rPr lang="en-US" altLang="zh-CN" sz="1800" dirty="0" err="1"/>
              <a:t>curr</a:t>
            </a:r>
            <a:r>
              <a:rPr lang="en-US" altLang="zh-CN" sz="1800" dirty="0"/>
              <a:t> == head) return; </a:t>
            </a:r>
            <a:r>
              <a:rPr lang="en-US" altLang="zh-CN" sz="1800" dirty="0">
                <a:solidFill>
                  <a:srgbClr val="008000"/>
                </a:solidFill>
              </a:rPr>
              <a:t>// No previous element</a:t>
            </a:r>
          </a:p>
          <a:p>
            <a:pPr>
              <a:lnSpc>
                <a:spcPct val="120000"/>
              </a:lnSpc>
              <a:spcBef>
                <a:spcPts val="0"/>
              </a:spcBef>
              <a:buNone/>
            </a:pPr>
            <a:r>
              <a:rPr lang="en-US" altLang="zh-CN" sz="1800" dirty="0"/>
              <a:t>     Link&lt;E&gt;* temp = head;</a:t>
            </a:r>
          </a:p>
          <a:p>
            <a:pPr>
              <a:lnSpc>
                <a:spcPct val="120000"/>
              </a:lnSpc>
              <a:spcBef>
                <a:spcPts val="0"/>
              </a:spcBef>
              <a:buNone/>
            </a:pPr>
            <a:r>
              <a:rPr lang="en-US" altLang="zh-CN" sz="1800" dirty="0">
                <a:solidFill>
                  <a:srgbClr val="008000"/>
                </a:solidFill>
              </a:rPr>
              <a:t>	  //march down list until the previous element</a:t>
            </a:r>
          </a:p>
          <a:p>
            <a:pPr>
              <a:lnSpc>
                <a:spcPct val="120000"/>
              </a:lnSpc>
              <a:spcBef>
                <a:spcPts val="0"/>
              </a:spcBef>
              <a:buNone/>
            </a:pPr>
            <a:r>
              <a:rPr lang="en-US" altLang="zh-CN" sz="1800" dirty="0">
                <a:solidFill>
                  <a:srgbClr val="008000"/>
                </a:solidFill>
              </a:rPr>
              <a:t>	</a:t>
            </a:r>
            <a:r>
              <a:rPr lang="en-US" altLang="zh-CN" sz="1800" dirty="0">
                <a:solidFill>
                  <a:srgbClr val="B545B5"/>
                </a:solidFill>
              </a:rPr>
              <a:t>  while (temp-&gt;next!=</a:t>
            </a:r>
            <a:r>
              <a:rPr lang="en-US" altLang="zh-CN" sz="1800" dirty="0" err="1">
                <a:solidFill>
                  <a:srgbClr val="B545B5"/>
                </a:solidFill>
              </a:rPr>
              <a:t>curr</a:t>
            </a:r>
            <a:r>
              <a:rPr lang="en-US" altLang="zh-CN" sz="1800" dirty="0">
                <a:solidFill>
                  <a:srgbClr val="B545B5"/>
                </a:solidFill>
              </a:rPr>
              <a:t>) temp=temp-&gt;next;</a:t>
            </a:r>
          </a:p>
          <a:p>
            <a:pPr>
              <a:lnSpc>
                <a:spcPct val="120000"/>
              </a:lnSpc>
              <a:spcBef>
                <a:spcPts val="0"/>
              </a:spcBef>
              <a:buNone/>
            </a:pPr>
            <a:r>
              <a:rPr lang="en-US" altLang="zh-CN" sz="1800" dirty="0"/>
              <a:t>  	  </a:t>
            </a:r>
            <a:r>
              <a:rPr lang="en-US" altLang="zh-CN" sz="1800" dirty="0" err="1"/>
              <a:t>curr</a:t>
            </a:r>
            <a:r>
              <a:rPr lang="en-US" altLang="zh-CN" sz="1800" dirty="0"/>
              <a:t> = temp;</a:t>
            </a:r>
          </a:p>
          <a:p>
            <a:pPr>
              <a:lnSpc>
                <a:spcPct val="120000"/>
              </a:lnSpc>
              <a:spcBef>
                <a:spcPts val="0"/>
              </a:spcBef>
              <a:buNone/>
            </a:pPr>
            <a:r>
              <a:rPr lang="en-US" altLang="zh-CN" sz="1800" dirty="0"/>
              <a:t>}</a:t>
            </a:r>
            <a:endParaRPr lang="en-US" altLang="zh-CN" sz="1600" dirty="0"/>
          </a:p>
          <a:p>
            <a:pPr>
              <a:lnSpc>
                <a:spcPct val="140000"/>
              </a:lnSpc>
              <a:spcBef>
                <a:spcPts val="0"/>
              </a:spcBef>
              <a:buNone/>
            </a:pPr>
            <a:endParaRPr lang="en-US" altLang="zh-CN" sz="1600" dirty="0">
              <a:solidFill>
                <a:srgbClr val="008000"/>
              </a:solidFill>
            </a:endParaRPr>
          </a:p>
        </p:txBody>
      </p:sp>
      <p:sp>
        <p:nvSpPr>
          <p:cNvPr id="33796" name="Slide Number Placeholder 3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557530" indent="-21463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857250" indent="-1714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200150" indent="-1714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1543050" indent="-1714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1885950" indent="-1714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228850" indent="-1714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2571750" indent="-1714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2914650" indent="-1714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fld id="{E954BF5F-79D1-4A56-B1D2-44015D79915F}" type="slidenum">
              <a:rPr lang="en-US" altLang="zh-CN" sz="465" smtClean="0"/>
              <a:pPr/>
              <a:t>22</a:t>
            </a:fld>
            <a:endParaRPr lang="en-US" altLang="zh-CN" sz="465"/>
          </a:p>
        </p:txBody>
      </p:sp>
      <p:sp>
        <p:nvSpPr>
          <p:cNvPr id="5" name="Content Placeholder 2"/>
          <p:cNvSpPr txBox="1"/>
          <p:nvPr/>
        </p:nvSpPr>
        <p:spPr>
          <a:xfrm>
            <a:off x="347345" y="1470025"/>
            <a:ext cx="4436110" cy="639445"/>
          </a:xfrm>
          <a:prstGeom prst="rect">
            <a:avLst/>
          </a:prstGeom>
        </p:spPr>
        <p:txBody>
          <a:bodyPr vert="horz" lIns="68580" tIns="34290" rIns="68580" bIns="34290" rtlCol="0">
            <a:normAutofit/>
          </a:bodyPr>
          <a:lstStyle>
            <a:lvl1pPr marL="128270" indent="-128270" algn="l" defTabSz="514350" rtl="0" eaLnBrk="1" latinLnBrk="0" hangingPunct="1">
              <a:lnSpc>
                <a:spcPct val="90000"/>
              </a:lnSpc>
              <a:spcBef>
                <a:spcPts val="565"/>
              </a:spcBef>
              <a:buFont typeface="Wingdings 2" panose="05020102010507070707" pitchFamily="18" charset="2"/>
              <a:buChar char=""/>
              <a:defRPr sz="2400" kern="1200">
                <a:solidFill>
                  <a:schemeClr val="tx1"/>
                </a:solidFill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defRPr>
            </a:lvl1pPr>
            <a:lvl2pPr marL="385445" indent="-128270" algn="l" defTabSz="514350" rtl="0" eaLnBrk="1" latinLnBrk="0" hangingPunct="1">
              <a:lnSpc>
                <a:spcPct val="90000"/>
              </a:lnSpc>
              <a:spcBef>
                <a:spcPts val="280"/>
              </a:spcBef>
              <a:buFont typeface="Wingdings 2" panose="05020102010507070707" pitchFamily="18" charset="2"/>
              <a:buChar char=""/>
              <a:defRPr sz="2000" kern="1200">
                <a:solidFill>
                  <a:schemeClr val="tx1"/>
                </a:solidFill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defRPr>
            </a:lvl2pPr>
            <a:lvl3pPr marL="642620" indent="-128270" algn="l" defTabSz="514350" rtl="0" eaLnBrk="1" latinLnBrk="0" hangingPunct="1">
              <a:lnSpc>
                <a:spcPct val="90000"/>
              </a:lnSpc>
              <a:spcBef>
                <a:spcPts val="280"/>
              </a:spcBef>
              <a:buFont typeface="Wingdings 2" panose="05020102010507070707" pitchFamily="18" charset="2"/>
              <a:buChar char=""/>
              <a:defRPr sz="1800" kern="1200">
                <a:solidFill>
                  <a:schemeClr val="tx1"/>
                </a:solidFill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defRPr>
            </a:lvl3pPr>
            <a:lvl4pPr marL="899795" indent="-128270" algn="l" defTabSz="514350" rtl="0" eaLnBrk="1" latinLnBrk="0" hangingPunct="1">
              <a:lnSpc>
                <a:spcPct val="90000"/>
              </a:lnSpc>
              <a:spcBef>
                <a:spcPts val="280"/>
              </a:spcBef>
              <a:buFont typeface="Wingdings 2" panose="05020102010507070707" pitchFamily="18" charset="2"/>
              <a:buChar char=""/>
              <a:defRPr sz="1400" kern="1200">
                <a:solidFill>
                  <a:schemeClr val="tx1"/>
                </a:solidFill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defRPr>
            </a:lvl4pPr>
            <a:lvl5pPr marL="1156970" indent="-128270" algn="l" defTabSz="514350" rtl="0" eaLnBrk="1" latinLnBrk="0" hangingPunct="1">
              <a:lnSpc>
                <a:spcPct val="90000"/>
              </a:lnSpc>
              <a:spcBef>
                <a:spcPts val="280"/>
              </a:spcBef>
              <a:buFont typeface="Wingdings 2" panose="05020102010507070707" pitchFamily="18" charset="2"/>
              <a:buChar char=""/>
              <a:defRPr sz="1400" kern="1200">
                <a:solidFill>
                  <a:schemeClr val="tx1"/>
                </a:solidFill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defRPr>
            </a:lvl5pPr>
            <a:lvl6pPr marL="1414145" indent="-128270" algn="l" defTabSz="514350" rtl="0" eaLnBrk="1" latinLnBrk="0" hangingPunct="1">
              <a:spcBef>
                <a:spcPct val="20000"/>
              </a:spcBef>
              <a:buFont typeface="Wingdings 2" panose="05020102010507070707" pitchFamily="18" charset="2"/>
              <a:buChar char=""/>
              <a:defRPr sz="1015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1671320" indent="-128270" algn="l" defTabSz="514350" rtl="0" eaLnBrk="1" latinLnBrk="0" hangingPunct="1">
              <a:spcBef>
                <a:spcPct val="20000"/>
              </a:spcBef>
              <a:buFont typeface="Wingdings 2" panose="05020102010507070707" pitchFamily="18" charset="2"/>
              <a:buChar char=""/>
              <a:defRPr sz="1015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1928495" indent="-128270" algn="l" defTabSz="514350" rtl="0" eaLnBrk="1" latinLnBrk="0" hangingPunct="1">
              <a:spcBef>
                <a:spcPct val="20000"/>
              </a:spcBef>
              <a:buFont typeface="Wingdings 2" panose="05020102010507070707" pitchFamily="18" charset="2"/>
              <a:buChar char=""/>
              <a:defRPr sz="1015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185670" indent="-128270" algn="l" defTabSz="514350" rtl="0" eaLnBrk="1" latinLnBrk="0" hangingPunct="1">
              <a:spcBef>
                <a:spcPct val="20000"/>
              </a:spcBef>
              <a:buFont typeface="Wingdings 2" panose="05020102010507070707" pitchFamily="18" charset="2"/>
              <a:buChar char=""/>
              <a:defRPr sz="1015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CN" dirty="0"/>
              <a:t>Linked List – Position Ops</a:t>
            </a:r>
          </a:p>
        </p:txBody>
      </p:sp>
      <p:sp>
        <p:nvSpPr>
          <p:cNvPr id="2" name="矩形 1"/>
          <p:cNvSpPr/>
          <p:nvPr/>
        </p:nvSpPr>
        <p:spPr>
          <a:xfrm>
            <a:off x="2126938" y="5379157"/>
            <a:ext cx="5763895" cy="112458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>
              <a:lnSpc>
                <a:spcPct val="140000"/>
              </a:lnSpc>
            </a:pPr>
            <a:r>
              <a:rPr lang="en-US" altLang="zh-CN" sz="2400" dirty="0">
                <a:solidFill>
                  <a:srgbClr val="FF0000"/>
                </a:solidFill>
              </a:rPr>
              <a:t>Time cost: Θ(1) for next; </a:t>
            </a:r>
          </a:p>
          <a:p>
            <a:pPr algn="ctr">
              <a:lnSpc>
                <a:spcPct val="140000"/>
              </a:lnSpc>
            </a:pPr>
            <a:r>
              <a:rPr lang="en-US" altLang="zh-CN" sz="2400" dirty="0">
                <a:solidFill>
                  <a:srgbClr val="FF0000"/>
                </a:solidFill>
              </a:rPr>
              <a:t>Θ(n) for </a:t>
            </a:r>
            <a:r>
              <a:rPr lang="en-US" altLang="zh-CN" sz="2400" dirty="0" err="1">
                <a:solidFill>
                  <a:srgbClr val="FF0000"/>
                </a:solidFill>
              </a:rPr>
              <a:t>prev</a:t>
            </a:r>
            <a:r>
              <a:rPr lang="en-US" altLang="zh-CN" sz="2400" dirty="0">
                <a:solidFill>
                  <a:srgbClr val="FF0000"/>
                </a:solidFill>
              </a:rPr>
              <a:t> in the average and worst cases. </a:t>
            </a:r>
          </a:p>
        </p:txBody>
      </p:sp>
      <p:sp>
        <p:nvSpPr>
          <p:cNvPr id="3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fld id="{313C96B7-BF13-4DCF-8C13-3FF49FB9D7AA}" type="datetime1">
              <a:rPr lang="zh-CN" altLang="en-US" sz="465" smtClean="0"/>
              <a:pPr>
                <a:defRPr/>
              </a:pPr>
              <a:t>2025/12/16</a:t>
            </a:fld>
            <a:endParaRPr lang="zh-CN" altLang="en-US" sz="465"/>
          </a:p>
        </p:txBody>
      </p:sp>
      <p:sp>
        <p:nvSpPr>
          <p:cNvPr id="4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altLang="zh-CN" sz="465"/>
              <a:t>Stacks and Queues - Lecture 6</a:t>
            </a:r>
            <a:endParaRPr lang="zh-CN" altLang="en-US" sz="465"/>
          </a:p>
        </p:txBody>
      </p:sp>
      <p:grpSp>
        <p:nvGrpSpPr>
          <p:cNvPr id="17" name="PA_chenying0907 16"/>
          <p:cNvGrpSpPr/>
          <p:nvPr>
            <p:custDataLst>
              <p:tags r:id="rId5"/>
            </p:custDataLst>
          </p:nvPr>
        </p:nvGrpSpPr>
        <p:grpSpPr>
          <a:xfrm>
            <a:off x="7227585" y="3285678"/>
            <a:ext cx="1292722" cy="1430612"/>
            <a:chOff x="5451475" y="2014538"/>
            <a:chExt cx="238125" cy="263525"/>
          </a:xfrm>
          <a:solidFill>
            <a:schemeClr val="accent3"/>
          </a:solidFill>
        </p:grpSpPr>
        <p:sp>
          <p:nvSpPr>
            <p:cNvPr id="18" name="Freeform 6"/>
            <p:cNvSpPr/>
            <p:nvPr>
              <p:custDataLst>
                <p:tags r:id="rId6"/>
              </p:custDataLst>
            </p:nvPr>
          </p:nvSpPr>
          <p:spPr bwMode="auto">
            <a:xfrm>
              <a:off x="5473700" y="2217738"/>
              <a:ext cx="7938" cy="6350"/>
            </a:xfrm>
            <a:custGeom>
              <a:avLst/>
              <a:gdLst>
                <a:gd name="T0" fmla="*/ 0 w 2"/>
                <a:gd name="T1" fmla="*/ 1 h 2"/>
                <a:gd name="T2" fmla="*/ 2 w 2"/>
                <a:gd name="T3" fmla="*/ 1 h 2"/>
                <a:gd name="T4" fmla="*/ 1 w 2"/>
                <a:gd name="T5" fmla="*/ 2 h 2"/>
                <a:gd name="T6" fmla="*/ 0 w 2"/>
                <a:gd name="T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0"/>
                    <a:pt x="1" y="1"/>
                    <a:pt x="2" y="1"/>
                  </a:cubicBezTo>
                  <a:cubicBezTo>
                    <a:pt x="2" y="1"/>
                    <a:pt x="2" y="2"/>
                    <a:pt x="1" y="2"/>
                  </a:cubicBezTo>
                  <a:cubicBezTo>
                    <a:pt x="1" y="2"/>
                    <a:pt x="1" y="1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algn="ctr"/>
              <a:endParaRPr lang="zh-CN" altLang="en-US"/>
            </a:p>
          </p:txBody>
        </p:sp>
        <p:sp>
          <p:nvSpPr>
            <p:cNvPr id="19" name="Freeform 7"/>
            <p:cNvSpPr/>
            <p:nvPr>
              <p:custDataLst>
                <p:tags r:id="rId7"/>
              </p:custDataLst>
            </p:nvPr>
          </p:nvSpPr>
          <p:spPr bwMode="auto">
            <a:xfrm>
              <a:off x="5487988" y="2206626"/>
              <a:ext cx="4763" cy="1111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0 h 3"/>
                <a:gd name="T4" fmla="*/ 0 w 1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cubicBezTo>
                    <a:pt x="0" y="2"/>
                    <a:pt x="0" y="1"/>
                    <a:pt x="0" y="0"/>
                  </a:cubicBezTo>
                  <a:cubicBezTo>
                    <a:pt x="1" y="1"/>
                    <a:pt x="1" y="3"/>
                    <a:pt x="0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algn="ctr"/>
              <a:endParaRPr lang="zh-CN" altLang="en-US"/>
            </a:p>
          </p:txBody>
        </p:sp>
        <p:sp>
          <p:nvSpPr>
            <p:cNvPr id="20" name="Freeform 8"/>
            <p:cNvSpPr/>
            <p:nvPr>
              <p:custDataLst>
                <p:tags r:id="rId8"/>
              </p:custDataLst>
            </p:nvPr>
          </p:nvSpPr>
          <p:spPr bwMode="auto">
            <a:xfrm>
              <a:off x="5487988" y="2105026"/>
              <a:ext cx="7938" cy="3175"/>
            </a:xfrm>
            <a:custGeom>
              <a:avLst/>
              <a:gdLst>
                <a:gd name="T0" fmla="*/ 0 w 2"/>
                <a:gd name="T1" fmla="*/ 1 h 1"/>
                <a:gd name="T2" fmla="*/ 0 w 2"/>
                <a:gd name="T3" fmla="*/ 0 h 1"/>
                <a:gd name="T4" fmla="*/ 2 w 2"/>
                <a:gd name="T5" fmla="*/ 1 h 1"/>
                <a:gd name="T6" fmla="*/ 0 w 2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1" y="1"/>
                    <a:pt x="1" y="1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algn="ctr"/>
              <a:endParaRPr lang="zh-CN" altLang="en-US"/>
            </a:p>
          </p:txBody>
        </p:sp>
        <p:sp>
          <p:nvSpPr>
            <p:cNvPr id="21" name="Freeform 9"/>
            <p:cNvSpPr/>
            <p:nvPr>
              <p:custDataLst>
                <p:tags r:id="rId9"/>
              </p:custDataLst>
            </p:nvPr>
          </p:nvSpPr>
          <p:spPr bwMode="auto">
            <a:xfrm>
              <a:off x="5522913" y="2146301"/>
              <a:ext cx="38100" cy="74613"/>
            </a:xfrm>
            <a:custGeom>
              <a:avLst/>
              <a:gdLst>
                <a:gd name="T0" fmla="*/ 3 w 10"/>
                <a:gd name="T1" fmla="*/ 0 h 20"/>
                <a:gd name="T2" fmla="*/ 3 w 10"/>
                <a:gd name="T3" fmla="*/ 1 h 20"/>
                <a:gd name="T4" fmla="*/ 9 w 10"/>
                <a:gd name="T5" fmla="*/ 0 h 20"/>
                <a:gd name="T6" fmla="*/ 10 w 10"/>
                <a:gd name="T7" fmla="*/ 1 h 20"/>
                <a:gd name="T8" fmla="*/ 8 w 10"/>
                <a:gd name="T9" fmla="*/ 2 h 20"/>
                <a:gd name="T10" fmla="*/ 7 w 10"/>
                <a:gd name="T11" fmla="*/ 9 h 20"/>
                <a:gd name="T12" fmla="*/ 9 w 10"/>
                <a:gd name="T13" fmla="*/ 10 h 20"/>
                <a:gd name="T14" fmla="*/ 6 w 10"/>
                <a:gd name="T15" fmla="*/ 20 h 20"/>
                <a:gd name="T16" fmla="*/ 6 w 10"/>
                <a:gd name="T17" fmla="*/ 17 h 20"/>
                <a:gd name="T18" fmla="*/ 3 w 10"/>
                <a:gd name="T19" fmla="*/ 18 h 20"/>
                <a:gd name="T20" fmla="*/ 6 w 10"/>
                <a:gd name="T21" fmla="*/ 16 h 20"/>
                <a:gd name="T22" fmla="*/ 6 w 10"/>
                <a:gd name="T23" fmla="*/ 11 h 20"/>
                <a:gd name="T24" fmla="*/ 4 w 10"/>
                <a:gd name="T25" fmla="*/ 12 h 20"/>
                <a:gd name="T26" fmla="*/ 6 w 10"/>
                <a:gd name="T27" fmla="*/ 10 h 20"/>
                <a:gd name="T28" fmla="*/ 7 w 10"/>
                <a:gd name="T29" fmla="*/ 3 h 20"/>
                <a:gd name="T30" fmla="*/ 3 w 10"/>
                <a:gd name="T31" fmla="*/ 3 h 20"/>
                <a:gd name="T32" fmla="*/ 2 w 10"/>
                <a:gd name="T33" fmla="*/ 20 h 20"/>
                <a:gd name="T34" fmla="*/ 1 w 10"/>
                <a:gd name="T35" fmla="*/ 9 h 20"/>
                <a:gd name="T36" fmla="*/ 3 w 10"/>
                <a:gd name="T37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0" h="20">
                  <a:moveTo>
                    <a:pt x="3" y="0"/>
                  </a:moveTo>
                  <a:cubicBezTo>
                    <a:pt x="3" y="0"/>
                    <a:pt x="3" y="1"/>
                    <a:pt x="3" y="1"/>
                  </a:cubicBezTo>
                  <a:cubicBezTo>
                    <a:pt x="6" y="2"/>
                    <a:pt x="7" y="1"/>
                    <a:pt x="9" y="0"/>
                  </a:cubicBezTo>
                  <a:cubicBezTo>
                    <a:pt x="9" y="1"/>
                    <a:pt x="10" y="1"/>
                    <a:pt x="10" y="1"/>
                  </a:cubicBezTo>
                  <a:cubicBezTo>
                    <a:pt x="10" y="2"/>
                    <a:pt x="9" y="2"/>
                    <a:pt x="8" y="2"/>
                  </a:cubicBezTo>
                  <a:cubicBezTo>
                    <a:pt x="8" y="4"/>
                    <a:pt x="8" y="7"/>
                    <a:pt x="7" y="9"/>
                  </a:cubicBezTo>
                  <a:cubicBezTo>
                    <a:pt x="8" y="10"/>
                    <a:pt x="8" y="9"/>
                    <a:pt x="9" y="10"/>
                  </a:cubicBezTo>
                  <a:cubicBezTo>
                    <a:pt x="6" y="13"/>
                    <a:pt x="8" y="17"/>
                    <a:pt x="6" y="20"/>
                  </a:cubicBezTo>
                  <a:cubicBezTo>
                    <a:pt x="5" y="19"/>
                    <a:pt x="7" y="18"/>
                    <a:pt x="6" y="17"/>
                  </a:cubicBezTo>
                  <a:cubicBezTo>
                    <a:pt x="5" y="17"/>
                    <a:pt x="4" y="18"/>
                    <a:pt x="3" y="18"/>
                  </a:cubicBezTo>
                  <a:cubicBezTo>
                    <a:pt x="3" y="16"/>
                    <a:pt x="5" y="16"/>
                    <a:pt x="6" y="16"/>
                  </a:cubicBezTo>
                  <a:cubicBezTo>
                    <a:pt x="6" y="15"/>
                    <a:pt x="6" y="13"/>
                    <a:pt x="6" y="11"/>
                  </a:cubicBezTo>
                  <a:cubicBezTo>
                    <a:pt x="5" y="12"/>
                    <a:pt x="4" y="12"/>
                    <a:pt x="4" y="12"/>
                  </a:cubicBezTo>
                  <a:cubicBezTo>
                    <a:pt x="4" y="11"/>
                    <a:pt x="5" y="10"/>
                    <a:pt x="6" y="10"/>
                  </a:cubicBezTo>
                  <a:cubicBezTo>
                    <a:pt x="7" y="7"/>
                    <a:pt x="7" y="6"/>
                    <a:pt x="7" y="3"/>
                  </a:cubicBezTo>
                  <a:cubicBezTo>
                    <a:pt x="6" y="2"/>
                    <a:pt x="4" y="4"/>
                    <a:pt x="3" y="3"/>
                  </a:cubicBezTo>
                  <a:cubicBezTo>
                    <a:pt x="1" y="8"/>
                    <a:pt x="3" y="15"/>
                    <a:pt x="2" y="20"/>
                  </a:cubicBezTo>
                  <a:cubicBezTo>
                    <a:pt x="1" y="17"/>
                    <a:pt x="1" y="13"/>
                    <a:pt x="1" y="9"/>
                  </a:cubicBezTo>
                  <a:cubicBezTo>
                    <a:pt x="1" y="6"/>
                    <a:pt x="0" y="2"/>
                    <a:pt x="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algn="ctr"/>
              <a:endParaRPr lang="zh-CN" altLang="en-US"/>
            </a:p>
          </p:txBody>
        </p:sp>
        <p:sp>
          <p:nvSpPr>
            <p:cNvPr id="22" name="Freeform 10"/>
            <p:cNvSpPr/>
            <p:nvPr>
              <p:custDataLst>
                <p:tags r:id="rId10"/>
              </p:custDataLst>
            </p:nvPr>
          </p:nvSpPr>
          <p:spPr bwMode="auto">
            <a:xfrm>
              <a:off x="5526088" y="2224088"/>
              <a:ext cx="4763" cy="7938"/>
            </a:xfrm>
            <a:custGeom>
              <a:avLst/>
              <a:gdLst>
                <a:gd name="T0" fmla="*/ 0 w 1"/>
                <a:gd name="T1" fmla="*/ 0 h 2"/>
                <a:gd name="T2" fmla="*/ 1 w 1"/>
                <a:gd name="T3" fmla="*/ 2 h 2"/>
                <a:gd name="T4" fmla="*/ 0 w 1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1" y="0"/>
                    <a:pt x="1" y="1"/>
                    <a:pt x="1" y="2"/>
                  </a:cubicBezTo>
                  <a:cubicBezTo>
                    <a:pt x="0" y="2"/>
                    <a:pt x="0" y="1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algn="ctr"/>
              <a:endParaRPr lang="zh-CN" altLang="en-US"/>
            </a:p>
          </p:txBody>
        </p:sp>
        <p:sp>
          <p:nvSpPr>
            <p:cNvPr id="23" name="Freeform 11"/>
            <p:cNvSpPr/>
            <p:nvPr>
              <p:custDataLst>
                <p:tags r:id="rId11"/>
              </p:custDataLst>
            </p:nvPr>
          </p:nvSpPr>
          <p:spPr bwMode="auto">
            <a:xfrm>
              <a:off x="5534025" y="2224088"/>
              <a:ext cx="7938" cy="4763"/>
            </a:xfrm>
            <a:custGeom>
              <a:avLst/>
              <a:gdLst>
                <a:gd name="T0" fmla="*/ 0 w 2"/>
                <a:gd name="T1" fmla="*/ 0 h 1"/>
                <a:gd name="T2" fmla="*/ 2 w 2"/>
                <a:gd name="T3" fmla="*/ 0 h 1"/>
                <a:gd name="T4" fmla="*/ 0 w 2"/>
                <a:gd name="T5" fmla="*/ 1 h 1"/>
                <a:gd name="T6" fmla="*/ 0 w 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0" y="0"/>
                    <a:pt x="1" y="0"/>
                    <a:pt x="2" y="0"/>
                  </a:cubicBezTo>
                  <a:cubicBezTo>
                    <a:pt x="2" y="1"/>
                    <a:pt x="1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algn="ctr"/>
              <a:endParaRPr lang="zh-CN" altLang="en-US"/>
            </a:p>
          </p:txBody>
        </p:sp>
        <p:sp>
          <p:nvSpPr>
            <p:cNvPr id="24" name="Freeform 12"/>
            <p:cNvSpPr/>
            <p:nvPr>
              <p:custDataLst>
                <p:tags r:id="rId12"/>
              </p:custDataLst>
            </p:nvPr>
          </p:nvSpPr>
          <p:spPr bwMode="auto">
            <a:xfrm>
              <a:off x="5541963" y="2039938"/>
              <a:ext cx="7938" cy="4763"/>
            </a:xfrm>
            <a:custGeom>
              <a:avLst/>
              <a:gdLst>
                <a:gd name="T0" fmla="*/ 1 w 2"/>
                <a:gd name="T1" fmla="*/ 0 h 1"/>
                <a:gd name="T2" fmla="*/ 1 w 2"/>
                <a:gd name="T3" fmla="*/ 1 h 1"/>
                <a:gd name="T4" fmla="*/ 1 w 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2" y="0"/>
                    <a:pt x="1" y="1"/>
                    <a:pt x="1" y="1"/>
                  </a:cubicBezTo>
                  <a:cubicBezTo>
                    <a:pt x="0" y="0"/>
                    <a:pt x="1" y="0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algn="ctr"/>
              <a:endParaRPr lang="zh-CN" altLang="en-US"/>
            </a:p>
          </p:txBody>
        </p:sp>
        <p:sp>
          <p:nvSpPr>
            <p:cNvPr id="25" name="Freeform 13"/>
            <p:cNvSpPr/>
            <p:nvPr>
              <p:custDataLst>
                <p:tags r:id="rId13"/>
              </p:custDataLst>
            </p:nvPr>
          </p:nvSpPr>
          <p:spPr bwMode="auto">
            <a:xfrm>
              <a:off x="5575300" y="2182813"/>
              <a:ext cx="26988" cy="57150"/>
            </a:xfrm>
            <a:custGeom>
              <a:avLst/>
              <a:gdLst>
                <a:gd name="T0" fmla="*/ 0 w 7"/>
                <a:gd name="T1" fmla="*/ 14 h 15"/>
                <a:gd name="T2" fmla="*/ 2 w 7"/>
                <a:gd name="T3" fmla="*/ 2 h 15"/>
                <a:gd name="T4" fmla="*/ 1 w 7"/>
                <a:gd name="T5" fmla="*/ 0 h 15"/>
                <a:gd name="T6" fmla="*/ 7 w 7"/>
                <a:gd name="T7" fmla="*/ 0 h 15"/>
                <a:gd name="T8" fmla="*/ 3 w 7"/>
                <a:gd name="T9" fmla="*/ 1 h 15"/>
                <a:gd name="T10" fmla="*/ 2 w 7"/>
                <a:gd name="T11" fmla="*/ 7 h 15"/>
                <a:gd name="T12" fmla="*/ 7 w 7"/>
                <a:gd name="T13" fmla="*/ 7 h 15"/>
                <a:gd name="T14" fmla="*/ 3 w 7"/>
                <a:gd name="T15" fmla="*/ 8 h 15"/>
                <a:gd name="T16" fmla="*/ 2 w 7"/>
                <a:gd name="T17" fmla="*/ 12 h 15"/>
                <a:gd name="T18" fmla="*/ 7 w 7"/>
                <a:gd name="T19" fmla="*/ 12 h 15"/>
                <a:gd name="T20" fmla="*/ 3 w 7"/>
                <a:gd name="T21" fmla="*/ 13 h 15"/>
                <a:gd name="T22" fmla="*/ 2 w 7"/>
                <a:gd name="T23" fmla="*/ 15 h 15"/>
                <a:gd name="T24" fmla="*/ 0 w 7"/>
                <a:gd name="T25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" h="15">
                  <a:moveTo>
                    <a:pt x="0" y="14"/>
                  </a:moveTo>
                  <a:cubicBezTo>
                    <a:pt x="3" y="11"/>
                    <a:pt x="0" y="5"/>
                    <a:pt x="2" y="2"/>
                  </a:cubicBezTo>
                  <a:cubicBezTo>
                    <a:pt x="2" y="1"/>
                    <a:pt x="1" y="1"/>
                    <a:pt x="1" y="0"/>
                  </a:cubicBezTo>
                  <a:cubicBezTo>
                    <a:pt x="3" y="0"/>
                    <a:pt x="5" y="0"/>
                    <a:pt x="7" y="0"/>
                  </a:cubicBezTo>
                  <a:cubicBezTo>
                    <a:pt x="7" y="2"/>
                    <a:pt x="5" y="0"/>
                    <a:pt x="3" y="1"/>
                  </a:cubicBezTo>
                  <a:cubicBezTo>
                    <a:pt x="2" y="3"/>
                    <a:pt x="3" y="5"/>
                    <a:pt x="2" y="7"/>
                  </a:cubicBezTo>
                  <a:cubicBezTo>
                    <a:pt x="4" y="8"/>
                    <a:pt x="5" y="6"/>
                    <a:pt x="7" y="7"/>
                  </a:cubicBezTo>
                  <a:cubicBezTo>
                    <a:pt x="7" y="9"/>
                    <a:pt x="4" y="8"/>
                    <a:pt x="3" y="8"/>
                  </a:cubicBezTo>
                  <a:cubicBezTo>
                    <a:pt x="2" y="10"/>
                    <a:pt x="2" y="11"/>
                    <a:pt x="2" y="12"/>
                  </a:cubicBezTo>
                  <a:cubicBezTo>
                    <a:pt x="4" y="12"/>
                    <a:pt x="5" y="11"/>
                    <a:pt x="7" y="12"/>
                  </a:cubicBezTo>
                  <a:cubicBezTo>
                    <a:pt x="6" y="12"/>
                    <a:pt x="4" y="13"/>
                    <a:pt x="3" y="13"/>
                  </a:cubicBezTo>
                  <a:cubicBezTo>
                    <a:pt x="2" y="14"/>
                    <a:pt x="2" y="14"/>
                    <a:pt x="2" y="15"/>
                  </a:cubicBezTo>
                  <a:cubicBezTo>
                    <a:pt x="1" y="14"/>
                    <a:pt x="1" y="14"/>
                    <a:pt x="0" y="1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algn="ctr"/>
              <a:endParaRPr lang="zh-CN" altLang="en-US"/>
            </a:p>
          </p:txBody>
        </p:sp>
        <p:sp>
          <p:nvSpPr>
            <p:cNvPr id="26" name="Freeform 14"/>
            <p:cNvSpPr/>
            <p:nvPr>
              <p:custDataLst>
                <p:tags r:id="rId14"/>
              </p:custDataLst>
            </p:nvPr>
          </p:nvSpPr>
          <p:spPr bwMode="auto">
            <a:xfrm>
              <a:off x="5605463" y="2176463"/>
              <a:ext cx="7938" cy="41275"/>
            </a:xfrm>
            <a:custGeom>
              <a:avLst/>
              <a:gdLst>
                <a:gd name="T0" fmla="*/ 0 w 2"/>
                <a:gd name="T1" fmla="*/ 0 h 11"/>
                <a:gd name="T2" fmla="*/ 1 w 2"/>
                <a:gd name="T3" fmla="*/ 11 h 11"/>
                <a:gd name="T4" fmla="*/ 0 w 2"/>
                <a:gd name="T5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1">
                  <a:moveTo>
                    <a:pt x="0" y="0"/>
                  </a:moveTo>
                  <a:cubicBezTo>
                    <a:pt x="2" y="2"/>
                    <a:pt x="1" y="7"/>
                    <a:pt x="1" y="11"/>
                  </a:cubicBezTo>
                  <a:cubicBezTo>
                    <a:pt x="0" y="8"/>
                    <a:pt x="0" y="3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algn="ctr"/>
              <a:endParaRPr lang="zh-CN" altLang="en-US"/>
            </a:p>
          </p:txBody>
        </p:sp>
        <p:sp>
          <p:nvSpPr>
            <p:cNvPr id="27" name="Freeform 15"/>
            <p:cNvSpPr>
              <a:spLocks noEditPoints="1"/>
            </p:cNvSpPr>
            <p:nvPr>
              <p:custDataLst>
                <p:tags r:id="rId15"/>
              </p:custDataLst>
            </p:nvPr>
          </p:nvSpPr>
          <p:spPr bwMode="auto">
            <a:xfrm>
              <a:off x="5451475" y="2014538"/>
              <a:ext cx="238125" cy="263525"/>
            </a:xfrm>
            <a:custGeom>
              <a:avLst/>
              <a:gdLst>
                <a:gd name="T0" fmla="*/ 26 w 63"/>
                <a:gd name="T1" fmla="*/ 0 h 70"/>
                <a:gd name="T2" fmla="*/ 35 w 63"/>
                <a:gd name="T3" fmla="*/ 11 h 70"/>
                <a:gd name="T4" fmla="*/ 53 w 63"/>
                <a:gd name="T5" fmla="*/ 24 h 70"/>
                <a:gd name="T6" fmla="*/ 63 w 63"/>
                <a:gd name="T7" fmla="*/ 23 h 70"/>
                <a:gd name="T8" fmla="*/ 60 w 63"/>
                <a:gd name="T9" fmla="*/ 53 h 70"/>
                <a:gd name="T10" fmla="*/ 60 w 63"/>
                <a:gd name="T11" fmla="*/ 56 h 70"/>
                <a:gd name="T12" fmla="*/ 46 w 63"/>
                <a:gd name="T13" fmla="*/ 68 h 70"/>
                <a:gd name="T14" fmla="*/ 41 w 63"/>
                <a:gd name="T15" fmla="*/ 68 h 70"/>
                <a:gd name="T16" fmla="*/ 4 w 63"/>
                <a:gd name="T17" fmla="*/ 69 h 70"/>
                <a:gd name="T18" fmla="*/ 2 w 63"/>
                <a:gd name="T19" fmla="*/ 21 h 70"/>
                <a:gd name="T20" fmla="*/ 11 w 63"/>
                <a:gd name="T21" fmla="*/ 47 h 70"/>
                <a:gd name="T22" fmla="*/ 6 w 63"/>
                <a:gd name="T23" fmla="*/ 52 h 70"/>
                <a:gd name="T24" fmla="*/ 5 w 63"/>
                <a:gd name="T25" fmla="*/ 40 h 70"/>
                <a:gd name="T26" fmla="*/ 7 w 63"/>
                <a:gd name="T27" fmla="*/ 32 h 70"/>
                <a:gd name="T28" fmla="*/ 4 w 63"/>
                <a:gd name="T29" fmla="*/ 66 h 70"/>
                <a:gd name="T30" fmla="*/ 15 w 63"/>
                <a:gd name="T31" fmla="*/ 23 h 70"/>
                <a:gd name="T32" fmla="*/ 5 w 63"/>
                <a:gd name="T33" fmla="*/ 31 h 70"/>
                <a:gd name="T34" fmla="*/ 15 w 63"/>
                <a:gd name="T35" fmla="*/ 29 h 70"/>
                <a:gd name="T36" fmla="*/ 12 w 63"/>
                <a:gd name="T37" fmla="*/ 41 h 70"/>
                <a:gd name="T38" fmla="*/ 11 w 63"/>
                <a:gd name="T39" fmla="*/ 39 h 70"/>
                <a:gd name="T40" fmla="*/ 7 w 63"/>
                <a:gd name="T41" fmla="*/ 47 h 70"/>
                <a:gd name="T42" fmla="*/ 12 w 63"/>
                <a:gd name="T43" fmla="*/ 42 h 70"/>
                <a:gd name="T44" fmla="*/ 11 w 63"/>
                <a:gd name="T45" fmla="*/ 47 h 70"/>
                <a:gd name="T46" fmla="*/ 12 w 63"/>
                <a:gd name="T47" fmla="*/ 31 h 70"/>
                <a:gd name="T48" fmla="*/ 7 w 63"/>
                <a:gd name="T49" fmla="*/ 39 h 70"/>
                <a:gd name="T50" fmla="*/ 17 w 63"/>
                <a:gd name="T51" fmla="*/ 19 h 70"/>
                <a:gd name="T52" fmla="*/ 29 w 63"/>
                <a:gd name="T53" fmla="*/ 6 h 70"/>
                <a:gd name="T54" fmla="*/ 25 w 63"/>
                <a:gd name="T55" fmla="*/ 4 h 70"/>
                <a:gd name="T56" fmla="*/ 23 w 63"/>
                <a:gd name="T57" fmla="*/ 4 h 70"/>
                <a:gd name="T58" fmla="*/ 17 w 63"/>
                <a:gd name="T59" fmla="*/ 19 h 70"/>
                <a:gd name="T60" fmla="*/ 18 w 63"/>
                <a:gd name="T61" fmla="*/ 66 h 70"/>
                <a:gd name="T62" fmla="*/ 32 w 63"/>
                <a:gd name="T63" fmla="*/ 30 h 70"/>
                <a:gd name="T64" fmla="*/ 21 w 63"/>
                <a:gd name="T65" fmla="*/ 19 h 70"/>
                <a:gd name="T66" fmla="*/ 33 w 63"/>
                <a:gd name="T67" fmla="*/ 7 h 70"/>
                <a:gd name="T68" fmla="*/ 31 w 63"/>
                <a:gd name="T69" fmla="*/ 24 h 70"/>
                <a:gd name="T70" fmla="*/ 39 w 63"/>
                <a:gd name="T71" fmla="*/ 19 h 70"/>
                <a:gd name="T72" fmla="*/ 35 w 63"/>
                <a:gd name="T73" fmla="*/ 14 h 70"/>
                <a:gd name="T74" fmla="*/ 34 w 63"/>
                <a:gd name="T75" fmla="*/ 17 h 70"/>
                <a:gd name="T76" fmla="*/ 28 w 63"/>
                <a:gd name="T77" fmla="*/ 26 h 70"/>
                <a:gd name="T78" fmla="*/ 39 w 63"/>
                <a:gd name="T79" fmla="*/ 16 h 70"/>
                <a:gd name="T80" fmla="*/ 30 w 63"/>
                <a:gd name="T81" fmla="*/ 28 h 70"/>
                <a:gd name="T82" fmla="*/ 30 w 63"/>
                <a:gd name="T83" fmla="*/ 28 h 70"/>
                <a:gd name="T84" fmla="*/ 29 w 63"/>
                <a:gd name="T85" fmla="*/ 26 h 70"/>
                <a:gd name="T86" fmla="*/ 31 w 63"/>
                <a:gd name="T87" fmla="*/ 66 h 70"/>
                <a:gd name="T88" fmla="*/ 43 w 63"/>
                <a:gd name="T89" fmla="*/ 37 h 70"/>
                <a:gd name="T90" fmla="*/ 31 w 63"/>
                <a:gd name="T91" fmla="*/ 66 h 70"/>
                <a:gd name="T92" fmla="*/ 33 w 63"/>
                <a:gd name="T93" fmla="*/ 25 h 70"/>
                <a:gd name="T94" fmla="*/ 36 w 63"/>
                <a:gd name="T95" fmla="*/ 26 h 70"/>
                <a:gd name="T96" fmla="*/ 46 w 63"/>
                <a:gd name="T97" fmla="*/ 22 h 70"/>
                <a:gd name="T98" fmla="*/ 44 w 63"/>
                <a:gd name="T99" fmla="*/ 16 h 70"/>
                <a:gd name="T100" fmla="*/ 42 w 63"/>
                <a:gd name="T101" fmla="*/ 33 h 70"/>
                <a:gd name="T102" fmla="*/ 50 w 63"/>
                <a:gd name="T103" fmla="*/ 26 h 70"/>
                <a:gd name="T104" fmla="*/ 51 w 63"/>
                <a:gd name="T105" fmla="*/ 27 h 70"/>
                <a:gd name="T106" fmla="*/ 46 w 63"/>
                <a:gd name="T107" fmla="*/ 32 h 70"/>
                <a:gd name="T108" fmla="*/ 55 w 63"/>
                <a:gd name="T109" fmla="*/ 26 h 70"/>
                <a:gd name="T110" fmla="*/ 38 w 63"/>
                <a:gd name="T111" fmla="*/ 33 h 70"/>
                <a:gd name="T112" fmla="*/ 45 w 63"/>
                <a:gd name="T113" fmla="*/ 65 h 70"/>
                <a:gd name="T114" fmla="*/ 56 w 63"/>
                <a:gd name="T115" fmla="*/ 42 h 70"/>
                <a:gd name="T116" fmla="*/ 45 w 63"/>
                <a:gd name="T117" fmla="*/ 65 h 70"/>
                <a:gd name="T118" fmla="*/ 47 w 63"/>
                <a:gd name="T119" fmla="*/ 46 h 70"/>
                <a:gd name="T120" fmla="*/ 56 w 63"/>
                <a:gd name="T121" fmla="*/ 38 h 70"/>
                <a:gd name="T122" fmla="*/ 57 w 63"/>
                <a:gd name="T123" fmla="*/ 37 h 70"/>
                <a:gd name="T124" fmla="*/ 47 w 63"/>
                <a:gd name="T125" fmla="*/ 36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3" h="70">
                  <a:moveTo>
                    <a:pt x="24" y="0"/>
                  </a:moveTo>
                  <a:cubicBezTo>
                    <a:pt x="25" y="0"/>
                    <a:pt x="25" y="1"/>
                    <a:pt x="26" y="0"/>
                  </a:cubicBezTo>
                  <a:cubicBezTo>
                    <a:pt x="27" y="5"/>
                    <a:pt x="32" y="2"/>
                    <a:pt x="36" y="2"/>
                  </a:cubicBezTo>
                  <a:cubicBezTo>
                    <a:pt x="37" y="5"/>
                    <a:pt x="35" y="7"/>
                    <a:pt x="35" y="11"/>
                  </a:cubicBezTo>
                  <a:cubicBezTo>
                    <a:pt x="39" y="15"/>
                    <a:pt x="44" y="9"/>
                    <a:pt x="49" y="11"/>
                  </a:cubicBezTo>
                  <a:cubicBezTo>
                    <a:pt x="49" y="15"/>
                    <a:pt x="46" y="23"/>
                    <a:pt x="53" y="24"/>
                  </a:cubicBezTo>
                  <a:cubicBezTo>
                    <a:pt x="56" y="24"/>
                    <a:pt x="59" y="23"/>
                    <a:pt x="61" y="21"/>
                  </a:cubicBezTo>
                  <a:cubicBezTo>
                    <a:pt x="62" y="21"/>
                    <a:pt x="62" y="22"/>
                    <a:pt x="63" y="23"/>
                  </a:cubicBezTo>
                  <a:cubicBezTo>
                    <a:pt x="61" y="27"/>
                    <a:pt x="61" y="35"/>
                    <a:pt x="60" y="40"/>
                  </a:cubicBezTo>
                  <a:cubicBezTo>
                    <a:pt x="61" y="44"/>
                    <a:pt x="60" y="48"/>
                    <a:pt x="60" y="53"/>
                  </a:cubicBezTo>
                  <a:cubicBezTo>
                    <a:pt x="60" y="54"/>
                    <a:pt x="59" y="54"/>
                    <a:pt x="58" y="55"/>
                  </a:cubicBezTo>
                  <a:cubicBezTo>
                    <a:pt x="59" y="55"/>
                    <a:pt x="60" y="55"/>
                    <a:pt x="60" y="56"/>
                  </a:cubicBezTo>
                  <a:cubicBezTo>
                    <a:pt x="60" y="56"/>
                    <a:pt x="59" y="56"/>
                    <a:pt x="59" y="56"/>
                  </a:cubicBezTo>
                  <a:cubicBezTo>
                    <a:pt x="54" y="59"/>
                    <a:pt x="50" y="63"/>
                    <a:pt x="46" y="68"/>
                  </a:cubicBezTo>
                  <a:cubicBezTo>
                    <a:pt x="46" y="68"/>
                    <a:pt x="45" y="69"/>
                    <a:pt x="44" y="69"/>
                  </a:cubicBezTo>
                  <a:cubicBezTo>
                    <a:pt x="43" y="69"/>
                    <a:pt x="42" y="70"/>
                    <a:pt x="41" y="68"/>
                  </a:cubicBezTo>
                  <a:cubicBezTo>
                    <a:pt x="32" y="69"/>
                    <a:pt x="23" y="67"/>
                    <a:pt x="16" y="70"/>
                  </a:cubicBezTo>
                  <a:cubicBezTo>
                    <a:pt x="13" y="68"/>
                    <a:pt x="7" y="68"/>
                    <a:pt x="4" y="69"/>
                  </a:cubicBezTo>
                  <a:cubicBezTo>
                    <a:pt x="2" y="68"/>
                    <a:pt x="0" y="67"/>
                    <a:pt x="2" y="65"/>
                  </a:cubicBezTo>
                  <a:cubicBezTo>
                    <a:pt x="2" y="50"/>
                    <a:pt x="4" y="35"/>
                    <a:pt x="2" y="21"/>
                  </a:cubicBezTo>
                  <a:cubicBezTo>
                    <a:pt x="8" y="13"/>
                    <a:pt x="17" y="8"/>
                    <a:pt x="24" y="0"/>
                  </a:cubicBezTo>
                  <a:close/>
                  <a:moveTo>
                    <a:pt x="11" y="47"/>
                  </a:moveTo>
                  <a:cubicBezTo>
                    <a:pt x="10" y="48"/>
                    <a:pt x="8" y="48"/>
                    <a:pt x="6" y="49"/>
                  </a:cubicBezTo>
                  <a:cubicBezTo>
                    <a:pt x="6" y="50"/>
                    <a:pt x="7" y="51"/>
                    <a:pt x="6" y="52"/>
                  </a:cubicBezTo>
                  <a:cubicBezTo>
                    <a:pt x="5" y="48"/>
                    <a:pt x="7" y="44"/>
                    <a:pt x="7" y="41"/>
                  </a:cubicBezTo>
                  <a:cubicBezTo>
                    <a:pt x="6" y="41"/>
                    <a:pt x="5" y="41"/>
                    <a:pt x="5" y="40"/>
                  </a:cubicBezTo>
                  <a:cubicBezTo>
                    <a:pt x="5" y="39"/>
                    <a:pt x="6" y="39"/>
                    <a:pt x="7" y="39"/>
                  </a:cubicBezTo>
                  <a:cubicBezTo>
                    <a:pt x="6" y="37"/>
                    <a:pt x="7" y="34"/>
                    <a:pt x="7" y="32"/>
                  </a:cubicBezTo>
                  <a:cubicBezTo>
                    <a:pt x="6" y="32"/>
                    <a:pt x="5" y="32"/>
                    <a:pt x="5" y="32"/>
                  </a:cubicBezTo>
                  <a:cubicBezTo>
                    <a:pt x="5" y="42"/>
                    <a:pt x="3" y="56"/>
                    <a:pt x="4" y="66"/>
                  </a:cubicBezTo>
                  <a:cubicBezTo>
                    <a:pt x="7" y="66"/>
                    <a:pt x="11" y="66"/>
                    <a:pt x="14" y="66"/>
                  </a:cubicBezTo>
                  <a:cubicBezTo>
                    <a:pt x="15" y="52"/>
                    <a:pt x="15" y="38"/>
                    <a:pt x="15" y="23"/>
                  </a:cubicBezTo>
                  <a:cubicBezTo>
                    <a:pt x="11" y="22"/>
                    <a:pt x="8" y="25"/>
                    <a:pt x="4" y="23"/>
                  </a:cubicBezTo>
                  <a:cubicBezTo>
                    <a:pt x="3" y="26"/>
                    <a:pt x="4" y="29"/>
                    <a:pt x="5" y="31"/>
                  </a:cubicBezTo>
                  <a:cubicBezTo>
                    <a:pt x="5" y="29"/>
                    <a:pt x="8" y="26"/>
                    <a:pt x="8" y="30"/>
                  </a:cubicBezTo>
                  <a:cubicBezTo>
                    <a:pt x="11" y="30"/>
                    <a:pt x="13" y="28"/>
                    <a:pt x="15" y="29"/>
                  </a:cubicBezTo>
                  <a:cubicBezTo>
                    <a:pt x="13" y="31"/>
                    <a:pt x="12" y="35"/>
                    <a:pt x="13" y="38"/>
                  </a:cubicBezTo>
                  <a:cubicBezTo>
                    <a:pt x="12" y="38"/>
                    <a:pt x="12" y="40"/>
                    <a:pt x="12" y="41"/>
                  </a:cubicBezTo>
                  <a:cubicBezTo>
                    <a:pt x="12" y="41"/>
                    <a:pt x="12" y="41"/>
                    <a:pt x="11" y="41"/>
                  </a:cubicBezTo>
                  <a:cubicBezTo>
                    <a:pt x="11" y="40"/>
                    <a:pt x="11" y="40"/>
                    <a:pt x="11" y="39"/>
                  </a:cubicBezTo>
                  <a:cubicBezTo>
                    <a:pt x="10" y="39"/>
                    <a:pt x="9" y="40"/>
                    <a:pt x="7" y="40"/>
                  </a:cubicBezTo>
                  <a:cubicBezTo>
                    <a:pt x="7" y="42"/>
                    <a:pt x="7" y="44"/>
                    <a:pt x="7" y="47"/>
                  </a:cubicBezTo>
                  <a:cubicBezTo>
                    <a:pt x="8" y="47"/>
                    <a:pt x="9" y="46"/>
                    <a:pt x="11" y="46"/>
                  </a:cubicBezTo>
                  <a:cubicBezTo>
                    <a:pt x="11" y="44"/>
                    <a:pt x="11" y="43"/>
                    <a:pt x="12" y="42"/>
                  </a:cubicBezTo>
                  <a:cubicBezTo>
                    <a:pt x="11" y="45"/>
                    <a:pt x="12" y="48"/>
                    <a:pt x="10" y="50"/>
                  </a:cubicBezTo>
                  <a:cubicBezTo>
                    <a:pt x="11" y="49"/>
                    <a:pt x="10" y="48"/>
                    <a:pt x="11" y="47"/>
                  </a:cubicBezTo>
                  <a:close/>
                  <a:moveTo>
                    <a:pt x="11" y="38"/>
                  </a:moveTo>
                  <a:cubicBezTo>
                    <a:pt x="12" y="35"/>
                    <a:pt x="11" y="33"/>
                    <a:pt x="12" y="31"/>
                  </a:cubicBezTo>
                  <a:cubicBezTo>
                    <a:pt x="11" y="30"/>
                    <a:pt x="10" y="31"/>
                    <a:pt x="8" y="31"/>
                  </a:cubicBezTo>
                  <a:cubicBezTo>
                    <a:pt x="7" y="33"/>
                    <a:pt x="8" y="37"/>
                    <a:pt x="7" y="39"/>
                  </a:cubicBezTo>
                  <a:cubicBezTo>
                    <a:pt x="9" y="38"/>
                    <a:pt x="10" y="38"/>
                    <a:pt x="11" y="38"/>
                  </a:cubicBezTo>
                  <a:close/>
                  <a:moveTo>
                    <a:pt x="17" y="19"/>
                  </a:moveTo>
                  <a:cubicBezTo>
                    <a:pt x="20" y="16"/>
                    <a:pt x="25" y="9"/>
                    <a:pt x="29" y="7"/>
                  </a:cubicBezTo>
                  <a:cubicBezTo>
                    <a:pt x="29" y="7"/>
                    <a:pt x="29" y="6"/>
                    <a:pt x="29" y="6"/>
                  </a:cubicBezTo>
                  <a:cubicBezTo>
                    <a:pt x="30" y="6"/>
                    <a:pt x="32" y="6"/>
                    <a:pt x="32" y="5"/>
                  </a:cubicBezTo>
                  <a:cubicBezTo>
                    <a:pt x="30" y="6"/>
                    <a:pt x="27" y="5"/>
                    <a:pt x="25" y="4"/>
                  </a:cubicBezTo>
                  <a:cubicBezTo>
                    <a:pt x="26" y="5"/>
                    <a:pt x="24" y="6"/>
                    <a:pt x="23" y="6"/>
                  </a:cubicBezTo>
                  <a:cubicBezTo>
                    <a:pt x="23" y="5"/>
                    <a:pt x="24" y="4"/>
                    <a:pt x="23" y="4"/>
                  </a:cubicBezTo>
                  <a:cubicBezTo>
                    <a:pt x="18" y="9"/>
                    <a:pt x="12" y="13"/>
                    <a:pt x="8" y="18"/>
                  </a:cubicBezTo>
                  <a:cubicBezTo>
                    <a:pt x="11" y="19"/>
                    <a:pt x="15" y="21"/>
                    <a:pt x="17" y="19"/>
                  </a:cubicBezTo>
                  <a:close/>
                  <a:moveTo>
                    <a:pt x="18" y="31"/>
                  </a:moveTo>
                  <a:cubicBezTo>
                    <a:pt x="19" y="42"/>
                    <a:pt x="19" y="54"/>
                    <a:pt x="18" y="66"/>
                  </a:cubicBezTo>
                  <a:cubicBezTo>
                    <a:pt x="21" y="66"/>
                    <a:pt x="25" y="66"/>
                    <a:pt x="29" y="66"/>
                  </a:cubicBezTo>
                  <a:cubicBezTo>
                    <a:pt x="31" y="54"/>
                    <a:pt x="32" y="43"/>
                    <a:pt x="32" y="30"/>
                  </a:cubicBezTo>
                  <a:cubicBezTo>
                    <a:pt x="29" y="33"/>
                    <a:pt x="22" y="27"/>
                    <a:pt x="18" y="31"/>
                  </a:cubicBezTo>
                  <a:close/>
                  <a:moveTo>
                    <a:pt x="21" y="19"/>
                  </a:moveTo>
                  <a:cubicBezTo>
                    <a:pt x="20" y="21"/>
                    <a:pt x="17" y="23"/>
                    <a:pt x="19" y="26"/>
                  </a:cubicBezTo>
                  <a:cubicBezTo>
                    <a:pt x="24" y="20"/>
                    <a:pt x="33" y="18"/>
                    <a:pt x="33" y="7"/>
                  </a:cubicBezTo>
                  <a:cubicBezTo>
                    <a:pt x="30" y="10"/>
                    <a:pt x="24" y="14"/>
                    <a:pt x="21" y="19"/>
                  </a:cubicBezTo>
                  <a:close/>
                  <a:moveTo>
                    <a:pt x="31" y="24"/>
                  </a:moveTo>
                  <a:cubicBezTo>
                    <a:pt x="33" y="22"/>
                    <a:pt x="36" y="20"/>
                    <a:pt x="39" y="18"/>
                  </a:cubicBezTo>
                  <a:cubicBezTo>
                    <a:pt x="39" y="18"/>
                    <a:pt x="39" y="18"/>
                    <a:pt x="39" y="19"/>
                  </a:cubicBezTo>
                  <a:cubicBezTo>
                    <a:pt x="41" y="17"/>
                    <a:pt x="42" y="16"/>
                    <a:pt x="43" y="14"/>
                  </a:cubicBezTo>
                  <a:cubicBezTo>
                    <a:pt x="40" y="14"/>
                    <a:pt x="38" y="14"/>
                    <a:pt x="35" y="14"/>
                  </a:cubicBezTo>
                  <a:cubicBezTo>
                    <a:pt x="35" y="15"/>
                    <a:pt x="34" y="15"/>
                    <a:pt x="34" y="16"/>
                  </a:cubicBezTo>
                  <a:cubicBezTo>
                    <a:pt x="34" y="17"/>
                    <a:pt x="34" y="16"/>
                    <a:pt x="34" y="17"/>
                  </a:cubicBezTo>
                  <a:cubicBezTo>
                    <a:pt x="30" y="20"/>
                    <a:pt x="26" y="23"/>
                    <a:pt x="23" y="26"/>
                  </a:cubicBezTo>
                  <a:cubicBezTo>
                    <a:pt x="25" y="26"/>
                    <a:pt x="27" y="26"/>
                    <a:pt x="28" y="26"/>
                  </a:cubicBezTo>
                  <a:cubicBezTo>
                    <a:pt x="31" y="21"/>
                    <a:pt x="36" y="19"/>
                    <a:pt x="39" y="15"/>
                  </a:cubicBezTo>
                  <a:cubicBezTo>
                    <a:pt x="39" y="15"/>
                    <a:pt x="39" y="16"/>
                    <a:pt x="39" y="16"/>
                  </a:cubicBezTo>
                  <a:cubicBezTo>
                    <a:pt x="37" y="19"/>
                    <a:pt x="33" y="21"/>
                    <a:pt x="31" y="24"/>
                  </a:cubicBezTo>
                  <a:close/>
                  <a:moveTo>
                    <a:pt x="30" y="28"/>
                  </a:moveTo>
                  <a:cubicBezTo>
                    <a:pt x="29" y="28"/>
                    <a:pt x="27" y="27"/>
                    <a:pt x="27" y="28"/>
                  </a:cubicBezTo>
                  <a:cubicBezTo>
                    <a:pt x="28" y="28"/>
                    <a:pt x="30" y="29"/>
                    <a:pt x="30" y="28"/>
                  </a:cubicBezTo>
                  <a:close/>
                  <a:moveTo>
                    <a:pt x="30" y="24"/>
                  </a:moveTo>
                  <a:cubicBezTo>
                    <a:pt x="29" y="24"/>
                    <a:pt x="29" y="25"/>
                    <a:pt x="29" y="26"/>
                  </a:cubicBezTo>
                  <a:cubicBezTo>
                    <a:pt x="30" y="26"/>
                    <a:pt x="30" y="25"/>
                    <a:pt x="30" y="24"/>
                  </a:cubicBezTo>
                  <a:close/>
                  <a:moveTo>
                    <a:pt x="31" y="66"/>
                  </a:moveTo>
                  <a:cubicBezTo>
                    <a:pt x="35" y="66"/>
                    <a:pt x="38" y="65"/>
                    <a:pt x="42" y="66"/>
                  </a:cubicBezTo>
                  <a:cubicBezTo>
                    <a:pt x="44" y="57"/>
                    <a:pt x="43" y="47"/>
                    <a:pt x="43" y="37"/>
                  </a:cubicBezTo>
                  <a:cubicBezTo>
                    <a:pt x="41" y="38"/>
                    <a:pt x="37" y="38"/>
                    <a:pt x="34" y="37"/>
                  </a:cubicBezTo>
                  <a:cubicBezTo>
                    <a:pt x="34" y="47"/>
                    <a:pt x="32" y="58"/>
                    <a:pt x="31" y="66"/>
                  </a:cubicBezTo>
                  <a:close/>
                  <a:moveTo>
                    <a:pt x="38" y="19"/>
                  </a:moveTo>
                  <a:cubicBezTo>
                    <a:pt x="36" y="20"/>
                    <a:pt x="34" y="23"/>
                    <a:pt x="33" y="25"/>
                  </a:cubicBezTo>
                  <a:cubicBezTo>
                    <a:pt x="35" y="23"/>
                    <a:pt x="37" y="21"/>
                    <a:pt x="38" y="19"/>
                  </a:cubicBezTo>
                  <a:close/>
                  <a:moveTo>
                    <a:pt x="36" y="26"/>
                  </a:moveTo>
                  <a:cubicBezTo>
                    <a:pt x="35" y="28"/>
                    <a:pt x="35" y="31"/>
                    <a:pt x="35" y="33"/>
                  </a:cubicBezTo>
                  <a:cubicBezTo>
                    <a:pt x="39" y="30"/>
                    <a:pt x="42" y="25"/>
                    <a:pt x="46" y="22"/>
                  </a:cubicBezTo>
                  <a:cubicBezTo>
                    <a:pt x="46" y="20"/>
                    <a:pt x="47" y="17"/>
                    <a:pt x="46" y="15"/>
                  </a:cubicBezTo>
                  <a:cubicBezTo>
                    <a:pt x="45" y="15"/>
                    <a:pt x="45" y="16"/>
                    <a:pt x="44" y="16"/>
                  </a:cubicBezTo>
                  <a:cubicBezTo>
                    <a:pt x="43" y="21"/>
                    <a:pt x="38" y="22"/>
                    <a:pt x="36" y="26"/>
                  </a:cubicBezTo>
                  <a:close/>
                  <a:moveTo>
                    <a:pt x="42" y="33"/>
                  </a:moveTo>
                  <a:cubicBezTo>
                    <a:pt x="44" y="31"/>
                    <a:pt x="45" y="30"/>
                    <a:pt x="47" y="29"/>
                  </a:cubicBezTo>
                  <a:cubicBezTo>
                    <a:pt x="47" y="27"/>
                    <a:pt x="49" y="25"/>
                    <a:pt x="50" y="26"/>
                  </a:cubicBezTo>
                  <a:cubicBezTo>
                    <a:pt x="49" y="28"/>
                    <a:pt x="47" y="29"/>
                    <a:pt x="46" y="31"/>
                  </a:cubicBezTo>
                  <a:cubicBezTo>
                    <a:pt x="48" y="30"/>
                    <a:pt x="49" y="28"/>
                    <a:pt x="51" y="27"/>
                  </a:cubicBezTo>
                  <a:cubicBezTo>
                    <a:pt x="51" y="28"/>
                    <a:pt x="52" y="28"/>
                    <a:pt x="52" y="28"/>
                  </a:cubicBezTo>
                  <a:cubicBezTo>
                    <a:pt x="50" y="29"/>
                    <a:pt x="48" y="32"/>
                    <a:pt x="46" y="32"/>
                  </a:cubicBezTo>
                  <a:cubicBezTo>
                    <a:pt x="45" y="32"/>
                    <a:pt x="44" y="32"/>
                    <a:pt x="44" y="33"/>
                  </a:cubicBezTo>
                  <a:cubicBezTo>
                    <a:pt x="50" y="32"/>
                    <a:pt x="52" y="28"/>
                    <a:pt x="55" y="26"/>
                  </a:cubicBezTo>
                  <a:cubicBezTo>
                    <a:pt x="52" y="27"/>
                    <a:pt x="50" y="24"/>
                    <a:pt x="47" y="24"/>
                  </a:cubicBezTo>
                  <a:cubicBezTo>
                    <a:pt x="44" y="27"/>
                    <a:pt x="41" y="30"/>
                    <a:pt x="38" y="33"/>
                  </a:cubicBezTo>
                  <a:cubicBezTo>
                    <a:pt x="40" y="33"/>
                    <a:pt x="41" y="33"/>
                    <a:pt x="42" y="33"/>
                  </a:cubicBezTo>
                  <a:close/>
                  <a:moveTo>
                    <a:pt x="45" y="65"/>
                  </a:moveTo>
                  <a:cubicBezTo>
                    <a:pt x="48" y="62"/>
                    <a:pt x="54" y="57"/>
                    <a:pt x="56" y="54"/>
                  </a:cubicBezTo>
                  <a:cubicBezTo>
                    <a:pt x="57" y="51"/>
                    <a:pt x="56" y="45"/>
                    <a:pt x="56" y="42"/>
                  </a:cubicBezTo>
                  <a:cubicBezTo>
                    <a:pt x="54" y="44"/>
                    <a:pt x="50" y="49"/>
                    <a:pt x="46" y="47"/>
                  </a:cubicBezTo>
                  <a:cubicBezTo>
                    <a:pt x="46" y="53"/>
                    <a:pt x="45" y="59"/>
                    <a:pt x="45" y="65"/>
                  </a:cubicBezTo>
                  <a:close/>
                  <a:moveTo>
                    <a:pt x="47" y="36"/>
                  </a:moveTo>
                  <a:cubicBezTo>
                    <a:pt x="47" y="39"/>
                    <a:pt x="46" y="43"/>
                    <a:pt x="47" y="46"/>
                  </a:cubicBezTo>
                  <a:cubicBezTo>
                    <a:pt x="50" y="44"/>
                    <a:pt x="52" y="40"/>
                    <a:pt x="56" y="40"/>
                  </a:cubicBezTo>
                  <a:cubicBezTo>
                    <a:pt x="57" y="39"/>
                    <a:pt x="57" y="38"/>
                    <a:pt x="56" y="38"/>
                  </a:cubicBezTo>
                  <a:cubicBezTo>
                    <a:pt x="53" y="39"/>
                    <a:pt x="50" y="45"/>
                    <a:pt x="47" y="42"/>
                  </a:cubicBezTo>
                  <a:cubicBezTo>
                    <a:pt x="49" y="40"/>
                    <a:pt x="54" y="33"/>
                    <a:pt x="57" y="37"/>
                  </a:cubicBezTo>
                  <a:cubicBezTo>
                    <a:pt x="58" y="34"/>
                    <a:pt x="58" y="30"/>
                    <a:pt x="58" y="27"/>
                  </a:cubicBezTo>
                  <a:cubicBezTo>
                    <a:pt x="54" y="29"/>
                    <a:pt x="50" y="32"/>
                    <a:pt x="47" y="3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algn="ctr"/>
              <a:endParaRPr lang="zh-CN" altLang="en-US"/>
            </a:p>
          </p:txBody>
        </p:sp>
        <p:sp>
          <p:nvSpPr>
            <p:cNvPr id="28" name="Freeform 16"/>
            <p:cNvSpPr>
              <a:spLocks noEditPoints="1"/>
            </p:cNvSpPr>
            <p:nvPr>
              <p:custDataLst>
                <p:tags r:id="rId16"/>
              </p:custDataLst>
            </p:nvPr>
          </p:nvSpPr>
          <p:spPr bwMode="auto">
            <a:xfrm>
              <a:off x="5492750" y="2036763"/>
              <a:ext cx="52388" cy="44450"/>
            </a:xfrm>
            <a:custGeom>
              <a:avLst/>
              <a:gdLst>
                <a:gd name="T0" fmla="*/ 3 w 14"/>
                <a:gd name="T1" fmla="*/ 11 h 12"/>
                <a:gd name="T2" fmla="*/ 4 w 14"/>
                <a:gd name="T3" fmla="*/ 10 h 12"/>
                <a:gd name="T4" fmla="*/ 1 w 14"/>
                <a:gd name="T5" fmla="*/ 12 h 12"/>
                <a:gd name="T6" fmla="*/ 0 w 14"/>
                <a:gd name="T7" fmla="*/ 10 h 12"/>
                <a:gd name="T8" fmla="*/ 5 w 14"/>
                <a:gd name="T9" fmla="*/ 7 h 12"/>
                <a:gd name="T10" fmla="*/ 11 w 14"/>
                <a:gd name="T11" fmla="*/ 0 h 12"/>
                <a:gd name="T12" fmla="*/ 5 w 14"/>
                <a:gd name="T13" fmla="*/ 9 h 12"/>
                <a:gd name="T14" fmla="*/ 11 w 14"/>
                <a:gd name="T15" fmla="*/ 3 h 12"/>
                <a:gd name="T16" fmla="*/ 11 w 14"/>
                <a:gd name="T17" fmla="*/ 4 h 12"/>
                <a:gd name="T18" fmla="*/ 12 w 14"/>
                <a:gd name="T19" fmla="*/ 2 h 12"/>
                <a:gd name="T20" fmla="*/ 14 w 14"/>
                <a:gd name="T21" fmla="*/ 2 h 12"/>
                <a:gd name="T22" fmla="*/ 4 w 14"/>
                <a:gd name="T23" fmla="*/ 12 h 12"/>
                <a:gd name="T24" fmla="*/ 3 w 14"/>
                <a:gd name="T25" fmla="*/ 11 h 12"/>
                <a:gd name="T26" fmla="*/ 4 w 14"/>
                <a:gd name="T27" fmla="*/ 9 h 12"/>
                <a:gd name="T28" fmla="*/ 4 w 14"/>
                <a:gd name="T29" fmla="*/ 10 h 12"/>
                <a:gd name="T30" fmla="*/ 4 w 14"/>
                <a:gd name="T31" fmla="*/ 9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4" h="12">
                  <a:moveTo>
                    <a:pt x="3" y="11"/>
                  </a:moveTo>
                  <a:cubicBezTo>
                    <a:pt x="3" y="11"/>
                    <a:pt x="4" y="11"/>
                    <a:pt x="4" y="10"/>
                  </a:cubicBezTo>
                  <a:cubicBezTo>
                    <a:pt x="2" y="10"/>
                    <a:pt x="2" y="12"/>
                    <a:pt x="1" y="12"/>
                  </a:cubicBezTo>
                  <a:cubicBezTo>
                    <a:pt x="0" y="12"/>
                    <a:pt x="0" y="11"/>
                    <a:pt x="0" y="10"/>
                  </a:cubicBezTo>
                  <a:cubicBezTo>
                    <a:pt x="2" y="11"/>
                    <a:pt x="3" y="7"/>
                    <a:pt x="5" y="7"/>
                  </a:cubicBezTo>
                  <a:cubicBezTo>
                    <a:pt x="6" y="4"/>
                    <a:pt x="9" y="3"/>
                    <a:pt x="11" y="0"/>
                  </a:cubicBezTo>
                  <a:cubicBezTo>
                    <a:pt x="11" y="3"/>
                    <a:pt x="6" y="5"/>
                    <a:pt x="5" y="9"/>
                  </a:cubicBezTo>
                  <a:cubicBezTo>
                    <a:pt x="7" y="7"/>
                    <a:pt x="9" y="5"/>
                    <a:pt x="11" y="3"/>
                  </a:cubicBezTo>
                  <a:cubicBezTo>
                    <a:pt x="11" y="3"/>
                    <a:pt x="11" y="4"/>
                    <a:pt x="11" y="4"/>
                  </a:cubicBezTo>
                  <a:cubicBezTo>
                    <a:pt x="11" y="3"/>
                    <a:pt x="12" y="3"/>
                    <a:pt x="12" y="2"/>
                  </a:cubicBezTo>
                  <a:cubicBezTo>
                    <a:pt x="13" y="2"/>
                    <a:pt x="13" y="2"/>
                    <a:pt x="14" y="2"/>
                  </a:cubicBezTo>
                  <a:cubicBezTo>
                    <a:pt x="10" y="5"/>
                    <a:pt x="7" y="9"/>
                    <a:pt x="4" y="12"/>
                  </a:cubicBezTo>
                  <a:cubicBezTo>
                    <a:pt x="3" y="12"/>
                    <a:pt x="3" y="11"/>
                    <a:pt x="3" y="11"/>
                  </a:cubicBezTo>
                  <a:close/>
                  <a:moveTo>
                    <a:pt x="4" y="9"/>
                  </a:moveTo>
                  <a:cubicBezTo>
                    <a:pt x="4" y="9"/>
                    <a:pt x="3" y="9"/>
                    <a:pt x="4" y="10"/>
                  </a:cubicBezTo>
                  <a:cubicBezTo>
                    <a:pt x="4" y="10"/>
                    <a:pt x="5" y="9"/>
                    <a:pt x="4" y="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algn="ctr"/>
              <a:endParaRPr lang="zh-CN" altLang="en-US"/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0" presetClass="entr" presetSubtype="0" fill="hold" nodeType="withEffect">
                                  <p:stCondLst>
                                    <p:cond delay="80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</p:bld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矩形 4"/>
          <p:cNvSpPr/>
          <p:nvPr>
            <p:custDataLst>
              <p:tags r:id="rId1"/>
            </p:custDataLst>
          </p:nvPr>
        </p:nvSpPr>
        <p:spPr>
          <a:xfrm>
            <a:off x="207010" y="1066800"/>
            <a:ext cx="5864225" cy="1530350"/>
          </a:xfrm>
          <a:prstGeom prst="rect">
            <a:avLst/>
          </a:prstGeom>
          <a:solidFill>
            <a:srgbClr val="1E7AB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350">
              <a:latin typeface="Noto Serif CJK SC" panose="02020400000000000000" pitchFamily="18" charset="-122"/>
              <a:ea typeface="FZHei-B01S" panose="02010601030101010101" pitchFamily="2" charset="-122"/>
              <a:sym typeface="Noto Serif CJK SC" panose="02020400000000000000" pitchFamily="18" charset="-122"/>
            </a:endParaRPr>
          </a:p>
        </p:txBody>
      </p:sp>
      <p:sp>
        <p:nvSpPr>
          <p:cNvPr id="7" name="矩形 6"/>
          <p:cNvSpPr/>
          <p:nvPr>
            <p:custDataLst>
              <p:tags r:id="rId2"/>
            </p:custDataLst>
          </p:nvPr>
        </p:nvSpPr>
        <p:spPr>
          <a:xfrm>
            <a:off x="207010" y="1765300"/>
            <a:ext cx="8678545" cy="398462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350">
              <a:latin typeface="Noto Serif CJK SC" panose="02020400000000000000" pitchFamily="18" charset="-122"/>
              <a:ea typeface="FZHei-B01S" panose="02010601030101010101" pitchFamily="2" charset="-122"/>
              <a:sym typeface="Noto Serif CJK SC" panose="02020400000000000000" pitchFamily="18" charset="-122"/>
            </a:endParaRPr>
          </a:p>
        </p:txBody>
      </p:sp>
      <p:sp>
        <p:nvSpPr>
          <p:cNvPr id="8" name="Title 1"/>
          <p:cNvSpPr>
            <a:spLocks noGrp="1"/>
          </p:cNvSpPr>
          <p:nvPr>
            <p:custDataLst>
              <p:tags r:id="rId3"/>
            </p:custDataLst>
          </p:nvPr>
        </p:nvSpPr>
        <p:spPr>
          <a:xfrm>
            <a:off x="368935" y="1110615"/>
            <a:ext cx="5746115" cy="72136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5335" kern="120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+mj-ea"/>
                <a:cs typeface="Times New Roman" panose="02020603050405020304" pitchFamily="18" charset="0"/>
              </a:defRPr>
            </a:lvl1pPr>
          </a:lstStyle>
          <a:p>
            <a:r>
              <a:rPr lang="en-US" altLang="zh-CN" sz="3600" dirty="0">
                <a:solidFill>
                  <a:schemeClr val="bg1"/>
                </a:solidFill>
              </a:rPr>
              <a:t>List: </a:t>
            </a:r>
            <a:r>
              <a:rPr lang="en-US" altLang="zh-CN" sz="3600" dirty="0">
                <a:solidFill>
                  <a:schemeClr val="bg1"/>
                </a:solidFill>
                <a:sym typeface="+mn-ea"/>
              </a:rPr>
              <a:t>Pointer</a:t>
            </a:r>
            <a:r>
              <a:rPr lang="en-US" altLang="zh-CN" sz="3600" dirty="0">
                <a:solidFill>
                  <a:schemeClr val="bg1"/>
                </a:solidFill>
              </a:rPr>
              <a:t> Implementation</a:t>
            </a:r>
          </a:p>
        </p:txBody>
      </p:sp>
      <p:pic>
        <p:nvPicPr>
          <p:cNvPr id="13" name="图片 12" descr="华工标志（透明版"/>
          <p:cNvPicPr>
            <a:picLocks noChangeAspect="1"/>
          </p:cNvPicPr>
          <p:nvPr>
            <p:custDataLst>
              <p:tags r:id="rId4"/>
            </p:custDataLst>
          </p:nvPr>
        </p:nvPicPr>
        <p:blipFill>
          <a:blip r:embed="rId43" cstate="print"/>
          <a:stretch>
            <a:fillRect/>
          </a:stretch>
        </p:blipFill>
        <p:spPr>
          <a:xfrm>
            <a:off x="7740015" y="116205"/>
            <a:ext cx="1230630" cy="1230630"/>
          </a:xfrm>
          <a:prstGeom prst="rect">
            <a:avLst/>
          </a:prstGeom>
        </p:spPr>
      </p:pic>
      <p:sp>
        <p:nvSpPr>
          <p:cNvPr id="21507" name="Content Placeholder 2"/>
          <p:cNvSpPr>
            <a:spLocks noGrp="1"/>
          </p:cNvSpPr>
          <p:nvPr>
            <p:ph idx="1"/>
          </p:nvPr>
        </p:nvSpPr>
        <p:spPr>
          <a:xfrm>
            <a:off x="500380" y="2298065"/>
            <a:ext cx="8122285" cy="3109595"/>
          </a:xfrm>
        </p:spPr>
        <p:txBody>
          <a:bodyPr>
            <a:normAutofit/>
          </a:bodyPr>
          <a:lstStyle/>
          <a:p>
            <a:r>
              <a:rPr lang="en-US" altLang="zh-CN" dirty="0"/>
              <a:t>C++ STL – List</a:t>
            </a:r>
          </a:p>
          <a:p>
            <a:pPr lvl="1"/>
            <a:r>
              <a:rPr lang="en-US" altLang="zh-CN" dirty="0"/>
              <a:t>a doubly linked list implementation of the List ADT</a:t>
            </a:r>
          </a:p>
          <a:p>
            <a:pPr lvl="2"/>
            <a:r>
              <a:rPr lang="en-US" altLang="zh-CN" sz="2000" dirty="0"/>
              <a:t>How to implement the list ADT with pointers where Pre method takes Θ(1) time?</a:t>
            </a:r>
            <a:endParaRPr lang="en-US" altLang="zh-CN" sz="3600" dirty="0"/>
          </a:p>
          <a:p>
            <a:pPr lvl="1"/>
            <a:r>
              <a:rPr lang="en-US" altLang="zh-CN" dirty="0"/>
              <a:t>Textbook section 3.3 list &amp; Code </a:t>
            </a:r>
            <a:r>
              <a:rPr lang="en-US" altLang="zh-CN" dirty="0" err="1"/>
              <a:t>list.h</a:t>
            </a:r>
            <a:r>
              <a:rPr lang="en-US" altLang="zh-CN" dirty="0"/>
              <a:t> and TestList.cpp</a:t>
            </a:r>
            <a:endParaRPr lang="en-US" altLang="zh-CN" sz="490" dirty="0"/>
          </a:p>
        </p:txBody>
      </p:sp>
      <p:sp>
        <p:nvSpPr>
          <p:cNvPr id="21508" name="Slide Number Placeholder 3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557530" indent="-21463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857250" indent="-1714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200150" indent="-1714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1543050" indent="-1714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1885950" indent="-1714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228850" indent="-1714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2571750" indent="-1714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2914650" indent="-1714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fld id="{9EF163A8-F4A2-4371-8360-1A5B1D61D940}" type="slidenum">
              <a:rPr lang="en-US" altLang="zh-CN" sz="465" smtClean="0"/>
              <a:pPr/>
              <a:t>23</a:t>
            </a:fld>
            <a:endParaRPr lang="en-US" altLang="zh-CN" sz="465"/>
          </a:p>
        </p:txBody>
      </p:sp>
      <p:sp>
        <p:nvSpPr>
          <p:cNvPr id="2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fld id="{7D0DDD51-F667-46B6-8368-B157E0FA7FAC}" type="datetime1">
              <a:rPr lang="zh-CN" altLang="en-US" sz="465" smtClean="0"/>
              <a:pPr>
                <a:defRPr/>
              </a:pPr>
              <a:t>2025/12/16</a:t>
            </a:fld>
            <a:endParaRPr lang="zh-CN" altLang="en-US" sz="465"/>
          </a:p>
        </p:txBody>
      </p:sp>
      <p:sp>
        <p:nvSpPr>
          <p:cNvPr id="3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altLang="zh-CN" sz="465"/>
              <a:t>Stacks and Queues - Lecture 6</a:t>
            </a:r>
            <a:endParaRPr lang="zh-CN" altLang="en-US" sz="465"/>
          </a:p>
        </p:txBody>
      </p:sp>
      <p:grpSp>
        <p:nvGrpSpPr>
          <p:cNvPr id="1279" name="组合 1278"/>
          <p:cNvGrpSpPr/>
          <p:nvPr/>
        </p:nvGrpSpPr>
        <p:grpSpPr>
          <a:xfrm rot="10800000">
            <a:off x="7763935" y="5235558"/>
            <a:ext cx="893233" cy="990600"/>
            <a:chOff x="2084388" y="1965325"/>
            <a:chExt cx="669925" cy="742950"/>
          </a:xfrm>
          <a:solidFill>
            <a:srgbClr val="1E7AB6"/>
          </a:solidFill>
        </p:grpSpPr>
        <p:sp>
          <p:nvSpPr>
            <p:cNvPr id="12811" name="Freeform 523"/>
            <p:cNvSpPr/>
            <p:nvPr>
              <p:custDataLst>
                <p:tags r:id="rId5"/>
              </p:custDataLst>
            </p:nvPr>
          </p:nvSpPr>
          <p:spPr bwMode="auto">
            <a:xfrm>
              <a:off x="2165351" y="2058988"/>
              <a:ext cx="85725" cy="117475"/>
            </a:xfrm>
            <a:custGeom>
              <a:avLst/>
              <a:gdLst/>
              <a:ahLst/>
              <a:cxnLst>
                <a:cxn ang="0">
                  <a:pos x="209" y="0"/>
                </a:cxn>
                <a:cxn ang="0">
                  <a:pos x="209" y="0"/>
                </a:cxn>
                <a:cxn ang="0">
                  <a:pos x="202" y="2"/>
                </a:cxn>
                <a:cxn ang="0">
                  <a:pos x="197" y="5"/>
                </a:cxn>
                <a:cxn ang="0">
                  <a:pos x="192" y="9"/>
                </a:cxn>
                <a:cxn ang="0">
                  <a:pos x="187" y="14"/>
                </a:cxn>
                <a:cxn ang="0">
                  <a:pos x="178" y="24"/>
                </a:cxn>
                <a:cxn ang="0">
                  <a:pos x="170" y="36"/>
                </a:cxn>
                <a:cxn ang="0">
                  <a:pos x="170" y="36"/>
                </a:cxn>
                <a:cxn ang="0">
                  <a:pos x="153" y="58"/>
                </a:cxn>
                <a:cxn ang="0">
                  <a:pos x="136" y="82"/>
                </a:cxn>
                <a:cxn ang="0">
                  <a:pos x="99" y="126"/>
                </a:cxn>
                <a:cxn ang="0">
                  <a:pos x="99" y="126"/>
                </a:cxn>
                <a:cxn ang="0">
                  <a:pos x="68" y="166"/>
                </a:cxn>
                <a:cxn ang="0">
                  <a:pos x="52" y="185"/>
                </a:cxn>
                <a:cxn ang="0">
                  <a:pos x="39" y="206"/>
                </a:cxn>
                <a:cxn ang="0">
                  <a:pos x="39" y="206"/>
                </a:cxn>
                <a:cxn ang="0">
                  <a:pos x="26" y="226"/>
                </a:cxn>
                <a:cxn ang="0">
                  <a:pos x="14" y="245"/>
                </a:cxn>
                <a:cxn ang="0">
                  <a:pos x="9" y="257"/>
                </a:cxn>
                <a:cxn ang="0">
                  <a:pos x="4" y="268"/>
                </a:cxn>
                <a:cxn ang="0">
                  <a:pos x="1" y="279"/>
                </a:cxn>
                <a:cxn ang="0">
                  <a:pos x="0" y="290"/>
                </a:cxn>
                <a:cxn ang="0">
                  <a:pos x="0" y="290"/>
                </a:cxn>
                <a:cxn ang="0">
                  <a:pos x="0" y="293"/>
                </a:cxn>
                <a:cxn ang="0">
                  <a:pos x="1" y="294"/>
                </a:cxn>
                <a:cxn ang="0">
                  <a:pos x="2" y="295"/>
                </a:cxn>
                <a:cxn ang="0">
                  <a:pos x="5" y="296"/>
                </a:cxn>
                <a:cxn ang="0">
                  <a:pos x="9" y="294"/>
                </a:cxn>
                <a:cxn ang="0">
                  <a:pos x="10" y="293"/>
                </a:cxn>
                <a:cxn ang="0">
                  <a:pos x="10" y="290"/>
                </a:cxn>
                <a:cxn ang="0">
                  <a:pos x="10" y="290"/>
                </a:cxn>
                <a:cxn ang="0">
                  <a:pos x="13" y="279"/>
                </a:cxn>
                <a:cxn ang="0">
                  <a:pos x="15" y="269"/>
                </a:cxn>
                <a:cxn ang="0">
                  <a:pos x="19" y="260"/>
                </a:cxn>
                <a:cxn ang="0">
                  <a:pos x="25" y="249"/>
                </a:cxn>
                <a:cxn ang="0">
                  <a:pos x="36" y="230"/>
                </a:cxn>
                <a:cxn ang="0">
                  <a:pos x="48" y="211"/>
                </a:cxn>
                <a:cxn ang="0">
                  <a:pos x="48" y="211"/>
                </a:cxn>
                <a:cxn ang="0">
                  <a:pos x="62" y="192"/>
                </a:cxn>
                <a:cxn ang="0">
                  <a:pos x="77" y="172"/>
                </a:cxn>
                <a:cxn ang="0">
                  <a:pos x="107" y="134"/>
                </a:cxn>
                <a:cxn ang="0">
                  <a:pos x="107" y="134"/>
                </a:cxn>
                <a:cxn ang="0">
                  <a:pos x="121" y="117"/>
                </a:cxn>
                <a:cxn ang="0">
                  <a:pos x="136" y="99"/>
                </a:cxn>
                <a:cxn ang="0">
                  <a:pos x="163" y="62"/>
                </a:cxn>
                <a:cxn ang="0">
                  <a:pos x="163" y="62"/>
                </a:cxn>
                <a:cxn ang="0">
                  <a:pos x="174" y="49"/>
                </a:cxn>
                <a:cxn ang="0">
                  <a:pos x="185" y="32"/>
                </a:cxn>
                <a:cxn ang="0">
                  <a:pos x="191" y="24"/>
                </a:cxn>
                <a:cxn ang="0">
                  <a:pos x="197" y="18"/>
                </a:cxn>
                <a:cxn ang="0">
                  <a:pos x="205" y="14"/>
                </a:cxn>
                <a:cxn ang="0">
                  <a:pos x="212" y="10"/>
                </a:cxn>
                <a:cxn ang="0">
                  <a:pos x="212" y="10"/>
                </a:cxn>
                <a:cxn ang="0">
                  <a:pos x="214" y="10"/>
                </a:cxn>
                <a:cxn ang="0">
                  <a:pos x="216" y="7"/>
                </a:cxn>
                <a:cxn ang="0">
                  <a:pos x="216" y="4"/>
                </a:cxn>
                <a:cxn ang="0">
                  <a:pos x="213" y="1"/>
                </a:cxn>
                <a:cxn ang="0">
                  <a:pos x="212" y="0"/>
                </a:cxn>
                <a:cxn ang="0">
                  <a:pos x="209" y="0"/>
                </a:cxn>
                <a:cxn ang="0">
                  <a:pos x="209" y="0"/>
                </a:cxn>
              </a:cxnLst>
              <a:rect l="0" t="0" r="r" b="b"/>
              <a:pathLst>
                <a:path w="216" h="296">
                  <a:moveTo>
                    <a:pt x="209" y="0"/>
                  </a:moveTo>
                  <a:lnTo>
                    <a:pt x="209" y="0"/>
                  </a:lnTo>
                  <a:lnTo>
                    <a:pt x="202" y="2"/>
                  </a:lnTo>
                  <a:lnTo>
                    <a:pt x="197" y="5"/>
                  </a:lnTo>
                  <a:lnTo>
                    <a:pt x="192" y="9"/>
                  </a:lnTo>
                  <a:lnTo>
                    <a:pt x="187" y="14"/>
                  </a:lnTo>
                  <a:lnTo>
                    <a:pt x="178" y="24"/>
                  </a:lnTo>
                  <a:lnTo>
                    <a:pt x="170" y="36"/>
                  </a:lnTo>
                  <a:lnTo>
                    <a:pt x="170" y="36"/>
                  </a:lnTo>
                  <a:lnTo>
                    <a:pt x="153" y="58"/>
                  </a:lnTo>
                  <a:lnTo>
                    <a:pt x="136" y="82"/>
                  </a:lnTo>
                  <a:lnTo>
                    <a:pt x="99" y="126"/>
                  </a:lnTo>
                  <a:lnTo>
                    <a:pt x="99" y="126"/>
                  </a:lnTo>
                  <a:lnTo>
                    <a:pt x="68" y="166"/>
                  </a:lnTo>
                  <a:lnTo>
                    <a:pt x="52" y="185"/>
                  </a:lnTo>
                  <a:lnTo>
                    <a:pt x="39" y="206"/>
                  </a:lnTo>
                  <a:lnTo>
                    <a:pt x="39" y="206"/>
                  </a:lnTo>
                  <a:lnTo>
                    <a:pt x="26" y="226"/>
                  </a:lnTo>
                  <a:lnTo>
                    <a:pt x="14" y="245"/>
                  </a:lnTo>
                  <a:lnTo>
                    <a:pt x="9" y="257"/>
                  </a:lnTo>
                  <a:lnTo>
                    <a:pt x="4" y="268"/>
                  </a:lnTo>
                  <a:lnTo>
                    <a:pt x="1" y="279"/>
                  </a:lnTo>
                  <a:lnTo>
                    <a:pt x="0" y="290"/>
                  </a:lnTo>
                  <a:lnTo>
                    <a:pt x="0" y="290"/>
                  </a:lnTo>
                  <a:lnTo>
                    <a:pt x="0" y="293"/>
                  </a:lnTo>
                  <a:lnTo>
                    <a:pt x="1" y="294"/>
                  </a:lnTo>
                  <a:lnTo>
                    <a:pt x="2" y="295"/>
                  </a:lnTo>
                  <a:lnTo>
                    <a:pt x="5" y="296"/>
                  </a:lnTo>
                  <a:lnTo>
                    <a:pt x="9" y="294"/>
                  </a:lnTo>
                  <a:lnTo>
                    <a:pt x="10" y="293"/>
                  </a:lnTo>
                  <a:lnTo>
                    <a:pt x="10" y="290"/>
                  </a:lnTo>
                  <a:lnTo>
                    <a:pt x="10" y="290"/>
                  </a:lnTo>
                  <a:lnTo>
                    <a:pt x="13" y="279"/>
                  </a:lnTo>
                  <a:lnTo>
                    <a:pt x="15" y="269"/>
                  </a:lnTo>
                  <a:lnTo>
                    <a:pt x="19" y="260"/>
                  </a:lnTo>
                  <a:lnTo>
                    <a:pt x="25" y="249"/>
                  </a:lnTo>
                  <a:lnTo>
                    <a:pt x="36" y="230"/>
                  </a:lnTo>
                  <a:lnTo>
                    <a:pt x="48" y="211"/>
                  </a:lnTo>
                  <a:lnTo>
                    <a:pt x="48" y="211"/>
                  </a:lnTo>
                  <a:lnTo>
                    <a:pt x="62" y="192"/>
                  </a:lnTo>
                  <a:lnTo>
                    <a:pt x="77" y="172"/>
                  </a:lnTo>
                  <a:lnTo>
                    <a:pt x="107" y="134"/>
                  </a:lnTo>
                  <a:lnTo>
                    <a:pt x="107" y="134"/>
                  </a:lnTo>
                  <a:lnTo>
                    <a:pt x="121" y="117"/>
                  </a:lnTo>
                  <a:lnTo>
                    <a:pt x="136" y="99"/>
                  </a:lnTo>
                  <a:lnTo>
                    <a:pt x="163" y="62"/>
                  </a:lnTo>
                  <a:lnTo>
                    <a:pt x="163" y="62"/>
                  </a:lnTo>
                  <a:lnTo>
                    <a:pt x="174" y="49"/>
                  </a:lnTo>
                  <a:lnTo>
                    <a:pt x="185" y="32"/>
                  </a:lnTo>
                  <a:lnTo>
                    <a:pt x="191" y="24"/>
                  </a:lnTo>
                  <a:lnTo>
                    <a:pt x="197" y="18"/>
                  </a:lnTo>
                  <a:lnTo>
                    <a:pt x="205" y="14"/>
                  </a:lnTo>
                  <a:lnTo>
                    <a:pt x="212" y="10"/>
                  </a:lnTo>
                  <a:lnTo>
                    <a:pt x="212" y="10"/>
                  </a:lnTo>
                  <a:lnTo>
                    <a:pt x="214" y="10"/>
                  </a:lnTo>
                  <a:lnTo>
                    <a:pt x="216" y="7"/>
                  </a:lnTo>
                  <a:lnTo>
                    <a:pt x="216" y="4"/>
                  </a:lnTo>
                  <a:lnTo>
                    <a:pt x="213" y="1"/>
                  </a:lnTo>
                  <a:lnTo>
                    <a:pt x="212" y="0"/>
                  </a:lnTo>
                  <a:lnTo>
                    <a:pt x="209" y="0"/>
                  </a:lnTo>
                  <a:lnTo>
                    <a:pt x="209" y="0"/>
                  </a:lnTo>
                  <a:close/>
                </a:path>
              </a:pathLst>
            </a:custGeom>
            <a:ln>
              <a:solidFill>
                <a:schemeClr val="accent1">
                  <a:alpha val="35000"/>
                </a:schemeClr>
              </a:solidFill>
            </a:ln>
          </p:spPr>
          <p:style>
            <a:lnRef idx="0">
              <a:srgbClr val="FFFFFF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12" name="Freeform 524"/>
            <p:cNvSpPr/>
            <p:nvPr>
              <p:custDataLst>
                <p:tags r:id="rId6"/>
              </p:custDataLst>
            </p:nvPr>
          </p:nvSpPr>
          <p:spPr bwMode="auto">
            <a:xfrm>
              <a:off x="2173288" y="2065338"/>
              <a:ext cx="122238" cy="155575"/>
            </a:xfrm>
            <a:custGeom>
              <a:avLst/>
              <a:gdLst/>
              <a:ahLst/>
              <a:cxnLst>
                <a:cxn ang="0">
                  <a:pos x="300" y="1"/>
                </a:cxn>
                <a:cxn ang="0">
                  <a:pos x="300" y="1"/>
                </a:cxn>
                <a:cxn ang="0">
                  <a:pos x="289" y="6"/>
                </a:cxn>
                <a:cxn ang="0">
                  <a:pos x="280" y="14"/>
                </a:cxn>
                <a:cxn ang="0">
                  <a:pos x="271" y="23"/>
                </a:cxn>
                <a:cxn ang="0">
                  <a:pos x="262" y="33"/>
                </a:cxn>
                <a:cxn ang="0">
                  <a:pos x="245" y="52"/>
                </a:cxn>
                <a:cxn ang="0">
                  <a:pos x="229" y="72"/>
                </a:cxn>
                <a:cxn ang="0">
                  <a:pos x="229" y="72"/>
                </a:cxn>
                <a:cxn ang="0">
                  <a:pos x="208" y="95"/>
                </a:cxn>
                <a:cxn ang="0">
                  <a:pos x="188" y="119"/>
                </a:cxn>
                <a:cxn ang="0">
                  <a:pos x="170" y="145"/>
                </a:cxn>
                <a:cxn ang="0">
                  <a:pos x="153" y="171"/>
                </a:cxn>
                <a:cxn ang="0">
                  <a:pos x="153" y="171"/>
                </a:cxn>
                <a:cxn ang="0">
                  <a:pos x="113" y="230"/>
                </a:cxn>
                <a:cxn ang="0">
                  <a:pos x="92" y="260"/>
                </a:cxn>
                <a:cxn ang="0">
                  <a:pos x="69" y="289"/>
                </a:cxn>
                <a:cxn ang="0">
                  <a:pos x="69" y="289"/>
                </a:cxn>
                <a:cxn ang="0">
                  <a:pos x="52" y="312"/>
                </a:cxn>
                <a:cxn ang="0">
                  <a:pos x="35" y="336"/>
                </a:cxn>
                <a:cxn ang="0">
                  <a:pos x="1" y="383"/>
                </a:cxn>
                <a:cxn ang="0">
                  <a:pos x="1" y="383"/>
                </a:cxn>
                <a:cxn ang="0">
                  <a:pos x="0" y="386"/>
                </a:cxn>
                <a:cxn ang="0">
                  <a:pos x="0" y="388"/>
                </a:cxn>
                <a:cxn ang="0">
                  <a:pos x="1" y="390"/>
                </a:cxn>
                <a:cxn ang="0">
                  <a:pos x="3" y="391"/>
                </a:cxn>
                <a:cxn ang="0">
                  <a:pos x="7" y="392"/>
                </a:cxn>
                <a:cxn ang="0">
                  <a:pos x="9" y="391"/>
                </a:cxn>
                <a:cxn ang="0">
                  <a:pos x="10" y="390"/>
                </a:cxn>
                <a:cxn ang="0">
                  <a:pos x="10" y="390"/>
                </a:cxn>
                <a:cxn ang="0">
                  <a:pos x="44" y="343"/>
                </a:cxn>
                <a:cxn ang="0">
                  <a:pos x="60" y="320"/>
                </a:cxn>
                <a:cxn ang="0">
                  <a:pos x="77" y="297"/>
                </a:cxn>
                <a:cxn ang="0">
                  <a:pos x="77" y="297"/>
                </a:cxn>
                <a:cxn ang="0">
                  <a:pos x="113" y="251"/>
                </a:cxn>
                <a:cxn ang="0">
                  <a:pos x="130" y="226"/>
                </a:cxn>
                <a:cxn ang="0">
                  <a:pos x="145" y="203"/>
                </a:cxn>
                <a:cxn ang="0">
                  <a:pos x="145" y="203"/>
                </a:cxn>
                <a:cxn ang="0">
                  <a:pos x="164" y="174"/>
                </a:cxn>
                <a:cxn ang="0">
                  <a:pos x="183" y="146"/>
                </a:cxn>
                <a:cxn ang="0">
                  <a:pos x="203" y="120"/>
                </a:cxn>
                <a:cxn ang="0">
                  <a:pos x="224" y="94"/>
                </a:cxn>
                <a:cxn ang="0">
                  <a:pos x="224" y="94"/>
                </a:cxn>
                <a:cxn ang="0">
                  <a:pos x="243" y="72"/>
                </a:cxn>
                <a:cxn ang="0">
                  <a:pos x="263" y="51"/>
                </a:cxn>
                <a:cxn ang="0">
                  <a:pos x="263" y="51"/>
                </a:cxn>
                <a:cxn ang="0">
                  <a:pos x="283" y="29"/>
                </a:cxn>
                <a:cxn ang="0">
                  <a:pos x="293" y="18"/>
                </a:cxn>
                <a:cxn ang="0">
                  <a:pos x="300" y="14"/>
                </a:cxn>
                <a:cxn ang="0">
                  <a:pos x="306" y="10"/>
                </a:cxn>
                <a:cxn ang="0">
                  <a:pos x="306" y="10"/>
                </a:cxn>
                <a:cxn ang="0">
                  <a:pos x="307" y="9"/>
                </a:cxn>
                <a:cxn ang="0">
                  <a:pos x="309" y="8"/>
                </a:cxn>
                <a:cxn ang="0">
                  <a:pos x="309" y="5"/>
                </a:cxn>
                <a:cxn ang="0">
                  <a:pos x="307" y="4"/>
                </a:cxn>
                <a:cxn ang="0">
                  <a:pos x="305" y="1"/>
                </a:cxn>
                <a:cxn ang="0">
                  <a:pos x="302" y="0"/>
                </a:cxn>
                <a:cxn ang="0">
                  <a:pos x="300" y="1"/>
                </a:cxn>
                <a:cxn ang="0">
                  <a:pos x="300" y="1"/>
                </a:cxn>
              </a:cxnLst>
              <a:rect l="0" t="0" r="r" b="b"/>
              <a:pathLst>
                <a:path w="309" h="392">
                  <a:moveTo>
                    <a:pt x="300" y="1"/>
                  </a:moveTo>
                  <a:lnTo>
                    <a:pt x="300" y="1"/>
                  </a:lnTo>
                  <a:lnTo>
                    <a:pt x="289" y="6"/>
                  </a:lnTo>
                  <a:lnTo>
                    <a:pt x="280" y="14"/>
                  </a:lnTo>
                  <a:lnTo>
                    <a:pt x="271" y="23"/>
                  </a:lnTo>
                  <a:lnTo>
                    <a:pt x="262" y="33"/>
                  </a:lnTo>
                  <a:lnTo>
                    <a:pt x="245" y="52"/>
                  </a:lnTo>
                  <a:lnTo>
                    <a:pt x="229" y="72"/>
                  </a:lnTo>
                  <a:lnTo>
                    <a:pt x="229" y="72"/>
                  </a:lnTo>
                  <a:lnTo>
                    <a:pt x="208" y="95"/>
                  </a:lnTo>
                  <a:lnTo>
                    <a:pt x="188" y="119"/>
                  </a:lnTo>
                  <a:lnTo>
                    <a:pt x="170" y="145"/>
                  </a:lnTo>
                  <a:lnTo>
                    <a:pt x="153" y="171"/>
                  </a:lnTo>
                  <a:lnTo>
                    <a:pt x="153" y="171"/>
                  </a:lnTo>
                  <a:lnTo>
                    <a:pt x="113" y="230"/>
                  </a:lnTo>
                  <a:lnTo>
                    <a:pt x="92" y="260"/>
                  </a:lnTo>
                  <a:lnTo>
                    <a:pt x="69" y="289"/>
                  </a:lnTo>
                  <a:lnTo>
                    <a:pt x="69" y="289"/>
                  </a:lnTo>
                  <a:lnTo>
                    <a:pt x="52" y="312"/>
                  </a:lnTo>
                  <a:lnTo>
                    <a:pt x="35" y="336"/>
                  </a:lnTo>
                  <a:lnTo>
                    <a:pt x="1" y="383"/>
                  </a:lnTo>
                  <a:lnTo>
                    <a:pt x="1" y="383"/>
                  </a:lnTo>
                  <a:lnTo>
                    <a:pt x="0" y="386"/>
                  </a:lnTo>
                  <a:lnTo>
                    <a:pt x="0" y="388"/>
                  </a:lnTo>
                  <a:lnTo>
                    <a:pt x="1" y="390"/>
                  </a:lnTo>
                  <a:lnTo>
                    <a:pt x="3" y="391"/>
                  </a:lnTo>
                  <a:lnTo>
                    <a:pt x="7" y="392"/>
                  </a:lnTo>
                  <a:lnTo>
                    <a:pt x="9" y="391"/>
                  </a:lnTo>
                  <a:lnTo>
                    <a:pt x="10" y="390"/>
                  </a:lnTo>
                  <a:lnTo>
                    <a:pt x="10" y="390"/>
                  </a:lnTo>
                  <a:lnTo>
                    <a:pt x="44" y="343"/>
                  </a:lnTo>
                  <a:lnTo>
                    <a:pt x="60" y="320"/>
                  </a:lnTo>
                  <a:lnTo>
                    <a:pt x="77" y="297"/>
                  </a:lnTo>
                  <a:lnTo>
                    <a:pt x="77" y="297"/>
                  </a:lnTo>
                  <a:lnTo>
                    <a:pt x="113" y="251"/>
                  </a:lnTo>
                  <a:lnTo>
                    <a:pt x="130" y="226"/>
                  </a:lnTo>
                  <a:lnTo>
                    <a:pt x="145" y="203"/>
                  </a:lnTo>
                  <a:lnTo>
                    <a:pt x="145" y="203"/>
                  </a:lnTo>
                  <a:lnTo>
                    <a:pt x="164" y="174"/>
                  </a:lnTo>
                  <a:lnTo>
                    <a:pt x="183" y="146"/>
                  </a:lnTo>
                  <a:lnTo>
                    <a:pt x="203" y="120"/>
                  </a:lnTo>
                  <a:lnTo>
                    <a:pt x="224" y="94"/>
                  </a:lnTo>
                  <a:lnTo>
                    <a:pt x="224" y="94"/>
                  </a:lnTo>
                  <a:lnTo>
                    <a:pt x="243" y="72"/>
                  </a:lnTo>
                  <a:lnTo>
                    <a:pt x="263" y="51"/>
                  </a:lnTo>
                  <a:lnTo>
                    <a:pt x="263" y="51"/>
                  </a:lnTo>
                  <a:lnTo>
                    <a:pt x="283" y="29"/>
                  </a:lnTo>
                  <a:lnTo>
                    <a:pt x="293" y="18"/>
                  </a:lnTo>
                  <a:lnTo>
                    <a:pt x="300" y="14"/>
                  </a:lnTo>
                  <a:lnTo>
                    <a:pt x="306" y="10"/>
                  </a:lnTo>
                  <a:lnTo>
                    <a:pt x="306" y="10"/>
                  </a:lnTo>
                  <a:lnTo>
                    <a:pt x="307" y="9"/>
                  </a:lnTo>
                  <a:lnTo>
                    <a:pt x="309" y="8"/>
                  </a:lnTo>
                  <a:lnTo>
                    <a:pt x="309" y="5"/>
                  </a:lnTo>
                  <a:lnTo>
                    <a:pt x="307" y="4"/>
                  </a:lnTo>
                  <a:lnTo>
                    <a:pt x="305" y="1"/>
                  </a:lnTo>
                  <a:lnTo>
                    <a:pt x="302" y="0"/>
                  </a:lnTo>
                  <a:lnTo>
                    <a:pt x="300" y="1"/>
                  </a:lnTo>
                  <a:lnTo>
                    <a:pt x="300" y="1"/>
                  </a:lnTo>
                  <a:close/>
                </a:path>
              </a:pathLst>
            </a:custGeom>
            <a:ln>
              <a:solidFill>
                <a:schemeClr val="accent1">
                  <a:alpha val="35000"/>
                </a:schemeClr>
              </a:solidFill>
            </a:ln>
          </p:spPr>
          <p:style>
            <a:lnRef idx="0">
              <a:srgbClr val="FFFFFF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13" name="Freeform 525"/>
            <p:cNvSpPr/>
            <p:nvPr>
              <p:custDataLst>
                <p:tags r:id="rId7"/>
              </p:custDataLst>
            </p:nvPr>
          </p:nvSpPr>
          <p:spPr bwMode="auto">
            <a:xfrm>
              <a:off x="2217738" y="2063750"/>
              <a:ext cx="133350" cy="182563"/>
            </a:xfrm>
            <a:custGeom>
              <a:avLst/>
              <a:gdLst/>
              <a:ahLst/>
              <a:cxnLst>
                <a:cxn ang="0">
                  <a:pos x="325" y="3"/>
                </a:cxn>
                <a:cxn ang="0">
                  <a:pos x="251" y="78"/>
                </a:cxn>
                <a:cxn ang="0">
                  <a:pos x="229" y="105"/>
                </a:cxn>
                <a:cxn ang="0">
                  <a:pos x="192" y="158"/>
                </a:cxn>
                <a:cxn ang="0">
                  <a:pos x="160" y="213"/>
                </a:cxn>
                <a:cxn ang="0">
                  <a:pos x="139" y="243"/>
                </a:cxn>
                <a:cxn ang="0">
                  <a:pos x="92" y="301"/>
                </a:cxn>
                <a:cxn ang="0">
                  <a:pos x="71" y="331"/>
                </a:cxn>
                <a:cxn ang="0">
                  <a:pos x="55" y="362"/>
                </a:cxn>
                <a:cxn ang="0">
                  <a:pos x="37" y="391"/>
                </a:cxn>
                <a:cxn ang="0">
                  <a:pos x="29" y="405"/>
                </a:cxn>
                <a:cxn ang="0">
                  <a:pos x="17" y="429"/>
                </a:cxn>
                <a:cxn ang="0">
                  <a:pos x="8" y="442"/>
                </a:cxn>
                <a:cxn ang="0">
                  <a:pos x="3" y="446"/>
                </a:cxn>
                <a:cxn ang="0">
                  <a:pos x="0" y="450"/>
                </a:cxn>
                <a:cxn ang="0">
                  <a:pos x="4" y="456"/>
                </a:cxn>
                <a:cxn ang="0">
                  <a:pos x="8" y="456"/>
                </a:cxn>
                <a:cxn ang="0">
                  <a:pos x="13" y="452"/>
                </a:cxn>
                <a:cxn ang="0">
                  <a:pos x="25" y="435"/>
                </a:cxn>
                <a:cxn ang="0">
                  <a:pos x="41" y="408"/>
                </a:cxn>
                <a:cxn ang="0">
                  <a:pos x="56" y="382"/>
                </a:cxn>
                <a:cxn ang="0">
                  <a:pos x="88" y="330"/>
                </a:cxn>
                <a:cxn ang="0">
                  <a:pos x="100" y="313"/>
                </a:cxn>
                <a:cxn ang="0">
                  <a:pos x="137" y="268"/>
                </a:cxn>
                <a:cxn ang="0">
                  <a:pos x="149" y="252"/>
                </a:cxn>
                <a:cxn ang="0">
                  <a:pos x="187" y="190"/>
                </a:cxn>
                <a:cxn ang="0">
                  <a:pos x="226" y="128"/>
                </a:cxn>
                <a:cxn ang="0">
                  <a:pos x="238" y="111"/>
                </a:cxn>
                <a:cxn ang="0">
                  <a:pos x="276" y="67"/>
                </a:cxn>
                <a:cxn ang="0">
                  <a:pos x="332" y="10"/>
                </a:cxn>
                <a:cxn ang="0">
                  <a:pos x="334" y="8"/>
                </a:cxn>
                <a:cxn ang="0">
                  <a:pos x="332" y="3"/>
                </a:cxn>
                <a:cxn ang="0">
                  <a:pos x="327" y="1"/>
                </a:cxn>
                <a:cxn ang="0">
                  <a:pos x="325" y="3"/>
                </a:cxn>
              </a:cxnLst>
              <a:rect l="0" t="0" r="r" b="b"/>
              <a:pathLst>
                <a:path w="334" h="458">
                  <a:moveTo>
                    <a:pt x="325" y="3"/>
                  </a:moveTo>
                  <a:lnTo>
                    <a:pt x="325" y="3"/>
                  </a:lnTo>
                  <a:lnTo>
                    <a:pt x="275" y="52"/>
                  </a:lnTo>
                  <a:lnTo>
                    <a:pt x="251" y="78"/>
                  </a:lnTo>
                  <a:lnTo>
                    <a:pt x="229" y="105"/>
                  </a:lnTo>
                  <a:lnTo>
                    <a:pt x="229" y="105"/>
                  </a:lnTo>
                  <a:lnTo>
                    <a:pt x="209" y="131"/>
                  </a:lnTo>
                  <a:lnTo>
                    <a:pt x="192" y="158"/>
                  </a:lnTo>
                  <a:lnTo>
                    <a:pt x="160" y="213"/>
                  </a:lnTo>
                  <a:lnTo>
                    <a:pt x="160" y="213"/>
                  </a:lnTo>
                  <a:lnTo>
                    <a:pt x="151" y="229"/>
                  </a:lnTo>
                  <a:lnTo>
                    <a:pt x="139" y="243"/>
                  </a:lnTo>
                  <a:lnTo>
                    <a:pt x="115" y="272"/>
                  </a:lnTo>
                  <a:lnTo>
                    <a:pt x="92" y="301"/>
                  </a:lnTo>
                  <a:lnTo>
                    <a:pt x="81" y="316"/>
                  </a:lnTo>
                  <a:lnTo>
                    <a:pt x="71" y="331"/>
                  </a:lnTo>
                  <a:lnTo>
                    <a:pt x="71" y="331"/>
                  </a:lnTo>
                  <a:lnTo>
                    <a:pt x="55" y="362"/>
                  </a:lnTo>
                  <a:lnTo>
                    <a:pt x="46" y="377"/>
                  </a:lnTo>
                  <a:lnTo>
                    <a:pt x="37" y="391"/>
                  </a:lnTo>
                  <a:lnTo>
                    <a:pt x="37" y="391"/>
                  </a:lnTo>
                  <a:lnTo>
                    <a:pt x="29" y="405"/>
                  </a:lnTo>
                  <a:lnTo>
                    <a:pt x="21" y="421"/>
                  </a:lnTo>
                  <a:lnTo>
                    <a:pt x="17" y="429"/>
                  </a:lnTo>
                  <a:lnTo>
                    <a:pt x="13" y="435"/>
                  </a:lnTo>
                  <a:lnTo>
                    <a:pt x="8" y="442"/>
                  </a:lnTo>
                  <a:lnTo>
                    <a:pt x="3" y="446"/>
                  </a:lnTo>
                  <a:lnTo>
                    <a:pt x="3" y="446"/>
                  </a:lnTo>
                  <a:lnTo>
                    <a:pt x="0" y="449"/>
                  </a:lnTo>
                  <a:lnTo>
                    <a:pt x="0" y="450"/>
                  </a:lnTo>
                  <a:lnTo>
                    <a:pt x="0" y="454"/>
                  </a:lnTo>
                  <a:lnTo>
                    <a:pt x="4" y="456"/>
                  </a:lnTo>
                  <a:lnTo>
                    <a:pt x="5" y="458"/>
                  </a:lnTo>
                  <a:lnTo>
                    <a:pt x="8" y="456"/>
                  </a:lnTo>
                  <a:lnTo>
                    <a:pt x="8" y="456"/>
                  </a:lnTo>
                  <a:lnTo>
                    <a:pt x="13" y="452"/>
                  </a:lnTo>
                  <a:lnTo>
                    <a:pt x="18" y="447"/>
                  </a:lnTo>
                  <a:lnTo>
                    <a:pt x="25" y="435"/>
                  </a:lnTo>
                  <a:lnTo>
                    <a:pt x="25" y="435"/>
                  </a:lnTo>
                  <a:lnTo>
                    <a:pt x="41" y="408"/>
                  </a:lnTo>
                  <a:lnTo>
                    <a:pt x="56" y="382"/>
                  </a:lnTo>
                  <a:lnTo>
                    <a:pt x="56" y="382"/>
                  </a:lnTo>
                  <a:lnTo>
                    <a:pt x="77" y="347"/>
                  </a:lnTo>
                  <a:lnTo>
                    <a:pt x="88" y="330"/>
                  </a:lnTo>
                  <a:lnTo>
                    <a:pt x="100" y="313"/>
                  </a:lnTo>
                  <a:lnTo>
                    <a:pt x="100" y="313"/>
                  </a:lnTo>
                  <a:lnTo>
                    <a:pt x="124" y="282"/>
                  </a:lnTo>
                  <a:lnTo>
                    <a:pt x="137" y="268"/>
                  </a:lnTo>
                  <a:lnTo>
                    <a:pt x="149" y="252"/>
                  </a:lnTo>
                  <a:lnTo>
                    <a:pt x="149" y="252"/>
                  </a:lnTo>
                  <a:lnTo>
                    <a:pt x="169" y="221"/>
                  </a:lnTo>
                  <a:lnTo>
                    <a:pt x="187" y="190"/>
                  </a:lnTo>
                  <a:lnTo>
                    <a:pt x="207" y="158"/>
                  </a:lnTo>
                  <a:lnTo>
                    <a:pt x="226" y="128"/>
                  </a:lnTo>
                  <a:lnTo>
                    <a:pt x="226" y="128"/>
                  </a:lnTo>
                  <a:lnTo>
                    <a:pt x="238" y="111"/>
                  </a:lnTo>
                  <a:lnTo>
                    <a:pt x="250" y="95"/>
                  </a:lnTo>
                  <a:lnTo>
                    <a:pt x="276" y="67"/>
                  </a:lnTo>
                  <a:lnTo>
                    <a:pt x="305" y="38"/>
                  </a:lnTo>
                  <a:lnTo>
                    <a:pt x="332" y="10"/>
                  </a:lnTo>
                  <a:lnTo>
                    <a:pt x="332" y="10"/>
                  </a:lnTo>
                  <a:lnTo>
                    <a:pt x="334" y="8"/>
                  </a:lnTo>
                  <a:lnTo>
                    <a:pt x="334" y="7"/>
                  </a:lnTo>
                  <a:lnTo>
                    <a:pt x="332" y="3"/>
                  </a:lnTo>
                  <a:lnTo>
                    <a:pt x="328" y="0"/>
                  </a:lnTo>
                  <a:lnTo>
                    <a:pt x="327" y="1"/>
                  </a:lnTo>
                  <a:lnTo>
                    <a:pt x="325" y="3"/>
                  </a:lnTo>
                  <a:lnTo>
                    <a:pt x="325" y="3"/>
                  </a:lnTo>
                  <a:close/>
                </a:path>
              </a:pathLst>
            </a:custGeom>
            <a:ln>
              <a:solidFill>
                <a:schemeClr val="accent1">
                  <a:alpha val="35000"/>
                </a:schemeClr>
              </a:solidFill>
            </a:ln>
          </p:spPr>
          <p:style>
            <a:lnRef idx="0">
              <a:srgbClr val="FFFFFF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14" name="Freeform 526"/>
            <p:cNvSpPr/>
            <p:nvPr>
              <p:custDataLst>
                <p:tags r:id="rId8"/>
              </p:custDataLst>
            </p:nvPr>
          </p:nvSpPr>
          <p:spPr bwMode="auto">
            <a:xfrm>
              <a:off x="2266951" y="2062163"/>
              <a:ext cx="141288" cy="188913"/>
            </a:xfrm>
            <a:custGeom>
              <a:avLst/>
              <a:gdLst/>
              <a:ahLst/>
              <a:cxnLst>
                <a:cxn ang="0">
                  <a:pos x="348" y="2"/>
                </a:cxn>
                <a:cxn ang="0">
                  <a:pos x="348" y="2"/>
                </a:cxn>
                <a:cxn ang="0">
                  <a:pos x="297" y="53"/>
                </a:cxn>
                <a:cxn ang="0">
                  <a:pos x="250" y="106"/>
                </a:cxn>
                <a:cxn ang="0">
                  <a:pos x="203" y="161"/>
                </a:cxn>
                <a:cxn ang="0">
                  <a:pos x="180" y="190"/>
                </a:cxn>
                <a:cxn ang="0">
                  <a:pos x="159" y="219"/>
                </a:cxn>
                <a:cxn ang="0">
                  <a:pos x="159" y="219"/>
                </a:cxn>
                <a:cxn ang="0">
                  <a:pos x="137" y="250"/>
                </a:cxn>
                <a:cxn ang="0">
                  <a:pos x="116" y="282"/>
                </a:cxn>
                <a:cxn ang="0">
                  <a:pos x="76" y="344"/>
                </a:cxn>
                <a:cxn ang="0">
                  <a:pos x="76" y="344"/>
                </a:cxn>
                <a:cxn ang="0">
                  <a:pos x="56" y="377"/>
                </a:cxn>
                <a:cxn ang="0">
                  <a:pos x="38" y="410"/>
                </a:cxn>
                <a:cxn ang="0">
                  <a:pos x="38" y="410"/>
                </a:cxn>
                <a:cxn ang="0">
                  <a:pos x="30" y="425"/>
                </a:cxn>
                <a:cxn ang="0">
                  <a:pos x="23" y="441"/>
                </a:cxn>
                <a:cxn ang="0">
                  <a:pos x="19" y="449"/>
                </a:cxn>
                <a:cxn ang="0">
                  <a:pos x="14" y="456"/>
                </a:cxn>
                <a:cxn ang="0">
                  <a:pos x="9" y="462"/>
                </a:cxn>
                <a:cxn ang="0">
                  <a:pos x="2" y="469"/>
                </a:cxn>
                <a:cxn ang="0">
                  <a:pos x="2" y="469"/>
                </a:cxn>
                <a:cxn ang="0">
                  <a:pos x="0" y="471"/>
                </a:cxn>
                <a:cxn ang="0">
                  <a:pos x="0" y="473"/>
                </a:cxn>
                <a:cxn ang="0">
                  <a:pos x="1" y="476"/>
                </a:cxn>
                <a:cxn ang="0">
                  <a:pos x="2" y="479"/>
                </a:cxn>
                <a:cxn ang="0">
                  <a:pos x="4" y="479"/>
                </a:cxn>
                <a:cxn ang="0">
                  <a:pos x="5" y="479"/>
                </a:cxn>
                <a:cxn ang="0">
                  <a:pos x="8" y="479"/>
                </a:cxn>
                <a:cxn ang="0">
                  <a:pos x="8" y="479"/>
                </a:cxn>
                <a:cxn ang="0">
                  <a:pos x="18" y="470"/>
                </a:cxn>
                <a:cxn ang="0">
                  <a:pos x="26" y="459"/>
                </a:cxn>
                <a:cxn ang="0">
                  <a:pos x="34" y="448"/>
                </a:cxn>
                <a:cxn ang="0">
                  <a:pos x="40" y="436"/>
                </a:cxn>
                <a:cxn ang="0">
                  <a:pos x="51" y="412"/>
                </a:cxn>
                <a:cxn ang="0">
                  <a:pos x="64" y="388"/>
                </a:cxn>
                <a:cxn ang="0">
                  <a:pos x="64" y="388"/>
                </a:cxn>
                <a:cxn ang="0">
                  <a:pos x="83" y="352"/>
                </a:cxn>
                <a:cxn ang="0">
                  <a:pos x="106" y="318"/>
                </a:cxn>
                <a:cxn ang="0">
                  <a:pos x="150" y="250"/>
                </a:cxn>
                <a:cxn ang="0">
                  <a:pos x="150" y="250"/>
                </a:cxn>
                <a:cxn ang="0">
                  <a:pos x="174" y="218"/>
                </a:cxn>
                <a:cxn ang="0">
                  <a:pos x="197" y="186"/>
                </a:cxn>
                <a:cxn ang="0">
                  <a:pos x="222" y="156"/>
                </a:cxn>
                <a:cxn ang="0">
                  <a:pos x="247" y="125"/>
                </a:cxn>
                <a:cxn ang="0">
                  <a:pos x="273" y="96"/>
                </a:cxn>
                <a:cxn ang="0">
                  <a:pos x="301" y="66"/>
                </a:cxn>
                <a:cxn ang="0">
                  <a:pos x="356" y="10"/>
                </a:cxn>
                <a:cxn ang="0">
                  <a:pos x="356" y="10"/>
                </a:cxn>
                <a:cxn ang="0">
                  <a:pos x="357" y="7"/>
                </a:cxn>
                <a:cxn ang="0">
                  <a:pos x="357" y="6"/>
                </a:cxn>
                <a:cxn ang="0">
                  <a:pos x="356" y="2"/>
                </a:cxn>
                <a:cxn ang="0">
                  <a:pos x="352" y="0"/>
                </a:cxn>
                <a:cxn ang="0">
                  <a:pos x="349" y="0"/>
                </a:cxn>
                <a:cxn ang="0">
                  <a:pos x="348" y="2"/>
                </a:cxn>
                <a:cxn ang="0">
                  <a:pos x="348" y="2"/>
                </a:cxn>
              </a:cxnLst>
              <a:rect l="0" t="0" r="r" b="b"/>
              <a:pathLst>
                <a:path w="357" h="479">
                  <a:moveTo>
                    <a:pt x="348" y="2"/>
                  </a:moveTo>
                  <a:lnTo>
                    <a:pt x="348" y="2"/>
                  </a:lnTo>
                  <a:lnTo>
                    <a:pt x="297" y="53"/>
                  </a:lnTo>
                  <a:lnTo>
                    <a:pt x="250" y="106"/>
                  </a:lnTo>
                  <a:lnTo>
                    <a:pt x="203" y="161"/>
                  </a:lnTo>
                  <a:lnTo>
                    <a:pt x="180" y="190"/>
                  </a:lnTo>
                  <a:lnTo>
                    <a:pt x="159" y="219"/>
                  </a:lnTo>
                  <a:lnTo>
                    <a:pt x="159" y="219"/>
                  </a:lnTo>
                  <a:lnTo>
                    <a:pt x="137" y="250"/>
                  </a:lnTo>
                  <a:lnTo>
                    <a:pt x="116" y="282"/>
                  </a:lnTo>
                  <a:lnTo>
                    <a:pt x="76" y="344"/>
                  </a:lnTo>
                  <a:lnTo>
                    <a:pt x="76" y="344"/>
                  </a:lnTo>
                  <a:lnTo>
                    <a:pt x="56" y="377"/>
                  </a:lnTo>
                  <a:lnTo>
                    <a:pt x="38" y="410"/>
                  </a:lnTo>
                  <a:lnTo>
                    <a:pt x="38" y="410"/>
                  </a:lnTo>
                  <a:lnTo>
                    <a:pt x="30" y="425"/>
                  </a:lnTo>
                  <a:lnTo>
                    <a:pt x="23" y="441"/>
                  </a:lnTo>
                  <a:lnTo>
                    <a:pt x="19" y="449"/>
                  </a:lnTo>
                  <a:lnTo>
                    <a:pt x="14" y="456"/>
                  </a:lnTo>
                  <a:lnTo>
                    <a:pt x="9" y="462"/>
                  </a:lnTo>
                  <a:lnTo>
                    <a:pt x="2" y="469"/>
                  </a:lnTo>
                  <a:lnTo>
                    <a:pt x="2" y="469"/>
                  </a:lnTo>
                  <a:lnTo>
                    <a:pt x="0" y="471"/>
                  </a:lnTo>
                  <a:lnTo>
                    <a:pt x="0" y="473"/>
                  </a:lnTo>
                  <a:lnTo>
                    <a:pt x="1" y="476"/>
                  </a:lnTo>
                  <a:lnTo>
                    <a:pt x="2" y="479"/>
                  </a:lnTo>
                  <a:lnTo>
                    <a:pt x="4" y="479"/>
                  </a:lnTo>
                  <a:lnTo>
                    <a:pt x="5" y="479"/>
                  </a:lnTo>
                  <a:lnTo>
                    <a:pt x="8" y="479"/>
                  </a:lnTo>
                  <a:lnTo>
                    <a:pt x="8" y="479"/>
                  </a:lnTo>
                  <a:lnTo>
                    <a:pt x="18" y="470"/>
                  </a:lnTo>
                  <a:lnTo>
                    <a:pt x="26" y="459"/>
                  </a:lnTo>
                  <a:lnTo>
                    <a:pt x="34" y="448"/>
                  </a:lnTo>
                  <a:lnTo>
                    <a:pt x="40" y="436"/>
                  </a:lnTo>
                  <a:lnTo>
                    <a:pt x="51" y="412"/>
                  </a:lnTo>
                  <a:lnTo>
                    <a:pt x="64" y="388"/>
                  </a:lnTo>
                  <a:lnTo>
                    <a:pt x="64" y="388"/>
                  </a:lnTo>
                  <a:lnTo>
                    <a:pt x="83" y="352"/>
                  </a:lnTo>
                  <a:lnTo>
                    <a:pt x="106" y="318"/>
                  </a:lnTo>
                  <a:lnTo>
                    <a:pt x="150" y="250"/>
                  </a:lnTo>
                  <a:lnTo>
                    <a:pt x="150" y="250"/>
                  </a:lnTo>
                  <a:lnTo>
                    <a:pt x="174" y="218"/>
                  </a:lnTo>
                  <a:lnTo>
                    <a:pt x="197" y="186"/>
                  </a:lnTo>
                  <a:lnTo>
                    <a:pt x="222" y="156"/>
                  </a:lnTo>
                  <a:lnTo>
                    <a:pt x="247" y="125"/>
                  </a:lnTo>
                  <a:lnTo>
                    <a:pt x="273" y="96"/>
                  </a:lnTo>
                  <a:lnTo>
                    <a:pt x="301" y="66"/>
                  </a:lnTo>
                  <a:lnTo>
                    <a:pt x="356" y="10"/>
                  </a:lnTo>
                  <a:lnTo>
                    <a:pt x="356" y="10"/>
                  </a:lnTo>
                  <a:lnTo>
                    <a:pt x="357" y="7"/>
                  </a:lnTo>
                  <a:lnTo>
                    <a:pt x="357" y="6"/>
                  </a:lnTo>
                  <a:lnTo>
                    <a:pt x="356" y="2"/>
                  </a:lnTo>
                  <a:lnTo>
                    <a:pt x="352" y="0"/>
                  </a:lnTo>
                  <a:lnTo>
                    <a:pt x="349" y="0"/>
                  </a:lnTo>
                  <a:lnTo>
                    <a:pt x="348" y="2"/>
                  </a:lnTo>
                  <a:lnTo>
                    <a:pt x="348" y="2"/>
                  </a:lnTo>
                  <a:close/>
                </a:path>
              </a:pathLst>
            </a:custGeom>
            <a:ln>
              <a:solidFill>
                <a:schemeClr val="accent1">
                  <a:alpha val="35000"/>
                </a:schemeClr>
              </a:solidFill>
            </a:ln>
          </p:spPr>
          <p:style>
            <a:lnRef idx="0">
              <a:srgbClr val="FFFFFF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15" name="Freeform 527"/>
            <p:cNvSpPr/>
            <p:nvPr>
              <p:custDataLst>
                <p:tags r:id="rId9"/>
              </p:custDataLst>
            </p:nvPr>
          </p:nvSpPr>
          <p:spPr bwMode="auto">
            <a:xfrm>
              <a:off x="2327276" y="2062163"/>
              <a:ext cx="134938" cy="182563"/>
            </a:xfrm>
            <a:custGeom>
              <a:avLst/>
              <a:gdLst/>
              <a:ahLst/>
              <a:cxnLst>
                <a:cxn ang="0">
                  <a:pos x="332" y="3"/>
                </a:cxn>
                <a:cxn ang="0">
                  <a:pos x="332" y="3"/>
                </a:cxn>
                <a:cxn ang="0">
                  <a:pos x="321" y="16"/>
                </a:cxn>
                <a:cxn ang="0">
                  <a:pos x="310" y="29"/>
                </a:cxn>
                <a:cxn ang="0">
                  <a:pos x="298" y="42"/>
                </a:cxn>
                <a:cxn ang="0">
                  <a:pos x="286" y="55"/>
                </a:cxn>
                <a:cxn ang="0">
                  <a:pos x="286" y="55"/>
                </a:cxn>
                <a:cxn ang="0">
                  <a:pos x="261" y="87"/>
                </a:cxn>
                <a:cxn ang="0">
                  <a:pos x="236" y="118"/>
                </a:cxn>
                <a:cxn ang="0">
                  <a:pos x="236" y="118"/>
                </a:cxn>
                <a:cxn ang="0">
                  <a:pos x="176" y="190"/>
                </a:cxn>
                <a:cxn ang="0">
                  <a:pos x="117" y="262"/>
                </a:cxn>
                <a:cxn ang="0">
                  <a:pos x="117" y="262"/>
                </a:cxn>
                <a:cxn ang="0">
                  <a:pos x="94" y="293"/>
                </a:cxn>
                <a:cxn ang="0">
                  <a:pos x="71" y="326"/>
                </a:cxn>
                <a:cxn ang="0">
                  <a:pos x="52" y="360"/>
                </a:cxn>
                <a:cxn ang="0">
                  <a:pos x="32" y="394"/>
                </a:cxn>
                <a:cxn ang="0">
                  <a:pos x="32" y="394"/>
                </a:cxn>
                <a:cxn ang="0">
                  <a:pos x="18" y="420"/>
                </a:cxn>
                <a:cxn ang="0">
                  <a:pos x="5" y="446"/>
                </a:cxn>
                <a:cxn ang="0">
                  <a:pos x="5" y="446"/>
                </a:cxn>
                <a:cxn ang="0">
                  <a:pos x="0" y="461"/>
                </a:cxn>
                <a:cxn ang="0">
                  <a:pos x="0" y="461"/>
                </a:cxn>
                <a:cxn ang="0">
                  <a:pos x="13" y="461"/>
                </a:cxn>
                <a:cxn ang="0">
                  <a:pos x="13" y="461"/>
                </a:cxn>
                <a:cxn ang="0">
                  <a:pos x="17" y="450"/>
                </a:cxn>
                <a:cxn ang="0">
                  <a:pos x="17" y="450"/>
                </a:cxn>
                <a:cxn ang="0">
                  <a:pos x="26" y="429"/>
                </a:cxn>
                <a:cxn ang="0">
                  <a:pos x="35" y="410"/>
                </a:cxn>
                <a:cxn ang="0">
                  <a:pos x="57" y="371"/>
                </a:cxn>
                <a:cxn ang="0">
                  <a:pos x="82" y="331"/>
                </a:cxn>
                <a:cxn ang="0">
                  <a:pos x="107" y="295"/>
                </a:cxn>
                <a:cxn ang="0">
                  <a:pos x="107" y="295"/>
                </a:cxn>
                <a:cxn ang="0">
                  <a:pos x="122" y="274"/>
                </a:cxn>
                <a:cxn ang="0">
                  <a:pos x="137" y="253"/>
                </a:cxn>
                <a:cxn ang="0">
                  <a:pos x="170" y="214"/>
                </a:cxn>
                <a:cxn ang="0">
                  <a:pos x="238" y="135"/>
                </a:cxn>
                <a:cxn ang="0">
                  <a:pos x="238" y="135"/>
                </a:cxn>
                <a:cxn ang="0">
                  <a:pos x="264" y="102"/>
                </a:cxn>
                <a:cxn ang="0">
                  <a:pos x="290" y="70"/>
                </a:cxn>
                <a:cxn ang="0">
                  <a:pos x="290" y="70"/>
                </a:cxn>
                <a:cxn ang="0">
                  <a:pos x="303" y="54"/>
                </a:cxn>
                <a:cxn ang="0">
                  <a:pos x="316" y="40"/>
                </a:cxn>
                <a:cxn ang="0">
                  <a:pos x="329" y="24"/>
                </a:cxn>
                <a:cxn ang="0">
                  <a:pos x="341" y="8"/>
                </a:cxn>
                <a:cxn ang="0">
                  <a:pos x="341" y="8"/>
                </a:cxn>
                <a:cxn ang="0">
                  <a:pos x="342" y="6"/>
                </a:cxn>
                <a:cxn ang="0">
                  <a:pos x="342" y="4"/>
                </a:cxn>
                <a:cxn ang="0">
                  <a:pos x="341" y="2"/>
                </a:cxn>
                <a:cxn ang="0">
                  <a:pos x="340" y="0"/>
                </a:cxn>
                <a:cxn ang="0">
                  <a:pos x="336" y="0"/>
                </a:cxn>
                <a:cxn ang="0">
                  <a:pos x="333" y="0"/>
                </a:cxn>
                <a:cxn ang="0">
                  <a:pos x="332" y="3"/>
                </a:cxn>
                <a:cxn ang="0">
                  <a:pos x="332" y="3"/>
                </a:cxn>
              </a:cxnLst>
              <a:rect l="0" t="0" r="r" b="b"/>
              <a:pathLst>
                <a:path w="342" h="461">
                  <a:moveTo>
                    <a:pt x="332" y="3"/>
                  </a:moveTo>
                  <a:lnTo>
                    <a:pt x="332" y="3"/>
                  </a:lnTo>
                  <a:lnTo>
                    <a:pt x="321" y="16"/>
                  </a:lnTo>
                  <a:lnTo>
                    <a:pt x="310" y="29"/>
                  </a:lnTo>
                  <a:lnTo>
                    <a:pt x="298" y="42"/>
                  </a:lnTo>
                  <a:lnTo>
                    <a:pt x="286" y="55"/>
                  </a:lnTo>
                  <a:lnTo>
                    <a:pt x="286" y="55"/>
                  </a:lnTo>
                  <a:lnTo>
                    <a:pt x="261" y="87"/>
                  </a:lnTo>
                  <a:lnTo>
                    <a:pt x="236" y="118"/>
                  </a:lnTo>
                  <a:lnTo>
                    <a:pt x="236" y="118"/>
                  </a:lnTo>
                  <a:lnTo>
                    <a:pt x="176" y="190"/>
                  </a:lnTo>
                  <a:lnTo>
                    <a:pt x="117" y="262"/>
                  </a:lnTo>
                  <a:lnTo>
                    <a:pt x="117" y="262"/>
                  </a:lnTo>
                  <a:lnTo>
                    <a:pt x="94" y="293"/>
                  </a:lnTo>
                  <a:lnTo>
                    <a:pt x="71" y="326"/>
                  </a:lnTo>
                  <a:lnTo>
                    <a:pt x="52" y="360"/>
                  </a:lnTo>
                  <a:lnTo>
                    <a:pt x="32" y="394"/>
                  </a:lnTo>
                  <a:lnTo>
                    <a:pt x="32" y="394"/>
                  </a:lnTo>
                  <a:lnTo>
                    <a:pt x="18" y="420"/>
                  </a:lnTo>
                  <a:lnTo>
                    <a:pt x="5" y="446"/>
                  </a:lnTo>
                  <a:lnTo>
                    <a:pt x="5" y="446"/>
                  </a:lnTo>
                  <a:lnTo>
                    <a:pt x="0" y="461"/>
                  </a:lnTo>
                  <a:lnTo>
                    <a:pt x="0" y="461"/>
                  </a:lnTo>
                  <a:lnTo>
                    <a:pt x="13" y="461"/>
                  </a:lnTo>
                  <a:lnTo>
                    <a:pt x="13" y="461"/>
                  </a:lnTo>
                  <a:lnTo>
                    <a:pt x="17" y="450"/>
                  </a:lnTo>
                  <a:lnTo>
                    <a:pt x="17" y="450"/>
                  </a:lnTo>
                  <a:lnTo>
                    <a:pt x="26" y="429"/>
                  </a:lnTo>
                  <a:lnTo>
                    <a:pt x="35" y="410"/>
                  </a:lnTo>
                  <a:lnTo>
                    <a:pt x="57" y="371"/>
                  </a:lnTo>
                  <a:lnTo>
                    <a:pt x="82" y="331"/>
                  </a:lnTo>
                  <a:lnTo>
                    <a:pt x="107" y="295"/>
                  </a:lnTo>
                  <a:lnTo>
                    <a:pt x="107" y="295"/>
                  </a:lnTo>
                  <a:lnTo>
                    <a:pt x="122" y="274"/>
                  </a:lnTo>
                  <a:lnTo>
                    <a:pt x="137" y="253"/>
                  </a:lnTo>
                  <a:lnTo>
                    <a:pt x="170" y="214"/>
                  </a:lnTo>
                  <a:lnTo>
                    <a:pt x="238" y="135"/>
                  </a:lnTo>
                  <a:lnTo>
                    <a:pt x="238" y="135"/>
                  </a:lnTo>
                  <a:lnTo>
                    <a:pt x="264" y="102"/>
                  </a:lnTo>
                  <a:lnTo>
                    <a:pt x="290" y="70"/>
                  </a:lnTo>
                  <a:lnTo>
                    <a:pt x="290" y="70"/>
                  </a:lnTo>
                  <a:lnTo>
                    <a:pt x="303" y="54"/>
                  </a:lnTo>
                  <a:lnTo>
                    <a:pt x="316" y="40"/>
                  </a:lnTo>
                  <a:lnTo>
                    <a:pt x="329" y="24"/>
                  </a:lnTo>
                  <a:lnTo>
                    <a:pt x="341" y="8"/>
                  </a:lnTo>
                  <a:lnTo>
                    <a:pt x="341" y="8"/>
                  </a:lnTo>
                  <a:lnTo>
                    <a:pt x="342" y="6"/>
                  </a:lnTo>
                  <a:lnTo>
                    <a:pt x="342" y="4"/>
                  </a:lnTo>
                  <a:lnTo>
                    <a:pt x="341" y="2"/>
                  </a:lnTo>
                  <a:lnTo>
                    <a:pt x="340" y="0"/>
                  </a:lnTo>
                  <a:lnTo>
                    <a:pt x="336" y="0"/>
                  </a:lnTo>
                  <a:lnTo>
                    <a:pt x="333" y="0"/>
                  </a:lnTo>
                  <a:lnTo>
                    <a:pt x="332" y="3"/>
                  </a:lnTo>
                  <a:lnTo>
                    <a:pt x="332" y="3"/>
                  </a:lnTo>
                  <a:close/>
                </a:path>
              </a:pathLst>
            </a:custGeom>
            <a:ln>
              <a:solidFill>
                <a:schemeClr val="accent1">
                  <a:alpha val="35000"/>
                </a:schemeClr>
              </a:solidFill>
            </a:ln>
          </p:spPr>
          <p:style>
            <a:lnRef idx="0">
              <a:srgbClr val="FFFFFF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16" name="Freeform 528"/>
            <p:cNvSpPr/>
            <p:nvPr>
              <p:custDataLst>
                <p:tags r:id="rId10"/>
              </p:custDataLst>
            </p:nvPr>
          </p:nvSpPr>
          <p:spPr bwMode="auto">
            <a:xfrm>
              <a:off x="2390776" y="2068513"/>
              <a:ext cx="111125" cy="169863"/>
            </a:xfrm>
            <a:custGeom>
              <a:avLst/>
              <a:gdLst/>
              <a:ahLst/>
              <a:cxnLst>
                <a:cxn ang="0">
                  <a:pos x="271" y="2"/>
                </a:cxn>
                <a:cxn ang="0">
                  <a:pos x="271" y="2"/>
                </a:cxn>
                <a:cxn ang="0">
                  <a:pos x="236" y="59"/>
                </a:cxn>
                <a:cxn ang="0">
                  <a:pos x="200" y="115"/>
                </a:cxn>
                <a:cxn ang="0">
                  <a:pos x="165" y="172"/>
                </a:cxn>
                <a:cxn ang="0">
                  <a:pos x="130" y="229"/>
                </a:cxn>
                <a:cxn ang="0">
                  <a:pos x="130" y="229"/>
                </a:cxn>
                <a:cxn ang="0">
                  <a:pos x="113" y="252"/>
                </a:cxn>
                <a:cxn ang="0">
                  <a:pos x="96" y="274"/>
                </a:cxn>
                <a:cxn ang="0">
                  <a:pos x="59" y="320"/>
                </a:cxn>
                <a:cxn ang="0">
                  <a:pos x="42" y="344"/>
                </a:cxn>
                <a:cxn ang="0">
                  <a:pos x="26" y="367"/>
                </a:cxn>
                <a:cxn ang="0">
                  <a:pos x="12" y="392"/>
                </a:cxn>
                <a:cxn ang="0">
                  <a:pos x="0" y="418"/>
                </a:cxn>
                <a:cxn ang="0">
                  <a:pos x="0" y="418"/>
                </a:cxn>
                <a:cxn ang="0">
                  <a:pos x="0" y="421"/>
                </a:cxn>
                <a:cxn ang="0">
                  <a:pos x="0" y="423"/>
                </a:cxn>
                <a:cxn ang="0">
                  <a:pos x="3" y="425"/>
                </a:cxn>
                <a:cxn ang="0">
                  <a:pos x="4" y="426"/>
                </a:cxn>
                <a:cxn ang="0">
                  <a:pos x="8" y="425"/>
                </a:cxn>
                <a:cxn ang="0">
                  <a:pos x="11" y="423"/>
                </a:cxn>
                <a:cxn ang="0">
                  <a:pos x="12" y="422"/>
                </a:cxn>
                <a:cxn ang="0">
                  <a:pos x="12" y="422"/>
                </a:cxn>
                <a:cxn ang="0">
                  <a:pos x="17" y="408"/>
                </a:cxn>
                <a:cxn ang="0">
                  <a:pos x="24" y="395"/>
                </a:cxn>
                <a:cxn ang="0">
                  <a:pos x="38" y="369"/>
                </a:cxn>
                <a:cxn ang="0">
                  <a:pos x="55" y="344"/>
                </a:cxn>
                <a:cxn ang="0">
                  <a:pos x="72" y="320"/>
                </a:cxn>
                <a:cxn ang="0">
                  <a:pos x="110" y="273"/>
                </a:cxn>
                <a:cxn ang="0">
                  <a:pos x="128" y="250"/>
                </a:cxn>
                <a:cxn ang="0">
                  <a:pos x="145" y="225"/>
                </a:cxn>
                <a:cxn ang="0">
                  <a:pos x="145" y="225"/>
                </a:cxn>
                <a:cxn ang="0">
                  <a:pos x="179" y="171"/>
                </a:cxn>
                <a:cxn ang="0">
                  <a:pos x="213" y="116"/>
                </a:cxn>
                <a:cxn ang="0">
                  <a:pos x="246" y="63"/>
                </a:cxn>
                <a:cxn ang="0">
                  <a:pos x="281" y="9"/>
                </a:cxn>
                <a:cxn ang="0">
                  <a:pos x="281" y="9"/>
                </a:cxn>
                <a:cxn ang="0">
                  <a:pos x="283" y="6"/>
                </a:cxn>
                <a:cxn ang="0">
                  <a:pos x="281" y="4"/>
                </a:cxn>
                <a:cxn ang="0">
                  <a:pos x="281" y="2"/>
                </a:cxn>
                <a:cxn ang="0">
                  <a:pos x="279" y="1"/>
                </a:cxn>
                <a:cxn ang="0">
                  <a:pos x="275" y="0"/>
                </a:cxn>
                <a:cxn ang="0">
                  <a:pos x="273" y="1"/>
                </a:cxn>
                <a:cxn ang="0">
                  <a:pos x="271" y="2"/>
                </a:cxn>
                <a:cxn ang="0">
                  <a:pos x="271" y="2"/>
                </a:cxn>
              </a:cxnLst>
              <a:rect l="0" t="0" r="r" b="b"/>
              <a:pathLst>
                <a:path w="283" h="426">
                  <a:moveTo>
                    <a:pt x="271" y="2"/>
                  </a:moveTo>
                  <a:lnTo>
                    <a:pt x="271" y="2"/>
                  </a:lnTo>
                  <a:lnTo>
                    <a:pt x="236" y="59"/>
                  </a:lnTo>
                  <a:lnTo>
                    <a:pt x="200" y="115"/>
                  </a:lnTo>
                  <a:lnTo>
                    <a:pt x="165" y="172"/>
                  </a:lnTo>
                  <a:lnTo>
                    <a:pt x="130" y="229"/>
                  </a:lnTo>
                  <a:lnTo>
                    <a:pt x="130" y="229"/>
                  </a:lnTo>
                  <a:lnTo>
                    <a:pt x="113" y="252"/>
                  </a:lnTo>
                  <a:lnTo>
                    <a:pt x="96" y="274"/>
                  </a:lnTo>
                  <a:lnTo>
                    <a:pt x="59" y="320"/>
                  </a:lnTo>
                  <a:lnTo>
                    <a:pt x="42" y="344"/>
                  </a:lnTo>
                  <a:lnTo>
                    <a:pt x="26" y="367"/>
                  </a:lnTo>
                  <a:lnTo>
                    <a:pt x="12" y="392"/>
                  </a:lnTo>
                  <a:lnTo>
                    <a:pt x="0" y="418"/>
                  </a:lnTo>
                  <a:lnTo>
                    <a:pt x="0" y="418"/>
                  </a:lnTo>
                  <a:lnTo>
                    <a:pt x="0" y="421"/>
                  </a:lnTo>
                  <a:lnTo>
                    <a:pt x="0" y="423"/>
                  </a:lnTo>
                  <a:lnTo>
                    <a:pt x="3" y="425"/>
                  </a:lnTo>
                  <a:lnTo>
                    <a:pt x="4" y="426"/>
                  </a:lnTo>
                  <a:lnTo>
                    <a:pt x="8" y="425"/>
                  </a:lnTo>
                  <a:lnTo>
                    <a:pt x="11" y="423"/>
                  </a:lnTo>
                  <a:lnTo>
                    <a:pt x="12" y="422"/>
                  </a:lnTo>
                  <a:lnTo>
                    <a:pt x="12" y="422"/>
                  </a:lnTo>
                  <a:lnTo>
                    <a:pt x="17" y="408"/>
                  </a:lnTo>
                  <a:lnTo>
                    <a:pt x="24" y="395"/>
                  </a:lnTo>
                  <a:lnTo>
                    <a:pt x="38" y="369"/>
                  </a:lnTo>
                  <a:lnTo>
                    <a:pt x="55" y="344"/>
                  </a:lnTo>
                  <a:lnTo>
                    <a:pt x="72" y="320"/>
                  </a:lnTo>
                  <a:lnTo>
                    <a:pt x="110" y="273"/>
                  </a:lnTo>
                  <a:lnTo>
                    <a:pt x="128" y="250"/>
                  </a:lnTo>
                  <a:lnTo>
                    <a:pt x="145" y="225"/>
                  </a:lnTo>
                  <a:lnTo>
                    <a:pt x="145" y="225"/>
                  </a:lnTo>
                  <a:lnTo>
                    <a:pt x="179" y="171"/>
                  </a:lnTo>
                  <a:lnTo>
                    <a:pt x="213" y="116"/>
                  </a:lnTo>
                  <a:lnTo>
                    <a:pt x="246" y="63"/>
                  </a:lnTo>
                  <a:lnTo>
                    <a:pt x="281" y="9"/>
                  </a:lnTo>
                  <a:lnTo>
                    <a:pt x="281" y="9"/>
                  </a:lnTo>
                  <a:lnTo>
                    <a:pt x="283" y="6"/>
                  </a:lnTo>
                  <a:lnTo>
                    <a:pt x="281" y="4"/>
                  </a:lnTo>
                  <a:lnTo>
                    <a:pt x="281" y="2"/>
                  </a:lnTo>
                  <a:lnTo>
                    <a:pt x="279" y="1"/>
                  </a:lnTo>
                  <a:lnTo>
                    <a:pt x="275" y="0"/>
                  </a:lnTo>
                  <a:lnTo>
                    <a:pt x="273" y="1"/>
                  </a:lnTo>
                  <a:lnTo>
                    <a:pt x="271" y="2"/>
                  </a:lnTo>
                  <a:lnTo>
                    <a:pt x="271" y="2"/>
                  </a:lnTo>
                  <a:close/>
                </a:path>
              </a:pathLst>
            </a:custGeom>
            <a:ln>
              <a:solidFill>
                <a:schemeClr val="accent1">
                  <a:alpha val="35000"/>
                </a:schemeClr>
              </a:solidFill>
            </a:ln>
          </p:spPr>
          <p:style>
            <a:lnRef idx="0">
              <a:srgbClr val="FFFFFF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17" name="Freeform 529"/>
            <p:cNvSpPr/>
            <p:nvPr>
              <p:custDataLst>
                <p:tags r:id="rId11"/>
              </p:custDataLst>
            </p:nvPr>
          </p:nvSpPr>
          <p:spPr bwMode="auto">
            <a:xfrm>
              <a:off x="2517776" y="1982788"/>
              <a:ext cx="58738" cy="74613"/>
            </a:xfrm>
            <a:custGeom>
              <a:avLst/>
              <a:gdLst/>
              <a:ahLst/>
              <a:cxnLst>
                <a:cxn ang="0">
                  <a:pos x="138" y="1"/>
                </a:cxn>
                <a:cxn ang="0">
                  <a:pos x="138" y="1"/>
                </a:cxn>
                <a:cxn ang="0">
                  <a:pos x="128" y="9"/>
                </a:cxn>
                <a:cxn ang="0">
                  <a:pos x="120" y="18"/>
                </a:cxn>
                <a:cxn ang="0">
                  <a:pos x="104" y="38"/>
                </a:cxn>
                <a:cxn ang="0">
                  <a:pos x="90" y="59"/>
                </a:cxn>
                <a:cxn ang="0">
                  <a:pos x="77" y="80"/>
                </a:cxn>
                <a:cxn ang="0">
                  <a:pos x="77" y="80"/>
                </a:cxn>
                <a:cxn ang="0">
                  <a:pos x="66" y="93"/>
                </a:cxn>
                <a:cxn ang="0">
                  <a:pos x="56" y="106"/>
                </a:cxn>
                <a:cxn ang="0">
                  <a:pos x="35" y="133"/>
                </a:cxn>
                <a:cxn ang="0">
                  <a:pos x="35" y="133"/>
                </a:cxn>
                <a:cxn ang="0">
                  <a:pos x="26" y="144"/>
                </a:cxn>
                <a:cxn ang="0">
                  <a:pos x="17" y="154"/>
                </a:cxn>
                <a:cxn ang="0">
                  <a:pos x="7" y="165"/>
                </a:cxn>
                <a:cxn ang="0">
                  <a:pos x="0" y="177"/>
                </a:cxn>
                <a:cxn ang="0">
                  <a:pos x="0" y="177"/>
                </a:cxn>
                <a:cxn ang="0">
                  <a:pos x="0" y="179"/>
                </a:cxn>
                <a:cxn ang="0">
                  <a:pos x="0" y="182"/>
                </a:cxn>
                <a:cxn ang="0">
                  <a:pos x="2" y="184"/>
                </a:cxn>
                <a:cxn ang="0">
                  <a:pos x="5" y="186"/>
                </a:cxn>
                <a:cxn ang="0">
                  <a:pos x="6" y="186"/>
                </a:cxn>
                <a:cxn ang="0">
                  <a:pos x="9" y="184"/>
                </a:cxn>
                <a:cxn ang="0">
                  <a:pos x="10" y="183"/>
                </a:cxn>
                <a:cxn ang="0">
                  <a:pos x="10" y="183"/>
                </a:cxn>
                <a:cxn ang="0">
                  <a:pos x="15" y="173"/>
                </a:cxn>
                <a:cxn ang="0">
                  <a:pos x="23" y="165"/>
                </a:cxn>
                <a:cxn ang="0">
                  <a:pos x="31" y="157"/>
                </a:cxn>
                <a:cxn ang="0">
                  <a:pos x="39" y="148"/>
                </a:cxn>
                <a:cxn ang="0">
                  <a:pos x="39" y="148"/>
                </a:cxn>
                <a:cxn ang="0">
                  <a:pos x="60" y="119"/>
                </a:cxn>
                <a:cxn ang="0">
                  <a:pos x="81" y="93"/>
                </a:cxn>
                <a:cxn ang="0">
                  <a:pos x="81" y="93"/>
                </a:cxn>
                <a:cxn ang="0">
                  <a:pos x="96" y="71"/>
                </a:cxn>
                <a:cxn ang="0">
                  <a:pos x="111" y="48"/>
                </a:cxn>
                <a:cxn ang="0">
                  <a:pos x="119" y="38"/>
                </a:cxn>
                <a:cxn ang="0">
                  <a:pos x="126" y="27"/>
                </a:cxn>
                <a:cxn ang="0">
                  <a:pos x="136" y="18"/>
                </a:cxn>
                <a:cxn ang="0">
                  <a:pos x="146" y="9"/>
                </a:cxn>
                <a:cxn ang="0">
                  <a:pos x="146" y="9"/>
                </a:cxn>
                <a:cxn ang="0">
                  <a:pos x="147" y="7"/>
                </a:cxn>
                <a:cxn ang="0">
                  <a:pos x="147" y="5"/>
                </a:cxn>
                <a:cxn ang="0">
                  <a:pos x="147" y="3"/>
                </a:cxn>
                <a:cxn ang="0">
                  <a:pos x="146" y="1"/>
                </a:cxn>
                <a:cxn ang="0">
                  <a:pos x="142" y="0"/>
                </a:cxn>
                <a:cxn ang="0">
                  <a:pos x="140" y="0"/>
                </a:cxn>
                <a:cxn ang="0">
                  <a:pos x="138" y="1"/>
                </a:cxn>
                <a:cxn ang="0">
                  <a:pos x="138" y="1"/>
                </a:cxn>
              </a:cxnLst>
              <a:rect l="0" t="0" r="r" b="b"/>
              <a:pathLst>
                <a:path w="147" h="186">
                  <a:moveTo>
                    <a:pt x="138" y="1"/>
                  </a:moveTo>
                  <a:lnTo>
                    <a:pt x="138" y="1"/>
                  </a:lnTo>
                  <a:lnTo>
                    <a:pt x="128" y="9"/>
                  </a:lnTo>
                  <a:lnTo>
                    <a:pt x="120" y="18"/>
                  </a:lnTo>
                  <a:lnTo>
                    <a:pt x="104" y="38"/>
                  </a:lnTo>
                  <a:lnTo>
                    <a:pt x="90" y="59"/>
                  </a:lnTo>
                  <a:lnTo>
                    <a:pt x="77" y="80"/>
                  </a:lnTo>
                  <a:lnTo>
                    <a:pt x="77" y="80"/>
                  </a:lnTo>
                  <a:lnTo>
                    <a:pt x="66" y="93"/>
                  </a:lnTo>
                  <a:lnTo>
                    <a:pt x="56" y="106"/>
                  </a:lnTo>
                  <a:lnTo>
                    <a:pt x="35" y="133"/>
                  </a:lnTo>
                  <a:lnTo>
                    <a:pt x="35" y="133"/>
                  </a:lnTo>
                  <a:lnTo>
                    <a:pt x="26" y="144"/>
                  </a:lnTo>
                  <a:lnTo>
                    <a:pt x="17" y="154"/>
                  </a:lnTo>
                  <a:lnTo>
                    <a:pt x="7" y="165"/>
                  </a:lnTo>
                  <a:lnTo>
                    <a:pt x="0" y="177"/>
                  </a:lnTo>
                  <a:lnTo>
                    <a:pt x="0" y="177"/>
                  </a:lnTo>
                  <a:lnTo>
                    <a:pt x="0" y="179"/>
                  </a:lnTo>
                  <a:lnTo>
                    <a:pt x="0" y="182"/>
                  </a:lnTo>
                  <a:lnTo>
                    <a:pt x="2" y="184"/>
                  </a:lnTo>
                  <a:lnTo>
                    <a:pt x="5" y="186"/>
                  </a:lnTo>
                  <a:lnTo>
                    <a:pt x="6" y="186"/>
                  </a:lnTo>
                  <a:lnTo>
                    <a:pt x="9" y="184"/>
                  </a:lnTo>
                  <a:lnTo>
                    <a:pt x="10" y="183"/>
                  </a:lnTo>
                  <a:lnTo>
                    <a:pt x="10" y="183"/>
                  </a:lnTo>
                  <a:lnTo>
                    <a:pt x="15" y="173"/>
                  </a:lnTo>
                  <a:lnTo>
                    <a:pt x="23" y="165"/>
                  </a:lnTo>
                  <a:lnTo>
                    <a:pt x="31" y="157"/>
                  </a:lnTo>
                  <a:lnTo>
                    <a:pt x="39" y="148"/>
                  </a:lnTo>
                  <a:lnTo>
                    <a:pt x="39" y="148"/>
                  </a:lnTo>
                  <a:lnTo>
                    <a:pt x="60" y="119"/>
                  </a:lnTo>
                  <a:lnTo>
                    <a:pt x="81" y="93"/>
                  </a:lnTo>
                  <a:lnTo>
                    <a:pt x="81" y="93"/>
                  </a:lnTo>
                  <a:lnTo>
                    <a:pt x="96" y="71"/>
                  </a:lnTo>
                  <a:lnTo>
                    <a:pt x="111" y="48"/>
                  </a:lnTo>
                  <a:lnTo>
                    <a:pt x="119" y="38"/>
                  </a:lnTo>
                  <a:lnTo>
                    <a:pt x="126" y="27"/>
                  </a:lnTo>
                  <a:lnTo>
                    <a:pt x="136" y="18"/>
                  </a:lnTo>
                  <a:lnTo>
                    <a:pt x="146" y="9"/>
                  </a:lnTo>
                  <a:lnTo>
                    <a:pt x="146" y="9"/>
                  </a:lnTo>
                  <a:lnTo>
                    <a:pt x="147" y="7"/>
                  </a:lnTo>
                  <a:lnTo>
                    <a:pt x="147" y="5"/>
                  </a:lnTo>
                  <a:lnTo>
                    <a:pt x="147" y="3"/>
                  </a:lnTo>
                  <a:lnTo>
                    <a:pt x="146" y="1"/>
                  </a:lnTo>
                  <a:lnTo>
                    <a:pt x="142" y="0"/>
                  </a:lnTo>
                  <a:lnTo>
                    <a:pt x="140" y="0"/>
                  </a:lnTo>
                  <a:lnTo>
                    <a:pt x="138" y="1"/>
                  </a:lnTo>
                  <a:lnTo>
                    <a:pt x="138" y="1"/>
                  </a:lnTo>
                  <a:close/>
                </a:path>
              </a:pathLst>
            </a:custGeom>
            <a:ln>
              <a:solidFill>
                <a:schemeClr val="accent1">
                  <a:alpha val="35000"/>
                </a:schemeClr>
              </a:solidFill>
            </a:ln>
          </p:spPr>
          <p:style>
            <a:lnRef idx="0">
              <a:srgbClr val="FFFFFF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18" name="Freeform 530"/>
            <p:cNvSpPr/>
            <p:nvPr>
              <p:custDataLst>
                <p:tags r:id="rId12"/>
              </p:custDataLst>
            </p:nvPr>
          </p:nvSpPr>
          <p:spPr bwMode="auto">
            <a:xfrm>
              <a:off x="2454276" y="1998663"/>
              <a:ext cx="158750" cy="241300"/>
            </a:xfrm>
            <a:custGeom>
              <a:avLst/>
              <a:gdLst/>
              <a:ahLst/>
              <a:cxnLst>
                <a:cxn ang="0">
                  <a:pos x="388" y="4"/>
                </a:cxn>
                <a:cxn ang="0">
                  <a:pos x="382" y="17"/>
                </a:cxn>
                <a:cxn ang="0">
                  <a:pos x="374" y="29"/>
                </a:cxn>
                <a:cxn ang="0">
                  <a:pos x="348" y="73"/>
                </a:cxn>
                <a:cxn ang="0">
                  <a:pos x="294" y="156"/>
                </a:cxn>
                <a:cxn ang="0">
                  <a:pos x="181" y="323"/>
                </a:cxn>
                <a:cxn ang="0">
                  <a:pos x="158" y="362"/>
                </a:cxn>
                <a:cxn ang="0">
                  <a:pos x="112" y="439"/>
                </a:cxn>
                <a:cxn ang="0">
                  <a:pos x="87" y="477"/>
                </a:cxn>
                <a:cxn ang="0">
                  <a:pos x="39" y="549"/>
                </a:cxn>
                <a:cxn ang="0">
                  <a:pos x="18" y="575"/>
                </a:cxn>
                <a:cxn ang="0">
                  <a:pos x="0" y="604"/>
                </a:cxn>
                <a:cxn ang="0">
                  <a:pos x="0" y="607"/>
                </a:cxn>
                <a:cxn ang="0">
                  <a:pos x="2" y="611"/>
                </a:cxn>
                <a:cxn ang="0">
                  <a:pos x="7" y="611"/>
                </a:cxn>
                <a:cxn ang="0">
                  <a:pos x="11" y="608"/>
                </a:cxn>
                <a:cxn ang="0">
                  <a:pos x="15" y="599"/>
                </a:cxn>
                <a:cxn ang="0">
                  <a:pos x="31" y="577"/>
                </a:cxn>
                <a:cxn ang="0">
                  <a:pos x="55" y="547"/>
                </a:cxn>
                <a:cxn ang="0">
                  <a:pos x="78" y="511"/>
                </a:cxn>
                <a:cxn ang="0">
                  <a:pos x="103" y="476"/>
                </a:cxn>
                <a:cxn ang="0">
                  <a:pos x="128" y="437"/>
                </a:cxn>
                <a:cxn ang="0">
                  <a:pos x="174" y="358"/>
                </a:cxn>
                <a:cxn ang="0">
                  <a:pos x="198" y="320"/>
                </a:cxn>
                <a:cxn ang="0">
                  <a:pos x="310" y="152"/>
                </a:cxn>
                <a:cxn ang="0">
                  <a:pos x="363" y="69"/>
                </a:cxn>
                <a:cxn ang="0">
                  <a:pos x="383" y="39"/>
                </a:cxn>
                <a:cxn ang="0">
                  <a:pos x="397" y="14"/>
                </a:cxn>
                <a:cxn ang="0">
                  <a:pos x="400" y="6"/>
                </a:cxn>
                <a:cxn ang="0">
                  <a:pos x="399" y="1"/>
                </a:cxn>
                <a:cxn ang="0">
                  <a:pos x="391" y="0"/>
                </a:cxn>
                <a:cxn ang="0">
                  <a:pos x="388" y="4"/>
                </a:cxn>
              </a:cxnLst>
              <a:rect l="0" t="0" r="r" b="b"/>
              <a:pathLst>
                <a:path w="400" h="611">
                  <a:moveTo>
                    <a:pt x="388" y="4"/>
                  </a:moveTo>
                  <a:lnTo>
                    <a:pt x="388" y="4"/>
                  </a:lnTo>
                  <a:lnTo>
                    <a:pt x="386" y="10"/>
                  </a:lnTo>
                  <a:lnTo>
                    <a:pt x="382" y="17"/>
                  </a:lnTo>
                  <a:lnTo>
                    <a:pt x="374" y="29"/>
                  </a:lnTo>
                  <a:lnTo>
                    <a:pt x="374" y="29"/>
                  </a:lnTo>
                  <a:lnTo>
                    <a:pt x="348" y="73"/>
                  </a:lnTo>
                  <a:lnTo>
                    <a:pt x="348" y="73"/>
                  </a:lnTo>
                  <a:lnTo>
                    <a:pt x="321" y="115"/>
                  </a:lnTo>
                  <a:lnTo>
                    <a:pt x="294" y="156"/>
                  </a:lnTo>
                  <a:lnTo>
                    <a:pt x="294" y="156"/>
                  </a:lnTo>
                  <a:lnTo>
                    <a:pt x="181" y="323"/>
                  </a:lnTo>
                  <a:lnTo>
                    <a:pt x="181" y="323"/>
                  </a:lnTo>
                  <a:lnTo>
                    <a:pt x="158" y="362"/>
                  </a:lnTo>
                  <a:lnTo>
                    <a:pt x="136" y="401"/>
                  </a:lnTo>
                  <a:lnTo>
                    <a:pt x="112" y="439"/>
                  </a:lnTo>
                  <a:lnTo>
                    <a:pt x="87" y="477"/>
                  </a:lnTo>
                  <a:lnTo>
                    <a:pt x="87" y="477"/>
                  </a:lnTo>
                  <a:lnTo>
                    <a:pt x="62" y="513"/>
                  </a:lnTo>
                  <a:lnTo>
                    <a:pt x="39" y="549"/>
                  </a:lnTo>
                  <a:lnTo>
                    <a:pt x="39" y="549"/>
                  </a:lnTo>
                  <a:lnTo>
                    <a:pt x="18" y="575"/>
                  </a:lnTo>
                  <a:lnTo>
                    <a:pt x="7" y="590"/>
                  </a:lnTo>
                  <a:lnTo>
                    <a:pt x="0" y="604"/>
                  </a:lnTo>
                  <a:lnTo>
                    <a:pt x="0" y="604"/>
                  </a:lnTo>
                  <a:lnTo>
                    <a:pt x="0" y="607"/>
                  </a:lnTo>
                  <a:lnTo>
                    <a:pt x="1" y="609"/>
                  </a:lnTo>
                  <a:lnTo>
                    <a:pt x="2" y="611"/>
                  </a:lnTo>
                  <a:lnTo>
                    <a:pt x="4" y="611"/>
                  </a:lnTo>
                  <a:lnTo>
                    <a:pt x="7" y="611"/>
                  </a:lnTo>
                  <a:lnTo>
                    <a:pt x="10" y="609"/>
                  </a:lnTo>
                  <a:lnTo>
                    <a:pt x="11" y="608"/>
                  </a:lnTo>
                  <a:lnTo>
                    <a:pt x="11" y="608"/>
                  </a:lnTo>
                  <a:lnTo>
                    <a:pt x="15" y="599"/>
                  </a:lnTo>
                  <a:lnTo>
                    <a:pt x="19" y="591"/>
                  </a:lnTo>
                  <a:lnTo>
                    <a:pt x="31" y="577"/>
                  </a:lnTo>
                  <a:lnTo>
                    <a:pt x="43" y="561"/>
                  </a:lnTo>
                  <a:lnTo>
                    <a:pt x="55" y="547"/>
                  </a:lnTo>
                  <a:lnTo>
                    <a:pt x="55" y="547"/>
                  </a:lnTo>
                  <a:lnTo>
                    <a:pt x="78" y="511"/>
                  </a:lnTo>
                  <a:lnTo>
                    <a:pt x="103" y="476"/>
                  </a:lnTo>
                  <a:lnTo>
                    <a:pt x="103" y="476"/>
                  </a:lnTo>
                  <a:lnTo>
                    <a:pt x="116" y="456"/>
                  </a:lnTo>
                  <a:lnTo>
                    <a:pt x="128" y="437"/>
                  </a:lnTo>
                  <a:lnTo>
                    <a:pt x="151" y="397"/>
                  </a:lnTo>
                  <a:lnTo>
                    <a:pt x="174" y="358"/>
                  </a:lnTo>
                  <a:lnTo>
                    <a:pt x="198" y="320"/>
                  </a:lnTo>
                  <a:lnTo>
                    <a:pt x="198" y="320"/>
                  </a:lnTo>
                  <a:lnTo>
                    <a:pt x="310" y="152"/>
                  </a:lnTo>
                  <a:lnTo>
                    <a:pt x="310" y="152"/>
                  </a:lnTo>
                  <a:lnTo>
                    <a:pt x="337" y="111"/>
                  </a:lnTo>
                  <a:lnTo>
                    <a:pt x="363" y="69"/>
                  </a:lnTo>
                  <a:lnTo>
                    <a:pt x="363" y="69"/>
                  </a:lnTo>
                  <a:lnTo>
                    <a:pt x="383" y="39"/>
                  </a:lnTo>
                  <a:lnTo>
                    <a:pt x="393" y="22"/>
                  </a:lnTo>
                  <a:lnTo>
                    <a:pt x="397" y="14"/>
                  </a:lnTo>
                  <a:lnTo>
                    <a:pt x="400" y="6"/>
                  </a:lnTo>
                  <a:lnTo>
                    <a:pt x="400" y="6"/>
                  </a:lnTo>
                  <a:lnTo>
                    <a:pt x="400" y="4"/>
                  </a:lnTo>
                  <a:lnTo>
                    <a:pt x="399" y="1"/>
                  </a:lnTo>
                  <a:lnTo>
                    <a:pt x="395" y="0"/>
                  </a:lnTo>
                  <a:lnTo>
                    <a:pt x="391" y="0"/>
                  </a:lnTo>
                  <a:lnTo>
                    <a:pt x="389" y="1"/>
                  </a:lnTo>
                  <a:lnTo>
                    <a:pt x="388" y="4"/>
                  </a:lnTo>
                  <a:lnTo>
                    <a:pt x="388" y="4"/>
                  </a:lnTo>
                  <a:close/>
                </a:path>
              </a:pathLst>
            </a:custGeom>
            <a:ln>
              <a:solidFill>
                <a:schemeClr val="accent1">
                  <a:alpha val="35000"/>
                </a:schemeClr>
              </a:solidFill>
            </a:ln>
          </p:spPr>
          <p:style>
            <a:lnRef idx="0">
              <a:srgbClr val="FFFFFF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19" name="Freeform 531"/>
            <p:cNvSpPr/>
            <p:nvPr>
              <p:custDataLst>
                <p:tags r:id="rId13"/>
              </p:custDataLst>
            </p:nvPr>
          </p:nvSpPr>
          <p:spPr bwMode="auto">
            <a:xfrm>
              <a:off x="2509838" y="2046288"/>
              <a:ext cx="133350" cy="195263"/>
            </a:xfrm>
            <a:custGeom>
              <a:avLst/>
              <a:gdLst/>
              <a:ahLst/>
              <a:cxnLst>
                <a:cxn ang="0">
                  <a:pos x="328" y="2"/>
                </a:cxn>
                <a:cxn ang="0">
                  <a:pos x="328" y="2"/>
                </a:cxn>
                <a:cxn ang="0">
                  <a:pos x="307" y="31"/>
                </a:cxn>
                <a:cxn ang="0">
                  <a:pos x="286" y="60"/>
                </a:cxn>
                <a:cxn ang="0">
                  <a:pos x="246" y="120"/>
                </a:cxn>
                <a:cxn ang="0">
                  <a:pos x="207" y="180"/>
                </a:cxn>
                <a:cxn ang="0">
                  <a:pos x="167" y="240"/>
                </a:cxn>
                <a:cxn ang="0">
                  <a:pos x="167" y="240"/>
                </a:cxn>
                <a:cxn ang="0">
                  <a:pos x="123" y="304"/>
                </a:cxn>
                <a:cxn ang="0">
                  <a:pos x="78" y="367"/>
                </a:cxn>
                <a:cxn ang="0">
                  <a:pos x="78" y="367"/>
                </a:cxn>
                <a:cxn ang="0">
                  <a:pos x="58" y="394"/>
                </a:cxn>
                <a:cxn ang="0">
                  <a:pos x="39" y="423"/>
                </a:cxn>
                <a:cxn ang="0">
                  <a:pos x="1" y="481"/>
                </a:cxn>
                <a:cxn ang="0">
                  <a:pos x="1" y="481"/>
                </a:cxn>
                <a:cxn ang="0">
                  <a:pos x="0" y="483"/>
                </a:cxn>
                <a:cxn ang="0">
                  <a:pos x="0" y="486"/>
                </a:cxn>
                <a:cxn ang="0">
                  <a:pos x="3" y="489"/>
                </a:cxn>
                <a:cxn ang="0">
                  <a:pos x="7" y="490"/>
                </a:cxn>
                <a:cxn ang="0">
                  <a:pos x="9" y="489"/>
                </a:cxn>
                <a:cxn ang="0">
                  <a:pos x="10" y="487"/>
                </a:cxn>
                <a:cxn ang="0">
                  <a:pos x="10" y="487"/>
                </a:cxn>
                <a:cxn ang="0">
                  <a:pos x="46" y="434"/>
                </a:cxn>
                <a:cxn ang="0">
                  <a:pos x="63" y="408"/>
                </a:cxn>
                <a:cxn ang="0">
                  <a:pos x="81" y="381"/>
                </a:cxn>
                <a:cxn ang="0">
                  <a:pos x="81" y="381"/>
                </a:cxn>
                <a:cxn ang="0">
                  <a:pos x="127" y="319"/>
                </a:cxn>
                <a:cxn ang="0">
                  <a:pos x="171" y="256"/>
                </a:cxn>
                <a:cxn ang="0">
                  <a:pos x="171" y="256"/>
                </a:cxn>
                <a:cxn ang="0">
                  <a:pos x="212" y="193"/>
                </a:cxn>
                <a:cxn ang="0">
                  <a:pos x="252" y="130"/>
                </a:cxn>
                <a:cxn ang="0">
                  <a:pos x="294" y="68"/>
                </a:cxn>
                <a:cxn ang="0">
                  <a:pos x="317" y="37"/>
                </a:cxn>
                <a:cxn ang="0">
                  <a:pos x="337" y="7"/>
                </a:cxn>
                <a:cxn ang="0">
                  <a:pos x="337" y="7"/>
                </a:cxn>
                <a:cxn ang="0">
                  <a:pos x="339" y="5"/>
                </a:cxn>
                <a:cxn ang="0">
                  <a:pos x="339" y="3"/>
                </a:cxn>
                <a:cxn ang="0">
                  <a:pos x="337" y="2"/>
                </a:cxn>
                <a:cxn ang="0">
                  <a:pos x="336" y="0"/>
                </a:cxn>
                <a:cxn ang="0">
                  <a:pos x="332" y="0"/>
                </a:cxn>
                <a:cxn ang="0">
                  <a:pos x="330" y="0"/>
                </a:cxn>
                <a:cxn ang="0">
                  <a:pos x="328" y="2"/>
                </a:cxn>
                <a:cxn ang="0">
                  <a:pos x="328" y="2"/>
                </a:cxn>
              </a:cxnLst>
              <a:rect l="0" t="0" r="r" b="b"/>
              <a:pathLst>
                <a:path w="339" h="490">
                  <a:moveTo>
                    <a:pt x="328" y="2"/>
                  </a:moveTo>
                  <a:lnTo>
                    <a:pt x="328" y="2"/>
                  </a:lnTo>
                  <a:lnTo>
                    <a:pt x="307" y="31"/>
                  </a:lnTo>
                  <a:lnTo>
                    <a:pt x="286" y="60"/>
                  </a:lnTo>
                  <a:lnTo>
                    <a:pt x="246" y="120"/>
                  </a:lnTo>
                  <a:lnTo>
                    <a:pt x="207" y="180"/>
                  </a:lnTo>
                  <a:lnTo>
                    <a:pt x="167" y="240"/>
                  </a:lnTo>
                  <a:lnTo>
                    <a:pt x="167" y="240"/>
                  </a:lnTo>
                  <a:lnTo>
                    <a:pt x="123" y="304"/>
                  </a:lnTo>
                  <a:lnTo>
                    <a:pt x="78" y="367"/>
                  </a:lnTo>
                  <a:lnTo>
                    <a:pt x="78" y="367"/>
                  </a:lnTo>
                  <a:lnTo>
                    <a:pt x="58" y="394"/>
                  </a:lnTo>
                  <a:lnTo>
                    <a:pt x="39" y="423"/>
                  </a:lnTo>
                  <a:lnTo>
                    <a:pt x="1" y="481"/>
                  </a:lnTo>
                  <a:lnTo>
                    <a:pt x="1" y="481"/>
                  </a:lnTo>
                  <a:lnTo>
                    <a:pt x="0" y="483"/>
                  </a:lnTo>
                  <a:lnTo>
                    <a:pt x="0" y="486"/>
                  </a:lnTo>
                  <a:lnTo>
                    <a:pt x="3" y="489"/>
                  </a:lnTo>
                  <a:lnTo>
                    <a:pt x="7" y="490"/>
                  </a:lnTo>
                  <a:lnTo>
                    <a:pt x="9" y="489"/>
                  </a:lnTo>
                  <a:lnTo>
                    <a:pt x="10" y="487"/>
                  </a:lnTo>
                  <a:lnTo>
                    <a:pt x="10" y="487"/>
                  </a:lnTo>
                  <a:lnTo>
                    <a:pt x="46" y="434"/>
                  </a:lnTo>
                  <a:lnTo>
                    <a:pt x="63" y="408"/>
                  </a:lnTo>
                  <a:lnTo>
                    <a:pt x="81" y="381"/>
                  </a:lnTo>
                  <a:lnTo>
                    <a:pt x="81" y="381"/>
                  </a:lnTo>
                  <a:lnTo>
                    <a:pt x="127" y="319"/>
                  </a:lnTo>
                  <a:lnTo>
                    <a:pt x="171" y="256"/>
                  </a:lnTo>
                  <a:lnTo>
                    <a:pt x="171" y="256"/>
                  </a:lnTo>
                  <a:lnTo>
                    <a:pt x="212" y="193"/>
                  </a:lnTo>
                  <a:lnTo>
                    <a:pt x="252" y="130"/>
                  </a:lnTo>
                  <a:lnTo>
                    <a:pt x="294" y="68"/>
                  </a:lnTo>
                  <a:lnTo>
                    <a:pt x="317" y="37"/>
                  </a:lnTo>
                  <a:lnTo>
                    <a:pt x="337" y="7"/>
                  </a:lnTo>
                  <a:lnTo>
                    <a:pt x="337" y="7"/>
                  </a:lnTo>
                  <a:lnTo>
                    <a:pt x="339" y="5"/>
                  </a:lnTo>
                  <a:lnTo>
                    <a:pt x="339" y="3"/>
                  </a:lnTo>
                  <a:lnTo>
                    <a:pt x="337" y="2"/>
                  </a:lnTo>
                  <a:lnTo>
                    <a:pt x="336" y="0"/>
                  </a:lnTo>
                  <a:lnTo>
                    <a:pt x="332" y="0"/>
                  </a:lnTo>
                  <a:lnTo>
                    <a:pt x="330" y="0"/>
                  </a:lnTo>
                  <a:lnTo>
                    <a:pt x="328" y="2"/>
                  </a:lnTo>
                  <a:lnTo>
                    <a:pt x="328" y="2"/>
                  </a:lnTo>
                  <a:close/>
                </a:path>
              </a:pathLst>
            </a:custGeom>
            <a:ln>
              <a:solidFill>
                <a:schemeClr val="accent1">
                  <a:alpha val="35000"/>
                </a:schemeClr>
              </a:solidFill>
            </a:ln>
          </p:spPr>
          <p:style>
            <a:lnRef idx="0">
              <a:srgbClr val="FFFFFF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20" name="Freeform 532"/>
            <p:cNvSpPr/>
            <p:nvPr>
              <p:custDataLst>
                <p:tags r:id="rId14"/>
              </p:custDataLst>
            </p:nvPr>
          </p:nvSpPr>
          <p:spPr bwMode="auto">
            <a:xfrm>
              <a:off x="2527301" y="2079625"/>
              <a:ext cx="152400" cy="222250"/>
            </a:xfrm>
            <a:custGeom>
              <a:avLst/>
              <a:gdLst/>
              <a:ahLst/>
              <a:cxnLst>
                <a:cxn ang="0">
                  <a:pos x="374" y="3"/>
                </a:cxn>
                <a:cxn ang="0">
                  <a:pos x="374" y="3"/>
                </a:cxn>
                <a:cxn ang="0">
                  <a:pos x="362" y="16"/>
                </a:cxn>
                <a:cxn ang="0">
                  <a:pos x="349" y="31"/>
                </a:cxn>
                <a:cxn ang="0">
                  <a:pos x="327" y="61"/>
                </a:cxn>
                <a:cxn ang="0">
                  <a:pos x="306" y="93"/>
                </a:cxn>
                <a:cxn ang="0">
                  <a:pos x="285" y="124"/>
                </a:cxn>
                <a:cxn ang="0">
                  <a:pos x="285" y="124"/>
                </a:cxn>
                <a:cxn ang="0">
                  <a:pos x="259" y="162"/>
                </a:cxn>
                <a:cxn ang="0">
                  <a:pos x="235" y="200"/>
                </a:cxn>
                <a:cxn ang="0">
                  <a:pos x="212" y="239"/>
                </a:cxn>
                <a:cxn ang="0">
                  <a:pos x="188" y="277"/>
                </a:cxn>
                <a:cxn ang="0">
                  <a:pos x="188" y="277"/>
                </a:cxn>
                <a:cxn ang="0">
                  <a:pos x="165" y="315"/>
                </a:cxn>
                <a:cxn ang="0">
                  <a:pos x="140" y="353"/>
                </a:cxn>
                <a:cxn ang="0">
                  <a:pos x="114" y="390"/>
                </a:cxn>
                <a:cxn ang="0">
                  <a:pos x="99" y="407"/>
                </a:cxn>
                <a:cxn ang="0">
                  <a:pos x="85" y="424"/>
                </a:cxn>
                <a:cxn ang="0">
                  <a:pos x="85" y="424"/>
                </a:cxn>
                <a:cxn ang="0">
                  <a:pos x="60" y="454"/>
                </a:cxn>
                <a:cxn ang="0">
                  <a:pos x="39" y="485"/>
                </a:cxn>
                <a:cxn ang="0">
                  <a:pos x="18" y="518"/>
                </a:cxn>
                <a:cxn ang="0">
                  <a:pos x="1" y="552"/>
                </a:cxn>
                <a:cxn ang="0">
                  <a:pos x="1" y="552"/>
                </a:cxn>
                <a:cxn ang="0">
                  <a:pos x="0" y="554"/>
                </a:cxn>
                <a:cxn ang="0">
                  <a:pos x="0" y="556"/>
                </a:cxn>
                <a:cxn ang="0">
                  <a:pos x="2" y="560"/>
                </a:cxn>
                <a:cxn ang="0">
                  <a:pos x="6" y="560"/>
                </a:cxn>
                <a:cxn ang="0">
                  <a:pos x="9" y="560"/>
                </a:cxn>
                <a:cxn ang="0">
                  <a:pos x="10" y="557"/>
                </a:cxn>
                <a:cxn ang="0">
                  <a:pos x="10" y="557"/>
                </a:cxn>
                <a:cxn ang="0">
                  <a:pos x="30" y="522"/>
                </a:cxn>
                <a:cxn ang="0">
                  <a:pos x="51" y="488"/>
                </a:cxn>
                <a:cxn ang="0">
                  <a:pos x="74" y="456"/>
                </a:cxn>
                <a:cxn ang="0">
                  <a:pos x="99" y="425"/>
                </a:cxn>
                <a:cxn ang="0">
                  <a:pos x="99" y="425"/>
                </a:cxn>
                <a:cxn ang="0">
                  <a:pos x="112" y="411"/>
                </a:cxn>
                <a:cxn ang="0">
                  <a:pos x="123" y="395"/>
                </a:cxn>
                <a:cxn ang="0">
                  <a:pos x="145" y="365"/>
                </a:cxn>
                <a:cxn ang="0">
                  <a:pos x="187" y="301"/>
                </a:cxn>
                <a:cxn ang="0">
                  <a:pos x="187" y="301"/>
                </a:cxn>
                <a:cxn ang="0">
                  <a:pos x="210" y="265"/>
                </a:cxn>
                <a:cxn ang="0">
                  <a:pos x="233" y="229"/>
                </a:cxn>
                <a:cxn ang="0">
                  <a:pos x="277" y="157"/>
                </a:cxn>
                <a:cxn ang="0">
                  <a:pos x="277" y="157"/>
                </a:cxn>
                <a:cxn ang="0">
                  <a:pos x="301" y="120"/>
                </a:cxn>
                <a:cxn ang="0">
                  <a:pos x="325" y="86"/>
                </a:cxn>
                <a:cxn ang="0">
                  <a:pos x="325" y="86"/>
                </a:cxn>
                <a:cxn ang="0">
                  <a:pos x="352" y="47"/>
                </a:cxn>
                <a:cxn ang="0">
                  <a:pos x="366" y="27"/>
                </a:cxn>
                <a:cxn ang="0">
                  <a:pos x="383" y="10"/>
                </a:cxn>
                <a:cxn ang="0">
                  <a:pos x="383" y="10"/>
                </a:cxn>
                <a:cxn ang="0">
                  <a:pos x="384" y="8"/>
                </a:cxn>
                <a:cxn ang="0">
                  <a:pos x="384" y="6"/>
                </a:cxn>
                <a:cxn ang="0">
                  <a:pos x="382" y="3"/>
                </a:cxn>
                <a:cxn ang="0">
                  <a:pos x="379" y="0"/>
                </a:cxn>
                <a:cxn ang="0">
                  <a:pos x="376" y="1"/>
                </a:cxn>
                <a:cxn ang="0">
                  <a:pos x="374" y="3"/>
                </a:cxn>
                <a:cxn ang="0">
                  <a:pos x="374" y="3"/>
                </a:cxn>
              </a:cxnLst>
              <a:rect l="0" t="0" r="r" b="b"/>
              <a:pathLst>
                <a:path w="384" h="560">
                  <a:moveTo>
                    <a:pt x="374" y="3"/>
                  </a:moveTo>
                  <a:lnTo>
                    <a:pt x="374" y="3"/>
                  </a:lnTo>
                  <a:lnTo>
                    <a:pt x="362" y="16"/>
                  </a:lnTo>
                  <a:lnTo>
                    <a:pt x="349" y="31"/>
                  </a:lnTo>
                  <a:lnTo>
                    <a:pt x="327" y="61"/>
                  </a:lnTo>
                  <a:lnTo>
                    <a:pt x="306" y="93"/>
                  </a:lnTo>
                  <a:lnTo>
                    <a:pt x="285" y="124"/>
                  </a:lnTo>
                  <a:lnTo>
                    <a:pt x="285" y="124"/>
                  </a:lnTo>
                  <a:lnTo>
                    <a:pt x="259" y="162"/>
                  </a:lnTo>
                  <a:lnTo>
                    <a:pt x="235" y="200"/>
                  </a:lnTo>
                  <a:lnTo>
                    <a:pt x="212" y="239"/>
                  </a:lnTo>
                  <a:lnTo>
                    <a:pt x="188" y="277"/>
                  </a:lnTo>
                  <a:lnTo>
                    <a:pt x="188" y="277"/>
                  </a:lnTo>
                  <a:lnTo>
                    <a:pt x="165" y="315"/>
                  </a:lnTo>
                  <a:lnTo>
                    <a:pt x="140" y="353"/>
                  </a:lnTo>
                  <a:lnTo>
                    <a:pt x="114" y="390"/>
                  </a:lnTo>
                  <a:lnTo>
                    <a:pt x="99" y="407"/>
                  </a:lnTo>
                  <a:lnTo>
                    <a:pt x="85" y="424"/>
                  </a:lnTo>
                  <a:lnTo>
                    <a:pt x="85" y="424"/>
                  </a:lnTo>
                  <a:lnTo>
                    <a:pt x="60" y="454"/>
                  </a:lnTo>
                  <a:lnTo>
                    <a:pt x="39" y="485"/>
                  </a:lnTo>
                  <a:lnTo>
                    <a:pt x="18" y="518"/>
                  </a:lnTo>
                  <a:lnTo>
                    <a:pt x="1" y="552"/>
                  </a:lnTo>
                  <a:lnTo>
                    <a:pt x="1" y="552"/>
                  </a:lnTo>
                  <a:lnTo>
                    <a:pt x="0" y="554"/>
                  </a:lnTo>
                  <a:lnTo>
                    <a:pt x="0" y="556"/>
                  </a:lnTo>
                  <a:lnTo>
                    <a:pt x="2" y="560"/>
                  </a:lnTo>
                  <a:lnTo>
                    <a:pt x="6" y="560"/>
                  </a:lnTo>
                  <a:lnTo>
                    <a:pt x="9" y="560"/>
                  </a:lnTo>
                  <a:lnTo>
                    <a:pt x="10" y="557"/>
                  </a:lnTo>
                  <a:lnTo>
                    <a:pt x="10" y="557"/>
                  </a:lnTo>
                  <a:lnTo>
                    <a:pt x="30" y="522"/>
                  </a:lnTo>
                  <a:lnTo>
                    <a:pt x="51" y="488"/>
                  </a:lnTo>
                  <a:lnTo>
                    <a:pt x="74" y="456"/>
                  </a:lnTo>
                  <a:lnTo>
                    <a:pt x="99" y="425"/>
                  </a:lnTo>
                  <a:lnTo>
                    <a:pt x="99" y="425"/>
                  </a:lnTo>
                  <a:lnTo>
                    <a:pt x="112" y="411"/>
                  </a:lnTo>
                  <a:lnTo>
                    <a:pt x="123" y="395"/>
                  </a:lnTo>
                  <a:lnTo>
                    <a:pt x="145" y="365"/>
                  </a:lnTo>
                  <a:lnTo>
                    <a:pt x="187" y="301"/>
                  </a:lnTo>
                  <a:lnTo>
                    <a:pt x="187" y="301"/>
                  </a:lnTo>
                  <a:lnTo>
                    <a:pt x="210" y="265"/>
                  </a:lnTo>
                  <a:lnTo>
                    <a:pt x="233" y="229"/>
                  </a:lnTo>
                  <a:lnTo>
                    <a:pt x="277" y="157"/>
                  </a:lnTo>
                  <a:lnTo>
                    <a:pt x="277" y="157"/>
                  </a:lnTo>
                  <a:lnTo>
                    <a:pt x="301" y="120"/>
                  </a:lnTo>
                  <a:lnTo>
                    <a:pt x="325" y="86"/>
                  </a:lnTo>
                  <a:lnTo>
                    <a:pt x="325" y="86"/>
                  </a:lnTo>
                  <a:lnTo>
                    <a:pt x="352" y="47"/>
                  </a:lnTo>
                  <a:lnTo>
                    <a:pt x="366" y="27"/>
                  </a:lnTo>
                  <a:lnTo>
                    <a:pt x="383" y="10"/>
                  </a:lnTo>
                  <a:lnTo>
                    <a:pt x="383" y="10"/>
                  </a:lnTo>
                  <a:lnTo>
                    <a:pt x="384" y="8"/>
                  </a:lnTo>
                  <a:lnTo>
                    <a:pt x="384" y="6"/>
                  </a:lnTo>
                  <a:lnTo>
                    <a:pt x="382" y="3"/>
                  </a:lnTo>
                  <a:lnTo>
                    <a:pt x="379" y="0"/>
                  </a:lnTo>
                  <a:lnTo>
                    <a:pt x="376" y="1"/>
                  </a:lnTo>
                  <a:lnTo>
                    <a:pt x="374" y="3"/>
                  </a:lnTo>
                  <a:lnTo>
                    <a:pt x="374" y="3"/>
                  </a:lnTo>
                  <a:close/>
                </a:path>
              </a:pathLst>
            </a:custGeom>
            <a:ln>
              <a:solidFill>
                <a:schemeClr val="accent1">
                  <a:alpha val="35000"/>
                </a:schemeClr>
              </a:solidFill>
            </a:ln>
          </p:spPr>
          <p:style>
            <a:lnRef idx="0">
              <a:srgbClr val="FFFFFF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21" name="Freeform 533"/>
            <p:cNvSpPr/>
            <p:nvPr>
              <p:custDataLst>
                <p:tags r:id="rId15"/>
              </p:custDataLst>
            </p:nvPr>
          </p:nvSpPr>
          <p:spPr bwMode="auto">
            <a:xfrm>
              <a:off x="2546351" y="2112963"/>
              <a:ext cx="173038" cy="250825"/>
            </a:xfrm>
            <a:custGeom>
              <a:avLst/>
              <a:gdLst/>
              <a:ahLst/>
              <a:cxnLst>
                <a:cxn ang="0">
                  <a:pos x="427" y="2"/>
                </a:cxn>
                <a:cxn ang="0">
                  <a:pos x="374" y="77"/>
                </a:cxn>
                <a:cxn ang="0">
                  <a:pos x="324" y="154"/>
                </a:cxn>
                <a:cxn ang="0">
                  <a:pos x="204" y="327"/>
                </a:cxn>
                <a:cxn ang="0">
                  <a:pos x="179" y="364"/>
                </a:cxn>
                <a:cxn ang="0">
                  <a:pos x="154" y="402"/>
                </a:cxn>
                <a:cxn ang="0">
                  <a:pos x="134" y="427"/>
                </a:cxn>
                <a:cxn ang="0">
                  <a:pos x="129" y="436"/>
                </a:cxn>
                <a:cxn ang="0">
                  <a:pos x="107" y="476"/>
                </a:cxn>
                <a:cxn ang="0">
                  <a:pos x="91" y="497"/>
                </a:cxn>
                <a:cxn ang="0">
                  <a:pos x="58" y="536"/>
                </a:cxn>
                <a:cxn ang="0">
                  <a:pos x="43" y="557"/>
                </a:cxn>
                <a:cxn ang="0">
                  <a:pos x="11" y="597"/>
                </a:cxn>
                <a:cxn ang="0">
                  <a:pos x="2" y="616"/>
                </a:cxn>
                <a:cxn ang="0">
                  <a:pos x="0" y="625"/>
                </a:cxn>
                <a:cxn ang="0">
                  <a:pos x="1" y="629"/>
                </a:cxn>
                <a:cxn ang="0">
                  <a:pos x="6" y="631"/>
                </a:cxn>
                <a:cxn ang="0">
                  <a:pos x="10" y="630"/>
                </a:cxn>
                <a:cxn ang="0">
                  <a:pos x="10" y="627"/>
                </a:cxn>
                <a:cxn ang="0">
                  <a:pos x="19" y="609"/>
                </a:cxn>
                <a:cxn ang="0">
                  <a:pos x="32" y="592"/>
                </a:cxn>
                <a:cxn ang="0">
                  <a:pos x="54" y="561"/>
                </a:cxn>
                <a:cxn ang="0">
                  <a:pos x="62" y="550"/>
                </a:cxn>
                <a:cxn ang="0">
                  <a:pos x="90" y="518"/>
                </a:cxn>
                <a:cxn ang="0">
                  <a:pos x="116" y="482"/>
                </a:cxn>
                <a:cxn ang="0">
                  <a:pos x="137" y="448"/>
                </a:cxn>
                <a:cxn ang="0">
                  <a:pos x="158" y="415"/>
                </a:cxn>
                <a:cxn ang="0">
                  <a:pos x="174" y="395"/>
                </a:cxn>
                <a:cxn ang="0">
                  <a:pos x="214" y="332"/>
                </a:cxn>
                <a:cxn ang="0">
                  <a:pos x="268" y="253"/>
                </a:cxn>
                <a:cxn ang="0">
                  <a:pos x="323" y="176"/>
                </a:cxn>
                <a:cxn ang="0">
                  <a:pos x="378" y="92"/>
                </a:cxn>
                <a:cxn ang="0">
                  <a:pos x="421" y="30"/>
                </a:cxn>
                <a:cxn ang="0">
                  <a:pos x="435" y="10"/>
                </a:cxn>
                <a:cxn ang="0">
                  <a:pos x="436" y="6"/>
                </a:cxn>
                <a:cxn ang="0">
                  <a:pos x="433" y="1"/>
                </a:cxn>
                <a:cxn ang="0">
                  <a:pos x="429" y="1"/>
                </a:cxn>
                <a:cxn ang="0">
                  <a:pos x="427" y="2"/>
                </a:cxn>
              </a:cxnLst>
              <a:rect l="0" t="0" r="r" b="b"/>
              <a:pathLst>
                <a:path w="436" h="631">
                  <a:moveTo>
                    <a:pt x="427" y="2"/>
                  </a:moveTo>
                  <a:lnTo>
                    <a:pt x="427" y="2"/>
                  </a:lnTo>
                  <a:lnTo>
                    <a:pt x="400" y="39"/>
                  </a:lnTo>
                  <a:lnTo>
                    <a:pt x="374" y="77"/>
                  </a:lnTo>
                  <a:lnTo>
                    <a:pt x="324" y="154"/>
                  </a:lnTo>
                  <a:lnTo>
                    <a:pt x="324" y="154"/>
                  </a:lnTo>
                  <a:lnTo>
                    <a:pt x="264" y="240"/>
                  </a:lnTo>
                  <a:lnTo>
                    <a:pt x="204" y="327"/>
                  </a:lnTo>
                  <a:lnTo>
                    <a:pt x="204" y="327"/>
                  </a:lnTo>
                  <a:lnTo>
                    <a:pt x="179" y="364"/>
                  </a:lnTo>
                  <a:lnTo>
                    <a:pt x="154" y="402"/>
                  </a:lnTo>
                  <a:lnTo>
                    <a:pt x="154" y="402"/>
                  </a:lnTo>
                  <a:lnTo>
                    <a:pt x="141" y="419"/>
                  </a:lnTo>
                  <a:lnTo>
                    <a:pt x="134" y="427"/>
                  </a:lnTo>
                  <a:lnTo>
                    <a:pt x="129" y="436"/>
                  </a:lnTo>
                  <a:lnTo>
                    <a:pt x="129" y="436"/>
                  </a:lnTo>
                  <a:lnTo>
                    <a:pt x="119" y="457"/>
                  </a:lnTo>
                  <a:lnTo>
                    <a:pt x="107" y="476"/>
                  </a:lnTo>
                  <a:lnTo>
                    <a:pt x="107" y="476"/>
                  </a:lnTo>
                  <a:lnTo>
                    <a:pt x="91" y="497"/>
                  </a:lnTo>
                  <a:lnTo>
                    <a:pt x="74" y="516"/>
                  </a:lnTo>
                  <a:lnTo>
                    <a:pt x="58" y="536"/>
                  </a:lnTo>
                  <a:lnTo>
                    <a:pt x="43" y="557"/>
                  </a:lnTo>
                  <a:lnTo>
                    <a:pt x="43" y="557"/>
                  </a:lnTo>
                  <a:lnTo>
                    <a:pt x="17" y="588"/>
                  </a:lnTo>
                  <a:lnTo>
                    <a:pt x="11" y="597"/>
                  </a:lnTo>
                  <a:lnTo>
                    <a:pt x="6" y="606"/>
                  </a:lnTo>
                  <a:lnTo>
                    <a:pt x="2" y="616"/>
                  </a:lnTo>
                  <a:lnTo>
                    <a:pt x="0" y="625"/>
                  </a:lnTo>
                  <a:lnTo>
                    <a:pt x="0" y="625"/>
                  </a:lnTo>
                  <a:lnTo>
                    <a:pt x="0" y="627"/>
                  </a:lnTo>
                  <a:lnTo>
                    <a:pt x="1" y="629"/>
                  </a:lnTo>
                  <a:lnTo>
                    <a:pt x="5" y="631"/>
                  </a:lnTo>
                  <a:lnTo>
                    <a:pt x="6" y="631"/>
                  </a:lnTo>
                  <a:lnTo>
                    <a:pt x="9" y="631"/>
                  </a:lnTo>
                  <a:lnTo>
                    <a:pt x="10" y="630"/>
                  </a:lnTo>
                  <a:lnTo>
                    <a:pt x="10" y="627"/>
                  </a:lnTo>
                  <a:lnTo>
                    <a:pt x="10" y="627"/>
                  </a:lnTo>
                  <a:lnTo>
                    <a:pt x="14" y="618"/>
                  </a:lnTo>
                  <a:lnTo>
                    <a:pt x="19" y="609"/>
                  </a:lnTo>
                  <a:lnTo>
                    <a:pt x="32" y="592"/>
                  </a:lnTo>
                  <a:lnTo>
                    <a:pt x="32" y="592"/>
                  </a:lnTo>
                  <a:lnTo>
                    <a:pt x="47" y="570"/>
                  </a:lnTo>
                  <a:lnTo>
                    <a:pt x="54" y="561"/>
                  </a:lnTo>
                  <a:lnTo>
                    <a:pt x="62" y="550"/>
                  </a:lnTo>
                  <a:lnTo>
                    <a:pt x="62" y="550"/>
                  </a:lnTo>
                  <a:lnTo>
                    <a:pt x="77" y="535"/>
                  </a:lnTo>
                  <a:lnTo>
                    <a:pt x="90" y="518"/>
                  </a:lnTo>
                  <a:lnTo>
                    <a:pt x="116" y="482"/>
                  </a:lnTo>
                  <a:lnTo>
                    <a:pt x="116" y="482"/>
                  </a:lnTo>
                  <a:lnTo>
                    <a:pt x="128" y="465"/>
                  </a:lnTo>
                  <a:lnTo>
                    <a:pt x="137" y="448"/>
                  </a:lnTo>
                  <a:lnTo>
                    <a:pt x="147" y="431"/>
                  </a:lnTo>
                  <a:lnTo>
                    <a:pt x="158" y="415"/>
                  </a:lnTo>
                  <a:lnTo>
                    <a:pt x="158" y="415"/>
                  </a:lnTo>
                  <a:lnTo>
                    <a:pt x="174" y="395"/>
                  </a:lnTo>
                  <a:lnTo>
                    <a:pt x="187" y="374"/>
                  </a:lnTo>
                  <a:lnTo>
                    <a:pt x="214" y="332"/>
                  </a:lnTo>
                  <a:lnTo>
                    <a:pt x="214" y="332"/>
                  </a:lnTo>
                  <a:lnTo>
                    <a:pt x="268" y="253"/>
                  </a:lnTo>
                  <a:lnTo>
                    <a:pt x="323" y="176"/>
                  </a:lnTo>
                  <a:lnTo>
                    <a:pt x="323" y="176"/>
                  </a:lnTo>
                  <a:lnTo>
                    <a:pt x="350" y="134"/>
                  </a:lnTo>
                  <a:lnTo>
                    <a:pt x="378" y="92"/>
                  </a:lnTo>
                  <a:lnTo>
                    <a:pt x="406" y="51"/>
                  </a:lnTo>
                  <a:lnTo>
                    <a:pt x="421" y="30"/>
                  </a:lnTo>
                  <a:lnTo>
                    <a:pt x="435" y="10"/>
                  </a:lnTo>
                  <a:lnTo>
                    <a:pt x="435" y="10"/>
                  </a:lnTo>
                  <a:lnTo>
                    <a:pt x="436" y="7"/>
                  </a:lnTo>
                  <a:lnTo>
                    <a:pt x="436" y="6"/>
                  </a:lnTo>
                  <a:lnTo>
                    <a:pt x="435" y="2"/>
                  </a:lnTo>
                  <a:lnTo>
                    <a:pt x="433" y="1"/>
                  </a:lnTo>
                  <a:lnTo>
                    <a:pt x="431" y="0"/>
                  </a:lnTo>
                  <a:lnTo>
                    <a:pt x="429" y="1"/>
                  </a:lnTo>
                  <a:lnTo>
                    <a:pt x="427" y="2"/>
                  </a:lnTo>
                  <a:lnTo>
                    <a:pt x="427" y="2"/>
                  </a:lnTo>
                  <a:close/>
                </a:path>
              </a:pathLst>
            </a:custGeom>
            <a:ln>
              <a:solidFill>
                <a:schemeClr val="accent1">
                  <a:alpha val="35000"/>
                </a:schemeClr>
              </a:solidFill>
            </a:ln>
          </p:spPr>
          <p:style>
            <a:lnRef idx="0">
              <a:srgbClr val="FFFFFF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22" name="Freeform 534"/>
            <p:cNvSpPr/>
            <p:nvPr>
              <p:custDataLst>
                <p:tags r:id="rId16"/>
              </p:custDataLst>
            </p:nvPr>
          </p:nvSpPr>
          <p:spPr bwMode="auto">
            <a:xfrm>
              <a:off x="2122488" y="2501900"/>
              <a:ext cx="22225" cy="41275"/>
            </a:xfrm>
            <a:custGeom>
              <a:avLst/>
              <a:gdLst/>
              <a:ahLst/>
              <a:cxnLst>
                <a:cxn ang="0">
                  <a:pos x="42" y="6"/>
                </a:cxn>
                <a:cxn ang="0">
                  <a:pos x="42" y="6"/>
                </a:cxn>
                <a:cxn ang="0">
                  <a:pos x="40" y="17"/>
                </a:cxn>
                <a:cxn ang="0">
                  <a:pos x="36" y="27"/>
                </a:cxn>
                <a:cxn ang="0">
                  <a:pos x="29" y="36"/>
                </a:cxn>
                <a:cxn ang="0">
                  <a:pos x="23" y="46"/>
                </a:cxn>
                <a:cxn ang="0">
                  <a:pos x="23" y="46"/>
                </a:cxn>
                <a:cxn ang="0">
                  <a:pos x="16" y="57"/>
                </a:cxn>
                <a:cxn ang="0">
                  <a:pos x="10" y="69"/>
                </a:cxn>
                <a:cxn ang="0">
                  <a:pos x="4" y="82"/>
                </a:cxn>
                <a:cxn ang="0">
                  <a:pos x="0" y="95"/>
                </a:cxn>
                <a:cxn ang="0">
                  <a:pos x="0" y="95"/>
                </a:cxn>
                <a:cxn ang="0">
                  <a:pos x="0" y="98"/>
                </a:cxn>
                <a:cxn ang="0">
                  <a:pos x="2" y="100"/>
                </a:cxn>
                <a:cxn ang="0">
                  <a:pos x="4" y="102"/>
                </a:cxn>
                <a:cxn ang="0">
                  <a:pos x="10" y="102"/>
                </a:cxn>
                <a:cxn ang="0">
                  <a:pos x="11" y="100"/>
                </a:cxn>
                <a:cxn ang="0">
                  <a:pos x="12" y="99"/>
                </a:cxn>
                <a:cxn ang="0">
                  <a:pos x="12" y="99"/>
                </a:cxn>
                <a:cxn ang="0">
                  <a:pos x="16" y="83"/>
                </a:cxn>
                <a:cxn ang="0">
                  <a:pos x="23" y="70"/>
                </a:cxn>
                <a:cxn ang="0">
                  <a:pos x="29" y="56"/>
                </a:cxn>
                <a:cxn ang="0">
                  <a:pos x="38" y="43"/>
                </a:cxn>
                <a:cxn ang="0">
                  <a:pos x="38" y="43"/>
                </a:cxn>
                <a:cxn ang="0">
                  <a:pos x="44" y="35"/>
                </a:cxn>
                <a:cxn ang="0">
                  <a:pos x="49" y="26"/>
                </a:cxn>
                <a:cxn ang="0">
                  <a:pos x="51" y="15"/>
                </a:cxn>
                <a:cxn ang="0">
                  <a:pos x="54" y="6"/>
                </a:cxn>
                <a:cxn ang="0">
                  <a:pos x="54" y="6"/>
                </a:cxn>
                <a:cxn ang="0">
                  <a:pos x="54" y="4"/>
                </a:cxn>
                <a:cxn ang="0">
                  <a:pos x="53" y="1"/>
                </a:cxn>
                <a:cxn ang="0">
                  <a:pos x="50" y="1"/>
                </a:cxn>
                <a:cxn ang="0">
                  <a:pos x="49" y="0"/>
                </a:cxn>
                <a:cxn ang="0">
                  <a:pos x="45" y="1"/>
                </a:cxn>
                <a:cxn ang="0">
                  <a:pos x="44" y="4"/>
                </a:cxn>
                <a:cxn ang="0">
                  <a:pos x="42" y="6"/>
                </a:cxn>
                <a:cxn ang="0">
                  <a:pos x="42" y="6"/>
                </a:cxn>
              </a:cxnLst>
              <a:rect l="0" t="0" r="r" b="b"/>
              <a:pathLst>
                <a:path w="54" h="102">
                  <a:moveTo>
                    <a:pt x="42" y="6"/>
                  </a:moveTo>
                  <a:lnTo>
                    <a:pt x="42" y="6"/>
                  </a:lnTo>
                  <a:lnTo>
                    <a:pt x="40" y="17"/>
                  </a:lnTo>
                  <a:lnTo>
                    <a:pt x="36" y="27"/>
                  </a:lnTo>
                  <a:lnTo>
                    <a:pt x="29" y="36"/>
                  </a:lnTo>
                  <a:lnTo>
                    <a:pt x="23" y="46"/>
                  </a:lnTo>
                  <a:lnTo>
                    <a:pt x="23" y="46"/>
                  </a:lnTo>
                  <a:lnTo>
                    <a:pt x="16" y="57"/>
                  </a:lnTo>
                  <a:lnTo>
                    <a:pt x="10" y="69"/>
                  </a:lnTo>
                  <a:lnTo>
                    <a:pt x="4" y="82"/>
                  </a:lnTo>
                  <a:lnTo>
                    <a:pt x="0" y="95"/>
                  </a:lnTo>
                  <a:lnTo>
                    <a:pt x="0" y="95"/>
                  </a:lnTo>
                  <a:lnTo>
                    <a:pt x="0" y="98"/>
                  </a:lnTo>
                  <a:lnTo>
                    <a:pt x="2" y="100"/>
                  </a:lnTo>
                  <a:lnTo>
                    <a:pt x="4" y="102"/>
                  </a:lnTo>
                  <a:lnTo>
                    <a:pt x="10" y="102"/>
                  </a:lnTo>
                  <a:lnTo>
                    <a:pt x="11" y="100"/>
                  </a:lnTo>
                  <a:lnTo>
                    <a:pt x="12" y="99"/>
                  </a:lnTo>
                  <a:lnTo>
                    <a:pt x="12" y="99"/>
                  </a:lnTo>
                  <a:lnTo>
                    <a:pt x="16" y="83"/>
                  </a:lnTo>
                  <a:lnTo>
                    <a:pt x="23" y="70"/>
                  </a:lnTo>
                  <a:lnTo>
                    <a:pt x="29" y="56"/>
                  </a:lnTo>
                  <a:lnTo>
                    <a:pt x="38" y="43"/>
                  </a:lnTo>
                  <a:lnTo>
                    <a:pt x="38" y="43"/>
                  </a:lnTo>
                  <a:lnTo>
                    <a:pt x="44" y="35"/>
                  </a:lnTo>
                  <a:lnTo>
                    <a:pt x="49" y="26"/>
                  </a:lnTo>
                  <a:lnTo>
                    <a:pt x="51" y="15"/>
                  </a:lnTo>
                  <a:lnTo>
                    <a:pt x="54" y="6"/>
                  </a:lnTo>
                  <a:lnTo>
                    <a:pt x="54" y="6"/>
                  </a:lnTo>
                  <a:lnTo>
                    <a:pt x="54" y="4"/>
                  </a:lnTo>
                  <a:lnTo>
                    <a:pt x="53" y="1"/>
                  </a:lnTo>
                  <a:lnTo>
                    <a:pt x="50" y="1"/>
                  </a:lnTo>
                  <a:lnTo>
                    <a:pt x="49" y="0"/>
                  </a:lnTo>
                  <a:lnTo>
                    <a:pt x="45" y="1"/>
                  </a:lnTo>
                  <a:lnTo>
                    <a:pt x="44" y="4"/>
                  </a:lnTo>
                  <a:lnTo>
                    <a:pt x="42" y="6"/>
                  </a:lnTo>
                  <a:lnTo>
                    <a:pt x="42" y="6"/>
                  </a:lnTo>
                  <a:close/>
                </a:path>
              </a:pathLst>
            </a:custGeom>
            <a:ln>
              <a:solidFill>
                <a:schemeClr val="accent1">
                  <a:alpha val="35000"/>
                </a:schemeClr>
              </a:solidFill>
            </a:ln>
          </p:spPr>
          <p:style>
            <a:lnRef idx="0">
              <a:srgbClr val="FFFFFF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23" name="Freeform 535"/>
            <p:cNvSpPr/>
            <p:nvPr>
              <p:custDataLst>
                <p:tags r:id="rId17"/>
              </p:custDataLst>
            </p:nvPr>
          </p:nvSpPr>
          <p:spPr bwMode="auto">
            <a:xfrm>
              <a:off x="2152651" y="2535238"/>
              <a:ext cx="22225" cy="46038"/>
            </a:xfrm>
            <a:custGeom>
              <a:avLst/>
              <a:gdLst/>
              <a:ahLst/>
              <a:cxnLst>
                <a:cxn ang="0">
                  <a:pos x="46" y="2"/>
                </a:cxn>
                <a:cxn ang="0">
                  <a:pos x="46" y="2"/>
                </a:cxn>
                <a:cxn ang="0">
                  <a:pos x="43" y="17"/>
                </a:cxn>
                <a:cxn ang="0">
                  <a:pos x="38" y="29"/>
                </a:cxn>
                <a:cxn ang="0">
                  <a:pos x="26" y="55"/>
                </a:cxn>
                <a:cxn ang="0">
                  <a:pos x="2" y="104"/>
                </a:cxn>
                <a:cxn ang="0">
                  <a:pos x="2" y="104"/>
                </a:cxn>
                <a:cxn ang="0">
                  <a:pos x="0" y="107"/>
                </a:cxn>
                <a:cxn ang="0">
                  <a:pos x="2" y="108"/>
                </a:cxn>
                <a:cxn ang="0">
                  <a:pos x="4" y="112"/>
                </a:cxn>
                <a:cxn ang="0">
                  <a:pos x="8" y="114"/>
                </a:cxn>
                <a:cxn ang="0">
                  <a:pos x="9" y="112"/>
                </a:cxn>
                <a:cxn ang="0">
                  <a:pos x="11" y="110"/>
                </a:cxn>
                <a:cxn ang="0">
                  <a:pos x="11" y="110"/>
                </a:cxn>
                <a:cxn ang="0">
                  <a:pos x="37" y="59"/>
                </a:cxn>
                <a:cxn ang="0">
                  <a:pos x="49" y="32"/>
                </a:cxn>
                <a:cxn ang="0">
                  <a:pos x="54" y="19"/>
                </a:cxn>
                <a:cxn ang="0">
                  <a:pos x="58" y="6"/>
                </a:cxn>
                <a:cxn ang="0">
                  <a:pos x="58" y="6"/>
                </a:cxn>
                <a:cxn ang="0">
                  <a:pos x="58" y="4"/>
                </a:cxn>
                <a:cxn ang="0">
                  <a:pos x="57" y="1"/>
                </a:cxn>
                <a:cxn ang="0">
                  <a:pos x="54" y="0"/>
                </a:cxn>
                <a:cxn ang="0">
                  <a:pos x="49" y="0"/>
                </a:cxn>
                <a:cxn ang="0">
                  <a:pos x="47" y="1"/>
                </a:cxn>
                <a:cxn ang="0">
                  <a:pos x="46" y="2"/>
                </a:cxn>
                <a:cxn ang="0">
                  <a:pos x="46" y="2"/>
                </a:cxn>
              </a:cxnLst>
              <a:rect l="0" t="0" r="r" b="b"/>
              <a:pathLst>
                <a:path w="58" h="114">
                  <a:moveTo>
                    <a:pt x="46" y="2"/>
                  </a:moveTo>
                  <a:lnTo>
                    <a:pt x="46" y="2"/>
                  </a:lnTo>
                  <a:lnTo>
                    <a:pt x="43" y="17"/>
                  </a:lnTo>
                  <a:lnTo>
                    <a:pt x="38" y="29"/>
                  </a:lnTo>
                  <a:lnTo>
                    <a:pt x="26" y="55"/>
                  </a:lnTo>
                  <a:lnTo>
                    <a:pt x="2" y="104"/>
                  </a:lnTo>
                  <a:lnTo>
                    <a:pt x="2" y="104"/>
                  </a:lnTo>
                  <a:lnTo>
                    <a:pt x="0" y="107"/>
                  </a:lnTo>
                  <a:lnTo>
                    <a:pt x="2" y="108"/>
                  </a:lnTo>
                  <a:lnTo>
                    <a:pt x="4" y="112"/>
                  </a:lnTo>
                  <a:lnTo>
                    <a:pt x="8" y="114"/>
                  </a:lnTo>
                  <a:lnTo>
                    <a:pt x="9" y="112"/>
                  </a:lnTo>
                  <a:lnTo>
                    <a:pt x="11" y="110"/>
                  </a:lnTo>
                  <a:lnTo>
                    <a:pt x="11" y="110"/>
                  </a:lnTo>
                  <a:lnTo>
                    <a:pt x="37" y="59"/>
                  </a:lnTo>
                  <a:lnTo>
                    <a:pt x="49" y="32"/>
                  </a:lnTo>
                  <a:lnTo>
                    <a:pt x="54" y="19"/>
                  </a:lnTo>
                  <a:lnTo>
                    <a:pt x="58" y="6"/>
                  </a:lnTo>
                  <a:lnTo>
                    <a:pt x="58" y="6"/>
                  </a:lnTo>
                  <a:lnTo>
                    <a:pt x="58" y="4"/>
                  </a:lnTo>
                  <a:lnTo>
                    <a:pt x="57" y="1"/>
                  </a:lnTo>
                  <a:lnTo>
                    <a:pt x="54" y="0"/>
                  </a:lnTo>
                  <a:lnTo>
                    <a:pt x="49" y="0"/>
                  </a:lnTo>
                  <a:lnTo>
                    <a:pt x="47" y="1"/>
                  </a:lnTo>
                  <a:lnTo>
                    <a:pt x="46" y="2"/>
                  </a:lnTo>
                  <a:lnTo>
                    <a:pt x="46" y="2"/>
                  </a:lnTo>
                  <a:close/>
                </a:path>
              </a:pathLst>
            </a:custGeom>
            <a:ln>
              <a:solidFill>
                <a:schemeClr val="accent1">
                  <a:alpha val="35000"/>
                </a:schemeClr>
              </a:solidFill>
            </a:ln>
          </p:spPr>
          <p:style>
            <a:lnRef idx="0">
              <a:srgbClr val="FFFFFF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24" name="Freeform 536"/>
            <p:cNvSpPr/>
            <p:nvPr>
              <p:custDataLst>
                <p:tags r:id="rId18"/>
              </p:custDataLst>
            </p:nvPr>
          </p:nvSpPr>
          <p:spPr bwMode="auto">
            <a:xfrm>
              <a:off x="2176463" y="2573338"/>
              <a:ext cx="23813" cy="34925"/>
            </a:xfrm>
            <a:custGeom>
              <a:avLst/>
              <a:gdLst/>
              <a:ahLst/>
              <a:cxnLst>
                <a:cxn ang="0">
                  <a:pos x="51" y="1"/>
                </a:cxn>
                <a:cxn ang="0">
                  <a:pos x="51" y="1"/>
                </a:cxn>
                <a:cxn ang="0">
                  <a:pos x="35" y="20"/>
                </a:cxn>
                <a:cxn ang="0">
                  <a:pos x="22" y="38"/>
                </a:cxn>
                <a:cxn ang="0">
                  <a:pos x="10" y="57"/>
                </a:cxn>
                <a:cxn ang="0">
                  <a:pos x="0" y="78"/>
                </a:cxn>
                <a:cxn ang="0">
                  <a:pos x="0" y="78"/>
                </a:cxn>
                <a:cxn ang="0">
                  <a:pos x="0" y="81"/>
                </a:cxn>
                <a:cxn ang="0">
                  <a:pos x="0" y="84"/>
                </a:cxn>
                <a:cxn ang="0">
                  <a:pos x="4" y="86"/>
                </a:cxn>
                <a:cxn ang="0">
                  <a:pos x="5" y="88"/>
                </a:cxn>
                <a:cxn ang="0">
                  <a:pos x="8" y="88"/>
                </a:cxn>
                <a:cxn ang="0">
                  <a:pos x="9" y="86"/>
                </a:cxn>
                <a:cxn ang="0">
                  <a:pos x="10" y="85"/>
                </a:cxn>
                <a:cxn ang="0">
                  <a:pos x="10" y="85"/>
                </a:cxn>
                <a:cxn ang="0">
                  <a:pos x="19" y="64"/>
                </a:cxn>
                <a:cxn ang="0">
                  <a:pos x="31" y="44"/>
                </a:cxn>
                <a:cxn ang="0">
                  <a:pos x="44" y="26"/>
                </a:cxn>
                <a:cxn ang="0">
                  <a:pos x="59" y="9"/>
                </a:cxn>
                <a:cxn ang="0">
                  <a:pos x="59" y="9"/>
                </a:cxn>
                <a:cxn ang="0">
                  <a:pos x="60" y="8"/>
                </a:cxn>
                <a:cxn ang="0">
                  <a:pos x="60" y="5"/>
                </a:cxn>
                <a:cxn ang="0">
                  <a:pos x="59" y="1"/>
                </a:cxn>
                <a:cxn ang="0">
                  <a:pos x="55" y="0"/>
                </a:cxn>
                <a:cxn ang="0">
                  <a:pos x="53" y="0"/>
                </a:cxn>
                <a:cxn ang="0">
                  <a:pos x="51" y="1"/>
                </a:cxn>
                <a:cxn ang="0">
                  <a:pos x="51" y="1"/>
                </a:cxn>
              </a:cxnLst>
              <a:rect l="0" t="0" r="r" b="b"/>
              <a:pathLst>
                <a:path w="60" h="88">
                  <a:moveTo>
                    <a:pt x="51" y="1"/>
                  </a:moveTo>
                  <a:lnTo>
                    <a:pt x="51" y="1"/>
                  </a:lnTo>
                  <a:lnTo>
                    <a:pt x="35" y="20"/>
                  </a:lnTo>
                  <a:lnTo>
                    <a:pt x="22" y="38"/>
                  </a:lnTo>
                  <a:lnTo>
                    <a:pt x="10" y="57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81"/>
                  </a:lnTo>
                  <a:lnTo>
                    <a:pt x="0" y="84"/>
                  </a:lnTo>
                  <a:lnTo>
                    <a:pt x="4" y="86"/>
                  </a:lnTo>
                  <a:lnTo>
                    <a:pt x="5" y="88"/>
                  </a:lnTo>
                  <a:lnTo>
                    <a:pt x="8" y="88"/>
                  </a:lnTo>
                  <a:lnTo>
                    <a:pt x="9" y="86"/>
                  </a:lnTo>
                  <a:lnTo>
                    <a:pt x="10" y="85"/>
                  </a:lnTo>
                  <a:lnTo>
                    <a:pt x="10" y="85"/>
                  </a:lnTo>
                  <a:lnTo>
                    <a:pt x="19" y="64"/>
                  </a:lnTo>
                  <a:lnTo>
                    <a:pt x="31" y="44"/>
                  </a:lnTo>
                  <a:lnTo>
                    <a:pt x="44" y="26"/>
                  </a:lnTo>
                  <a:lnTo>
                    <a:pt x="59" y="9"/>
                  </a:lnTo>
                  <a:lnTo>
                    <a:pt x="59" y="9"/>
                  </a:lnTo>
                  <a:lnTo>
                    <a:pt x="60" y="8"/>
                  </a:lnTo>
                  <a:lnTo>
                    <a:pt x="60" y="5"/>
                  </a:lnTo>
                  <a:lnTo>
                    <a:pt x="59" y="1"/>
                  </a:lnTo>
                  <a:lnTo>
                    <a:pt x="55" y="0"/>
                  </a:lnTo>
                  <a:lnTo>
                    <a:pt x="53" y="0"/>
                  </a:lnTo>
                  <a:lnTo>
                    <a:pt x="51" y="1"/>
                  </a:lnTo>
                  <a:lnTo>
                    <a:pt x="51" y="1"/>
                  </a:lnTo>
                  <a:close/>
                </a:path>
              </a:pathLst>
            </a:custGeom>
            <a:ln>
              <a:solidFill>
                <a:schemeClr val="accent1">
                  <a:alpha val="35000"/>
                </a:schemeClr>
              </a:solidFill>
            </a:ln>
          </p:spPr>
          <p:style>
            <a:lnRef idx="0">
              <a:srgbClr val="FFFFFF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25" name="Freeform 537"/>
            <p:cNvSpPr/>
            <p:nvPr>
              <p:custDataLst>
                <p:tags r:id="rId19"/>
              </p:custDataLst>
            </p:nvPr>
          </p:nvSpPr>
          <p:spPr bwMode="auto">
            <a:xfrm>
              <a:off x="2200276" y="2609850"/>
              <a:ext cx="26988" cy="36513"/>
            </a:xfrm>
            <a:custGeom>
              <a:avLst/>
              <a:gdLst/>
              <a:ahLst/>
              <a:cxnLst>
                <a:cxn ang="0">
                  <a:pos x="59" y="2"/>
                </a:cxn>
                <a:cxn ang="0">
                  <a:pos x="59" y="2"/>
                </a:cxn>
                <a:cxn ang="0">
                  <a:pos x="50" y="11"/>
                </a:cxn>
                <a:cxn ang="0">
                  <a:pos x="42" y="21"/>
                </a:cxn>
                <a:cxn ang="0">
                  <a:pos x="28" y="42"/>
                </a:cxn>
                <a:cxn ang="0">
                  <a:pos x="16" y="65"/>
                </a:cxn>
                <a:cxn ang="0">
                  <a:pos x="1" y="87"/>
                </a:cxn>
                <a:cxn ang="0">
                  <a:pos x="1" y="87"/>
                </a:cxn>
                <a:cxn ang="0">
                  <a:pos x="0" y="89"/>
                </a:cxn>
                <a:cxn ang="0">
                  <a:pos x="0" y="91"/>
                </a:cxn>
                <a:cxn ang="0">
                  <a:pos x="1" y="93"/>
                </a:cxn>
                <a:cxn ang="0">
                  <a:pos x="3" y="95"/>
                </a:cxn>
                <a:cxn ang="0">
                  <a:pos x="8" y="95"/>
                </a:cxn>
                <a:cxn ang="0">
                  <a:pos x="9" y="95"/>
                </a:cxn>
                <a:cxn ang="0">
                  <a:pos x="12" y="92"/>
                </a:cxn>
                <a:cxn ang="0">
                  <a:pos x="12" y="92"/>
                </a:cxn>
                <a:cxn ang="0">
                  <a:pos x="25" y="71"/>
                </a:cxn>
                <a:cxn ang="0">
                  <a:pos x="37" y="49"/>
                </a:cxn>
                <a:cxn ang="0">
                  <a:pos x="51" y="29"/>
                </a:cxn>
                <a:cxn ang="0">
                  <a:pos x="59" y="19"/>
                </a:cxn>
                <a:cxn ang="0">
                  <a:pos x="68" y="10"/>
                </a:cxn>
                <a:cxn ang="0">
                  <a:pos x="68" y="10"/>
                </a:cxn>
                <a:cxn ang="0">
                  <a:pos x="69" y="8"/>
                </a:cxn>
                <a:cxn ang="0">
                  <a:pos x="69" y="6"/>
                </a:cxn>
                <a:cxn ang="0">
                  <a:pos x="68" y="2"/>
                </a:cxn>
                <a:cxn ang="0">
                  <a:pos x="64" y="0"/>
                </a:cxn>
                <a:cxn ang="0">
                  <a:pos x="62" y="0"/>
                </a:cxn>
                <a:cxn ang="0">
                  <a:pos x="59" y="2"/>
                </a:cxn>
                <a:cxn ang="0">
                  <a:pos x="59" y="2"/>
                </a:cxn>
              </a:cxnLst>
              <a:rect l="0" t="0" r="r" b="b"/>
              <a:pathLst>
                <a:path w="69" h="95">
                  <a:moveTo>
                    <a:pt x="59" y="2"/>
                  </a:moveTo>
                  <a:lnTo>
                    <a:pt x="59" y="2"/>
                  </a:lnTo>
                  <a:lnTo>
                    <a:pt x="50" y="11"/>
                  </a:lnTo>
                  <a:lnTo>
                    <a:pt x="42" y="21"/>
                  </a:lnTo>
                  <a:lnTo>
                    <a:pt x="28" y="42"/>
                  </a:lnTo>
                  <a:lnTo>
                    <a:pt x="16" y="65"/>
                  </a:lnTo>
                  <a:lnTo>
                    <a:pt x="1" y="87"/>
                  </a:lnTo>
                  <a:lnTo>
                    <a:pt x="1" y="87"/>
                  </a:lnTo>
                  <a:lnTo>
                    <a:pt x="0" y="89"/>
                  </a:lnTo>
                  <a:lnTo>
                    <a:pt x="0" y="91"/>
                  </a:lnTo>
                  <a:lnTo>
                    <a:pt x="1" y="93"/>
                  </a:lnTo>
                  <a:lnTo>
                    <a:pt x="3" y="95"/>
                  </a:lnTo>
                  <a:lnTo>
                    <a:pt x="8" y="95"/>
                  </a:lnTo>
                  <a:lnTo>
                    <a:pt x="9" y="95"/>
                  </a:lnTo>
                  <a:lnTo>
                    <a:pt x="12" y="92"/>
                  </a:lnTo>
                  <a:lnTo>
                    <a:pt x="12" y="92"/>
                  </a:lnTo>
                  <a:lnTo>
                    <a:pt x="25" y="71"/>
                  </a:lnTo>
                  <a:lnTo>
                    <a:pt x="37" y="49"/>
                  </a:lnTo>
                  <a:lnTo>
                    <a:pt x="51" y="29"/>
                  </a:lnTo>
                  <a:lnTo>
                    <a:pt x="59" y="19"/>
                  </a:lnTo>
                  <a:lnTo>
                    <a:pt x="68" y="10"/>
                  </a:lnTo>
                  <a:lnTo>
                    <a:pt x="68" y="10"/>
                  </a:lnTo>
                  <a:lnTo>
                    <a:pt x="69" y="8"/>
                  </a:lnTo>
                  <a:lnTo>
                    <a:pt x="69" y="6"/>
                  </a:lnTo>
                  <a:lnTo>
                    <a:pt x="68" y="2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59" y="2"/>
                  </a:lnTo>
                  <a:lnTo>
                    <a:pt x="59" y="2"/>
                  </a:lnTo>
                  <a:close/>
                </a:path>
              </a:pathLst>
            </a:custGeom>
            <a:ln>
              <a:solidFill>
                <a:schemeClr val="accent1">
                  <a:alpha val="35000"/>
                </a:schemeClr>
              </a:solidFill>
            </a:ln>
          </p:spPr>
          <p:style>
            <a:lnRef idx="0">
              <a:srgbClr val="FFFFFF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26" name="Freeform 538"/>
            <p:cNvSpPr/>
            <p:nvPr>
              <p:custDataLst>
                <p:tags r:id="rId20"/>
              </p:custDataLst>
            </p:nvPr>
          </p:nvSpPr>
          <p:spPr bwMode="auto">
            <a:xfrm>
              <a:off x="2228851" y="2640013"/>
              <a:ext cx="19050" cy="38100"/>
            </a:xfrm>
            <a:custGeom>
              <a:avLst/>
              <a:gdLst/>
              <a:ahLst/>
              <a:cxnLst>
                <a:cxn ang="0">
                  <a:pos x="40" y="2"/>
                </a:cxn>
                <a:cxn ang="0">
                  <a:pos x="40" y="2"/>
                </a:cxn>
                <a:cxn ang="0">
                  <a:pos x="30" y="12"/>
                </a:cxn>
                <a:cxn ang="0">
                  <a:pos x="24" y="24"/>
                </a:cxn>
                <a:cxn ang="0">
                  <a:pos x="17" y="34"/>
                </a:cxn>
                <a:cxn ang="0">
                  <a:pos x="12" y="47"/>
                </a:cxn>
                <a:cxn ang="0">
                  <a:pos x="12" y="47"/>
                </a:cxn>
                <a:cxn ang="0">
                  <a:pos x="4" y="68"/>
                </a:cxn>
                <a:cxn ang="0">
                  <a:pos x="2" y="79"/>
                </a:cxn>
                <a:cxn ang="0">
                  <a:pos x="0" y="89"/>
                </a:cxn>
                <a:cxn ang="0">
                  <a:pos x="0" y="89"/>
                </a:cxn>
                <a:cxn ang="0">
                  <a:pos x="0" y="92"/>
                </a:cxn>
                <a:cxn ang="0">
                  <a:pos x="2" y="94"/>
                </a:cxn>
                <a:cxn ang="0">
                  <a:pos x="6" y="96"/>
                </a:cxn>
                <a:cxn ang="0">
                  <a:pos x="9" y="94"/>
                </a:cxn>
                <a:cxn ang="0">
                  <a:pos x="11" y="92"/>
                </a:cxn>
                <a:cxn ang="0">
                  <a:pos x="12" y="89"/>
                </a:cxn>
                <a:cxn ang="0">
                  <a:pos x="12" y="89"/>
                </a:cxn>
                <a:cxn ang="0">
                  <a:pos x="13" y="79"/>
                </a:cxn>
                <a:cxn ang="0">
                  <a:pos x="16" y="68"/>
                </a:cxn>
                <a:cxn ang="0">
                  <a:pos x="24" y="49"/>
                </a:cxn>
                <a:cxn ang="0">
                  <a:pos x="24" y="49"/>
                </a:cxn>
                <a:cxn ang="0">
                  <a:pos x="29" y="37"/>
                </a:cxn>
                <a:cxn ang="0">
                  <a:pos x="34" y="28"/>
                </a:cxn>
                <a:cxn ang="0">
                  <a:pos x="41" y="19"/>
                </a:cxn>
                <a:cxn ang="0">
                  <a:pos x="47" y="9"/>
                </a:cxn>
                <a:cxn ang="0">
                  <a:pos x="47" y="9"/>
                </a:cxn>
                <a:cxn ang="0">
                  <a:pos x="49" y="8"/>
                </a:cxn>
                <a:cxn ang="0">
                  <a:pos x="50" y="6"/>
                </a:cxn>
                <a:cxn ang="0">
                  <a:pos x="47" y="2"/>
                </a:cxn>
                <a:cxn ang="0">
                  <a:pos x="43" y="0"/>
                </a:cxn>
                <a:cxn ang="0">
                  <a:pos x="42" y="0"/>
                </a:cxn>
                <a:cxn ang="0">
                  <a:pos x="40" y="2"/>
                </a:cxn>
                <a:cxn ang="0">
                  <a:pos x="40" y="2"/>
                </a:cxn>
              </a:cxnLst>
              <a:rect l="0" t="0" r="r" b="b"/>
              <a:pathLst>
                <a:path w="50" h="96">
                  <a:moveTo>
                    <a:pt x="40" y="2"/>
                  </a:moveTo>
                  <a:lnTo>
                    <a:pt x="40" y="2"/>
                  </a:lnTo>
                  <a:lnTo>
                    <a:pt x="30" y="12"/>
                  </a:lnTo>
                  <a:lnTo>
                    <a:pt x="24" y="24"/>
                  </a:lnTo>
                  <a:lnTo>
                    <a:pt x="17" y="34"/>
                  </a:lnTo>
                  <a:lnTo>
                    <a:pt x="12" y="47"/>
                  </a:lnTo>
                  <a:lnTo>
                    <a:pt x="12" y="47"/>
                  </a:lnTo>
                  <a:lnTo>
                    <a:pt x="4" y="68"/>
                  </a:lnTo>
                  <a:lnTo>
                    <a:pt x="2" y="79"/>
                  </a:lnTo>
                  <a:lnTo>
                    <a:pt x="0" y="89"/>
                  </a:lnTo>
                  <a:lnTo>
                    <a:pt x="0" y="89"/>
                  </a:lnTo>
                  <a:lnTo>
                    <a:pt x="0" y="92"/>
                  </a:lnTo>
                  <a:lnTo>
                    <a:pt x="2" y="94"/>
                  </a:lnTo>
                  <a:lnTo>
                    <a:pt x="6" y="96"/>
                  </a:lnTo>
                  <a:lnTo>
                    <a:pt x="9" y="94"/>
                  </a:lnTo>
                  <a:lnTo>
                    <a:pt x="11" y="92"/>
                  </a:lnTo>
                  <a:lnTo>
                    <a:pt x="12" y="89"/>
                  </a:lnTo>
                  <a:lnTo>
                    <a:pt x="12" y="89"/>
                  </a:lnTo>
                  <a:lnTo>
                    <a:pt x="13" y="79"/>
                  </a:lnTo>
                  <a:lnTo>
                    <a:pt x="16" y="68"/>
                  </a:lnTo>
                  <a:lnTo>
                    <a:pt x="24" y="49"/>
                  </a:lnTo>
                  <a:lnTo>
                    <a:pt x="24" y="49"/>
                  </a:lnTo>
                  <a:lnTo>
                    <a:pt x="29" y="37"/>
                  </a:lnTo>
                  <a:lnTo>
                    <a:pt x="34" y="28"/>
                  </a:lnTo>
                  <a:lnTo>
                    <a:pt x="41" y="19"/>
                  </a:lnTo>
                  <a:lnTo>
                    <a:pt x="47" y="9"/>
                  </a:lnTo>
                  <a:lnTo>
                    <a:pt x="47" y="9"/>
                  </a:lnTo>
                  <a:lnTo>
                    <a:pt x="49" y="8"/>
                  </a:lnTo>
                  <a:lnTo>
                    <a:pt x="50" y="6"/>
                  </a:lnTo>
                  <a:lnTo>
                    <a:pt x="47" y="2"/>
                  </a:lnTo>
                  <a:lnTo>
                    <a:pt x="43" y="0"/>
                  </a:lnTo>
                  <a:lnTo>
                    <a:pt x="42" y="0"/>
                  </a:lnTo>
                  <a:lnTo>
                    <a:pt x="40" y="2"/>
                  </a:lnTo>
                  <a:lnTo>
                    <a:pt x="40" y="2"/>
                  </a:lnTo>
                  <a:close/>
                </a:path>
              </a:pathLst>
            </a:custGeom>
            <a:ln>
              <a:solidFill>
                <a:schemeClr val="accent1">
                  <a:alpha val="35000"/>
                </a:schemeClr>
              </a:solidFill>
            </a:ln>
          </p:spPr>
          <p:style>
            <a:lnRef idx="0">
              <a:srgbClr val="FFFFFF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27" name="Freeform 539"/>
            <p:cNvSpPr/>
            <p:nvPr>
              <p:custDataLst>
                <p:tags r:id="rId21"/>
              </p:custDataLst>
            </p:nvPr>
          </p:nvSpPr>
          <p:spPr bwMode="auto">
            <a:xfrm>
              <a:off x="2257426" y="2651125"/>
              <a:ext cx="20638" cy="42863"/>
            </a:xfrm>
            <a:custGeom>
              <a:avLst/>
              <a:gdLst/>
              <a:ahLst/>
              <a:cxnLst>
                <a:cxn ang="0">
                  <a:pos x="42" y="5"/>
                </a:cxn>
                <a:cxn ang="0">
                  <a:pos x="42" y="5"/>
                </a:cxn>
                <a:cxn ang="0">
                  <a:pos x="41" y="12"/>
                </a:cxn>
                <a:cxn ang="0">
                  <a:pos x="39" y="17"/>
                </a:cxn>
                <a:cxn ang="0">
                  <a:pos x="34" y="29"/>
                </a:cxn>
                <a:cxn ang="0">
                  <a:pos x="28" y="40"/>
                </a:cxn>
                <a:cxn ang="0">
                  <a:pos x="20" y="51"/>
                </a:cxn>
                <a:cxn ang="0">
                  <a:pos x="20" y="51"/>
                </a:cxn>
                <a:cxn ang="0">
                  <a:pos x="13" y="63"/>
                </a:cxn>
                <a:cxn ang="0">
                  <a:pos x="8" y="76"/>
                </a:cxn>
                <a:cxn ang="0">
                  <a:pos x="0" y="102"/>
                </a:cxn>
                <a:cxn ang="0">
                  <a:pos x="0" y="102"/>
                </a:cxn>
                <a:cxn ang="0">
                  <a:pos x="0" y="104"/>
                </a:cxn>
                <a:cxn ang="0">
                  <a:pos x="2" y="107"/>
                </a:cxn>
                <a:cxn ang="0">
                  <a:pos x="4" y="108"/>
                </a:cxn>
                <a:cxn ang="0">
                  <a:pos x="9" y="108"/>
                </a:cxn>
                <a:cxn ang="0">
                  <a:pos x="11" y="107"/>
                </a:cxn>
                <a:cxn ang="0">
                  <a:pos x="12" y="106"/>
                </a:cxn>
                <a:cxn ang="0">
                  <a:pos x="12" y="106"/>
                </a:cxn>
                <a:cxn ang="0">
                  <a:pos x="16" y="90"/>
                </a:cxn>
                <a:cxn ang="0">
                  <a:pos x="22" y="74"/>
                </a:cxn>
                <a:cxn ang="0">
                  <a:pos x="29" y="60"/>
                </a:cxn>
                <a:cxn ang="0">
                  <a:pos x="37" y="46"/>
                </a:cxn>
                <a:cxn ang="0">
                  <a:pos x="37" y="46"/>
                </a:cxn>
                <a:cxn ang="0">
                  <a:pos x="43" y="36"/>
                </a:cxn>
                <a:cxn ang="0">
                  <a:pos x="49" y="26"/>
                </a:cxn>
                <a:cxn ang="0">
                  <a:pos x="51" y="15"/>
                </a:cxn>
                <a:cxn ang="0">
                  <a:pos x="54" y="5"/>
                </a:cxn>
                <a:cxn ang="0">
                  <a:pos x="54" y="5"/>
                </a:cxn>
                <a:cxn ang="0">
                  <a:pos x="54" y="2"/>
                </a:cxn>
                <a:cxn ang="0">
                  <a:pos x="53" y="1"/>
                </a:cxn>
                <a:cxn ang="0">
                  <a:pos x="50" y="0"/>
                </a:cxn>
                <a:cxn ang="0">
                  <a:pos x="49" y="0"/>
                </a:cxn>
                <a:cxn ang="0">
                  <a:pos x="45" y="1"/>
                </a:cxn>
                <a:cxn ang="0">
                  <a:pos x="43" y="2"/>
                </a:cxn>
                <a:cxn ang="0">
                  <a:pos x="42" y="5"/>
                </a:cxn>
                <a:cxn ang="0">
                  <a:pos x="42" y="5"/>
                </a:cxn>
              </a:cxnLst>
              <a:rect l="0" t="0" r="r" b="b"/>
              <a:pathLst>
                <a:path w="54" h="108">
                  <a:moveTo>
                    <a:pt x="42" y="5"/>
                  </a:moveTo>
                  <a:lnTo>
                    <a:pt x="42" y="5"/>
                  </a:lnTo>
                  <a:lnTo>
                    <a:pt x="41" y="12"/>
                  </a:lnTo>
                  <a:lnTo>
                    <a:pt x="39" y="17"/>
                  </a:lnTo>
                  <a:lnTo>
                    <a:pt x="34" y="29"/>
                  </a:lnTo>
                  <a:lnTo>
                    <a:pt x="28" y="40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13" y="63"/>
                  </a:lnTo>
                  <a:lnTo>
                    <a:pt x="8" y="76"/>
                  </a:lnTo>
                  <a:lnTo>
                    <a:pt x="0" y="102"/>
                  </a:lnTo>
                  <a:lnTo>
                    <a:pt x="0" y="102"/>
                  </a:lnTo>
                  <a:lnTo>
                    <a:pt x="0" y="104"/>
                  </a:lnTo>
                  <a:lnTo>
                    <a:pt x="2" y="107"/>
                  </a:lnTo>
                  <a:lnTo>
                    <a:pt x="4" y="108"/>
                  </a:lnTo>
                  <a:lnTo>
                    <a:pt x="9" y="108"/>
                  </a:lnTo>
                  <a:lnTo>
                    <a:pt x="11" y="107"/>
                  </a:lnTo>
                  <a:lnTo>
                    <a:pt x="12" y="106"/>
                  </a:lnTo>
                  <a:lnTo>
                    <a:pt x="12" y="106"/>
                  </a:lnTo>
                  <a:lnTo>
                    <a:pt x="16" y="90"/>
                  </a:lnTo>
                  <a:lnTo>
                    <a:pt x="22" y="74"/>
                  </a:lnTo>
                  <a:lnTo>
                    <a:pt x="29" y="60"/>
                  </a:lnTo>
                  <a:lnTo>
                    <a:pt x="37" y="46"/>
                  </a:lnTo>
                  <a:lnTo>
                    <a:pt x="37" y="46"/>
                  </a:lnTo>
                  <a:lnTo>
                    <a:pt x="43" y="36"/>
                  </a:lnTo>
                  <a:lnTo>
                    <a:pt x="49" y="26"/>
                  </a:lnTo>
                  <a:lnTo>
                    <a:pt x="51" y="15"/>
                  </a:lnTo>
                  <a:lnTo>
                    <a:pt x="54" y="5"/>
                  </a:lnTo>
                  <a:lnTo>
                    <a:pt x="54" y="5"/>
                  </a:lnTo>
                  <a:lnTo>
                    <a:pt x="54" y="2"/>
                  </a:lnTo>
                  <a:lnTo>
                    <a:pt x="53" y="1"/>
                  </a:lnTo>
                  <a:lnTo>
                    <a:pt x="50" y="0"/>
                  </a:lnTo>
                  <a:lnTo>
                    <a:pt x="49" y="0"/>
                  </a:lnTo>
                  <a:lnTo>
                    <a:pt x="45" y="1"/>
                  </a:lnTo>
                  <a:lnTo>
                    <a:pt x="43" y="2"/>
                  </a:lnTo>
                  <a:lnTo>
                    <a:pt x="42" y="5"/>
                  </a:lnTo>
                  <a:lnTo>
                    <a:pt x="42" y="5"/>
                  </a:lnTo>
                  <a:close/>
                </a:path>
              </a:pathLst>
            </a:custGeom>
            <a:ln>
              <a:solidFill>
                <a:schemeClr val="accent1">
                  <a:alpha val="35000"/>
                </a:schemeClr>
              </a:solidFill>
            </a:ln>
          </p:spPr>
          <p:style>
            <a:lnRef idx="0">
              <a:srgbClr val="FFFFFF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28" name="Freeform 540"/>
            <p:cNvSpPr/>
            <p:nvPr>
              <p:custDataLst>
                <p:tags r:id="rId22"/>
              </p:custDataLst>
            </p:nvPr>
          </p:nvSpPr>
          <p:spPr bwMode="auto">
            <a:xfrm>
              <a:off x="2287588" y="2657475"/>
              <a:ext cx="12700" cy="28575"/>
            </a:xfrm>
            <a:custGeom>
              <a:avLst/>
              <a:gdLst/>
              <a:ahLst/>
              <a:cxnLst>
                <a:cxn ang="0">
                  <a:pos x="24" y="5"/>
                </a:cxn>
                <a:cxn ang="0">
                  <a:pos x="24" y="5"/>
                </a:cxn>
                <a:cxn ang="0">
                  <a:pos x="22" y="13"/>
                </a:cxn>
                <a:cxn ang="0">
                  <a:pos x="21" y="21"/>
                </a:cxn>
                <a:cxn ang="0">
                  <a:pos x="16" y="35"/>
                </a:cxn>
                <a:cxn ang="0">
                  <a:pos x="9" y="50"/>
                </a:cxn>
                <a:cxn ang="0">
                  <a:pos x="1" y="64"/>
                </a:cxn>
                <a:cxn ang="0">
                  <a:pos x="1" y="64"/>
                </a:cxn>
                <a:cxn ang="0">
                  <a:pos x="0" y="65"/>
                </a:cxn>
                <a:cxn ang="0">
                  <a:pos x="0" y="68"/>
                </a:cxn>
                <a:cxn ang="0">
                  <a:pos x="3" y="71"/>
                </a:cxn>
                <a:cxn ang="0">
                  <a:pos x="8" y="72"/>
                </a:cxn>
                <a:cxn ang="0">
                  <a:pos x="9" y="71"/>
                </a:cxn>
                <a:cxn ang="0">
                  <a:pos x="11" y="69"/>
                </a:cxn>
                <a:cxn ang="0">
                  <a:pos x="11" y="69"/>
                </a:cxn>
                <a:cxn ang="0">
                  <a:pos x="20" y="55"/>
                </a:cxn>
                <a:cxn ang="0">
                  <a:pos x="28" y="39"/>
                </a:cxn>
                <a:cxn ang="0">
                  <a:pos x="33" y="22"/>
                </a:cxn>
                <a:cxn ang="0">
                  <a:pos x="34" y="14"/>
                </a:cxn>
                <a:cxn ang="0">
                  <a:pos x="34" y="5"/>
                </a:cxn>
                <a:cxn ang="0">
                  <a:pos x="34" y="5"/>
                </a:cxn>
                <a:cxn ang="0">
                  <a:pos x="34" y="3"/>
                </a:cxn>
                <a:cxn ang="0">
                  <a:pos x="33" y="1"/>
                </a:cxn>
                <a:cxn ang="0">
                  <a:pos x="29" y="0"/>
                </a:cxn>
                <a:cxn ang="0">
                  <a:pos x="25" y="1"/>
                </a:cxn>
                <a:cxn ang="0">
                  <a:pos x="24" y="3"/>
                </a:cxn>
                <a:cxn ang="0">
                  <a:pos x="24" y="5"/>
                </a:cxn>
                <a:cxn ang="0">
                  <a:pos x="24" y="5"/>
                </a:cxn>
              </a:cxnLst>
              <a:rect l="0" t="0" r="r" b="b"/>
              <a:pathLst>
                <a:path w="34" h="72">
                  <a:moveTo>
                    <a:pt x="24" y="5"/>
                  </a:moveTo>
                  <a:lnTo>
                    <a:pt x="24" y="5"/>
                  </a:lnTo>
                  <a:lnTo>
                    <a:pt x="22" y="13"/>
                  </a:lnTo>
                  <a:lnTo>
                    <a:pt x="21" y="21"/>
                  </a:lnTo>
                  <a:lnTo>
                    <a:pt x="16" y="35"/>
                  </a:lnTo>
                  <a:lnTo>
                    <a:pt x="9" y="50"/>
                  </a:lnTo>
                  <a:lnTo>
                    <a:pt x="1" y="64"/>
                  </a:lnTo>
                  <a:lnTo>
                    <a:pt x="1" y="64"/>
                  </a:lnTo>
                  <a:lnTo>
                    <a:pt x="0" y="65"/>
                  </a:lnTo>
                  <a:lnTo>
                    <a:pt x="0" y="68"/>
                  </a:lnTo>
                  <a:lnTo>
                    <a:pt x="3" y="71"/>
                  </a:lnTo>
                  <a:lnTo>
                    <a:pt x="8" y="72"/>
                  </a:lnTo>
                  <a:lnTo>
                    <a:pt x="9" y="71"/>
                  </a:lnTo>
                  <a:lnTo>
                    <a:pt x="11" y="69"/>
                  </a:lnTo>
                  <a:lnTo>
                    <a:pt x="11" y="69"/>
                  </a:lnTo>
                  <a:lnTo>
                    <a:pt x="20" y="55"/>
                  </a:lnTo>
                  <a:lnTo>
                    <a:pt x="28" y="39"/>
                  </a:lnTo>
                  <a:lnTo>
                    <a:pt x="33" y="22"/>
                  </a:lnTo>
                  <a:lnTo>
                    <a:pt x="34" y="14"/>
                  </a:lnTo>
                  <a:lnTo>
                    <a:pt x="34" y="5"/>
                  </a:lnTo>
                  <a:lnTo>
                    <a:pt x="34" y="5"/>
                  </a:lnTo>
                  <a:lnTo>
                    <a:pt x="34" y="3"/>
                  </a:lnTo>
                  <a:lnTo>
                    <a:pt x="33" y="1"/>
                  </a:lnTo>
                  <a:lnTo>
                    <a:pt x="29" y="0"/>
                  </a:lnTo>
                  <a:lnTo>
                    <a:pt x="25" y="1"/>
                  </a:lnTo>
                  <a:lnTo>
                    <a:pt x="24" y="3"/>
                  </a:lnTo>
                  <a:lnTo>
                    <a:pt x="24" y="5"/>
                  </a:lnTo>
                  <a:lnTo>
                    <a:pt x="24" y="5"/>
                  </a:lnTo>
                  <a:close/>
                </a:path>
              </a:pathLst>
            </a:custGeom>
            <a:ln>
              <a:solidFill>
                <a:schemeClr val="accent1">
                  <a:alpha val="35000"/>
                </a:schemeClr>
              </a:solidFill>
            </a:ln>
          </p:spPr>
          <p:style>
            <a:lnRef idx="0">
              <a:srgbClr val="FFFFFF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29" name="Freeform 541"/>
            <p:cNvSpPr/>
            <p:nvPr>
              <p:custDataLst>
                <p:tags r:id="rId23"/>
              </p:custDataLst>
            </p:nvPr>
          </p:nvSpPr>
          <p:spPr bwMode="auto">
            <a:xfrm>
              <a:off x="2328863" y="2549525"/>
              <a:ext cx="19050" cy="38100"/>
            </a:xfrm>
            <a:custGeom>
              <a:avLst/>
              <a:gdLst/>
              <a:ahLst/>
              <a:cxnLst>
                <a:cxn ang="0">
                  <a:pos x="38" y="6"/>
                </a:cxn>
                <a:cxn ang="0">
                  <a:pos x="38" y="6"/>
                </a:cxn>
                <a:cxn ang="0">
                  <a:pos x="37" y="11"/>
                </a:cxn>
                <a:cxn ang="0">
                  <a:pos x="34" y="15"/>
                </a:cxn>
                <a:cxn ang="0">
                  <a:pos x="31" y="19"/>
                </a:cxn>
                <a:cxn ang="0">
                  <a:pos x="28" y="23"/>
                </a:cxn>
                <a:cxn ang="0">
                  <a:pos x="28" y="23"/>
                </a:cxn>
                <a:cxn ang="0">
                  <a:pos x="20" y="34"/>
                </a:cxn>
                <a:cxn ang="0">
                  <a:pos x="14" y="48"/>
                </a:cxn>
                <a:cxn ang="0">
                  <a:pos x="14" y="48"/>
                </a:cxn>
                <a:cxn ang="0">
                  <a:pos x="8" y="58"/>
                </a:cxn>
                <a:cxn ang="0">
                  <a:pos x="4" y="70"/>
                </a:cxn>
                <a:cxn ang="0">
                  <a:pos x="2" y="82"/>
                </a:cxn>
                <a:cxn ang="0">
                  <a:pos x="0" y="95"/>
                </a:cxn>
                <a:cxn ang="0">
                  <a:pos x="0" y="95"/>
                </a:cxn>
                <a:cxn ang="0">
                  <a:pos x="0" y="97"/>
                </a:cxn>
                <a:cxn ang="0">
                  <a:pos x="2" y="99"/>
                </a:cxn>
                <a:cxn ang="0">
                  <a:pos x="6" y="100"/>
                </a:cxn>
                <a:cxn ang="0">
                  <a:pos x="10" y="99"/>
                </a:cxn>
                <a:cxn ang="0">
                  <a:pos x="11" y="97"/>
                </a:cxn>
                <a:cxn ang="0">
                  <a:pos x="12" y="95"/>
                </a:cxn>
                <a:cxn ang="0">
                  <a:pos x="12" y="95"/>
                </a:cxn>
                <a:cxn ang="0">
                  <a:pos x="14" y="80"/>
                </a:cxn>
                <a:cxn ang="0">
                  <a:pos x="17" y="67"/>
                </a:cxn>
                <a:cxn ang="0">
                  <a:pos x="23" y="55"/>
                </a:cxn>
                <a:cxn ang="0">
                  <a:pos x="29" y="42"/>
                </a:cxn>
                <a:cxn ang="0">
                  <a:pos x="29" y="42"/>
                </a:cxn>
                <a:cxn ang="0">
                  <a:pos x="34" y="34"/>
                </a:cxn>
                <a:cxn ang="0">
                  <a:pos x="41" y="27"/>
                </a:cxn>
                <a:cxn ang="0">
                  <a:pos x="46" y="17"/>
                </a:cxn>
                <a:cxn ang="0">
                  <a:pos x="49" y="14"/>
                </a:cxn>
                <a:cxn ang="0">
                  <a:pos x="50" y="8"/>
                </a:cxn>
                <a:cxn ang="0">
                  <a:pos x="50" y="8"/>
                </a:cxn>
                <a:cxn ang="0">
                  <a:pos x="49" y="6"/>
                </a:cxn>
                <a:cxn ang="0">
                  <a:pos x="49" y="3"/>
                </a:cxn>
                <a:cxn ang="0">
                  <a:pos x="45" y="2"/>
                </a:cxn>
                <a:cxn ang="0">
                  <a:pos x="42" y="0"/>
                </a:cxn>
                <a:cxn ang="0">
                  <a:pos x="41" y="2"/>
                </a:cxn>
                <a:cxn ang="0">
                  <a:pos x="40" y="3"/>
                </a:cxn>
                <a:cxn ang="0">
                  <a:pos x="38" y="6"/>
                </a:cxn>
                <a:cxn ang="0">
                  <a:pos x="38" y="6"/>
                </a:cxn>
              </a:cxnLst>
              <a:rect l="0" t="0" r="r" b="b"/>
              <a:pathLst>
                <a:path w="50" h="100">
                  <a:moveTo>
                    <a:pt x="38" y="6"/>
                  </a:moveTo>
                  <a:lnTo>
                    <a:pt x="38" y="6"/>
                  </a:lnTo>
                  <a:lnTo>
                    <a:pt x="37" y="11"/>
                  </a:lnTo>
                  <a:lnTo>
                    <a:pt x="34" y="15"/>
                  </a:lnTo>
                  <a:lnTo>
                    <a:pt x="31" y="19"/>
                  </a:lnTo>
                  <a:lnTo>
                    <a:pt x="28" y="23"/>
                  </a:lnTo>
                  <a:lnTo>
                    <a:pt x="28" y="23"/>
                  </a:lnTo>
                  <a:lnTo>
                    <a:pt x="20" y="34"/>
                  </a:lnTo>
                  <a:lnTo>
                    <a:pt x="14" y="48"/>
                  </a:lnTo>
                  <a:lnTo>
                    <a:pt x="14" y="48"/>
                  </a:lnTo>
                  <a:lnTo>
                    <a:pt x="8" y="58"/>
                  </a:lnTo>
                  <a:lnTo>
                    <a:pt x="4" y="70"/>
                  </a:lnTo>
                  <a:lnTo>
                    <a:pt x="2" y="82"/>
                  </a:lnTo>
                  <a:lnTo>
                    <a:pt x="0" y="95"/>
                  </a:lnTo>
                  <a:lnTo>
                    <a:pt x="0" y="95"/>
                  </a:lnTo>
                  <a:lnTo>
                    <a:pt x="0" y="97"/>
                  </a:lnTo>
                  <a:lnTo>
                    <a:pt x="2" y="99"/>
                  </a:lnTo>
                  <a:lnTo>
                    <a:pt x="6" y="100"/>
                  </a:lnTo>
                  <a:lnTo>
                    <a:pt x="10" y="99"/>
                  </a:lnTo>
                  <a:lnTo>
                    <a:pt x="11" y="97"/>
                  </a:lnTo>
                  <a:lnTo>
                    <a:pt x="12" y="95"/>
                  </a:lnTo>
                  <a:lnTo>
                    <a:pt x="12" y="95"/>
                  </a:lnTo>
                  <a:lnTo>
                    <a:pt x="14" y="80"/>
                  </a:lnTo>
                  <a:lnTo>
                    <a:pt x="17" y="67"/>
                  </a:lnTo>
                  <a:lnTo>
                    <a:pt x="23" y="55"/>
                  </a:lnTo>
                  <a:lnTo>
                    <a:pt x="29" y="42"/>
                  </a:lnTo>
                  <a:lnTo>
                    <a:pt x="29" y="42"/>
                  </a:lnTo>
                  <a:lnTo>
                    <a:pt x="34" y="34"/>
                  </a:lnTo>
                  <a:lnTo>
                    <a:pt x="41" y="27"/>
                  </a:lnTo>
                  <a:lnTo>
                    <a:pt x="46" y="17"/>
                  </a:lnTo>
                  <a:lnTo>
                    <a:pt x="49" y="14"/>
                  </a:lnTo>
                  <a:lnTo>
                    <a:pt x="50" y="8"/>
                  </a:lnTo>
                  <a:lnTo>
                    <a:pt x="50" y="8"/>
                  </a:lnTo>
                  <a:lnTo>
                    <a:pt x="49" y="6"/>
                  </a:lnTo>
                  <a:lnTo>
                    <a:pt x="49" y="3"/>
                  </a:lnTo>
                  <a:lnTo>
                    <a:pt x="45" y="2"/>
                  </a:lnTo>
                  <a:lnTo>
                    <a:pt x="42" y="0"/>
                  </a:lnTo>
                  <a:lnTo>
                    <a:pt x="41" y="2"/>
                  </a:lnTo>
                  <a:lnTo>
                    <a:pt x="40" y="3"/>
                  </a:lnTo>
                  <a:lnTo>
                    <a:pt x="38" y="6"/>
                  </a:lnTo>
                  <a:lnTo>
                    <a:pt x="38" y="6"/>
                  </a:lnTo>
                  <a:close/>
                </a:path>
              </a:pathLst>
            </a:custGeom>
            <a:ln>
              <a:solidFill>
                <a:schemeClr val="accent1">
                  <a:alpha val="35000"/>
                </a:schemeClr>
              </a:solidFill>
            </a:ln>
          </p:spPr>
          <p:style>
            <a:lnRef idx="0">
              <a:srgbClr val="FFFFFF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30" name="Freeform 542"/>
            <p:cNvSpPr/>
            <p:nvPr>
              <p:custDataLst>
                <p:tags r:id="rId24"/>
              </p:custDataLst>
            </p:nvPr>
          </p:nvSpPr>
          <p:spPr bwMode="auto">
            <a:xfrm>
              <a:off x="2368551" y="2554288"/>
              <a:ext cx="26988" cy="34925"/>
            </a:xfrm>
            <a:custGeom>
              <a:avLst/>
              <a:gdLst/>
              <a:ahLst/>
              <a:cxnLst>
                <a:cxn ang="0">
                  <a:pos x="59" y="3"/>
                </a:cxn>
                <a:cxn ang="0">
                  <a:pos x="59" y="3"/>
                </a:cxn>
                <a:cxn ang="0">
                  <a:pos x="53" y="13"/>
                </a:cxn>
                <a:cxn ang="0">
                  <a:pos x="45" y="22"/>
                </a:cxn>
                <a:cxn ang="0">
                  <a:pos x="29" y="39"/>
                </a:cxn>
                <a:cxn ang="0">
                  <a:pos x="29" y="39"/>
                </a:cxn>
                <a:cxn ang="0">
                  <a:pos x="21" y="50"/>
                </a:cxn>
                <a:cxn ang="0">
                  <a:pos x="15" y="62"/>
                </a:cxn>
                <a:cxn ang="0">
                  <a:pos x="2" y="83"/>
                </a:cxn>
                <a:cxn ang="0">
                  <a:pos x="2" y="83"/>
                </a:cxn>
                <a:cxn ang="0">
                  <a:pos x="0" y="85"/>
                </a:cxn>
                <a:cxn ang="0">
                  <a:pos x="0" y="88"/>
                </a:cxn>
                <a:cxn ang="0">
                  <a:pos x="3" y="90"/>
                </a:cxn>
                <a:cxn ang="0">
                  <a:pos x="8" y="92"/>
                </a:cxn>
                <a:cxn ang="0">
                  <a:pos x="10" y="90"/>
                </a:cxn>
                <a:cxn ang="0">
                  <a:pos x="12" y="89"/>
                </a:cxn>
                <a:cxn ang="0">
                  <a:pos x="12" y="89"/>
                </a:cxn>
                <a:cxn ang="0">
                  <a:pos x="25" y="66"/>
                </a:cxn>
                <a:cxn ang="0">
                  <a:pos x="32" y="55"/>
                </a:cxn>
                <a:cxn ang="0">
                  <a:pos x="40" y="45"/>
                </a:cxn>
                <a:cxn ang="0">
                  <a:pos x="40" y="45"/>
                </a:cxn>
                <a:cxn ang="0">
                  <a:pos x="55" y="28"/>
                </a:cxn>
                <a:cxn ang="0">
                  <a:pos x="62" y="19"/>
                </a:cxn>
                <a:cxn ang="0">
                  <a:pos x="68" y="9"/>
                </a:cxn>
                <a:cxn ang="0">
                  <a:pos x="68" y="9"/>
                </a:cxn>
                <a:cxn ang="0">
                  <a:pos x="70" y="7"/>
                </a:cxn>
                <a:cxn ang="0">
                  <a:pos x="70" y="4"/>
                </a:cxn>
                <a:cxn ang="0">
                  <a:pos x="66" y="2"/>
                </a:cxn>
                <a:cxn ang="0">
                  <a:pos x="62" y="0"/>
                </a:cxn>
                <a:cxn ang="0">
                  <a:pos x="61" y="2"/>
                </a:cxn>
                <a:cxn ang="0">
                  <a:pos x="59" y="3"/>
                </a:cxn>
                <a:cxn ang="0">
                  <a:pos x="59" y="3"/>
                </a:cxn>
              </a:cxnLst>
              <a:rect l="0" t="0" r="r" b="b"/>
              <a:pathLst>
                <a:path w="70" h="92">
                  <a:moveTo>
                    <a:pt x="59" y="3"/>
                  </a:moveTo>
                  <a:lnTo>
                    <a:pt x="59" y="3"/>
                  </a:lnTo>
                  <a:lnTo>
                    <a:pt x="53" y="13"/>
                  </a:lnTo>
                  <a:lnTo>
                    <a:pt x="45" y="22"/>
                  </a:lnTo>
                  <a:lnTo>
                    <a:pt x="29" y="39"/>
                  </a:lnTo>
                  <a:lnTo>
                    <a:pt x="29" y="39"/>
                  </a:lnTo>
                  <a:lnTo>
                    <a:pt x="21" y="50"/>
                  </a:lnTo>
                  <a:lnTo>
                    <a:pt x="15" y="62"/>
                  </a:lnTo>
                  <a:lnTo>
                    <a:pt x="2" y="83"/>
                  </a:lnTo>
                  <a:lnTo>
                    <a:pt x="2" y="83"/>
                  </a:lnTo>
                  <a:lnTo>
                    <a:pt x="0" y="85"/>
                  </a:lnTo>
                  <a:lnTo>
                    <a:pt x="0" y="88"/>
                  </a:lnTo>
                  <a:lnTo>
                    <a:pt x="3" y="90"/>
                  </a:lnTo>
                  <a:lnTo>
                    <a:pt x="8" y="92"/>
                  </a:lnTo>
                  <a:lnTo>
                    <a:pt x="10" y="90"/>
                  </a:lnTo>
                  <a:lnTo>
                    <a:pt x="12" y="89"/>
                  </a:lnTo>
                  <a:lnTo>
                    <a:pt x="12" y="89"/>
                  </a:lnTo>
                  <a:lnTo>
                    <a:pt x="25" y="66"/>
                  </a:lnTo>
                  <a:lnTo>
                    <a:pt x="32" y="55"/>
                  </a:lnTo>
                  <a:lnTo>
                    <a:pt x="40" y="45"/>
                  </a:lnTo>
                  <a:lnTo>
                    <a:pt x="40" y="45"/>
                  </a:lnTo>
                  <a:lnTo>
                    <a:pt x="55" y="28"/>
                  </a:lnTo>
                  <a:lnTo>
                    <a:pt x="62" y="19"/>
                  </a:lnTo>
                  <a:lnTo>
                    <a:pt x="68" y="9"/>
                  </a:lnTo>
                  <a:lnTo>
                    <a:pt x="68" y="9"/>
                  </a:lnTo>
                  <a:lnTo>
                    <a:pt x="70" y="7"/>
                  </a:lnTo>
                  <a:lnTo>
                    <a:pt x="70" y="4"/>
                  </a:lnTo>
                  <a:lnTo>
                    <a:pt x="66" y="2"/>
                  </a:lnTo>
                  <a:lnTo>
                    <a:pt x="62" y="0"/>
                  </a:lnTo>
                  <a:lnTo>
                    <a:pt x="61" y="2"/>
                  </a:lnTo>
                  <a:lnTo>
                    <a:pt x="59" y="3"/>
                  </a:lnTo>
                  <a:lnTo>
                    <a:pt x="59" y="3"/>
                  </a:lnTo>
                  <a:close/>
                </a:path>
              </a:pathLst>
            </a:custGeom>
            <a:ln>
              <a:solidFill>
                <a:schemeClr val="accent1">
                  <a:alpha val="35000"/>
                </a:schemeClr>
              </a:solidFill>
            </a:ln>
          </p:spPr>
          <p:style>
            <a:lnRef idx="0">
              <a:srgbClr val="FFFFFF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31" name="Freeform 543"/>
            <p:cNvSpPr/>
            <p:nvPr>
              <p:custDataLst>
                <p:tags r:id="rId25"/>
              </p:custDataLst>
            </p:nvPr>
          </p:nvSpPr>
          <p:spPr bwMode="auto">
            <a:xfrm>
              <a:off x="2411413" y="2559050"/>
              <a:ext cx="19050" cy="34925"/>
            </a:xfrm>
            <a:custGeom>
              <a:avLst/>
              <a:gdLst/>
              <a:ahLst/>
              <a:cxnLst>
                <a:cxn ang="0">
                  <a:pos x="39" y="1"/>
                </a:cxn>
                <a:cxn ang="0">
                  <a:pos x="39" y="1"/>
                </a:cxn>
                <a:cxn ang="0">
                  <a:pos x="32" y="9"/>
                </a:cxn>
                <a:cxn ang="0">
                  <a:pos x="27" y="18"/>
                </a:cxn>
                <a:cxn ang="0">
                  <a:pos x="19" y="37"/>
                </a:cxn>
                <a:cxn ang="0">
                  <a:pos x="19" y="37"/>
                </a:cxn>
                <a:cxn ang="0">
                  <a:pos x="10" y="59"/>
                </a:cxn>
                <a:cxn ang="0">
                  <a:pos x="0" y="80"/>
                </a:cxn>
                <a:cxn ang="0">
                  <a:pos x="0" y="80"/>
                </a:cxn>
                <a:cxn ang="0">
                  <a:pos x="0" y="82"/>
                </a:cxn>
                <a:cxn ang="0">
                  <a:pos x="0" y="85"/>
                </a:cxn>
                <a:cxn ang="0">
                  <a:pos x="1" y="86"/>
                </a:cxn>
                <a:cxn ang="0">
                  <a:pos x="4" y="86"/>
                </a:cxn>
                <a:cxn ang="0">
                  <a:pos x="8" y="86"/>
                </a:cxn>
                <a:cxn ang="0">
                  <a:pos x="9" y="85"/>
                </a:cxn>
                <a:cxn ang="0">
                  <a:pos x="10" y="84"/>
                </a:cxn>
                <a:cxn ang="0">
                  <a:pos x="10" y="84"/>
                </a:cxn>
                <a:cxn ang="0">
                  <a:pos x="15" y="73"/>
                </a:cxn>
                <a:cxn ang="0">
                  <a:pos x="19" y="65"/>
                </a:cxn>
                <a:cxn ang="0">
                  <a:pos x="25" y="56"/>
                </a:cxn>
                <a:cxn ang="0">
                  <a:pos x="29" y="47"/>
                </a:cxn>
                <a:cxn ang="0">
                  <a:pos x="29" y="47"/>
                </a:cxn>
                <a:cxn ang="0">
                  <a:pos x="31" y="37"/>
                </a:cxn>
                <a:cxn ang="0">
                  <a:pos x="36" y="27"/>
                </a:cxn>
                <a:cxn ang="0">
                  <a:pos x="42" y="18"/>
                </a:cxn>
                <a:cxn ang="0">
                  <a:pos x="47" y="9"/>
                </a:cxn>
                <a:cxn ang="0">
                  <a:pos x="47" y="9"/>
                </a:cxn>
                <a:cxn ang="0">
                  <a:pos x="48" y="8"/>
                </a:cxn>
                <a:cxn ang="0">
                  <a:pos x="49" y="5"/>
                </a:cxn>
                <a:cxn ang="0">
                  <a:pos x="47" y="1"/>
                </a:cxn>
                <a:cxn ang="0">
                  <a:pos x="43" y="0"/>
                </a:cxn>
                <a:cxn ang="0">
                  <a:pos x="42" y="0"/>
                </a:cxn>
                <a:cxn ang="0">
                  <a:pos x="39" y="1"/>
                </a:cxn>
                <a:cxn ang="0">
                  <a:pos x="39" y="1"/>
                </a:cxn>
              </a:cxnLst>
              <a:rect l="0" t="0" r="r" b="b"/>
              <a:pathLst>
                <a:path w="49" h="86">
                  <a:moveTo>
                    <a:pt x="39" y="1"/>
                  </a:moveTo>
                  <a:lnTo>
                    <a:pt x="39" y="1"/>
                  </a:lnTo>
                  <a:lnTo>
                    <a:pt x="32" y="9"/>
                  </a:lnTo>
                  <a:lnTo>
                    <a:pt x="27" y="18"/>
                  </a:lnTo>
                  <a:lnTo>
                    <a:pt x="19" y="37"/>
                  </a:lnTo>
                  <a:lnTo>
                    <a:pt x="19" y="37"/>
                  </a:lnTo>
                  <a:lnTo>
                    <a:pt x="10" y="59"/>
                  </a:lnTo>
                  <a:lnTo>
                    <a:pt x="0" y="80"/>
                  </a:lnTo>
                  <a:lnTo>
                    <a:pt x="0" y="80"/>
                  </a:lnTo>
                  <a:lnTo>
                    <a:pt x="0" y="82"/>
                  </a:lnTo>
                  <a:lnTo>
                    <a:pt x="0" y="85"/>
                  </a:lnTo>
                  <a:lnTo>
                    <a:pt x="1" y="86"/>
                  </a:lnTo>
                  <a:lnTo>
                    <a:pt x="4" y="86"/>
                  </a:lnTo>
                  <a:lnTo>
                    <a:pt x="8" y="86"/>
                  </a:lnTo>
                  <a:lnTo>
                    <a:pt x="9" y="85"/>
                  </a:lnTo>
                  <a:lnTo>
                    <a:pt x="10" y="84"/>
                  </a:lnTo>
                  <a:lnTo>
                    <a:pt x="10" y="84"/>
                  </a:lnTo>
                  <a:lnTo>
                    <a:pt x="15" y="73"/>
                  </a:lnTo>
                  <a:lnTo>
                    <a:pt x="19" y="65"/>
                  </a:lnTo>
                  <a:lnTo>
                    <a:pt x="25" y="56"/>
                  </a:lnTo>
                  <a:lnTo>
                    <a:pt x="29" y="47"/>
                  </a:lnTo>
                  <a:lnTo>
                    <a:pt x="29" y="47"/>
                  </a:lnTo>
                  <a:lnTo>
                    <a:pt x="31" y="37"/>
                  </a:lnTo>
                  <a:lnTo>
                    <a:pt x="36" y="27"/>
                  </a:lnTo>
                  <a:lnTo>
                    <a:pt x="42" y="18"/>
                  </a:lnTo>
                  <a:lnTo>
                    <a:pt x="47" y="9"/>
                  </a:lnTo>
                  <a:lnTo>
                    <a:pt x="47" y="9"/>
                  </a:lnTo>
                  <a:lnTo>
                    <a:pt x="48" y="8"/>
                  </a:lnTo>
                  <a:lnTo>
                    <a:pt x="49" y="5"/>
                  </a:lnTo>
                  <a:lnTo>
                    <a:pt x="47" y="1"/>
                  </a:lnTo>
                  <a:lnTo>
                    <a:pt x="43" y="0"/>
                  </a:lnTo>
                  <a:lnTo>
                    <a:pt x="42" y="0"/>
                  </a:lnTo>
                  <a:lnTo>
                    <a:pt x="39" y="1"/>
                  </a:lnTo>
                  <a:lnTo>
                    <a:pt x="39" y="1"/>
                  </a:lnTo>
                  <a:close/>
                </a:path>
              </a:pathLst>
            </a:custGeom>
            <a:ln>
              <a:solidFill>
                <a:schemeClr val="accent1">
                  <a:alpha val="35000"/>
                </a:schemeClr>
              </a:solidFill>
            </a:ln>
          </p:spPr>
          <p:style>
            <a:lnRef idx="0">
              <a:srgbClr val="FFFFFF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32" name="Freeform 544"/>
            <p:cNvSpPr/>
            <p:nvPr>
              <p:custDataLst>
                <p:tags r:id="rId26"/>
              </p:custDataLst>
            </p:nvPr>
          </p:nvSpPr>
          <p:spPr bwMode="auto">
            <a:xfrm>
              <a:off x="2459038" y="2557463"/>
              <a:ext cx="20638" cy="31750"/>
            </a:xfrm>
            <a:custGeom>
              <a:avLst/>
              <a:gdLst/>
              <a:ahLst/>
              <a:cxnLst>
                <a:cxn ang="0">
                  <a:pos x="38" y="4"/>
                </a:cxn>
                <a:cxn ang="0">
                  <a:pos x="38" y="4"/>
                </a:cxn>
                <a:cxn ang="0">
                  <a:pos x="30" y="22"/>
                </a:cxn>
                <a:cxn ang="0">
                  <a:pos x="21" y="41"/>
                </a:cxn>
                <a:cxn ang="0">
                  <a:pos x="12" y="58"/>
                </a:cxn>
                <a:cxn ang="0">
                  <a:pos x="2" y="75"/>
                </a:cxn>
                <a:cxn ang="0">
                  <a:pos x="2" y="75"/>
                </a:cxn>
                <a:cxn ang="0">
                  <a:pos x="0" y="77"/>
                </a:cxn>
                <a:cxn ang="0">
                  <a:pos x="0" y="80"/>
                </a:cxn>
                <a:cxn ang="0">
                  <a:pos x="3" y="82"/>
                </a:cxn>
                <a:cxn ang="0">
                  <a:pos x="7" y="84"/>
                </a:cxn>
                <a:cxn ang="0">
                  <a:pos x="10" y="82"/>
                </a:cxn>
                <a:cxn ang="0">
                  <a:pos x="11" y="81"/>
                </a:cxn>
                <a:cxn ang="0">
                  <a:pos x="11" y="81"/>
                </a:cxn>
                <a:cxn ang="0">
                  <a:pos x="23" y="63"/>
                </a:cxn>
                <a:cxn ang="0">
                  <a:pos x="32" y="45"/>
                </a:cxn>
                <a:cxn ang="0">
                  <a:pos x="42" y="26"/>
                </a:cxn>
                <a:cxn ang="0">
                  <a:pos x="50" y="8"/>
                </a:cxn>
                <a:cxn ang="0">
                  <a:pos x="50" y="8"/>
                </a:cxn>
                <a:cxn ang="0">
                  <a:pos x="50" y="5"/>
                </a:cxn>
                <a:cxn ang="0">
                  <a:pos x="49" y="3"/>
                </a:cxn>
                <a:cxn ang="0">
                  <a:pos x="47" y="1"/>
                </a:cxn>
                <a:cxn ang="0">
                  <a:pos x="46" y="0"/>
                </a:cxn>
                <a:cxn ang="0">
                  <a:pos x="42" y="1"/>
                </a:cxn>
                <a:cxn ang="0">
                  <a:pos x="40" y="3"/>
                </a:cxn>
                <a:cxn ang="0">
                  <a:pos x="38" y="4"/>
                </a:cxn>
                <a:cxn ang="0">
                  <a:pos x="38" y="4"/>
                </a:cxn>
              </a:cxnLst>
              <a:rect l="0" t="0" r="r" b="b"/>
              <a:pathLst>
                <a:path w="50" h="84">
                  <a:moveTo>
                    <a:pt x="38" y="4"/>
                  </a:moveTo>
                  <a:lnTo>
                    <a:pt x="38" y="4"/>
                  </a:lnTo>
                  <a:lnTo>
                    <a:pt x="30" y="22"/>
                  </a:lnTo>
                  <a:lnTo>
                    <a:pt x="21" y="41"/>
                  </a:lnTo>
                  <a:lnTo>
                    <a:pt x="12" y="58"/>
                  </a:lnTo>
                  <a:lnTo>
                    <a:pt x="2" y="75"/>
                  </a:lnTo>
                  <a:lnTo>
                    <a:pt x="2" y="75"/>
                  </a:lnTo>
                  <a:lnTo>
                    <a:pt x="0" y="77"/>
                  </a:lnTo>
                  <a:lnTo>
                    <a:pt x="0" y="80"/>
                  </a:lnTo>
                  <a:lnTo>
                    <a:pt x="3" y="82"/>
                  </a:lnTo>
                  <a:lnTo>
                    <a:pt x="7" y="84"/>
                  </a:lnTo>
                  <a:lnTo>
                    <a:pt x="10" y="82"/>
                  </a:lnTo>
                  <a:lnTo>
                    <a:pt x="11" y="81"/>
                  </a:lnTo>
                  <a:lnTo>
                    <a:pt x="11" y="81"/>
                  </a:lnTo>
                  <a:lnTo>
                    <a:pt x="23" y="63"/>
                  </a:lnTo>
                  <a:lnTo>
                    <a:pt x="32" y="45"/>
                  </a:lnTo>
                  <a:lnTo>
                    <a:pt x="42" y="26"/>
                  </a:lnTo>
                  <a:lnTo>
                    <a:pt x="50" y="8"/>
                  </a:lnTo>
                  <a:lnTo>
                    <a:pt x="50" y="8"/>
                  </a:lnTo>
                  <a:lnTo>
                    <a:pt x="50" y="5"/>
                  </a:lnTo>
                  <a:lnTo>
                    <a:pt x="49" y="3"/>
                  </a:lnTo>
                  <a:lnTo>
                    <a:pt x="47" y="1"/>
                  </a:lnTo>
                  <a:lnTo>
                    <a:pt x="46" y="0"/>
                  </a:lnTo>
                  <a:lnTo>
                    <a:pt x="42" y="1"/>
                  </a:lnTo>
                  <a:lnTo>
                    <a:pt x="40" y="3"/>
                  </a:lnTo>
                  <a:lnTo>
                    <a:pt x="38" y="4"/>
                  </a:lnTo>
                  <a:lnTo>
                    <a:pt x="38" y="4"/>
                  </a:lnTo>
                  <a:close/>
                </a:path>
              </a:pathLst>
            </a:custGeom>
            <a:ln>
              <a:solidFill>
                <a:schemeClr val="accent1">
                  <a:alpha val="35000"/>
                </a:schemeClr>
              </a:solidFill>
            </a:ln>
          </p:spPr>
          <p:style>
            <a:lnRef idx="0">
              <a:srgbClr val="FFFFFF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33" name="Freeform 545"/>
            <p:cNvSpPr/>
            <p:nvPr>
              <p:custDataLst>
                <p:tags r:id="rId27"/>
              </p:custDataLst>
            </p:nvPr>
          </p:nvSpPr>
          <p:spPr bwMode="auto">
            <a:xfrm>
              <a:off x="2495551" y="2557463"/>
              <a:ext cx="23813" cy="31750"/>
            </a:xfrm>
            <a:custGeom>
              <a:avLst/>
              <a:gdLst/>
              <a:ahLst/>
              <a:cxnLst>
                <a:cxn ang="0">
                  <a:pos x="50" y="5"/>
                </a:cxn>
                <a:cxn ang="0">
                  <a:pos x="50" y="5"/>
                </a:cxn>
                <a:cxn ang="0">
                  <a:pos x="48" y="10"/>
                </a:cxn>
                <a:cxn ang="0">
                  <a:pos x="47" y="16"/>
                </a:cxn>
                <a:cxn ang="0">
                  <a:pos x="42" y="26"/>
                </a:cxn>
                <a:cxn ang="0">
                  <a:pos x="35" y="35"/>
                </a:cxn>
                <a:cxn ang="0">
                  <a:pos x="29" y="43"/>
                </a:cxn>
                <a:cxn ang="0">
                  <a:pos x="29" y="43"/>
                </a:cxn>
                <a:cxn ang="0">
                  <a:pos x="17" y="58"/>
                </a:cxn>
                <a:cxn ang="0">
                  <a:pos x="10" y="64"/>
                </a:cxn>
                <a:cxn ang="0">
                  <a:pos x="3" y="69"/>
                </a:cxn>
                <a:cxn ang="0">
                  <a:pos x="3" y="69"/>
                </a:cxn>
                <a:cxn ang="0">
                  <a:pos x="1" y="71"/>
                </a:cxn>
                <a:cxn ang="0">
                  <a:pos x="0" y="73"/>
                </a:cxn>
                <a:cxn ang="0">
                  <a:pos x="1" y="77"/>
                </a:cxn>
                <a:cxn ang="0">
                  <a:pos x="4" y="80"/>
                </a:cxn>
                <a:cxn ang="0">
                  <a:pos x="6" y="80"/>
                </a:cxn>
                <a:cxn ang="0">
                  <a:pos x="8" y="78"/>
                </a:cxn>
                <a:cxn ang="0">
                  <a:pos x="8" y="78"/>
                </a:cxn>
                <a:cxn ang="0">
                  <a:pos x="18" y="72"/>
                </a:cxn>
                <a:cxn ang="0">
                  <a:pos x="27" y="63"/>
                </a:cxn>
                <a:cxn ang="0">
                  <a:pos x="43" y="44"/>
                </a:cxn>
                <a:cxn ang="0">
                  <a:pos x="43" y="44"/>
                </a:cxn>
                <a:cxn ang="0">
                  <a:pos x="50" y="35"/>
                </a:cxn>
                <a:cxn ang="0">
                  <a:pos x="55" y="26"/>
                </a:cxn>
                <a:cxn ang="0">
                  <a:pos x="59" y="17"/>
                </a:cxn>
                <a:cxn ang="0">
                  <a:pos x="60" y="5"/>
                </a:cxn>
                <a:cxn ang="0">
                  <a:pos x="60" y="5"/>
                </a:cxn>
                <a:cxn ang="0">
                  <a:pos x="60" y="3"/>
                </a:cxn>
                <a:cxn ang="0">
                  <a:pos x="59" y="1"/>
                </a:cxn>
                <a:cxn ang="0">
                  <a:pos x="55" y="0"/>
                </a:cxn>
                <a:cxn ang="0">
                  <a:pos x="51" y="1"/>
                </a:cxn>
                <a:cxn ang="0">
                  <a:pos x="50" y="3"/>
                </a:cxn>
                <a:cxn ang="0">
                  <a:pos x="50" y="5"/>
                </a:cxn>
                <a:cxn ang="0">
                  <a:pos x="50" y="5"/>
                </a:cxn>
              </a:cxnLst>
              <a:rect l="0" t="0" r="r" b="b"/>
              <a:pathLst>
                <a:path w="60" h="80">
                  <a:moveTo>
                    <a:pt x="50" y="5"/>
                  </a:moveTo>
                  <a:lnTo>
                    <a:pt x="50" y="5"/>
                  </a:lnTo>
                  <a:lnTo>
                    <a:pt x="48" y="10"/>
                  </a:lnTo>
                  <a:lnTo>
                    <a:pt x="47" y="16"/>
                  </a:lnTo>
                  <a:lnTo>
                    <a:pt x="42" y="26"/>
                  </a:lnTo>
                  <a:lnTo>
                    <a:pt x="35" y="35"/>
                  </a:lnTo>
                  <a:lnTo>
                    <a:pt x="29" y="43"/>
                  </a:lnTo>
                  <a:lnTo>
                    <a:pt x="29" y="43"/>
                  </a:lnTo>
                  <a:lnTo>
                    <a:pt x="17" y="58"/>
                  </a:lnTo>
                  <a:lnTo>
                    <a:pt x="10" y="64"/>
                  </a:lnTo>
                  <a:lnTo>
                    <a:pt x="3" y="69"/>
                  </a:lnTo>
                  <a:lnTo>
                    <a:pt x="3" y="69"/>
                  </a:lnTo>
                  <a:lnTo>
                    <a:pt x="1" y="71"/>
                  </a:lnTo>
                  <a:lnTo>
                    <a:pt x="0" y="73"/>
                  </a:lnTo>
                  <a:lnTo>
                    <a:pt x="1" y="77"/>
                  </a:lnTo>
                  <a:lnTo>
                    <a:pt x="4" y="80"/>
                  </a:lnTo>
                  <a:lnTo>
                    <a:pt x="6" y="80"/>
                  </a:lnTo>
                  <a:lnTo>
                    <a:pt x="8" y="78"/>
                  </a:lnTo>
                  <a:lnTo>
                    <a:pt x="8" y="78"/>
                  </a:lnTo>
                  <a:lnTo>
                    <a:pt x="18" y="72"/>
                  </a:lnTo>
                  <a:lnTo>
                    <a:pt x="27" y="63"/>
                  </a:lnTo>
                  <a:lnTo>
                    <a:pt x="43" y="44"/>
                  </a:lnTo>
                  <a:lnTo>
                    <a:pt x="43" y="44"/>
                  </a:lnTo>
                  <a:lnTo>
                    <a:pt x="50" y="35"/>
                  </a:lnTo>
                  <a:lnTo>
                    <a:pt x="55" y="26"/>
                  </a:lnTo>
                  <a:lnTo>
                    <a:pt x="59" y="17"/>
                  </a:lnTo>
                  <a:lnTo>
                    <a:pt x="60" y="5"/>
                  </a:lnTo>
                  <a:lnTo>
                    <a:pt x="60" y="5"/>
                  </a:lnTo>
                  <a:lnTo>
                    <a:pt x="60" y="3"/>
                  </a:lnTo>
                  <a:lnTo>
                    <a:pt x="59" y="1"/>
                  </a:lnTo>
                  <a:lnTo>
                    <a:pt x="55" y="0"/>
                  </a:lnTo>
                  <a:lnTo>
                    <a:pt x="51" y="1"/>
                  </a:lnTo>
                  <a:lnTo>
                    <a:pt x="50" y="3"/>
                  </a:lnTo>
                  <a:lnTo>
                    <a:pt x="50" y="5"/>
                  </a:lnTo>
                  <a:lnTo>
                    <a:pt x="50" y="5"/>
                  </a:lnTo>
                  <a:close/>
                </a:path>
              </a:pathLst>
            </a:custGeom>
            <a:ln>
              <a:solidFill>
                <a:schemeClr val="accent1">
                  <a:alpha val="35000"/>
                </a:schemeClr>
              </a:solidFill>
            </a:ln>
          </p:spPr>
          <p:style>
            <a:lnRef idx="0">
              <a:srgbClr val="FFFFFF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34" name="Freeform 546"/>
            <p:cNvSpPr/>
            <p:nvPr>
              <p:custDataLst>
                <p:tags r:id="rId28"/>
              </p:custDataLst>
            </p:nvPr>
          </p:nvSpPr>
          <p:spPr bwMode="auto">
            <a:xfrm>
              <a:off x="2541588" y="2557463"/>
              <a:ext cx="17463" cy="28575"/>
            </a:xfrm>
            <a:custGeom>
              <a:avLst/>
              <a:gdLst/>
              <a:ahLst/>
              <a:cxnLst>
                <a:cxn ang="0">
                  <a:pos x="35" y="3"/>
                </a:cxn>
                <a:cxn ang="0">
                  <a:pos x="35" y="3"/>
                </a:cxn>
                <a:cxn ang="0">
                  <a:pos x="27" y="18"/>
                </a:cxn>
                <a:cxn ang="0">
                  <a:pos x="21" y="34"/>
                </a:cxn>
                <a:cxn ang="0">
                  <a:pos x="12" y="48"/>
                </a:cxn>
                <a:cxn ang="0">
                  <a:pos x="8" y="56"/>
                </a:cxn>
                <a:cxn ang="0">
                  <a:pos x="1" y="63"/>
                </a:cxn>
                <a:cxn ang="0">
                  <a:pos x="1" y="63"/>
                </a:cxn>
                <a:cxn ang="0">
                  <a:pos x="0" y="64"/>
                </a:cxn>
                <a:cxn ang="0">
                  <a:pos x="0" y="67"/>
                </a:cxn>
                <a:cxn ang="0">
                  <a:pos x="2" y="71"/>
                </a:cxn>
                <a:cxn ang="0">
                  <a:pos x="5" y="72"/>
                </a:cxn>
                <a:cxn ang="0">
                  <a:pos x="8" y="72"/>
                </a:cxn>
                <a:cxn ang="0">
                  <a:pos x="10" y="71"/>
                </a:cxn>
                <a:cxn ang="0">
                  <a:pos x="10" y="71"/>
                </a:cxn>
                <a:cxn ang="0">
                  <a:pos x="15" y="64"/>
                </a:cxn>
                <a:cxn ang="0">
                  <a:pos x="21" y="56"/>
                </a:cxn>
                <a:cxn ang="0">
                  <a:pos x="29" y="41"/>
                </a:cxn>
                <a:cxn ang="0">
                  <a:pos x="36" y="25"/>
                </a:cxn>
                <a:cxn ang="0">
                  <a:pos x="44" y="9"/>
                </a:cxn>
                <a:cxn ang="0">
                  <a:pos x="44" y="9"/>
                </a:cxn>
                <a:cxn ang="0">
                  <a:pos x="46" y="7"/>
                </a:cxn>
                <a:cxn ang="0">
                  <a:pos x="46" y="4"/>
                </a:cxn>
                <a:cxn ang="0">
                  <a:pos x="43" y="1"/>
                </a:cxn>
                <a:cxn ang="0">
                  <a:pos x="39" y="0"/>
                </a:cxn>
                <a:cxn ang="0">
                  <a:pos x="36" y="1"/>
                </a:cxn>
                <a:cxn ang="0">
                  <a:pos x="35" y="3"/>
                </a:cxn>
                <a:cxn ang="0">
                  <a:pos x="35" y="3"/>
                </a:cxn>
              </a:cxnLst>
              <a:rect l="0" t="0" r="r" b="b"/>
              <a:pathLst>
                <a:path w="46" h="72">
                  <a:moveTo>
                    <a:pt x="35" y="3"/>
                  </a:moveTo>
                  <a:lnTo>
                    <a:pt x="35" y="3"/>
                  </a:lnTo>
                  <a:lnTo>
                    <a:pt x="27" y="18"/>
                  </a:lnTo>
                  <a:lnTo>
                    <a:pt x="21" y="34"/>
                  </a:lnTo>
                  <a:lnTo>
                    <a:pt x="12" y="48"/>
                  </a:lnTo>
                  <a:lnTo>
                    <a:pt x="8" y="56"/>
                  </a:lnTo>
                  <a:lnTo>
                    <a:pt x="1" y="63"/>
                  </a:lnTo>
                  <a:lnTo>
                    <a:pt x="1" y="63"/>
                  </a:lnTo>
                  <a:lnTo>
                    <a:pt x="0" y="64"/>
                  </a:lnTo>
                  <a:lnTo>
                    <a:pt x="0" y="67"/>
                  </a:lnTo>
                  <a:lnTo>
                    <a:pt x="2" y="71"/>
                  </a:lnTo>
                  <a:lnTo>
                    <a:pt x="5" y="72"/>
                  </a:lnTo>
                  <a:lnTo>
                    <a:pt x="8" y="72"/>
                  </a:lnTo>
                  <a:lnTo>
                    <a:pt x="10" y="71"/>
                  </a:lnTo>
                  <a:lnTo>
                    <a:pt x="10" y="71"/>
                  </a:lnTo>
                  <a:lnTo>
                    <a:pt x="15" y="64"/>
                  </a:lnTo>
                  <a:lnTo>
                    <a:pt x="21" y="56"/>
                  </a:lnTo>
                  <a:lnTo>
                    <a:pt x="29" y="41"/>
                  </a:lnTo>
                  <a:lnTo>
                    <a:pt x="36" y="25"/>
                  </a:lnTo>
                  <a:lnTo>
                    <a:pt x="44" y="9"/>
                  </a:lnTo>
                  <a:lnTo>
                    <a:pt x="44" y="9"/>
                  </a:lnTo>
                  <a:lnTo>
                    <a:pt x="46" y="7"/>
                  </a:lnTo>
                  <a:lnTo>
                    <a:pt x="46" y="4"/>
                  </a:lnTo>
                  <a:lnTo>
                    <a:pt x="43" y="1"/>
                  </a:lnTo>
                  <a:lnTo>
                    <a:pt x="39" y="0"/>
                  </a:lnTo>
                  <a:lnTo>
                    <a:pt x="36" y="1"/>
                  </a:lnTo>
                  <a:lnTo>
                    <a:pt x="35" y="3"/>
                  </a:lnTo>
                  <a:lnTo>
                    <a:pt x="35" y="3"/>
                  </a:lnTo>
                  <a:close/>
                </a:path>
              </a:pathLst>
            </a:custGeom>
            <a:ln>
              <a:solidFill>
                <a:schemeClr val="accent1">
                  <a:alpha val="35000"/>
                </a:schemeClr>
              </a:solidFill>
            </a:ln>
          </p:spPr>
          <p:style>
            <a:lnRef idx="0">
              <a:srgbClr val="FFFFFF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35" name="Freeform 547"/>
            <p:cNvSpPr/>
            <p:nvPr>
              <p:custDataLst>
                <p:tags r:id="rId29"/>
              </p:custDataLst>
            </p:nvPr>
          </p:nvSpPr>
          <p:spPr bwMode="auto">
            <a:xfrm>
              <a:off x="2581276" y="2555875"/>
              <a:ext cx="25400" cy="31750"/>
            </a:xfrm>
            <a:custGeom>
              <a:avLst/>
              <a:gdLst/>
              <a:ahLst/>
              <a:cxnLst>
                <a:cxn ang="0">
                  <a:pos x="54" y="3"/>
                </a:cxn>
                <a:cxn ang="0">
                  <a:pos x="54" y="3"/>
                </a:cxn>
                <a:cxn ang="0">
                  <a:pos x="47" y="12"/>
                </a:cxn>
                <a:cxn ang="0">
                  <a:pos x="39" y="20"/>
                </a:cxn>
                <a:cxn ang="0">
                  <a:pos x="33" y="29"/>
                </a:cxn>
                <a:cxn ang="0">
                  <a:pos x="26" y="38"/>
                </a:cxn>
                <a:cxn ang="0">
                  <a:pos x="26" y="38"/>
                </a:cxn>
                <a:cxn ang="0">
                  <a:pos x="15" y="56"/>
                </a:cxn>
                <a:cxn ang="0">
                  <a:pos x="8" y="66"/>
                </a:cxn>
                <a:cxn ang="0">
                  <a:pos x="1" y="75"/>
                </a:cxn>
                <a:cxn ang="0">
                  <a:pos x="1" y="75"/>
                </a:cxn>
                <a:cxn ang="0">
                  <a:pos x="0" y="76"/>
                </a:cxn>
                <a:cxn ang="0">
                  <a:pos x="0" y="79"/>
                </a:cxn>
                <a:cxn ang="0">
                  <a:pos x="1" y="83"/>
                </a:cxn>
                <a:cxn ang="0">
                  <a:pos x="4" y="84"/>
                </a:cxn>
                <a:cxn ang="0">
                  <a:pos x="5" y="84"/>
                </a:cxn>
                <a:cxn ang="0">
                  <a:pos x="8" y="84"/>
                </a:cxn>
                <a:cxn ang="0">
                  <a:pos x="9" y="83"/>
                </a:cxn>
                <a:cxn ang="0">
                  <a:pos x="9" y="83"/>
                </a:cxn>
                <a:cxn ang="0">
                  <a:pos x="22" y="66"/>
                </a:cxn>
                <a:cxn ang="0">
                  <a:pos x="34" y="47"/>
                </a:cxn>
                <a:cxn ang="0">
                  <a:pos x="34" y="47"/>
                </a:cxn>
                <a:cxn ang="0">
                  <a:pos x="41" y="37"/>
                </a:cxn>
                <a:cxn ang="0">
                  <a:pos x="49" y="28"/>
                </a:cxn>
                <a:cxn ang="0">
                  <a:pos x="56" y="18"/>
                </a:cxn>
                <a:cxn ang="0">
                  <a:pos x="64" y="9"/>
                </a:cxn>
                <a:cxn ang="0">
                  <a:pos x="64" y="9"/>
                </a:cxn>
                <a:cxn ang="0">
                  <a:pos x="64" y="7"/>
                </a:cxn>
                <a:cxn ang="0">
                  <a:pos x="64" y="4"/>
                </a:cxn>
                <a:cxn ang="0">
                  <a:pos x="64" y="3"/>
                </a:cxn>
                <a:cxn ang="0">
                  <a:pos x="62" y="1"/>
                </a:cxn>
                <a:cxn ang="0">
                  <a:pos x="58" y="0"/>
                </a:cxn>
                <a:cxn ang="0">
                  <a:pos x="55" y="1"/>
                </a:cxn>
                <a:cxn ang="0">
                  <a:pos x="54" y="3"/>
                </a:cxn>
                <a:cxn ang="0">
                  <a:pos x="54" y="3"/>
                </a:cxn>
              </a:cxnLst>
              <a:rect l="0" t="0" r="r" b="b"/>
              <a:pathLst>
                <a:path w="64" h="84">
                  <a:moveTo>
                    <a:pt x="54" y="3"/>
                  </a:moveTo>
                  <a:lnTo>
                    <a:pt x="54" y="3"/>
                  </a:lnTo>
                  <a:lnTo>
                    <a:pt x="47" y="12"/>
                  </a:lnTo>
                  <a:lnTo>
                    <a:pt x="39" y="20"/>
                  </a:lnTo>
                  <a:lnTo>
                    <a:pt x="33" y="29"/>
                  </a:lnTo>
                  <a:lnTo>
                    <a:pt x="26" y="38"/>
                  </a:lnTo>
                  <a:lnTo>
                    <a:pt x="26" y="38"/>
                  </a:lnTo>
                  <a:lnTo>
                    <a:pt x="15" y="56"/>
                  </a:lnTo>
                  <a:lnTo>
                    <a:pt x="8" y="66"/>
                  </a:lnTo>
                  <a:lnTo>
                    <a:pt x="1" y="75"/>
                  </a:lnTo>
                  <a:lnTo>
                    <a:pt x="1" y="75"/>
                  </a:lnTo>
                  <a:lnTo>
                    <a:pt x="0" y="76"/>
                  </a:lnTo>
                  <a:lnTo>
                    <a:pt x="0" y="79"/>
                  </a:lnTo>
                  <a:lnTo>
                    <a:pt x="1" y="83"/>
                  </a:lnTo>
                  <a:lnTo>
                    <a:pt x="4" y="84"/>
                  </a:lnTo>
                  <a:lnTo>
                    <a:pt x="5" y="84"/>
                  </a:lnTo>
                  <a:lnTo>
                    <a:pt x="8" y="84"/>
                  </a:lnTo>
                  <a:lnTo>
                    <a:pt x="9" y="83"/>
                  </a:lnTo>
                  <a:lnTo>
                    <a:pt x="9" y="83"/>
                  </a:lnTo>
                  <a:lnTo>
                    <a:pt x="22" y="66"/>
                  </a:lnTo>
                  <a:lnTo>
                    <a:pt x="34" y="47"/>
                  </a:lnTo>
                  <a:lnTo>
                    <a:pt x="34" y="47"/>
                  </a:lnTo>
                  <a:lnTo>
                    <a:pt x="41" y="37"/>
                  </a:lnTo>
                  <a:lnTo>
                    <a:pt x="49" y="28"/>
                  </a:lnTo>
                  <a:lnTo>
                    <a:pt x="56" y="18"/>
                  </a:lnTo>
                  <a:lnTo>
                    <a:pt x="64" y="9"/>
                  </a:lnTo>
                  <a:lnTo>
                    <a:pt x="64" y="9"/>
                  </a:lnTo>
                  <a:lnTo>
                    <a:pt x="64" y="7"/>
                  </a:lnTo>
                  <a:lnTo>
                    <a:pt x="64" y="4"/>
                  </a:lnTo>
                  <a:lnTo>
                    <a:pt x="64" y="3"/>
                  </a:lnTo>
                  <a:lnTo>
                    <a:pt x="62" y="1"/>
                  </a:lnTo>
                  <a:lnTo>
                    <a:pt x="58" y="0"/>
                  </a:lnTo>
                  <a:lnTo>
                    <a:pt x="55" y="1"/>
                  </a:lnTo>
                  <a:lnTo>
                    <a:pt x="54" y="3"/>
                  </a:lnTo>
                  <a:lnTo>
                    <a:pt x="54" y="3"/>
                  </a:lnTo>
                  <a:close/>
                </a:path>
              </a:pathLst>
            </a:custGeom>
            <a:ln>
              <a:solidFill>
                <a:schemeClr val="accent1">
                  <a:alpha val="35000"/>
                </a:schemeClr>
              </a:solidFill>
            </a:ln>
          </p:spPr>
          <p:style>
            <a:lnRef idx="0">
              <a:srgbClr val="FFFFFF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36" name="Freeform 548"/>
            <p:cNvSpPr/>
            <p:nvPr>
              <p:custDataLst>
                <p:tags r:id="rId30"/>
              </p:custDataLst>
            </p:nvPr>
          </p:nvSpPr>
          <p:spPr bwMode="auto">
            <a:xfrm>
              <a:off x="2620963" y="2552700"/>
              <a:ext cx="17463" cy="28575"/>
            </a:xfrm>
            <a:custGeom>
              <a:avLst/>
              <a:gdLst/>
              <a:ahLst/>
              <a:cxnLst>
                <a:cxn ang="0">
                  <a:pos x="32" y="7"/>
                </a:cxn>
                <a:cxn ang="0">
                  <a:pos x="32" y="7"/>
                </a:cxn>
                <a:cxn ang="0">
                  <a:pos x="29" y="13"/>
                </a:cxn>
                <a:cxn ang="0">
                  <a:pos x="26" y="20"/>
                </a:cxn>
                <a:cxn ang="0">
                  <a:pos x="20" y="33"/>
                </a:cxn>
                <a:cxn ang="0">
                  <a:pos x="20" y="33"/>
                </a:cxn>
                <a:cxn ang="0">
                  <a:pos x="2" y="64"/>
                </a:cxn>
                <a:cxn ang="0">
                  <a:pos x="2" y="64"/>
                </a:cxn>
                <a:cxn ang="0">
                  <a:pos x="0" y="67"/>
                </a:cxn>
                <a:cxn ang="0">
                  <a:pos x="0" y="68"/>
                </a:cxn>
                <a:cxn ang="0">
                  <a:pos x="3" y="72"/>
                </a:cxn>
                <a:cxn ang="0">
                  <a:pos x="8" y="72"/>
                </a:cxn>
                <a:cxn ang="0">
                  <a:pos x="9" y="72"/>
                </a:cxn>
                <a:cxn ang="0">
                  <a:pos x="11" y="70"/>
                </a:cxn>
                <a:cxn ang="0">
                  <a:pos x="11" y="70"/>
                </a:cxn>
                <a:cxn ang="0">
                  <a:pos x="32" y="36"/>
                </a:cxn>
                <a:cxn ang="0">
                  <a:pos x="32" y="36"/>
                </a:cxn>
                <a:cxn ang="0">
                  <a:pos x="38" y="21"/>
                </a:cxn>
                <a:cxn ang="0">
                  <a:pos x="41" y="13"/>
                </a:cxn>
                <a:cxn ang="0">
                  <a:pos x="42" y="7"/>
                </a:cxn>
                <a:cxn ang="0">
                  <a:pos x="42" y="7"/>
                </a:cxn>
                <a:cxn ang="0">
                  <a:pos x="42" y="4"/>
                </a:cxn>
                <a:cxn ang="0">
                  <a:pos x="41" y="2"/>
                </a:cxn>
                <a:cxn ang="0">
                  <a:pos x="39" y="2"/>
                </a:cxn>
                <a:cxn ang="0">
                  <a:pos x="38" y="0"/>
                </a:cxn>
                <a:cxn ang="0">
                  <a:pos x="33" y="3"/>
                </a:cxn>
                <a:cxn ang="0">
                  <a:pos x="32" y="4"/>
                </a:cxn>
                <a:cxn ang="0">
                  <a:pos x="32" y="7"/>
                </a:cxn>
                <a:cxn ang="0">
                  <a:pos x="32" y="7"/>
                </a:cxn>
              </a:cxnLst>
              <a:rect l="0" t="0" r="r" b="b"/>
              <a:pathLst>
                <a:path w="42" h="72">
                  <a:moveTo>
                    <a:pt x="32" y="7"/>
                  </a:moveTo>
                  <a:lnTo>
                    <a:pt x="32" y="7"/>
                  </a:lnTo>
                  <a:lnTo>
                    <a:pt x="29" y="13"/>
                  </a:lnTo>
                  <a:lnTo>
                    <a:pt x="26" y="20"/>
                  </a:lnTo>
                  <a:lnTo>
                    <a:pt x="20" y="33"/>
                  </a:lnTo>
                  <a:lnTo>
                    <a:pt x="20" y="33"/>
                  </a:lnTo>
                  <a:lnTo>
                    <a:pt x="2" y="64"/>
                  </a:lnTo>
                  <a:lnTo>
                    <a:pt x="2" y="64"/>
                  </a:lnTo>
                  <a:lnTo>
                    <a:pt x="0" y="67"/>
                  </a:lnTo>
                  <a:lnTo>
                    <a:pt x="0" y="68"/>
                  </a:lnTo>
                  <a:lnTo>
                    <a:pt x="3" y="72"/>
                  </a:lnTo>
                  <a:lnTo>
                    <a:pt x="8" y="72"/>
                  </a:lnTo>
                  <a:lnTo>
                    <a:pt x="9" y="72"/>
                  </a:lnTo>
                  <a:lnTo>
                    <a:pt x="11" y="70"/>
                  </a:lnTo>
                  <a:lnTo>
                    <a:pt x="11" y="70"/>
                  </a:lnTo>
                  <a:lnTo>
                    <a:pt x="32" y="36"/>
                  </a:lnTo>
                  <a:lnTo>
                    <a:pt x="32" y="36"/>
                  </a:lnTo>
                  <a:lnTo>
                    <a:pt x="38" y="21"/>
                  </a:lnTo>
                  <a:lnTo>
                    <a:pt x="41" y="13"/>
                  </a:lnTo>
                  <a:lnTo>
                    <a:pt x="42" y="7"/>
                  </a:lnTo>
                  <a:lnTo>
                    <a:pt x="42" y="7"/>
                  </a:lnTo>
                  <a:lnTo>
                    <a:pt x="42" y="4"/>
                  </a:lnTo>
                  <a:lnTo>
                    <a:pt x="41" y="2"/>
                  </a:lnTo>
                  <a:lnTo>
                    <a:pt x="39" y="2"/>
                  </a:lnTo>
                  <a:lnTo>
                    <a:pt x="38" y="0"/>
                  </a:lnTo>
                  <a:lnTo>
                    <a:pt x="33" y="3"/>
                  </a:lnTo>
                  <a:lnTo>
                    <a:pt x="32" y="4"/>
                  </a:lnTo>
                  <a:lnTo>
                    <a:pt x="32" y="7"/>
                  </a:lnTo>
                  <a:lnTo>
                    <a:pt x="32" y="7"/>
                  </a:lnTo>
                  <a:close/>
                </a:path>
              </a:pathLst>
            </a:custGeom>
            <a:ln>
              <a:solidFill>
                <a:schemeClr val="accent1">
                  <a:alpha val="35000"/>
                </a:schemeClr>
              </a:solidFill>
            </a:ln>
          </p:spPr>
          <p:style>
            <a:lnRef idx="0">
              <a:srgbClr val="FFFFFF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37" name="Freeform 549"/>
            <p:cNvSpPr/>
            <p:nvPr>
              <p:custDataLst>
                <p:tags r:id="rId31"/>
              </p:custDataLst>
            </p:nvPr>
          </p:nvSpPr>
          <p:spPr bwMode="auto">
            <a:xfrm>
              <a:off x="2263776" y="2451100"/>
              <a:ext cx="22225" cy="39688"/>
            </a:xfrm>
            <a:custGeom>
              <a:avLst/>
              <a:gdLst/>
              <a:ahLst/>
              <a:cxnLst>
                <a:cxn ang="0">
                  <a:pos x="47" y="3"/>
                </a:cxn>
                <a:cxn ang="0">
                  <a:pos x="47" y="3"/>
                </a:cxn>
                <a:cxn ang="0">
                  <a:pos x="38" y="12"/>
                </a:cxn>
                <a:cxn ang="0">
                  <a:pos x="31" y="24"/>
                </a:cxn>
                <a:cxn ang="0">
                  <a:pos x="23" y="34"/>
                </a:cxn>
                <a:cxn ang="0">
                  <a:pos x="18" y="46"/>
                </a:cxn>
                <a:cxn ang="0">
                  <a:pos x="8" y="71"/>
                </a:cxn>
                <a:cxn ang="0">
                  <a:pos x="0" y="96"/>
                </a:cxn>
                <a:cxn ang="0">
                  <a:pos x="0" y="96"/>
                </a:cxn>
                <a:cxn ang="0">
                  <a:pos x="0" y="98"/>
                </a:cxn>
                <a:cxn ang="0">
                  <a:pos x="0" y="101"/>
                </a:cxn>
                <a:cxn ang="0">
                  <a:pos x="4" y="102"/>
                </a:cxn>
                <a:cxn ang="0">
                  <a:pos x="8" y="102"/>
                </a:cxn>
                <a:cxn ang="0">
                  <a:pos x="9" y="101"/>
                </a:cxn>
                <a:cxn ang="0">
                  <a:pos x="10" y="100"/>
                </a:cxn>
                <a:cxn ang="0">
                  <a:pos x="10" y="100"/>
                </a:cxn>
                <a:cxn ang="0">
                  <a:pos x="18" y="76"/>
                </a:cxn>
                <a:cxn ang="0">
                  <a:pos x="29" y="53"/>
                </a:cxn>
                <a:cxn ang="0">
                  <a:pos x="34" y="41"/>
                </a:cxn>
                <a:cxn ang="0">
                  <a:pos x="39" y="30"/>
                </a:cxn>
                <a:cxn ang="0">
                  <a:pos x="47" y="20"/>
                </a:cxn>
                <a:cxn ang="0">
                  <a:pos x="55" y="11"/>
                </a:cxn>
                <a:cxn ang="0">
                  <a:pos x="55" y="11"/>
                </a:cxn>
                <a:cxn ang="0">
                  <a:pos x="56" y="8"/>
                </a:cxn>
                <a:cxn ang="0">
                  <a:pos x="56" y="6"/>
                </a:cxn>
                <a:cxn ang="0">
                  <a:pos x="55" y="3"/>
                </a:cxn>
                <a:cxn ang="0">
                  <a:pos x="51" y="0"/>
                </a:cxn>
                <a:cxn ang="0">
                  <a:pos x="48" y="0"/>
                </a:cxn>
                <a:cxn ang="0">
                  <a:pos x="47" y="3"/>
                </a:cxn>
                <a:cxn ang="0">
                  <a:pos x="47" y="3"/>
                </a:cxn>
              </a:cxnLst>
              <a:rect l="0" t="0" r="r" b="b"/>
              <a:pathLst>
                <a:path w="56" h="102">
                  <a:moveTo>
                    <a:pt x="47" y="3"/>
                  </a:moveTo>
                  <a:lnTo>
                    <a:pt x="47" y="3"/>
                  </a:lnTo>
                  <a:lnTo>
                    <a:pt x="38" y="12"/>
                  </a:lnTo>
                  <a:lnTo>
                    <a:pt x="31" y="24"/>
                  </a:lnTo>
                  <a:lnTo>
                    <a:pt x="23" y="34"/>
                  </a:lnTo>
                  <a:lnTo>
                    <a:pt x="18" y="46"/>
                  </a:lnTo>
                  <a:lnTo>
                    <a:pt x="8" y="71"/>
                  </a:lnTo>
                  <a:lnTo>
                    <a:pt x="0" y="96"/>
                  </a:lnTo>
                  <a:lnTo>
                    <a:pt x="0" y="96"/>
                  </a:lnTo>
                  <a:lnTo>
                    <a:pt x="0" y="98"/>
                  </a:lnTo>
                  <a:lnTo>
                    <a:pt x="0" y="101"/>
                  </a:lnTo>
                  <a:lnTo>
                    <a:pt x="4" y="102"/>
                  </a:lnTo>
                  <a:lnTo>
                    <a:pt x="8" y="102"/>
                  </a:lnTo>
                  <a:lnTo>
                    <a:pt x="9" y="101"/>
                  </a:lnTo>
                  <a:lnTo>
                    <a:pt x="10" y="100"/>
                  </a:lnTo>
                  <a:lnTo>
                    <a:pt x="10" y="100"/>
                  </a:lnTo>
                  <a:lnTo>
                    <a:pt x="18" y="76"/>
                  </a:lnTo>
                  <a:lnTo>
                    <a:pt x="29" y="53"/>
                  </a:lnTo>
                  <a:lnTo>
                    <a:pt x="34" y="41"/>
                  </a:lnTo>
                  <a:lnTo>
                    <a:pt x="39" y="30"/>
                  </a:lnTo>
                  <a:lnTo>
                    <a:pt x="47" y="20"/>
                  </a:lnTo>
                  <a:lnTo>
                    <a:pt x="55" y="11"/>
                  </a:lnTo>
                  <a:lnTo>
                    <a:pt x="55" y="11"/>
                  </a:lnTo>
                  <a:lnTo>
                    <a:pt x="56" y="8"/>
                  </a:lnTo>
                  <a:lnTo>
                    <a:pt x="56" y="6"/>
                  </a:lnTo>
                  <a:lnTo>
                    <a:pt x="55" y="3"/>
                  </a:lnTo>
                  <a:lnTo>
                    <a:pt x="51" y="0"/>
                  </a:lnTo>
                  <a:lnTo>
                    <a:pt x="48" y="0"/>
                  </a:lnTo>
                  <a:lnTo>
                    <a:pt x="47" y="3"/>
                  </a:lnTo>
                  <a:lnTo>
                    <a:pt x="47" y="3"/>
                  </a:lnTo>
                  <a:close/>
                </a:path>
              </a:pathLst>
            </a:custGeom>
            <a:ln>
              <a:solidFill>
                <a:schemeClr val="accent1">
                  <a:alpha val="35000"/>
                </a:schemeClr>
              </a:solidFill>
            </a:ln>
          </p:spPr>
          <p:style>
            <a:lnRef idx="0">
              <a:srgbClr val="FFFFFF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38" name="Freeform 550"/>
            <p:cNvSpPr/>
            <p:nvPr>
              <p:custDataLst>
                <p:tags r:id="rId32"/>
              </p:custDataLst>
            </p:nvPr>
          </p:nvSpPr>
          <p:spPr bwMode="auto">
            <a:xfrm>
              <a:off x="2317751" y="2460625"/>
              <a:ext cx="14288" cy="34925"/>
            </a:xfrm>
            <a:custGeom>
              <a:avLst/>
              <a:gdLst/>
              <a:ahLst/>
              <a:cxnLst>
                <a:cxn ang="0">
                  <a:pos x="24" y="5"/>
                </a:cxn>
                <a:cxn ang="0">
                  <a:pos x="24" y="5"/>
                </a:cxn>
                <a:cxn ang="0">
                  <a:pos x="22" y="16"/>
                </a:cxn>
                <a:cxn ang="0">
                  <a:pos x="21" y="26"/>
                </a:cxn>
                <a:cxn ang="0">
                  <a:pos x="16" y="46"/>
                </a:cxn>
                <a:cxn ang="0">
                  <a:pos x="1" y="84"/>
                </a:cxn>
                <a:cxn ang="0">
                  <a:pos x="1" y="84"/>
                </a:cxn>
                <a:cxn ang="0">
                  <a:pos x="0" y="86"/>
                </a:cxn>
                <a:cxn ang="0">
                  <a:pos x="1" y="87"/>
                </a:cxn>
                <a:cxn ang="0">
                  <a:pos x="4" y="90"/>
                </a:cxn>
                <a:cxn ang="0">
                  <a:pos x="9" y="90"/>
                </a:cxn>
                <a:cxn ang="0">
                  <a:pos x="10" y="89"/>
                </a:cxn>
                <a:cxn ang="0">
                  <a:pos x="12" y="86"/>
                </a:cxn>
                <a:cxn ang="0">
                  <a:pos x="12" y="86"/>
                </a:cxn>
                <a:cxn ang="0">
                  <a:pos x="26" y="47"/>
                </a:cxn>
                <a:cxn ang="0">
                  <a:pos x="33" y="26"/>
                </a:cxn>
                <a:cxn ang="0">
                  <a:pos x="34" y="16"/>
                </a:cxn>
                <a:cxn ang="0">
                  <a:pos x="35" y="5"/>
                </a:cxn>
                <a:cxn ang="0">
                  <a:pos x="35" y="5"/>
                </a:cxn>
                <a:cxn ang="0">
                  <a:pos x="34" y="2"/>
                </a:cxn>
                <a:cxn ang="0">
                  <a:pos x="33" y="1"/>
                </a:cxn>
                <a:cxn ang="0">
                  <a:pos x="29" y="0"/>
                </a:cxn>
                <a:cxn ang="0">
                  <a:pos x="25" y="1"/>
                </a:cxn>
                <a:cxn ang="0">
                  <a:pos x="24" y="2"/>
                </a:cxn>
                <a:cxn ang="0">
                  <a:pos x="24" y="5"/>
                </a:cxn>
                <a:cxn ang="0">
                  <a:pos x="24" y="5"/>
                </a:cxn>
              </a:cxnLst>
              <a:rect l="0" t="0" r="r" b="b"/>
              <a:pathLst>
                <a:path w="35" h="90">
                  <a:moveTo>
                    <a:pt x="24" y="5"/>
                  </a:moveTo>
                  <a:lnTo>
                    <a:pt x="24" y="5"/>
                  </a:lnTo>
                  <a:lnTo>
                    <a:pt x="22" y="16"/>
                  </a:lnTo>
                  <a:lnTo>
                    <a:pt x="21" y="26"/>
                  </a:lnTo>
                  <a:lnTo>
                    <a:pt x="16" y="46"/>
                  </a:lnTo>
                  <a:lnTo>
                    <a:pt x="1" y="84"/>
                  </a:lnTo>
                  <a:lnTo>
                    <a:pt x="1" y="84"/>
                  </a:lnTo>
                  <a:lnTo>
                    <a:pt x="0" y="86"/>
                  </a:lnTo>
                  <a:lnTo>
                    <a:pt x="1" y="87"/>
                  </a:lnTo>
                  <a:lnTo>
                    <a:pt x="4" y="90"/>
                  </a:lnTo>
                  <a:lnTo>
                    <a:pt x="9" y="90"/>
                  </a:lnTo>
                  <a:lnTo>
                    <a:pt x="10" y="89"/>
                  </a:lnTo>
                  <a:lnTo>
                    <a:pt x="12" y="86"/>
                  </a:lnTo>
                  <a:lnTo>
                    <a:pt x="12" y="86"/>
                  </a:lnTo>
                  <a:lnTo>
                    <a:pt x="26" y="47"/>
                  </a:lnTo>
                  <a:lnTo>
                    <a:pt x="33" y="26"/>
                  </a:lnTo>
                  <a:lnTo>
                    <a:pt x="34" y="16"/>
                  </a:lnTo>
                  <a:lnTo>
                    <a:pt x="35" y="5"/>
                  </a:lnTo>
                  <a:lnTo>
                    <a:pt x="35" y="5"/>
                  </a:lnTo>
                  <a:lnTo>
                    <a:pt x="34" y="2"/>
                  </a:lnTo>
                  <a:lnTo>
                    <a:pt x="33" y="1"/>
                  </a:lnTo>
                  <a:lnTo>
                    <a:pt x="29" y="0"/>
                  </a:lnTo>
                  <a:lnTo>
                    <a:pt x="25" y="1"/>
                  </a:lnTo>
                  <a:lnTo>
                    <a:pt x="24" y="2"/>
                  </a:lnTo>
                  <a:lnTo>
                    <a:pt x="24" y="5"/>
                  </a:lnTo>
                  <a:lnTo>
                    <a:pt x="24" y="5"/>
                  </a:lnTo>
                  <a:close/>
                </a:path>
              </a:pathLst>
            </a:custGeom>
            <a:ln>
              <a:solidFill>
                <a:schemeClr val="accent1">
                  <a:alpha val="35000"/>
                </a:schemeClr>
              </a:solidFill>
            </a:ln>
          </p:spPr>
          <p:style>
            <a:lnRef idx="0">
              <a:srgbClr val="FFFFFF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39" name="Freeform 551"/>
            <p:cNvSpPr/>
            <p:nvPr>
              <p:custDataLst>
                <p:tags r:id="rId33"/>
              </p:custDataLst>
            </p:nvPr>
          </p:nvSpPr>
          <p:spPr bwMode="auto">
            <a:xfrm>
              <a:off x="2513013" y="2446338"/>
              <a:ext cx="12700" cy="31750"/>
            </a:xfrm>
            <a:custGeom>
              <a:avLst/>
              <a:gdLst/>
              <a:ahLst/>
              <a:cxnLst>
                <a:cxn ang="0">
                  <a:pos x="22" y="5"/>
                </a:cxn>
                <a:cxn ang="0">
                  <a:pos x="22" y="5"/>
                </a:cxn>
                <a:cxn ang="0">
                  <a:pos x="22" y="14"/>
                </a:cxn>
                <a:cxn ang="0">
                  <a:pos x="21" y="22"/>
                </a:cxn>
                <a:cxn ang="0">
                  <a:pos x="16" y="39"/>
                </a:cxn>
                <a:cxn ang="0">
                  <a:pos x="8" y="55"/>
                </a:cxn>
                <a:cxn ang="0">
                  <a:pos x="0" y="70"/>
                </a:cxn>
                <a:cxn ang="0">
                  <a:pos x="0" y="70"/>
                </a:cxn>
                <a:cxn ang="0">
                  <a:pos x="0" y="73"/>
                </a:cxn>
                <a:cxn ang="0">
                  <a:pos x="0" y="76"/>
                </a:cxn>
                <a:cxn ang="0">
                  <a:pos x="2" y="78"/>
                </a:cxn>
                <a:cxn ang="0">
                  <a:pos x="5" y="80"/>
                </a:cxn>
                <a:cxn ang="0">
                  <a:pos x="6" y="80"/>
                </a:cxn>
                <a:cxn ang="0">
                  <a:pos x="9" y="78"/>
                </a:cxn>
                <a:cxn ang="0">
                  <a:pos x="10" y="76"/>
                </a:cxn>
                <a:cxn ang="0">
                  <a:pos x="10" y="76"/>
                </a:cxn>
                <a:cxn ang="0">
                  <a:pos x="18" y="59"/>
                </a:cxn>
                <a:cxn ang="0">
                  <a:pos x="26" y="42"/>
                </a:cxn>
                <a:cxn ang="0">
                  <a:pos x="31" y="23"/>
                </a:cxn>
                <a:cxn ang="0">
                  <a:pos x="33" y="14"/>
                </a:cxn>
                <a:cxn ang="0">
                  <a:pos x="34" y="5"/>
                </a:cxn>
                <a:cxn ang="0">
                  <a:pos x="34" y="5"/>
                </a:cxn>
                <a:cxn ang="0">
                  <a:pos x="34" y="2"/>
                </a:cxn>
                <a:cxn ang="0">
                  <a:pos x="33" y="1"/>
                </a:cxn>
                <a:cxn ang="0">
                  <a:pos x="29" y="0"/>
                </a:cxn>
                <a:cxn ang="0">
                  <a:pos x="25" y="1"/>
                </a:cxn>
                <a:cxn ang="0">
                  <a:pos x="23" y="2"/>
                </a:cxn>
                <a:cxn ang="0">
                  <a:pos x="22" y="5"/>
                </a:cxn>
                <a:cxn ang="0">
                  <a:pos x="22" y="5"/>
                </a:cxn>
              </a:cxnLst>
              <a:rect l="0" t="0" r="r" b="b"/>
              <a:pathLst>
                <a:path w="34" h="80">
                  <a:moveTo>
                    <a:pt x="22" y="5"/>
                  </a:moveTo>
                  <a:lnTo>
                    <a:pt x="22" y="5"/>
                  </a:lnTo>
                  <a:lnTo>
                    <a:pt x="22" y="14"/>
                  </a:lnTo>
                  <a:lnTo>
                    <a:pt x="21" y="22"/>
                  </a:lnTo>
                  <a:lnTo>
                    <a:pt x="16" y="39"/>
                  </a:lnTo>
                  <a:lnTo>
                    <a:pt x="8" y="55"/>
                  </a:lnTo>
                  <a:lnTo>
                    <a:pt x="0" y="70"/>
                  </a:lnTo>
                  <a:lnTo>
                    <a:pt x="0" y="70"/>
                  </a:lnTo>
                  <a:lnTo>
                    <a:pt x="0" y="73"/>
                  </a:lnTo>
                  <a:lnTo>
                    <a:pt x="0" y="76"/>
                  </a:lnTo>
                  <a:lnTo>
                    <a:pt x="2" y="78"/>
                  </a:lnTo>
                  <a:lnTo>
                    <a:pt x="5" y="80"/>
                  </a:lnTo>
                  <a:lnTo>
                    <a:pt x="6" y="80"/>
                  </a:lnTo>
                  <a:lnTo>
                    <a:pt x="9" y="78"/>
                  </a:lnTo>
                  <a:lnTo>
                    <a:pt x="10" y="76"/>
                  </a:lnTo>
                  <a:lnTo>
                    <a:pt x="10" y="76"/>
                  </a:lnTo>
                  <a:lnTo>
                    <a:pt x="18" y="59"/>
                  </a:lnTo>
                  <a:lnTo>
                    <a:pt x="26" y="42"/>
                  </a:lnTo>
                  <a:lnTo>
                    <a:pt x="31" y="23"/>
                  </a:lnTo>
                  <a:lnTo>
                    <a:pt x="33" y="14"/>
                  </a:lnTo>
                  <a:lnTo>
                    <a:pt x="34" y="5"/>
                  </a:lnTo>
                  <a:lnTo>
                    <a:pt x="34" y="5"/>
                  </a:lnTo>
                  <a:lnTo>
                    <a:pt x="34" y="2"/>
                  </a:lnTo>
                  <a:lnTo>
                    <a:pt x="33" y="1"/>
                  </a:lnTo>
                  <a:lnTo>
                    <a:pt x="29" y="0"/>
                  </a:lnTo>
                  <a:lnTo>
                    <a:pt x="25" y="1"/>
                  </a:lnTo>
                  <a:lnTo>
                    <a:pt x="23" y="2"/>
                  </a:lnTo>
                  <a:lnTo>
                    <a:pt x="22" y="5"/>
                  </a:lnTo>
                  <a:lnTo>
                    <a:pt x="22" y="5"/>
                  </a:lnTo>
                  <a:close/>
                </a:path>
              </a:pathLst>
            </a:custGeom>
            <a:ln>
              <a:solidFill>
                <a:schemeClr val="accent1">
                  <a:alpha val="35000"/>
                </a:schemeClr>
              </a:solidFill>
            </a:ln>
          </p:spPr>
          <p:style>
            <a:lnRef idx="0">
              <a:srgbClr val="FFFFFF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40" name="Freeform 552"/>
            <p:cNvSpPr/>
            <p:nvPr>
              <p:custDataLst>
                <p:tags r:id="rId34"/>
              </p:custDataLst>
            </p:nvPr>
          </p:nvSpPr>
          <p:spPr bwMode="auto">
            <a:xfrm>
              <a:off x="2552701" y="2446338"/>
              <a:ext cx="14288" cy="31750"/>
            </a:xfrm>
            <a:custGeom>
              <a:avLst/>
              <a:gdLst/>
              <a:ahLst/>
              <a:cxnLst>
                <a:cxn ang="0">
                  <a:pos x="23" y="5"/>
                </a:cxn>
                <a:cxn ang="0">
                  <a:pos x="23" y="5"/>
                </a:cxn>
                <a:cxn ang="0">
                  <a:pos x="22" y="14"/>
                </a:cxn>
                <a:cxn ang="0">
                  <a:pos x="21" y="22"/>
                </a:cxn>
                <a:cxn ang="0">
                  <a:pos x="16" y="39"/>
                </a:cxn>
                <a:cxn ang="0">
                  <a:pos x="9" y="55"/>
                </a:cxn>
                <a:cxn ang="0">
                  <a:pos x="1" y="70"/>
                </a:cxn>
                <a:cxn ang="0">
                  <a:pos x="1" y="70"/>
                </a:cxn>
                <a:cxn ang="0">
                  <a:pos x="0" y="73"/>
                </a:cxn>
                <a:cxn ang="0">
                  <a:pos x="1" y="76"/>
                </a:cxn>
                <a:cxn ang="0">
                  <a:pos x="4" y="78"/>
                </a:cxn>
                <a:cxn ang="0">
                  <a:pos x="5" y="80"/>
                </a:cxn>
                <a:cxn ang="0">
                  <a:pos x="8" y="80"/>
                </a:cxn>
                <a:cxn ang="0">
                  <a:pos x="9" y="78"/>
                </a:cxn>
                <a:cxn ang="0">
                  <a:pos x="12" y="76"/>
                </a:cxn>
                <a:cxn ang="0">
                  <a:pos x="12" y="76"/>
                </a:cxn>
                <a:cxn ang="0">
                  <a:pos x="19" y="59"/>
                </a:cxn>
                <a:cxn ang="0">
                  <a:pos x="27" y="42"/>
                </a:cxn>
                <a:cxn ang="0">
                  <a:pos x="33" y="23"/>
                </a:cxn>
                <a:cxn ang="0">
                  <a:pos x="34" y="14"/>
                </a:cxn>
                <a:cxn ang="0">
                  <a:pos x="35" y="5"/>
                </a:cxn>
                <a:cxn ang="0">
                  <a:pos x="35" y="5"/>
                </a:cxn>
                <a:cxn ang="0">
                  <a:pos x="34" y="2"/>
                </a:cxn>
                <a:cxn ang="0">
                  <a:pos x="33" y="1"/>
                </a:cxn>
                <a:cxn ang="0">
                  <a:pos x="29" y="0"/>
                </a:cxn>
                <a:cxn ang="0">
                  <a:pos x="25" y="1"/>
                </a:cxn>
                <a:cxn ang="0">
                  <a:pos x="23" y="2"/>
                </a:cxn>
                <a:cxn ang="0">
                  <a:pos x="23" y="5"/>
                </a:cxn>
                <a:cxn ang="0">
                  <a:pos x="23" y="5"/>
                </a:cxn>
              </a:cxnLst>
              <a:rect l="0" t="0" r="r" b="b"/>
              <a:pathLst>
                <a:path w="35" h="80">
                  <a:moveTo>
                    <a:pt x="23" y="5"/>
                  </a:moveTo>
                  <a:lnTo>
                    <a:pt x="23" y="5"/>
                  </a:lnTo>
                  <a:lnTo>
                    <a:pt x="22" y="14"/>
                  </a:lnTo>
                  <a:lnTo>
                    <a:pt x="21" y="22"/>
                  </a:lnTo>
                  <a:lnTo>
                    <a:pt x="16" y="39"/>
                  </a:lnTo>
                  <a:lnTo>
                    <a:pt x="9" y="55"/>
                  </a:lnTo>
                  <a:lnTo>
                    <a:pt x="1" y="70"/>
                  </a:lnTo>
                  <a:lnTo>
                    <a:pt x="1" y="70"/>
                  </a:lnTo>
                  <a:lnTo>
                    <a:pt x="0" y="73"/>
                  </a:lnTo>
                  <a:lnTo>
                    <a:pt x="1" y="76"/>
                  </a:lnTo>
                  <a:lnTo>
                    <a:pt x="4" y="78"/>
                  </a:lnTo>
                  <a:lnTo>
                    <a:pt x="5" y="80"/>
                  </a:lnTo>
                  <a:lnTo>
                    <a:pt x="8" y="80"/>
                  </a:lnTo>
                  <a:lnTo>
                    <a:pt x="9" y="78"/>
                  </a:lnTo>
                  <a:lnTo>
                    <a:pt x="12" y="76"/>
                  </a:lnTo>
                  <a:lnTo>
                    <a:pt x="12" y="76"/>
                  </a:lnTo>
                  <a:lnTo>
                    <a:pt x="19" y="59"/>
                  </a:lnTo>
                  <a:lnTo>
                    <a:pt x="27" y="42"/>
                  </a:lnTo>
                  <a:lnTo>
                    <a:pt x="33" y="23"/>
                  </a:lnTo>
                  <a:lnTo>
                    <a:pt x="34" y="14"/>
                  </a:lnTo>
                  <a:lnTo>
                    <a:pt x="35" y="5"/>
                  </a:lnTo>
                  <a:lnTo>
                    <a:pt x="35" y="5"/>
                  </a:lnTo>
                  <a:lnTo>
                    <a:pt x="34" y="2"/>
                  </a:lnTo>
                  <a:lnTo>
                    <a:pt x="33" y="1"/>
                  </a:lnTo>
                  <a:lnTo>
                    <a:pt x="29" y="0"/>
                  </a:lnTo>
                  <a:lnTo>
                    <a:pt x="25" y="1"/>
                  </a:lnTo>
                  <a:lnTo>
                    <a:pt x="23" y="2"/>
                  </a:lnTo>
                  <a:lnTo>
                    <a:pt x="23" y="5"/>
                  </a:lnTo>
                  <a:lnTo>
                    <a:pt x="23" y="5"/>
                  </a:lnTo>
                  <a:close/>
                </a:path>
              </a:pathLst>
            </a:custGeom>
            <a:ln>
              <a:solidFill>
                <a:schemeClr val="accent1">
                  <a:alpha val="35000"/>
                </a:schemeClr>
              </a:solidFill>
            </a:ln>
          </p:spPr>
          <p:style>
            <a:lnRef idx="0">
              <a:srgbClr val="FFFFFF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41" name="Freeform 553"/>
            <p:cNvSpPr/>
            <p:nvPr>
              <p:custDataLst>
                <p:tags r:id="rId35"/>
              </p:custDataLst>
            </p:nvPr>
          </p:nvSpPr>
          <p:spPr bwMode="auto">
            <a:xfrm>
              <a:off x="2598738" y="2465388"/>
              <a:ext cx="12700" cy="39688"/>
            </a:xfrm>
            <a:custGeom>
              <a:avLst/>
              <a:gdLst/>
              <a:ahLst/>
              <a:cxnLst>
                <a:cxn ang="0">
                  <a:pos x="22" y="5"/>
                </a:cxn>
                <a:cxn ang="0">
                  <a:pos x="22" y="5"/>
                </a:cxn>
                <a:cxn ang="0">
                  <a:pos x="21" y="27"/>
                </a:cxn>
                <a:cxn ang="0">
                  <a:pos x="16" y="51"/>
                </a:cxn>
                <a:cxn ang="0">
                  <a:pos x="9" y="72"/>
                </a:cxn>
                <a:cxn ang="0">
                  <a:pos x="0" y="92"/>
                </a:cxn>
                <a:cxn ang="0">
                  <a:pos x="0" y="92"/>
                </a:cxn>
                <a:cxn ang="0">
                  <a:pos x="0" y="95"/>
                </a:cxn>
                <a:cxn ang="0">
                  <a:pos x="0" y="98"/>
                </a:cxn>
                <a:cxn ang="0">
                  <a:pos x="3" y="100"/>
                </a:cxn>
                <a:cxn ang="0">
                  <a:pos x="5" y="102"/>
                </a:cxn>
                <a:cxn ang="0">
                  <a:pos x="6" y="102"/>
                </a:cxn>
                <a:cxn ang="0">
                  <a:pos x="9" y="100"/>
                </a:cxn>
                <a:cxn ang="0">
                  <a:pos x="10" y="99"/>
                </a:cxn>
                <a:cxn ang="0">
                  <a:pos x="10" y="99"/>
                </a:cxn>
                <a:cxn ang="0">
                  <a:pos x="20" y="77"/>
                </a:cxn>
                <a:cxn ang="0">
                  <a:pos x="27" y="53"/>
                </a:cxn>
                <a:cxn ang="0">
                  <a:pos x="31" y="30"/>
                </a:cxn>
                <a:cxn ang="0">
                  <a:pos x="34" y="5"/>
                </a:cxn>
                <a:cxn ang="0">
                  <a:pos x="34" y="5"/>
                </a:cxn>
                <a:cxn ang="0">
                  <a:pos x="34" y="2"/>
                </a:cxn>
                <a:cxn ang="0">
                  <a:pos x="33" y="1"/>
                </a:cxn>
                <a:cxn ang="0">
                  <a:pos x="29" y="0"/>
                </a:cxn>
                <a:cxn ang="0">
                  <a:pos x="25" y="1"/>
                </a:cxn>
                <a:cxn ang="0">
                  <a:pos x="24" y="2"/>
                </a:cxn>
                <a:cxn ang="0">
                  <a:pos x="22" y="5"/>
                </a:cxn>
                <a:cxn ang="0">
                  <a:pos x="22" y="5"/>
                </a:cxn>
              </a:cxnLst>
              <a:rect l="0" t="0" r="r" b="b"/>
              <a:pathLst>
                <a:path w="34" h="102">
                  <a:moveTo>
                    <a:pt x="22" y="5"/>
                  </a:moveTo>
                  <a:lnTo>
                    <a:pt x="22" y="5"/>
                  </a:lnTo>
                  <a:lnTo>
                    <a:pt x="21" y="27"/>
                  </a:lnTo>
                  <a:lnTo>
                    <a:pt x="16" y="51"/>
                  </a:lnTo>
                  <a:lnTo>
                    <a:pt x="9" y="72"/>
                  </a:lnTo>
                  <a:lnTo>
                    <a:pt x="0" y="92"/>
                  </a:lnTo>
                  <a:lnTo>
                    <a:pt x="0" y="92"/>
                  </a:lnTo>
                  <a:lnTo>
                    <a:pt x="0" y="95"/>
                  </a:lnTo>
                  <a:lnTo>
                    <a:pt x="0" y="98"/>
                  </a:lnTo>
                  <a:lnTo>
                    <a:pt x="3" y="100"/>
                  </a:lnTo>
                  <a:lnTo>
                    <a:pt x="5" y="102"/>
                  </a:lnTo>
                  <a:lnTo>
                    <a:pt x="6" y="102"/>
                  </a:lnTo>
                  <a:lnTo>
                    <a:pt x="9" y="100"/>
                  </a:lnTo>
                  <a:lnTo>
                    <a:pt x="10" y="99"/>
                  </a:lnTo>
                  <a:lnTo>
                    <a:pt x="10" y="99"/>
                  </a:lnTo>
                  <a:lnTo>
                    <a:pt x="20" y="77"/>
                  </a:lnTo>
                  <a:lnTo>
                    <a:pt x="27" y="53"/>
                  </a:lnTo>
                  <a:lnTo>
                    <a:pt x="31" y="30"/>
                  </a:lnTo>
                  <a:lnTo>
                    <a:pt x="34" y="5"/>
                  </a:lnTo>
                  <a:lnTo>
                    <a:pt x="34" y="5"/>
                  </a:lnTo>
                  <a:lnTo>
                    <a:pt x="34" y="2"/>
                  </a:lnTo>
                  <a:lnTo>
                    <a:pt x="33" y="1"/>
                  </a:lnTo>
                  <a:lnTo>
                    <a:pt x="29" y="0"/>
                  </a:lnTo>
                  <a:lnTo>
                    <a:pt x="25" y="1"/>
                  </a:lnTo>
                  <a:lnTo>
                    <a:pt x="24" y="2"/>
                  </a:lnTo>
                  <a:lnTo>
                    <a:pt x="22" y="5"/>
                  </a:lnTo>
                  <a:lnTo>
                    <a:pt x="22" y="5"/>
                  </a:lnTo>
                  <a:close/>
                </a:path>
              </a:pathLst>
            </a:custGeom>
            <a:ln>
              <a:solidFill>
                <a:schemeClr val="accent1">
                  <a:alpha val="35000"/>
                </a:schemeClr>
              </a:solidFill>
            </a:ln>
          </p:spPr>
          <p:style>
            <a:lnRef idx="0">
              <a:srgbClr val="FFFFFF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42" name="Freeform 554"/>
            <p:cNvSpPr/>
            <p:nvPr>
              <p:custDataLst>
                <p:tags r:id="rId36"/>
              </p:custDataLst>
            </p:nvPr>
          </p:nvSpPr>
          <p:spPr bwMode="auto">
            <a:xfrm>
              <a:off x="2314576" y="2389188"/>
              <a:ext cx="377825" cy="211138"/>
            </a:xfrm>
            <a:custGeom>
              <a:avLst/>
              <a:gdLst/>
              <a:ahLst/>
              <a:cxnLst>
                <a:cxn ang="0">
                  <a:pos x="712" y="532"/>
                </a:cxn>
                <a:cxn ang="0">
                  <a:pos x="641" y="529"/>
                </a:cxn>
                <a:cxn ang="0">
                  <a:pos x="98" y="529"/>
                </a:cxn>
                <a:cxn ang="0">
                  <a:pos x="25" y="531"/>
                </a:cxn>
                <a:cxn ang="0">
                  <a:pos x="9" y="525"/>
                </a:cxn>
                <a:cxn ang="0">
                  <a:pos x="1" y="515"/>
                </a:cxn>
                <a:cxn ang="0">
                  <a:pos x="0" y="506"/>
                </a:cxn>
                <a:cxn ang="0">
                  <a:pos x="3" y="491"/>
                </a:cxn>
                <a:cxn ang="0">
                  <a:pos x="13" y="482"/>
                </a:cxn>
                <a:cxn ang="0">
                  <a:pos x="667" y="480"/>
                </a:cxn>
                <a:cxn ang="0">
                  <a:pos x="710" y="481"/>
                </a:cxn>
                <a:cxn ang="0">
                  <a:pos x="769" y="482"/>
                </a:cxn>
                <a:cxn ang="0">
                  <a:pos x="814" y="477"/>
                </a:cxn>
                <a:cxn ang="0">
                  <a:pos x="832" y="473"/>
                </a:cxn>
                <a:cxn ang="0">
                  <a:pos x="870" y="463"/>
                </a:cxn>
                <a:cxn ang="0">
                  <a:pos x="887" y="443"/>
                </a:cxn>
                <a:cxn ang="0">
                  <a:pos x="895" y="388"/>
                </a:cxn>
                <a:cxn ang="0">
                  <a:pos x="901" y="321"/>
                </a:cxn>
                <a:cxn ang="0">
                  <a:pos x="901" y="289"/>
                </a:cxn>
                <a:cxn ang="0">
                  <a:pos x="896" y="260"/>
                </a:cxn>
                <a:cxn ang="0">
                  <a:pos x="891" y="232"/>
                </a:cxn>
                <a:cxn ang="0">
                  <a:pos x="888" y="164"/>
                </a:cxn>
                <a:cxn ang="0">
                  <a:pos x="880" y="102"/>
                </a:cxn>
                <a:cxn ang="0">
                  <a:pos x="875" y="81"/>
                </a:cxn>
                <a:cxn ang="0">
                  <a:pos x="860" y="61"/>
                </a:cxn>
                <a:cxn ang="0">
                  <a:pos x="833" y="53"/>
                </a:cxn>
                <a:cxn ang="0">
                  <a:pos x="761" y="51"/>
                </a:cxn>
                <a:cxn ang="0">
                  <a:pos x="479" y="51"/>
                </a:cxn>
                <a:cxn ang="0">
                  <a:pos x="315" y="52"/>
                </a:cxn>
                <a:cxn ang="0">
                  <a:pos x="32" y="53"/>
                </a:cxn>
                <a:cxn ang="0">
                  <a:pos x="18" y="45"/>
                </a:cxn>
                <a:cxn ang="0">
                  <a:pos x="13" y="32"/>
                </a:cxn>
                <a:cxn ang="0">
                  <a:pos x="13" y="23"/>
                </a:cxn>
                <a:cxn ang="0">
                  <a:pos x="18" y="11"/>
                </a:cxn>
                <a:cxn ang="0">
                  <a:pos x="32" y="4"/>
                </a:cxn>
                <a:cxn ang="0">
                  <a:pos x="722" y="4"/>
                </a:cxn>
                <a:cxn ang="0">
                  <a:pos x="782" y="1"/>
                </a:cxn>
                <a:cxn ang="0">
                  <a:pos x="828" y="1"/>
                </a:cxn>
                <a:cxn ang="0">
                  <a:pos x="878" y="13"/>
                </a:cxn>
                <a:cxn ang="0">
                  <a:pos x="892" y="22"/>
                </a:cxn>
                <a:cxn ang="0">
                  <a:pos x="920" y="57"/>
                </a:cxn>
                <a:cxn ang="0">
                  <a:pos x="933" y="112"/>
                </a:cxn>
                <a:cxn ang="0">
                  <a:pos x="938" y="178"/>
                </a:cxn>
                <a:cxn ang="0">
                  <a:pos x="941" y="208"/>
                </a:cxn>
                <a:cxn ang="0">
                  <a:pos x="950" y="270"/>
                </a:cxn>
                <a:cxn ang="0">
                  <a:pos x="952" y="306"/>
                </a:cxn>
                <a:cxn ang="0">
                  <a:pos x="947" y="385"/>
                </a:cxn>
                <a:cxn ang="0">
                  <a:pos x="937" y="446"/>
                </a:cxn>
                <a:cxn ang="0">
                  <a:pos x="917" y="485"/>
                </a:cxn>
                <a:cxn ang="0">
                  <a:pos x="884" y="512"/>
                </a:cxn>
                <a:cxn ang="0">
                  <a:pos x="857" y="523"/>
                </a:cxn>
                <a:cxn ang="0">
                  <a:pos x="794" y="531"/>
                </a:cxn>
                <a:cxn ang="0">
                  <a:pos x="738" y="533"/>
                </a:cxn>
              </a:cxnLst>
              <a:rect l="0" t="0" r="r" b="b"/>
              <a:pathLst>
                <a:path w="952" h="533">
                  <a:moveTo>
                    <a:pt x="738" y="533"/>
                  </a:moveTo>
                  <a:lnTo>
                    <a:pt x="738" y="533"/>
                  </a:lnTo>
                  <a:lnTo>
                    <a:pt x="712" y="532"/>
                  </a:lnTo>
                  <a:lnTo>
                    <a:pt x="712" y="532"/>
                  </a:lnTo>
                  <a:lnTo>
                    <a:pt x="686" y="531"/>
                  </a:lnTo>
                  <a:lnTo>
                    <a:pt x="641" y="529"/>
                  </a:lnTo>
                  <a:lnTo>
                    <a:pt x="499" y="529"/>
                  </a:lnTo>
                  <a:lnTo>
                    <a:pt x="499" y="529"/>
                  </a:lnTo>
                  <a:lnTo>
                    <a:pt x="98" y="529"/>
                  </a:lnTo>
                  <a:lnTo>
                    <a:pt x="98" y="529"/>
                  </a:lnTo>
                  <a:lnTo>
                    <a:pt x="25" y="531"/>
                  </a:lnTo>
                  <a:lnTo>
                    <a:pt x="25" y="531"/>
                  </a:lnTo>
                  <a:lnTo>
                    <a:pt x="18" y="529"/>
                  </a:lnTo>
                  <a:lnTo>
                    <a:pt x="13" y="528"/>
                  </a:lnTo>
                  <a:lnTo>
                    <a:pt x="9" y="525"/>
                  </a:lnTo>
                  <a:lnTo>
                    <a:pt x="7" y="523"/>
                  </a:lnTo>
                  <a:lnTo>
                    <a:pt x="3" y="519"/>
                  </a:lnTo>
                  <a:lnTo>
                    <a:pt x="1" y="515"/>
                  </a:lnTo>
                  <a:lnTo>
                    <a:pt x="0" y="510"/>
                  </a:lnTo>
                  <a:lnTo>
                    <a:pt x="0" y="506"/>
                  </a:lnTo>
                  <a:lnTo>
                    <a:pt x="0" y="506"/>
                  </a:lnTo>
                  <a:lnTo>
                    <a:pt x="0" y="501"/>
                  </a:lnTo>
                  <a:lnTo>
                    <a:pt x="1" y="497"/>
                  </a:lnTo>
                  <a:lnTo>
                    <a:pt x="3" y="491"/>
                  </a:lnTo>
                  <a:lnTo>
                    <a:pt x="7" y="487"/>
                  </a:lnTo>
                  <a:lnTo>
                    <a:pt x="9" y="485"/>
                  </a:lnTo>
                  <a:lnTo>
                    <a:pt x="13" y="482"/>
                  </a:lnTo>
                  <a:lnTo>
                    <a:pt x="18" y="481"/>
                  </a:lnTo>
                  <a:lnTo>
                    <a:pt x="25" y="480"/>
                  </a:lnTo>
                  <a:lnTo>
                    <a:pt x="667" y="480"/>
                  </a:lnTo>
                  <a:lnTo>
                    <a:pt x="667" y="480"/>
                  </a:lnTo>
                  <a:lnTo>
                    <a:pt x="710" y="481"/>
                  </a:lnTo>
                  <a:lnTo>
                    <a:pt x="710" y="481"/>
                  </a:lnTo>
                  <a:lnTo>
                    <a:pt x="752" y="482"/>
                  </a:lnTo>
                  <a:lnTo>
                    <a:pt x="752" y="482"/>
                  </a:lnTo>
                  <a:lnTo>
                    <a:pt x="769" y="482"/>
                  </a:lnTo>
                  <a:lnTo>
                    <a:pt x="785" y="481"/>
                  </a:lnTo>
                  <a:lnTo>
                    <a:pt x="799" y="480"/>
                  </a:lnTo>
                  <a:lnTo>
                    <a:pt x="814" y="477"/>
                  </a:lnTo>
                  <a:lnTo>
                    <a:pt x="814" y="477"/>
                  </a:lnTo>
                  <a:lnTo>
                    <a:pt x="832" y="473"/>
                  </a:lnTo>
                  <a:lnTo>
                    <a:pt x="832" y="473"/>
                  </a:lnTo>
                  <a:lnTo>
                    <a:pt x="853" y="469"/>
                  </a:lnTo>
                  <a:lnTo>
                    <a:pt x="862" y="467"/>
                  </a:lnTo>
                  <a:lnTo>
                    <a:pt x="870" y="463"/>
                  </a:lnTo>
                  <a:lnTo>
                    <a:pt x="878" y="459"/>
                  </a:lnTo>
                  <a:lnTo>
                    <a:pt x="883" y="452"/>
                  </a:lnTo>
                  <a:lnTo>
                    <a:pt x="887" y="443"/>
                  </a:lnTo>
                  <a:lnTo>
                    <a:pt x="890" y="434"/>
                  </a:lnTo>
                  <a:lnTo>
                    <a:pt x="890" y="434"/>
                  </a:lnTo>
                  <a:lnTo>
                    <a:pt x="895" y="388"/>
                  </a:lnTo>
                  <a:lnTo>
                    <a:pt x="895" y="388"/>
                  </a:lnTo>
                  <a:lnTo>
                    <a:pt x="900" y="344"/>
                  </a:lnTo>
                  <a:lnTo>
                    <a:pt x="901" y="321"/>
                  </a:lnTo>
                  <a:lnTo>
                    <a:pt x="901" y="298"/>
                  </a:lnTo>
                  <a:lnTo>
                    <a:pt x="901" y="298"/>
                  </a:lnTo>
                  <a:lnTo>
                    <a:pt x="901" y="289"/>
                  </a:lnTo>
                  <a:lnTo>
                    <a:pt x="900" y="280"/>
                  </a:lnTo>
                  <a:lnTo>
                    <a:pt x="896" y="260"/>
                  </a:lnTo>
                  <a:lnTo>
                    <a:pt x="896" y="260"/>
                  </a:lnTo>
                  <a:lnTo>
                    <a:pt x="894" y="246"/>
                  </a:lnTo>
                  <a:lnTo>
                    <a:pt x="891" y="232"/>
                  </a:lnTo>
                  <a:lnTo>
                    <a:pt x="891" y="232"/>
                  </a:lnTo>
                  <a:lnTo>
                    <a:pt x="888" y="198"/>
                  </a:lnTo>
                  <a:lnTo>
                    <a:pt x="888" y="164"/>
                  </a:lnTo>
                  <a:lnTo>
                    <a:pt x="888" y="164"/>
                  </a:lnTo>
                  <a:lnTo>
                    <a:pt x="887" y="149"/>
                  </a:lnTo>
                  <a:lnTo>
                    <a:pt x="886" y="132"/>
                  </a:lnTo>
                  <a:lnTo>
                    <a:pt x="880" y="102"/>
                  </a:lnTo>
                  <a:lnTo>
                    <a:pt x="880" y="102"/>
                  </a:lnTo>
                  <a:lnTo>
                    <a:pt x="878" y="90"/>
                  </a:lnTo>
                  <a:lnTo>
                    <a:pt x="875" y="81"/>
                  </a:lnTo>
                  <a:lnTo>
                    <a:pt x="871" y="73"/>
                  </a:lnTo>
                  <a:lnTo>
                    <a:pt x="866" y="66"/>
                  </a:lnTo>
                  <a:lnTo>
                    <a:pt x="860" y="61"/>
                  </a:lnTo>
                  <a:lnTo>
                    <a:pt x="852" y="57"/>
                  </a:lnTo>
                  <a:lnTo>
                    <a:pt x="843" y="55"/>
                  </a:lnTo>
                  <a:lnTo>
                    <a:pt x="833" y="53"/>
                  </a:lnTo>
                  <a:lnTo>
                    <a:pt x="833" y="53"/>
                  </a:lnTo>
                  <a:lnTo>
                    <a:pt x="803" y="52"/>
                  </a:lnTo>
                  <a:lnTo>
                    <a:pt x="761" y="51"/>
                  </a:lnTo>
                  <a:lnTo>
                    <a:pt x="637" y="49"/>
                  </a:lnTo>
                  <a:lnTo>
                    <a:pt x="637" y="49"/>
                  </a:lnTo>
                  <a:lnTo>
                    <a:pt x="479" y="51"/>
                  </a:lnTo>
                  <a:lnTo>
                    <a:pt x="326" y="52"/>
                  </a:lnTo>
                  <a:lnTo>
                    <a:pt x="315" y="52"/>
                  </a:lnTo>
                  <a:lnTo>
                    <a:pt x="315" y="52"/>
                  </a:lnTo>
                  <a:lnTo>
                    <a:pt x="37" y="53"/>
                  </a:lnTo>
                  <a:lnTo>
                    <a:pt x="37" y="53"/>
                  </a:lnTo>
                  <a:lnTo>
                    <a:pt x="32" y="53"/>
                  </a:lnTo>
                  <a:lnTo>
                    <a:pt x="26" y="51"/>
                  </a:lnTo>
                  <a:lnTo>
                    <a:pt x="22" y="48"/>
                  </a:lnTo>
                  <a:lnTo>
                    <a:pt x="18" y="45"/>
                  </a:lnTo>
                  <a:lnTo>
                    <a:pt x="16" y="42"/>
                  </a:lnTo>
                  <a:lnTo>
                    <a:pt x="15" y="38"/>
                  </a:lnTo>
                  <a:lnTo>
                    <a:pt x="13" y="32"/>
                  </a:lnTo>
                  <a:lnTo>
                    <a:pt x="13" y="28"/>
                  </a:lnTo>
                  <a:lnTo>
                    <a:pt x="13" y="28"/>
                  </a:lnTo>
                  <a:lnTo>
                    <a:pt x="13" y="23"/>
                  </a:lnTo>
                  <a:lnTo>
                    <a:pt x="15" y="19"/>
                  </a:lnTo>
                  <a:lnTo>
                    <a:pt x="16" y="15"/>
                  </a:lnTo>
                  <a:lnTo>
                    <a:pt x="18" y="11"/>
                  </a:lnTo>
                  <a:lnTo>
                    <a:pt x="22" y="8"/>
                  </a:lnTo>
                  <a:lnTo>
                    <a:pt x="26" y="5"/>
                  </a:lnTo>
                  <a:lnTo>
                    <a:pt x="32" y="4"/>
                  </a:lnTo>
                  <a:lnTo>
                    <a:pt x="37" y="4"/>
                  </a:lnTo>
                  <a:lnTo>
                    <a:pt x="722" y="4"/>
                  </a:lnTo>
                  <a:lnTo>
                    <a:pt x="722" y="4"/>
                  </a:lnTo>
                  <a:lnTo>
                    <a:pt x="759" y="2"/>
                  </a:lnTo>
                  <a:lnTo>
                    <a:pt x="759" y="2"/>
                  </a:lnTo>
                  <a:lnTo>
                    <a:pt x="782" y="1"/>
                  </a:lnTo>
                  <a:lnTo>
                    <a:pt x="806" y="0"/>
                  </a:lnTo>
                  <a:lnTo>
                    <a:pt x="806" y="0"/>
                  </a:lnTo>
                  <a:lnTo>
                    <a:pt x="828" y="1"/>
                  </a:lnTo>
                  <a:lnTo>
                    <a:pt x="846" y="2"/>
                  </a:lnTo>
                  <a:lnTo>
                    <a:pt x="863" y="8"/>
                  </a:lnTo>
                  <a:lnTo>
                    <a:pt x="878" y="13"/>
                  </a:lnTo>
                  <a:lnTo>
                    <a:pt x="878" y="13"/>
                  </a:lnTo>
                  <a:lnTo>
                    <a:pt x="886" y="17"/>
                  </a:lnTo>
                  <a:lnTo>
                    <a:pt x="892" y="22"/>
                  </a:lnTo>
                  <a:lnTo>
                    <a:pt x="904" y="32"/>
                  </a:lnTo>
                  <a:lnTo>
                    <a:pt x="912" y="44"/>
                  </a:lnTo>
                  <a:lnTo>
                    <a:pt x="920" y="57"/>
                  </a:lnTo>
                  <a:lnTo>
                    <a:pt x="925" y="70"/>
                  </a:lnTo>
                  <a:lnTo>
                    <a:pt x="928" y="85"/>
                  </a:lnTo>
                  <a:lnTo>
                    <a:pt x="933" y="112"/>
                  </a:lnTo>
                  <a:lnTo>
                    <a:pt x="933" y="112"/>
                  </a:lnTo>
                  <a:lnTo>
                    <a:pt x="937" y="144"/>
                  </a:lnTo>
                  <a:lnTo>
                    <a:pt x="938" y="178"/>
                  </a:lnTo>
                  <a:lnTo>
                    <a:pt x="938" y="178"/>
                  </a:lnTo>
                  <a:lnTo>
                    <a:pt x="939" y="193"/>
                  </a:lnTo>
                  <a:lnTo>
                    <a:pt x="941" y="208"/>
                  </a:lnTo>
                  <a:lnTo>
                    <a:pt x="945" y="239"/>
                  </a:lnTo>
                  <a:lnTo>
                    <a:pt x="945" y="239"/>
                  </a:lnTo>
                  <a:lnTo>
                    <a:pt x="950" y="270"/>
                  </a:lnTo>
                  <a:lnTo>
                    <a:pt x="950" y="270"/>
                  </a:lnTo>
                  <a:lnTo>
                    <a:pt x="951" y="287"/>
                  </a:lnTo>
                  <a:lnTo>
                    <a:pt x="952" y="306"/>
                  </a:lnTo>
                  <a:lnTo>
                    <a:pt x="952" y="324"/>
                  </a:lnTo>
                  <a:lnTo>
                    <a:pt x="951" y="344"/>
                  </a:lnTo>
                  <a:lnTo>
                    <a:pt x="947" y="385"/>
                  </a:lnTo>
                  <a:lnTo>
                    <a:pt x="941" y="430"/>
                  </a:lnTo>
                  <a:lnTo>
                    <a:pt x="941" y="430"/>
                  </a:lnTo>
                  <a:lnTo>
                    <a:pt x="937" y="446"/>
                  </a:lnTo>
                  <a:lnTo>
                    <a:pt x="931" y="460"/>
                  </a:lnTo>
                  <a:lnTo>
                    <a:pt x="925" y="473"/>
                  </a:lnTo>
                  <a:lnTo>
                    <a:pt x="917" y="485"/>
                  </a:lnTo>
                  <a:lnTo>
                    <a:pt x="908" y="495"/>
                  </a:lnTo>
                  <a:lnTo>
                    <a:pt x="897" y="504"/>
                  </a:lnTo>
                  <a:lnTo>
                    <a:pt x="884" y="512"/>
                  </a:lnTo>
                  <a:lnTo>
                    <a:pt x="870" y="519"/>
                  </a:lnTo>
                  <a:lnTo>
                    <a:pt x="870" y="519"/>
                  </a:lnTo>
                  <a:lnTo>
                    <a:pt x="857" y="523"/>
                  </a:lnTo>
                  <a:lnTo>
                    <a:pt x="843" y="525"/>
                  </a:lnTo>
                  <a:lnTo>
                    <a:pt x="814" y="528"/>
                  </a:lnTo>
                  <a:lnTo>
                    <a:pt x="794" y="531"/>
                  </a:lnTo>
                  <a:lnTo>
                    <a:pt x="794" y="531"/>
                  </a:lnTo>
                  <a:lnTo>
                    <a:pt x="767" y="532"/>
                  </a:lnTo>
                  <a:lnTo>
                    <a:pt x="738" y="533"/>
                  </a:lnTo>
                  <a:lnTo>
                    <a:pt x="738" y="533"/>
                  </a:lnTo>
                  <a:close/>
                </a:path>
              </a:pathLst>
            </a:custGeom>
            <a:ln>
              <a:solidFill>
                <a:schemeClr val="accent1">
                  <a:alpha val="35000"/>
                </a:schemeClr>
              </a:solidFill>
            </a:ln>
          </p:spPr>
          <p:style>
            <a:lnRef idx="0">
              <a:srgbClr val="FFFFFF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43" name="Freeform 555"/>
            <p:cNvSpPr/>
            <p:nvPr>
              <p:custDataLst>
                <p:tags r:id="rId37"/>
              </p:custDataLst>
            </p:nvPr>
          </p:nvSpPr>
          <p:spPr bwMode="auto">
            <a:xfrm>
              <a:off x="2085976" y="2305050"/>
              <a:ext cx="252413" cy="203200"/>
            </a:xfrm>
            <a:custGeom>
              <a:avLst/>
              <a:gdLst/>
              <a:ahLst/>
              <a:cxnLst>
                <a:cxn ang="0">
                  <a:pos x="20" y="510"/>
                </a:cxn>
                <a:cxn ang="0">
                  <a:pos x="3" y="497"/>
                </a:cxn>
                <a:cxn ang="0">
                  <a:pos x="0" y="485"/>
                </a:cxn>
                <a:cxn ang="0">
                  <a:pos x="5" y="475"/>
                </a:cxn>
                <a:cxn ang="0">
                  <a:pos x="50" y="407"/>
                </a:cxn>
                <a:cxn ang="0">
                  <a:pos x="123" y="305"/>
                </a:cxn>
                <a:cxn ang="0">
                  <a:pos x="156" y="267"/>
                </a:cxn>
                <a:cxn ang="0">
                  <a:pos x="225" y="192"/>
                </a:cxn>
                <a:cxn ang="0">
                  <a:pos x="271" y="135"/>
                </a:cxn>
                <a:cxn ang="0">
                  <a:pos x="306" y="90"/>
                </a:cxn>
                <a:cxn ang="0">
                  <a:pos x="346" y="53"/>
                </a:cxn>
                <a:cxn ang="0">
                  <a:pos x="381" y="31"/>
                </a:cxn>
                <a:cxn ang="0">
                  <a:pos x="441" y="8"/>
                </a:cxn>
                <a:cxn ang="0">
                  <a:pos x="505" y="0"/>
                </a:cxn>
                <a:cxn ang="0">
                  <a:pos x="544" y="4"/>
                </a:cxn>
                <a:cxn ang="0">
                  <a:pos x="581" y="15"/>
                </a:cxn>
                <a:cxn ang="0">
                  <a:pos x="611" y="36"/>
                </a:cxn>
                <a:cxn ang="0">
                  <a:pos x="628" y="68"/>
                </a:cxn>
                <a:cxn ang="0">
                  <a:pos x="636" y="118"/>
                </a:cxn>
                <a:cxn ang="0">
                  <a:pos x="633" y="196"/>
                </a:cxn>
                <a:cxn ang="0">
                  <a:pos x="631" y="240"/>
                </a:cxn>
                <a:cxn ang="0">
                  <a:pos x="628" y="251"/>
                </a:cxn>
                <a:cxn ang="0">
                  <a:pos x="619" y="261"/>
                </a:cxn>
                <a:cxn ang="0">
                  <a:pos x="606" y="265"/>
                </a:cxn>
                <a:cxn ang="0">
                  <a:pos x="597" y="263"/>
                </a:cxn>
                <a:cxn ang="0">
                  <a:pos x="585" y="255"/>
                </a:cxn>
                <a:cxn ang="0">
                  <a:pos x="581" y="240"/>
                </a:cxn>
                <a:cxn ang="0">
                  <a:pos x="584" y="196"/>
                </a:cxn>
                <a:cxn ang="0">
                  <a:pos x="586" y="148"/>
                </a:cxn>
                <a:cxn ang="0">
                  <a:pos x="582" y="103"/>
                </a:cxn>
                <a:cxn ang="0">
                  <a:pos x="571" y="76"/>
                </a:cxn>
                <a:cxn ang="0">
                  <a:pos x="547" y="57"/>
                </a:cxn>
                <a:cxn ang="0">
                  <a:pos x="523" y="52"/>
                </a:cxn>
                <a:cxn ang="0">
                  <a:pos x="491" y="52"/>
                </a:cxn>
                <a:cxn ang="0">
                  <a:pos x="452" y="57"/>
                </a:cxn>
                <a:cxn ang="0">
                  <a:pos x="401" y="77"/>
                </a:cxn>
                <a:cxn ang="0">
                  <a:pos x="373" y="95"/>
                </a:cxn>
                <a:cxn ang="0">
                  <a:pos x="336" y="137"/>
                </a:cxn>
                <a:cxn ang="0">
                  <a:pos x="321" y="157"/>
                </a:cxn>
                <a:cxn ang="0">
                  <a:pos x="225" y="265"/>
                </a:cxn>
                <a:cxn ang="0">
                  <a:pos x="147" y="353"/>
                </a:cxn>
                <a:cxn ang="0">
                  <a:pos x="91" y="435"/>
                </a:cxn>
                <a:cxn ang="0">
                  <a:pos x="47" y="501"/>
                </a:cxn>
                <a:cxn ang="0">
                  <a:pos x="38" y="509"/>
                </a:cxn>
                <a:cxn ang="0">
                  <a:pos x="26" y="511"/>
                </a:cxn>
              </a:cxnLst>
              <a:rect l="0" t="0" r="r" b="b"/>
              <a:pathLst>
                <a:path w="637" h="511">
                  <a:moveTo>
                    <a:pt x="26" y="511"/>
                  </a:moveTo>
                  <a:lnTo>
                    <a:pt x="26" y="511"/>
                  </a:lnTo>
                  <a:lnTo>
                    <a:pt x="20" y="510"/>
                  </a:lnTo>
                  <a:lnTo>
                    <a:pt x="12" y="507"/>
                  </a:lnTo>
                  <a:lnTo>
                    <a:pt x="7" y="503"/>
                  </a:lnTo>
                  <a:lnTo>
                    <a:pt x="3" y="497"/>
                  </a:lnTo>
                  <a:lnTo>
                    <a:pt x="3" y="497"/>
                  </a:lnTo>
                  <a:lnTo>
                    <a:pt x="0" y="492"/>
                  </a:lnTo>
                  <a:lnTo>
                    <a:pt x="0" y="485"/>
                  </a:lnTo>
                  <a:lnTo>
                    <a:pt x="2" y="480"/>
                  </a:lnTo>
                  <a:lnTo>
                    <a:pt x="5" y="475"/>
                  </a:lnTo>
                  <a:lnTo>
                    <a:pt x="5" y="475"/>
                  </a:lnTo>
                  <a:lnTo>
                    <a:pt x="29" y="441"/>
                  </a:lnTo>
                  <a:lnTo>
                    <a:pt x="50" y="407"/>
                  </a:lnTo>
                  <a:lnTo>
                    <a:pt x="50" y="407"/>
                  </a:lnTo>
                  <a:lnTo>
                    <a:pt x="74" y="373"/>
                  </a:lnTo>
                  <a:lnTo>
                    <a:pt x="98" y="339"/>
                  </a:lnTo>
                  <a:lnTo>
                    <a:pt x="123" y="305"/>
                  </a:lnTo>
                  <a:lnTo>
                    <a:pt x="138" y="288"/>
                  </a:lnTo>
                  <a:lnTo>
                    <a:pt x="152" y="272"/>
                  </a:lnTo>
                  <a:lnTo>
                    <a:pt x="156" y="267"/>
                  </a:lnTo>
                  <a:lnTo>
                    <a:pt x="156" y="267"/>
                  </a:lnTo>
                  <a:lnTo>
                    <a:pt x="202" y="217"/>
                  </a:lnTo>
                  <a:lnTo>
                    <a:pt x="225" y="192"/>
                  </a:lnTo>
                  <a:lnTo>
                    <a:pt x="247" y="166"/>
                  </a:lnTo>
                  <a:lnTo>
                    <a:pt x="247" y="166"/>
                  </a:lnTo>
                  <a:lnTo>
                    <a:pt x="271" y="135"/>
                  </a:lnTo>
                  <a:lnTo>
                    <a:pt x="271" y="135"/>
                  </a:lnTo>
                  <a:lnTo>
                    <a:pt x="289" y="112"/>
                  </a:lnTo>
                  <a:lnTo>
                    <a:pt x="306" y="90"/>
                  </a:lnTo>
                  <a:lnTo>
                    <a:pt x="326" y="70"/>
                  </a:lnTo>
                  <a:lnTo>
                    <a:pt x="335" y="61"/>
                  </a:lnTo>
                  <a:lnTo>
                    <a:pt x="346" y="53"/>
                  </a:lnTo>
                  <a:lnTo>
                    <a:pt x="346" y="53"/>
                  </a:lnTo>
                  <a:lnTo>
                    <a:pt x="363" y="42"/>
                  </a:lnTo>
                  <a:lnTo>
                    <a:pt x="381" y="31"/>
                  </a:lnTo>
                  <a:lnTo>
                    <a:pt x="401" y="22"/>
                  </a:lnTo>
                  <a:lnTo>
                    <a:pt x="421" y="14"/>
                  </a:lnTo>
                  <a:lnTo>
                    <a:pt x="441" y="8"/>
                  </a:lnTo>
                  <a:lnTo>
                    <a:pt x="463" y="4"/>
                  </a:lnTo>
                  <a:lnTo>
                    <a:pt x="484" y="1"/>
                  </a:lnTo>
                  <a:lnTo>
                    <a:pt x="505" y="0"/>
                  </a:lnTo>
                  <a:lnTo>
                    <a:pt x="505" y="0"/>
                  </a:lnTo>
                  <a:lnTo>
                    <a:pt x="525" y="1"/>
                  </a:lnTo>
                  <a:lnTo>
                    <a:pt x="544" y="4"/>
                  </a:lnTo>
                  <a:lnTo>
                    <a:pt x="564" y="8"/>
                  </a:lnTo>
                  <a:lnTo>
                    <a:pt x="581" y="15"/>
                  </a:lnTo>
                  <a:lnTo>
                    <a:pt x="581" y="15"/>
                  </a:lnTo>
                  <a:lnTo>
                    <a:pt x="593" y="21"/>
                  </a:lnTo>
                  <a:lnTo>
                    <a:pt x="602" y="29"/>
                  </a:lnTo>
                  <a:lnTo>
                    <a:pt x="611" y="36"/>
                  </a:lnTo>
                  <a:lnTo>
                    <a:pt x="618" y="47"/>
                  </a:lnTo>
                  <a:lnTo>
                    <a:pt x="623" y="57"/>
                  </a:lnTo>
                  <a:lnTo>
                    <a:pt x="628" y="68"/>
                  </a:lnTo>
                  <a:lnTo>
                    <a:pt x="631" y="80"/>
                  </a:lnTo>
                  <a:lnTo>
                    <a:pt x="633" y="93"/>
                  </a:lnTo>
                  <a:lnTo>
                    <a:pt x="636" y="118"/>
                  </a:lnTo>
                  <a:lnTo>
                    <a:pt x="637" y="145"/>
                  </a:lnTo>
                  <a:lnTo>
                    <a:pt x="636" y="171"/>
                  </a:lnTo>
                  <a:lnTo>
                    <a:pt x="633" y="196"/>
                  </a:lnTo>
                  <a:lnTo>
                    <a:pt x="633" y="196"/>
                  </a:lnTo>
                  <a:lnTo>
                    <a:pt x="632" y="220"/>
                  </a:lnTo>
                  <a:lnTo>
                    <a:pt x="631" y="240"/>
                  </a:lnTo>
                  <a:lnTo>
                    <a:pt x="631" y="240"/>
                  </a:lnTo>
                  <a:lnTo>
                    <a:pt x="629" y="246"/>
                  </a:lnTo>
                  <a:lnTo>
                    <a:pt x="628" y="251"/>
                  </a:lnTo>
                  <a:lnTo>
                    <a:pt x="626" y="255"/>
                  </a:lnTo>
                  <a:lnTo>
                    <a:pt x="623" y="259"/>
                  </a:lnTo>
                  <a:lnTo>
                    <a:pt x="619" y="261"/>
                  </a:lnTo>
                  <a:lnTo>
                    <a:pt x="615" y="263"/>
                  </a:lnTo>
                  <a:lnTo>
                    <a:pt x="610" y="264"/>
                  </a:lnTo>
                  <a:lnTo>
                    <a:pt x="606" y="265"/>
                  </a:lnTo>
                  <a:lnTo>
                    <a:pt x="606" y="265"/>
                  </a:lnTo>
                  <a:lnTo>
                    <a:pt x="601" y="264"/>
                  </a:lnTo>
                  <a:lnTo>
                    <a:pt x="597" y="263"/>
                  </a:lnTo>
                  <a:lnTo>
                    <a:pt x="593" y="261"/>
                  </a:lnTo>
                  <a:lnTo>
                    <a:pt x="589" y="259"/>
                  </a:lnTo>
                  <a:lnTo>
                    <a:pt x="585" y="255"/>
                  </a:lnTo>
                  <a:lnTo>
                    <a:pt x="582" y="251"/>
                  </a:lnTo>
                  <a:lnTo>
                    <a:pt x="581" y="246"/>
                  </a:lnTo>
                  <a:lnTo>
                    <a:pt x="581" y="240"/>
                  </a:lnTo>
                  <a:lnTo>
                    <a:pt x="581" y="240"/>
                  </a:lnTo>
                  <a:lnTo>
                    <a:pt x="581" y="220"/>
                  </a:lnTo>
                  <a:lnTo>
                    <a:pt x="584" y="196"/>
                  </a:lnTo>
                  <a:lnTo>
                    <a:pt x="584" y="196"/>
                  </a:lnTo>
                  <a:lnTo>
                    <a:pt x="585" y="172"/>
                  </a:lnTo>
                  <a:lnTo>
                    <a:pt x="586" y="148"/>
                  </a:lnTo>
                  <a:lnTo>
                    <a:pt x="585" y="124"/>
                  </a:lnTo>
                  <a:lnTo>
                    <a:pt x="584" y="114"/>
                  </a:lnTo>
                  <a:lnTo>
                    <a:pt x="582" y="103"/>
                  </a:lnTo>
                  <a:lnTo>
                    <a:pt x="580" y="93"/>
                  </a:lnTo>
                  <a:lnTo>
                    <a:pt x="576" y="84"/>
                  </a:lnTo>
                  <a:lnTo>
                    <a:pt x="571" y="76"/>
                  </a:lnTo>
                  <a:lnTo>
                    <a:pt x="564" y="68"/>
                  </a:lnTo>
                  <a:lnTo>
                    <a:pt x="556" y="63"/>
                  </a:lnTo>
                  <a:lnTo>
                    <a:pt x="547" y="57"/>
                  </a:lnTo>
                  <a:lnTo>
                    <a:pt x="537" y="55"/>
                  </a:lnTo>
                  <a:lnTo>
                    <a:pt x="523" y="52"/>
                  </a:lnTo>
                  <a:lnTo>
                    <a:pt x="523" y="52"/>
                  </a:lnTo>
                  <a:lnTo>
                    <a:pt x="504" y="52"/>
                  </a:lnTo>
                  <a:lnTo>
                    <a:pt x="504" y="52"/>
                  </a:lnTo>
                  <a:lnTo>
                    <a:pt x="491" y="52"/>
                  </a:lnTo>
                  <a:lnTo>
                    <a:pt x="478" y="53"/>
                  </a:lnTo>
                  <a:lnTo>
                    <a:pt x="465" y="55"/>
                  </a:lnTo>
                  <a:lnTo>
                    <a:pt x="452" y="57"/>
                  </a:lnTo>
                  <a:lnTo>
                    <a:pt x="425" y="65"/>
                  </a:lnTo>
                  <a:lnTo>
                    <a:pt x="401" y="77"/>
                  </a:lnTo>
                  <a:lnTo>
                    <a:pt x="401" y="77"/>
                  </a:lnTo>
                  <a:lnTo>
                    <a:pt x="391" y="82"/>
                  </a:lnTo>
                  <a:lnTo>
                    <a:pt x="382" y="89"/>
                  </a:lnTo>
                  <a:lnTo>
                    <a:pt x="373" y="95"/>
                  </a:lnTo>
                  <a:lnTo>
                    <a:pt x="365" y="103"/>
                  </a:lnTo>
                  <a:lnTo>
                    <a:pt x="351" y="120"/>
                  </a:lnTo>
                  <a:lnTo>
                    <a:pt x="336" y="137"/>
                  </a:lnTo>
                  <a:lnTo>
                    <a:pt x="336" y="137"/>
                  </a:lnTo>
                  <a:lnTo>
                    <a:pt x="321" y="157"/>
                  </a:lnTo>
                  <a:lnTo>
                    <a:pt x="321" y="157"/>
                  </a:lnTo>
                  <a:lnTo>
                    <a:pt x="274" y="212"/>
                  </a:lnTo>
                  <a:lnTo>
                    <a:pt x="225" y="265"/>
                  </a:lnTo>
                  <a:lnTo>
                    <a:pt x="225" y="265"/>
                  </a:lnTo>
                  <a:lnTo>
                    <a:pt x="168" y="328"/>
                  </a:lnTo>
                  <a:lnTo>
                    <a:pt x="168" y="328"/>
                  </a:lnTo>
                  <a:lnTo>
                    <a:pt x="147" y="353"/>
                  </a:lnTo>
                  <a:lnTo>
                    <a:pt x="127" y="380"/>
                  </a:lnTo>
                  <a:lnTo>
                    <a:pt x="109" y="408"/>
                  </a:lnTo>
                  <a:lnTo>
                    <a:pt x="91" y="435"/>
                  </a:lnTo>
                  <a:lnTo>
                    <a:pt x="91" y="435"/>
                  </a:lnTo>
                  <a:lnTo>
                    <a:pt x="70" y="468"/>
                  </a:lnTo>
                  <a:lnTo>
                    <a:pt x="47" y="501"/>
                  </a:lnTo>
                  <a:lnTo>
                    <a:pt x="47" y="501"/>
                  </a:lnTo>
                  <a:lnTo>
                    <a:pt x="43" y="505"/>
                  </a:lnTo>
                  <a:lnTo>
                    <a:pt x="38" y="509"/>
                  </a:lnTo>
                  <a:lnTo>
                    <a:pt x="33" y="511"/>
                  </a:lnTo>
                  <a:lnTo>
                    <a:pt x="26" y="511"/>
                  </a:lnTo>
                  <a:lnTo>
                    <a:pt x="26" y="511"/>
                  </a:lnTo>
                  <a:close/>
                </a:path>
              </a:pathLst>
            </a:custGeom>
            <a:ln>
              <a:solidFill>
                <a:schemeClr val="accent1">
                  <a:alpha val="35000"/>
                </a:schemeClr>
              </a:solidFill>
            </a:ln>
          </p:spPr>
          <p:style>
            <a:lnRef idx="0">
              <a:srgbClr val="FFFFFF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44" name="Freeform 556"/>
            <p:cNvSpPr/>
            <p:nvPr>
              <p:custDataLst>
                <p:tags r:id="rId38"/>
              </p:custDataLst>
            </p:nvPr>
          </p:nvSpPr>
          <p:spPr bwMode="auto">
            <a:xfrm>
              <a:off x="2084388" y="2492375"/>
              <a:ext cx="250825" cy="215900"/>
            </a:xfrm>
            <a:custGeom>
              <a:avLst/>
              <a:gdLst/>
              <a:ahLst/>
              <a:cxnLst>
                <a:cxn ang="0">
                  <a:pos x="440" y="545"/>
                </a:cxn>
                <a:cxn ang="0">
                  <a:pos x="384" y="528"/>
                </a:cxn>
                <a:cxn ang="0">
                  <a:pos x="334" y="492"/>
                </a:cxn>
                <a:cxn ang="0">
                  <a:pos x="303" y="456"/>
                </a:cxn>
                <a:cxn ang="0">
                  <a:pos x="259" y="396"/>
                </a:cxn>
                <a:cxn ang="0">
                  <a:pos x="220" y="341"/>
                </a:cxn>
                <a:cxn ang="0">
                  <a:pos x="190" y="301"/>
                </a:cxn>
                <a:cxn ang="0">
                  <a:pos x="168" y="277"/>
                </a:cxn>
                <a:cxn ang="0">
                  <a:pos x="155" y="259"/>
                </a:cxn>
                <a:cxn ang="0">
                  <a:pos x="143" y="237"/>
                </a:cxn>
                <a:cxn ang="0">
                  <a:pos x="113" y="197"/>
                </a:cxn>
                <a:cxn ang="0">
                  <a:pos x="68" y="141"/>
                </a:cxn>
                <a:cxn ang="0">
                  <a:pos x="51" y="122"/>
                </a:cxn>
                <a:cxn ang="0">
                  <a:pos x="33" y="99"/>
                </a:cxn>
                <a:cxn ang="0">
                  <a:pos x="12" y="65"/>
                </a:cxn>
                <a:cxn ang="0">
                  <a:pos x="0" y="25"/>
                </a:cxn>
                <a:cxn ang="0">
                  <a:pos x="2" y="14"/>
                </a:cxn>
                <a:cxn ang="0">
                  <a:pos x="7" y="6"/>
                </a:cxn>
                <a:cxn ang="0">
                  <a:pos x="20" y="0"/>
                </a:cxn>
                <a:cxn ang="0">
                  <a:pos x="33" y="1"/>
                </a:cxn>
                <a:cxn ang="0">
                  <a:pos x="45" y="9"/>
                </a:cxn>
                <a:cxn ang="0">
                  <a:pos x="51" y="23"/>
                </a:cxn>
                <a:cxn ang="0">
                  <a:pos x="57" y="46"/>
                </a:cxn>
                <a:cxn ang="0">
                  <a:pos x="85" y="86"/>
                </a:cxn>
                <a:cxn ang="0">
                  <a:pos x="114" y="118"/>
                </a:cxn>
                <a:cxn ang="0">
                  <a:pos x="146" y="158"/>
                </a:cxn>
                <a:cxn ang="0">
                  <a:pos x="170" y="191"/>
                </a:cxn>
                <a:cxn ang="0">
                  <a:pos x="186" y="209"/>
                </a:cxn>
                <a:cxn ang="0">
                  <a:pos x="206" y="237"/>
                </a:cxn>
                <a:cxn ang="0">
                  <a:pos x="231" y="271"/>
                </a:cxn>
                <a:cxn ang="0">
                  <a:pos x="257" y="301"/>
                </a:cxn>
                <a:cxn ang="0">
                  <a:pos x="293" y="357"/>
                </a:cxn>
                <a:cxn ang="0">
                  <a:pos x="316" y="388"/>
                </a:cxn>
                <a:cxn ang="0">
                  <a:pos x="331" y="417"/>
                </a:cxn>
                <a:cxn ang="0">
                  <a:pos x="344" y="431"/>
                </a:cxn>
                <a:cxn ang="0">
                  <a:pos x="372" y="460"/>
                </a:cxn>
                <a:cxn ang="0">
                  <a:pos x="390" y="476"/>
                </a:cxn>
                <a:cxn ang="0">
                  <a:pos x="420" y="492"/>
                </a:cxn>
                <a:cxn ang="0">
                  <a:pos x="456" y="497"/>
                </a:cxn>
                <a:cxn ang="0">
                  <a:pos x="487" y="493"/>
                </a:cxn>
                <a:cxn ang="0">
                  <a:pos x="516" y="480"/>
                </a:cxn>
                <a:cxn ang="0">
                  <a:pos x="537" y="467"/>
                </a:cxn>
                <a:cxn ang="0">
                  <a:pos x="565" y="438"/>
                </a:cxn>
                <a:cxn ang="0">
                  <a:pos x="571" y="424"/>
                </a:cxn>
                <a:cxn ang="0">
                  <a:pos x="577" y="396"/>
                </a:cxn>
                <a:cxn ang="0">
                  <a:pos x="581" y="371"/>
                </a:cxn>
                <a:cxn ang="0">
                  <a:pos x="581" y="290"/>
                </a:cxn>
                <a:cxn ang="0">
                  <a:pos x="580" y="250"/>
                </a:cxn>
                <a:cxn ang="0">
                  <a:pos x="584" y="237"/>
                </a:cxn>
                <a:cxn ang="0">
                  <a:pos x="590" y="229"/>
                </a:cxn>
                <a:cxn ang="0">
                  <a:pos x="605" y="225"/>
                </a:cxn>
                <a:cxn ang="0">
                  <a:pos x="614" y="226"/>
                </a:cxn>
                <a:cxn ang="0">
                  <a:pos x="626" y="235"/>
                </a:cxn>
                <a:cxn ang="0">
                  <a:pos x="631" y="250"/>
                </a:cxn>
                <a:cxn ang="0">
                  <a:pos x="631" y="285"/>
                </a:cxn>
                <a:cxn ang="0">
                  <a:pos x="631" y="378"/>
                </a:cxn>
                <a:cxn ang="0">
                  <a:pos x="623" y="424"/>
                </a:cxn>
                <a:cxn ang="0">
                  <a:pos x="607" y="464"/>
                </a:cxn>
                <a:cxn ang="0">
                  <a:pos x="579" y="499"/>
                </a:cxn>
                <a:cxn ang="0">
                  <a:pos x="554" y="518"/>
                </a:cxn>
                <a:cxn ang="0">
                  <a:pos x="514" y="536"/>
                </a:cxn>
                <a:cxn ang="0">
                  <a:pos x="473" y="545"/>
                </a:cxn>
              </a:cxnLst>
              <a:rect l="0" t="0" r="r" b="b"/>
              <a:pathLst>
                <a:path w="632" h="545">
                  <a:moveTo>
                    <a:pt x="459" y="545"/>
                  </a:moveTo>
                  <a:lnTo>
                    <a:pt x="459" y="545"/>
                  </a:lnTo>
                  <a:lnTo>
                    <a:pt x="440" y="545"/>
                  </a:lnTo>
                  <a:lnTo>
                    <a:pt x="420" y="541"/>
                  </a:lnTo>
                  <a:lnTo>
                    <a:pt x="402" y="536"/>
                  </a:lnTo>
                  <a:lnTo>
                    <a:pt x="384" y="528"/>
                  </a:lnTo>
                  <a:lnTo>
                    <a:pt x="365" y="518"/>
                  </a:lnTo>
                  <a:lnTo>
                    <a:pt x="350" y="506"/>
                  </a:lnTo>
                  <a:lnTo>
                    <a:pt x="334" y="492"/>
                  </a:lnTo>
                  <a:lnTo>
                    <a:pt x="318" y="476"/>
                  </a:lnTo>
                  <a:lnTo>
                    <a:pt x="318" y="476"/>
                  </a:lnTo>
                  <a:lnTo>
                    <a:pt x="303" y="456"/>
                  </a:lnTo>
                  <a:lnTo>
                    <a:pt x="288" y="435"/>
                  </a:lnTo>
                  <a:lnTo>
                    <a:pt x="259" y="396"/>
                  </a:lnTo>
                  <a:lnTo>
                    <a:pt x="259" y="396"/>
                  </a:lnTo>
                  <a:lnTo>
                    <a:pt x="234" y="362"/>
                  </a:lnTo>
                  <a:lnTo>
                    <a:pt x="234" y="362"/>
                  </a:lnTo>
                  <a:lnTo>
                    <a:pt x="220" y="341"/>
                  </a:lnTo>
                  <a:lnTo>
                    <a:pt x="220" y="341"/>
                  </a:lnTo>
                  <a:lnTo>
                    <a:pt x="200" y="314"/>
                  </a:lnTo>
                  <a:lnTo>
                    <a:pt x="190" y="301"/>
                  </a:lnTo>
                  <a:lnTo>
                    <a:pt x="180" y="289"/>
                  </a:lnTo>
                  <a:lnTo>
                    <a:pt x="180" y="289"/>
                  </a:lnTo>
                  <a:lnTo>
                    <a:pt x="168" y="277"/>
                  </a:lnTo>
                  <a:lnTo>
                    <a:pt x="160" y="267"/>
                  </a:lnTo>
                  <a:lnTo>
                    <a:pt x="160" y="267"/>
                  </a:lnTo>
                  <a:lnTo>
                    <a:pt x="155" y="259"/>
                  </a:lnTo>
                  <a:lnTo>
                    <a:pt x="149" y="248"/>
                  </a:lnTo>
                  <a:lnTo>
                    <a:pt x="149" y="248"/>
                  </a:lnTo>
                  <a:lnTo>
                    <a:pt x="143" y="237"/>
                  </a:lnTo>
                  <a:lnTo>
                    <a:pt x="143" y="237"/>
                  </a:lnTo>
                  <a:lnTo>
                    <a:pt x="127" y="218"/>
                  </a:lnTo>
                  <a:lnTo>
                    <a:pt x="113" y="197"/>
                  </a:lnTo>
                  <a:lnTo>
                    <a:pt x="113" y="197"/>
                  </a:lnTo>
                  <a:lnTo>
                    <a:pt x="91" y="169"/>
                  </a:lnTo>
                  <a:lnTo>
                    <a:pt x="68" y="141"/>
                  </a:lnTo>
                  <a:lnTo>
                    <a:pt x="63" y="135"/>
                  </a:lnTo>
                  <a:lnTo>
                    <a:pt x="63" y="135"/>
                  </a:lnTo>
                  <a:lnTo>
                    <a:pt x="51" y="122"/>
                  </a:lnTo>
                  <a:lnTo>
                    <a:pt x="50" y="120"/>
                  </a:lnTo>
                  <a:lnTo>
                    <a:pt x="50" y="120"/>
                  </a:lnTo>
                  <a:lnTo>
                    <a:pt x="33" y="99"/>
                  </a:lnTo>
                  <a:lnTo>
                    <a:pt x="25" y="89"/>
                  </a:lnTo>
                  <a:lnTo>
                    <a:pt x="19" y="77"/>
                  </a:lnTo>
                  <a:lnTo>
                    <a:pt x="12" y="65"/>
                  </a:lnTo>
                  <a:lnTo>
                    <a:pt x="7" y="54"/>
                  </a:lnTo>
                  <a:lnTo>
                    <a:pt x="3" y="39"/>
                  </a:lnTo>
                  <a:lnTo>
                    <a:pt x="0" y="25"/>
                  </a:lnTo>
                  <a:lnTo>
                    <a:pt x="0" y="25"/>
                  </a:lnTo>
                  <a:lnTo>
                    <a:pt x="2" y="20"/>
                  </a:lnTo>
                  <a:lnTo>
                    <a:pt x="2" y="14"/>
                  </a:lnTo>
                  <a:lnTo>
                    <a:pt x="4" y="10"/>
                  </a:lnTo>
                  <a:lnTo>
                    <a:pt x="7" y="6"/>
                  </a:lnTo>
                  <a:lnTo>
                    <a:pt x="7" y="6"/>
                  </a:lnTo>
                  <a:lnTo>
                    <a:pt x="11" y="4"/>
                  </a:lnTo>
                  <a:lnTo>
                    <a:pt x="15" y="1"/>
                  </a:lnTo>
                  <a:lnTo>
                    <a:pt x="20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33" y="1"/>
                  </a:lnTo>
                  <a:lnTo>
                    <a:pt x="38" y="3"/>
                  </a:lnTo>
                  <a:lnTo>
                    <a:pt x="42" y="5"/>
                  </a:lnTo>
                  <a:lnTo>
                    <a:pt x="45" y="9"/>
                  </a:lnTo>
                  <a:lnTo>
                    <a:pt x="47" y="13"/>
                  </a:lnTo>
                  <a:lnTo>
                    <a:pt x="50" y="18"/>
                  </a:lnTo>
                  <a:lnTo>
                    <a:pt x="51" y="23"/>
                  </a:lnTo>
                  <a:lnTo>
                    <a:pt x="51" y="23"/>
                  </a:lnTo>
                  <a:lnTo>
                    <a:pt x="53" y="34"/>
                  </a:lnTo>
                  <a:lnTo>
                    <a:pt x="57" y="46"/>
                  </a:lnTo>
                  <a:lnTo>
                    <a:pt x="62" y="56"/>
                  </a:lnTo>
                  <a:lnTo>
                    <a:pt x="68" y="67"/>
                  </a:lnTo>
                  <a:lnTo>
                    <a:pt x="85" y="86"/>
                  </a:lnTo>
                  <a:lnTo>
                    <a:pt x="102" y="105"/>
                  </a:lnTo>
                  <a:lnTo>
                    <a:pt x="102" y="105"/>
                  </a:lnTo>
                  <a:lnTo>
                    <a:pt x="114" y="118"/>
                  </a:lnTo>
                  <a:lnTo>
                    <a:pt x="114" y="118"/>
                  </a:lnTo>
                  <a:lnTo>
                    <a:pt x="131" y="137"/>
                  </a:lnTo>
                  <a:lnTo>
                    <a:pt x="146" y="158"/>
                  </a:lnTo>
                  <a:lnTo>
                    <a:pt x="146" y="158"/>
                  </a:lnTo>
                  <a:lnTo>
                    <a:pt x="161" y="180"/>
                  </a:lnTo>
                  <a:lnTo>
                    <a:pt x="170" y="191"/>
                  </a:lnTo>
                  <a:lnTo>
                    <a:pt x="180" y="201"/>
                  </a:lnTo>
                  <a:lnTo>
                    <a:pt x="180" y="201"/>
                  </a:lnTo>
                  <a:lnTo>
                    <a:pt x="186" y="209"/>
                  </a:lnTo>
                  <a:lnTo>
                    <a:pt x="193" y="218"/>
                  </a:lnTo>
                  <a:lnTo>
                    <a:pt x="206" y="237"/>
                  </a:lnTo>
                  <a:lnTo>
                    <a:pt x="206" y="237"/>
                  </a:lnTo>
                  <a:lnTo>
                    <a:pt x="217" y="254"/>
                  </a:lnTo>
                  <a:lnTo>
                    <a:pt x="224" y="263"/>
                  </a:lnTo>
                  <a:lnTo>
                    <a:pt x="231" y="271"/>
                  </a:lnTo>
                  <a:lnTo>
                    <a:pt x="231" y="271"/>
                  </a:lnTo>
                  <a:lnTo>
                    <a:pt x="245" y="285"/>
                  </a:lnTo>
                  <a:lnTo>
                    <a:pt x="257" y="301"/>
                  </a:lnTo>
                  <a:lnTo>
                    <a:pt x="280" y="335"/>
                  </a:lnTo>
                  <a:lnTo>
                    <a:pt x="280" y="335"/>
                  </a:lnTo>
                  <a:lnTo>
                    <a:pt x="293" y="357"/>
                  </a:lnTo>
                  <a:lnTo>
                    <a:pt x="309" y="378"/>
                  </a:lnTo>
                  <a:lnTo>
                    <a:pt x="309" y="378"/>
                  </a:lnTo>
                  <a:lnTo>
                    <a:pt x="316" y="388"/>
                  </a:lnTo>
                  <a:lnTo>
                    <a:pt x="323" y="401"/>
                  </a:lnTo>
                  <a:lnTo>
                    <a:pt x="323" y="401"/>
                  </a:lnTo>
                  <a:lnTo>
                    <a:pt x="331" y="417"/>
                  </a:lnTo>
                  <a:lnTo>
                    <a:pt x="331" y="417"/>
                  </a:lnTo>
                  <a:lnTo>
                    <a:pt x="338" y="424"/>
                  </a:lnTo>
                  <a:lnTo>
                    <a:pt x="344" y="431"/>
                  </a:lnTo>
                  <a:lnTo>
                    <a:pt x="359" y="446"/>
                  </a:lnTo>
                  <a:lnTo>
                    <a:pt x="359" y="446"/>
                  </a:lnTo>
                  <a:lnTo>
                    <a:pt x="372" y="460"/>
                  </a:lnTo>
                  <a:lnTo>
                    <a:pt x="372" y="460"/>
                  </a:lnTo>
                  <a:lnTo>
                    <a:pt x="381" y="469"/>
                  </a:lnTo>
                  <a:lnTo>
                    <a:pt x="390" y="476"/>
                  </a:lnTo>
                  <a:lnTo>
                    <a:pt x="399" y="482"/>
                  </a:lnTo>
                  <a:lnTo>
                    <a:pt x="410" y="488"/>
                  </a:lnTo>
                  <a:lnTo>
                    <a:pt x="420" y="492"/>
                  </a:lnTo>
                  <a:lnTo>
                    <a:pt x="432" y="494"/>
                  </a:lnTo>
                  <a:lnTo>
                    <a:pt x="444" y="497"/>
                  </a:lnTo>
                  <a:lnTo>
                    <a:pt x="456" y="497"/>
                  </a:lnTo>
                  <a:lnTo>
                    <a:pt x="456" y="497"/>
                  </a:lnTo>
                  <a:lnTo>
                    <a:pt x="471" y="496"/>
                  </a:lnTo>
                  <a:lnTo>
                    <a:pt x="487" y="493"/>
                  </a:lnTo>
                  <a:lnTo>
                    <a:pt x="501" y="486"/>
                  </a:lnTo>
                  <a:lnTo>
                    <a:pt x="516" y="480"/>
                  </a:lnTo>
                  <a:lnTo>
                    <a:pt x="516" y="480"/>
                  </a:lnTo>
                  <a:lnTo>
                    <a:pt x="526" y="473"/>
                  </a:lnTo>
                  <a:lnTo>
                    <a:pt x="526" y="473"/>
                  </a:lnTo>
                  <a:lnTo>
                    <a:pt x="537" y="467"/>
                  </a:lnTo>
                  <a:lnTo>
                    <a:pt x="547" y="459"/>
                  </a:lnTo>
                  <a:lnTo>
                    <a:pt x="556" y="450"/>
                  </a:lnTo>
                  <a:lnTo>
                    <a:pt x="565" y="438"/>
                  </a:lnTo>
                  <a:lnTo>
                    <a:pt x="565" y="438"/>
                  </a:lnTo>
                  <a:lnTo>
                    <a:pt x="568" y="433"/>
                  </a:lnTo>
                  <a:lnTo>
                    <a:pt x="571" y="424"/>
                  </a:lnTo>
                  <a:lnTo>
                    <a:pt x="575" y="407"/>
                  </a:lnTo>
                  <a:lnTo>
                    <a:pt x="575" y="407"/>
                  </a:lnTo>
                  <a:lnTo>
                    <a:pt x="577" y="396"/>
                  </a:lnTo>
                  <a:lnTo>
                    <a:pt x="577" y="396"/>
                  </a:lnTo>
                  <a:lnTo>
                    <a:pt x="580" y="384"/>
                  </a:lnTo>
                  <a:lnTo>
                    <a:pt x="581" y="371"/>
                  </a:lnTo>
                  <a:lnTo>
                    <a:pt x="584" y="344"/>
                  </a:lnTo>
                  <a:lnTo>
                    <a:pt x="582" y="318"/>
                  </a:lnTo>
                  <a:lnTo>
                    <a:pt x="581" y="290"/>
                  </a:lnTo>
                  <a:lnTo>
                    <a:pt x="581" y="290"/>
                  </a:lnTo>
                  <a:lnTo>
                    <a:pt x="580" y="250"/>
                  </a:lnTo>
                  <a:lnTo>
                    <a:pt x="580" y="250"/>
                  </a:lnTo>
                  <a:lnTo>
                    <a:pt x="581" y="244"/>
                  </a:lnTo>
                  <a:lnTo>
                    <a:pt x="582" y="241"/>
                  </a:lnTo>
                  <a:lnTo>
                    <a:pt x="584" y="237"/>
                  </a:lnTo>
                  <a:lnTo>
                    <a:pt x="588" y="233"/>
                  </a:lnTo>
                  <a:lnTo>
                    <a:pt x="588" y="233"/>
                  </a:lnTo>
                  <a:lnTo>
                    <a:pt x="590" y="229"/>
                  </a:lnTo>
                  <a:lnTo>
                    <a:pt x="596" y="227"/>
                  </a:lnTo>
                  <a:lnTo>
                    <a:pt x="601" y="226"/>
                  </a:lnTo>
                  <a:lnTo>
                    <a:pt x="605" y="225"/>
                  </a:lnTo>
                  <a:lnTo>
                    <a:pt x="605" y="225"/>
                  </a:lnTo>
                  <a:lnTo>
                    <a:pt x="610" y="225"/>
                  </a:lnTo>
                  <a:lnTo>
                    <a:pt x="614" y="226"/>
                  </a:lnTo>
                  <a:lnTo>
                    <a:pt x="619" y="229"/>
                  </a:lnTo>
                  <a:lnTo>
                    <a:pt x="623" y="231"/>
                  </a:lnTo>
                  <a:lnTo>
                    <a:pt x="626" y="235"/>
                  </a:lnTo>
                  <a:lnTo>
                    <a:pt x="628" y="239"/>
                  </a:lnTo>
                  <a:lnTo>
                    <a:pt x="630" y="244"/>
                  </a:lnTo>
                  <a:lnTo>
                    <a:pt x="631" y="250"/>
                  </a:lnTo>
                  <a:lnTo>
                    <a:pt x="631" y="250"/>
                  </a:lnTo>
                  <a:lnTo>
                    <a:pt x="631" y="285"/>
                  </a:lnTo>
                  <a:lnTo>
                    <a:pt x="631" y="285"/>
                  </a:lnTo>
                  <a:lnTo>
                    <a:pt x="632" y="315"/>
                  </a:lnTo>
                  <a:lnTo>
                    <a:pt x="632" y="346"/>
                  </a:lnTo>
                  <a:lnTo>
                    <a:pt x="631" y="378"/>
                  </a:lnTo>
                  <a:lnTo>
                    <a:pt x="628" y="392"/>
                  </a:lnTo>
                  <a:lnTo>
                    <a:pt x="626" y="408"/>
                  </a:lnTo>
                  <a:lnTo>
                    <a:pt x="623" y="424"/>
                  </a:lnTo>
                  <a:lnTo>
                    <a:pt x="619" y="438"/>
                  </a:lnTo>
                  <a:lnTo>
                    <a:pt x="614" y="451"/>
                  </a:lnTo>
                  <a:lnTo>
                    <a:pt x="607" y="464"/>
                  </a:lnTo>
                  <a:lnTo>
                    <a:pt x="599" y="477"/>
                  </a:lnTo>
                  <a:lnTo>
                    <a:pt x="590" y="489"/>
                  </a:lnTo>
                  <a:lnTo>
                    <a:pt x="579" y="499"/>
                  </a:lnTo>
                  <a:lnTo>
                    <a:pt x="567" y="510"/>
                  </a:lnTo>
                  <a:lnTo>
                    <a:pt x="567" y="510"/>
                  </a:lnTo>
                  <a:lnTo>
                    <a:pt x="554" y="518"/>
                  </a:lnTo>
                  <a:lnTo>
                    <a:pt x="541" y="526"/>
                  </a:lnTo>
                  <a:lnTo>
                    <a:pt x="527" y="532"/>
                  </a:lnTo>
                  <a:lnTo>
                    <a:pt x="514" y="536"/>
                  </a:lnTo>
                  <a:lnTo>
                    <a:pt x="500" y="540"/>
                  </a:lnTo>
                  <a:lnTo>
                    <a:pt x="487" y="544"/>
                  </a:lnTo>
                  <a:lnTo>
                    <a:pt x="473" y="545"/>
                  </a:lnTo>
                  <a:lnTo>
                    <a:pt x="459" y="545"/>
                  </a:lnTo>
                  <a:lnTo>
                    <a:pt x="459" y="545"/>
                  </a:lnTo>
                  <a:close/>
                </a:path>
              </a:pathLst>
            </a:custGeom>
            <a:ln>
              <a:solidFill>
                <a:schemeClr val="accent1">
                  <a:alpha val="35000"/>
                </a:schemeClr>
              </a:solidFill>
            </a:ln>
          </p:spPr>
          <p:style>
            <a:lnRef idx="0">
              <a:srgbClr val="FFFFFF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45" name="Freeform 557"/>
            <p:cNvSpPr/>
            <p:nvPr>
              <p:custDataLst>
                <p:tags r:id="rId39"/>
              </p:custDataLst>
            </p:nvPr>
          </p:nvSpPr>
          <p:spPr bwMode="auto">
            <a:xfrm>
              <a:off x="2146301" y="2049463"/>
              <a:ext cx="377825" cy="212725"/>
            </a:xfrm>
            <a:custGeom>
              <a:avLst/>
              <a:gdLst/>
              <a:ahLst/>
              <a:cxnLst>
                <a:cxn ang="0">
                  <a:pos x="240" y="532"/>
                </a:cxn>
                <a:cxn ang="0">
                  <a:pos x="311" y="529"/>
                </a:cxn>
                <a:cxn ang="0">
                  <a:pos x="854" y="529"/>
                </a:cxn>
                <a:cxn ang="0">
                  <a:pos x="928" y="529"/>
                </a:cxn>
                <a:cxn ang="0">
                  <a:pos x="943" y="525"/>
                </a:cxn>
                <a:cxn ang="0">
                  <a:pos x="951" y="514"/>
                </a:cxn>
                <a:cxn ang="0">
                  <a:pos x="952" y="504"/>
                </a:cxn>
                <a:cxn ang="0">
                  <a:pos x="949" y="491"/>
                </a:cxn>
                <a:cxn ang="0">
                  <a:pos x="939" y="482"/>
                </a:cxn>
                <a:cxn ang="0">
                  <a:pos x="285" y="480"/>
                </a:cxn>
                <a:cxn ang="0">
                  <a:pos x="242" y="481"/>
                </a:cxn>
                <a:cxn ang="0">
                  <a:pos x="183" y="482"/>
                </a:cxn>
                <a:cxn ang="0">
                  <a:pos x="140" y="477"/>
                </a:cxn>
                <a:cxn ang="0">
                  <a:pos x="120" y="473"/>
                </a:cxn>
                <a:cxn ang="0">
                  <a:pos x="82" y="463"/>
                </a:cxn>
                <a:cxn ang="0">
                  <a:pos x="65" y="443"/>
                </a:cxn>
                <a:cxn ang="0">
                  <a:pos x="58" y="388"/>
                </a:cxn>
                <a:cxn ang="0">
                  <a:pos x="51" y="320"/>
                </a:cxn>
                <a:cxn ang="0">
                  <a:pos x="51" y="289"/>
                </a:cxn>
                <a:cxn ang="0">
                  <a:pos x="56" y="259"/>
                </a:cxn>
                <a:cxn ang="0">
                  <a:pos x="61" y="231"/>
                </a:cxn>
                <a:cxn ang="0">
                  <a:pos x="64" y="164"/>
                </a:cxn>
                <a:cxn ang="0">
                  <a:pos x="72" y="100"/>
                </a:cxn>
                <a:cxn ang="0">
                  <a:pos x="78" y="79"/>
                </a:cxn>
                <a:cxn ang="0">
                  <a:pos x="92" y="61"/>
                </a:cxn>
                <a:cxn ang="0">
                  <a:pos x="120" y="53"/>
                </a:cxn>
                <a:cxn ang="0">
                  <a:pos x="192" y="51"/>
                </a:cxn>
                <a:cxn ang="0">
                  <a:pos x="552" y="51"/>
                </a:cxn>
                <a:cxn ang="0">
                  <a:pos x="792" y="52"/>
                </a:cxn>
                <a:cxn ang="0">
                  <a:pos x="921" y="52"/>
                </a:cxn>
                <a:cxn ang="0">
                  <a:pos x="934" y="45"/>
                </a:cxn>
                <a:cxn ang="0">
                  <a:pos x="939" y="32"/>
                </a:cxn>
                <a:cxn ang="0">
                  <a:pos x="939" y="23"/>
                </a:cxn>
                <a:cxn ang="0">
                  <a:pos x="934" y="10"/>
                </a:cxn>
                <a:cxn ang="0">
                  <a:pos x="921" y="4"/>
                </a:cxn>
                <a:cxn ang="0">
                  <a:pos x="231" y="2"/>
                </a:cxn>
                <a:cxn ang="0">
                  <a:pos x="170" y="0"/>
                </a:cxn>
                <a:cxn ang="0">
                  <a:pos x="125" y="0"/>
                </a:cxn>
                <a:cxn ang="0">
                  <a:pos x="74" y="13"/>
                </a:cxn>
                <a:cxn ang="0">
                  <a:pos x="60" y="21"/>
                </a:cxn>
                <a:cxn ang="0">
                  <a:pos x="34" y="56"/>
                </a:cxn>
                <a:cxn ang="0">
                  <a:pos x="19" y="111"/>
                </a:cxn>
                <a:cxn ang="0">
                  <a:pos x="14" y="178"/>
                </a:cxn>
                <a:cxn ang="0">
                  <a:pos x="13" y="208"/>
                </a:cxn>
                <a:cxn ang="0">
                  <a:pos x="2" y="270"/>
                </a:cxn>
                <a:cxn ang="0">
                  <a:pos x="0" y="306"/>
                </a:cxn>
                <a:cxn ang="0">
                  <a:pos x="5" y="384"/>
                </a:cxn>
                <a:cxn ang="0">
                  <a:pos x="15" y="446"/>
                </a:cxn>
                <a:cxn ang="0">
                  <a:pos x="35" y="485"/>
                </a:cxn>
                <a:cxn ang="0">
                  <a:pos x="68" y="511"/>
                </a:cxn>
                <a:cxn ang="0">
                  <a:pos x="95" y="523"/>
                </a:cxn>
                <a:cxn ang="0">
                  <a:pos x="158" y="529"/>
                </a:cxn>
                <a:cxn ang="0">
                  <a:pos x="214" y="533"/>
                </a:cxn>
              </a:cxnLst>
              <a:rect l="0" t="0" r="r" b="b"/>
              <a:pathLst>
                <a:path w="952" h="533">
                  <a:moveTo>
                    <a:pt x="214" y="533"/>
                  </a:moveTo>
                  <a:lnTo>
                    <a:pt x="214" y="533"/>
                  </a:lnTo>
                  <a:lnTo>
                    <a:pt x="240" y="532"/>
                  </a:lnTo>
                  <a:lnTo>
                    <a:pt x="240" y="532"/>
                  </a:lnTo>
                  <a:lnTo>
                    <a:pt x="266" y="531"/>
                  </a:lnTo>
                  <a:lnTo>
                    <a:pt x="311" y="529"/>
                  </a:lnTo>
                  <a:lnTo>
                    <a:pt x="455" y="528"/>
                  </a:lnTo>
                  <a:lnTo>
                    <a:pt x="455" y="528"/>
                  </a:lnTo>
                  <a:lnTo>
                    <a:pt x="854" y="529"/>
                  </a:lnTo>
                  <a:lnTo>
                    <a:pt x="854" y="529"/>
                  </a:lnTo>
                  <a:lnTo>
                    <a:pt x="928" y="529"/>
                  </a:lnTo>
                  <a:lnTo>
                    <a:pt x="928" y="529"/>
                  </a:lnTo>
                  <a:lnTo>
                    <a:pt x="934" y="529"/>
                  </a:lnTo>
                  <a:lnTo>
                    <a:pt x="939" y="528"/>
                  </a:lnTo>
                  <a:lnTo>
                    <a:pt x="943" y="525"/>
                  </a:lnTo>
                  <a:lnTo>
                    <a:pt x="947" y="521"/>
                  </a:lnTo>
                  <a:lnTo>
                    <a:pt x="949" y="519"/>
                  </a:lnTo>
                  <a:lnTo>
                    <a:pt x="951" y="514"/>
                  </a:lnTo>
                  <a:lnTo>
                    <a:pt x="952" y="510"/>
                  </a:lnTo>
                  <a:lnTo>
                    <a:pt x="952" y="504"/>
                  </a:lnTo>
                  <a:lnTo>
                    <a:pt x="952" y="504"/>
                  </a:lnTo>
                  <a:lnTo>
                    <a:pt x="952" y="501"/>
                  </a:lnTo>
                  <a:lnTo>
                    <a:pt x="951" y="495"/>
                  </a:lnTo>
                  <a:lnTo>
                    <a:pt x="949" y="491"/>
                  </a:lnTo>
                  <a:lnTo>
                    <a:pt x="947" y="487"/>
                  </a:lnTo>
                  <a:lnTo>
                    <a:pt x="943" y="485"/>
                  </a:lnTo>
                  <a:lnTo>
                    <a:pt x="939" y="482"/>
                  </a:lnTo>
                  <a:lnTo>
                    <a:pt x="934" y="481"/>
                  </a:lnTo>
                  <a:lnTo>
                    <a:pt x="928" y="480"/>
                  </a:lnTo>
                  <a:lnTo>
                    <a:pt x="285" y="480"/>
                  </a:lnTo>
                  <a:lnTo>
                    <a:pt x="285" y="480"/>
                  </a:lnTo>
                  <a:lnTo>
                    <a:pt x="242" y="481"/>
                  </a:lnTo>
                  <a:lnTo>
                    <a:pt x="242" y="481"/>
                  </a:lnTo>
                  <a:lnTo>
                    <a:pt x="200" y="482"/>
                  </a:lnTo>
                  <a:lnTo>
                    <a:pt x="200" y="482"/>
                  </a:lnTo>
                  <a:lnTo>
                    <a:pt x="183" y="482"/>
                  </a:lnTo>
                  <a:lnTo>
                    <a:pt x="167" y="481"/>
                  </a:lnTo>
                  <a:lnTo>
                    <a:pt x="153" y="480"/>
                  </a:lnTo>
                  <a:lnTo>
                    <a:pt x="140" y="477"/>
                  </a:lnTo>
                  <a:lnTo>
                    <a:pt x="140" y="477"/>
                  </a:lnTo>
                  <a:lnTo>
                    <a:pt x="120" y="473"/>
                  </a:lnTo>
                  <a:lnTo>
                    <a:pt x="120" y="473"/>
                  </a:lnTo>
                  <a:lnTo>
                    <a:pt x="99" y="469"/>
                  </a:lnTo>
                  <a:lnTo>
                    <a:pt x="90" y="467"/>
                  </a:lnTo>
                  <a:lnTo>
                    <a:pt x="82" y="463"/>
                  </a:lnTo>
                  <a:lnTo>
                    <a:pt x="74" y="457"/>
                  </a:lnTo>
                  <a:lnTo>
                    <a:pt x="69" y="451"/>
                  </a:lnTo>
                  <a:lnTo>
                    <a:pt x="65" y="443"/>
                  </a:lnTo>
                  <a:lnTo>
                    <a:pt x="64" y="433"/>
                  </a:lnTo>
                  <a:lnTo>
                    <a:pt x="64" y="433"/>
                  </a:lnTo>
                  <a:lnTo>
                    <a:pt x="58" y="388"/>
                  </a:lnTo>
                  <a:lnTo>
                    <a:pt x="58" y="388"/>
                  </a:lnTo>
                  <a:lnTo>
                    <a:pt x="53" y="342"/>
                  </a:lnTo>
                  <a:lnTo>
                    <a:pt x="51" y="320"/>
                  </a:lnTo>
                  <a:lnTo>
                    <a:pt x="51" y="298"/>
                  </a:lnTo>
                  <a:lnTo>
                    <a:pt x="51" y="298"/>
                  </a:lnTo>
                  <a:lnTo>
                    <a:pt x="51" y="289"/>
                  </a:lnTo>
                  <a:lnTo>
                    <a:pt x="52" y="278"/>
                  </a:lnTo>
                  <a:lnTo>
                    <a:pt x="56" y="259"/>
                  </a:lnTo>
                  <a:lnTo>
                    <a:pt x="56" y="259"/>
                  </a:lnTo>
                  <a:lnTo>
                    <a:pt x="58" y="246"/>
                  </a:lnTo>
                  <a:lnTo>
                    <a:pt x="61" y="231"/>
                  </a:lnTo>
                  <a:lnTo>
                    <a:pt x="61" y="231"/>
                  </a:lnTo>
                  <a:lnTo>
                    <a:pt x="64" y="198"/>
                  </a:lnTo>
                  <a:lnTo>
                    <a:pt x="64" y="164"/>
                  </a:lnTo>
                  <a:lnTo>
                    <a:pt x="64" y="164"/>
                  </a:lnTo>
                  <a:lnTo>
                    <a:pt x="65" y="149"/>
                  </a:lnTo>
                  <a:lnTo>
                    <a:pt x="66" y="132"/>
                  </a:lnTo>
                  <a:lnTo>
                    <a:pt x="72" y="100"/>
                  </a:lnTo>
                  <a:lnTo>
                    <a:pt x="72" y="100"/>
                  </a:lnTo>
                  <a:lnTo>
                    <a:pt x="74" y="90"/>
                  </a:lnTo>
                  <a:lnTo>
                    <a:pt x="78" y="79"/>
                  </a:lnTo>
                  <a:lnTo>
                    <a:pt x="82" y="72"/>
                  </a:lnTo>
                  <a:lnTo>
                    <a:pt x="87" y="65"/>
                  </a:lnTo>
                  <a:lnTo>
                    <a:pt x="92" y="61"/>
                  </a:lnTo>
                  <a:lnTo>
                    <a:pt x="100" y="57"/>
                  </a:lnTo>
                  <a:lnTo>
                    <a:pt x="109" y="55"/>
                  </a:lnTo>
                  <a:lnTo>
                    <a:pt x="120" y="53"/>
                  </a:lnTo>
                  <a:lnTo>
                    <a:pt x="120" y="53"/>
                  </a:lnTo>
                  <a:lnTo>
                    <a:pt x="149" y="52"/>
                  </a:lnTo>
                  <a:lnTo>
                    <a:pt x="192" y="51"/>
                  </a:lnTo>
                  <a:lnTo>
                    <a:pt x="315" y="49"/>
                  </a:lnTo>
                  <a:lnTo>
                    <a:pt x="315" y="49"/>
                  </a:lnTo>
                  <a:lnTo>
                    <a:pt x="552" y="51"/>
                  </a:lnTo>
                  <a:lnTo>
                    <a:pt x="783" y="52"/>
                  </a:lnTo>
                  <a:lnTo>
                    <a:pt x="792" y="52"/>
                  </a:lnTo>
                  <a:lnTo>
                    <a:pt x="792" y="52"/>
                  </a:lnTo>
                  <a:lnTo>
                    <a:pt x="915" y="53"/>
                  </a:lnTo>
                  <a:lnTo>
                    <a:pt x="915" y="53"/>
                  </a:lnTo>
                  <a:lnTo>
                    <a:pt x="921" y="52"/>
                  </a:lnTo>
                  <a:lnTo>
                    <a:pt x="926" y="51"/>
                  </a:lnTo>
                  <a:lnTo>
                    <a:pt x="930" y="48"/>
                  </a:lnTo>
                  <a:lnTo>
                    <a:pt x="934" y="45"/>
                  </a:lnTo>
                  <a:lnTo>
                    <a:pt x="936" y="42"/>
                  </a:lnTo>
                  <a:lnTo>
                    <a:pt x="939" y="38"/>
                  </a:lnTo>
                  <a:lnTo>
                    <a:pt x="939" y="32"/>
                  </a:lnTo>
                  <a:lnTo>
                    <a:pt x="940" y="28"/>
                  </a:lnTo>
                  <a:lnTo>
                    <a:pt x="940" y="28"/>
                  </a:lnTo>
                  <a:lnTo>
                    <a:pt x="939" y="23"/>
                  </a:lnTo>
                  <a:lnTo>
                    <a:pt x="939" y="19"/>
                  </a:lnTo>
                  <a:lnTo>
                    <a:pt x="936" y="14"/>
                  </a:lnTo>
                  <a:lnTo>
                    <a:pt x="934" y="10"/>
                  </a:lnTo>
                  <a:lnTo>
                    <a:pt x="930" y="8"/>
                  </a:lnTo>
                  <a:lnTo>
                    <a:pt x="926" y="5"/>
                  </a:lnTo>
                  <a:lnTo>
                    <a:pt x="921" y="4"/>
                  </a:lnTo>
                  <a:lnTo>
                    <a:pt x="915" y="2"/>
                  </a:lnTo>
                  <a:lnTo>
                    <a:pt x="231" y="2"/>
                  </a:lnTo>
                  <a:lnTo>
                    <a:pt x="231" y="2"/>
                  </a:lnTo>
                  <a:lnTo>
                    <a:pt x="193" y="1"/>
                  </a:lnTo>
                  <a:lnTo>
                    <a:pt x="193" y="1"/>
                  </a:lnTo>
                  <a:lnTo>
                    <a:pt x="170" y="0"/>
                  </a:lnTo>
                  <a:lnTo>
                    <a:pt x="146" y="0"/>
                  </a:lnTo>
                  <a:lnTo>
                    <a:pt x="146" y="0"/>
                  </a:lnTo>
                  <a:lnTo>
                    <a:pt x="125" y="0"/>
                  </a:lnTo>
                  <a:lnTo>
                    <a:pt x="106" y="2"/>
                  </a:lnTo>
                  <a:lnTo>
                    <a:pt x="89" y="6"/>
                  </a:lnTo>
                  <a:lnTo>
                    <a:pt x="74" y="13"/>
                  </a:lnTo>
                  <a:lnTo>
                    <a:pt x="74" y="13"/>
                  </a:lnTo>
                  <a:lnTo>
                    <a:pt x="66" y="17"/>
                  </a:lnTo>
                  <a:lnTo>
                    <a:pt x="60" y="21"/>
                  </a:lnTo>
                  <a:lnTo>
                    <a:pt x="49" y="31"/>
                  </a:lnTo>
                  <a:lnTo>
                    <a:pt x="40" y="43"/>
                  </a:lnTo>
                  <a:lnTo>
                    <a:pt x="34" y="56"/>
                  </a:lnTo>
                  <a:lnTo>
                    <a:pt x="28" y="70"/>
                  </a:lnTo>
                  <a:lnTo>
                    <a:pt x="24" y="83"/>
                  </a:lnTo>
                  <a:lnTo>
                    <a:pt x="19" y="111"/>
                  </a:lnTo>
                  <a:lnTo>
                    <a:pt x="19" y="111"/>
                  </a:lnTo>
                  <a:lnTo>
                    <a:pt x="15" y="142"/>
                  </a:lnTo>
                  <a:lnTo>
                    <a:pt x="14" y="178"/>
                  </a:lnTo>
                  <a:lnTo>
                    <a:pt x="14" y="178"/>
                  </a:lnTo>
                  <a:lnTo>
                    <a:pt x="14" y="192"/>
                  </a:lnTo>
                  <a:lnTo>
                    <a:pt x="13" y="208"/>
                  </a:lnTo>
                  <a:lnTo>
                    <a:pt x="7" y="239"/>
                  </a:lnTo>
                  <a:lnTo>
                    <a:pt x="7" y="239"/>
                  </a:lnTo>
                  <a:lnTo>
                    <a:pt x="2" y="270"/>
                  </a:lnTo>
                  <a:lnTo>
                    <a:pt x="2" y="270"/>
                  </a:lnTo>
                  <a:lnTo>
                    <a:pt x="1" y="287"/>
                  </a:lnTo>
                  <a:lnTo>
                    <a:pt x="0" y="306"/>
                  </a:lnTo>
                  <a:lnTo>
                    <a:pt x="0" y="324"/>
                  </a:lnTo>
                  <a:lnTo>
                    <a:pt x="1" y="344"/>
                  </a:lnTo>
                  <a:lnTo>
                    <a:pt x="5" y="384"/>
                  </a:lnTo>
                  <a:lnTo>
                    <a:pt x="11" y="429"/>
                  </a:lnTo>
                  <a:lnTo>
                    <a:pt x="11" y="429"/>
                  </a:lnTo>
                  <a:lnTo>
                    <a:pt x="15" y="446"/>
                  </a:lnTo>
                  <a:lnTo>
                    <a:pt x="21" y="460"/>
                  </a:lnTo>
                  <a:lnTo>
                    <a:pt x="27" y="473"/>
                  </a:lnTo>
                  <a:lnTo>
                    <a:pt x="35" y="485"/>
                  </a:lnTo>
                  <a:lnTo>
                    <a:pt x="44" y="494"/>
                  </a:lnTo>
                  <a:lnTo>
                    <a:pt x="55" y="503"/>
                  </a:lnTo>
                  <a:lnTo>
                    <a:pt x="68" y="511"/>
                  </a:lnTo>
                  <a:lnTo>
                    <a:pt x="83" y="519"/>
                  </a:lnTo>
                  <a:lnTo>
                    <a:pt x="83" y="519"/>
                  </a:lnTo>
                  <a:lnTo>
                    <a:pt x="95" y="523"/>
                  </a:lnTo>
                  <a:lnTo>
                    <a:pt x="109" y="525"/>
                  </a:lnTo>
                  <a:lnTo>
                    <a:pt x="138" y="528"/>
                  </a:lnTo>
                  <a:lnTo>
                    <a:pt x="158" y="529"/>
                  </a:lnTo>
                  <a:lnTo>
                    <a:pt x="158" y="529"/>
                  </a:lnTo>
                  <a:lnTo>
                    <a:pt x="187" y="532"/>
                  </a:lnTo>
                  <a:lnTo>
                    <a:pt x="214" y="533"/>
                  </a:lnTo>
                  <a:lnTo>
                    <a:pt x="214" y="533"/>
                  </a:lnTo>
                  <a:close/>
                </a:path>
              </a:pathLst>
            </a:custGeom>
            <a:ln>
              <a:solidFill>
                <a:schemeClr val="accent1">
                  <a:alpha val="35000"/>
                </a:schemeClr>
              </a:solidFill>
            </a:ln>
          </p:spPr>
          <p:style>
            <a:lnRef idx="0">
              <a:srgbClr val="FFFFFF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46" name="Freeform 558"/>
            <p:cNvSpPr/>
            <p:nvPr>
              <p:custDataLst>
                <p:tags r:id="rId40"/>
              </p:custDataLst>
            </p:nvPr>
          </p:nvSpPr>
          <p:spPr bwMode="auto">
            <a:xfrm>
              <a:off x="2501901" y="1965325"/>
              <a:ext cx="250825" cy="203200"/>
            </a:xfrm>
            <a:custGeom>
              <a:avLst/>
              <a:gdLst/>
              <a:ahLst/>
              <a:cxnLst>
                <a:cxn ang="0">
                  <a:pos x="617" y="510"/>
                </a:cxn>
                <a:cxn ang="0">
                  <a:pos x="633" y="497"/>
                </a:cxn>
                <a:cxn ang="0">
                  <a:pos x="636" y="485"/>
                </a:cxn>
                <a:cxn ang="0">
                  <a:pos x="632" y="473"/>
                </a:cxn>
                <a:cxn ang="0">
                  <a:pos x="586" y="407"/>
                </a:cxn>
                <a:cxn ang="0">
                  <a:pos x="513" y="303"/>
                </a:cxn>
                <a:cxn ang="0">
                  <a:pos x="480" y="267"/>
                </a:cxn>
                <a:cxn ang="0">
                  <a:pos x="412" y="191"/>
                </a:cxn>
                <a:cxn ang="0">
                  <a:pos x="365" y="133"/>
                </a:cxn>
                <a:cxn ang="0">
                  <a:pos x="330" y="90"/>
                </a:cxn>
                <a:cxn ang="0">
                  <a:pos x="292" y="52"/>
                </a:cxn>
                <a:cxn ang="0">
                  <a:pos x="255" y="30"/>
                </a:cxn>
                <a:cxn ang="0">
                  <a:pos x="195" y="8"/>
                </a:cxn>
                <a:cxn ang="0">
                  <a:pos x="132" y="0"/>
                </a:cxn>
                <a:cxn ang="0">
                  <a:pos x="92" y="4"/>
                </a:cxn>
                <a:cxn ang="0">
                  <a:pos x="55" y="14"/>
                </a:cxn>
                <a:cxn ang="0">
                  <a:pos x="26" y="36"/>
                </a:cxn>
                <a:cxn ang="0">
                  <a:pos x="9" y="68"/>
                </a:cxn>
                <a:cxn ang="0">
                  <a:pos x="0" y="118"/>
                </a:cxn>
                <a:cxn ang="0">
                  <a:pos x="3" y="195"/>
                </a:cxn>
                <a:cxn ang="0">
                  <a:pos x="5" y="240"/>
                </a:cxn>
                <a:cxn ang="0">
                  <a:pos x="8" y="251"/>
                </a:cxn>
                <a:cxn ang="0">
                  <a:pos x="17" y="261"/>
                </a:cxn>
                <a:cxn ang="0">
                  <a:pos x="31" y="264"/>
                </a:cxn>
                <a:cxn ang="0">
                  <a:pos x="41" y="263"/>
                </a:cxn>
                <a:cxn ang="0">
                  <a:pos x="51" y="255"/>
                </a:cxn>
                <a:cxn ang="0">
                  <a:pos x="56" y="240"/>
                </a:cxn>
                <a:cxn ang="0">
                  <a:pos x="54" y="196"/>
                </a:cxn>
                <a:cxn ang="0">
                  <a:pos x="50" y="148"/>
                </a:cxn>
                <a:cxn ang="0">
                  <a:pos x="55" y="102"/>
                </a:cxn>
                <a:cxn ang="0">
                  <a:pos x="67" y="76"/>
                </a:cxn>
                <a:cxn ang="0">
                  <a:pos x="89" y="57"/>
                </a:cxn>
                <a:cxn ang="0">
                  <a:pos x="113" y="52"/>
                </a:cxn>
                <a:cxn ang="0">
                  <a:pos x="145" y="52"/>
                </a:cxn>
                <a:cxn ang="0">
                  <a:pos x="186" y="57"/>
                </a:cxn>
                <a:cxn ang="0">
                  <a:pos x="235" y="76"/>
                </a:cxn>
                <a:cxn ang="0">
                  <a:pos x="263" y="95"/>
                </a:cxn>
                <a:cxn ang="0">
                  <a:pos x="300" y="137"/>
                </a:cxn>
                <a:cxn ang="0">
                  <a:pos x="315" y="157"/>
                </a:cxn>
                <a:cxn ang="0">
                  <a:pos x="411" y="264"/>
                </a:cxn>
                <a:cxn ang="0">
                  <a:pos x="489" y="353"/>
                </a:cxn>
                <a:cxn ang="0">
                  <a:pos x="546" y="435"/>
                </a:cxn>
                <a:cxn ang="0">
                  <a:pos x="589" y="501"/>
                </a:cxn>
                <a:cxn ang="0">
                  <a:pos x="598" y="509"/>
                </a:cxn>
                <a:cxn ang="0">
                  <a:pos x="610" y="511"/>
                </a:cxn>
              </a:cxnLst>
              <a:rect l="0" t="0" r="r" b="b"/>
              <a:pathLst>
                <a:path w="636" h="511">
                  <a:moveTo>
                    <a:pt x="610" y="511"/>
                  </a:moveTo>
                  <a:lnTo>
                    <a:pt x="610" y="511"/>
                  </a:lnTo>
                  <a:lnTo>
                    <a:pt x="617" y="510"/>
                  </a:lnTo>
                  <a:lnTo>
                    <a:pt x="624" y="507"/>
                  </a:lnTo>
                  <a:lnTo>
                    <a:pt x="629" y="503"/>
                  </a:lnTo>
                  <a:lnTo>
                    <a:pt x="633" y="497"/>
                  </a:lnTo>
                  <a:lnTo>
                    <a:pt x="633" y="497"/>
                  </a:lnTo>
                  <a:lnTo>
                    <a:pt x="636" y="492"/>
                  </a:lnTo>
                  <a:lnTo>
                    <a:pt x="636" y="485"/>
                  </a:lnTo>
                  <a:lnTo>
                    <a:pt x="634" y="480"/>
                  </a:lnTo>
                  <a:lnTo>
                    <a:pt x="632" y="473"/>
                  </a:lnTo>
                  <a:lnTo>
                    <a:pt x="632" y="473"/>
                  </a:lnTo>
                  <a:lnTo>
                    <a:pt x="608" y="439"/>
                  </a:lnTo>
                  <a:lnTo>
                    <a:pt x="586" y="407"/>
                  </a:lnTo>
                  <a:lnTo>
                    <a:pt x="586" y="407"/>
                  </a:lnTo>
                  <a:lnTo>
                    <a:pt x="563" y="373"/>
                  </a:lnTo>
                  <a:lnTo>
                    <a:pt x="539" y="337"/>
                  </a:lnTo>
                  <a:lnTo>
                    <a:pt x="513" y="303"/>
                  </a:lnTo>
                  <a:lnTo>
                    <a:pt x="500" y="288"/>
                  </a:lnTo>
                  <a:lnTo>
                    <a:pt x="485" y="272"/>
                  </a:lnTo>
                  <a:lnTo>
                    <a:pt x="480" y="267"/>
                  </a:lnTo>
                  <a:lnTo>
                    <a:pt x="480" y="267"/>
                  </a:lnTo>
                  <a:lnTo>
                    <a:pt x="434" y="217"/>
                  </a:lnTo>
                  <a:lnTo>
                    <a:pt x="412" y="191"/>
                  </a:lnTo>
                  <a:lnTo>
                    <a:pt x="390" y="165"/>
                  </a:lnTo>
                  <a:lnTo>
                    <a:pt x="390" y="165"/>
                  </a:lnTo>
                  <a:lnTo>
                    <a:pt x="365" y="133"/>
                  </a:lnTo>
                  <a:lnTo>
                    <a:pt x="365" y="133"/>
                  </a:lnTo>
                  <a:lnTo>
                    <a:pt x="348" y="111"/>
                  </a:lnTo>
                  <a:lnTo>
                    <a:pt x="330" y="90"/>
                  </a:lnTo>
                  <a:lnTo>
                    <a:pt x="311" y="69"/>
                  </a:lnTo>
                  <a:lnTo>
                    <a:pt x="301" y="61"/>
                  </a:lnTo>
                  <a:lnTo>
                    <a:pt x="292" y="52"/>
                  </a:lnTo>
                  <a:lnTo>
                    <a:pt x="292" y="52"/>
                  </a:lnTo>
                  <a:lnTo>
                    <a:pt x="273" y="40"/>
                  </a:lnTo>
                  <a:lnTo>
                    <a:pt x="255" y="30"/>
                  </a:lnTo>
                  <a:lnTo>
                    <a:pt x="235" y="21"/>
                  </a:lnTo>
                  <a:lnTo>
                    <a:pt x="216" y="13"/>
                  </a:lnTo>
                  <a:lnTo>
                    <a:pt x="195" y="8"/>
                  </a:lnTo>
                  <a:lnTo>
                    <a:pt x="174" y="2"/>
                  </a:lnTo>
                  <a:lnTo>
                    <a:pt x="153" y="0"/>
                  </a:lnTo>
                  <a:lnTo>
                    <a:pt x="132" y="0"/>
                  </a:lnTo>
                  <a:lnTo>
                    <a:pt x="132" y="0"/>
                  </a:lnTo>
                  <a:lnTo>
                    <a:pt x="111" y="0"/>
                  </a:lnTo>
                  <a:lnTo>
                    <a:pt x="92" y="4"/>
                  </a:lnTo>
                  <a:lnTo>
                    <a:pt x="73" y="8"/>
                  </a:lnTo>
                  <a:lnTo>
                    <a:pt x="55" y="14"/>
                  </a:lnTo>
                  <a:lnTo>
                    <a:pt x="55" y="14"/>
                  </a:lnTo>
                  <a:lnTo>
                    <a:pt x="43" y="21"/>
                  </a:lnTo>
                  <a:lnTo>
                    <a:pt x="34" y="29"/>
                  </a:lnTo>
                  <a:lnTo>
                    <a:pt x="26" y="36"/>
                  </a:lnTo>
                  <a:lnTo>
                    <a:pt x="18" y="46"/>
                  </a:lnTo>
                  <a:lnTo>
                    <a:pt x="13" y="56"/>
                  </a:lnTo>
                  <a:lnTo>
                    <a:pt x="9" y="68"/>
                  </a:lnTo>
                  <a:lnTo>
                    <a:pt x="5" y="80"/>
                  </a:lnTo>
                  <a:lnTo>
                    <a:pt x="3" y="91"/>
                  </a:lnTo>
                  <a:lnTo>
                    <a:pt x="0" y="118"/>
                  </a:lnTo>
                  <a:lnTo>
                    <a:pt x="0" y="144"/>
                  </a:lnTo>
                  <a:lnTo>
                    <a:pt x="1" y="170"/>
                  </a:lnTo>
                  <a:lnTo>
                    <a:pt x="3" y="195"/>
                  </a:lnTo>
                  <a:lnTo>
                    <a:pt x="3" y="195"/>
                  </a:lnTo>
                  <a:lnTo>
                    <a:pt x="5" y="220"/>
                  </a:lnTo>
                  <a:lnTo>
                    <a:pt x="5" y="240"/>
                  </a:lnTo>
                  <a:lnTo>
                    <a:pt x="5" y="240"/>
                  </a:lnTo>
                  <a:lnTo>
                    <a:pt x="7" y="246"/>
                  </a:lnTo>
                  <a:lnTo>
                    <a:pt x="8" y="251"/>
                  </a:lnTo>
                  <a:lnTo>
                    <a:pt x="11" y="255"/>
                  </a:lnTo>
                  <a:lnTo>
                    <a:pt x="13" y="259"/>
                  </a:lnTo>
                  <a:lnTo>
                    <a:pt x="17" y="261"/>
                  </a:lnTo>
                  <a:lnTo>
                    <a:pt x="22" y="263"/>
                  </a:lnTo>
                  <a:lnTo>
                    <a:pt x="26" y="264"/>
                  </a:lnTo>
                  <a:lnTo>
                    <a:pt x="31" y="264"/>
                  </a:lnTo>
                  <a:lnTo>
                    <a:pt x="31" y="264"/>
                  </a:lnTo>
                  <a:lnTo>
                    <a:pt x="35" y="264"/>
                  </a:lnTo>
                  <a:lnTo>
                    <a:pt x="41" y="263"/>
                  </a:lnTo>
                  <a:lnTo>
                    <a:pt x="45" y="261"/>
                  </a:lnTo>
                  <a:lnTo>
                    <a:pt x="48" y="259"/>
                  </a:lnTo>
                  <a:lnTo>
                    <a:pt x="51" y="255"/>
                  </a:lnTo>
                  <a:lnTo>
                    <a:pt x="54" y="251"/>
                  </a:lnTo>
                  <a:lnTo>
                    <a:pt x="55" y="246"/>
                  </a:lnTo>
                  <a:lnTo>
                    <a:pt x="56" y="240"/>
                  </a:lnTo>
                  <a:lnTo>
                    <a:pt x="56" y="240"/>
                  </a:lnTo>
                  <a:lnTo>
                    <a:pt x="55" y="220"/>
                  </a:lnTo>
                  <a:lnTo>
                    <a:pt x="54" y="196"/>
                  </a:lnTo>
                  <a:lnTo>
                    <a:pt x="54" y="196"/>
                  </a:lnTo>
                  <a:lnTo>
                    <a:pt x="51" y="171"/>
                  </a:lnTo>
                  <a:lnTo>
                    <a:pt x="50" y="148"/>
                  </a:lnTo>
                  <a:lnTo>
                    <a:pt x="51" y="124"/>
                  </a:lnTo>
                  <a:lnTo>
                    <a:pt x="52" y="112"/>
                  </a:lnTo>
                  <a:lnTo>
                    <a:pt x="55" y="102"/>
                  </a:lnTo>
                  <a:lnTo>
                    <a:pt x="58" y="93"/>
                  </a:lnTo>
                  <a:lnTo>
                    <a:pt x="62" y="84"/>
                  </a:lnTo>
                  <a:lnTo>
                    <a:pt x="67" y="76"/>
                  </a:lnTo>
                  <a:lnTo>
                    <a:pt x="72" y="68"/>
                  </a:lnTo>
                  <a:lnTo>
                    <a:pt x="80" y="63"/>
                  </a:lnTo>
                  <a:lnTo>
                    <a:pt x="89" y="57"/>
                  </a:lnTo>
                  <a:lnTo>
                    <a:pt x="99" y="53"/>
                  </a:lnTo>
                  <a:lnTo>
                    <a:pt x="113" y="52"/>
                  </a:lnTo>
                  <a:lnTo>
                    <a:pt x="113" y="52"/>
                  </a:lnTo>
                  <a:lnTo>
                    <a:pt x="132" y="51"/>
                  </a:lnTo>
                  <a:lnTo>
                    <a:pt x="132" y="51"/>
                  </a:lnTo>
                  <a:lnTo>
                    <a:pt x="145" y="52"/>
                  </a:lnTo>
                  <a:lnTo>
                    <a:pt x="158" y="53"/>
                  </a:lnTo>
                  <a:lnTo>
                    <a:pt x="173" y="55"/>
                  </a:lnTo>
                  <a:lnTo>
                    <a:pt x="186" y="57"/>
                  </a:lnTo>
                  <a:lnTo>
                    <a:pt x="211" y="65"/>
                  </a:lnTo>
                  <a:lnTo>
                    <a:pt x="235" y="76"/>
                  </a:lnTo>
                  <a:lnTo>
                    <a:pt x="235" y="76"/>
                  </a:lnTo>
                  <a:lnTo>
                    <a:pt x="246" y="81"/>
                  </a:lnTo>
                  <a:lnTo>
                    <a:pt x="255" y="87"/>
                  </a:lnTo>
                  <a:lnTo>
                    <a:pt x="263" y="95"/>
                  </a:lnTo>
                  <a:lnTo>
                    <a:pt x="271" y="103"/>
                  </a:lnTo>
                  <a:lnTo>
                    <a:pt x="285" y="120"/>
                  </a:lnTo>
                  <a:lnTo>
                    <a:pt x="300" y="137"/>
                  </a:lnTo>
                  <a:lnTo>
                    <a:pt x="300" y="137"/>
                  </a:lnTo>
                  <a:lnTo>
                    <a:pt x="315" y="157"/>
                  </a:lnTo>
                  <a:lnTo>
                    <a:pt x="315" y="157"/>
                  </a:lnTo>
                  <a:lnTo>
                    <a:pt x="362" y="212"/>
                  </a:lnTo>
                  <a:lnTo>
                    <a:pt x="411" y="264"/>
                  </a:lnTo>
                  <a:lnTo>
                    <a:pt x="411" y="264"/>
                  </a:lnTo>
                  <a:lnTo>
                    <a:pt x="468" y="328"/>
                  </a:lnTo>
                  <a:lnTo>
                    <a:pt x="468" y="328"/>
                  </a:lnTo>
                  <a:lnTo>
                    <a:pt x="489" y="353"/>
                  </a:lnTo>
                  <a:lnTo>
                    <a:pt x="509" y="380"/>
                  </a:lnTo>
                  <a:lnTo>
                    <a:pt x="527" y="408"/>
                  </a:lnTo>
                  <a:lnTo>
                    <a:pt x="546" y="435"/>
                  </a:lnTo>
                  <a:lnTo>
                    <a:pt x="546" y="435"/>
                  </a:lnTo>
                  <a:lnTo>
                    <a:pt x="566" y="468"/>
                  </a:lnTo>
                  <a:lnTo>
                    <a:pt x="589" y="501"/>
                  </a:lnTo>
                  <a:lnTo>
                    <a:pt x="589" y="501"/>
                  </a:lnTo>
                  <a:lnTo>
                    <a:pt x="593" y="505"/>
                  </a:lnTo>
                  <a:lnTo>
                    <a:pt x="598" y="509"/>
                  </a:lnTo>
                  <a:lnTo>
                    <a:pt x="603" y="510"/>
                  </a:lnTo>
                  <a:lnTo>
                    <a:pt x="610" y="511"/>
                  </a:lnTo>
                  <a:lnTo>
                    <a:pt x="610" y="511"/>
                  </a:lnTo>
                  <a:close/>
                </a:path>
              </a:pathLst>
            </a:custGeom>
            <a:ln>
              <a:solidFill>
                <a:schemeClr val="accent1">
                  <a:alpha val="35000"/>
                </a:schemeClr>
              </a:solidFill>
            </a:ln>
          </p:spPr>
          <p:style>
            <a:lnRef idx="0">
              <a:srgbClr val="FFFFFF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47" name="Freeform 559"/>
            <p:cNvSpPr/>
            <p:nvPr>
              <p:custDataLst>
                <p:tags r:id="rId41"/>
              </p:custDataLst>
            </p:nvPr>
          </p:nvSpPr>
          <p:spPr bwMode="auto">
            <a:xfrm>
              <a:off x="2503488" y="2152650"/>
              <a:ext cx="250825" cy="217488"/>
            </a:xfrm>
            <a:custGeom>
              <a:avLst/>
              <a:gdLst/>
              <a:ahLst/>
              <a:cxnLst>
                <a:cxn ang="0">
                  <a:pos x="192" y="545"/>
                </a:cxn>
                <a:cxn ang="0">
                  <a:pos x="248" y="528"/>
                </a:cxn>
                <a:cxn ang="0">
                  <a:pos x="299" y="493"/>
                </a:cxn>
                <a:cxn ang="0">
                  <a:pos x="330" y="456"/>
                </a:cxn>
                <a:cxn ang="0">
                  <a:pos x="374" y="396"/>
                </a:cxn>
                <a:cxn ang="0">
                  <a:pos x="412" y="342"/>
                </a:cxn>
                <a:cxn ang="0">
                  <a:pos x="442" y="302"/>
                </a:cxn>
                <a:cxn ang="0">
                  <a:pos x="464" y="278"/>
                </a:cxn>
                <a:cxn ang="0">
                  <a:pos x="477" y="260"/>
                </a:cxn>
                <a:cxn ang="0">
                  <a:pos x="489" y="236"/>
                </a:cxn>
                <a:cxn ang="0">
                  <a:pos x="521" y="198"/>
                </a:cxn>
                <a:cxn ang="0">
                  <a:pos x="564" y="142"/>
                </a:cxn>
                <a:cxn ang="0">
                  <a:pos x="581" y="123"/>
                </a:cxn>
                <a:cxn ang="0">
                  <a:pos x="599" y="99"/>
                </a:cxn>
                <a:cxn ang="0">
                  <a:pos x="620" y="66"/>
                </a:cxn>
                <a:cxn ang="0">
                  <a:pos x="632" y="26"/>
                </a:cxn>
                <a:cxn ang="0">
                  <a:pos x="630" y="15"/>
                </a:cxn>
                <a:cxn ang="0">
                  <a:pos x="626" y="7"/>
                </a:cxn>
                <a:cxn ang="0">
                  <a:pos x="613" y="1"/>
                </a:cxn>
                <a:cxn ang="0">
                  <a:pos x="599" y="2"/>
                </a:cxn>
                <a:cxn ang="0">
                  <a:pos x="587" y="10"/>
                </a:cxn>
                <a:cxn ang="0">
                  <a:pos x="582" y="23"/>
                </a:cxn>
                <a:cxn ang="0">
                  <a:pos x="575" y="47"/>
                </a:cxn>
                <a:cxn ang="0">
                  <a:pos x="548" y="86"/>
                </a:cxn>
                <a:cxn ang="0">
                  <a:pos x="518" y="117"/>
                </a:cxn>
                <a:cxn ang="0">
                  <a:pos x="488" y="159"/>
                </a:cxn>
                <a:cxn ang="0">
                  <a:pos x="463" y="192"/>
                </a:cxn>
                <a:cxn ang="0">
                  <a:pos x="446" y="210"/>
                </a:cxn>
                <a:cxn ang="0">
                  <a:pos x="426" y="236"/>
                </a:cxn>
                <a:cxn ang="0">
                  <a:pos x="401" y="270"/>
                </a:cxn>
                <a:cxn ang="0">
                  <a:pos x="375" y="302"/>
                </a:cxn>
                <a:cxn ang="0">
                  <a:pos x="339" y="358"/>
                </a:cxn>
                <a:cxn ang="0">
                  <a:pos x="316" y="389"/>
                </a:cxn>
                <a:cxn ang="0">
                  <a:pos x="301" y="417"/>
                </a:cxn>
                <a:cxn ang="0">
                  <a:pos x="289" y="433"/>
                </a:cxn>
                <a:cxn ang="0">
                  <a:pos x="260" y="461"/>
                </a:cxn>
                <a:cxn ang="0">
                  <a:pos x="243" y="477"/>
                </a:cxn>
                <a:cxn ang="0">
                  <a:pos x="212" y="493"/>
                </a:cxn>
                <a:cxn ang="0">
                  <a:pos x="178" y="498"/>
                </a:cxn>
                <a:cxn ang="0">
                  <a:pos x="146" y="493"/>
                </a:cxn>
                <a:cxn ang="0">
                  <a:pos x="116" y="480"/>
                </a:cxn>
                <a:cxn ang="0">
                  <a:pos x="95" y="467"/>
                </a:cxn>
                <a:cxn ang="0">
                  <a:pos x="67" y="439"/>
                </a:cxn>
                <a:cxn ang="0">
                  <a:pos x="61" y="425"/>
                </a:cxn>
                <a:cxn ang="0">
                  <a:pos x="56" y="397"/>
                </a:cxn>
                <a:cxn ang="0">
                  <a:pos x="51" y="371"/>
                </a:cxn>
                <a:cxn ang="0">
                  <a:pos x="51" y="290"/>
                </a:cxn>
                <a:cxn ang="0">
                  <a:pos x="52" y="251"/>
                </a:cxn>
                <a:cxn ang="0">
                  <a:pos x="48" y="236"/>
                </a:cxn>
                <a:cxn ang="0">
                  <a:pos x="42" y="230"/>
                </a:cxn>
                <a:cxn ang="0">
                  <a:pos x="27" y="226"/>
                </a:cxn>
                <a:cxn ang="0">
                  <a:pos x="18" y="227"/>
                </a:cxn>
                <a:cxn ang="0">
                  <a:pos x="6" y="235"/>
                </a:cxn>
                <a:cxn ang="0">
                  <a:pos x="3" y="251"/>
                </a:cxn>
                <a:cxn ang="0">
                  <a:pos x="1" y="286"/>
                </a:cxn>
                <a:cxn ang="0">
                  <a:pos x="3" y="378"/>
                </a:cxn>
                <a:cxn ang="0">
                  <a:pos x="9" y="423"/>
                </a:cxn>
                <a:cxn ang="0">
                  <a:pos x="26" y="465"/>
                </a:cxn>
                <a:cxn ang="0">
                  <a:pos x="54" y="501"/>
                </a:cxn>
                <a:cxn ang="0">
                  <a:pos x="78" y="519"/>
                </a:cxn>
                <a:cxn ang="0">
                  <a:pos x="118" y="537"/>
                </a:cxn>
                <a:cxn ang="0">
                  <a:pos x="159" y="546"/>
                </a:cxn>
              </a:cxnLst>
              <a:rect l="0" t="0" r="r" b="b"/>
              <a:pathLst>
                <a:path w="632" h="546">
                  <a:moveTo>
                    <a:pt x="173" y="546"/>
                  </a:moveTo>
                  <a:lnTo>
                    <a:pt x="173" y="546"/>
                  </a:lnTo>
                  <a:lnTo>
                    <a:pt x="192" y="545"/>
                  </a:lnTo>
                  <a:lnTo>
                    <a:pt x="212" y="542"/>
                  </a:lnTo>
                  <a:lnTo>
                    <a:pt x="231" y="536"/>
                  </a:lnTo>
                  <a:lnTo>
                    <a:pt x="248" y="528"/>
                  </a:lnTo>
                  <a:lnTo>
                    <a:pt x="267" y="519"/>
                  </a:lnTo>
                  <a:lnTo>
                    <a:pt x="284" y="506"/>
                  </a:lnTo>
                  <a:lnTo>
                    <a:pt x="299" y="493"/>
                  </a:lnTo>
                  <a:lnTo>
                    <a:pt x="314" y="476"/>
                  </a:lnTo>
                  <a:lnTo>
                    <a:pt x="314" y="476"/>
                  </a:lnTo>
                  <a:lnTo>
                    <a:pt x="330" y="456"/>
                  </a:lnTo>
                  <a:lnTo>
                    <a:pt x="344" y="436"/>
                  </a:lnTo>
                  <a:lnTo>
                    <a:pt x="374" y="396"/>
                  </a:lnTo>
                  <a:lnTo>
                    <a:pt x="374" y="396"/>
                  </a:lnTo>
                  <a:lnTo>
                    <a:pt x="398" y="363"/>
                  </a:lnTo>
                  <a:lnTo>
                    <a:pt x="398" y="363"/>
                  </a:lnTo>
                  <a:lnTo>
                    <a:pt x="412" y="342"/>
                  </a:lnTo>
                  <a:lnTo>
                    <a:pt x="412" y="342"/>
                  </a:lnTo>
                  <a:lnTo>
                    <a:pt x="432" y="315"/>
                  </a:lnTo>
                  <a:lnTo>
                    <a:pt x="442" y="302"/>
                  </a:lnTo>
                  <a:lnTo>
                    <a:pt x="454" y="289"/>
                  </a:lnTo>
                  <a:lnTo>
                    <a:pt x="454" y="289"/>
                  </a:lnTo>
                  <a:lnTo>
                    <a:pt x="464" y="278"/>
                  </a:lnTo>
                  <a:lnTo>
                    <a:pt x="472" y="268"/>
                  </a:lnTo>
                  <a:lnTo>
                    <a:pt x="472" y="268"/>
                  </a:lnTo>
                  <a:lnTo>
                    <a:pt x="477" y="260"/>
                  </a:lnTo>
                  <a:lnTo>
                    <a:pt x="483" y="249"/>
                  </a:lnTo>
                  <a:lnTo>
                    <a:pt x="483" y="249"/>
                  </a:lnTo>
                  <a:lnTo>
                    <a:pt x="489" y="236"/>
                  </a:lnTo>
                  <a:lnTo>
                    <a:pt x="489" y="236"/>
                  </a:lnTo>
                  <a:lnTo>
                    <a:pt x="505" y="219"/>
                  </a:lnTo>
                  <a:lnTo>
                    <a:pt x="521" y="198"/>
                  </a:lnTo>
                  <a:lnTo>
                    <a:pt x="521" y="198"/>
                  </a:lnTo>
                  <a:lnTo>
                    <a:pt x="541" y="170"/>
                  </a:lnTo>
                  <a:lnTo>
                    <a:pt x="564" y="142"/>
                  </a:lnTo>
                  <a:lnTo>
                    <a:pt x="569" y="136"/>
                  </a:lnTo>
                  <a:lnTo>
                    <a:pt x="569" y="136"/>
                  </a:lnTo>
                  <a:lnTo>
                    <a:pt x="581" y="123"/>
                  </a:lnTo>
                  <a:lnTo>
                    <a:pt x="582" y="120"/>
                  </a:lnTo>
                  <a:lnTo>
                    <a:pt x="582" y="120"/>
                  </a:lnTo>
                  <a:lnTo>
                    <a:pt x="599" y="99"/>
                  </a:lnTo>
                  <a:lnTo>
                    <a:pt x="607" y="89"/>
                  </a:lnTo>
                  <a:lnTo>
                    <a:pt x="615" y="78"/>
                  </a:lnTo>
                  <a:lnTo>
                    <a:pt x="620" y="66"/>
                  </a:lnTo>
                  <a:lnTo>
                    <a:pt x="625" y="53"/>
                  </a:lnTo>
                  <a:lnTo>
                    <a:pt x="629" y="40"/>
                  </a:lnTo>
                  <a:lnTo>
                    <a:pt x="632" y="26"/>
                  </a:lnTo>
                  <a:lnTo>
                    <a:pt x="632" y="26"/>
                  </a:lnTo>
                  <a:lnTo>
                    <a:pt x="632" y="21"/>
                  </a:lnTo>
                  <a:lnTo>
                    <a:pt x="630" y="15"/>
                  </a:lnTo>
                  <a:lnTo>
                    <a:pt x="629" y="11"/>
                  </a:lnTo>
                  <a:lnTo>
                    <a:pt x="626" y="7"/>
                  </a:lnTo>
                  <a:lnTo>
                    <a:pt x="626" y="7"/>
                  </a:lnTo>
                  <a:lnTo>
                    <a:pt x="623" y="5"/>
                  </a:lnTo>
                  <a:lnTo>
                    <a:pt x="617" y="2"/>
                  </a:lnTo>
                  <a:lnTo>
                    <a:pt x="613" y="1"/>
                  </a:lnTo>
                  <a:lnTo>
                    <a:pt x="608" y="0"/>
                  </a:lnTo>
                  <a:lnTo>
                    <a:pt x="608" y="0"/>
                  </a:lnTo>
                  <a:lnTo>
                    <a:pt x="599" y="2"/>
                  </a:lnTo>
                  <a:lnTo>
                    <a:pt x="595" y="4"/>
                  </a:lnTo>
                  <a:lnTo>
                    <a:pt x="591" y="6"/>
                  </a:lnTo>
                  <a:lnTo>
                    <a:pt x="587" y="10"/>
                  </a:lnTo>
                  <a:lnTo>
                    <a:pt x="585" y="14"/>
                  </a:lnTo>
                  <a:lnTo>
                    <a:pt x="582" y="18"/>
                  </a:lnTo>
                  <a:lnTo>
                    <a:pt x="582" y="23"/>
                  </a:lnTo>
                  <a:lnTo>
                    <a:pt x="582" y="23"/>
                  </a:lnTo>
                  <a:lnTo>
                    <a:pt x="579" y="35"/>
                  </a:lnTo>
                  <a:lnTo>
                    <a:pt x="575" y="47"/>
                  </a:lnTo>
                  <a:lnTo>
                    <a:pt x="570" y="57"/>
                  </a:lnTo>
                  <a:lnTo>
                    <a:pt x="564" y="68"/>
                  </a:lnTo>
                  <a:lnTo>
                    <a:pt x="548" y="86"/>
                  </a:lnTo>
                  <a:lnTo>
                    <a:pt x="531" y="104"/>
                  </a:lnTo>
                  <a:lnTo>
                    <a:pt x="531" y="104"/>
                  </a:lnTo>
                  <a:lnTo>
                    <a:pt x="518" y="117"/>
                  </a:lnTo>
                  <a:lnTo>
                    <a:pt x="518" y="117"/>
                  </a:lnTo>
                  <a:lnTo>
                    <a:pt x="502" y="138"/>
                  </a:lnTo>
                  <a:lnTo>
                    <a:pt x="488" y="159"/>
                  </a:lnTo>
                  <a:lnTo>
                    <a:pt x="488" y="159"/>
                  </a:lnTo>
                  <a:lnTo>
                    <a:pt x="471" y="181"/>
                  </a:lnTo>
                  <a:lnTo>
                    <a:pt x="463" y="192"/>
                  </a:lnTo>
                  <a:lnTo>
                    <a:pt x="454" y="201"/>
                  </a:lnTo>
                  <a:lnTo>
                    <a:pt x="454" y="201"/>
                  </a:lnTo>
                  <a:lnTo>
                    <a:pt x="446" y="210"/>
                  </a:lnTo>
                  <a:lnTo>
                    <a:pt x="439" y="218"/>
                  </a:lnTo>
                  <a:lnTo>
                    <a:pt x="426" y="236"/>
                  </a:lnTo>
                  <a:lnTo>
                    <a:pt x="426" y="236"/>
                  </a:lnTo>
                  <a:lnTo>
                    <a:pt x="415" y="255"/>
                  </a:lnTo>
                  <a:lnTo>
                    <a:pt x="408" y="262"/>
                  </a:lnTo>
                  <a:lnTo>
                    <a:pt x="401" y="270"/>
                  </a:lnTo>
                  <a:lnTo>
                    <a:pt x="401" y="270"/>
                  </a:lnTo>
                  <a:lnTo>
                    <a:pt x="388" y="286"/>
                  </a:lnTo>
                  <a:lnTo>
                    <a:pt x="375" y="302"/>
                  </a:lnTo>
                  <a:lnTo>
                    <a:pt x="353" y="336"/>
                  </a:lnTo>
                  <a:lnTo>
                    <a:pt x="353" y="336"/>
                  </a:lnTo>
                  <a:lnTo>
                    <a:pt x="339" y="358"/>
                  </a:lnTo>
                  <a:lnTo>
                    <a:pt x="324" y="378"/>
                  </a:lnTo>
                  <a:lnTo>
                    <a:pt x="324" y="378"/>
                  </a:lnTo>
                  <a:lnTo>
                    <a:pt x="316" y="389"/>
                  </a:lnTo>
                  <a:lnTo>
                    <a:pt x="310" y="401"/>
                  </a:lnTo>
                  <a:lnTo>
                    <a:pt x="310" y="401"/>
                  </a:lnTo>
                  <a:lnTo>
                    <a:pt x="301" y="417"/>
                  </a:lnTo>
                  <a:lnTo>
                    <a:pt x="301" y="417"/>
                  </a:lnTo>
                  <a:lnTo>
                    <a:pt x="296" y="425"/>
                  </a:lnTo>
                  <a:lnTo>
                    <a:pt x="289" y="433"/>
                  </a:lnTo>
                  <a:lnTo>
                    <a:pt x="275" y="447"/>
                  </a:lnTo>
                  <a:lnTo>
                    <a:pt x="275" y="447"/>
                  </a:lnTo>
                  <a:lnTo>
                    <a:pt x="260" y="461"/>
                  </a:lnTo>
                  <a:lnTo>
                    <a:pt x="260" y="461"/>
                  </a:lnTo>
                  <a:lnTo>
                    <a:pt x="252" y="469"/>
                  </a:lnTo>
                  <a:lnTo>
                    <a:pt x="243" y="477"/>
                  </a:lnTo>
                  <a:lnTo>
                    <a:pt x="233" y="484"/>
                  </a:lnTo>
                  <a:lnTo>
                    <a:pt x="222" y="487"/>
                  </a:lnTo>
                  <a:lnTo>
                    <a:pt x="212" y="493"/>
                  </a:lnTo>
                  <a:lnTo>
                    <a:pt x="200" y="495"/>
                  </a:lnTo>
                  <a:lnTo>
                    <a:pt x="190" y="497"/>
                  </a:lnTo>
                  <a:lnTo>
                    <a:pt x="178" y="498"/>
                  </a:lnTo>
                  <a:lnTo>
                    <a:pt x="178" y="498"/>
                  </a:lnTo>
                  <a:lnTo>
                    <a:pt x="162" y="497"/>
                  </a:lnTo>
                  <a:lnTo>
                    <a:pt x="146" y="493"/>
                  </a:lnTo>
                  <a:lnTo>
                    <a:pt x="131" y="487"/>
                  </a:lnTo>
                  <a:lnTo>
                    <a:pt x="116" y="480"/>
                  </a:lnTo>
                  <a:lnTo>
                    <a:pt x="116" y="480"/>
                  </a:lnTo>
                  <a:lnTo>
                    <a:pt x="107" y="474"/>
                  </a:lnTo>
                  <a:lnTo>
                    <a:pt x="107" y="474"/>
                  </a:lnTo>
                  <a:lnTo>
                    <a:pt x="95" y="467"/>
                  </a:lnTo>
                  <a:lnTo>
                    <a:pt x="85" y="460"/>
                  </a:lnTo>
                  <a:lnTo>
                    <a:pt x="76" y="451"/>
                  </a:lnTo>
                  <a:lnTo>
                    <a:pt x="67" y="439"/>
                  </a:lnTo>
                  <a:lnTo>
                    <a:pt x="67" y="439"/>
                  </a:lnTo>
                  <a:lnTo>
                    <a:pt x="64" y="433"/>
                  </a:lnTo>
                  <a:lnTo>
                    <a:pt x="61" y="425"/>
                  </a:lnTo>
                  <a:lnTo>
                    <a:pt x="57" y="408"/>
                  </a:lnTo>
                  <a:lnTo>
                    <a:pt x="57" y="408"/>
                  </a:lnTo>
                  <a:lnTo>
                    <a:pt x="56" y="397"/>
                  </a:lnTo>
                  <a:lnTo>
                    <a:pt x="56" y="397"/>
                  </a:lnTo>
                  <a:lnTo>
                    <a:pt x="52" y="384"/>
                  </a:lnTo>
                  <a:lnTo>
                    <a:pt x="51" y="371"/>
                  </a:lnTo>
                  <a:lnTo>
                    <a:pt x="50" y="345"/>
                  </a:lnTo>
                  <a:lnTo>
                    <a:pt x="50" y="317"/>
                  </a:lnTo>
                  <a:lnTo>
                    <a:pt x="51" y="290"/>
                  </a:lnTo>
                  <a:lnTo>
                    <a:pt x="51" y="290"/>
                  </a:lnTo>
                  <a:lnTo>
                    <a:pt x="52" y="251"/>
                  </a:lnTo>
                  <a:lnTo>
                    <a:pt x="52" y="251"/>
                  </a:lnTo>
                  <a:lnTo>
                    <a:pt x="52" y="245"/>
                  </a:lnTo>
                  <a:lnTo>
                    <a:pt x="51" y="240"/>
                  </a:lnTo>
                  <a:lnTo>
                    <a:pt x="48" y="236"/>
                  </a:lnTo>
                  <a:lnTo>
                    <a:pt x="46" y="232"/>
                  </a:lnTo>
                  <a:lnTo>
                    <a:pt x="46" y="232"/>
                  </a:lnTo>
                  <a:lnTo>
                    <a:pt x="42" y="230"/>
                  </a:lnTo>
                  <a:lnTo>
                    <a:pt x="38" y="227"/>
                  </a:lnTo>
                  <a:lnTo>
                    <a:pt x="33" y="226"/>
                  </a:lnTo>
                  <a:lnTo>
                    <a:pt x="27" y="226"/>
                  </a:lnTo>
                  <a:lnTo>
                    <a:pt x="27" y="226"/>
                  </a:lnTo>
                  <a:lnTo>
                    <a:pt x="22" y="226"/>
                  </a:lnTo>
                  <a:lnTo>
                    <a:pt x="18" y="227"/>
                  </a:lnTo>
                  <a:lnTo>
                    <a:pt x="14" y="230"/>
                  </a:lnTo>
                  <a:lnTo>
                    <a:pt x="10" y="232"/>
                  </a:lnTo>
                  <a:lnTo>
                    <a:pt x="6" y="235"/>
                  </a:lnTo>
                  <a:lnTo>
                    <a:pt x="4" y="239"/>
                  </a:lnTo>
                  <a:lnTo>
                    <a:pt x="3" y="244"/>
                  </a:lnTo>
                  <a:lnTo>
                    <a:pt x="3" y="251"/>
                  </a:lnTo>
                  <a:lnTo>
                    <a:pt x="3" y="251"/>
                  </a:lnTo>
                  <a:lnTo>
                    <a:pt x="1" y="286"/>
                  </a:lnTo>
                  <a:lnTo>
                    <a:pt x="1" y="286"/>
                  </a:lnTo>
                  <a:lnTo>
                    <a:pt x="0" y="316"/>
                  </a:lnTo>
                  <a:lnTo>
                    <a:pt x="0" y="346"/>
                  </a:lnTo>
                  <a:lnTo>
                    <a:pt x="3" y="378"/>
                  </a:lnTo>
                  <a:lnTo>
                    <a:pt x="4" y="393"/>
                  </a:lnTo>
                  <a:lnTo>
                    <a:pt x="6" y="409"/>
                  </a:lnTo>
                  <a:lnTo>
                    <a:pt x="9" y="423"/>
                  </a:lnTo>
                  <a:lnTo>
                    <a:pt x="14" y="438"/>
                  </a:lnTo>
                  <a:lnTo>
                    <a:pt x="20" y="452"/>
                  </a:lnTo>
                  <a:lnTo>
                    <a:pt x="26" y="465"/>
                  </a:lnTo>
                  <a:lnTo>
                    <a:pt x="34" y="478"/>
                  </a:lnTo>
                  <a:lnTo>
                    <a:pt x="43" y="490"/>
                  </a:lnTo>
                  <a:lnTo>
                    <a:pt x="54" y="501"/>
                  </a:lnTo>
                  <a:lnTo>
                    <a:pt x="65" y="511"/>
                  </a:lnTo>
                  <a:lnTo>
                    <a:pt x="65" y="511"/>
                  </a:lnTo>
                  <a:lnTo>
                    <a:pt x="78" y="519"/>
                  </a:lnTo>
                  <a:lnTo>
                    <a:pt x="91" y="527"/>
                  </a:lnTo>
                  <a:lnTo>
                    <a:pt x="105" y="532"/>
                  </a:lnTo>
                  <a:lnTo>
                    <a:pt x="118" y="537"/>
                  </a:lnTo>
                  <a:lnTo>
                    <a:pt x="132" y="541"/>
                  </a:lnTo>
                  <a:lnTo>
                    <a:pt x="145" y="544"/>
                  </a:lnTo>
                  <a:lnTo>
                    <a:pt x="159" y="546"/>
                  </a:lnTo>
                  <a:lnTo>
                    <a:pt x="173" y="546"/>
                  </a:lnTo>
                  <a:lnTo>
                    <a:pt x="173" y="546"/>
                  </a:lnTo>
                  <a:close/>
                </a:path>
              </a:pathLst>
            </a:custGeom>
            <a:ln>
              <a:solidFill>
                <a:schemeClr val="accent1">
                  <a:alpha val="35000"/>
                </a:schemeClr>
              </a:solidFill>
            </a:ln>
          </p:spPr>
          <p:style>
            <a:lnRef idx="0">
              <a:srgbClr val="FFFFFF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</p:grp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矩形 5"/>
          <p:cNvSpPr/>
          <p:nvPr>
            <p:custDataLst>
              <p:tags r:id="rId1"/>
            </p:custDataLst>
          </p:nvPr>
        </p:nvSpPr>
        <p:spPr>
          <a:xfrm>
            <a:off x="207010" y="708025"/>
            <a:ext cx="5791200" cy="1530350"/>
          </a:xfrm>
          <a:prstGeom prst="rect">
            <a:avLst/>
          </a:prstGeom>
          <a:solidFill>
            <a:srgbClr val="1E7AB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350">
              <a:latin typeface="Noto Serif CJK SC" panose="02020400000000000000" pitchFamily="18" charset="-122"/>
              <a:ea typeface="FZHei-B01S" panose="02010601030101010101" pitchFamily="2" charset="-122"/>
              <a:sym typeface="Noto Serif CJK SC" panose="02020400000000000000" pitchFamily="18" charset="-122"/>
            </a:endParaRPr>
          </a:p>
        </p:txBody>
      </p:sp>
      <p:sp>
        <p:nvSpPr>
          <p:cNvPr id="9" name="矩形 8"/>
          <p:cNvSpPr/>
          <p:nvPr>
            <p:custDataLst>
              <p:tags r:id="rId2"/>
            </p:custDataLst>
          </p:nvPr>
        </p:nvSpPr>
        <p:spPr>
          <a:xfrm>
            <a:off x="207010" y="1917065"/>
            <a:ext cx="8709660" cy="420116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350">
              <a:latin typeface="Noto Serif CJK SC" panose="02020400000000000000" pitchFamily="18" charset="-122"/>
              <a:ea typeface="FZHei-B01S" panose="02010601030101010101" pitchFamily="2" charset="-122"/>
              <a:sym typeface="Noto Serif CJK SC" panose="02020400000000000000" pitchFamily="18" charset="-122"/>
            </a:endParaRPr>
          </a:p>
        </p:txBody>
      </p:sp>
      <p:sp>
        <p:nvSpPr>
          <p:cNvPr id="11" name="Title 1"/>
          <p:cNvSpPr>
            <a:spLocks noGrp="1"/>
          </p:cNvSpPr>
          <p:nvPr>
            <p:custDataLst>
              <p:tags r:id="rId3"/>
            </p:custDataLst>
          </p:nvPr>
        </p:nvSpPr>
        <p:spPr>
          <a:xfrm>
            <a:off x="368935" y="967105"/>
            <a:ext cx="4377690" cy="72136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5335" kern="120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+mj-ea"/>
                <a:cs typeface="Times New Roman" panose="02020603050405020304" pitchFamily="18" charset="0"/>
              </a:defRPr>
            </a:lvl1pPr>
          </a:lstStyle>
          <a:p>
            <a:r>
              <a:rPr lang="en-US" altLang="zh-CN" sz="3600" dirty="0">
                <a:solidFill>
                  <a:schemeClr val="bg1"/>
                </a:solidFill>
              </a:rPr>
              <a:t>Comparison of </a:t>
            </a:r>
            <a:br>
              <a:rPr lang="en-US" altLang="zh-CN" sz="3600" dirty="0">
                <a:solidFill>
                  <a:schemeClr val="bg1"/>
                </a:solidFill>
              </a:rPr>
            </a:br>
            <a:r>
              <a:rPr lang="en-US" altLang="zh-CN" sz="3600" dirty="0">
                <a:solidFill>
                  <a:schemeClr val="bg1"/>
                </a:solidFill>
              </a:rPr>
              <a:t>List Implementations</a:t>
            </a:r>
          </a:p>
        </p:txBody>
      </p:sp>
      <p:pic>
        <p:nvPicPr>
          <p:cNvPr id="13" name="图片 12" descr="华工标志（透明版"/>
          <p:cNvPicPr>
            <a:picLocks noChangeAspect="1"/>
          </p:cNvPicPr>
          <p:nvPr>
            <p:custDataLst>
              <p:tags r:id="rId4"/>
            </p:custDataLst>
          </p:nvPr>
        </p:nvPicPr>
        <p:blipFill>
          <a:blip r:embed="rId67" cstate="print"/>
          <a:stretch>
            <a:fillRect/>
          </a:stretch>
        </p:blipFill>
        <p:spPr>
          <a:xfrm>
            <a:off x="7740015" y="116205"/>
            <a:ext cx="1230630" cy="1230630"/>
          </a:xfrm>
          <a:prstGeom prst="rect">
            <a:avLst/>
          </a:prstGeom>
        </p:spPr>
      </p:pic>
      <p:graphicFrame>
        <p:nvGraphicFramePr>
          <p:cNvPr id="5" name="Content Placeholder 4"/>
          <p:cNvGraphicFramePr>
            <a:graphicFrameLocks noGrp="1"/>
          </p:cNvGraphicFramePr>
          <p:nvPr>
            <p:ph idx="1"/>
            <p:custDataLst>
              <p:tags r:id="rId5"/>
            </p:custDataLst>
          </p:nvPr>
        </p:nvGraphicFramePr>
        <p:xfrm>
          <a:off x="1295400" y="2007235"/>
          <a:ext cx="6073775" cy="4073525"/>
        </p:xfrm>
        <a:graphic>
          <a:graphicData uri="http://schemas.openxmlformats.org/drawingml/2006/table">
            <a:tbl>
              <a:tblPr firstRow="1" bandRow="1">
                <a:tableStyleId>{6E25E649-3F16-4E02-A733-19D2CDBF48F0}</a:tableStyleId>
              </a:tblPr>
              <a:tblGrid>
                <a:gridCol w="236918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8041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51015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1402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578485"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CN" sz="1800" dirty="0">
                          <a:solidFill>
                            <a:srgbClr val="008000"/>
                          </a:solidFill>
                          <a:latin typeface="Times New Roman" panose="02020603050405020304" pitchFamily="18" charset="0"/>
                          <a:ea typeface="+mn-ea"/>
                          <a:cs typeface="Times New Roman" panose="02020603050405020304" pitchFamily="18" charset="0"/>
                        </a:rPr>
                        <a:t>Array-Based List</a:t>
                      </a:r>
                      <a:endParaRPr lang="zh-CN" altLang="en-US" sz="1800" dirty="0">
                        <a:solidFill>
                          <a:srgbClr val="008000"/>
                        </a:solidFill>
                        <a:latin typeface="Times New Roman" panose="02020603050405020304" pitchFamily="18" charset="0"/>
                        <a:ea typeface="+mn-ea"/>
                        <a:cs typeface="Times New Roman" panose="02020603050405020304" pitchFamily="18" charset="0"/>
                      </a:endParaRPr>
                    </a:p>
                  </a:txBody>
                  <a:tcPr marL="51440" marR="51440" marT="25723" marB="25723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zh-CN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CN" sz="1800" dirty="0">
                          <a:solidFill>
                            <a:srgbClr val="008000"/>
                          </a:solidFill>
                          <a:latin typeface="Times New Roman" panose="02020603050405020304" pitchFamily="18" charset="0"/>
                          <a:ea typeface="+mn-ea"/>
                          <a:cs typeface="Times New Roman" panose="02020603050405020304" pitchFamily="18" charset="0"/>
                        </a:rPr>
                        <a:t>Linked List</a:t>
                      </a:r>
                      <a:endParaRPr lang="zh-CN" altLang="en-US" sz="1800" dirty="0">
                        <a:solidFill>
                          <a:srgbClr val="008000"/>
                        </a:solidFill>
                        <a:latin typeface="Times New Roman" panose="02020603050405020304" pitchFamily="18" charset="0"/>
                        <a:ea typeface="+mn-ea"/>
                        <a:cs typeface="Times New Roman" panose="02020603050405020304" pitchFamily="18" charset="0"/>
                      </a:endParaRPr>
                    </a:p>
                  </a:txBody>
                  <a:tcPr marL="51440" marR="51440" marT="25723" marB="25723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zh-CN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915035">
                <a:tc>
                  <a:txBody>
                    <a:bodyPr/>
                    <a:lstStyle/>
                    <a:p>
                      <a:pPr algn="l"/>
                      <a:r>
                        <a:rPr lang="en-US" altLang="zh-CN" sz="1500" dirty="0">
                          <a:latin typeface="Times New Roman" panose="02020603050405020304" pitchFamily="18" charset="0"/>
                          <a:ea typeface="+mn-ea"/>
                          <a:cs typeface="Times New Roman" panose="02020603050405020304" pitchFamily="18" charset="0"/>
                        </a:rPr>
                        <a:t>Predetermine the size before allocation</a:t>
                      </a:r>
                      <a:r>
                        <a:rPr lang="en-US" altLang="zh-CN" sz="1500" baseline="0" dirty="0">
                          <a:latin typeface="Times New Roman" panose="02020603050405020304" pitchFamily="18" charset="0"/>
                          <a:ea typeface="+mn-ea"/>
                          <a:cs typeface="Times New Roman" panose="02020603050405020304" pitchFamily="18" charset="0"/>
                        </a:rPr>
                        <a:t>.</a:t>
                      </a:r>
                      <a:endParaRPr lang="en-US" altLang="zh-CN" sz="1500" dirty="0">
                        <a:latin typeface="Times New Roman" panose="02020603050405020304" pitchFamily="18" charset="0"/>
                        <a:ea typeface="+mn-ea"/>
                        <a:cs typeface="Times New Roman" panose="02020603050405020304" pitchFamily="18" charset="0"/>
                      </a:endParaRPr>
                    </a:p>
                  </a:txBody>
                  <a:tcPr marL="51440" marR="51440" marT="25723" marB="25723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sz="1500" dirty="0">
                        <a:latin typeface="Times New Roman" panose="02020603050405020304" pitchFamily="18" charset="0"/>
                        <a:ea typeface="+mn-ea"/>
                        <a:cs typeface="Times New Roman" panose="02020603050405020304" pitchFamily="18" charset="0"/>
                      </a:endParaRPr>
                    </a:p>
                  </a:txBody>
                  <a:tcPr marL="51440" marR="51440" marT="25723" marB="25723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en-US" altLang="zh-CN" sz="1500" dirty="0">
                          <a:latin typeface="Times New Roman" panose="02020603050405020304" pitchFamily="18" charset="0"/>
                          <a:ea typeface="+mn-ea"/>
                          <a:cs typeface="Times New Roman" panose="02020603050405020304" pitchFamily="18" charset="0"/>
                        </a:rPr>
                        <a:t>Space is allocated on demand; No limit to the element number.</a:t>
                      </a:r>
                    </a:p>
                  </a:txBody>
                  <a:tcPr marL="51440" marR="51440" marT="25723" marB="25723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zh-CN" altLang="en-US" sz="1350" b="1" dirty="0">
                          <a:solidFill>
                            <a:srgbClr val="FF0000"/>
                          </a:solidFill>
                          <a:latin typeface="Times New Roman" panose="02020603050405020304" pitchFamily="18" charset="0"/>
                          <a:ea typeface="+mn-ea"/>
                          <a:cs typeface="Times New Roman" panose="02020603050405020304" pitchFamily="18" charset="0"/>
                        </a:rPr>
                        <a:t>√</a:t>
                      </a:r>
                    </a:p>
                  </a:txBody>
                  <a:tcPr marL="51440" marR="51440" marT="25723" marB="25723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915035">
                <a:tc>
                  <a:txBody>
                    <a:bodyPr/>
                    <a:lstStyle/>
                    <a:p>
                      <a:pPr algn="l"/>
                      <a:r>
                        <a:rPr lang="en-US" altLang="zh-CN" sz="1500" dirty="0">
                          <a:latin typeface="Times New Roman" panose="02020603050405020304" pitchFamily="18" charset="0"/>
                          <a:ea typeface="+mn-ea"/>
                          <a:cs typeface="Times New Roman" panose="02020603050405020304" pitchFamily="18" charset="0"/>
                        </a:rPr>
                        <a:t>No waste</a:t>
                      </a:r>
                      <a:r>
                        <a:rPr lang="en-US" altLang="zh-CN" sz="1500" baseline="0" dirty="0">
                          <a:latin typeface="Times New Roman" panose="02020603050405020304" pitchFamily="18" charset="0"/>
                          <a:ea typeface="+mn-ea"/>
                          <a:cs typeface="Times New Roman" panose="02020603050405020304" pitchFamily="18" charset="0"/>
                        </a:rPr>
                        <a:t> space for an individual element. </a:t>
                      </a:r>
                      <a:endParaRPr lang="zh-CN" altLang="en-US" sz="1500" dirty="0">
                        <a:latin typeface="Times New Roman" panose="02020603050405020304" pitchFamily="18" charset="0"/>
                        <a:ea typeface="+mn-ea"/>
                        <a:cs typeface="Times New Roman" panose="02020603050405020304" pitchFamily="18" charset="0"/>
                      </a:endParaRPr>
                    </a:p>
                  </a:txBody>
                  <a:tcPr marL="51440" marR="51440" marT="25723" marB="25723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zh-CN" altLang="en-US" sz="1500" b="1" dirty="0">
                          <a:solidFill>
                            <a:srgbClr val="FF0000"/>
                          </a:solidFill>
                          <a:latin typeface="Times New Roman" panose="02020603050405020304" pitchFamily="18" charset="0"/>
                          <a:ea typeface="+mn-ea"/>
                          <a:cs typeface="Times New Roman" panose="02020603050405020304" pitchFamily="18" charset="0"/>
                        </a:rPr>
                        <a:t>√</a:t>
                      </a:r>
                    </a:p>
                    <a:p>
                      <a:pPr algn="ctr"/>
                      <a:endParaRPr lang="zh-CN" altLang="en-US" sz="1500" b="1" dirty="0">
                        <a:solidFill>
                          <a:srgbClr val="FF0000"/>
                        </a:solidFill>
                        <a:latin typeface="Times New Roman" panose="02020603050405020304" pitchFamily="18" charset="0"/>
                        <a:ea typeface="+mn-ea"/>
                        <a:cs typeface="Times New Roman" panose="02020603050405020304" pitchFamily="18" charset="0"/>
                      </a:endParaRPr>
                    </a:p>
                  </a:txBody>
                  <a:tcPr marL="51440" marR="51440" marT="25723" marB="25723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en-US" altLang="zh-CN" sz="1500" dirty="0">
                          <a:latin typeface="Times New Roman" panose="02020603050405020304" pitchFamily="18" charset="0"/>
                          <a:ea typeface="+mn-ea"/>
                          <a:cs typeface="Times New Roman" panose="02020603050405020304" pitchFamily="18" charset="0"/>
                        </a:rPr>
                        <a:t>Require to add an extra pointer</a:t>
                      </a:r>
                      <a:r>
                        <a:rPr lang="en-US" altLang="zh-CN" sz="1500" baseline="0" dirty="0">
                          <a:latin typeface="Times New Roman" panose="02020603050405020304" pitchFamily="18" charset="0"/>
                          <a:ea typeface="+mn-ea"/>
                          <a:cs typeface="Times New Roman" panose="02020603050405020304" pitchFamily="18" charset="0"/>
                        </a:rPr>
                        <a:t> to every list node. </a:t>
                      </a:r>
                      <a:endParaRPr lang="en-US" altLang="zh-CN" sz="1500" dirty="0">
                        <a:latin typeface="Times New Roman" panose="02020603050405020304" pitchFamily="18" charset="0"/>
                        <a:ea typeface="+mn-ea"/>
                        <a:cs typeface="Times New Roman" panose="02020603050405020304" pitchFamily="18" charset="0"/>
                      </a:endParaRPr>
                    </a:p>
                  </a:txBody>
                  <a:tcPr marL="51440" marR="51440" marT="25723" marB="25723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sz="1350" b="1" dirty="0">
                        <a:solidFill>
                          <a:srgbClr val="FF0000"/>
                        </a:solidFill>
                        <a:latin typeface="Times New Roman" panose="02020603050405020304" pitchFamily="18" charset="0"/>
                        <a:ea typeface="+mn-ea"/>
                        <a:cs typeface="Times New Roman" panose="02020603050405020304" pitchFamily="18" charset="0"/>
                      </a:endParaRPr>
                    </a:p>
                  </a:txBody>
                  <a:tcPr marL="51440" marR="51440" marT="25723" marB="25723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832485">
                <a:tc>
                  <a:txBody>
                    <a:bodyPr/>
                    <a:lstStyle/>
                    <a:p>
                      <a:pPr algn="l"/>
                      <a:r>
                        <a:rPr lang="en-US" altLang="zh-CN" sz="1500" dirty="0">
                          <a:latin typeface="Times New Roman" panose="02020603050405020304" pitchFamily="18" charset="0"/>
                          <a:ea typeface="+mn-ea"/>
                          <a:cs typeface="Times New Roman" panose="02020603050405020304" pitchFamily="18" charset="0"/>
                        </a:rPr>
                        <a:t>Random access and </a:t>
                      </a:r>
                      <a:r>
                        <a:rPr lang="en-US" altLang="zh-CN" sz="1500" dirty="0" err="1">
                          <a:latin typeface="Times New Roman" panose="02020603050405020304" pitchFamily="18" charset="0"/>
                          <a:ea typeface="+mn-ea"/>
                          <a:cs typeface="Times New Roman" panose="02020603050405020304" pitchFamily="18" charset="0"/>
                        </a:rPr>
                        <a:t>Prev</a:t>
                      </a:r>
                      <a:r>
                        <a:rPr lang="en-US" altLang="zh-CN" sz="1500" dirty="0">
                          <a:latin typeface="Times New Roman" panose="02020603050405020304" pitchFamily="18" charset="0"/>
                          <a:ea typeface="+mn-ea"/>
                          <a:cs typeface="Times New Roman" panose="02020603050405020304" pitchFamily="18" charset="0"/>
                        </a:rPr>
                        <a:t> takes </a:t>
                      </a:r>
                      <a:r>
                        <a:rPr lang="el-GR" altLang="zh-CN" sz="1500" dirty="0">
                          <a:solidFill>
                            <a:srgbClr val="FF0000"/>
                          </a:solidFill>
                          <a:latin typeface="Times New Roman" panose="02020603050405020304" pitchFamily="18" charset="0"/>
                          <a:ea typeface="+mn-ea"/>
                          <a:cs typeface="Times New Roman" panose="02020603050405020304" pitchFamily="18" charset="0"/>
                        </a:rPr>
                        <a:t>Θ</a:t>
                      </a:r>
                      <a:r>
                        <a:rPr lang="en-US" altLang="zh-CN" sz="1500" dirty="0">
                          <a:solidFill>
                            <a:srgbClr val="FF0000"/>
                          </a:solidFill>
                          <a:latin typeface="Times New Roman" panose="02020603050405020304" pitchFamily="18" charset="0"/>
                          <a:ea typeface="+mn-ea"/>
                          <a:cs typeface="Times New Roman" panose="02020603050405020304" pitchFamily="18" charset="0"/>
                        </a:rPr>
                        <a:t>(1)</a:t>
                      </a:r>
                      <a:r>
                        <a:rPr lang="en-US" altLang="zh-CN" sz="1500" baseline="0" dirty="0">
                          <a:solidFill>
                            <a:srgbClr val="FF0000"/>
                          </a:solidFill>
                          <a:latin typeface="Times New Roman" panose="02020603050405020304" pitchFamily="18" charset="0"/>
                          <a:ea typeface="+mn-ea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zh-CN" sz="1500" baseline="0" dirty="0">
                          <a:latin typeface="Times New Roman" panose="02020603050405020304" pitchFamily="18" charset="0"/>
                          <a:ea typeface="+mn-ea"/>
                          <a:cs typeface="Times New Roman" panose="02020603050405020304" pitchFamily="18" charset="0"/>
                        </a:rPr>
                        <a:t>time</a:t>
                      </a:r>
                      <a:endParaRPr lang="zh-CN" altLang="en-US" sz="1500" dirty="0">
                        <a:latin typeface="Times New Roman" panose="02020603050405020304" pitchFamily="18" charset="0"/>
                        <a:ea typeface="+mn-ea"/>
                        <a:cs typeface="Times New Roman" panose="02020603050405020304" pitchFamily="18" charset="0"/>
                      </a:endParaRPr>
                    </a:p>
                  </a:txBody>
                  <a:tcPr marL="51440" marR="51440" marT="25723" marB="25723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zh-CN" altLang="en-US" sz="1500" b="1" dirty="0">
                          <a:solidFill>
                            <a:srgbClr val="FF0000"/>
                          </a:solidFill>
                          <a:latin typeface="Times New Roman" panose="02020603050405020304" pitchFamily="18" charset="0"/>
                          <a:ea typeface="+mn-ea"/>
                          <a:cs typeface="Times New Roman" panose="02020603050405020304" pitchFamily="18" charset="0"/>
                        </a:rPr>
                        <a:t>√</a:t>
                      </a:r>
                    </a:p>
                    <a:p>
                      <a:pPr algn="ctr"/>
                      <a:endParaRPr lang="zh-CN" altLang="en-US" sz="1500" b="1" dirty="0">
                        <a:solidFill>
                          <a:srgbClr val="FF0000"/>
                        </a:solidFill>
                        <a:latin typeface="Times New Roman" panose="02020603050405020304" pitchFamily="18" charset="0"/>
                        <a:ea typeface="+mn-ea"/>
                        <a:cs typeface="Times New Roman" panose="02020603050405020304" pitchFamily="18" charset="0"/>
                      </a:endParaRPr>
                    </a:p>
                  </a:txBody>
                  <a:tcPr marL="51440" marR="51440" marT="25723" marB="25723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en-US" altLang="zh-CN" sz="1500" dirty="0">
                          <a:latin typeface="Times New Roman" panose="02020603050405020304" pitchFamily="18" charset="0"/>
                          <a:ea typeface="+mn-ea"/>
                          <a:cs typeface="Times New Roman" panose="02020603050405020304" pitchFamily="18" charset="0"/>
                        </a:rPr>
                        <a:t>Random access and </a:t>
                      </a:r>
                      <a:r>
                        <a:rPr lang="en-US" altLang="zh-CN" sz="1500" dirty="0" err="1">
                          <a:latin typeface="Times New Roman" panose="02020603050405020304" pitchFamily="18" charset="0"/>
                          <a:ea typeface="+mn-ea"/>
                          <a:cs typeface="Times New Roman" panose="02020603050405020304" pitchFamily="18" charset="0"/>
                        </a:rPr>
                        <a:t>Prev</a:t>
                      </a:r>
                      <a:r>
                        <a:rPr lang="en-US" altLang="zh-CN" sz="1500" dirty="0">
                          <a:latin typeface="Times New Roman" panose="02020603050405020304" pitchFamily="18" charset="0"/>
                          <a:ea typeface="+mn-ea"/>
                          <a:cs typeface="Times New Roman" panose="02020603050405020304" pitchFamily="18" charset="0"/>
                        </a:rPr>
                        <a:t> takes </a:t>
                      </a:r>
                      <a:r>
                        <a:rPr lang="el-GR" altLang="zh-CN" sz="1500" dirty="0">
                          <a:solidFill>
                            <a:srgbClr val="FF0000"/>
                          </a:solidFill>
                          <a:latin typeface="Times New Roman" panose="02020603050405020304" pitchFamily="18" charset="0"/>
                          <a:ea typeface="+mn-ea"/>
                          <a:cs typeface="Times New Roman" panose="02020603050405020304" pitchFamily="18" charset="0"/>
                        </a:rPr>
                        <a:t>Θ</a:t>
                      </a:r>
                      <a:r>
                        <a:rPr lang="en-US" altLang="zh-CN" sz="1500" dirty="0">
                          <a:solidFill>
                            <a:srgbClr val="FF0000"/>
                          </a:solidFill>
                          <a:latin typeface="Times New Roman" panose="02020603050405020304" pitchFamily="18" charset="0"/>
                          <a:ea typeface="+mn-ea"/>
                          <a:cs typeface="Times New Roman" panose="02020603050405020304" pitchFamily="18" charset="0"/>
                        </a:rPr>
                        <a:t>(n)</a:t>
                      </a:r>
                      <a:r>
                        <a:rPr lang="en-US" altLang="zh-CN" sz="1500" baseline="0" dirty="0">
                          <a:solidFill>
                            <a:srgbClr val="FF0000"/>
                          </a:solidFill>
                          <a:latin typeface="Times New Roman" panose="02020603050405020304" pitchFamily="18" charset="0"/>
                          <a:ea typeface="+mn-ea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zh-CN" sz="1500" baseline="0" dirty="0">
                          <a:latin typeface="Times New Roman" panose="02020603050405020304" pitchFamily="18" charset="0"/>
                          <a:ea typeface="+mn-ea"/>
                          <a:cs typeface="Times New Roman" panose="02020603050405020304" pitchFamily="18" charset="0"/>
                        </a:rPr>
                        <a:t>time</a:t>
                      </a:r>
                      <a:endParaRPr lang="zh-CN" altLang="en-US" sz="1500" dirty="0">
                        <a:latin typeface="Times New Roman" panose="02020603050405020304" pitchFamily="18" charset="0"/>
                        <a:ea typeface="+mn-ea"/>
                        <a:cs typeface="Times New Roman" panose="02020603050405020304" pitchFamily="18" charset="0"/>
                      </a:endParaRPr>
                    </a:p>
                  </a:txBody>
                  <a:tcPr marL="51440" marR="51440" marT="25723" marB="25723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sz="1350" b="1" dirty="0">
                        <a:solidFill>
                          <a:srgbClr val="FF0000"/>
                        </a:solidFill>
                        <a:latin typeface="Times New Roman" panose="02020603050405020304" pitchFamily="18" charset="0"/>
                        <a:ea typeface="+mn-ea"/>
                        <a:cs typeface="Times New Roman" panose="02020603050405020304" pitchFamily="18" charset="0"/>
                      </a:endParaRPr>
                    </a:p>
                  </a:txBody>
                  <a:tcPr marL="51440" marR="51440" marT="25723" marB="25723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832485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en-US" altLang="zh-CN" sz="1500" dirty="0">
                          <a:latin typeface="Times New Roman" panose="02020603050405020304" pitchFamily="18" charset="0"/>
                          <a:ea typeface="+mn-ea"/>
                          <a:cs typeface="Times New Roman" panose="02020603050405020304" pitchFamily="18" charset="0"/>
                        </a:rPr>
                        <a:t>Insertion and deletion takes </a:t>
                      </a:r>
                      <a:r>
                        <a:rPr lang="el-GR" altLang="zh-CN" sz="1500" dirty="0">
                          <a:solidFill>
                            <a:srgbClr val="FF0000"/>
                          </a:solidFill>
                          <a:latin typeface="Times New Roman" panose="02020603050405020304" pitchFamily="18" charset="0"/>
                          <a:ea typeface="+mn-ea"/>
                          <a:cs typeface="Times New Roman" panose="02020603050405020304" pitchFamily="18" charset="0"/>
                        </a:rPr>
                        <a:t>Θ</a:t>
                      </a:r>
                      <a:r>
                        <a:rPr lang="en-US" altLang="zh-CN" sz="1500" dirty="0">
                          <a:solidFill>
                            <a:srgbClr val="FF0000"/>
                          </a:solidFill>
                          <a:latin typeface="Times New Roman" panose="02020603050405020304" pitchFamily="18" charset="0"/>
                          <a:ea typeface="+mn-ea"/>
                          <a:cs typeface="Times New Roman" panose="02020603050405020304" pitchFamily="18" charset="0"/>
                        </a:rPr>
                        <a:t>(n) </a:t>
                      </a:r>
                      <a:r>
                        <a:rPr lang="en-US" altLang="zh-CN" sz="1500" dirty="0">
                          <a:latin typeface="Times New Roman" panose="02020603050405020304" pitchFamily="18" charset="0"/>
                          <a:ea typeface="+mn-ea"/>
                          <a:cs typeface="Times New Roman" panose="02020603050405020304" pitchFamily="18" charset="0"/>
                        </a:rPr>
                        <a:t>time.</a:t>
                      </a:r>
                    </a:p>
                  </a:txBody>
                  <a:tcPr marL="51440" marR="51440" marT="25723" marB="25723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sz="1500" dirty="0">
                        <a:latin typeface="Times New Roman" panose="02020603050405020304" pitchFamily="18" charset="0"/>
                        <a:ea typeface="+mn-ea"/>
                        <a:cs typeface="Times New Roman" panose="02020603050405020304" pitchFamily="18" charset="0"/>
                      </a:endParaRPr>
                    </a:p>
                  </a:txBody>
                  <a:tcPr marL="51440" marR="51440" marT="25723" marB="25723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en-US" altLang="zh-CN" sz="1500" dirty="0">
                          <a:latin typeface="Times New Roman" panose="02020603050405020304" pitchFamily="18" charset="0"/>
                          <a:ea typeface="+mn-ea"/>
                          <a:cs typeface="Times New Roman" panose="02020603050405020304" pitchFamily="18" charset="0"/>
                        </a:rPr>
                        <a:t>Insertion and deletion takes </a:t>
                      </a:r>
                      <a:r>
                        <a:rPr lang="el-GR" altLang="zh-CN" sz="1500" dirty="0">
                          <a:solidFill>
                            <a:srgbClr val="FF0000"/>
                          </a:solidFill>
                          <a:latin typeface="Times New Roman" panose="02020603050405020304" pitchFamily="18" charset="0"/>
                          <a:ea typeface="+mn-ea"/>
                          <a:cs typeface="Times New Roman" panose="02020603050405020304" pitchFamily="18" charset="0"/>
                        </a:rPr>
                        <a:t>Θ</a:t>
                      </a:r>
                      <a:r>
                        <a:rPr lang="en-US" altLang="zh-CN" sz="1500" dirty="0">
                          <a:solidFill>
                            <a:srgbClr val="FF0000"/>
                          </a:solidFill>
                          <a:latin typeface="Times New Roman" panose="02020603050405020304" pitchFamily="18" charset="0"/>
                          <a:ea typeface="+mn-ea"/>
                          <a:cs typeface="Times New Roman" panose="02020603050405020304" pitchFamily="18" charset="0"/>
                        </a:rPr>
                        <a:t>(1) </a:t>
                      </a:r>
                      <a:r>
                        <a:rPr lang="en-US" altLang="zh-CN" sz="1500" dirty="0">
                          <a:latin typeface="Times New Roman" panose="02020603050405020304" pitchFamily="18" charset="0"/>
                          <a:ea typeface="+mn-ea"/>
                          <a:cs typeface="Times New Roman" panose="02020603050405020304" pitchFamily="18" charset="0"/>
                        </a:rPr>
                        <a:t>time.</a:t>
                      </a:r>
                    </a:p>
                  </a:txBody>
                  <a:tcPr marL="51440" marR="51440" marT="25723" marB="25723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zh-CN" altLang="en-US" sz="1350" b="1" dirty="0">
                          <a:solidFill>
                            <a:srgbClr val="FF0000"/>
                          </a:solidFill>
                          <a:latin typeface="Times New Roman" panose="02020603050405020304" pitchFamily="18" charset="0"/>
                          <a:ea typeface="+mn-ea"/>
                          <a:cs typeface="Times New Roman" panose="02020603050405020304" pitchFamily="18" charset="0"/>
                        </a:rPr>
                        <a:t>√</a:t>
                      </a:r>
                    </a:p>
                    <a:p>
                      <a:pPr algn="ctr"/>
                      <a:endParaRPr lang="zh-CN" altLang="en-US" sz="1350" b="1" dirty="0">
                        <a:solidFill>
                          <a:srgbClr val="FF0000"/>
                        </a:solidFill>
                        <a:latin typeface="Times New Roman" panose="02020603050405020304" pitchFamily="18" charset="0"/>
                        <a:ea typeface="+mn-ea"/>
                        <a:cs typeface="Times New Roman" panose="02020603050405020304" pitchFamily="18" charset="0"/>
                      </a:endParaRPr>
                    </a:p>
                  </a:txBody>
                  <a:tcPr marL="51440" marR="51440" marT="25723" marB="25723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34849" name="Slide Number Placeholder 3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557530" indent="-21463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857250" indent="-1714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200150" indent="-1714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1543050" indent="-1714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1885950" indent="-1714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228850" indent="-1714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2571750" indent="-1714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2914650" indent="-1714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fld id="{0A1BEF39-A4F1-42CD-956B-24962706F7DA}" type="slidenum">
              <a:rPr lang="en-US" altLang="zh-CN" sz="465" smtClean="0"/>
              <a:pPr/>
              <a:t>24</a:t>
            </a:fld>
            <a:endParaRPr lang="en-US" altLang="zh-CN" sz="465"/>
          </a:p>
        </p:txBody>
      </p:sp>
      <p:sp>
        <p:nvSpPr>
          <p:cNvPr id="2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fld id="{260714B3-A797-42BD-BD97-5A76295312C3}" type="datetime1">
              <a:rPr lang="zh-CN" altLang="en-US" sz="465" smtClean="0"/>
              <a:pPr>
                <a:defRPr/>
              </a:pPr>
              <a:t>2025/12/16</a:t>
            </a:fld>
            <a:endParaRPr lang="zh-CN" altLang="en-US" sz="465"/>
          </a:p>
        </p:txBody>
      </p:sp>
      <p:sp>
        <p:nvSpPr>
          <p:cNvPr id="3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altLang="zh-CN" sz="465"/>
              <a:t>Stacks and Queues - Lecture 6</a:t>
            </a:r>
            <a:endParaRPr lang="zh-CN" altLang="en-US" sz="465"/>
          </a:p>
        </p:txBody>
      </p:sp>
      <p:grpSp>
        <p:nvGrpSpPr>
          <p:cNvPr id="1277" name="组合 1276"/>
          <p:cNvGrpSpPr/>
          <p:nvPr/>
        </p:nvGrpSpPr>
        <p:grpSpPr>
          <a:xfrm>
            <a:off x="7785736" y="5198728"/>
            <a:ext cx="971551" cy="901701"/>
            <a:chOff x="3119438" y="984250"/>
            <a:chExt cx="728663" cy="676276"/>
          </a:xfrm>
          <a:solidFill>
            <a:schemeClr val="accent1">
              <a:lumMod val="75000"/>
              <a:alpha val="37000"/>
            </a:schemeClr>
          </a:solidFill>
        </p:grpSpPr>
        <p:sp>
          <p:nvSpPr>
            <p:cNvPr id="12751" name="Freeform 463"/>
            <p:cNvSpPr/>
            <p:nvPr>
              <p:custDataLst>
                <p:tags r:id="rId6"/>
              </p:custDataLst>
            </p:nvPr>
          </p:nvSpPr>
          <p:spPr bwMode="auto">
            <a:xfrm>
              <a:off x="3146426" y="1431925"/>
              <a:ext cx="17463" cy="26988"/>
            </a:xfrm>
            <a:custGeom>
              <a:avLst/>
              <a:gdLst/>
              <a:ahLst/>
              <a:cxnLst>
                <a:cxn ang="0">
                  <a:pos x="35" y="2"/>
                </a:cxn>
                <a:cxn ang="0">
                  <a:pos x="35" y="2"/>
                </a:cxn>
                <a:cxn ang="0">
                  <a:pos x="25" y="15"/>
                </a:cxn>
                <a:cxn ang="0">
                  <a:pos x="14" y="29"/>
                </a:cxn>
                <a:cxn ang="0">
                  <a:pos x="6" y="45"/>
                </a:cxn>
                <a:cxn ang="0">
                  <a:pos x="0" y="62"/>
                </a:cxn>
                <a:cxn ang="0">
                  <a:pos x="0" y="62"/>
                </a:cxn>
                <a:cxn ang="0">
                  <a:pos x="0" y="65"/>
                </a:cxn>
                <a:cxn ang="0">
                  <a:pos x="0" y="66"/>
                </a:cxn>
                <a:cxn ang="0">
                  <a:pos x="2" y="67"/>
                </a:cxn>
                <a:cxn ang="0">
                  <a:pos x="4" y="68"/>
                </a:cxn>
                <a:cxn ang="0">
                  <a:pos x="8" y="68"/>
                </a:cxn>
                <a:cxn ang="0">
                  <a:pos x="10" y="67"/>
                </a:cxn>
                <a:cxn ang="0">
                  <a:pos x="11" y="65"/>
                </a:cxn>
                <a:cxn ang="0">
                  <a:pos x="11" y="65"/>
                </a:cxn>
                <a:cxn ang="0">
                  <a:pos x="17" y="50"/>
                </a:cxn>
                <a:cxn ang="0">
                  <a:pos x="25" y="36"/>
                </a:cxn>
                <a:cxn ang="0">
                  <a:pos x="34" y="23"/>
                </a:cxn>
                <a:cxn ang="0">
                  <a:pos x="44" y="10"/>
                </a:cxn>
                <a:cxn ang="0">
                  <a:pos x="44" y="10"/>
                </a:cxn>
                <a:cxn ang="0">
                  <a:pos x="45" y="8"/>
                </a:cxn>
                <a:cxn ang="0">
                  <a:pos x="45" y="6"/>
                </a:cxn>
                <a:cxn ang="0">
                  <a:pos x="43" y="2"/>
                </a:cxn>
                <a:cxn ang="0">
                  <a:pos x="40" y="0"/>
                </a:cxn>
                <a:cxn ang="0">
                  <a:pos x="38" y="0"/>
                </a:cxn>
                <a:cxn ang="0">
                  <a:pos x="35" y="2"/>
                </a:cxn>
                <a:cxn ang="0">
                  <a:pos x="35" y="2"/>
                </a:cxn>
              </a:cxnLst>
              <a:rect l="0" t="0" r="r" b="b"/>
              <a:pathLst>
                <a:path w="45" h="68">
                  <a:moveTo>
                    <a:pt x="35" y="2"/>
                  </a:moveTo>
                  <a:lnTo>
                    <a:pt x="35" y="2"/>
                  </a:lnTo>
                  <a:lnTo>
                    <a:pt x="25" y="15"/>
                  </a:lnTo>
                  <a:lnTo>
                    <a:pt x="14" y="29"/>
                  </a:lnTo>
                  <a:lnTo>
                    <a:pt x="6" y="45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0" y="65"/>
                  </a:lnTo>
                  <a:lnTo>
                    <a:pt x="0" y="66"/>
                  </a:lnTo>
                  <a:lnTo>
                    <a:pt x="2" y="67"/>
                  </a:lnTo>
                  <a:lnTo>
                    <a:pt x="4" y="68"/>
                  </a:lnTo>
                  <a:lnTo>
                    <a:pt x="8" y="68"/>
                  </a:lnTo>
                  <a:lnTo>
                    <a:pt x="10" y="67"/>
                  </a:lnTo>
                  <a:lnTo>
                    <a:pt x="11" y="65"/>
                  </a:lnTo>
                  <a:lnTo>
                    <a:pt x="11" y="65"/>
                  </a:lnTo>
                  <a:lnTo>
                    <a:pt x="17" y="50"/>
                  </a:lnTo>
                  <a:lnTo>
                    <a:pt x="25" y="36"/>
                  </a:lnTo>
                  <a:lnTo>
                    <a:pt x="34" y="23"/>
                  </a:lnTo>
                  <a:lnTo>
                    <a:pt x="44" y="10"/>
                  </a:lnTo>
                  <a:lnTo>
                    <a:pt x="44" y="10"/>
                  </a:lnTo>
                  <a:lnTo>
                    <a:pt x="45" y="8"/>
                  </a:lnTo>
                  <a:lnTo>
                    <a:pt x="45" y="6"/>
                  </a:lnTo>
                  <a:lnTo>
                    <a:pt x="43" y="2"/>
                  </a:lnTo>
                  <a:lnTo>
                    <a:pt x="40" y="0"/>
                  </a:lnTo>
                  <a:lnTo>
                    <a:pt x="38" y="0"/>
                  </a:lnTo>
                  <a:lnTo>
                    <a:pt x="35" y="2"/>
                  </a:lnTo>
                  <a:lnTo>
                    <a:pt x="35" y="2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52" name="Freeform 464"/>
            <p:cNvSpPr/>
            <p:nvPr>
              <p:custDataLst>
                <p:tags r:id="rId7"/>
              </p:custDataLst>
            </p:nvPr>
          </p:nvSpPr>
          <p:spPr bwMode="auto">
            <a:xfrm>
              <a:off x="3162301" y="1450975"/>
              <a:ext cx="23813" cy="33338"/>
            </a:xfrm>
            <a:custGeom>
              <a:avLst/>
              <a:gdLst/>
              <a:ahLst/>
              <a:cxnLst>
                <a:cxn ang="0">
                  <a:pos x="47" y="3"/>
                </a:cxn>
                <a:cxn ang="0">
                  <a:pos x="47" y="3"/>
                </a:cxn>
                <a:cxn ang="0">
                  <a:pos x="32" y="21"/>
                </a:cxn>
                <a:cxn ang="0">
                  <a:pos x="20" y="39"/>
                </a:cxn>
                <a:cxn ang="0">
                  <a:pos x="9" y="59"/>
                </a:cxn>
                <a:cxn ang="0">
                  <a:pos x="3" y="70"/>
                </a:cxn>
                <a:cxn ang="0">
                  <a:pos x="0" y="80"/>
                </a:cxn>
                <a:cxn ang="0">
                  <a:pos x="0" y="80"/>
                </a:cxn>
                <a:cxn ang="0">
                  <a:pos x="0" y="83"/>
                </a:cxn>
                <a:cxn ang="0">
                  <a:pos x="0" y="84"/>
                </a:cxn>
                <a:cxn ang="0">
                  <a:pos x="2" y="87"/>
                </a:cxn>
                <a:cxn ang="0">
                  <a:pos x="3" y="87"/>
                </a:cxn>
                <a:cxn ang="0">
                  <a:pos x="7" y="87"/>
                </a:cxn>
                <a:cxn ang="0">
                  <a:pos x="10" y="85"/>
                </a:cxn>
                <a:cxn ang="0">
                  <a:pos x="11" y="83"/>
                </a:cxn>
                <a:cxn ang="0">
                  <a:pos x="11" y="83"/>
                </a:cxn>
                <a:cxn ang="0">
                  <a:pos x="15" y="73"/>
                </a:cxn>
                <a:cxn ang="0">
                  <a:pos x="19" y="63"/>
                </a:cxn>
                <a:cxn ang="0">
                  <a:pos x="31" y="45"/>
                </a:cxn>
                <a:cxn ang="0">
                  <a:pos x="43" y="26"/>
                </a:cxn>
                <a:cxn ang="0">
                  <a:pos x="56" y="8"/>
                </a:cxn>
                <a:cxn ang="0">
                  <a:pos x="56" y="8"/>
                </a:cxn>
                <a:cxn ang="0">
                  <a:pos x="57" y="7"/>
                </a:cxn>
                <a:cxn ang="0">
                  <a:pos x="57" y="4"/>
                </a:cxn>
                <a:cxn ang="0">
                  <a:pos x="56" y="3"/>
                </a:cxn>
                <a:cxn ang="0">
                  <a:pos x="54" y="2"/>
                </a:cxn>
                <a:cxn ang="0">
                  <a:pos x="51" y="0"/>
                </a:cxn>
                <a:cxn ang="0">
                  <a:pos x="48" y="2"/>
                </a:cxn>
                <a:cxn ang="0">
                  <a:pos x="47" y="3"/>
                </a:cxn>
                <a:cxn ang="0">
                  <a:pos x="47" y="3"/>
                </a:cxn>
              </a:cxnLst>
              <a:rect l="0" t="0" r="r" b="b"/>
              <a:pathLst>
                <a:path w="57" h="87">
                  <a:moveTo>
                    <a:pt x="47" y="3"/>
                  </a:moveTo>
                  <a:lnTo>
                    <a:pt x="47" y="3"/>
                  </a:lnTo>
                  <a:lnTo>
                    <a:pt x="32" y="21"/>
                  </a:lnTo>
                  <a:lnTo>
                    <a:pt x="20" y="39"/>
                  </a:lnTo>
                  <a:lnTo>
                    <a:pt x="9" y="59"/>
                  </a:lnTo>
                  <a:lnTo>
                    <a:pt x="3" y="70"/>
                  </a:lnTo>
                  <a:lnTo>
                    <a:pt x="0" y="80"/>
                  </a:lnTo>
                  <a:lnTo>
                    <a:pt x="0" y="80"/>
                  </a:lnTo>
                  <a:lnTo>
                    <a:pt x="0" y="83"/>
                  </a:lnTo>
                  <a:lnTo>
                    <a:pt x="0" y="84"/>
                  </a:lnTo>
                  <a:lnTo>
                    <a:pt x="2" y="87"/>
                  </a:lnTo>
                  <a:lnTo>
                    <a:pt x="3" y="87"/>
                  </a:lnTo>
                  <a:lnTo>
                    <a:pt x="7" y="87"/>
                  </a:lnTo>
                  <a:lnTo>
                    <a:pt x="10" y="85"/>
                  </a:lnTo>
                  <a:lnTo>
                    <a:pt x="11" y="83"/>
                  </a:lnTo>
                  <a:lnTo>
                    <a:pt x="11" y="83"/>
                  </a:lnTo>
                  <a:lnTo>
                    <a:pt x="15" y="73"/>
                  </a:lnTo>
                  <a:lnTo>
                    <a:pt x="19" y="63"/>
                  </a:lnTo>
                  <a:lnTo>
                    <a:pt x="31" y="45"/>
                  </a:lnTo>
                  <a:lnTo>
                    <a:pt x="43" y="26"/>
                  </a:lnTo>
                  <a:lnTo>
                    <a:pt x="56" y="8"/>
                  </a:lnTo>
                  <a:lnTo>
                    <a:pt x="56" y="8"/>
                  </a:lnTo>
                  <a:lnTo>
                    <a:pt x="57" y="7"/>
                  </a:lnTo>
                  <a:lnTo>
                    <a:pt x="57" y="4"/>
                  </a:lnTo>
                  <a:lnTo>
                    <a:pt x="56" y="3"/>
                  </a:lnTo>
                  <a:lnTo>
                    <a:pt x="54" y="2"/>
                  </a:lnTo>
                  <a:lnTo>
                    <a:pt x="51" y="0"/>
                  </a:lnTo>
                  <a:lnTo>
                    <a:pt x="48" y="2"/>
                  </a:lnTo>
                  <a:lnTo>
                    <a:pt x="47" y="3"/>
                  </a:lnTo>
                  <a:lnTo>
                    <a:pt x="47" y="3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53" name="Freeform 465"/>
            <p:cNvSpPr/>
            <p:nvPr>
              <p:custDataLst>
                <p:tags r:id="rId8"/>
              </p:custDataLst>
            </p:nvPr>
          </p:nvSpPr>
          <p:spPr bwMode="auto">
            <a:xfrm>
              <a:off x="3192463" y="1466850"/>
              <a:ext cx="22225" cy="31750"/>
            </a:xfrm>
            <a:custGeom>
              <a:avLst/>
              <a:gdLst/>
              <a:ahLst/>
              <a:cxnLst>
                <a:cxn ang="0">
                  <a:pos x="42" y="5"/>
                </a:cxn>
                <a:cxn ang="0">
                  <a:pos x="42" y="5"/>
                </a:cxn>
                <a:cxn ang="0">
                  <a:pos x="40" y="14"/>
                </a:cxn>
                <a:cxn ang="0">
                  <a:pos x="36" y="22"/>
                </a:cxn>
                <a:cxn ang="0">
                  <a:pos x="30" y="30"/>
                </a:cxn>
                <a:cxn ang="0">
                  <a:pos x="25" y="38"/>
                </a:cxn>
                <a:cxn ang="0">
                  <a:pos x="25" y="38"/>
                </a:cxn>
                <a:cxn ang="0">
                  <a:pos x="20" y="46"/>
                </a:cxn>
                <a:cxn ang="0">
                  <a:pos x="13" y="55"/>
                </a:cxn>
                <a:cxn ang="0">
                  <a:pos x="2" y="71"/>
                </a:cxn>
                <a:cxn ang="0">
                  <a:pos x="2" y="71"/>
                </a:cxn>
                <a:cxn ang="0">
                  <a:pos x="0" y="73"/>
                </a:cxn>
                <a:cxn ang="0">
                  <a:pos x="0" y="76"/>
                </a:cxn>
                <a:cxn ang="0">
                  <a:pos x="2" y="77"/>
                </a:cxn>
                <a:cxn ang="0">
                  <a:pos x="3" y="79"/>
                </a:cxn>
                <a:cxn ang="0">
                  <a:pos x="7" y="80"/>
                </a:cxn>
                <a:cxn ang="0">
                  <a:pos x="10" y="79"/>
                </a:cxn>
                <a:cxn ang="0">
                  <a:pos x="11" y="77"/>
                </a:cxn>
                <a:cxn ang="0">
                  <a:pos x="11" y="77"/>
                </a:cxn>
                <a:cxn ang="0">
                  <a:pos x="25" y="58"/>
                </a:cxn>
                <a:cxn ang="0">
                  <a:pos x="38" y="37"/>
                </a:cxn>
                <a:cxn ang="0">
                  <a:pos x="38" y="37"/>
                </a:cxn>
                <a:cxn ang="0">
                  <a:pos x="48" y="22"/>
                </a:cxn>
                <a:cxn ang="0">
                  <a:pos x="51" y="14"/>
                </a:cxn>
                <a:cxn ang="0">
                  <a:pos x="54" y="5"/>
                </a:cxn>
                <a:cxn ang="0">
                  <a:pos x="54" y="5"/>
                </a:cxn>
                <a:cxn ang="0">
                  <a:pos x="54" y="3"/>
                </a:cxn>
                <a:cxn ang="0">
                  <a:pos x="53" y="1"/>
                </a:cxn>
                <a:cxn ang="0">
                  <a:pos x="51" y="0"/>
                </a:cxn>
                <a:cxn ang="0">
                  <a:pos x="49" y="0"/>
                </a:cxn>
                <a:cxn ang="0">
                  <a:pos x="45" y="1"/>
                </a:cxn>
                <a:cxn ang="0">
                  <a:pos x="44" y="3"/>
                </a:cxn>
                <a:cxn ang="0">
                  <a:pos x="42" y="5"/>
                </a:cxn>
                <a:cxn ang="0">
                  <a:pos x="42" y="5"/>
                </a:cxn>
              </a:cxnLst>
              <a:rect l="0" t="0" r="r" b="b"/>
              <a:pathLst>
                <a:path w="54" h="80">
                  <a:moveTo>
                    <a:pt x="42" y="5"/>
                  </a:moveTo>
                  <a:lnTo>
                    <a:pt x="42" y="5"/>
                  </a:lnTo>
                  <a:lnTo>
                    <a:pt x="40" y="14"/>
                  </a:lnTo>
                  <a:lnTo>
                    <a:pt x="36" y="22"/>
                  </a:lnTo>
                  <a:lnTo>
                    <a:pt x="30" y="30"/>
                  </a:lnTo>
                  <a:lnTo>
                    <a:pt x="25" y="38"/>
                  </a:lnTo>
                  <a:lnTo>
                    <a:pt x="25" y="38"/>
                  </a:lnTo>
                  <a:lnTo>
                    <a:pt x="20" y="46"/>
                  </a:lnTo>
                  <a:lnTo>
                    <a:pt x="13" y="55"/>
                  </a:lnTo>
                  <a:lnTo>
                    <a:pt x="2" y="71"/>
                  </a:lnTo>
                  <a:lnTo>
                    <a:pt x="2" y="71"/>
                  </a:lnTo>
                  <a:lnTo>
                    <a:pt x="0" y="73"/>
                  </a:lnTo>
                  <a:lnTo>
                    <a:pt x="0" y="76"/>
                  </a:lnTo>
                  <a:lnTo>
                    <a:pt x="2" y="77"/>
                  </a:lnTo>
                  <a:lnTo>
                    <a:pt x="3" y="79"/>
                  </a:lnTo>
                  <a:lnTo>
                    <a:pt x="7" y="80"/>
                  </a:lnTo>
                  <a:lnTo>
                    <a:pt x="10" y="79"/>
                  </a:lnTo>
                  <a:lnTo>
                    <a:pt x="11" y="77"/>
                  </a:lnTo>
                  <a:lnTo>
                    <a:pt x="11" y="77"/>
                  </a:lnTo>
                  <a:lnTo>
                    <a:pt x="25" y="58"/>
                  </a:lnTo>
                  <a:lnTo>
                    <a:pt x="38" y="37"/>
                  </a:lnTo>
                  <a:lnTo>
                    <a:pt x="38" y="37"/>
                  </a:lnTo>
                  <a:lnTo>
                    <a:pt x="48" y="22"/>
                  </a:lnTo>
                  <a:lnTo>
                    <a:pt x="51" y="14"/>
                  </a:lnTo>
                  <a:lnTo>
                    <a:pt x="54" y="5"/>
                  </a:lnTo>
                  <a:lnTo>
                    <a:pt x="54" y="5"/>
                  </a:lnTo>
                  <a:lnTo>
                    <a:pt x="54" y="3"/>
                  </a:lnTo>
                  <a:lnTo>
                    <a:pt x="53" y="1"/>
                  </a:lnTo>
                  <a:lnTo>
                    <a:pt x="51" y="0"/>
                  </a:lnTo>
                  <a:lnTo>
                    <a:pt x="49" y="0"/>
                  </a:lnTo>
                  <a:lnTo>
                    <a:pt x="45" y="1"/>
                  </a:lnTo>
                  <a:lnTo>
                    <a:pt x="44" y="3"/>
                  </a:lnTo>
                  <a:lnTo>
                    <a:pt x="42" y="5"/>
                  </a:lnTo>
                  <a:lnTo>
                    <a:pt x="42" y="5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54" name="Freeform 466"/>
            <p:cNvSpPr/>
            <p:nvPr>
              <p:custDataLst>
                <p:tags r:id="rId9"/>
              </p:custDataLst>
            </p:nvPr>
          </p:nvSpPr>
          <p:spPr bwMode="auto">
            <a:xfrm>
              <a:off x="3228976" y="1474788"/>
              <a:ext cx="14288" cy="25400"/>
            </a:xfrm>
            <a:custGeom>
              <a:avLst/>
              <a:gdLst/>
              <a:ahLst/>
              <a:cxnLst>
                <a:cxn ang="0">
                  <a:pos x="27" y="4"/>
                </a:cxn>
                <a:cxn ang="0">
                  <a:pos x="27" y="4"/>
                </a:cxn>
                <a:cxn ang="0">
                  <a:pos x="24" y="10"/>
                </a:cxn>
                <a:cxn ang="0">
                  <a:pos x="20" y="17"/>
                </a:cxn>
                <a:cxn ang="0">
                  <a:pos x="16" y="23"/>
                </a:cxn>
                <a:cxn ang="0">
                  <a:pos x="13" y="30"/>
                </a:cxn>
                <a:cxn ang="0">
                  <a:pos x="13" y="30"/>
                </a:cxn>
                <a:cxn ang="0">
                  <a:pos x="9" y="35"/>
                </a:cxn>
                <a:cxn ang="0">
                  <a:pos x="7" y="40"/>
                </a:cxn>
                <a:cxn ang="0">
                  <a:pos x="7" y="40"/>
                </a:cxn>
                <a:cxn ang="0">
                  <a:pos x="4" y="48"/>
                </a:cxn>
                <a:cxn ang="0">
                  <a:pos x="1" y="55"/>
                </a:cxn>
                <a:cxn ang="0">
                  <a:pos x="1" y="55"/>
                </a:cxn>
                <a:cxn ang="0">
                  <a:pos x="0" y="57"/>
                </a:cxn>
                <a:cxn ang="0">
                  <a:pos x="1" y="60"/>
                </a:cxn>
                <a:cxn ang="0">
                  <a:pos x="4" y="62"/>
                </a:cxn>
                <a:cxn ang="0">
                  <a:pos x="5" y="64"/>
                </a:cxn>
                <a:cxn ang="0">
                  <a:pos x="8" y="64"/>
                </a:cxn>
                <a:cxn ang="0">
                  <a:pos x="9" y="62"/>
                </a:cxn>
                <a:cxn ang="0">
                  <a:pos x="10" y="61"/>
                </a:cxn>
                <a:cxn ang="0">
                  <a:pos x="10" y="61"/>
                </a:cxn>
                <a:cxn ang="0">
                  <a:pos x="14" y="51"/>
                </a:cxn>
                <a:cxn ang="0">
                  <a:pos x="14" y="51"/>
                </a:cxn>
                <a:cxn ang="0">
                  <a:pos x="16" y="47"/>
                </a:cxn>
                <a:cxn ang="0">
                  <a:pos x="18" y="43"/>
                </a:cxn>
                <a:cxn ang="0">
                  <a:pos x="22" y="36"/>
                </a:cxn>
                <a:cxn ang="0">
                  <a:pos x="22" y="36"/>
                </a:cxn>
                <a:cxn ang="0">
                  <a:pos x="26" y="28"/>
                </a:cxn>
                <a:cxn ang="0">
                  <a:pos x="30" y="21"/>
                </a:cxn>
                <a:cxn ang="0">
                  <a:pos x="34" y="14"/>
                </a:cxn>
                <a:cxn ang="0">
                  <a:pos x="38" y="6"/>
                </a:cxn>
                <a:cxn ang="0">
                  <a:pos x="38" y="6"/>
                </a:cxn>
                <a:cxn ang="0">
                  <a:pos x="38" y="4"/>
                </a:cxn>
                <a:cxn ang="0">
                  <a:pos x="38" y="2"/>
                </a:cxn>
                <a:cxn ang="0">
                  <a:pos x="37" y="0"/>
                </a:cxn>
                <a:cxn ang="0">
                  <a:pos x="34" y="0"/>
                </a:cxn>
                <a:cxn ang="0">
                  <a:pos x="30" y="0"/>
                </a:cxn>
                <a:cxn ang="0">
                  <a:pos x="29" y="1"/>
                </a:cxn>
                <a:cxn ang="0">
                  <a:pos x="27" y="4"/>
                </a:cxn>
                <a:cxn ang="0">
                  <a:pos x="27" y="4"/>
                </a:cxn>
              </a:cxnLst>
              <a:rect l="0" t="0" r="r" b="b"/>
              <a:pathLst>
                <a:path w="38" h="64">
                  <a:moveTo>
                    <a:pt x="27" y="4"/>
                  </a:moveTo>
                  <a:lnTo>
                    <a:pt x="27" y="4"/>
                  </a:lnTo>
                  <a:lnTo>
                    <a:pt x="24" y="10"/>
                  </a:lnTo>
                  <a:lnTo>
                    <a:pt x="20" y="17"/>
                  </a:lnTo>
                  <a:lnTo>
                    <a:pt x="16" y="23"/>
                  </a:lnTo>
                  <a:lnTo>
                    <a:pt x="13" y="30"/>
                  </a:lnTo>
                  <a:lnTo>
                    <a:pt x="13" y="30"/>
                  </a:lnTo>
                  <a:lnTo>
                    <a:pt x="9" y="35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4" y="48"/>
                  </a:lnTo>
                  <a:lnTo>
                    <a:pt x="1" y="55"/>
                  </a:lnTo>
                  <a:lnTo>
                    <a:pt x="1" y="55"/>
                  </a:lnTo>
                  <a:lnTo>
                    <a:pt x="0" y="57"/>
                  </a:lnTo>
                  <a:lnTo>
                    <a:pt x="1" y="60"/>
                  </a:lnTo>
                  <a:lnTo>
                    <a:pt x="4" y="62"/>
                  </a:lnTo>
                  <a:lnTo>
                    <a:pt x="5" y="64"/>
                  </a:lnTo>
                  <a:lnTo>
                    <a:pt x="8" y="64"/>
                  </a:lnTo>
                  <a:lnTo>
                    <a:pt x="9" y="62"/>
                  </a:lnTo>
                  <a:lnTo>
                    <a:pt x="10" y="61"/>
                  </a:lnTo>
                  <a:lnTo>
                    <a:pt x="10" y="61"/>
                  </a:lnTo>
                  <a:lnTo>
                    <a:pt x="14" y="51"/>
                  </a:lnTo>
                  <a:lnTo>
                    <a:pt x="14" y="51"/>
                  </a:lnTo>
                  <a:lnTo>
                    <a:pt x="16" y="47"/>
                  </a:lnTo>
                  <a:lnTo>
                    <a:pt x="18" y="43"/>
                  </a:lnTo>
                  <a:lnTo>
                    <a:pt x="22" y="36"/>
                  </a:lnTo>
                  <a:lnTo>
                    <a:pt x="22" y="36"/>
                  </a:lnTo>
                  <a:lnTo>
                    <a:pt x="26" y="28"/>
                  </a:lnTo>
                  <a:lnTo>
                    <a:pt x="30" y="21"/>
                  </a:lnTo>
                  <a:lnTo>
                    <a:pt x="34" y="14"/>
                  </a:lnTo>
                  <a:lnTo>
                    <a:pt x="38" y="6"/>
                  </a:lnTo>
                  <a:lnTo>
                    <a:pt x="38" y="6"/>
                  </a:lnTo>
                  <a:lnTo>
                    <a:pt x="38" y="4"/>
                  </a:lnTo>
                  <a:lnTo>
                    <a:pt x="38" y="2"/>
                  </a:lnTo>
                  <a:lnTo>
                    <a:pt x="37" y="0"/>
                  </a:lnTo>
                  <a:lnTo>
                    <a:pt x="34" y="0"/>
                  </a:lnTo>
                  <a:lnTo>
                    <a:pt x="30" y="0"/>
                  </a:lnTo>
                  <a:lnTo>
                    <a:pt x="29" y="1"/>
                  </a:lnTo>
                  <a:lnTo>
                    <a:pt x="27" y="4"/>
                  </a:lnTo>
                  <a:lnTo>
                    <a:pt x="27" y="4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55" name="Freeform 467"/>
            <p:cNvSpPr/>
            <p:nvPr>
              <p:custDataLst>
                <p:tags r:id="rId10"/>
              </p:custDataLst>
            </p:nvPr>
          </p:nvSpPr>
          <p:spPr bwMode="auto">
            <a:xfrm>
              <a:off x="3262313" y="1473200"/>
              <a:ext cx="19050" cy="30163"/>
            </a:xfrm>
            <a:custGeom>
              <a:avLst/>
              <a:gdLst/>
              <a:ahLst/>
              <a:cxnLst>
                <a:cxn ang="0">
                  <a:pos x="39" y="4"/>
                </a:cxn>
                <a:cxn ang="0">
                  <a:pos x="39" y="4"/>
                </a:cxn>
                <a:cxn ang="0">
                  <a:pos x="30" y="20"/>
                </a:cxn>
                <a:cxn ang="0">
                  <a:pos x="19" y="36"/>
                </a:cxn>
                <a:cxn ang="0">
                  <a:pos x="10" y="51"/>
                </a:cxn>
                <a:cxn ang="0">
                  <a:pos x="1" y="68"/>
                </a:cxn>
                <a:cxn ang="0">
                  <a:pos x="1" y="68"/>
                </a:cxn>
                <a:cxn ang="0">
                  <a:pos x="0" y="71"/>
                </a:cxn>
                <a:cxn ang="0">
                  <a:pos x="0" y="74"/>
                </a:cxn>
                <a:cxn ang="0">
                  <a:pos x="2" y="76"/>
                </a:cxn>
                <a:cxn ang="0">
                  <a:pos x="8" y="78"/>
                </a:cxn>
                <a:cxn ang="0">
                  <a:pos x="9" y="76"/>
                </a:cxn>
                <a:cxn ang="0">
                  <a:pos x="10" y="74"/>
                </a:cxn>
                <a:cxn ang="0">
                  <a:pos x="10" y="74"/>
                </a:cxn>
                <a:cxn ang="0">
                  <a:pos x="19" y="58"/>
                </a:cxn>
                <a:cxn ang="0">
                  <a:pos x="30" y="42"/>
                </a:cxn>
                <a:cxn ang="0">
                  <a:pos x="39" y="25"/>
                </a:cxn>
                <a:cxn ang="0">
                  <a:pos x="48" y="10"/>
                </a:cxn>
                <a:cxn ang="0">
                  <a:pos x="48" y="10"/>
                </a:cxn>
                <a:cxn ang="0">
                  <a:pos x="49" y="7"/>
                </a:cxn>
                <a:cxn ang="0">
                  <a:pos x="49" y="4"/>
                </a:cxn>
                <a:cxn ang="0">
                  <a:pos x="45" y="2"/>
                </a:cxn>
                <a:cxn ang="0">
                  <a:pos x="42" y="0"/>
                </a:cxn>
                <a:cxn ang="0">
                  <a:pos x="40" y="2"/>
                </a:cxn>
                <a:cxn ang="0">
                  <a:pos x="39" y="4"/>
                </a:cxn>
                <a:cxn ang="0">
                  <a:pos x="39" y="4"/>
                </a:cxn>
              </a:cxnLst>
              <a:rect l="0" t="0" r="r" b="b"/>
              <a:pathLst>
                <a:path w="49" h="78">
                  <a:moveTo>
                    <a:pt x="39" y="4"/>
                  </a:moveTo>
                  <a:lnTo>
                    <a:pt x="39" y="4"/>
                  </a:lnTo>
                  <a:lnTo>
                    <a:pt x="30" y="20"/>
                  </a:lnTo>
                  <a:lnTo>
                    <a:pt x="19" y="36"/>
                  </a:lnTo>
                  <a:lnTo>
                    <a:pt x="10" y="51"/>
                  </a:lnTo>
                  <a:lnTo>
                    <a:pt x="1" y="68"/>
                  </a:lnTo>
                  <a:lnTo>
                    <a:pt x="1" y="68"/>
                  </a:lnTo>
                  <a:lnTo>
                    <a:pt x="0" y="71"/>
                  </a:lnTo>
                  <a:lnTo>
                    <a:pt x="0" y="74"/>
                  </a:lnTo>
                  <a:lnTo>
                    <a:pt x="2" y="76"/>
                  </a:lnTo>
                  <a:lnTo>
                    <a:pt x="8" y="78"/>
                  </a:lnTo>
                  <a:lnTo>
                    <a:pt x="9" y="76"/>
                  </a:lnTo>
                  <a:lnTo>
                    <a:pt x="10" y="74"/>
                  </a:lnTo>
                  <a:lnTo>
                    <a:pt x="10" y="74"/>
                  </a:lnTo>
                  <a:lnTo>
                    <a:pt x="19" y="58"/>
                  </a:lnTo>
                  <a:lnTo>
                    <a:pt x="30" y="42"/>
                  </a:lnTo>
                  <a:lnTo>
                    <a:pt x="39" y="25"/>
                  </a:lnTo>
                  <a:lnTo>
                    <a:pt x="48" y="10"/>
                  </a:lnTo>
                  <a:lnTo>
                    <a:pt x="48" y="10"/>
                  </a:lnTo>
                  <a:lnTo>
                    <a:pt x="49" y="7"/>
                  </a:lnTo>
                  <a:lnTo>
                    <a:pt x="49" y="4"/>
                  </a:lnTo>
                  <a:lnTo>
                    <a:pt x="45" y="2"/>
                  </a:lnTo>
                  <a:lnTo>
                    <a:pt x="42" y="0"/>
                  </a:lnTo>
                  <a:lnTo>
                    <a:pt x="40" y="2"/>
                  </a:lnTo>
                  <a:lnTo>
                    <a:pt x="39" y="4"/>
                  </a:lnTo>
                  <a:lnTo>
                    <a:pt x="39" y="4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56" name="Freeform 468"/>
            <p:cNvSpPr/>
            <p:nvPr>
              <p:custDataLst>
                <p:tags r:id="rId11"/>
              </p:custDataLst>
            </p:nvPr>
          </p:nvSpPr>
          <p:spPr bwMode="auto">
            <a:xfrm>
              <a:off x="3298826" y="1471613"/>
              <a:ext cx="15875" cy="23813"/>
            </a:xfrm>
            <a:custGeom>
              <a:avLst/>
              <a:gdLst/>
              <a:ahLst/>
              <a:cxnLst>
                <a:cxn ang="0">
                  <a:pos x="32" y="3"/>
                </a:cxn>
                <a:cxn ang="0">
                  <a:pos x="32" y="3"/>
                </a:cxn>
                <a:cxn ang="0">
                  <a:pos x="25" y="17"/>
                </a:cxn>
                <a:cxn ang="0">
                  <a:pos x="17" y="28"/>
                </a:cxn>
                <a:cxn ang="0">
                  <a:pos x="8" y="40"/>
                </a:cxn>
                <a:cxn ang="0">
                  <a:pos x="0" y="52"/>
                </a:cxn>
                <a:cxn ang="0">
                  <a:pos x="0" y="52"/>
                </a:cxn>
                <a:cxn ang="0">
                  <a:pos x="0" y="54"/>
                </a:cxn>
                <a:cxn ang="0">
                  <a:pos x="0" y="57"/>
                </a:cxn>
                <a:cxn ang="0">
                  <a:pos x="3" y="60"/>
                </a:cxn>
                <a:cxn ang="0">
                  <a:pos x="7" y="61"/>
                </a:cxn>
                <a:cxn ang="0">
                  <a:pos x="9" y="60"/>
                </a:cxn>
                <a:cxn ang="0">
                  <a:pos x="11" y="58"/>
                </a:cxn>
                <a:cxn ang="0">
                  <a:pos x="11" y="58"/>
                </a:cxn>
                <a:cxn ang="0">
                  <a:pos x="19" y="45"/>
                </a:cxn>
                <a:cxn ang="0">
                  <a:pos x="26" y="34"/>
                </a:cxn>
                <a:cxn ang="0">
                  <a:pos x="34" y="22"/>
                </a:cxn>
                <a:cxn ang="0">
                  <a:pos x="41" y="9"/>
                </a:cxn>
                <a:cxn ang="0">
                  <a:pos x="41" y="9"/>
                </a:cxn>
                <a:cxn ang="0">
                  <a:pos x="42" y="6"/>
                </a:cxn>
                <a:cxn ang="0">
                  <a:pos x="41" y="3"/>
                </a:cxn>
                <a:cxn ang="0">
                  <a:pos x="38" y="1"/>
                </a:cxn>
                <a:cxn ang="0">
                  <a:pos x="37" y="0"/>
                </a:cxn>
                <a:cxn ang="0">
                  <a:pos x="34" y="0"/>
                </a:cxn>
                <a:cxn ang="0">
                  <a:pos x="33" y="1"/>
                </a:cxn>
                <a:cxn ang="0">
                  <a:pos x="32" y="3"/>
                </a:cxn>
                <a:cxn ang="0">
                  <a:pos x="32" y="3"/>
                </a:cxn>
              </a:cxnLst>
              <a:rect l="0" t="0" r="r" b="b"/>
              <a:pathLst>
                <a:path w="42" h="61">
                  <a:moveTo>
                    <a:pt x="32" y="3"/>
                  </a:moveTo>
                  <a:lnTo>
                    <a:pt x="32" y="3"/>
                  </a:lnTo>
                  <a:lnTo>
                    <a:pt x="25" y="17"/>
                  </a:lnTo>
                  <a:lnTo>
                    <a:pt x="17" y="28"/>
                  </a:lnTo>
                  <a:lnTo>
                    <a:pt x="8" y="40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0" y="54"/>
                  </a:lnTo>
                  <a:lnTo>
                    <a:pt x="0" y="57"/>
                  </a:lnTo>
                  <a:lnTo>
                    <a:pt x="3" y="60"/>
                  </a:lnTo>
                  <a:lnTo>
                    <a:pt x="7" y="61"/>
                  </a:lnTo>
                  <a:lnTo>
                    <a:pt x="9" y="60"/>
                  </a:lnTo>
                  <a:lnTo>
                    <a:pt x="11" y="58"/>
                  </a:lnTo>
                  <a:lnTo>
                    <a:pt x="11" y="58"/>
                  </a:lnTo>
                  <a:lnTo>
                    <a:pt x="19" y="45"/>
                  </a:lnTo>
                  <a:lnTo>
                    <a:pt x="26" y="34"/>
                  </a:lnTo>
                  <a:lnTo>
                    <a:pt x="34" y="22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2" y="6"/>
                  </a:lnTo>
                  <a:lnTo>
                    <a:pt x="41" y="3"/>
                  </a:lnTo>
                  <a:lnTo>
                    <a:pt x="38" y="1"/>
                  </a:lnTo>
                  <a:lnTo>
                    <a:pt x="37" y="0"/>
                  </a:lnTo>
                  <a:lnTo>
                    <a:pt x="34" y="0"/>
                  </a:lnTo>
                  <a:lnTo>
                    <a:pt x="33" y="1"/>
                  </a:lnTo>
                  <a:lnTo>
                    <a:pt x="32" y="3"/>
                  </a:lnTo>
                  <a:lnTo>
                    <a:pt x="32" y="3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57" name="Freeform 469"/>
            <p:cNvSpPr/>
            <p:nvPr>
              <p:custDataLst>
                <p:tags r:id="rId12"/>
              </p:custDataLst>
            </p:nvPr>
          </p:nvSpPr>
          <p:spPr bwMode="auto">
            <a:xfrm>
              <a:off x="3333751" y="1468438"/>
              <a:ext cx="12700" cy="23813"/>
            </a:xfrm>
            <a:custGeom>
              <a:avLst/>
              <a:gdLst/>
              <a:ahLst/>
              <a:cxnLst>
                <a:cxn ang="0">
                  <a:pos x="22" y="5"/>
                </a:cxn>
                <a:cxn ang="0">
                  <a:pos x="22" y="5"/>
                </a:cxn>
                <a:cxn ang="0">
                  <a:pos x="21" y="10"/>
                </a:cxn>
                <a:cxn ang="0">
                  <a:pos x="17" y="16"/>
                </a:cxn>
                <a:cxn ang="0">
                  <a:pos x="14" y="21"/>
                </a:cxn>
                <a:cxn ang="0">
                  <a:pos x="12" y="26"/>
                </a:cxn>
                <a:cxn ang="0">
                  <a:pos x="12" y="26"/>
                </a:cxn>
                <a:cxn ang="0">
                  <a:pos x="8" y="39"/>
                </a:cxn>
                <a:cxn ang="0">
                  <a:pos x="5" y="46"/>
                </a:cxn>
                <a:cxn ang="0">
                  <a:pos x="1" y="51"/>
                </a:cxn>
                <a:cxn ang="0">
                  <a:pos x="1" y="51"/>
                </a:cxn>
                <a:cxn ang="0">
                  <a:pos x="0" y="52"/>
                </a:cxn>
                <a:cxn ang="0">
                  <a:pos x="0" y="55"/>
                </a:cxn>
                <a:cxn ang="0">
                  <a:pos x="1" y="59"/>
                </a:cxn>
                <a:cxn ang="0">
                  <a:pos x="5" y="60"/>
                </a:cxn>
                <a:cxn ang="0">
                  <a:pos x="8" y="60"/>
                </a:cxn>
                <a:cxn ang="0">
                  <a:pos x="9" y="59"/>
                </a:cxn>
                <a:cxn ang="0">
                  <a:pos x="9" y="59"/>
                </a:cxn>
                <a:cxn ang="0">
                  <a:pos x="13" y="54"/>
                </a:cxn>
                <a:cxn ang="0">
                  <a:pos x="17" y="48"/>
                </a:cxn>
                <a:cxn ang="0">
                  <a:pos x="21" y="35"/>
                </a:cxn>
                <a:cxn ang="0">
                  <a:pos x="21" y="35"/>
                </a:cxn>
                <a:cxn ang="0">
                  <a:pos x="23" y="27"/>
                </a:cxn>
                <a:cxn ang="0">
                  <a:pos x="27" y="21"/>
                </a:cxn>
                <a:cxn ang="0">
                  <a:pos x="31" y="13"/>
                </a:cxn>
                <a:cxn ang="0">
                  <a:pos x="34" y="5"/>
                </a:cxn>
                <a:cxn ang="0">
                  <a:pos x="34" y="5"/>
                </a:cxn>
                <a:cxn ang="0">
                  <a:pos x="34" y="3"/>
                </a:cxn>
                <a:cxn ang="0">
                  <a:pos x="33" y="1"/>
                </a:cxn>
                <a:cxn ang="0">
                  <a:pos x="31" y="0"/>
                </a:cxn>
                <a:cxn ang="0">
                  <a:pos x="29" y="0"/>
                </a:cxn>
                <a:cxn ang="0">
                  <a:pos x="25" y="1"/>
                </a:cxn>
                <a:cxn ang="0">
                  <a:pos x="23" y="3"/>
                </a:cxn>
                <a:cxn ang="0">
                  <a:pos x="22" y="5"/>
                </a:cxn>
                <a:cxn ang="0">
                  <a:pos x="22" y="5"/>
                </a:cxn>
              </a:cxnLst>
              <a:rect l="0" t="0" r="r" b="b"/>
              <a:pathLst>
                <a:path w="34" h="60">
                  <a:moveTo>
                    <a:pt x="22" y="5"/>
                  </a:moveTo>
                  <a:lnTo>
                    <a:pt x="22" y="5"/>
                  </a:lnTo>
                  <a:lnTo>
                    <a:pt x="21" y="10"/>
                  </a:lnTo>
                  <a:lnTo>
                    <a:pt x="17" y="16"/>
                  </a:lnTo>
                  <a:lnTo>
                    <a:pt x="14" y="21"/>
                  </a:lnTo>
                  <a:lnTo>
                    <a:pt x="12" y="26"/>
                  </a:lnTo>
                  <a:lnTo>
                    <a:pt x="12" y="26"/>
                  </a:lnTo>
                  <a:lnTo>
                    <a:pt x="8" y="39"/>
                  </a:lnTo>
                  <a:lnTo>
                    <a:pt x="5" y="46"/>
                  </a:lnTo>
                  <a:lnTo>
                    <a:pt x="1" y="51"/>
                  </a:lnTo>
                  <a:lnTo>
                    <a:pt x="1" y="51"/>
                  </a:lnTo>
                  <a:lnTo>
                    <a:pt x="0" y="52"/>
                  </a:lnTo>
                  <a:lnTo>
                    <a:pt x="0" y="55"/>
                  </a:lnTo>
                  <a:lnTo>
                    <a:pt x="1" y="59"/>
                  </a:lnTo>
                  <a:lnTo>
                    <a:pt x="5" y="60"/>
                  </a:lnTo>
                  <a:lnTo>
                    <a:pt x="8" y="60"/>
                  </a:lnTo>
                  <a:lnTo>
                    <a:pt x="9" y="59"/>
                  </a:lnTo>
                  <a:lnTo>
                    <a:pt x="9" y="59"/>
                  </a:lnTo>
                  <a:lnTo>
                    <a:pt x="13" y="54"/>
                  </a:lnTo>
                  <a:lnTo>
                    <a:pt x="17" y="48"/>
                  </a:lnTo>
                  <a:lnTo>
                    <a:pt x="21" y="35"/>
                  </a:lnTo>
                  <a:lnTo>
                    <a:pt x="21" y="35"/>
                  </a:lnTo>
                  <a:lnTo>
                    <a:pt x="23" y="27"/>
                  </a:lnTo>
                  <a:lnTo>
                    <a:pt x="27" y="21"/>
                  </a:lnTo>
                  <a:lnTo>
                    <a:pt x="31" y="13"/>
                  </a:lnTo>
                  <a:lnTo>
                    <a:pt x="34" y="5"/>
                  </a:lnTo>
                  <a:lnTo>
                    <a:pt x="34" y="5"/>
                  </a:lnTo>
                  <a:lnTo>
                    <a:pt x="34" y="3"/>
                  </a:lnTo>
                  <a:lnTo>
                    <a:pt x="33" y="1"/>
                  </a:lnTo>
                  <a:lnTo>
                    <a:pt x="31" y="0"/>
                  </a:lnTo>
                  <a:lnTo>
                    <a:pt x="29" y="0"/>
                  </a:lnTo>
                  <a:lnTo>
                    <a:pt x="25" y="1"/>
                  </a:lnTo>
                  <a:lnTo>
                    <a:pt x="23" y="3"/>
                  </a:lnTo>
                  <a:lnTo>
                    <a:pt x="22" y="5"/>
                  </a:lnTo>
                  <a:lnTo>
                    <a:pt x="22" y="5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58" name="Freeform 470"/>
            <p:cNvSpPr/>
            <p:nvPr>
              <p:custDataLst>
                <p:tags r:id="rId13"/>
              </p:custDataLst>
            </p:nvPr>
          </p:nvSpPr>
          <p:spPr bwMode="auto">
            <a:xfrm>
              <a:off x="3589338" y="1428750"/>
              <a:ext cx="19050" cy="22225"/>
            </a:xfrm>
            <a:custGeom>
              <a:avLst/>
              <a:gdLst/>
              <a:ahLst/>
              <a:cxnLst>
                <a:cxn ang="0">
                  <a:pos x="35" y="2"/>
                </a:cxn>
                <a:cxn ang="0">
                  <a:pos x="35" y="2"/>
                </a:cxn>
                <a:cxn ang="0">
                  <a:pos x="1" y="48"/>
                </a:cxn>
                <a:cxn ang="0">
                  <a:pos x="1" y="48"/>
                </a:cxn>
                <a:cxn ang="0">
                  <a:pos x="0" y="51"/>
                </a:cxn>
                <a:cxn ang="0">
                  <a:pos x="0" y="52"/>
                </a:cxn>
                <a:cxn ang="0">
                  <a:pos x="1" y="55"/>
                </a:cxn>
                <a:cxn ang="0">
                  <a:pos x="3" y="56"/>
                </a:cxn>
                <a:cxn ang="0">
                  <a:pos x="8" y="56"/>
                </a:cxn>
                <a:cxn ang="0">
                  <a:pos x="9" y="56"/>
                </a:cxn>
                <a:cxn ang="0">
                  <a:pos x="12" y="53"/>
                </a:cxn>
                <a:cxn ang="0">
                  <a:pos x="12" y="53"/>
                </a:cxn>
                <a:cxn ang="0">
                  <a:pos x="46" y="9"/>
                </a:cxn>
                <a:cxn ang="0">
                  <a:pos x="46" y="9"/>
                </a:cxn>
                <a:cxn ang="0">
                  <a:pos x="47" y="6"/>
                </a:cxn>
                <a:cxn ang="0">
                  <a:pos x="46" y="4"/>
                </a:cxn>
                <a:cxn ang="0">
                  <a:pos x="46" y="2"/>
                </a:cxn>
                <a:cxn ang="0">
                  <a:pos x="45" y="1"/>
                </a:cxn>
                <a:cxn ang="0">
                  <a:pos x="39" y="0"/>
                </a:cxn>
                <a:cxn ang="0">
                  <a:pos x="38" y="1"/>
                </a:cxn>
                <a:cxn ang="0">
                  <a:pos x="35" y="2"/>
                </a:cxn>
                <a:cxn ang="0">
                  <a:pos x="35" y="2"/>
                </a:cxn>
              </a:cxnLst>
              <a:rect l="0" t="0" r="r" b="b"/>
              <a:pathLst>
                <a:path w="47" h="56">
                  <a:moveTo>
                    <a:pt x="35" y="2"/>
                  </a:moveTo>
                  <a:lnTo>
                    <a:pt x="35" y="2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0" y="51"/>
                  </a:lnTo>
                  <a:lnTo>
                    <a:pt x="0" y="52"/>
                  </a:lnTo>
                  <a:lnTo>
                    <a:pt x="1" y="55"/>
                  </a:lnTo>
                  <a:lnTo>
                    <a:pt x="3" y="56"/>
                  </a:lnTo>
                  <a:lnTo>
                    <a:pt x="8" y="56"/>
                  </a:lnTo>
                  <a:lnTo>
                    <a:pt x="9" y="56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46" y="9"/>
                  </a:lnTo>
                  <a:lnTo>
                    <a:pt x="46" y="9"/>
                  </a:lnTo>
                  <a:lnTo>
                    <a:pt x="47" y="6"/>
                  </a:lnTo>
                  <a:lnTo>
                    <a:pt x="46" y="4"/>
                  </a:lnTo>
                  <a:lnTo>
                    <a:pt x="46" y="2"/>
                  </a:lnTo>
                  <a:lnTo>
                    <a:pt x="45" y="1"/>
                  </a:lnTo>
                  <a:lnTo>
                    <a:pt x="39" y="0"/>
                  </a:lnTo>
                  <a:lnTo>
                    <a:pt x="38" y="1"/>
                  </a:lnTo>
                  <a:lnTo>
                    <a:pt x="35" y="2"/>
                  </a:lnTo>
                  <a:lnTo>
                    <a:pt x="35" y="2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59" name="Freeform 471"/>
            <p:cNvSpPr/>
            <p:nvPr>
              <p:custDataLst>
                <p:tags r:id="rId14"/>
              </p:custDataLst>
            </p:nvPr>
          </p:nvSpPr>
          <p:spPr bwMode="auto">
            <a:xfrm>
              <a:off x="3606801" y="1447800"/>
              <a:ext cx="22225" cy="30163"/>
            </a:xfrm>
            <a:custGeom>
              <a:avLst/>
              <a:gdLst/>
              <a:ahLst/>
              <a:cxnLst>
                <a:cxn ang="0">
                  <a:pos x="47" y="2"/>
                </a:cxn>
                <a:cxn ang="0">
                  <a:pos x="47" y="2"/>
                </a:cxn>
                <a:cxn ang="0">
                  <a:pos x="33" y="17"/>
                </a:cxn>
                <a:cxn ang="0">
                  <a:pos x="21" y="33"/>
                </a:cxn>
                <a:cxn ang="0">
                  <a:pos x="11" y="50"/>
                </a:cxn>
                <a:cxn ang="0">
                  <a:pos x="0" y="68"/>
                </a:cxn>
                <a:cxn ang="0">
                  <a:pos x="0" y="68"/>
                </a:cxn>
                <a:cxn ang="0">
                  <a:pos x="0" y="70"/>
                </a:cxn>
                <a:cxn ang="0">
                  <a:pos x="0" y="72"/>
                </a:cxn>
                <a:cxn ang="0">
                  <a:pos x="3" y="76"/>
                </a:cxn>
                <a:cxn ang="0">
                  <a:pos x="7" y="76"/>
                </a:cxn>
                <a:cxn ang="0">
                  <a:pos x="8" y="75"/>
                </a:cxn>
                <a:cxn ang="0">
                  <a:pos x="11" y="74"/>
                </a:cxn>
                <a:cxn ang="0">
                  <a:pos x="11" y="74"/>
                </a:cxn>
                <a:cxn ang="0">
                  <a:pos x="20" y="57"/>
                </a:cxn>
                <a:cxn ang="0">
                  <a:pos x="30" y="40"/>
                </a:cxn>
                <a:cxn ang="0">
                  <a:pos x="42" y="25"/>
                </a:cxn>
                <a:cxn ang="0">
                  <a:pos x="55" y="10"/>
                </a:cxn>
                <a:cxn ang="0">
                  <a:pos x="55" y="10"/>
                </a:cxn>
                <a:cxn ang="0">
                  <a:pos x="57" y="8"/>
                </a:cxn>
                <a:cxn ang="0">
                  <a:pos x="57" y="6"/>
                </a:cxn>
                <a:cxn ang="0">
                  <a:pos x="55" y="2"/>
                </a:cxn>
                <a:cxn ang="0">
                  <a:pos x="51" y="0"/>
                </a:cxn>
                <a:cxn ang="0">
                  <a:pos x="49" y="0"/>
                </a:cxn>
                <a:cxn ang="0">
                  <a:pos x="47" y="2"/>
                </a:cxn>
                <a:cxn ang="0">
                  <a:pos x="47" y="2"/>
                </a:cxn>
              </a:cxnLst>
              <a:rect l="0" t="0" r="r" b="b"/>
              <a:pathLst>
                <a:path w="57" h="76">
                  <a:moveTo>
                    <a:pt x="47" y="2"/>
                  </a:moveTo>
                  <a:lnTo>
                    <a:pt x="47" y="2"/>
                  </a:lnTo>
                  <a:lnTo>
                    <a:pt x="33" y="17"/>
                  </a:lnTo>
                  <a:lnTo>
                    <a:pt x="21" y="33"/>
                  </a:lnTo>
                  <a:lnTo>
                    <a:pt x="11" y="50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0" y="70"/>
                  </a:lnTo>
                  <a:lnTo>
                    <a:pt x="0" y="72"/>
                  </a:lnTo>
                  <a:lnTo>
                    <a:pt x="3" y="76"/>
                  </a:lnTo>
                  <a:lnTo>
                    <a:pt x="7" y="76"/>
                  </a:lnTo>
                  <a:lnTo>
                    <a:pt x="8" y="75"/>
                  </a:lnTo>
                  <a:lnTo>
                    <a:pt x="11" y="74"/>
                  </a:lnTo>
                  <a:lnTo>
                    <a:pt x="11" y="74"/>
                  </a:lnTo>
                  <a:lnTo>
                    <a:pt x="20" y="57"/>
                  </a:lnTo>
                  <a:lnTo>
                    <a:pt x="30" y="40"/>
                  </a:lnTo>
                  <a:lnTo>
                    <a:pt x="42" y="25"/>
                  </a:lnTo>
                  <a:lnTo>
                    <a:pt x="55" y="10"/>
                  </a:lnTo>
                  <a:lnTo>
                    <a:pt x="55" y="10"/>
                  </a:lnTo>
                  <a:lnTo>
                    <a:pt x="57" y="8"/>
                  </a:lnTo>
                  <a:lnTo>
                    <a:pt x="57" y="6"/>
                  </a:lnTo>
                  <a:lnTo>
                    <a:pt x="55" y="2"/>
                  </a:lnTo>
                  <a:lnTo>
                    <a:pt x="51" y="0"/>
                  </a:lnTo>
                  <a:lnTo>
                    <a:pt x="49" y="0"/>
                  </a:lnTo>
                  <a:lnTo>
                    <a:pt x="47" y="2"/>
                  </a:lnTo>
                  <a:lnTo>
                    <a:pt x="47" y="2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60" name="Freeform 472"/>
            <p:cNvSpPr/>
            <p:nvPr>
              <p:custDataLst>
                <p:tags r:id="rId15"/>
              </p:custDataLst>
            </p:nvPr>
          </p:nvSpPr>
          <p:spPr bwMode="auto">
            <a:xfrm>
              <a:off x="3629026" y="1465263"/>
              <a:ext cx="23813" cy="31750"/>
            </a:xfrm>
            <a:custGeom>
              <a:avLst/>
              <a:gdLst/>
              <a:ahLst/>
              <a:cxnLst>
                <a:cxn ang="0">
                  <a:pos x="47" y="3"/>
                </a:cxn>
                <a:cxn ang="0">
                  <a:pos x="47" y="3"/>
                </a:cxn>
                <a:cxn ang="0">
                  <a:pos x="22" y="37"/>
                </a:cxn>
                <a:cxn ang="0">
                  <a:pos x="11" y="54"/>
                </a:cxn>
                <a:cxn ang="0">
                  <a:pos x="1" y="71"/>
                </a:cxn>
                <a:cxn ang="0">
                  <a:pos x="1" y="71"/>
                </a:cxn>
                <a:cxn ang="0">
                  <a:pos x="0" y="73"/>
                </a:cxn>
                <a:cxn ang="0">
                  <a:pos x="0" y="76"/>
                </a:cxn>
                <a:cxn ang="0">
                  <a:pos x="3" y="79"/>
                </a:cxn>
                <a:cxn ang="0">
                  <a:pos x="7" y="80"/>
                </a:cxn>
                <a:cxn ang="0">
                  <a:pos x="9" y="79"/>
                </a:cxn>
                <a:cxn ang="0">
                  <a:pos x="10" y="77"/>
                </a:cxn>
                <a:cxn ang="0">
                  <a:pos x="10" y="77"/>
                </a:cxn>
                <a:cxn ang="0">
                  <a:pos x="20" y="59"/>
                </a:cxn>
                <a:cxn ang="0">
                  <a:pos x="32" y="42"/>
                </a:cxn>
                <a:cxn ang="0">
                  <a:pos x="56" y="8"/>
                </a:cxn>
                <a:cxn ang="0">
                  <a:pos x="56" y="8"/>
                </a:cxn>
                <a:cxn ang="0">
                  <a:pos x="57" y="7"/>
                </a:cxn>
                <a:cxn ang="0">
                  <a:pos x="57" y="4"/>
                </a:cxn>
                <a:cxn ang="0">
                  <a:pos x="56" y="3"/>
                </a:cxn>
                <a:cxn ang="0">
                  <a:pos x="54" y="1"/>
                </a:cxn>
                <a:cxn ang="0">
                  <a:pos x="51" y="0"/>
                </a:cxn>
                <a:cxn ang="0">
                  <a:pos x="48" y="1"/>
                </a:cxn>
                <a:cxn ang="0">
                  <a:pos x="47" y="3"/>
                </a:cxn>
                <a:cxn ang="0">
                  <a:pos x="47" y="3"/>
                </a:cxn>
              </a:cxnLst>
              <a:rect l="0" t="0" r="r" b="b"/>
              <a:pathLst>
                <a:path w="57" h="80">
                  <a:moveTo>
                    <a:pt x="47" y="3"/>
                  </a:moveTo>
                  <a:lnTo>
                    <a:pt x="47" y="3"/>
                  </a:lnTo>
                  <a:lnTo>
                    <a:pt x="22" y="37"/>
                  </a:lnTo>
                  <a:lnTo>
                    <a:pt x="11" y="54"/>
                  </a:lnTo>
                  <a:lnTo>
                    <a:pt x="1" y="71"/>
                  </a:lnTo>
                  <a:lnTo>
                    <a:pt x="1" y="71"/>
                  </a:lnTo>
                  <a:lnTo>
                    <a:pt x="0" y="73"/>
                  </a:lnTo>
                  <a:lnTo>
                    <a:pt x="0" y="76"/>
                  </a:lnTo>
                  <a:lnTo>
                    <a:pt x="3" y="79"/>
                  </a:lnTo>
                  <a:lnTo>
                    <a:pt x="7" y="80"/>
                  </a:lnTo>
                  <a:lnTo>
                    <a:pt x="9" y="79"/>
                  </a:lnTo>
                  <a:lnTo>
                    <a:pt x="10" y="77"/>
                  </a:lnTo>
                  <a:lnTo>
                    <a:pt x="10" y="77"/>
                  </a:lnTo>
                  <a:lnTo>
                    <a:pt x="20" y="59"/>
                  </a:lnTo>
                  <a:lnTo>
                    <a:pt x="32" y="42"/>
                  </a:lnTo>
                  <a:lnTo>
                    <a:pt x="56" y="8"/>
                  </a:lnTo>
                  <a:lnTo>
                    <a:pt x="56" y="8"/>
                  </a:lnTo>
                  <a:lnTo>
                    <a:pt x="57" y="7"/>
                  </a:lnTo>
                  <a:lnTo>
                    <a:pt x="57" y="4"/>
                  </a:lnTo>
                  <a:lnTo>
                    <a:pt x="56" y="3"/>
                  </a:lnTo>
                  <a:lnTo>
                    <a:pt x="54" y="1"/>
                  </a:lnTo>
                  <a:lnTo>
                    <a:pt x="51" y="0"/>
                  </a:lnTo>
                  <a:lnTo>
                    <a:pt x="48" y="1"/>
                  </a:lnTo>
                  <a:lnTo>
                    <a:pt x="47" y="3"/>
                  </a:lnTo>
                  <a:lnTo>
                    <a:pt x="47" y="3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61" name="Freeform 473"/>
            <p:cNvSpPr/>
            <p:nvPr>
              <p:custDataLst>
                <p:tags r:id="rId16"/>
              </p:custDataLst>
            </p:nvPr>
          </p:nvSpPr>
          <p:spPr bwMode="auto">
            <a:xfrm>
              <a:off x="3656013" y="1474788"/>
              <a:ext cx="20638" cy="28575"/>
            </a:xfrm>
            <a:custGeom>
              <a:avLst/>
              <a:gdLst/>
              <a:ahLst/>
              <a:cxnLst>
                <a:cxn ang="0">
                  <a:pos x="39" y="3"/>
                </a:cxn>
                <a:cxn ang="0">
                  <a:pos x="39" y="3"/>
                </a:cxn>
                <a:cxn ang="0">
                  <a:pos x="30" y="17"/>
                </a:cxn>
                <a:cxn ang="0">
                  <a:pos x="20" y="30"/>
                </a:cxn>
                <a:cxn ang="0">
                  <a:pos x="20" y="30"/>
                </a:cxn>
                <a:cxn ang="0">
                  <a:pos x="15" y="38"/>
                </a:cxn>
                <a:cxn ang="0">
                  <a:pos x="10" y="47"/>
                </a:cxn>
                <a:cxn ang="0">
                  <a:pos x="1" y="64"/>
                </a:cxn>
                <a:cxn ang="0">
                  <a:pos x="1" y="64"/>
                </a:cxn>
                <a:cxn ang="0">
                  <a:pos x="0" y="67"/>
                </a:cxn>
                <a:cxn ang="0">
                  <a:pos x="1" y="68"/>
                </a:cxn>
                <a:cxn ang="0">
                  <a:pos x="3" y="72"/>
                </a:cxn>
                <a:cxn ang="0">
                  <a:pos x="7" y="72"/>
                </a:cxn>
                <a:cxn ang="0">
                  <a:pos x="9" y="72"/>
                </a:cxn>
                <a:cxn ang="0">
                  <a:pos x="11" y="70"/>
                </a:cxn>
                <a:cxn ang="0">
                  <a:pos x="11" y="70"/>
                </a:cxn>
                <a:cxn ang="0">
                  <a:pos x="20" y="53"/>
                </a:cxn>
                <a:cxn ang="0">
                  <a:pos x="30" y="36"/>
                </a:cxn>
                <a:cxn ang="0">
                  <a:pos x="30" y="36"/>
                </a:cxn>
                <a:cxn ang="0">
                  <a:pos x="40" y="23"/>
                </a:cxn>
                <a:cxn ang="0">
                  <a:pos x="44" y="16"/>
                </a:cxn>
                <a:cxn ang="0">
                  <a:pos x="49" y="10"/>
                </a:cxn>
                <a:cxn ang="0">
                  <a:pos x="49" y="10"/>
                </a:cxn>
                <a:cxn ang="0">
                  <a:pos x="49" y="7"/>
                </a:cxn>
                <a:cxn ang="0">
                  <a:pos x="49" y="4"/>
                </a:cxn>
                <a:cxn ang="0">
                  <a:pos x="47" y="2"/>
                </a:cxn>
                <a:cxn ang="0">
                  <a:pos x="43" y="0"/>
                </a:cxn>
                <a:cxn ang="0">
                  <a:pos x="40" y="2"/>
                </a:cxn>
                <a:cxn ang="0">
                  <a:pos x="39" y="3"/>
                </a:cxn>
                <a:cxn ang="0">
                  <a:pos x="39" y="3"/>
                </a:cxn>
              </a:cxnLst>
              <a:rect l="0" t="0" r="r" b="b"/>
              <a:pathLst>
                <a:path w="49" h="72">
                  <a:moveTo>
                    <a:pt x="39" y="3"/>
                  </a:moveTo>
                  <a:lnTo>
                    <a:pt x="39" y="3"/>
                  </a:lnTo>
                  <a:lnTo>
                    <a:pt x="30" y="17"/>
                  </a:lnTo>
                  <a:lnTo>
                    <a:pt x="20" y="30"/>
                  </a:lnTo>
                  <a:lnTo>
                    <a:pt x="20" y="30"/>
                  </a:lnTo>
                  <a:lnTo>
                    <a:pt x="15" y="38"/>
                  </a:lnTo>
                  <a:lnTo>
                    <a:pt x="10" y="47"/>
                  </a:lnTo>
                  <a:lnTo>
                    <a:pt x="1" y="64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1" y="68"/>
                  </a:lnTo>
                  <a:lnTo>
                    <a:pt x="3" y="72"/>
                  </a:lnTo>
                  <a:lnTo>
                    <a:pt x="7" y="72"/>
                  </a:lnTo>
                  <a:lnTo>
                    <a:pt x="9" y="72"/>
                  </a:lnTo>
                  <a:lnTo>
                    <a:pt x="11" y="70"/>
                  </a:lnTo>
                  <a:lnTo>
                    <a:pt x="11" y="70"/>
                  </a:lnTo>
                  <a:lnTo>
                    <a:pt x="20" y="53"/>
                  </a:lnTo>
                  <a:lnTo>
                    <a:pt x="30" y="36"/>
                  </a:lnTo>
                  <a:lnTo>
                    <a:pt x="30" y="36"/>
                  </a:lnTo>
                  <a:lnTo>
                    <a:pt x="40" y="23"/>
                  </a:lnTo>
                  <a:lnTo>
                    <a:pt x="44" y="16"/>
                  </a:lnTo>
                  <a:lnTo>
                    <a:pt x="49" y="10"/>
                  </a:lnTo>
                  <a:lnTo>
                    <a:pt x="49" y="10"/>
                  </a:lnTo>
                  <a:lnTo>
                    <a:pt x="49" y="7"/>
                  </a:lnTo>
                  <a:lnTo>
                    <a:pt x="49" y="4"/>
                  </a:lnTo>
                  <a:lnTo>
                    <a:pt x="47" y="2"/>
                  </a:lnTo>
                  <a:lnTo>
                    <a:pt x="43" y="0"/>
                  </a:lnTo>
                  <a:lnTo>
                    <a:pt x="40" y="2"/>
                  </a:lnTo>
                  <a:lnTo>
                    <a:pt x="39" y="3"/>
                  </a:lnTo>
                  <a:lnTo>
                    <a:pt x="39" y="3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62" name="Freeform 474"/>
            <p:cNvSpPr/>
            <p:nvPr>
              <p:custDataLst>
                <p:tags r:id="rId17"/>
              </p:custDataLst>
            </p:nvPr>
          </p:nvSpPr>
          <p:spPr bwMode="auto">
            <a:xfrm>
              <a:off x="3692526" y="1479550"/>
              <a:ext cx="22225" cy="26988"/>
            </a:xfrm>
            <a:custGeom>
              <a:avLst/>
              <a:gdLst/>
              <a:ahLst/>
              <a:cxnLst>
                <a:cxn ang="0">
                  <a:pos x="48" y="1"/>
                </a:cxn>
                <a:cxn ang="0">
                  <a:pos x="48" y="1"/>
                </a:cxn>
                <a:cxn ang="0">
                  <a:pos x="42" y="9"/>
                </a:cxn>
                <a:cxn ang="0">
                  <a:pos x="38" y="16"/>
                </a:cxn>
                <a:cxn ang="0">
                  <a:pos x="33" y="24"/>
                </a:cxn>
                <a:cxn ang="0">
                  <a:pos x="26" y="30"/>
                </a:cxn>
                <a:cxn ang="0">
                  <a:pos x="26" y="30"/>
                </a:cxn>
                <a:cxn ang="0">
                  <a:pos x="13" y="45"/>
                </a:cxn>
                <a:cxn ang="0">
                  <a:pos x="1" y="60"/>
                </a:cxn>
                <a:cxn ang="0">
                  <a:pos x="1" y="60"/>
                </a:cxn>
                <a:cxn ang="0">
                  <a:pos x="0" y="63"/>
                </a:cxn>
                <a:cxn ang="0">
                  <a:pos x="0" y="64"/>
                </a:cxn>
                <a:cxn ang="0">
                  <a:pos x="1" y="66"/>
                </a:cxn>
                <a:cxn ang="0">
                  <a:pos x="3" y="67"/>
                </a:cxn>
                <a:cxn ang="0">
                  <a:pos x="7" y="68"/>
                </a:cxn>
                <a:cxn ang="0">
                  <a:pos x="9" y="68"/>
                </a:cxn>
                <a:cxn ang="0">
                  <a:pos x="11" y="66"/>
                </a:cxn>
                <a:cxn ang="0">
                  <a:pos x="11" y="66"/>
                </a:cxn>
                <a:cxn ang="0">
                  <a:pos x="24" y="51"/>
                </a:cxn>
                <a:cxn ang="0">
                  <a:pos x="37" y="37"/>
                </a:cxn>
                <a:cxn ang="0">
                  <a:pos x="37" y="37"/>
                </a:cxn>
                <a:cxn ang="0">
                  <a:pos x="42" y="30"/>
                </a:cxn>
                <a:cxn ang="0">
                  <a:pos x="47" y="24"/>
                </a:cxn>
                <a:cxn ang="0">
                  <a:pos x="51" y="16"/>
                </a:cxn>
                <a:cxn ang="0">
                  <a:pos x="56" y="9"/>
                </a:cxn>
                <a:cxn ang="0">
                  <a:pos x="56" y="9"/>
                </a:cxn>
                <a:cxn ang="0">
                  <a:pos x="58" y="8"/>
                </a:cxn>
                <a:cxn ang="0">
                  <a:pos x="58" y="5"/>
                </a:cxn>
                <a:cxn ang="0">
                  <a:pos x="55" y="1"/>
                </a:cxn>
                <a:cxn ang="0">
                  <a:pos x="52" y="0"/>
                </a:cxn>
                <a:cxn ang="0">
                  <a:pos x="50" y="0"/>
                </a:cxn>
                <a:cxn ang="0">
                  <a:pos x="48" y="1"/>
                </a:cxn>
                <a:cxn ang="0">
                  <a:pos x="48" y="1"/>
                </a:cxn>
              </a:cxnLst>
              <a:rect l="0" t="0" r="r" b="b"/>
              <a:pathLst>
                <a:path w="58" h="68">
                  <a:moveTo>
                    <a:pt x="48" y="1"/>
                  </a:moveTo>
                  <a:lnTo>
                    <a:pt x="48" y="1"/>
                  </a:lnTo>
                  <a:lnTo>
                    <a:pt x="42" y="9"/>
                  </a:lnTo>
                  <a:lnTo>
                    <a:pt x="38" y="16"/>
                  </a:lnTo>
                  <a:lnTo>
                    <a:pt x="33" y="24"/>
                  </a:lnTo>
                  <a:lnTo>
                    <a:pt x="26" y="30"/>
                  </a:lnTo>
                  <a:lnTo>
                    <a:pt x="26" y="30"/>
                  </a:lnTo>
                  <a:lnTo>
                    <a:pt x="13" y="45"/>
                  </a:lnTo>
                  <a:lnTo>
                    <a:pt x="1" y="60"/>
                  </a:lnTo>
                  <a:lnTo>
                    <a:pt x="1" y="60"/>
                  </a:lnTo>
                  <a:lnTo>
                    <a:pt x="0" y="63"/>
                  </a:lnTo>
                  <a:lnTo>
                    <a:pt x="0" y="64"/>
                  </a:lnTo>
                  <a:lnTo>
                    <a:pt x="1" y="66"/>
                  </a:lnTo>
                  <a:lnTo>
                    <a:pt x="3" y="67"/>
                  </a:lnTo>
                  <a:lnTo>
                    <a:pt x="7" y="68"/>
                  </a:lnTo>
                  <a:lnTo>
                    <a:pt x="9" y="68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24" y="51"/>
                  </a:lnTo>
                  <a:lnTo>
                    <a:pt x="37" y="37"/>
                  </a:lnTo>
                  <a:lnTo>
                    <a:pt x="37" y="37"/>
                  </a:lnTo>
                  <a:lnTo>
                    <a:pt x="42" y="30"/>
                  </a:lnTo>
                  <a:lnTo>
                    <a:pt x="47" y="24"/>
                  </a:lnTo>
                  <a:lnTo>
                    <a:pt x="51" y="16"/>
                  </a:lnTo>
                  <a:lnTo>
                    <a:pt x="56" y="9"/>
                  </a:lnTo>
                  <a:lnTo>
                    <a:pt x="56" y="9"/>
                  </a:lnTo>
                  <a:lnTo>
                    <a:pt x="58" y="8"/>
                  </a:lnTo>
                  <a:lnTo>
                    <a:pt x="58" y="5"/>
                  </a:lnTo>
                  <a:lnTo>
                    <a:pt x="55" y="1"/>
                  </a:lnTo>
                  <a:lnTo>
                    <a:pt x="52" y="0"/>
                  </a:lnTo>
                  <a:lnTo>
                    <a:pt x="50" y="0"/>
                  </a:lnTo>
                  <a:lnTo>
                    <a:pt x="48" y="1"/>
                  </a:lnTo>
                  <a:lnTo>
                    <a:pt x="48" y="1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63" name="Freeform 475"/>
            <p:cNvSpPr/>
            <p:nvPr>
              <p:custDataLst>
                <p:tags r:id="rId18"/>
              </p:custDataLst>
            </p:nvPr>
          </p:nvSpPr>
          <p:spPr bwMode="auto">
            <a:xfrm>
              <a:off x="3725863" y="1477963"/>
              <a:ext cx="17463" cy="25400"/>
            </a:xfrm>
            <a:custGeom>
              <a:avLst/>
              <a:gdLst/>
              <a:ahLst/>
              <a:cxnLst>
                <a:cxn ang="0">
                  <a:pos x="36" y="2"/>
                </a:cxn>
                <a:cxn ang="0">
                  <a:pos x="36" y="2"/>
                </a:cxn>
                <a:cxn ang="0">
                  <a:pos x="26" y="15"/>
                </a:cxn>
                <a:cxn ang="0">
                  <a:pos x="17" y="28"/>
                </a:cxn>
                <a:cxn ang="0">
                  <a:pos x="9" y="42"/>
                </a:cxn>
                <a:cxn ang="0">
                  <a:pos x="1" y="56"/>
                </a:cxn>
                <a:cxn ang="0">
                  <a:pos x="1" y="56"/>
                </a:cxn>
                <a:cxn ang="0">
                  <a:pos x="0" y="59"/>
                </a:cxn>
                <a:cxn ang="0">
                  <a:pos x="1" y="62"/>
                </a:cxn>
                <a:cxn ang="0">
                  <a:pos x="4" y="64"/>
                </a:cxn>
                <a:cxn ang="0">
                  <a:pos x="8" y="66"/>
                </a:cxn>
                <a:cxn ang="0">
                  <a:pos x="9" y="64"/>
                </a:cxn>
                <a:cxn ang="0">
                  <a:pos x="10" y="62"/>
                </a:cxn>
                <a:cxn ang="0">
                  <a:pos x="10" y="62"/>
                </a:cxn>
                <a:cxn ang="0">
                  <a:pos x="18" y="49"/>
                </a:cxn>
                <a:cxn ang="0">
                  <a:pos x="26" y="34"/>
                </a:cxn>
                <a:cxn ang="0">
                  <a:pos x="34" y="22"/>
                </a:cxn>
                <a:cxn ang="0">
                  <a:pos x="44" y="11"/>
                </a:cxn>
                <a:cxn ang="0">
                  <a:pos x="44" y="11"/>
                </a:cxn>
                <a:cxn ang="0">
                  <a:pos x="46" y="8"/>
                </a:cxn>
                <a:cxn ang="0">
                  <a:pos x="46" y="5"/>
                </a:cxn>
                <a:cxn ang="0">
                  <a:pos x="44" y="2"/>
                </a:cxn>
                <a:cxn ang="0">
                  <a:pos x="40" y="0"/>
                </a:cxn>
                <a:cxn ang="0">
                  <a:pos x="38" y="0"/>
                </a:cxn>
                <a:cxn ang="0">
                  <a:pos x="36" y="2"/>
                </a:cxn>
                <a:cxn ang="0">
                  <a:pos x="36" y="2"/>
                </a:cxn>
              </a:cxnLst>
              <a:rect l="0" t="0" r="r" b="b"/>
              <a:pathLst>
                <a:path w="46" h="66">
                  <a:moveTo>
                    <a:pt x="36" y="2"/>
                  </a:moveTo>
                  <a:lnTo>
                    <a:pt x="36" y="2"/>
                  </a:lnTo>
                  <a:lnTo>
                    <a:pt x="26" y="15"/>
                  </a:lnTo>
                  <a:lnTo>
                    <a:pt x="17" y="28"/>
                  </a:lnTo>
                  <a:lnTo>
                    <a:pt x="9" y="42"/>
                  </a:lnTo>
                  <a:lnTo>
                    <a:pt x="1" y="56"/>
                  </a:lnTo>
                  <a:lnTo>
                    <a:pt x="1" y="56"/>
                  </a:lnTo>
                  <a:lnTo>
                    <a:pt x="0" y="59"/>
                  </a:lnTo>
                  <a:lnTo>
                    <a:pt x="1" y="62"/>
                  </a:lnTo>
                  <a:lnTo>
                    <a:pt x="4" y="64"/>
                  </a:lnTo>
                  <a:lnTo>
                    <a:pt x="8" y="66"/>
                  </a:lnTo>
                  <a:lnTo>
                    <a:pt x="9" y="64"/>
                  </a:lnTo>
                  <a:lnTo>
                    <a:pt x="10" y="62"/>
                  </a:lnTo>
                  <a:lnTo>
                    <a:pt x="10" y="62"/>
                  </a:lnTo>
                  <a:lnTo>
                    <a:pt x="18" y="49"/>
                  </a:lnTo>
                  <a:lnTo>
                    <a:pt x="26" y="34"/>
                  </a:lnTo>
                  <a:lnTo>
                    <a:pt x="34" y="22"/>
                  </a:lnTo>
                  <a:lnTo>
                    <a:pt x="44" y="11"/>
                  </a:lnTo>
                  <a:lnTo>
                    <a:pt x="44" y="11"/>
                  </a:lnTo>
                  <a:lnTo>
                    <a:pt x="46" y="8"/>
                  </a:lnTo>
                  <a:lnTo>
                    <a:pt x="46" y="5"/>
                  </a:lnTo>
                  <a:lnTo>
                    <a:pt x="44" y="2"/>
                  </a:lnTo>
                  <a:lnTo>
                    <a:pt x="40" y="0"/>
                  </a:lnTo>
                  <a:lnTo>
                    <a:pt x="38" y="0"/>
                  </a:lnTo>
                  <a:lnTo>
                    <a:pt x="36" y="2"/>
                  </a:lnTo>
                  <a:lnTo>
                    <a:pt x="36" y="2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64" name="Freeform 476"/>
            <p:cNvSpPr/>
            <p:nvPr>
              <p:custDataLst>
                <p:tags r:id="rId19"/>
              </p:custDataLst>
            </p:nvPr>
          </p:nvSpPr>
          <p:spPr bwMode="auto">
            <a:xfrm>
              <a:off x="3767138" y="1474788"/>
              <a:ext cx="12700" cy="22225"/>
            </a:xfrm>
            <a:custGeom>
              <a:avLst/>
              <a:gdLst/>
              <a:ahLst/>
              <a:cxnLst>
                <a:cxn ang="0">
                  <a:pos x="24" y="3"/>
                </a:cxn>
                <a:cxn ang="0">
                  <a:pos x="24" y="3"/>
                </a:cxn>
                <a:cxn ang="0">
                  <a:pos x="13" y="27"/>
                </a:cxn>
                <a:cxn ang="0">
                  <a:pos x="8" y="38"/>
                </a:cxn>
                <a:cxn ang="0">
                  <a:pos x="0" y="49"/>
                </a:cxn>
                <a:cxn ang="0">
                  <a:pos x="0" y="49"/>
                </a:cxn>
                <a:cxn ang="0">
                  <a:pos x="0" y="51"/>
                </a:cxn>
                <a:cxn ang="0">
                  <a:pos x="0" y="54"/>
                </a:cxn>
                <a:cxn ang="0">
                  <a:pos x="1" y="55"/>
                </a:cxn>
                <a:cxn ang="0">
                  <a:pos x="3" y="57"/>
                </a:cxn>
                <a:cxn ang="0">
                  <a:pos x="7" y="58"/>
                </a:cxn>
                <a:cxn ang="0">
                  <a:pos x="9" y="57"/>
                </a:cxn>
                <a:cxn ang="0">
                  <a:pos x="11" y="55"/>
                </a:cxn>
                <a:cxn ang="0">
                  <a:pos x="11" y="55"/>
                </a:cxn>
                <a:cxn ang="0">
                  <a:pos x="17" y="44"/>
                </a:cxn>
                <a:cxn ang="0">
                  <a:pos x="24" y="33"/>
                </a:cxn>
                <a:cxn ang="0">
                  <a:pos x="33" y="10"/>
                </a:cxn>
                <a:cxn ang="0">
                  <a:pos x="33" y="10"/>
                </a:cxn>
                <a:cxn ang="0">
                  <a:pos x="34" y="7"/>
                </a:cxn>
                <a:cxn ang="0">
                  <a:pos x="34" y="4"/>
                </a:cxn>
                <a:cxn ang="0">
                  <a:pos x="32" y="2"/>
                </a:cxn>
                <a:cxn ang="0">
                  <a:pos x="29" y="0"/>
                </a:cxn>
                <a:cxn ang="0">
                  <a:pos x="28" y="0"/>
                </a:cxn>
                <a:cxn ang="0">
                  <a:pos x="25" y="2"/>
                </a:cxn>
                <a:cxn ang="0">
                  <a:pos x="24" y="3"/>
                </a:cxn>
                <a:cxn ang="0">
                  <a:pos x="24" y="3"/>
                </a:cxn>
              </a:cxnLst>
              <a:rect l="0" t="0" r="r" b="b"/>
              <a:pathLst>
                <a:path w="34" h="58">
                  <a:moveTo>
                    <a:pt x="24" y="3"/>
                  </a:moveTo>
                  <a:lnTo>
                    <a:pt x="24" y="3"/>
                  </a:lnTo>
                  <a:lnTo>
                    <a:pt x="13" y="27"/>
                  </a:lnTo>
                  <a:lnTo>
                    <a:pt x="8" y="38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0" y="51"/>
                  </a:lnTo>
                  <a:lnTo>
                    <a:pt x="0" y="54"/>
                  </a:lnTo>
                  <a:lnTo>
                    <a:pt x="1" y="55"/>
                  </a:lnTo>
                  <a:lnTo>
                    <a:pt x="3" y="57"/>
                  </a:lnTo>
                  <a:lnTo>
                    <a:pt x="7" y="58"/>
                  </a:lnTo>
                  <a:lnTo>
                    <a:pt x="9" y="57"/>
                  </a:lnTo>
                  <a:lnTo>
                    <a:pt x="11" y="55"/>
                  </a:lnTo>
                  <a:lnTo>
                    <a:pt x="11" y="55"/>
                  </a:lnTo>
                  <a:lnTo>
                    <a:pt x="17" y="44"/>
                  </a:lnTo>
                  <a:lnTo>
                    <a:pt x="24" y="33"/>
                  </a:lnTo>
                  <a:lnTo>
                    <a:pt x="33" y="10"/>
                  </a:lnTo>
                  <a:lnTo>
                    <a:pt x="33" y="10"/>
                  </a:lnTo>
                  <a:lnTo>
                    <a:pt x="34" y="7"/>
                  </a:lnTo>
                  <a:lnTo>
                    <a:pt x="34" y="4"/>
                  </a:lnTo>
                  <a:lnTo>
                    <a:pt x="32" y="2"/>
                  </a:lnTo>
                  <a:lnTo>
                    <a:pt x="29" y="0"/>
                  </a:lnTo>
                  <a:lnTo>
                    <a:pt x="28" y="0"/>
                  </a:lnTo>
                  <a:lnTo>
                    <a:pt x="25" y="2"/>
                  </a:lnTo>
                  <a:lnTo>
                    <a:pt x="24" y="3"/>
                  </a:lnTo>
                  <a:lnTo>
                    <a:pt x="24" y="3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65" name="Freeform 477"/>
            <p:cNvSpPr/>
            <p:nvPr>
              <p:custDataLst>
                <p:tags r:id="rId20"/>
              </p:custDataLst>
            </p:nvPr>
          </p:nvSpPr>
          <p:spPr bwMode="auto">
            <a:xfrm>
              <a:off x="3354388" y="1589088"/>
              <a:ext cx="44450" cy="55563"/>
            </a:xfrm>
            <a:custGeom>
              <a:avLst/>
              <a:gdLst/>
              <a:ahLst/>
              <a:cxnLst>
                <a:cxn ang="0">
                  <a:pos x="99" y="3"/>
                </a:cxn>
                <a:cxn ang="0">
                  <a:pos x="99" y="3"/>
                </a:cxn>
                <a:cxn ang="0">
                  <a:pos x="71" y="29"/>
                </a:cxn>
                <a:cxn ang="0">
                  <a:pos x="58" y="44"/>
                </a:cxn>
                <a:cxn ang="0">
                  <a:pos x="47" y="58"/>
                </a:cxn>
                <a:cxn ang="0">
                  <a:pos x="47" y="58"/>
                </a:cxn>
                <a:cxn ang="0">
                  <a:pos x="34" y="76"/>
                </a:cxn>
                <a:cxn ang="0">
                  <a:pos x="22" y="95"/>
                </a:cxn>
                <a:cxn ang="0">
                  <a:pos x="0" y="134"/>
                </a:cxn>
                <a:cxn ang="0">
                  <a:pos x="0" y="134"/>
                </a:cxn>
                <a:cxn ang="0">
                  <a:pos x="0" y="135"/>
                </a:cxn>
                <a:cxn ang="0">
                  <a:pos x="0" y="138"/>
                </a:cxn>
                <a:cxn ang="0">
                  <a:pos x="2" y="140"/>
                </a:cxn>
                <a:cxn ang="0">
                  <a:pos x="6" y="142"/>
                </a:cxn>
                <a:cxn ang="0">
                  <a:pos x="7" y="140"/>
                </a:cxn>
                <a:cxn ang="0">
                  <a:pos x="10" y="139"/>
                </a:cxn>
                <a:cxn ang="0">
                  <a:pos x="10" y="139"/>
                </a:cxn>
                <a:cxn ang="0">
                  <a:pos x="27" y="108"/>
                </a:cxn>
                <a:cxn ang="0">
                  <a:pos x="36" y="92"/>
                </a:cxn>
                <a:cxn ang="0">
                  <a:pos x="47" y="78"/>
                </a:cxn>
                <a:cxn ang="0">
                  <a:pos x="47" y="78"/>
                </a:cxn>
                <a:cxn ang="0">
                  <a:pos x="61" y="59"/>
                </a:cxn>
                <a:cxn ang="0">
                  <a:pos x="75" y="42"/>
                </a:cxn>
                <a:cxn ang="0">
                  <a:pos x="108" y="11"/>
                </a:cxn>
                <a:cxn ang="0">
                  <a:pos x="108" y="11"/>
                </a:cxn>
                <a:cxn ang="0">
                  <a:pos x="109" y="8"/>
                </a:cxn>
                <a:cxn ang="0">
                  <a:pos x="109" y="7"/>
                </a:cxn>
                <a:cxn ang="0">
                  <a:pos x="108" y="3"/>
                </a:cxn>
                <a:cxn ang="0">
                  <a:pos x="104" y="0"/>
                </a:cxn>
                <a:cxn ang="0">
                  <a:pos x="102" y="2"/>
                </a:cxn>
                <a:cxn ang="0">
                  <a:pos x="99" y="3"/>
                </a:cxn>
                <a:cxn ang="0">
                  <a:pos x="99" y="3"/>
                </a:cxn>
              </a:cxnLst>
              <a:rect l="0" t="0" r="r" b="b"/>
              <a:pathLst>
                <a:path w="109" h="142">
                  <a:moveTo>
                    <a:pt x="99" y="3"/>
                  </a:moveTo>
                  <a:lnTo>
                    <a:pt x="99" y="3"/>
                  </a:lnTo>
                  <a:lnTo>
                    <a:pt x="71" y="29"/>
                  </a:lnTo>
                  <a:lnTo>
                    <a:pt x="58" y="44"/>
                  </a:lnTo>
                  <a:lnTo>
                    <a:pt x="47" y="58"/>
                  </a:lnTo>
                  <a:lnTo>
                    <a:pt x="47" y="58"/>
                  </a:lnTo>
                  <a:lnTo>
                    <a:pt x="34" y="76"/>
                  </a:lnTo>
                  <a:lnTo>
                    <a:pt x="22" y="95"/>
                  </a:lnTo>
                  <a:lnTo>
                    <a:pt x="0" y="134"/>
                  </a:lnTo>
                  <a:lnTo>
                    <a:pt x="0" y="134"/>
                  </a:lnTo>
                  <a:lnTo>
                    <a:pt x="0" y="135"/>
                  </a:lnTo>
                  <a:lnTo>
                    <a:pt x="0" y="138"/>
                  </a:lnTo>
                  <a:lnTo>
                    <a:pt x="2" y="140"/>
                  </a:lnTo>
                  <a:lnTo>
                    <a:pt x="6" y="142"/>
                  </a:lnTo>
                  <a:lnTo>
                    <a:pt x="7" y="140"/>
                  </a:lnTo>
                  <a:lnTo>
                    <a:pt x="10" y="139"/>
                  </a:lnTo>
                  <a:lnTo>
                    <a:pt x="10" y="139"/>
                  </a:lnTo>
                  <a:lnTo>
                    <a:pt x="27" y="108"/>
                  </a:lnTo>
                  <a:lnTo>
                    <a:pt x="36" y="92"/>
                  </a:lnTo>
                  <a:lnTo>
                    <a:pt x="47" y="78"/>
                  </a:lnTo>
                  <a:lnTo>
                    <a:pt x="47" y="78"/>
                  </a:lnTo>
                  <a:lnTo>
                    <a:pt x="61" y="59"/>
                  </a:lnTo>
                  <a:lnTo>
                    <a:pt x="75" y="42"/>
                  </a:lnTo>
                  <a:lnTo>
                    <a:pt x="108" y="11"/>
                  </a:lnTo>
                  <a:lnTo>
                    <a:pt x="108" y="11"/>
                  </a:lnTo>
                  <a:lnTo>
                    <a:pt x="109" y="8"/>
                  </a:lnTo>
                  <a:lnTo>
                    <a:pt x="109" y="7"/>
                  </a:lnTo>
                  <a:lnTo>
                    <a:pt x="108" y="3"/>
                  </a:lnTo>
                  <a:lnTo>
                    <a:pt x="104" y="0"/>
                  </a:lnTo>
                  <a:lnTo>
                    <a:pt x="102" y="2"/>
                  </a:lnTo>
                  <a:lnTo>
                    <a:pt x="99" y="3"/>
                  </a:lnTo>
                  <a:lnTo>
                    <a:pt x="99" y="3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66" name="Freeform 478"/>
            <p:cNvSpPr/>
            <p:nvPr>
              <p:custDataLst>
                <p:tags r:id="rId21"/>
              </p:custDataLst>
            </p:nvPr>
          </p:nvSpPr>
          <p:spPr bwMode="auto">
            <a:xfrm>
              <a:off x="3382963" y="1584325"/>
              <a:ext cx="50800" cy="63500"/>
            </a:xfrm>
            <a:custGeom>
              <a:avLst/>
              <a:gdLst/>
              <a:ahLst/>
              <a:cxnLst>
                <a:cxn ang="0">
                  <a:pos x="120" y="3"/>
                </a:cxn>
                <a:cxn ang="0">
                  <a:pos x="120" y="3"/>
                </a:cxn>
                <a:cxn ang="0">
                  <a:pos x="88" y="43"/>
                </a:cxn>
                <a:cxn ang="0">
                  <a:pos x="58" y="82"/>
                </a:cxn>
                <a:cxn ang="0">
                  <a:pos x="58" y="82"/>
                </a:cxn>
                <a:cxn ang="0">
                  <a:pos x="44" y="101"/>
                </a:cxn>
                <a:cxn ang="0">
                  <a:pos x="29" y="119"/>
                </a:cxn>
                <a:cxn ang="0">
                  <a:pos x="15" y="136"/>
                </a:cxn>
                <a:cxn ang="0">
                  <a:pos x="0" y="154"/>
                </a:cxn>
                <a:cxn ang="0">
                  <a:pos x="0" y="154"/>
                </a:cxn>
                <a:cxn ang="0">
                  <a:pos x="0" y="157"/>
                </a:cxn>
                <a:cxn ang="0">
                  <a:pos x="0" y="160"/>
                </a:cxn>
                <a:cxn ang="0">
                  <a:pos x="2" y="161"/>
                </a:cxn>
                <a:cxn ang="0">
                  <a:pos x="3" y="162"/>
                </a:cxn>
                <a:cxn ang="0">
                  <a:pos x="7" y="163"/>
                </a:cxn>
                <a:cxn ang="0">
                  <a:pos x="10" y="162"/>
                </a:cxn>
                <a:cxn ang="0">
                  <a:pos x="11" y="161"/>
                </a:cxn>
                <a:cxn ang="0">
                  <a:pos x="11" y="161"/>
                </a:cxn>
                <a:cxn ang="0">
                  <a:pos x="24" y="144"/>
                </a:cxn>
                <a:cxn ang="0">
                  <a:pos x="37" y="128"/>
                </a:cxn>
                <a:cxn ang="0">
                  <a:pos x="50" y="112"/>
                </a:cxn>
                <a:cxn ang="0">
                  <a:pos x="63" y="97"/>
                </a:cxn>
                <a:cxn ang="0">
                  <a:pos x="63" y="97"/>
                </a:cxn>
                <a:cxn ang="0">
                  <a:pos x="79" y="73"/>
                </a:cxn>
                <a:cxn ang="0">
                  <a:pos x="96" y="52"/>
                </a:cxn>
                <a:cxn ang="0">
                  <a:pos x="129" y="8"/>
                </a:cxn>
                <a:cxn ang="0">
                  <a:pos x="129" y="8"/>
                </a:cxn>
                <a:cxn ang="0">
                  <a:pos x="130" y="7"/>
                </a:cxn>
                <a:cxn ang="0">
                  <a:pos x="130" y="4"/>
                </a:cxn>
                <a:cxn ang="0">
                  <a:pos x="129" y="3"/>
                </a:cxn>
                <a:cxn ang="0">
                  <a:pos x="127" y="1"/>
                </a:cxn>
                <a:cxn ang="0">
                  <a:pos x="123" y="0"/>
                </a:cxn>
                <a:cxn ang="0">
                  <a:pos x="121" y="1"/>
                </a:cxn>
                <a:cxn ang="0">
                  <a:pos x="120" y="3"/>
                </a:cxn>
                <a:cxn ang="0">
                  <a:pos x="120" y="3"/>
                </a:cxn>
              </a:cxnLst>
              <a:rect l="0" t="0" r="r" b="b"/>
              <a:pathLst>
                <a:path w="130" h="163">
                  <a:moveTo>
                    <a:pt x="120" y="3"/>
                  </a:moveTo>
                  <a:lnTo>
                    <a:pt x="120" y="3"/>
                  </a:lnTo>
                  <a:lnTo>
                    <a:pt x="88" y="43"/>
                  </a:lnTo>
                  <a:lnTo>
                    <a:pt x="58" y="82"/>
                  </a:lnTo>
                  <a:lnTo>
                    <a:pt x="58" y="82"/>
                  </a:lnTo>
                  <a:lnTo>
                    <a:pt x="44" y="101"/>
                  </a:lnTo>
                  <a:lnTo>
                    <a:pt x="29" y="119"/>
                  </a:lnTo>
                  <a:lnTo>
                    <a:pt x="15" y="136"/>
                  </a:lnTo>
                  <a:lnTo>
                    <a:pt x="0" y="154"/>
                  </a:lnTo>
                  <a:lnTo>
                    <a:pt x="0" y="154"/>
                  </a:lnTo>
                  <a:lnTo>
                    <a:pt x="0" y="157"/>
                  </a:lnTo>
                  <a:lnTo>
                    <a:pt x="0" y="160"/>
                  </a:lnTo>
                  <a:lnTo>
                    <a:pt x="2" y="161"/>
                  </a:lnTo>
                  <a:lnTo>
                    <a:pt x="3" y="162"/>
                  </a:lnTo>
                  <a:lnTo>
                    <a:pt x="7" y="163"/>
                  </a:lnTo>
                  <a:lnTo>
                    <a:pt x="10" y="162"/>
                  </a:lnTo>
                  <a:lnTo>
                    <a:pt x="11" y="161"/>
                  </a:lnTo>
                  <a:lnTo>
                    <a:pt x="11" y="161"/>
                  </a:lnTo>
                  <a:lnTo>
                    <a:pt x="24" y="144"/>
                  </a:lnTo>
                  <a:lnTo>
                    <a:pt x="37" y="128"/>
                  </a:lnTo>
                  <a:lnTo>
                    <a:pt x="50" y="112"/>
                  </a:lnTo>
                  <a:lnTo>
                    <a:pt x="63" y="97"/>
                  </a:lnTo>
                  <a:lnTo>
                    <a:pt x="63" y="97"/>
                  </a:lnTo>
                  <a:lnTo>
                    <a:pt x="79" y="73"/>
                  </a:lnTo>
                  <a:lnTo>
                    <a:pt x="96" y="52"/>
                  </a:lnTo>
                  <a:lnTo>
                    <a:pt x="129" y="8"/>
                  </a:lnTo>
                  <a:lnTo>
                    <a:pt x="129" y="8"/>
                  </a:lnTo>
                  <a:lnTo>
                    <a:pt x="130" y="7"/>
                  </a:lnTo>
                  <a:lnTo>
                    <a:pt x="130" y="4"/>
                  </a:lnTo>
                  <a:lnTo>
                    <a:pt x="129" y="3"/>
                  </a:lnTo>
                  <a:lnTo>
                    <a:pt x="127" y="1"/>
                  </a:lnTo>
                  <a:lnTo>
                    <a:pt x="123" y="0"/>
                  </a:lnTo>
                  <a:lnTo>
                    <a:pt x="121" y="1"/>
                  </a:lnTo>
                  <a:lnTo>
                    <a:pt x="120" y="3"/>
                  </a:lnTo>
                  <a:lnTo>
                    <a:pt x="120" y="3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67" name="Freeform 479"/>
            <p:cNvSpPr/>
            <p:nvPr>
              <p:custDataLst>
                <p:tags r:id="rId22"/>
              </p:custDataLst>
            </p:nvPr>
          </p:nvSpPr>
          <p:spPr bwMode="auto">
            <a:xfrm>
              <a:off x="3424238" y="1584325"/>
              <a:ext cx="50800" cy="61913"/>
            </a:xfrm>
            <a:custGeom>
              <a:avLst/>
              <a:gdLst/>
              <a:ahLst/>
              <a:cxnLst>
                <a:cxn ang="0">
                  <a:pos x="120" y="1"/>
                </a:cxn>
                <a:cxn ang="0">
                  <a:pos x="120" y="1"/>
                </a:cxn>
                <a:cxn ang="0">
                  <a:pos x="105" y="18"/>
                </a:cxn>
                <a:cxn ang="0">
                  <a:pos x="91" y="35"/>
                </a:cxn>
                <a:cxn ang="0">
                  <a:pos x="66" y="72"/>
                </a:cxn>
                <a:cxn ang="0">
                  <a:pos x="66" y="72"/>
                </a:cxn>
                <a:cxn ang="0">
                  <a:pos x="51" y="92"/>
                </a:cxn>
                <a:cxn ang="0">
                  <a:pos x="34" y="111"/>
                </a:cxn>
                <a:cxn ang="0">
                  <a:pos x="17" y="131"/>
                </a:cxn>
                <a:cxn ang="0">
                  <a:pos x="1" y="150"/>
                </a:cxn>
                <a:cxn ang="0">
                  <a:pos x="1" y="150"/>
                </a:cxn>
                <a:cxn ang="0">
                  <a:pos x="0" y="153"/>
                </a:cxn>
                <a:cxn ang="0">
                  <a:pos x="0" y="156"/>
                </a:cxn>
                <a:cxn ang="0">
                  <a:pos x="1" y="157"/>
                </a:cxn>
                <a:cxn ang="0">
                  <a:pos x="2" y="158"/>
                </a:cxn>
                <a:cxn ang="0">
                  <a:pos x="7" y="160"/>
                </a:cxn>
                <a:cxn ang="0">
                  <a:pos x="9" y="158"/>
                </a:cxn>
                <a:cxn ang="0">
                  <a:pos x="11" y="157"/>
                </a:cxn>
                <a:cxn ang="0">
                  <a:pos x="11" y="157"/>
                </a:cxn>
                <a:cxn ang="0">
                  <a:pos x="24" y="139"/>
                </a:cxn>
                <a:cxn ang="0">
                  <a:pos x="39" y="120"/>
                </a:cxn>
                <a:cxn ang="0">
                  <a:pos x="69" y="86"/>
                </a:cxn>
                <a:cxn ang="0">
                  <a:pos x="69" y="86"/>
                </a:cxn>
                <a:cxn ang="0">
                  <a:pos x="83" y="67"/>
                </a:cxn>
                <a:cxn ang="0">
                  <a:pos x="98" y="47"/>
                </a:cxn>
                <a:cxn ang="0">
                  <a:pos x="112" y="27"/>
                </a:cxn>
                <a:cxn ang="0">
                  <a:pos x="128" y="9"/>
                </a:cxn>
                <a:cxn ang="0">
                  <a:pos x="128" y="9"/>
                </a:cxn>
                <a:cxn ang="0">
                  <a:pos x="129" y="8"/>
                </a:cxn>
                <a:cxn ang="0">
                  <a:pos x="129" y="5"/>
                </a:cxn>
                <a:cxn ang="0">
                  <a:pos x="128" y="1"/>
                </a:cxn>
                <a:cxn ang="0">
                  <a:pos x="124" y="0"/>
                </a:cxn>
                <a:cxn ang="0">
                  <a:pos x="121" y="0"/>
                </a:cxn>
                <a:cxn ang="0">
                  <a:pos x="120" y="1"/>
                </a:cxn>
                <a:cxn ang="0">
                  <a:pos x="120" y="1"/>
                </a:cxn>
              </a:cxnLst>
              <a:rect l="0" t="0" r="r" b="b"/>
              <a:pathLst>
                <a:path w="129" h="160">
                  <a:moveTo>
                    <a:pt x="120" y="1"/>
                  </a:moveTo>
                  <a:lnTo>
                    <a:pt x="120" y="1"/>
                  </a:lnTo>
                  <a:lnTo>
                    <a:pt x="105" y="18"/>
                  </a:lnTo>
                  <a:lnTo>
                    <a:pt x="91" y="35"/>
                  </a:lnTo>
                  <a:lnTo>
                    <a:pt x="66" y="72"/>
                  </a:lnTo>
                  <a:lnTo>
                    <a:pt x="66" y="72"/>
                  </a:lnTo>
                  <a:lnTo>
                    <a:pt x="51" y="92"/>
                  </a:lnTo>
                  <a:lnTo>
                    <a:pt x="34" y="111"/>
                  </a:lnTo>
                  <a:lnTo>
                    <a:pt x="17" y="131"/>
                  </a:lnTo>
                  <a:lnTo>
                    <a:pt x="1" y="150"/>
                  </a:lnTo>
                  <a:lnTo>
                    <a:pt x="1" y="150"/>
                  </a:lnTo>
                  <a:lnTo>
                    <a:pt x="0" y="153"/>
                  </a:lnTo>
                  <a:lnTo>
                    <a:pt x="0" y="156"/>
                  </a:lnTo>
                  <a:lnTo>
                    <a:pt x="1" y="157"/>
                  </a:lnTo>
                  <a:lnTo>
                    <a:pt x="2" y="158"/>
                  </a:lnTo>
                  <a:lnTo>
                    <a:pt x="7" y="160"/>
                  </a:lnTo>
                  <a:lnTo>
                    <a:pt x="9" y="158"/>
                  </a:lnTo>
                  <a:lnTo>
                    <a:pt x="11" y="157"/>
                  </a:lnTo>
                  <a:lnTo>
                    <a:pt x="11" y="157"/>
                  </a:lnTo>
                  <a:lnTo>
                    <a:pt x="24" y="139"/>
                  </a:lnTo>
                  <a:lnTo>
                    <a:pt x="39" y="120"/>
                  </a:lnTo>
                  <a:lnTo>
                    <a:pt x="69" y="86"/>
                  </a:lnTo>
                  <a:lnTo>
                    <a:pt x="69" y="86"/>
                  </a:lnTo>
                  <a:lnTo>
                    <a:pt x="83" y="67"/>
                  </a:lnTo>
                  <a:lnTo>
                    <a:pt x="98" y="47"/>
                  </a:lnTo>
                  <a:lnTo>
                    <a:pt x="112" y="27"/>
                  </a:lnTo>
                  <a:lnTo>
                    <a:pt x="128" y="9"/>
                  </a:lnTo>
                  <a:lnTo>
                    <a:pt x="128" y="9"/>
                  </a:lnTo>
                  <a:lnTo>
                    <a:pt x="129" y="8"/>
                  </a:lnTo>
                  <a:lnTo>
                    <a:pt x="129" y="5"/>
                  </a:lnTo>
                  <a:lnTo>
                    <a:pt x="128" y="1"/>
                  </a:lnTo>
                  <a:lnTo>
                    <a:pt x="124" y="0"/>
                  </a:lnTo>
                  <a:lnTo>
                    <a:pt x="121" y="0"/>
                  </a:lnTo>
                  <a:lnTo>
                    <a:pt x="120" y="1"/>
                  </a:lnTo>
                  <a:lnTo>
                    <a:pt x="120" y="1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68" name="Freeform 480"/>
            <p:cNvSpPr/>
            <p:nvPr>
              <p:custDataLst>
                <p:tags r:id="rId23"/>
              </p:custDataLst>
            </p:nvPr>
          </p:nvSpPr>
          <p:spPr bwMode="auto">
            <a:xfrm>
              <a:off x="3465513" y="1581150"/>
              <a:ext cx="46038" cy="55563"/>
            </a:xfrm>
            <a:custGeom>
              <a:avLst/>
              <a:gdLst/>
              <a:ahLst/>
              <a:cxnLst>
                <a:cxn ang="0">
                  <a:pos x="104" y="1"/>
                </a:cxn>
                <a:cxn ang="0">
                  <a:pos x="104" y="1"/>
                </a:cxn>
                <a:cxn ang="0">
                  <a:pos x="93" y="13"/>
                </a:cxn>
                <a:cxn ang="0">
                  <a:pos x="82" y="26"/>
                </a:cxn>
                <a:cxn ang="0">
                  <a:pos x="63" y="54"/>
                </a:cxn>
                <a:cxn ang="0">
                  <a:pos x="63" y="54"/>
                </a:cxn>
                <a:cxn ang="0">
                  <a:pos x="32" y="93"/>
                </a:cxn>
                <a:cxn ang="0">
                  <a:pos x="1" y="131"/>
                </a:cxn>
                <a:cxn ang="0">
                  <a:pos x="1" y="131"/>
                </a:cxn>
                <a:cxn ang="0">
                  <a:pos x="0" y="134"/>
                </a:cxn>
                <a:cxn ang="0">
                  <a:pos x="0" y="136"/>
                </a:cxn>
                <a:cxn ang="0">
                  <a:pos x="2" y="140"/>
                </a:cxn>
                <a:cxn ang="0">
                  <a:pos x="4" y="140"/>
                </a:cxn>
                <a:cxn ang="0">
                  <a:pos x="5" y="141"/>
                </a:cxn>
                <a:cxn ang="0">
                  <a:pos x="8" y="141"/>
                </a:cxn>
                <a:cxn ang="0">
                  <a:pos x="9" y="139"/>
                </a:cxn>
                <a:cxn ang="0">
                  <a:pos x="9" y="139"/>
                </a:cxn>
                <a:cxn ang="0">
                  <a:pos x="32" y="110"/>
                </a:cxn>
                <a:cxn ang="0">
                  <a:pos x="56" y="81"/>
                </a:cxn>
                <a:cxn ang="0">
                  <a:pos x="56" y="81"/>
                </a:cxn>
                <a:cxn ang="0">
                  <a:pos x="82" y="45"/>
                </a:cxn>
                <a:cxn ang="0">
                  <a:pos x="97" y="26"/>
                </a:cxn>
                <a:cxn ang="0">
                  <a:pos x="104" y="17"/>
                </a:cxn>
                <a:cxn ang="0">
                  <a:pos x="112" y="9"/>
                </a:cxn>
                <a:cxn ang="0">
                  <a:pos x="112" y="9"/>
                </a:cxn>
                <a:cxn ang="0">
                  <a:pos x="114" y="8"/>
                </a:cxn>
                <a:cxn ang="0">
                  <a:pos x="114" y="5"/>
                </a:cxn>
                <a:cxn ang="0">
                  <a:pos x="114" y="4"/>
                </a:cxn>
                <a:cxn ang="0">
                  <a:pos x="112" y="3"/>
                </a:cxn>
                <a:cxn ang="0">
                  <a:pos x="108" y="0"/>
                </a:cxn>
                <a:cxn ang="0">
                  <a:pos x="106" y="0"/>
                </a:cxn>
                <a:cxn ang="0">
                  <a:pos x="104" y="1"/>
                </a:cxn>
                <a:cxn ang="0">
                  <a:pos x="104" y="1"/>
                </a:cxn>
              </a:cxnLst>
              <a:rect l="0" t="0" r="r" b="b"/>
              <a:pathLst>
                <a:path w="114" h="141">
                  <a:moveTo>
                    <a:pt x="104" y="1"/>
                  </a:moveTo>
                  <a:lnTo>
                    <a:pt x="104" y="1"/>
                  </a:lnTo>
                  <a:lnTo>
                    <a:pt x="93" y="13"/>
                  </a:lnTo>
                  <a:lnTo>
                    <a:pt x="82" y="26"/>
                  </a:lnTo>
                  <a:lnTo>
                    <a:pt x="63" y="54"/>
                  </a:lnTo>
                  <a:lnTo>
                    <a:pt x="63" y="54"/>
                  </a:lnTo>
                  <a:lnTo>
                    <a:pt x="32" y="93"/>
                  </a:lnTo>
                  <a:lnTo>
                    <a:pt x="1" y="131"/>
                  </a:lnTo>
                  <a:lnTo>
                    <a:pt x="1" y="131"/>
                  </a:lnTo>
                  <a:lnTo>
                    <a:pt x="0" y="134"/>
                  </a:lnTo>
                  <a:lnTo>
                    <a:pt x="0" y="136"/>
                  </a:lnTo>
                  <a:lnTo>
                    <a:pt x="2" y="140"/>
                  </a:lnTo>
                  <a:lnTo>
                    <a:pt x="4" y="140"/>
                  </a:lnTo>
                  <a:lnTo>
                    <a:pt x="5" y="141"/>
                  </a:lnTo>
                  <a:lnTo>
                    <a:pt x="8" y="141"/>
                  </a:lnTo>
                  <a:lnTo>
                    <a:pt x="9" y="139"/>
                  </a:lnTo>
                  <a:lnTo>
                    <a:pt x="9" y="139"/>
                  </a:lnTo>
                  <a:lnTo>
                    <a:pt x="32" y="110"/>
                  </a:lnTo>
                  <a:lnTo>
                    <a:pt x="56" y="81"/>
                  </a:lnTo>
                  <a:lnTo>
                    <a:pt x="56" y="81"/>
                  </a:lnTo>
                  <a:lnTo>
                    <a:pt x="82" y="45"/>
                  </a:lnTo>
                  <a:lnTo>
                    <a:pt x="97" y="26"/>
                  </a:lnTo>
                  <a:lnTo>
                    <a:pt x="104" y="17"/>
                  </a:lnTo>
                  <a:lnTo>
                    <a:pt x="112" y="9"/>
                  </a:lnTo>
                  <a:lnTo>
                    <a:pt x="112" y="9"/>
                  </a:lnTo>
                  <a:lnTo>
                    <a:pt x="114" y="8"/>
                  </a:lnTo>
                  <a:lnTo>
                    <a:pt x="114" y="5"/>
                  </a:lnTo>
                  <a:lnTo>
                    <a:pt x="114" y="4"/>
                  </a:lnTo>
                  <a:lnTo>
                    <a:pt x="112" y="3"/>
                  </a:lnTo>
                  <a:lnTo>
                    <a:pt x="108" y="0"/>
                  </a:lnTo>
                  <a:lnTo>
                    <a:pt x="106" y="0"/>
                  </a:lnTo>
                  <a:lnTo>
                    <a:pt x="104" y="1"/>
                  </a:lnTo>
                  <a:lnTo>
                    <a:pt x="104" y="1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69" name="Freeform 481"/>
            <p:cNvSpPr/>
            <p:nvPr>
              <p:custDataLst>
                <p:tags r:id="rId24"/>
              </p:custDataLst>
            </p:nvPr>
          </p:nvSpPr>
          <p:spPr bwMode="auto">
            <a:xfrm>
              <a:off x="3509963" y="1582738"/>
              <a:ext cx="38100" cy="63500"/>
            </a:xfrm>
            <a:custGeom>
              <a:avLst/>
              <a:gdLst/>
              <a:ahLst/>
              <a:cxnLst>
                <a:cxn ang="0">
                  <a:pos x="85" y="3"/>
                </a:cxn>
                <a:cxn ang="0">
                  <a:pos x="85" y="3"/>
                </a:cxn>
                <a:cxn ang="0">
                  <a:pos x="44" y="80"/>
                </a:cxn>
                <a:cxn ang="0">
                  <a:pos x="23" y="118"/>
                </a:cxn>
                <a:cxn ang="0">
                  <a:pos x="1" y="154"/>
                </a:cxn>
                <a:cxn ang="0">
                  <a:pos x="1" y="154"/>
                </a:cxn>
                <a:cxn ang="0">
                  <a:pos x="0" y="157"/>
                </a:cxn>
                <a:cxn ang="0">
                  <a:pos x="0" y="160"/>
                </a:cxn>
                <a:cxn ang="0">
                  <a:pos x="2" y="162"/>
                </a:cxn>
                <a:cxn ang="0">
                  <a:pos x="8" y="164"/>
                </a:cxn>
                <a:cxn ang="0">
                  <a:pos x="9" y="162"/>
                </a:cxn>
                <a:cxn ang="0">
                  <a:pos x="10" y="161"/>
                </a:cxn>
                <a:cxn ang="0">
                  <a:pos x="10" y="161"/>
                </a:cxn>
                <a:cxn ang="0">
                  <a:pos x="32" y="123"/>
                </a:cxn>
                <a:cxn ang="0">
                  <a:pos x="53" y="85"/>
                </a:cxn>
                <a:cxn ang="0">
                  <a:pos x="94" y="8"/>
                </a:cxn>
                <a:cxn ang="0">
                  <a:pos x="94" y="8"/>
                </a:cxn>
                <a:cxn ang="0">
                  <a:pos x="95" y="7"/>
                </a:cxn>
                <a:cxn ang="0">
                  <a:pos x="95" y="4"/>
                </a:cxn>
                <a:cxn ang="0">
                  <a:pos x="93" y="1"/>
                </a:cxn>
                <a:cxn ang="0">
                  <a:pos x="89" y="0"/>
                </a:cxn>
                <a:cxn ang="0">
                  <a:pos x="86" y="1"/>
                </a:cxn>
                <a:cxn ang="0">
                  <a:pos x="85" y="3"/>
                </a:cxn>
                <a:cxn ang="0">
                  <a:pos x="85" y="3"/>
                </a:cxn>
              </a:cxnLst>
              <a:rect l="0" t="0" r="r" b="b"/>
              <a:pathLst>
                <a:path w="95" h="164">
                  <a:moveTo>
                    <a:pt x="85" y="3"/>
                  </a:moveTo>
                  <a:lnTo>
                    <a:pt x="85" y="3"/>
                  </a:lnTo>
                  <a:lnTo>
                    <a:pt x="44" y="80"/>
                  </a:lnTo>
                  <a:lnTo>
                    <a:pt x="23" y="118"/>
                  </a:lnTo>
                  <a:lnTo>
                    <a:pt x="1" y="154"/>
                  </a:lnTo>
                  <a:lnTo>
                    <a:pt x="1" y="154"/>
                  </a:lnTo>
                  <a:lnTo>
                    <a:pt x="0" y="157"/>
                  </a:lnTo>
                  <a:lnTo>
                    <a:pt x="0" y="160"/>
                  </a:lnTo>
                  <a:lnTo>
                    <a:pt x="2" y="162"/>
                  </a:lnTo>
                  <a:lnTo>
                    <a:pt x="8" y="164"/>
                  </a:lnTo>
                  <a:lnTo>
                    <a:pt x="9" y="162"/>
                  </a:lnTo>
                  <a:lnTo>
                    <a:pt x="10" y="161"/>
                  </a:lnTo>
                  <a:lnTo>
                    <a:pt x="10" y="161"/>
                  </a:lnTo>
                  <a:lnTo>
                    <a:pt x="32" y="123"/>
                  </a:lnTo>
                  <a:lnTo>
                    <a:pt x="53" y="85"/>
                  </a:lnTo>
                  <a:lnTo>
                    <a:pt x="94" y="8"/>
                  </a:lnTo>
                  <a:lnTo>
                    <a:pt x="94" y="8"/>
                  </a:lnTo>
                  <a:lnTo>
                    <a:pt x="95" y="7"/>
                  </a:lnTo>
                  <a:lnTo>
                    <a:pt x="95" y="4"/>
                  </a:lnTo>
                  <a:lnTo>
                    <a:pt x="93" y="1"/>
                  </a:lnTo>
                  <a:lnTo>
                    <a:pt x="89" y="0"/>
                  </a:lnTo>
                  <a:lnTo>
                    <a:pt x="86" y="1"/>
                  </a:lnTo>
                  <a:lnTo>
                    <a:pt x="85" y="3"/>
                  </a:lnTo>
                  <a:lnTo>
                    <a:pt x="85" y="3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70" name="Freeform 482"/>
            <p:cNvSpPr/>
            <p:nvPr>
              <p:custDataLst>
                <p:tags r:id="rId25"/>
              </p:custDataLst>
            </p:nvPr>
          </p:nvSpPr>
          <p:spPr bwMode="auto">
            <a:xfrm>
              <a:off x="3546476" y="1597025"/>
              <a:ext cx="31750" cy="50800"/>
            </a:xfrm>
            <a:custGeom>
              <a:avLst/>
              <a:gdLst/>
              <a:ahLst/>
              <a:cxnLst>
                <a:cxn ang="0">
                  <a:pos x="71" y="1"/>
                </a:cxn>
                <a:cxn ang="0">
                  <a:pos x="71" y="1"/>
                </a:cxn>
                <a:cxn ang="0">
                  <a:pos x="50" y="30"/>
                </a:cxn>
                <a:cxn ang="0">
                  <a:pos x="33" y="59"/>
                </a:cxn>
                <a:cxn ang="0">
                  <a:pos x="16" y="89"/>
                </a:cxn>
                <a:cxn ang="0">
                  <a:pos x="2" y="120"/>
                </a:cxn>
                <a:cxn ang="0">
                  <a:pos x="2" y="120"/>
                </a:cxn>
                <a:cxn ang="0">
                  <a:pos x="0" y="123"/>
                </a:cxn>
                <a:cxn ang="0">
                  <a:pos x="2" y="126"/>
                </a:cxn>
                <a:cxn ang="0">
                  <a:pos x="4" y="128"/>
                </a:cxn>
                <a:cxn ang="0">
                  <a:pos x="5" y="129"/>
                </a:cxn>
                <a:cxn ang="0">
                  <a:pos x="8" y="129"/>
                </a:cxn>
                <a:cxn ang="0">
                  <a:pos x="9" y="128"/>
                </a:cxn>
                <a:cxn ang="0">
                  <a:pos x="11" y="127"/>
                </a:cxn>
                <a:cxn ang="0">
                  <a:pos x="11" y="127"/>
                </a:cxn>
                <a:cxn ang="0">
                  <a:pos x="25" y="95"/>
                </a:cxn>
                <a:cxn ang="0">
                  <a:pos x="41" y="67"/>
                </a:cxn>
                <a:cxn ang="0">
                  <a:pos x="59" y="38"/>
                </a:cxn>
                <a:cxn ang="0">
                  <a:pos x="79" y="9"/>
                </a:cxn>
                <a:cxn ang="0">
                  <a:pos x="79" y="9"/>
                </a:cxn>
                <a:cxn ang="0">
                  <a:pos x="80" y="8"/>
                </a:cxn>
                <a:cxn ang="0">
                  <a:pos x="80" y="5"/>
                </a:cxn>
                <a:cxn ang="0">
                  <a:pos x="77" y="1"/>
                </a:cxn>
                <a:cxn ang="0">
                  <a:pos x="76" y="0"/>
                </a:cxn>
                <a:cxn ang="0">
                  <a:pos x="75" y="0"/>
                </a:cxn>
                <a:cxn ang="0">
                  <a:pos x="72" y="0"/>
                </a:cxn>
                <a:cxn ang="0">
                  <a:pos x="71" y="1"/>
                </a:cxn>
                <a:cxn ang="0">
                  <a:pos x="71" y="1"/>
                </a:cxn>
              </a:cxnLst>
              <a:rect l="0" t="0" r="r" b="b"/>
              <a:pathLst>
                <a:path w="80" h="129">
                  <a:moveTo>
                    <a:pt x="71" y="1"/>
                  </a:moveTo>
                  <a:lnTo>
                    <a:pt x="71" y="1"/>
                  </a:lnTo>
                  <a:lnTo>
                    <a:pt x="50" y="30"/>
                  </a:lnTo>
                  <a:lnTo>
                    <a:pt x="33" y="59"/>
                  </a:lnTo>
                  <a:lnTo>
                    <a:pt x="16" y="89"/>
                  </a:lnTo>
                  <a:lnTo>
                    <a:pt x="2" y="120"/>
                  </a:lnTo>
                  <a:lnTo>
                    <a:pt x="2" y="120"/>
                  </a:lnTo>
                  <a:lnTo>
                    <a:pt x="0" y="123"/>
                  </a:lnTo>
                  <a:lnTo>
                    <a:pt x="2" y="126"/>
                  </a:lnTo>
                  <a:lnTo>
                    <a:pt x="4" y="128"/>
                  </a:lnTo>
                  <a:lnTo>
                    <a:pt x="5" y="129"/>
                  </a:lnTo>
                  <a:lnTo>
                    <a:pt x="8" y="129"/>
                  </a:lnTo>
                  <a:lnTo>
                    <a:pt x="9" y="128"/>
                  </a:lnTo>
                  <a:lnTo>
                    <a:pt x="11" y="127"/>
                  </a:lnTo>
                  <a:lnTo>
                    <a:pt x="11" y="127"/>
                  </a:lnTo>
                  <a:lnTo>
                    <a:pt x="25" y="95"/>
                  </a:lnTo>
                  <a:lnTo>
                    <a:pt x="41" y="67"/>
                  </a:lnTo>
                  <a:lnTo>
                    <a:pt x="59" y="38"/>
                  </a:lnTo>
                  <a:lnTo>
                    <a:pt x="79" y="9"/>
                  </a:lnTo>
                  <a:lnTo>
                    <a:pt x="79" y="9"/>
                  </a:lnTo>
                  <a:lnTo>
                    <a:pt x="80" y="8"/>
                  </a:lnTo>
                  <a:lnTo>
                    <a:pt x="80" y="5"/>
                  </a:lnTo>
                  <a:lnTo>
                    <a:pt x="77" y="1"/>
                  </a:lnTo>
                  <a:lnTo>
                    <a:pt x="76" y="0"/>
                  </a:lnTo>
                  <a:lnTo>
                    <a:pt x="75" y="0"/>
                  </a:lnTo>
                  <a:lnTo>
                    <a:pt x="72" y="0"/>
                  </a:lnTo>
                  <a:lnTo>
                    <a:pt x="71" y="1"/>
                  </a:lnTo>
                  <a:lnTo>
                    <a:pt x="71" y="1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71" name="Freeform 483"/>
            <p:cNvSpPr/>
            <p:nvPr>
              <p:custDataLst>
                <p:tags r:id="rId26"/>
              </p:custDataLst>
            </p:nvPr>
          </p:nvSpPr>
          <p:spPr bwMode="auto">
            <a:xfrm>
              <a:off x="3581401" y="1608138"/>
              <a:ext cx="15875" cy="39688"/>
            </a:xfrm>
            <a:custGeom>
              <a:avLst/>
              <a:gdLst/>
              <a:ahLst/>
              <a:cxnLst>
                <a:cxn ang="0">
                  <a:pos x="30" y="6"/>
                </a:cxn>
                <a:cxn ang="0">
                  <a:pos x="30" y="6"/>
                </a:cxn>
                <a:cxn ang="0">
                  <a:pos x="29" y="17"/>
                </a:cxn>
                <a:cxn ang="0">
                  <a:pos x="25" y="29"/>
                </a:cxn>
                <a:cxn ang="0">
                  <a:pos x="17" y="53"/>
                </a:cxn>
                <a:cxn ang="0">
                  <a:pos x="17" y="53"/>
                </a:cxn>
                <a:cxn ang="0">
                  <a:pos x="10" y="74"/>
                </a:cxn>
                <a:cxn ang="0">
                  <a:pos x="6" y="84"/>
                </a:cxn>
                <a:cxn ang="0">
                  <a:pos x="1" y="93"/>
                </a:cxn>
                <a:cxn ang="0">
                  <a:pos x="1" y="93"/>
                </a:cxn>
                <a:cxn ang="0">
                  <a:pos x="0" y="96"/>
                </a:cxn>
                <a:cxn ang="0">
                  <a:pos x="0" y="99"/>
                </a:cxn>
                <a:cxn ang="0">
                  <a:pos x="2" y="101"/>
                </a:cxn>
                <a:cxn ang="0">
                  <a:pos x="6" y="102"/>
                </a:cxn>
                <a:cxn ang="0">
                  <a:pos x="9" y="101"/>
                </a:cxn>
                <a:cxn ang="0">
                  <a:pos x="10" y="100"/>
                </a:cxn>
                <a:cxn ang="0">
                  <a:pos x="10" y="100"/>
                </a:cxn>
                <a:cxn ang="0">
                  <a:pos x="16" y="89"/>
                </a:cxn>
                <a:cxn ang="0">
                  <a:pos x="21" y="78"/>
                </a:cxn>
                <a:cxn ang="0">
                  <a:pos x="29" y="55"/>
                </a:cxn>
                <a:cxn ang="0">
                  <a:pos x="29" y="55"/>
                </a:cxn>
                <a:cxn ang="0">
                  <a:pos x="36" y="31"/>
                </a:cxn>
                <a:cxn ang="0">
                  <a:pos x="40" y="19"/>
                </a:cxn>
                <a:cxn ang="0">
                  <a:pos x="42" y="6"/>
                </a:cxn>
                <a:cxn ang="0">
                  <a:pos x="42" y="6"/>
                </a:cxn>
                <a:cxn ang="0">
                  <a:pos x="42" y="3"/>
                </a:cxn>
                <a:cxn ang="0">
                  <a:pos x="40" y="2"/>
                </a:cxn>
                <a:cxn ang="0">
                  <a:pos x="36" y="0"/>
                </a:cxn>
                <a:cxn ang="0">
                  <a:pos x="33" y="2"/>
                </a:cxn>
                <a:cxn ang="0">
                  <a:pos x="31" y="3"/>
                </a:cxn>
                <a:cxn ang="0">
                  <a:pos x="30" y="6"/>
                </a:cxn>
                <a:cxn ang="0">
                  <a:pos x="30" y="6"/>
                </a:cxn>
              </a:cxnLst>
              <a:rect l="0" t="0" r="r" b="b"/>
              <a:pathLst>
                <a:path w="42" h="102">
                  <a:moveTo>
                    <a:pt x="30" y="6"/>
                  </a:moveTo>
                  <a:lnTo>
                    <a:pt x="30" y="6"/>
                  </a:lnTo>
                  <a:lnTo>
                    <a:pt x="29" y="17"/>
                  </a:lnTo>
                  <a:lnTo>
                    <a:pt x="25" y="29"/>
                  </a:lnTo>
                  <a:lnTo>
                    <a:pt x="17" y="53"/>
                  </a:lnTo>
                  <a:lnTo>
                    <a:pt x="17" y="53"/>
                  </a:lnTo>
                  <a:lnTo>
                    <a:pt x="10" y="74"/>
                  </a:lnTo>
                  <a:lnTo>
                    <a:pt x="6" y="84"/>
                  </a:lnTo>
                  <a:lnTo>
                    <a:pt x="1" y="93"/>
                  </a:lnTo>
                  <a:lnTo>
                    <a:pt x="1" y="93"/>
                  </a:lnTo>
                  <a:lnTo>
                    <a:pt x="0" y="96"/>
                  </a:lnTo>
                  <a:lnTo>
                    <a:pt x="0" y="99"/>
                  </a:lnTo>
                  <a:lnTo>
                    <a:pt x="2" y="101"/>
                  </a:lnTo>
                  <a:lnTo>
                    <a:pt x="6" y="102"/>
                  </a:lnTo>
                  <a:lnTo>
                    <a:pt x="9" y="101"/>
                  </a:lnTo>
                  <a:lnTo>
                    <a:pt x="10" y="100"/>
                  </a:lnTo>
                  <a:lnTo>
                    <a:pt x="10" y="100"/>
                  </a:lnTo>
                  <a:lnTo>
                    <a:pt x="16" y="89"/>
                  </a:lnTo>
                  <a:lnTo>
                    <a:pt x="21" y="78"/>
                  </a:lnTo>
                  <a:lnTo>
                    <a:pt x="29" y="55"/>
                  </a:lnTo>
                  <a:lnTo>
                    <a:pt x="29" y="55"/>
                  </a:lnTo>
                  <a:lnTo>
                    <a:pt x="36" y="31"/>
                  </a:lnTo>
                  <a:lnTo>
                    <a:pt x="40" y="19"/>
                  </a:lnTo>
                  <a:lnTo>
                    <a:pt x="42" y="6"/>
                  </a:lnTo>
                  <a:lnTo>
                    <a:pt x="42" y="6"/>
                  </a:lnTo>
                  <a:lnTo>
                    <a:pt x="42" y="3"/>
                  </a:lnTo>
                  <a:lnTo>
                    <a:pt x="40" y="2"/>
                  </a:lnTo>
                  <a:lnTo>
                    <a:pt x="36" y="0"/>
                  </a:lnTo>
                  <a:lnTo>
                    <a:pt x="33" y="2"/>
                  </a:lnTo>
                  <a:lnTo>
                    <a:pt x="31" y="3"/>
                  </a:lnTo>
                  <a:lnTo>
                    <a:pt x="30" y="6"/>
                  </a:lnTo>
                  <a:lnTo>
                    <a:pt x="30" y="6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72" name="Freeform 484"/>
            <p:cNvSpPr/>
            <p:nvPr>
              <p:custDataLst>
                <p:tags r:id="rId27"/>
              </p:custDataLst>
            </p:nvPr>
          </p:nvSpPr>
          <p:spPr bwMode="auto">
            <a:xfrm>
              <a:off x="3214688" y="1146175"/>
              <a:ext cx="12700" cy="30163"/>
            </a:xfrm>
            <a:custGeom>
              <a:avLst/>
              <a:gdLst/>
              <a:ahLst/>
              <a:cxnLst>
                <a:cxn ang="0">
                  <a:pos x="24" y="4"/>
                </a:cxn>
                <a:cxn ang="0">
                  <a:pos x="24" y="4"/>
                </a:cxn>
                <a:cxn ang="0">
                  <a:pos x="11" y="37"/>
                </a:cxn>
                <a:cxn ang="0">
                  <a:pos x="4" y="53"/>
                </a:cxn>
                <a:cxn ang="0">
                  <a:pos x="0" y="70"/>
                </a:cxn>
                <a:cxn ang="0">
                  <a:pos x="0" y="70"/>
                </a:cxn>
                <a:cxn ang="0">
                  <a:pos x="0" y="72"/>
                </a:cxn>
                <a:cxn ang="0">
                  <a:pos x="1" y="73"/>
                </a:cxn>
                <a:cxn ang="0">
                  <a:pos x="5" y="76"/>
                </a:cxn>
                <a:cxn ang="0">
                  <a:pos x="7" y="76"/>
                </a:cxn>
                <a:cxn ang="0">
                  <a:pos x="9" y="76"/>
                </a:cxn>
                <a:cxn ang="0">
                  <a:pos x="11" y="75"/>
                </a:cxn>
                <a:cxn ang="0">
                  <a:pos x="11" y="72"/>
                </a:cxn>
                <a:cxn ang="0">
                  <a:pos x="11" y="72"/>
                </a:cxn>
                <a:cxn ang="0">
                  <a:pos x="16" y="55"/>
                </a:cxn>
                <a:cxn ang="0">
                  <a:pos x="21" y="39"/>
                </a:cxn>
                <a:cxn ang="0">
                  <a:pos x="34" y="7"/>
                </a:cxn>
                <a:cxn ang="0">
                  <a:pos x="34" y="7"/>
                </a:cxn>
                <a:cxn ang="0">
                  <a:pos x="34" y="5"/>
                </a:cxn>
                <a:cxn ang="0">
                  <a:pos x="34" y="3"/>
                </a:cxn>
                <a:cxn ang="0">
                  <a:pos x="33" y="2"/>
                </a:cxn>
                <a:cxn ang="0">
                  <a:pos x="30" y="0"/>
                </a:cxn>
                <a:cxn ang="0">
                  <a:pos x="26" y="2"/>
                </a:cxn>
                <a:cxn ang="0">
                  <a:pos x="25" y="3"/>
                </a:cxn>
                <a:cxn ang="0">
                  <a:pos x="24" y="4"/>
                </a:cxn>
                <a:cxn ang="0">
                  <a:pos x="24" y="4"/>
                </a:cxn>
              </a:cxnLst>
              <a:rect l="0" t="0" r="r" b="b"/>
              <a:pathLst>
                <a:path w="34" h="76">
                  <a:moveTo>
                    <a:pt x="24" y="4"/>
                  </a:moveTo>
                  <a:lnTo>
                    <a:pt x="24" y="4"/>
                  </a:lnTo>
                  <a:lnTo>
                    <a:pt x="11" y="37"/>
                  </a:lnTo>
                  <a:lnTo>
                    <a:pt x="4" y="53"/>
                  </a:lnTo>
                  <a:lnTo>
                    <a:pt x="0" y="70"/>
                  </a:lnTo>
                  <a:lnTo>
                    <a:pt x="0" y="70"/>
                  </a:lnTo>
                  <a:lnTo>
                    <a:pt x="0" y="72"/>
                  </a:lnTo>
                  <a:lnTo>
                    <a:pt x="1" y="73"/>
                  </a:lnTo>
                  <a:lnTo>
                    <a:pt x="5" y="76"/>
                  </a:lnTo>
                  <a:lnTo>
                    <a:pt x="7" y="76"/>
                  </a:lnTo>
                  <a:lnTo>
                    <a:pt x="9" y="76"/>
                  </a:lnTo>
                  <a:lnTo>
                    <a:pt x="11" y="75"/>
                  </a:lnTo>
                  <a:lnTo>
                    <a:pt x="11" y="72"/>
                  </a:lnTo>
                  <a:lnTo>
                    <a:pt x="11" y="72"/>
                  </a:lnTo>
                  <a:lnTo>
                    <a:pt x="16" y="55"/>
                  </a:lnTo>
                  <a:lnTo>
                    <a:pt x="21" y="39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4" y="5"/>
                  </a:lnTo>
                  <a:lnTo>
                    <a:pt x="34" y="3"/>
                  </a:lnTo>
                  <a:lnTo>
                    <a:pt x="33" y="2"/>
                  </a:lnTo>
                  <a:lnTo>
                    <a:pt x="30" y="0"/>
                  </a:lnTo>
                  <a:lnTo>
                    <a:pt x="26" y="2"/>
                  </a:lnTo>
                  <a:lnTo>
                    <a:pt x="25" y="3"/>
                  </a:lnTo>
                  <a:lnTo>
                    <a:pt x="24" y="4"/>
                  </a:lnTo>
                  <a:lnTo>
                    <a:pt x="24" y="4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73" name="Freeform 485"/>
            <p:cNvSpPr/>
            <p:nvPr>
              <p:custDataLst>
                <p:tags r:id="rId28"/>
              </p:custDataLst>
            </p:nvPr>
          </p:nvSpPr>
          <p:spPr bwMode="auto">
            <a:xfrm>
              <a:off x="3240088" y="1150938"/>
              <a:ext cx="20638" cy="28575"/>
            </a:xfrm>
            <a:custGeom>
              <a:avLst/>
              <a:gdLst/>
              <a:ahLst/>
              <a:cxnLst>
                <a:cxn ang="0">
                  <a:pos x="46" y="0"/>
                </a:cxn>
                <a:cxn ang="0">
                  <a:pos x="46" y="0"/>
                </a:cxn>
                <a:cxn ang="0">
                  <a:pos x="39" y="7"/>
                </a:cxn>
                <a:cxn ang="0">
                  <a:pos x="34" y="13"/>
                </a:cxn>
                <a:cxn ang="0">
                  <a:pos x="30" y="21"/>
                </a:cxn>
                <a:cxn ang="0">
                  <a:pos x="26" y="29"/>
                </a:cxn>
                <a:cxn ang="0">
                  <a:pos x="26" y="29"/>
                </a:cxn>
                <a:cxn ang="0">
                  <a:pos x="13" y="47"/>
                </a:cxn>
                <a:cxn ang="0">
                  <a:pos x="1" y="67"/>
                </a:cxn>
                <a:cxn ang="0">
                  <a:pos x="1" y="67"/>
                </a:cxn>
                <a:cxn ang="0">
                  <a:pos x="0" y="69"/>
                </a:cxn>
                <a:cxn ang="0">
                  <a:pos x="1" y="72"/>
                </a:cxn>
                <a:cxn ang="0">
                  <a:pos x="4" y="75"/>
                </a:cxn>
                <a:cxn ang="0">
                  <a:pos x="8" y="76"/>
                </a:cxn>
                <a:cxn ang="0">
                  <a:pos x="9" y="75"/>
                </a:cxn>
                <a:cxn ang="0">
                  <a:pos x="12" y="73"/>
                </a:cxn>
                <a:cxn ang="0">
                  <a:pos x="12" y="73"/>
                </a:cxn>
                <a:cxn ang="0">
                  <a:pos x="21" y="56"/>
                </a:cxn>
                <a:cxn ang="0">
                  <a:pos x="32" y="41"/>
                </a:cxn>
                <a:cxn ang="0">
                  <a:pos x="32" y="41"/>
                </a:cxn>
                <a:cxn ang="0">
                  <a:pos x="35" y="33"/>
                </a:cxn>
                <a:cxn ang="0">
                  <a:pos x="41" y="24"/>
                </a:cxn>
                <a:cxn ang="0">
                  <a:pos x="45" y="16"/>
                </a:cxn>
                <a:cxn ang="0">
                  <a:pos x="47" y="13"/>
                </a:cxn>
                <a:cxn ang="0">
                  <a:pos x="51" y="10"/>
                </a:cxn>
                <a:cxn ang="0">
                  <a:pos x="51" y="10"/>
                </a:cxn>
                <a:cxn ang="0">
                  <a:pos x="52" y="9"/>
                </a:cxn>
                <a:cxn ang="0">
                  <a:pos x="54" y="7"/>
                </a:cxn>
                <a:cxn ang="0">
                  <a:pos x="52" y="3"/>
                </a:cxn>
                <a:cxn ang="0">
                  <a:pos x="50" y="0"/>
                </a:cxn>
                <a:cxn ang="0">
                  <a:pos x="47" y="0"/>
                </a:cxn>
                <a:cxn ang="0">
                  <a:pos x="46" y="0"/>
                </a:cxn>
                <a:cxn ang="0">
                  <a:pos x="46" y="0"/>
                </a:cxn>
              </a:cxnLst>
              <a:rect l="0" t="0" r="r" b="b"/>
              <a:pathLst>
                <a:path w="54" h="76">
                  <a:moveTo>
                    <a:pt x="46" y="0"/>
                  </a:moveTo>
                  <a:lnTo>
                    <a:pt x="46" y="0"/>
                  </a:lnTo>
                  <a:lnTo>
                    <a:pt x="39" y="7"/>
                  </a:lnTo>
                  <a:lnTo>
                    <a:pt x="34" y="13"/>
                  </a:lnTo>
                  <a:lnTo>
                    <a:pt x="30" y="21"/>
                  </a:lnTo>
                  <a:lnTo>
                    <a:pt x="26" y="29"/>
                  </a:lnTo>
                  <a:lnTo>
                    <a:pt x="26" y="29"/>
                  </a:lnTo>
                  <a:lnTo>
                    <a:pt x="13" y="47"/>
                  </a:lnTo>
                  <a:lnTo>
                    <a:pt x="1" y="67"/>
                  </a:lnTo>
                  <a:lnTo>
                    <a:pt x="1" y="67"/>
                  </a:lnTo>
                  <a:lnTo>
                    <a:pt x="0" y="69"/>
                  </a:lnTo>
                  <a:lnTo>
                    <a:pt x="1" y="72"/>
                  </a:lnTo>
                  <a:lnTo>
                    <a:pt x="4" y="75"/>
                  </a:lnTo>
                  <a:lnTo>
                    <a:pt x="8" y="76"/>
                  </a:lnTo>
                  <a:lnTo>
                    <a:pt x="9" y="75"/>
                  </a:lnTo>
                  <a:lnTo>
                    <a:pt x="12" y="73"/>
                  </a:lnTo>
                  <a:lnTo>
                    <a:pt x="12" y="73"/>
                  </a:lnTo>
                  <a:lnTo>
                    <a:pt x="21" y="56"/>
                  </a:lnTo>
                  <a:lnTo>
                    <a:pt x="32" y="41"/>
                  </a:lnTo>
                  <a:lnTo>
                    <a:pt x="32" y="41"/>
                  </a:lnTo>
                  <a:lnTo>
                    <a:pt x="35" y="33"/>
                  </a:lnTo>
                  <a:lnTo>
                    <a:pt x="41" y="24"/>
                  </a:lnTo>
                  <a:lnTo>
                    <a:pt x="45" y="16"/>
                  </a:lnTo>
                  <a:lnTo>
                    <a:pt x="47" y="13"/>
                  </a:lnTo>
                  <a:lnTo>
                    <a:pt x="51" y="10"/>
                  </a:lnTo>
                  <a:lnTo>
                    <a:pt x="51" y="10"/>
                  </a:lnTo>
                  <a:lnTo>
                    <a:pt x="52" y="9"/>
                  </a:lnTo>
                  <a:lnTo>
                    <a:pt x="54" y="7"/>
                  </a:lnTo>
                  <a:lnTo>
                    <a:pt x="52" y="3"/>
                  </a:lnTo>
                  <a:lnTo>
                    <a:pt x="50" y="0"/>
                  </a:lnTo>
                  <a:lnTo>
                    <a:pt x="47" y="0"/>
                  </a:lnTo>
                  <a:lnTo>
                    <a:pt x="46" y="0"/>
                  </a:lnTo>
                  <a:lnTo>
                    <a:pt x="46" y="0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74" name="Freeform 486"/>
            <p:cNvSpPr/>
            <p:nvPr>
              <p:custDataLst>
                <p:tags r:id="rId29"/>
              </p:custDataLst>
            </p:nvPr>
          </p:nvSpPr>
          <p:spPr bwMode="auto">
            <a:xfrm>
              <a:off x="3273426" y="1149350"/>
              <a:ext cx="12700" cy="23813"/>
            </a:xfrm>
            <a:custGeom>
              <a:avLst/>
              <a:gdLst/>
              <a:ahLst/>
              <a:cxnLst>
                <a:cxn ang="0">
                  <a:pos x="22" y="5"/>
                </a:cxn>
                <a:cxn ang="0">
                  <a:pos x="22" y="5"/>
                </a:cxn>
                <a:cxn ang="0">
                  <a:pos x="21" y="13"/>
                </a:cxn>
                <a:cxn ang="0">
                  <a:pos x="18" y="20"/>
                </a:cxn>
                <a:cxn ang="0">
                  <a:pos x="9" y="33"/>
                </a:cxn>
                <a:cxn ang="0">
                  <a:pos x="9" y="33"/>
                </a:cxn>
                <a:cxn ang="0">
                  <a:pos x="4" y="42"/>
                </a:cxn>
                <a:cxn ang="0">
                  <a:pos x="0" y="52"/>
                </a:cxn>
                <a:cxn ang="0">
                  <a:pos x="0" y="52"/>
                </a:cxn>
                <a:cxn ang="0">
                  <a:pos x="0" y="55"/>
                </a:cxn>
                <a:cxn ang="0">
                  <a:pos x="0" y="56"/>
                </a:cxn>
                <a:cxn ang="0">
                  <a:pos x="3" y="60"/>
                </a:cxn>
                <a:cxn ang="0">
                  <a:pos x="4" y="60"/>
                </a:cxn>
                <a:cxn ang="0">
                  <a:pos x="7" y="60"/>
                </a:cxn>
                <a:cxn ang="0">
                  <a:pos x="8" y="60"/>
                </a:cxn>
                <a:cxn ang="0">
                  <a:pos x="11" y="58"/>
                </a:cxn>
                <a:cxn ang="0">
                  <a:pos x="11" y="58"/>
                </a:cxn>
                <a:cxn ang="0">
                  <a:pos x="16" y="45"/>
                </a:cxn>
                <a:cxn ang="0">
                  <a:pos x="20" y="38"/>
                </a:cxn>
                <a:cxn ang="0">
                  <a:pos x="24" y="33"/>
                </a:cxn>
                <a:cxn ang="0">
                  <a:pos x="24" y="33"/>
                </a:cxn>
                <a:cxn ang="0">
                  <a:pos x="28" y="26"/>
                </a:cxn>
                <a:cxn ang="0">
                  <a:pos x="32" y="20"/>
                </a:cxn>
                <a:cxn ang="0">
                  <a:pos x="33" y="12"/>
                </a:cxn>
                <a:cxn ang="0">
                  <a:pos x="34" y="5"/>
                </a:cxn>
                <a:cxn ang="0">
                  <a:pos x="34" y="5"/>
                </a:cxn>
                <a:cxn ang="0">
                  <a:pos x="33" y="3"/>
                </a:cxn>
                <a:cxn ang="0">
                  <a:pos x="32" y="1"/>
                </a:cxn>
                <a:cxn ang="0">
                  <a:pos x="29" y="0"/>
                </a:cxn>
                <a:cxn ang="0">
                  <a:pos x="24" y="1"/>
                </a:cxn>
                <a:cxn ang="0">
                  <a:pos x="22" y="3"/>
                </a:cxn>
                <a:cxn ang="0">
                  <a:pos x="22" y="5"/>
                </a:cxn>
                <a:cxn ang="0">
                  <a:pos x="22" y="5"/>
                </a:cxn>
              </a:cxnLst>
              <a:rect l="0" t="0" r="r" b="b"/>
              <a:pathLst>
                <a:path w="34" h="60">
                  <a:moveTo>
                    <a:pt x="22" y="5"/>
                  </a:moveTo>
                  <a:lnTo>
                    <a:pt x="22" y="5"/>
                  </a:lnTo>
                  <a:lnTo>
                    <a:pt x="21" y="13"/>
                  </a:lnTo>
                  <a:lnTo>
                    <a:pt x="18" y="20"/>
                  </a:lnTo>
                  <a:lnTo>
                    <a:pt x="9" y="33"/>
                  </a:lnTo>
                  <a:lnTo>
                    <a:pt x="9" y="33"/>
                  </a:lnTo>
                  <a:lnTo>
                    <a:pt x="4" y="42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0" y="55"/>
                  </a:lnTo>
                  <a:lnTo>
                    <a:pt x="0" y="56"/>
                  </a:lnTo>
                  <a:lnTo>
                    <a:pt x="3" y="60"/>
                  </a:lnTo>
                  <a:lnTo>
                    <a:pt x="4" y="60"/>
                  </a:lnTo>
                  <a:lnTo>
                    <a:pt x="7" y="60"/>
                  </a:lnTo>
                  <a:lnTo>
                    <a:pt x="8" y="60"/>
                  </a:lnTo>
                  <a:lnTo>
                    <a:pt x="11" y="58"/>
                  </a:lnTo>
                  <a:lnTo>
                    <a:pt x="11" y="58"/>
                  </a:lnTo>
                  <a:lnTo>
                    <a:pt x="16" y="45"/>
                  </a:lnTo>
                  <a:lnTo>
                    <a:pt x="20" y="38"/>
                  </a:lnTo>
                  <a:lnTo>
                    <a:pt x="24" y="33"/>
                  </a:lnTo>
                  <a:lnTo>
                    <a:pt x="24" y="33"/>
                  </a:lnTo>
                  <a:lnTo>
                    <a:pt x="28" y="26"/>
                  </a:lnTo>
                  <a:lnTo>
                    <a:pt x="32" y="20"/>
                  </a:lnTo>
                  <a:lnTo>
                    <a:pt x="33" y="12"/>
                  </a:lnTo>
                  <a:lnTo>
                    <a:pt x="34" y="5"/>
                  </a:lnTo>
                  <a:lnTo>
                    <a:pt x="34" y="5"/>
                  </a:lnTo>
                  <a:lnTo>
                    <a:pt x="33" y="3"/>
                  </a:lnTo>
                  <a:lnTo>
                    <a:pt x="32" y="1"/>
                  </a:lnTo>
                  <a:lnTo>
                    <a:pt x="29" y="0"/>
                  </a:lnTo>
                  <a:lnTo>
                    <a:pt x="24" y="1"/>
                  </a:lnTo>
                  <a:lnTo>
                    <a:pt x="22" y="3"/>
                  </a:lnTo>
                  <a:lnTo>
                    <a:pt x="22" y="5"/>
                  </a:lnTo>
                  <a:lnTo>
                    <a:pt x="22" y="5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75" name="Freeform 487"/>
            <p:cNvSpPr/>
            <p:nvPr>
              <p:custDataLst>
                <p:tags r:id="rId30"/>
              </p:custDataLst>
            </p:nvPr>
          </p:nvSpPr>
          <p:spPr bwMode="auto">
            <a:xfrm>
              <a:off x="3379788" y="1117600"/>
              <a:ext cx="12700" cy="15875"/>
            </a:xfrm>
            <a:custGeom>
              <a:avLst/>
              <a:gdLst/>
              <a:ahLst/>
              <a:cxnLst>
                <a:cxn ang="0">
                  <a:pos x="19" y="6"/>
                </a:cxn>
                <a:cxn ang="0">
                  <a:pos x="19" y="6"/>
                </a:cxn>
                <a:cxn ang="0">
                  <a:pos x="18" y="9"/>
                </a:cxn>
                <a:cxn ang="0">
                  <a:pos x="15" y="12"/>
                </a:cxn>
                <a:cxn ang="0">
                  <a:pos x="11" y="19"/>
                </a:cxn>
                <a:cxn ang="0">
                  <a:pos x="11" y="19"/>
                </a:cxn>
                <a:cxn ang="0">
                  <a:pos x="5" y="25"/>
                </a:cxn>
                <a:cxn ang="0">
                  <a:pos x="1" y="33"/>
                </a:cxn>
                <a:cxn ang="0">
                  <a:pos x="1" y="33"/>
                </a:cxn>
                <a:cxn ang="0">
                  <a:pos x="0" y="36"/>
                </a:cxn>
                <a:cxn ang="0">
                  <a:pos x="0" y="38"/>
                </a:cxn>
                <a:cxn ang="0">
                  <a:pos x="2" y="41"/>
                </a:cxn>
                <a:cxn ang="0">
                  <a:pos x="6" y="42"/>
                </a:cxn>
                <a:cxn ang="0">
                  <a:pos x="9" y="41"/>
                </a:cxn>
                <a:cxn ang="0">
                  <a:pos x="10" y="40"/>
                </a:cxn>
                <a:cxn ang="0">
                  <a:pos x="10" y="40"/>
                </a:cxn>
                <a:cxn ang="0">
                  <a:pos x="15" y="30"/>
                </a:cxn>
                <a:cxn ang="0">
                  <a:pos x="22" y="23"/>
                </a:cxn>
                <a:cxn ang="0">
                  <a:pos x="27" y="15"/>
                </a:cxn>
                <a:cxn ang="0">
                  <a:pos x="30" y="11"/>
                </a:cxn>
                <a:cxn ang="0">
                  <a:pos x="30" y="6"/>
                </a:cxn>
                <a:cxn ang="0">
                  <a:pos x="30" y="6"/>
                </a:cxn>
                <a:cxn ang="0">
                  <a:pos x="30" y="3"/>
                </a:cxn>
                <a:cxn ang="0">
                  <a:pos x="28" y="2"/>
                </a:cxn>
                <a:cxn ang="0">
                  <a:pos x="24" y="0"/>
                </a:cxn>
                <a:cxn ang="0">
                  <a:pos x="21" y="2"/>
                </a:cxn>
                <a:cxn ang="0">
                  <a:pos x="19" y="3"/>
                </a:cxn>
                <a:cxn ang="0">
                  <a:pos x="19" y="6"/>
                </a:cxn>
                <a:cxn ang="0">
                  <a:pos x="19" y="6"/>
                </a:cxn>
              </a:cxnLst>
              <a:rect l="0" t="0" r="r" b="b"/>
              <a:pathLst>
                <a:path w="30" h="42">
                  <a:moveTo>
                    <a:pt x="19" y="6"/>
                  </a:moveTo>
                  <a:lnTo>
                    <a:pt x="19" y="6"/>
                  </a:lnTo>
                  <a:lnTo>
                    <a:pt x="18" y="9"/>
                  </a:lnTo>
                  <a:lnTo>
                    <a:pt x="15" y="12"/>
                  </a:lnTo>
                  <a:lnTo>
                    <a:pt x="11" y="19"/>
                  </a:lnTo>
                  <a:lnTo>
                    <a:pt x="11" y="19"/>
                  </a:lnTo>
                  <a:lnTo>
                    <a:pt x="5" y="25"/>
                  </a:lnTo>
                  <a:lnTo>
                    <a:pt x="1" y="33"/>
                  </a:lnTo>
                  <a:lnTo>
                    <a:pt x="1" y="33"/>
                  </a:lnTo>
                  <a:lnTo>
                    <a:pt x="0" y="36"/>
                  </a:lnTo>
                  <a:lnTo>
                    <a:pt x="0" y="38"/>
                  </a:lnTo>
                  <a:lnTo>
                    <a:pt x="2" y="41"/>
                  </a:lnTo>
                  <a:lnTo>
                    <a:pt x="6" y="42"/>
                  </a:lnTo>
                  <a:lnTo>
                    <a:pt x="9" y="41"/>
                  </a:lnTo>
                  <a:lnTo>
                    <a:pt x="10" y="40"/>
                  </a:lnTo>
                  <a:lnTo>
                    <a:pt x="10" y="40"/>
                  </a:lnTo>
                  <a:lnTo>
                    <a:pt x="15" y="30"/>
                  </a:lnTo>
                  <a:lnTo>
                    <a:pt x="22" y="23"/>
                  </a:lnTo>
                  <a:lnTo>
                    <a:pt x="27" y="15"/>
                  </a:lnTo>
                  <a:lnTo>
                    <a:pt x="30" y="11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3"/>
                  </a:lnTo>
                  <a:lnTo>
                    <a:pt x="28" y="2"/>
                  </a:lnTo>
                  <a:lnTo>
                    <a:pt x="24" y="0"/>
                  </a:lnTo>
                  <a:lnTo>
                    <a:pt x="21" y="2"/>
                  </a:lnTo>
                  <a:lnTo>
                    <a:pt x="19" y="3"/>
                  </a:lnTo>
                  <a:lnTo>
                    <a:pt x="19" y="6"/>
                  </a:lnTo>
                  <a:lnTo>
                    <a:pt x="19" y="6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76" name="Freeform 488"/>
            <p:cNvSpPr/>
            <p:nvPr>
              <p:custDataLst>
                <p:tags r:id="rId31"/>
              </p:custDataLst>
            </p:nvPr>
          </p:nvSpPr>
          <p:spPr bwMode="auto">
            <a:xfrm>
              <a:off x="3406776" y="1123950"/>
              <a:ext cx="14288" cy="19050"/>
            </a:xfrm>
            <a:custGeom>
              <a:avLst/>
              <a:gdLst/>
              <a:ahLst/>
              <a:cxnLst>
                <a:cxn ang="0">
                  <a:pos x="23" y="1"/>
                </a:cxn>
                <a:cxn ang="0">
                  <a:pos x="23" y="1"/>
                </a:cxn>
                <a:cxn ang="0">
                  <a:pos x="17" y="10"/>
                </a:cxn>
                <a:cxn ang="0">
                  <a:pos x="9" y="20"/>
                </a:cxn>
                <a:cxn ang="0">
                  <a:pos x="4" y="29"/>
                </a:cxn>
                <a:cxn ang="0">
                  <a:pos x="1" y="34"/>
                </a:cxn>
                <a:cxn ang="0">
                  <a:pos x="0" y="39"/>
                </a:cxn>
                <a:cxn ang="0">
                  <a:pos x="0" y="39"/>
                </a:cxn>
                <a:cxn ang="0">
                  <a:pos x="1" y="42"/>
                </a:cxn>
                <a:cxn ang="0">
                  <a:pos x="2" y="43"/>
                </a:cxn>
                <a:cxn ang="0">
                  <a:pos x="5" y="44"/>
                </a:cxn>
                <a:cxn ang="0">
                  <a:pos x="10" y="43"/>
                </a:cxn>
                <a:cxn ang="0">
                  <a:pos x="11" y="42"/>
                </a:cxn>
                <a:cxn ang="0">
                  <a:pos x="11" y="39"/>
                </a:cxn>
                <a:cxn ang="0">
                  <a:pos x="11" y="39"/>
                </a:cxn>
                <a:cxn ang="0">
                  <a:pos x="13" y="34"/>
                </a:cxn>
                <a:cxn ang="0">
                  <a:pos x="15" y="30"/>
                </a:cxn>
                <a:cxn ang="0">
                  <a:pos x="21" y="23"/>
                </a:cxn>
                <a:cxn ang="0">
                  <a:pos x="21" y="23"/>
                </a:cxn>
                <a:cxn ang="0">
                  <a:pos x="27" y="16"/>
                </a:cxn>
                <a:cxn ang="0">
                  <a:pos x="34" y="8"/>
                </a:cxn>
                <a:cxn ang="0">
                  <a:pos x="34" y="8"/>
                </a:cxn>
                <a:cxn ang="0">
                  <a:pos x="35" y="5"/>
                </a:cxn>
                <a:cxn ang="0">
                  <a:pos x="35" y="4"/>
                </a:cxn>
                <a:cxn ang="0">
                  <a:pos x="34" y="1"/>
                </a:cxn>
                <a:cxn ang="0">
                  <a:pos x="32" y="0"/>
                </a:cxn>
                <a:cxn ang="0">
                  <a:pos x="27" y="0"/>
                </a:cxn>
                <a:cxn ang="0">
                  <a:pos x="26" y="0"/>
                </a:cxn>
                <a:cxn ang="0">
                  <a:pos x="23" y="1"/>
                </a:cxn>
                <a:cxn ang="0">
                  <a:pos x="23" y="1"/>
                </a:cxn>
              </a:cxnLst>
              <a:rect l="0" t="0" r="r" b="b"/>
              <a:pathLst>
                <a:path w="35" h="44">
                  <a:moveTo>
                    <a:pt x="23" y="1"/>
                  </a:moveTo>
                  <a:lnTo>
                    <a:pt x="23" y="1"/>
                  </a:lnTo>
                  <a:lnTo>
                    <a:pt x="17" y="10"/>
                  </a:lnTo>
                  <a:lnTo>
                    <a:pt x="9" y="20"/>
                  </a:lnTo>
                  <a:lnTo>
                    <a:pt x="4" y="29"/>
                  </a:lnTo>
                  <a:lnTo>
                    <a:pt x="1" y="34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1" y="42"/>
                  </a:lnTo>
                  <a:lnTo>
                    <a:pt x="2" y="43"/>
                  </a:lnTo>
                  <a:lnTo>
                    <a:pt x="5" y="44"/>
                  </a:lnTo>
                  <a:lnTo>
                    <a:pt x="10" y="43"/>
                  </a:lnTo>
                  <a:lnTo>
                    <a:pt x="11" y="42"/>
                  </a:lnTo>
                  <a:lnTo>
                    <a:pt x="11" y="39"/>
                  </a:lnTo>
                  <a:lnTo>
                    <a:pt x="11" y="39"/>
                  </a:lnTo>
                  <a:lnTo>
                    <a:pt x="13" y="34"/>
                  </a:lnTo>
                  <a:lnTo>
                    <a:pt x="15" y="30"/>
                  </a:lnTo>
                  <a:lnTo>
                    <a:pt x="21" y="23"/>
                  </a:lnTo>
                  <a:lnTo>
                    <a:pt x="21" y="23"/>
                  </a:lnTo>
                  <a:lnTo>
                    <a:pt x="27" y="16"/>
                  </a:lnTo>
                  <a:lnTo>
                    <a:pt x="34" y="8"/>
                  </a:lnTo>
                  <a:lnTo>
                    <a:pt x="34" y="8"/>
                  </a:lnTo>
                  <a:lnTo>
                    <a:pt x="35" y="5"/>
                  </a:lnTo>
                  <a:lnTo>
                    <a:pt x="35" y="4"/>
                  </a:lnTo>
                  <a:lnTo>
                    <a:pt x="34" y="1"/>
                  </a:lnTo>
                  <a:lnTo>
                    <a:pt x="32" y="0"/>
                  </a:lnTo>
                  <a:lnTo>
                    <a:pt x="27" y="0"/>
                  </a:lnTo>
                  <a:lnTo>
                    <a:pt x="26" y="0"/>
                  </a:lnTo>
                  <a:lnTo>
                    <a:pt x="23" y="1"/>
                  </a:lnTo>
                  <a:lnTo>
                    <a:pt x="23" y="1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77" name="Freeform 489"/>
            <p:cNvSpPr/>
            <p:nvPr>
              <p:custDataLst>
                <p:tags r:id="rId32"/>
              </p:custDataLst>
            </p:nvPr>
          </p:nvSpPr>
          <p:spPr bwMode="auto">
            <a:xfrm>
              <a:off x="3440113" y="1130300"/>
              <a:ext cx="14288" cy="23813"/>
            </a:xfrm>
            <a:custGeom>
              <a:avLst/>
              <a:gdLst/>
              <a:ahLst/>
              <a:cxnLst>
                <a:cxn ang="0">
                  <a:pos x="24" y="3"/>
                </a:cxn>
                <a:cxn ang="0">
                  <a:pos x="24" y="3"/>
                </a:cxn>
                <a:cxn ang="0">
                  <a:pos x="2" y="53"/>
                </a:cxn>
                <a:cxn ang="0">
                  <a:pos x="2" y="53"/>
                </a:cxn>
                <a:cxn ang="0">
                  <a:pos x="0" y="55"/>
                </a:cxn>
                <a:cxn ang="0">
                  <a:pos x="2" y="57"/>
                </a:cxn>
                <a:cxn ang="0">
                  <a:pos x="4" y="60"/>
                </a:cxn>
                <a:cxn ang="0">
                  <a:pos x="6" y="60"/>
                </a:cxn>
                <a:cxn ang="0">
                  <a:pos x="8" y="60"/>
                </a:cxn>
                <a:cxn ang="0">
                  <a:pos x="10" y="60"/>
                </a:cxn>
                <a:cxn ang="0">
                  <a:pos x="12" y="58"/>
                </a:cxn>
                <a:cxn ang="0">
                  <a:pos x="12" y="58"/>
                </a:cxn>
                <a:cxn ang="0">
                  <a:pos x="34" y="8"/>
                </a:cxn>
                <a:cxn ang="0">
                  <a:pos x="34" y="8"/>
                </a:cxn>
                <a:cxn ang="0">
                  <a:pos x="34" y="7"/>
                </a:cxn>
                <a:cxn ang="0">
                  <a:pos x="34" y="4"/>
                </a:cxn>
                <a:cxn ang="0">
                  <a:pos x="32" y="0"/>
                </a:cxn>
                <a:cxn ang="0">
                  <a:pos x="30" y="0"/>
                </a:cxn>
                <a:cxn ang="0">
                  <a:pos x="28" y="0"/>
                </a:cxn>
                <a:cxn ang="0">
                  <a:pos x="27" y="2"/>
                </a:cxn>
                <a:cxn ang="0">
                  <a:pos x="24" y="3"/>
                </a:cxn>
                <a:cxn ang="0">
                  <a:pos x="24" y="3"/>
                </a:cxn>
              </a:cxnLst>
              <a:rect l="0" t="0" r="r" b="b"/>
              <a:pathLst>
                <a:path w="34" h="60">
                  <a:moveTo>
                    <a:pt x="24" y="3"/>
                  </a:moveTo>
                  <a:lnTo>
                    <a:pt x="24" y="3"/>
                  </a:lnTo>
                  <a:lnTo>
                    <a:pt x="2" y="53"/>
                  </a:lnTo>
                  <a:lnTo>
                    <a:pt x="2" y="53"/>
                  </a:lnTo>
                  <a:lnTo>
                    <a:pt x="0" y="55"/>
                  </a:lnTo>
                  <a:lnTo>
                    <a:pt x="2" y="57"/>
                  </a:lnTo>
                  <a:lnTo>
                    <a:pt x="4" y="60"/>
                  </a:lnTo>
                  <a:lnTo>
                    <a:pt x="6" y="60"/>
                  </a:lnTo>
                  <a:lnTo>
                    <a:pt x="8" y="60"/>
                  </a:lnTo>
                  <a:lnTo>
                    <a:pt x="10" y="60"/>
                  </a:lnTo>
                  <a:lnTo>
                    <a:pt x="12" y="58"/>
                  </a:lnTo>
                  <a:lnTo>
                    <a:pt x="12" y="58"/>
                  </a:lnTo>
                  <a:lnTo>
                    <a:pt x="34" y="8"/>
                  </a:lnTo>
                  <a:lnTo>
                    <a:pt x="34" y="8"/>
                  </a:lnTo>
                  <a:lnTo>
                    <a:pt x="34" y="7"/>
                  </a:lnTo>
                  <a:lnTo>
                    <a:pt x="34" y="4"/>
                  </a:lnTo>
                  <a:lnTo>
                    <a:pt x="32" y="0"/>
                  </a:lnTo>
                  <a:lnTo>
                    <a:pt x="30" y="0"/>
                  </a:lnTo>
                  <a:lnTo>
                    <a:pt x="28" y="0"/>
                  </a:lnTo>
                  <a:lnTo>
                    <a:pt x="27" y="2"/>
                  </a:lnTo>
                  <a:lnTo>
                    <a:pt x="24" y="3"/>
                  </a:lnTo>
                  <a:lnTo>
                    <a:pt x="24" y="3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78" name="Freeform 490"/>
            <p:cNvSpPr/>
            <p:nvPr>
              <p:custDataLst>
                <p:tags r:id="rId33"/>
              </p:custDataLst>
            </p:nvPr>
          </p:nvSpPr>
          <p:spPr bwMode="auto">
            <a:xfrm>
              <a:off x="3463926" y="1141413"/>
              <a:ext cx="15875" cy="26988"/>
            </a:xfrm>
            <a:custGeom>
              <a:avLst/>
              <a:gdLst/>
              <a:ahLst/>
              <a:cxnLst>
                <a:cxn ang="0">
                  <a:pos x="27" y="3"/>
                </a:cxn>
                <a:cxn ang="0">
                  <a:pos x="27" y="3"/>
                </a:cxn>
                <a:cxn ang="0">
                  <a:pos x="23" y="12"/>
                </a:cxn>
                <a:cxn ang="0">
                  <a:pos x="21" y="21"/>
                </a:cxn>
                <a:cxn ang="0">
                  <a:pos x="17" y="31"/>
                </a:cxn>
                <a:cxn ang="0">
                  <a:pos x="12" y="38"/>
                </a:cxn>
                <a:cxn ang="0">
                  <a:pos x="12" y="38"/>
                </a:cxn>
                <a:cxn ang="0">
                  <a:pos x="8" y="44"/>
                </a:cxn>
                <a:cxn ang="0">
                  <a:pos x="4" y="50"/>
                </a:cxn>
                <a:cxn ang="0">
                  <a:pos x="1" y="57"/>
                </a:cxn>
                <a:cxn ang="0">
                  <a:pos x="0" y="63"/>
                </a:cxn>
                <a:cxn ang="0">
                  <a:pos x="0" y="63"/>
                </a:cxn>
                <a:cxn ang="0">
                  <a:pos x="0" y="66"/>
                </a:cxn>
                <a:cxn ang="0">
                  <a:pos x="1" y="67"/>
                </a:cxn>
                <a:cxn ang="0">
                  <a:pos x="2" y="68"/>
                </a:cxn>
                <a:cxn ang="0">
                  <a:pos x="5" y="68"/>
                </a:cxn>
                <a:cxn ang="0">
                  <a:pos x="9" y="67"/>
                </a:cxn>
                <a:cxn ang="0">
                  <a:pos x="10" y="66"/>
                </a:cxn>
                <a:cxn ang="0">
                  <a:pos x="12" y="63"/>
                </a:cxn>
                <a:cxn ang="0">
                  <a:pos x="12" y="63"/>
                </a:cxn>
                <a:cxn ang="0">
                  <a:pos x="13" y="57"/>
                </a:cxn>
                <a:cxn ang="0">
                  <a:pos x="17" y="51"/>
                </a:cxn>
                <a:cxn ang="0">
                  <a:pos x="22" y="45"/>
                </a:cxn>
                <a:cxn ang="0">
                  <a:pos x="26" y="40"/>
                </a:cxn>
                <a:cxn ang="0">
                  <a:pos x="26" y="40"/>
                </a:cxn>
                <a:cxn ang="0">
                  <a:pos x="29" y="33"/>
                </a:cxn>
                <a:cxn ang="0">
                  <a:pos x="31" y="25"/>
                </a:cxn>
                <a:cxn ang="0">
                  <a:pos x="34" y="17"/>
                </a:cxn>
                <a:cxn ang="0">
                  <a:pos x="36" y="10"/>
                </a:cxn>
                <a:cxn ang="0">
                  <a:pos x="36" y="10"/>
                </a:cxn>
                <a:cxn ang="0">
                  <a:pos x="38" y="7"/>
                </a:cxn>
                <a:cxn ang="0">
                  <a:pos x="38" y="4"/>
                </a:cxn>
                <a:cxn ang="0">
                  <a:pos x="34" y="2"/>
                </a:cxn>
                <a:cxn ang="0">
                  <a:pos x="33" y="0"/>
                </a:cxn>
                <a:cxn ang="0">
                  <a:pos x="30" y="0"/>
                </a:cxn>
                <a:cxn ang="0">
                  <a:pos x="29" y="2"/>
                </a:cxn>
                <a:cxn ang="0">
                  <a:pos x="27" y="3"/>
                </a:cxn>
                <a:cxn ang="0">
                  <a:pos x="27" y="3"/>
                </a:cxn>
              </a:cxnLst>
              <a:rect l="0" t="0" r="r" b="b"/>
              <a:pathLst>
                <a:path w="38" h="68">
                  <a:moveTo>
                    <a:pt x="27" y="3"/>
                  </a:moveTo>
                  <a:lnTo>
                    <a:pt x="27" y="3"/>
                  </a:lnTo>
                  <a:lnTo>
                    <a:pt x="23" y="12"/>
                  </a:lnTo>
                  <a:lnTo>
                    <a:pt x="21" y="21"/>
                  </a:lnTo>
                  <a:lnTo>
                    <a:pt x="17" y="31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8" y="44"/>
                  </a:lnTo>
                  <a:lnTo>
                    <a:pt x="4" y="50"/>
                  </a:lnTo>
                  <a:lnTo>
                    <a:pt x="1" y="57"/>
                  </a:lnTo>
                  <a:lnTo>
                    <a:pt x="0" y="63"/>
                  </a:lnTo>
                  <a:lnTo>
                    <a:pt x="0" y="63"/>
                  </a:lnTo>
                  <a:lnTo>
                    <a:pt x="0" y="66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5" y="68"/>
                  </a:lnTo>
                  <a:lnTo>
                    <a:pt x="9" y="67"/>
                  </a:lnTo>
                  <a:lnTo>
                    <a:pt x="10" y="66"/>
                  </a:lnTo>
                  <a:lnTo>
                    <a:pt x="12" y="63"/>
                  </a:lnTo>
                  <a:lnTo>
                    <a:pt x="12" y="63"/>
                  </a:lnTo>
                  <a:lnTo>
                    <a:pt x="13" y="57"/>
                  </a:lnTo>
                  <a:lnTo>
                    <a:pt x="17" y="51"/>
                  </a:lnTo>
                  <a:lnTo>
                    <a:pt x="22" y="45"/>
                  </a:lnTo>
                  <a:lnTo>
                    <a:pt x="26" y="40"/>
                  </a:lnTo>
                  <a:lnTo>
                    <a:pt x="26" y="40"/>
                  </a:lnTo>
                  <a:lnTo>
                    <a:pt x="29" y="33"/>
                  </a:lnTo>
                  <a:lnTo>
                    <a:pt x="31" y="25"/>
                  </a:lnTo>
                  <a:lnTo>
                    <a:pt x="34" y="17"/>
                  </a:lnTo>
                  <a:lnTo>
                    <a:pt x="36" y="10"/>
                  </a:lnTo>
                  <a:lnTo>
                    <a:pt x="36" y="10"/>
                  </a:lnTo>
                  <a:lnTo>
                    <a:pt x="38" y="7"/>
                  </a:lnTo>
                  <a:lnTo>
                    <a:pt x="38" y="4"/>
                  </a:lnTo>
                  <a:lnTo>
                    <a:pt x="34" y="2"/>
                  </a:lnTo>
                  <a:lnTo>
                    <a:pt x="33" y="0"/>
                  </a:lnTo>
                  <a:lnTo>
                    <a:pt x="30" y="0"/>
                  </a:lnTo>
                  <a:lnTo>
                    <a:pt x="29" y="2"/>
                  </a:lnTo>
                  <a:lnTo>
                    <a:pt x="27" y="3"/>
                  </a:lnTo>
                  <a:lnTo>
                    <a:pt x="27" y="3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79" name="Freeform 491"/>
            <p:cNvSpPr/>
            <p:nvPr>
              <p:custDataLst>
                <p:tags r:id="rId34"/>
              </p:custDataLst>
            </p:nvPr>
          </p:nvSpPr>
          <p:spPr bwMode="auto">
            <a:xfrm>
              <a:off x="3489326" y="1144588"/>
              <a:ext cx="14288" cy="22225"/>
            </a:xfrm>
            <a:custGeom>
              <a:avLst/>
              <a:gdLst/>
              <a:ahLst/>
              <a:cxnLst>
                <a:cxn ang="0">
                  <a:pos x="23" y="3"/>
                </a:cxn>
                <a:cxn ang="0">
                  <a:pos x="23" y="3"/>
                </a:cxn>
                <a:cxn ang="0">
                  <a:pos x="17" y="15"/>
                </a:cxn>
                <a:cxn ang="0">
                  <a:pos x="9" y="26"/>
                </a:cxn>
                <a:cxn ang="0">
                  <a:pos x="4" y="38"/>
                </a:cxn>
                <a:cxn ang="0">
                  <a:pos x="1" y="45"/>
                </a:cxn>
                <a:cxn ang="0">
                  <a:pos x="0" y="51"/>
                </a:cxn>
                <a:cxn ang="0">
                  <a:pos x="0" y="51"/>
                </a:cxn>
                <a:cxn ang="0">
                  <a:pos x="1" y="54"/>
                </a:cxn>
                <a:cxn ang="0">
                  <a:pos x="3" y="57"/>
                </a:cxn>
                <a:cxn ang="0">
                  <a:pos x="6" y="58"/>
                </a:cxn>
                <a:cxn ang="0">
                  <a:pos x="10" y="57"/>
                </a:cxn>
                <a:cxn ang="0">
                  <a:pos x="12" y="54"/>
                </a:cxn>
                <a:cxn ang="0">
                  <a:pos x="12" y="51"/>
                </a:cxn>
                <a:cxn ang="0">
                  <a:pos x="12" y="51"/>
                </a:cxn>
                <a:cxn ang="0">
                  <a:pos x="13" y="46"/>
                </a:cxn>
                <a:cxn ang="0">
                  <a:pos x="14" y="41"/>
                </a:cxn>
                <a:cxn ang="0">
                  <a:pos x="21" y="29"/>
                </a:cxn>
                <a:cxn ang="0">
                  <a:pos x="27" y="19"/>
                </a:cxn>
                <a:cxn ang="0">
                  <a:pos x="34" y="9"/>
                </a:cxn>
                <a:cxn ang="0">
                  <a:pos x="34" y="9"/>
                </a:cxn>
                <a:cxn ang="0">
                  <a:pos x="35" y="7"/>
                </a:cxn>
                <a:cxn ang="0">
                  <a:pos x="34" y="4"/>
                </a:cxn>
                <a:cxn ang="0">
                  <a:pos x="31" y="2"/>
                </a:cxn>
                <a:cxn ang="0">
                  <a:pos x="27" y="0"/>
                </a:cxn>
                <a:cxn ang="0">
                  <a:pos x="26" y="2"/>
                </a:cxn>
                <a:cxn ang="0">
                  <a:pos x="23" y="3"/>
                </a:cxn>
                <a:cxn ang="0">
                  <a:pos x="23" y="3"/>
                </a:cxn>
              </a:cxnLst>
              <a:rect l="0" t="0" r="r" b="b"/>
              <a:pathLst>
                <a:path w="35" h="58">
                  <a:moveTo>
                    <a:pt x="23" y="3"/>
                  </a:moveTo>
                  <a:lnTo>
                    <a:pt x="23" y="3"/>
                  </a:lnTo>
                  <a:lnTo>
                    <a:pt x="17" y="15"/>
                  </a:lnTo>
                  <a:lnTo>
                    <a:pt x="9" y="26"/>
                  </a:lnTo>
                  <a:lnTo>
                    <a:pt x="4" y="38"/>
                  </a:lnTo>
                  <a:lnTo>
                    <a:pt x="1" y="45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1" y="54"/>
                  </a:lnTo>
                  <a:lnTo>
                    <a:pt x="3" y="57"/>
                  </a:lnTo>
                  <a:lnTo>
                    <a:pt x="6" y="58"/>
                  </a:lnTo>
                  <a:lnTo>
                    <a:pt x="10" y="57"/>
                  </a:lnTo>
                  <a:lnTo>
                    <a:pt x="12" y="54"/>
                  </a:lnTo>
                  <a:lnTo>
                    <a:pt x="12" y="51"/>
                  </a:lnTo>
                  <a:lnTo>
                    <a:pt x="12" y="51"/>
                  </a:lnTo>
                  <a:lnTo>
                    <a:pt x="13" y="46"/>
                  </a:lnTo>
                  <a:lnTo>
                    <a:pt x="14" y="41"/>
                  </a:lnTo>
                  <a:lnTo>
                    <a:pt x="21" y="29"/>
                  </a:lnTo>
                  <a:lnTo>
                    <a:pt x="27" y="19"/>
                  </a:lnTo>
                  <a:lnTo>
                    <a:pt x="34" y="9"/>
                  </a:lnTo>
                  <a:lnTo>
                    <a:pt x="34" y="9"/>
                  </a:lnTo>
                  <a:lnTo>
                    <a:pt x="35" y="7"/>
                  </a:lnTo>
                  <a:lnTo>
                    <a:pt x="34" y="4"/>
                  </a:lnTo>
                  <a:lnTo>
                    <a:pt x="31" y="2"/>
                  </a:lnTo>
                  <a:lnTo>
                    <a:pt x="27" y="0"/>
                  </a:lnTo>
                  <a:lnTo>
                    <a:pt x="26" y="2"/>
                  </a:lnTo>
                  <a:lnTo>
                    <a:pt x="23" y="3"/>
                  </a:lnTo>
                  <a:lnTo>
                    <a:pt x="23" y="3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80" name="Freeform 492"/>
            <p:cNvSpPr/>
            <p:nvPr>
              <p:custDataLst>
                <p:tags r:id="rId35"/>
              </p:custDataLst>
            </p:nvPr>
          </p:nvSpPr>
          <p:spPr bwMode="auto">
            <a:xfrm>
              <a:off x="3517901" y="1138238"/>
              <a:ext cx="9525" cy="12700"/>
            </a:xfrm>
            <a:custGeom>
              <a:avLst/>
              <a:gdLst/>
              <a:ahLst/>
              <a:cxnLst>
                <a:cxn ang="0">
                  <a:pos x="16" y="4"/>
                </a:cxn>
                <a:cxn ang="0">
                  <a:pos x="16" y="4"/>
                </a:cxn>
                <a:cxn ang="0">
                  <a:pos x="8" y="14"/>
                </a:cxn>
                <a:cxn ang="0">
                  <a:pos x="0" y="26"/>
                </a:cxn>
                <a:cxn ang="0">
                  <a:pos x="0" y="26"/>
                </a:cxn>
                <a:cxn ang="0">
                  <a:pos x="0" y="28"/>
                </a:cxn>
                <a:cxn ang="0">
                  <a:pos x="0" y="31"/>
                </a:cxn>
                <a:cxn ang="0">
                  <a:pos x="3" y="34"/>
                </a:cxn>
                <a:cxn ang="0">
                  <a:pos x="7" y="35"/>
                </a:cxn>
                <a:cxn ang="0">
                  <a:pos x="9" y="34"/>
                </a:cxn>
                <a:cxn ang="0">
                  <a:pos x="11" y="31"/>
                </a:cxn>
                <a:cxn ang="0">
                  <a:pos x="11" y="31"/>
                </a:cxn>
                <a:cxn ang="0">
                  <a:pos x="19" y="21"/>
                </a:cxn>
                <a:cxn ang="0">
                  <a:pos x="26" y="9"/>
                </a:cxn>
                <a:cxn ang="0">
                  <a:pos x="26" y="9"/>
                </a:cxn>
                <a:cxn ang="0">
                  <a:pos x="26" y="6"/>
                </a:cxn>
                <a:cxn ang="0">
                  <a:pos x="26" y="5"/>
                </a:cxn>
                <a:cxn ang="0">
                  <a:pos x="24" y="1"/>
                </a:cxn>
                <a:cxn ang="0">
                  <a:pos x="20" y="0"/>
                </a:cxn>
                <a:cxn ang="0">
                  <a:pos x="17" y="1"/>
                </a:cxn>
                <a:cxn ang="0">
                  <a:pos x="16" y="4"/>
                </a:cxn>
                <a:cxn ang="0">
                  <a:pos x="16" y="4"/>
                </a:cxn>
              </a:cxnLst>
              <a:rect l="0" t="0" r="r" b="b"/>
              <a:pathLst>
                <a:path w="26" h="35">
                  <a:moveTo>
                    <a:pt x="16" y="4"/>
                  </a:moveTo>
                  <a:lnTo>
                    <a:pt x="16" y="4"/>
                  </a:lnTo>
                  <a:lnTo>
                    <a:pt x="8" y="14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3" y="34"/>
                  </a:lnTo>
                  <a:lnTo>
                    <a:pt x="7" y="35"/>
                  </a:lnTo>
                  <a:lnTo>
                    <a:pt x="9" y="34"/>
                  </a:lnTo>
                  <a:lnTo>
                    <a:pt x="11" y="31"/>
                  </a:lnTo>
                  <a:lnTo>
                    <a:pt x="11" y="31"/>
                  </a:lnTo>
                  <a:lnTo>
                    <a:pt x="19" y="21"/>
                  </a:lnTo>
                  <a:lnTo>
                    <a:pt x="26" y="9"/>
                  </a:lnTo>
                  <a:lnTo>
                    <a:pt x="26" y="9"/>
                  </a:lnTo>
                  <a:lnTo>
                    <a:pt x="26" y="6"/>
                  </a:lnTo>
                  <a:lnTo>
                    <a:pt x="26" y="5"/>
                  </a:lnTo>
                  <a:lnTo>
                    <a:pt x="24" y="1"/>
                  </a:lnTo>
                  <a:lnTo>
                    <a:pt x="20" y="0"/>
                  </a:lnTo>
                  <a:lnTo>
                    <a:pt x="17" y="1"/>
                  </a:lnTo>
                  <a:lnTo>
                    <a:pt x="16" y="4"/>
                  </a:lnTo>
                  <a:lnTo>
                    <a:pt x="16" y="4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81" name="Freeform 493"/>
            <p:cNvSpPr/>
            <p:nvPr>
              <p:custDataLst>
                <p:tags r:id="rId36"/>
              </p:custDataLst>
            </p:nvPr>
          </p:nvSpPr>
          <p:spPr bwMode="auto">
            <a:xfrm>
              <a:off x="3608388" y="1120775"/>
              <a:ext cx="14288" cy="17463"/>
            </a:xfrm>
            <a:custGeom>
              <a:avLst/>
              <a:gdLst/>
              <a:ahLst/>
              <a:cxnLst>
                <a:cxn ang="0">
                  <a:pos x="25" y="2"/>
                </a:cxn>
                <a:cxn ang="0">
                  <a:pos x="25" y="2"/>
                </a:cxn>
                <a:cxn ang="0">
                  <a:pos x="18" y="9"/>
                </a:cxn>
                <a:cxn ang="0">
                  <a:pos x="13" y="17"/>
                </a:cxn>
                <a:cxn ang="0">
                  <a:pos x="8" y="25"/>
                </a:cxn>
                <a:cxn ang="0">
                  <a:pos x="2" y="32"/>
                </a:cxn>
                <a:cxn ang="0">
                  <a:pos x="2" y="32"/>
                </a:cxn>
                <a:cxn ang="0">
                  <a:pos x="1" y="35"/>
                </a:cxn>
                <a:cxn ang="0">
                  <a:pos x="0" y="36"/>
                </a:cxn>
                <a:cxn ang="0">
                  <a:pos x="2" y="40"/>
                </a:cxn>
                <a:cxn ang="0">
                  <a:pos x="6" y="42"/>
                </a:cxn>
                <a:cxn ang="0">
                  <a:pos x="8" y="42"/>
                </a:cxn>
                <a:cxn ang="0">
                  <a:pos x="10" y="40"/>
                </a:cxn>
                <a:cxn ang="0">
                  <a:pos x="10" y="40"/>
                </a:cxn>
                <a:cxn ang="0">
                  <a:pos x="16" y="34"/>
                </a:cxn>
                <a:cxn ang="0">
                  <a:pos x="22" y="26"/>
                </a:cxn>
                <a:cxn ang="0">
                  <a:pos x="27" y="17"/>
                </a:cxn>
                <a:cxn ang="0">
                  <a:pos x="33" y="10"/>
                </a:cxn>
                <a:cxn ang="0">
                  <a:pos x="33" y="10"/>
                </a:cxn>
                <a:cxn ang="0">
                  <a:pos x="34" y="8"/>
                </a:cxn>
                <a:cxn ang="0">
                  <a:pos x="35" y="6"/>
                </a:cxn>
                <a:cxn ang="0">
                  <a:pos x="33" y="2"/>
                </a:cxn>
                <a:cxn ang="0">
                  <a:pos x="29" y="0"/>
                </a:cxn>
                <a:cxn ang="0">
                  <a:pos x="27" y="1"/>
                </a:cxn>
                <a:cxn ang="0">
                  <a:pos x="25" y="2"/>
                </a:cxn>
                <a:cxn ang="0">
                  <a:pos x="25" y="2"/>
                </a:cxn>
              </a:cxnLst>
              <a:rect l="0" t="0" r="r" b="b"/>
              <a:pathLst>
                <a:path w="35" h="42">
                  <a:moveTo>
                    <a:pt x="25" y="2"/>
                  </a:moveTo>
                  <a:lnTo>
                    <a:pt x="25" y="2"/>
                  </a:lnTo>
                  <a:lnTo>
                    <a:pt x="18" y="9"/>
                  </a:lnTo>
                  <a:lnTo>
                    <a:pt x="13" y="17"/>
                  </a:lnTo>
                  <a:lnTo>
                    <a:pt x="8" y="25"/>
                  </a:lnTo>
                  <a:lnTo>
                    <a:pt x="2" y="32"/>
                  </a:lnTo>
                  <a:lnTo>
                    <a:pt x="2" y="32"/>
                  </a:lnTo>
                  <a:lnTo>
                    <a:pt x="1" y="35"/>
                  </a:lnTo>
                  <a:lnTo>
                    <a:pt x="0" y="36"/>
                  </a:lnTo>
                  <a:lnTo>
                    <a:pt x="2" y="40"/>
                  </a:lnTo>
                  <a:lnTo>
                    <a:pt x="6" y="42"/>
                  </a:lnTo>
                  <a:lnTo>
                    <a:pt x="8" y="42"/>
                  </a:lnTo>
                  <a:lnTo>
                    <a:pt x="10" y="40"/>
                  </a:lnTo>
                  <a:lnTo>
                    <a:pt x="10" y="40"/>
                  </a:lnTo>
                  <a:lnTo>
                    <a:pt x="16" y="34"/>
                  </a:lnTo>
                  <a:lnTo>
                    <a:pt x="22" y="26"/>
                  </a:lnTo>
                  <a:lnTo>
                    <a:pt x="27" y="17"/>
                  </a:lnTo>
                  <a:lnTo>
                    <a:pt x="33" y="10"/>
                  </a:lnTo>
                  <a:lnTo>
                    <a:pt x="33" y="10"/>
                  </a:lnTo>
                  <a:lnTo>
                    <a:pt x="34" y="8"/>
                  </a:lnTo>
                  <a:lnTo>
                    <a:pt x="35" y="6"/>
                  </a:lnTo>
                  <a:lnTo>
                    <a:pt x="33" y="2"/>
                  </a:lnTo>
                  <a:lnTo>
                    <a:pt x="29" y="0"/>
                  </a:lnTo>
                  <a:lnTo>
                    <a:pt x="27" y="1"/>
                  </a:lnTo>
                  <a:lnTo>
                    <a:pt x="25" y="2"/>
                  </a:lnTo>
                  <a:lnTo>
                    <a:pt x="25" y="2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82" name="Freeform 494"/>
            <p:cNvSpPr/>
            <p:nvPr>
              <p:custDataLst>
                <p:tags r:id="rId37"/>
              </p:custDataLst>
            </p:nvPr>
          </p:nvSpPr>
          <p:spPr bwMode="auto">
            <a:xfrm>
              <a:off x="3640138" y="1130300"/>
              <a:ext cx="9525" cy="17463"/>
            </a:xfrm>
            <a:custGeom>
              <a:avLst/>
              <a:gdLst/>
              <a:ahLst/>
              <a:cxnLst>
                <a:cxn ang="0">
                  <a:pos x="10" y="6"/>
                </a:cxn>
                <a:cxn ang="0">
                  <a:pos x="10" y="6"/>
                </a:cxn>
                <a:cxn ang="0">
                  <a:pos x="9" y="13"/>
                </a:cxn>
                <a:cxn ang="0">
                  <a:pos x="7" y="20"/>
                </a:cxn>
                <a:cxn ang="0">
                  <a:pos x="0" y="33"/>
                </a:cxn>
                <a:cxn ang="0">
                  <a:pos x="0" y="33"/>
                </a:cxn>
                <a:cxn ang="0">
                  <a:pos x="0" y="36"/>
                </a:cxn>
                <a:cxn ang="0">
                  <a:pos x="0" y="38"/>
                </a:cxn>
                <a:cxn ang="0">
                  <a:pos x="3" y="41"/>
                </a:cxn>
                <a:cxn ang="0">
                  <a:pos x="7" y="42"/>
                </a:cxn>
                <a:cxn ang="0">
                  <a:pos x="8" y="41"/>
                </a:cxn>
                <a:cxn ang="0">
                  <a:pos x="10" y="40"/>
                </a:cxn>
                <a:cxn ang="0">
                  <a:pos x="10" y="40"/>
                </a:cxn>
                <a:cxn ang="0">
                  <a:pos x="18" y="23"/>
                </a:cxn>
                <a:cxn ang="0">
                  <a:pos x="21" y="15"/>
                </a:cxn>
                <a:cxn ang="0">
                  <a:pos x="22" y="6"/>
                </a:cxn>
                <a:cxn ang="0">
                  <a:pos x="22" y="6"/>
                </a:cxn>
                <a:cxn ang="0">
                  <a:pos x="22" y="3"/>
                </a:cxn>
                <a:cxn ang="0">
                  <a:pos x="21" y="2"/>
                </a:cxn>
                <a:cxn ang="0">
                  <a:pos x="17" y="0"/>
                </a:cxn>
                <a:cxn ang="0">
                  <a:pos x="13" y="2"/>
                </a:cxn>
                <a:cxn ang="0">
                  <a:pos x="12" y="3"/>
                </a:cxn>
                <a:cxn ang="0">
                  <a:pos x="10" y="6"/>
                </a:cxn>
                <a:cxn ang="0">
                  <a:pos x="10" y="6"/>
                </a:cxn>
              </a:cxnLst>
              <a:rect l="0" t="0" r="r" b="b"/>
              <a:pathLst>
                <a:path w="22" h="42">
                  <a:moveTo>
                    <a:pt x="10" y="6"/>
                  </a:moveTo>
                  <a:lnTo>
                    <a:pt x="10" y="6"/>
                  </a:lnTo>
                  <a:lnTo>
                    <a:pt x="9" y="13"/>
                  </a:lnTo>
                  <a:lnTo>
                    <a:pt x="7" y="20"/>
                  </a:lnTo>
                  <a:lnTo>
                    <a:pt x="0" y="33"/>
                  </a:lnTo>
                  <a:lnTo>
                    <a:pt x="0" y="33"/>
                  </a:lnTo>
                  <a:lnTo>
                    <a:pt x="0" y="36"/>
                  </a:lnTo>
                  <a:lnTo>
                    <a:pt x="0" y="38"/>
                  </a:lnTo>
                  <a:lnTo>
                    <a:pt x="3" y="41"/>
                  </a:lnTo>
                  <a:lnTo>
                    <a:pt x="7" y="42"/>
                  </a:lnTo>
                  <a:lnTo>
                    <a:pt x="8" y="41"/>
                  </a:lnTo>
                  <a:lnTo>
                    <a:pt x="10" y="40"/>
                  </a:lnTo>
                  <a:lnTo>
                    <a:pt x="10" y="40"/>
                  </a:lnTo>
                  <a:lnTo>
                    <a:pt x="18" y="23"/>
                  </a:lnTo>
                  <a:lnTo>
                    <a:pt x="21" y="15"/>
                  </a:lnTo>
                  <a:lnTo>
                    <a:pt x="22" y="6"/>
                  </a:lnTo>
                  <a:lnTo>
                    <a:pt x="22" y="6"/>
                  </a:lnTo>
                  <a:lnTo>
                    <a:pt x="22" y="3"/>
                  </a:lnTo>
                  <a:lnTo>
                    <a:pt x="21" y="2"/>
                  </a:lnTo>
                  <a:lnTo>
                    <a:pt x="17" y="0"/>
                  </a:lnTo>
                  <a:lnTo>
                    <a:pt x="13" y="2"/>
                  </a:lnTo>
                  <a:lnTo>
                    <a:pt x="12" y="3"/>
                  </a:lnTo>
                  <a:lnTo>
                    <a:pt x="10" y="6"/>
                  </a:lnTo>
                  <a:lnTo>
                    <a:pt x="10" y="6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83" name="Freeform 495"/>
            <p:cNvSpPr/>
            <p:nvPr>
              <p:custDataLst>
                <p:tags r:id="rId38"/>
              </p:custDataLst>
            </p:nvPr>
          </p:nvSpPr>
          <p:spPr bwMode="auto">
            <a:xfrm>
              <a:off x="3662363" y="1141413"/>
              <a:ext cx="14288" cy="23813"/>
            </a:xfrm>
            <a:custGeom>
              <a:avLst/>
              <a:gdLst/>
              <a:ahLst/>
              <a:cxnLst>
                <a:cxn ang="0">
                  <a:pos x="24" y="7"/>
                </a:cxn>
                <a:cxn ang="0">
                  <a:pos x="24" y="7"/>
                </a:cxn>
                <a:cxn ang="0">
                  <a:pos x="22" y="14"/>
                </a:cxn>
                <a:cxn ang="0">
                  <a:pos x="19" y="19"/>
                </a:cxn>
                <a:cxn ang="0">
                  <a:pos x="12" y="31"/>
                </a:cxn>
                <a:cxn ang="0">
                  <a:pos x="12" y="31"/>
                </a:cxn>
                <a:cxn ang="0">
                  <a:pos x="5" y="42"/>
                </a:cxn>
                <a:cxn ang="0">
                  <a:pos x="0" y="54"/>
                </a:cxn>
                <a:cxn ang="0">
                  <a:pos x="0" y="54"/>
                </a:cxn>
                <a:cxn ang="0">
                  <a:pos x="0" y="57"/>
                </a:cxn>
                <a:cxn ang="0">
                  <a:pos x="2" y="59"/>
                </a:cxn>
                <a:cxn ang="0">
                  <a:pos x="5" y="62"/>
                </a:cxn>
                <a:cxn ang="0">
                  <a:pos x="9" y="61"/>
                </a:cxn>
                <a:cxn ang="0">
                  <a:pos x="11" y="59"/>
                </a:cxn>
                <a:cxn ang="0">
                  <a:pos x="12" y="58"/>
                </a:cxn>
                <a:cxn ang="0">
                  <a:pos x="12" y="58"/>
                </a:cxn>
                <a:cxn ang="0">
                  <a:pos x="13" y="50"/>
                </a:cxn>
                <a:cxn ang="0">
                  <a:pos x="17" y="45"/>
                </a:cxn>
                <a:cxn ang="0">
                  <a:pos x="24" y="32"/>
                </a:cxn>
                <a:cxn ang="0">
                  <a:pos x="32" y="20"/>
                </a:cxn>
                <a:cxn ang="0">
                  <a:pos x="33" y="14"/>
                </a:cxn>
                <a:cxn ang="0">
                  <a:pos x="34" y="7"/>
                </a:cxn>
                <a:cxn ang="0">
                  <a:pos x="34" y="7"/>
                </a:cxn>
                <a:cxn ang="0">
                  <a:pos x="34" y="4"/>
                </a:cxn>
                <a:cxn ang="0">
                  <a:pos x="33" y="2"/>
                </a:cxn>
                <a:cxn ang="0">
                  <a:pos x="29" y="0"/>
                </a:cxn>
                <a:cxn ang="0">
                  <a:pos x="25" y="2"/>
                </a:cxn>
                <a:cxn ang="0">
                  <a:pos x="24" y="4"/>
                </a:cxn>
                <a:cxn ang="0">
                  <a:pos x="24" y="7"/>
                </a:cxn>
                <a:cxn ang="0">
                  <a:pos x="24" y="7"/>
                </a:cxn>
              </a:cxnLst>
              <a:rect l="0" t="0" r="r" b="b"/>
              <a:pathLst>
                <a:path w="34" h="62">
                  <a:moveTo>
                    <a:pt x="24" y="7"/>
                  </a:moveTo>
                  <a:lnTo>
                    <a:pt x="24" y="7"/>
                  </a:lnTo>
                  <a:lnTo>
                    <a:pt x="22" y="14"/>
                  </a:lnTo>
                  <a:lnTo>
                    <a:pt x="19" y="19"/>
                  </a:lnTo>
                  <a:lnTo>
                    <a:pt x="12" y="31"/>
                  </a:lnTo>
                  <a:lnTo>
                    <a:pt x="12" y="31"/>
                  </a:lnTo>
                  <a:lnTo>
                    <a:pt x="5" y="42"/>
                  </a:lnTo>
                  <a:lnTo>
                    <a:pt x="0" y="54"/>
                  </a:lnTo>
                  <a:lnTo>
                    <a:pt x="0" y="54"/>
                  </a:lnTo>
                  <a:lnTo>
                    <a:pt x="0" y="57"/>
                  </a:lnTo>
                  <a:lnTo>
                    <a:pt x="2" y="59"/>
                  </a:lnTo>
                  <a:lnTo>
                    <a:pt x="5" y="62"/>
                  </a:lnTo>
                  <a:lnTo>
                    <a:pt x="9" y="61"/>
                  </a:lnTo>
                  <a:lnTo>
                    <a:pt x="11" y="59"/>
                  </a:lnTo>
                  <a:lnTo>
                    <a:pt x="12" y="58"/>
                  </a:lnTo>
                  <a:lnTo>
                    <a:pt x="12" y="58"/>
                  </a:lnTo>
                  <a:lnTo>
                    <a:pt x="13" y="50"/>
                  </a:lnTo>
                  <a:lnTo>
                    <a:pt x="17" y="45"/>
                  </a:lnTo>
                  <a:lnTo>
                    <a:pt x="24" y="32"/>
                  </a:lnTo>
                  <a:lnTo>
                    <a:pt x="32" y="20"/>
                  </a:lnTo>
                  <a:lnTo>
                    <a:pt x="33" y="14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4" y="4"/>
                  </a:lnTo>
                  <a:lnTo>
                    <a:pt x="33" y="2"/>
                  </a:lnTo>
                  <a:lnTo>
                    <a:pt x="29" y="0"/>
                  </a:lnTo>
                  <a:lnTo>
                    <a:pt x="25" y="2"/>
                  </a:lnTo>
                  <a:lnTo>
                    <a:pt x="24" y="4"/>
                  </a:lnTo>
                  <a:lnTo>
                    <a:pt x="24" y="7"/>
                  </a:lnTo>
                  <a:lnTo>
                    <a:pt x="24" y="7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84" name="Freeform 496"/>
            <p:cNvSpPr/>
            <p:nvPr>
              <p:custDataLst>
                <p:tags r:id="rId39"/>
              </p:custDataLst>
            </p:nvPr>
          </p:nvSpPr>
          <p:spPr bwMode="auto">
            <a:xfrm>
              <a:off x="3681413" y="1150938"/>
              <a:ext cx="15875" cy="25400"/>
            </a:xfrm>
            <a:custGeom>
              <a:avLst/>
              <a:gdLst/>
              <a:ahLst/>
              <a:cxnLst>
                <a:cxn ang="0">
                  <a:pos x="29" y="1"/>
                </a:cxn>
                <a:cxn ang="0">
                  <a:pos x="29" y="1"/>
                </a:cxn>
                <a:cxn ang="0">
                  <a:pos x="22" y="6"/>
                </a:cxn>
                <a:cxn ang="0">
                  <a:pos x="18" y="12"/>
                </a:cxn>
                <a:cxn ang="0">
                  <a:pos x="12" y="25"/>
                </a:cxn>
                <a:cxn ang="0">
                  <a:pos x="6" y="38"/>
                </a:cxn>
                <a:cxn ang="0">
                  <a:pos x="1" y="52"/>
                </a:cxn>
                <a:cxn ang="0">
                  <a:pos x="1" y="52"/>
                </a:cxn>
                <a:cxn ang="0">
                  <a:pos x="0" y="54"/>
                </a:cxn>
                <a:cxn ang="0">
                  <a:pos x="0" y="56"/>
                </a:cxn>
                <a:cxn ang="0">
                  <a:pos x="3" y="60"/>
                </a:cxn>
                <a:cxn ang="0">
                  <a:pos x="5" y="60"/>
                </a:cxn>
                <a:cxn ang="0">
                  <a:pos x="8" y="60"/>
                </a:cxn>
                <a:cxn ang="0">
                  <a:pos x="9" y="59"/>
                </a:cxn>
                <a:cxn ang="0">
                  <a:pos x="10" y="57"/>
                </a:cxn>
                <a:cxn ang="0">
                  <a:pos x="10" y="57"/>
                </a:cxn>
                <a:cxn ang="0">
                  <a:pos x="16" y="44"/>
                </a:cxn>
                <a:cxn ang="0">
                  <a:pos x="21" y="31"/>
                </a:cxn>
                <a:cxn ang="0">
                  <a:pos x="27" y="20"/>
                </a:cxn>
                <a:cxn ang="0">
                  <a:pos x="31" y="14"/>
                </a:cxn>
                <a:cxn ang="0">
                  <a:pos x="37" y="9"/>
                </a:cxn>
                <a:cxn ang="0">
                  <a:pos x="37" y="9"/>
                </a:cxn>
                <a:cxn ang="0">
                  <a:pos x="38" y="8"/>
                </a:cxn>
                <a:cxn ang="0">
                  <a:pos x="38" y="5"/>
                </a:cxn>
                <a:cxn ang="0">
                  <a:pos x="38" y="4"/>
                </a:cxn>
                <a:cxn ang="0">
                  <a:pos x="37" y="1"/>
                </a:cxn>
                <a:cxn ang="0">
                  <a:pos x="33" y="0"/>
                </a:cxn>
                <a:cxn ang="0">
                  <a:pos x="30" y="0"/>
                </a:cxn>
                <a:cxn ang="0">
                  <a:pos x="29" y="1"/>
                </a:cxn>
                <a:cxn ang="0">
                  <a:pos x="29" y="1"/>
                </a:cxn>
              </a:cxnLst>
              <a:rect l="0" t="0" r="r" b="b"/>
              <a:pathLst>
                <a:path w="38" h="60">
                  <a:moveTo>
                    <a:pt x="29" y="1"/>
                  </a:moveTo>
                  <a:lnTo>
                    <a:pt x="29" y="1"/>
                  </a:lnTo>
                  <a:lnTo>
                    <a:pt x="22" y="6"/>
                  </a:lnTo>
                  <a:lnTo>
                    <a:pt x="18" y="12"/>
                  </a:lnTo>
                  <a:lnTo>
                    <a:pt x="12" y="25"/>
                  </a:lnTo>
                  <a:lnTo>
                    <a:pt x="6" y="38"/>
                  </a:lnTo>
                  <a:lnTo>
                    <a:pt x="1" y="52"/>
                  </a:lnTo>
                  <a:lnTo>
                    <a:pt x="1" y="52"/>
                  </a:lnTo>
                  <a:lnTo>
                    <a:pt x="0" y="54"/>
                  </a:lnTo>
                  <a:lnTo>
                    <a:pt x="0" y="56"/>
                  </a:lnTo>
                  <a:lnTo>
                    <a:pt x="3" y="60"/>
                  </a:lnTo>
                  <a:lnTo>
                    <a:pt x="5" y="60"/>
                  </a:lnTo>
                  <a:lnTo>
                    <a:pt x="8" y="60"/>
                  </a:lnTo>
                  <a:lnTo>
                    <a:pt x="9" y="59"/>
                  </a:lnTo>
                  <a:lnTo>
                    <a:pt x="10" y="57"/>
                  </a:lnTo>
                  <a:lnTo>
                    <a:pt x="10" y="57"/>
                  </a:lnTo>
                  <a:lnTo>
                    <a:pt x="16" y="44"/>
                  </a:lnTo>
                  <a:lnTo>
                    <a:pt x="21" y="31"/>
                  </a:lnTo>
                  <a:lnTo>
                    <a:pt x="27" y="20"/>
                  </a:lnTo>
                  <a:lnTo>
                    <a:pt x="31" y="14"/>
                  </a:lnTo>
                  <a:lnTo>
                    <a:pt x="37" y="9"/>
                  </a:lnTo>
                  <a:lnTo>
                    <a:pt x="37" y="9"/>
                  </a:lnTo>
                  <a:lnTo>
                    <a:pt x="38" y="8"/>
                  </a:lnTo>
                  <a:lnTo>
                    <a:pt x="38" y="5"/>
                  </a:lnTo>
                  <a:lnTo>
                    <a:pt x="38" y="4"/>
                  </a:lnTo>
                  <a:lnTo>
                    <a:pt x="37" y="1"/>
                  </a:lnTo>
                  <a:lnTo>
                    <a:pt x="33" y="0"/>
                  </a:lnTo>
                  <a:lnTo>
                    <a:pt x="30" y="0"/>
                  </a:lnTo>
                  <a:lnTo>
                    <a:pt x="29" y="1"/>
                  </a:lnTo>
                  <a:lnTo>
                    <a:pt x="29" y="1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85" name="Freeform 497"/>
            <p:cNvSpPr/>
            <p:nvPr>
              <p:custDataLst>
                <p:tags r:id="rId40"/>
              </p:custDataLst>
            </p:nvPr>
          </p:nvSpPr>
          <p:spPr bwMode="auto">
            <a:xfrm>
              <a:off x="3708401" y="1157288"/>
              <a:ext cx="9525" cy="19050"/>
            </a:xfrm>
            <a:custGeom>
              <a:avLst/>
              <a:gdLst/>
              <a:ahLst/>
              <a:cxnLst>
                <a:cxn ang="0">
                  <a:pos x="16" y="7"/>
                </a:cxn>
                <a:cxn ang="0">
                  <a:pos x="16" y="7"/>
                </a:cxn>
                <a:cxn ang="0">
                  <a:pos x="14" y="11"/>
                </a:cxn>
                <a:cxn ang="0">
                  <a:pos x="12" y="15"/>
                </a:cxn>
                <a:cxn ang="0">
                  <a:pos x="7" y="23"/>
                </a:cxn>
                <a:cxn ang="0">
                  <a:pos x="7" y="23"/>
                </a:cxn>
                <a:cxn ang="0">
                  <a:pos x="3" y="32"/>
                </a:cxn>
                <a:cxn ang="0">
                  <a:pos x="1" y="36"/>
                </a:cxn>
                <a:cxn ang="0">
                  <a:pos x="0" y="41"/>
                </a:cxn>
                <a:cxn ang="0">
                  <a:pos x="0" y="41"/>
                </a:cxn>
                <a:cxn ang="0">
                  <a:pos x="1" y="43"/>
                </a:cxn>
                <a:cxn ang="0">
                  <a:pos x="3" y="45"/>
                </a:cxn>
                <a:cxn ang="0">
                  <a:pos x="7" y="46"/>
                </a:cxn>
                <a:cxn ang="0">
                  <a:pos x="10" y="45"/>
                </a:cxn>
                <a:cxn ang="0">
                  <a:pos x="12" y="43"/>
                </a:cxn>
                <a:cxn ang="0">
                  <a:pos x="12" y="41"/>
                </a:cxn>
                <a:cxn ang="0">
                  <a:pos x="12" y="41"/>
                </a:cxn>
                <a:cxn ang="0">
                  <a:pos x="13" y="36"/>
                </a:cxn>
                <a:cxn ang="0">
                  <a:pos x="16" y="30"/>
                </a:cxn>
                <a:cxn ang="0">
                  <a:pos x="21" y="23"/>
                </a:cxn>
                <a:cxn ang="0">
                  <a:pos x="21" y="23"/>
                </a:cxn>
                <a:cxn ang="0">
                  <a:pos x="24" y="19"/>
                </a:cxn>
                <a:cxn ang="0">
                  <a:pos x="26" y="15"/>
                </a:cxn>
                <a:cxn ang="0">
                  <a:pos x="28" y="7"/>
                </a:cxn>
                <a:cxn ang="0">
                  <a:pos x="28" y="7"/>
                </a:cxn>
                <a:cxn ang="0">
                  <a:pos x="26" y="4"/>
                </a:cxn>
                <a:cxn ang="0">
                  <a:pos x="26" y="2"/>
                </a:cxn>
                <a:cxn ang="0">
                  <a:pos x="22" y="0"/>
                </a:cxn>
                <a:cxn ang="0">
                  <a:pos x="18" y="2"/>
                </a:cxn>
                <a:cxn ang="0">
                  <a:pos x="17" y="4"/>
                </a:cxn>
                <a:cxn ang="0">
                  <a:pos x="16" y="7"/>
                </a:cxn>
                <a:cxn ang="0">
                  <a:pos x="16" y="7"/>
                </a:cxn>
              </a:cxnLst>
              <a:rect l="0" t="0" r="r" b="b"/>
              <a:pathLst>
                <a:path w="28" h="46">
                  <a:moveTo>
                    <a:pt x="16" y="7"/>
                  </a:moveTo>
                  <a:lnTo>
                    <a:pt x="16" y="7"/>
                  </a:lnTo>
                  <a:lnTo>
                    <a:pt x="14" y="11"/>
                  </a:lnTo>
                  <a:lnTo>
                    <a:pt x="12" y="15"/>
                  </a:lnTo>
                  <a:lnTo>
                    <a:pt x="7" y="23"/>
                  </a:lnTo>
                  <a:lnTo>
                    <a:pt x="7" y="23"/>
                  </a:lnTo>
                  <a:lnTo>
                    <a:pt x="3" y="32"/>
                  </a:lnTo>
                  <a:lnTo>
                    <a:pt x="1" y="36"/>
                  </a:lnTo>
                  <a:lnTo>
                    <a:pt x="0" y="41"/>
                  </a:lnTo>
                  <a:lnTo>
                    <a:pt x="0" y="41"/>
                  </a:lnTo>
                  <a:lnTo>
                    <a:pt x="1" y="43"/>
                  </a:lnTo>
                  <a:lnTo>
                    <a:pt x="3" y="45"/>
                  </a:lnTo>
                  <a:lnTo>
                    <a:pt x="7" y="46"/>
                  </a:lnTo>
                  <a:lnTo>
                    <a:pt x="10" y="45"/>
                  </a:lnTo>
                  <a:lnTo>
                    <a:pt x="12" y="43"/>
                  </a:lnTo>
                  <a:lnTo>
                    <a:pt x="12" y="41"/>
                  </a:lnTo>
                  <a:lnTo>
                    <a:pt x="12" y="41"/>
                  </a:lnTo>
                  <a:lnTo>
                    <a:pt x="13" y="36"/>
                  </a:lnTo>
                  <a:lnTo>
                    <a:pt x="16" y="30"/>
                  </a:lnTo>
                  <a:lnTo>
                    <a:pt x="21" y="23"/>
                  </a:lnTo>
                  <a:lnTo>
                    <a:pt x="21" y="23"/>
                  </a:lnTo>
                  <a:lnTo>
                    <a:pt x="24" y="19"/>
                  </a:lnTo>
                  <a:lnTo>
                    <a:pt x="26" y="15"/>
                  </a:lnTo>
                  <a:lnTo>
                    <a:pt x="28" y="7"/>
                  </a:lnTo>
                  <a:lnTo>
                    <a:pt x="28" y="7"/>
                  </a:lnTo>
                  <a:lnTo>
                    <a:pt x="26" y="4"/>
                  </a:lnTo>
                  <a:lnTo>
                    <a:pt x="26" y="2"/>
                  </a:lnTo>
                  <a:lnTo>
                    <a:pt x="22" y="0"/>
                  </a:lnTo>
                  <a:lnTo>
                    <a:pt x="18" y="2"/>
                  </a:lnTo>
                  <a:lnTo>
                    <a:pt x="17" y="4"/>
                  </a:lnTo>
                  <a:lnTo>
                    <a:pt x="16" y="7"/>
                  </a:lnTo>
                  <a:lnTo>
                    <a:pt x="16" y="7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86" name="Freeform 498"/>
            <p:cNvSpPr/>
            <p:nvPr>
              <p:custDataLst>
                <p:tags r:id="rId41"/>
              </p:custDataLst>
            </p:nvPr>
          </p:nvSpPr>
          <p:spPr bwMode="auto">
            <a:xfrm>
              <a:off x="3736976" y="1157288"/>
              <a:ext cx="7938" cy="17463"/>
            </a:xfrm>
            <a:custGeom>
              <a:avLst/>
              <a:gdLst/>
              <a:ahLst/>
              <a:cxnLst>
                <a:cxn ang="0">
                  <a:pos x="11" y="7"/>
                </a:cxn>
                <a:cxn ang="0">
                  <a:pos x="11" y="7"/>
                </a:cxn>
                <a:cxn ang="0">
                  <a:pos x="9" y="13"/>
                </a:cxn>
                <a:cxn ang="0">
                  <a:pos x="7" y="20"/>
                </a:cxn>
                <a:cxn ang="0">
                  <a:pos x="0" y="34"/>
                </a:cxn>
                <a:cxn ang="0">
                  <a:pos x="0" y="34"/>
                </a:cxn>
                <a:cxn ang="0">
                  <a:pos x="0" y="37"/>
                </a:cxn>
                <a:cxn ang="0">
                  <a:pos x="0" y="38"/>
                </a:cxn>
                <a:cxn ang="0">
                  <a:pos x="3" y="42"/>
                </a:cxn>
                <a:cxn ang="0">
                  <a:pos x="7" y="42"/>
                </a:cxn>
                <a:cxn ang="0">
                  <a:pos x="9" y="42"/>
                </a:cxn>
                <a:cxn ang="0">
                  <a:pos x="11" y="40"/>
                </a:cxn>
                <a:cxn ang="0">
                  <a:pos x="11" y="40"/>
                </a:cxn>
                <a:cxn ang="0">
                  <a:pos x="19" y="24"/>
                </a:cxn>
                <a:cxn ang="0">
                  <a:pos x="21" y="15"/>
                </a:cxn>
                <a:cxn ang="0">
                  <a:pos x="23" y="7"/>
                </a:cxn>
                <a:cxn ang="0">
                  <a:pos x="23" y="7"/>
                </a:cxn>
                <a:cxn ang="0">
                  <a:pos x="23" y="4"/>
                </a:cxn>
                <a:cxn ang="0">
                  <a:pos x="21" y="2"/>
                </a:cxn>
                <a:cxn ang="0">
                  <a:pos x="17" y="0"/>
                </a:cxn>
                <a:cxn ang="0">
                  <a:pos x="13" y="2"/>
                </a:cxn>
                <a:cxn ang="0">
                  <a:pos x="12" y="4"/>
                </a:cxn>
                <a:cxn ang="0">
                  <a:pos x="11" y="7"/>
                </a:cxn>
                <a:cxn ang="0">
                  <a:pos x="11" y="7"/>
                </a:cxn>
              </a:cxnLst>
              <a:rect l="0" t="0" r="r" b="b"/>
              <a:pathLst>
                <a:path w="23" h="42">
                  <a:moveTo>
                    <a:pt x="11" y="7"/>
                  </a:moveTo>
                  <a:lnTo>
                    <a:pt x="11" y="7"/>
                  </a:lnTo>
                  <a:lnTo>
                    <a:pt x="9" y="13"/>
                  </a:lnTo>
                  <a:lnTo>
                    <a:pt x="7" y="20"/>
                  </a:lnTo>
                  <a:lnTo>
                    <a:pt x="0" y="34"/>
                  </a:lnTo>
                  <a:lnTo>
                    <a:pt x="0" y="34"/>
                  </a:lnTo>
                  <a:lnTo>
                    <a:pt x="0" y="37"/>
                  </a:lnTo>
                  <a:lnTo>
                    <a:pt x="0" y="38"/>
                  </a:lnTo>
                  <a:lnTo>
                    <a:pt x="3" y="42"/>
                  </a:lnTo>
                  <a:lnTo>
                    <a:pt x="7" y="42"/>
                  </a:lnTo>
                  <a:lnTo>
                    <a:pt x="9" y="42"/>
                  </a:lnTo>
                  <a:lnTo>
                    <a:pt x="11" y="40"/>
                  </a:lnTo>
                  <a:lnTo>
                    <a:pt x="11" y="40"/>
                  </a:lnTo>
                  <a:lnTo>
                    <a:pt x="19" y="24"/>
                  </a:lnTo>
                  <a:lnTo>
                    <a:pt x="21" y="15"/>
                  </a:lnTo>
                  <a:lnTo>
                    <a:pt x="23" y="7"/>
                  </a:lnTo>
                  <a:lnTo>
                    <a:pt x="23" y="7"/>
                  </a:lnTo>
                  <a:lnTo>
                    <a:pt x="23" y="4"/>
                  </a:lnTo>
                  <a:lnTo>
                    <a:pt x="21" y="2"/>
                  </a:lnTo>
                  <a:lnTo>
                    <a:pt x="17" y="0"/>
                  </a:lnTo>
                  <a:lnTo>
                    <a:pt x="13" y="2"/>
                  </a:lnTo>
                  <a:lnTo>
                    <a:pt x="12" y="4"/>
                  </a:lnTo>
                  <a:lnTo>
                    <a:pt x="11" y="7"/>
                  </a:lnTo>
                  <a:lnTo>
                    <a:pt x="11" y="7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87" name="Freeform 499"/>
            <p:cNvSpPr/>
            <p:nvPr>
              <p:custDataLst>
                <p:tags r:id="rId42"/>
              </p:custDataLst>
            </p:nvPr>
          </p:nvSpPr>
          <p:spPr bwMode="auto">
            <a:xfrm>
              <a:off x="3435351" y="1001713"/>
              <a:ext cx="53975" cy="57150"/>
            </a:xfrm>
            <a:custGeom>
              <a:avLst/>
              <a:gdLst/>
              <a:ahLst/>
              <a:cxnLst>
                <a:cxn ang="0">
                  <a:pos x="122" y="3"/>
                </a:cxn>
                <a:cxn ang="0">
                  <a:pos x="122" y="3"/>
                </a:cxn>
                <a:cxn ang="0">
                  <a:pos x="116" y="11"/>
                </a:cxn>
                <a:cxn ang="0">
                  <a:pos x="108" y="17"/>
                </a:cxn>
                <a:cxn ang="0">
                  <a:pos x="94" y="30"/>
                </a:cxn>
                <a:cxn ang="0">
                  <a:pos x="57" y="67"/>
                </a:cxn>
                <a:cxn ang="0">
                  <a:pos x="57" y="67"/>
                </a:cxn>
                <a:cxn ang="0">
                  <a:pos x="42" y="83"/>
                </a:cxn>
                <a:cxn ang="0">
                  <a:pos x="25" y="100"/>
                </a:cxn>
                <a:cxn ang="0">
                  <a:pos x="17" y="108"/>
                </a:cxn>
                <a:cxn ang="0">
                  <a:pos x="10" y="117"/>
                </a:cxn>
                <a:cxn ang="0">
                  <a:pos x="4" y="127"/>
                </a:cxn>
                <a:cxn ang="0">
                  <a:pos x="0" y="138"/>
                </a:cxn>
                <a:cxn ang="0">
                  <a:pos x="0" y="138"/>
                </a:cxn>
                <a:cxn ang="0">
                  <a:pos x="0" y="139"/>
                </a:cxn>
                <a:cxn ang="0">
                  <a:pos x="0" y="142"/>
                </a:cxn>
                <a:cxn ang="0">
                  <a:pos x="1" y="143"/>
                </a:cxn>
                <a:cxn ang="0">
                  <a:pos x="4" y="144"/>
                </a:cxn>
                <a:cxn ang="0">
                  <a:pos x="8" y="143"/>
                </a:cxn>
                <a:cxn ang="0">
                  <a:pos x="9" y="143"/>
                </a:cxn>
                <a:cxn ang="0">
                  <a:pos x="10" y="140"/>
                </a:cxn>
                <a:cxn ang="0">
                  <a:pos x="10" y="140"/>
                </a:cxn>
                <a:cxn ang="0">
                  <a:pos x="16" y="128"/>
                </a:cxn>
                <a:cxn ang="0">
                  <a:pos x="23" y="118"/>
                </a:cxn>
                <a:cxn ang="0">
                  <a:pos x="31" y="108"/>
                </a:cxn>
                <a:cxn ang="0">
                  <a:pos x="40" y="98"/>
                </a:cxn>
                <a:cxn ang="0">
                  <a:pos x="60" y="79"/>
                </a:cxn>
                <a:cxn ang="0">
                  <a:pos x="78" y="62"/>
                </a:cxn>
                <a:cxn ang="0">
                  <a:pos x="78" y="62"/>
                </a:cxn>
                <a:cxn ang="0">
                  <a:pos x="93" y="49"/>
                </a:cxn>
                <a:cxn ang="0">
                  <a:pos x="107" y="36"/>
                </a:cxn>
                <a:cxn ang="0">
                  <a:pos x="120" y="23"/>
                </a:cxn>
                <a:cxn ang="0">
                  <a:pos x="127" y="16"/>
                </a:cxn>
                <a:cxn ang="0">
                  <a:pos x="132" y="8"/>
                </a:cxn>
                <a:cxn ang="0">
                  <a:pos x="132" y="8"/>
                </a:cxn>
                <a:cxn ang="0">
                  <a:pos x="133" y="6"/>
                </a:cxn>
                <a:cxn ang="0">
                  <a:pos x="132" y="4"/>
                </a:cxn>
                <a:cxn ang="0">
                  <a:pos x="129" y="0"/>
                </a:cxn>
                <a:cxn ang="0">
                  <a:pos x="125" y="0"/>
                </a:cxn>
                <a:cxn ang="0">
                  <a:pos x="124" y="0"/>
                </a:cxn>
                <a:cxn ang="0">
                  <a:pos x="122" y="3"/>
                </a:cxn>
                <a:cxn ang="0">
                  <a:pos x="122" y="3"/>
                </a:cxn>
              </a:cxnLst>
              <a:rect l="0" t="0" r="r" b="b"/>
              <a:pathLst>
                <a:path w="133" h="144">
                  <a:moveTo>
                    <a:pt x="122" y="3"/>
                  </a:moveTo>
                  <a:lnTo>
                    <a:pt x="122" y="3"/>
                  </a:lnTo>
                  <a:lnTo>
                    <a:pt x="116" y="11"/>
                  </a:lnTo>
                  <a:lnTo>
                    <a:pt x="108" y="17"/>
                  </a:lnTo>
                  <a:lnTo>
                    <a:pt x="94" y="30"/>
                  </a:lnTo>
                  <a:lnTo>
                    <a:pt x="57" y="67"/>
                  </a:lnTo>
                  <a:lnTo>
                    <a:pt x="57" y="67"/>
                  </a:lnTo>
                  <a:lnTo>
                    <a:pt x="42" y="83"/>
                  </a:lnTo>
                  <a:lnTo>
                    <a:pt x="25" y="100"/>
                  </a:lnTo>
                  <a:lnTo>
                    <a:pt x="17" y="108"/>
                  </a:lnTo>
                  <a:lnTo>
                    <a:pt x="10" y="117"/>
                  </a:lnTo>
                  <a:lnTo>
                    <a:pt x="4" y="127"/>
                  </a:lnTo>
                  <a:lnTo>
                    <a:pt x="0" y="138"/>
                  </a:lnTo>
                  <a:lnTo>
                    <a:pt x="0" y="138"/>
                  </a:lnTo>
                  <a:lnTo>
                    <a:pt x="0" y="139"/>
                  </a:lnTo>
                  <a:lnTo>
                    <a:pt x="0" y="142"/>
                  </a:lnTo>
                  <a:lnTo>
                    <a:pt x="1" y="143"/>
                  </a:lnTo>
                  <a:lnTo>
                    <a:pt x="4" y="144"/>
                  </a:lnTo>
                  <a:lnTo>
                    <a:pt x="8" y="143"/>
                  </a:lnTo>
                  <a:lnTo>
                    <a:pt x="9" y="143"/>
                  </a:lnTo>
                  <a:lnTo>
                    <a:pt x="10" y="140"/>
                  </a:lnTo>
                  <a:lnTo>
                    <a:pt x="10" y="140"/>
                  </a:lnTo>
                  <a:lnTo>
                    <a:pt x="16" y="128"/>
                  </a:lnTo>
                  <a:lnTo>
                    <a:pt x="23" y="118"/>
                  </a:lnTo>
                  <a:lnTo>
                    <a:pt x="31" y="108"/>
                  </a:lnTo>
                  <a:lnTo>
                    <a:pt x="40" y="98"/>
                  </a:lnTo>
                  <a:lnTo>
                    <a:pt x="60" y="79"/>
                  </a:lnTo>
                  <a:lnTo>
                    <a:pt x="78" y="62"/>
                  </a:lnTo>
                  <a:lnTo>
                    <a:pt x="78" y="62"/>
                  </a:lnTo>
                  <a:lnTo>
                    <a:pt x="93" y="49"/>
                  </a:lnTo>
                  <a:lnTo>
                    <a:pt x="107" y="36"/>
                  </a:lnTo>
                  <a:lnTo>
                    <a:pt x="120" y="23"/>
                  </a:lnTo>
                  <a:lnTo>
                    <a:pt x="127" y="16"/>
                  </a:lnTo>
                  <a:lnTo>
                    <a:pt x="132" y="8"/>
                  </a:lnTo>
                  <a:lnTo>
                    <a:pt x="132" y="8"/>
                  </a:lnTo>
                  <a:lnTo>
                    <a:pt x="133" y="6"/>
                  </a:lnTo>
                  <a:lnTo>
                    <a:pt x="132" y="4"/>
                  </a:lnTo>
                  <a:lnTo>
                    <a:pt x="129" y="0"/>
                  </a:lnTo>
                  <a:lnTo>
                    <a:pt x="125" y="0"/>
                  </a:lnTo>
                  <a:lnTo>
                    <a:pt x="124" y="0"/>
                  </a:lnTo>
                  <a:lnTo>
                    <a:pt x="122" y="3"/>
                  </a:lnTo>
                  <a:lnTo>
                    <a:pt x="122" y="3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88" name="Freeform 500"/>
            <p:cNvSpPr/>
            <p:nvPr>
              <p:custDataLst>
                <p:tags r:id="rId43"/>
              </p:custDataLst>
            </p:nvPr>
          </p:nvSpPr>
          <p:spPr bwMode="auto">
            <a:xfrm>
              <a:off x="3441701" y="1014413"/>
              <a:ext cx="69850" cy="73025"/>
            </a:xfrm>
            <a:custGeom>
              <a:avLst/>
              <a:gdLst/>
              <a:ahLst/>
              <a:cxnLst>
                <a:cxn ang="0">
                  <a:pos x="168" y="0"/>
                </a:cxn>
                <a:cxn ang="0">
                  <a:pos x="168" y="0"/>
                </a:cxn>
                <a:cxn ang="0">
                  <a:pos x="159" y="7"/>
                </a:cxn>
                <a:cxn ang="0">
                  <a:pos x="151" y="13"/>
                </a:cxn>
                <a:cxn ang="0">
                  <a:pos x="136" y="28"/>
                </a:cxn>
                <a:cxn ang="0">
                  <a:pos x="136" y="28"/>
                </a:cxn>
                <a:cxn ang="0">
                  <a:pos x="113" y="53"/>
                </a:cxn>
                <a:cxn ang="0">
                  <a:pos x="91" y="78"/>
                </a:cxn>
                <a:cxn ang="0">
                  <a:pos x="91" y="78"/>
                </a:cxn>
                <a:cxn ang="0">
                  <a:pos x="47" y="129"/>
                </a:cxn>
                <a:cxn ang="0">
                  <a:pos x="25" y="153"/>
                </a:cxn>
                <a:cxn ang="0">
                  <a:pos x="3" y="177"/>
                </a:cxn>
                <a:cxn ang="0">
                  <a:pos x="3" y="177"/>
                </a:cxn>
                <a:cxn ang="0">
                  <a:pos x="2" y="180"/>
                </a:cxn>
                <a:cxn ang="0">
                  <a:pos x="0" y="181"/>
                </a:cxn>
                <a:cxn ang="0">
                  <a:pos x="3" y="185"/>
                </a:cxn>
                <a:cxn ang="0">
                  <a:pos x="7" y="186"/>
                </a:cxn>
                <a:cxn ang="0">
                  <a:pos x="8" y="186"/>
                </a:cxn>
                <a:cxn ang="0">
                  <a:pos x="11" y="185"/>
                </a:cxn>
                <a:cxn ang="0">
                  <a:pos x="11" y="185"/>
                </a:cxn>
                <a:cxn ang="0">
                  <a:pos x="32" y="163"/>
                </a:cxn>
                <a:cxn ang="0">
                  <a:pos x="51" y="140"/>
                </a:cxn>
                <a:cxn ang="0">
                  <a:pos x="91" y="95"/>
                </a:cxn>
                <a:cxn ang="0">
                  <a:pos x="91" y="95"/>
                </a:cxn>
                <a:cxn ang="0">
                  <a:pos x="110" y="72"/>
                </a:cxn>
                <a:cxn ang="0">
                  <a:pos x="130" y="50"/>
                </a:cxn>
                <a:cxn ang="0">
                  <a:pos x="130" y="50"/>
                </a:cxn>
                <a:cxn ang="0">
                  <a:pos x="149" y="29"/>
                </a:cxn>
                <a:cxn ang="0">
                  <a:pos x="161" y="19"/>
                </a:cxn>
                <a:cxn ang="0">
                  <a:pos x="166" y="15"/>
                </a:cxn>
                <a:cxn ang="0">
                  <a:pos x="173" y="11"/>
                </a:cxn>
                <a:cxn ang="0">
                  <a:pos x="173" y="11"/>
                </a:cxn>
                <a:cxn ang="0">
                  <a:pos x="174" y="10"/>
                </a:cxn>
                <a:cxn ang="0">
                  <a:pos x="176" y="7"/>
                </a:cxn>
                <a:cxn ang="0">
                  <a:pos x="176" y="6"/>
                </a:cxn>
                <a:cxn ang="0">
                  <a:pos x="176" y="3"/>
                </a:cxn>
                <a:cxn ang="0">
                  <a:pos x="172" y="0"/>
                </a:cxn>
                <a:cxn ang="0">
                  <a:pos x="169" y="0"/>
                </a:cxn>
                <a:cxn ang="0">
                  <a:pos x="168" y="0"/>
                </a:cxn>
                <a:cxn ang="0">
                  <a:pos x="168" y="0"/>
                </a:cxn>
              </a:cxnLst>
              <a:rect l="0" t="0" r="r" b="b"/>
              <a:pathLst>
                <a:path w="176" h="186">
                  <a:moveTo>
                    <a:pt x="168" y="0"/>
                  </a:moveTo>
                  <a:lnTo>
                    <a:pt x="168" y="0"/>
                  </a:lnTo>
                  <a:lnTo>
                    <a:pt x="159" y="7"/>
                  </a:lnTo>
                  <a:lnTo>
                    <a:pt x="151" y="13"/>
                  </a:lnTo>
                  <a:lnTo>
                    <a:pt x="136" y="28"/>
                  </a:lnTo>
                  <a:lnTo>
                    <a:pt x="136" y="28"/>
                  </a:lnTo>
                  <a:lnTo>
                    <a:pt x="113" y="53"/>
                  </a:lnTo>
                  <a:lnTo>
                    <a:pt x="91" y="78"/>
                  </a:lnTo>
                  <a:lnTo>
                    <a:pt x="91" y="78"/>
                  </a:lnTo>
                  <a:lnTo>
                    <a:pt x="47" y="129"/>
                  </a:lnTo>
                  <a:lnTo>
                    <a:pt x="25" y="153"/>
                  </a:lnTo>
                  <a:lnTo>
                    <a:pt x="3" y="177"/>
                  </a:lnTo>
                  <a:lnTo>
                    <a:pt x="3" y="177"/>
                  </a:lnTo>
                  <a:lnTo>
                    <a:pt x="2" y="180"/>
                  </a:lnTo>
                  <a:lnTo>
                    <a:pt x="0" y="181"/>
                  </a:lnTo>
                  <a:lnTo>
                    <a:pt x="3" y="185"/>
                  </a:lnTo>
                  <a:lnTo>
                    <a:pt x="7" y="186"/>
                  </a:lnTo>
                  <a:lnTo>
                    <a:pt x="8" y="186"/>
                  </a:lnTo>
                  <a:lnTo>
                    <a:pt x="11" y="185"/>
                  </a:lnTo>
                  <a:lnTo>
                    <a:pt x="11" y="185"/>
                  </a:lnTo>
                  <a:lnTo>
                    <a:pt x="32" y="163"/>
                  </a:lnTo>
                  <a:lnTo>
                    <a:pt x="51" y="140"/>
                  </a:lnTo>
                  <a:lnTo>
                    <a:pt x="91" y="95"/>
                  </a:lnTo>
                  <a:lnTo>
                    <a:pt x="91" y="95"/>
                  </a:lnTo>
                  <a:lnTo>
                    <a:pt x="110" y="72"/>
                  </a:lnTo>
                  <a:lnTo>
                    <a:pt x="130" y="50"/>
                  </a:lnTo>
                  <a:lnTo>
                    <a:pt x="130" y="50"/>
                  </a:lnTo>
                  <a:lnTo>
                    <a:pt x="149" y="29"/>
                  </a:lnTo>
                  <a:lnTo>
                    <a:pt x="161" y="19"/>
                  </a:lnTo>
                  <a:lnTo>
                    <a:pt x="166" y="15"/>
                  </a:lnTo>
                  <a:lnTo>
                    <a:pt x="173" y="11"/>
                  </a:lnTo>
                  <a:lnTo>
                    <a:pt x="173" y="11"/>
                  </a:lnTo>
                  <a:lnTo>
                    <a:pt x="174" y="10"/>
                  </a:lnTo>
                  <a:lnTo>
                    <a:pt x="176" y="7"/>
                  </a:lnTo>
                  <a:lnTo>
                    <a:pt x="176" y="6"/>
                  </a:lnTo>
                  <a:lnTo>
                    <a:pt x="176" y="3"/>
                  </a:lnTo>
                  <a:lnTo>
                    <a:pt x="172" y="0"/>
                  </a:lnTo>
                  <a:lnTo>
                    <a:pt x="169" y="0"/>
                  </a:lnTo>
                  <a:lnTo>
                    <a:pt x="168" y="0"/>
                  </a:lnTo>
                  <a:lnTo>
                    <a:pt x="168" y="0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89" name="Freeform 501"/>
            <p:cNvSpPr/>
            <p:nvPr>
              <p:custDataLst>
                <p:tags r:id="rId44"/>
              </p:custDataLst>
            </p:nvPr>
          </p:nvSpPr>
          <p:spPr bwMode="auto">
            <a:xfrm>
              <a:off x="3465513" y="1044575"/>
              <a:ext cx="50800" cy="57150"/>
            </a:xfrm>
            <a:custGeom>
              <a:avLst/>
              <a:gdLst/>
              <a:ahLst/>
              <a:cxnLst>
                <a:cxn ang="0">
                  <a:pos x="115" y="2"/>
                </a:cxn>
                <a:cxn ang="0">
                  <a:pos x="115" y="2"/>
                </a:cxn>
                <a:cxn ang="0">
                  <a:pos x="86" y="34"/>
                </a:cxn>
                <a:cxn ang="0">
                  <a:pos x="57" y="67"/>
                </a:cxn>
                <a:cxn ang="0">
                  <a:pos x="1" y="135"/>
                </a:cxn>
                <a:cxn ang="0">
                  <a:pos x="1" y="135"/>
                </a:cxn>
                <a:cxn ang="0">
                  <a:pos x="0" y="138"/>
                </a:cxn>
                <a:cxn ang="0">
                  <a:pos x="0" y="140"/>
                </a:cxn>
                <a:cxn ang="0">
                  <a:pos x="2" y="143"/>
                </a:cxn>
                <a:cxn ang="0">
                  <a:pos x="4" y="144"/>
                </a:cxn>
                <a:cxn ang="0">
                  <a:pos x="5" y="145"/>
                </a:cxn>
                <a:cxn ang="0">
                  <a:pos x="8" y="144"/>
                </a:cxn>
                <a:cxn ang="0">
                  <a:pos x="9" y="143"/>
                </a:cxn>
                <a:cxn ang="0">
                  <a:pos x="9" y="143"/>
                </a:cxn>
                <a:cxn ang="0">
                  <a:pos x="65" y="75"/>
                </a:cxn>
                <a:cxn ang="0">
                  <a:pos x="94" y="42"/>
                </a:cxn>
                <a:cxn ang="0">
                  <a:pos x="124" y="9"/>
                </a:cxn>
                <a:cxn ang="0">
                  <a:pos x="124" y="9"/>
                </a:cxn>
                <a:cxn ang="0">
                  <a:pos x="125" y="8"/>
                </a:cxn>
                <a:cxn ang="0">
                  <a:pos x="125" y="5"/>
                </a:cxn>
                <a:cxn ang="0">
                  <a:pos x="123" y="2"/>
                </a:cxn>
                <a:cxn ang="0">
                  <a:pos x="120" y="0"/>
                </a:cxn>
                <a:cxn ang="0">
                  <a:pos x="118" y="0"/>
                </a:cxn>
                <a:cxn ang="0">
                  <a:pos x="115" y="2"/>
                </a:cxn>
                <a:cxn ang="0">
                  <a:pos x="115" y="2"/>
                </a:cxn>
              </a:cxnLst>
              <a:rect l="0" t="0" r="r" b="b"/>
              <a:pathLst>
                <a:path w="125" h="145">
                  <a:moveTo>
                    <a:pt x="115" y="2"/>
                  </a:moveTo>
                  <a:lnTo>
                    <a:pt x="115" y="2"/>
                  </a:lnTo>
                  <a:lnTo>
                    <a:pt x="86" y="34"/>
                  </a:lnTo>
                  <a:lnTo>
                    <a:pt x="57" y="67"/>
                  </a:lnTo>
                  <a:lnTo>
                    <a:pt x="1" y="135"/>
                  </a:lnTo>
                  <a:lnTo>
                    <a:pt x="1" y="135"/>
                  </a:lnTo>
                  <a:lnTo>
                    <a:pt x="0" y="138"/>
                  </a:lnTo>
                  <a:lnTo>
                    <a:pt x="0" y="140"/>
                  </a:lnTo>
                  <a:lnTo>
                    <a:pt x="2" y="143"/>
                  </a:lnTo>
                  <a:lnTo>
                    <a:pt x="4" y="144"/>
                  </a:lnTo>
                  <a:lnTo>
                    <a:pt x="5" y="145"/>
                  </a:lnTo>
                  <a:lnTo>
                    <a:pt x="8" y="144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65" y="75"/>
                  </a:lnTo>
                  <a:lnTo>
                    <a:pt x="94" y="42"/>
                  </a:lnTo>
                  <a:lnTo>
                    <a:pt x="124" y="9"/>
                  </a:lnTo>
                  <a:lnTo>
                    <a:pt x="124" y="9"/>
                  </a:lnTo>
                  <a:lnTo>
                    <a:pt x="125" y="8"/>
                  </a:lnTo>
                  <a:lnTo>
                    <a:pt x="125" y="5"/>
                  </a:lnTo>
                  <a:lnTo>
                    <a:pt x="123" y="2"/>
                  </a:lnTo>
                  <a:lnTo>
                    <a:pt x="120" y="0"/>
                  </a:lnTo>
                  <a:lnTo>
                    <a:pt x="118" y="0"/>
                  </a:lnTo>
                  <a:lnTo>
                    <a:pt x="115" y="2"/>
                  </a:lnTo>
                  <a:lnTo>
                    <a:pt x="115" y="2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90" name="Freeform 502"/>
            <p:cNvSpPr/>
            <p:nvPr>
              <p:custDataLst>
                <p:tags r:id="rId45"/>
              </p:custDataLst>
            </p:nvPr>
          </p:nvSpPr>
          <p:spPr bwMode="auto">
            <a:xfrm>
              <a:off x="3430588" y="1176338"/>
              <a:ext cx="38100" cy="52388"/>
            </a:xfrm>
            <a:custGeom>
              <a:avLst/>
              <a:gdLst/>
              <a:ahLst/>
              <a:cxnLst>
                <a:cxn ang="0">
                  <a:pos x="89" y="1"/>
                </a:cxn>
                <a:cxn ang="0">
                  <a:pos x="89" y="1"/>
                </a:cxn>
                <a:cxn ang="0">
                  <a:pos x="64" y="33"/>
                </a:cxn>
                <a:cxn ang="0">
                  <a:pos x="39" y="64"/>
                </a:cxn>
                <a:cxn ang="0">
                  <a:pos x="39" y="64"/>
                </a:cxn>
                <a:cxn ang="0">
                  <a:pos x="17" y="94"/>
                </a:cxn>
                <a:cxn ang="0">
                  <a:pos x="8" y="110"/>
                </a:cxn>
                <a:cxn ang="0">
                  <a:pos x="4" y="118"/>
                </a:cxn>
                <a:cxn ang="0">
                  <a:pos x="0" y="126"/>
                </a:cxn>
                <a:cxn ang="0">
                  <a:pos x="0" y="126"/>
                </a:cxn>
                <a:cxn ang="0">
                  <a:pos x="0" y="128"/>
                </a:cxn>
                <a:cxn ang="0">
                  <a:pos x="2" y="131"/>
                </a:cxn>
                <a:cxn ang="0">
                  <a:pos x="4" y="133"/>
                </a:cxn>
                <a:cxn ang="0">
                  <a:pos x="8" y="132"/>
                </a:cxn>
                <a:cxn ang="0">
                  <a:pos x="11" y="131"/>
                </a:cxn>
                <a:cxn ang="0">
                  <a:pos x="12" y="130"/>
                </a:cxn>
                <a:cxn ang="0">
                  <a:pos x="12" y="130"/>
                </a:cxn>
                <a:cxn ang="0">
                  <a:pos x="15" y="122"/>
                </a:cxn>
                <a:cxn ang="0">
                  <a:pos x="17" y="115"/>
                </a:cxn>
                <a:cxn ang="0">
                  <a:pos x="26" y="102"/>
                </a:cxn>
                <a:cxn ang="0">
                  <a:pos x="36" y="90"/>
                </a:cxn>
                <a:cxn ang="0">
                  <a:pos x="45" y="77"/>
                </a:cxn>
                <a:cxn ang="0">
                  <a:pos x="45" y="77"/>
                </a:cxn>
                <a:cxn ang="0">
                  <a:pos x="58" y="60"/>
                </a:cxn>
                <a:cxn ang="0">
                  <a:pos x="71" y="43"/>
                </a:cxn>
                <a:cxn ang="0">
                  <a:pos x="97" y="11"/>
                </a:cxn>
                <a:cxn ang="0">
                  <a:pos x="97" y="11"/>
                </a:cxn>
                <a:cxn ang="0">
                  <a:pos x="98" y="8"/>
                </a:cxn>
                <a:cxn ang="0">
                  <a:pos x="98" y="5"/>
                </a:cxn>
                <a:cxn ang="0">
                  <a:pos x="97" y="1"/>
                </a:cxn>
                <a:cxn ang="0">
                  <a:pos x="96" y="0"/>
                </a:cxn>
                <a:cxn ang="0">
                  <a:pos x="93" y="0"/>
                </a:cxn>
                <a:cxn ang="0">
                  <a:pos x="92" y="0"/>
                </a:cxn>
                <a:cxn ang="0">
                  <a:pos x="89" y="1"/>
                </a:cxn>
                <a:cxn ang="0">
                  <a:pos x="89" y="1"/>
                </a:cxn>
              </a:cxnLst>
              <a:rect l="0" t="0" r="r" b="b"/>
              <a:pathLst>
                <a:path w="98" h="133">
                  <a:moveTo>
                    <a:pt x="89" y="1"/>
                  </a:moveTo>
                  <a:lnTo>
                    <a:pt x="89" y="1"/>
                  </a:lnTo>
                  <a:lnTo>
                    <a:pt x="64" y="33"/>
                  </a:lnTo>
                  <a:lnTo>
                    <a:pt x="39" y="64"/>
                  </a:lnTo>
                  <a:lnTo>
                    <a:pt x="39" y="64"/>
                  </a:lnTo>
                  <a:lnTo>
                    <a:pt x="17" y="94"/>
                  </a:lnTo>
                  <a:lnTo>
                    <a:pt x="8" y="110"/>
                  </a:lnTo>
                  <a:lnTo>
                    <a:pt x="4" y="118"/>
                  </a:lnTo>
                  <a:lnTo>
                    <a:pt x="0" y="126"/>
                  </a:lnTo>
                  <a:lnTo>
                    <a:pt x="0" y="126"/>
                  </a:lnTo>
                  <a:lnTo>
                    <a:pt x="0" y="128"/>
                  </a:lnTo>
                  <a:lnTo>
                    <a:pt x="2" y="131"/>
                  </a:lnTo>
                  <a:lnTo>
                    <a:pt x="4" y="133"/>
                  </a:lnTo>
                  <a:lnTo>
                    <a:pt x="8" y="132"/>
                  </a:lnTo>
                  <a:lnTo>
                    <a:pt x="11" y="131"/>
                  </a:lnTo>
                  <a:lnTo>
                    <a:pt x="12" y="130"/>
                  </a:lnTo>
                  <a:lnTo>
                    <a:pt x="12" y="130"/>
                  </a:lnTo>
                  <a:lnTo>
                    <a:pt x="15" y="122"/>
                  </a:lnTo>
                  <a:lnTo>
                    <a:pt x="17" y="115"/>
                  </a:lnTo>
                  <a:lnTo>
                    <a:pt x="26" y="102"/>
                  </a:lnTo>
                  <a:lnTo>
                    <a:pt x="36" y="90"/>
                  </a:lnTo>
                  <a:lnTo>
                    <a:pt x="45" y="77"/>
                  </a:lnTo>
                  <a:lnTo>
                    <a:pt x="45" y="77"/>
                  </a:lnTo>
                  <a:lnTo>
                    <a:pt x="58" y="60"/>
                  </a:lnTo>
                  <a:lnTo>
                    <a:pt x="71" y="43"/>
                  </a:lnTo>
                  <a:lnTo>
                    <a:pt x="97" y="11"/>
                  </a:lnTo>
                  <a:lnTo>
                    <a:pt x="97" y="11"/>
                  </a:lnTo>
                  <a:lnTo>
                    <a:pt x="98" y="8"/>
                  </a:lnTo>
                  <a:lnTo>
                    <a:pt x="98" y="5"/>
                  </a:lnTo>
                  <a:lnTo>
                    <a:pt x="97" y="1"/>
                  </a:lnTo>
                  <a:lnTo>
                    <a:pt x="96" y="0"/>
                  </a:lnTo>
                  <a:lnTo>
                    <a:pt x="93" y="0"/>
                  </a:lnTo>
                  <a:lnTo>
                    <a:pt x="92" y="0"/>
                  </a:lnTo>
                  <a:lnTo>
                    <a:pt x="89" y="1"/>
                  </a:lnTo>
                  <a:lnTo>
                    <a:pt x="89" y="1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91" name="Freeform 503"/>
            <p:cNvSpPr/>
            <p:nvPr>
              <p:custDataLst>
                <p:tags r:id="rId46"/>
              </p:custDataLst>
            </p:nvPr>
          </p:nvSpPr>
          <p:spPr bwMode="auto">
            <a:xfrm>
              <a:off x="3443288" y="1169988"/>
              <a:ext cx="65088" cy="79375"/>
            </a:xfrm>
            <a:custGeom>
              <a:avLst/>
              <a:gdLst/>
              <a:ahLst/>
              <a:cxnLst>
                <a:cxn ang="0">
                  <a:pos x="155" y="3"/>
                </a:cxn>
                <a:cxn ang="0">
                  <a:pos x="155" y="3"/>
                </a:cxn>
                <a:cxn ang="0">
                  <a:pos x="135" y="27"/>
                </a:cxn>
                <a:cxn ang="0">
                  <a:pos x="115" y="50"/>
                </a:cxn>
                <a:cxn ang="0">
                  <a:pos x="75" y="96"/>
                </a:cxn>
                <a:cxn ang="0">
                  <a:pos x="55" y="119"/>
                </a:cxn>
                <a:cxn ang="0">
                  <a:pos x="36" y="143"/>
                </a:cxn>
                <a:cxn ang="0">
                  <a:pos x="17" y="168"/>
                </a:cxn>
                <a:cxn ang="0">
                  <a:pos x="2" y="194"/>
                </a:cxn>
                <a:cxn ang="0">
                  <a:pos x="2" y="194"/>
                </a:cxn>
                <a:cxn ang="0">
                  <a:pos x="0" y="197"/>
                </a:cxn>
                <a:cxn ang="0">
                  <a:pos x="0" y="199"/>
                </a:cxn>
                <a:cxn ang="0">
                  <a:pos x="3" y="202"/>
                </a:cxn>
                <a:cxn ang="0">
                  <a:pos x="8" y="203"/>
                </a:cxn>
                <a:cxn ang="0">
                  <a:pos x="9" y="202"/>
                </a:cxn>
                <a:cxn ang="0">
                  <a:pos x="11" y="200"/>
                </a:cxn>
                <a:cxn ang="0">
                  <a:pos x="11" y="200"/>
                </a:cxn>
                <a:cxn ang="0">
                  <a:pos x="28" y="174"/>
                </a:cxn>
                <a:cxn ang="0">
                  <a:pos x="45" y="149"/>
                </a:cxn>
                <a:cxn ang="0">
                  <a:pos x="64" y="126"/>
                </a:cxn>
                <a:cxn ang="0">
                  <a:pos x="84" y="102"/>
                </a:cxn>
                <a:cxn ang="0">
                  <a:pos x="123" y="57"/>
                </a:cxn>
                <a:cxn ang="0">
                  <a:pos x="144" y="34"/>
                </a:cxn>
                <a:cxn ang="0">
                  <a:pos x="162" y="11"/>
                </a:cxn>
                <a:cxn ang="0">
                  <a:pos x="162" y="11"/>
                </a:cxn>
                <a:cxn ang="0">
                  <a:pos x="164" y="8"/>
                </a:cxn>
                <a:cxn ang="0">
                  <a:pos x="164" y="7"/>
                </a:cxn>
                <a:cxn ang="0">
                  <a:pos x="162" y="3"/>
                </a:cxn>
                <a:cxn ang="0">
                  <a:pos x="160" y="2"/>
                </a:cxn>
                <a:cxn ang="0">
                  <a:pos x="158" y="0"/>
                </a:cxn>
                <a:cxn ang="0">
                  <a:pos x="156" y="2"/>
                </a:cxn>
                <a:cxn ang="0">
                  <a:pos x="155" y="3"/>
                </a:cxn>
                <a:cxn ang="0">
                  <a:pos x="155" y="3"/>
                </a:cxn>
              </a:cxnLst>
              <a:rect l="0" t="0" r="r" b="b"/>
              <a:pathLst>
                <a:path w="164" h="203">
                  <a:moveTo>
                    <a:pt x="155" y="3"/>
                  </a:moveTo>
                  <a:lnTo>
                    <a:pt x="155" y="3"/>
                  </a:lnTo>
                  <a:lnTo>
                    <a:pt x="135" y="27"/>
                  </a:lnTo>
                  <a:lnTo>
                    <a:pt x="115" y="50"/>
                  </a:lnTo>
                  <a:lnTo>
                    <a:pt x="75" y="96"/>
                  </a:lnTo>
                  <a:lnTo>
                    <a:pt x="55" y="119"/>
                  </a:lnTo>
                  <a:lnTo>
                    <a:pt x="36" y="143"/>
                  </a:lnTo>
                  <a:lnTo>
                    <a:pt x="17" y="168"/>
                  </a:lnTo>
                  <a:lnTo>
                    <a:pt x="2" y="194"/>
                  </a:lnTo>
                  <a:lnTo>
                    <a:pt x="2" y="194"/>
                  </a:lnTo>
                  <a:lnTo>
                    <a:pt x="0" y="197"/>
                  </a:lnTo>
                  <a:lnTo>
                    <a:pt x="0" y="199"/>
                  </a:lnTo>
                  <a:lnTo>
                    <a:pt x="3" y="202"/>
                  </a:lnTo>
                  <a:lnTo>
                    <a:pt x="8" y="203"/>
                  </a:lnTo>
                  <a:lnTo>
                    <a:pt x="9" y="202"/>
                  </a:lnTo>
                  <a:lnTo>
                    <a:pt x="11" y="200"/>
                  </a:lnTo>
                  <a:lnTo>
                    <a:pt x="11" y="200"/>
                  </a:lnTo>
                  <a:lnTo>
                    <a:pt x="28" y="174"/>
                  </a:lnTo>
                  <a:lnTo>
                    <a:pt x="45" y="149"/>
                  </a:lnTo>
                  <a:lnTo>
                    <a:pt x="64" y="126"/>
                  </a:lnTo>
                  <a:lnTo>
                    <a:pt x="84" y="102"/>
                  </a:lnTo>
                  <a:lnTo>
                    <a:pt x="123" y="57"/>
                  </a:lnTo>
                  <a:lnTo>
                    <a:pt x="144" y="34"/>
                  </a:lnTo>
                  <a:lnTo>
                    <a:pt x="162" y="11"/>
                  </a:lnTo>
                  <a:lnTo>
                    <a:pt x="162" y="11"/>
                  </a:lnTo>
                  <a:lnTo>
                    <a:pt x="164" y="8"/>
                  </a:lnTo>
                  <a:lnTo>
                    <a:pt x="164" y="7"/>
                  </a:lnTo>
                  <a:lnTo>
                    <a:pt x="162" y="3"/>
                  </a:lnTo>
                  <a:lnTo>
                    <a:pt x="160" y="2"/>
                  </a:lnTo>
                  <a:lnTo>
                    <a:pt x="158" y="0"/>
                  </a:lnTo>
                  <a:lnTo>
                    <a:pt x="156" y="2"/>
                  </a:lnTo>
                  <a:lnTo>
                    <a:pt x="155" y="3"/>
                  </a:lnTo>
                  <a:lnTo>
                    <a:pt x="155" y="3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92" name="Freeform 504"/>
            <p:cNvSpPr/>
            <p:nvPr>
              <p:custDataLst>
                <p:tags r:id="rId47"/>
              </p:custDataLst>
            </p:nvPr>
          </p:nvSpPr>
          <p:spPr bwMode="auto">
            <a:xfrm>
              <a:off x="3446463" y="1190625"/>
              <a:ext cx="82550" cy="96838"/>
            </a:xfrm>
            <a:custGeom>
              <a:avLst/>
              <a:gdLst/>
              <a:ahLst/>
              <a:cxnLst>
                <a:cxn ang="0">
                  <a:pos x="202" y="1"/>
                </a:cxn>
                <a:cxn ang="0">
                  <a:pos x="202" y="1"/>
                </a:cxn>
                <a:cxn ang="0">
                  <a:pos x="173" y="24"/>
                </a:cxn>
                <a:cxn ang="0">
                  <a:pos x="145" y="50"/>
                </a:cxn>
                <a:cxn ang="0">
                  <a:pos x="119" y="77"/>
                </a:cxn>
                <a:cxn ang="0">
                  <a:pos x="107" y="92"/>
                </a:cxn>
                <a:cxn ang="0">
                  <a:pos x="96" y="106"/>
                </a:cxn>
                <a:cxn ang="0">
                  <a:pos x="96" y="106"/>
                </a:cxn>
                <a:cxn ang="0">
                  <a:pos x="84" y="122"/>
                </a:cxn>
                <a:cxn ang="0">
                  <a:pos x="71" y="137"/>
                </a:cxn>
                <a:cxn ang="0">
                  <a:pos x="45" y="169"/>
                </a:cxn>
                <a:cxn ang="0">
                  <a:pos x="33" y="184"/>
                </a:cxn>
                <a:cxn ang="0">
                  <a:pos x="21" y="200"/>
                </a:cxn>
                <a:cxn ang="0">
                  <a:pos x="11" y="217"/>
                </a:cxn>
                <a:cxn ang="0">
                  <a:pos x="1" y="235"/>
                </a:cxn>
                <a:cxn ang="0">
                  <a:pos x="1" y="235"/>
                </a:cxn>
                <a:cxn ang="0">
                  <a:pos x="0" y="238"/>
                </a:cxn>
                <a:cxn ang="0">
                  <a:pos x="0" y="239"/>
                </a:cxn>
                <a:cxn ang="0">
                  <a:pos x="4" y="243"/>
                </a:cxn>
                <a:cxn ang="0">
                  <a:pos x="5" y="245"/>
                </a:cxn>
                <a:cxn ang="0">
                  <a:pos x="8" y="245"/>
                </a:cxn>
                <a:cxn ang="0">
                  <a:pos x="9" y="243"/>
                </a:cxn>
                <a:cxn ang="0">
                  <a:pos x="11" y="241"/>
                </a:cxn>
                <a:cxn ang="0">
                  <a:pos x="11" y="241"/>
                </a:cxn>
                <a:cxn ang="0">
                  <a:pos x="18" y="225"/>
                </a:cxn>
                <a:cxn ang="0">
                  <a:pos x="28" y="211"/>
                </a:cxn>
                <a:cxn ang="0">
                  <a:pos x="38" y="196"/>
                </a:cxn>
                <a:cxn ang="0">
                  <a:pos x="50" y="182"/>
                </a:cxn>
                <a:cxn ang="0">
                  <a:pos x="72" y="156"/>
                </a:cxn>
                <a:cxn ang="0">
                  <a:pos x="94" y="128"/>
                </a:cxn>
                <a:cxn ang="0">
                  <a:pos x="94" y="128"/>
                </a:cxn>
                <a:cxn ang="0">
                  <a:pos x="119" y="95"/>
                </a:cxn>
                <a:cxn ang="0">
                  <a:pos x="147" y="65"/>
                </a:cxn>
                <a:cxn ang="0">
                  <a:pos x="175" y="37"/>
                </a:cxn>
                <a:cxn ang="0">
                  <a:pos x="191" y="24"/>
                </a:cxn>
                <a:cxn ang="0">
                  <a:pos x="207" y="10"/>
                </a:cxn>
                <a:cxn ang="0">
                  <a:pos x="207" y="10"/>
                </a:cxn>
                <a:cxn ang="0">
                  <a:pos x="208" y="9"/>
                </a:cxn>
                <a:cxn ang="0">
                  <a:pos x="209" y="7"/>
                </a:cxn>
                <a:cxn ang="0">
                  <a:pos x="208" y="3"/>
                </a:cxn>
                <a:cxn ang="0">
                  <a:pos x="207" y="1"/>
                </a:cxn>
                <a:cxn ang="0">
                  <a:pos x="205" y="0"/>
                </a:cxn>
                <a:cxn ang="0">
                  <a:pos x="203" y="0"/>
                </a:cxn>
                <a:cxn ang="0">
                  <a:pos x="202" y="1"/>
                </a:cxn>
                <a:cxn ang="0">
                  <a:pos x="202" y="1"/>
                </a:cxn>
              </a:cxnLst>
              <a:rect l="0" t="0" r="r" b="b"/>
              <a:pathLst>
                <a:path w="209" h="245">
                  <a:moveTo>
                    <a:pt x="202" y="1"/>
                  </a:moveTo>
                  <a:lnTo>
                    <a:pt x="202" y="1"/>
                  </a:lnTo>
                  <a:lnTo>
                    <a:pt x="173" y="24"/>
                  </a:lnTo>
                  <a:lnTo>
                    <a:pt x="145" y="50"/>
                  </a:lnTo>
                  <a:lnTo>
                    <a:pt x="119" y="77"/>
                  </a:lnTo>
                  <a:lnTo>
                    <a:pt x="107" y="92"/>
                  </a:lnTo>
                  <a:lnTo>
                    <a:pt x="96" y="106"/>
                  </a:lnTo>
                  <a:lnTo>
                    <a:pt x="96" y="106"/>
                  </a:lnTo>
                  <a:lnTo>
                    <a:pt x="84" y="122"/>
                  </a:lnTo>
                  <a:lnTo>
                    <a:pt x="71" y="137"/>
                  </a:lnTo>
                  <a:lnTo>
                    <a:pt x="45" y="169"/>
                  </a:lnTo>
                  <a:lnTo>
                    <a:pt x="33" y="184"/>
                  </a:lnTo>
                  <a:lnTo>
                    <a:pt x="21" y="200"/>
                  </a:lnTo>
                  <a:lnTo>
                    <a:pt x="11" y="217"/>
                  </a:lnTo>
                  <a:lnTo>
                    <a:pt x="1" y="235"/>
                  </a:lnTo>
                  <a:lnTo>
                    <a:pt x="1" y="235"/>
                  </a:lnTo>
                  <a:lnTo>
                    <a:pt x="0" y="238"/>
                  </a:lnTo>
                  <a:lnTo>
                    <a:pt x="0" y="239"/>
                  </a:lnTo>
                  <a:lnTo>
                    <a:pt x="4" y="243"/>
                  </a:lnTo>
                  <a:lnTo>
                    <a:pt x="5" y="245"/>
                  </a:lnTo>
                  <a:lnTo>
                    <a:pt x="8" y="245"/>
                  </a:lnTo>
                  <a:lnTo>
                    <a:pt x="9" y="243"/>
                  </a:lnTo>
                  <a:lnTo>
                    <a:pt x="11" y="241"/>
                  </a:lnTo>
                  <a:lnTo>
                    <a:pt x="11" y="241"/>
                  </a:lnTo>
                  <a:lnTo>
                    <a:pt x="18" y="225"/>
                  </a:lnTo>
                  <a:lnTo>
                    <a:pt x="28" y="211"/>
                  </a:lnTo>
                  <a:lnTo>
                    <a:pt x="38" y="196"/>
                  </a:lnTo>
                  <a:lnTo>
                    <a:pt x="50" y="182"/>
                  </a:lnTo>
                  <a:lnTo>
                    <a:pt x="72" y="156"/>
                  </a:lnTo>
                  <a:lnTo>
                    <a:pt x="94" y="128"/>
                  </a:lnTo>
                  <a:lnTo>
                    <a:pt x="94" y="128"/>
                  </a:lnTo>
                  <a:lnTo>
                    <a:pt x="119" y="95"/>
                  </a:lnTo>
                  <a:lnTo>
                    <a:pt x="147" y="65"/>
                  </a:lnTo>
                  <a:lnTo>
                    <a:pt x="175" y="37"/>
                  </a:lnTo>
                  <a:lnTo>
                    <a:pt x="191" y="24"/>
                  </a:lnTo>
                  <a:lnTo>
                    <a:pt x="207" y="10"/>
                  </a:lnTo>
                  <a:lnTo>
                    <a:pt x="207" y="10"/>
                  </a:lnTo>
                  <a:lnTo>
                    <a:pt x="208" y="9"/>
                  </a:lnTo>
                  <a:lnTo>
                    <a:pt x="209" y="7"/>
                  </a:lnTo>
                  <a:lnTo>
                    <a:pt x="208" y="3"/>
                  </a:lnTo>
                  <a:lnTo>
                    <a:pt x="207" y="1"/>
                  </a:lnTo>
                  <a:lnTo>
                    <a:pt x="205" y="0"/>
                  </a:lnTo>
                  <a:lnTo>
                    <a:pt x="203" y="0"/>
                  </a:lnTo>
                  <a:lnTo>
                    <a:pt x="202" y="1"/>
                  </a:lnTo>
                  <a:lnTo>
                    <a:pt x="202" y="1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93" name="Freeform 505"/>
            <p:cNvSpPr/>
            <p:nvPr>
              <p:custDataLst>
                <p:tags r:id="rId48"/>
              </p:custDataLst>
            </p:nvPr>
          </p:nvSpPr>
          <p:spPr bwMode="auto">
            <a:xfrm>
              <a:off x="3448051" y="1246188"/>
              <a:ext cx="66675" cy="82550"/>
            </a:xfrm>
            <a:custGeom>
              <a:avLst/>
              <a:gdLst/>
              <a:ahLst/>
              <a:cxnLst>
                <a:cxn ang="0">
                  <a:pos x="157" y="3"/>
                </a:cxn>
                <a:cxn ang="0">
                  <a:pos x="157" y="3"/>
                </a:cxn>
                <a:cxn ang="0">
                  <a:pos x="136" y="32"/>
                </a:cxn>
                <a:cxn ang="0">
                  <a:pos x="115" y="60"/>
                </a:cxn>
                <a:cxn ang="0">
                  <a:pos x="94" y="89"/>
                </a:cxn>
                <a:cxn ang="0">
                  <a:pos x="84" y="102"/>
                </a:cxn>
                <a:cxn ang="0">
                  <a:pos x="71" y="115"/>
                </a:cxn>
                <a:cxn ang="0">
                  <a:pos x="71" y="115"/>
                </a:cxn>
                <a:cxn ang="0">
                  <a:pos x="52" y="134"/>
                </a:cxn>
                <a:cxn ang="0">
                  <a:pos x="34" y="155"/>
                </a:cxn>
                <a:cxn ang="0">
                  <a:pos x="16" y="176"/>
                </a:cxn>
                <a:cxn ang="0">
                  <a:pos x="8" y="186"/>
                </a:cxn>
                <a:cxn ang="0">
                  <a:pos x="1" y="196"/>
                </a:cxn>
                <a:cxn ang="0">
                  <a:pos x="1" y="196"/>
                </a:cxn>
                <a:cxn ang="0">
                  <a:pos x="0" y="199"/>
                </a:cxn>
                <a:cxn ang="0">
                  <a:pos x="0" y="202"/>
                </a:cxn>
                <a:cxn ang="0">
                  <a:pos x="3" y="204"/>
                </a:cxn>
                <a:cxn ang="0">
                  <a:pos x="7" y="206"/>
                </a:cxn>
                <a:cxn ang="0">
                  <a:pos x="9" y="204"/>
                </a:cxn>
                <a:cxn ang="0">
                  <a:pos x="10" y="203"/>
                </a:cxn>
                <a:cxn ang="0">
                  <a:pos x="10" y="203"/>
                </a:cxn>
                <a:cxn ang="0">
                  <a:pos x="20" y="190"/>
                </a:cxn>
                <a:cxn ang="0">
                  <a:pos x="29" y="178"/>
                </a:cxn>
                <a:cxn ang="0">
                  <a:pos x="50" y="155"/>
                </a:cxn>
                <a:cxn ang="0">
                  <a:pos x="72" y="131"/>
                </a:cxn>
                <a:cxn ang="0">
                  <a:pos x="93" y="109"/>
                </a:cxn>
                <a:cxn ang="0">
                  <a:pos x="93" y="109"/>
                </a:cxn>
                <a:cxn ang="0">
                  <a:pos x="112" y="84"/>
                </a:cxn>
                <a:cxn ang="0">
                  <a:pos x="131" y="59"/>
                </a:cxn>
                <a:cxn ang="0">
                  <a:pos x="148" y="34"/>
                </a:cxn>
                <a:cxn ang="0">
                  <a:pos x="166" y="8"/>
                </a:cxn>
                <a:cxn ang="0">
                  <a:pos x="166" y="8"/>
                </a:cxn>
                <a:cxn ang="0">
                  <a:pos x="167" y="7"/>
                </a:cxn>
                <a:cxn ang="0">
                  <a:pos x="167" y="4"/>
                </a:cxn>
                <a:cxn ang="0">
                  <a:pos x="166" y="3"/>
                </a:cxn>
                <a:cxn ang="0">
                  <a:pos x="165" y="2"/>
                </a:cxn>
                <a:cxn ang="0">
                  <a:pos x="161" y="0"/>
                </a:cxn>
                <a:cxn ang="0">
                  <a:pos x="158" y="2"/>
                </a:cxn>
                <a:cxn ang="0">
                  <a:pos x="157" y="3"/>
                </a:cxn>
                <a:cxn ang="0">
                  <a:pos x="157" y="3"/>
                </a:cxn>
              </a:cxnLst>
              <a:rect l="0" t="0" r="r" b="b"/>
              <a:pathLst>
                <a:path w="167" h="206">
                  <a:moveTo>
                    <a:pt x="157" y="3"/>
                  </a:moveTo>
                  <a:lnTo>
                    <a:pt x="157" y="3"/>
                  </a:lnTo>
                  <a:lnTo>
                    <a:pt x="136" y="32"/>
                  </a:lnTo>
                  <a:lnTo>
                    <a:pt x="115" y="60"/>
                  </a:lnTo>
                  <a:lnTo>
                    <a:pt x="94" y="89"/>
                  </a:lnTo>
                  <a:lnTo>
                    <a:pt x="84" y="102"/>
                  </a:lnTo>
                  <a:lnTo>
                    <a:pt x="71" y="115"/>
                  </a:lnTo>
                  <a:lnTo>
                    <a:pt x="71" y="115"/>
                  </a:lnTo>
                  <a:lnTo>
                    <a:pt x="52" y="134"/>
                  </a:lnTo>
                  <a:lnTo>
                    <a:pt x="34" y="155"/>
                  </a:lnTo>
                  <a:lnTo>
                    <a:pt x="16" y="176"/>
                  </a:lnTo>
                  <a:lnTo>
                    <a:pt x="8" y="186"/>
                  </a:lnTo>
                  <a:lnTo>
                    <a:pt x="1" y="196"/>
                  </a:lnTo>
                  <a:lnTo>
                    <a:pt x="1" y="196"/>
                  </a:lnTo>
                  <a:lnTo>
                    <a:pt x="0" y="199"/>
                  </a:lnTo>
                  <a:lnTo>
                    <a:pt x="0" y="202"/>
                  </a:lnTo>
                  <a:lnTo>
                    <a:pt x="3" y="204"/>
                  </a:lnTo>
                  <a:lnTo>
                    <a:pt x="7" y="206"/>
                  </a:lnTo>
                  <a:lnTo>
                    <a:pt x="9" y="204"/>
                  </a:lnTo>
                  <a:lnTo>
                    <a:pt x="10" y="203"/>
                  </a:lnTo>
                  <a:lnTo>
                    <a:pt x="10" y="203"/>
                  </a:lnTo>
                  <a:lnTo>
                    <a:pt x="20" y="190"/>
                  </a:lnTo>
                  <a:lnTo>
                    <a:pt x="29" y="178"/>
                  </a:lnTo>
                  <a:lnTo>
                    <a:pt x="50" y="155"/>
                  </a:lnTo>
                  <a:lnTo>
                    <a:pt x="72" y="131"/>
                  </a:lnTo>
                  <a:lnTo>
                    <a:pt x="93" y="109"/>
                  </a:lnTo>
                  <a:lnTo>
                    <a:pt x="93" y="109"/>
                  </a:lnTo>
                  <a:lnTo>
                    <a:pt x="112" y="84"/>
                  </a:lnTo>
                  <a:lnTo>
                    <a:pt x="131" y="59"/>
                  </a:lnTo>
                  <a:lnTo>
                    <a:pt x="148" y="34"/>
                  </a:lnTo>
                  <a:lnTo>
                    <a:pt x="166" y="8"/>
                  </a:lnTo>
                  <a:lnTo>
                    <a:pt x="166" y="8"/>
                  </a:lnTo>
                  <a:lnTo>
                    <a:pt x="167" y="7"/>
                  </a:lnTo>
                  <a:lnTo>
                    <a:pt x="167" y="4"/>
                  </a:lnTo>
                  <a:lnTo>
                    <a:pt x="166" y="3"/>
                  </a:lnTo>
                  <a:lnTo>
                    <a:pt x="165" y="2"/>
                  </a:lnTo>
                  <a:lnTo>
                    <a:pt x="161" y="0"/>
                  </a:lnTo>
                  <a:lnTo>
                    <a:pt x="158" y="2"/>
                  </a:lnTo>
                  <a:lnTo>
                    <a:pt x="157" y="3"/>
                  </a:lnTo>
                  <a:lnTo>
                    <a:pt x="157" y="3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94" name="Freeform 506"/>
            <p:cNvSpPr/>
            <p:nvPr>
              <p:custDataLst>
                <p:tags r:id="rId49"/>
              </p:custDataLst>
            </p:nvPr>
          </p:nvSpPr>
          <p:spPr bwMode="auto">
            <a:xfrm>
              <a:off x="3448051" y="1282700"/>
              <a:ext cx="73025" cy="90488"/>
            </a:xfrm>
            <a:custGeom>
              <a:avLst/>
              <a:gdLst/>
              <a:ahLst/>
              <a:cxnLst>
                <a:cxn ang="0">
                  <a:pos x="177" y="1"/>
                </a:cxn>
                <a:cxn ang="0">
                  <a:pos x="177" y="1"/>
                </a:cxn>
                <a:cxn ang="0">
                  <a:pos x="152" y="29"/>
                </a:cxn>
                <a:cxn ang="0">
                  <a:pos x="128" y="57"/>
                </a:cxn>
                <a:cxn ang="0">
                  <a:pos x="81" y="115"/>
                </a:cxn>
                <a:cxn ang="0">
                  <a:pos x="81" y="115"/>
                </a:cxn>
                <a:cxn ang="0">
                  <a:pos x="43" y="165"/>
                </a:cxn>
                <a:cxn ang="0">
                  <a:pos x="43" y="165"/>
                </a:cxn>
                <a:cxn ang="0">
                  <a:pos x="21" y="192"/>
                </a:cxn>
                <a:cxn ang="0">
                  <a:pos x="10" y="205"/>
                </a:cxn>
                <a:cxn ang="0">
                  <a:pos x="1" y="220"/>
                </a:cxn>
                <a:cxn ang="0">
                  <a:pos x="1" y="220"/>
                </a:cxn>
                <a:cxn ang="0">
                  <a:pos x="0" y="222"/>
                </a:cxn>
                <a:cxn ang="0">
                  <a:pos x="0" y="223"/>
                </a:cxn>
                <a:cxn ang="0">
                  <a:pos x="3" y="227"/>
                </a:cxn>
                <a:cxn ang="0">
                  <a:pos x="7" y="227"/>
                </a:cxn>
                <a:cxn ang="0">
                  <a:pos x="9" y="227"/>
                </a:cxn>
                <a:cxn ang="0">
                  <a:pos x="10" y="225"/>
                </a:cxn>
                <a:cxn ang="0">
                  <a:pos x="10" y="225"/>
                </a:cxn>
                <a:cxn ang="0">
                  <a:pos x="18" y="213"/>
                </a:cxn>
                <a:cxn ang="0">
                  <a:pos x="29" y="201"/>
                </a:cxn>
                <a:cxn ang="0">
                  <a:pos x="38" y="191"/>
                </a:cxn>
                <a:cxn ang="0">
                  <a:pos x="47" y="179"/>
                </a:cxn>
                <a:cxn ang="0">
                  <a:pos x="47" y="179"/>
                </a:cxn>
                <a:cxn ang="0">
                  <a:pos x="71" y="146"/>
                </a:cxn>
                <a:cxn ang="0">
                  <a:pos x="95" y="116"/>
                </a:cxn>
                <a:cxn ang="0">
                  <a:pos x="95" y="116"/>
                </a:cxn>
                <a:cxn ang="0">
                  <a:pos x="139" y="61"/>
                </a:cxn>
                <a:cxn ang="0">
                  <a:pos x="161" y="35"/>
                </a:cxn>
                <a:cxn ang="0">
                  <a:pos x="184" y="9"/>
                </a:cxn>
                <a:cxn ang="0">
                  <a:pos x="184" y="9"/>
                </a:cxn>
                <a:cxn ang="0">
                  <a:pos x="186" y="8"/>
                </a:cxn>
                <a:cxn ang="0">
                  <a:pos x="186" y="5"/>
                </a:cxn>
                <a:cxn ang="0">
                  <a:pos x="184" y="1"/>
                </a:cxn>
                <a:cxn ang="0">
                  <a:pos x="181" y="0"/>
                </a:cxn>
                <a:cxn ang="0">
                  <a:pos x="179" y="0"/>
                </a:cxn>
                <a:cxn ang="0">
                  <a:pos x="177" y="1"/>
                </a:cxn>
                <a:cxn ang="0">
                  <a:pos x="177" y="1"/>
                </a:cxn>
              </a:cxnLst>
              <a:rect l="0" t="0" r="r" b="b"/>
              <a:pathLst>
                <a:path w="186" h="227">
                  <a:moveTo>
                    <a:pt x="177" y="1"/>
                  </a:moveTo>
                  <a:lnTo>
                    <a:pt x="177" y="1"/>
                  </a:lnTo>
                  <a:lnTo>
                    <a:pt x="152" y="29"/>
                  </a:lnTo>
                  <a:lnTo>
                    <a:pt x="128" y="57"/>
                  </a:lnTo>
                  <a:lnTo>
                    <a:pt x="81" y="115"/>
                  </a:lnTo>
                  <a:lnTo>
                    <a:pt x="81" y="115"/>
                  </a:lnTo>
                  <a:lnTo>
                    <a:pt x="43" y="165"/>
                  </a:lnTo>
                  <a:lnTo>
                    <a:pt x="43" y="165"/>
                  </a:lnTo>
                  <a:lnTo>
                    <a:pt x="21" y="192"/>
                  </a:lnTo>
                  <a:lnTo>
                    <a:pt x="10" y="205"/>
                  </a:lnTo>
                  <a:lnTo>
                    <a:pt x="1" y="220"/>
                  </a:lnTo>
                  <a:lnTo>
                    <a:pt x="1" y="220"/>
                  </a:lnTo>
                  <a:lnTo>
                    <a:pt x="0" y="222"/>
                  </a:lnTo>
                  <a:lnTo>
                    <a:pt x="0" y="223"/>
                  </a:lnTo>
                  <a:lnTo>
                    <a:pt x="3" y="227"/>
                  </a:lnTo>
                  <a:lnTo>
                    <a:pt x="7" y="227"/>
                  </a:lnTo>
                  <a:lnTo>
                    <a:pt x="9" y="227"/>
                  </a:lnTo>
                  <a:lnTo>
                    <a:pt x="10" y="225"/>
                  </a:lnTo>
                  <a:lnTo>
                    <a:pt x="10" y="225"/>
                  </a:lnTo>
                  <a:lnTo>
                    <a:pt x="18" y="213"/>
                  </a:lnTo>
                  <a:lnTo>
                    <a:pt x="29" y="201"/>
                  </a:lnTo>
                  <a:lnTo>
                    <a:pt x="38" y="191"/>
                  </a:lnTo>
                  <a:lnTo>
                    <a:pt x="47" y="179"/>
                  </a:lnTo>
                  <a:lnTo>
                    <a:pt x="47" y="179"/>
                  </a:lnTo>
                  <a:lnTo>
                    <a:pt x="71" y="146"/>
                  </a:lnTo>
                  <a:lnTo>
                    <a:pt x="95" y="116"/>
                  </a:lnTo>
                  <a:lnTo>
                    <a:pt x="95" y="116"/>
                  </a:lnTo>
                  <a:lnTo>
                    <a:pt x="139" y="61"/>
                  </a:lnTo>
                  <a:lnTo>
                    <a:pt x="161" y="35"/>
                  </a:lnTo>
                  <a:lnTo>
                    <a:pt x="184" y="9"/>
                  </a:lnTo>
                  <a:lnTo>
                    <a:pt x="184" y="9"/>
                  </a:lnTo>
                  <a:lnTo>
                    <a:pt x="186" y="8"/>
                  </a:lnTo>
                  <a:lnTo>
                    <a:pt x="186" y="5"/>
                  </a:lnTo>
                  <a:lnTo>
                    <a:pt x="184" y="1"/>
                  </a:lnTo>
                  <a:lnTo>
                    <a:pt x="181" y="0"/>
                  </a:lnTo>
                  <a:lnTo>
                    <a:pt x="179" y="0"/>
                  </a:lnTo>
                  <a:lnTo>
                    <a:pt x="177" y="1"/>
                  </a:lnTo>
                  <a:lnTo>
                    <a:pt x="177" y="1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95" name="Freeform 507"/>
            <p:cNvSpPr/>
            <p:nvPr>
              <p:custDataLst>
                <p:tags r:id="rId50"/>
              </p:custDataLst>
            </p:nvPr>
          </p:nvSpPr>
          <p:spPr bwMode="auto">
            <a:xfrm>
              <a:off x="3452813" y="1331913"/>
              <a:ext cx="65088" cy="82550"/>
            </a:xfrm>
            <a:custGeom>
              <a:avLst/>
              <a:gdLst/>
              <a:ahLst/>
              <a:cxnLst>
                <a:cxn ang="0">
                  <a:pos x="153" y="2"/>
                </a:cxn>
                <a:cxn ang="0">
                  <a:pos x="153" y="2"/>
                </a:cxn>
                <a:cxn ang="0">
                  <a:pos x="63" y="116"/>
                </a:cxn>
                <a:cxn ang="0">
                  <a:pos x="63" y="116"/>
                </a:cxn>
                <a:cxn ang="0">
                  <a:pos x="44" y="136"/>
                </a:cxn>
                <a:cxn ang="0">
                  <a:pos x="27" y="157"/>
                </a:cxn>
                <a:cxn ang="0">
                  <a:pos x="19" y="168"/>
                </a:cxn>
                <a:cxn ang="0">
                  <a:pos x="12" y="178"/>
                </a:cxn>
                <a:cxn ang="0">
                  <a:pos x="5" y="190"/>
                </a:cxn>
                <a:cxn ang="0">
                  <a:pos x="0" y="202"/>
                </a:cxn>
                <a:cxn ang="0">
                  <a:pos x="0" y="202"/>
                </a:cxn>
                <a:cxn ang="0">
                  <a:pos x="0" y="204"/>
                </a:cxn>
                <a:cxn ang="0">
                  <a:pos x="0" y="207"/>
                </a:cxn>
                <a:cxn ang="0">
                  <a:pos x="1" y="208"/>
                </a:cxn>
                <a:cxn ang="0">
                  <a:pos x="4" y="208"/>
                </a:cxn>
                <a:cxn ang="0">
                  <a:pos x="8" y="208"/>
                </a:cxn>
                <a:cxn ang="0">
                  <a:pos x="9" y="207"/>
                </a:cxn>
                <a:cxn ang="0">
                  <a:pos x="10" y="206"/>
                </a:cxn>
                <a:cxn ang="0">
                  <a:pos x="10" y="206"/>
                </a:cxn>
                <a:cxn ang="0">
                  <a:pos x="17" y="191"/>
                </a:cxn>
                <a:cxn ang="0">
                  <a:pos x="25" y="178"/>
                </a:cxn>
                <a:cxn ang="0">
                  <a:pos x="34" y="167"/>
                </a:cxn>
                <a:cxn ang="0">
                  <a:pos x="43" y="153"/>
                </a:cxn>
                <a:cxn ang="0">
                  <a:pos x="64" y="130"/>
                </a:cxn>
                <a:cxn ang="0">
                  <a:pos x="83" y="106"/>
                </a:cxn>
                <a:cxn ang="0">
                  <a:pos x="83" y="106"/>
                </a:cxn>
                <a:cxn ang="0">
                  <a:pos x="162" y="10"/>
                </a:cxn>
                <a:cxn ang="0">
                  <a:pos x="162" y="10"/>
                </a:cxn>
                <a:cxn ang="0">
                  <a:pos x="162" y="8"/>
                </a:cxn>
                <a:cxn ang="0">
                  <a:pos x="163" y="6"/>
                </a:cxn>
                <a:cxn ang="0">
                  <a:pos x="161" y="2"/>
                </a:cxn>
                <a:cxn ang="0">
                  <a:pos x="159" y="0"/>
                </a:cxn>
                <a:cxn ang="0">
                  <a:pos x="157" y="0"/>
                </a:cxn>
                <a:cxn ang="0">
                  <a:pos x="155" y="0"/>
                </a:cxn>
                <a:cxn ang="0">
                  <a:pos x="153" y="2"/>
                </a:cxn>
                <a:cxn ang="0">
                  <a:pos x="153" y="2"/>
                </a:cxn>
              </a:cxnLst>
              <a:rect l="0" t="0" r="r" b="b"/>
              <a:pathLst>
                <a:path w="163" h="208">
                  <a:moveTo>
                    <a:pt x="153" y="2"/>
                  </a:moveTo>
                  <a:lnTo>
                    <a:pt x="153" y="2"/>
                  </a:lnTo>
                  <a:lnTo>
                    <a:pt x="63" y="116"/>
                  </a:lnTo>
                  <a:lnTo>
                    <a:pt x="63" y="116"/>
                  </a:lnTo>
                  <a:lnTo>
                    <a:pt x="44" y="136"/>
                  </a:lnTo>
                  <a:lnTo>
                    <a:pt x="27" y="157"/>
                  </a:lnTo>
                  <a:lnTo>
                    <a:pt x="19" y="168"/>
                  </a:lnTo>
                  <a:lnTo>
                    <a:pt x="12" y="178"/>
                  </a:lnTo>
                  <a:lnTo>
                    <a:pt x="5" y="190"/>
                  </a:lnTo>
                  <a:lnTo>
                    <a:pt x="0" y="202"/>
                  </a:lnTo>
                  <a:lnTo>
                    <a:pt x="0" y="202"/>
                  </a:lnTo>
                  <a:lnTo>
                    <a:pt x="0" y="204"/>
                  </a:lnTo>
                  <a:lnTo>
                    <a:pt x="0" y="207"/>
                  </a:lnTo>
                  <a:lnTo>
                    <a:pt x="1" y="208"/>
                  </a:lnTo>
                  <a:lnTo>
                    <a:pt x="4" y="208"/>
                  </a:lnTo>
                  <a:lnTo>
                    <a:pt x="8" y="208"/>
                  </a:lnTo>
                  <a:lnTo>
                    <a:pt x="9" y="207"/>
                  </a:lnTo>
                  <a:lnTo>
                    <a:pt x="10" y="206"/>
                  </a:lnTo>
                  <a:lnTo>
                    <a:pt x="10" y="206"/>
                  </a:lnTo>
                  <a:lnTo>
                    <a:pt x="17" y="191"/>
                  </a:lnTo>
                  <a:lnTo>
                    <a:pt x="25" y="178"/>
                  </a:lnTo>
                  <a:lnTo>
                    <a:pt x="34" y="167"/>
                  </a:lnTo>
                  <a:lnTo>
                    <a:pt x="43" y="153"/>
                  </a:lnTo>
                  <a:lnTo>
                    <a:pt x="64" y="130"/>
                  </a:lnTo>
                  <a:lnTo>
                    <a:pt x="83" y="106"/>
                  </a:lnTo>
                  <a:lnTo>
                    <a:pt x="83" y="106"/>
                  </a:lnTo>
                  <a:lnTo>
                    <a:pt x="162" y="10"/>
                  </a:lnTo>
                  <a:lnTo>
                    <a:pt x="162" y="10"/>
                  </a:lnTo>
                  <a:lnTo>
                    <a:pt x="162" y="8"/>
                  </a:lnTo>
                  <a:lnTo>
                    <a:pt x="163" y="6"/>
                  </a:lnTo>
                  <a:lnTo>
                    <a:pt x="161" y="2"/>
                  </a:lnTo>
                  <a:lnTo>
                    <a:pt x="159" y="0"/>
                  </a:lnTo>
                  <a:lnTo>
                    <a:pt x="157" y="0"/>
                  </a:lnTo>
                  <a:lnTo>
                    <a:pt x="155" y="0"/>
                  </a:lnTo>
                  <a:lnTo>
                    <a:pt x="153" y="2"/>
                  </a:lnTo>
                  <a:lnTo>
                    <a:pt x="153" y="2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96" name="Freeform 508"/>
            <p:cNvSpPr/>
            <p:nvPr>
              <p:custDataLst>
                <p:tags r:id="rId51"/>
              </p:custDataLst>
            </p:nvPr>
          </p:nvSpPr>
          <p:spPr bwMode="auto">
            <a:xfrm>
              <a:off x="3446463" y="1387475"/>
              <a:ext cx="68263" cy="82550"/>
            </a:xfrm>
            <a:custGeom>
              <a:avLst/>
              <a:gdLst/>
              <a:ahLst/>
              <a:cxnLst>
                <a:cxn ang="0">
                  <a:pos x="162" y="3"/>
                </a:cxn>
                <a:cxn ang="0">
                  <a:pos x="162" y="3"/>
                </a:cxn>
                <a:cxn ang="0">
                  <a:pos x="120" y="51"/>
                </a:cxn>
                <a:cxn ang="0">
                  <a:pos x="80" y="101"/>
                </a:cxn>
                <a:cxn ang="0">
                  <a:pos x="39" y="151"/>
                </a:cxn>
                <a:cxn ang="0">
                  <a:pos x="1" y="202"/>
                </a:cxn>
                <a:cxn ang="0">
                  <a:pos x="1" y="202"/>
                </a:cxn>
                <a:cxn ang="0">
                  <a:pos x="0" y="204"/>
                </a:cxn>
                <a:cxn ang="0">
                  <a:pos x="0" y="206"/>
                </a:cxn>
                <a:cxn ang="0">
                  <a:pos x="1" y="208"/>
                </a:cxn>
                <a:cxn ang="0">
                  <a:pos x="3" y="210"/>
                </a:cxn>
                <a:cxn ang="0">
                  <a:pos x="7" y="210"/>
                </a:cxn>
                <a:cxn ang="0">
                  <a:pos x="9" y="210"/>
                </a:cxn>
                <a:cxn ang="0">
                  <a:pos x="11" y="207"/>
                </a:cxn>
                <a:cxn ang="0">
                  <a:pos x="11" y="207"/>
                </a:cxn>
                <a:cxn ang="0">
                  <a:pos x="50" y="157"/>
                </a:cxn>
                <a:cxn ang="0">
                  <a:pos x="89" y="108"/>
                </a:cxn>
                <a:cxn ang="0">
                  <a:pos x="128" y="59"/>
                </a:cxn>
                <a:cxn ang="0">
                  <a:pos x="170" y="11"/>
                </a:cxn>
                <a:cxn ang="0">
                  <a:pos x="170" y="11"/>
                </a:cxn>
                <a:cxn ang="0">
                  <a:pos x="171" y="8"/>
                </a:cxn>
                <a:cxn ang="0">
                  <a:pos x="171" y="7"/>
                </a:cxn>
                <a:cxn ang="0">
                  <a:pos x="169" y="3"/>
                </a:cxn>
                <a:cxn ang="0">
                  <a:pos x="166" y="0"/>
                </a:cxn>
                <a:cxn ang="0">
                  <a:pos x="164" y="2"/>
                </a:cxn>
                <a:cxn ang="0">
                  <a:pos x="162" y="3"/>
                </a:cxn>
                <a:cxn ang="0">
                  <a:pos x="162" y="3"/>
                </a:cxn>
              </a:cxnLst>
              <a:rect l="0" t="0" r="r" b="b"/>
              <a:pathLst>
                <a:path w="171" h="210">
                  <a:moveTo>
                    <a:pt x="162" y="3"/>
                  </a:moveTo>
                  <a:lnTo>
                    <a:pt x="162" y="3"/>
                  </a:lnTo>
                  <a:lnTo>
                    <a:pt x="120" y="51"/>
                  </a:lnTo>
                  <a:lnTo>
                    <a:pt x="80" y="101"/>
                  </a:lnTo>
                  <a:lnTo>
                    <a:pt x="39" y="151"/>
                  </a:lnTo>
                  <a:lnTo>
                    <a:pt x="1" y="202"/>
                  </a:lnTo>
                  <a:lnTo>
                    <a:pt x="1" y="202"/>
                  </a:lnTo>
                  <a:lnTo>
                    <a:pt x="0" y="204"/>
                  </a:lnTo>
                  <a:lnTo>
                    <a:pt x="0" y="206"/>
                  </a:lnTo>
                  <a:lnTo>
                    <a:pt x="1" y="208"/>
                  </a:lnTo>
                  <a:lnTo>
                    <a:pt x="3" y="210"/>
                  </a:lnTo>
                  <a:lnTo>
                    <a:pt x="7" y="210"/>
                  </a:lnTo>
                  <a:lnTo>
                    <a:pt x="9" y="210"/>
                  </a:lnTo>
                  <a:lnTo>
                    <a:pt x="11" y="207"/>
                  </a:lnTo>
                  <a:lnTo>
                    <a:pt x="11" y="207"/>
                  </a:lnTo>
                  <a:lnTo>
                    <a:pt x="50" y="157"/>
                  </a:lnTo>
                  <a:lnTo>
                    <a:pt x="89" y="108"/>
                  </a:lnTo>
                  <a:lnTo>
                    <a:pt x="128" y="59"/>
                  </a:lnTo>
                  <a:lnTo>
                    <a:pt x="170" y="11"/>
                  </a:lnTo>
                  <a:lnTo>
                    <a:pt x="170" y="11"/>
                  </a:lnTo>
                  <a:lnTo>
                    <a:pt x="171" y="8"/>
                  </a:lnTo>
                  <a:lnTo>
                    <a:pt x="171" y="7"/>
                  </a:lnTo>
                  <a:lnTo>
                    <a:pt x="169" y="3"/>
                  </a:lnTo>
                  <a:lnTo>
                    <a:pt x="166" y="0"/>
                  </a:lnTo>
                  <a:lnTo>
                    <a:pt x="164" y="2"/>
                  </a:lnTo>
                  <a:lnTo>
                    <a:pt x="162" y="3"/>
                  </a:lnTo>
                  <a:lnTo>
                    <a:pt x="162" y="3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97" name="Freeform 509"/>
            <p:cNvSpPr/>
            <p:nvPr>
              <p:custDataLst>
                <p:tags r:id="rId52"/>
              </p:custDataLst>
            </p:nvPr>
          </p:nvSpPr>
          <p:spPr bwMode="auto">
            <a:xfrm>
              <a:off x="3433763" y="1431925"/>
              <a:ext cx="76200" cy="93663"/>
            </a:xfrm>
            <a:custGeom>
              <a:avLst/>
              <a:gdLst/>
              <a:ahLst/>
              <a:cxnLst>
                <a:cxn ang="0">
                  <a:pos x="183" y="3"/>
                </a:cxn>
                <a:cxn ang="0">
                  <a:pos x="183" y="3"/>
                </a:cxn>
                <a:cxn ang="0">
                  <a:pos x="174" y="16"/>
                </a:cxn>
                <a:cxn ang="0">
                  <a:pos x="162" y="28"/>
                </a:cxn>
                <a:cxn ang="0">
                  <a:pos x="139" y="51"/>
                </a:cxn>
                <a:cxn ang="0">
                  <a:pos x="139" y="51"/>
                </a:cxn>
                <a:cxn ang="0">
                  <a:pos x="115" y="78"/>
                </a:cxn>
                <a:cxn ang="0">
                  <a:pos x="92" y="106"/>
                </a:cxn>
                <a:cxn ang="0">
                  <a:pos x="92" y="106"/>
                </a:cxn>
                <a:cxn ang="0">
                  <a:pos x="68" y="135"/>
                </a:cxn>
                <a:cxn ang="0">
                  <a:pos x="43" y="165"/>
                </a:cxn>
                <a:cxn ang="0">
                  <a:pos x="31" y="180"/>
                </a:cxn>
                <a:cxn ang="0">
                  <a:pos x="21" y="194"/>
                </a:cxn>
                <a:cxn ang="0">
                  <a:pos x="11" y="211"/>
                </a:cxn>
                <a:cxn ang="0">
                  <a:pos x="0" y="228"/>
                </a:cxn>
                <a:cxn ang="0">
                  <a:pos x="0" y="228"/>
                </a:cxn>
                <a:cxn ang="0">
                  <a:pos x="0" y="231"/>
                </a:cxn>
                <a:cxn ang="0">
                  <a:pos x="0" y="232"/>
                </a:cxn>
                <a:cxn ang="0">
                  <a:pos x="3" y="236"/>
                </a:cxn>
                <a:cxn ang="0">
                  <a:pos x="7" y="236"/>
                </a:cxn>
                <a:cxn ang="0">
                  <a:pos x="9" y="236"/>
                </a:cxn>
                <a:cxn ang="0">
                  <a:pos x="11" y="233"/>
                </a:cxn>
                <a:cxn ang="0">
                  <a:pos x="11" y="233"/>
                </a:cxn>
                <a:cxn ang="0">
                  <a:pos x="20" y="218"/>
                </a:cxn>
                <a:cxn ang="0">
                  <a:pos x="29" y="202"/>
                </a:cxn>
                <a:cxn ang="0">
                  <a:pos x="39" y="187"/>
                </a:cxn>
                <a:cxn ang="0">
                  <a:pos x="51" y="174"/>
                </a:cxn>
                <a:cxn ang="0">
                  <a:pos x="73" y="147"/>
                </a:cxn>
                <a:cxn ang="0">
                  <a:pos x="96" y="119"/>
                </a:cxn>
                <a:cxn ang="0">
                  <a:pos x="96" y="119"/>
                </a:cxn>
                <a:cxn ang="0">
                  <a:pos x="110" y="102"/>
                </a:cxn>
                <a:cxn ang="0">
                  <a:pos x="124" y="84"/>
                </a:cxn>
                <a:cxn ang="0">
                  <a:pos x="154" y="51"/>
                </a:cxn>
                <a:cxn ang="0">
                  <a:pos x="154" y="51"/>
                </a:cxn>
                <a:cxn ang="0">
                  <a:pos x="175" y="32"/>
                </a:cxn>
                <a:cxn ang="0">
                  <a:pos x="184" y="21"/>
                </a:cxn>
                <a:cxn ang="0">
                  <a:pos x="194" y="8"/>
                </a:cxn>
                <a:cxn ang="0">
                  <a:pos x="194" y="8"/>
                </a:cxn>
                <a:cxn ang="0">
                  <a:pos x="194" y="7"/>
                </a:cxn>
                <a:cxn ang="0">
                  <a:pos x="194" y="4"/>
                </a:cxn>
                <a:cxn ang="0">
                  <a:pos x="191" y="2"/>
                </a:cxn>
                <a:cxn ang="0">
                  <a:pos x="187" y="0"/>
                </a:cxn>
                <a:cxn ang="0">
                  <a:pos x="184" y="2"/>
                </a:cxn>
                <a:cxn ang="0">
                  <a:pos x="183" y="3"/>
                </a:cxn>
                <a:cxn ang="0">
                  <a:pos x="183" y="3"/>
                </a:cxn>
              </a:cxnLst>
              <a:rect l="0" t="0" r="r" b="b"/>
              <a:pathLst>
                <a:path w="194" h="236">
                  <a:moveTo>
                    <a:pt x="183" y="3"/>
                  </a:moveTo>
                  <a:lnTo>
                    <a:pt x="183" y="3"/>
                  </a:lnTo>
                  <a:lnTo>
                    <a:pt x="174" y="16"/>
                  </a:lnTo>
                  <a:lnTo>
                    <a:pt x="162" y="28"/>
                  </a:lnTo>
                  <a:lnTo>
                    <a:pt x="139" y="51"/>
                  </a:lnTo>
                  <a:lnTo>
                    <a:pt x="139" y="51"/>
                  </a:lnTo>
                  <a:lnTo>
                    <a:pt x="115" y="78"/>
                  </a:lnTo>
                  <a:lnTo>
                    <a:pt x="92" y="106"/>
                  </a:lnTo>
                  <a:lnTo>
                    <a:pt x="92" y="106"/>
                  </a:lnTo>
                  <a:lnTo>
                    <a:pt x="68" y="135"/>
                  </a:lnTo>
                  <a:lnTo>
                    <a:pt x="43" y="165"/>
                  </a:lnTo>
                  <a:lnTo>
                    <a:pt x="31" y="180"/>
                  </a:lnTo>
                  <a:lnTo>
                    <a:pt x="21" y="194"/>
                  </a:lnTo>
                  <a:lnTo>
                    <a:pt x="11" y="211"/>
                  </a:lnTo>
                  <a:lnTo>
                    <a:pt x="0" y="228"/>
                  </a:lnTo>
                  <a:lnTo>
                    <a:pt x="0" y="228"/>
                  </a:lnTo>
                  <a:lnTo>
                    <a:pt x="0" y="231"/>
                  </a:lnTo>
                  <a:lnTo>
                    <a:pt x="0" y="232"/>
                  </a:lnTo>
                  <a:lnTo>
                    <a:pt x="3" y="236"/>
                  </a:lnTo>
                  <a:lnTo>
                    <a:pt x="7" y="236"/>
                  </a:lnTo>
                  <a:lnTo>
                    <a:pt x="9" y="236"/>
                  </a:lnTo>
                  <a:lnTo>
                    <a:pt x="11" y="233"/>
                  </a:lnTo>
                  <a:lnTo>
                    <a:pt x="11" y="233"/>
                  </a:lnTo>
                  <a:lnTo>
                    <a:pt x="20" y="218"/>
                  </a:lnTo>
                  <a:lnTo>
                    <a:pt x="29" y="202"/>
                  </a:lnTo>
                  <a:lnTo>
                    <a:pt x="39" y="187"/>
                  </a:lnTo>
                  <a:lnTo>
                    <a:pt x="51" y="174"/>
                  </a:lnTo>
                  <a:lnTo>
                    <a:pt x="73" y="147"/>
                  </a:lnTo>
                  <a:lnTo>
                    <a:pt x="96" y="119"/>
                  </a:lnTo>
                  <a:lnTo>
                    <a:pt x="96" y="119"/>
                  </a:lnTo>
                  <a:lnTo>
                    <a:pt x="110" y="102"/>
                  </a:lnTo>
                  <a:lnTo>
                    <a:pt x="124" y="84"/>
                  </a:lnTo>
                  <a:lnTo>
                    <a:pt x="154" y="51"/>
                  </a:lnTo>
                  <a:lnTo>
                    <a:pt x="154" y="51"/>
                  </a:lnTo>
                  <a:lnTo>
                    <a:pt x="175" y="32"/>
                  </a:lnTo>
                  <a:lnTo>
                    <a:pt x="184" y="21"/>
                  </a:lnTo>
                  <a:lnTo>
                    <a:pt x="194" y="8"/>
                  </a:lnTo>
                  <a:lnTo>
                    <a:pt x="194" y="8"/>
                  </a:lnTo>
                  <a:lnTo>
                    <a:pt x="194" y="7"/>
                  </a:lnTo>
                  <a:lnTo>
                    <a:pt x="194" y="4"/>
                  </a:lnTo>
                  <a:lnTo>
                    <a:pt x="191" y="2"/>
                  </a:lnTo>
                  <a:lnTo>
                    <a:pt x="187" y="0"/>
                  </a:lnTo>
                  <a:lnTo>
                    <a:pt x="184" y="2"/>
                  </a:lnTo>
                  <a:lnTo>
                    <a:pt x="183" y="3"/>
                  </a:lnTo>
                  <a:lnTo>
                    <a:pt x="183" y="3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98" name="Freeform 510"/>
            <p:cNvSpPr/>
            <p:nvPr>
              <p:custDataLst>
                <p:tags r:id="rId53"/>
              </p:custDataLst>
            </p:nvPr>
          </p:nvSpPr>
          <p:spPr bwMode="auto">
            <a:xfrm>
              <a:off x="3438526" y="1466850"/>
              <a:ext cx="76200" cy="87313"/>
            </a:xfrm>
            <a:custGeom>
              <a:avLst/>
              <a:gdLst/>
              <a:ahLst/>
              <a:cxnLst>
                <a:cxn ang="0">
                  <a:pos x="179" y="3"/>
                </a:cxn>
                <a:cxn ang="0">
                  <a:pos x="179" y="3"/>
                </a:cxn>
                <a:cxn ang="0">
                  <a:pos x="158" y="37"/>
                </a:cxn>
                <a:cxn ang="0">
                  <a:pos x="136" y="69"/>
                </a:cxn>
                <a:cxn ang="0">
                  <a:pos x="112" y="101"/>
                </a:cxn>
                <a:cxn ang="0">
                  <a:pos x="99" y="116"/>
                </a:cxn>
                <a:cxn ang="0">
                  <a:pos x="86" y="132"/>
                </a:cxn>
                <a:cxn ang="0">
                  <a:pos x="86" y="132"/>
                </a:cxn>
                <a:cxn ang="0">
                  <a:pos x="74" y="144"/>
                </a:cxn>
                <a:cxn ang="0">
                  <a:pos x="61" y="156"/>
                </a:cxn>
                <a:cxn ang="0">
                  <a:pos x="34" y="177"/>
                </a:cxn>
                <a:cxn ang="0">
                  <a:pos x="34" y="177"/>
                </a:cxn>
                <a:cxn ang="0">
                  <a:pos x="23" y="183"/>
                </a:cxn>
                <a:cxn ang="0">
                  <a:pos x="14" y="190"/>
                </a:cxn>
                <a:cxn ang="0">
                  <a:pos x="6" y="198"/>
                </a:cxn>
                <a:cxn ang="0">
                  <a:pos x="0" y="208"/>
                </a:cxn>
                <a:cxn ang="0">
                  <a:pos x="0" y="208"/>
                </a:cxn>
                <a:cxn ang="0">
                  <a:pos x="0" y="211"/>
                </a:cxn>
                <a:cxn ang="0">
                  <a:pos x="0" y="213"/>
                </a:cxn>
                <a:cxn ang="0">
                  <a:pos x="2" y="216"/>
                </a:cxn>
                <a:cxn ang="0">
                  <a:pos x="6" y="217"/>
                </a:cxn>
                <a:cxn ang="0">
                  <a:pos x="8" y="216"/>
                </a:cxn>
                <a:cxn ang="0">
                  <a:pos x="10" y="213"/>
                </a:cxn>
                <a:cxn ang="0">
                  <a:pos x="10" y="213"/>
                </a:cxn>
                <a:cxn ang="0">
                  <a:pos x="14" y="208"/>
                </a:cxn>
                <a:cxn ang="0">
                  <a:pos x="19" y="201"/>
                </a:cxn>
                <a:cxn ang="0">
                  <a:pos x="31" y="191"/>
                </a:cxn>
                <a:cxn ang="0">
                  <a:pos x="44" y="182"/>
                </a:cxn>
                <a:cxn ang="0">
                  <a:pos x="57" y="173"/>
                </a:cxn>
                <a:cxn ang="0">
                  <a:pos x="57" y="173"/>
                </a:cxn>
                <a:cxn ang="0">
                  <a:pos x="70" y="162"/>
                </a:cxn>
                <a:cxn ang="0">
                  <a:pos x="83" y="150"/>
                </a:cxn>
                <a:cxn ang="0">
                  <a:pos x="95" y="139"/>
                </a:cxn>
                <a:cxn ang="0">
                  <a:pos x="106" y="127"/>
                </a:cxn>
                <a:cxn ang="0">
                  <a:pos x="106" y="127"/>
                </a:cxn>
                <a:cxn ang="0">
                  <a:pos x="129" y="98"/>
                </a:cxn>
                <a:cxn ang="0">
                  <a:pos x="150" y="69"/>
                </a:cxn>
                <a:cxn ang="0">
                  <a:pos x="170" y="39"/>
                </a:cxn>
                <a:cxn ang="0">
                  <a:pos x="188" y="8"/>
                </a:cxn>
                <a:cxn ang="0">
                  <a:pos x="188" y="8"/>
                </a:cxn>
                <a:cxn ang="0">
                  <a:pos x="189" y="7"/>
                </a:cxn>
                <a:cxn ang="0">
                  <a:pos x="189" y="4"/>
                </a:cxn>
                <a:cxn ang="0">
                  <a:pos x="187" y="0"/>
                </a:cxn>
                <a:cxn ang="0">
                  <a:pos x="183" y="0"/>
                </a:cxn>
                <a:cxn ang="0">
                  <a:pos x="180" y="1"/>
                </a:cxn>
                <a:cxn ang="0">
                  <a:pos x="179" y="3"/>
                </a:cxn>
                <a:cxn ang="0">
                  <a:pos x="179" y="3"/>
                </a:cxn>
              </a:cxnLst>
              <a:rect l="0" t="0" r="r" b="b"/>
              <a:pathLst>
                <a:path w="189" h="217">
                  <a:moveTo>
                    <a:pt x="179" y="3"/>
                  </a:moveTo>
                  <a:lnTo>
                    <a:pt x="179" y="3"/>
                  </a:lnTo>
                  <a:lnTo>
                    <a:pt x="158" y="37"/>
                  </a:lnTo>
                  <a:lnTo>
                    <a:pt x="136" y="69"/>
                  </a:lnTo>
                  <a:lnTo>
                    <a:pt x="112" y="101"/>
                  </a:lnTo>
                  <a:lnTo>
                    <a:pt x="99" y="116"/>
                  </a:lnTo>
                  <a:lnTo>
                    <a:pt x="86" y="132"/>
                  </a:lnTo>
                  <a:lnTo>
                    <a:pt x="86" y="132"/>
                  </a:lnTo>
                  <a:lnTo>
                    <a:pt x="74" y="144"/>
                  </a:lnTo>
                  <a:lnTo>
                    <a:pt x="61" y="156"/>
                  </a:lnTo>
                  <a:lnTo>
                    <a:pt x="34" y="177"/>
                  </a:lnTo>
                  <a:lnTo>
                    <a:pt x="34" y="177"/>
                  </a:lnTo>
                  <a:lnTo>
                    <a:pt x="23" y="183"/>
                  </a:lnTo>
                  <a:lnTo>
                    <a:pt x="14" y="190"/>
                  </a:lnTo>
                  <a:lnTo>
                    <a:pt x="6" y="198"/>
                  </a:lnTo>
                  <a:lnTo>
                    <a:pt x="0" y="208"/>
                  </a:lnTo>
                  <a:lnTo>
                    <a:pt x="0" y="208"/>
                  </a:lnTo>
                  <a:lnTo>
                    <a:pt x="0" y="211"/>
                  </a:lnTo>
                  <a:lnTo>
                    <a:pt x="0" y="213"/>
                  </a:lnTo>
                  <a:lnTo>
                    <a:pt x="2" y="216"/>
                  </a:lnTo>
                  <a:lnTo>
                    <a:pt x="6" y="217"/>
                  </a:lnTo>
                  <a:lnTo>
                    <a:pt x="8" y="216"/>
                  </a:lnTo>
                  <a:lnTo>
                    <a:pt x="10" y="213"/>
                  </a:lnTo>
                  <a:lnTo>
                    <a:pt x="10" y="213"/>
                  </a:lnTo>
                  <a:lnTo>
                    <a:pt x="14" y="208"/>
                  </a:lnTo>
                  <a:lnTo>
                    <a:pt x="19" y="201"/>
                  </a:lnTo>
                  <a:lnTo>
                    <a:pt x="31" y="191"/>
                  </a:lnTo>
                  <a:lnTo>
                    <a:pt x="44" y="182"/>
                  </a:lnTo>
                  <a:lnTo>
                    <a:pt x="57" y="173"/>
                  </a:lnTo>
                  <a:lnTo>
                    <a:pt x="57" y="173"/>
                  </a:lnTo>
                  <a:lnTo>
                    <a:pt x="70" y="162"/>
                  </a:lnTo>
                  <a:lnTo>
                    <a:pt x="83" y="150"/>
                  </a:lnTo>
                  <a:lnTo>
                    <a:pt x="95" y="139"/>
                  </a:lnTo>
                  <a:lnTo>
                    <a:pt x="106" y="127"/>
                  </a:lnTo>
                  <a:lnTo>
                    <a:pt x="106" y="127"/>
                  </a:lnTo>
                  <a:lnTo>
                    <a:pt x="129" y="98"/>
                  </a:lnTo>
                  <a:lnTo>
                    <a:pt x="150" y="69"/>
                  </a:lnTo>
                  <a:lnTo>
                    <a:pt x="170" y="39"/>
                  </a:lnTo>
                  <a:lnTo>
                    <a:pt x="188" y="8"/>
                  </a:lnTo>
                  <a:lnTo>
                    <a:pt x="188" y="8"/>
                  </a:lnTo>
                  <a:lnTo>
                    <a:pt x="189" y="7"/>
                  </a:lnTo>
                  <a:lnTo>
                    <a:pt x="189" y="4"/>
                  </a:lnTo>
                  <a:lnTo>
                    <a:pt x="187" y="0"/>
                  </a:lnTo>
                  <a:lnTo>
                    <a:pt x="183" y="0"/>
                  </a:lnTo>
                  <a:lnTo>
                    <a:pt x="180" y="1"/>
                  </a:lnTo>
                  <a:lnTo>
                    <a:pt x="179" y="3"/>
                  </a:lnTo>
                  <a:lnTo>
                    <a:pt x="179" y="3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99" name="Freeform 511"/>
            <p:cNvSpPr/>
            <p:nvPr>
              <p:custDataLst>
                <p:tags r:id="rId54"/>
              </p:custDataLst>
            </p:nvPr>
          </p:nvSpPr>
          <p:spPr bwMode="auto">
            <a:xfrm>
              <a:off x="3465513" y="1516063"/>
              <a:ext cx="52388" cy="65088"/>
            </a:xfrm>
            <a:custGeom>
              <a:avLst/>
              <a:gdLst/>
              <a:ahLst/>
              <a:cxnLst>
                <a:cxn ang="0">
                  <a:pos x="119" y="1"/>
                </a:cxn>
                <a:cxn ang="0">
                  <a:pos x="119" y="1"/>
                </a:cxn>
                <a:cxn ang="0">
                  <a:pos x="85" y="34"/>
                </a:cxn>
                <a:cxn ang="0">
                  <a:pos x="68" y="51"/>
                </a:cxn>
                <a:cxn ang="0">
                  <a:pos x="52" y="69"/>
                </a:cxn>
                <a:cxn ang="0">
                  <a:pos x="52" y="69"/>
                </a:cxn>
                <a:cxn ang="0">
                  <a:pos x="38" y="90"/>
                </a:cxn>
                <a:cxn ang="0">
                  <a:pos x="25" y="111"/>
                </a:cxn>
                <a:cxn ang="0">
                  <a:pos x="12" y="132"/>
                </a:cxn>
                <a:cxn ang="0">
                  <a:pos x="0" y="154"/>
                </a:cxn>
                <a:cxn ang="0">
                  <a:pos x="0" y="154"/>
                </a:cxn>
                <a:cxn ang="0">
                  <a:pos x="0" y="157"/>
                </a:cxn>
                <a:cxn ang="0">
                  <a:pos x="0" y="159"/>
                </a:cxn>
                <a:cxn ang="0">
                  <a:pos x="2" y="162"/>
                </a:cxn>
                <a:cxn ang="0">
                  <a:pos x="5" y="163"/>
                </a:cxn>
                <a:cxn ang="0">
                  <a:pos x="8" y="163"/>
                </a:cxn>
                <a:cxn ang="0">
                  <a:pos x="9" y="162"/>
                </a:cxn>
                <a:cxn ang="0">
                  <a:pos x="10" y="161"/>
                </a:cxn>
                <a:cxn ang="0">
                  <a:pos x="10" y="161"/>
                </a:cxn>
                <a:cxn ang="0">
                  <a:pos x="21" y="140"/>
                </a:cxn>
                <a:cxn ang="0">
                  <a:pos x="31" y="120"/>
                </a:cxn>
                <a:cxn ang="0">
                  <a:pos x="43" y="102"/>
                </a:cxn>
                <a:cxn ang="0">
                  <a:pos x="57" y="83"/>
                </a:cxn>
                <a:cxn ang="0">
                  <a:pos x="57" y="83"/>
                </a:cxn>
                <a:cxn ang="0">
                  <a:pos x="73" y="62"/>
                </a:cxn>
                <a:cxn ang="0">
                  <a:pos x="90" y="44"/>
                </a:cxn>
                <a:cxn ang="0">
                  <a:pos x="128" y="9"/>
                </a:cxn>
                <a:cxn ang="0">
                  <a:pos x="128" y="9"/>
                </a:cxn>
                <a:cxn ang="0">
                  <a:pos x="129" y="8"/>
                </a:cxn>
                <a:cxn ang="0">
                  <a:pos x="129" y="5"/>
                </a:cxn>
                <a:cxn ang="0">
                  <a:pos x="127" y="1"/>
                </a:cxn>
                <a:cxn ang="0">
                  <a:pos x="124" y="0"/>
                </a:cxn>
                <a:cxn ang="0">
                  <a:pos x="121" y="0"/>
                </a:cxn>
                <a:cxn ang="0">
                  <a:pos x="119" y="1"/>
                </a:cxn>
                <a:cxn ang="0">
                  <a:pos x="119" y="1"/>
                </a:cxn>
              </a:cxnLst>
              <a:rect l="0" t="0" r="r" b="b"/>
              <a:pathLst>
                <a:path w="129" h="163">
                  <a:moveTo>
                    <a:pt x="119" y="1"/>
                  </a:moveTo>
                  <a:lnTo>
                    <a:pt x="119" y="1"/>
                  </a:lnTo>
                  <a:lnTo>
                    <a:pt x="85" y="34"/>
                  </a:lnTo>
                  <a:lnTo>
                    <a:pt x="68" y="51"/>
                  </a:lnTo>
                  <a:lnTo>
                    <a:pt x="52" y="69"/>
                  </a:lnTo>
                  <a:lnTo>
                    <a:pt x="52" y="69"/>
                  </a:lnTo>
                  <a:lnTo>
                    <a:pt x="38" y="90"/>
                  </a:lnTo>
                  <a:lnTo>
                    <a:pt x="25" y="111"/>
                  </a:lnTo>
                  <a:lnTo>
                    <a:pt x="12" y="132"/>
                  </a:lnTo>
                  <a:lnTo>
                    <a:pt x="0" y="154"/>
                  </a:lnTo>
                  <a:lnTo>
                    <a:pt x="0" y="154"/>
                  </a:lnTo>
                  <a:lnTo>
                    <a:pt x="0" y="157"/>
                  </a:lnTo>
                  <a:lnTo>
                    <a:pt x="0" y="159"/>
                  </a:lnTo>
                  <a:lnTo>
                    <a:pt x="2" y="162"/>
                  </a:lnTo>
                  <a:lnTo>
                    <a:pt x="5" y="163"/>
                  </a:lnTo>
                  <a:lnTo>
                    <a:pt x="8" y="163"/>
                  </a:lnTo>
                  <a:lnTo>
                    <a:pt x="9" y="162"/>
                  </a:lnTo>
                  <a:lnTo>
                    <a:pt x="10" y="161"/>
                  </a:lnTo>
                  <a:lnTo>
                    <a:pt x="10" y="161"/>
                  </a:lnTo>
                  <a:lnTo>
                    <a:pt x="21" y="140"/>
                  </a:lnTo>
                  <a:lnTo>
                    <a:pt x="31" y="120"/>
                  </a:lnTo>
                  <a:lnTo>
                    <a:pt x="43" y="102"/>
                  </a:lnTo>
                  <a:lnTo>
                    <a:pt x="57" y="83"/>
                  </a:lnTo>
                  <a:lnTo>
                    <a:pt x="57" y="83"/>
                  </a:lnTo>
                  <a:lnTo>
                    <a:pt x="73" y="62"/>
                  </a:lnTo>
                  <a:lnTo>
                    <a:pt x="90" y="44"/>
                  </a:lnTo>
                  <a:lnTo>
                    <a:pt x="128" y="9"/>
                  </a:lnTo>
                  <a:lnTo>
                    <a:pt x="128" y="9"/>
                  </a:lnTo>
                  <a:lnTo>
                    <a:pt x="129" y="8"/>
                  </a:lnTo>
                  <a:lnTo>
                    <a:pt x="129" y="5"/>
                  </a:lnTo>
                  <a:lnTo>
                    <a:pt x="127" y="1"/>
                  </a:lnTo>
                  <a:lnTo>
                    <a:pt x="124" y="0"/>
                  </a:lnTo>
                  <a:lnTo>
                    <a:pt x="121" y="0"/>
                  </a:lnTo>
                  <a:lnTo>
                    <a:pt x="119" y="1"/>
                  </a:lnTo>
                  <a:lnTo>
                    <a:pt x="119" y="1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00" name="Freeform 512"/>
            <p:cNvSpPr>
              <a:spLocks noEditPoints="1"/>
            </p:cNvSpPr>
            <p:nvPr>
              <p:custDataLst>
                <p:tags r:id="rId55"/>
              </p:custDataLst>
            </p:nvPr>
          </p:nvSpPr>
          <p:spPr bwMode="auto">
            <a:xfrm>
              <a:off x="3119438" y="1393825"/>
              <a:ext cx="277813" cy="128588"/>
            </a:xfrm>
            <a:custGeom>
              <a:avLst/>
              <a:gdLst/>
              <a:ahLst/>
              <a:cxnLst>
                <a:cxn ang="0">
                  <a:pos x="661" y="10"/>
                </a:cxn>
                <a:cxn ang="0">
                  <a:pos x="647" y="6"/>
                </a:cxn>
                <a:cxn ang="0">
                  <a:pos x="256" y="6"/>
                </a:cxn>
                <a:cxn ang="0">
                  <a:pos x="24" y="0"/>
                </a:cxn>
                <a:cxn ang="0">
                  <a:pos x="13" y="1"/>
                </a:cxn>
                <a:cxn ang="0">
                  <a:pos x="4" y="10"/>
                </a:cxn>
                <a:cxn ang="0">
                  <a:pos x="1" y="23"/>
                </a:cxn>
                <a:cxn ang="0">
                  <a:pos x="3" y="65"/>
                </a:cxn>
                <a:cxn ang="0">
                  <a:pos x="14" y="129"/>
                </a:cxn>
                <a:cxn ang="0">
                  <a:pos x="31" y="171"/>
                </a:cxn>
                <a:cxn ang="0">
                  <a:pos x="56" y="210"/>
                </a:cxn>
                <a:cxn ang="0">
                  <a:pos x="92" y="247"/>
                </a:cxn>
                <a:cxn ang="0">
                  <a:pos x="119" y="268"/>
                </a:cxn>
                <a:cxn ang="0">
                  <a:pos x="162" y="291"/>
                </a:cxn>
                <a:cxn ang="0">
                  <a:pos x="226" y="311"/>
                </a:cxn>
                <a:cxn ang="0">
                  <a:pos x="326" y="321"/>
                </a:cxn>
                <a:cxn ang="0">
                  <a:pos x="391" y="319"/>
                </a:cxn>
                <a:cxn ang="0">
                  <a:pos x="492" y="307"/>
                </a:cxn>
                <a:cxn ang="0">
                  <a:pos x="570" y="281"/>
                </a:cxn>
                <a:cxn ang="0">
                  <a:pos x="615" y="256"/>
                </a:cxn>
                <a:cxn ang="0">
                  <a:pos x="642" y="235"/>
                </a:cxn>
                <a:cxn ang="0">
                  <a:pos x="670" y="197"/>
                </a:cxn>
                <a:cxn ang="0">
                  <a:pos x="685" y="155"/>
                </a:cxn>
                <a:cxn ang="0">
                  <a:pos x="696" y="94"/>
                </a:cxn>
                <a:cxn ang="0">
                  <a:pos x="700" y="22"/>
                </a:cxn>
                <a:cxn ang="0">
                  <a:pos x="688" y="9"/>
                </a:cxn>
                <a:cxn ang="0">
                  <a:pos x="668" y="10"/>
                </a:cxn>
                <a:cxn ang="0">
                  <a:pos x="579" y="226"/>
                </a:cxn>
                <a:cxn ang="0">
                  <a:pos x="556" y="239"/>
                </a:cxn>
                <a:cxn ang="0">
                  <a:pos x="481" y="264"/>
                </a:cxn>
                <a:cxn ang="0">
                  <a:pos x="375" y="274"/>
                </a:cxn>
                <a:cxn ang="0">
                  <a:pos x="322" y="274"/>
                </a:cxn>
                <a:cxn ang="0">
                  <a:pos x="242" y="266"/>
                </a:cxn>
                <a:cxn ang="0">
                  <a:pos x="165" y="243"/>
                </a:cxn>
                <a:cxn ang="0">
                  <a:pos x="136" y="229"/>
                </a:cxn>
                <a:cxn ang="0">
                  <a:pos x="102" y="198"/>
                </a:cxn>
                <a:cxn ang="0">
                  <a:pos x="77" y="162"/>
                </a:cxn>
                <a:cxn ang="0">
                  <a:pos x="60" y="120"/>
                </a:cxn>
                <a:cxn ang="0">
                  <a:pos x="47" y="45"/>
                </a:cxn>
                <a:cxn ang="0">
                  <a:pos x="182" y="49"/>
                </a:cxn>
                <a:cxn ang="0">
                  <a:pos x="647" y="52"/>
                </a:cxn>
                <a:cxn ang="0">
                  <a:pos x="653" y="52"/>
                </a:cxn>
                <a:cxn ang="0">
                  <a:pos x="645" y="125"/>
                </a:cxn>
                <a:cxn ang="0">
                  <a:pos x="629" y="170"/>
                </a:cxn>
                <a:cxn ang="0">
                  <a:pos x="610" y="200"/>
                </a:cxn>
                <a:cxn ang="0">
                  <a:pos x="579" y="226"/>
                </a:cxn>
              </a:cxnLst>
              <a:rect l="0" t="0" r="r" b="b"/>
              <a:pathLst>
                <a:path w="700" h="321">
                  <a:moveTo>
                    <a:pt x="663" y="13"/>
                  </a:moveTo>
                  <a:lnTo>
                    <a:pt x="663" y="13"/>
                  </a:lnTo>
                  <a:lnTo>
                    <a:pt x="661" y="10"/>
                  </a:lnTo>
                  <a:lnTo>
                    <a:pt x="657" y="9"/>
                  </a:lnTo>
                  <a:lnTo>
                    <a:pt x="651" y="8"/>
                  </a:lnTo>
                  <a:lnTo>
                    <a:pt x="647" y="6"/>
                  </a:lnTo>
                  <a:lnTo>
                    <a:pt x="335" y="6"/>
                  </a:lnTo>
                  <a:lnTo>
                    <a:pt x="335" y="6"/>
                  </a:lnTo>
                  <a:lnTo>
                    <a:pt x="256" y="6"/>
                  </a:lnTo>
                  <a:lnTo>
                    <a:pt x="179" y="4"/>
                  </a:lnTo>
                  <a:lnTo>
                    <a:pt x="101" y="1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17" y="0"/>
                  </a:lnTo>
                  <a:lnTo>
                    <a:pt x="13" y="1"/>
                  </a:lnTo>
                  <a:lnTo>
                    <a:pt x="9" y="4"/>
                  </a:lnTo>
                  <a:lnTo>
                    <a:pt x="7" y="6"/>
                  </a:lnTo>
                  <a:lnTo>
                    <a:pt x="4" y="10"/>
                  </a:lnTo>
                  <a:lnTo>
                    <a:pt x="3" y="14"/>
                  </a:lnTo>
                  <a:lnTo>
                    <a:pt x="1" y="23"/>
                  </a:lnTo>
                  <a:lnTo>
                    <a:pt x="1" y="23"/>
                  </a:lnTo>
                  <a:lnTo>
                    <a:pt x="0" y="30"/>
                  </a:lnTo>
                  <a:lnTo>
                    <a:pt x="0" y="30"/>
                  </a:lnTo>
                  <a:lnTo>
                    <a:pt x="3" y="65"/>
                  </a:lnTo>
                  <a:lnTo>
                    <a:pt x="7" y="98"/>
                  </a:lnTo>
                  <a:lnTo>
                    <a:pt x="10" y="113"/>
                  </a:lnTo>
                  <a:lnTo>
                    <a:pt x="14" y="129"/>
                  </a:lnTo>
                  <a:lnTo>
                    <a:pt x="20" y="144"/>
                  </a:lnTo>
                  <a:lnTo>
                    <a:pt x="25" y="158"/>
                  </a:lnTo>
                  <a:lnTo>
                    <a:pt x="31" y="171"/>
                  </a:lnTo>
                  <a:lnTo>
                    <a:pt x="39" y="185"/>
                  </a:lnTo>
                  <a:lnTo>
                    <a:pt x="47" y="198"/>
                  </a:lnTo>
                  <a:lnTo>
                    <a:pt x="56" y="210"/>
                  </a:lnTo>
                  <a:lnTo>
                    <a:pt x="67" y="223"/>
                  </a:lnTo>
                  <a:lnTo>
                    <a:pt x="78" y="235"/>
                  </a:lnTo>
                  <a:lnTo>
                    <a:pt x="92" y="247"/>
                  </a:lnTo>
                  <a:lnTo>
                    <a:pt x="106" y="259"/>
                  </a:lnTo>
                  <a:lnTo>
                    <a:pt x="106" y="259"/>
                  </a:lnTo>
                  <a:lnTo>
                    <a:pt x="119" y="268"/>
                  </a:lnTo>
                  <a:lnTo>
                    <a:pt x="132" y="277"/>
                  </a:lnTo>
                  <a:lnTo>
                    <a:pt x="146" y="285"/>
                  </a:lnTo>
                  <a:lnTo>
                    <a:pt x="162" y="291"/>
                  </a:lnTo>
                  <a:lnTo>
                    <a:pt x="178" y="298"/>
                  </a:lnTo>
                  <a:lnTo>
                    <a:pt x="194" y="303"/>
                  </a:lnTo>
                  <a:lnTo>
                    <a:pt x="226" y="311"/>
                  </a:lnTo>
                  <a:lnTo>
                    <a:pt x="259" y="317"/>
                  </a:lnTo>
                  <a:lnTo>
                    <a:pt x="293" y="320"/>
                  </a:lnTo>
                  <a:lnTo>
                    <a:pt x="326" y="321"/>
                  </a:lnTo>
                  <a:lnTo>
                    <a:pt x="358" y="321"/>
                  </a:lnTo>
                  <a:lnTo>
                    <a:pt x="358" y="321"/>
                  </a:lnTo>
                  <a:lnTo>
                    <a:pt x="391" y="319"/>
                  </a:lnTo>
                  <a:lnTo>
                    <a:pt x="425" y="316"/>
                  </a:lnTo>
                  <a:lnTo>
                    <a:pt x="459" y="312"/>
                  </a:lnTo>
                  <a:lnTo>
                    <a:pt x="492" y="307"/>
                  </a:lnTo>
                  <a:lnTo>
                    <a:pt x="523" y="298"/>
                  </a:lnTo>
                  <a:lnTo>
                    <a:pt x="555" y="287"/>
                  </a:lnTo>
                  <a:lnTo>
                    <a:pt x="570" y="281"/>
                  </a:lnTo>
                  <a:lnTo>
                    <a:pt x="586" y="274"/>
                  </a:lnTo>
                  <a:lnTo>
                    <a:pt x="600" y="265"/>
                  </a:lnTo>
                  <a:lnTo>
                    <a:pt x="615" y="256"/>
                  </a:lnTo>
                  <a:lnTo>
                    <a:pt x="615" y="256"/>
                  </a:lnTo>
                  <a:lnTo>
                    <a:pt x="629" y="246"/>
                  </a:lnTo>
                  <a:lnTo>
                    <a:pt x="642" y="235"/>
                  </a:lnTo>
                  <a:lnTo>
                    <a:pt x="653" y="223"/>
                  </a:lnTo>
                  <a:lnTo>
                    <a:pt x="662" y="210"/>
                  </a:lnTo>
                  <a:lnTo>
                    <a:pt x="670" y="197"/>
                  </a:lnTo>
                  <a:lnTo>
                    <a:pt x="676" y="184"/>
                  </a:lnTo>
                  <a:lnTo>
                    <a:pt x="681" y="170"/>
                  </a:lnTo>
                  <a:lnTo>
                    <a:pt x="685" y="155"/>
                  </a:lnTo>
                  <a:lnTo>
                    <a:pt x="689" y="141"/>
                  </a:lnTo>
                  <a:lnTo>
                    <a:pt x="692" y="125"/>
                  </a:lnTo>
                  <a:lnTo>
                    <a:pt x="696" y="94"/>
                  </a:lnTo>
                  <a:lnTo>
                    <a:pt x="700" y="30"/>
                  </a:lnTo>
                  <a:lnTo>
                    <a:pt x="700" y="30"/>
                  </a:lnTo>
                  <a:lnTo>
                    <a:pt x="700" y="22"/>
                  </a:lnTo>
                  <a:lnTo>
                    <a:pt x="697" y="17"/>
                  </a:lnTo>
                  <a:lnTo>
                    <a:pt x="693" y="11"/>
                  </a:lnTo>
                  <a:lnTo>
                    <a:pt x="688" y="9"/>
                  </a:lnTo>
                  <a:lnTo>
                    <a:pt x="681" y="8"/>
                  </a:lnTo>
                  <a:lnTo>
                    <a:pt x="675" y="8"/>
                  </a:lnTo>
                  <a:lnTo>
                    <a:pt x="668" y="10"/>
                  </a:lnTo>
                  <a:lnTo>
                    <a:pt x="663" y="13"/>
                  </a:lnTo>
                  <a:lnTo>
                    <a:pt x="663" y="13"/>
                  </a:lnTo>
                  <a:close/>
                  <a:moveTo>
                    <a:pt x="579" y="226"/>
                  </a:moveTo>
                  <a:lnTo>
                    <a:pt x="579" y="226"/>
                  </a:lnTo>
                  <a:lnTo>
                    <a:pt x="568" y="232"/>
                  </a:lnTo>
                  <a:lnTo>
                    <a:pt x="556" y="239"/>
                  </a:lnTo>
                  <a:lnTo>
                    <a:pt x="532" y="249"/>
                  </a:lnTo>
                  <a:lnTo>
                    <a:pt x="506" y="257"/>
                  </a:lnTo>
                  <a:lnTo>
                    <a:pt x="481" y="264"/>
                  </a:lnTo>
                  <a:lnTo>
                    <a:pt x="455" y="268"/>
                  </a:lnTo>
                  <a:lnTo>
                    <a:pt x="428" y="270"/>
                  </a:lnTo>
                  <a:lnTo>
                    <a:pt x="375" y="274"/>
                  </a:lnTo>
                  <a:lnTo>
                    <a:pt x="375" y="274"/>
                  </a:lnTo>
                  <a:lnTo>
                    <a:pt x="349" y="274"/>
                  </a:lnTo>
                  <a:lnTo>
                    <a:pt x="322" y="274"/>
                  </a:lnTo>
                  <a:lnTo>
                    <a:pt x="296" y="273"/>
                  </a:lnTo>
                  <a:lnTo>
                    <a:pt x="268" y="270"/>
                  </a:lnTo>
                  <a:lnTo>
                    <a:pt x="242" y="266"/>
                  </a:lnTo>
                  <a:lnTo>
                    <a:pt x="216" y="261"/>
                  </a:lnTo>
                  <a:lnTo>
                    <a:pt x="190" y="253"/>
                  </a:lnTo>
                  <a:lnTo>
                    <a:pt x="165" y="243"/>
                  </a:lnTo>
                  <a:lnTo>
                    <a:pt x="165" y="243"/>
                  </a:lnTo>
                  <a:lnTo>
                    <a:pt x="150" y="236"/>
                  </a:lnTo>
                  <a:lnTo>
                    <a:pt x="136" y="229"/>
                  </a:lnTo>
                  <a:lnTo>
                    <a:pt x="124" y="219"/>
                  </a:lnTo>
                  <a:lnTo>
                    <a:pt x="112" y="209"/>
                  </a:lnTo>
                  <a:lnTo>
                    <a:pt x="102" y="198"/>
                  </a:lnTo>
                  <a:lnTo>
                    <a:pt x="93" y="187"/>
                  </a:lnTo>
                  <a:lnTo>
                    <a:pt x="84" y="175"/>
                  </a:lnTo>
                  <a:lnTo>
                    <a:pt x="77" y="162"/>
                  </a:lnTo>
                  <a:lnTo>
                    <a:pt x="71" y="149"/>
                  </a:lnTo>
                  <a:lnTo>
                    <a:pt x="64" y="134"/>
                  </a:lnTo>
                  <a:lnTo>
                    <a:pt x="60" y="120"/>
                  </a:lnTo>
                  <a:lnTo>
                    <a:pt x="56" y="106"/>
                  </a:lnTo>
                  <a:lnTo>
                    <a:pt x="50" y="76"/>
                  </a:lnTo>
                  <a:lnTo>
                    <a:pt x="47" y="45"/>
                  </a:lnTo>
                  <a:lnTo>
                    <a:pt x="47" y="45"/>
                  </a:lnTo>
                  <a:lnTo>
                    <a:pt x="114" y="47"/>
                  </a:lnTo>
                  <a:lnTo>
                    <a:pt x="182" y="49"/>
                  </a:lnTo>
                  <a:lnTo>
                    <a:pt x="249" y="52"/>
                  </a:lnTo>
                  <a:lnTo>
                    <a:pt x="317" y="52"/>
                  </a:lnTo>
                  <a:lnTo>
                    <a:pt x="647" y="52"/>
                  </a:lnTo>
                  <a:lnTo>
                    <a:pt x="647" y="52"/>
                  </a:lnTo>
                  <a:lnTo>
                    <a:pt x="653" y="52"/>
                  </a:lnTo>
                  <a:lnTo>
                    <a:pt x="653" y="52"/>
                  </a:lnTo>
                  <a:lnTo>
                    <a:pt x="651" y="77"/>
                  </a:lnTo>
                  <a:lnTo>
                    <a:pt x="649" y="102"/>
                  </a:lnTo>
                  <a:lnTo>
                    <a:pt x="645" y="125"/>
                  </a:lnTo>
                  <a:lnTo>
                    <a:pt x="638" y="149"/>
                  </a:lnTo>
                  <a:lnTo>
                    <a:pt x="634" y="159"/>
                  </a:lnTo>
                  <a:lnTo>
                    <a:pt x="629" y="170"/>
                  </a:lnTo>
                  <a:lnTo>
                    <a:pt x="624" y="180"/>
                  </a:lnTo>
                  <a:lnTo>
                    <a:pt x="616" y="191"/>
                  </a:lnTo>
                  <a:lnTo>
                    <a:pt x="610" y="200"/>
                  </a:lnTo>
                  <a:lnTo>
                    <a:pt x="600" y="209"/>
                  </a:lnTo>
                  <a:lnTo>
                    <a:pt x="590" y="218"/>
                  </a:lnTo>
                  <a:lnTo>
                    <a:pt x="579" y="226"/>
                  </a:lnTo>
                  <a:lnTo>
                    <a:pt x="579" y="226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01" name="Freeform 513"/>
            <p:cNvSpPr>
              <a:spLocks noEditPoints="1"/>
            </p:cNvSpPr>
            <p:nvPr>
              <p:custDataLst>
                <p:tags r:id="rId56"/>
              </p:custDataLst>
            </p:nvPr>
          </p:nvSpPr>
          <p:spPr bwMode="auto">
            <a:xfrm>
              <a:off x="3570288" y="1393825"/>
              <a:ext cx="277813" cy="128588"/>
            </a:xfrm>
            <a:custGeom>
              <a:avLst/>
              <a:gdLst/>
              <a:ahLst/>
              <a:cxnLst>
                <a:cxn ang="0">
                  <a:pos x="661" y="10"/>
                </a:cxn>
                <a:cxn ang="0">
                  <a:pos x="648" y="6"/>
                </a:cxn>
                <a:cxn ang="0">
                  <a:pos x="258" y="6"/>
                </a:cxn>
                <a:cxn ang="0">
                  <a:pos x="24" y="0"/>
                </a:cxn>
                <a:cxn ang="0">
                  <a:pos x="13" y="1"/>
                </a:cxn>
                <a:cxn ang="0">
                  <a:pos x="4" y="10"/>
                </a:cxn>
                <a:cxn ang="0">
                  <a:pos x="1" y="23"/>
                </a:cxn>
                <a:cxn ang="0">
                  <a:pos x="3" y="65"/>
                </a:cxn>
                <a:cxn ang="0">
                  <a:pos x="14" y="129"/>
                </a:cxn>
                <a:cxn ang="0">
                  <a:pos x="31" y="171"/>
                </a:cxn>
                <a:cxn ang="0">
                  <a:pos x="56" y="210"/>
                </a:cxn>
                <a:cxn ang="0">
                  <a:pos x="92" y="247"/>
                </a:cxn>
                <a:cxn ang="0">
                  <a:pos x="119" y="268"/>
                </a:cxn>
                <a:cxn ang="0">
                  <a:pos x="162" y="291"/>
                </a:cxn>
                <a:cxn ang="0">
                  <a:pos x="226" y="311"/>
                </a:cxn>
                <a:cxn ang="0">
                  <a:pos x="326" y="321"/>
                </a:cxn>
                <a:cxn ang="0">
                  <a:pos x="393" y="319"/>
                </a:cxn>
                <a:cxn ang="0">
                  <a:pos x="492" y="307"/>
                </a:cxn>
                <a:cxn ang="0">
                  <a:pos x="570" y="281"/>
                </a:cxn>
                <a:cxn ang="0">
                  <a:pos x="615" y="256"/>
                </a:cxn>
                <a:cxn ang="0">
                  <a:pos x="642" y="235"/>
                </a:cxn>
                <a:cxn ang="0">
                  <a:pos x="670" y="197"/>
                </a:cxn>
                <a:cxn ang="0">
                  <a:pos x="686" y="155"/>
                </a:cxn>
                <a:cxn ang="0">
                  <a:pos x="696" y="94"/>
                </a:cxn>
                <a:cxn ang="0">
                  <a:pos x="700" y="22"/>
                </a:cxn>
                <a:cxn ang="0">
                  <a:pos x="688" y="9"/>
                </a:cxn>
                <a:cxn ang="0">
                  <a:pos x="669" y="10"/>
                </a:cxn>
                <a:cxn ang="0">
                  <a:pos x="580" y="226"/>
                </a:cxn>
                <a:cxn ang="0">
                  <a:pos x="556" y="239"/>
                </a:cxn>
                <a:cxn ang="0">
                  <a:pos x="481" y="264"/>
                </a:cxn>
                <a:cxn ang="0">
                  <a:pos x="376" y="274"/>
                </a:cxn>
                <a:cxn ang="0">
                  <a:pos x="322" y="274"/>
                </a:cxn>
                <a:cxn ang="0">
                  <a:pos x="242" y="266"/>
                </a:cxn>
                <a:cxn ang="0">
                  <a:pos x="165" y="243"/>
                </a:cxn>
                <a:cxn ang="0">
                  <a:pos x="136" y="229"/>
                </a:cxn>
                <a:cxn ang="0">
                  <a:pos x="102" y="198"/>
                </a:cxn>
                <a:cxn ang="0">
                  <a:pos x="77" y="162"/>
                </a:cxn>
                <a:cxn ang="0">
                  <a:pos x="60" y="120"/>
                </a:cxn>
                <a:cxn ang="0">
                  <a:pos x="47" y="45"/>
                </a:cxn>
                <a:cxn ang="0">
                  <a:pos x="182" y="49"/>
                </a:cxn>
                <a:cxn ang="0">
                  <a:pos x="648" y="52"/>
                </a:cxn>
                <a:cxn ang="0">
                  <a:pos x="653" y="52"/>
                </a:cxn>
                <a:cxn ang="0">
                  <a:pos x="645" y="125"/>
                </a:cxn>
                <a:cxn ang="0">
                  <a:pos x="629" y="170"/>
                </a:cxn>
                <a:cxn ang="0">
                  <a:pos x="610" y="200"/>
                </a:cxn>
                <a:cxn ang="0">
                  <a:pos x="580" y="226"/>
                </a:cxn>
              </a:cxnLst>
              <a:rect l="0" t="0" r="r" b="b"/>
              <a:pathLst>
                <a:path w="701" h="321">
                  <a:moveTo>
                    <a:pt x="663" y="13"/>
                  </a:moveTo>
                  <a:lnTo>
                    <a:pt x="663" y="13"/>
                  </a:lnTo>
                  <a:lnTo>
                    <a:pt x="661" y="10"/>
                  </a:lnTo>
                  <a:lnTo>
                    <a:pt x="657" y="9"/>
                  </a:lnTo>
                  <a:lnTo>
                    <a:pt x="653" y="8"/>
                  </a:lnTo>
                  <a:lnTo>
                    <a:pt x="648" y="6"/>
                  </a:lnTo>
                  <a:lnTo>
                    <a:pt x="335" y="6"/>
                  </a:lnTo>
                  <a:lnTo>
                    <a:pt x="335" y="6"/>
                  </a:lnTo>
                  <a:lnTo>
                    <a:pt x="258" y="6"/>
                  </a:lnTo>
                  <a:lnTo>
                    <a:pt x="179" y="4"/>
                  </a:lnTo>
                  <a:lnTo>
                    <a:pt x="101" y="1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18" y="0"/>
                  </a:lnTo>
                  <a:lnTo>
                    <a:pt x="13" y="1"/>
                  </a:lnTo>
                  <a:lnTo>
                    <a:pt x="9" y="4"/>
                  </a:lnTo>
                  <a:lnTo>
                    <a:pt x="7" y="6"/>
                  </a:lnTo>
                  <a:lnTo>
                    <a:pt x="4" y="10"/>
                  </a:lnTo>
                  <a:lnTo>
                    <a:pt x="3" y="14"/>
                  </a:lnTo>
                  <a:lnTo>
                    <a:pt x="1" y="23"/>
                  </a:lnTo>
                  <a:lnTo>
                    <a:pt x="1" y="23"/>
                  </a:lnTo>
                  <a:lnTo>
                    <a:pt x="0" y="30"/>
                  </a:lnTo>
                  <a:lnTo>
                    <a:pt x="0" y="30"/>
                  </a:lnTo>
                  <a:lnTo>
                    <a:pt x="3" y="65"/>
                  </a:lnTo>
                  <a:lnTo>
                    <a:pt x="7" y="98"/>
                  </a:lnTo>
                  <a:lnTo>
                    <a:pt x="11" y="113"/>
                  </a:lnTo>
                  <a:lnTo>
                    <a:pt x="14" y="129"/>
                  </a:lnTo>
                  <a:lnTo>
                    <a:pt x="20" y="144"/>
                  </a:lnTo>
                  <a:lnTo>
                    <a:pt x="25" y="158"/>
                  </a:lnTo>
                  <a:lnTo>
                    <a:pt x="31" y="171"/>
                  </a:lnTo>
                  <a:lnTo>
                    <a:pt x="39" y="185"/>
                  </a:lnTo>
                  <a:lnTo>
                    <a:pt x="47" y="198"/>
                  </a:lnTo>
                  <a:lnTo>
                    <a:pt x="56" y="210"/>
                  </a:lnTo>
                  <a:lnTo>
                    <a:pt x="67" y="223"/>
                  </a:lnTo>
                  <a:lnTo>
                    <a:pt x="79" y="235"/>
                  </a:lnTo>
                  <a:lnTo>
                    <a:pt x="92" y="247"/>
                  </a:lnTo>
                  <a:lnTo>
                    <a:pt x="106" y="259"/>
                  </a:lnTo>
                  <a:lnTo>
                    <a:pt x="106" y="259"/>
                  </a:lnTo>
                  <a:lnTo>
                    <a:pt x="119" y="268"/>
                  </a:lnTo>
                  <a:lnTo>
                    <a:pt x="132" y="277"/>
                  </a:lnTo>
                  <a:lnTo>
                    <a:pt x="147" y="285"/>
                  </a:lnTo>
                  <a:lnTo>
                    <a:pt x="162" y="291"/>
                  </a:lnTo>
                  <a:lnTo>
                    <a:pt x="178" y="298"/>
                  </a:lnTo>
                  <a:lnTo>
                    <a:pt x="194" y="303"/>
                  </a:lnTo>
                  <a:lnTo>
                    <a:pt x="226" y="311"/>
                  </a:lnTo>
                  <a:lnTo>
                    <a:pt x="259" y="317"/>
                  </a:lnTo>
                  <a:lnTo>
                    <a:pt x="293" y="320"/>
                  </a:lnTo>
                  <a:lnTo>
                    <a:pt x="326" y="321"/>
                  </a:lnTo>
                  <a:lnTo>
                    <a:pt x="358" y="321"/>
                  </a:lnTo>
                  <a:lnTo>
                    <a:pt x="358" y="321"/>
                  </a:lnTo>
                  <a:lnTo>
                    <a:pt x="393" y="319"/>
                  </a:lnTo>
                  <a:lnTo>
                    <a:pt x="425" y="316"/>
                  </a:lnTo>
                  <a:lnTo>
                    <a:pt x="459" y="312"/>
                  </a:lnTo>
                  <a:lnTo>
                    <a:pt x="492" y="307"/>
                  </a:lnTo>
                  <a:lnTo>
                    <a:pt x="523" y="298"/>
                  </a:lnTo>
                  <a:lnTo>
                    <a:pt x="555" y="287"/>
                  </a:lnTo>
                  <a:lnTo>
                    <a:pt x="570" y="281"/>
                  </a:lnTo>
                  <a:lnTo>
                    <a:pt x="586" y="274"/>
                  </a:lnTo>
                  <a:lnTo>
                    <a:pt x="600" y="265"/>
                  </a:lnTo>
                  <a:lnTo>
                    <a:pt x="615" y="256"/>
                  </a:lnTo>
                  <a:lnTo>
                    <a:pt x="615" y="256"/>
                  </a:lnTo>
                  <a:lnTo>
                    <a:pt x="629" y="246"/>
                  </a:lnTo>
                  <a:lnTo>
                    <a:pt x="642" y="235"/>
                  </a:lnTo>
                  <a:lnTo>
                    <a:pt x="653" y="223"/>
                  </a:lnTo>
                  <a:lnTo>
                    <a:pt x="662" y="210"/>
                  </a:lnTo>
                  <a:lnTo>
                    <a:pt x="670" y="197"/>
                  </a:lnTo>
                  <a:lnTo>
                    <a:pt x="676" y="184"/>
                  </a:lnTo>
                  <a:lnTo>
                    <a:pt x="682" y="170"/>
                  </a:lnTo>
                  <a:lnTo>
                    <a:pt x="686" y="155"/>
                  </a:lnTo>
                  <a:lnTo>
                    <a:pt x="689" y="141"/>
                  </a:lnTo>
                  <a:lnTo>
                    <a:pt x="692" y="125"/>
                  </a:lnTo>
                  <a:lnTo>
                    <a:pt x="696" y="94"/>
                  </a:lnTo>
                  <a:lnTo>
                    <a:pt x="701" y="30"/>
                  </a:lnTo>
                  <a:lnTo>
                    <a:pt x="701" y="30"/>
                  </a:lnTo>
                  <a:lnTo>
                    <a:pt x="700" y="22"/>
                  </a:lnTo>
                  <a:lnTo>
                    <a:pt x="697" y="17"/>
                  </a:lnTo>
                  <a:lnTo>
                    <a:pt x="693" y="11"/>
                  </a:lnTo>
                  <a:lnTo>
                    <a:pt x="688" y="9"/>
                  </a:lnTo>
                  <a:lnTo>
                    <a:pt x="682" y="8"/>
                  </a:lnTo>
                  <a:lnTo>
                    <a:pt x="675" y="8"/>
                  </a:lnTo>
                  <a:lnTo>
                    <a:pt x="669" y="10"/>
                  </a:lnTo>
                  <a:lnTo>
                    <a:pt x="663" y="13"/>
                  </a:lnTo>
                  <a:lnTo>
                    <a:pt x="663" y="13"/>
                  </a:lnTo>
                  <a:close/>
                  <a:moveTo>
                    <a:pt x="580" y="226"/>
                  </a:moveTo>
                  <a:lnTo>
                    <a:pt x="580" y="226"/>
                  </a:lnTo>
                  <a:lnTo>
                    <a:pt x="568" y="232"/>
                  </a:lnTo>
                  <a:lnTo>
                    <a:pt x="556" y="239"/>
                  </a:lnTo>
                  <a:lnTo>
                    <a:pt x="532" y="249"/>
                  </a:lnTo>
                  <a:lnTo>
                    <a:pt x="506" y="257"/>
                  </a:lnTo>
                  <a:lnTo>
                    <a:pt x="481" y="264"/>
                  </a:lnTo>
                  <a:lnTo>
                    <a:pt x="455" y="268"/>
                  </a:lnTo>
                  <a:lnTo>
                    <a:pt x="428" y="270"/>
                  </a:lnTo>
                  <a:lnTo>
                    <a:pt x="376" y="274"/>
                  </a:lnTo>
                  <a:lnTo>
                    <a:pt x="376" y="274"/>
                  </a:lnTo>
                  <a:lnTo>
                    <a:pt x="349" y="274"/>
                  </a:lnTo>
                  <a:lnTo>
                    <a:pt x="322" y="274"/>
                  </a:lnTo>
                  <a:lnTo>
                    <a:pt x="296" y="273"/>
                  </a:lnTo>
                  <a:lnTo>
                    <a:pt x="268" y="270"/>
                  </a:lnTo>
                  <a:lnTo>
                    <a:pt x="242" y="266"/>
                  </a:lnTo>
                  <a:lnTo>
                    <a:pt x="216" y="261"/>
                  </a:lnTo>
                  <a:lnTo>
                    <a:pt x="191" y="253"/>
                  </a:lnTo>
                  <a:lnTo>
                    <a:pt x="165" y="243"/>
                  </a:lnTo>
                  <a:lnTo>
                    <a:pt x="165" y="243"/>
                  </a:lnTo>
                  <a:lnTo>
                    <a:pt x="151" y="236"/>
                  </a:lnTo>
                  <a:lnTo>
                    <a:pt x="136" y="229"/>
                  </a:lnTo>
                  <a:lnTo>
                    <a:pt x="124" y="219"/>
                  </a:lnTo>
                  <a:lnTo>
                    <a:pt x="113" y="209"/>
                  </a:lnTo>
                  <a:lnTo>
                    <a:pt x="102" y="198"/>
                  </a:lnTo>
                  <a:lnTo>
                    <a:pt x="93" y="187"/>
                  </a:lnTo>
                  <a:lnTo>
                    <a:pt x="85" y="175"/>
                  </a:lnTo>
                  <a:lnTo>
                    <a:pt x="77" y="162"/>
                  </a:lnTo>
                  <a:lnTo>
                    <a:pt x="71" y="149"/>
                  </a:lnTo>
                  <a:lnTo>
                    <a:pt x="65" y="134"/>
                  </a:lnTo>
                  <a:lnTo>
                    <a:pt x="60" y="120"/>
                  </a:lnTo>
                  <a:lnTo>
                    <a:pt x="56" y="106"/>
                  </a:lnTo>
                  <a:lnTo>
                    <a:pt x="50" y="76"/>
                  </a:lnTo>
                  <a:lnTo>
                    <a:pt x="47" y="45"/>
                  </a:lnTo>
                  <a:lnTo>
                    <a:pt x="47" y="45"/>
                  </a:lnTo>
                  <a:lnTo>
                    <a:pt x="114" y="47"/>
                  </a:lnTo>
                  <a:lnTo>
                    <a:pt x="182" y="49"/>
                  </a:lnTo>
                  <a:lnTo>
                    <a:pt x="250" y="52"/>
                  </a:lnTo>
                  <a:lnTo>
                    <a:pt x="317" y="52"/>
                  </a:lnTo>
                  <a:lnTo>
                    <a:pt x="648" y="52"/>
                  </a:lnTo>
                  <a:lnTo>
                    <a:pt x="648" y="52"/>
                  </a:lnTo>
                  <a:lnTo>
                    <a:pt x="653" y="52"/>
                  </a:lnTo>
                  <a:lnTo>
                    <a:pt x="653" y="52"/>
                  </a:lnTo>
                  <a:lnTo>
                    <a:pt x="652" y="77"/>
                  </a:lnTo>
                  <a:lnTo>
                    <a:pt x="649" y="102"/>
                  </a:lnTo>
                  <a:lnTo>
                    <a:pt x="645" y="125"/>
                  </a:lnTo>
                  <a:lnTo>
                    <a:pt x="638" y="149"/>
                  </a:lnTo>
                  <a:lnTo>
                    <a:pt x="635" y="159"/>
                  </a:lnTo>
                  <a:lnTo>
                    <a:pt x="629" y="170"/>
                  </a:lnTo>
                  <a:lnTo>
                    <a:pt x="624" y="180"/>
                  </a:lnTo>
                  <a:lnTo>
                    <a:pt x="617" y="191"/>
                  </a:lnTo>
                  <a:lnTo>
                    <a:pt x="610" y="200"/>
                  </a:lnTo>
                  <a:lnTo>
                    <a:pt x="600" y="209"/>
                  </a:lnTo>
                  <a:lnTo>
                    <a:pt x="590" y="218"/>
                  </a:lnTo>
                  <a:lnTo>
                    <a:pt x="580" y="226"/>
                  </a:lnTo>
                  <a:lnTo>
                    <a:pt x="580" y="226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02" name="Freeform 514"/>
            <p:cNvSpPr>
              <a:spLocks noEditPoints="1"/>
            </p:cNvSpPr>
            <p:nvPr>
              <p:custDataLst>
                <p:tags r:id="rId57"/>
              </p:custDataLst>
            </p:nvPr>
          </p:nvSpPr>
          <p:spPr bwMode="auto">
            <a:xfrm>
              <a:off x="3187701" y="1065213"/>
              <a:ext cx="587375" cy="128588"/>
            </a:xfrm>
            <a:custGeom>
              <a:avLst/>
              <a:gdLst/>
              <a:ahLst/>
              <a:cxnLst>
                <a:cxn ang="0">
                  <a:pos x="1383" y="117"/>
                </a:cxn>
                <a:cxn ang="0">
                  <a:pos x="1313" y="106"/>
                </a:cxn>
                <a:cxn ang="0">
                  <a:pos x="1176" y="26"/>
                </a:cxn>
                <a:cxn ang="0">
                  <a:pos x="1078" y="2"/>
                </a:cxn>
                <a:cxn ang="0">
                  <a:pos x="969" y="17"/>
                </a:cxn>
                <a:cxn ang="0">
                  <a:pos x="862" y="60"/>
                </a:cxn>
                <a:cxn ang="0">
                  <a:pos x="700" y="75"/>
                </a:cxn>
                <a:cxn ang="0">
                  <a:pos x="581" y="47"/>
                </a:cxn>
                <a:cxn ang="0">
                  <a:pos x="453" y="4"/>
                </a:cxn>
                <a:cxn ang="0">
                  <a:pos x="348" y="9"/>
                </a:cxn>
                <a:cxn ang="0">
                  <a:pos x="230" y="72"/>
                </a:cxn>
                <a:cxn ang="0">
                  <a:pos x="148" y="110"/>
                </a:cxn>
                <a:cxn ang="0">
                  <a:pos x="48" y="127"/>
                </a:cxn>
                <a:cxn ang="0">
                  <a:pos x="1" y="194"/>
                </a:cxn>
                <a:cxn ang="0">
                  <a:pos x="33" y="280"/>
                </a:cxn>
                <a:cxn ang="0">
                  <a:pos x="146" y="327"/>
                </a:cxn>
                <a:cxn ang="0">
                  <a:pos x="271" y="293"/>
                </a:cxn>
                <a:cxn ang="0">
                  <a:pos x="415" y="213"/>
                </a:cxn>
                <a:cxn ang="0">
                  <a:pos x="502" y="207"/>
                </a:cxn>
                <a:cxn ang="0">
                  <a:pos x="636" y="268"/>
                </a:cxn>
                <a:cxn ang="0">
                  <a:pos x="739" y="296"/>
                </a:cxn>
                <a:cxn ang="0">
                  <a:pos x="820" y="277"/>
                </a:cxn>
                <a:cxn ang="0">
                  <a:pos x="960" y="211"/>
                </a:cxn>
                <a:cxn ang="0">
                  <a:pos x="1049" y="209"/>
                </a:cxn>
                <a:cxn ang="0">
                  <a:pos x="1207" y="293"/>
                </a:cxn>
                <a:cxn ang="0">
                  <a:pos x="1313" y="327"/>
                </a:cxn>
                <a:cxn ang="0">
                  <a:pos x="1431" y="293"/>
                </a:cxn>
                <a:cxn ang="0">
                  <a:pos x="1477" y="208"/>
                </a:cxn>
                <a:cxn ang="0">
                  <a:pos x="1415" y="245"/>
                </a:cxn>
                <a:cxn ang="0">
                  <a:pos x="1321" y="284"/>
                </a:cxn>
                <a:cxn ang="0">
                  <a:pos x="1260" y="270"/>
                </a:cxn>
                <a:cxn ang="0">
                  <a:pos x="1074" y="166"/>
                </a:cxn>
                <a:cxn ang="0">
                  <a:pos x="963" y="165"/>
                </a:cxn>
                <a:cxn ang="0">
                  <a:pos x="777" y="246"/>
                </a:cxn>
                <a:cxn ang="0">
                  <a:pos x="761" y="250"/>
                </a:cxn>
                <a:cxn ang="0">
                  <a:pos x="717" y="253"/>
                </a:cxn>
                <a:cxn ang="0">
                  <a:pos x="591" y="195"/>
                </a:cxn>
                <a:cxn ang="0">
                  <a:pos x="433" y="161"/>
                </a:cxn>
                <a:cxn ang="0">
                  <a:pos x="322" y="206"/>
                </a:cxn>
                <a:cxn ang="0">
                  <a:pos x="188" y="281"/>
                </a:cxn>
                <a:cxn ang="0">
                  <a:pos x="97" y="270"/>
                </a:cxn>
                <a:cxn ang="0">
                  <a:pos x="47" y="221"/>
                </a:cxn>
                <a:cxn ang="0">
                  <a:pos x="61" y="178"/>
                </a:cxn>
                <a:cxn ang="0">
                  <a:pos x="161" y="161"/>
                </a:cxn>
                <a:cxn ang="0">
                  <a:pos x="192" y="144"/>
                </a:cxn>
                <a:cxn ang="0">
                  <a:pos x="309" y="75"/>
                </a:cxn>
                <a:cxn ang="0">
                  <a:pos x="433" y="47"/>
                </a:cxn>
                <a:cxn ang="0">
                  <a:pos x="572" y="94"/>
                </a:cxn>
                <a:cxn ang="0">
                  <a:pos x="725" y="122"/>
                </a:cxn>
                <a:cxn ang="0">
                  <a:pos x="747" y="122"/>
                </a:cxn>
                <a:cxn ang="0">
                  <a:pos x="872" y="106"/>
                </a:cxn>
                <a:cxn ang="0">
                  <a:pos x="1020" y="50"/>
                </a:cxn>
                <a:cxn ang="0">
                  <a:pos x="1129" y="59"/>
                </a:cxn>
                <a:cxn ang="0">
                  <a:pos x="1249" y="126"/>
                </a:cxn>
                <a:cxn ang="0">
                  <a:pos x="1309" y="160"/>
                </a:cxn>
                <a:cxn ang="0">
                  <a:pos x="1400" y="169"/>
                </a:cxn>
                <a:cxn ang="0">
                  <a:pos x="1432" y="209"/>
                </a:cxn>
                <a:cxn ang="0">
                  <a:pos x="1415" y="245"/>
                </a:cxn>
              </a:cxnLst>
              <a:rect l="0" t="0" r="r" b="b"/>
              <a:pathLst>
                <a:path w="1477" h="327">
                  <a:moveTo>
                    <a:pt x="1455" y="144"/>
                  </a:moveTo>
                  <a:lnTo>
                    <a:pt x="1455" y="144"/>
                  </a:lnTo>
                  <a:lnTo>
                    <a:pt x="1443" y="135"/>
                  </a:lnTo>
                  <a:lnTo>
                    <a:pt x="1430" y="127"/>
                  </a:lnTo>
                  <a:lnTo>
                    <a:pt x="1415" y="122"/>
                  </a:lnTo>
                  <a:lnTo>
                    <a:pt x="1400" y="119"/>
                  </a:lnTo>
                  <a:lnTo>
                    <a:pt x="1383" y="117"/>
                  </a:lnTo>
                  <a:lnTo>
                    <a:pt x="1367" y="115"/>
                  </a:lnTo>
                  <a:lnTo>
                    <a:pt x="1336" y="115"/>
                  </a:lnTo>
                  <a:lnTo>
                    <a:pt x="1336" y="115"/>
                  </a:lnTo>
                  <a:lnTo>
                    <a:pt x="1330" y="110"/>
                  </a:lnTo>
                  <a:lnTo>
                    <a:pt x="1322" y="107"/>
                  </a:lnTo>
                  <a:lnTo>
                    <a:pt x="1322" y="107"/>
                  </a:lnTo>
                  <a:lnTo>
                    <a:pt x="1313" y="106"/>
                  </a:lnTo>
                  <a:lnTo>
                    <a:pt x="1303" y="102"/>
                  </a:lnTo>
                  <a:lnTo>
                    <a:pt x="1284" y="94"/>
                  </a:lnTo>
                  <a:lnTo>
                    <a:pt x="1266" y="84"/>
                  </a:lnTo>
                  <a:lnTo>
                    <a:pt x="1248" y="72"/>
                  </a:lnTo>
                  <a:lnTo>
                    <a:pt x="1211" y="49"/>
                  </a:lnTo>
                  <a:lnTo>
                    <a:pt x="1194" y="37"/>
                  </a:lnTo>
                  <a:lnTo>
                    <a:pt x="1176" y="26"/>
                  </a:lnTo>
                  <a:lnTo>
                    <a:pt x="1176" y="26"/>
                  </a:lnTo>
                  <a:lnTo>
                    <a:pt x="1162" y="21"/>
                  </a:lnTo>
                  <a:lnTo>
                    <a:pt x="1146" y="15"/>
                  </a:lnTo>
                  <a:lnTo>
                    <a:pt x="1129" y="9"/>
                  </a:lnTo>
                  <a:lnTo>
                    <a:pt x="1112" y="5"/>
                  </a:lnTo>
                  <a:lnTo>
                    <a:pt x="1095" y="3"/>
                  </a:lnTo>
                  <a:lnTo>
                    <a:pt x="1078" y="2"/>
                  </a:lnTo>
                  <a:lnTo>
                    <a:pt x="1061" y="0"/>
                  </a:lnTo>
                  <a:lnTo>
                    <a:pt x="1045" y="2"/>
                  </a:lnTo>
                  <a:lnTo>
                    <a:pt x="1045" y="2"/>
                  </a:lnTo>
                  <a:lnTo>
                    <a:pt x="1025" y="4"/>
                  </a:lnTo>
                  <a:lnTo>
                    <a:pt x="1006" y="8"/>
                  </a:lnTo>
                  <a:lnTo>
                    <a:pt x="988" y="12"/>
                  </a:lnTo>
                  <a:lnTo>
                    <a:pt x="969" y="17"/>
                  </a:lnTo>
                  <a:lnTo>
                    <a:pt x="951" y="24"/>
                  </a:lnTo>
                  <a:lnTo>
                    <a:pt x="933" y="30"/>
                  </a:lnTo>
                  <a:lnTo>
                    <a:pt x="914" y="38"/>
                  </a:lnTo>
                  <a:lnTo>
                    <a:pt x="897" y="47"/>
                  </a:lnTo>
                  <a:lnTo>
                    <a:pt x="897" y="47"/>
                  </a:lnTo>
                  <a:lnTo>
                    <a:pt x="880" y="55"/>
                  </a:lnTo>
                  <a:lnTo>
                    <a:pt x="862" y="60"/>
                  </a:lnTo>
                  <a:lnTo>
                    <a:pt x="842" y="66"/>
                  </a:lnTo>
                  <a:lnTo>
                    <a:pt x="821" y="70"/>
                  </a:lnTo>
                  <a:lnTo>
                    <a:pt x="799" y="72"/>
                  </a:lnTo>
                  <a:lnTo>
                    <a:pt x="778" y="75"/>
                  </a:lnTo>
                  <a:lnTo>
                    <a:pt x="739" y="76"/>
                  </a:lnTo>
                  <a:lnTo>
                    <a:pt x="739" y="76"/>
                  </a:lnTo>
                  <a:lnTo>
                    <a:pt x="700" y="75"/>
                  </a:lnTo>
                  <a:lnTo>
                    <a:pt x="678" y="72"/>
                  </a:lnTo>
                  <a:lnTo>
                    <a:pt x="657" y="70"/>
                  </a:lnTo>
                  <a:lnTo>
                    <a:pt x="636" y="66"/>
                  </a:lnTo>
                  <a:lnTo>
                    <a:pt x="615" y="60"/>
                  </a:lnTo>
                  <a:lnTo>
                    <a:pt x="596" y="55"/>
                  </a:lnTo>
                  <a:lnTo>
                    <a:pt x="581" y="47"/>
                  </a:lnTo>
                  <a:lnTo>
                    <a:pt x="581" y="47"/>
                  </a:lnTo>
                  <a:lnTo>
                    <a:pt x="564" y="38"/>
                  </a:lnTo>
                  <a:lnTo>
                    <a:pt x="545" y="30"/>
                  </a:lnTo>
                  <a:lnTo>
                    <a:pt x="527" y="24"/>
                  </a:lnTo>
                  <a:lnTo>
                    <a:pt x="509" y="17"/>
                  </a:lnTo>
                  <a:lnTo>
                    <a:pt x="490" y="12"/>
                  </a:lnTo>
                  <a:lnTo>
                    <a:pt x="471" y="8"/>
                  </a:lnTo>
                  <a:lnTo>
                    <a:pt x="453" y="4"/>
                  </a:lnTo>
                  <a:lnTo>
                    <a:pt x="433" y="2"/>
                  </a:lnTo>
                  <a:lnTo>
                    <a:pt x="433" y="2"/>
                  </a:lnTo>
                  <a:lnTo>
                    <a:pt x="417" y="0"/>
                  </a:lnTo>
                  <a:lnTo>
                    <a:pt x="400" y="2"/>
                  </a:lnTo>
                  <a:lnTo>
                    <a:pt x="383" y="3"/>
                  </a:lnTo>
                  <a:lnTo>
                    <a:pt x="365" y="5"/>
                  </a:lnTo>
                  <a:lnTo>
                    <a:pt x="348" y="9"/>
                  </a:lnTo>
                  <a:lnTo>
                    <a:pt x="332" y="15"/>
                  </a:lnTo>
                  <a:lnTo>
                    <a:pt x="317" y="21"/>
                  </a:lnTo>
                  <a:lnTo>
                    <a:pt x="302" y="26"/>
                  </a:lnTo>
                  <a:lnTo>
                    <a:pt x="302" y="26"/>
                  </a:lnTo>
                  <a:lnTo>
                    <a:pt x="284" y="37"/>
                  </a:lnTo>
                  <a:lnTo>
                    <a:pt x="265" y="49"/>
                  </a:lnTo>
                  <a:lnTo>
                    <a:pt x="230" y="72"/>
                  </a:lnTo>
                  <a:lnTo>
                    <a:pt x="212" y="84"/>
                  </a:lnTo>
                  <a:lnTo>
                    <a:pt x="194" y="94"/>
                  </a:lnTo>
                  <a:lnTo>
                    <a:pt x="174" y="102"/>
                  </a:lnTo>
                  <a:lnTo>
                    <a:pt x="165" y="106"/>
                  </a:lnTo>
                  <a:lnTo>
                    <a:pt x="154" y="107"/>
                  </a:lnTo>
                  <a:lnTo>
                    <a:pt x="154" y="107"/>
                  </a:lnTo>
                  <a:lnTo>
                    <a:pt x="148" y="110"/>
                  </a:lnTo>
                  <a:lnTo>
                    <a:pt x="143" y="115"/>
                  </a:lnTo>
                  <a:lnTo>
                    <a:pt x="143" y="115"/>
                  </a:lnTo>
                  <a:lnTo>
                    <a:pt x="111" y="115"/>
                  </a:lnTo>
                  <a:lnTo>
                    <a:pt x="94" y="117"/>
                  </a:lnTo>
                  <a:lnTo>
                    <a:pt x="78" y="119"/>
                  </a:lnTo>
                  <a:lnTo>
                    <a:pt x="63" y="122"/>
                  </a:lnTo>
                  <a:lnTo>
                    <a:pt x="48" y="127"/>
                  </a:lnTo>
                  <a:lnTo>
                    <a:pt x="35" y="135"/>
                  </a:lnTo>
                  <a:lnTo>
                    <a:pt x="23" y="144"/>
                  </a:lnTo>
                  <a:lnTo>
                    <a:pt x="23" y="144"/>
                  </a:lnTo>
                  <a:lnTo>
                    <a:pt x="16" y="155"/>
                  </a:lnTo>
                  <a:lnTo>
                    <a:pt x="9" y="166"/>
                  </a:lnTo>
                  <a:lnTo>
                    <a:pt x="4" y="179"/>
                  </a:lnTo>
                  <a:lnTo>
                    <a:pt x="1" y="194"/>
                  </a:lnTo>
                  <a:lnTo>
                    <a:pt x="0" y="208"/>
                  </a:lnTo>
                  <a:lnTo>
                    <a:pt x="1" y="223"/>
                  </a:lnTo>
                  <a:lnTo>
                    <a:pt x="4" y="236"/>
                  </a:lnTo>
                  <a:lnTo>
                    <a:pt x="9" y="247"/>
                  </a:lnTo>
                  <a:lnTo>
                    <a:pt x="9" y="247"/>
                  </a:lnTo>
                  <a:lnTo>
                    <a:pt x="21" y="264"/>
                  </a:lnTo>
                  <a:lnTo>
                    <a:pt x="33" y="280"/>
                  </a:lnTo>
                  <a:lnTo>
                    <a:pt x="46" y="293"/>
                  </a:lnTo>
                  <a:lnTo>
                    <a:pt x="61" y="304"/>
                  </a:lnTo>
                  <a:lnTo>
                    <a:pt x="77" y="311"/>
                  </a:lnTo>
                  <a:lnTo>
                    <a:pt x="93" y="319"/>
                  </a:lnTo>
                  <a:lnTo>
                    <a:pt x="110" y="323"/>
                  </a:lnTo>
                  <a:lnTo>
                    <a:pt x="128" y="326"/>
                  </a:lnTo>
                  <a:lnTo>
                    <a:pt x="146" y="327"/>
                  </a:lnTo>
                  <a:lnTo>
                    <a:pt x="165" y="327"/>
                  </a:lnTo>
                  <a:lnTo>
                    <a:pt x="183" y="325"/>
                  </a:lnTo>
                  <a:lnTo>
                    <a:pt x="201" y="321"/>
                  </a:lnTo>
                  <a:lnTo>
                    <a:pt x="218" y="317"/>
                  </a:lnTo>
                  <a:lnTo>
                    <a:pt x="237" y="310"/>
                  </a:lnTo>
                  <a:lnTo>
                    <a:pt x="254" y="302"/>
                  </a:lnTo>
                  <a:lnTo>
                    <a:pt x="271" y="293"/>
                  </a:lnTo>
                  <a:lnTo>
                    <a:pt x="271" y="293"/>
                  </a:lnTo>
                  <a:lnTo>
                    <a:pt x="296" y="279"/>
                  </a:lnTo>
                  <a:lnTo>
                    <a:pt x="319" y="263"/>
                  </a:lnTo>
                  <a:lnTo>
                    <a:pt x="343" y="249"/>
                  </a:lnTo>
                  <a:lnTo>
                    <a:pt x="366" y="234"/>
                  </a:lnTo>
                  <a:lnTo>
                    <a:pt x="390" y="223"/>
                  </a:lnTo>
                  <a:lnTo>
                    <a:pt x="415" y="213"/>
                  </a:lnTo>
                  <a:lnTo>
                    <a:pt x="429" y="209"/>
                  </a:lnTo>
                  <a:lnTo>
                    <a:pt x="442" y="207"/>
                  </a:lnTo>
                  <a:lnTo>
                    <a:pt x="456" y="204"/>
                  </a:lnTo>
                  <a:lnTo>
                    <a:pt x="471" y="203"/>
                  </a:lnTo>
                  <a:lnTo>
                    <a:pt x="471" y="203"/>
                  </a:lnTo>
                  <a:lnTo>
                    <a:pt x="487" y="204"/>
                  </a:lnTo>
                  <a:lnTo>
                    <a:pt x="502" y="207"/>
                  </a:lnTo>
                  <a:lnTo>
                    <a:pt x="517" y="211"/>
                  </a:lnTo>
                  <a:lnTo>
                    <a:pt x="532" y="217"/>
                  </a:lnTo>
                  <a:lnTo>
                    <a:pt x="560" y="230"/>
                  </a:lnTo>
                  <a:lnTo>
                    <a:pt x="589" y="245"/>
                  </a:lnTo>
                  <a:lnTo>
                    <a:pt x="589" y="245"/>
                  </a:lnTo>
                  <a:lnTo>
                    <a:pt x="617" y="259"/>
                  </a:lnTo>
                  <a:lnTo>
                    <a:pt x="636" y="268"/>
                  </a:lnTo>
                  <a:lnTo>
                    <a:pt x="657" y="277"/>
                  </a:lnTo>
                  <a:lnTo>
                    <a:pt x="679" y="287"/>
                  </a:lnTo>
                  <a:lnTo>
                    <a:pt x="700" y="293"/>
                  </a:lnTo>
                  <a:lnTo>
                    <a:pt x="710" y="296"/>
                  </a:lnTo>
                  <a:lnTo>
                    <a:pt x="721" y="297"/>
                  </a:lnTo>
                  <a:lnTo>
                    <a:pt x="730" y="297"/>
                  </a:lnTo>
                  <a:lnTo>
                    <a:pt x="739" y="296"/>
                  </a:lnTo>
                  <a:lnTo>
                    <a:pt x="739" y="296"/>
                  </a:lnTo>
                  <a:lnTo>
                    <a:pt x="748" y="297"/>
                  </a:lnTo>
                  <a:lnTo>
                    <a:pt x="757" y="297"/>
                  </a:lnTo>
                  <a:lnTo>
                    <a:pt x="768" y="296"/>
                  </a:lnTo>
                  <a:lnTo>
                    <a:pt x="778" y="293"/>
                  </a:lnTo>
                  <a:lnTo>
                    <a:pt x="799" y="287"/>
                  </a:lnTo>
                  <a:lnTo>
                    <a:pt x="820" y="277"/>
                  </a:lnTo>
                  <a:lnTo>
                    <a:pt x="841" y="268"/>
                  </a:lnTo>
                  <a:lnTo>
                    <a:pt x="861" y="259"/>
                  </a:lnTo>
                  <a:lnTo>
                    <a:pt x="889" y="245"/>
                  </a:lnTo>
                  <a:lnTo>
                    <a:pt x="889" y="245"/>
                  </a:lnTo>
                  <a:lnTo>
                    <a:pt x="917" y="230"/>
                  </a:lnTo>
                  <a:lnTo>
                    <a:pt x="946" y="217"/>
                  </a:lnTo>
                  <a:lnTo>
                    <a:pt x="960" y="211"/>
                  </a:lnTo>
                  <a:lnTo>
                    <a:pt x="976" y="207"/>
                  </a:lnTo>
                  <a:lnTo>
                    <a:pt x="990" y="204"/>
                  </a:lnTo>
                  <a:lnTo>
                    <a:pt x="1006" y="203"/>
                  </a:lnTo>
                  <a:lnTo>
                    <a:pt x="1006" y="203"/>
                  </a:lnTo>
                  <a:lnTo>
                    <a:pt x="1022" y="204"/>
                  </a:lnTo>
                  <a:lnTo>
                    <a:pt x="1036" y="207"/>
                  </a:lnTo>
                  <a:lnTo>
                    <a:pt x="1049" y="209"/>
                  </a:lnTo>
                  <a:lnTo>
                    <a:pt x="1062" y="213"/>
                  </a:lnTo>
                  <a:lnTo>
                    <a:pt x="1088" y="223"/>
                  </a:lnTo>
                  <a:lnTo>
                    <a:pt x="1112" y="234"/>
                  </a:lnTo>
                  <a:lnTo>
                    <a:pt x="1135" y="249"/>
                  </a:lnTo>
                  <a:lnTo>
                    <a:pt x="1159" y="263"/>
                  </a:lnTo>
                  <a:lnTo>
                    <a:pt x="1182" y="279"/>
                  </a:lnTo>
                  <a:lnTo>
                    <a:pt x="1207" y="293"/>
                  </a:lnTo>
                  <a:lnTo>
                    <a:pt x="1207" y="293"/>
                  </a:lnTo>
                  <a:lnTo>
                    <a:pt x="1223" y="302"/>
                  </a:lnTo>
                  <a:lnTo>
                    <a:pt x="1241" y="310"/>
                  </a:lnTo>
                  <a:lnTo>
                    <a:pt x="1258" y="317"/>
                  </a:lnTo>
                  <a:lnTo>
                    <a:pt x="1277" y="321"/>
                  </a:lnTo>
                  <a:lnTo>
                    <a:pt x="1295" y="325"/>
                  </a:lnTo>
                  <a:lnTo>
                    <a:pt x="1313" y="327"/>
                  </a:lnTo>
                  <a:lnTo>
                    <a:pt x="1332" y="327"/>
                  </a:lnTo>
                  <a:lnTo>
                    <a:pt x="1350" y="326"/>
                  </a:lnTo>
                  <a:lnTo>
                    <a:pt x="1367" y="323"/>
                  </a:lnTo>
                  <a:lnTo>
                    <a:pt x="1384" y="319"/>
                  </a:lnTo>
                  <a:lnTo>
                    <a:pt x="1401" y="311"/>
                  </a:lnTo>
                  <a:lnTo>
                    <a:pt x="1417" y="304"/>
                  </a:lnTo>
                  <a:lnTo>
                    <a:pt x="1431" y="293"/>
                  </a:lnTo>
                  <a:lnTo>
                    <a:pt x="1445" y="280"/>
                  </a:lnTo>
                  <a:lnTo>
                    <a:pt x="1457" y="264"/>
                  </a:lnTo>
                  <a:lnTo>
                    <a:pt x="1469" y="247"/>
                  </a:lnTo>
                  <a:lnTo>
                    <a:pt x="1469" y="247"/>
                  </a:lnTo>
                  <a:lnTo>
                    <a:pt x="1473" y="236"/>
                  </a:lnTo>
                  <a:lnTo>
                    <a:pt x="1477" y="223"/>
                  </a:lnTo>
                  <a:lnTo>
                    <a:pt x="1477" y="208"/>
                  </a:lnTo>
                  <a:lnTo>
                    <a:pt x="1477" y="194"/>
                  </a:lnTo>
                  <a:lnTo>
                    <a:pt x="1474" y="179"/>
                  </a:lnTo>
                  <a:lnTo>
                    <a:pt x="1469" y="166"/>
                  </a:lnTo>
                  <a:lnTo>
                    <a:pt x="1462" y="155"/>
                  </a:lnTo>
                  <a:lnTo>
                    <a:pt x="1455" y="144"/>
                  </a:lnTo>
                  <a:lnTo>
                    <a:pt x="1455" y="144"/>
                  </a:lnTo>
                  <a:close/>
                  <a:moveTo>
                    <a:pt x="1415" y="245"/>
                  </a:moveTo>
                  <a:lnTo>
                    <a:pt x="1415" y="245"/>
                  </a:lnTo>
                  <a:lnTo>
                    <a:pt x="1400" y="259"/>
                  </a:lnTo>
                  <a:lnTo>
                    <a:pt x="1381" y="270"/>
                  </a:lnTo>
                  <a:lnTo>
                    <a:pt x="1362" y="277"/>
                  </a:lnTo>
                  <a:lnTo>
                    <a:pt x="1342" y="283"/>
                  </a:lnTo>
                  <a:lnTo>
                    <a:pt x="1332" y="284"/>
                  </a:lnTo>
                  <a:lnTo>
                    <a:pt x="1321" y="284"/>
                  </a:lnTo>
                  <a:lnTo>
                    <a:pt x="1311" y="284"/>
                  </a:lnTo>
                  <a:lnTo>
                    <a:pt x="1300" y="283"/>
                  </a:lnTo>
                  <a:lnTo>
                    <a:pt x="1290" y="281"/>
                  </a:lnTo>
                  <a:lnTo>
                    <a:pt x="1279" y="279"/>
                  </a:lnTo>
                  <a:lnTo>
                    <a:pt x="1270" y="275"/>
                  </a:lnTo>
                  <a:lnTo>
                    <a:pt x="1260" y="270"/>
                  </a:lnTo>
                  <a:lnTo>
                    <a:pt x="1260" y="270"/>
                  </a:lnTo>
                  <a:lnTo>
                    <a:pt x="1233" y="255"/>
                  </a:lnTo>
                  <a:lnTo>
                    <a:pt x="1207" y="238"/>
                  </a:lnTo>
                  <a:lnTo>
                    <a:pt x="1156" y="206"/>
                  </a:lnTo>
                  <a:lnTo>
                    <a:pt x="1130" y="190"/>
                  </a:lnTo>
                  <a:lnTo>
                    <a:pt x="1103" y="177"/>
                  </a:lnTo>
                  <a:lnTo>
                    <a:pt x="1088" y="170"/>
                  </a:lnTo>
                  <a:lnTo>
                    <a:pt x="1074" y="166"/>
                  </a:lnTo>
                  <a:lnTo>
                    <a:pt x="1059" y="162"/>
                  </a:lnTo>
                  <a:lnTo>
                    <a:pt x="1045" y="161"/>
                  </a:lnTo>
                  <a:lnTo>
                    <a:pt x="1045" y="161"/>
                  </a:lnTo>
                  <a:lnTo>
                    <a:pt x="1022" y="158"/>
                  </a:lnTo>
                  <a:lnTo>
                    <a:pt x="999" y="158"/>
                  </a:lnTo>
                  <a:lnTo>
                    <a:pt x="981" y="161"/>
                  </a:lnTo>
                  <a:lnTo>
                    <a:pt x="963" y="165"/>
                  </a:lnTo>
                  <a:lnTo>
                    <a:pt x="944" y="170"/>
                  </a:lnTo>
                  <a:lnTo>
                    <a:pt x="926" y="178"/>
                  </a:lnTo>
                  <a:lnTo>
                    <a:pt x="887" y="195"/>
                  </a:lnTo>
                  <a:lnTo>
                    <a:pt x="887" y="195"/>
                  </a:lnTo>
                  <a:lnTo>
                    <a:pt x="842" y="217"/>
                  </a:lnTo>
                  <a:lnTo>
                    <a:pt x="808" y="233"/>
                  </a:lnTo>
                  <a:lnTo>
                    <a:pt x="777" y="246"/>
                  </a:lnTo>
                  <a:lnTo>
                    <a:pt x="777" y="246"/>
                  </a:lnTo>
                  <a:lnTo>
                    <a:pt x="777" y="246"/>
                  </a:lnTo>
                  <a:lnTo>
                    <a:pt x="777" y="246"/>
                  </a:lnTo>
                  <a:lnTo>
                    <a:pt x="761" y="250"/>
                  </a:lnTo>
                  <a:lnTo>
                    <a:pt x="761" y="250"/>
                  </a:lnTo>
                  <a:lnTo>
                    <a:pt x="761" y="250"/>
                  </a:lnTo>
                  <a:lnTo>
                    <a:pt x="761" y="250"/>
                  </a:lnTo>
                  <a:lnTo>
                    <a:pt x="748" y="254"/>
                  </a:lnTo>
                  <a:lnTo>
                    <a:pt x="748" y="254"/>
                  </a:lnTo>
                  <a:lnTo>
                    <a:pt x="739" y="254"/>
                  </a:lnTo>
                  <a:lnTo>
                    <a:pt x="739" y="254"/>
                  </a:lnTo>
                  <a:lnTo>
                    <a:pt x="731" y="255"/>
                  </a:lnTo>
                  <a:lnTo>
                    <a:pt x="723" y="254"/>
                  </a:lnTo>
                  <a:lnTo>
                    <a:pt x="717" y="253"/>
                  </a:lnTo>
                  <a:lnTo>
                    <a:pt x="710" y="249"/>
                  </a:lnTo>
                  <a:lnTo>
                    <a:pt x="710" y="249"/>
                  </a:lnTo>
                  <a:lnTo>
                    <a:pt x="695" y="243"/>
                  </a:lnTo>
                  <a:lnTo>
                    <a:pt x="678" y="236"/>
                  </a:lnTo>
                  <a:lnTo>
                    <a:pt x="641" y="220"/>
                  </a:lnTo>
                  <a:lnTo>
                    <a:pt x="591" y="195"/>
                  </a:lnTo>
                  <a:lnTo>
                    <a:pt x="591" y="195"/>
                  </a:lnTo>
                  <a:lnTo>
                    <a:pt x="552" y="178"/>
                  </a:lnTo>
                  <a:lnTo>
                    <a:pt x="534" y="170"/>
                  </a:lnTo>
                  <a:lnTo>
                    <a:pt x="515" y="165"/>
                  </a:lnTo>
                  <a:lnTo>
                    <a:pt x="497" y="161"/>
                  </a:lnTo>
                  <a:lnTo>
                    <a:pt x="477" y="158"/>
                  </a:lnTo>
                  <a:lnTo>
                    <a:pt x="456" y="158"/>
                  </a:lnTo>
                  <a:lnTo>
                    <a:pt x="433" y="161"/>
                  </a:lnTo>
                  <a:lnTo>
                    <a:pt x="433" y="161"/>
                  </a:lnTo>
                  <a:lnTo>
                    <a:pt x="419" y="162"/>
                  </a:lnTo>
                  <a:lnTo>
                    <a:pt x="403" y="166"/>
                  </a:lnTo>
                  <a:lnTo>
                    <a:pt x="388" y="170"/>
                  </a:lnTo>
                  <a:lnTo>
                    <a:pt x="375" y="177"/>
                  </a:lnTo>
                  <a:lnTo>
                    <a:pt x="348" y="190"/>
                  </a:lnTo>
                  <a:lnTo>
                    <a:pt x="322" y="206"/>
                  </a:lnTo>
                  <a:lnTo>
                    <a:pt x="269" y="238"/>
                  </a:lnTo>
                  <a:lnTo>
                    <a:pt x="245" y="255"/>
                  </a:lnTo>
                  <a:lnTo>
                    <a:pt x="218" y="270"/>
                  </a:lnTo>
                  <a:lnTo>
                    <a:pt x="218" y="270"/>
                  </a:lnTo>
                  <a:lnTo>
                    <a:pt x="208" y="275"/>
                  </a:lnTo>
                  <a:lnTo>
                    <a:pt x="199" y="279"/>
                  </a:lnTo>
                  <a:lnTo>
                    <a:pt x="188" y="281"/>
                  </a:lnTo>
                  <a:lnTo>
                    <a:pt x="178" y="283"/>
                  </a:lnTo>
                  <a:lnTo>
                    <a:pt x="167" y="284"/>
                  </a:lnTo>
                  <a:lnTo>
                    <a:pt x="157" y="284"/>
                  </a:lnTo>
                  <a:lnTo>
                    <a:pt x="146" y="284"/>
                  </a:lnTo>
                  <a:lnTo>
                    <a:pt x="136" y="283"/>
                  </a:lnTo>
                  <a:lnTo>
                    <a:pt x="116" y="277"/>
                  </a:lnTo>
                  <a:lnTo>
                    <a:pt x="97" y="270"/>
                  </a:lnTo>
                  <a:lnTo>
                    <a:pt x="78" y="259"/>
                  </a:lnTo>
                  <a:lnTo>
                    <a:pt x="61" y="245"/>
                  </a:lnTo>
                  <a:lnTo>
                    <a:pt x="61" y="245"/>
                  </a:lnTo>
                  <a:lnTo>
                    <a:pt x="56" y="240"/>
                  </a:lnTo>
                  <a:lnTo>
                    <a:pt x="52" y="233"/>
                  </a:lnTo>
                  <a:lnTo>
                    <a:pt x="50" y="228"/>
                  </a:lnTo>
                  <a:lnTo>
                    <a:pt x="47" y="221"/>
                  </a:lnTo>
                  <a:lnTo>
                    <a:pt x="46" y="215"/>
                  </a:lnTo>
                  <a:lnTo>
                    <a:pt x="46" y="209"/>
                  </a:lnTo>
                  <a:lnTo>
                    <a:pt x="46" y="203"/>
                  </a:lnTo>
                  <a:lnTo>
                    <a:pt x="48" y="198"/>
                  </a:lnTo>
                  <a:lnTo>
                    <a:pt x="50" y="192"/>
                  </a:lnTo>
                  <a:lnTo>
                    <a:pt x="54" y="187"/>
                  </a:lnTo>
                  <a:lnTo>
                    <a:pt x="61" y="178"/>
                  </a:lnTo>
                  <a:lnTo>
                    <a:pt x="72" y="172"/>
                  </a:lnTo>
                  <a:lnTo>
                    <a:pt x="77" y="169"/>
                  </a:lnTo>
                  <a:lnTo>
                    <a:pt x="84" y="166"/>
                  </a:lnTo>
                  <a:lnTo>
                    <a:pt x="84" y="166"/>
                  </a:lnTo>
                  <a:lnTo>
                    <a:pt x="103" y="164"/>
                  </a:lnTo>
                  <a:lnTo>
                    <a:pt x="123" y="161"/>
                  </a:lnTo>
                  <a:lnTo>
                    <a:pt x="161" y="161"/>
                  </a:lnTo>
                  <a:lnTo>
                    <a:pt x="161" y="161"/>
                  </a:lnTo>
                  <a:lnTo>
                    <a:pt x="167" y="160"/>
                  </a:lnTo>
                  <a:lnTo>
                    <a:pt x="173" y="157"/>
                  </a:lnTo>
                  <a:lnTo>
                    <a:pt x="178" y="153"/>
                  </a:lnTo>
                  <a:lnTo>
                    <a:pt x="180" y="149"/>
                  </a:lnTo>
                  <a:lnTo>
                    <a:pt x="180" y="149"/>
                  </a:lnTo>
                  <a:lnTo>
                    <a:pt x="192" y="144"/>
                  </a:lnTo>
                  <a:lnTo>
                    <a:pt x="205" y="139"/>
                  </a:lnTo>
                  <a:lnTo>
                    <a:pt x="228" y="126"/>
                  </a:lnTo>
                  <a:lnTo>
                    <a:pt x="250" y="111"/>
                  </a:lnTo>
                  <a:lnTo>
                    <a:pt x="272" y="97"/>
                  </a:lnTo>
                  <a:lnTo>
                    <a:pt x="272" y="97"/>
                  </a:lnTo>
                  <a:lnTo>
                    <a:pt x="289" y="85"/>
                  </a:lnTo>
                  <a:lnTo>
                    <a:pt x="309" y="75"/>
                  </a:lnTo>
                  <a:lnTo>
                    <a:pt x="328" y="67"/>
                  </a:lnTo>
                  <a:lnTo>
                    <a:pt x="348" y="59"/>
                  </a:lnTo>
                  <a:lnTo>
                    <a:pt x="369" y="54"/>
                  </a:lnTo>
                  <a:lnTo>
                    <a:pt x="390" y="50"/>
                  </a:lnTo>
                  <a:lnTo>
                    <a:pt x="411" y="47"/>
                  </a:lnTo>
                  <a:lnTo>
                    <a:pt x="433" y="47"/>
                  </a:lnTo>
                  <a:lnTo>
                    <a:pt x="433" y="47"/>
                  </a:lnTo>
                  <a:lnTo>
                    <a:pt x="445" y="49"/>
                  </a:lnTo>
                  <a:lnTo>
                    <a:pt x="458" y="50"/>
                  </a:lnTo>
                  <a:lnTo>
                    <a:pt x="481" y="56"/>
                  </a:lnTo>
                  <a:lnTo>
                    <a:pt x="504" y="64"/>
                  </a:lnTo>
                  <a:lnTo>
                    <a:pt x="527" y="75"/>
                  </a:lnTo>
                  <a:lnTo>
                    <a:pt x="549" y="85"/>
                  </a:lnTo>
                  <a:lnTo>
                    <a:pt x="572" y="94"/>
                  </a:lnTo>
                  <a:lnTo>
                    <a:pt x="594" y="102"/>
                  </a:lnTo>
                  <a:lnTo>
                    <a:pt x="606" y="106"/>
                  </a:lnTo>
                  <a:lnTo>
                    <a:pt x="617" y="109"/>
                  </a:lnTo>
                  <a:lnTo>
                    <a:pt x="617" y="109"/>
                  </a:lnTo>
                  <a:lnTo>
                    <a:pt x="671" y="117"/>
                  </a:lnTo>
                  <a:lnTo>
                    <a:pt x="697" y="119"/>
                  </a:lnTo>
                  <a:lnTo>
                    <a:pt x="725" y="122"/>
                  </a:lnTo>
                  <a:lnTo>
                    <a:pt x="725" y="122"/>
                  </a:lnTo>
                  <a:lnTo>
                    <a:pt x="730" y="122"/>
                  </a:lnTo>
                  <a:lnTo>
                    <a:pt x="730" y="122"/>
                  </a:lnTo>
                  <a:lnTo>
                    <a:pt x="739" y="122"/>
                  </a:lnTo>
                  <a:lnTo>
                    <a:pt x="739" y="122"/>
                  </a:lnTo>
                  <a:lnTo>
                    <a:pt x="747" y="122"/>
                  </a:lnTo>
                  <a:lnTo>
                    <a:pt x="747" y="122"/>
                  </a:lnTo>
                  <a:lnTo>
                    <a:pt x="753" y="122"/>
                  </a:lnTo>
                  <a:lnTo>
                    <a:pt x="753" y="122"/>
                  </a:lnTo>
                  <a:lnTo>
                    <a:pt x="780" y="119"/>
                  </a:lnTo>
                  <a:lnTo>
                    <a:pt x="807" y="117"/>
                  </a:lnTo>
                  <a:lnTo>
                    <a:pt x="859" y="109"/>
                  </a:lnTo>
                  <a:lnTo>
                    <a:pt x="859" y="109"/>
                  </a:lnTo>
                  <a:lnTo>
                    <a:pt x="872" y="106"/>
                  </a:lnTo>
                  <a:lnTo>
                    <a:pt x="884" y="102"/>
                  </a:lnTo>
                  <a:lnTo>
                    <a:pt x="906" y="94"/>
                  </a:lnTo>
                  <a:lnTo>
                    <a:pt x="929" y="85"/>
                  </a:lnTo>
                  <a:lnTo>
                    <a:pt x="951" y="75"/>
                  </a:lnTo>
                  <a:lnTo>
                    <a:pt x="973" y="64"/>
                  </a:lnTo>
                  <a:lnTo>
                    <a:pt x="997" y="56"/>
                  </a:lnTo>
                  <a:lnTo>
                    <a:pt x="1020" y="50"/>
                  </a:lnTo>
                  <a:lnTo>
                    <a:pt x="1032" y="49"/>
                  </a:lnTo>
                  <a:lnTo>
                    <a:pt x="1045" y="47"/>
                  </a:lnTo>
                  <a:lnTo>
                    <a:pt x="1045" y="47"/>
                  </a:lnTo>
                  <a:lnTo>
                    <a:pt x="1066" y="47"/>
                  </a:lnTo>
                  <a:lnTo>
                    <a:pt x="1088" y="50"/>
                  </a:lnTo>
                  <a:lnTo>
                    <a:pt x="1109" y="54"/>
                  </a:lnTo>
                  <a:lnTo>
                    <a:pt x="1129" y="59"/>
                  </a:lnTo>
                  <a:lnTo>
                    <a:pt x="1150" y="67"/>
                  </a:lnTo>
                  <a:lnTo>
                    <a:pt x="1169" y="75"/>
                  </a:lnTo>
                  <a:lnTo>
                    <a:pt x="1188" y="85"/>
                  </a:lnTo>
                  <a:lnTo>
                    <a:pt x="1206" y="97"/>
                  </a:lnTo>
                  <a:lnTo>
                    <a:pt x="1206" y="97"/>
                  </a:lnTo>
                  <a:lnTo>
                    <a:pt x="1227" y="111"/>
                  </a:lnTo>
                  <a:lnTo>
                    <a:pt x="1249" y="126"/>
                  </a:lnTo>
                  <a:lnTo>
                    <a:pt x="1273" y="139"/>
                  </a:lnTo>
                  <a:lnTo>
                    <a:pt x="1284" y="144"/>
                  </a:lnTo>
                  <a:lnTo>
                    <a:pt x="1298" y="149"/>
                  </a:lnTo>
                  <a:lnTo>
                    <a:pt x="1298" y="149"/>
                  </a:lnTo>
                  <a:lnTo>
                    <a:pt x="1300" y="153"/>
                  </a:lnTo>
                  <a:lnTo>
                    <a:pt x="1304" y="157"/>
                  </a:lnTo>
                  <a:lnTo>
                    <a:pt x="1309" y="160"/>
                  </a:lnTo>
                  <a:lnTo>
                    <a:pt x="1317" y="161"/>
                  </a:lnTo>
                  <a:lnTo>
                    <a:pt x="1317" y="161"/>
                  </a:lnTo>
                  <a:lnTo>
                    <a:pt x="1355" y="161"/>
                  </a:lnTo>
                  <a:lnTo>
                    <a:pt x="1375" y="164"/>
                  </a:lnTo>
                  <a:lnTo>
                    <a:pt x="1393" y="166"/>
                  </a:lnTo>
                  <a:lnTo>
                    <a:pt x="1393" y="166"/>
                  </a:lnTo>
                  <a:lnTo>
                    <a:pt x="1400" y="169"/>
                  </a:lnTo>
                  <a:lnTo>
                    <a:pt x="1406" y="172"/>
                  </a:lnTo>
                  <a:lnTo>
                    <a:pt x="1417" y="178"/>
                  </a:lnTo>
                  <a:lnTo>
                    <a:pt x="1424" y="187"/>
                  </a:lnTo>
                  <a:lnTo>
                    <a:pt x="1427" y="192"/>
                  </a:lnTo>
                  <a:lnTo>
                    <a:pt x="1430" y="198"/>
                  </a:lnTo>
                  <a:lnTo>
                    <a:pt x="1431" y="203"/>
                  </a:lnTo>
                  <a:lnTo>
                    <a:pt x="1432" y="209"/>
                  </a:lnTo>
                  <a:lnTo>
                    <a:pt x="1432" y="215"/>
                  </a:lnTo>
                  <a:lnTo>
                    <a:pt x="1431" y="221"/>
                  </a:lnTo>
                  <a:lnTo>
                    <a:pt x="1428" y="228"/>
                  </a:lnTo>
                  <a:lnTo>
                    <a:pt x="1426" y="233"/>
                  </a:lnTo>
                  <a:lnTo>
                    <a:pt x="1421" y="240"/>
                  </a:lnTo>
                  <a:lnTo>
                    <a:pt x="1415" y="245"/>
                  </a:lnTo>
                  <a:lnTo>
                    <a:pt x="1415" y="245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03" name="Freeform 515"/>
            <p:cNvSpPr/>
            <p:nvPr>
              <p:custDataLst>
                <p:tags r:id="rId58"/>
              </p:custDataLst>
            </p:nvPr>
          </p:nvSpPr>
          <p:spPr bwMode="auto">
            <a:xfrm>
              <a:off x="3133726" y="1176338"/>
              <a:ext cx="117475" cy="230188"/>
            </a:xfrm>
            <a:custGeom>
              <a:avLst/>
              <a:gdLst/>
              <a:ahLst/>
              <a:cxnLst>
                <a:cxn ang="0">
                  <a:pos x="251" y="10"/>
                </a:cxn>
                <a:cxn ang="0">
                  <a:pos x="216" y="78"/>
                </a:cxn>
                <a:cxn ang="0">
                  <a:pos x="186" y="149"/>
                </a:cxn>
                <a:cxn ang="0">
                  <a:pos x="140" y="255"/>
                </a:cxn>
                <a:cxn ang="0">
                  <a:pos x="124" y="290"/>
                </a:cxn>
                <a:cxn ang="0">
                  <a:pos x="91" y="349"/>
                </a:cxn>
                <a:cxn ang="0">
                  <a:pos x="59" y="406"/>
                </a:cxn>
                <a:cxn ang="0">
                  <a:pos x="42" y="440"/>
                </a:cxn>
                <a:cxn ang="0">
                  <a:pos x="12" y="515"/>
                </a:cxn>
                <a:cxn ang="0">
                  <a:pos x="1" y="553"/>
                </a:cxn>
                <a:cxn ang="0">
                  <a:pos x="1" y="553"/>
                </a:cxn>
                <a:cxn ang="0">
                  <a:pos x="0" y="558"/>
                </a:cxn>
                <a:cxn ang="0">
                  <a:pos x="1" y="567"/>
                </a:cxn>
                <a:cxn ang="0">
                  <a:pos x="5" y="574"/>
                </a:cxn>
                <a:cxn ang="0">
                  <a:pos x="20" y="580"/>
                </a:cxn>
                <a:cxn ang="0">
                  <a:pos x="35" y="578"/>
                </a:cxn>
                <a:cxn ang="0">
                  <a:pos x="42" y="573"/>
                </a:cxn>
                <a:cxn ang="0">
                  <a:pos x="44" y="565"/>
                </a:cxn>
                <a:cxn ang="0">
                  <a:pos x="46" y="563"/>
                </a:cxn>
                <a:cxn ang="0">
                  <a:pos x="48" y="558"/>
                </a:cxn>
                <a:cxn ang="0">
                  <a:pos x="48" y="552"/>
                </a:cxn>
                <a:cxn ang="0">
                  <a:pos x="73" y="485"/>
                </a:cxn>
                <a:cxn ang="0">
                  <a:pos x="106" y="421"/>
                </a:cxn>
                <a:cxn ang="0">
                  <a:pos x="156" y="328"/>
                </a:cxn>
                <a:cxn ang="0">
                  <a:pos x="173" y="297"/>
                </a:cxn>
                <a:cxn ang="0">
                  <a:pos x="201" y="230"/>
                </a:cxn>
                <a:cxn ang="0">
                  <a:pos x="243" y="130"/>
                </a:cxn>
                <a:cxn ang="0">
                  <a:pos x="273" y="65"/>
                </a:cxn>
                <a:cxn ang="0">
                  <a:pos x="290" y="34"/>
                </a:cxn>
                <a:cxn ang="0">
                  <a:pos x="293" y="25"/>
                </a:cxn>
                <a:cxn ang="0">
                  <a:pos x="292" y="15"/>
                </a:cxn>
                <a:cxn ang="0">
                  <a:pos x="288" y="9"/>
                </a:cxn>
                <a:cxn ang="0">
                  <a:pos x="273" y="0"/>
                </a:cxn>
                <a:cxn ang="0">
                  <a:pos x="265" y="0"/>
                </a:cxn>
                <a:cxn ang="0">
                  <a:pos x="258" y="4"/>
                </a:cxn>
                <a:cxn ang="0">
                  <a:pos x="251" y="10"/>
                </a:cxn>
              </a:cxnLst>
              <a:rect l="0" t="0" r="r" b="b"/>
              <a:pathLst>
                <a:path w="293" h="580">
                  <a:moveTo>
                    <a:pt x="251" y="10"/>
                  </a:moveTo>
                  <a:lnTo>
                    <a:pt x="251" y="10"/>
                  </a:lnTo>
                  <a:lnTo>
                    <a:pt x="233" y="44"/>
                  </a:lnTo>
                  <a:lnTo>
                    <a:pt x="216" y="78"/>
                  </a:lnTo>
                  <a:lnTo>
                    <a:pt x="200" y="113"/>
                  </a:lnTo>
                  <a:lnTo>
                    <a:pt x="186" y="149"/>
                  </a:lnTo>
                  <a:lnTo>
                    <a:pt x="156" y="219"/>
                  </a:lnTo>
                  <a:lnTo>
                    <a:pt x="140" y="255"/>
                  </a:lnTo>
                  <a:lnTo>
                    <a:pt x="124" y="290"/>
                  </a:lnTo>
                  <a:lnTo>
                    <a:pt x="124" y="290"/>
                  </a:lnTo>
                  <a:lnTo>
                    <a:pt x="110" y="320"/>
                  </a:lnTo>
                  <a:lnTo>
                    <a:pt x="91" y="349"/>
                  </a:lnTo>
                  <a:lnTo>
                    <a:pt x="74" y="376"/>
                  </a:lnTo>
                  <a:lnTo>
                    <a:pt x="59" y="406"/>
                  </a:lnTo>
                  <a:lnTo>
                    <a:pt x="59" y="406"/>
                  </a:lnTo>
                  <a:lnTo>
                    <a:pt x="42" y="440"/>
                  </a:lnTo>
                  <a:lnTo>
                    <a:pt x="26" y="477"/>
                  </a:lnTo>
                  <a:lnTo>
                    <a:pt x="12" y="515"/>
                  </a:lnTo>
                  <a:lnTo>
                    <a:pt x="1" y="553"/>
                  </a:lnTo>
                  <a:lnTo>
                    <a:pt x="1" y="553"/>
                  </a:lnTo>
                  <a:lnTo>
                    <a:pt x="1" y="553"/>
                  </a:lnTo>
                  <a:lnTo>
                    <a:pt x="1" y="553"/>
                  </a:lnTo>
                  <a:lnTo>
                    <a:pt x="0" y="558"/>
                  </a:lnTo>
                  <a:lnTo>
                    <a:pt x="0" y="558"/>
                  </a:lnTo>
                  <a:lnTo>
                    <a:pt x="0" y="563"/>
                  </a:lnTo>
                  <a:lnTo>
                    <a:pt x="1" y="567"/>
                  </a:lnTo>
                  <a:lnTo>
                    <a:pt x="3" y="571"/>
                  </a:lnTo>
                  <a:lnTo>
                    <a:pt x="5" y="574"/>
                  </a:lnTo>
                  <a:lnTo>
                    <a:pt x="12" y="578"/>
                  </a:lnTo>
                  <a:lnTo>
                    <a:pt x="20" y="580"/>
                  </a:lnTo>
                  <a:lnTo>
                    <a:pt x="27" y="580"/>
                  </a:lnTo>
                  <a:lnTo>
                    <a:pt x="35" y="578"/>
                  </a:lnTo>
                  <a:lnTo>
                    <a:pt x="38" y="575"/>
                  </a:lnTo>
                  <a:lnTo>
                    <a:pt x="42" y="573"/>
                  </a:lnTo>
                  <a:lnTo>
                    <a:pt x="43" y="569"/>
                  </a:lnTo>
                  <a:lnTo>
                    <a:pt x="44" y="565"/>
                  </a:lnTo>
                  <a:lnTo>
                    <a:pt x="44" y="565"/>
                  </a:lnTo>
                  <a:lnTo>
                    <a:pt x="46" y="563"/>
                  </a:lnTo>
                  <a:lnTo>
                    <a:pt x="46" y="563"/>
                  </a:lnTo>
                  <a:lnTo>
                    <a:pt x="48" y="558"/>
                  </a:lnTo>
                  <a:lnTo>
                    <a:pt x="48" y="552"/>
                  </a:lnTo>
                  <a:lnTo>
                    <a:pt x="48" y="552"/>
                  </a:lnTo>
                  <a:lnTo>
                    <a:pt x="60" y="518"/>
                  </a:lnTo>
                  <a:lnTo>
                    <a:pt x="73" y="485"/>
                  </a:lnTo>
                  <a:lnTo>
                    <a:pt x="89" y="452"/>
                  </a:lnTo>
                  <a:lnTo>
                    <a:pt x="106" y="421"/>
                  </a:lnTo>
                  <a:lnTo>
                    <a:pt x="140" y="359"/>
                  </a:lnTo>
                  <a:lnTo>
                    <a:pt x="156" y="328"/>
                  </a:lnTo>
                  <a:lnTo>
                    <a:pt x="173" y="297"/>
                  </a:lnTo>
                  <a:lnTo>
                    <a:pt x="173" y="297"/>
                  </a:lnTo>
                  <a:lnTo>
                    <a:pt x="187" y="264"/>
                  </a:lnTo>
                  <a:lnTo>
                    <a:pt x="201" y="230"/>
                  </a:lnTo>
                  <a:lnTo>
                    <a:pt x="229" y="163"/>
                  </a:lnTo>
                  <a:lnTo>
                    <a:pt x="243" y="130"/>
                  </a:lnTo>
                  <a:lnTo>
                    <a:pt x="258" y="98"/>
                  </a:lnTo>
                  <a:lnTo>
                    <a:pt x="273" y="65"/>
                  </a:lnTo>
                  <a:lnTo>
                    <a:pt x="290" y="34"/>
                  </a:lnTo>
                  <a:lnTo>
                    <a:pt x="290" y="34"/>
                  </a:lnTo>
                  <a:lnTo>
                    <a:pt x="292" y="28"/>
                  </a:lnTo>
                  <a:lnTo>
                    <a:pt x="293" y="25"/>
                  </a:lnTo>
                  <a:lnTo>
                    <a:pt x="293" y="19"/>
                  </a:lnTo>
                  <a:lnTo>
                    <a:pt x="292" y="15"/>
                  </a:lnTo>
                  <a:lnTo>
                    <a:pt x="290" y="11"/>
                  </a:lnTo>
                  <a:lnTo>
                    <a:pt x="288" y="9"/>
                  </a:lnTo>
                  <a:lnTo>
                    <a:pt x="281" y="2"/>
                  </a:lnTo>
                  <a:lnTo>
                    <a:pt x="273" y="0"/>
                  </a:lnTo>
                  <a:lnTo>
                    <a:pt x="269" y="0"/>
                  </a:lnTo>
                  <a:lnTo>
                    <a:pt x="265" y="0"/>
                  </a:lnTo>
                  <a:lnTo>
                    <a:pt x="262" y="1"/>
                  </a:lnTo>
                  <a:lnTo>
                    <a:pt x="258" y="4"/>
                  </a:lnTo>
                  <a:lnTo>
                    <a:pt x="254" y="6"/>
                  </a:lnTo>
                  <a:lnTo>
                    <a:pt x="251" y="10"/>
                  </a:lnTo>
                  <a:lnTo>
                    <a:pt x="251" y="10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04" name="Freeform 516"/>
            <p:cNvSpPr/>
            <p:nvPr>
              <p:custDataLst>
                <p:tags r:id="rId59"/>
              </p:custDataLst>
            </p:nvPr>
          </p:nvSpPr>
          <p:spPr bwMode="auto">
            <a:xfrm>
              <a:off x="3255963" y="1174750"/>
              <a:ext cx="109538" cy="230188"/>
            </a:xfrm>
            <a:custGeom>
              <a:avLst/>
              <a:gdLst/>
              <a:ahLst/>
              <a:cxnLst>
                <a:cxn ang="0">
                  <a:pos x="270" y="543"/>
                </a:cxn>
                <a:cxn ang="0">
                  <a:pos x="263" y="533"/>
                </a:cxn>
                <a:cxn ang="0">
                  <a:pos x="248" y="505"/>
                </a:cxn>
                <a:cxn ang="0">
                  <a:pos x="233" y="456"/>
                </a:cxn>
                <a:cxn ang="0">
                  <a:pos x="221" y="429"/>
                </a:cxn>
                <a:cxn ang="0">
                  <a:pos x="213" y="412"/>
                </a:cxn>
                <a:cxn ang="0">
                  <a:pos x="192" y="359"/>
                </a:cxn>
                <a:cxn ang="0">
                  <a:pos x="170" y="288"/>
                </a:cxn>
                <a:cxn ang="0">
                  <a:pos x="165" y="270"/>
                </a:cxn>
                <a:cxn ang="0">
                  <a:pos x="146" y="222"/>
                </a:cxn>
                <a:cxn ang="0">
                  <a:pos x="125" y="174"/>
                </a:cxn>
                <a:cxn ang="0">
                  <a:pos x="120" y="157"/>
                </a:cxn>
                <a:cxn ang="0">
                  <a:pos x="103" y="120"/>
                </a:cxn>
                <a:cxn ang="0">
                  <a:pos x="81" y="86"/>
                </a:cxn>
                <a:cxn ang="0">
                  <a:pos x="60" y="52"/>
                </a:cxn>
                <a:cxn ang="0">
                  <a:pos x="44" y="17"/>
                </a:cxn>
                <a:cxn ang="0">
                  <a:pos x="43" y="12"/>
                </a:cxn>
                <a:cxn ang="0">
                  <a:pos x="36" y="5"/>
                </a:cxn>
                <a:cxn ang="0">
                  <a:pos x="28" y="1"/>
                </a:cxn>
                <a:cxn ang="0">
                  <a:pos x="17" y="1"/>
                </a:cxn>
                <a:cxn ang="0">
                  <a:pos x="5" y="8"/>
                </a:cxn>
                <a:cxn ang="0">
                  <a:pos x="1" y="14"/>
                </a:cxn>
                <a:cxn ang="0">
                  <a:pos x="0" y="23"/>
                </a:cxn>
                <a:cxn ang="0">
                  <a:pos x="1" y="29"/>
                </a:cxn>
                <a:cxn ang="0">
                  <a:pos x="15" y="64"/>
                </a:cxn>
                <a:cxn ang="0">
                  <a:pos x="36" y="99"/>
                </a:cxn>
                <a:cxn ang="0">
                  <a:pos x="68" y="150"/>
                </a:cxn>
                <a:cxn ang="0">
                  <a:pos x="76" y="168"/>
                </a:cxn>
                <a:cxn ang="0">
                  <a:pos x="119" y="277"/>
                </a:cxn>
                <a:cxn ang="0">
                  <a:pos x="130" y="314"/>
                </a:cxn>
                <a:cxn ang="0">
                  <a:pos x="151" y="384"/>
                </a:cxn>
                <a:cxn ang="0">
                  <a:pos x="182" y="451"/>
                </a:cxn>
                <a:cxn ang="0">
                  <a:pos x="188" y="465"/>
                </a:cxn>
                <a:cxn ang="0">
                  <a:pos x="205" y="516"/>
                </a:cxn>
                <a:cxn ang="0">
                  <a:pos x="219" y="549"/>
                </a:cxn>
                <a:cxn ang="0">
                  <a:pos x="233" y="569"/>
                </a:cxn>
                <a:cxn ang="0">
                  <a:pos x="239" y="575"/>
                </a:cxn>
                <a:cxn ang="0">
                  <a:pos x="247" y="580"/>
                </a:cxn>
                <a:cxn ang="0">
                  <a:pos x="256" y="580"/>
                </a:cxn>
                <a:cxn ang="0">
                  <a:pos x="264" y="579"/>
                </a:cxn>
                <a:cxn ang="0">
                  <a:pos x="276" y="567"/>
                </a:cxn>
                <a:cxn ang="0">
                  <a:pos x="278" y="558"/>
                </a:cxn>
                <a:cxn ang="0">
                  <a:pos x="277" y="550"/>
                </a:cxn>
                <a:cxn ang="0">
                  <a:pos x="270" y="543"/>
                </a:cxn>
              </a:cxnLst>
              <a:rect l="0" t="0" r="r" b="b"/>
              <a:pathLst>
                <a:path w="278" h="580">
                  <a:moveTo>
                    <a:pt x="270" y="543"/>
                  </a:moveTo>
                  <a:lnTo>
                    <a:pt x="270" y="543"/>
                  </a:lnTo>
                  <a:lnTo>
                    <a:pt x="267" y="539"/>
                  </a:lnTo>
                  <a:lnTo>
                    <a:pt x="263" y="533"/>
                  </a:lnTo>
                  <a:lnTo>
                    <a:pt x="255" y="520"/>
                  </a:lnTo>
                  <a:lnTo>
                    <a:pt x="248" y="505"/>
                  </a:lnTo>
                  <a:lnTo>
                    <a:pt x="243" y="489"/>
                  </a:lnTo>
                  <a:lnTo>
                    <a:pt x="233" y="456"/>
                  </a:lnTo>
                  <a:lnTo>
                    <a:pt x="227" y="441"/>
                  </a:lnTo>
                  <a:lnTo>
                    <a:pt x="221" y="429"/>
                  </a:lnTo>
                  <a:lnTo>
                    <a:pt x="221" y="429"/>
                  </a:lnTo>
                  <a:lnTo>
                    <a:pt x="213" y="412"/>
                  </a:lnTo>
                  <a:lnTo>
                    <a:pt x="205" y="395"/>
                  </a:lnTo>
                  <a:lnTo>
                    <a:pt x="192" y="359"/>
                  </a:lnTo>
                  <a:lnTo>
                    <a:pt x="180" y="324"/>
                  </a:lnTo>
                  <a:lnTo>
                    <a:pt x="170" y="288"/>
                  </a:lnTo>
                  <a:lnTo>
                    <a:pt x="170" y="288"/>
                  </a:lnTo>
                  <a:lnTo>
                    <a:pt x="165" y="270"/>
                  </a:lnTo>
                  <a:lnTo>
                    <a:pt x="159" y="253"/>
                  </a:lnTo>
                  <a:lnTo>
                    <a:pt x="146" y="222"/>
                  </a:lnTo>
                  <a:lnTo>
                    <a:pt x="132" y="189"/>
                  </a:lnTo>
                  <a:lnTo>
                    <a:pt x="125" y="174"/>
                  </a:lnTo>
                  <a:lnTo>
                    <a:pt x="120" y="157"/>
                  </a:lnTo>
                  <a:lnTo>
                    <a:pt x="120" y="157"/>
                  </a:lnTo>
                  <a:lnTo>
                    <a:pt x="112" y="138"/>
                  </a:lnTo>
                  <a:lnTo>
                    <a:pt x="103" y="120"/>
                  </a:lnTo>
                  <a:lnTo>
                    <a:pt x="93" y="103"/>
                  </a:lnTo>
                  <a:lnTo>
                    <a:pt x="81" y="86"/>
                  </a:lnTo>
                  <a:lnTo>
                    <a:pt x="70" y="69"/>
                  </a:lnTo>
                  <a:lnTo>
                    <a:pt x="60" y="52"/>
                  </a:lnTo>
                  <a:lnTo>
                    <a:pt x="51" y="34"/>
                  </a:lnTo>
                  <a:lnTo>
                    <a:pt x="44" y="17"/>
                  </a:lnTo>
                  <a:lnTo>
                    <a:pt x="44" y="17"/>
                  </a:lnTo>
                  <a:lnTo>
                    <a:pt x="43" y="12"/>
                  </a:lnTo>
                  <a:lnTo>
                    <a:pt x="40" y="8"/>
                  </a:lnTo>
                  <a:lnTo>
                    <a:pt x="36" y="5"/>
                  </a:lnTo>
                  <a:lnTo>
                    <a:pt x="32" y="2"/>
                  </a:lnTo>
                  <a:lnTo>
                    <a:pt x="28" y="1"/>
                  </a:lnTo>
                  <a:lnTo>
                    <a:pt x="25" y="0"/>
                  </a:lnTo>
                  <a:lnTo>
                    <a:pt x="17" y="1"/>
                  </a:lnTo>
                  <a:lnTo>
                    <a:pt x="9" y="5"/>
                  </a:lnTo>
                  <a:lnTo>
                    <a:pt x="5" y="8"/>
                  </a:lnTo>
                  <a:lnTo>
                    <a:pt x="2" y="10"/>
                  </a:lnTo>
                  <a:lnTo>
                    <a:pt x="1" y="14"/>
                  </a:lnTo>
                  <a:lnTo>
                    <a:pt x="0" y="18"/>
                  </a:lnTo>
                  <a:lnTo>
                    <a:pt x="0" y="23"/>
                  </a:lnTo>
                  <a:lnTo>
                    <a:pt x="1" y="29"/>
                  </a:lnTo>
                  <a:lnTo>
                    <a:pt x="1" y="29"/>
                  </a:lnTo>
                  <a:lnTo>
                    <a:pt x="8" y="47"/>
                  </a:lnTo>
                  <a:lnTo>
                    <a:pt x="15" y="64"/>
                  </a:lnTo>
                  <a:lnTo>
                    <a:pt x="26" y="82"/>
                  </a:lnTo>
                  <a:lnTo>
                    <a:pt x="36" y="99"/>
                  </a:lnTo>
                  <a:lnTo>
                    <a:pt x="57" y="133"/>
                  </a:lnTo>
                  <a:lnTo>
                    <a:pt x="68" y="150"/>
                  </a:lnTo>
                  <a:lnTo>
                    <a:pt x="76" y="168"/>
                  </a:lnTo>
                  <a:lnTo>
                    <a:pt x="76" y="168"/>
                  </a:lnTo>
                  <a:lnTo>
                    <a:pt x="104" y="240"/>
                  </a:lnTo>
                  <a:lnTo>
                    <a:pt x="119" y="277"/>
                  </a:lnTo>
                  <a:lnTo>
                    <a:pt x="130" y="314"/>
                  </a:lnTo>
                  <a:lnTo>
                    <a:pt x="130" y="314"/>
                  </a:lnTo>
                  <a:lnTo>
                    <a:pt x="140" y="349"/>
                  </a:lnTo>
                  <a:lnTo>
                    <a:pt x="151" y="384"/>
                  </a:lnTo>
                  <a:lnTo>
                    <a:pt x="166" y="418"/>
                  </a:lnTo>
                  <a:lnTo>
                    <a:pt x="182" y="451"/>
                  </a:lnTo>
                  <a:lnTo>
                    <a:pt x="182" y="451"/>
                  </a:lnTo>
                  <a:lnTo>
                    <a:pt x="188" y="465"/>
                  </a:lnTo>
                  <a:lnTo>
                    <a:pt x="195" y="482"/>
                  </a:lnTo>
                  <a:lnTo>
                    <a:pt x="205" y="516"/>
                  </a:lnTo>
                  <a:lnTo>
                    <a:pt x="212" y="533"/>
                  </a:lnTo>
                  <a:lnTo>
                    <a:pt x="219" y="549"/>
                  </a:lnTo>
                  <a:lnTo>
                    <a:pt x="229" y="563"/>
                  </a:lnTo>
                  <a:lnTo>
                    <a:pt x="233" y="569"/>
                  </a:lnTo>
                  <a:lnTo>
                    <a:pt x="239" y="575"/>
                  </a:lnTo>
                  <a:lnTo>
                    <a:pt x="239" y="575"/>
                  </a:lnTo>
                  <a:lnTo>
                    <a:pt x="243" y="578"/>
                  </a:lnTo>
                  <a:lnTo>
                    <a:pt x="247" y="580"/>
                  </a:lnTo>
                  <a:lnTo>
                    <a:pt x="251" y="580"/>
                  </a:lnTo>
                  <a:lnTo>
                    <a:pt x="256" y="580"/>
                  </a:lnTo>
                  <a:lnTo>
                    <a:pt x="260" y="580"/>
                  </a:lnTo>
                  <a:lnTo>
                    <a:pt x="264" y="579"/>
                  </a:lnTo>
                  <a:lnTo>
                    <a:pt x="270" y="574"/>
                  </a:lnTo>
                  <a:lnTo>
                    <a:pt x="276" y="567"/>
                  </a:lnTo>
                  <a:lnTo>
                    <a:pt x="277" y="563"/>
                  </a:lnTo>
                  <a:lnTo>
                    <a:pt x="278" y="558"/>
                  </a:lnTo>
                  <a:lnTo>
                    <a:pt x="278" y="554"/>
                  </a:lnTo>
                  <a:lnTo>
                    <a:pt x="277" y="550"/>
                  </a:lnTo>
                  <a:lnTo>
                    <a:pt x="274" y="546"/>
                  </a:lnTo>
                  <a:lnTo>
                    <a:pt x="270" y="543"/>
                  </a:lnTo>
                  <a:lnTo>
                    <a:pt x="270" y="543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05" name="Freeform 517"/>
            <p:cNvSpPr/>
            <p:nvPr>
              <p:custDataLst>
                <p:tags r:id="rId60"/>
              </p:custDataLst>
            </p:nvPr>
          </p:nvSpPr>
          <p:spPr bwMode="auto">
            <a:xfrm>
              <a:off x="3589338" y="1176338"/>
              <a:ext cx="115888" cy="230188"/>
            </a:xfrm>
            <a:custGeom>
              <a:avLst/>
              <a:gdLst/>
              <a:ahLst/>
              <a:cxnLst>
                <a:cxn ang="0">
                  <a:pos x="251" y="10"/>
                </a:cxn>
                <a:cxn ang="0">
                  <a:pos x="216" y="78"/>
                </a:cxn>
                <a:cxn ang="0">
                  <a:pos x="186" y="149"/>
                </a:cxn>
                <a:cxn ang="0">
                  <a:pos x="140" y="255"/>
                </a:cxn>
                <a:cxn ang="0">
                  <a:pos x="124" y="290"/>
                </a:cxn>
                <a:cxn ang="0">
                  <a:pos x="91" y="349"/>
                </a:cxn>
                <a:cxn ang="0">
                  <a:pos x="59" y="406"/>
                </a:cxn>
                <a:cxn ang="0">
                  <a:pos x="40" y="440"/>
                </a:cxn>
                <a:cxn ang="0">
                  <a:pos x="12" y="515"/>
                </a:cxn>
                <a:cxn ang="0">
                  <a:pos x="1" y="553"/>
                </a:cxn>
                <a:cxn ang="0">
                  <a:pos x="1" y="553"/>
                </a:cxn>
                <a:cxn ang="0">
                  <a:pos x="0" y="558"/>
                </a:cxn>
                <a:cxn ang="0">
                  <a:pos x="1" y="567"/>
                </a:cxn>
                <a:cxn ang="0">
                  <a:pos x="5" y="574"/>
                </a:cxn>
                <a:cxn ang="0">
                  <a:pos x="18" y="580"/>
                </a:cxn>
                <a:cxn ang="0">
                  <a:pos x="35" y="578"/>
                </a:cxn>
                <a:cxn ang="0">
                  <a:pos x="40" y="573"/>
                </a:cxn>
                <a:cxn ang="0">
                  <a:pos x="44" y="565"/>
                </a:cxn>
                <a:cxn ang="0">
                  <a:pos x="44" y="563"/>
                </a:cxn>
                <a:cxn ang="0">
                  <a:pos x="48" y="558"/>
                </a:cxn>
                <a:cxn ang="0">
                  <a:pos x="48" y="552"/>
                </a:cxn>
                <a:cxn ang="0">
                  <a:pos x="73" y="485"/>
                </a:cxn>
                <a:cxn ang="0">
                  <a:pos x="104" y="421"/>
                </a:cxn>
                <a:cxn ang="0">
                  <a:pos x="155" y="328"/>
                </a:cxn>
                <a:cxn ang="0">
                  <a:pos x="171" y="297"/>
                </a:cxn>
                <a:cxn ang="0">
                  <a:pos x="201" y="230"/>
                </a:cxn>
                <a:cxn ang="0">
                  <a:pos x="243" y="130"/>
                </a:cxn>
                <a:cxn ang="0">
                  <a:pos x="273" y="65"/>
                </a:cxn>
                <a:cxn ang="0">
                  <a:pos x="290" y="34"/>
                </a:cxn>
                <a:cxn ang="0">
                  <a:pos x="293" y="25"/>
                </a:cxn>
                <a:cxn ang="0">
                  <a:pos x="291" y="15"/>
                </a:cxn>
                <a:cxn ang="0">
                  <a:pos x="288" y="9"/>
                </a:cxn>
                <a:cxn ang="0">
                  <a:pos x="273" y="0"/>
                </a:cxn>
                <a:cxn ang="0">
                  <a:pos x="264" y="0"/>
                </a:cxn>
                <a:cxn ang="0">
                  <a:pos x="256" y="4"/>
                </a:cxn>
                <a:cxn ang="0">
                  <a:pos x="251" y="10"/>
                </a:cxn>
              </a:cxnLst>
              <a:rect l="0" t="0" r="r" b="b"/>
              <a:pathLst>
                <a:path w="293" h="580">
                  <a:moveTo>
                    <a:pt x="251" y="10"/>
                  </a:moveTo>
                  <a:lnTo>
                    <a:pt x="251" y="10"/>
                  </a:lnTo>
                  <a:lnTo>
                    <a:pt x="233" y="44"/>
                  </a:lnTo>
                  <a:lnTo>
                    <a:pt x="216" y="78"/>
                  </a:lnTo>
                  <a:lnTo>
                    <a:pt x="200" y="113"/>
                  </a:lnTo>
                  <a:lnTo>
                    <a:pt x="186" y="149"/>
                  </a:lnTo>
                  <a:lnTo>
                    <a:pt x="155" y="219"/>
                  </a:lnTo>
                  <a:lnTo>
                    <a:pt x="140" y="255"/>
                  </a:lnTo>
                  <a:lnTo>
                    <a:pt x="124" y="290"/>
                  </a:lnTo>
                  <a:lnTo>
                    <a:pt x="124" y="290"/>
                  </a:lnTo>
                  <a:lnTo>
                    <a:pt x="108" y="320"/>
                  </a:lnTo>
                  <a:lnTo>
                    <a:pt x="91" y="349"/>
                  </a:lnTo>
                  <a:lnTo>
                    <a:pt x="74" y="376"/>
                  </a:lnTo>
                  <a:lnTo>
                    <a:pt x="59" y="406"/>
                  </a:lnTo>
                  <a:lnTo>
                    <a:pt x="59" y="406"/>
                  </a:lnTo>
                  <a:lnTo>
                    <a:pt x="40" y="440"/>
                  </a:lnTo>
                  <a:lnTo>
                    <a:pt x="25" y="477"/>
                  </a:lnTo>
                  <a:lnTo>
                    <a:pt x="12" y="515"/>
                  </a:lnTo>
                  <a:lnTo>
                    <a:pt x="1" y="553"/>
                  </a:lnTo>
                  <a:lnTo>
                    <a:pt x="1" y="553"/>
                  </a:lnTo>
                  <a:lnTo>
                    <a:pt x="1" y="553"/>
                  </a:lnTo>
                  <a:lnTo>
                    <a:pt x="1" y="553"/>
                  </a:lnTo>
                  <a:lnTo>
                    <a:pt x="0" y="558"/>
                  </a:lnTo>
                  <a:lnTo>
                    <a:pt x="0" y="558"/>
                  </a:lnTo>
                  <a:lnTo>
                    <a:pt x="0" y="563"/>
                  </a:lnTo>
                  <a:lnTo>
                    <a:pt x="1" y="567"/>
                  </a:lnTo>
                  <a:lnTo>
                    <a:pt x="2" y="571"/>
                  </a:lnTo>
                  <a:lnTo>
                    <a:pt x="5" y="574"/>
                  </a:lnTo>
                  <a:lnTo>
                    <a:pt x="12" y="578"/>
                  </a:lnTo>
                  <a:lnTo>
                    <a:pt x="18" y="580"/>
                  </a:lnTo>
                  <a:lnTo>
                    <a:pt x="27" y="580"/>
                  </a:lnTo>
                  <a:lnTo>
                    <a:pt x="35" y="578"/>
                  </a:lnTo>
                  <a:lnTo>
                    <a:pt x="38" y="575"/>
                  </a:lnTo>
                  <a:lnTo>
                    <a:pt x="40" y="573"/>
                  </a:lnTo>
                  <a:lnTo>
                    <a:pt x="43" y="569"/>
                  </a:lnTo>
                  <a:lnTo>
                    <a:pt x="44" y="565"/>
                  </a:lnTo>
                  <a:lnTo>
                    <a:pt x="44" y="565"/>
                  </a:lnTo>
                  <a:lnTo>
                    <a:pt x="44" y="563"/>
                  </a:lnTo>
                  <a:lnTo>
                    <a:pt x="44" y="563"/>
                  </a:lnTo>
                  <a:lnTo>
                    <a:pt x="48" y="558"/>
                  </a:lnTo>
                  <a:lnTo>
                    <a:pt x="48" y="552"/>
                  </a:lnTo>
                  <a:lnTo>
                    <a:pt x="48" y="552"/>
                  </a:lnTo>
                  <a:lnTo>
                    <a:pt x="60" y="518"/>
                  </a:lnTo>
                  <a:lnTo>
                    <a:pt x="73" y="485"/>
                  </a:lnTo>
                  <a:lnTo>
                    <a:pt x="89" y="452"/>
                  </a:lnTo>
                  <a:lnTo>
                    <a:pt x="104" y="421"/>
                  </a:lnTo>
                  <a:lnTo>
                    <a:pt x="138" y="359"/>
                  </a:lnTo>
                  <a:lnTo>
                    <a:pt x="155" y="328"/>
                  </a:lnTo>
                  <a:lnTo>
                    <a:pt x="171" y="297"/>
                  </a:lnTo>
                  <a:lnTo>
                    <a:pt x="171" y="297"/>
                  </a:lnTo>
                  <a:lnTo>
                    <a:pt x="187" y="264"/>
                  </a:lnTo>
                  <a:lnTo>
                    <a:pt x="201" y="230"/>
                  </a:lnTo>
                  <a:lnTo>
                    <a:pt x="229" y="163"/>
                  </a:lnTo>
                  <a:lnTo>
                    <a:pt x="243" y="130"/>
                  </a:lnTo>
                  <a:lnTo>
                    <a:pt x="257" y="98"/>
                  </a:lnTo>
                  <a:lnTo>
                    <a:pt x="273" y="65"/>
                  </a:lnTo>
                  <a:lnTo>
                    <a:pt x="290" y="34"/>
                  </a:lnTo>
                  <a:lnTo>
                    <a:pt x="290" y="34"/>
                  </a:lnTo>
                  <a:lnTo>
                    <a:pt x="291" y="28"/>
                  </a:lnTo>
                  <a:lnTo>
                    <a:pt x="293" y="25"/>
                  </a:lnTo>
                  <a:lnTo>
                    <a:pt x="293" y="19"/>
                  </a:lnTo>
                  <a:lnTo>
                    <a:pt x="291" y="15"/>
                  </a:lnTo>
                  <a:lnTo>
                    <a:pt x="290" y="11"/>
                  </a:lnTo>
                  <a:lnTo>
                    <a:pt x="288" y="9"/>
                  </a:lnTo>
                  <a:lnTo>
                    <a:pt x="281" y="2"/>
                  </a:lnTo>
                  <a:lnTo>
                    <a:pt x="273" y="0"/>
                  </a:lnTo>
                  <a:lnTo>
                    <a:pt x="269" y="0"/>
                  </a:lnTo>
                  <a:lnTo>
                    <a:pt x="264" y="0"/>
                  </a:lnTo>
                  <a:lnTo>
                    <a:pt x="260" y="1"/>
                  </a:lnTo>
                  <a:lnTo>
                    <a:pt x="256" y="4"/>
                  </a:lnTo>
                  <a:lnTo>
                    <a:pt x="254" y="6"/>
                  </a:lnTo>
                  <a:lnTo>
                    <a:pt x="251" y="10"/>
                  </a:lnTo>
                  <a:lnTo>
                    <a:pt x="251" y="10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06" name="Freeform 518"/>
            <p:cNvSpPr/>
            <p:nvPr>
              <p:custDataLst>
                <p:tags r:id="rId61"/>
              </p:custDataLst>
            </p:nvPr>
          </p:nvSpPr>
          <p:spPr bwMode="auto">
            <a:xfrm>
              <a:off x="3709988" y="1174750"/>
              <a:ext cx="111125" cy="230188"/>
            </a:xfrm>
            <a:custGeom>
              <a:avLst/>
              <a:gdLst/>
              <a:ahLst/>
              <a:cxnLst>
                <a:cxn ang="0">
                  <a:pos x="270" y="543"/>
                </a:cxn>
                <a:cxn ang="0">
                  <a:pos x="262" y="533"/>
                </a:cxn>
                <a:cxn ang="0">
                  <a:pos x="248" y="505"/>
                </a:cxn>
                <a:cxn ang="0">
                  <a:pos x="232" y="456"/>
                </a:cxn>
                <a:cxn ang="0">
                  <a:pos x="221" y="429"/>
                </a:cxn>
                <a:cxn ang="0">
                  <a:pos x="211" y="412"/>
                </a:cxn>
                <a:cxn ang="0">
                  <a:pos x="191" y="359"/>
                </a:cxn>
                <a:cxn ang="0">
                  <a:pos x="170" y="288"/>
                </a:cxn>
                <a:cxn ang="0">
                  <a:pos x="164" y="270"/>
                </a:cxn>
                <a:cxn ang="0">
                  <a:pos x="145" y="222"/>
                </a:cxn>
                <a:cxn ang="0">
                  <a:pos x="125" y="174"/>
                </a:cxn>
                <a:cxn ang="0">
                  <a:pos x="119" y="157"/>
                </a:cxn>
                <a:cxn ang="0">
                  <a:pos x="103" y="120"/>
                </a:cxn>
                <a:cxn ang="0">
                  <a:pos x="81" y="86"/>
                </a:cxn>
                <a:cxn ang="0">
                  <a:pos x="60" y="52"/>
                </a:cxn>
                <a:cxn ang="0">
                  <a:pos x="44" y="17"/>
                </a:cxn>
                <a:cxn ang="0">
                  <a:pos x="43" y="12"/>
                </a:cxn>
                <a:cxn ang="0">
                  <a:pos x="36" y="5"/>
                </a:cxn>
                <a:cxn ang="0">
                  <a:pos x="28" y="1"/>
                </a:cxn>
                <a:cxn ang="0">
                  <a:pos x="17" y="1"/>
                </a:cxn>
                <a:cxn ang="0">
                  <a:pos x="5" y="8"/>
                </a:cxn>
                <a:cxn ang="0">
                  <a:pos x="1" y="14"/>
                </a:cxn>
                <a:cxn ang="0">
                  <a:pos x="0" y="23"/>
                </a:cxn>
                <a:cxn ang="0">
                  <a:pos x="0" y="29"/>
                </a:cxn>
                <a:cxn ang="0">
                  <a:pos x="15" y="64"/>
                </a:cxn>
                <a:cxn ang="0">
                  <a:pos x="36" y="99"/>
                </a:cxn>
                <a:cxn ang="0">
                  <a:pos x="66" y="150"/>
                </a:cxn>
                <a:cxn ang="0">
                  <a:pos x="75" y="168"/>
                </a:cxn>
                <a:cxn ang="0">
                  <a:pos x="119" y="277"/>
                </a:cxn>
                <a:cxn ang="0">
                  <a:pos x="129" y="314"/>
                </a:cxn>
                <a:cxn ang="0">
                  <a:pos x="151" y="384"/>
                </a:cxn>
                <a:cxn ang="0">
                  <a:pos x="181" y="451"/>
                </a:cxn>
                <a:cxn ang="0">
                  <a:pos x="188" y="465"/>
                </a:cxn>
                <a:cxn ang="0">
                  <a:pos x="205" y="516"/>
                </a:cxn>
                <a:cxn ang="0">
                  <a:pos x="219" y="549"/>
                </a:cxn>
                <a:cxn ang="0">
                  <a:pos x="232" y="569"/>
                </a:cxn>
                <a:cxn ang="0">
                  <a:pos x="238" y="575"/>
                </a:cxn>
                <a:cxn ang="0">
                  <a:pos x="247" y="580"/>
                </a:cxn>
                <a:cxn ang="0">
                  <a:pos x="256" y="580"/>
                </a:cxn>
                <a:cxn ang="0">
                  <a:pos x="264" y="579"/>
                </a:cxn>
                <a:cxn ang="0">
                  <a:pos x="276" y="567"/>
                </a:cxn>
                <a:cxn ang="0">
                  <a:pos x="278" y="558"/>
                </a:cxn>
                <a:cxn ang="0">
                  <a:pos x="277" y="550"/>
                </a:cxn>
                <a:cxn ang="0">
                  <a:pos x="270" y="543"/>
                </a:cxn>
              </a:cxnLst>
              <a:rect l="0" t="0" r="r" b="b"/>
              <a:pathLst>
                <a:path w="278" h="580">
                  <a:moveTo>
                    <a:pt x="270" y="543"/>
                  </a:moveTo>
                  <a:lnTo>
                    <a:pt x="270" y="543"/>
                  </a:lnTo>
                  <a:lnTo>
                    <a:pt x="266" y="539"/>
                  </a:lnTo>
                  <a:lnTo>
                    <a:pt x="262" y="533"/>
                  </a:lnTo>
                  <a:lnTo>
                    <a:pt x="255" y="520"/>
                  </a:lnTo>
                  <a:lnTo>
                    <a:pt x="248" y="505"/>
                  </a:lnTo>
                  <a:lnTo>
                    <a:pt x="243" y="489"/>
                  </a:lnTo>
                  <a:lnTo>
                    <a:pt x="232" y="456"/>
                  </a:lnTo>
                  <a:lnTo>
                    <a:pt x="226" y="441"/>
                  </a:lnTo>
                  <a:lnTo>
                    <a:pt x="221" y="429"/>
                  </a:lnTo>
                  <a:lnTo>
                    <a:pt x="221" y="429"/>
                  </a:lnTo>
                  <a:lnTo>
                    <a:pt x="211" y="412"/>
                  </a:lnTo>
                  <a:lnTo>
                    <a:pt x="205" y="395"/>
                  </a:lnTo>
                  <a:lnTo>
                    <a:pt x="191" y="359"/>
                  </a:lnTo>
                  <a:lnTo>
                    <a:pt x="180" y="324"/>
                  </a:lnTo>
                  <a:lnTo>
                    <a:pt x="170" y="288"/>
                  </a:lnTo>
                  <a:lnTo>
                    <a:pt x="170" y="288"/>
                  </a:lnTo>
                  <a:lnTo>
                    <a:pt x="164" y="270"/>
                  </a:lnTo>
                  <a:lnTo>
                    <a:pt x="159" y="253"/>
                  </a:lnTo>
                  <a:lnTo>
                    <a:pt x="145" y="222"/>
                  </a:lnTo>
                  <a:lnTo>
                    <a:pt x="132" y="189"/>
                  </a:lnTo>
                  <a:lnTo>
                    <a:pt x="125" y="174"/>
                  </a:lnTo>
                  <a:lnTo>
                    <a:pt x="119" y="157"/>
                  </a:lnTo>
                  <a:lnTo>
                    <a:pt x="119" y="157"/>
                  </a:lnTo>
                  <a:lnTo>
                    <a:pt x="112" y="138"/>
                  </a:lnTo>
                  <a:lnTo>
                    <a:pt x="103" y="120"/>
                  </a:lnTo>
                  <a:lnTo>
                    <a:pt x="92" y="103"/>
                  </a:lnTo>
                  <a:lnTo>
                    <a:pt x="81" y="86"/>
                  </a:lnTo>
                  <a:lnTo>
                    <a:pt x="70" y="69"/>
                  </a:lnTo>
                  <a:lnTo>
                    <a:pt x="60" y="52"/>
                  </a:lnTo>
                  <a:lnTo>
                    <a:pt x="51" y="34"/>
                  </a:lnTo>
                  <a:lnTo>
                    <a:pt x="44" y="17"/>
                  </a:lnTo>
                  <a:lnTo>
                    <a:pt x="44" y="17"/>
                  </a:lnTo>
                  <a:lnTo>
                    <a:pt x="43" y="12"/>
                  </a:lnTo>
                  <a:lnTo>
                    <a:pt x="40" y="8"/>
                  </a:lnTo>
                  <a:lnTo>
                    <a:pt x="36" y="5"/>
                  </a:lnTo>
                  <a:lnTo>
                    <a:pt x="32" y="2"/>
                  </a:lnTo>
                  <a:lnTo>
                    <a:pt x="28" y="1"/>
                  </a:lnTo>
                  <a:lnTo>
                    <a:pt x="24" y="0"/>
                  </a:lnTo>
                  <a:lnTo>
                    <a:pt x="17" y="1"/>
                  </a:lnTo>
                  <a:lnTo>
                    <a:pt x="9" y="5"/>
                  </a:lnTo>
                  <a:lnTo>
                    <a:pt x="5" y="8"/>
                  </a:lnTo>
                  <a:lnTo>
                    <a:pt x="2" y="10"/>
                  </a:lnTo>
                  <a:lnTo>
                    <a:pt x="1" y="14"/>
                  </a:lnTo>
                  <a:lnTo>
                    <a:pt x="0" y="18"/>
                  </a:lnTo>
                  <a:lnTo>
                    <a:pt x="0" y="23"/>
                  </a:lnTo>
                  <a:lnTo>
                    <a:pt x="0" y="29"/>
                  </a:lnTo>
                  <a:lnTo>
                    <a:pt x="0" y="29"/>
                  </a:lnTo>
                  <a:lnTo>
                    <a:pt x="6" y="47"/>
                  </a:lnTo>
                  <a:lnTo>
                    <a:pt x="15" y="64"/>
                  </a:lnTo>
                  <a:lnTo>
                    <a:pt x="24" y="82"/>
                  </a:lnTo>
                  <a:lnTo>
                    <a:pt x="36" y="99"/>
                  </a:lnTo>
                  <a:lnTo>
                    <a:pt x="57" y="133"/>
                  </a:lnTo>
                  <a:lnTo>
                    <a:pt x="66" y="150"/>
                  </a:lnTo>
                  <a:lnTo>
                    <a:pt x="75" y="168"/>
                  </a:lnTo>
                  <a:lnTo>
                    <a:pt x="75" y="168"/>
                  </a:lnTo>
                  <a:lnTo>
                    <a:pt x="104" y="240"/>
                  </a:lnTo>
                  <a:lnTo>
                    <a:pt x="119" y="277"/>
                  </a:lnTo>
                  <a:lnTo>
                    <a:pt x="129" y="314"/>
                  </a:lnTo>
                  <a:lnTo>
                    <a:pt x="129" y="314"/>
                  </a:lnTo>
                  <a:lnTo>
                    <a:pt x="140" y="349"/>
                  </a:lnTo>
                  <a:lnTo>
                    <a:pt x="151" y="384"/>
                  </a:lnTo>
                  <a:lnTo>
                    <a:pt x="164" y="418"/>
                  </a:lnTo>
                  <a:lnTo>
                    <a:pt x="181" y="451"/>
                  </a:lnTo>
                  <a:lnTo>
                    <a:pt x="181" y="451"/>
                  </a:lnTo>
                  <a:lnTo>
                    <a:pt x="188" y="465"/>
                  </a:lnTo>
                  <a:lnTo>
                    <a:pt x="194" y="482"/>
                  </a:lnTo>
                  <a:lnTo>
                    <a:pt x="205" y="516"/>
                  </a:lnTo>
                  <a:lnTo>
                    <a:pt x="211" y="533"/>
                  </a:lnTo>
                  <a:lnTo>
                    <a:pt x="219" y="549"/>
                  </a:lnTo>
                  <a:lnTo>
                    <a:pt x="227" y="563"/>
                  </a:lnTo>
                  <a:lnTo>
                    <a:pt x="232" y="569"/>
                  </a:lnTo>
                  <a:lnTo>
                    <a:pt x="238" y="575"/>
                  </a:lnTo>
                  <a:lnTo>
                    <a:pt x="238" y="575"/>
                  </a:lnTo>
                  <a:lnTo>
                    <a:pt x="243" y="578"/>
                  </a:lnTo>
                  <a:lnTo>
                    <a:pt x="247" y="580"/>
                  </a:lnTo>
                  <a:lnTo>
                    <a:pt x="251" y="580"/>
                  </a:lnTo>
                  <a:lnTo>
                    <a:pt x="256" y="580"/>
                  </a:lnTo>
                  <a:lnTo>
                    <a:pt x="260" y="580"/>
                  </a:lnTo>
                  <a:lnTo>
                    <a:pt x="264" y="579"/>
                  </a:lnTo>
                  <a:lnTo>
                    <a:pt x="270" y="574"/>
                  </a:lnTo>
                  <a:lnTo>
                    <a:pt x="276" y="567"/>
                  </a:lnTo>
                  <a:lnTo>
                    <a:pt x="277" y="563"/>
                  </a:lnTo>
                  <a:lnTo>
                    <a:pt x="278" y="558"/>
                  </a:lnTo>
                  <a:lnTo>
                    <a:pt x="277" y="554"/>
                  </a:lnTo>
                  <a:lnTo>
                    <a:pt x="277" y="550"/>
                  </a:lnTo>
                  <a:lnTo>
                    <a:pt x="274" y="546"/>
                  </a:lnTo>
                  <a:lnTo>
                    <a:pt x="270" y="543"/>
                  </a:lnTo>
                  <a:lnTo>
                    <a:pt x="270" y="543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07" name="Freeform 519"/>
            <p:cNvSpPr/>
            <p:nvPr>
              <p:custDataLst>
                <p:tags r:id="rId62"/>
              </p:custDataLst>
            </p:nvPr>
          </p:nvSpPr>
          <p:spPr bwMode="auto">
            <a:xfrm>
              <a:off x="3429001" y="984250"/>
              <a:ext cx="101600" cy="120650"/>
            </a:xfrm>
            <a:custGeom>
              <a:avLst/>
              <a:gdLst/>
              <a:ahLst/>
              <a:cxnLst>
                <a:cxn ang="0">
                  <a:pos x="248" y="90"/>
                </a:cxn>
                <a:cxn ang="0">
                  <a:pos x="241" y="68"/>
                </a:cxn>
                <a:cxn ang="0">
                  <a:pos x="232" y="48"/>
                </a:cxn>
                <a:cxn ang="0">
                  <a:pos x="219" y="33"/>
                </a:cxn>
                <a:cxn ang="0">
                  <a:pos x="204" y="19"/>
                </a:cxn>
                <a:cxn ang="0">
                  <a:pos x="186" y="10"/>
                </a:cxn>
                <a:cxn ang="0">
                  <a:pos x="166" y="4"/>
                </a:cxn>
                <a:cxn ang="0">
                  <a:pos x="122" y="0"/>
                </a:cxn>
                <a:cxn ang="0">
                  <a:pos x="102" y="0"/>
                </a:cxn>
                <a:cxn ang="0">
                  <a:pos x="75" y="4"/>
                </a:cxn>
                <a:cxn ang="0">
                  <a:pos x="57" y="10"/>
                </a:cxn>
                <a:cxn ang="0">
                  <a:pos x="47" y="14"/>
                </a:cxn>
                <a:cxn ang="0">
                  <a:pos x="33" y="26"/>
                </a:cxn>
                <a:cxn ang="0">
                  <a:pos x="24" y="39"/>
                </a:cxn>
                <a:cxn ang="0">
                  <a:pos x="8" y="70"/>
                </a:cxn>
                <a:cxn ang="0">
                  <a:pos x="4" y="78"/>
                </a:cxn>
                <a:cxn ang="0">
                  <a:pos x="2" y="97"/>
                </a:cxn>
                <a:cxn ang="0">
                  <a:pos x="3" y="144"/>
                </a:cxn>
                <a:cxn ang="0">
                  <a:pos x="3" y="281"/>
                </a:cxn>
                <a:cxn ang="0">
                  <a:pos x="4" y="291"/>
                </a:cxn>
                <a:cxn ang="0">
                  <a:pos x="9" y="298"/>
                </a:cxn>
                <a:cxn ang="0">
                  <a:pos x="17" y="302"/>
                </a:cxn>
                <a:cxn ang="0">
                  <a:pos x="33" y="302"/>
                </a:cxn>
                <a:cxn ang="0">
                  <a:pos x="41" y="298"/>
                </a:cxn>
                <a:cxn ang="0">
                  <a:pos x="46" y="291"/>
                </a:cxn>
                <a:cxn ang="0">
                  <a:pos x="47" y="281"/>
                </a:cxn>
                <a:cxn ang="0">
                  <a:pos x="47" y="144"/>
                </a:cxn>
                <a:cxn ang="0">
                  <a:pos x="49" y="98"/>
                </a:cxn>
                <a:cxn ang="0">
                  <a:pos x="53" y="84"/>
                </a:cxn>
                <a:cxn ang="0">
                  <a:pos x="59" y="72"/>
                </a:cxn>
                <a:cxn ang="0">
                  <a:pos x="74" y="56"/>
                </a:cxn>
                <a:cxn ang="0">
                  <a:pos x="89" y="48"/>
                </a:cxn>
                <a:cxn ang="0">
                  <a:pos x="109" y="46"/>
                </a:cxn>
                <a:cxn ang="0">
                  <a:pos x="122" y="46"/>
                </a:cxn>
                <a:cxn ang="0">
                  <a:pos x="145" y="47"/>
                </a:cxn>
                <a:cxn ang="0">
                  <a:pos x="165" y="52"/>
                </a:cxn>
                <a:cxn ang="0">
                  <a:pos x="179" y="61"/>
                </a:cxn>
                <a:cxn ang="0">
                  <a:pos x="190" y="73"/>
                </a:cxn>
                <a:cxn ang="0">
                  <a:pos x="196" y="89"/>
                </a:cxn>
                <a:cxn ang="0">
                  <a:pos x="203" y="127"/>
                </a:cxn>
                <a:cxn ang="0">
                  <a:pos x="204" y="149"/>
                </a:cxn>
                <a:cxn ang="0">
                  <a:pos x="208" y="210"/>
                </a:cxn>
                <a:cxn ang="0">
                  <a:pos x="212" y="274"/>
                </a:cxn>
                <a:cxn ang="0">
                  <a:pos x="212" y="280"/>
                </a:cxn>
                <a:cxn ang="0">
                  <a:pos x="216" y="288"/>
                </a:cxn>
                <a:cxn ang="0">
                  <a:pos x="223" y="293"/>
                </a:cxn>
                <a:cxn ang="0">
                  <a:pos x="234" y="295"/>
                </a:cxn>
                <a:cxn ang="0">
                  <a:pos x="246" y="293"/>
                </a:cxn>
                <a:cxn ang="0">
                  <a:pos x="253" y="288"/>
                </a:cxn>
                <a:cxn ang="0">
                  <a:pos x="257" y="280"/>
                </a:cxn>
                <a:cxn ang="0">
                  <a:pos x="258" y="274"/>
                </a:cxn>
                <a:cxn ang="0">
                  <a:pos x="257" y="182"/>
                </a:cxn>
                <a:cxn ang="0">
                  <a:pos x="251" y="112"/>
                </a:cxn>
                <a:cxn ang="0">
                  <a:pos x="248" y="90"/>
                </a:cxn>
              </a:cxnLst>
              <a:rect l="0" t="0" r="r" b="b"/>
              <a:pathLst>
                <a:path w="258" h="303">
                  <a:moveTo>
                    <a:pt x="248" y="90"/>
                  </a:moveTo>
                  <a:lnTo>
                    <a:pt x="248" y="90"/>
                  </a:lnTo>
                  <a:lnTo>
                    <a:pt x="245" y="78"/>
                  </a:lnTo>
                  <a:lnTo>
                    <a:pt x="241" y="68"/>
                  </a:lnTo>
                  <a:lnTo>
                    <a:pt x="237" y="57"/>
                  </a:lnTo>
                  <a:lnTo>
                    <a:pt x="232" y="48"/>
                  </a:lnTo>
                  <a:lnTo>
                    <a:pt x="225" y="40"/>
                  </a:lnTo>
                  <a:lnTo>
                    <a:pt x="219" y="33"/>
                  </a:lnTo>
                  <a:lnTo>
                    <a:pt x="212" y="26"/>
                  </a:lnTo>
                  <a:lnTo>
                    <a:pt x="204" y="19"/>
                  </a:lnTo>
                  <a:lnTo>
                    <a:pt x="195" y="16"/>
                  </a:lnTo>
                  <a:lnTo>
                    <a:pt x="186" y="10"/>
                  </a:lnTo>
                  <a:lnTo>
                    <a:pt x="177" y="8"/>
                  </a:lnTo>
                  <a:lnTo>
                    <a:pt x="166" y="4"/>
                  </a:lnTo>
                  <a:lnTo>
                    <a:pt x="144" y="1"/>
                  </a:lnTo>
                  <a:lnTo>
                    <a:pt x="122" y="0"/>
                  </a:lnTo>
                  <a:lnTo>
                    <a:pt x="122" y="0"/>
                  </a:lnTo>
                  <a:lnTo>
                    <a:pt x="102" y="0"/>
                  </a:lnTo>
                  <a:lnTo>
                    <a:pt x="84" y="1"/>
                  </a:lnTo>
                  <a:lnTo>
                    <a:pt x="75" y="4"/>
                  </a:lnTo>
                  <a:lnTo>
                    <a:pt x="66" y="6"/>
                  </a:lnTo>
                  <a:lnTo>
                    <a:pt x="57" y="10"/>
                  </a:lnTo>
                  <a:lnTo>
                    <a:pt x="47" y="14"/>
                  </a:lnTo>
                  <a:lnTo>
                    <a:pt x="47" y="14"/>
                  </a:lnTo>
                  <a:lnTo>
                    <a:pt x="40" y="21"/>
                  </a:lnTo>
                  <a:lnTo>
                    <a:pt x="33" y="26"/>
                  </a:lnTo>
                  <a:lnTo>
                    <a:pt x="28" y="33"/>
                  </a:lnTo>
                  <a:lnTo>
                    <a:pt x="24" y="39"/>
                  </a:lnTo>
                  <a:lnTo>
                    <a:pt x="16" y="53"/>
                  </a:lnTo>
                  <a:lnTo>
                    <a:pt x="8" y="70"/>
                  </a:lnTo>
                  <a:lnTo>
                    <a:pt x="8" y="70"/>
                  </a:lnTo>
                  <a:lnTo>
                    <a:pt x="4" y="78"/>
                  </a:lnTo>
                  <a:lnTo>
                    <a:pt x="3" y="87"/>
                  </a:lnTo>
                  <a:lnTo>
                    <a:pt x="2" y="97"/>
                  </a:lnTo>
                  <a:lnTo>
                    <a:pt x="0" y="106"/>
                  </a:lnTo>
                  <a:lnTo>
                    <a:pt x="3" y="144"/>
                  </a:lnTo>
                  <a:lnTo>
                    <a:pt x="3" y="281"/>
                  </a:lnTo>
                  <a:lnTo>
                    <a:pt x="3" y="281"/>
                  </a:lnTo>
                  <a:lnTo>
                    <a:pt x="3" y="286"/>
                  </a:lnTo>
                  <a:lnTo>
                    <a:pt x="4" y="291"/>
                  </a:lnTo>
                  <a:lnTo>
                    <a:pt x="7" y="295"/>
                  </a:lnTo>
                  <a:lnTo>
                    <a:pt x="9" y="298"/>
                  </a:lnTo>
                  <a:lnTo>
                    <a:pt x="13" y="301"/>
                  </a:lnTo>
                  <a:lnTo>
                    <a:pt x="17" y="302"/>
                  </a:lnTo>
                  <a:lnTo>
                    <a:pt x="25" y="303"/>
                  </a:lnTo>
                  <a:lnTo>
                    <a:pt x="33" y="302"/>
                  </a:lnTo>
                  <a:lnTo>
                    <a:pt x="37" y="301"/>
                  </a:lnTo>
                  <a:lnTo>
                    <a:pt x="41" y="298"/>
                  </a:lnTo>
                  <a:lnTo>
                    <a:pt x="43" y="295"/>
                  </a:lnTo>
                  <a:lnTo>
                    <a:pt x="46" y="291"/>
                  </a:lnTo>
                  <a:lnTo>
                    <a:pt x="47" y="286"/>
                  </a:lnTo>
                  <a:lnTo>
                    <a:pt x="47" y="281"/>
                  </a:lnTo>
                  <a:lnTo>
                    <a:pt x="47" y="144"/>
                  </a:lnTo>
                  <a:lnTo>
                    <a:pt x="47" y="144"/>
                  </a:lnTo>
                  <a:lnTo>
                    <a:pt x="47" y="114"/>
                  </a:lnTo>
                  <a:lnTo>
                    <a:pt x="49" y="98"/>
                  </a:lnTo>
                  <a:lnTo>
                    <a:pt x="50" y="90"/>
                  </a:lnTo>
                  <a:lnTo>
                    <a:pt x="53" y="84"/>
                  </a:lnTo>
                  <a:lnTo>
                    <a:pt x="53" y="84"/>
                  </a:lnTo>
                  <a:lnTo>
                    <a:pt x="59" y="72"/>
                  </a:lnTo>
                  <a:lnTo>
                    <a:pt x="66" y="63"/>
                  </a:lnTo>
                  <a:lnTo>
                    <a:pt x="74" y="56"/>
                  </a:lnTo>
                  <a:lnTo>
                    <a:pt x="80" y="52"/>
                  </a:lnTo>
                  <a:lnTo>
                    <a:pt x="89" y="48"/>
                  </a:lnTo>
                  <a:lnTo>
                    <a:pt x="98" y="47"/>
                  </a:lnTo>
                  <a:lnTo>
                    <a:pt x="109" y="46"/>
                  </a:lnTo>
                  <a:lnTo>
                    <a:pt x="122" y="46"/>
                  </a:lnTo>
                  <a:lnTo>
                    <a:pt x="122" y="46"/>
                  </a:lnTo>
                  <a:lnTo>
                    <a:pt x="135" y="46"/>
                  </a:lnTo>
                  <a:lnTo>
                    <a:pt x="145" y="47"/>
                  </a:lnTo>
                  <a:lnTo>
                    <a:pt x="156" y="50"/>
                  </a:lnTo>
                  <a:lnTo>
                    <a:pt x="165" y="52"/>
                  </a:lnTo>
                  <a:lnTo>
                    <a:pt x="173" y="56"/>
                  </a:lnTo>
                  <a:lnTo>
                    <a:pt x="179" y="61"/>
                  </a:lnTo>
                  <a:lnTo>
                    <a:pt x="185" y="67"/>
                  </a:lnTo>
                  <a:lnTo>
                    <a:pt x="190" y="73"/>
                  </a:lnTo>
                  <a:lnTo>
                    <a:pt x="194" y="81"/>
                  </a:lnTo>
                  <a:lnTo>
                    <a:pt x="196" y="89"/>
                  </a:lnTo>
                  <a:lnTo>
                    <a:pt x="202" y="106"/>
                  </a:lnTo>
                  <a:lnTo>
                    <a:pt x="203" y="127"/>
                  </a:lnTo>
                  <a:lnTo>
                    <a:pt x="204" y="149"/>
                  </a:lnTo>
                  <a:lnTo>
                    <a:pt x="204" y="149"/>
                  </a:lnTo>
                  <a:lnTo>
                    <a:pt x="206" y="179"/>
                  </a:lnTo>
                  <a:lnTo>
                    <a:pt x="208" y="210"/>
                  </a:lnTo>
                  <a:lnTo>
                    <a:pt x="211" y="242"/>
                  </a:lnTo>
                  <a:lnTo>
                    <a:pt x="212" y="274"/>
                  </a:lnTo>
                  <a:lnTo>
                    <a:pt x="212" y="274"/>
                  </a:lnTo>
                  <a:lnTo>
                    <a:pt x="212" y="280"/>
                  </a:lnTo>
                  <a:lnTo>
                    <a:pt x="214" y="284"/>
                  </a:lnTo>
                  <a:lnTo>
                    <a:pt x="216" y="288"/>
                  </a:lnTo>
                  <a:lnTo>
                    <a:pt x="219" y="290"/>
                  </a:lnTo>
                  <a:lnTo>
                    <a:pt x="223" y="293"/>
                  </a:lnTo>
                  <a:lnTo>
                    <a:pt x="227" y="294"/>
                  </a:lnTo>
                  <a:lnTo>
                    <a:pt x="234" y="295"/>
                  </a:lnTo>
                  <a:lnTo>
                    <a:pt x="242" y="294"/>
                  </a:lnTo>
                  <a:lnTo>
                    <a:pt x="246" y="293"/>
                  </a:lnTo>
                  <a:lnTo>
                    <a:pt x="250" y="290"/>
                  </a:lnTo>
                  <a:lnTo>
                    <a:pt x="253" y="288"/>
                  </a:lnTo>
                  <a:lnTo>
                    <a:pt x="255" y="284"/>
                  </a:lnTo>
                  <a:lnTo>
                    <a:pt x="257" y="280"/>
                  </a:lnTo>
                  <a:lnTo>
                    <a:pt x="258" y="274"/>
                  </a:lnTo>
                  <a:lnTo>
                    <a:pt x="258" y="274"/>
                  </a:lnTo>
                  <a:lnTo>
                    <a:pt x="257" y="229"/>
                  </a:lnTo>
                  <a:lnTo>
                    <a:pt x="257" y="182"/>
                  </a:lnTo>
                  <a:lnTo>
                    <a:pt x="253" y="136"/>
                  </a:lnTo>
                  <a:lnTo>
                    <a:pt x="251" y="112"/>
                  </a:lnTo>
                  <a:lnTo>
                    <a:pt x="248" y="90"/>
                  </a:lnTo>
                  <a:lnTo>
                    <a:pt x="248" y="90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08" name="Freeform 520"/>
            <p:cNvSpPr/>
            <p:nvPr>
              <p:custDataLst>
                <p:tags r:id="rId63"/>
              </p:custDataLst>
            </p:nvPr>
          </p:nvSpPr>
          <p:spPr bwMode="auto">
            <a:xfrm>
              <a:off x="3425826" y="1157288"/>
              <a:ext cx="25400" cy="434975"/>
            </a:xfrm>
            <a:custGeom>
              <a:avLst/>
              <a:gdLst/>
              <a:ahLst/>
              <a:cxnLst>
                <a:cxn ang="0">
                  <a:pos x="56" y="777"/>
                </a:cxn>
                <a:cxn ang="0">
                  <a:pos x="59" y="715"/>
                </a:cxn>
                <a:cxn ang="0">
                  <a:pos x="63" y="624"/>
                </a:cxn>
                <a:cxn ang="0">
                  <a:pos x="63" y="562"/>
                </a:cxn>
                <a:cxn ang="0">
                  <a:pos x="60" y="532"/>
                </a:cxn>
                <a:cxn ang="0">
                  <a:pos x="58" y="466"/>
                </a:cxn>
                <a:cxn ang="0">
                  <a:pos x="59" y="267"/>
                </a:cxn>
                <a:cxn ang="0">
                  <a:pos x="58" y="237"/>
                </a:cxn>
                <a:cxn ang="0">
                  <a:pos x="52" y="145"/>
                </a:cxn>
                <a:cxn ang="0">
                  <a:pos x="46" y="54"/>
                </a:cxn>
                <a:cxn ang="0">
                  <a:pos x="46" y="22"/>
                </a:cxn>
                <a:cxn ang="0">
                  <a:pos x="43" y="13"/>
                </a:cxn>
                <a:cxn ang="0">
                  <a:pos x="38" y="7"/>
                </a:cxn>
                <a:cxn ang="0">
                  <a:pos x="31" y="1"/>
                </a:cxn>
                <a:cxn ang="0">
                  <a:pos x="14" y="1"/>
                </a:cxn>
                <a:cxn ang="0">
                  <a:pos x="7" y="7"/>
                </a:cxn>
                <a:cxn ang="0">
                  <a:pos x="1" y="13"/>
                </a:cxn>
                <a:cxn ang="0">
                  <a:pos x="0" y="22"/>
                </a:cxn>
                <a:cxn ang="0">
                  <a:pos x="0" y="54"/>
                </a:cxn>
                <a:cxn ang="0">
                  <a:pos x="5" y="145"/>
                </a:cxn>
                <a:cxn ang="0">
                  <a:pos x="13" y="267"/>
                </a:cxn>
                <a:cxn ang="0">
                  <a:pos x="13" y="334"/>
                </a:cxn>
                <a:cxn ang="0">
                  <a:pos x="12" y="466"/>
                </a:cxn>
                <a:cxn ang="0">
                  <a:pos x="14" y="532"/>
                </a:cxn>
                <a:cxn ang="0">
                  <a:pos x="17" y="562"/>
                </a:cxn>
                <a:cxn ang="0">
                  <a:pos x="16" y="655"/>
                </a:cxn>
                <a:cxn ang="0">
                  <a:pos x="12" y="747"/>
                </a:cxn>
                <a:cxn ang="0">
                  <a:pos x="11" y="777"/>
                </a:cxn>
                <a:cxn ang="0">
                  <a:pos x="16" y="872"/>
                </a:cxn>
                <a:cxn ang="0">
                  <a:pos x="18" y="949"/>
                </a:cxn>
                <a:cxn ang="0">
                  <a:pos x="17" y="966"/>
                </a:cxn>
                <a:cxn ang="0">
                  <a:pos x="14" y="1021"/>
                </a:cxn>
                <a:cxn ang="0">
                  <a:pos x="14" y="1076"/>
                </a:cxn>
                <a:cxn ang="0">
                  <a:pos x="17" y="1087"/>
                </a:cxn>
                <a:cxn ang="0">
                  <a:pos x="22" y="1093"/>
                </a:cxn>
                <a:cxn ang="0">
                  <a:pos x="29" y="1097"/>
                </a:cxn>
                <a:cxn ang="0">
                  <a:pos x="46" y="1097"/>
                </a:cxn>
                <a:cxn ang="0">
                  <a:pos x="54" y="1093"/>
                </a:cxn>
                <a:cxn ang="0">
                  <a:pos x="59" y="1087"/>
                </a:cxn>
                <a:cxn ang="0">
                  <a:pos x="60" y="1076"/>
                </a:cxn>
                <a:cxn ang="0">
                  <a:pos x="62" y="1048"/>
                </a:cxn>
                <a:cxn ang="0">
                  <a:pos x="64" y="987"/>
                </a:cxn>
                <a:cxn ang="0">
                  <a:pos x="64" y="959"/>
                </a:cxn>
                <a:cxn ang="0">
                  <a:pos x="60" y="867"/>
                </a:cxn>
                <a:cxn ang="0">
                  <a:pos x="56" y="777"/>
                </a:cxn>
              </a:cxnLst>
              <a:rect l="0" t="0" r="r" b="b"/>
              <a:pathLst>
                <a:path w="64" h="1099">
                  <a:moveTo>
                    <a:pt x="56" y="777"/>
                  </a:moveTo>
                  <a:lnTo>
                    <a:pt x="56" y="777"/>
                  </a:lnTo>
                  <a:lnTo>
                    <a:pt x="58" y="747"/>
                  </a:lnTo>
                  <a:lnTo>
                    <a:pt x="59" y="715"/>
                  </a:lnTo>
                  <a:lnTo>
                    <a:pt x="62" y="655"/>
                  </a:lnTo>
                  <a:lnTo>
                    <a:pt x="63" y="624"/>
                  </a:lnTo>
                  <a:lnTo>
                    <a:pt x="63" y="594"/>
                  </a:lnTo>
                  <a:lnTo>
                    <a:pt x="63" y="562"/>
                  </a:lnTo>
                  <a:lnTo>
                    <a:pt x="60" y="532"/>
                  </a:lnTo>
                  <a:lnTo>
                    <a:pt x="60" y="532"/>
                  </a:lnTo>
                  <a:lnTo>
                    <a:pt x="59" y="498"/>
                  </a:lnTo>
                  <a:lnTo>
                    <a:pt x="58" y="466"/>
                  </a:lnTo>
                  <a:lnTo>
                    <a:pt x="56" y="399"/>
                  </a:lnTo>
                  <a:lnTo>
                    <a:pt x="59" y="267"/>
                  </a:lnTo>
                  <a:lnTo>
                    <a:pt x="59" y="267"/>
                  </a:lnTo>
                  <a:lnTo>
                    <a:pt x="58" y="237"/>
                  </a:lnTo>
                  <a:lnTo>
                    <a:pt x="56" y="205"/>
                  </a:lnTo>
                  <a:lnTo>
                    <a:pt x="52" y="145"/>
                  </a:lnTo>
                  <a:lnTo>
                    <a:pt x="47" y="84"/>
                  </a:lnTo>
                  <a:lnTo>
                    <a:pt x="46" y="54"/>
                  </a:lnTo>
                  <a:lnTo>
                    <a:pt x="46" y="22"/>
                  </a:lnTo>
                  <a:lnTo>
                    <a:pt x="46" y="22"/>
                  </a:lnTo>
                  <a:lnTo>
                    <a:pt x="45" y="17"/>
                  </a:lnTo>
                  <a:lnTo>
                    <a:pt x="43" y="13"/>
                  </a:lnTo>
                  <a:lnTo>
                    <a:pt x="41" y="9"/>
                  </a:lnTo>
                  <a:lnTo>
                    <a:pt x="38" y="7"/>
                  </a:lnTo>
                  <a:lnTo>
                    <a:pt x="35" y="4"/>
                  </a:lnTo>
                  <a:lnTo>
                    <a:pt x="31" y="1"/>
                  </a:lnTo>
                  <a:lnTo>
                    <a:pt x="22" y="0"/>
                  </a:lnTo>
                  <a:lnTo>
                    <a:pt x="14" y="1"/>
                  </a:lnTo>
                  <a:lnTo>
                    <a:pt x="11" y="4"/>
                  </a:lnTo>
                  <a:lnTo>
                    <a:pt x="7" y="7"/>
                  </a:lnTo>
                  <a:lnTo>
                    <a:pt x="4" y="9"/>
                  </a:lnTo>
                  <a:lnTo>
                    <a:pt x="1" y="13"/>
                  </a:lnTo>
                  <a:lnTo>
                    <a:pt x="0" y="17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0" y="54"/>
                  </a:lnTo>
                  <a:lnTo>
                    <a:pt x="1" y="84"/>
                  </a:lnTo>
                  <a:lnTo>
                    <a:pt x="5" y="145"/>
                  </a:lnTo>
                  <a:lnTo>
                    <a:pt x="11" y="205"/>
                  </a:lnTo>
                  <a:lnTo>
                    <a:pt x="13" y="267"/>
                  </a:lnTo>
                  <a:lnTo>
                    <a:pt x="13" y="267"/>
                  </a:lnTo>
                  <a:lnTo>
                    <a:pt x="13" y="334"/>
                  </a:lnTo>
                  <a:lnTo>
                    <a:pt x="12" y="399"/>
                  </a:lnTo>
                  <a:lnTo>
                    <a:pt x="12" y="466"/>
                  </a:lnTo>
                  <a:lnTo>
                    <a:pt x="13" y="498"/>
                  </a:lnTo>
                  <a:lnTo>
                    <a:pt x="14" y="532"/>
                  </a:lnTo>
                  <a:lnTo>
                    <a:pt x="14" y="532"/>
                  </a:lnTo>
                  <a:lnTo>
                    <a:pt x="17" y="562"/>
                  </a:lnTo>
                  <a:lnTo>
                    <a:pt x="17" y="594"/>
                  </a:lnTo>
                  <a:lnTo>
                    <a:pt x="16" y="655"/>
                  </a:lnTo>
                  <a:lnTo>
                    <a:pt x="13" y="715"/>
                  </a:lnTo>
                  <a:lnTo>
                    <a:pt x="12" y="747"/>
                  </a:lnTo>
                  <a:lnTo>
                    <a:pt x="11" y="777"/>
                  </a:lnTo>
                  <a:lnTo>
                    <a:pt x="11" y="777"/>
                  </a:lnTo>
                  <a:lnTo>
                    <a:pt x="13" y="816"/>
                  </a:lnTo>
                  <a:lnTo>
                    <a:pt x="16" y="872"/>
                  </a:lnTo>
                  <a:lnTo>
                    <a:pt x="18" y="927"/>
                  </a:lnTo>
                  <a:lnTo>
                    <a:pt x="18" y="949"/>
                  </a:lnTo>
                  <a:lnTo>
                    <a:pt x="17" y="966"/>
                  </a:lnTo>
                  <a:lnTo>
                    <a:pt x="17" y="966"/>
                  </a:lnTo>
                  <a:lnTo>
                    <a:pt x="16" y="994"/>
                  </a:lnTo>
                  <a:lnTo>
                    <a:pt x="14" y="1021"/>
                  </a:lnTo>
                  <a:lnTo>
                    <a:pt x="14" y="1076"/>
                  </a:lnTo>
                  <a:lnTo>
                    <a:pt x="14" y="1076"/>
                  </a:lnTo>
                  <a:lnTo>
                    <a:pt x="16" y="1082"/>
                  </a:lnTo>
                  <a:lnTo>
                    <a:pt x="17" y="1087"/>
                  </a:lnTo>
                  <a:lnTo>
                    <a:pt x="20" y="1091"/>
                  </a:lnTo>
                  <a:lnTo>
                    <a:pt x="22" y="1093"/>
                  </a:lnTo>
                  <a:lnTo>
                    <a:pt x="25" y="1096"/>
                  </a:lnTo>
                  <a:lnTo>
                    <a:pt x="29" y="1097"/>
                  </a:lnTo>
                  <a:lnTo>
                    <a:pt x="38" y="1099"/>
                  </a:lnTo>
                  <a:lnTo>
                    <a:pt x="46" y="1097"/>
                  </a:lnTo>
                  <a:lnTo>
                    <a:pt x="50" y="1096"/>
                  </a:lnTo>
                  <a:lnTo>
                    <a:pt x="54" y="1093"/>
                  </a:lnTo>
                  <a:lnTo>
                    <a:pt x="56" y="1091"/>
                  </a:lnTo>
                  <a:lnTo>
                    <a:pt x="59" y="1087"/>
                  </a:lnTo>
                  <a:lnTo>
                    <a:pt x="60" y="1082"/>
                  </a:lnTo>
                  <a:lnTo>
                    <a:pt x="60" y="1076"/>
                  </a:lnTo>
                  <a:lnTo>
                    <a:pt x="60" y="1076"/>
                  </a:lnTo>
                  <a:lnTo>
                    <a:pt x="62" y="1048"/>
                  </a:lnTo>
                  <a:lnTo>
                    <a:pt x="63" y="1017"/>
                  </a:lnTo>
                  <a:lnTo>
                    <a:pt x="64" y="987"/>
                  </a:lnTo>
                  <a:lnTo>
                    <a:pt x="64" y="959"/>
                  </a:lnTo>
                  <a:lnTo>
                    <a:pt x="64" y="959"/>
                  </a:lnTo>
                  <a:lnTo>
                    <a:pt x="63" y="921"/>
                  </a:lnTo>
                  <a:lnTo>
                    <a:pt x="60" y="867"/>
                  </a:lnTo>
                  <a:lnTo>
                    <a:pt x="58" y="815"/>
                  </a:lnTo>
                  <a:lnTo>
                    <a:pt x="56" y="777"/>
                  </a:lnTo>
                  <a:lnTo>
                    <a:pt x="56" y="777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09" name="Freeform 521"/>
            <p:cNvSpPr/>
            <p:nvPr>
              <p:custDataLst>
                <p:tags r:id="rId64"/>
              </p:custDataLst>
            </p:nvPr>
          </p:nvSpPr>
          <p:spPr bwMode="auto">
            <a:xfrm>
              <a:off x="3509963" y="1157288"/>
              <a:ext cx="25400" cy="434975"/>
            </a:xfrm>
            <a:custGeom>
              <a:avLst/>
              <a:gdLst/>
              <a:ahLst/>
              <a:cxnLst>
                <a:cxn ang="0">
                  <a:pos x="8" y="777"/>
                </a:cxn>
                <a:cxn ang="0">
                  <a:pos x="6" y="715"/>
                </a:cxn>
                <a:cxn ang="0">
                  <a:pos x="2" y="624"/>
                </a:cxn>
                <a:cxn ang="0">
                  <a:pos x="2" y="562"/>
                </a:cxn>
                <a:cxn ang="0">
                  <a:pos x="4" y="532"/>
                </a:cxn>
                <a:cxn ang="0">
                  <a:pos x="8" y="466"/>
                </a:cxn>
                <a:cxn ang="0">
                  <a:pos x="6" y="267"/>
                </a:cxn>
                <a:cxn ang="0">
                  <a:pos x="7" y="237"/>
                </a:cxn>
                <a:cxn ang="0">
                  <a:pos x="12" y="145"/>
                </a:cxn>
                <a:cxn ang="0">
                  <a:pos x="19" y="54"/>
                </a:cxn>
                <a:cxn ang="0">
                  <a:pos x="19" y="22"/>
                </a:cxn>
                <a:cxn ang="0">
                  <a:pos x="21" y="13"/>
                </a:cxn>
                <a:cxn ang="0">
                  <a:pos x="27" y="7"/>
                </a:cxn>
                <a:cxn ang="0">
                  <a:pos x="33" y="1"/>
                </a:cxn>
                <a:cxn ang="0">
                  <a:pos x="50" y="1"/>
                </a:cxn>
                <a:cxn ang="0">
                  <a:pos x="58" y="7"/>
                </a:cxn>
                <a:cxn ang="0">
                  <a:pos x="63" y="13"/>
                </a:cxn>
                <a:cxn ang="0">
                  <a:pos x="64" y="22"/>
                </a:cxn>
                <a:cxn ang="0">
                  <a:pos x="64" y="54"/>
                </a:cxn>
                <a:cxn ang="0">
                  <a:pos x="59" y="145"/>
                </a:cxn>
                <a:cxn ang="0">
                  <a:pos x="51" y="267"/>
                </a:cxn>
                <a:cxn ang="0">
                  <a:pos x="51" y="334"/>
                </a:cxn>
                <a:cxn ang="0">
                  <a:pos x="53" y="466"/>
                </a:cxn>
                <a:cxn ang="0">
                  <a:pos x="50" y="532"/>
                </a:cxn>
                <a:cxn ang="0">
                  <a:pos x="47" y="562"/>
                </a:cxn>
                <a:cxn ang="0">
                  <a:pos x="49" y="655"/>
                </a:cxn>
                <a:cxn ang="0">
                  <a:pos x="53" y="747"/>
                </a:cxn>
                <a:cxn ang="0">
                  <a:pos x="54" y="777"/>
                </a:cxn>
                <a:cxn ang="0">
                  <a:pos x="49" y="872"/>
                </a:cxn>
                <a:cxn ang="0">
                  <a:pos x="46" y="949"/>
                </a:cxn>
                <a:cxn ang="0">
                  <a:pos x="47" y="966"/>
                </a:cxn>
                <a:cxn ang="0">
                  <a:pos x="50" y="1021"/>
                </a:cxn>
                <a:cxn ang="0">
                  <a:pos x="50" y="1076"/>
                </a:cxn>
                <a:cxn ang="0">
                  <a:pos x="47" y="1087"/>
                </a:cxn>
                <a:cxn ang="0">
                  <a:pos x="42" y="1093"/>
                </a:cxn>
                <a:cxn ang="0">
                  <a:pos x="36" y="1097"/>
                </a:cxn>
                <a:cxn ang="0">
                  <a:pos x="19" y="1097"/>
                </a:cxn>
                <a:cxn ang="0">
                  <a:pos x="11" y="1093"/>
                </a:cxn>
                <a:cxn ang="0">
                  <a:pos x="6" y="1087"/>
                </a:cxn>
                <a:cxn ang="0">
                  <a:pos x="4" y="1076"/>
                </a:cxn>
                <a:cxn ang="0">
                  <a:pos x="3" y="1048"/>
                </a:cxn>
                <a:cxn ang="0">
                  <a:pos x="0" y="987"/>
                </a:cxn>
                <a:cxn ang="0">
                  <a:pos x="0" y="959"/>
                </a:cxn>
                <a:cxn ang="0">
                  <a:pos x="4" y="867"/>
                </a:cxn>
                <a:cxn ang="0">
                  <a:pos x="8" y="777"/>
                </a:cxn>
              </a:cxnLst>
              <a:rect l="0" t="0" r="r" b="b"/>
              <a:pathLst>
                <a:path w="64" h="1099">
                  <a:moveTo>
                    <a:pt x="8" y="777"/>
                  </a:moveTo>
                  <a:lnTo>
                    <a:pt x="8" y="777"/>
                  </a:lnTo>
                  <a:lnTo>
                    <a:pt x="7" y="747"/>
                  </a:lnTo>
                  <a:lnTo>
                    <a:pt x="6" y="715"/>
                  </a:lnTo>
                  <a:lnTo>
                    <a:pt x="3" y="655"/>
                  </a:lnTo>
                  <a:lnTo>
                    <a:pt x="2" y="624"/>
                  </a:lnTo>
                  <a:lnTo>
                    <a:pt x="2" y="594"/>
                  </a:lnTo>
                  <a:lnTo>
                    <a:pt x="2" y="562"/>
                  </a:lnTo>
                  <a:lnTo>
                    <a:pt x="4" y="532"/>
                  </a:lnTo>
                  <a:lnTo>
                    <a:pt x="4" y="532"/>
                  </a:lnTo>
                  <a:lnTo>
                    <a:pt x="6" y="498"/>
                  </a:lnTo>
                  <a:lnTo>
                    <a:pt x="8" y="466"/>
                  </a:lnTo>
                  <a:lnTo>
                    <a:pt x="8" y="399"/>
                  </a:lnTo>
                  <a:lnTo>
                    <a:pt x="6" y="267"/>
                  </a:lnTo>
                  <a:lnTo>
                    <a:pt x="6" y="267"/>
                  </a:lnTo>
                  <a:lnTo>
                    <a:pt x="7" y="237"/>
                  </a:lnTo>
                  <a:lnTo>
                    <a:pt x="8" y="205"/>
                  </a:lnTo>
                  <a:lnTo>
                    <a:pt x="12" y="145"/>
                  </a:lnTo>
                  <a:lnTo>
                    <a:pt x="17" y="84"/>
                  </a:lnTo>
                  <a:lnTo>
                    <a:pt x="19" y="54"/>
                  </a:lnTo>
                  <a:lnTo>
                    <a:pt x="19" y="22"/>
                  </a:lnTo>
                  <a:lnTo>
                    <a:pt x="19" y="22"/>
                  </a:lnTo>
                  <a:lnTo>
                    <a:pt x="20" y="17"/>
                  </a:lnTo>
                  <a:lnTo>
                    <a:pt x="21" y="13"/>
                  </a:lnTo>
                  <a:lnTo>
                    <a:pt x="24" y="9"/>
                  </a:lnTo>
                  <a:lnTo>
                    <a:pt x="27" y="7"/>
                  </a:lnTo>
                  <a:lnTo>
                    <a:pt x="29" y="4"/>
                  </a:lnTo>
                  <a:lnTo>
                    <a:pt x="33" y="1"/>
                  </a:lnTo>
                  <a:lnTo>
                    <a:pt x="42" y="0"/>
                  </a:lnTo>
                  <a:lnTo>
                    <a:pt x="50" y="1"/>
                  </a:lnTo>
                  <a:lnTo>
                    <a:pt x="54" y="4"/>
                  </a:lnTo>
                  <a:lnTo>
                    <a:pt x="58" y="7"/>
                  </a:lnTo>
                  <a:lnTo>
                    <a:pt x="61" y="9"/>
                  </a:lnTo>
                  <a:lnTo>
                    <a:pt x="63" y="13"/>
                  </a:lnTo>
                  <a:lnTo>
                    <a:pt x="64" y="17"/>
                  </a:lnTo>
                  <a:lnTo>
                    <a:pt x="64" y="22"/>
                  </a:lnTo>
                  <a:lnTo>
                    <a:pt x="64" y="22"/>
                  </a:lnTo>
                  <a:lnTo>
                    <a:pt x="64" y="54"/>
                  </a:lnTo>
                  <a:lnTo>
                    <a:pt x="63" y="84"/>
                  </a:lnTo>
                  <a:lnTo>
                    <a:pt x="59" y="145"/>
                  </a:lnTo>
                  <a:lnTo>
                    <a:pt x="54" y="205"/>
                  </a:lnTo>
                  <a:lnTo>
                    <a:pt x="51" y="267"/>
                  </a:lnTo>
                  <a:lnTo>
                    <a:pt x="51" y="267"/>
                  </a:lnTo>
                  <a:lnTo>
                    <a:pt x="51" y="334"/>
                  </a:lnTo>
                  <a:lnTo>
                    <a:pt x="53" y="399"/>
                  </a:lnTo>
                  <a:lnTo>
                    <a:pt x="53" y="466"/>
                  </a:lnTo>
                  <a:lnTo>
                    <a:pt x="51" y="498"/>
                  </a:lnTo>
                  <a:lnTo>
                    <a:pt x="50" y="532"/>
                  </a:lnTo>
                  <a:lnTo>
                    <a:pt x="50" y="532"/>
                  </a:lnTo>
                  <a:lnTo>
                    <a:pt x="47" y="562"/>
                  </a:lnTo>
                  <a:lnTo>
                    <a:pt x="47" y="594"/>
                  </a:lnTo>
                  <a:lnTo>
                    <a:pt x="49" y="655"/>
                  </a:lnTo>
                  <a:lnTo>
                    <a:pt x="51" y="715"/>
                  </a:lnTo>
                  <a:lnTo>
                    <a:pt x="53" y="747"/>
                  </a:lnTo>
                  <a:lnTo>
                    <a:pt x="54" y="777"/>
                  </a:lnTo>
                  <a:lnTo>
                    <a:pt x="54" y="777"/>
                  </a:lnTo>
                  <a:lnTo>
                    <a:pt x="51" y="816"/>
                  </a:lnTo>
                  <a:lnTo>
                    <a:pt x="49" y="872"/>
                  </a:lnTo>
                  <a:lnTo>
                    <a:pt x="46" y="927"/>
                  </a:lnTo>
                  <a:lnTo>
                    <a:pt x="46" y="949"/>
                  </a:lnTo>
                  <a:lnTo>
                    <a:pt x="47" y="966"/>
                  </a:lnTo>
                  <a:lnTo>
                    <a:pt x="47" y="966"/>
                  </a:lnTo>
                  <a:lnTo>
                    <a:pt x="49" y="994"/>
                  </a:lnTo>
                  <a:lnTo>
                    <a:pt x="50" y="1021"/>
                  </a:lnTo>
                  <a:lnTo>
                    <a:pt x="50" y="1076"/>
                  </a:lnTo>
                  <a:lnTo>
                    <a:pt x="50" y="1076"/>
                  </a:lnTo>
                  <a:lnTo>
                    <a:pt x="49" y="1082"/>
                  </a:lnTo>
                  <a:lnTo>
                    <a:pt x="47" y="1087"/>
                  </a:lnTo>
                  <a:lnTo>
                    <a:pt x="45" y="1091"/>
                  </a:lnTo>
                  <a:lnTo>
                    <a:pt x="42" y="1093"/>
                  </a:lnTo>
                  <a:lnTo>
                    <a:pt x="40" y="1096"/>
                  </a:lnTo>
                  <a:lnTo>
                    <a:pt x="36" y="1097"/>
                  </a:lnTo>
                  <a:lnTo>
                    <a:pt x="27" y="1099"/>
                  </a:lnTo>
                  <a:lnTo>
                    <a:pt x="19" y="1097"/>
                  </a:lnTo>
                  <a:lnTo>
                    <a:pt x="15" y="1096"/>
                  </a:lnTo>
                  <a:lnTo>
                    <a:pt x="11" y="1093"/>
                  </a:lnTo>
                  <a:lnTo>
                    <a:pt x="8" y="1091"/>
                  </a:lnTo>
                  <a:lnTo>
                    <a:pt x="6" y="1087"/>
                  </a:lnTo>
                  <a:lnTo>
                    <a:pt x="4" y="1082"/>
                  </a:lnTo>
                  <a:lnTo>
                    <a:pt x="4" y="1076"/>
                  </a:lnTo>
                  <a:lnTo>
                    <a:pt x="4" y="1076"/>
                  </a:lnTo>
                  <a:lnTo>
                    <a:pt x="3" y="1048"/>
                  </a:lnTo>
                  <a:lnTo>
                    <a:pt x="2" y="1017"/>
                  </a:lnTo>
                  <a:lnTo>
                    <a:pt x="0" y="987"/>
                  </a:lnTo>
                  <a:lnTo>
                    <a:pt x="0" y="959"/>
                  </a:lnTo>
                  <a:lnTo>
                    <a:pt x="0" y="959"/>
                  </a:lnTo>
                  <a:lnTo>
                    <a:pt x="2" y="921"/>
                  </a:lnTo>
                  <a:lnTo>
                    <a:pt x="4" y="867"/>
                  </a:lnTo>
                  <a:lnTo>
                    <a:pt x="7" y="815"/>
                  </a:lnTo>
                  <a:lnTo>
                    <a:pt x="8" y="777"/>
                  </a:lnTo>
                  <a:lnTo>
                    <a:pt x="8" y="777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10" name="Freeform 522"/>
            <p:cNvSpPr>
              <a:spLocks noEditPoints="1"/>
            </p:cNvSpPr>
            <p:nvPr>
              <p:custDataLst>
                <p:tags r:id="rId65"/>
              </p:custDataLst>
            </p:nvPr>
          </p:nvSpPr>
          <p:spPr bwMode="auto">
            <a:xfrm>
              <a:off x="3327401" y="1573213"/>
              <a:ext cx="307975" cy="87313"/>
            </a:xfrm>
            <a:custGeom>
              <a:avLst/>
              <a:gdLst/>
              <a:ahLst/>
              <a:cxnLst>
                <a:cxn ang="0">
                  <a:pos x="776" y="155"/>
                </a:cxn>
                <a:cxn ang="0">
                  <a:pos x="769" y="136"/>
                </a:cxn>
                <a:cxn ang="0">
                  <a:pos x="752" y="98"/>
                </a:cxn>
                <a:cxn ang="0">
                  <a:pos x="727" y="68"/>
                </a:cxn>
                <a:cxn ang="0">
                  <a:pos x="694" y="44"/>
                </a:cxn>
                <a:cxn ang="0">
                  <a:pos x="645" y="22"/>
                </a:cxn>
                <a:cxn ang="0">
                  <a:pos x="560" y="5"/>
                </a:cxn>
                <a:cxn ang="0">
                  <a:pos x="445" y="0"/>
                </a:cxn>
                <a:cxn ang="0">
                  <a:pos x="327" y="1"/>
                </a:cxn>
                <a:cxn ang="0">
                  <a:pos x="226" y="9"/>
                </a:cxn>
                <a:cxn ang="0">
                  <a:pos x="127" y="27"/>
                </a:cxn>
                <a:cxn ang="0">
                  <a:pos x="80" y="43"/>
                </a:cxn>
                <a:cxn ang="0">
                  <a:pos x="50" y="61"/>
                </a:cxn>
                <a:cxn ang="0">
                  <a:pos x="26" y="85"/>
                </a:cxn>
                <a:cxn ang="0">
                  <a:pos x="9" y="116"/>
                </a:cxn>
                <a:cxn ang="0">
                  <a:pos x="4" y="153"/>
                </a:cxn>
                <a:cxn ang="0">
                  <a:pos x="4" y="157"/>
                </a:cxn>
                <a:cxn ang="0">
                  <a:pos x="0" y="171"/>
                </a:cxn>
                <a:cxn ang="0">
                  <a:pos x="6" y="184"/>
                </a:cxn>
                <a:cxn ang="0">
                  <a:pos x="16" y="191"/>
                </a:cxn>
                <a:cxn ang="0">
                  <a:pos x="77" y="201"/>
                </a:cxn>
                <a:cxn ang="0">
                  <a:pos x="140" y="203"/>
                </a:cxn>
                <a:cxn ang="0">
                  <a:pos x="380" y="206"/>
                </a:cxn>
                <a:cxn ang="0">
                  <a:pos x="522" y="214"/>
                </a:cxn>
                <a:cxn ang="0">
                  <a:pos x="663" y="217"/>
                </a:cxn>
                <a:cxn ang="0">
                  <a:pos x="732" y="210"/>
                </a:cxn>
                <a:cxn ang="0">
                  <a:pos x="762" y="203"/>
                </a:cxn>
                <a:cxn ang="0">
                  <a:pos x="772" y="184"/>
                </a:cxn>
                <a:cxn ang="0">
                  <a:pos x="772" y="178"/>
                </a:cxn>
                <a:cxn ang="0">
                  <a:pos x="776" y="165"/>
                </a:cxn>
                <a:cxn ang="0">
                  <a:pos x="380" y="161"/>
                </a:cxn>
                <a:cxn ang="0">
                  <a:pos x="230" y="161"/>
                </a:cxn>
                <a:cxn ang="0">
                  <a:pos x="115" y="158"/>
                </a:cxn>
                <a:cxn ang="0">
                  <a:pos x="50" y="152"/>
                </a:cxn>
                <a:cxn ang="0">
                  <a:pos x="55" y="127"/>
                </a:cxn>
                <a:cxn ang="0">
                  <a:pos x="76" y="99"/>
                </a:cxn>
                <a:cxn ang="0">
                  <a:pos x="108" y="82"/>
                </a:cxn>
                <a:cxn ang="0">
                  <a:pos x="206" y="56"/>
                </a:cxn>
                <a:cxn ang="0">
                  <a:pos x="231" y="52"/>
                </a:cxn>
                <a:cxn ang="0">
                  <a:pos x="307" y="52"/>
                </a:cxn>
                <a:cxn ang="0">
                  <a:pos x="373" y="47"/>
                </a:cxn>
                <a:cxn ang="0">
                  <a:pos x="437" y="44"/>
                </a:cxn>
                <a:cxn ang="0">
                  <a:pos x="539" y="47"/>
                </a:cxn>
                <a:cxn ang="0">
                  <a:pos x="615" y="60"/>
                </a:cxn>
                <a:cxn ang="0">
                  <a:pos x="670" y="82"/>
                </a:cxn>
                <a:cxn ang="0">
                  <a:pos x="697" y="103"/>
                </a:cxn>
                <a:cxn ang="0">
                  <a:pos x="717" y="131"/>
                </a:cxn>
                <a:cxn ang="0">
                  <a:pos x="730" y="165"/>
                </a:cxn>
                <a:cxn ang="0">
                  <a:pos x="687" y="170"/>
                </a:cxn>
                <a:cxn ang="0">
                  <a:pos x="556" y="172"/>
                </a:cxn>
                <a:cxn ang="0">
                  <a:pos x="380" y="161"/>
                </a:cxn>
              </a:cxnLst>
              <a:rect l="0" t="0" r="r" b="b"/>
              <a:pathLst>
                <a:path w="776" h="218">
                  <a:moveTo>
                    <a:pt x="776" y="161"/>
                  </a:moveTo>
                  <a:lnTo>
                    <a:pt x="776" y="161"/>
                  </a:lnTo>
                  <a:lnTo>
                    <a:pt x="776" y="155"/>
                  </a:lnTo>
                  <a:lnTo>
                    <a:pt x="773" y="150"/>
                  </a:lnTo>
                  <a:lnTo>
                    <a:pt x="773" y="150"/>
                  </a:lnTo>
                  <a:lnTo>
                    <a:pt x="769" y="136"/>
                  </a:lnTo>
                  <a:lnTo>
                    <a:pt x="764" y="121"/>
                  </a:lnTo>
                  <a:lnTo>
                    <a:pt x="759" y="110"/>
                  </a:lnTo>
                  <a:lnTo>
                    <a:pt x="752" y="98"/>
                  </a:lnTo>
                  <a:lnTo>
                    <a:pt x="744" y="86"/>
                  </a:lnTo>
                  <a:lnTo>
                    <a:pt x="736" y="77"/>
                  </a:lnTo>
                  <a:lnTo>
                    <a:pt x="727" y="68"/>
                  </a:lnTo>
                  <a:lnTo>
                    <a:pt x="717" y="59"/>
                  </a:lnTo>
                  <a:lnTo>
                    <a:pt x="706" y="51"/>
                  </a:lnTo>
                  <a:lnTo>
                    <a:pt x="694" y="44"/>
                  </a:lnTo>
                  <a:lnTo>
                    <a:pt x="683" y="38"/>
                  </a:lnTo>
                  <a:lnTo>
                    <a:pt x="671" y="33"/>
                  </a:lnTo>
                  <a:lnTo>
                    <a:pt x="645" y="22"/>
                  </a:lnTo>
                  <a:lnTo>
                    <a:pt x="617" y="16"/>
                  </a:lnTo>
                  <a:lnTo>
                    <a:pt x="590" y="9"/>
                  </a:lnTo>
                  <a:lnTo>
                    <a:pt x="560" y="5"/>
                  </a:lnTo>
                  <a:lnTo>
                    <a:pt x="531" y="2"/>
                  </a:lnTo>
                  <a:lnTo>
                    <a:pt x="502" y="1"/>
                  </a:lnTo>
                  <a:lnTo>
                    <a:pt x="445" y="0"/>
                  </a:lnTo>
                  <a:lnTo>
                    <a:pt x="394" y="0"/>
                  </a:lnTo>
                  <a:lnTo>
                    <a:pt x="394" y="0"/>
                  </a:lnTo>
                  <a:lnTo>
                    <a:pt x="327" y="1"/>
                  </a:lnTo>
                  <a:lnTo>
                    <a:pt x="293" y="4"/>
                  </a:lnTo>
                  <a:lnTo>
                    <a:pt x="259" y="6"/>
                  </a:lnTo>
                  <a:lnTo>
                    <a:pt x="226" y="9"/>
                  </a:lnTo>
                  <a:lnTo>
                    <a:pt x="193" y="14"/>
                  </a:lnTo>
                  <a:lnTo>
                    <a:pt x="159" y="19"/>
                  </a:lnTo>
                  <a:lnTo>
                    <a:pt x="127" y="27"/>
                  </a:lnTo>
                  <a:lnTo>
                    <a:pt x="127" y="27"/>
                  </a:lnTo>
                  <a:lnTo>
                    <a:pt x="102" y="34"/>
                  </a:lnTo>
                  <a:lnTo>
                    <a:pt x="80" y="43"/>
                  </a:lnTo>
                  <a:lnTo>
                    <a:pt x="69" y="48"/>
                  </a:lnTo>
                  <a:lnTo>
                    <a:pt x="59" y="55"/>
                  </a:lnTo>
                  <a:lnTo>
                    <a:pt x="50" y="61"/>
                  </a:lnTo>
                  <a:lnTo>
                    <a:pt x="40" y="69"/>
                  </a:lnTo>
                  <a:lnTo>
                    <a:pt x="33" y="77"/>
                  </a:lnTo>
                  <a:lnTo>
                    <a:pt x="26" y="85"/>
                  </a:lnTo>
                  <a:lnTo>
                    <a:pt x="19" y="94"/>
                  </a:lnTo>
                  <a:lnTo>
                    <a:pt x="14" y="104"/>
                  </a:lnTo>
                  <a:lnTo>
                    <a:pt x="9" y="116"/>
                  </a:lnTo>
                  <a:lnTo>
                    <a:pt x="6" y="127"/>
                  </a:lnTo>
                  <a:lnTo>
                    <a:pt x="4" y="140"/>
                  </a:lnTo>
                  <a:lnTo>
                    <a:pt x="4" y="153"/>
                  </a:lnTo>
                  <a:lnTo>
                    <a:pt x="4" y="153"/>
                  </a:lnTo>
                  <a:lnTo>
                    <a:pt x="4" y="157"/>
                  </a:lnTo>
                  <a:lnTo>
                    <a:pt x="4" y="157"/>
                  </a:lnTo>
                  <a:lnTo>
                    <a:pt x="1" y="161"/>
                  </a:lnTo>
                  <a:lnTo>
                    <a:pt x="0" y="166"/>
                  </a:lnTo>
                  <a:lnTo>
                    <a:pt x="0" y="171"/>
                  </a:lnTo>
                  <a:lnTo>
                    <a:pt x="1" y="176"/>
                  </a:lnTo>
                  <a:lnTo>
                    <a:pt x="4" y="180"/>
                  </a:lnTo>
                  <a:lnTo>
                    <a:pt x="6" y="184"/>
                  </a:lnTo>
                  <a:lnTo>
                    <a:pt x="10" y="188"/>
                  </a:lnTo>
                  <a:lnTo>
                    <a:pt x="16" y="191"/>
                  </a:lnTo>
                  <a:lnTo>
                    <a:pt x="16" y="191"/>
                  </a:lnTo>
                  <a:lnTo>
                    <a:pt x="31" y="195"/>
                  </a:lnTo>
                  <a:lnTo>
                    <a:pt x="46" y="197"/>
                  </a:lnTo>
                  <a:lnTo>
                    <a:pt x="77" y="201"/>
                  </a:lnTo>
                  <a:lnTo>
                    <a:pt x="110" y="203"/>
                  </a:lnTo>
                  <a:lnTo>
                    <a:pt x="140" y="203"/>
                  </a:lnTo>
                  <a:lnTo>
                    <a:pt x="140" y="203"/>
                  </a:lnTo>
                  <a:lnTo>
                    <a:pt x="260" y="204"/>
                  </a:lnTo>
                  <a:lnTo>
                    <a:pt x="380" y="206"/>
                  </a:lnTo>
                  <a:lnTo>
                    <a:pt x="380" y="206"/>
                  </a:lnTo>
                  <a:lnTo>
                    <a:pt x="428" y="209"/>
                  </a:lnTo>
                  <a:lnTo>
                    <a:pt x="475" y="212"/>
                  </a:lnTo>
                  <a:lnTo>
                    <a:pt x="522" y="214"/>
                  </a:lnTo>
                  <a:lnTo>
                    <a:pt x="569" y="217"/>
                  </a:lnTo>
                  <a:lnTo>
                    <a:pt x="616" y="218"/>
                  </a:lnTo>
                  <a:lnTo>
                    <a:pt x="663" y="217"/>
                  </a:lnTo>
                  <a:lnTo>
                    <a:pt x="687" y="216"/>
                  </a:lnTo>
                  <a:lnTo>
                    <a:pt x="709" y="213"/>
                  </a:lnTo>
                  <a:lnTo>
                    <a:pt x="732" y="210"/>
                  </a:lnTo>
                  <a:lnTo>
                    <a:pt x="755" y="205"/>
                  </a:lnTo>
                  <a:lnTo>
                    <a:pt x="755" y="205"/>
                  </a:lnTo>
                  <a:lnTo>
                    <a:pt x="762" y="203"/>
                  </a:lnTo>
                  <a:lnTo>
                    <a:pt x="768" y="197"/>
                  </a:lnTo>
                  <a:lnTo>
                    <a:pt x="770" y="191"/>
                  </a:lnTo>
                  <a:lnTo>
                    <a:pt x="772" y="184"/>
                  </a:lnTo>
                  <a:lnTo>
                    <a:pt x="772" y="180"/>
                  </a:lnTo>
                  <a:lnTo>
                    <a:pt x="772" y="180"/>
                  </a:lnTo>
                  <a:lnTo>
                    <a:pt x="772" y="178"/>
                  </a:lnTo>
                  <a:lnTo>
                    <a:pt x="772" y="178"/>
                  </a:lnTo>
                  <a:lnTo>
                    <a:pt x="774" y="171"/>
                  </a:lnTo>
                  <a:lnTo>
                    <a:pt x="776" y="165"/>
                  </a:lnTo>
                  <a:lnTo>
                    <a:pt x="776" y="161"/>
                  </a:lnTo>
                  <a:close/>
                  <a:moveTo>
                    <a:pt x="380" y="161"/>
                  </a:moveTo>
                  <a:lnTo>
                    <a:pt x="380" y="161"/>
                  </a:lnTo>
                  <a:lnTo>
                    <a:pt x="331" y="161"/>
                  </a:lnTo>
                  <a:lnTo>
                    <a:pt x="281" y="161"/>
                  </a:lnTo>
                  <a:lnTo>
                    <a:pt x="230" y="161"/>
                  </a:lnTo>
                  <a:lnTo>
                    <a:pt x="180" y="161"/>
                  </a:lnTo>
                  <a:lnTo>
                    <a:pt x="180" y="161"/>
                  </a:lnTo>
                  <a:lnTo>
                    <a:pt x="115" y="158"/>
                  </a:lnTo>
                  <a:lnTo>
                    <a:pt x="81" y="157"/>
                  </a:lnTo>
                  <a:lnTo>
                    <a:pt x="65" y="154"/>
                  </a:lnTo>
                  <a:lnTo>
                    <a:pt x="50" y="152"/>
                  </a:lnTo>
                  <a:lnTo>
                    <a:pt x="50" y="152"/>
                  </a:lnTo>
                  <a:lnTo>
                    <a:pt x="51" y="138"/>
                  </a:lnTo>
                  <a:lnTo>
                    <a:pt x="55" y="127"/>
                  </a:lnTo>
                  <a:lnTo>
                    <a:pt x="60" y="116"/>
                  </a:lnTo>
                  <a:lnTo>
                    <a:pt x="68" y="108"/>
                  </a:lnTo>
                  <a:lnTo>
                    <a:pt x="76" y="99"/>
                  </a:lnTo>
                  <a:lnTo>
                    <a:pt x="86" y="93"/>
                  </a:lnTo>
                  <a:lnTo>
                    <a:pt x="97" y="87"/>
                  </a:lnTo>
                  <a:lnTo>
                    <a:pt x="108" y="82"/>
                  </a:lnTo>
                  <a:lnTo>
                    <a:pt x="133" y="73"/>
                  </a:lnTo>
                  <a:lnTo>
                    <a:pt x="159" y="67"/>
                  </a:lnTo>
                  <a:lnTo>
                    <a:pt x="206" y="56"/>
                  </a:lnTo>
                  <a:lnTo>
                    <a:pt x="206" y="56"/>
                  </a:lnTo>
                  <a:lnTo>
                    <a:pt x="218" y="53"/>
                  </a:lnTo>
                  <a:lnTo>
                    <a:pt x="231" y="52"/>
                  </a:lnTo>
                  <a:lnTo>
                    <a:pt x="256" y="51"/>
                  </a:lnTo>
                  <a:lnTo>
                    <a:pt x="307" y="52"/>
                  </a:lnTo>
                  <a:lnTo>
                    <a:pt x="307" y="52"/>
                  </a:lnTo>
                  <a:lnTo>
                    <a:pt x="328" y="51"/>
                  </a:lnTo>
                  <a:lnTo>
                    <a:pt x="350" y="50"/>
                  </a:lnTo>
                  <a:lnTo>
                    <a:pt x="373" y="47"/>
                  </a:lnTo>
                  <a:lnTo>
                    <a:pt x="394" y="46"/>
                  </a:lnTo>
                  <a:lnTo>
                    <a:pt x="394" y="46"/>
                  </a:lnTo>
                  <a:lnTo>
                    <a:pt x="437" y="44"/>
                  </a:lnTo>
                  <a:lnTo>
                    <a:pt x="486" y="44"/>
                  </a:lnTo>
                  <a:lnTo>
                    <a:pt x="513" y="44"/>
                  </a:lnTo>
                  <a:lnTo>
                    <a:pt x="539" y="47"/>
                  </a:lnTo>
                  <a:lnTo>
                    <a:pt x="565" y="50"/>
                  </a:lnTo>
                  <a:lnTo>
                    <a:pt x="590" y="53"/>
                  </a:lnTo>
                  <a:lnTo>
                    <a:pt x="615" y="60"/>
                  </a:lnTo>
                  <a:lnTo>
                    <a:pt x="638" y="68"/>
                  </a:lnTo>
                  <a:lnTo>
                    <a:pt x="659" y="77"/>
                  </a:lnTo>
                  <a:lnTo>
                    <a:pt x="670" y="82"/>
                  </a:lnTo>
                  <a:lnTo>
                    <a:pt x="679" y="89"/>
                  </a:lnTo>
                  <a:lnTo>
                    <a:pt x="688" y="95"/>
                  </a:lnTo>
                  <a:lnTo>
                    <a:pt x="697" y="103"/>
                  </a:lnTo>
                  <a:lnTo>
                    <a:pt x="704" y="112"/>
                  </a:lnTo>
                  <a:lnTo>
                    <a:pt x="711" y="120"/>
                  </a:lnTo>
                  <a:lnTo>
                    <a:pt x="717" y="131"/>
                  </a:lnTo>
                  <a:lnTo>
                    <a:pt x="722" y="141"/>
                  </a:lnTo>
                  <a:lnTo>
                    <a:pt x="726" y="152"/>
                  </a:lnTo>
                  <a:lnTo>
                    <a:pt x="730" y="165"/>
                  </a:lnTo>
                  <a:lnTo>
                    <a:pt x="730" y="165"/>
                  </a:lnTo>
                  <a:lnTo>
                    <a:pt x="709" y="167"/>
                  </a:lnTo>
                  <a:lnTo>
                    <a:pt x="687" y="170"/>
                  </a:lnTo>
                  <a:lnTo>
                    <a:pt x="643" y="172"/>
                  </a:lnTo>
                  <a:lnTo>
                    <a:pt x="600" y="174"/>
                  </a:lnTo>
                  <a:lnTo>
                    <a:pt x="556" y="172"/>
                  </a:lnTo>
                  <a:lnTo>
                    <a:pt x="511" y="170"/>
                  </a:lnTo>
                  <a:lnTo>
                    <a:pt x="467" y="167"/>
                  </a:lnTo>
                  <a:lnTo>
                    <a:pt x="380" y="161"/>
                  </a:lnTo>
                  <a:lnTo>
                    <a:pt x="380" y="161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</p:grp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矩形 5"/>
          <p:cNvSpPr/>
          <p:nvPr>
            <p:custDataLst>
              <p:tags r:id="rId1"/>
            </p:custDataLst>
          </p:nvPr>
        </p:nvSpPr>
        <p:spPr>
          <a:xfrm>
            <a:off x="207010" y="708025"/>
            <a:ext cx="5791200" cy="1530350"/>
          </a:xfrm>
          <a:prstGeom prst="rect">
            <a:avLst/>
          </a:prstGeom>
          <a:solidFill>
            <a:srgbClr val="1E7AB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350">
              <a:latin typeface="Noto Serif CJK SC" panose="02020400000000000000" pitchFamily="18" charset="-122"/>
              <a:ea typeface="FZHei-B01S" panose="02010601030101010101" pitchFamily="2" charset="-122"/>
              <a:sym typeface="Noto Serif CJK SC" panose="02020400000000000000" pitchFamily="18" charset="-122"/>
            </a:endParaRPr>
          </a:p>
        </p:txBody>
      </p:sp>
      <p:sp>
        <p:nvSpPr>
          <p:cNvPr id="9" name="矩形 8"/>
          <p:cNvSpPr/>
          <p:nvPr>
            <p:custDataLst>
              <p:tags r:id="rId2"/>
            </p:custDataLst>
          </p:nvPr>
        </p:nvSpPr>
        <p:spPr>
          <a:xfrm>
            <a:off x="207010" y="1917065"/>
            <a:ext cx="8709660" cy="420116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350">
              <a:latin typeface="Noto Serif CJK SC" panose="02020400000000000000" pitchFamily="18" charset="-122"/>
              <a:ea typeface="FZHei-B01S" panose="02010601030101010101" pitchFamily="2" charset="-122"/>
              <a:sym typeface="Noto Serif CJK SC" panose="02020400000000000000" pitchFamily="18" charset="-122"/>
            </a:endParaRPr>
          </a:p>
        </p:txBody>
      </p:sp>
      <p:sp>
        <p:nvSpPr>
          <p:cNvPr id="11" name="Title 1"/>
          <p:cNvSpPr>
            <a:spLocks noGrp="1"/>
          </p:cNvSpPr>
          <p:nvPr>
            <p:custDataLst>
              <p:tags r:id="rId3"/>
            </p:custDataLst>
          </p:nvPr>
        </p:nvSpPr>
        <p:spPr>
          <a:xfrm>
            <a:off x="368935" y="967105"/>
            <a:ext cx="4377690" cy="72136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5335" kern="120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+mj-ea"/>
                <a:cs typeface="Times New Roman" panose="02020603050405020304" pitchFamily="18" charset="0"/>
              </a:defRPr>
            </a:lvl1pPr>
          </a:lstStyle>
          <a:p>
            <a:r>
              <a:rPr lang="en-US" altLang="zh-CN" sz="3600" dirty="0">
                <a:solidFill>
                  <a:schemeClr val="bg1"/>
                </a:solidFill>
              </a:rPr>
              <a:t>Comparison of </a:t>
            </a:r>
            <a:br>
              <a:rPr lang="en-US" altLang="zh-CN" sz="3600" dirty="0">
                <a:solidFill>
                  <a:schemeClr val="bg1"/>
                </a:solidFill>
              </a:rPr>
            </a:br>
            <a:r>
              <a:rPr lang="en-US" altLang="zh-CN" sz="3600" dirty="0">
                <a:solidFill>
                  <a:schemeClr val="bg1"/>
                </a:solidFill>
              </a:rPr>
              <a:t>List Implementations</a:t>
            </a:r>
          </a:p>
        </p:txBody>
      </p:sp>
      <p:pic>
        <p:nvPicPr>
          <p:cNvPr id="13" name="图片 12" descr="华工标志（透明版"/>
          <p:cNvPicPr>
            <a:picLocks noChangeAspect="1"/>
          </p:cNvPicPr>
          <p:nvPr>
            <p:custDataLst>
              <p:tags r:id="rId4"/>
            </p:custDataLst>
          </p:nvPr>
        </p:nvPicPr>
        <p:blipFill>
          <a:blip r:embed="rId66" cstate="print"/>
          <a:stretch>
            <a:fillRect/>
          </a:stretch>
        </p:blipFill>
        <p:spPr>
          <a:xfrm>
            <a:off x="7740015" y="116205"/>
            <a:ext cx="1230630" cy="1230630"/>
          </a:xfrm>
          <a:prstGeom prst="rect">
            <a:avLst/>
          </a:prstGeom>
        </p:spPr>
      </p:pic>
      <p:sp>
        <p:nvSpPr>
          <p:cNvPr id="35843" name="Content Placeholder 2"/>
          <p:cNvSpPr>
            <a:spLocks noGrp="1"/>
          </p:cNvSpPr>
          <p:nvPr>
            <p:ph idx="1"/>
          </p:nvPr>
        </p:nvSpPr>
        <p:spPr>
          <a:xfrm>
            <a:off x="418582" y="1900557"/>
            <a:ext cx="7886700" cy="4351337"/>
          </a:xfrm>
        </p:spPr>
        <p:txBody>
          <a:bodyPr>
            <a:normAutofit fontScale="92500" lnSpcReduction="10000"/>
          </a:bodyPr>
          <a:lstStyle/>
          <a:p>
            <a:pPr algn="just" fontAlgn="auto">
              <a:lnSpc>
                <a:spcPct val="150000"/>
              </a:lnSpc>
              <a:spcBef>
                <a:spcPts val="1800"/>
              </a:spcBef>
            </a:pPr>
            <a:r>
              <a:rPr lang="en-US" altLang="zh-CN" dirty="0">
                <a:solidFill>
                  <a:srgbClr val="FF0000"/>
                </a:solidFill>
              </a:rPr>
              <a:t>linked lists </a:t>
            </a:r>
            <a:r>
              <a:rPr lang="en-US" altLang="zh-CN" dirty="0"/>
              <a:t>are more space efficient when implementing lists whose number of elements varies widely or is unknown. </a:t>
            </a:r>
          </a:p>
          <a:p>
            <a:pPr algn="just" fontAlgn="auto">
              <a:lnSpc>
                <a:spcPct val="150000"/>
              </a:lnSpc>
              <a:spcBef>
                <a:spcPts val="1800"/>
              </a:spcBef>
            </a:pPr>
            <a:r>
              <a:rPr lang="en-US" altLang="zh-CN" dirty="0">
                <a:solidFill>
                  <a:srgbClr val="FF0000"/>
                </a:solidFill>
              </a:rPr>
              <a:t>Array-based lists </a:t>
            </a:r>
            <a:r>
              <a:rPr lang="en-US" altLang="zh-CN" dirty="0"/>
              <a:t>are generally more space efficient when the user knows in advance approximately how large the list will become.</a:t>
            </a:r>
            <a:endParaRPr lang="zh-CN" altLang="en-US" sz="1800" dirty="0"/>
          </a:p>
        </p:txBody>
      </p:sp>
      <p:sp>
        <p:nvSpPr>
          <p:cNvPr id="35844" name="Slide Number Placeholder 3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557530" indent="-21463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857250" indent="-1714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200150" indent="-1714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1543050" indent="-1714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1885950" indent="-1714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228850" indent="-1714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2571750" indent="-1714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2914650" indent="-1714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fld id="{04B0A951-FA12-402A-B74B-CA79DC3A4F24}" type="slidenum">
              <a:rPr lang="en-US" altLang="zh-CN" sz="465" smtClean="0"/>
              <a:pPr/>
              <a:t>25</a:t>
            </a:fld>
            <a:endParaRPr lang="en-US" altLang="zh-CN" sz="465"/>
          </a:p>
        </p:txBody>
      </p:sp>
      <p:sp>
        <p:nvSpPr>
          <p:cNvPr id="2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fld id="{4AE71CFF-88C4-4477-940C-0D0FC33F2B5E}" type="datetime1">
              <a:rPr lang="zh-CN" altLang="en-US" sz="465" smtClean="0"/>
              <a:pPr>
                <a:defRPr/>
              </a:pPr>
              <a:t>2025/12/16</a:t>
            </a:fld>
            <a:endParaRPr lang="zh-CN" altLang="en-US" sz="465"/>
          </a:p>
        </p:txBody>
      </p:sp>
      <p:sp>
        <p:nvSpPr>
          <p:cNvPr id="3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altLang="zh-CN" sz="465"/>
              <a:t>Stacks and Queues - Lecture 6</a:t>
            </a:r>
            <a:endParaRPr lang="zh-CN" altLang="en-US" sz="465"/>
          </a:p>
        </p:txBody>
      </p:sp>
      <p:grpSp>
        <p:nvGrpSpPr>
          <p:cNvPr id="1277" name="组合 1276"/>
          <p:cNvGrpSpPr/>
          <p:nvPr/>
        </p:nvGrpSpPr>
        <p:grpSpPr>
          <a:xfrm>
            <a:off x="7785736" y="5198728"/>
            <a:ext cx="971551" cy="901701"/>
            <a:chOff x="3119438" y="984250"/>
            <a:chExt cx="728663" cy="676276"/>
          </a:xfrm>
          <a:solidFill>
            <a:schemeClr val="accent1">
              <a:lumMod val="75000"/>
              <a:alpha val="37000"/>
            </a:schemeClr>
          </a:solidFill>
        </p:grpSpPr>
        <p:sp>
          <p:nvSpPr>
            <p:cNvPr id="12751" name="Freeform 463"/>
            <p:cNvSpPr/>
            <p:nvPr>
              <p:custDataLst>
                <p:tags r:id="rId5"/>
              </p:custDataLst>
            </p:nvPr>
          </p:nvSpPr>
          <p:spPr bwMode="auto">
            <a:xfrm>
              <a:off x="3146426" y="1431925"/>
              <a:ext cx="17463" cy="26988"/>
            </a:xfrm>
            <a:custGeom>
              <a:avLst/>
              <a:gdLst/>
              <a:ahLst/>
              <a:cxnLst>
                <a:cxn ang="0">
                  <a:pos x="35" y="2"/>
                </a:cxn>
                <a:cxn ang="0">
                  <a:pos x="35" y="2"/>
                </a:cxn>
                <a:cxn ang="0">
                  <a:pos x="25" y="15"/>
                </a:cxn>
                <a:cxn ang="0">
                  <a:pos x="14" y="29"/>
                </a:cxn>
                <a:cxn ang="0">
                  <a:pos x="6" y="45"/>
                </a:cxn>
                <a:cxn ang="0">
                  <a:pos x="0" y="62"/>
                </a:cxn>
                <a:cxn ang="0">
                  <a:pos x="0" y="62"/>
                </a:cxn>
                <a:cxn ang="0">
                  <a:pos x="0" y="65"/>
                </a:cxn>
                <a:cxn ang="0">
                  <a:pos x="0" y="66"/>
                </a:cxn>
                <a:cxn ang="0">
                  <a:pos x="2" y="67"/>
                </a:cxn>
                <a:cxn ang="0">
                  <a:pos x="4" y="68"/>
                </a:cxn>
                <a:cxn ang="0">
                  <a:pos x="8" y="68"/>
                </a:cxn>
                <a:cxn ang="0">
                  <a:pos x="10" y="67"/>
                </a:cxn>
                <a:cxn ang="0">
                  <a:pos x="11" y="65"/>
                </a:cxn>
                <a:cxn ang="0">
                  <a:pos x="11" y="65"/>
                </a:cxn>
                <a:cxn ang="0">
                  <a:pos x="17" y="50"/>
                </a:cxn>
                <a:cxn ang="0">
                  <a:pos x="25" y="36"/>
                </a:cxn>
                <a:cxn ang="0">
                  <a:pos x="34" y="23"/>
                </a:cxn>
                <a:cxn ang="0">
                  <a:pos x="44" y="10"/>
                </a:cxn>
                <a:cxn ang="0">
                  <a:pos x="44" y="10"/>
                </a:cxn>
                <a:cxn ang="0">
                  <a:pos x="45" y="8"/>
                </a:cxn>
                <a:cxn ang="0">
                  <a:pos x="45" y="6"/>
                </a:cxn>
                <a:cxn ang="0">
                  <a:pos x="43" y="2"/>
                </a:cxn>
                <a:cxn ang="0">
                  <a:pos x="40" y="0"/>
                </a:cxn>
                <a:cxn ang="0">
                  <a:pos x="38" y="0"/>
                </a:cxn>
                <a:cxn ang="0">
                  <a:pos x="35" y="2"/>
                </a:cxn>
                <a:cxn ang="0">
                  <a:pos x="35" y="2"/>
                </a:cxn>
              </a:cxnLst>
              <a:rect l="0" t="0" r="r" b="b"/>
              <a:pathLst>
                <a:path w="45" h="68">
                  <a:moveTo>
                    <a:pt x="35" y="2"/>
                  </a:moveTo>
                  <a:lnTo>
                    <a:pt x="35" y="2"/>
                  </a:lnTo>
                  <a:lnTo>
                    <a:pt x="25" y="15"/>
                  </a:lnTo>
                  <a:lnTo>
                    <a:pt x="14" y="29"/>
                  </a:lnTo>
                  <a:lnTo>
                    <a:pt x="6" y="45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0" y="65"/>
                  </a:lnTo>
                  <a:lnTo>
                    <a:pt x="0" y="66"/>
                  </a:lnTo>
                  <a:lnTo>
                    <a:pt x="2" y="67"/>
                  </a:lnTo>
                  <a:lnTo>
                    <a:pt x="4" y="68"/>
                  </a:lnTo>
                  <a:lnTo>
                    <a:pt x="8" y="68"/>
                  </a:lnTo>
                  <a:lnTo>
                    <a:pt x="10" y="67"/>
                  </a:lnTo>
                  <a:lnTo>
                    <a:pt x="11" y="65"/>
                  </a:lnTo>
                  <a:lnTo>
                    <a:pt x="11" y="65"/>
                  </a:lnTo>
                  <a:lnTo>
                    <a:pt x="17" y="50"/>
                  </a:lnTo>
                  <a:lnTo>
                    <a:pt x="25" y="36"/>
                  </a:lnTo>
                  <a:lnTo>
                    <a:pt x="34" y="23"/>
                  </a:lnTo>
                  <a:lnTo>
                    <a:pt x="44" y="10"/>
                  </a:lnTo>
                  <a:lnTo>
                    <a:pt x="44" y="10"/>
                  </a:lnTo>
                  <a:lnTo>
                    <a:pt x="45" y="8"/>
                  </a:lnTo>
                  <a:lnTo>
                    <a:pt x="45" y="6"/>
                  </a:lnTo>
                  <a:lnTo>
                    <a:pt x="43" y="2"/>
                  </a:lnTo>
                  <a:lnTo>
                    <a:pt x="40" y="0"/>
                  </a:lnTo>
                  <a:lnTo>
                    <a:pt x="38" y="0"/>
                  </a:lnTo>
                  <a:lnTo>
                    <a:pt x="35" y="2"/>
                  </a:lnTo>
                  <a:lnTo>
                    <a:pt x="35" y="2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52" name="Freeform 464"/>
            <p:cNvSpPr/>
            <p:nvPr>
              <p:custDataLst>
                <p:tags r:id="rId6"/>
              </p:custDataLst>
            </p:nvPr>
          </p:nvSpPr>
          <p:spPr bwMode="auto">
            <a:xfrm>
              <a:off x="3162301" y="1450975"/>
              <a:ext cx="23813" cy="33338"/>
            </a:xfrm>
            <a:custGeom>
              <a:avLst/>
              <a:gdLst/>
              <a:ahLst/>
              <a:cxnLst>
                <a:cxn ang="0">
                  <a:pos x="47" y="3"/>
                </a:cxn>
                <a:cxn ang="0">
                  <a:pos x="47" y="3"/>
                </a:cxn>
                <a:cxn ang="0">
                  <a:pos x="32" y="21"/>
                </a:cxn>
                <a:cxn ang="0">
                  <a:pos x="20" y="39"/>
                </a:cxn>
                <a:cxn ang="0">
                  <a:pos x="9" y="59"/>
                </a:cxn>
                <a:cxn ang="0">
                  <a:pos x="3" y="70"/>
                </a:cxn>
                <a:cxn ang="0">
                  <a:pos x="0" y="80"/>
                </a:cxn>
                <a:cxn ang="0">
                  <a:pos x="0" y="80"/>
                </a:cxn>
                <a:cxn ang="0">
                  <a:pos x="0" y="83"/>
                </a:cxn>
                <a:cxn ang="0">
                  <a:pos x="0" y="84"/>
                </a:cxn>
                <a:cxn ang="0">
                  <a:pos x="2" y="87"/>
                </a:cxn>
                <a:cxn ang="0">
                  <a:pos x="3" y="87"/>
                </a:cxn>
                <a:cxn ang="0">
                  <a:pos x="7" y="87"/>
                </a:cxn>
                <a:cxn ang="0">
                  <a:pos x="10" y="85"/>
                </a:cxn>
                <a:cxn ang="0">
                  <a:pos x="11" y="83"/>
                </a:cxn>
                <a:cxn ang="0">
                  <a:pos x="11" y="83"/>
                </a:cxn>
                <a:cxn ang="0">
                  <a:pos x="15" y="73"/>
                </a:cxn>
                <a:cxn ang="0">
                  <a:pos x="19" y="63"/>
                </a:cxn>
                <a:cxn ang="0">
                  <a:pos x="31" y="45"/>
                </a:cxn>
                <a:cxn ang="0">
                  <a:pos x="43" y="26"/>
                </a:cxn>
                <a:cxn ang="0">
                  <a:pos x="56" y="8"/>
                </a:cxn>
                <a:cxn ang="0">
                  <a:pos x="56" y="8"/>
                </a:cxn>
                <a:cxn ang="0">
                  <a:pos x="57" y="7"/>
                </a:cxn>
                <a:cxn ang="0">
                  <a:pos x="57" y="4"/>
                </a:cxn>
                <a:cxn ang="0">
                  <a:pos x="56" y="3"/>
                </a:cxn>
                <a:cxn ang="0">
                  <a:pos x="54" y="2"/>
                </a:cxn>
                <a:cxn ang="0">
                  <a:pos x="51" y="0"/>
                </a:cxn>
                <a:cxn ang="0">
                  <a:pos x="48" y="2"/>
                </a:cxn>
                <a:cxn ang="0">
                  <a:pos x="47" y="3"/>
                </a:cxn>
                <a:cxn ang="0">
                  <a:pos x="47" y="3"/>
                </a:cxn>
              </a:cxnLst>
              <a:rect l="0" t="0" r="r" b="b"/>
              <a:pathLst>
                <a:path w="57" h="87">
                  <a:moveTo>
                    <a:pt x="47" y="3"/>
                  </a:moveTo>
                  <a:lnTo>
                    <a:pt x="47" y="3"/>
                  </a:lnTo>
                  <a:lnTo>
                    <a:pt x="32" y="21"/>
                  </a:lnTo>
                  <a:lnTo>
                    <a:pt x="20" y="39"/>
                  </a:lnTo>
                  <a:lnTo>
                    <a:pt x="9" y="59"/>
                  </a:lnTo>
                  <a:lnTo>
                    <a:pt x="3" y="70"/>
                  </a:lnTo>
                  <a:lnTo>
                    <a:pt x="0" y="80"/>
                  </a:lnTo>
                  <a:lnTo>
                    <a:pt x="0" y="80"/>
                  </a:lnTo>
                  <a:lnTo>
                    <a:pt x="0" y="83"/>
                  </a:lnTo>
                  <a:lnTo>
                    <a:pt x="0" y="84"/>
                  </a:lnTo>
                  <a:lnTo>
                    <a:pt x="2" y="87"/>
                  </a:lnTo>
                  <a:lnTo>
                    <a:pt x="3" y="87"/>
                  </a:lnTo>
                  <a:lnTo>
                    <a:pt x="7" y="87"/>
                  </a:lnTo>
                  <a:lnTo>
                    <a:pt x="10" y="85"/>
                  </a:lnTo>
                  <a:lnTo>
                    <a:pt x="11" y="83"/>
                  </a:lnTo>
                  <a:lnTo>
                    <a:pt x="11" y="83"/>
                  </a:lnTo>
                  <a:lnTo>
                    <a:pt x="15" y="73"/>
                  </a:lnTo>
                  <a:lnTo>
                    <a:pt x="19" y="63"/>
                  </a:lnTo>
                  <a:lnTo>
                    <a:pt x="31" y="45"/>
                  </a:lnTo>
                  <a:lnTo>
                    <a:pt x="43" y="26"/>
                  </a:lnTo>
                  <a:lnTo>
                    <a:pt x="56" y="8"/>
                  </a:lnTo>
                  <a:lnTo>
                    <a:pt x="56" y="8"/>
                  </a:lnTo>
                  <a:lnTo>
                    <a:pt x="57" y="7"/>
                  </a:lnTo>
                  <a:lnTo>
                    <a:pt x="57" y="4"/>
                  </a:lnTo>
                  <a:lnTo>
                    <a:pt x="56" y="3"/>
                  </a:lnTo>
                  <a:lnTo>
                    <a:pt x="54" y="2"/>
                  </a:lnTo>
                  <a:lnTo>
                    <a:pt x="51" y="0"/>
                  </a:lnTo>
                  <a:lnTo>
                    <a:pt x="48" y="2"/>
                  </a:lnTo>
                  <a:lnTo>
                    <a:pt x="47" y="3"/>
                  </a:lnTo>
                  <a:lnTo>
                    <a:pt x="47" y="3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53" name="Freeform 465"/>
            <p:cNvSpPr/>
            <p:nvPr>
              <p:custDataLst>
                <p:tags r:id="rId7"/>
              </p:custDataLst>
            </p:nvPr>
          </p:nvSpPr>
          <p:spPr bwMode="auto">
            <a:xfrm>
              <a:off x="3192463" y="1466850"/>
              <a:ext cx="22225" cy="31750"/>
            </a:xfrm>
            <a:custGeom>
              <a:avLst/>
              <a:gdLst/>
              <a:ahLst/>
              <a:cxnLst>
                <a:cxn ang="0">
                  <a:pos x="42" y="5"/>
                </a:cxn>
                <a:cxn ang="0">
                  <a:pos x="42" y="5"/>
                </a:cxn>
                <a:cxn ang="0">
                  <a:pos x="40" y="14"/>
                </a:cxn>
                <a:cxn ang="0">
                  <a:pos x="36" y="22"/>
                </a:cxn>
                <a:cxn ang="0">
                  <a:pos x="30" y="30"/>
                </a:cxn>
                <a:cxn ang="0">
                  <a:pos x="25" y="38"/>
                </a:cxn>
                <a:cxn ang="0">
                  <a:pos x="25" y="38"/>
                </a:cxn>
                <a:cxn ang="0">
                  <a:pos x="20" y="46"/>
                </a:cxn>
                <a:cxn ang="0">
                  <a:pos x="13" y="55"/>
                </a:cxn>
                <a:cxn ang="0">
                  <a:pos x="2" y="71"/>
                </a:cxn>
                <a:cxn ang="0">
                  <a:pos x="2" y="71"/>
                </a:cxn>
                <a:cxn ang="0">
                  <a:pos x="0" y="73"/>
                </a:cxn>
                <a:cxn ang="0">
                  <a:pos x="0" y="76"/>
                </a:cxn>
                <a:cxn ang="0">
                  <a:pos x="2" y="77"/>
                </a:cxn>
                <a:cxn ang="0">
                  <a:pos x="3" y="79"/>
                </a:cxn>
                <a:cxn ang="0">
                  <a:pos x="7" y="80"/>
                </a:cxn>
                <a:cxn ang="0">
                  <a:pos x="10" y="79"/>
                </a:cxn>
                <a:cxn ang="0">
                  <a:pos x="11" y="77"/>
                </a:cxn>
                <a:cxn ang="0">
                  <a:pos x="11" y="77"/>
                </a:cxn>
                <a:cxn ang="0">
                  <a:pos x="25" y="58"/>
                </a:cxn>
                <a:cxn ang="0">
                  <a:pos x="38" y="37"/>
                </a:cxn>
                <a:cxn ang="0">
                  <a:pos x="38" y="37"/>
                </a:cxn>
                <a:cxn ang="0">
                  <a:pos x="48" y="22"/>
                </a:cxn>
                <a:cxn ang="0">
                  <a:pos x="51" y="14"/>
                </a:cxn>
                <a:cxn ang="0">
                  <a:pos x="54" y="5"/>
                </a:cxn>
                <a:cxn ang="0">
                  <a:pos x="54" y="5"/>
                </a:cxn>
                <a:cxn ang="0">
                  <a:pos x="54" y="3"/>
                </a:cxn>
                <a:cxn ang="0">
                  <a:pos x="53" y="1"/>
                </a:cxn>
                <a:cxn ang="0">
                  <a:pos x="51" y="0"/>
                </a:cxn>
                <a:cxn ang="0">
                  <a:pos x="49" y="0"/>
                </a:cxn>
                <a:cxn ang="0">
                  <a:pos x="45" y="1"/>
                </a:cxn>
                <a:cxn ang="0">
                  <a:pos x="44" y="3"/>
                </a:cxn>
                <a:cxn ang="0">
                  <a:pos x="42" y="5"/>
                </a:cxn>
                <a:cxn ang="0">
                  <a:pos x="42" y="5"/>
                </a:cxn>
              </a:cxnLst>
              <a:rect l="0" t="0" r="r" b="b"/>
              <a:pathLst>
                <a:path w="54" h="80">
                  <a:moveTo>
                    <a:pt x="42" y="5"/>
                  </a:moveTo>
                  <a:lnTo>
                    <a:pt x="42" y="5"/>
                  </a:lnTo>
                  <a:lnTo>
                    <a:pt x="40" y="14"/>
                  </a:lnTo>
                  <a:lnTo>
                    <a:pt x="36" y="22"/>
                  </a:lnTo>
                  <a:lnTo>
                    <a:pt x="30" y="30"/>
                  </a:lnTo>
                  <a:lnTo>
                    <a:pt x="25" y="38"/>
                  </a:lnTo>
                  <a:lnTo>
                    <a:pt x="25" y="38"/>
                  </a:lnTo>
                  <a:lnTo>
                    <a:pt x="20" y="46"/>
                  </a:lnTo>
                  <a:lnTo>
                    <a:pt x="13" y="55"/>
                  </a:lnTo>
                  <a:lnTo>
                    <a:pt x="2" y="71"/>
                  </a:lnTo>
                  <a:lnTo>
                    <a:pt x="2" y="71"/>
                  </a:lnTo>
                  <a:lnTo>
                    <a:pt x="0" y="73"/>
                  </a:lnTo>
                  <a:lnTo>
                    <a:pt x="0" y="76"/>
                  </a:lnTo>
                  <a:lnTo>
                    <a:pt x="2" y="77"/>
                  </a:lnTo>
                  <a:lnTo>
                    <a:pt x="3" y="79"/>
                  </a:lnTo>
                  <a:lnTo>
                    <a:pt x="7" y="80"/>
                  </a:lnTo>
                  <a:lnTo>
                    <a:pt x="10" y="79"/>
                  </a:lnTo>
                  <a:lnTo>
                    <a:pt x="11" y="77"/>
                  </a:lnTo>
                  <a:lnTo>
                    <a:pt x="11" y="77"/>
                  </a:lnTo>
                  <a:lnTo>
                    <a:pt x="25" y="58"/>
                  </a:lnTo>
                  <a:lnTo>
                    <a:pt x="38" y="37"/>
                  </a:lnTo>
                  <a:lnTo>
                    <a:pt x="38" y="37"/>
                  </a:lnTo>
                  <a:lnTo>
                    <a:pt x="48" y="22"/>
                  </a:lnTo>
                  <a:lnTo>
                    <a:pt x="51" y="14"/>
                  </a:lnTo>
                  <a:lnTo>
                    <a:pt x="54" y="5"/>
                  </a:lnTo>
                  <a:lnTo>
                    <a:pt x="54" y="5"/>
                  </a:lnTo>
                  <a:lnTo>
                    <a:pt x="54" y="3"/>
                  </a:lnTo>
                  <a:lnTo>
                    <a:pt x="53" y="1"/>
                  </a:lnTo>
                  <a:lnTo>
                    <a:pt x="51" y="0"/>
                  </a:lnTo>
                  <a:lnTo>
                    <a:pt x="49" y="0"/>
                  </a:lnTo>
                  <a:lnTo>
                    <a:pt x="45" y="1"/>
                  </a:lnTo>
                  <a:lnTo>
                    <a:pt x="44" y="3"/>
                  </a:lnTo>
                  <a:lnTo>
                    <a:pt x="42" y="5"/>
                  </a:lnTo>
                  <a:lnTo>
                    <a:pt x="42" y="5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54" name="Freeform 466"/>
            <p:cNvSpPr/>
            <p:nvPr>
              <p:custDataLst>
                <p:tags r:id="rId8"/>
              </p:custDataLst>
            </p:nvPr>
          </p:nvSpPr>
          <p:spPr bwMode="auto">
            <a:xfrm>
              <a:off x="3228976" y="1474788"/>
              <a:ext cx="14288" cy="25400"/>
            </a:xfrm>
            <a:custGeom>
              <a:avLst/>
              <a:gdLst/>
              <a:ahLst/>
              <a:cxnLst>
                <a:cxn ang="0">
                  <a:pos x="27" y="4"/>
                </a:cxn>
                <a:cxn ang="0">
                  <a:pos x="27" y="4"/>
                </a:cxn>
                <a:cxn ang="0">
                  <a:pos x="24" y="10"/>
                </a:cxn>
                <a:cxn ang="0">
                  <a:pos x="20" y="17"/>
                </a:cxn>
                <a:cxn ang="0">
                  <a:pos x="16" y="23"/>
                </a:cxn>
                <a:cxn ang="0">
                  <a:pos x="13" y="30"/>
                </a:cxn>
                <a:cxn ang="0">
                  <a:pos x="13" y="30"/>
                </a:cxn>
                <a:cxn ang="0">
                  <a:pos x="9" y="35"/>
                </a:cxn>
                <a:cxn ang="0">
                  <a:pos x="7" y="40"/>
                </a:cxn>
                <a:cxn ang="0">
                  <a:pos x="7" y="40"/>
                </a:cxn>
                <a:cxn ang="0">
                  <a:pos x="4" y="48"/>
                </a:cxn>
                <a:cxn ang="0">
                  <a:pos x="1" y="55"/>
                </a:cxn>
                <a:cxn ang="0">
                  <a:pos x="1" y="55"/>
                </a:cxn>
                <a:cxn ang="0">
                  <a:pos x="0" y="57"/>
                </a:cxn>
                <a:cxn ang="0">
                  <a:pos x="1" y="60"/>
                </a:cxn>
                <a:cxn ang="0">
                  <a:pos x="4" y="62"/>
                </a:cxn>
                <a:cxn ang="0">
                  <a:pos x="5" y="64"/>
                </a:cxn>
                <a:cxn ang="0">
                  <a:pos x="8" y="64"/>
                </a:cxn>
                <a:cxn ang="0">
                  <a:pos x="9" y="62"/>
                </a:cxn>
                <a:cxn ang="0">
                  <a:pos x="10" y="61"/>
                </a:cxn>
                <a:cxn ang="0">
                  <a:pos x="10" y="61"/>
                </a:cxn>
                <a:cxn ang="0">
                  <a:pos x="14" y="51"/>
                </a:cxn>
                <a:cxn ang="0">
                  <a:pos x="14" y="51"/>
                </a:cxn>
                <a:cxn ang="0">
                  <a:pos x="16" y="47"/>
                </a:cxn>
                <a:cxn ang="0">
                  <a:pos x="18" y="43"/>
                </a:cxn>
                <a:cxn ang="0">
                  <a:pos x="22" y="36"/>
                </a:cxn>
                <a:cxn ang="0">
                  <a:pos x="22" y="36"/>
                </a:cxn>
                <a:cxn ang="0">
                  <a:pos x="26" y="28"/>
                </a:cxn>
                <a:cxn ang="0">
                  <a:pos x="30" y="21"/>
                </a:cxn>
                <a:cxn ang="0">
                  <a:pos x="34" y="14"/>
                </a:cxn>
                <a:cxn ang="0">
                  <a:pos x="38" y="6"/>
                </a:cxn>
                <a:cxn ang="0">
                  <a:pos x="38" y="6"/>
                </a:cxn>
                <a:cxn ang="0">
                  <a:pos x="38" y="4"/>
                </a:cxn>
                <a:cxn ang="0">
                  <a:pos x="38" y="2"/>
                </a:cxn>
                <a:cxn ang="0">
                  <a:pos x="37" y="0"/>
                </a:cxn>
                <a:cxn ang="0">
                  <a:pos x="34" y="0"/>
                </a:cxn>
                <a:cxn ang="0">
                  <a:pos x="30" y="0"/>
                </a:cxn>
                <a:cxn ang="0">
                  <a:pos x="29" y="1"/>
                </a:cxn>
                <a:cxn ang="0">
                  <a:pos x="27" y="4"/>
                </a:cxn>
                <a:cxn ang="0">
                  <a:pos x="27" y="4"/>
                </a:cxn>
              </a:cxnLst>
              <a:rect l="0" t="0" r="r" b="b"/>
              <a:pathLst>
                <a:path w="38" h="64">
                  <a:moveTo>
                    <a:pt x="27" y="4"/>
                  </a:moveTo>
                  <a:lnTo>
                    <a:pt x="27" y="4"/>
                  </a:lnTo>
                  <a:lnTo>
                    <a:pt x="24" y="10"/>
                  </a:lnTo>
                  <a:lnTo>
                    <a:pt x="20" y="17"/>
                  </a:lnTo>
                  <a:lnTo>
                    <a:pt x="16" y="23"/>
                  </a:lnTo>
                  <a:lnTo>
                    <a:pt x="13" y="30"/>
                  </a:lnTo>
                  <a:lnTo>
                    <a:pt x="13" y="30"/>
                  </a:lnTo>
                  <a:lnTo>
                    <a:pt x="9" y="35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4" y="48"/>
                  </a:lnTo>
                  <a:lnTo>
                    <a:pt x="1" y="55"/>
                  </a:lnTo>
                  <a:lnTo>
                    <a:pt x="1" y="55"/>
                  </a:lnTo>
                  <a:lnTo>
                    <a:pt x="0" y="57"/>
                  </a:lnTo>
                  <a:lnTo>
                    <a:pt x="1" y="60"/>
                  </a:lnTo>
                  <a:lnTo>
                    <a:pt x="4" y="62"/>
                  </a:lnTo>
                  <a:lnTo>
                    <a:pt x="5" y="64"/>
                  </a:lnTo>
                  <a:lnTo>
                    <a:pt x="8" y="64"/>
                  </a:lnTo>
                  <a:lnTo>
                    <a:pt x="9" y="62"/>
                  </a:lnTo>
                  <a:lnTo>
                    <a:pt x="10" y="61"/>
                  </a:lnTo>
                  <a:lnTo>
                    <a:pt x="10" y="61"/>
                  </a:lnTo>
                  <a:lnTo>
                    <a:pt x="14" y="51"/>
                  </a:lnTo>
                  <a:lnTo>
                    <a:pt x="14" y="51"/>
                  </a:lnTo>
                  <a:lnTo>
                    <a:pt x="16" y="47"/>
                  </a:lnTo>
                  <a:lnTo>
                    <a:pt x="18" y="43"/>
                  </a:lnTo>
                  <a:lnTo>
                    <a:pt x="22" y="36"/>
                  </a:lnTo>
                  <a:lnTo>
                    <a:pt x="22" y="36"/>
                  </a:lnTo>
                  <a:lnTo>
                    <a:pt x="26" y="28"/>
                  </a:lnTo>
                  <a:lnTo>
                    <a:pt x="30" y="21"/>
                  </a:lnTo>
                  <a:lnTo>
                    <a:pt x="34" y="14"/>
                  </a:lnTo>
                  <a:lnTo>
                    <a:pt x="38" y="6"/>
                  </a:lnTo>
                  <a:lnTo>
                    <a:pt x="38" y="6"/>
                  </a:lnTo>
                  <a:lnTo>
                    <a:pt x="38" y="4"/>
                  </a:lnTo>
                  <a:lnTo>
                    <a:pt x="38" y="2"/>
                  </a:lnTo>
                  <a:lnTo>
                    <a:pt x="37" y="0"/>
                  </a:lnTo>
                  <a:lnTo>
                    <a:pt x="34" y="0"/>
                  </a:lnTo>
                  <a:lnTo>
                    <a:pt x="30" y="0"/>
                  </a:lnTo>
                  <a:lnTo>
                    <a:pt x="29" y="1"/>
                  </a:lnTo>
                  <a:lnTo>
                    <a:pt x="27" y="4"/>
                  </a:lnTo>
                  <a:lnTo>
                    <a:pt x="27" y="4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55" name="Freeform 467"/>
            <p:cNvSpPr/>
            <p:nvPr>
              <p:custDataLst>
                <p:tags r:id="rId9"/>
              </p:custDataLst>
            </p:nvPr>
          </p:nvSpPr>
          <p:spPr bwMode="auto">
            <a:xfrm>
              <a:off x="3262313" y="1473200"/>
              <a:ext cx="19050" cy="30163"/>
            </a:xfrm>
            <a:custGeom>
              <a:avLst/>
              <a:gdLst/>
              <a:ahLst/>
              <a:cxnLst>
                <a:cxn ang="0">
                  <a:pos x="39" y="4"/>
                </a:cxn>
                <a:cxn ang="0">
                  <a:pos x="39" y="4"/>
                </a:cxn>
                <a:cxn ang="0">
                  <a:pos x="30" y="20"/>
                </a:cxn>
                <a:cxn ang="0">
                  <a:pos x="19" y="36"/>
                </a:cxn>
                <a:cxn ang="0">
                  <a:pos x="10" y="51"/>
                </a:cxn>
                <a:cxn ang="0">
                  <a:pos x="1" y="68"/>
                </a:cxn>
                <a:cxn ang="0">
                  <a:pos x="1" y="68"/>
                </a:cxn>
                <a:cxn ang="0">
                  <a:pos x="0" y="71"/>
                </a:cxn>
                <a:cxn ang="0">
                  <a:pos x="0" y="74"/>
                </a:cxn>
                <a:cxn ang="0">
                  <a:pos x="2" y="76"/>
                </a:cxn>
                <a:cxn ang="0">
                  <a:pos x="8" y="78"/>
                </a:cxn>
                <a:cxn ang="0">
                  <a:pos x="9" y="76"/>
                </a:cxn>
                <a:cxn ang="0">
                  <a:pos x="10" y="74"/>
                </a:cxn>
                <a:cxn ang="0">
                  <a:pos x="10" y="74"/>
                </a:cxn>
                <a:cxn ang="0">
                  <a:pos x="19" y="58"/>
                </a:cxn>
                <a:cxn ang="0">
                  <a:pos x="30" y="42"/>
                </a:cxn>
                <a:cxn ang="0">
                  <a:pos x="39" y="25"/>
                </a:cxn>
                <a:cxn ang="0">
                  <a:pos x="48" y="10"/>
                </a:cxn>
                <a:cxn ang="0">
                  <a:pos x="48" y="10"/>
                </a:cxn>
                <a:cxn ang="0">
                  <a:pos x="49" y="7"/>
                </a:cxn>
                <a:cxn ang="0">
                  <a:pos x="49" y="4"/>
                </a:cxn>
                <a:cxn ang="0">
                  <a:pos x="45" y="2"/>
                </a:cxn>
                <a:cxn ang="0">
                  <a:pos x="42" y="0"/>
                </a:cxn>
                <a:cxn ang="0">
                  <a:pos x="40" y="2"/>
                </a:cxn>
                <a:cxn ang="0">
                  <a:pos x="39" y="4"/>
                </a:cxn>
                <a:cxn ang="0">
                  <a:pos x="39" y="4"/>
                </a:cxn>
              </a:cxnLst>
              <a:rect l="0" t="0" r="r" b="b"/>
              <a:pathLst>
                <a:path w="49" h="78">
                  <a:moveTo>
                    <a:pt x="39" y="4"/>
                  </a:moveTo>
                  <a:lnTo>
                    <a:pt x="39" y="4"/>
                  </a:lnTo>
                  <a:lnTo>
                    <a:pt x="30" y="20"/>
                  </a:lnTo>
                  <a:lnTo>
                    <a:pt x="19" y="36"/>
                  </a:lnTo>
                  <a:lnTo>
                    <a:pt x="10" y="51"/>
                  </a:lnTo>
                  <a:lnTo>
                    <a:pt x="1" y="68"/>
                  </a:lnTo>
                  <a:lnTo>
                    <a:pt x="1" y="68"/>
                  </a:lnTo>
                  <a:lnTo>
                    <a:pt x="0" y="71"/>
                  </a:lnTo>
                  <a:lnTo>
                    <a:pt x="0" y="74"/>
                  </a:lnTo>
                  <a:lnTo>
                    <a:pt x="2" y="76"/>
                  </a:lnTo>
                  <a:lnTo>
                    <a:pt x="8" y="78"/>
                  </a:lnTo>
                  <a:lnTo>
                    <a:pt x="9" y="76"/>
                  </a:lnTo>
                  <a:lnTo>
                    <a:pt x="10" y="74"/>
                  </a:lnTo>
                  <a:lnTo>
                    <a:pt x="10" y="74"/>
                  </a:lnTo>
                  <a:lnTo>
                    <a:pt x="19" y="58"/>
                  </a:lnTo>
                  <a:lnTo>
                    <a:pt x="30" y="42"/>
                  </a:lnTo>
                  <a:lnTo>
                    <a:pt x="39" y="25"/>
                  </a:lnTo>
                  <a:lnTo>
                    <a:pt x="48" y="10"/>
                  </a:lnTo>
                  <a:lnTo>
                    <a:pt x="48" y="10"/>
                  </a:lnTo>
                  <a:lnTo>
                    <a:pt x="49" y="7"/>
                  </a:lnTo>
                  <a:lnTo>
                    <a:pt x="49" y="4"/>
                  </a:lnTo>
                  <a:lnTo>
                    <a:pt x="45" y="2"/>
                  </a:lnTo>
                  <a:lnTo>
                    <a:pt x="42" y="0"/>
                  </a:lnTo>
                  <a:lnTo>
                    <a:pt x="40" y="2"/>
                  </a:lnTo>
                  <a:lnTo>
                    <a:pt x="39" y="4"/>
                  </a:lnTo>
                  <a:lnTo>
                    <a:pt x="39" y="4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56" name="Freeform 468"/>
            <p:cNvSpPr/>
            <p:nvPr>
              <p:custDataLst>
                <p:tags r:id="rId10"/>
              </p:custDataLst>
            </p:nvPr>
          </p:nvSpPr>
          <p:spPr bwMode="auto">
            <a:xfrm>
              <a:off x="3298826" y="1471613"/>
              <a:ext cx="15875" cy="23813"/>
            </a:xfrm>
            <a:custGeom>
              <a:avLst/>
              <a:gdLst/>
              <a:ahLst/>
              <a:cxnLst>
                <a:cxn ang="0">
                  <a:pos x="32" y="3"/>
                </a:cxn>
                <a:cxn ang="0">
                  <a:pos x="32" y="3"/>
                </a:cxn>
                <a:cxn ang="0">
                  <a:pos x="25" y="17"/>
                </a:cxn>
                <a:cxn ang="0">
                  <a:pos x="17" y="28"/>
                </a:cxn>
                <a:cxn ang="0">
                  <a:pos x="8" y="40"/>
                </a:cxn>
                <a:cxn ang="0">
                  <a:pos x="0" y="52"/>
                </a:cxn>
                <a:cxn ang="0">
                  <a:pos x="0" y="52"/>
                </a:cxn>
                <a:cxn ang="0">
                  <a:pos x="0" y="54"/>
                </a:cxn>
                <a:cxn ang="0">
                  <a:pos x="0" y="57"/>
                </a:cxn>
                <a:cxn ang="0">
                  <a:pos x="3" y="60"/>
                </a:cxn>
                <a:cxn ang="0">
                  <a:pos x="7" y="61"/>
                </a:cxn>
                <a:cxn ang="0">
                  <a:pos x="9" y="60"/>
                </a:cxn>
                <a:cxn ang="0">
                  <a:pos x="11" y="58"/>
                </a:cxn>
                <a:cxn ang="0">
                  <a:pos x="11" y="58"/>
                </a:cxn>
                <a:cxn ang="0">
                  <a:pos x="19" y="45"/>
                </a:cxn>
                <a:cxn ang="0">
                  <a:pos x="26" y="34"/>
                </a:cxn>
                <a:cxn ang="0">
                  <a:pos x="34" y="22"/>
                </a:cxn>
                <a:cxn ang="0">
                  <a:pos x="41" y="9"/>
                </a:cxn>
                <a:cxn ang="0">
                  <a:pos x="41" y="9"/>
                </a:cxn>
                <a:cxn ang="0">
                  <a:pos x="42" y="6"/>
                </a:cxn>
                <a:cxn ang="0">
                  <a:pos x="41" y="3"/>
                </a:cxn>
                <a:cxn ang="0">
                  <a:pos x="38" y="1"/>
                </a:cxn>
                <a:cxn ang="0">
                  <a:pos x="37" y="0"/>
                </a:cxn>
                <a:cxn ang="0">
                  <a:pos x="34" y="0"/>
                </a:cxn>
                <a:cxn ang="0">
                  <a:pos x="33" y="1"/>
                </a:cxn>
                <a:cxn ang="0">
                  <a:pos x="32" y="3"/>
                </a:cxn>
                <a:cxn ang="0">
                  <a:pos x="32" y="3"/>
                </a:cxn>
              </a:cxnLst>
              <a:rect l="0" t="0" r="r" b="b"/>
              <a:pathLst>
                <a:path w="42" h="61">
                  <a:moveTo>
                    <a:pt x="32" y="3"/>
                  </a:moveTo>
                  <a:lnTo>
                    <a:pt x="32" y="3"/>
                  </a:lnTo>
                  <a:lnTo>
                    <a:pt x="25" y="17"/>
                  </a:lnTo>
                  <a:lnTo>
                    <a:pt x="17" y="28"/>
                  </a:lnTo>
                  <a:lnTo>
                    <a:pt x="8" y="40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0" y="54"/>
                  </a:lnTo>
                  <a:lnTo>
                    <a:pt x="0" y="57"/>
                  </a:lnTo>
                  <a:lnTo>
                    <a:pt x="3" y="60"/>
                  </a:lnTo>
                  <a:lnTo>
                    <a:pt x="7" y="61"/>
                  </a:lnTo>
                  <a:lnTo>
                    <a:pt x="9" y="60"/>
                  </a:lnTo>
                  <a:lnTo>
                    <a:pt x="11" y="58"/>
                  </a:lnTo>
                  <a:lnTo>
                    <a:pt x="11" y="58"/>
                  </a:lnTo>
                  <a:lnTo>
                    <a:pt x="19" y="45"/>
                  </a:lnTo>
                  <a:lnTo>
                    <a:pt x="26" y="34"/>
                  </a:lnTo>
                  <a:lnTo>
                    <a:pt x="34" y="22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2" y="6"/>
                  </a:lnTo>
                  <a:lnTo>
                    <a:pt x="41" y="3"/>
                  </a:lnTo>
                  <a:lnTo>
                    <a:pt x="38" y="1"/>
                  </a:lnTo>
                  <a:lnTo>
                    <a:pt x="37" y="0"/>
                  </a:lnTo>
                  <a:lnTo>
                    <a:pt x="34" y="0"/>
                  </a:lnTo>
                  <a:lnTo>
                    <a:pt x="33" y="1"/>
                  </a:lnTo>
                  <a:lnTo>
                    <a:pt x="32" y="3"/>
                  </a:lnTo>
                  <a:lnTo>
                    <a:pt x="32" y="3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57" name="Freeform 469"/>
            <p:cNvSpPr/>
            <p:nvPr>
              <p:custDataLst>
                <p:tags r:id="rId11"/>
              </p:custDataLst>
            </p:nvPr>
          </p:nvSpPr>
          <p:spPr bwMode="auto">
            <a:xfrm>
              <a:off x="3333751" y="1468438"/>
              <a:ext cx="12700" cy="23813"/>
            </a:xfrm>
            <a:custGeom>
              <a:avLst/>
              <a:gdLst/>
              <a:ahLst/>
              <a:cxnLst>
                <a:cxn ang="0">
                  <a:pos x="22" y="5"/>
                </a:cxn>
                <a:cxn ang="0">
                  <a:pos x="22" y="5"/>
                </a:cxn>
                <a:cxn ang="0">
                  <a:pos x="21" y="10"/>
                </a:cxn>
                <a:cxn ang="0">
                  <a:pos x="17" y="16"/>
                </a:cxn>
                <a:cxn ang="0">
                  <a:pos x="14" y="21"/>
                </a:cxn>
                <a:cxn ang="0">
                  <a:pos x="12" y="26"/>
                </a:cxn>
                <a:cxn ang="0">
                  <a:pos x="12" y="26"/>
                </a:cxn>
                <a:cxn ang="0">
                  <a:pos x="8" y="39"/>
                </a:cxn>
                <a:cxn ang="0">
                  <a:pos x="5" y="46"/>
                </a:cxn>
                <a:cxn ang="0">
                  <a:pos x="1" y="51"/>
                </a:cxn>
                <a:cxn ang="0">
                  <a:pos x="1" y="51"/>
                </a:cxn>
                <a:cxn ang="0">
                  <a:pos x="0" y="52"/>
                </a:cxn>
                <a:cxn ang="0">
                  <a:pos x="0" y="55"/>
                </a:cxn>
                <a:cxn ang="0">
                  <a:pos x="1" y="59"/>
                </a:cxn>
                <a:cxn ang="0">
                  <a:pos x="5" y="60"/>
                </a:cxn>
                <a:cxn ang="0">
                  <a:pos x="8" y="60"/>
                </a:cxn>
                <a:cxn ang="0">
                  <a:pos x="9" y="59"/>
                </a:cxn>
                <a:cxn ang="0">
                  <a:pos x="9" y="59"/>
                </a:cxn>
                <a:cxn ang="0">
                  <a:pos x="13" y="54"/>
                </a:cxn>
                <a:cxn ang="0">
                  <a:pos x="17" y="48"/>
                </a:cxn>
                <a:cxn ang="0">
                  <a:pos x="21" y="35"/>
                </a:cxn>
                <a:cxn ang="0">
                  <a:pos x="21" y="35"/>
                </a:cxn>
                <a:cxn ang="0">
                  <a:pos x="23" y="27"/>
                </a:cxn>
                <a:cxn ang="0">
                  <a:pos x="27" y="21"/>
                </a:cxn>
                <a:cxn ang="0">
                  <a:pos x="31" y="13"/>
                </a:cxn>
                <a:cxn ang="0">
                  <a:pos x="34" y="5"/>
                </a:cxn>
                <a:cxn ang="0">
                  <a:pos x="34" y="5"/>
                </a:cxn>
                <a:cxn ang="0">
                  <a:pos x="34" y="3"/>
                </a:cxn>
                <a:cxn ang="0">
                  <a:pos x="33" y="1"/>
                </a:cxn>
                <a:cxn ang="0">
                  <a:pos x="31" y="0"/>
                </a:cxn>
                <a:cxn ang="0">
                  <a:pos x="29" y="0"/>
                </a:cxn>
                <a:cxn ang="0">
                  <a:pos x="25" y="1"/>
                </a:cxn>
                <a:cxn ang="0">
                  <a:pos x="23" y="3"/>
                </a:cxn>
                <a:cxn ang="0">
                  <a:pos x="22" y="5"/>
                </a:cxn>
                <a:cxn ang="0">
                  <a:pos x="22" y="5"/>
                </a:cxn>
              </a:cxnLst>
              <a:rect l="0" t="0" r="r" b="b"/>
              <a:pathLst>
                <a:path w="34" h="60">
                  <a:moveTo>
                    <a:pt x="22" y="5"/>
                  </a:moveTo>
                  <a:lnTo>
                    <a:pt x="22" y="5"/>
                  </a:lnTo>
                  <a:lnTo>
                    <a:pt x="21" y="10"/>
                  </a:lnTo>
                  <a:lnTo>
                    <a:pt x="17" y="16"/>
                  </a:lnTo>
                  <a:lnTo>
                    <a:pt x="14" y="21"/>
                  </a:lnTo>
                  <a:lnTo>
                    <a:pt x="12" y="26"/>
                  </a:lnTo>
                  <a:lnTo>
                    <a:pt x="12" y="26"/>
                  </a:lnTo>
                  <a:lnTo>
                    <a:pt x="8" y="39"/>
                  </a:lnTo>
                  <a:lnTo>
                    <a:pt x="5" y="46"/>
                  </a:lnTo>
                  <a:lnTo>
                    <a:pt x="1" y="51"/>
                  </a:lnTo>
                  <a:lnTo>
                    <a:pt x="1" y="51"/>
                  </a:lnTo>
                  <a:lnTo>
                    <a:pt x="0" y="52"/>
                  </a:lnTo>
                  <a:lnTo>
                    <a:pt x="0" y="55"/>
                  </a:lnTo>
                  <a:lnTo>
                    <a:pt x="1" y="59"/>
                  </a:lnTo>
                  <a:lnTo>
                    <a:pt x="5" y="60"/>
                  </a:lnTo>
                  <a:lnTo>
                    <a:pt x="8" y="60"/>
                  </a:lnTo>
                  <a:lnTo>
                    <a:pt x="9" y="59"/>
                  </a:lnTo>
                  <a:lnTo>
                    <a:pt x="9" y="59"/>
                  </a:lnTo>
                  <a:lnTo>
                    <a:pt x="13" y="54"/>
                  </a:lnTo>
                  <a:lnTo>
                    <a:pt x="17" y="48"/>
                  </a:lnTo>
                  <a:lnTo>
                    <a:pt x="21" y="35"/>
                  </a:lnTo>
                  <a:lnTo>
                    <a:pt x="21" y="35"/>
                  </a:lnTo>
                  <a:lnTo>
                    <a:pt x="23" y="27"/>
                  </a:lnTo>
                  <a:lnTo>
                    <a:pt x="27" y="21"/>
                  </a:lnTo>
                  <a:lnTo>
                    <a:pt x="31" y="13"/>
                  </a:lnTo>
                  <a:lnTo>
                    <a:pt x="34" y="5"/>
                  </a:lnTo>
                  <a:lnTo>
                    <a:pt x="34" y="5"/>
                  </a:lnTo>
                  <a:lnTo>
                    <a:pt x="34" y="3"/>
                  </a:lnTo>
                  <a:lnTo>
                    <a:pt x="33" y="1"/>
                  </a:lnTo>
                  <a:lnTo>
                    <a:pt x="31" y="0"/>
                  </a:lnTo>
                  <a:lnTo>
                    <a:pt x="29" y="0"/>
                  </a:lnTo>
                  <a:lnTo>
                    <a:pt x="25" y="1"/>
                  </a:lnTo>
                  <a:lnTo>
                    <a:pt x="23" y="3"/>
                  </a:lnTo>
                  <a:lnTo>
                    <a:pt x="22" y="5"/>
                  </a:lnTo>
                  <a:lnTo>
                    <a:pt x="22" y="5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58" name="Freeform 470"/>
            <p:cNvSpPr/>
            <p:nvPr>
              <p:custDataLst>
                <p:tags r:id="rId12"/>
              </p:custDataLst>
            </p:nvPr>
          </p:nvSpPr>
          <p:spPr bwMode="auto">
            <a:xfrm>
              <a:off x="3589338" y="1428750"/>
              <a:ext cx="19050" cy="22225"/>
            </a:xfrm>
            <a:custGeom>
              <a:avLst/>
              <a:gdLst/>
              <a:ahLst/>
              <a:cxnLst>
                <a:cxn ang="0">
                  <a:pos x="35" y="2"/>
                </a:cxn>
                <a:cxn ang="0">
                  <a:pos x="35" y="2"/>
                </a:cxn>
                <a:cxn ang="0">
                  <a:pos x="1" y="48"/>
                </a:cxn>
                <a:cxn ang="0">
                  <a:pos x="1" y="48"/>
                </a:cxn>
                <a:cxn ang="0">
                  <a:pos x="0" y="51"/>
                </a:cxn>
                <a:cxn ang="0">
                  <a:pos x="0" y="52"/>
                </a:cxn>
                <a:cxn ang="0">
                  <a:pos x="1" y="55"/>
                </a:cxn>
                <a:cxn ang="0">
                  <a:pos x="3" y="56"/>
                </a:cxn>
                <a:cxn ang="0">
                  <a:pos x="8" y="56"/>
                </a:cxn>
                <a:cxn ang="0">
                  <a:pos x="9" y="56"/>
                </a:cxn>
                <a:cxn ang="0">
                  <a:pos x="12" y="53"/>
                </a:cxn>
                <a:cxn ang="0">
                  <a:pos x="12" y="53"/>
                </a:cxn>
                <a:cxn ang="0">
                  <a:pos x="46" y="9"/>
                </a:cxn>
                <a:cxn ang="0">
                  <a:pos x="46" y="9"/>
                </a:cxn>
                <a:cxn ang="0">
                  <a:pos x="47" y="6"/>
                </a:cxn>
                <a:cxn ang="0">
                  <a:pos x="46" y="4"/>
                </a:cxn>
                <a:cxn ang="0">
                  <a:pos x="46" y="2"/>
                </a:cxn>
                <a:cxn ang="0">
                  <a:pos x="45" y="1"/>
                </a:cxn>
                <a:cxn ang="0">
                  <a:pos x="39" y="0"/>
                </a:cxn>
                <a:cxn ang="0">
                  <a:pos x="38" y="1"/>
                </a:cxn>
                <a:cxn ang="0">
                  <a:pos x="35" y="2"/>
                </a:cxn>
                <a:cxn ang="0">
                  <a:pos x="35" y="2"/>
                </a:cxn>
              </a:cxnLst>
              <a:rect l="0" t="0" r="r" b="b"/>
              <a:pathLst>
                <a:path w="47" h="56">
                  <a:moveTo>
                    <a:pt x="35" y="2"/>
                  </a:moveTo>
                  <a:lnTo>
                    <a:pt x="35" y="2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0" y="51"/>
                  </a:lnTo>
                  <a:lnTo>
                    <a:pt x="0" y="52"/>
                  </a:lnTo>
                  <a:lnTo>
                    <a:pt x="1" y="55"/>
                  </a:lnTo>
                  <a:lnTo>
                    <a:pt x="3" y="56"/>
                  </a:lnTo>
                  <a:lnTo>
                    <a:pt x="8" y="56"/>
                  </a:lnTo>
                  <a:lnTo>
                    <a:pt x="9" y="56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46" y="9"/>
                  </a:lnTo>
                  <a:lnTo>
                    <a:pt x="46" y="9"/>
                  </a:lnTo>
                  <a:lnTo>
                    <a:pt x="47" y="6"/>
                  </a:lnTo>
                  <a:lnTo>
                    <a:pt x="46" y="4"/>
                  </a:lnTo>
                  <a:lnTo>
                    <a:pt x="46" y="2"/>
                  </a:lnTo>
                  <a:lnTo>
                    <a:pt x="45" y="1"/>
                  </a:lnTo>
                  <a:lnTo>
                    <a:pt x="39" y="0"/>
                  </a:lnTo>
                  <a:lnTo>
                    <a:pt x="38" y="1"/>
                  </a:lnTo>
                  <a:lnTo>
                    <a:pt x="35" y="2"/>
                  </a:lnTo>
                  <a:lnTo>
                    <a:pt x="35" y="2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59" name="Freeform 471"/>
            <p:cNvSpPr/>
            <p:nvPr>
              <p:custDataLst>
                <p:tags r:id="rId13"/>
              </p:custDataLst>
            </p:nvPr>
          </p:nvSpPr>
          <p:spPr bwMode="auto">
            <a:xfrm>
              <a:off x="3606801" y="1447800"/>
              <a:ext cx="22225" cy="30163"/>
            </a:xfrm>
            <a:custGeom>
              <a:avLst/>
              <a:gdLst/>
              <a:ahLst/>
              <a:cxnLst>
                <a:cxn ang="0">
                  <a:pos x="47" y="2"/>
                </a:cxn>
                <a:cxn ang="0">
                  <a:pos x="47" y="2"/>
                </a:cxn>
                <a:cxn ang="0">
                  <a:pos x="33" y="17"/>
                </a:cxn>
                <a:cxn ang="0">
                  <a:pos x="21" y="33"/>
                </a:cxn>
                <a:cxn ang="0">
                  <a:pos x="11" y="50"/>
                </a:cxn>
                <a:cxn ang="0">
                  <a:pos x="0" y="68"/>
                </a:cxn>
                <a:cxn ang="0">
                  <a:pos x="0" y="68"/>
                </a:cxn>
                <a:cxn ang="0">
                  <a:pos x="0" y="70"/>
                </a:cxn>
                <a:cxn ang="0">
                  <a:pos x="0" y="72"/>
                </a:cxn>
                <a:cxn ang="0">
                  <a:pos x="3" y="76"/>
                </a:cxn>
                <a:cxn ang="0">
                  <a:pos x="7" y="76"/>
                </a:cxn>
                <a:cxn ang="0">
                  <a:pos x="8" y="75"/>
                </a:cxn>
                <a:cxn ang="0">
                  <a:pos x="11" y="74"/>
                </a:cxn>
                <a:cxn ang="0">
                  <a:pos x="11" y="74"/>
                </a:cxn>
                <a:cxn ang="0">
                  <a:pos x="20" y="57"/>
                </a:cxn>
                <a:cxn ang="0">
                  <a:pos x="30" y="40"/>
                </a:cxn>
                <a:cxn ang="0">
                  <a:pos x="42" y="25"/>
                </a:cxn>
                <a:cxn ang="0">
                  <a:pos x="55" y="10"/>
                </a:cxn>
                <a:cxn ang="0">
                  <a:pos x="55" y="10"/>
                </a:cxn>
                <a:cxn ang="0">
                  <a:pos x="57" y="8"/>
                </a:cxn>
                <a:cxn ang="0">
                  <a:pos x="57" y="6"/>
                </a:cxn>
                <a:cxn ang="0">
                  <a:pos x="55" y="2"/>
                </a:cxn>
                <a:cxn ang="0">
                  <a:pos x="51" y="0"/>
                </a:cxn>
                <a:cxn ang="0">
                  <a:pos x="49" y="0"/>
                </a:cxn>
                <a:cxn ang="0">
                  <a:pos x="47" y="2"/>
                </a:cxn>
                <a:cxn ang="0">
                  <a:pos x="47" y="2"/>
                </a:cxn>
              </a:cxnLst>
              <a:rect l="0" t="0" r="r" b="b"/>
              <a:pathLst>
                <a:path w="57" h="76">
                  <a:moveTo>
                    <a:pt x="47" y="2"/>
                  </a:moveTo>
                  <a:lnTo>
                    <a:pt x="47" y="2"/>
                  </a:lnTo>
                  <a:lnTo>
                    <a:pt x="33" y="17"/>
                  </a:lnTo>
                  <a:lnTo>
                    <a:pt x="21" y="33"/>
                  </a:lnTo>
                  <a:lnTo>
                    <a:pt x="11" y="50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0" y="70"/>
                  </a:lnTo>
                  <a:lnTo>
                    <a:pt x="0" y="72"/>
                  </a:lnTo>
                  <a:lnTo>
                    <a:pt x="3" y="76"/>
                  </a:lnTo>
                  <a:lnTo>
                    <a:pt x="7" y="76"/>
                  </a:lnTo>
                  <a:lnTo>
                    <a:pt x="8" y="75"/>
                  </a:lnTo>
                  <a:lnTo>
                    <a:pt x="11" y="74"/>
                  </a:lnTo>
                  <a:lnTo>
                    <a:pt x="11" y="74"/>
                  </a:lnTo>
                  <a:lnTo>
                    <a:pt x="20" y="57"/>
                  </a:lnTo>
                  <a:lnTo>
                    <a:pt x="30" y="40"/>
                  </a:lnTo>
                  <a:lnTo>
                    <a:pt x="42" y="25"/>
                  </a:lnTo>
                  <a:lnTo>
                    <a:pt x="55" y="10"/>
                  </a:lnTo>
                  <a:lnTo>
                    <a:pt x="55" y="10"/>
                  </a:lnTo>
                  <a:lnTo>
                    <a:pt x="57" y="8"/>
                  </a:lnTo>
                  <a:lnTo>
                    <a:pt x="57" y="6"/>
                  </a:lnTo>
                  <a:lnTo>
                    <a:pt x="55" y="2"/>
                  </a:lnTo>
                  <a:lnTo>
                    <a:pt x="51" y="0"/>
                  </a:lnTo>
                  <a:lnTo>
                    <a:pt x="49" y="0"/>
                  </a:lnTo>
                  <a:lnTo>
                    <a:pt x="47" y="2"/>
                  </a:lnTo>
                  <a:lnTo>
                    <a:pt x="47" y="2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60" name="Freeform 472"/>
            <p:cNvSpPr/>
            <p:nvPr>
              <p:custDataLst>
                <p:tags r:id="rId14"/>
              </p:custDataLst>
            </p:nvPr>
          </p:nvSpPr>
          <p:spPr bwMode="auto">
            <a:xfrm>
              <a:off x="3629026" y="1465263"/>
              <a:ext cx="23813" cy="31750"/>
            </a:xfrm>
            <a:custGeom>
              <a:avLst/>
              <a:gdLst/>
              <a:ahLst/>
              <a:cxnLst>
                <a:cxn ang="0">
                  <a:pos x="47" y="3"/>
                </a:cxn>
                <a:cxn ang="0">
                  <a:pos x="47" y="3"/>
                </a:cxn>
                <a:cxn ang="0">
                  <a:pos x="22" y="37"/>
                </a:cxn>
                <a:cxn ang="0">
                  <a:pos x="11" y="54"/>
                </a:cxn>
                <a:cxn ang="0">
                  <a:pos x="1" y="71"/>
                </a:cxn>
                <a:cxn ang="0">
                  <a:pos x="1" y="71"/>
                </a:cxn>
                <a:cxn ang="0">
                  <a:pos x="0" y="73"/>
                </a:cxn>
                <a:cxn ang="0">
                  <a:pos x="0" y="76"/>
                </a:cxn>
                <a:cxn ang="0">
                  <a:pos x="3" y="79"/>
                </a:cxn>
                <a:cxn ang="0">
                  <a:pos x="7" y="80"/>
                </a:cxn>
                <a:cxn ang="0">
                  <a:pos x="9" y="79"/>
                </a:cxn>
                <a:cxn ang="0">
                  <a:pos x="10" y="77"/>
                </a:cxn>
                <a:cxn ang="0">
                  <a:pos x="10" y="77"/>
                </a:cxn>
                <a:cxn ang="0">
                  <a:pos x="20" y="59"/>
                </a:cxn>
                <a:cxn ang="0">
                  <a:pos x="32" y="42"/>
                </a:cxn>
                <a:cxn ang="0">
                  <a:pos x="56" y="8"/>
                </a:cxn>
                <a:cxn ang="0">
                  <a:pos x="56" y="8"/>
                </a:cxn>
                <a:cxn ang="0">
                  <a:pos x="57" y="7"/>
                </a:cxn>
                <a:cxn ang="0">
                  <a:pos x="57" y="4"/>
                </a:cxn>
                <a:cxn ang="0">
                  <a:pos x="56" y="3"/>
                </a:cxn>
                <a:cxn ang="0">
                  <a:pos x="54" y="1"/>
                </a:cxn>
                <a:cxn ang="0">
                  <a:pos x="51" y="0"/>
                </a:cxn>
                <a:cxn ang="0">
                  <a:pos x="48" y="1"/>
                </a:cxn>
                <a:cxn ang="0">
                  <a:pos x="47" y="3"/>
                </a:cxn>
                <a:cxn ang="0">
                  <a:pos x="47" y="3"/>
                </a:cxn>
              </a:cxnLst>
              <a:rect l="0" t="0" r="r" b="b"/>
              <a:pathLst>
                <a:path w="57" h="80">
                  <a:moveTo>
                    <a:pt x="47" y="3"/>
                  </a:moveTo>
                  <a:lnTo>
                    <a:pt x="47" y="3"/>
                  </a:lnTo>
                  <a:lnTo>
                    <a:pt x="22" y="37"/>
                  </a:lnTo>
                  <a:lnTo>
                    <a:pt x="11" y="54"/>
                  </a:lnTo>
                  <a:lnTo>
                    <a:pt x="1" y="71"/>
                  </a:lnTo>
                  <a:lnTo>
                    <a:pt x="1" y="71"/>
                  </a:lnTo>
                  <a:lnTo>
                    <a:pt x="0" y="73"/>
                  </a:lnTo>
                  <a:lnTo>
                    <a:pt x="0" y="76"/>
                  </a:lnTo>
                  <a:lnTo>
                    <a:pt x="3" y="79"/>
                  </a:lnTo>
                  <a:lnTo>
                    <a:pt x="7" y="80"/>
                  </a:lnTo>
                  <a:lnTo>
                    <a:pt x="9" y="79"/>
                  </a:lnTo>
                  <a:lnTo>
                    <a:pt x="10" y="77"/>
                  </a:lnTo>
                  <a:lnTo>
                    <a:pt x="10" y="77"/>
                  </a:lnTo>
                  <a:lnTo>
                    <a:pt x="20" y="59"/>
                  </a:lnTo>
                  <a:lnTo>
                    <a:pt x="32" y="42"/>
                  </a:lnTo>
                  <a:lnTo>
                    <a:pt x="56" y="8"/>
                  </a:lnTo>
                  <a:lnTo>
                    <a:pt x="56" y="8"/>
                  </a:lnTo>
                  <a:lnTo>
                    <a:pt x="57" y="7"/>
                  </a:lnTo>
                  <a:lnTo>
                    <a:pt x="57" y="4"/>
                  </a:lnTo>
                  <a:lnTo>
                    <a:pt x="56" y="3"/>
                  </a:lnTo>
                  <a:lnTo>
                    <a:pt x="54" y="1"/>
                  </a:lnTo>
                  <a:lnTo>
                    <a:pt x="51" y="0"/>
                  </a:lnTo>
                  <a:lnTo>
                    <a:pt x="48" y="1"/>
                  </a:lnTo>
                  <a:lnTo>
                    <a:pt x="47" y="3"/>
                  </a:lnTo>
                  <a:lnTo>
                    <a:pt x="47" y="3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61" name="Freeform 473"/>
            <p:cNvSpPr/>
            <p:nvPr>
              <p:custDataLst>
                <p:tags r:id="rId15"/>
              </p:custDataLst>
            </p:nvPr>
          </p:nvSpPr>
          <p:spPr bwMode="auto">
            <a:xfrm>
              <a:off x="3656013" y="1474788"/>
              <a:ext cx="20638" cy="28575"/>
            </a:xfrm>
            <a:custGeom>
              <a:avLst/>
              <a:gdLst/>
              <a:ahLst/>
              <a:cxnLst>
                <a:cxn ang="0">
                  <a:pos x="39" y="3"/>
                </a:cxn>
                <a:cxn ang="0">
                  <a:pos x="39" y="3"/>
                </a:cxn>
                <a:cxn ang="0">
                  <a:pos x="30" y="17"/>
                </a:cxn>
                <a:cxn ang="0">
                  <a:pos x="20" y="30"/>
                </a:cxn>
                <a:cxn ang="0">
                  <a:pos x="20" y="30"/>
                </a:cxn>
                <a:cxn ang="0">
                  <a:pos x="15" y="38"/>
                </a:cxn>
                <a:cxn ang="0">
                  <a:pos x="10" y="47"/>
                </a:cxn>
                <a:cxn ang="0">
                  <a:pos x="1" y="64"/>
                </a:cxn>
                <a:cxn ang="0">
                  <a:pos x="1" y="64"/>
                </a:cxn>
                <a:cxn ang="0">
                  <a:pos x="0" y="67"/>
                </a:cxn>
                <a:cxn ang="0">
                  <a:pos x="1" y="68"/>
                </a:cxn>
                <a:cxn ang="0">
                  <a:pos x="3" y="72"/>
                </a:cxn>
                <a:cxn ang="0">
                  <a:pos x="7" y="72"/>
                </a:cxn>
                <a:cxn ang="0">
                  <a:pos x="9" y="72"/>
                </a:cxn>
                <a:cxn ang="0">
                  <a:pos x="11" y="70"/>
                </a:cxn>
                <a:cxn ang="0">
                  <a:pos x="11" y="70"/>
                </a:cxn>
                <a:cxn ang="0">
                  <a:pos x="20" y="53"/>
                </a:cxn>
                <a:cxn ang="0">
                  <a:pos x="30" y="36"/>
                </a:cxn>
                <a:cxn ang="0">
                  <a:pos x="30" y="36"/>
                </a:cxn>
                <a:cxn ang="0">
                  <a:pos x="40" y="23"/>
                </a:cxn>
                <a:cxn ang="0">
                  <a:pos x="44" y="16"/>
                </a:cxn>
                <a:cxn ang="0">
                  <a:pos x="49" y="10"/>
                </a:cxn>
                <a:cxn ang="0">
                  <a:pos x="49" y="10"/>
                </a:cxn>
                <a:cxn ang="0">
                  <a:pos x="49" y="7"/>
                </a:cxn>
                <a:cxn ang="0">
                  <a:pos x="49" y="4"/>
                </a:cxn>
                <a:cxn ang="0">
                  <a:pos x="47" y="2"/>
                </a:cxn>
                <a:cxn ang="0">
                  <a:pos x="43" y="0"/>
                </a:cxn>
                <a:cxn ang="0">
                  <a:pos x="40" y="2"/>
                </a:cxn>
                <a:cxn ang="0">
                  <a:pos x="39" y="3"/>
                </a:cxn>
                <a:cxn ang="0">
                  <a:pos x="39" y="3"/>
                </a:cxn>
              </a:cxnLst>
              <a:rect l="0" t="0" r="r" b="b"/>
              <a:pathLst>
                <a:path w="49" h="72">
                  <a:moveTo>
                    <a:pt x="39" y="3"/>
                  </a:moveTo>
                  <a:lnTo>
                    <a:pt x="39" y="3"/>
                  </a:lnTo>
                  <a:lnTo>
                    <a:pt x="30" y="17"/>
                  </a:lnTo>
                  <a:lnTo>
                    <a:pt x="20" y="30"/>
                  </a:lnTo>
                  <a:lnTo>
                    <a:pt x="20" y="30"/>
                  </a:lnTo>
                  <a:lnTo>
                    <a:pt x="15" y="38"/>
                  </a:lnTo>
                  <a:lnTo>
                    <a:pt x="10" y="47"/>
                  </a:lnTo>
                  <a:lnTo>
                    <a:pt x="1" y="64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1" y="68"/>
                  </a:lnTo>
                  <a:lnTo>
                    <a:pt x="3" y="72"/>
                  </a:lnTo>
                  <a:lnTo>
                    <a:pt x="7" y="72"/>
                  </a:lnTo>
                  <a:lnTo>
                    <a:pt x="9" y="72"/>
                  </a:lnTo>
                  <a:lnTo>
                    <a:pt x="11" y="70"/>
                  </a:lnTo>
                  <a:lnTo>
                    <a:pt x="11" y="70"/>
                  </a:lnTo>
                  <a:lnTo>
                    <a:pt x="20" y="53"/>
                  </a:lnTo>
                  <a:lnTo>
                    <a:pt x="30" y="36"/>
                  </a:lnTo>
                  <a:lnTo>
                    <a:pt x="30" y="36"/>
                  </a:lnTo>
                  <a:lnTo>
                    <a:pt x="40" y="23"/>
                  </a:lnTo>
                  <a:lnTo>
                    <a:pt x="44" y="16"/>
                  </a:lnTo>
                  <a:lnTo>
                    <a:pt x="49" y="10"/>
                  </a:lnTo>
                  <a:lnTo>
                    <a:pt x="49" y="10"/>
                  </a:lnTo>
                  <a:lnTo>
                    <a:pt x="49" y="7"/>
                  </a:lnTo>
                  <a:lnTo>
                    <a:pt x="49" y="4"/>
                  </a:lnTo>
                  <a:lnTo>
                    <a:pt x="47" y="2"/>
                  </a:lnTo>
                  <a:lnTo>
                    <a:pt x="43" y="0"/>
                  </a:lnTo>
                  <a:lnTo>
                    <a:pt x="40" y="2"/>
                  </a:lnTo>
                  <a:lnTo>
                    <a:pt x="39" y="3"/>
                  </a:lnTo>
                  <a:lnTo>
                    <a:pt x="39" y="3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62" name="Freeform 474"/>
            <p:cNvSpPr/>
            <p:nvPr>
              <p:custDataLst>
                <p:tags r:id="rId16"/>
              </p:custDataLst>
            </p:nvPr>
          </p:nvSpPr>
          <p:spPr bwMode="auto">
            <a:xfrm>
              <a:off x="3692526" y="1479550"/>
              <a:ext cx="22225" cy="26988"/>
            </a:xfrm>
            <a:custGeom>
              <a:avLst/>
              <a:gdLst/>
              <a:ahLst/>
              <a:cxnLst>
                <a:cxn ang="0">
                  <a:pos x="48" y="1"/>
                </a:cxn>
                <a:cxn ang="0">
                  <a:pos x="48" y="1"/>
                </a:cxn>
                <a:cxn ang="0">
                  <a:pos x="42" y="9"/>
                </a:cxn>
                <a:cxn ang="0">
                  <a:pos x="38" y="16"/>
                </a:cxn>
                <a:cxn ang="0">
                  <a:pos x="33" y="24"/>
                </a:cxn>
                <a:cxn ang="0">
                  <a:pos x="26" y="30"/>
                </a:cxn>
                <a:cxn ang="0">
                  <a:pos x="26" y="30"/>
                </a:cxn>
                <a:cxn ang="0">
                  <a:pos x="13" y="45"/>
                </a:cxn>
                <a:cxn ang="0">
                  <a:pos x="1" y="60"/>
                </a:cxn>
                <a:cxn ang="0">
                  <a:pos x="1" y="60"/>
                </a:cxn>
                <a:cxn ang="0">
                  <a:pos x="0" y="63"/>
                </a:cxn>
                <a:cxn ang="0">
                  <a:pos x="0" y="64"/>
                </a:cxn>
                <a:cxn ang="0">
                  <a:pos x="1" y="66"/>
                </a:cxn>
                <a:cxn ang="0">
                  <a:pos x="3" y="67"/>
                </a:cxn>
                <a:cxn ang="0">
                  <a:pos x="7" y="68"/>
                </a:cxn>
                <a:cxn ang="0">
                  <a:pos x="9" y="68"/>
                </a:cxn>
                <a:cxn ang="0">
                  <a:pos x="11" y="66"/>
                </a:cxn>
                <a:cxn ang="0">
                  <a:pos x="11" y="66"/>
                </a:cxn>
                <a:cxn ang="0">
                  <a:pos x="24" y="51"/>
                </a:cxn>
                <a:cxn ang="0">
                  <a:pos x="37" y="37"/>
                </a:cxn>
                <a:cxn ang="0">
                  <a:pos x="37" y="37"/>
                </a:cxn>
                <a:cxn ang="0">
                  <a:pos x="42" y="30"/>
                </a:cxn>
                <a:cxn ang="0">
                  <a:pos x="47" y="24"/>
                </a:cxn>
                <a:cxn ang="0">
                  <a:pos x="51" y="16"/>
                </a:cxn>
                <a:cxn ang="0">
                  <a:pos x="56" y="9"/>
                </a:cxn>
                <a:cxn ang="0">
                  <a:pos x="56" y="9"/>
                </a:cxn>
                <a:cxn ang="0">
                  <a:pos x="58" y="8"/>
                </a:cxn>
                <a:cxn ang="0">
                  <a:pos x="58" y="5"/>
                </a:cxn>
                <a:cxn ang="0">
                  <a:pos x="55" y="1"/>
                </a:cxn>
                <a:cxn ang="0">
                  <a:pos x="52" y="0"/>
                </a:cxn>
                <a:cxn ang="0">
                  <a:pos x="50" y="0"/>
                </a:cxn>
                <a:cxn ang="0">
                  <a:pos x="48" y="1"/>
                </a:cxn>
                <a:cxn ang="0">
                  <a:pos x="48" y="1"/>
                </a:cxn>
              </a:cxnLst>
              <a:rect l="0" t="0" r="r" b="b"/>
              <a:pathLst>
                <a:path w="58" h="68">
                  <a:moveTo>
                    <a:pt x="48" y="1"/>
                  </a:moveTo>
                  <a:lnTo>
                    <a:pt x="48" y="1"/>
                  </a:lnTo>
                  <a:lnTo>
                    <a:pt x="42" y="9"/>
                  </a:lnTo>
                  <a:lnTo>
                    <a:pt x="38" y="16"/>
                  </a:lnTo>
                  <a:lnTo>
                    <a:pt x="33" y="24"/>
                  </a:lnTo>
                  <a:lnTo>
                    <a:pt x="26" y="30"/>
                  </a:lnTo>
                  <a:lnTo>
                    <a:pt x="26" y="30"/>
                  </a:lnTo>
                  <a:lnTo>
                    <a:pt x="13" y="45"/>
                  </a:lnTo>
                  <a:lnTo>
                    <a:pt x="1" y="60"/>
                  </a:lnTo>
                  <a:lnTo>
                    <a:pt x="1" y="60"/>
                  </a:lnTo>
                  <a:lnTo>
                    <a:pt x="0" y="63"/>
                  </a:lnTo>
                  <a:lnTo>
                    <a:pt x="0" y="64"/>
                  </a:lnTo>
                  <a:lnTo>
                    <a:pt x="1" y="66"/>
                  </a:lnTo>
                  <a:lnTo>
                    <a:pt x="3" y="67"/>
                  </a:lnTo>
                  <a:lnTo>
                    <a:pt x="7" y="68"/>
                  </a:lnTo>
                  <a:lnTo>
                    <a:pt x="9" y="68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24" y="51"/>
                  </a:lnTo>
                  <a:lnTo>
                    <a:pt x="37" y="37"/>
                  </a:lnTo>
                  <a:lnTo>
                    <a:pt x="37" y="37"/>
                  </a:lnTo>
                  <a:lnTo>
                    <a:pt x="42" y="30"/>
                  </a:lnTo>
                  <a:lnTo>
                    <a:pt x="47" y="24"/>
                  </a:lnTo>
                  <a:lnTo>
                    <a:pt x="51" y="16"/>
                  </a:lnTo>
                  <a:lnTo>
                    <a:pt x="56" y="9"/>
                  </a:lnTo>
                  <a:lnTo>
                    <a:pt x="56" y="9"/>
                  </a:lnTo>
                  <a:lnTo>
                    <a:pt x="58" y="8"/>
                  </a:lnTo>
                  <a:lnTo>
                    <a:pt x="58" y="5"/>
                  </a:lnTo>
                  <a:lnTo>
                    <a:pt x="55" y="1"/>
                  </a:lnTo>
                  <a:lnTo>
                    <a:pt x="52" y="0"/>
                  </a:lnTo>
                  <a:lnTo>
                    <a:pt x="50" y="0"/>
                  </a:lnTo>
                  <a:lnTo>
                    <a:pt x="48" y="1"/>
                  </a:lnTo>
                  <a:lnTo>
                    <a:pt x="48" y="1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63" name="Freeform 475"/>
            <p:cNvSpPr/>
            <p:nvPr>
              <p:custDataLst>
                <p:tags r:id="rId17"/>
              </p:custDataLst>
            </p:nvPr>
          </p:nvSpPr>
          <p:spPr bwMode="auto">
            <a:xfrm>
              <a:off x="3725863" y="1477963"/>
              <a:ext cx="17463" cy="25400"/>
            </a:xfrm>
            <a:custGeom>
              <a:avLst/>
              <a:gdLst/>
              <a:ahLst/>
              <a:cxnLst>
                <a:cxn ang="0">
                  <a:pos x="36" y="2"/>
                </a:cxn>
                <a:cxn ang="0">
                  <a:pos x="36" y="2"/>
                </a:cxn>
                <a:cxn ang="0">
                  <a:pos x="26" y="15"/>
                </a:cxn>
                <a:cxn ang="0">
                  <a:pos x="17" y="28"/>
                </a:cxn>
                <a:cxn ang="0">
                  <a:pos x="9" y="42"/>
                </a:cxn>
                <a:cxn ang="0">
                  <a:pos x="1" y="56"/>
                </a:cxn>
                <a:cxn ang="0">
                  <a:pos x="1" y="56"/>
                </a:cxn>
                <a:cxn ang="0">
                  <a:pos x="0" y="59"/>
                </a:cxn>
                <a:cxn ang="0">
                  <a:pos x="1" y="62"/>
                </a:cxn>
                <a:cxn ang="0">
                  <a:pos x="4" y="64"/>
                </a:cxn>
                <a:cxn ang="0">
                  <a:pos x="8" y="66"/>
                </a:cxn>
                <a:cxn ang="0">
                  <a:pos x="9" y="64"/>
                </a:cxn>
                <a:cxn ang="0">
                  <a:pos x="10" y="62"/>
                </a:cxn>
                <a:cxn ang="0">
                  <a:pos x="10" y="62"/>
                </a:cxn>
                <a:cxn ang="0">
                  <a:pos x="18" y="49"/>
                </a:cxn>
                <a:cxn ang="0">
                  <a:pos x="26" y="34"/>
                </a:cxn>
                <a:cxn ang="0">
                  <a:pos x="34" y="22"/>
                </a:cxn>
                <a:cxn ang="0">
                  <a:pos x="44" y="11"/>
                </a:cxn>
                <a:cxn ang="0">
                  <a:pos x="44" y="11"/>
                </a:cxn>
                <a:cxn ang="0">
                  <a:pos x="46" y="8"/>
                </a:cxn>
                <a:cxn ang="0">
                  <a:pos x="46" y="5"/>
                </a:cxn>
                <a:cxn ang="0">
                  <a:pos x="44" y="2"/>
                </a:cxn>
                <a:cxn ang="0">
                  <a:pos x="40" y="0"/>
                </a:cxn>
                <a:cxn ang="0">
                  <a:pos x="38" y="0"/>
                </a:cxn>
                <a:cxn ang="0">
                  <a:pos x="36" y="2"/>
                </a:cxn>
                <a:cxn ang="0">
                  <a:pos x="36" y="2"/>
                </a:cxn>
              </a:cxnLst>
              <a:rect l="0" t="0" r="r" b="b"/>
              <a:pathLst>
                <a:path w="46" h="66">
                  <a:moveTo>
                    <a:pt x="36" y="2"/>
                  </a:moveTo>
                  <a:lnTo>
                    <a:pt x="36" y="2"/>
                  </a:lnTo>
                  <a:lnTo>
                    <a:pt x="26" y="15"/>
                  </a:lnTo>
                  <a:lnTo>
                    <a:pt x="17" y="28"/>
                  </a:lnTo>
                  <a:lnTo>
                    <a:pt x="9" y="42"/>
                  </a:lnTo>
                  <a:lnTo>
                    <a:pt x="1" y="56"/>
                  </a:lnTo>
                  <a:lnTo>
                    <a:pt x="1" y="56"/>
                  </a:lnTo>
                  <a:lnTo>
                    <a:pt x="0" y="59"/>
                  </a:lnTo>
                  <a:lnTo>
                    <a:pt x="1" y="62"/>
                  </a:lnTo>
                  <a:lnTo>
                    <a:pt x="4" y="64"/>
                  </a:lnTo>
                  <a:lnTo>
                    <a:pt x="8" y="66"/>
                  </a:lnTo>
                  <a:lnTo>
                    <a:pt x="9" y="64"/>
                  </a:lnTo>
                  <a:lnTo>
                    <a:pt x="10" y="62"/>
                  </a:lnTo>
                  <a:lnTo>
                    <a:pt x="10" y="62"/>
                  </a:lnTo>
                  <a:lnTo>
                    <a:pt x="18" y="49"/>
                  </a:lnTo>
                  <a:lnTo>
                    <a:pt x="26" y="34"/>
                  </a:lnTo>
                  <a:lnTo>
                    <a:pt x="34" y="22"/>
                  </a:lnTo>
                  <a:lnTo>
                    <a:pt x="44" y="11"/>
                  </a:lnTo>
                  <a:lnTo>
                    <a:pt x="44" y="11"/>
                  </a:lnTo>
                  <a:lnTo>
                    <a:pt x="46" y="8"/>
                  </a:lnTo>
                  <a:lnTo>
                    <a:pt x="46" y="5"/>
                  </a:lnTo>
                  <a:lnTo>
                    <a:pt x="44" y="2"/>
                  </a:lnTo>
                  <a:lnTo>
                    <a:pt x="40" y="0"/>
                  </a:lnTo>
                  <a:lnTo>
                    <a:pt x="38" y="0"/>
                  </a:lnTo>
                  <a:lnTo>
                    <a:pt x="36" y="2"/>
                  </a:lnTo>
                  <a:lnTo>
                    <a:pt x="36" y="2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64" name="Freeform 476"/>
            <p:cNvSpPr/>
            <p:nvPr>
              <p:custDataLst>
                <p:tags r:id="rId18"/>
              </p:custDataLst>
            </p:nvPr>
          </p:nvSpPr>
          <p:spPr bwMode="auto">
            <a:xfrm>
              <a:off x="3767138" y="1474788"/>
              <a:ext cx="12700" cy="22225"/>
            </a:xfrm>
            <a:custGeom>
              <a:avLst/>
              <a:gdLst/>
              <a:ahLst/>
              <a:cxnLst>
                <a:cxn ang="0">
                  <a:pos x="24" y="3"/>
                </a:cxn>
                <a:cxn ang="0">
                  <a:pos x="24" y="3"/>
                </a:cxn>
                <a:cxn ang="0">
                  <a:pos x="13" y="27"/>
                </a:cxn>
                <a:cxn ang="0">
                  <a:pos x="8" y="38"/>
                </a:cxn>
                <a:cxn ang="0">
                  <a:pos x="0" y="49"/>
                </a:cxn>
                <a:cxn ang="0">
                  <a:pos x="0" y="49"/>
                </a:cxn>
                <a:cxn ang="0">
                  <a:pos x="0" y="51"/>
                </a:cxn>
                <a:cxn ang="0">
                  <a:pos x="0" y="54"/>
                </a:cxn>
                <a:cxn ang="0">
                  <a:pos x="1" y="55"/>
                </a:cxn>
                <a:cxn ang="0">
                  <a:pos x="3" y="57"/>
                </a:cxn>
                <a:cxn ang="0">
                  <a:pos x="7" y="58"/>
                </a:cxn>
                <a:cxn ang="0">
                  <a:pos x="9" y="57"/>
                </a:cxn>
                <a:cxn ang="0">
                  <a:pos x="11" y="55"/>
                </a:cxn>
                <a:cxn ang="0">
                  <a:pos x="11" y="55"/>
                </a:cxn>
                <a:cxn ang="0">
                  <a:pos x="17" y="44"/>
                </a:cxn>
                <a:cxn ang="0">
                  <a:pos x="24" y="33"/>
                </a:cxn>
                <a:cxn ang="0">
                  <a:pos x="33" y="10"/>
                </a:cxn>
                <a:cxn ang="0">
                  <a:pos x="33" y="10"/>
                </a:cxn>
                <a:cxn ang="0">
                  <a:pos x="34" y="7"/>
                </a:cxn>
                <a:cxn ang="0">
                  <a:pos x="34" y="4"/>
                </a:cxn>
                <a:cxn ang="0">
                  <a:pos x="32" y="2"/>
                </a:cxn>
                <a:cxn ang="0">
                  <a:pos x="29" y="0"/>
                </a:cxn>
                <a:cxn ang="0">
                  <a:pos x="28" y="0"/>
                </a:cxn>
                <a:cxn ang="0">
                  <a:pos x="25" y="2"/>
                </a:cxn>
                <a:cxn ang="0">
                  <a:pos x="24" y="3"/>
                </a:cxn>
                <a:cxn ang="0">
                  <a:pos x="24" y="3"/>
                </a:cxn>
              </a:cxnLst>
              <a:rect l="0" t="0" r="r" b="b"/>
              <a:pathLst>
                <a:path w="34" h="58">
                  <a:moveTo>
                    <a:pt x="24" y="3"/>
                  </a:moveTo>
                  <a:lnTo>
                    <a:pt x="24" y="3"/>
                  </a:lnTo>
                  <a:lnTo>
                    <a:pt x="13" y="27"/>
                  </a:lnTo>
                  <a:lnTo>
                    <a:pt x="8" y="38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0" y="51"/>
                  </a:lnTo>
                  <a:lnTo>
                    <a:pt x="0" y="54"/>
                  </a:lnTo>
                  <a:lnTo>
                    <a:pt x="1" y="55"/>
                  </a:lnTo>
                  <a:lnTo>
                    <a:pt x="3" y="57"/>
                  </a:lnTo>
                  <a:lnTo>
                    <a:pt x="7" y="58"/>
                  </a:lnTo>
                  <a:lnTo>
                    <a:pt x="9" y="57"/>
                  </a:lnTo>
                  <a:lnTo>
                    <a:pt x="11" y="55"/>
                  </a:lnTo>
                  <a:lnTo>
                    <a:pt x="11" y="55"/>
                  </a:lnTo>
                  <a:lnTo>
                    <a:pt x="17" y="44"/>
                  </a:lnTo>
                  <a:lnTo>
                    <a:pt x="24" y="33"/>
                  </a:lnTo>
                  <a:lnTo>
                    <a:pt x="33" y="10"/>
                  </a:lnTo>
                  <a:lnTo>
                    <a:pt x="33" y="10"/>
                  </a:lnTo>
                  <a:lnTo>
                    <a:pt x="34" y="7"/>
                  </a:lnTo>
                  <a:lnTo>
                    <a:pt x="34" y="4"/>
                  </a:lnTo>
                  <a:lnTo>
                    <a:pt x="32" y="2"/>
                  </a:lnTo>
                  <a:lnTo>
                    <a:pt x="29" y="0"/>
                  </a:lnTo>
                  <a:lnTo>
                    <a:pt x="28" y="0"/>
                  </a:lnTo>
                  <a:lnTo>
                    <a:pt x="25" y="2"/>
                  </a:lnTo>
                  <a:lnTo>
                    <a:pt x="24" y="3"/>
                  </a:lnTo>
                  <a:lnTo>
                    <a:pt x="24" y="3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65" name="Freeform 477"/>
            <p:cNvSpPr/>
            <p:nvPr>
              <p:custDataLst>
                <p:tags r:id="rId19"/>
              </p:custDataLst>
            </p:nvPr>
          </p:nvSpPr>
          <p:spPr bwMode="auto">
            <a:xfrm>
              <a:off x="3354388" y="1589088"/>
              <a:ext cx="44450" cy="55563"/>
            </a:xfrm>
            <a:custGeom>
              <a:avLst/>
              <a:gdLst/>
              <a:ahLst/>
              <a:cxnLst>
                <a:cxn ang="0">
                  <a:pos x="99" y="3"/>
                </a:cxn>
                <a:cxn ang="0">
                  <a:pos x="99" y="3"/>
                </a:cxn>
                <a:cxn ang="0">
                  <a:pos x="71" y="29"/>
                </a:cxn>
                <a:cxn ang="0">
                  <a:pos x="58" y="44"/>
                </a:cxn>
                <a:cxn ang="0">
                  <a:pos x="47" y="58"/>
                </a:cxn>
                <a:cxn ang="0">
                  <a:pos x="47" y="58"/>
                </a:cxn>
                <a:cxn ang="0">
                  <a:pos x="34" y="76"/>
                </a:cxn>
                <a:cxn ang="0">
                  <a:pos x="22" y="95"/>
                </a:cxn>
                <a:cxn ang="0">
                  <a:pos x="0" y="134"/>
                </a:cxn>
                <a:cxn ang="0">
                  <a:pos x="0" y="134"/>
                </a:cxn>
                <a:cxn ang="0">
                  <a:pos x="0" y="135"/>
                </a:cxn>
                <a:cxn ang="0">
                  <a:pos x="0" y="138"/>
                </a:cxn>
                <a:cxn ang="0">
                  <a:pos x="2" y="140"/>
                </a:cxn>
                <a:cxn ang="0">
                  <a:pos x="6" y="142"/>
                </a:cxn>
                <a:cxn ang="0">
                  <a:pos x="7" y="140"/>
                </a:cxn>
                <a:cxn ang="0">
                  <a:pos x="10" y="139"/>
                </a:cxn>
                <a:cxn ang="0">
                  <a:pos x="10" y="139"/>
                </a:cxn>
                <a:cxn ang="0">
                  <a:pos x="27" y="108"/>
                </a:cxn>
                <a:cxn ang="0">
                  <a:pos x="36" y="92"/>
                </a:cxn>
                <a:cxn ang="0">
                  <a:pos x="47" y="78"/>
                </a:cxn>
                <a:cxn ang="0">
                  <a:pos x="47" y="78"/>
                </a:cxn>
                <a:cxn ang="0">
                  <a:pos x="61" y="59"/>
                </a:cxn>
                <a:cxn ang="0">
                  <a:pos x="75" y="42"/>
                </a:cxn>
                <a:cxn ang="0">
                  <a:pos x="108" y="11"/>
                </a:cxn>
                <a:cxn ang="0">
                  <a:pos x="108" y="11"/>
                </a:cxn>
                <a:cxn ang="0">
                  <a:pos x="109" y="8"/>
                </a:cxn>
                <a:cxn ang="0">
                  <a:pos x="109" y="7"/>
                </a:cxn>
                <a:cxn ang="0">
                  <a:pos x="108" y="3"/>
                </a:cxn>
                <a:cxn ang="0">
                  <a:pos x="104" y="0"/>
                </a:cxn>
                <a:cxn ang="0">
                  <a:pos x="102" y="2"/>
                </a:cxn>
                <a:cxn ang="0">
                  <a:pos x="99" y="3"/>
                </a:cxn>
                <a:cxn ang="0">
                  <a:pos x="99" y="3"/>
                </a:cxn>
              </a:cxnLst>
              <a:rect l="0" t="0" r="r" b="b"/>
              <a:pathLst>
                <a:path w="109" h="142">
                  <a:moveTo>
                    <a:pt x="99" y="3"/>
                  </a:moveTo>
                  <a:lnTo>
                    <a:pt x="99" y="3"/>
                  </a:lnTo>
                  <a:lnTo>
                    <a:pt x="71" y="29"/>
                  </a:lnTo>
                  <a:lnTo>
                    <a:pt x="58" y="44"/>
                  </a:lnTo>
                  <a:lnTo>
                    <a:pt x="47" y="58"/>
                  </a:lnTo>
                  <a:lnTo>
                    <a:pt x="47" y="58"/>
                  </a:lnTo>
                  <a:lnTo>
                    <a:pt x="34" y="76"/>
                  </a:lnTo>
                  <a:lnTo>
                    <a:pt x="22" y="95"/>
                  </a:lnTo>
                  <a:lnTo>
                    <a:pt x="0" y="134"/>
                  </a:lnTo>
                  <a:lnTo>
                    <a:pt x="0" y="134"/>
                  </a:lnTo>
                  <a:lnTo>
                    <a:pt x="0" y="135"/>
                  </a:lnTo>
                  <a:lnTo>
                    <a:pt x="0" y="138"/>
                  </a:lnTo>
                  <a:lnTo>
                    <a:pt x="2" y="140"/>
                  </a:lnTo>
                  <a:lnTo>
                    <a:pt x="6" y="142"/>
                  </a:lnTo>
                  <a:lnTo>
                    <a:pt x="7" y="140"/>
                  </a:lnTo>
                  <a:lnTo>
                    <a:pt x="10" y="139"/>
                  </a:lnTo>
                  <a:lnTo>
                    <a:pt x="10" y="139"/>
                  </a:lnTo>
                  <a:lnTo>
                    <a:pt x="27" y="108"/>
                  </a:lnTo>
                  <a:lnTo>
                    <a:pt x="36" y="92"/>
                  </a:lnTo>
                  <a:lnTo>
                    <a:pt x="47" y="78"/>
                  </a:lnTo>
                  <a:lnTo>
                    <a:pt x="47" y="78"/>
                  </a:lnTo>
                  <a:lnTo>
                    <a:pt x="61" y="59"/>
                  </a:lnTo>
                  <a:lnTo>
                    <a:pt x="75" y="42"/>
                  </a:lnTo>
                  <a:lnTo>
                    <a:pt x="108" y="11"/>
                  </a:lnTo>
                  <a:lnTo>
                    <a:pt x="108" y="11"/>
                  </a:lnTo>
                  <a:lnTo>
                    <a:pt x="109" y="8"/>
                  </a:lnTo>
                  <a:lnTo>
                    <a:pt x="109" y="7"/>
                  </a:lnTo>
                  <a:lnTo>
                    <a:pt x="108" y="3"/>
                  </a:lnTo>
                  <a:lnTo>
                    <a:pt x="104" y="0"/>
                  </a:lnTo>
                  <a:lnTo>
                    <a:pt x="102" y="2"/>
                  </a:lnTo>
                  <a:lnTo>
                    <a:pt x="99" y="3"/>
                  </a:lnTo>
                  <a:lnTo>
                    <a:pt x="99" y="3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66" name="Freeform 478"/>
            <p:cNvSpPr/>
            <p:nvPr>
              <p:custDataLst>
                <p:tags r:id="rId20"/>
              </p:custDataLst>
            </p:nvPr>
          </p:nvSpPr>
          <p:spPr bwMode="auto">
            <a:xfrm>
              <a:off x="3382963" y="1584325"/>
              <a:ext cx="50800" cy="63500"/>
            </a:xfrm>
            <a:custGeom>
              <a:avLst/>
              <a:gdLst/>
              <a:ahLst/>
              <a:cxnLst>
                <a:cxn ang="0">
                  <a:pos x="120" y="3"/>
                </a:cxn>
                <a:cxn ang="0">
                  <a:pos x="120" y="3"/>
                </a:cxn>
                <a:cxn ang="0">
                  <a:pos x="88" y="43"/>
                </a:cxn>
                <a:cxn ang="0">
                  <a:pos x="58" y="82"/>
                </a:cxn>
                <a:cxn ang="0">
                  <a:pos x="58" y="82"/>
                </a:cxn>
                <a:cxn ang="0">
                  <a:pos x="44" y="101"/>
                </a:cxn>
                <a:cxn ang="0">
                  <a:pos x="29" y="119"/>
                </a:cxn>
                <a:cxn ang="0">
                  <a:pos x="15" y="136"/>
                </a:cxn>
                <a:cxn ang="0">
                  <a:pos x="0" y="154"/>
                </a:cxn>
                <a:cxn ang="0">
                  <a:pos x="0" y="154"/>
                </a:cxn>
                <a:cxn ang="0">
                  <a:pos x="0" y="157"/>
                </a:cxn>
                <a:cxn ang="0">
                  <a:pos x="0" y="160"/>
                </a:cxn>
                <a:cxn ang="0">
                  <a:pos x="2" y="161"/>
                </a:cxn>
                <a:cxn ang="0">
                  <a:pos x="3" y="162"/>
                </a:cxn>
                <a:cxn ang="0">
                  <a:pos x="7" y="163"/>
                </a:cxn>
                <a:cxn ang="0">
                  <a:pos x="10" y="162"/>
                </a:cxn>
                <a:cxn ang="0">
                  <a:pos x="11" y="161"/>
                </a:cxn>
                <a:cxn ang="0">
                  <a:pos x="11" y="161"/>
                </a:cxn>
                <a:cxn ang="0">
                  <a:pos x="24" y="144"/>
                </a:cxn>
                <a:cxn ang="0">
                  <a:pos x="37" y="128"/>
                </a:cxn>
                <a:cxn ang="0">
                  <a:pos x="50" y="112"/>
                </a:cxn>
                <a:cxn ang="0">
                  <a:pos x="63" y="97"/>
                </a:cxn>
                <a:cxn ang="0">
                  <a:pos x="63" y="97"/>
                </a:cxn>
                <a:cxn ang="0">
                  <a:pos x="79" y="73"/>
                </a:cxn>
                <a:cxn ang="0">
                  <a:pos x="96" y="52"/>
                </a:cxn>
                <a:cxn ang="0">
                  <a:pos x="129" y="8"/>
                </a:cxn>
                <a:cxn ang="0">
                  <a:pos x="129" y="8"/>
                </a:cxn>
                <a:cxn ang="0">
                  <a:pos x="130" y="7"/>
                </a:cxn>
                <a:cxn ang="0">
                  <a:pos x="130" y="4"/>
                </a:cxn>
                <a:cxn ang="0">
                  <a:pos x="129" y="3"/>
                </a:cxn>
                <a:cxn ang="0">
                  <a:pos x="127" y="1"/>
                </a:cxn>
                <a:cxn ang="0">
                  <a:pos x="123" y="0"/>
                </a:cxn>
                <a:cxn ang="0">
                  <a:pos x="121" y="1"/>
                </a:cxn>
                <a:cxn ang="0">
                  <a:pos x="120" y="3"/>
                </a:cxn>
                <a:cxn ang="0">
                  <a:pos x="120" y="3"/>
                </a:cxn>
              </a:cxnLst>
              <a:rect l="0" t="0" r="r" b="b"/>
              <a:pathLst>
                <a:path w="130" h="163">
                  <a:moveTo>
                    <a:pt x="120" y="3"/>
                  </a:moveTo>
                  <a:lnTo>
                    <a:pt x="120" y="3"/>
                  </a:lnTo>
                  <a:lnTo>
                    <a:pt x="88" y="43"/>
                  </a:lnTo>
                  <a:lnTo>
                    <a:pt x="58" y="82"/>
                  </a:lnTo>
                  <a:lnTo>
                    <a:pt x="58" y="82"/>
                  </a:lnTo>
                  <a:lnTo>
                    <a:pt x="44" y="101"/>
                  </a:lnTo>
                  <a:lnTo>
                    <a:pt x="29" y="119"/>
                  </a:lnTo>
                  <a:lnTo>
                    <a:pt x="15" y="136"/>
                  </a:lnTo>
                  <a:lnTo>
                    <a:pt x="0" y="154"/>
                  </a:lnTo>
                  <a:lnTo>
                    <a:pt x="0" y="154"/>
                  </a:lnTo>
                  <a:lnTo>
                    <a:pt x="0" y="157"/>
                  </a:lnTo>
                  <a:lnTo>
                    <a:pt x="0" y="160"/>
                  </a:lnTo>
                  <a:lnTo>
                    <a:pt x="2" y="161"/>
                  </a:lnTo>
                  <a:lnTo>
                    <a:pt x="3" y="162"/>
                  </a:lnTo>
                  <a:lnTo>
                    <a:pt x="7" y="163"/>
                  </a:lnTo>
                  <a:lnTo>
                    <a:pt x="10" y="162"/>
                  </a:lnTo>
                  <a:lnTo>
                    <a:pt x="11" y="161"/>
                  </a:lnTo>
                  <a:lnTo>
                    <a:pt x="11" y="161"/>
                  </a:lnTo>
                  <a:lnTo>
                    <a:pt x="24" y="144"/>
                  </a:lnTo>
                  <a:lnTo>
                    <a:pt x="37" y="128"/>
                  </a:lnTo>
                  <a:lnTo>
                    <a:pt x="50" y="112"/>
                  </a:lnTo>
                  <a:lnTo>
                    <a:pt x="63" y="97"/>
                  </a:lnTo>
                  <a:lnTo>
                    <a:pt x="63" y="97"/>
                  </a:lnTo>
                  <a:lnTo>
                    <a:pt x="79" y="73"/>
                  </a:lnTo>
                  <a:lnTo>
                    <a:pt x="96" y="52"/>
                  </a:lnTo>
                  <a:lnTo>
                    <a:pt x="129" y="8"/>
                  </a:lnTo>
                  <a:lnTo>
                    <a:pt x="129" y="8"/>
                  </a:lnTo>
                  <a:lnTo>
                    <a:pt x="130" y="7"/>
                  </a:lnTo>
                  <a:lnTo>
                    <a:pt x="130" y="4"/>
                  </a:lnTo>
                  <a:lnTo>
                    <a:pt x="129" y="3"/>
                  </a:lnTo>
                  <a:lnTo>
                    <a:pt x="127" y="1"/>
                  </a:lnTo>
                  <a:lnTo>
                    <a:pt x="123" y="0"/>
                  </a:lnTo>
                  <a:lnTo>
                    <a:pt x="121" y="1"/>
                  </a:lnTo>
                  <a:lnTo>
                    <a:pt x="120" y="3"/>
                  </a:lnTo>
                  <a:lnTo>
                    <a:pt x="120" y="3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67" name="Freeform 479"/>
            <p:cNvSpPr/>
            <p:nvPr>
              <p:custDataLst>
                <p:tags r:id="rId21"/>
              </p:custDataLst>
            </p:nvPr>
          </p:nvSpPr>
          <p:spPr bwMode="auto">
            <a:xfrm>
              <a:off x="3424238" y="1584325"/>
              <a:ext cx="50800" cy="61913"/>
            </a:xfrm>
            <a:custGeom>
              <a:avLst/>
              <a:gdLst/>
              <a:ahLst/>
              <a:cxnLst>
                <a:cxn ang="0">
                  <a:pos x="120" y="1"/>
                </a:cxn>
                <a:cxn ang="0">
                  <a:pos x="120" y="1"/>
                </a:cxn>
                <a:cxn ang="0">
                  <a:pos x="105" y="18"/>
                </a:cxn>
                <a:cxn ang="0">
                  <a:pos x="91" y="35"/>
                </a:cxn>
                <a:cxn ang="0">
                  <a:pos x="66" y="72"/>
                </a:cxn>
                <a:cxn ang="0">
                  <a:pos x="66" y="72"/>
                </a:cxn>
                <a:cxn ang="0">
                  <a:pos x="51" y="92"/>
                </a:cxn>
                <a:cxn ang="0">
                  <a:pos x="34" y="111"/>
                </a:cxn>
                <a:cxn ang="0">
                  <a:pos x="17" y="131"/>
                </a:cxn>
                <a:cxn ang="0">
                  <a:pos x="1" y="150"/>
                </a:cxn>
                <a:cxn ang="0">
                  <a:pos x="1" y="150"/>
                </a:cxn>
                <a:cxn ang="0">
                  <a:pos x="0" y="153"/>
                </a:cxn>
                <a:cxn ang="0">
                  <a:pos x="0" y="156"/>
                </a:cxn>
                <a:cxn ang="0">
                  <a:pos x="1" y="157"/>
                </a:cxn>
                <a:cxn ang="0">
                  <a:pos x="2" y="158"/>
                </a:cxn>
                <a:cxn ang="0">
                  <a:pos x="7" y="160"/>
                </a:cxn>
                <a:cxn ang="0">
                  <a:pos x="9" y="158"/>
                </a:cxn>
                <a:cxn ang="0">
                  <a:pos x="11" y="157"/>
                </a:cxn>
                <a:cxn ang="0">
                  <a:pos x="11" y="157"/>
                </a:cxn>
                <a:cxn ang="0">
                  <a:pos x="24" y="139"/>
                </a:cxn>
                <a:cxn ang="0">
                  <a:pos x="39" y="120"/>
                </a:cxn>
                <a:cxn ang="0">
                  <a:pos x="69" y="86"/>
                </a:cxn>
                <a:cxn ang="0">
                  <a:pos x="69" y="86"/>
                </a:cxn>
                <a:cxn ang="0">
                  <a:pos x="83" y="67"/>
                </a:cxn>
                <a:cxn ang="0">
                  <a:pos x="98" y="47"/>
                </a:cxn>
                <a:cxn ang="0">
                  <a:pos x="112" y="27"/>
                </a:cxn>
                <a:cxn ang="0">
                  <a:pos x="128" y="9"/>
                </a:cxn>
                <a:cxn ang="0">
                  <a:pos x="128" y="9"/>
                </a:cxn>
                <a:cxn ang="0">
                  <a:pos x="129" y="8"/>
                </a:cxn>
                <a:cxn ang="0">
                  <a:pos x="129" y="5"/>
                </a:cxn>
                <a:cxn ang="0">
                  <a:pos x="128" y="1"/>
                </a:cxn>
                <a:cxn ang="0">
                  <a:pos x="124" y="0"/>
                </a:cxn>
                <a:cxn ang="0">
                  <a:pos x="121" y="0"/>
                </a:cxn>
                <a:cxn ang="0">
                  <a:pos x="120" y="1"/>
                </a:cxn>
                <a:cxn ang="0">
                  <a:pos x="120" y="1"/>
                </a:cxn>
              </a:cxnLst>
              <a:rect l="0" t="0" r="r" b="b"/>
              <a:pathLst>
                <a:path w="129" h="160">
                  <a:moveTo>
                    <a:pt x="120" y="1"/>
                  </a:moveTo>
                  <a:lnTo>
                    <a:pt x="120" y="1"/>
                  </a:lnTo>
                  <a:lnTo>
                    <a:pt x="105" y="18"/>
                  </a:lnTo>
                  <a:lnTo>
                    <a:pt x="91" y="35"/>
                  </a:lnTo>
                  <a:lnTo>
                    <a:pt x="66" y="72"/>
                  </a:lnTo>
                  <a:lnTo>
                    <a:pt x="66" y="72"/>
                  </a:lnTo>
                  <a:lnTo>
                    <a:pt x="51" y="92"/>
                  </a:lnTo>
                  <a:lnTo>
                    <a:pt x="34" y="111"/>
                  </a:lnTo>
                  <a:lnTo>
                    <a:pt x="17" y="131"/>
                  </a:lnTo>
                  <a:lnTo>
                    <a:pt x="1" y="150"/>
                  </a:lnTo>
                  <a:lnTo>
                    <a:pt x="1" y="150"/>
                  </a:lnTo>
                  <a:lnTo>
                    <a:pt x="0" y="153"/>
                  </a:lnTo>
                  <a:lnTo>
                    <a:pt x="0" y="156"/>
                  </a:lnTo>
                  <a:lnTo>
                    <a:pt x="1" y="157"/>
                  </a:lnTo>
                  <a:lnTo>
                    <a:pt x="2" y="158"/>
                  </a:lnTo>
                  <a:lnTo>
                    <a:pt x="7" y="160"/>
                  </a:lnTo>
                  <a:lnTo>
                    <a:pt x="9" y="158"/>
                  </a:lnTo>
                  <a:lnTo>
                    <a:pt x="11" y="157"/>
                  </a:lnTo>
                  <a:lnTo>
                    <a:pt x="11" y="157"/>
                  </a:lnTo>
                  <a:lnTo>
                    <a:pt x="24" y="139"/>
                  </a:lnTo>
                  <a:lnTo>
                    <a:pt x="39" y="120"/>
                  </a:lnTo>
                  <a:lnTo>
                    <a:pt x="69" y="86"/>
                  </a:lnTo>
                  <a:lnTo>
                    <a:pt x="69" y="86"/>
                  </a:lnTo>
                  <a:lnTo>
                    <a:pt x="83" y="67"/>
                  </a:lnTo>
                  <a:lnTo>
                    <a:pt x="98" y="47"/>
                  </a:lnTo>
                  <a:lnTo>
                    <a:pt x="112" y="27"/>
                  </a:lnTo>
                  <a:lnTo>
                    <a:pt x="128" y="9"/>
                  </a:lnTo>
                  <a:lnTo>
                    <a:pt x="128" y="9"/>
                  </a:lnTo>
                  <a:lnTo>
                    <a:pt x="129" y="8"/>
                  </a:lnTo>
                  <a:lnTo>
                    <a:pt x="129" y="5"/>
                  </a:lnTo>
                  <a:lnTo>
                    <a:pt x="128" y="1"/>
                  </a:lnTo>
                  <a:lnTo>
                    <a:pt x="124" y="0"/>
                  </a:lnTo>
                  <a:lnTo>
                    <a:pt x="121" y="0"/>
                  </a:lnTo>
                  <a:lnTo>
                    <a:pt x="120" y="1"/>
                  </a:lnTo>
                  <a:lnTo>
                    <a:pt x="120" y="1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68" name="Freeform 480"/>
            <p:cNvSpPr/>
            <p:nvPr>
              <p:custDataLst>
                <p:tags r:id="rId22"/>
              </p:custDataLst>
            </p:nvPr>
          </p:nvSpPr>
          <p:spPr bwMode="auto">
            <a:xfrm>
              <a:off x="3465513" y="1581150"/>
              <a:ext cx="46038" cy="55563"/>
            </a:xfrm>
            <a:custGeom>
              <a:avLst/>
              <a:gdLst/>
              <a:ahLst/>
              <a:cxnLst>
                <a:cxn ang="0">
                  <a:pos x="104" y="1"/>
                </a:cxn>
                <a:cxn ang="0">
                  <a:pos x="104" y="1"/>
                </a:cxn>
                <a:cxn ang="0">
                  <a:pos x="93" y="13"/>
                </a:cxn>
                <a:cxn ang="0">
                  <a:pos x="82" y="26"/>
                </a:cxn>
                <a:cxn ang="0">
                  <a:pos x="63" y="54"/>
                </a:cxn>
                <a:cxn ang="0">
                  <a:pos x="63" y="54"/>
                </a:cxn>
                <a:cxn ang="0">
                  <a:pos x="32" y="93"/>
                </a:cxn>
                <a:cxn ang="0">
                  <a:pos x="1" y="131"/>
                </a:cxn>
                <a:cxn ang="0">
                  <a:pos x="1" y="131"/>
                </a:cxn>
                <a:cxn ang="0">
                  <a:pos x="0" y="134"/>
                </a:cxn>
                <a:cxn ang="0">
                  <a:pos x="0" y="136"/>
                </a:cxn>
                <a:cxn ang="0">
                  <a:pos x="2" y="140"/>
                </a:cxn>
                <a:cxn ang="0">
                  <a:pos x="4" y="140"/>
                </a:cxn>
                <a:cxn ang="0">
                  <a:pos x="5" y="141"/>
                </a:cxn>
                <a:cxn ang="0">
                  <a:pos x="8" y="141"/>
                </a:cxn>
                <a:cxn ang="0">
                  <a:pos x="9" y="139"/>
                </a:cxn>
                <a:cxn ang="0">
                  <a:pos x="9" y="139"/>
                </a:cxn>
                <a:cxn ang="0">
                  <a:pos x="32" y="110"/>
                </a:cxn>
                <a:cxn ang="0">
                  <a:pos x="56" y="81"/>
                </a:cxn>
                <a:cxn ang="0">
                  <a:pos x="56" y="81"/>
                </a:cxn>
                <a:cxn ang="0">
                  <a:pos x="82" y="45"/>
                </a:cxn>
                <a:cxn ang="0">
                  <a:pos x="97" y="26"/>
                </a:cxn>
                <a:cxn ang="0">
                  <a:pos x="104" y="17"/>
                </a:cxn>
                <a:cxn ang="0">
                  <a:pos x="112" y="9"/>
                </a:cxn>
                <a:cxn ang="0">
                  <a:pos x="112" y="9"/>
                </a:cxn>
                <a:cxn ang="0">
                  <a:pos x="114" y="8"/>
                </a:cxn>
                <a:cxn ang="0">
                  <a:pos x="114" y="5"/>
                </a:cxn>
                <a:cxn ang="0">
                  <a:pos x="114" y="4"/>
                </a:cxn>
                <a:cxn ang="0">
                  <a:pos x="112" y="3"/>
                </a:cxn>
                <a:cxn ang="0">
                  <a:pos x="108" y="0"/>
                </a:cxn>
                <a:cxn ang="0">
                  <a:pos x="106" y="0"/>
                </a:cxn>
                <a:cxn ang="0">
                  <a:pos x="104" y="1"/>
                </a:cxn>
                <a:cxn ang="0">
                  <a:pos x="104" y="1"/>
                </a:cxn>
              </a:cxnLst>
              <a:rect l="0" t="0" r="r" b="b"/>
              <a:pathLst>
                <a:path w="114" h="141">
                  <a:moveTo>
                    <a:pt x="104" y="1"/>
                  </a:moveTo>
                  <a:lnTo>
                    <a:pt x="104" y="1"/>
                  </a:lnTo>
                  <a:lnTo>
                    <a:pt x="93" y="13"/>
                  </a:lnTo>
                  <a:lnTo>
                    <a:pt x="82" y="26"/>
                  </a:lnTo>
                  <a:lnTo>
                    <a:pt x="63" y="54"/>
                  </a:lnTo>
                  <a:lnTo>
                    <a:pt x="63" y="54"/>
                  </a:lnTo>
                  <a:lnTo>
                    <a:pt x="32" y="93"/>
                  </a:lnTo>
                  <a:lnTo>
                    <a:pt x="1" y="131"/>
                  </a:lnTo>
                  <a:lnTo>
                    <a:pt x="1" y="131"/>
                  </a:lnTo>
                  <a:lnTo>
                    <a:pt x="0" y="134"/>
                  </a:lnTo>
                  <a:lnTo>
                    <a:pt x="0" y="136"/>
                  </a:lnTo>
                  <a:lnTo>
                    <a:pt x="2" y="140"/>
                  </a:lnTo>
                  <a:lnTo>
                    <a:pt x="4" y="140"/>
                  </a:lnTo>
                  <a:lnTo>
                    <a:pt x="5" y="141"/>
                  </a:lnTo>
                  <a:lnTo>
                    <a:pt x="8" y="141"/>
                  </a:lnTo>
                  <a:lnTo>
                    <a:pt x="9" y="139"/>
                  </a:lnTo>
                  <a:lnTo>
                    <a:pt x="9" y="139"/>
                  </a:lnTo>
                  <a:lnTo>
                    <a:pt x="32" y="110"/>
                  </a:lnTo>
                  <a:lnTo>
                    <a:pt x="56" y="81"/>
                  </a:lnTo>
                  <a:lnTo>
                    <a:pt x="56" y="81"/>
                  </a:lnTo>
                  <a:lnTo>
                    <a:pt x="82" y="45"/>
                  </a:lnTo>
                  <a:lnTo>
                    <a:pt x="97" y="26"/>
                  </a:lnTo>
                  <a:lnTo>
                    <a:pt x="104" y="17"/>
                  </a:lnTo>
                  <a:lnTo>
                    <a:pt x="112" y="9"/>
                  </a:lnTo>
                  <a:lnTo>
                    <a:pt x="112" y="9"/>
                  </a:lnTo>
                  <a:lnTo>
                    <a:pt x="114" y="8"/>
                  </a:lnTo>
                  <a:lnTo>
                    <a:pt x="114" y="5"/>
                  </a:lnTo>
                  <a:lnTo>
                    <a:pt x="114" y="4"/>
                  </a:lnTo>
                  <a:lnTo>
                    <a:pt x="112" y="3"/>
                  </a:lnTo>
                  <a:lnTo>
                    <a:pt x="108" y="0"/>
                  </a:lnTo>
                  <a:lnTo>
                    <a:pt x="106" y="0"/>
                  </a:lnTo>
                  <a:lnTo>
                    <a:pt x="104" y="1"/>
                  </a:lnTo>
                  <a:lnTo>
                    <a:pt x="104" y="1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69" name="Freeform 481"/>
            <p:cNvSpPr/>
            <p:nvPr>
              <p:custDataLst>
                <p:tags r:id="rId23"/>
              </p:custDataLst>
            </p:nvPr>
          </p:nvSpPr>
          <p:spPr bwMode="auto">
            <a:xfrm>
              <a:off x="3509963" y="1582738"/>
              <a:ext cx="38100" cy="63500"/>
            </a:xfrm>
            <a:custGeom>
              <a:avLst/>
              <a:gdLst/>
              <a:ahLst/>
              <a:cxnLst>
                <a:cxn ang="0">
                  <a:pos x="85" y="3"/>
                </a:cxn>
                <a:cxn ang="0">
                  <a:pos x="85" y="3"/>
                </a:cxn>
                <a:cxn ang="0">
                  <a:pos x="44" y="80"/>
                </a:cxn>
                <a:cxn ang="0">
                  <a:pos x="23" y="118"/>
                </a:cxn>
                <a:cxn ang="0">
                  <a:pos x="1" y="154"/>
                </a:cxn>
                <a:cxn ang="0">
                  <a:pos x="1" y="154"/>
                </a:cxn>
                <a:cxn ang="0">
                  <a:pos x="0" y="157"/>
                </a:cxn>
                <a:cxn ang="0">
                  <a:pos x="0" y="160"/>
                </a:cxn>
                <a:cxn ang="0">
                  <a:pos x="2" y="162"/>
                </a:cxn>
                <a:cxn ang="0">
                  <a:pos x="8" y="164"/>
                </a:cxn>
                <a:cxn ang="0">
                  <a:pos x="9" y="162"/>
                </a:cxn>
                <a:cxn ang="0">
                  <a:pos x="10" y="161"/>
                </a:cxn>
                <a:cxn ang="0">
                  <a:pos x="10" y="161"/>
                </a:cxn>
                <a:cxn ang="0">
                  <a:pos x="32" y="123"/>
                </a:cxn>
                <a:cxn ang="0">
                  <a:pos x="53" y="85"/>
                </a:cxn>
                <a:cxn ang="0">
                  <a:pos x="94" y="8"/>
                </a:cxn>
                <a:cxn ang="0">
                  <a:pos x="94" y="8"/>
                </a:cxn>
                <a:cxn ang="0">
                  <a:pos x="95" y="7"/>
                </a:cxn>
                <a:cxn ang="0">
                  <a:pos x="95" y="4"/>
                </a:cxn>
                <a:cxn ang="0">
                  <a:pos x="93" y="1"/>
                </a:cxn>
                <a:cxn ang="0">
                  <a:pos x="89" y="0"/>
                </a:cxn>
                <a:cxn ang="0">
                  <a:pos x="86" y="1"/>
                </a:cxn>
                <a:cxn ang="0">
                  <a:pos x="85" y="3"/>
                </a:cxn>
                <a:cxn ang="0">
                  <a:pos x="85" y="3"/>
                </a:cxn>
              </a:cxnLst>
              <a:rect l="0" t="0" r="r" b="b"/>
              <a:pathLst>
                <a:path w="95" h="164">
                  <a:moveTo>
                    <a:pt x="85" y="3"/>
                  </a:moveTo>
                  <a:lnTo>
                    <a:pt x="85" y="3"/>
                  </a:lnTo>
                  <a:lnTo>
                    <a:pt x="44" y="80"/>
                  </a:lnTo>
                  <a:lnTo>
                    <a:pt x="23" y="118"/>
                  </a:lnTo>
                  <a:lnTo>
                    <a:pt x="1" y="154"/>
                  </a:lnTo>
                  <a:lnTo>
                    <a:pt x="1" y="154"/>
                  </a:lnTo>
                  <a:lnTo>
                    <a:pt x="0" y="157"/>
                  </a:lnTo>
                  <a:lnTo>
                    <a:pt x="0" y="160"/>
                  </a:lnTo>
                  <a:lnTo>
                    <a:pt x="2" y="162"/>
                  </a:lnTo>
                  <a:lnTo>
                    <a:pt x="8" y="164"/>
                  </a:lnTo>
                  <a:lnTo>
                    <a:pt x="9" y="162"/>
                  </a:lnTo>
                  <a:lnTo>
                    <a:pt x="10" y="161"/>
                  </a:lnTo>
                  <a:lnTo>
                    <a:pt x="10" y="161"/>
                  </a:lnTo>
                  <a:lnTo>
                    <a:pt x="32" y="123"/>
                  </a:lnTo>
                  <a:lnTo>
                    <a:pt x="53" y="85"/>
                  </a:lnTo>
                  <a:lnTo>
                    <a:pt x="94" y="8"/>
                  </a:lnTo>
                  <a:lnTo>
                    <a:pt x="94" y="8"/>
                  </a:lnTo>
                  <a:lnTo>
                    <a:pt x="95" y="7"/>
                  </a:lnTo>
                  <a:lnTo>
                    <a:pt x="95" y="4"/>
                  </a:lnTo>
                  <a:lnTo>
                    <a:pt x="93" y="1"/>
                  </a:lnTo>
                  <a:lnTo>
                    <a:pt x="89" y="0"/>
                  </a:lnTo>
                  <a:lnTo>
                    <a:pt x="86" y="1"/>
                  </a:lnTo>
                  <a:lnTo>
                    <a:pt x="85" y="3"/>
                  </a:lnTo>
                  <a:lnTo>
                    <a:pt x="85" y="3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70" name="Freeform 482"/>
            <p:cNvSpPr/>
            <p:nvPr>
              <p:custDataLst>
                <p:tags r:id="rId24"/>
              </p:custDataLst>
            </p:nvPr>
          </p:nvSpPr>
          <p:spPr bwMode="auto">
            <a:xfrm>
              <a:off x="3546476" y="1597025"/>
              <a:ext cx="31750" cy="50800"/>
            </a:xfrm>
            <a:custGeom>
              <a:avLst/>
              <a:gdLst/>
              <a:ahLst/>
              <a:cxnLst>
                <a:cxn ang="0">
                  <a:pos x="71" y="1"/>
                </a:cxn>
                <a:cxn ang="0">
                  <a:pos x="71" y="1"/>
                </a:cxn>
                <a:cxn ang="0">
                  <a:pos x="50" y="30"/>
                </a:cxn>
                <a:cxn ang="0">
                  <a:pos x="33" y="59"/>
                </a:cxn>
                <a:cxn ang="0">
                  <a:pos x="16" y="89"/>
                </a:cxn>
                <a:cxn ang="0">
                  <a:pos x="2" y="120"/>
                </a:cxn>
                <a:cxn ang="0">
                  <a:pos x="2" y="120"/>
                </a:cxn>
                <a:cxn ang="0">
                  <a:pos x="0" y="123"/>
                </a:cxn>
                <a:cxn ang="0">
                  <a:pos x="2" y="126"/>
                </a:cxn>
                <a:cxn ang="0">
                  <a:pos x="4" y="128"/>
                </a:cxn>
                <a:cxn ang="0">
                  <a:pos x="5" y="129"/>
                </a:cxn>
                <a:cxn ang="0">
                  <a:pos x="8" y="129"/>
                </a:cxn>
                <a:cxn ang="0">
                  <a:pos x="9" y="128"/>
                </a:cxn>
                <a:cxn ang="0">
                  <a:pos x="11" y="127"/>
                </a:cxn>
                <a:cxn ang="0">
                  <a:pos x="11" y="127"/>
                </a:cxn>
                <a:cxn ang="0">
                  <a:pos x="25" y="95"/>
                </a:cxn>
                <a:cxn ang="0">
                  <a:pos x="41" y="67"/>
                </a:cxn>
                <a:cxn ang="0">
                  <a:pos x="59" y="38"/>
                </a:cxn>
                <a:cxn ang="0">
                  <a:pos x="79" y="9"/>
                </a:cxn>
                <a:cxn ang="0">
                  <a:pos x="79" y="9"/>
                </a:cxn>
                <a:cxn ang="0">
                  <a:pos x="80" y="8"/>
                </a:cxn>
                <a:cxn ang="0">
                  <a:pos x="80" y="5"/>
                </a:cxn>
                <a:cxn ang="0">
                  <a:pos x="77" y="1"/>
                </a:cxn>
                <a:cxn ang="0">
                  <a:pos x="76" y="0"/>
                </a:cxn>
                <a:cxn ang="0">
                  <a:pos x="75" y="0"/>
                </a:cxn>
                <a:cxn ang="0">
                  <a:pos x="72" y="0"/>
                </a:cxn>
                <a:cxn ang="0">
                  <a:pos x="71" y="1"/>
                </a:cxn>
                <a:cxn ang="0">
                  <a:pos x="71" y="1"/>
                </a:cxn>
              </a:cxnLst>
              <a:rect l="0" t="0" r="r" b="b"/>
              <a:pathLst>
                <a:path w="80" h="129">
                  <a:moveTo>
                    <a:pt x="71" y="1"/>
                  </a:moveTo>
                  <a:lnTo>
                    <a:pt x="71" y="1"/>
                  </a:lnTo>
                  <a:lnTo>
                    <a:pt x="50" y="30"/>
                  </a:lnTo>
                  <a:lnTo>
                    <a:pt x="33" y="59"/>
                  </a:lnTo>
                  <a:lnTo>
                    <a:pt x="16" y="89"/>
                  </a:lnTo>
                  <a:lnTo>
                    <a:pt x="2" y="120"/>
                  </a:lnTo>
                  <a:lnTo>
                    <a:pt x="2" y="120"/>
                  </a:lnTo>
                  <a:lnTo>
                    <a:pt x="0" y="123"/>
                  </a:lnTo>
                  <a:lnTo>
                    <a:pt x="2" y="126"/>
                  </a:lnTo>
                  <a:lnTo>
                    <a:pt x="4" y="128"/>
                  </a:lnTo>
                  <a:lnTo>
                    <a:pt x="5" y="129"/>
                  </a:lnTo>
                  <a:lnTo>
                    <a:pt x="8" y="129"/>
                  </a:lnTo>
                  <a:lnTo>
                    <a:pt x="9" y="128"/>
                  </a:lnTo>
                  <a:lnTo>
                    <a:pt x="11" y="127"/>
                  </a:lnTo>
                  <a:lnTo>
                    <a:pt x="11" y="127"/>
                  </a:lnTo>
                  <a:lnTo>
                    <a:pt x="25" y="95"/>
                  </a:lnTo>
                  <a:lnTo>
                    <a:pt x="41" y="67"/>
                  </a:lnTo>
                  <a:lnTo>
                    <a:pt x="59" y="38"/>
                  </a:lnTo>
                  <a:lnTo>
                    <a:pt x="79" y="9"/>
                  </a:lnTo>
                  <a:lnTo>
                    <a:pt x="79" y="9"/>
                  </a:lnTo>
                  <a:lnTo>
                    <a:pt x="80" y="8"/>
                  </a:lnTo>
                  <a:lnTo>
                    <a:pt x="80" y="5"/>
                  </a:lnTo>
                  <a:lnTo>
                    <a:pt x="77" y="1"/>
                  </a:lnTo>
                  <a:lnTo>
                    <a:pt x="76" y="0"/>
                  </a:lnTo>
                  <a:lnTo>
                    <a:pt x="75" y="0"/>
                  </a:lnTo>
                  <a:lnTo>
                    <a:pt x="72" y="0"/>
                  </a:lnTo>
                  <a:lnTo>
                    <a:pt x="71" y="1"/>
                  </a:lnTo>
                  <a:lnTo>
                    <a:pt x="71" y="1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71" name="Freeform 483"/>
            <p:cNvSpPr/>
            <p:nvPr>
              <p:custDataLst>
                <p:tags r:id="rId25"/>
              </p:custDataLst>
            </p:nvPr>
          </p:nvSpPr>
          <p:spPr bwMode="auto">
            <a:xfrm>
              <a:off x="3581401" y="1608138"/>
              <a:ext cx="15875" cy="39688"/>
            </a:xfrm>
            <a:custGeom>
              <a:avLst/>
              <a:gdLst/>
              <a:ahLst/>
              <a:cxnLst>
                <a:cxn ang="0">
                  <a:pos x="30" y="6"/>
                </a:cxn>
                <a:cxn ang="0">
                  <a:pos x="30" y="6"/>
                </a:cxn>
                <a:cxn ang="0">
                  <a:pos x="29" y="17"/>
                </a:cxn>
                <a:cxn ang="0">
                  <a:pos x="25" y="29"/>
                </a:cxn>
                <a:cxn ang="0">
                  <a:pos x="17" y="53"/>
                </a:cxn>
                <a:cxn ang="0">
                  <a:pos x="17" y="53"/>
                </a:cxn>
                <a:cxn ang="0">
                  <a:pos x="10" y="74"/>
                </a:cxn>
                <a:cxn ang="0">
                  <a:pos x="6" y="84"/>
                </a:cxn>
                <a:cxn ang="0">
                  <a:pos x="1" y="93"/>
                </a:cxn>
                <a:cxn ang="0">
                  <a:pos x="1" y="93"/>
                </a:cxn>
                <a:cxn ang="0">
                  <a:pos x="0" y="96"/>
                </a:cxn>
                <a:cxn ang="0">
                  <a:pos x="0" y="99"/>
                </a:cxn>
                <a:cxn ang="0">
                  <a:pos x="2" y="101"/>
                </a:cxn>
                <a:cxn ang="0">
                  <a:pos x="6" y="102"/>
                </a:cxn>
                <a:cxn ang="0">
                  <a:pos x="9" y="101"/>
                </a:cxn>
                <a:cxn ang="0">
                  <a:pos x="10" y="100"/>
                </a:cxn>
                <a:cxn ang="0">
                  <a:pos x="10" y="100"/>
                </a:cxn>
                <a:cxn ang="0">
                  <a:pos x="16" y="89"/>
                </a:cxn>
                <a:cxn ang="0">
                  <a:pos x="21" y="78"/>
                </a:cxn>
                <a:cxn ang="0">
                  <a:pos x="29" y="55"/>
                </a:cxn>
                <a:cxn ang="0">
                  <a:pos x="29" y="55"/>
                </a:cxn>
                <a:cxn ang="0">
                  <a:pos x="36" y="31"/>
                </a:cxn>
                <a:cxn ang="0">
                  <a:pos x="40" y="19"/>
                </a:cxn>
                <a:cxn ang="0">
                  <a:pos x="42" y="6"/>
                </a:cxn>
                <a:cxn ang="0">
                  <a:pos x="42" y="6"/>
                </a:cxn>
                <a:cxn ang="0">
                  <a:pos x="42" y="3"/>
                </a:cxn>
                <a:cxn ang="0">
                  <a:pos x="40" y="2"/>
                </a:cxn>
                <a:cxn ang="0">
                  <a:pos x="36" y="0"/>
                </a:cxn>
                <a:cxn ang="0">
                  <a:pos x="33" y="2"/>
                </a:cxn>
                <a:cxn ang="0">
                  <a:pos x="31" y="3"/>
                </a:cxn>
                <a:cxn ang="0">
                  <a:pos x="30" y="6"/>
                </a:cxn>
                <a:cxn ang="0">
                  <a:pos x="30" y="6"/>
                </a:cxn>
              </a:cxnLst>
              <a:rect l="0" t="0" r="r" b="b"/>
              <a:pathLst>
                <a:path w="42" h="102">
                  <a:moveTo>
                    <a:pt x="30" y="6"/>
                  </a:moveTo>
                  <a:lnTo>
                    <a:pt x="30" y="6"/>
                  </a:lnTo>
                  <a:lnTo>
                    <a:pt x="29" y="17"/>
                  </a:lnTo>
                  <a:lnTo>
                    <a:pt x="25" y="29"/>
                  </a:lnTo>
                  <a:lnTo>
                    <a:pt x="17" y="53"/>
                  </a:lnTo>
                  <a:lnTo>
                    <a:pt x="17" y="53"/>
                  </a:lnTo>
                  <a:lnTo>
                    <a:pt x="10" y="74"/>
                  </a:lnTo>
                  <a:lnTo>
                    <a:pt x="6" y="84"/>
                  </a:lnTo>
                  <a:lnTo>
                    <a:pt x="1" y="93"/>
                  </a:lnTo>
                  <a:lnTo>
                    <a:pt x="1" y="93"/>
                  </a:lnTo>
                  <a:lnTo>
                    <a:pt x="0" y="96"/>
                  </a:lnTo>
                  <a:lnTo>
                    <a:pt x="0" y="99"/>
                  </a:lnTo>
                  <a:lnTo>
                    <a:pt x="2" y="101"/>
                  </a:lnTo>
                  <a:lnTo>
                    <a:pt x="6" y="102"/>
                  </a:lnTo>
                  <a:lnTo>
                    <a:pt x="9" y="101"/>
                  </a:lnTo>
                  <a:lnTo>
                    <a:pt x="10" y="100"/>
                  </a:lnTo>
                  <a:lnTo>
                    <a:pt x="10" y="100"/>
                  </a:lnTo>
                  <a:lnTo>
                    <a:pt x="16" y="89"/>
                  </a:lnTo>
                  <a:lnTo>
                    <a:pt x="21" y="78"/>
                  </a:lnTo>
                  <a:lnTo>
                    <a:pt x="29" y="55"/>
                  </a:lnTo>
                  <a:lnTo>
                    <a:pt x="29" y="55"/>
                  </a:lnTo>
                  <a:lnTo>
                    <a:pt x="36" y="31"/>
                  </a:lnTo>
                  <a:lnTo>
                    <a:pt x="40" y="19"/>
                  </a:lnTo>
                  <a:lnTo>
                    <a:pt x="42" y="6"/>
                  </a:lnTo>
                  <a:lnTo>
                    <a:pt x="42" y="6"/>
                  </a:lnTo>
                  <a:lnTo>
                    <a:pt x="42" y="3"/>
                  </a:lnTo>
                  <a:lnTo>
                    <a:pt x="40" y="2"/>
                  </a:lnTo>
                  <a:lnTo>
                    <a:pt x="36" y="0"/>
                  </a:lnTo>
                  <a:lnTo>
                    <a:pt x="33" y="2"/>
                  </a:lnTo>
                  <a:lnTo>
                    <a:pt x="31" y="3"/>
                  </a:lnTo>
                  <a:lnTo>
                    <a:pt x="30" y="6"/>
                  </a:lnTo>
                  <a:lnTo>
                    <a:pt x="30" y="6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72" name="Freeform 484"/>
            <p:cNvSpPr/>
            <p:nvPr>
              <p:custDataLst>
                <p:tags r:id="rId26"/>
              </p:custDataLst>
            </p:nvPr>
          </p:nvSpPr>
          <p:spPr bwMode="auto">
            <a:xfrm>
              <a:off x="3214688" y="1146175"/>
              <a:ext cx="12700" cy="30163"/>
            </a:xfrm>
            <a:custGeom>
              <a:avLst/>
              <a:gdLst/>
              <a:ahLst/>
              <a:cxnLst>
                <a:cxn ang="0">
                  <a:pos x="24" y="4"/>
                </a:cxn>
                <a:cxn ang="0">
                  <a:pos x="24" y="4"/>
                </a:cxn>
                <a:cxn ang="0">
                  <a:pos x="11" y="37"/>
                </a:cxn>
                <a:cxn ang="0">
                  <a:pos x="4" y="53"/>
                </a:cxn>
                <a:cxn ang="0">
                  <a:pos x="0" y="70"/>
                </a:cxn>
                <a:cxn ang="0">
                  <a:pos x="0" y="70"/>
                </a:cxn>
                <a:cxn ang="0">
                  <a:pos x="0" y="72"/>
                </a:cxn>
                <a:cxn ang="0">
                  <a:pos x="1" y="73"/>
                </a:cxn>
                <a:cxn ang="0">
                  <a:pos x="5" y="76"/>
                </a:cxn>
                <a:cxn ang="0">
                  <a:pos x="7" y="76"/>
                </a:cxn>
                <a:cxn ang="0">
                  <a:pos x="9" y="76"/>
                </a:cxn>
                <a:cxn ang="0">
                  <a:pos x="11" y="75"/>
                </a:cxn>
                <a:cxn ang="0">
                  <a:pos x="11" y="72"/>
                </a:cxn>
                <a:cxn ang="0">
                  <a:pos x="11" y="72"/>
                </a:cxn>
                <a:cxn ang="0">
                  <a:pos x="16" y="55"/>
                </a:cxn>
                <a:cxn ang="0">
                  <a:pos x="21" y="39"/>
                </a:cxn>
                <a:cxn ang="0">
                  <a:pos x="34" y="7"/>
                </a:cxn>
                <a:cxn ang="0">
                  <a:pos x="34" y="7"/>
                </a:cxn>
                <a:cxn ang="0">
                  <a:pos x="34" y="5"/>
                </a:cxn>
                <a:cxn ang="0">
                  <a:pos x="34" y="3"/>
                </a:cxn>
                <a:cxn ang="0">
                  <a:pos x="33" y="2"/>
                </a:cxn>
                <a:cxn ang="0">
                  <a:pos x="30" y="0"/>
                </a:cxn>
                <a:cxn ang="0">
                  <a:pos x="26" y="2"/>
                </a:cxn>
                <a:cxn ang="0">
                  <a:pos x="25" y="3"/>
                </a:cxn>
                <a:cxn ang="0">
                  <a:pos x="24" y="4"/>
                </a:cxn>
                <a:cxn ang="0">
                  <a:pos x="24" y="4"/>
                </a:cxn>
              </a:cxnLst>
              <a:rect l="0" t="0" r="r" b="b"/>
              <a:pathLst>
                <a:path w="34" h="76">
                  <a:moveTo>
                    <a:pt x="24" y="4"/>
                  </a:moveTo>
                  <a:lnTo>
                    <a:pt x="24" y="4"/>
                  </a:lnTo>
                  <a:lnTo>
                    <a:pt x="11" y="37"/>
                  </a:lnTo>
                  <a:lnTo>
                    <a:pt x="4" y="53"/>
                  </a:lnTo>
                  <a:lnTo>
                    <a:pt x="0" y="70"/>
                  </a:lnTo>
                  <a:lnTo>
                    <a:pt x="0" y="70"/>
                  </a:lnTo>
                  <a:lnTo>
                    <a:pt x="0" y="72"/>
                  </a:lnTo>
                  <a:lnTo>
                    <a:pt x="1" y="73"/>
                  </a:lnTo>
                  <a:lnTo>
                    <a:pt x="5" y="76"/>
                  </a:lnTo>
                  <a:lnTo>
                    <a:pt x="7" y="76"/>
                  </a:lnTo>
                  <a:lnTo>
                    <a:pt x="9" y="76"/>
                  </a:lnTo>
                  <a:lnTo>
                    <a:pt x="11" y="75"/>
                  </a:lnTo>
                  <a:lnTo>
                    <a:pt x="11" y="72"/>
                  </a:lnTo>
                  <a:lnTo>
                    <a:pt x="11" y="72"/>
                  </a:lnTo>
                  <a:lnTo>
                    <a:pt x="16" y="55"/>
                  </a:lnTo>
                  <a:lnTo>
                    <a:pt x="21" y="39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4" y="5"/>
                  </a:lnTo>
                  <a:lnTo>
                    <a:pt x="34" y="3"/>
                  </a:lnTo>
                  <a:lnTo>
                    <a:pt x="33" y="2"/>
                  </a:lnTo>
                  <a:lnTo>
                    <a:pt x="30" y="0"/>
                  </a:lnTo>
                  <a:lnTo>
                    <a:pt x="26" y="2"/>
                  </a:lnTo>
                  <a:lnTo>
                    <a:pt x="25" y="3"/>
                  </a:lnTo>
                  <a:lnTo>
                    <a:pt x="24" y="4"/>
                  </a:lnTo>
                  <a:lnTo>
                    <a:pt x="24" y="4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73" name="Freeform 485"/>
            <p:cNvSpPr/>
            <p:nvPr>
              <p:custDataLst>
                <p:tags r:id="rId27"/>
              </p:custDataLst>
            </p:nvPr>
          </p:nvSpPr>
          <p:spPr bwMode="auto">
            <a:xfrm>
              <a:off x="3240088" y="1150938"/>
              <a:ext cx="20638" cy="28575"/>
            </a:xfrm>
            <a:custGeom>
              <a:avLst/>
              <a:gdLst/>
              <a:ahLst/>
              <a:cxnLst>
                <a:cxn ang="0">
                  <a:pos x="46" y="0"/>
                </a:cxn>
                <a:cxn ang="0">
                  <a:pos x="46" y="0"/>
                </a:cxn>
                <a:cxn ang="0">
                  <a:pos x="39" y="7"/>
                </a:cxn>
                <a:cxn ang="0">
                  <a:pos x="34" y="13"/>
                </a:cxn>
                <a:cxn ang="0">
                  <a:pos x="30" y="21"/>
                </a:cxn>
                <a:cxn ang="0">
                  <a:pos x="26" y="29"/>
                </a:cxn>
                <a:cxn ang="0">
                  <a:pos x="26" y="29"/>
                </a:cxn>
                <a:cxn ang="0">
                  <a:pos x="13" y="47"/>
                </a:cxn>
                <a:cxn ang="0">
                  <a:pos x="1" y="67"/>
                </a:cxn>
                <a:cxn ang="0">
                  <a:pos x="1" y="67"/>
                </a:cxn>
                <a:cxn ang="0">
                  <a:pos x="0" y="69"/>
                </a:cxn>
                <a:cxn ang="0">
                  <a:pos x="1" y="72"/>
                </a:cxn>
                <a:cxn ang="0">
                  <a:pos x="4" y="75"/>
                </a:cxn>
                <a:cxn ang="0">
                  <a:pos x="8" y="76"/>
                </a:cxn>
                <a:cxn ang="0">
                  <a:pos x="9" y="75"/>
                </a:cxn>
                <a:cxn ang="0">
                  <a:pos x="12" y="73"/>
                </a:cxn>
                <a:cxn ang="0">
                  <a:pos x="12" y="73"/>
                </a:cxn>
                <a:cxn ang="0">
                  <a:pos x="21" y="56"/>
                </a:cxn>
                <a:cxn ang="0">
                  <a:pos x="32" y="41"/>
                </a:cxn>
                <a:cxn ang="0">
                  <a:pos x="32" y="41"/>
                </a:cxn>
                <a:cxn ang="0">
                  <a:pos x="35" y="33"/>
                </a:cxn>
                <a:cxn ang="0">
                  <a:pos x="41" y="24"/>
                </a:cxn>
                <a:cxn ang="0">
                  <a:pos x="45" y="16"/>
                </a:cxn>
                <a:cxn ang="0">
                  <a:pos x="47" y="13"/>
                </a:cxn>
                <a:cxn ang="0">
                  <a:pos x="51" y="10"/>
                </a:cxn>
                <a:cxn ang="0">
                  <a:pos x="51" y="10"/>
                </a:cxn>
                <a:cxn ang="0">
                  <a:pos x="52" y="9"/>
                </a:cxn>
                <a:cxn ang="0">
                  <a:pos x="54" y="7"/>
                </a:cxn>
                <a:cxn ang="0">
                  <a:pos x="52" y="3"/>
                </a:cxn>
                <a:cxn ang="0">
                  <a:pos x="50" y="0"/>
                </a:cxn>
                <a:cxn ang="0">
                  <a:pos x="47" y="0"/>
                </a:cxn>
                <a:cxn ang="0">
                  <a:pos x="46" y="0"/>
                </a:cxn>
                <a:cxn ang="0">
                  <a:pos x="46" y="0"/>
                </a:cxn>
              </a:cxnLst>
              <a:rect l="0" t="0" r="r" b="b"/>
              <a:pathLst>
                <a:path w="54" h="76">
                  <a:moveTo>
                    <a:pt x="46" y="0"/>
                  </a:moveTo>
                  <a:lnTo>
                    <a:pt x="46" y="0"/>
                  </a:lnTo>
                  <a:lnTo>
                    <a:pt x="39" y="7"/>
                  </a:lnTo>
                  <a:lnTo>
                    <a:pt x="34" y="13"/>
                  </a:lnTo>
                  <a:lnTo>
                    <a:pt x="30" y="21"/>
                  </a:lnTo>
                  <a:lnTo>
                    <a:pt x="26" y="29"/>
                  </a:lnTo>
                  <a:lnTo>
                    <a:pt x="26" y="29"/>
                  </a:lnTo>
                  <a:lnTo>
                    <a:pt x="13" y="47"/>
                  </a:lnTo>
                  <a:lnTo>
                    <a:pt x="1" y="67"/>
                  </a:lnTo>
                  <a:lnTo>
                    <a:pt x="1" y="67"/>
                  </a:lnTo>
                  <a:lnTo>
                    <a:pt x="0" y="69"/>
                  </a:lnTo>
                  <a:lnTo>
                    <a:pt x="1" y="72"/>
                  </a:lnTo>
                  <a:lnTo>
                    <a:pt x="4" y="75"/>
                  </a:lnTo>
                  <a:lnTo>
                    <a:pt x="8" y="76"/>
                  </a:lnTo>
                  <a:lnTo>
                    <a:pt x="9" y="75"/>
                  </a:lnTo>
                  <a:lnTo>
                    <a:pt x="12" y="73"/>
                  </a:lnTo>
                  <a:lnTo>
                    <a:pt x="12" y="73"/>
                  </a:lnTo>
                  <a:lnTo>
                    <a:pt x="21" y="56"/>
                  </a:lnTo>
                  <a:lnTo>
                    <a:pt x="32" y="41"/>
                  </a:lnTo>
                  <a:lnTo>
                    <a:pt x="32" y="41"/>
                  </a:lnTo>
                  <a:lnTo>
                    <a:pt x="35" y="33"/>
                  </a:lnTo>
                  <a:lnTo>
                    <a:pt x="41" y="24"/>
                  </a:lnTo>
                  <a:lnTo>
                    <a:pt x="45" y="16"/>
                  </a:lnTo>
                  <a:lnTo>
                    <a:pt x="47" y="13"/>
                  </a:lnTo>
                  <a:lnTo>
                    <a:pt x="51" y="10"/>
                  </a:lnTo>
                  <a:lnTo>
                    <a:pt x="51" y="10"/>
                  </a:lnTo>
                  <a:lnTo>
                    <a:pt x="52" y="9"/>
                  </a:lnTo>
                  <a:lnTo>
                    <a:pt x="54" y="7"/>
                  </a:lnTo>
                  <a:lnTo>
                    <a:pt x="52" y="3"/>
                  </a:lnTo>
                  <a:lnTo>
                    <a:pt x="50" y="0"/>
                  </a:lnTo>
                  <a:lnTo>
                    <a:pt x="47" y="0"/>
                  </a:lnTo>
                  <a:lnTo>
                    <a:pt x="46" y="0"/>
                  </a:lnTo>
                  <a:lnTo>
                    <a:pt x="46" y="0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74" name="Freeform 486"/>
            <p:cNvSpPr/>
            <p:nvPr>
              <p:custDataLst>
                <p:tags r:id="rId28"/>
              </p:custDataLst>
            </p:nvPr>
          </p:nvSpPr>
          <p:spPr bwMode="auto">
            <a:xfrm>
              <a:off x="3273426" y="1149350"/>
              <a:ext cx="12700" cy="23813"/>
            </a:xfrm>
            <a:custGeom>
              <a:avLst/>
              <a:gdLst/>
              <a:ahLst/>
              <a:cxnLst>
                <a:cxn ang="0">
                  <a:pos x="22" y="5"/>
                </a:cxn>
                <a:cxn ang="0">
                  <a:pos x="22" y="5"/>
                </a:cxn>
                <a:cxn ang="0">
                  <a:pos x="21" y="13"/>
                </a:cxn>
                <a:cxn ang="0">
                  <a:pos x="18" y="20"/>
                </a:cxn>
                <a:cxn ang="0">
                  <a:pos x="9" y="33"/>
                </a:cxn>
                <a:cxn ang="0">
                  <a:pos x="9" y="33"/>
                </a:cxn>
                <a:cxn ang="0">
                  <a:pos x="4" y="42"/>
                </a:cxn>
                <a:cxn ang="0">
                  <a:pos x="0" y="52"/>
                </a:cxn>
                <a:cxn ang="0">
                  <a:pos x="0" y="52"/>
                </a:cxn>
                <a:cxn ang="0">
                  <a:pos x="0" y="55"/>
                </a:cxn>
                <a:cxn ang="0">
                  <a:pos x="0" y="56"/>
                </a:cxn>
                <a:cxn ang="0">
                  <a:pos x="3" y="60"/>
                </a:cxn>
                <a:cxn ang="0">
                  <a:pos x="4" y="60"/>
                </a:cxn>
                <a:cxn ang="0">
                  <a:pos x="7" y="60"/>
                </a:cxn>
                <a:cxn ang="0">
                  <a:pos x="8" y="60"/>
                </a:cxn>
                <a:cxn ang="0">
                  <a:pos x="11" y="58"/>
                </a:cxn>
                <a:cxn ang="0">
                  <a:pos x="11" y="58"/>
                </a:cxn>
                <a:cxn ang="0">
                  <a:pos x="16" y="45"/>
                </a:cxn>
                <a:cxn ang="0">
                  <a:pos x="20" y="38"/>
                </a:cxn>
                <a:cxn ang="0">
                  <a:pos x="24" y="33"/>
                </a:cxn>
                <a:cxn ang="0">
                  <a:pos x="24" y="33"/>
                </a:cxn>
                <a:cxn ang="0">
                  <a:pos x="28" y="26"/>
                </a:cxn>
                <a:cxn ang="0">
                  <a:pos x="32" y="20"/>
                </a:cxn>
                <a:cxn ang="0">
                  <a:pos x="33" y="12"/>
                </a:cxn>
                <a:cxn ang="0">
                  <a:pos x="34" y="5"/>
                </a:cxn>
                <a:cxn ang="0">
                  <a:pos x="34" y="5"/>
                </a:cxn>
                <a:cxn ang="0">
                  <a:pos x="33" y="3"/>
                </a:cxn>
                <a:cxn ang="0">
                  <a:pos x="32" y="1"/>
                </a:cxn>
                <a:cxn ang="0">
                  <a:pos x="29" y="0"/>
                </a:cxn>
                <a:cxn ang="0">
                  <a:pos x="24" y="1"/>
                </a:cxn>
                <a:cxn ang="0">
                  <a:pos x="22" y="3"/>
                </a:cxn>
                <a:cxn ang="0">
                  <a:pos x="22" y="5"/>
                </a:cxn>
                <a:cxn ang="0">
                  <a:pos x="22" y="5"/>
                </a:cxn>
              </a:cxnLst>
              <a:rect l="0" t="0" r="r" b="b"/>
              <a:pathLst>
                <a:path w="34" h="60">
                  <a:moveTo>
                    <a:pt x="22" y="5"/>
                  </a:moveTo>
                  <a:lnTo>
                    <a:pt x="22" y="5"/>
                  </a:lnTo>
                  <a:lnTo>
                    <a:pt x="21" y="13"/>
                  </a:lnTo>
                  <a:lnTo>
                    <a:pt x="18" y="20"/>
                  </a:lnTo>
                  <a:lnTo>
                    <a:pt x="9" y="33"/>
                  </a:lnTo>
                  <a:lnTo>
                    <a:pt x="9" y="33"/>
                  </a:lnTo>
                  <a:lnTo>
                    <a:pt x="4" y="42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0" y="55"/>
                  </a:lnTo>
                  <a:lnTo>
                    <a:pt x="0" y="56"/>
                  </a:lnTo>
                  <a:lnTo>
                    <a:pt x="3" y="60"/>
                  </a:lnTo>
                  <a:lnTo>
                    <a:pt x="4" y="60"/>
                  </a:lnTo>
                  <a:lnTo>
                    <a:pt x="7" y="60"/>
                  </a:lnTo>
                  <a:lnTo>
                    <a:pt x="8" y="60"/>
                  </a:lnTo>
                  <a:lnTo>
                    <a:pt x="11" y="58"/>
                  </a:lnTo>
                  <a:lnTo>
                    <a:pt x="11" y="58"/>
                  </a:lnTo>
                  <a:lnTo>
                    <a:pt x="16" y="45"/>
                  </a:lnTo>
                  <a:lnTo>
                    <a:pt x="20" y="38"/>
                  </a:lnTo>
                  <a:lnTo>
                    <a:pt x="24" y="33"/>
                  </a:lnTo>
                  <a:lnTo>
                    <a:pt x="24" y="33"/>
                  </a:lnTo>
                  <a:lnTo>
                    <a:pt x="28" y="26"/>
                  </a:lnTo>
                  <a:lnTo>
                    <a:pt x="32" y="20"/>
                  </a:lnTo>
                  <a:lnTo>
                    <a:pt x="33" y="12"/>
                  </a:lnTo>
                  <a:lnTo>
                    <a:pt x="34" y="5"/>
                  </a:lnTo>
                  <a:lnTo>
                    <a:pt x="34" y="5"/>
                  </a:lnTo>
                  <a:lnTo>
                    <a:pt x="33" y="3"/>
                  </a:lnTo>
                  <a:lnTo>
                    <a:pt x="32" y="1"/>
                  </a:lnTo>
                  <a:lnTo>
                    <a:pt x="29" y="0"/>
                  </a:lnTo>
                  <a:lnTo>
                    <a:pt x="24" y="1"/>
                  </a:lnTo>
                  <a:lnTo>
                    <a:pt x="22" y="3"/>
                  </a:lnTo>
                  <a:lnTo>
                    <a:pt x="22" y="5"/>
                  </a:lnTo>
                  <a:lnTo>
                    <a:pt x="22" y="5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75" name="Freeform 487"/>
            <p:cNvSpPr/>
            <p:nvPr>
              <p:custDataLst>
                <p:tags r:id="rId29"/>
              </p:custDataLst>
            </p:nvPr>
          </p:nvSpPr>
          <p:spPr bwMode="auto">
            <a:xfrm>
              <a:off x="3379788" y="1117600"/>
              <a:ext cx="12700" cy="15875"/>
            </a:xfrm>
            <a:custGeom>
              <a:avLst/>
              <a:gdLst/>
              <a:ahLst/>
              <a:cxnLst>
                <a:cxn ang="0">
                  <a:pos x="19" y="6"/>
                </a:cxn>
                <a:cxn ang="0">
                  <a:pos x="19" y="6"/>
                </a:cxn>
                <a:cxn ang="0">
                  <a:pos x="18" y="9"/>
                </a:cxn>
                <a:cxn ang="0">
                  <a:pos x="15" y="12"/>
                </a:cxn>
                <a:cxn ang="0">
                  <a:pos x="11" y="19"/>
                </a:cxn>
                <a:cxn ang="0">
                  <a:pos x="11" y="19"/>
                </a:cxn>
                <a:cxn ang="0">
                  <a:pos x="5" y="25"/>
                </a:cxn>
                <a:cxn ang="0">
                  <a:pos x="1" y="33"/>
                </a:cxn>
                <a:cxn ang="0">
                  <a:pos x="1" y="33"/>
                </a:cxn>
                <a:cxn ang="0">
                  <a:pos x="0" y="36"/>
                </a:cxn>
                <a:cxn ang="0">
                  <a:pos x="0" y="38"/>
                </a:cxn>
                <a:cxn ang="0">
                  <a:pos x="2" y="41"/>
                </a:cxn>
                <a:cxn ang="0">
                  <a:pos x="6" y="42"/>
                </a:cxn>
                <a:cxn ang="0">
                  <a:pos x="9" y="41"/>
                </a:cxn>
                <a:cxn ang="0">
                  <a:pos x="10" y="40"/>
                </a:cxn>
                <a:cxn ang="0">
                  <a:pos x="10" y="40"/>
                </a:cxn>
                <a:cxn ang="0">
                  <a:pos x="15" y="30"/>
                </a:cxn>
                <a:cxn ang="0">
                  <a:pos x="22" y="23"/>
                </a:cxn>
                <a:cxn ang="0">
                  <a:pos x="27" y="15"/>
                </a:cxn>
                <a:cxn ang="0">
                  <a:pos x="30" y="11"/>
                </a:cxn>
                <a:cxn ang="0">
                  <a:pos x="30" y="6"/>
                </a:cxn>
                <a:cxn ang="0">
                  <a:pos x="30" y="6"/>
                </a:cxn>
                <a:cxn ang="0">
                  <a:pos x="30" y="3"/>
                </a:cxn>
                <a:cxn ang="0">
                  <a:pos x="28" y="2"/>
                </a:cxn>
                <a:cxn ang="0">
                  <a:pos x="24" y="0"/>
                </a:cxn>
                <a:cxn ang="0">
                  <a:pos x="21" y="2"/>
                </a:cxn>
                <a:cxn ang="0">
                  <a:pos x="19" y="3"/>
                </a:cxn>
                <a:cxn ang="0">
                  <a:pos x="19" y="6"/>
                </a:cxn>
                <a:cxn ang="0">
                  <a:pos x="19" y="6"/>
                </a:cxn>
              </a:cxnLst>
              <a:rect l="0" t="0" r="r" b="b"/>
              <a:pathLst>
                <a:path w="30" h="42">
                  <a:moveTo>
                    <a:pt x="19" y="6"/>
                  </a:moveTo>
                  <a:lnTo>
                    <a:pt x="19" y="6"/>
                  </a:lnTo>
                  <a:lnTo>
                    <a:pt x="18" y="9"/>
                  </a:lnTo>
                  <a:lnTo>
                    <a:pt x="15" y="12"/>
                  </a:lnTo>
                  <a:lnTo>
                    <a:pt x="11" y="19"/>
                  </a:lnTo>
                  <a:lnTo>
                    <a:pt x="11" y="19"/>
                  </a:lnTo>
                  <a:lnTo>
                    <a:pt x="5" y="25"/>
                  </a:lnTo>
                  <a:lnTo>
                    <a:pt x="1" y="33"/>
                  </a:lnTo>
                  <a:lnTo>
                    <a:pt x="1" y="33"/>
                  </a:lnTo>
                  <a:lnTo>
                    <a:pt x="0" y="36"/>
                  </a:lnTo>
                  <a:lnTo>
                    <a:pt x="0" y="38"/>
                  </a:lnTo>
                  <a:lnTo>
                    <a:pt x="2" y="41"/>
                  </a:lnTo>
                  <a:lnTo>
                    <a:pt x="6" y="42"/>
                  </a:lnTo>
                  <a:lnTo>
                    <a:pt x="9" y="41"/>
                  </a:lnTo>
                  <a:lnTo>
                    <a:pt x="10" y="40"/>
                  </a:lnTo>
                  <a:lnTo>
                    <a:pt x="10" y="40"/>
                  </a:lnTo>
                  <a:lnTo>
                    <a:pt x="15" y="30"/>
                  </a:lnTo>
                  <a:lnTo>
                    <a:pt x="22" y="23"/>
                  </a:lnTo>
                  <a:lnTo>
                    <a:pt x="27" y="15"/>
                  </a:lnTo>
                  <a:lnTo>
                    <a:pt x="30" y="11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3"/>
                  </a:lnTo>
                  <a:lnTo>
                    <a:pt x="28" y="2"/>
                  </a:lnTo>
                  <a:lnTo>
                    <a:pt x="24" y="0"/>
                  </a:lnTo>
                  <a:lnTo>
                    <a:pt x="21" y="2"/>
                  </a:lnTo>
                  <a:lnTo>
                    <a:pt x="19" y="3"/>
                  </a:lnTo>
                  <a:lnTo>
                    <a:pt x="19" y="6"/>
                  </a:lnTo>
                  <a:lnTo>
                    <a:pt x="19" y="6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76" name="Freeform 488"/>
            <p:cNvSpPr/>
            <p:nvPr>
              <p:custDataLst>
                <p:tags r:id="rId30"/>
              </p:custDataLst>
            </p:nvPr>
          </p:nvSpPr>
          <p:spPr bwMode="auto">
            <a:xfrm>
              <a:off x="3406776" y="1123950"/>
              <a:ext cx="14288" cy="19050"/>
            </a:xfrm>
            <a:custGeom>
              <a:avLst/>
              <a:gdLst/>
              <a:ahLst/>
              <a:cxnLst>
                <a:cxn ang="0">
                  <a:pos x="23" y="1"/>
                </a:cxn>
                <a:cxn ang="0">
                  <a:pos x="23" y="1"/>
                </a:cxn>
                <a:cxn ang="0">
                  <a:pos x="17" y="10"/>
                </a:cxn>
                <a:cxn ang="0">
                  <a:pos x="9" y="20"/>
                </a:cxn>
                <a:cxn ang="0">
                  <a:pos x="4" y="29"/>
                </a:cxn>
                <a:cxn ang="0">
                  <a:pos x="1" y="34"/>
                </a:cxn>
                <a:cxn ang="0">
                  <a:pos x="0" y="39"/>
                </a:cxn>
                <a:cxn ang="0">
                  <a:pos x="0" y="39"/>
                </a:cxn>
                <a:cxn ang="0">
                  <a:pos x="1" y="42"/>
                </a:cxn>
                <a:cxn ang="0">
                  <a:pos x="2" y="43"/>
                </a:cxn>
                <a:cxn ang="0">
                  <a:pos x="5" y="44"/>
                </a:cxn>
                <a:cxn ang="0">
                  <a:pos x="10" y="43"/>
                </a:cxn>
                <a:cxn ang="0">
                  <a:pos x="11" y="42"/>
                </a:cxn>
                <a:cxn ang="0">
                  <a:pos x="11" y="39"/>
                </a:cxn>
                <a:cxn ang="0">
                  <a:pos x="11" y="39"/>
                </a:cxn>
                <a:cxn ang="0">
                  <a:pos x="13" y="34"/>
                </a:cxn>
                <a:cxn ang="0">
                  <a:pos x="15" y="30"/>
                </a:cxn>
                <a:cxn ang="0">
                  <a:pos x="21" y="23"/>
                </a:cxn>
                <a:cxn ang="0">
                  <a:pos x="21" y="23"/>
                </a:cxn>
                <a:cxn ang="0">
                  <a:pos x="27" y="16"/>
                </a:cxn>
                <a:cxn ang="0">
                  <a:pos x="34" y="8"/>
                </a:cxn>
                <a:cxn ang="0">
                  <a:pos x="34" y="8"/>
                </a:cxn>
                <a:cxn ang="0">
                  <a:pos x="35" y="5"/>
                </a:cxn>
                <a:cxn ang="0">
                  <a:pos x="35" y="4"/>
                </a:cxn>
                <a:cxn ang="0">
                  <a:pos x="34" y="1"/>
                </a:cxn>
                <a:cxn ang="0">
                  <a:pos x="32" y="0"/>
                </a:cxn>
                <a:cxn ang="0">
                  <a:pos x="27" y="0"/>
                </a:cxn>
                <a:cxn ang="0">
                  <a:pos x="26" y="0"/>
                </a:cxn>
                <a:cxn ang="0">
                  <a:pos x="23" y="1"/>
                </a:cxn>
                <a:cxn ang="0">
                  <a:pos x="23" y="1"/>
                </a:cxn>
              </a:cxnLst>
              <a:rect l="0" t="0" r="r" b="b"/>
              <a:pathLst>
                <a:path w="35" h="44">
                  <a:moveTo>
                    <a:pt x="23" y="1"/>
                  </a:moveTo>
                  <a:lnTo>
                    <a:pt x="23" y="1"/>
                  </a:lnTo>
                  <a:lnTo>
                    <a:pt x="17" y="10"/>
                  </a:lnTo>
                  <a:lnTo>
                    <a:pt x="9" y="20"/>
                  </a:lnTo>
                  <a:lnTo>
                    <a:pt x="4" y="29"/>
                  </a:lnTo>
                  <a:lnTo>
                    <a:pt x="1" y="34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1" y="42"/>
                  </a:lnTo>
                  <a:lnTo>
                    <a:pt x="2" y="43"/>
                  </a:lnTo>
                  <a:lnTo>
                    <a:pt x="5" y="44"/>
                  </a:lnTo>
                  <a:lnTo>
                    <a:pt x="10" y="43"/>
                  </a:lnTo>
                  <a:lnTo>
                    <a:pt x="11" y="42"/>
                  </a:lnTo>
                  <a:lnTo>
                    <a:pt x="11" y="39"/>
                  </a:lnTo>
                  <a:lnTo>
                    <a:pt x="11" y="39"/>
                  </a:lnTo>
                  <a:lnTo>
                    <a:pt x="13" y="34"/>
                  </a:lnTo>
                  <a:lnTo>
                    <a:pt x="15" y="30"/>
                  </a:lnTo>
                  <a:lnTo>
                    <a:pt x="21" y="23"/>
                  </a:lnTo>
                  <a:lnTo>
                    <a:pt x="21" y="23"/>
                  </a:lnTo>
                  <a:lnTo>
                    <a:pt x="27" y="16"/>
                  </a:lnTo>
                  <a:lnTo>
                    <a:pt x="34" y="8"/>
                  </a:lnTo>
                  <a:lnTo>
                    <a:pt x="34" y="8"/>
                  </a:lnTo>
                  <a:lnTo>
                    <a:pt x="35" y="5"/>
                  </a:lnTo>
                  <a:lnTo>
                    <a:pt x="35" y="4"/>
                  </a:lnTo>
                  <a:lnTo>
                    <a:pt x="34" y="1"/>
                  </a:lnTo>
                  <a:lnTo>
                    <a:pt x="32" y="0"/>
                  </a:lnTo>
                  <a:lnTo>
                    <a:pt x="27" y="0"/>
                  </a:lnTo>
                  <a:lnTo>
                    <a:pt x="26" y="0"/>
                  </a:lnTo>
                  <a:lnTo>
                    <a:pt x="23" y="1"/>
                  </a:lnTo>
                  <a:lnTo>
                    <a:pt x="23" y="1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77" name="Freeform 489"/>
            <p:cNvSpPr/>
            <p:nvPr>
              <p:custDataLst>
                <p:tags r:id="rId31"/>
              </p:custDataLst>
            </p:nvPr>
          </p:nvSpPr>
          <p:spPr bwMode="auto">
            <a:xfrm>
              <a:off x="3440113" y="1130300"/>
              <a:ext cx="14288" cy="23813"/>
            </a:xfrm>
            <a:custGeom>
              <a:avLst/>
              <a:gdLst/>
              <a:ahLst/>
              <a:cxnLst>
                <a:cxn ang="0">
                  <a:pos x="24" y="3"/>
                </a:cxn>
                <a:cxn ang="0">
                  <a:pos x="24" y="3"/>
                </a:cxn>
                <a:cxn ang="0">
                  <a:pos x="2" y="53"/>
                </a:cxn>
                <a:cxn ang="0">
                  <a:pos x="2" y="53"/>
                </a:cxn>
                <a:cxn ang="0">
                  <a:pos x="0" y="55"/>
                </a:cxn>
                <a:cxn ang="0">
                  <a:pos x="2" y="57"/>
                </a:cxn>
                <a:cxn ang="0">
                  <a:pos x="4" y="60"/>
                </a:cxn>
                <a:cxn ang="0">
                  <a:pos x="6" y="60"/>
                </a:cxn>
                <a:cxn ang="0">
                  <a:pos x="8" y="60"/>
                </a:cxn>
                <a:cxn ang="0">
                  <a:pos x="10" y="60"/>
                </a:cxn>
                <a:cxn ang="0">
                  <a:pos x="12" y="58"/>
                </a:cxn>
                <a:cxn ang="0">
                  <a:pos x="12" y="58"/>
                </a:cxn>
                <a:cxn ang="0">
                  <a:pos x="34" y="8"/>
                </a:cxn>
                <a:cxn ang="0">
                  <a:pos x="34" y="8"/>
                </a:cxn>
                <a:cxn ang="0">
                  <a:pos x="34" y="7"/>
                </a:cxn>
                <a:cxn ang="0">
                  <a:pos x="34" y="4"/>
                </a:cxn>
                <a:cxn ang="0">
                  <a:pos x="32" y="0"/>
                </a:cxn>
                <a:cxn ang="0">
                  <a:pos x="30" y="0"/>
                </a:cxn>
                <a:cxn ang="0">
                  <a:pos x="28" y="0"/>
                </a:cxn>
                <a:cxn ang="0">
                  <a:pos x="27" y="2"/>
                </a:cxn>
                <a:cxn ang="0">
                  <a:pos x="24" y="3"/>
                </a:cxn>
                <a:cxn ang="0">
                  <a:pos x="24" y="3"/>
                </a:cxn>
              </a:cxnLst>
              <a:rect l="0" t="0" r="r" b="b"/>
              <a:pathLst>
                <a:path w="34" h="60">
                  <a:moveTo>
                    <a:pt x="24" y="3"/>
                  </a:moveTo>
                  <a:lnTo>
                    <a:pt x="24" y="3"/>
                  </a:lnTo>
                  <a:lnTo>
                    <a:pt x="2" y="53"/>
                  </a:lnTo>
                  <a:lnTo>
                    <a:pt x="2" y="53"/>
                  </a:lnTo>
                  <a:lnTo>
                    <a:pt x="0" y="55"/>
                  </a:lnTo>
                  <a:lnTo>
                    <a:pt x="2" y="57"/>
                  </a:lnTo>
                  <a:lnTo>
                    <a:pt x="4" y="60"/>
                  </a:lnTo>
                  <a:lnTo>
                    <a:pt x="6" y="60"/>
                  </a:lnTo>
                  <a:lnTo>
                    <a:pt x="8" y="60"/>
                  </a:lnTo>
                  <a:lnTo>
                    <a:pt x="10" y="60"/>
                  </a:lnTo>
                  <a:lnTo>
                    <a:pt x="12" y="58"/>
                  </a:lnTo>
                  <a:lnTo>
                    <a:pt x="12" y="58"/>
                  </a:lnTo>
                  <a:lnTo>
                    <a:pt x="34" y="8"/>
                  </a:lnTo>
                  <a:lnTo>
                    <a:pt x="34" y="8"/>
                  </a:lnTo>
                  <a:lnTo>
                    <a:pt x="34" y="7"/>
                  </a:lnTo>
                  <a:lnTo>
                    <a:pt x="34" y="4"/>
                  </a:lnTo>
                  <a:lnTo>
                    <a:pt x="32" y="0"/>
                  </a:lnTo>
                  <a:lnTo>
                    <a:pt x="30" y="0"/>
                  </a:lnTo>
                  <a:lnTo>
                    <a:pt x="28" y="0"/>
                  </a:lnTo>
                  <a:lnTo>
                    <a:pt x="27" y="2"/>
                  </a:lnTo>
                  <a:lnTo>
                    <a:pt x="24" y="3"/>
                  </a:lnTo>
                  <a:lnTo>
                    <a:pt x="24" y="3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78" name="Freeform 490"/>
            <p:cNvSpPr/>
            <p:nvPr>
              <p:custDataLst>
                <p:tags r:id="rId32"/>
              </p:custDataLst>
            </p:nvPr>
          </p:nvSpPr>
          <p:spPr bwMode="auto">
            <a:xfrm>
              <a:off x="3463926" y="1141413"/>
              <a:ext cx="15875" cy="26988"/>
            </a:xfrm>
            <a:custGeom>
              <a:avLst/>
              <a:gdLst/>
              <a:ahLst/>
              <a:cxnLst>
                <a:cxn ang="0">
                  <a:pos x="27" y="3"/>
                </a:cxn>
                <a:cxn ang="0">
                  <a:pos x="27" y="3"/>
                </a:cxn>
                <a:cxn ang="0">
                  <a:pos x="23" y="12"/>
                </a:cxn>
                <a:cxn ang="0">
                  <a:pos x="21" y="21"/>
                </a:cxn>
                <a:cxn ang="0">
                  <a:pos x="17" y="31"/>
                </a:cxn>
                <a:cxn ang="0">
                  <a:pos x="12" y="38"/>
                </a:cxn>
                <a:cxn ang="0">
                  <a:pos x="12" y="38"/>
                </a:cxn>
                <a:cxn ang="0">
                  <a:pos x="8" y="44"/>
                </a:cxn>
                <a:cxn ang="0">
                  <a:pos x="4" y="50"/>
                </a:cxn>
                <a:cxn ang="0">
                  <a:pos x="1" y="57"/>
                </a:cxn>
                <a:cxn ang="0">
                  <a:pos x="0" y="63"/>
                </a:cxn>
                <a:cxn ang="0">
                  <a:pos x="0" y="63"/>
                </a:cxn>
                <a:cxn ang="0">
                  <a:pos x="0" y="66"/>
                </a:cxn>
                <a:cxn ang="0">
                  <a:pos x="1" y="67"/>
                </a:cxn>
                <a:cxn ang="0">
                  <a:pos x="2" y="68"/>
                </a:cxn>
                <a:cxn ang="0">
                  <a:pos x="5" y="68"/>
                </a:cxn>
                <a:cxn ang="0">
                  <a:pos x="9" y="67"/>
                </a:cxn>
                <a:cxn ang="0">
                  <a:pos x="10" y="66"/>
                </a:cxn>
                <a:cxn ang="0">
                  <a:pos x="12" y="63"/>
                </a:cxn>
                <a:cxn ang="0">
                  <a:pos x="12" y="63"/>
                </a:cxn>
                <a:cxn ang="0">
                  <a:pos x="13" y="57"/>
                </a:cxn>
                <a:cxn ang="0">
                  <a:pos x="17" y="51"/>
                </a:cxn>
                <a:cxn ang="0">
                  <a:pos x="22" y="45"/>
                </a:cxn>
                <a:cxn ang="0">
                  <a:pos x="26" y="40"/>
                </a:cxn>
                <a:cxn ang="0">
                  <a:pos x="26" y="40"/>
                </a:cxn>
                <a:cxn ang="0">
                  <a:pos x="29" y="33"/>
                </a:cxn>
                <a:cxn ang="0">
                  <a:pos x="31" y="25"/>
                </a:cxn>
                <a:cxn ang="0">
                  <a:pos x="34" y="17"/>
                </a:cxn>
                <a:cxn ang="0">
                  <a:pos x="36" y="10"/>
                </a:cxn>
                <a:cxn ang="0">
                  <a:pos x="36" y="10"/>
                </a:cxn>
                <a:cxn ang="0">
                  <a:pos x="38" y="7"/>
                </a:cxn>
                <a:cxn ang="0">
                  <a:pos x="38" y="4"/>
                </a:cxn>
                <a:cxn ang="0">
                  <a:pos x="34" y="2"/>
                </a:cxn>
                <a:cxn ang="0">
                  <a:pos x="33" y="0"/>
                </a:cxn>
                <a:cxn ang="0">
                  <a:pos x="30" y="0"/>
                </a:cxn>
                <a:cxn ang="0">
                  <a:pos x="29" y="2"/>
                </a:cxn>
                <a:cxn ang="0">
                  <a:pos x="27" y="3"/>
                </a:cxn>
                <a:cxn ang="0">
                  <a:pos x="27" y="3"/>
                </a:cxn>
              </a:cxnLst>
              <a:rect l="0" t="0" r="r" b="b"/>
              <a:pathLst>
                <a:path w="38" h="68">
                  <a:moveTo>
                    <a:pt x="27" y="3"/>
                  </a:moveTo>
                  <a:lnTo>
                    <a:pt x="27" y="3"/>
                  </a:lnTo>
                  <a:lnTo>
                    <a:pt x="23" y="12"/>
                  </a:lnTo>
                  <a:lnTo>
                    <a:pt x="21" y="21"/>
                  </a:lnTo>
                  <a:lnTo>
                    <a:pt x="17" y="31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8" y="44"/>
                  </a:lnTo>
                  <a:lnTo>
                    <a:pt x="4" y="50"/>
                  </a:lnTo>
                  <a:lnTo>
                    <a:pt x="1" y="57"/>
                  </a:lnTo>
                  <a:lnTo>
                    <a:pt x="0" y="63"/>
                  </a:lnTo>
                  <a:lnTo>
                    <a:pt x="0" y="63"/>
                  </a:lnTo>
                  <a:lnTo>
                    <a:pt x="0" y="66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5" y="68"/>
                  </a:lnTo>
                  <a:lnTo>
                    <a:pt x="9" y="67"/>
                  </a:lnTo>
                  <a:lnTo>
                    <a:pt x="10" y="66"/>
                  </a:lnTo>
                  <a:lnTo>
                    <a:pt x="12" y="63"/>
                  </a:lnTo>
                  <a:lnTo>
                    <a:pt x="12" y="63"/>
                  </a:lnTo>
                  <a:lnTo>
                    <a:pt x="13" y="57"/>
                  </a:lnTo>
                  <a:lnTo>
                    <a:pt x="17" y="51"/>
                  </a:lnTo>
                  <a:lnTo>
                    <a:pt x="22" y="45"/>
                  </a:lnTo>
                  <a:lnTo>
                    <a:pt x="26" y="40"/>
                  </a:lnTo>
                  <a:lnTo>
                    <a:pt x="26" y="40"/>
                  </a:lnTo>
                  <a:lnTo>
                    <a:pt x="29" y="33"/>
                  </a:lnTo>
                  <a:lnTo>
                    <a:pt x="31" y="25"/>
                  </a:lnTo>
                  <a:lnTo>
                    <a:pt x="34" y="17"/>
                  </a:lnTo>
                  <a:lnTo>
                    <a:pt x="36" y="10"/>
                  </a:lnTo>
                  <a:lnTo>
                    <a:pt x="36" y="10"/>
                  </a:lnTo>
                  <a:lnTo>
                    <a:pt x="38" y="7"/>
                  </a:lnTo>
                  <a:lnTo>
                    <a:pt x="38" y="4"/>
                  </a:lnTo>
                  <a:lnTo>
                    <a:pt x="34" y="2"/>
                  </a:lnTo>
                  <a:lnTo>
                    <a:pt x="33" y="0"/>
                  </a:lnTo>
                  <a:lnTo>
                    <a:pt x="30" y="0"/>
                  </a:lnTo>
                  <a:lnTo>
                    <a:pt x="29" y="2"/>
                  </a:lnTo>
                  <a:lnTo>
                    <a:pt x="27" y="3"/>
                  </a:lnTo>
                  <a:lnTo>
                    <a:pt x="27" y="3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79" name="Freeform 491"/>
            <p:cNvSpPr/>
            <p:nvPr>
              <p:custDataLst>
                <p:tags r:id="rId33"/>
              </p:custDataLst>
            </p:nvPr>
          </p:nvSpPr>
          <p:spPr bwMode="auto">
            <a:xfrm>
              <a:off x="3489326" y="1144588"/>
              <a:ext cx="14288" cy="22225"/>
            </a:xfrm>
            <a:custGeom>
              <a:avLst/>
              <a:gdLst/>
              <a:ahLst/>
              <a:cxnLst>
                <a:cxn ang="0">
                  <a:pos x="23" y="3"/>
                </a:cxn>
                <a:cxn ang="0">
                  <a:pos x="23" y="3"/>
                </a:cxn>
                <a:cxn ang="0">
                  <a:pos x="17" y="15"/>
                </a:cxn>
                <a:cxn ang="0">
                  <a:pos x="9" y="26"/>
                </a:cxn>
                <a:cxn ang="0">
                  <a:pos x="4" y="38"/>
                </a:cxn>
                <a:cxn ang="0">
                  <a:pos x="1" y="45"/>
                </a:cxn>
                <a:cxn ang="0">
                  <a:pos x="0" y="51"/>
                </a:cxn>
                <a:cxn ang="0">
                  <a:pos x="0" y="51"/>
                </a:cxn>
                <a:cxn ang="0">
                  <a:pos x="1" y="54"/>
                </a:cxn>
                <a:cxn ang="0">
                  <a:pos x="3" y="57"/>
                </a:cxn>
                <a:cxn ang="0">
                  <a:pos x="6" y="58"/>
                </a:cxn>
                <a:cxn ang="0">
                  <a:pos x="10" y="57"/>
                </a:cxn>
                <a:cxn ang="0">
                  <a:pos x="12" y="54"/>
                </a:cxn>
                <a:cxn ang="0">
                  <a:pos x="12" y="51"/>
                </a:cxn>
                <a:cxn ang="0">
                  <a:pos x="12" y="51"/>
                </a:cxn>
                <a:cxn ang="0">
                  <a:pos x="13" y="46"/>
                </a:cxn>
                <a:cxn ang="0">
                  <a:pos x="14" y="41"/>
                </a:cxn>
                <a:cxn ang="0">
                  <a:pos x="21" y="29"/>
                </a:cxn>
                <a:cxn ang="0">
                  <a:pos x="27" y="19"/>
                </a:cxn>
                <a:cxn ang="0">
                  <a:pos x="34" y="9"/>
                </a:cxn>
                <a:cxn ang="0">
                  <a:pos x="34" y="9"/>
                </a:cxn>
                <a:cxn ang="0">
                  <a:pos x="35" y="7"/>
                </a:cxn>
                <a:cxn ang="0">
                  <a:pos x="34" y="4"/>
                </a:cxn>
                <a:cxn ang="0">
                  <a:pos x="31" y="2"/>
                </a:cxn>
                <a:cxn ang="0">
                  <a:pos x="27" y="0"/>
                </a:cxn>
                <a:cxn ang="0">
                  <a:pos x="26" y="2"/>
                </a:cxn>
                <a:cxn ang="0">
                  <a:pos x="23" y="3"/>
                </a:cxn>
                <a:cxn ang="0">
                  <a:pos x="23" y="3"/>
                </a:cxn>
              </a:cxnLst>
              <a:rect l="0" t="0" r="r" b="b"/>
              <a:pathLst>
                <a:path w="35" h="58">
                  <a:moveTo>
                    <a:pt x="23" y="3"/>
                  </a:moveTo>
                  <a:lnTo>
                    <a:pt x="23" y="3"/>
                  </a:lnTo>
                  <a:lnTo>
                    <a:pt x="17" y="15"/>
                  </a:lnTo>
                  <a:lnTo>
                    <a:pt x="9" y="26"/>
                  </a:lnTo>
                  <a:lnTo>
                    <a:pt x="4" y="38"/>
                  </a:lnTo>
                  <a:lnTo>
                    <a:pt x="1" y="45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1" y="54"/>
                  </a:lnTo>
                  <a:lnTo>
                    <a:pt x="3" y="57"/>
                  </a:lnTo>
                  <a:lnTo>
                    <a:pt x="6" y="58"/>
                  </a:lnTo>
                  <a:lnTo>
                    <a:pt x="10" y="57"/>
                  </a:lnTo>
                  <a:lnTo>
                    <a:pt x="12" y="54"/>
                  </a:lnTo>
                  <a:lnTo>
                    <a:pt x="12" y="51"/>
                  </a:lnTo>
                  <a:lnTo>
                    <a:pt x="12" y="51"/>
                  </a:lnTo>
                  <a:lnTo>
                    <a:pt x="13" y="46"/>
                  </a:lnTo>
                  <a:lnTo>
                    <a:pt x="14" y="41"/>
                  </a:lnTo>
                  <a:lnTo>
                    <a:pt x="21" y="29"/>
                  </a:lnTo>
                  <a:lnTo>
                    <a:pt x="27" y="19"/>
                  </a:lnTo>
                  <a:lnTo>
                    <a:pt x="34" y="9"/>
                  </a:lnTo>
                  <a:lnTo>
                    <a:pt x="34" y="9"/>
                  </a:lnTo>
                  <a:lnTo>
                    <a:pt x="35" y="7"/>
                  </a:lnTo>
                  <a:lnTo>
                    <a:pt x="34" y="4"/>
                  </a:lnTo>
                  <a:lnTo>
                    <a:pt x="31" y="2"/>
                  </a:lnTo>
                  <a:lnTo>
                    <a:pt x="27" y="0"/>
                  </a:lnTo>
                  <a:lnTo>
                    <a:pt x="26" y="2"/>
                  </a:lnTo>
                  <a:lnTo>
                    <a:pt x="23" y="3"/>
                  </a:lnTo>
                  <a:lnTo>
                    <a:pt x="23" y="3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80" name="Freeform 492"/>
            <p:cNvSpPr/>
            <p:nvPr>
              <p:custDataLst>
                <p:tags r:id="rId34"/>
              </p:custDataLst>
            </p:nvPr>
          </p:nvSpPr>
          <p:spPr bwMode="auto">
            <a:xfrm>
              <a:off x="3517901" y="1138238"/>
              <a:ext cx="9525" cy="12700"/>
            </a:xfrm>
            <a:custGeom>
              <a:avLst/>
              <a:gdLst/>
              <a:ahLst/>
              <a:cxnLst>
                <a:cxn ang="0">
                  <a:pos x="16" y="4"/>
                </a:cxn>
                <a:cxn ang="0">
                  <a:pos x="16" y="4"/>
                </a:cxn>
                <a:cxn ang="0">
                  <a:pos x="8" y="14"/>
                </a:cxn>
                <a:cxn ang="0">
                  <a:pos x="0" y="26"/>
                </a:cxn>
                <a:cxn ang="0">
                  <a:pos x="0" y="26"/>
                </a:cxn>
                <a:cxn ang="0">
                  <a:pos x="0" y="28"/>
                </a:cxn>
                <a:cxn ang="0">
                  <a:pos x="0" y="31"/>
                </a:cxn>
                <a:cxn ang="0">
                  <a:pos x="3" y="34"/>
                </a:cxn>
                <a:cxn ang="0">
                  <a:pos x="7" y="35"/>
                </a:cxn>
                <a:cxn ang="0">
                  <a:pos x="9" y="34"/>
                </a:cxn>
                <a:cxn ang="0">
                  <a:pos x="11" y="31"/>
                </a:cxn>
                <a:cxn ang="0">
                  <a:pos x="11" y="31"/>
                </a:cxn>
                <a:cxn ang="0">
                  <a:pos x="19" y="21"/>
                </a:cxn>
                <a:cxn ang="0">
                  <a:pos x="26" y="9"/>
                </a:cxn>
                <a:cxn ang="0">
                  <a:pos x="26" y="9"/>
                </a:cxn>
                <a:cxn ang="0">
                  <a:pos x="26" y="6"/>
                </a:cxn>
                <a:cxn ang="0">
                  <a:pos x="26" y="5"/>
                </a:cxn>
                <a:cxn ang="0">
                  <a:pos x="24" y="1"/>
                </a:cxn>
                <a:cxn ang="0">
                  <a:pos x="20" y="0"/>
                </a:cxn>
                <a:cxn ang="0">
                  <a:pos x="17" y="1"/>
                </a:cxn>
                <a:cxn ang="0">
                  <a:pos x="16" y="4"/>
                </a:cxn>
                <a:cxn ang="0">
                  <a:pos x="16" y="4"/>
                </a:cxn>
              </a:cxnLst>
              <a:rect l="0" t="0" r="r" b="b"/>
              <a:pathLst>
                <a:path w="26" h="35">
                  <a:moveTo>
                    <a:pt x="16" y="4"/>
                  </a:moveTo>
                  <a:lnTo>
                    <a:pt x="16" y="4"/>
                  </a:lnTo>
                  <a:lnTo>
                    <a:pt x="8" y="14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3" y="34"/>
                  </a:lnTo>
                  <a:lnTo>
                    <a:pt x="7" y="35"/>
                  </a:lnTo>
                  <a:lnTo>
                    <a:pt x="9" y="34"/>
                  </a:lnTo>
                  <a:lnTo>
                    <a:pt x="11" y="31"/>
                  </a:lnTo>
                  <a:lnTo>
                    <a:pt x="11" y="31"/>
                  </a:lnTo>
                  <a:lnTo>
                    <a:pt x="19" y="21"/>
                  </a:lnTo>
                  <a:lnTo>
                    <a:pt x="26" y="9"/>
                  </a:lnTo>
                  <a:lnTo>
                    <a:pt x="26" y="9"/>
                  </a:lnTo>
                  <a:lnTo>
                    <a:pt x="26" y="6"/>
                  </a:lnTo>
                  <a:lnTo>
                    <a:pt x="26" y="5"/>
                  </a:lnTo>
                  <a:lnTo>
                    <a:pt x="24" y="1"/>
                  </a:lnTo>
                  <a:lnTo>
                    <a:pt x="20" y="0"/>
                  </a:lnTo>
                  <a:lnTo>
                    <a:pt x="17" y="1"/>
                  </a:lnTo>
                  <a:lnTo>
                    <a:pt x="16" y="4"/>
                  </a:lnTo>
                  <a:lnTo>
                    <a:pt x="16" y="4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81" name="Freeform 493"/>
            <p:cNvSpPr/>
            <p:nvPr>
              <p:custDataLst>
                <p:tags r:id="rId35"/>
              </p:custDataLst>
            </p:nvPr>
          </p:nvSpPr>
          <p:spPr bwMode="auto">
            <a:xfrm>
              <a:off x="3608388" y="1120775"/>
              <a:ext cx="14288" cy="17463"/>
            </a:xfrm>
            <a:custGeom>
              <a:avLst/>
              <a:gdLst/>
              <a:ahLst/>
              <a:cxnLst>
                <a:cxn ang="0">
                  <a:pos x="25" y="2"/>
                </a:cxn>
                <a:cxn ang="0">
                  <a:pos x="25" y="2"/>
                </a:cxn>
                <a:cxn ang="0">
                  <a:pos x="18" y="9"/>
                </a:cxn>
                <a:cxn ang="0">
                  <a:pos x="13" y="17"/>
                </a:cxn>
                <a:cxn ang="0">
                  <a:pos x="8" y="25"/>
                </a:cxn>
                <a:cxn ang="0">
                  <a:pos x="2" y="32"/>
                </a:cxn>
                <a:cxn ang="0">
                  <a:pos x="2" y="32"/>
                </a:cxn>
                <a:cxn ang="0">
                  <a:pos x="1" y="35"/>
                </a:cxn>
                <a:cxn ang="0">
                  <a:pos x="0" y="36"/>
                </a:cxn>
                <a:cxn ang="0">
                  <a:pos x="2" y="40"/>
                </a:cxn>
                <a:cxn ang="0">
                  <a:pos x="6" y="42"/>
                </a:cxn>
                <a:cxn ang="0">
                  <a:pos x="8" y="42"/>
                </a:cxn>
                <a:cxn ang="0">
                  <a:pos x="10" y="40"/>
                </a:cxn>
                <a:cxn ang="0">
                  <a:pos x="10" y="40"/>
                </a:cxn>
                <a:cxn ang="0">
                  <a:pos x="16" y="34"/>
                </a:cxn>
                <a:cxn ang="0">
                  <a:pos x="22" y="26"/>
                </a:cxn>
                <a:cxn ang="0">
                  <a:pos x="27" y="17"/>
                </a:cxn>
                <a:cxn ang="0">
                  <a:pos x="33" y="10"/>
                </a:cxn>
                <a:cxn ang="0">
                  <a:pos x="33" y="10"/>
                </a:cxn>
                <a:cxn ang="0">
                  <a:pos x="34" y="8"/>
                </a:cxn>
                <a:cxn ang="0">
                  <a:pos x="35" y="6"/>
                </a:cxn>
                <a:cxn ang="0">
                  <a:pos x="33" y="2"/>
                </a:cxn>
                <a:cxn ang="0">
                  <a:pos x="29" y="0"/>
                </a:cxn>
                <a:cxn ang="0">
                  <a:pos x="27" y="1"/>
                </a:cxn>
                <a:cxn ang="0">
                  <a:pos x="25" y="2"/>
                </a:cxn>
                <a:cxn ang="0">
                  <a:pos x="25" y="2"/>
                </a:cxn>
              </a:cxnLst>
              <a:rect l="0" t="0" r="r" b="b"/>
              <a:pathLst>
                <a:path w="35" h="42">
                  <a:moveTo>
                    <a:pt x="25" y="2"/>
                  </a:moveTo>
                  <a:lnTo>
                    <a:pt x="25" y="2"/>
                  </a:lnTo>
                  <a:lnTo>
                    <a:pt x="18" y="9"/>
                  </a:lnTo>
                  <a:lnTo>
                    <a:pt x="13" y="17"/>
                  </a:lnTo>
                  <a:lnTo>
                    <a:pt x="8" y="25"/>
                  </a:lnTo>
                  <a:lnTo>
                    <a:pt x="2" y="32"/>
                  </a:lnTo>
                  <a:lnTo>
                    <a:pt x="2" y="32"/>
                  </a:lnTo>
                  <a:lnTo>
                    <a:pt x="1" y="35"/>
                  </a:lnTo>
                  <a:lnTo>
                    <a:pt x="0" y="36"/>
                  </a:lnTo>
                  <a:lnTo>
                    <a:pt x="2" y="40"/>
                  </a:lnTo>
                  <a:lnTo>
                    <a:pt x="6" y="42"/>
                  </a:lnTo>
                  <a:lnTo>
                    <a:pt x="8" y="42"/>
                  </a:lnTo>
                  <a:lnTo>
                    <a:pt x="10" y="40"/>
                  </a:lnTo>
                  <a:lnTo>
                    <a:pt x="10" y="40"/>
                  </a:lnTo>
                  <a:lnTo>
                    <a:pt x="16" y="34"/>
                  </a:lnTo>
                  <a:lnTo>
                    <a:pt x="22" y="26"/>
                  </a:lnTo>
                  <a:lnTo>
                    <a:pt x="27" y="17"/>
                  </a:lnTo>
                  <a:lnTo>
                    <a:pt x="33" y="10"/>
                  </a:lnTo>
                  <a:lnTo>
                    <a:pt x="33" y="10"/>
                  </a:lnTo>
                  <a:lnTo>
                    <a:pt x="34" y="8"/>
                  </a:lnTo>
                  <a:lnTo>
                    <a:pt x="35" y="6"/>
                  </a:lnTo>
                  <a:lnTo>
                    <a:pt x="33" y="2"/>
                  </a:lnTo>
                  <a:lnTo>
                    <a:pt x="29" y="0"/>
                  </a:lnTo>
                  <a:lnTo>
                    <a:pt x="27" y="1"/>
                  </a:lnTo>
                  <a:lnTo>
                    <a:pt x="25" y="2"/>
                  </a:lnTo>
                  <a:lnTo>
                    <a:pt x="25" y="2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82" name="Freeform 494"/>
            <p:cNvSpPr/>
            <p:nvPr>
              <p:custDataLst>
                <p:tags r:id="rId36"/>
              </p:custDataLst>
            </p:nvPr>
          </p:nvSpPr>
          <p:spPr bwMode="auto">
            <a:xfrm>
              <a:off x="3640138" y="1130300"/>
              <a:ext cx="9525" cy="17463"/>
            </a:xfrm>
            <a:custGeom>
              <a:avLst/>
              <a:gdLst/>
              <a:ahLst/>
              <a:cxnLst>
                <a:cxn ang="0">
                  <a:pos x="10" y="6"/>
                </a:cxn>
                <a:cxn ang="0">
                  <a:pos x="10" y="6"/>
                </a:cxn>
                <a:cxn ang="0">
                  <a:pos x="9" y="13"/>
                </a:cxn>
                <a:cxn ang="0">
                  <a:pos x="7" y="20"/>
                </a:cxn>
                <a:cxn ang="0">
                  <a:pos x="0" y="33"/>
                </a:cxn>
                <a:cxn ang="0">
                  <a:pos x="0" y="33"/>
                </a:cxn>
                <a:cxn ang="0">
                  <a:pos x="0" y="36"/>
                </a:cxn>
                <a:cxn ang="0">
                  <a:pos x="0" y="38"/>
                </a:cxn>
                <a:cxn ang="0">
                  <a:pos x="3" y="41"/>
                </a:cxn>
                <a:cxn ang="0">
                  <a:pos x="7" y="42"/>
                </a:cxn>
                <a:cxn ang="0">
                  <a:pos x="8" y="41"/>
                </a:cxn>
                <a:cxn ang="0">
                  <a:pos x="10" y="40"/>
                </a:cxn>
                <a:cxn ang="0">
                  <a:pos x="10" y="40"/>
                </a:cxn>
                <a:cxn ang="0">
                  <a:pos x="18" y="23"/>
                </a:cxn>
                <a:cxn ang="0">
                  <a:pos x="21" y="15"/>
                </a:cxn>
                <a:cxn ang="0">
                  <a:pos x="22" y="6"/>
                </a:cxn>
                <a:cxn ang="0">
                  <a:pos x="22" y="6"/>
                </a:cxn>
                <a:cxn ang="0">
                  <a:pos x="22" y="3"/>
                </a:cxn>
                <a:cxn ang="0">
                  <a:pos x="21" y="2"/>
                </a:cxn>
                <a:cxn ang="0">
                  <a:pos x="17" y="0"/>
                </a:cxn>
                <a:cxn ang="0">
                  <a:pos x="13" y="2"/>
                </a:cxn>
                <a:cxn ang="0">
                  <a:pos x="12" y="3"/>
                </a:cxn>
                <a:cxn ang="0">
                  <a:pos x="10" y="6"/>
                </a:cxn>
                <a:cxn ang="0">
                  <a:pos x="10" y="6"/>
                </a:cxn>
              </a:cxnLst>
              <a:rect l="0" t="0" r="r" b="b"/>
              <a:pathLst>
                <a:path w="22" h="42">
                  <a:moveTo>
                    <a:pt x="10" y="6"/>
                  </a:moveTo>
                  <a:lnTo>
                    <a:pt x="10" y="6"/>
                  </a:lnTo>
                  <a:lnTo>
                    <a:pt x="9" y="13"/>
                  </a:lnTo>
                  <a:lnTo>
                    <a:pt x="7" y="20"/>
                  </a:lnTo>
                  <a:lnTo>
                    <a:pt x="0" y="33"/>
                  </a:lnTo>
                  <a:lnTo>
                    <a:pt x="0" y="33"/>
                  </a:lnTo>
                  <a:lnTo>
                    <a:pt x="0" y="36"/>
                  </a:lnTo>
                  <a:lnTo>
                    <a:pt x="0" y="38"/>
                  </a:lnTo>
                  <a:lnTo>
                    <a:pt x="3" y="41"/>
                  </a:lnTo>
                  <a:lnTo>
                    <a:pt x="7" y="42"/>
                  </a:lnTo>
                  <a:lnTo>
                    <a:pt x="8" y="41"/>
                  </a:lnTo>
                  <a:lnTo>
                    <a:pt x="10" y="40"/>
                  </a:lnTo>
                  <a:lnTo>
                    <a:pt x="10" y="40"/>
                  </a:lnTo>
                  <a:lnTo>
                    <a:pt x="18" y="23"/>
                  </a:lnTo>
                  <a:lnTo>
                    <a:pt x="21" y="15"/>
                  </a:lnTo>
                  <a:lnTo>
                    <a:pt x="22" y="6"/>
                  </a:lnTo>
                  <a:lnTo>
                    <a:pt x="22" y="6"/>
                  </a:lnTo>
                  <a:lnTo>
                    <a:pt x="22" y="3"/>
                  </a:lnTo>
                  <a:lnTo>
                    <a:pt x="21" y="2"/>
                  </a:lnTo>
                  <a:lnTo>
                    <a:pt x="17" y="0"/>
                  </a:lnTo>
                  <a:lnTo>
                    <a:pt x="13" y="2"/>
                  </a:lnTo>
                  <a:lnTo>
                    <a:pt x="12" y="3"/>
                  </a:lnTo>
                  <a:lnTo>
                    <a:pt x="10" y="6"/>
                  </a:lnTo>
                  <a:lnTo>
                    <a:pt x="10" y="6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83" name="Freeform 495"/>
            <p:cNvSpPr/>
            <p:nvPr>
              <p:custDataLst>
                <p:tags r:id="rId37"/>
              </p:custDataLst>
            </p:nvPr>
          </p:nvSpPr>
          <p:spPr bwMode="auto">
            <a:xfrm>
              <a:off x="3662363" y="1141413"/>
              <a:ext cx="14288" cy="23813"/>
            </a:xfrm>
            <a:custGeom>
              <a:avLst/>
              <a:gdLst/>
              <a:ahLst/>
              <a:cxnLst>
                <a:cxn ang="0">
                  <a:pos x="24" y="7"/>
                </a:cxn>
                <a:cxn ang="0">
                  <a:pos x="24" y="7"/>
                </a:cxn>
                <a:cxn ang="0">
                  <a:pos x="22" y="14"/>
                </a:cxn>
                <a:cxn ang="0">
                  <a:pos x="19" y="19"/>
                </a:cxn>
                <a:cxn ang="0">
                  <a:pos x="12" y="31"/>
                </a:cxn>
                <a:cxn ang="0">
                  <a:pos x="12" y="31"/>
                </a:cxn>
                <a:cxn ang="0">
                  <a:pos x="5" y="42"/>
                </a:cxn>
                <a:cxn ang="0">
                  <a:pos x="0" y="54"/>
                </a:cxn>
                <a:cxn ang="0">
                  <a:pos x="0" y="54"/>
                </a:cxn>
                <a:cxn ang="0">
                  <a:pos x="0" y="57"/>
                </a:cxn>
                <a:cxn ang="0">
                  <a:pos x="2" y="59"/>
                </a:cxn>
                <a:cxn ang="0">
                  <a:pos x="5" y="62"/>
                </a:cxn>
                <a:cxn ang="0">
                  <a:pos x="9" y="61"/>
                </a:cxn>
                <a:cxn ang="0">
                  <a:pos x="11" y="59"/>
                </a:cxn>
                <a:cxn ang="0">
                  <a:pos x="12" y="58"/>
                </a:cxn>
                <a:cxn ang="0">
                  <a:pos x="12" y="58"/>
                </a:cxn>
                <a:cxn ang="0">
                  <a:pos x="13" y="50"/>
                </a:cxn>
                <a:cxn ang="0">
                  <a:pos x="17" y="45"/>
                </a:cxn>
                <a:cxn ang="0">
                  <a:pos x="24" y="32"/>
                </a:cxn>
                <a:cxn ang="0">
                  <a:pos x="32" y="20"/>
                </a:cxn>
                <a:cxn ang="0">
                  <a:pos x="33" y="14"/>
                </a:cxn>
                <a:cxn ang="0">
                  <a:pos x="34" y="7"/>
                </a:cxn>
                <a:cxn ang="0">
                  <a:pos x="34" y="7"/>
                </a:cxn>
                <a:cxn ang="0">
                  <a:pos x="34" y="4"/>
                </a:cxn>
                <a:cxn ang="0">
                  <a:pos x="33" y="2"/>
                </a:cxn>
                <a:cxn ang="0">
                  <a:pos x="29" y="0"/>
                </a:cxn>
                <a:cxn ang="0">
                  <a:pos x="25" y="2"/>
                </a:cxn>
                <a:cxn ang="0">
                  <a:pos x="24" y="4"/>
                </a:cxn>
                <a:cxn ang="0">
                  <a:pos x="24" y="7"/>
                </a:cxn>
                <a:cxn ang="0">
                  <a:pos x="24" y="7"/>
                </a:cxn>
              </a:cxnLst>
              <a:rect l="0" t="0" r="r" b="b"/>
              <a:pathLst>
                <a:path w="34" h="62">
                  <a:moveTo>
                    <a:pt x="24" y="7"/>
                  </a:moveTo>
                  <a:lnTo>
                    <a:pt x="24" y="7"/>
                  </a:lnTo>
                  <a:lnTo>
                    <a:pt x="22" y="14"/>
                  </a:lnTo>
                  <a:lnTo>
                    <a:pt x="19" y="19"/>
                  </a:lnTo>
                  <a:lnTo>
                    <a:pt x="12" y="31"/>
                  </a:lnTo>
                  <a:lnTo>
                    <a:pt x="12" y="31"/>
                  </a:lnTo>
                  <a:lnTo>
                    <a:pt x="5" y="42"/>
                  </a:lnTo>
                  <a:lnTo>
                    <a:pt x="0" y="54"/>
                  </a:lnTo>
                  <a:lnTo>
                    <a:pt x="0" y="54"/>
                  </a:lnTo>
                  <a:lnTo>
                    <a:pt x="0" y="57"/>
                  </a:lnTo>
                  <a:lnTo>
                    <a:pt x="2" y="59"/>
                  </a:lnTo>
                  <a:lnTo>
                    <a:pt x="5" y="62"/>
                  </a:lnTo>
                  <a:lnTo>
                    <a:pt x="9" y="61"/>
                  </a:lnTo>
                  <a:lnTo>
                    <a:pt x="11" y="59"/>
                  </a:lnTo>
                  <a:lnTo>
                    <a:pt x="12" y="58"/>
                  </a:lnTo>
                  <a:lnTo>
                    <a:pt x="12" y="58"/>
                  </a:lnTo>
                  <a:lnTo>
                    <a:pt x="13" y="50"/>
                  </a:lnTo>
                  <a:lnTo>
                    <a:pt x="17" y="45"/>
                  </a:lnTo>
                  <a:lnTo>
                    <a:pt x="24" y="32"/>
                  </a:lnTo>
                  <a:lnTo>
                    <a:pt x="32" y="20"/>
                  </a:lnTo>
                  <a:lnTo>
                    <a:pt x="33" y="14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4" y="4"/>
                  </a:lnTo>
                  <a:lnTo>
                    <a:pt x="33" y="2"/>
                  </a:lnTo>
                  <a:lnTo>
                    <a:pt x="29" y="0"/>
                  </a:lnTo>
                  <a:lnTo>
                    <a:pt x="25" y="2"/>
                  </a:lnTo>
                  <a:lnTo>
                    <a:pt x="24" y="4"/>
                  </a:lnTo>
                  <a:lnTo>
                    <a:pt x="24" y="7"/>
                  </a:lnTo>
                  <a:lnTo>
                    <a:pt x="24" y="7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84" name="Freeform 496"/>
            <p:cNvSpPr/>
            <p:nvPr>
              <p:custDataLst>
                <p:tags r:id="rId38"/>
              </p:custDataLst>
            </p:nvPr>
          </p:nvSpPr>
          <p:spPr bwMode="auto">
            <a:xfrm>
              <a:off x="3681413" y="1150938"/>
              <a:ext cx="15875" cy="25400"/>
            </a:xfrm>
            <a:custGeom>
              <a:avLst/>
              <a:gdLst/>
              <a:ahLst/>
              <a:cxnLst>
                <a:cxn ang="0">
                  <a:pos x="29" y="1"/>
                </a:cxn>
                <a:cxn ang="0">
                  <a:pos x="29" y="1"/>
                </a:cxn>
                <a:cxn ang="0">
                  <a:pos x="22" y="6"/>
                </a:cxn>
                <a:cxn ang="0">
                  <a:pos x="18" y="12"/>
                </a:cxn>
                <a:cxn ang="0">
                  <a:pos x="12" y="25"/>
                </a:cxn>
                <a:cxn ang="0">
                  <a:pos x="6" y="38"/>
                </a:cxn>
                <a:cxn ang="0">
                  <a:pos x="1" y="52"/>
                </a:cxn>
                <a:cxn ang="0">
                  <a:pos x="1" y="52"/>
                </a:cxn>
                <a:cxn ang="0">
                  <a:pos x="0" y="54"/>
                </a:cxn>
                <a:cxn ang="0">
                  <a:pos x="0" y="56"/>
                </a:cxn>
                <a:cxn ang="0">
                  <a:pos x="3" y="60"/>
                </a:cxn>
                <a:cxn ang="0">
                  <a:pos x="5" y="60"/>
                </a:cxn>
                <a:cxn ang="0">
                  <a:pos x="8" y="60"/>
                </a:cxn>
                <a:cxn ang="0">
                  <a:pos x="9" y="59"/>
                </a:cxn>
                <a:cxn ang="0">
                  <a:pos x="10" y="57"/>
                </a:cxn>
                <a:cxn ang="0">
                  <a:pos x="10" y="57"/>
                </a:cxn>
                <a:cxn ang="0">
                  <a:pos x="16" y="44"/>
                </a:cxn>
                <a:cxn ang="0">
                  <a:pos x="21" y="31"/>
                </a:cxn>
                <a:cxn ang="0">
                  <a:pos x="27" y="20"/>
                </a:cxn>
                <a:cxn ang="0">
                  <a:pos x="31" y="14"/>
                </a:cxn>
                <a:cxn ang="0">
                  <a:pos x="37" y="9"/>
                </a:cxn>
                <a:cxn ang="0">
                  <a:pos x="37" y="9"/>
                </a:cxn>
                <a:cxn ang="0">
                  <a:pos x="38" y="8"/>
                </a:cxn>
                <a:cxn ang="0">
                  <a:pos x="38" y="5"/>
                </a:cxn>
                <a:cxn ang="0">
                  <a:pos x="38" y="4"/>
                </a:cxn>
                <a:cxn ang="0">
                  <a:pos x="37" y="1"/>
                </a:cxn>
                <a:cxn ang="0">
                  <a:pos x="33" y="0"/>
                </a:cxn>
                <a:cxn ang="0">
                  <a:pos x="30" y="0"/>
                </a:cxn>
                <a:cxn ang="0">
                  <a:pos x="29" y="1"/>
                </a:cxn>
                <a:cxn ang="0">
                  <a:pos x="29" y="1"/>
                </a:cxn>
              </a:cxnLst>
              <a:rect l="0" t="0" r="r" b="b"/>
              <a:pathLst>
                <a:path w="38" h="60">
                  <a:moveTo>
                    <a:pt x="29" y="1"/>
                  </a:moveTo>
                  <a:lnTo>
                    <a:pt x="29" y="1"/>
                  </a:lnTo>
                  <a:lnTo>
                    <a:pt x="22" y="6"/>
                  </a:lnTo>
                  <a:lnTo>
                    <a:pt x="18" y="12"/>
                  </a:lnTo>
                  <a:lnTo>
                    <a:pt x="12" y="25"/>
                  </a:lnTo>
                  <a:lnTo>
                    <a:pt x="6" y="38"/>
                  </a:lnTo>
                  <a:lnTo>
                    <a:pt x="1" y="52"/>
                  </a:lnTo>
                  <a:lnTo>
                    <a:pt x="1" y="52"/>
                  </a:lnTo>
                  <a:lnTo>
                    <a:pt x="0" y="54"/>
                  </a:lnTo>
                  <a:lnTo>
                    <a:pt x="0" y="56"/>
                  </a:lnTo>
                  <a:lnTo>
                    <a:pt x="3" y="60"/>
                  </a:lnTo>
                  <a:lnTo>
                    <a:pt x="5" y="60"/>
                  </a:lnTo>
                  <a:lnTo>
                    <a:pt x="8" y="60"/>
                  </a:lnTo>
                  <a:lnTo>
                    <a:pt x="9" y="59"/>
                  </a:lnTo>
                  <a:lnTo>
                    <a:pt x="10" y="57"/>
                  </a:lnTo>
                  <a:lnTo>
                    <a:pt x="10" y="57"/>
                  </a:lnTo>
                  <a:lnTo>
                    <a:pt x="16" y="44"/>
                  </a:lnTo>
                  <a:lnTo>
                    <a:pt x="21" y="31"/>
                  </a:lnTo>
                  <a:lnTo>
                    <a:pt x="27" y="20"/>
                  </a:lnTo>
                  <a:lnTo>
                    <a:pt x="31" y="14"/>
                  </a:lnTo>
                  <a:lnTo>
                    <a:pt x="37" y="9"/>
                  </a:lnTo>
                  <a:lnTo>
                    <a:pt x="37" y="9"/>
                  </a:lnTo>
                  <a:lnTo>
                    <a:pt x="38" y="8"/>
                  </a:lnTo>
                  <a:lnTo>
                    <a:pt x="38" y="5"/>
                  </a:lnTo>
                  <a:lnTo>
                    <a:pt x="38" y="4"/>
                  </a:lnTo>
                  <a:lnTo>
                    <a:pt x="37" y="1"/>
                  </a:lnTo>
                  <a:lnTo>
                    <a:pt x="33" y="0"/>
                  </a:lnTo>
                  <a:lnTo>
                    <a:pt x="30" y="0"/>
                  </a:lnTo>
                  <a:lnTo>
                    <a:pt x="29" y="1"/>
                  </a:lnTo>
                  <a:lnTo>
                    <a:pt x="29" y="1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85" name="Freeform 497"/>
            <p:cNvSpPr/>
            <p:nvPr>
              <p:custDataLst>
                <p:tags r:id="rId39"/>
              </p:custDataLst>
            </p:nvPr>
          </p:nvSpPr>
          <p:spPr bwMode="auto">
            <a:xfrm>
              <a:off x="3708401" y="1157288"/>
              <a:ext cx="9525" cy="19050"/>
            </a:xfrm>
            <a:custGeom>
              <a:avLst/>
              <a:gdLst/>
              <a:ahLst/>
              <a:cxnLst>
                <a:cxn ang="0">
                  <a:pos x="16" y="7"/>
                </a:cxn>
                <a:cxn ang="0">
                  <a:pos x="16" y="7"/>
                </a:cxn>
                <a:cxn ang="0">
                  <a:pos x="14" y="11"/>
                </a:cxn>
                <a:cxn ang="0">
                  <a:pos x="12" y="15"/>
                </a:cxn>
                <a:cxn ang="0">
                  <a:pos x="7" y="23"/>
                </a:cxn>
                <a:cxn ang="0">
                  <a:pos x="7" y="23"/>
                </a:cxn>
                <a:cxn ang="0">
                  <a:pos x="3" y="32"/>
                </a:cxn>
                <a:cxn ang="0">
                  <a:pos x="1" y="36"/>
                </a:cxn>
                <a:cxn ang="0">
                  <a:pos x="0" y="41"/>
                </a:cxn>
                <a:cxn ang="0">
                  <a:pos x="0" y="41"/>
                </a:cxn>
                <a:cxn ang="0">
                  <a:pos x="1" y="43"/>
                </a:cxn>
                <a:cxn ang="0">
                  <a:pos x="3" y="45"/>
                </a:cxn>
                <a:cxn ang="0">
                  <a:pos x="7" y="46"/>
                </a:cxn>
                <a:cxn ang="0">
                  <a:pos x="10" y="45"/>
                </a:cxn>
                <a:cxn ang="0">
                  <a:pos x="12" y="43"/>
                </a:cxn>
                <a:cxn ang="0">
                  <a:pos x="12" y="41"/>
                </a:cxn>
                <a:cxn ang="0">
                  <a:pos x="12" y="41"/>
                </a:cxn>
                <a:cxn ang="0">
                  <a:pos x="13" y="36"/>
                </a:cxn>
                <a:cxn ang="0">
                  <a:pos x="16" y="30"/>
                </a:cxn>
                <a:cxn ang="0">
                  <a:pos x="21" y="23"/>
                </a:cxn>
                <a:cxn ang="0">
                  <a:pos x="21" y="23"/>
                </a:cxn>
                <a:cxn ang="0">
                  <a:pos x="24" y="19"/>
                </a:cxn>
                <a:cxn ang="0">
                  <a:pos x="26" y="15"/>
                </a:cxn>
                <a:cxn ang="0">
                  <a:pos x="28" y="7"/>
                </a:cxn>
                <a:cxn ang="0">
                  <a:pos x="28" y="7"/>
                </a:cxn>
                <a:cxn ang="0">
                  <a:pos x="26" y="4"/>
                </a:cxn>
                <a:cxn ang="0">
                  <a:pos x="26" y="2"/>
                </a:cxn>
                <a:cxn ang="0">
                  <a:pos x="22" y="0"/>
                </a:cxn>
                <a:cxn ang="0">
                  <a:pos x="18" y="2"/>
                </a:cxn>
                <a:cxn ang="0">
                  <a:pos x="17" y="4"/>
                </a:cxn>
                <a:cxn ang="0">
                  <a:pos x="16" y="7"/>
                </a:cxn>
                <a:cxn ang="0">
                  <a:pos x="16" y="7"/>
                </a:cxn>
              </a:cxnLst>
              <a:rect l="0" t="0" r="r" b="b"/>
              <a:pathLst>
                <a:path w="28" h="46">
                  <a:moveTo>
                    <a:pt x="16" y="7"/>
                  </a:moveTo>
                  <a:lnTo>
                    <a:pt x="16" y="7"/>
                  </a:lnTo>
                  <a:lnTo>
                    <a:pt x="14" y="11"/>
                  </a:lnTo>
                  <a:lnTo>
                    <a:pt x="12" y="15"/>
                  </a:lnTo>
                  <a:lnTo>
                    <a:pt x="7" y="23"/>
                  </a:lnTo>
                  <a:lnTo>
                    <a:pt x="7" y="23"/>
                  </a:lnTo>
                  <a:lnTo>
                    <a:pt x="3" y="32"/>
                  </a:lnTo>
                  <a:lnTo>
                    <a:pt x="1" y="36"/>
                  </a:lnTo>
                  <a:lnTo>
                    <a:pt x="0" y="41"/>
                  </a:lnTo>
                  <a:lnTo>
                    <a:pt x="0" y="41"/>
                  </a:lnTo>
                  <a:lnTo>
                    <a:pt x="1" y="43"/>
                  </a:lnTo>
                  <a:lnTo>
                    <a:pt x="3" y="45"/>
                  </a:lnTo>
                  <a:lnTo>
                    <a:pt x="7" y="46"/>
                  </a:lnTo>
                  <a:lnTo>
                    <a:pt x="10" y="45"/>
                  </a:lnTo>
                  <a:lnTo>
                    <a:pt x="12" y="43"/>
                  </a:lnTo>
                  <a:lnTo>
                    <a:pt x="12" y="41"/>
                  </a:lnTo>
                  <a:lnTo>
                    <a:pt x="12" y="41"/>
                  </a:lnTo>
                  <a:lnTo>
                    <a:pt x="13" y="36"/>
                  </a:lnTo>
                  <a:lnTo>
                    <a:pt x="16" y="30"/>
                  </a:lnTo>
                  <a:lnTo>
                    <a:pt x="21" y="23"/>
                  </a:lnTo>
                  <a:lnTo>
                    <a:pt x="21" y="23"/>
                  </a:lnTo>
                  <a:lnTo>
                    <a:pt x="24" y="19"/>
                  </a:lnTo>
                  <a:lnTo>
                    <a:pt x="26" y="15"/>
                  </a:lnTo>
                  <a:lnTo>
                    <a:pt x="28" y="7"/>
                  </a:lnTo>
                  <a:lnTo>
                    <a:pt x="28" y="7"/>
                  </a:lnTo>
                  <a:lnTo>
                    <a:pt x="26" y="4"/>
                  </a:lnTo>
                  <a:lnTo>
                    <a:pt x="26" y="2"/>
                  </a:lnTo>
                  <a:lnTo>
                    <a:pt x="22" y="0"/>
                  </a:lnTo>
                  <a:lnTo>
                    <a:pt x="18" y="2"/>
                  </a:lnTo>
                  <a:lnTo>
                    <a:pt x="17" y="4"/>
                  </a:lnTo>
                  <a:lnTo>
                    <a:pt x="16" y="7"/>
                  </a:lnTo>
                  <a:lnTo>
                    <a:pt x="16" y="7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86" name="Freeform 498"/>
            <p:cNvSpPr/>
            <p:nvPr>
              <p:custDataLst>
                <p:tags r:id="rId40"/>
              </p:custDataLst>
            </p:nvPr>
          </p:nvSpPr>
          <p:spPr bwMode="auto">
            <a:xfrm>
              <a:off x="3736976" y="1157288"/>
              <a:ext cx="7938" cy="17463"/>
            </a:xfrm>
            <a:custGeom>
              <a:avLst/>
              <a:gdLst/>
              <a:ahLst/>
              <a:cxnLst>
                <a:cxn ang="0">
                  <a:pos x="11" y="7"/>
                </a:cxn>
                <a:cxn ang="0">
                  <a:pos x="11" y="7"/>
                </a:cxn>
                <a:cxn ang="0">
                  <a:pos x="9" y="13"/>
                </a:cxn>
                <a:cxn ang="0">
                  <a:pos x="7" y="20"/>
                </a:cxn>
                <a:cxn ang="0">
                  <a:pos x="0" y="34"/>
                </a:cxn>
                <a:cxn ang="0">
                  <a:pos x="0" y="34"/>
                </a:cxn>
                <a:cxn ang="0">
                  <a:pos x="0" y="37"/>
                </a:cxn>
                <a:cxn ang="0">
                  <a:pos x="0" y="38"/>
                </a:cxn>
                <a:cxn ang="0">
                  <a:pos x="3" y="42"/>
                </a:cxn>
                <a:cxn ang="0">
                  <a:pos x="7" y="42"/>
                </a:cxn>
                <a:cxn ang="0">
                  <a:pos x="9" y="42"/>
                </a:cxn>
                <a:cxn ang="0">
                  <a:pos x="11" y="40"/>
                </a:cxn>
                <a:cxn ang="0">
                  <a:pos x="11" y="40"/>
                </a:cxn>
                <a:cxn ang="0">
                  <a:pos x="19" y="24"/>
                </a:cxn>
                <a:cxn ang="0">
                  <a:pos x="21" y="15"/>
                </a:cxn>
                <a:cxn ang="0">
                  <a:pos x="23" y="7"/>
                </a:cxn>
                <a:cxn ang="0">
                  <a:pos x="23" y="7"/>
                </a:cxn>
                <a:cxn ang="0">
                  <a:pos x="23" y="4"/>
                </a:cxn>
                <a:cxn ang="0">
                  <a:pos x="21" y="2"/>
                </a:cxn>
                <a:cxn ang="0">
                  <a:pos x="17" y="0"/>
                </a:cxn>
                <a:cxn ang="0">
                  <a:pos x="13" y="2"/>
                </a:cxn>
                <a:cxn ang="0">
                  <a:pos x="12" y="4"/>
                </a:cxn>
                <a:cxn ang="0">
                  <a:pos x="11" y="7"/>
                </a:cxn>
                <a:cxn ang="0">
                  <a:pos x="11" y="7"/>
                </a:cxn>
              </a:cxnLst>
              <a:rect l="0" t="0" r="r" b="b"/>
              <a:pathLst>
                <a:path w="23" h="42">
                  <a:moveTo>
                    <a:pt x="11" y="7"/>
                  </a:moveTo>
                  <a:lnTo>
                    <a:pt x="11" y="7"/>
                  </a:lnTo>
                  <a:lnTo>
                    <a:pt x="9" y="13"/>
                  </a:lnTo>
                  <a:lnTo>
                    <a:pt x="7" y="20"/>
                  </a:lnTo>
                  <a:lnTo>
                    <a:pt x="0" y="34"/>
                  </a:lnTo>
                  <a:lnTo>
                    <a:pt x="0" y="34"/>
                  </a:lnTo>
                  <a:lnTo>
                    <a:pt x="0" y="37"/>
                  </a:lnTo>
                  <a:lnTo>
                    <a:pt x="0" y="38"/>
                  </a:lnTo>
                  <a:lnTo>
                    <a:pt x="3" y="42"/>
                  </a:lnTo>
                  <a:lnTo>
                    <a:pt x="7" y="42"/>
                  </a:lnTo>
                  <a:lnTo>
                    <a:pt x="9" y="42"/>
                  </a:lnTo>
                  <a:lnTo>
                    <a:pt x="11" y="40"/>
                  </a:lnTo>
                  <a:lnTo>
                    <a:pt x="11" y="40"/>
                  </a:lnTo>
                  <a:lnTo>
                    <a:pt x="19" y="24"/>
                  </a:lnTo>
                  <a:lnTo>
                    <a:pt x="21" y="15"/>
                  </a:lnTo>
                  <a:lnTo>
                    <a:pt x="23" y="7"/>
                  </a:lnTo>
                  <a:lnTo>
                    <a:pt x="23" y="7"/>
                  </a:lnTo>
                  <a:lnTo>
                    <a:pt x="23" y="4"/>
                  </a:lnTo>
                  <a:lnTo>
                    <a:pt x="21" y="2"/>
                  </a:lnTo>
                  <a:lnTo>
                    <a:pt x="17" y="0"/>
                  </a:lnTo>
                  <a:lnTo>
                    <a:pt x="13" y="2"/>
                  </a:lnTo>
                  <a:lnTo>
                    <a:pt x="12" y="4"/>
                  </a:lnTo>
                  <a:lnTo>
                    <a:pt x="11" y="7"/>
                  </a:lnTo>
                  <a:lnTo>
                    <a:pt x="11" y="7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87" name="Freeform 499"/>
            <p:cNvSpPr/>
            <p:nvPr>
              <p:custDataLst>
                <p:tags r:id="rId41"/>
              </p:custDataLst>
            </p:nvPr>
          </p:nvSpPr>
          <p:spPr bwMode="auto">
            <a:xfrm>
              <a:off x="3435351" y="1001713"/>
              <a:ext cx="53975" cy="57150"/>
            </a:xfrm>
            <a:custGeom>
              <a:avLst/>
              <a:gdLst/>
              <a:ahLst/>
              <a:cxnLst>
                <a:cxn ang="0">
                  <a:pos x="122" y="3"/>
                </a:cxn>
                <a:cxn ang="0">
                  <a:pos x="122" y="3"/>
                </a:cxn>
                <a:cxn ang="0">
                  <a:pos x="116" y="11"/>
                </a:cxn>
                <a:cxn ang="0">
                  <a:pos x="108" y="17"/>
                </a:cxn>
                <a:cxn ang="0">
                  <a:pos x="94" y="30"/>
                </a:cxn>
                <a:cxn ang="0">
                  <a:pos x="57" y="67"/>
                </a:cxn>
                <a:cxn ang="0">
                  <a:pos x="57" y="67"/>
                </a:cxn>
                <a:cxn ang="0">
                  <a:pos x="42" y="83"/>
                </a:cxn>
                <a:cxn ang="0">
                  <a:pos x="25" y="100"/>
                </a:cxn>
                <a:cxn ang="0">
                  <a:pos x="17" y="108"/>
                </a:cxn>
                <a:cxn ang="0">
                  <a:pos x="10" y="117"/>
                </a:cxn>
                <a:cxn ang="0">
                  <a:pos x="4" y="127"/>
                </a:cxn>
                <a:cxn ang="0">
                  <a:pos x="0" y="138"/>
                </a:cxn>
                <a:cxn ang="0">
                  <a:pos x="0" y="138"/>
                </a:cxn>
                <a:cxn ang="0">
                  <a:pos x="0" y="139"/>
                </a:cxn>
                <a:cxn ang="0">
                  <a:pos x="0" y="142"/>
                </a:cxn>
                <a:cxn ang="0">
                  <a:pos x="1" y="143"/>
                </a:cxn>
                <a:cxn ang="0">
                  <a:pos x="4" y="144"/>
                </a:cxn>
                <a:cxn ang="0">
                  <a:pos x="8" y="143"/>
                </a:cxn>
                <a:cxn ang="0">
                  <a:pos x="9" y="143"/>
                </a:cxn>
                <a:cxn ang="0">
                  <a:pos x="10" y="140"/>
                </a:cxn>
                <a:cxn ang="0">
                  <a:pos x="10" y="140"/>
                </a:cxn>
                <a:cxn ang="0">
                  <a:pos x="16" y="128"/>
                </a:cxn>
                <a:cxn ang="0">
                  <a:pos x="23" y="118"/>
                </a:cxn>
                <a:cxn ang="0">
                  <a:pos x="31" y="108"/>
                </a:cxn>
                <a:cxn ang="0">
                  <a:pos x="40" y="98"/>
                </a:cxn>
                <a:cxn ang="0">
                  <a:pos x="60" y="79"/>
                </a:cxn>
                <a:cxn ang="0">
                  <a:pos x="78" y="62"/>
                </a:cxn>
                <a:cxn ang="0">
                  <a:pos x="78" y="62"/>
                </a:cxn>
                <a:cxn ang="0">
                  <a:pos x="93" y="49"/>
                </a:cxn>
                <a:cxn ang="0">
                  <a:pos x="107" y="36"/>
                </a:cxn>
                <a:cxn ang="0">
                  <a:pos x="120" y="23"/>
                </a:cxn>
                <a:cxn ang="0">
                  <a:pos x="127" y="16"/>
                </a:cxn>
                <a:cxn ang="0">
                  <a:pos x="132" y="8"/>
                </a:cxn>
                <a:cxn ang="0">
                  <a:pos x="132" y="8"/>
                </a:cxn>
                <a:cxn ang="0">
                  <a:pos x="133" y="6"/>
                </a:cxn>
                <a:cxn ang="0">
                  <a:pos x="132" y="4"/>
                </a:cxn>
                <a:cxn ang="0">
                  <a:pos x="129" y="0"/>
                </a:cxn>
                <a:cxn ang="0">
                  <a:pos x="125" y="0"/>
                </a:cxn>
                <a:cxn ang="0">
                  <a:pos x="124" y="0"/>
                </a:cxn>
                <a:cxn ang="0">
                  <a:pos x="122" y="3"/>
                </a:cxn>
                <a:cxn ang="0">
                  <a:pos x="122" y="3"/>
                </a:cxn>
              </a:cxnLst>
              <a:rect l="0" t="0" r="r" b="b"/>
              <a:pathLst>
                <a:path w="133" h="144">
                  <a:moveTo>
                    <a:pt x="122" y="3"/>
                  </a:moveTo>
                  <a:lnTo>
                    <a:pt x="122" y="3"/>
                  </a:lnTo>
                  <a:lnTo>
                    <a:pt x="116" y="11"/>
                  </a:lnTo>
                  <a:lnTo>
                    <a:pt x="108" y="17"/>
                  </a:lnTo>
                  <a:lnTo>
                    <a:pt x="94" y="30"/>
                  </a:lnTo>
                  <a:lnTo>
                    <a:pt x="57" y="67"/>
                  </a:lnTo>
                  <a:lnTo>
                    <a:pt x="57" y="67"/>
                  </a:lnTo>
                  <a:lnTo>
                    <a:pt x="42" y="83"/>
                  </a:lnTo>
                  <a:lnTo>
                    <a:pt x="25" y="100"/>
                  </a:lnTo>
                  <a:lnTo>
                    <a:pt x="17" y="108"/>
                  </a:lnTo>
                  <a:lnTo>
                    <a:pt x="10" y="117"/>
                  </a:lnTo>
                  <a:lnTo>
                    <a:pt x="4" y="127"/>
                  </a:lnTo>
                  <a:lnTo>
                    <a:pt x="0" y="138"/>
                  </a:lnTo>
                  <a:lnTo>
                    <a:pt x="0" y="138"/>
                  </a:lnTo>
                  <a:lnTo>
                    <a:pt x="0" y="139"/>
                  </a:lnTo>
                  <a:lnTo>
                    <a:pt x="0" y="142"/>
                  </a:lnTo>
                  <a:lnTo>
                    <a:pt x="1" y="143"/>
                  </a:lnTo>
                  <a:lnTo>
                    <a:pt x="4" y="144"/>
                  </a:lnTo>
                  <a:lnTo>
                    <a:pt x="8" y="143"/>
                  </a:lnTo>
                  <a:lnTo>
                    <a:pt x="9" y="143"/>
                  </a:lnTo>
                  <a:lnTo>
                    <a:pt x="10" y="140"/>
                  </a:lnTo>
                  <a:lnTo>
                    <a:pt x="10" y="140"/>
                  </a:lnTo>
                  <a:lnTo>
                    <a:pt x="16" y="128"/>
                  </a:lnTo>
                  <a:lnTo>
                    <a:pt x="23" y="118"/>
                  </a:lnTo>
                  <a:lnTo>
                    <a:pt x="31" y="108"/>
                  </a:lnTo>
                  <a:lnTo>
                    <a:pt x="40" y="98"/>
                  </a:lnTo>
                  <a:lnTo>
                    <a:pt x="60" y="79"/>
                  </a:lnTo>
                  <a:lnTo>
                    <a:pt x="78" y="62"/>
                  </a:lnTo>
                  <a:lnTo>
                    <a:pt x="78" y="62"/>
                  </a:lnTo>
                  <a:lnTo>
                    <a:pt x="93" y="49"/>
                  </a:lnTo>
                  <a:lnTo>
                    <a:pt x="107" y="36"/>
                  </a:lnTo>
                  <a:lnTo>
                    <a:pt x="120" y="23"/>
                  </a:lnTo>
                  <a:lnTo>
                    <a:pt x="127" y="16"/>
                  </a:lnTo>
                  <a:lnTo>
                    <a:pt x="132" y="8"/>
                  </a:lnTo>
                  <a:lnTo>
                    <a:pt x="132" y="8"/>
                  </a:lnTo>
                  <a:lnTo>
                    <a:pt x="133" y="6"/>
                  </a:lnTo>
                  <a:lnTo>
                    <a:pt x="132" y="4"/>
                  </a:lnTo>
                  <a:lnTo>
                    <a:pt x="129" y="0"/>
                  </a:lnTo>
                  <a:lnTo>
                    <a:pt x="125" y="0"/>
                  </a:lnTo>
                  <a:lnTo>
                    <a:pt x="124" y="0"/>
                  </a:lnTo>
                  <a:lnTo>
                    <a:pt x="122" y="3"/>
                  </a:lnTo>
                  <a:lnTo>
                    <a:pt x="122" y="3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88" name="Freeform 500"/>
            <p:cNvSpPr/>
            <p:nvPr>
              <p:custDataLst>
                <p:tags r:id="rId42"/>
              </p:custDataLst>
            </p:nvPr>
          </p:nvSpPr>
          <p:spPr bwMode="auto">
            <a:xfrm>
              <a:off x="3441701" y="1014413"/>
              <a:ext cx="69850" cy="73025"/>
            </a:xfrm>
            <a:custGeom>
              <a:avLst/>
              <a:gdLst/>
              <a:ahLst/>
              <a:cxnLst>
                <a:cxn ang="0">
                  <a:pos x="168" y="0"/>
                </a:cxn>
                <a:cxn ang="0">
                  <a:pos x="168" y="0"/>
                </a:cxn>
                <a:cxn ang="0">
                  <a:pos x="159" y="7"/>
                </a:cxn>
                <a:cxn ang="0">
                  <a:pos x="151" y="13"/>
                </a:cxn>
                <a:cxn ang="0">
                  <a:pos x="136" y="28"/>
                </a:cxn>
                <a:cxn ang="0">
                  <a:pos x="136" y="28"/>
                </a:cxn>
                <a:cxn ang="0">
                  <a:pos x="113" y="53"/>
                </a:cxn>
                <a:cxn ang="0">
                  <a:pos x="91" y="78"/>
                </a:cxn>
                <a:cxn ang="0">
                  <a:pos x="91" y="78"/>
                </a:cxn>
                <a:cxn ang="0">
                  <a:pos x="47" y="129"/>
                </a:cxn>
                <a:cxn ang="0">
                  <a:pos x="25" y="153"/>
                </a:cxn>
                <a:cxn ang="0">
                  <a:pos x="3" y="177"/>
                </a:cxn>
                <a:cxn ang="0">
                  <a:pos x="3" y="177"/>
                </a:cxn>
                <a:cxn ang="0">
                  <a:pos x="2" y="180"/>
                </a:cxn>
                <a:cxn ang="0">
                  <a:pos x="0" y="181"/>
                </a:cxn>
                <a:cxn ang="0">
                  <a:pos x="3" y="185"/>
                </a:cxn>
                <a:cxn ang="0">
                  <a:pos x="7" y="186"/>
                </a:cxn>
                <a:cxn ang="0">
                  <a:pos x="8" y="186"/>
                </a:cxn>
                <a:cxn ang="0">
                  <a:pos x="11" y="185"/>
                </a:cxn>
                <a:cxn ang="0">
                  <a:pos x="11" y="185"/>
                </a:cxn>
                <a:cxn ang="0">
                  <a:pos x="32" y="163"/>
                </a:cxn>
                <a:cxn ang="0">
                  <a:pos x="51" y="140"/>
                </a:cxn>
                <a:cxn ang="0">
                  <a:pos x="91" y="95"/>
                </a:cxn>
                <a:cxn ang="0">
                  <a:pos x="91" y="95"/>
                </a:cxn>
                <a:cxn ang="0">
                  <a:pos x="110" y="72"/>
                </a:cxn>
                <a:cxn ang="0">
                  <a:pos x="130" y="50"/>
                </a:cxn>
                <a:cxn ang="0">
                  <a:pos x="130" y="50"/>
                </a:cxn>
                <a:cxn ang="0">
                  <a:pos x="149" y="29"/>
                </a:cxn>
                <a:cxn ang="0">
                  <a:pos x="161" y="19"/>
                </a:cxn>
                <a:cxn ang="0">
                  <a:pos x="166" y="15"/>
                </a:cxn>
                <a:cxn ang="0">
                  <a:pos x="173" y="11"/>
                </a:cxn>
                <a:cxn ang="0">
                  <a:pos x="173" y="11"/>
                </a:cxn>
                <a:cxn ang="0">
                  <a:pos x="174" y="10"/>
                </a:cxn>
                <a:cxn ang="0">
                  <a:pos x="176" y="7"/>
                </a:cxn>
                <a:cxn ang="0">
                  <a:pos x="176" y="6"/>
                </a:cxn>
                <a:cxn ang="0">
                  <a:pos x="176" y="3"/>
                </a:cxn>
                <a:cxn ang="0">
                  <a:pos x="172" y="0"/>
                </a:cxn>
                <a:cxn ang="0">
                  <a:pos x="169" y="0"/>
                </a:cxn>
                <a:cxn ang="0">
                  <a:pos x="168" y="0"/>
                </a:cxn>
                <a:cxn ang="0">
                  <a:pos x="168" y="0"/>
                </a:cxn>
              </a:cxnLst>
              <a:rect l="0" t="0" r="r" b="b"/>
              <a:pathLst>
                <a:path w="176" h="186">
                  <a:moveTo>
                    <a:pt x="168" y="0"/>
                  </a:moveTo>
                  <a:lnTo>
                    <a:pt x="168" y="0"/>
                  </a:lnTo>
                  <a:lnTo>
                    <a:pt x="159" y="7"/>
                  </a:lnTo>
                  <a:lnTo>
                    <a:pt x="151" y="13"/>
                  </a:lnTo>
                  <a:lnTo>
                    <a:pt x="136" y="28"/>
                  </a:lnTo>
                  <a:lnTo>
                    <a:pt x="136" y="28"/>
                  </a:lnTo>
                  <a:lnTo>
                    <a:pt x="113" y="53"/>
                  </a:lnTo>
                  <a:lnTo>
                    <a:pt x="91" y="78"/>
                  </a:lnTo>
                  <a:lnTo>
                    <a:pt x="91" y="78"/>
                  </a:lnTo>
                  <a:lnTo>
                    <a:pt x="47" y="129"/>
                  </a:lnTo>
                  <a:lnTo>
                    <a:pt x="25" y="153"/>
                  </a:lnTo>
                  <a:lnTo>
                    <a:pt x="3" y="177"/>
                  </a:lnTo>
                  <a:lnTo>
                    <a:pt x="3" y="177"/>
                  </a:lnTo>
                  <a:lnTo>
                    <a:pt x="2" y="180"/>
                  </a:lnTo>
                  <a:lnTo>
                    <a:pt x="0" y="181"/>
                  </a:lnTo>
                  <a:lnTo>
                    <a:pt x="3" y="185"/>
                  </a:lnTo>
                  <a:lnTo>
                    <a:pt x="7" y="186"/>
                  </a:lnTo>
                  <a:lnTo>
                    <a:pt x="8" y="186"/>
                  </a:lnTo>
                  <a:lnTo>
                    <a:pt x="11" y="185"/>
                  </a:lnTo>
                  <a:lnTo>
                    <a:pt x="11" y="185"/>
                  </a:lnTo>
                  <a:lnTo>
                    <a:pt x="32" y="163"/>
                  </a:lnTo>
                  <a:lnTo>
                    <a:pt x="51" y="140"/>
                  </a:lnTo>
                  <a:lnTo>
                    <a:pt x="91" y="95"/>
                  </a:lnTo>
                  <a:lnTo>
                    <a:pt x="91" y="95"/>
                  </a:lnTo>
                  <a:lnTo>
                    <a:pt x="110" y="72"/>
                  </a:lnTo>
                  <a:lnTo>
                    <a:pt x="130" y="50"/>
                  </a:lnTo>
                  <a:lnTo>
                    <a:pt x="130" y="50"/>
                  </a:lnTo>
                  <a:lnTo>
                    <a:pt x="149" y="29"/>
                  </a:lnTo>
                  <a:lnTo>
                    <a:pt x="161" y="19"/>
                  </a:lnTo>
                  <a:lnTo>
                    <a:pt x="166" y="15"/>
                  </a:lnTo>
                  <a:lnTo>
                    <a:pt x="173" y="11"/>
                  </a:lnTo>
                  <a:lnTo>
                    <a:pt x="173" y="11"/>
                  </a:lnTo>
                  <a:lnTo>
                    <a:pt x="174" y="10"/>
                  </a:lnTo>
                  <a:lnTo>
                    <a:pt x="176" y="7"/>
                  </a:lnTo>
                  <a:lnTo>
                    <a:pt x="176" y="6"/>
                  </a:lnTo>
                  <a:lnTo>
                    <a:pt x="176" y="3"/>
                  </a:lnTo>
                  <a:lnTo>
                    <a:pt x="172" y="0"/>
                  </a:lnTo>
                  <a:lnTo>
                    <a:pt x="169" y="0"/>
                  </a:lnTo>
                  <a:lnTo>
                    <a:pt x="168" y="0"/>
                  </a:lnTo>
                  <a:lnTo>
                    <a:pt x="168" y="0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89" name="Freeform 501"/>
            <p:cNvSpPr/>
            <p:nvPr>
              <p:custDataLst>
                <p:tags r:id="rId43"/>
              </p:custDataLst>
            </p:nvPr>
          </p:nvSpPr>
          <p:spPr bwMode="auto">
            <a:xfrm>
              <a:off x="3465513" y="1044575"/>
              <a:ext cx="50800" cy="57150"/>
            </a:xfrm>
            <a:custGeom>
              <a:avLst/>
              <a:gdLst/>
              <a:ahLst/>
              <a:cxnLst>
                <a:cxn ang="0">
                  <a:pos x="115" y="2"/>
                </a:cxn>
                <a:cxn ang="0">
                  <a:pos x="115" y="2"/>
                </a:cxn>
                <a:cxn ang="0">
                  <a:pos x="86" y="34"/>
                </a:cxn>
                <a:cxn ang="0">
                  <a:pos x="57" y="67"/>
                </a:cxn>
                <a:cxn ang="0">
                  <a:pos x="1" y="135"/>
                </a:cxn>
                <a:cxn ang="0">
                  <a:pos x="1" y="135"/>
                </a:cxn>
                <a:cxn ang="0">
                  <a:pos x="0" y="138"/>
                </a:cxn>
                <a:cxn ang="0">
                  <a:pos x="0" y="140"/>
                </a:cxn>
                <a:cxn ang="0">
                  <a:pos x="2" y="143"/>
                </a:cxn>
                <a:cxn ang="0">
                  <a:pos x="4" y="144"/>
                </a:cxn>
                <a:cxn ang="0">
                  <a:pos x="5" y="145"/>
                </a:cxn>
                <a:cxn ang="0">
                  <a:pos x="8" y="144"/>
                </a:cxn>
                <a:cxn ang="0">
                  <a:pos x="9" y="143"/>
                </a:cxn>
                <a:cxn ang="0">
                  <a:pos x="9" y="143"/>
                </a:cxn>
                <a:cxn ang="0">
                  <a:pos x="65" y="75"/>
                </a:cxn>
                <a:cxn ang="0">
                  <a:pos x="94" y="42"/>
                </a:cxn>
                <a:cxn ang="0">
                  <a:pos x="124" y="9"/>
                </a:cxn>
                <a:cxn ang="0">
                  <a:pos x="124" y="9"/>
                </a:cxn>
                <a:cxn ang="0">
                  <a:pos x="125" y="8"/>
                </a:cxn>
                <a:cxn ang="0">
                  <a:pos x="125" y="5"/>
                </a:cxn>
                <a:cxn ang="0">
                  <a:pos x="123" y="2"/>
                </a:cxn>
                <a:cxn ang="0">
                  <a:pos x="120" y="0"/>
                </a:cxn>
                <a:cxn ang="0">
                  <a:pos x="118" y="0"/>
                </a:cxn>
                <a:cxn ang="0">
                  <a:pos x="115" y="2"/>
                </a:cxn>
                <a:cxn ang="0">
                  <a:pos x="115" y="2"/>
                </a:cxn>
              </a:cxnLst>
              <a:rect l="0" t="0" r="r" b="b"/>
              <a:pathLst>
                <a:path w="125" h="145">
                  <a:moveTo>
                    <a:pt x="115" y="2"/>
                  </a:moveTo>
                  <a:lnTo>
                    <a:pt x="115" y="2"/>
                  </a:lnTo>
                  <a:lnTo>
                    <a:pt x="86" y="34"/>
                  </a:lnTo>
                  <a:lnTo>
                    <a:pt x="57" y="67"/>
                  </a:lnTo>
                  <a:lnTo>
                    <a:pt x="1" y="135"/>
                  </a:lnTo>
                  <a:lnTo>
                    <a:pt x="1" y="135"/>
                  </a:lnTo>
                  <a:lnTo>
                    <a:pt x="0" y="138"/>
                  </a:lnTo>
                  <a:lnTo>
                    <a:pt x="0" y="140"/>
                  </a:lnTo>
                  <a:lnTo>
                    <a:pt x="2" y="143"/>
                  </a:lnTo>
                  <a:lnTo>
                    <a:pt x="4" y="144"/>
                  </a:lnTo>
                  <a:lnTo>
                    <a:pt x="5" y="145"/>
                  </a:lnTo>
                  <a:lnTo>
                    <a:pt x="8" y="144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65" y="75"/>
                  </a:lnTo>
                  <a:lnTo>
                    <a:pt x="94" y="42"/>
                  </a:lnTo>
                  <a:lnTo>
                    <a:pt x="124" y="9"/>
                  </a:lnTo>
                  <a:lnTo>
                    <a:pt x="124" y="9"/>
                  </a:lnTo>
                  <a:lnTo>
                    <a:pt x="125" y="8"/>
                  </a:lnTo>
                  <a:lnTo>
                    <a:pt x="125" y="5"/>
                  </a:lnTo>
                  <a:lnTo>
                    <a:pt x="123" y="2"/>
                  </a:lnTo>
                  <a:lnTo>
                    <a:pt x="120" y="0"/>
                  </a:lnTo>
                  <a:lnTo>
                    <a:pt x="118" y="0"/>
                  </a:lnTo>
                  <a:lnTo>
                    <a:pt x="115" y="2"/>
                  </a:lnTo>
                  <a:lnTo>
                    <a:pt x="115" y="2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90" name="Freeform 502"/>
            <p:cNvSpPr/>
            <p:nvPr>
              <p:custDataLst>
                <p:tags r:id="rId44"/>
              </p:custDataLst>
            </p:nvPr>
          </p:nvSpPr>
          <p:spPr bwMode="auto">
            <a:xfrm>
              <a:off x="3430588" y="1176338"/>
              <a:ext cx="38100" cy="52388"/>
            </a:xfrm>
            <a:custGeom>
              <a:avLst/>
              <a:gdLst/>
              <a:ahLst/>
              <a:cxnLst>
                <a:cxn ang="0">
                  <a:pos x="89" y="1"/>
                </a:cxn>
                <a:cxn ang="0">
                  <a:pos x="89" y="1"/>
                </a:cxn>
                <a:cxn ang="0">
                  <a:pos x="64" y="33"/>
                </a:cxn>
                <a:cxn ang="0">
                  <a:pos x="39" y="64"/>
                </a:cxn>
                <a:cxn ang="0">
                  <a:pos x="39" y="64"/>
                </a:cxn>
                <a:cxn ang="0">
                  <a:pos x="17" y="94"/>
                </a:cxn>
                <a:cxn ang="0">
                  <a:pos x="8" y="110"/>
                </a:cxn>
                <a:cxn ang="0">
                  <a:pos x="4" y="118"/>
                </a:cxn>
                <a:cxn ang="0">
                  <a:pos x="0" y="126"/>
                </a:cxn>
                <a:cxn ang="0">
                  <a:pos x="0" y="126"/>
                </a:cxn>
                <a:cxn ang="0">
                  <a:pos x="0" y="128"/>
                </a:cxn>
                <a:cxn ang="0">
                  <a:pos x="2" y="131"/>
                </a:cxn>
                <a:cxn ang="0">
                  <a:pos x="4" y="133"/>
                </a:cxn>
                <a:cxn ang="0">
                  <a:pos x="8" y="132"/>
                </a:cxn>
                <a:cxn ang="0">
                  <a:pos x="11" y="131"/>
                </a:cxn>
                <a:cxn ang="0">
                  <a:pos x="12" y="130"/>
                </a:cxn>
                <a:cxn ang="0">
                  <a:pos x="12" y="130"/>
                </a:cxn>
                <a:cxn ang="0">
                  <a:pos x="15" y="122"/>
                </a:cxn>
                <a:cxn ang="0">
                  <a:pos x="17" y="115"/>
                </a:cxn>
                <a:cxn ang="0">
                  <a:pos x="26" y="102"/>
                </a:cxn>
                <a:cxn ang="0">
                  <a:pos x="36" y="90"/>
                </a:cxn>
                <a:cxn ang="0">
                  <a:pos x="45" y="77"/>
                </a:cxn>
                <a:cxn ang="0">
                  <a:pos x="45" y="77"/>
                </a:cxn>
                <a:cxn ang="0">
                  <a:pos x="58" y="60"/>
                </a:cxn>
                <a:cxn ang="0">
                  <a:pos x="71" y="43"/>
                </a:cxn>
                <a:cxn ang="0">
                  <a:pos x="97" y="11"/>
                </a:cxn>
                <a:cxn ang="0">
                  <a:pos x="97" y="11"/>
                </a:cxn>
                <a:cxn ang="0">
                  <a:pos x="98" y="8"/>
                </a:cxn>
                <a:cxn ang="0">
                  <a:pos x="98" y="5"/>
                </a:cxn>
                <a:cxn ang="0">
                  <a:pos x="97" y="1"/>
                </a:cxn>
                <a:cxn ang="0">
                  <a:pos x="96" y="0"/>
                </a:cxn>
                <a:cxn ang="0">
                  <a:pos x="93" y="0"/>
                </a:cxn>
                <a:cxn ang="0">
                  <a:pos x="92" y="0"/>
                </a:cxn>
                <a:cxn ang="0">
                  <a:pos x="89" y="1"/>
                </a:cxn>
                <a:cxn ang="0">
                  <a:pos x="89" y="1"/>
                </a:cxn>
              </a:cxnLst>
              <a:rect l="0" t="0" r="r" b="b"/>
              <a:pathLst>
                <a:path w="98" h="133">
                  <a:moveTo>
                    <a:pt x="89" y="1"/>
                  </a:moveTo>
                  <a:lnTo>
                    <a:pt x="89" y="1"/>
                  </a:lnTo>
                  <a:lnTo>
                    <a:pt x="64" y="33"/>
                  </a:lnTo>
                  <a:lnTo>
                    <a:pt x="39" y="64"/>
                  </a:lnTo>
                  <a:lnTo>
                    <a:pt x="39" y="64"/>
                  </a:lnTo>
                  <a:lnTo>
                    <a:pt x="17" y="94"/>
                  </a:lnTo>
                  <a:lnTo>
                    <a:pt x="8" y="110"/>
                  </a:lnTo>
                  <a:lnTo>
                    <a:pt x="4" y="118"/>
                  </a:lnTo>
                  <a:lnTo>
                    <a:pt x="0" y="126"/>
                  </a:lnTo>
                  <a:lnTo>
                    <a:pt x="0" y="126"/>
                  </a:lnTo>
                  <a:lnTo>
                    <a:pt x="0" y="128"/>
                  </a:lnTo>
                  <a:lnTo>
                    <a:pt x="2" y="131"/>
                  </a:lnTo>
                  <a:lnTo>
                    <a:pt x="4" y="133"/>
                  </a:lnTo>
                  <a:lnTo>
                    <a:pt x="8" y="132"/>
                  </a:lnTo>
                  <a:lnTo>
                    <a:pt x="11" y="131"/>
                  </a:lnTo>
                  <a:lnTo>
                    <a:pt x="12" y="130"/>
                  </a:lnTo>
                  <a:lnTo>
                    <a:pt x="12" y="130"/>
                  </a:lnTo>
                  <a:lnTo>
                    <a:pt x="15" y="122"/>
                  </a:lnTo>
                  <a:lnTo>
                    <a:pt x="17" y="115"/>
                  </a:lnTo>
                  <a:lnTo>
                    <a:pt x="26" y="102"/>
                  </a:lnTo>
                  <a:lnTo>
                    <a:pt x="36" y="90"/>
                  </a:lnTo>
                  <a:lnTo>
                    <a:pt x="45" y="77"/>
                  </a:lnTo>
                  <a:lnTo>
                    <a:pt x="45" y="77"/>
                  </a:lnTo>
                  <a:lnTo>
                    <a:pt x="58" y="60"/>
                  </a:lnTo>
                  <a:lnTo>
                    <a:pt x="71" y="43"/>
                  </a:lnTo>
                  <a:lnTo>
                    <a:pt x="97" y="11"/>
                  </a:lnTo>
                  <a:lnTo>
                    <a:pt x="97" y="11"/>
                  </a:lnTo>
                  <a:lnTo>
                    <a:pt x="98" y="8"/>
                  </a:lnTo>
                  <a:lnTo>
                    <a:pt x="98" y="5"/>
                  </a:lnTo>
                  <a:lnTo>
                    <a:pt x="97" y="1"/>
                  </a:lnTo>
                  <a:lnTo>
                    <a:pt x="96" y="0"/>
                  </a:lnTo>
                  <a:lnTo>
                    <a:pt x="93" y="0"/>
                  </a:lnTo>
                  <a:lnTo>
                    <a:pt x="92" y="0"/>
                  </a:lnTo>
                  <a:lnTo>
                    <a:pt x="89" y="1"/>
                  </a:lnTo>
                  <a:lnTo>
                    <a:pt x="89" y="1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91" name="Freeform 503"/>
            <p:cNvSpPr/>
            <p:nvPr>
              <p:custDataLst>
                <p:tags r:id="rId45"/>
              </p:custDataLst>
            </p:nvPr>
          </p:nvSpPr>
          <p:spPr bwMode="auto">
            <a:xfrm>
              <a:off x="3443288" y="1169988"/>
              <a:ext cx="65088" cy="79375"/>
            </a:xfrm>
            <a:custGeom>
              <a:avLst/>
              <a:gdLst/>
              <a:ahLst/>
              <a:cxnLst>
                <a:cxn ang="0">
                  <a:pos x="155" y="3"/>
                </a:cxn>
                <a:cxn ang="0">
                  <a:pos x="155" y="3"/>
                </a:cxn>
                <a:cxn ang="0">
                  <a:pos x="135" y="27"/>
                </a:cxn>
                <a:cxn ang="0">
                  <a:pos x="115" y="50"/>
                </a:cxn>
                <a:cxn ang="0">
                  <a:pos x="75" y="96"/>
                </a:cxn>
                <a:cxn ang="0">
                  <a:pos x="55" y="119"/>
                </a:cxn>
                <a:cxn ang="0">
                  <a:pos x="36" y="143"/>
                </a:cxn>
                <a:cxn ang="0">
                  <a:pos x="17" y="168"/>
                </a:cxn>
                <a:cxn ang="0">
                  <a:pos x="2" y="194"/>
                </a:cxn>
                <a:cxn ang="0">
                  <a:pos x="2" y="194"/>
                </a:cxn>
                <a:cxn ang="0">
                  <a:pos x="0" y="197"/>
                </a:cxn>
                <a:cxn ang="0">
                  <a:pos x="0" y="199"/>
                </a:cxn>
                <a:cxn ang="0">
                  <a:pos x="3" y="202"/>
                </a:cxn>
                <a:cxn ang="0">
                  <a:pos x="8" y="203"/>
                </a:cxn>
                <a:cxn ang="0">
                  <a:pos x="9" y="202"/>
                </a:cxn>
                <a:cxn ang="0">
                  <a:pos x="11" y="200"/>
                </a:cxn>
                <a:cxn ang="0">
                  <a:pos x="11" y="200"/>
                </a:cxn>
                <a:cxn ang="0">
                  <a:pos x="28" y="174"/>
                </a:cxn>
                <a:cxn ang="0">
                  <a:pos x="45" y="149"/>
                </a:cxn>
                <a:cxn ang="0">
                  <a:pos x="64" y="126"/>
                </a:cxn>
                <a:cxn ang="0">
                  <a:pos x="84" y="102"/>
                </a:cxn>
                <a:cxn ang="0">
                  <a:pos x="123" y="57"/>
                </a:cxn>
                <a:cxn ang="0">
                  <a:pos x="144" y="34"/>
                </a:cxn>
                <a:cxn ang="0">
                  <a:pos x="162" y="11"/>
                </a:cxn>
                <a:cxn ang="0">
                  <a:pos x="162" y="11"/>
                </a:cxn>
                <a:cxn ang="0">
                  <a:pos x="164" y="8"/>
                </a:cxn>
                <a:cxn ang="0">
                  <a:pos x="164" y="7"/>
                </a:cxn>
                <a:cxn ang="0">
                  <a:pos x="162" y="3"/>
                </a:cxn>
                <a:cxn ang="0">
                  <a:pos x="160" y="2"/>
                </a:cxn>
                <a:cxn ang="0">
                  <a:pos x="158" y="0"/>
                </a:cxn>
                <a:cxn ang="0">
                  <a:pos x="156" y="2"/>
                </a:cxn>
                <a:cxn ang="0">
                  <a:pos x="155" y="3"/>
                </a:cxn>
                <a:cxn ang="0">
                  <a:pos x="155" y="3"/>
                </a:cxn>
              </a:cxnLst>
              <a:rect l="0" t="0" r="r" b="b"/>
              <a:pathLst>
                <a:path w="164" h="203">
                  <a:moveTo>
                    <a:pt x="155" y="3"/>
                  </a:moveTo>
                  <a:lnTo>
                    <a:pt x="155" y="3"/>
                  </a:lnTo>
                  <a:lnTo>
                    <a:pt x="135" y="27"/>
                  </a:lnTo>
                  <a:lnTo>
                    <a:pt x="115" y="50"/>
                  </a:lnTo>
                  <a:lnTo>
                    <a:pt x="75" y="96"/>
                  </a:lnTo>
                  <a:lnTo>
                    <a:pt x="55" y="119"/>
                  </a:lnTo>
                  <a:lnTo>
                    <a:pt x="36" y="143"/>
                  </a:lnTo>
                  <a:lnTo>
                    <a:pt x="17" y="168"/>
                  </a:lnTo>
                  <a:lnTo>
                    <a:pt x="2" y="194"/>
                  </a:lnTo>
                  <a:lnTo>
                    <a:pt x="2" y="194"/>
                  </a:lnTo>
                  <a:lnTo>
                    <a:pt x="0" y="197"/>
                  </a:lnTo>
                  <a:lnTo>
                    <a:pt x="0" y="199"/>
                  </a:lnTo>
                  <a:lnTo>
                    <a:pt x="3" y="202"/>
                  </a:lnTo>
                  <a:lnTo>
                    <a:pt x="8" y="203"/>
                  </a:lnTo>
                  <a:lnTo>
                    <a:pt x="9" y="202"/>
                  </a:lnTo>
                  <a:lnTo>
                    <a:pt x="11" y="200"/>
                  </a:lnTo>
                  <a:lnTo>
                    <a:pt x="11" y="200"/>
                  </a:lnTo>
                  <a:lnTo>
                    <a:pt x="28" y="174"/>
                  </a:lnTo>
                  <a:lnTo>
                    <a:pt x="45" y="149"/>
                  </a:lnTo>
                  <a:lnTo>
                    <a:pt x="64" y="126"/>
                  </a:lnTo>
                  <a:lnTo>
                    <a:pt x="84" y="102"/>
                  </a:lnTo>
                  <a:lnTo>
                    <a:pt x="123" y="57"/>
                  </a:lnTo>
                  <a:lnTo>
                    <a:pt x="144" y="34"/>
                  </a:lnTo>
                  <a:lnTo>
                    <a:pt x="162" y="11"/>
                  </a:lnTo>
                  <a:lnTo>
                    <a:pt x="162" y="11"/>
                  </a:lnTo>
                  <a:lnTo>
                    <a:pt x="164" y="8"/>
                  </a:lnTo>
                  <a:lnTo>
                    <a:pt x="164" y="7"/>
                  </a:lnTo>
                  <a:lnTo>
                    <a:pt x="162" y="3"/>
                  </a:lnTo>
                  <a:lnTo>
                    <a:pt x="160" y="2"/>
                  </a:lnTo>
                  <a:lnTo>
                    <a:pt x="158" y="0"/>
                  </a:lnTo>
                  <a:lnTo>
                    <a:pt x="156" y="2"/>
                  </a:lnTo>
                  <a:lnTo>
                    <a:pt x="155" y="3"/>
                  </a:lnTo>
                  <a:lnTo>
                    <a:pt x="155" y="3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92" name="Freeform 504"/>
            <p:cNvSpPr/>
            <p:nvPr>
              <p:custDataLst>
                <p:tags r:id="rId46"/>
              </p:custDataLst>
            </p:nvPr>
          </p:nvSpPr>
          <p:spPr bwMode="auto">
            <a:xfrm>
              <a:off x="3446463" y="1190625"/>
              <a:ext cx="82550" cy="96838"/>
            </a:xfrm>
            <a:custGeom>
              <a:avLst/>
              <a:gdLst/>
              <a:ahLst/>
              <a:cxnLst>
                <a:cxn ang="0">
                  <a:pos x="202" y="1"/>
                </a:cxn>
                <a:cxn ang="0">
                  <a:pos x="202" y="1"/>
                </a:cxn>
                <a:cxn ang="0">
                  <a:pos x="173" y="24"/>
                </a:cxn>
                <a:cxn ang="0">
                  <a:pos x="145" y="50"/>
                </a:cxn>
                <a:cxn ang="0">
                  <a:pos x="119" y="77"/>
                </a:cxn>
                <a:cxn ang="0">
                  <a:pos x="107" y="92"/>
                </a:cxn>
                <a:cxn ang="0">
                  <a:pos x="96" y="106"/>
                </a:cxn>
                <a:cxn ang="0">
                  <a:pos x="96" y="106"/>
                </a:cxn>
                <a:cxn ang="0">
                  <a:pos x="84" y="122"/>
                </a:cxn>
                <a:cxn ang="0">
                  <a:pos x="71" y="137"/>
                </a:cxn>
                <a:cxn ang="0">
                  <a:pos x="45" y="169"/>
                </a:cxn>
                <a:cxn ang="0">
                  <a:pos x="33" y="184"/>
                </a:cxn>
                <a:cxn ang="0">
                  <a:pos x="21" y="200"/>
                </a:cxn>
                <a:cxn ang="0">
                  <a:pos x="11" y="217"/>
                </a:cxn>
                <a:cxn ang="0">
                  <a:pos x="1" y="235"/>
                </a:cxn>
                <a:cxn ang="0">
                  <a:pos x="1" y="235"/>
                </a:cxn>
                <a:cxn ang="0">
                  <a:pos x="0" y="238"/>
                </a:cxn>
                <a:cxn ang="0">
                  <a:pos x="0" y="239"/>
                </a:cxn>
                <a:cxn ang="0">
                  <a:pos x="4" y="243"/>
                </a:cxn>
                <a:cxn ang="0">
                  <a:pos x="5" y="245"/>
                </a:cxn>
                <a:cxn ang="0">
                  <a:pos x="8" y="245"/>
                </a:cxn>
                <a:cxn ang="0">
                  <a:pos x="9" y="243"/>
                </a:cxn>
                <a:cxn ang="0">
                  <a:pos x="11" y="241"/>
                </a:cxn>
                <a:cxn ang="0">
                  <a:pos x="11" y="241"/>
                </a:cxn>
                <a:cxn ang="0">
                  <a:pos x="18" y="225"/>
                </a:cxn>
                <a:cxn ang="0">
                  <a:pos x="28" y="211"/>
                </a:cxn>
                <a:cxn ang="0">
                  <a:pos x="38" y="196"/>
                </a:cxn>
                <a:cxn ang="0">
                  <a:pos x="50" y="182"/>
                </a:cxn>
                <a:cxn ang="0">
                  <a:pos x="72" y="156"/>
                </a:cxn>
                <a:cxn ang="0">
                  <a:pos x="94" y="128"/>
                </a:cxn>
                <a:cxn ang="0">
                  <a:pos x="94" y="128"/>
                </a:cxn>
                <a:cxn ang="0">
                  <a:pos x="119" y="95"/>
                </a:cxn>
                <a:cxn ang="0">
                  <a:pos x="147" y="65"/>
                </a:cxn>
                <a:cxn ang="0">
                  <a:pos x="175" y="37"/>
                </a:cxn>
                <a:cxn ang="0">
                  <a:pos x="191" y="24"/>
                </a:cxn>
                <a:cxn ang="0">
                  <a:pos x="207" y="10"/>
                </a:cxn>
                <a:cxn ang="0">
                  <a:pos x="207" y="10"/>
                </a:cxn>
                <a:cxn ang="0">
                  <a:pos x="208" y="9"/>
                </a:cxn>
                <a:cxn ang="0">
                  <a:pos x="209" y="7"/>
                </a:cxn>
                <a:cxn ang="0">
                  <a:pos x="208" y="3"/>
                </a:cxn>
                <a:cxn ang="0">
                  <a:pos x="207" y="1"/>
                </a:cxn>
                <a:cxn ang="0">
                  <a:pos x="205" y="0"/>
                </a:cxn>
                <a:cxn ang="0">
                  <a:pos x="203" y="0"/>
                </a:cxn>
                <a:cxn ang="0">
                  <a:pos x="202" y="1"/>
                </a:cxn>
                <a:cxn ang="0">
                  <a:pos x="202" y="1"/>
                </a:cxn>
              </a:cxnLst>
              <a:rect l="0" t="0" r="r" b="b"/>
              <a:pathLst>
                <a:path w="209" h="245">
                  <a:moveTo>
                    <a:pt x="202" y="1"/>
                  </a:moveTo>
                  <a:lnTo>
                    <a:pt x="202" y="1"/>
                  </a:lnTo>
                  <a:lnTo>
                    <a:pt x="173" y="24"/>
                  </a:lnTo>
                  <a:lnTo>
                    <a:pt x="145" y="50"/>
                  </a:lnTo>
                  <a:lnTo>
                    <a:pt x="119" y="77"/>
                  </a:lnTo>
                  <a:lnTo>
                    <a:pt x="107" y="92"/>
                  </a:lnTo>
                  <a:lnTo>
                    <a:pt x="96" y="106"/>
                  </a:lnTo>
                  <a:lnTo>
                    <a:pt x="96" y="106"/>
                  </a:lnTo>
                  <a:lnTo>
                    <a:pt x="84" y="122"/>
                  </a:lnTo>
                  <a:lnTo>
                    <a:pt x="71" y="137"/>
                  </a:lnTo>
                  <a:lnTo>
                    <a:pt x="45" y="169"/>
                  </a:lnTo>
                  <a:lnTo>
                    <a:pt x="33" y="184"/>
                  </a:lnTo>
                  <a:lnTo>
                    <a:pt x="21" y="200"/>
                  </a:lnTo>
                  <a:lnTo>
                    <a:pt x="11" y="217"/>
                  </a:lnTo>
                  <a:lnTo>
                    <a:pt x="1" y="235"/>
                  </a:lnTo>
                  <a:lnTo>
                    <a:pt x="1" y="235"/>
                  </a:lnTo>
                  <a:lnTo>
                    <a:pt x="0" y="238"/>
                  </a:lnTo>
                  <a:lnTo>
                    <a:pt x="0" y="239"/>
                  </a:lnTo>
                  <a:lnTo>
                    <a:pt x="4" y="243"/>
                  </a:lnTo>
                  <a:lnTo>
                    <a:pt x="5" y="245"/>
                  </a:lnTo>
                  <a:lnTo>
                    <a:pt x="8" y="245"/>
                  </a:lnTo>
                  <a:lnTo>
                    <a:pt x="9" y="243"/>
                  </a:lnTo>
                  <a:lnTo>
                    <a:pt x="11" y="241"/>
                  </a:lnTo>
                  <a:lnTo>
                    <a:pt x="11" y="241"/>
                  </a:lnTo>
                  <a:lnTo>
                    <a:pt x="18" y="225"/>
                  </a:lnTo>
                  <a:lnTo>
                    <a:pt x="28" y="211"/>
                  </a:lnTo>
                  <a:lnTo>
                    <a:pt x="38" y="196"/>
                  </a:lnTo>
                  <a:lnTo>
                    <a:pt x="50" y="182"/>
                  </a:lnTo>
                  <a:lnTo>
                    <a:pt x="72" y="156"/>
                  </a:lnTo>
                  <a:lnTo>
                    <a:pt x="94" y="128"/>
                  </a:lnTo>
                  <a:lnTo>
                    <a:pt x="94" y="128"/>
                  </a:lnTo>
                  <a:lnTo>
                    <a:pt x="119" y="95"/>
                  </a:lnTo>
                  <a:lnTo>
                    <a:pt x="147" y="65"/>
                  </a:lnTo>
                  <a:lnTo>
                    <a:pt x="175" y="37"/>
                  </a:lnTo>
                  <a:lnTo>
                    <a:pt x="191" y="24"/>
                  </a:lnTo>
                  <a:lnTo>
                    <a:pt x="207" y="10"/>
                  </a:lnTo>
                  <a:lnTo>
                    <a:pt x="207" y="10"/>
                  </a:lnTo>
                  <a:lnTo>
                    <a:pt x="208" y="9"/>
                  </a:lnTo>
                  <a:lnTo>
                    <a:pt x="209" y="7"/>
                  </a:lnTo>
                  <a:lnTo>
                    <a:pt x="208" y="3"/>
                  </a:lnTo>
                  <a:lnTo>
                    <a:pt x="207" y="1"/>
                  </a:lnTo>
                  <a:lnTo>
                    <a:pt x="205" y="0"/>
                  </a:lnTo>
                  <a:lnTo>
                    <a:pt x="203" y="0"/>
                  </a:lnTo>
                  <a:lnTo>
                    <a:pt x="202" y="1"/>
                  </a:lnTo>
                  <a:lnTo>
                    <a:pt x="202" y="1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93" name="Freeform 505"/>
            <p:cNvSpPr/>
            <p:nvPr>
              <p:custDataLst>
                <p:tags r:id="rId47"/>
              </p:custDataLst>
            </p:nvPr>
          </p:nvSpPr>
          <p:spPr bwMode="auto">
            <a:xfrm>
              <a:off x="3448051" y="1246188"/>
              <a:ext cx="66675" cy="82550"/>
            </a:xfrm>
            <a:custGeom>
              <a:avLst/>
              <a:gdLst/>
              <a:ahLst/>
              <a:cxnLst>
                <a:cxn ang="0">
                  <a:pos x="157" y="3"/>
                </a:cxn>
                <a:cxn ang="0">
                  <a:pos x="157" y="3"/>
                </a:cxn>
                <a:cxn ang="0">
                  <a:pos x="136" y="32"/>
                </a:cxn>
                <a:cxn ang="0">
                  <a:pos x="115" y="60"/>
                </a:cxn>
                <a:cxn ang="0">
                  <a:pos x="94" y="89"/>
                </a:cxn>
                <a:cxn ang="0">
                  <a:pos x="84" y="102"/>
                </a:cxn>
                <a:cxn ang="0">
                  <a:pos x="71" y="115"/>
                </a:cxn>
                <a:cxn ang="0">
                  <a:pos x="71" y="115"/>
                </a:cxn>
                <a:cxn ang="0">
                  <a:pos x="52" y="134"/>
                </a:cxn>
                <a:cxn ang="0">
                  <a:pos x="34" y="155"/>
                </a:cxn>
                <a:cxn ang="0">
                  <a:pos x="16" y="176"/>
                </a:cxn>
                <a:cxn ang="0">
                  <a:pos x="8" y="186"/>
                </a:cxn>
                <a:cxn ang="0">
                  <a:pos x="1" y="196"/>
                </a:cxn>
                <a:cxn ang="0">
                  <a:pos x="1" y="196"/>
                </a:cxn>
                <a:cxn ang="0">
                  <a:pos x="0" y="199"/>
                </a:cxn>
                <a:cxn ang="0">
                  <a:pos x="0" y="202"/>
                </a:cxn>
                <a:cxn ang="0">
                  <a:pos x="3" y="204"/>
                </a:cxn>
                <a:cxn ang="0">
                  <a:pos x="7" y="206"/>
                </a:cxn>
                <a:cxn ang="0">
                  <a:pos x="9" y="204"/>
                </a:cxn>
                <a:cxn ang="0">
                  <a:pos x="10" y="203"/>
                </a:cxn>
                <a:cxn ang="0">
                  <a:pos x="10" y="203"/>
                </a:cxn>
                <a:cxn ang="0">
                  <a:pos x="20" y="190"/>
                </a:cxn>
                <a:cxn ang="0">
                  <a:pos x="29" y="178"/>
                </a:cxn>
                <a:cxn ang="0">
                  <a:pos x="50" y="155"/>
                </a:cxn>
                <a:cxn ang="0">
                  <a:pos x="72" y="131"/>
                </a:cxn>
                <a:cxn ang="0">
                  <a:pos x="93" y="109"/>
                </a:cxn>
                <a:cxn ang="0">
                  <a:pos x="93" y="109"/>
                </a:cxn>
                <a:cxn ang="0">
                  <a:pos x="112" y="84"/>
                </a:cxn>
                <a:cxn ang="0">
                  <a:pos x="131" y="59"/>
                </a:cxn>
                <a:cxn ang="0">
                  <a:pos x="148" y="34"/>
                </a:cxn>
                <a:cxn ang="0">
                  <a:pos x="166" y="8"/>
                </a:cxn>
                <a:cxn ang="0">
                  <a:pos x="166" y="8"/>
                </a:cxn>
                <a:cxn ang="0">
                  <a:pos x="167" y="7"/>
                </a:cxn>
                <a:cxn ang="0">
                  <a:pos x="167" y="4"/>
                </a:cxn>
                <a:cxn ang="0">
                  <a:pos x="166" y="3"/>
                </a:cxn>
                <a:cxn ang="0">
                  <a:pos x="165" y="2"/>
                </a:cxn>
                <a:cxn ang="0">
                  <a:pos x="161" y="0"/>
                </a:cxn>
                <a:cxn ang="0">
                  <a:pos x="158" y="2"/>
                </a:cxn>
                <a:cxn ang="0">
                  <a:pos x="157" y="3"/>
                </a:cxn>
                <a:cxn ang="0">
                  <a:pos x="157" y="3"/>
                </a:cxn>
              </a:cxnLst>
              <a:rect l="0" t="0" r="r" b="b"/>
              <a:pathLst>
                <a:path w="167" h="206">
                  <a:moveTo>
                    <a:pt x="157" y="3"/>
                  </a:moveTo>
                  <a:lnTo>
                    <a:pt x="157" y="3"/>
                  </a:lnTo>
                  <a:lnTo>
                    <a:pt x="136" y="32"/>
                  </a:lnTo>
                  <a:lnTo>
                    <a:pt x="115" y="60"/>
                  </a:lnTo>
                  <a:lnTo>
                    <a:pt x="94" y="89"/>
                  </a:lnTo>
                  <a:lnTo>
                    <a:pt x="84" y="102"/>
                  </a:lnTo>
                  <a:lnTo>
                    <a:pt x="71" y="115"/>
                  </a:lnTo>
                  <a:lnTo>
                    <a:pt x="71" y="115"/>
                  </a:lnTo>
                  <a:lnTo>
                    <a:pt x="52" y="134"/>
                  </a:lnTo>
                  <a:lnTo>
                    <a:pt x="34" y="155"/>
                  </a:lnTo>
                  <a:lnTo>
                    <a:pt x="16" y="176"/>
                  </a:lnTo>
                  <a:lnTo>
                    <a:pt x="8" y="186"/>
                  </a:lnTo>
                  <a:lnTo>
                    <a:pt x="1" y="196"/>
                  </a:lnTo>
                  <a:lnTo>
                    <a:pt x="1" y="196"/>
                  </a:lnTo>
                  <a:lnTo>
                    <a:pt x="0" y="199"/>
                  </a:lnTo>
                  <a:lnTo>
                    <a:pt x="0" y="202"/>
                  </a:lnTo>
                  <a:lnTo>
                    <a:pt x="3" y="204"/>
                  </a:lnTo>
                  <a:lnTo>
                    <a:pt x="7" y="206"/>
                  </a:lnTo>
                  <a:lnTo>
                    <a:pt x="9" y="204"/>
                  </a:lnTo>
                  <a:lnTo>
                    <a:pt x="10" y="203"/>
                  </a:lnTo>
                  <a:lnTo>
                    <a:pt x="10" y="203"/>
                  </a:lnTo>
                  <a:lnTo>
                    <a:pt x="20" y="190"/>
                  </a:lnTo>
                  <a:lnTo>
                    <a:pt x="29" y="178"/>
                  </a:lnTo>
                  <a:lnTo>
                    <a:pt x="50" y="155"/>
                  </a:lnTo>
                  <a:lnTo>
                    <a:pt x="72" y="131"/>
                  </a:lnTo>
                  <a:lnTo>
                    <a:pt x="93" y="109"/>
                  </a:lnTo>
                  <a:lnTo>
                    <a:pt x="93" y="109"/>
                  </a:lnTo>
                  <a:lnTo>
                    <a:pt x="112" y="84"/>
                  </a:lnTo>
                  <a:lnTo>
                    <a:pt x="131" y="59"/>
                  </a:lnTo>
                  <a:lnTo>
                    <a:pt x="148" y="34"/>
                  </a:lnTo>
                  <a:lnTo>
                    <a:pt x="166" y="8"/>
                  </a:lnTo>
                  <a:lnTo>
                    <a:pt x="166" y="8"/>
                  </a:lnTo>
                  <a:lnTo>
                    <a:pt x="167" y="7"/>
                  </a:lnTo>
                  <a:lnTo>
                    <a:pt x="167" y="4"/>
                  </a:lnTo>
                  <a:lnTo>
                    <a:pt x="166" y="3"/>
                  </a:lnTo>
                  <a:lnTo>
                    <a:pt x="165" y="2"/>
                  </a:lnTo>
                  <a:lnTo>
                    <a:pt x="161" y="0"/>
                  </a:lnTo>
                  <a:lnTo>
                    <a:pt x="158" y="2"/>
                  </a:lnTo>
                  <a:lnTo>
                    <a:pt x="157" y="3"/>
                  </a:lnTo>
                  <a:lnTo>
                    <a:pt x="157" y="3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94" name="Freeform 506"/>
            <p:cNvSpPr/>
            <p:nvPr>
              <p:custDataLst>
                <p:tags r:id="rId48"/>
              </p:custDataLst>
            </p:nvPr>
          </p:nvSpPr>
          <p:spPr bwMode="auto">
            <a:xfrm>
              <a:off x="3448051" y="1282700"/>
              <a:ext cx="73025" cy="90488"/>
            </a:xfrm>
            <a:custGeom>
              <a:avLst/>
              <a:gdLst/>
              <a:ahLst/>
              <a:cxnLst>
                <a:cxn ang="0">
                  <a:pos x="177" y="1"/>
                </a:cxn>
                <a:cxn ang="0">
                  <a:pos x="177" y="1"/>
                </a:cxn>
                <a:cxn ang="0">
                  <a:pos x="152" y="29"/>
                </a:cxn>
                <a:cxn ang="0">
                  <a:pos x="128" y="57"/>
                </a:cxn>
                <a:cxn ang="0">
                  <a:pos x="81" y="115"/>
                </a:cxn>
                <a:cxn ang="0">
                  <a:pos x="81" y="115"/>
                </a:cxn>
                <a:cxn ang="0">
                  <a:pos x="43" y="165"/>
                </a:cxn>
                <a:cxn ang="0">
                  <a:pos x="43" y="165"/>
                </a:cxn>
                <a:cxn ang="0">
                  <a:pos x="21" y="192"/>
                </a:cxn>
                <a:cxn ang="0">
                  <a:pos x="10" y="205"/>
                </a:cxn>
                <a:cxn ang="0">
                  <a:pos x="1" y="220"/>
                </a:cxn>
                <a:cxn ang="0">
                  <a:pos x="1" y="220"/>
                </a:cxn>
                <a:cxn ang="0">
                  <a:pos x="0" y="222"/>
                </a:cxn>
                <a:cxn ang="0">
                  <a:pos x="0" y="223"/>
                </a:cxn>
                <a:cxn ang="0">
                  <a:pos x="3" y="227"/>
                </a:cxn>
                <a:cxn ang="0">
                  <a:pos x="7" y="227"/>
                </a:cxn>
                <a:cxn ang="0">
                  <a:pos x="9" y="227"/>
                </a:cxn>
                <a:cxn ang="0">
                  <a:pos x="10" y="225"/>
                </a:cxn>
                <a:cxn ang="0">
                  <a:pos x="10" y="225"/>
                </a:cxn>
                <a:cxn ang="0">
                  <a:pos x="18" y="213"/>
                </a:cxn>
                <a:cxn ang="0">
                  <a:pos x="29" y="201"/>
                </a:cxn>
                <a:cxn ang="0">
                  <a:pos x="38" y="191"/>
                </a:cxn>
                <a:cxn ang="0">
                  <a:pos x="47" y="179"/>
                </a:cxn>
                <a:cxn ang="0">
                  <a:pos x="47" y="179"/>
                </a:cxn>
                <a:cxn ang="0">
                  <a:pos x="71" y="146"/>
                </a:cxn>
                <a:cxn ang="0">
                  <a:pos x="95" y="116"/>
                </a:cxn>
                <a:cxn ang="0">
                  <a:pos x="95" y="116"/>
                </a:cxn>
                <a:cxn ang="0">
                  <a:pos x="139" y="61"/>
                </a:cxn>
                <a:cxn ang="0">
                  <a:pos x="161" y="35"/>
                </a:cxn>
                <a:cxn ang="0">
                  <a:pos x="184" y="9"/>
                </a:cxn>
                <a:cxn ang="0">
                  <a:pos x="184" y="9"/>
                </a:cxn>
                <a:cxn ang="0">
                  <a:pos x="186" y="8"/>
                </a:cxn>
                <a:cxn ang="0">
                  <a:pos x="186" y="5"/>
                </a:cxn>
                <a:cxn ang="0">
                  <a:pos x="184" y="1"/>
                </a:cxn>
                <a:cxn ang="0">
                  <a:pos x="181" y="0"/>
                </a:cxn>
                <a:cxn ang="0">
                  <a:pos x="179" y="0"/>
                </a:cxn>
                <a:cxn ang="0">
                  <a:pos x="177" y="1"/>
                </a:cxn>
                <a:cxn ang="0">
                  <a:pos x="177" y="1"/>
                </a:cxn>
              </a:cxnLst>
              <a:rect l="0" t="0" r="r" b="b"/>
              <a:pathLst>
                <a:path w="186" h="227">
                  <a:moveTo>
                    <a:pt x="177" y="1"/>
                  </a:moveTo>
                  <a:lnTo>
                    <a:pt x="177" y="1"/>
                  </a:lnTo>
                  <a:lnTo>
                    <a:pt x="152" y="29"/>
                  </a:lnTo>
                  <a:lnTo>
                    <a:pt x="128" y="57"/>
                  </a:lnTo>
                  <a:lnTo>
                    <a:pt x="81" y="115"/>
                  </a:lnTo>
                  <a:lnTo>
                    <a:pt x="81" y="115"/>
                  </a:lnTo>
                  <a:lnTo>
                    <a:pt x="43" y="165"/>
                  </a:lnTo>
                  <a:lnTo>
                    <a:pt x="43" y="165"/>
                  </a:lnTo>
                  <a:lnTo>
                    <a:pt x="21" y="192"/>
                  </a:lnTo>
                  <a:lnTo>
                    <a:pt x="10" y="205"/>
                  </a:lnTo>
                  <a:lnTo>
                    <a:pt x="1" y="220"/>
                  </a:lnTo>
                  <a:lnTo>
                    <a:pt x="1" y="220"/>
                  </a:lnTo>
                  <a:lnTo>
                    <a:pt x="0" y="222"/>
                  </a:lnTo>
                  <a:lnTo>
                    <a:pt x="0" y="223"/>
                  </a:lnTo>
                  <a:lnTo>
                    <a:pt x="3" y="227"/>
                  </a:lnTo>
                  <a:lnTo>
                    <a:pt x="7" y="227"/>
                  </a:lnTo>
                  <a:lnTo>
                    <a:pt x="9" y="227"/>
                  </a:lnTo>
                  <a:lnTo>
                    <a:pt x="10" y="225"/>
                  </a:lnTo>
                  <a:lnTo>
                    <a:pt x="10" y="225"/>
                  </a:lnTo>
                  <a:lnTo>
                    <a:pt x="18" y="213"/>
                  </a:lnTo>
                  <a:lnTo>
                    <a:pt x="29" y="201"/>
                  </a:lnTo>
                  <a:lnTo>
                    <a:pt x="38" y="191"/>
                  </a:lnTo>
                  <a:lnTo>
                    <a:pt x="47" y="179"/>
                  </a:lnTo>
                  <a:lnTo>
                    <a:pt x="47" y="179"/>
                  </a:lnTo>
                  <a:lnTo>
                    <a:pt x="71" y="146"/>
                  </a:lnTo>
                  <a:lnTo>
                    <a:pt x="95" y="116"/>
                  </a:lnTo>
                  <a:lnTo>
                    <a:pt x="95" y="116"/>
                  </a:lnTo>
                  <a:lnTo>
                    <a:pt x="139" y="61"/>
                  </a:lnTo>
                  <a:lnTo>
                    <a:pt x="161" y="35"/>
                  </a:lnTo>
                  <a:lnTo>
                    <a:pt x="184" y="9"/>
                  </a:lnTo>
                  <a:lnTo>
                    <a:pt x="184" y="9"/>
                  </a:lnTo>
                  <a:lnTo>
                    <a:pt x="186" y="8"/>
                  </a:lnTo>
                  <a:lnTo>
                    <a:pt x="186" y="5"/>
                  </a:lnTo>
                  <a:lnTo>
                    <a:pt x="184" y="1"/>
                  </a:lnTo>
                  <a:lnTo>
                    <a:pt x="181" y="0"/>
                  </a:lnTo>
                  <a:lnTo>
                    <a:pt x="179" y="0"/>
                  </a:lnTo>
                  <a:lnTo>
                    <a:pt x="177" y="1"/>
                  </a:lnTo>
                  <a:lnTo>
                    <a:pt x="177" y="1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95" name="Freeform 507"/>
            <p:cNvSpPr/>
            <p:nvPr>
              <p:custDataLst>
                <p:tags r:id="rId49"/>
              </p:custDataLst>
            </p:nvPr>
          </p:nvSpPr>
          <p:spPr bwMode="auto">
            <a:xfrm>
              <a:off x="3452813" y="1331913"/>
              <a:ext cx="65088" cy="82550"/>
            </a:xfrm>
            <a:custGeom>
              <a:avLst/>
              <a:gdLst/>
              <a:ahLst/>
              <a:cxnLst>
                <a:cxn ang="0">
                  <a:pos x="153" y="2"/>
                </a:cxn>
                <a:cxn ang="0">
                  <a:pos x="153" y="2"/>
                </a:cxn>
                <a:cxn ang="0">
                  <a:pos x="63" y="116"/>
                </a:cxn>
                <a:cxn ang="0">
                  <a:pos x="63" y="116"/>
                </a:cxn>
                <a:cxn ang="0">
                  <a:pos x="44" y="136"/>
                </a:cxn>
                <a:cxn ang="0">
                  <a:pos x="27" y="157"/>
                </a:cxn>
                <a:cxn ang="0">
                  <a:pos x="19" y="168"/>
                </a:cxn>
                <a:cxn ang="0">
                  <a:pos x="12" y="178"/>
                </a:cxn>
                <a:cxn ang="0">
                  <a:pos x="5" y="190"/>
                </a:cxn>
                <a:cxn ang="0">
                  <a:pos x="0" y="202"/>
                </a:cxn>
                <a:cxn ang="0">
                  <a:pos x="0" y="202"/>
                </a:cxn>
                <a:cxn ang="0">
                  <a:pos x="0" y="204"/>
                </a:cxn>
                <a:cxn ang="0">
                  <a:pos x="0" y="207"/>
                </a:cxn>
                <a:cxn ang="0">
                  <a:pos x="1" y="208"/>
                </a:cxn>
                <a:cxn ang="0">
                  <a:pos x="4" y="208"/>
                </a:cxn>
                <a:cxn ang="0">
                  <a:pos x="8" y="208"/>
                </a:cxn>
                <a:cxn ang="0">
                  <a:pos x="9" y="207"/>
                </a:cxn>
                <a:cxn ang="0">
                  <a:pos x="10" y="206"/>
                </a:cxn>
                <a:cxn ang="0">
                  <a:pos x="10" y="206"/>
                </a:cxn>
                <a:cxn ang="0">
                  <a:pos x="17" y="191"/>
                </a:cxn>
                <a:cxn ang="0">
                  <a:pos x="25" y="178"/>
                </a:cxn>
                <a:cxn ang="0">
                  <a:pos x="34" y="167"/>
                </a:cxn>
                <a:cxn ang="0">
                  <a:pos x="43" y="153"/>
                </a:cxn>
                <a:cxn ang="0">
                  <a:pos x="64" y="130"/>
                </a:cxn>
                <a:cxn ang="0">
                  <a:pos x="83" y="106"/>
                </a:cxn>
                <a:cxn ang="0">
                  <a:pos x="83" y="106"/>
                </a:cxn>
                <a:cxn ang="0">
                  <a:pos x="162" y="10"/>
                </a:cxn>
                <a:cxn ang="0">
                  <a:pos x="162" y="10"/>
                </a:cxn>
                <a:cxn ang="0">
                  <a:pos x="162" y="8"/>
                </a:cxn>
                <a:cxn ang="0">
                  <a:pos x="163" y="6"/>
                </a:cxn>
                <a:cxn ang="0">
                  <a:pos x="161" y="2"/>
                </a:cxn>
                <a:cxn ang="0">
                  <a:pos x="159" y="0"/>
                </a:cxn>
                <a:cxn ang="0">
                  <a:pos x="157" y="0"/>
                </a:cxn>
                <a:cxn ang="0">
                  <a:pos x="155" y="0"/>
                </a:cxn>
                <a:cxn ang="0">
                  <a:pos x="153" y="2"/>
                </a:cxn>
                <a:cxn ang="0">
                  <a:pos x="153" y="2"/>
                </a:cxn>
              </a:cxnLst>
              <a:rect l="0" t="0" r="r" b="b"/>
              <a:pathLst>
                <a:path w="163" h="208">
                  <a:moveTo>
                    <a:pt x="153" y="2"/>
                  </a:moveTo>
                  <a:lnTo>
                    <a:pt x="153" y="2"/>
                  </a:lnTo>
                  <a:lnTo>
                    <a:pt x="63" y="116"/>
                  </a:lnTo>
                  <a:lnTo>
                    <a:pt x="63" y="116"/>
                  </a:lnTo>
                  <a:lnTo>
                    <a:pt x="44" y="136"/>
                  </a:lnTo>
                  <a:lnTo>
                    <a:pt x="27" y="157"/>
                  </a:lnTo>
                  <a:lnTo>
                    <a:pt x="19" y="168"/>
                  </a:lnTo>
                  <a:lnTo>
                    <a:pt x="12" y="178"/>
                  </a:lnTo>
                  <a:lnTo>
                    <a:pt x="5" y="190"/>
                  </a:lnTo>
                  <a:lnTo>
                    <a:pt x="0" y="202"/>
                  </a:lnTo>
                  <a:lnTo>
                    <a:pt x="0" y="202"/>
                  </a:lnTo>
                  <a:lnTo>
                    <a:pt x="0" y="204"/>
                  </a:lnTo>
                  <a:lnTo>
                    <a:pt x="0" y="207"/>
                  </a:lnTo>
                  <a:lnTo>
                    <a:pt x="1" y="208"/>
                  </a:lnTo>
                  <a:lnTo>
                    <a:pt x="4" y="208"/>
                  </a:lnTo>
                  <a:lnTo>
                    <a:pt x="8" y="208"/>
                  </a:lnTo>
                  <a:lnTo>
                    <a:pt x="9" y="207"/>
                  </a:lnTo>
                  <a:lnTo>
                    <a:pt x="10" y="206"/>
                  </a:lnTo>
                  <a:lnTo>
                    <a:pt x="10" y="206"/>
                  </a:lnTo>
                  <a:lnTo>
                    <a:pt x="17" y="191"/>
                  </a:lnTo>
                  <a:lnTo>
                    <a:pt x="25" y="178"/>
                  </a:lnTo>
                  <a:lnTo>
                    <a:pt x="34" y="167"/>
                  </a:lnTo>
                  <a:lnTo>
                    <a:pt x="43" y="153"/>
                  </a:lnTo>
                  <a:lnTo>
                    <a:pt x="64" y="130"/>
                  </a:lnTo>
                  <a:lnTo>
                    <a:pt x="83" y="106"/>
                  </a:lnTo>
                  <a:lnTo>
                    <a:pt x="83" y="106"/>
                  </a:lnTo>
                  <a:lnTo>
                    <a:pt x="162" y="10"/>
                  </a:lnTo>
                  <a:lnTo>
                    <a:pt x="162" y="10"/>
                  </a:lnTo>
                  <a:lnTo>
                    <a:pt x="162" y="8"/>
                  </a:lnTo>
                  <a:lnTo>
                    <a:pt x="163" y="6"/>
                  </a:lnTo>
                  <a:lnTo>
                    <a:pt x="161" y="2"/>
                  </a:lnTo>
                  <a:lnTo>
                    <a:pt x="159" y="0"/>
                  </a:lnTo>
                  <a:lnTo>
                    <a:pt x="157" y="0"/>
                  </a:lnTo>
                  <a:lnTo>
                    <a:pt x="155" y="0"/>
                  </a:lnTo>
                  <a:lnTo>
                    <a:pt x="153" y="2"/>
                  </a:lnTo>
                  <a:lnTo>
                    <a:pt x="153" y="2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96" name="Freeform 508"/>
            <p:cNvSpPr/>
            <p:nvPr>
              <p:custDataLst>
                <p:tags r:id="rId50"/>
              </p:custDataLst>
            </p:nvPr>
          </p:nvSpPr>
          <p:spPr bwMode="auto">
            <a:xfrm>
              <a:off x="3446463" y="1387475"/>
              <a:ext cx="68263" cy="82550"/>
            </a:xfrm>
            <a:custGeom>
              <a:avLst/>
              <a:gdLst/>
              <a:ahLst/>
              <a:cxnLst>
                <a:cxn ang="0">
                  <a:pos x="162" y="3"/>
                </a:cxn>
                <a:cxn ang="0">
                  <a:pos x="162" y="3"/>
                </a:cxn>
                <a:cxn ang="0">
                  <a:pos x="120" y="51"/>
                </a:cxn>
                <a:cxn ang="0">
                  <a:pos x="80" y="101"/>
                </a:cxn>
                <a:cxn ang="0">
                  <a:pos x="39" y="151"/>
                </a:cxn>
                <a:cxn ang="0">
                  <a:pos x="1" y="202"/>
                </a:cxn>
                <a:cxn ang="0">
                  <a:pos x="1" y="202"/>
                </a:cxn>
                <a:cxn ang="0">
                  <a:pos x="0" y="204"/>
                </a:cxn>
                <a:cxn ang="0">
                  <a:pos x="0" y="206"/>
                </a:cxn>
                <a:cxn ang="0">
                  <a:pos x="1" y="208"/>
                </a:cxn>
                <a:cxn ang="0">
                  <a:pos x="3" y="210"/>
                </a:cxn>
                <a:cxn ang="0">
                  <a:pos x="7" y="210"/>
                </a:cxn>
                <a:cxn ang="0">
                  <a:pos x="9" y="210"/>
                </a:cxn>
                <a:cxn ang="0">
                  <a:pos x="11" y="207"/>
                </a:cxn>
                <a:cxn ang="0">
                  <a:pos x="11" y="207"/>
                </a:cxn>
                <a:cxn ang="0">
                  <a:pos x="50" y="157"/>
                </a:cxn>
                <a:cxn ang="0">
                  <a:pos x="89" y="108"/>
                </a:cxn>
                <a:cxn ang="0">
                  <a:pos x="128" y="59"/>
                </a:cxn>
                <a:cxn ang="0">
                  <a:pos x="170" y="11"/>
                </a:cxn>
                <a:cxn ang="0">
                  <a:pos x="170" y="11"/>
                </a:cxn>
                <a:cxn ang="0">
                  <a:pos x="171" y="8"/>
                </a:cxn>
                <a:cxn ang="0">
                  <a:pos x="171" y="7"/>
                </a:cxn>
                <a:cxn ang="0">
                  <a:pos x="169" y="3"/>
                </a:cxn>
                <a:cxn ang="0">
                  <a:pos x="166" y="0"/>
                </a:cxn>
                <a:cxn ang="0">
                  <a:pos x="164" y="2"/>
                </a:cxn>
                <a:cxn ang="0">
                  <a:pos x="162" y="3"/>
                </a:cxn>
                <a:cxn ang="0">
                  <a:pos x="162" y="3"/>
                </a:cxn>
              </a:cxnLst>
              <a:rect l="0" t="0" r="r" b="b"/>
              <a:pathLst>
                <a:path w="171" h="210">
                  <a:moveTo>
                    <a:pt x="162" y="3"/>
                  </a:moveTo>
                  <a:lnTo>
                    <a:pt x="162" y="3"/>
                  </a:lnTo>
                  <a:lnTo>
                    <a:pt x="120" y="51"/>
                  </a:lnTo>
                  <a:lnTo>
                    <a:pt x="80" y="101"/>
                  </a:lnTo>
                  <a:lnTo>
                    <a:pt x="39" y="151"/>
                  </a:lnTo>
                  <a:lnTo>
                    <a:pt x="1" y="202"/>
                  </a:lnTo>
                  <a:lnTo>
                    <a:pt x="1" y="202"/>
                  </a:lnTo>
                  <a:lnTo>
                    <a:pt x="0" y="204"/>
                  </a:lnTo>
                  <a:lnTo>
                    <a:pt x="0" y="206"/>
                  </a:lnTo>
                  <a:lnTo>
                    <a:pt x="1" y="208"/>
                  </a:lnTo>
                  <a:lnTo>
                    <a:pt x="3" y="210"/>
                  </a:lnTo>
                  <a:lnTo>
                    <a:pt x="7" y="210"/>
                  </a:lnTo>
                  <a:lnTo>
                    <a:pt x="9" y="210"/>
                  </a:lnTo>
                  <a:lnTo>
                    <a:pt x="11" y="207"/>
                  </a:lnTo>
                  <a:lnTo>
                    <a:pt x="11" y="207"/>
                  </a:lnTo>
                  <a:lnTo>
                    <a:pt x="50" y="157"/>
                  </a:lnTo>
                  <a:lnTo>
                    <a:pt x="89" y="108"/>
                  </a:lnTo>
                  <a:lnTo>
                    <a:pt x="128" y="59"/>
                  </a:lnTo>
                  <a:lnTo>
                    <a:pt x="170" y="11"/>
                  </a:lnTo>
                  <a:lnTo>
                    <a:pt x="170" y="11"/>
                  </a:lnTo>
                  <a:lnTo>
                    <a:pt x="171" y="8"/>
                  </a:lnTo>
                  <a:lnTo>
                    <a:pt x="171" y="7"/>
                  </a:lnTo>
                  <a:lnTo>
                    <a:pt x="169" y="3"/>
                  </a:lnTo>
                  <a:lnTo>
                    <a:pt x="166" y="0"/>
                  </a:lnTo>
                  <a:lnTo>
                    <a:pt x="164" y="2"/>
                  </a:lnTo>
                  <a:lnTo>
                    <a:pt x="162" y="3"/>
                  </a:lnTo>
                  <a:lnTo>
                    <a:pt x="162" y="3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97" name="Freeform 509"/>
            <p:cNvSpPr/>
            <p:nvPr>
              <p:custDataLst>
                <p:tags r:id="rId51"/>
              </p:custDataLst>
            </p:nvPr>
          </p:nvSpPr>
          <p:spPr bwMode="auto">
            <a:xfrm>
              <a:off x="3433763" y="1431925"/>
              <a:ext cx="76200" cy="93663"/>
            </a:xfrm>
            <a:custGeom>
              <a:avLst/>
              <a:gdLst/>
              <a:ahLst/>
              <a:cxnLst>
                <a:cxn ang="0">
                  <a:pos x="183" y="3"/>
                </a:cxn>
                <a:cxn ang="0">
                  <a:pos x="183" y="3"/>
                </a:cxn>
                <a:cxn ang="0">
                  <a:pos x="174" y="16"/>
                </a:cxn>
                <a:cxn ang="0">
                  <a:pos x="162" y="28"/>
                </a:cxn>
                <a:cxn ang="0">
                  <a:pos x="139" y="51"/>
                </a:cxn>
                <a:cxn ang="0">
                  <a:pos x="139" y="51"/>
                </a:cxn>
                <a:cxn ang="0">
                  <a:pos x="115" y="78"/>
                </a:cxn>
                <a:cxn ang="0">
                  <a:pos x="92" y="106"/>
                </a:cxn>
                <a:cxn ang="0">
                  <a:pos x="92" y="106"/>
                </a:cxn>
                <a:cxn ang="0">
                  <a:pos x="68" y="135"/>
                </a:cxn>
                <a:cxn ang="0">
                  <a:pos x="43" y="165"/>
                </a:cxn>
                <a:cxn ang="0">
                  <a:pos x="31" y="180"/>
                </a:cxn>
                <a:cxn ang="0">
                  <a:pos x="21" y="194"/>
                </a:cxn>
                <a:cxn ang="0">
                  <a:pos x="11" y="211"/>
                </a:cxn>
                <a:cxn ang="0">
                  <a:pos x="0" y="228"/>
                </a:cxn>
                <a:cxn ang="0">
                  <a:pos x="0" y="228"/>
                </a:cxn>
                <a:cxn ang="0">
                  <a:pos x="0" y="231"/>
                </a:cxn>
                <a:cxn ang="0">
                  <a:pos x="0" y="232"/>
                </a:cxn>
                <a:cxn ang="0">
                  <a:pos x="3" y="236"/>
                </a:cxn>
                <a:cxn ang="0">
                  <a:pos x="7" y="236"/>
                </a:cxn>
                <a:cxn ang="0">
                  <a:pos x="9" y="236"/>
                </a:cxn>
                <a:cxn ang="0">
                  <a:pos x="11" y="233"/>
                </a:cxn>
                <a:cxn ang="0">
                  <a:pos x="11" y="233"/>
                </a:cxn>
                <a:cxn ang="0">
                  <a:pos x="20" y="218"/>
                </a:cxn>
                <a:cxn ang="0">
                  <a:pos x="29" y="202"/>
                </a:cxn>
                <a:cxn ang="0">
                  <a:pos x="39" y="187"/>
                </a:cxn>
                <a:cxn ang="0">
                  <a:pos x="51" y="174"/>
                </a:cxn>
                <a:cxn ang="0">
                  <a:pos x="73" y="147"/>
                </a:cxn>
                <a:cxn ang="0">
                  <a:pos x="96" y="119"/>
                </a:cxn>
                <a:cxn ang="0">
                  <a:pos x="96" y="119"/>
                </a:cxn>
                <a:cxn ang="0">
                  <a:pos x="110" y="102"/>
                </a:cxn>
                <a:cxn ang="0">
                  <a:pos x="124" y="84"/>
                </a:cxn>
                <a:cxn ang="0">
                  <a:pos x="154" y="51"/>
                </a:cxn>
                <a:cxn ang="0">
                  <a:pos x="154" y="51"/>
                </a:cxn>
                <a:cxn ang="0">
                  <a:pos x="175" y="32"/>
                </a:cxn>
                <a:cxn ang="0">
                  <a:pos x="184" y="21"/>
                </a:cxn>
                <a:cxn ang="0">
                  <a:pos x="194" y="8"/>
                </a:cxn>
                <a:cxn ang="0">
                  <a:pos x="194" y="8"/>
                </a:cxn>
                <a:cxn ang="0">
                  <a:pos x="194" y="7"/>
                </a:cxn>
                <a:cxn ang="0">
                  <a:pos x="194" y="4"/>
                </a:cxn>
                <a:cxn ang="0">
                  <a:pos x="191" y="2"/>
                </a:cxn>
                <a:cxn ang="0">
                  <a:pos x="187" y="0"/>
                </a:cxn>
                <a:cxn ang="0">
                  <a:pos x="184" y="2"/>
                </a:cxn>
                <a:cxn ang="0">
                  <a:pos x="183" y="3"/>
                </a:cxn>
                <a:cxn ang="0">
                  <a:pos x="183" y="3"/>
                </a:cxn>
              </a:cxnLst>
              <a:rect l="0" t="0" r="r" b="b"/>
              <a:pathLst>
                <a:path w="194" h="236">
                  <a:moveTo>
                    <a:pt x="183" y="3"/>
                  </a:moveTo>
                  <a:lnTo>
                    <a:pt x="183" y="3"/>
                  </a:lnTo>
                  <a:lnTo>
                    <a:pt x="174" y="16"/>
                  </a:lnTo>
                  <a:lnTo>
                    <a:pt x="162" y="28"/>
                  </a:lnTo>
                  <a:lnTo>
                    <a:pt x="139" y="51"/>
                  </a:lnTo>
                  <a:lnTo>
                    <a:pt x="139" y="51"/>
                  </a:lnTo>
                  <a:lnTo>
                    <a:pt x="115" y="78"/>
                  </a:lnTo>
                  <a:lnTo>
                    <a:pt x="92" y="106"/>
                  </a:lnTo>
                  <a:lnTo>
                    <a:pt x="92" y="106"/>
                  </a:lnTo>
                  <a:lnTo>
                    <a:pt x="68" y="135"/>
                  </a:lnTo>
                  <a:lnTo>
                    <a:pt x="43" y="165"/>
                  </a:lnTo>
                  <a:lnTo>
                    <a:pt x="31" y="180"/>
                  </a:lnTo>
                  <a:lnTo>
                    <a:pt x="21" y="194"/>
                  </a:lnTo>
                  <a:lnTo>
                    <a:pt x="11" y="211"/>
                  </a:lnTo>
                  <a:lnTo>
                    <a:pt x="0" y="228"/>
                  </a:lnTo>
                  <a:lnTo>
                    <a:pt x="0" y="228"/>
                  </a:lnTo>
                  <a:lnTo>
                    <a:pt x="0" y="231"/>
                  </a:lnTo>
                  <a:lnTo>
                    <a:pt x="0" y="232"/>
                  </a:lnTo>
                  <a:lnTo>
                    <a:pt x="3" y="236"/>
                  </a:lnTo>
                  <a:lnTo>
                    <a:pt x="7" y="236"/>
                  </a:lnTo>
                  <a:lnTo>
                    <a:pt x="9" y="236"/>
                  </a:lnTo>
                  <a:lnTo>
                    <a:pt x="11" y="233"/>
                  </a:lnTo>
                  <a:lnTo>
                    <a:pt x="11" y="233"/>
                  </a:lnTo>
                  <a:lnTo>
                    <a:pt x="20" y="218"/>
                  </a:lnTo>
                  <a:lnTo>
                    <a:pt x="29" y="202"/>
                  </a:lnTo>
                  <a:lnTo>
                    <a:pt x="39" y="187"/>
                  </a:lnTo>
                  <a:lnTo>
                    <a:pt x="51" y="174"/>
                  </a:lnTo>
                  <a:lnTo>
                    <a:pt x="73" y="147"/>
                  </a:lnTo>
                  <a:lnTo>
                    <a:pt x="96" y="119"/>
                  </a:lnTo>
                  <a:lnTo>
                    <a:pt x="96" y="119"/>
                  </a:lnTo>
                  <a:lnTo>
                    <a:pt x="110" y="102"/>
                  </a:lnTo>
                  <a:lnTo>
                    <a:pt x="124" y="84"/>
                  </a:lnTo>
                  <a:lnTo>
                    <a:pt x="154" y="51"/>
                  </a:lnTo>
                  <a:lnTo>
                    <a:pt x="154" y="51"/>
                  </a:lnTo>
                  <a:lnTo>
                    <a:pt x="175" y="32"/>
                  </a:lnTo>
                  <a:lnTo>
                    <a:pt x="184" y="21"/>
                  </a:lnTo>
                  <a:lnTo>
                    <a:pt x="194" y="8"/>
                  </a:lnTo>
                  <a:lnTo>
                    <a:pt x="194" y="8"/>
                  </a:lnTo>
                  <a:lnTo>
                    <a:pt x="194" y="7"/>
                  </a:lnTo>
                  <a:lnTo>
                    <a:pt x="194" y="4"/>
                  </a:lnTo>
                  <a:lnTo>
                    <a:pt x="191" y="2"/>
                  </a:lnTo>
                  <a:lnTo>
                    <a:pt x="187" y="0"/>
                  </a:lnTo>
                  <a:lnTo>
                    <a:pt x="184" y="2"/>
                  </a:lnTo>
                  <a:lnTo>
                    <a:pt x="183" y="3"/>
                  </a:lnTo>
                  <a:lnTo>
                    <a:pt x="183" y="3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98" name="Freeform 510"/>
            <p:cNvSpPr/>
            <p:nvPr>
              <p:custDataLst>
                <p:tags r:id="rId52"/>
              </p:custDataLst>
            </p:nvPr>
          </p:nvSpPr>
          <p:spPr bwMode="auto">
            <a:xfrm>
              <a:off x="3438526" y="1466850"/>
              <a:ext cx="76200" cy="87313"/>
            </a:xfrm>
            <a:custGeom>
              <a:avLst/>
              <a:gdLst/>
              <a:ahLst/>
              <a:cxnLst>
                <a:cxn ang="0">
                  <a:pos x="179" y="3"/>
                </a:cxn>
                <a:cxn ang="0">
                  <a:pos x="179" y="3"/>
                </a:cxn>
                <a:cxn ang="0">
                  <a:pos x="158" y="37"/>
                </a:cxn>
                <a:cxn ang="0">
                  <a:pos x="136" y="69"/>
                </a:cxn>
                <a:cxn ang="0">
                  <a:pos x="112" y="101"/>
                </a:cxn>
                <a:cxn ang="0">
                  <a:pos x="99" y="116"/>
                </a:cxn>
                <a:cxn ang="0">
                  <a:pos x="86" y="132"/>
                </a:cxn>
                <a:cxn ang="0">
                  <a:pos x="86" y="132"/>
                </a:cxn>
                <a:cxn ang="0">
                  <a:pos x="74" y="144"/>
                </a:cxn>
                <a:cxn ang="0">
                  <a:pos x="61" y="156"/>
                </a:cxn>
                <a:cxn ang="0">
                  <a:pos x="34" y="177"/>
                </a:cxn>
                <a:cxn ang="0">
                  <a:pos x="34" y="177"/>
                </a:cxn>
                <a:cxn ang="0">
                  <a:pos x="23" y="183"/>
                </a:cxn>
                <a:cxn ang="0">
                  <a:pos x="14" y="190"/>
                </a:cxn>
                <a:cxn ang="0">
                  <a:pos x="6" y="198"/>
                </a:cxn>
                <a:cxn ang="0">
                  <a:pos x="0" y="208"/>
                </a:cxn>
                <a:cxn ang="0">
                  <a:pos x="0" y="208"/>
                </a:cxn>
                <a:cxn ang="0">
                  <a:pos x="0" y="211"/>
                </a:cxn>
                <a:cxn ang="0">
                  <a:pos x="0" y="213"/>
                </a:cxn>
                <a:cxn ang="0">
                  <a:pos x="2" y="216"/>
                </a:cxn>
                <a:cxn ang="0">
                  <a:pos x="6" y="217"/>
                </a:cxn>
                <a:cxn ang="0">
                  <a:pos x="8" y="216"/>
                </a:cxn>
                <a:cxn ang="0">
                  <a:pos x="10" y="213"/>
                </a:cxn>
                <a:cxn ang="0">
                  <a:pos x="10" y="213"/>
                </a:cxn>
                <a:cxn ang="0">
                  <a:pos x="14" y="208"/>
                </a:cxn>
                <a:cxn ang="0">
                  <a:pos x="19" y="201"/>
                </a:cxn>
                <a:cxn ang="0">
                  <a:pos x="31" y="191"/>
                </a:cxn>
                <a:cxn ang="0">
                  <a:pos x="44" y="182"/>
                </a:cxn>
                <a:cxn ang="0">
                  <a:pos x="57" y="173"/>
                </a:cxn>
                <a:cxn ang="0">
                  <a:pos x="57" y="173"/>
                </a:cxn>
                <a:cxn ang="0">
                  <a:pos x="70" y="162"/>
                </a:cxn>
                <a:cxn ang="0">
                  <a:pos x="83" y="150"/>
                </a:cxn>
                <a:cxn ang="0">
                  <a:pos x="95" y="139"/>
                </a:cxn>
                <a:cxn ang="0">
                  <a:pos x="106" y="127"/>
                </a:cxn>
                <a:cxn ang="0">
                  <a:pos x="106" y="127"/>
                </a:cxn>
                <a:cxn ang="0">
                  <a:pos x="129" y="98"/>
                </a:cxn>
                <a:cxn ang="0">
                  <a:pos x="150" y="69"/>
                </a:cxn>
                <a:cxn ang="0">
                  <a:pos x="170" y="39"/>
                </a:cxn>
                <a:cxn ang="0">
                  <a:pos x="188" y="8"/>
                </a:cxn>
                <a:cxn ang="0">
                  <a:pos x="188" y="8"/>
                </a:cxn>
                <a:cxn ang="0">
                  <a:pos x="189" y="7"/>
                </a:cxn>
                <a:cxn ang="0">
                  <a:pos x="189" y="4"/>
                </a:cxn>
                <a:cxn ang="0">
                  <a:pos x="187" y="0"/>
                </a:cxn>
                <a:cxn ang="0">
                  <a:pos x="183" y="0"/>
                </a:cxn>
                <a:cxn ang="0">
                  <a:pos x="180" y="1"/>
                </a:cxn>
                <a:cxn ang="0">
                  <a:pos x="179" y="3"/>
                </a:cxn>
                <a:cxn ang="0">
                  <a:pos x="179" y="3"/>
                </a:cxn>
              </a:cxnLst>
              <a:rect l="0" t="0" r="r" b="b"/>
              <a:pathLst>
                <a:path w="189" h="217">
                  <a:moveTo>
                    <a:pt x="179" y="3"/>
                  </a:moveTo>
                  <a:lnTo>
                    <a:pt x="179" y="3"/>
                  </a:lnTo>
                  <a:lnTo>
                    <a:pt x="158" y="37"/>
                  </a:lnTo>
                  <a:lnTo>
                    <a:pt x="136" y="69"/>
                  </a:lnTo>
                  <a:lnTo>
                    <a:pt x="112" y="101"/>
                  </a:lnTo>
                  <a:lnTo>
                    <a:pt x="99" y="116"/>
                  </a:lnTo>
                  <a:lnTo>
                    <a:pt x="86" y="132"/>
                  </a:lnTo>
                  <a:lnTo>
                    <a:pt x="86" y="132"/>
                  </a:lnTo>
                  <a:lnTo>
                    <a:pt x="74" y="144"/>
                  </a:lnTo>
                  <a:lnTo>
                    <a:pt x="61" y="156"/>
                  </a:lnTo>
                  <a:lnTo>
                    <a:pt x="34" y="177"/>
                  </a:lnTo>
                  <a:lnTo>
                    <a:pt x="34" y="177"/>
                  </a:lnTo>
                  <a:lnTo>
                    <a:pt x="23" y="183"/>
                  </a:lnTo>
                  <a:lnTo>
                    <a:pt x="14" y="190"/>
                  </a:lnTo>
                  <a:lnTo>
                    <a:pt x="6" y="198"/>
                  </a:lnTo>
                  <a:lnTo>
                    <a:pt x="0" y="208"/>
                  </a:lnTo>
                  <a:lnTo>
                    <a:pt x="0" y="208"/>
                  </a:lnTo>
                  <a:lnTo>
                    <a:pt x="0" y="211"/>
                  </a:lnTo>
                  <a:lnTo>
                    <a:pt x="0" y="213"/>
                  </a:lnTo>
                  <a:lnTo>
                    <a:pt x="2" y="216"/>
                  </a:lnTo>
                  <a:lnTo>
                    <a:pt x="6" y="217"/>
                  </a:lnTo>
                  <a:lnTo>
                    <a:pt x="8" y="216"/>
                  </a:lnTo>
                  <a:lnTo>
                    <a:pt x="10" y="213"/>
                  </a:lnTo>
                  <a:lnTo>
                    <a:pt x="10" y="213"/>
                  </a:lnTo>
                  <a:lnTo>
                    <a:pt x="14" y="208"/>
                  </a:lnTo>
                  <a:lnTo>
                    <a:pt x="19" y="201"/>
                  </a:lnTo>
                  <a:lnTo>
                    <a:pt x="31" y="191"/>
                  </a:lnTo>
                  <a:lnTo>
                    <a:pt x="44" y="182"/>
                  </a:lnTo>
                  <a:lnTo>
                    <a:pt x="57" y="173"/>
                  </a:lnTo>
                  <a:lnTo>
                    <a:pt x="57" y="173"/>
                  </a:lnTo>
                  <a:lnTo>
                    <a:pt x="70" y="162"/>
                  </a:lnTo>
                  <a:lnTo>
                    <a:pt x="83" y="150"/>
                  </a:lnTo>
                  <a:lnTo>
                    <a:pt x="95" y="139"/>
                  </a:lnTo>
                  <a:lnTo>
                    <a:pt x="106" y="127"/>
                  </a:lnTo>
                  <a:lnTo>
                    <a:pt x="106" y="127"/>
                  </a:lnTo>
                  <a:lnTo>
                    <a:pt x="129" y="98"/>
                  </a:lnTo>
                  <a:lnTo>
                    <a:pt x="150" y="69"/>
                  </a:lnTo>
                  <a:lnTo>
                    <a:pt x="170" y="39"/>
                  </a:lnTo>
                  <a:lnTo>
                    <a:pt x="188" y="8"/>
                  </a:lnTo>
                  <a:lnTo>
                    <a:pt x="188" y="8"/>
                  </a:lnTo>
                  <a:lnTo>
                    <a:pt x="189" y="7"/>
                  </a:lnTo>
                  <a:lnTo>
                    <a:pt x="189" y="4"/>
                  </a:lnTo>
                  <a:lnTo>
                    <a:pt x="187" y="0"/>
                  </a:lnTo>
                  <a:lnTo>
                    <a:pt x="183" y="0"/>
                  </a:lnTo>
                  <a:lnTo>
                    <a:pt x="180" y="1"/>
                  </a:lnTo>
                  <a:lnTo>
                    <a:pt x="179" y="3"/>
                  </a:lnTo>
                  <a:lnTo>
                    <a:pt x="179" y="3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99" name="Freeform 511"/>
            <p:cNvSpPr/>
            <p:nvPr>
              <p:custDataLst>
                <p:tags r:id="rId53"/>
              </p:custDataLst>
            </p:nvPr>
          </p:nvSpPr>
          <p:spPr bwMode="auto">
            <a:xfrm>
              <a:off x="3465513" y="1516063"/>
              <a:ext cx="52388" cy="65088"/>
            </a:xfrm>
            <a:custGeom>
              <a:avLst/>
              <a:gdLst/>
              <a:ahLst/>
              <a:cxnLst>
                <a:cxn ang="0">
                  <a:pos x="119" y="1"/>
                </a:cxn>
                <a:cxn ang="0">
                  <a:pos x="119" y="1"/>
                </a:cxn>
                <a:cxn ang="0">
                  <a:pos x="85" y="34"/>
                </a:cxn>
                <a:cxn ang="0">
                  <a:pos x="68" y="51"/>
                </a:cxn>
                <a:cxn ang="0">
                  <a:pos x="52" y="69"/>
                </a:cxn>
                <a:cxn ang="0">
                  <a:pos x="52" y="69"/>
                </a:cxn>
                <a:cxn ang="0">
                  <a:pos x="38" y="90"/>
                </a:cxn>
                <a:cxn ang="0">
                  <a:pos x="25" y="111"/>
                </a:cxn>
                <a:cxn ang="0">
                  <a:pos x="12" y="132"/>
                </a:cxn>
                <a:cxn ang="0">
                  <a:pos x="0" y="154"/>
                </a:cxn>
                <a:cxn ang="0">
                  <a:pos x="0" y="154"/>
                </a:cxn>
                <a:cxn ang="0">
                  <a:pos x="0" y="157"/>
                </a:cxn>
                <a:cxn ang="0">
                  <a:pos x="0" y="159"/>
                </a:cxn>
                <a:cxn ang="0">
                  <a:pos x="2" y="162"/>
                </a:cxn>
                <a:cxn ang="0">
                  <a:pos x="5" y="163"/>
                </a:cxn>
                <a:cxn ang="0">
                  <a:pos x="8" y="163"/>
                </a:cxn>
                <a:cxn ang="0">
                  <a:pos x="9" y="162"/>
                </a:cxn>
                <a:cxn ang="0">
                  <a:pos x="10" y="161"/>
                </a:cxn>
                <a:cxn ang="0">
                  <a:pos x="10" y="161"/>
                </a:cxn>
                <a:cxn ang="0">
                  <a:pos x="21" y="140"/>
                </a:cxn>
                <a:cxn ang="0">
                  <a:pos x="31" y="120"/>
                </a:cxn>
                <a:cxn ang="0">
                  <a:pos x="43" y="102"/>
                </a:cxn>
                <a:cxn ang="0">
                  <a:pos x="57" y="83"/>
                </a:cxn>
                <a:cxn ang="0">
                  <a:pos x="57" y="83"/>
                </a:cxn>
                <a:cxn ang="0">
                  <a:pos x="73" y="62"/>
                </a:cxn>
                <a:cxn ang="0">
                  <a:pos x="90" y="44"/>
                </a:cxn>
                <a:cxn ang="0">
                  <a:pos x="128" y="9"/>
                </a:cxn>
                <a:cxn ang="0">
                  <a:pos x="128" y="9"/>
                </a:cxn>
                <a:cxn ang="0">
                  <a:pos x="129" y="8"/>
                </a:cxn>
                <a:cxn ang="0">
                  <a:pos x="129" y="5"/>
                </a:cxn>
                <a:cxn ang="0">
                  <a:pos x="127" y="1"/>
                </a:cxn>
                <a:cxn ang="0">
                  <a:pos x="124" y="0"/>
                </a:cxn>
                <a:cxn ang="0">
                  <a:pos x="121" y="0"/>
                </a:cxn>
                <a:cxn ang="0">
                  <a:pos x="119" y="1"/>
                </a:cxn>
                <a:cxn ang="0">
                  <a:pos x="119" y="1"/>
                </a:cxn>
              </a:cxnLst>
              <a:rect l="0" t="0" r="r" b="b"/>
              <a:pathLst>
                <a:path w="129" h="163">
                  <a:moveTo>
                    <a:pt x="119" y="1"/>
                  </a:moveTo>
                  <a:lnTo>
                    <a:pt x="119" y="1"/>
                  </a:lnTo>
                  <a:lnTo>
                    <a:pt x="85" y="34"/>
                  </a:lnTo>
                  <a:lnTo>
                    <a:pt x="68" y="51"/>
                  </a:lnTo>
                  <a:lnTo>
                    <a:pt x="52" y="69"/>
                  </a:lnTo>
                  <a:lnTo>
                    <a:pt x="52" y="69"/>
                  </a:lnTo>
                  <a:lnTo>
                    <a:pt x="38" y="90"/>
                  </a:lnTo>
                  <a:lnTo>
                    <a:pt x="25" y="111"/>
                  </a:lnTo>
                  <a:lnTo>
                    <a:pt x="12" y="132"/>
                  </a:lnTo>
                  <a:lnTo>
                    <a:pt x="0" y="154"/>
                  </a:lnTo>
                  <a:lnTo>
                    <a:pt x="0" y="154"/>
                  </a:lnTo>
                  <a:lnTo>
                    <a:pt x="0" y="157"/>
                  </a:lnTo>
                  <a:lnTo>
                    <a:pt x="0" y="159"/>
                  </a:lnTo>
                  <a:lnTo>
                    <a:pt x="2" y="162"/>
                  </a:lnTo>
                  <a:lnTo>
                    <a:pt x="5" y="163"/>
                  </a:lnTo>
                  <a:lnTo>
                    <a:pt x="8" y="163"/>
                  </a:lnTo>
                  <a:lnTo>
                    <a:pt x="9" y="162"/>
                  </a:lnTo>
                  <a:lnTo>
                    <a:pt x="10" y="161"/>
                  </a:lnTo>
                  <a:lnTo>
                    <a:pt x="10" y="161"/>
                  </a:lnTo>
                  <a:lnTo>
                    <a:pt x="21" y="140"/>
                  </a:lnTo>
                  <a:lnTo>
                    <a:pt x="31" y="120"/>
                  </a:lnTo>
                  <a:lnTo>
                    <a:pt x="43" y="102"/>
                  </a:lnTo>
                  <a:lnTo>
                    <a:pt x="57" y="83"/>
                  </a:lnTo>
                  <a:lnTo>
                    <a:pt x="57" y="83"/>
                  </a:lnTo>
                  <a:lnTo>
                    <a:pt x="73" y="62"/>
                  </a:lnTo>
                  <a:lnTo>
                    <a:pt x="90" y="44"/>
                  </a:lnTo>
                  <a:lnTo>
                    <a:pt x="128" y="9"/>
                  </a:lnTo>
                  <a:lnTo>
                    <a:pt x="128" y="9"/>
                  </a:lnTo>
                  <a:lnTo>
                    <a:pt x="129" y="8"/>
                  </a:lnTo>
                  <a:lnTo>
                    <a:pt x="129" y="5"/>
                  </a:lnTo>
                  <a:lnTo>
                    <a:pt x="127" y="1"/>
                  </a:lnTo>
                  <a:lnTo>
                    <a:pt x="124" y="0"/>
                  </a:lnTo>
                  <a:lnTo>
                    <a:pt x="121" y="0"/>
                  </a:lnTo>
                  <a:lnTo>
                    <a:pt x="119" y="1"/>
                  </a:lnTo>
                  <a:lnTo>
                    <a:pt x="119" y="1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00" name="Freeform 512"/>
            <p:cNvSpPr>
              <a:spLocks noEditPoints="1"/>
            </p:cNvSpPr>
            <p:nvPr>
              <p:custDataLst>
                <p:tags r:id="rId54"/>
              </p:custDataLst>
            </p:nvPr>
          </p:nvSpPr>
          <p:spPr bwMode="auto">
            <a:xfrm>
              <a:off x="3119438" y="1393825"/>
              <a:ext cx="277813" cy="128588"/>
            </a:xfrm>
            <a:custGeom>
              <a:avLst/>
              <a:gdLst/>
              <a:ahLst/>
              <a:cxnLst>
                <a:cxn ang="0">
                  <a:pos x="661" y="10"/>
                </a:cxn>
                <a:cxn ang="0">
                  <a:pos x="647" y="6"/>
                </a:cxn>
                <a:cxn ang="0">
                  <a:pos x="256" y="6"/>
                </a:cxn>
                <a:cxn ang="0">
                  <a:pos x="24" y="0"/>
                </a:cxn>
                <a:cxn ang="0">
                  <a:pos x="13" y="1"/>
                </a:cxn>
                <a:cxn ang="0">
                  <a:pos x="4" y="10"/>
                </a:cxn>
                <a:cxn ang="0">
                  <a:pos x="1" y="23"/>
                </a:cxn>
                <a:cxn ang="0">
                  <a:pos x="3" y="65"/>
                </a:cxn>
                <a:cxn ang="0">
                  <a:pos x="14" y="129"/>
                </a:cxn>
                <a:cxn ang="0">
                  <a:pos x="31" y="171"/>
                </a:cxn>
                <a:cxn ang="0">
                  <a:pos x="56" y="210"/>
                </a:cxn>
                <a:cxn ang="0">
                  <a:pos x="92" y="247"/>
                </a:cxn>
                <a:cxn ang="0">
                  <a:pos x="119" y="268"/>
                </a:cxn>
                <a:cxn ang="0">
                  <a:pos x="162" y="291"/>
                </a:cxn>
                <a:cxn ang="0">
                  <a:pos x="226" y="311"/>
                </a:cxn>
                <a:cxn ang="0">
                  <a:pos x="326" y="321"/>
                </a:cxn>
                <a:cxn ang="0">
                  <a:pos x="391" y="319"/>
                </a:cxn>
                <a:cxn ang="0">
                  <a:pos x="492" y="307"/>
                </a:cxn>
                <a:cxn ang="0">
                  <a:pos x="570" y="281"/>
                </a:cxn>
                <a:cxn ang="0">
                  <a:pos x="615" y="256"/>
                </a:cxn>
                <a:cxn ang="0">
                  <a:pos x="642" y="235"/>
                </a:cxn>
                <a:cxn ang="0">
                  <a:pos x="670" y="197"/>
                </a:cxn>
                <a:cxn ang="0">
                  <a:pos x="685" y="155"/>
                </a:cxn>
                <a:cxn ang="0">
                  <a:pos x="696" y="94"/>
                </a:cxn>
                <a:cxn ang="0">
                  <a:pos x="700" y="22"/>
                </a:cxn>
                <a:cxn ang="0">
                  <a:pos x="688" y="9"/>
                </a:cxn>
                <a:cxn ang="0">
                  <a:pos x="668" y="10"/>
                </a:cxn>
                <a:cxn ang="0">
                  <a:pos x="579" y="226"/>
                </a:cxn>
                <a:cxn ang="0">
                  <a:pos x="556" y="239"/>
                </a:cxn>
                <a:cxn ang="0">
                  <a:pos x="481" y="264"/>
                </a:cxn>
                <a:cxn ang="0">
                  <a:pos x="375" y="274"/>
                </a:cxn>
                <a:cxn ang="0">
                  <a:pos x="322" y="274"/>
                </a:cxn>
                <a:cxn ang="0">
                  <a:pos x="242" y="266"/>
                </a:cxn>
                <a:cxn ang="0">
                  <a:pos x="165" y="243"/>
                </a:cxn>
                <a:cxn ang="0">
                  <a:pos x="136" y="229"/>
                </a:cxn>
                <a:cxn ang="0">
                  <a:pos x="102" y="198"/>
                </a:cxn>
                <a:cxn ang="0">
                  <a:pos x="77" y="162"/>
                </a:cxn>
                <a:cxn ang="0">
                  <a:pos x="60" y="120"/>
                </a:cxn>
                <a:cxn ang="0">
                  <a:pos x="47" y="45"/>
                </a:cxn>
                <a:cxn ang="0">
                  <a:pos x="182" y="49"/>
                </a:cxn>
                <a:cxn ang="0">
                  <a:pos x="647" y="52"/>
                </a:cxn>
                <a:cxn ang="0">
                  <a:pos x="653" y="52"/>
                </a:cxn>
                <a:cxn ang="0">
                  <a:pos x="645" y="125"/>
                </a:cxn>
                <a:cxn ang="0">
                  <a:pos x="629" y="170"/>
                </a:cxn>
                <a:cxn ang="0">
                  <a:pos x="610" y="200"/>
                </a:cxn>
                <a:cxn ang="0">
                  <a:pos x="579" y="226"/>
                </a:cxn>
              </a:cxnLst>
              <a:rect l="0" t="0" r="r" b="b"/>
              <a:pathLst>
                <a:path w="700" h="321">
                  <a:moveTo>
                    <a:pt x="663" y="13"/>
                  </a:moveTo>
                  <a:lnTo>
                    <a:pt x="663" y="13"/>
                  </a:lnTo>
                  <a:lnTo>
                    <a:pt x="661" y="10"/>
                  </a:lnTo>
                  <a:lnTo>
                    <a:pt x="657" y="9"/>
                  </a:lnTo>
                  <a:lnTo>
                    <a:pt x="651" y="8"/>
                  </a:lnTo>
                  <a:lnTo>
                    <a:pt x="647" y="6"/>
                  </a:lnTo>
                  <a:lnTo>
                    <a:pt x="335" y="6"/>
                  </a:lnTo>
                  <a:lnTo>
                    <a:pt x="335" y="6"/>
                  </a:lnTo>
                  <a:lnTo>
                    <a:pt x="256" y="6"/>
                  </a:lnTo>
                  <a:lnTo>
                    <a:pt x="179" y="4"/>
                  </a:lnTo>
                  <a:lnTo>
                    <a:pt x="101" y="1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17" y="0"/>
                  </a:lnTo>
                  <a:lnTo>
                    <a:pt x="13" y="1"/>
                  </a:lnTo>
                  <a:lnTo>
                    <a:pt x="9" y="4"/>
                  </a:lnTo>
                  <a:lnTo>
                    <a:pt x="7" y="6"/>
                  </a:lnTo>
                  <a:lnTo>
                    <a:pt x="4" y="10"/>
                  </a:lnTo>
                  <a:lnTo>
                    <a:pt x="3" y="14"/>
                  </a:lnTo>
                  <a:lnTo>
                    <a:pt x="1" y="23"/>
                  </a:lnTo>
                  <a:lnTo>
                    <a:pt x="1" y="23"/>
                  </a:lnTo>
                  <a:lnTo>
                    <a:pt x="0" y="30"/>
                  </a:lnTo>
                  <a:lnTo>
                    <a:pt x="0" y="30"/>
                  </a:lnTo>
                  <a:lnTo>
                    <a:pt x="3" y="65"/>
                  </a:lnTo>
                  <a:lnTo>
                    <a:pt x="7" y="98"/>
                  </a:lnTo>
                  <a:lnTo>
                    <a:pt x="10" y="113"/>
                  </a:lnTo>
                  <a:lnTo>
                    <a:pt x="14" y="129"/>
                  </a:lnTo>
                  <a:lnTo>
                    <a:pt x="20" y="144"/>
                  </a:lnTo>
                  <a:lnTo>
                    <a:pt x="25" y="158"/>
                  </a:lnTo>
                  <a:lnTo>
                    <a:pt x="31" y="171"/>
                  </a:lnTo>
                  <a:lnTo>
                    <a:pt x="39" y="185"/>
                  </a:lnTo>
                  <a:lnTo>
                    <a:pt x="47" y="198"/>
                  </a:lnTo>
                  <a:lnTo>
                    <a:pt x="56" y="210"/>
                  </a:lnTo>
                  <a:lnTo>
                    <a:pt x="67" y="223"/>
                  </a:lnTo>
                  <a:lnTo>
                    <a:pt x="78" y="235"/>
                  </a:lnTo>
                  <a:lnTo>
                    <a:pt x="92" y="247"/>
                  </a:lnTo>
                  <a:lnTo>
                    <a:pt x="106" y="259"/>
                  </a:lnTo>
                  <a:lnTo>
                    <a:pt x="106" y="259"/>
                  </a:lnTo>
                  <a:lnTo>
                    <a:pt x="119" y="268"/>
                  </a:lnTo>
                  <a:lnTo>
                    <a:pt x="132" y="277"/>
                  </a:lnTo>
                  <a:lnTo>
                    <a:pt x="146" y="285"/>
                  </a:lnTo>
                  <a:lnTo>
                    <a:pt x="162" y="291"/>
                  </a:lnTo>
                  <a:lnTo>
                    <a:pt x="178" y="298"/>
                  </a:lnTo>
                  <a:lnTo>
                    <a:pt x="194" y="303"/>
                  </a:lnTo>
                  <a:lnTo>
                    <a:pt x="226" y="311"/>
                  </a:lnTo>
                  <a:lnTo>
                    <a:pt x="259" y="317"/>
                  </a:lnTo>
                  <a:lnTo>
                    <a:pt x="293" y="320"/>
                  </a:lnTo>
                  <a:lnTo>
                    <a:pt x="326" y="321"/>
                  </a:lnTo>
                  <a:lnTo>
                    <a:pt x="358" y="321"/>
                  </a:lnTo>
                  <a:lnTo>
                    <a:pt x="358" y="321"/>
                  </a:lnTo>
                  <a:lnTo>
                    <a:pt x="391" y="319"/>
                  </a:lnTo>
                  <a:lnTo>
                    <a:pt x="425" y="316"/>
                  </a:lnTo>
                  <a:lnTo>
                    <a:pt x="459" y="312"/>
                  </a:lnTo>
                  <a:lnTo>
                    <a:pt x="492" y="307"/>
                  </a:lnTo>
                  <a:lnTo>
                    <a:pt x="523" y="298"/>
                  </a:lnTo>
                  <a:lnTo>
                    <a:pt x="555" y="287"/>
                  </a:lnTo>
                  <a:lnTo>
                    <a:pt x="570" y="281"/>
                  </a:lnTo>
                  <a:lnTo>
                    <a:pt x="586" y="274"/>
                  </a:lnTo>
                  <a:lnTo>
                    <a:pt x="600" y="265"/>
                  </a:lnTo>
                  <a:lnTo>
                    <a:pt x="615" y="256"/>
                  </a:lnTo>
                  <a:lnTo>
                    <a:pt x="615" y="256"/>
                  </a:lnTo>
                  <a:lnTo>
                    <a:pt x="629" y="246"/>
                  </a:lnTo>
                  <a:lnTo>
                    <a:pt x="642" y="235"/>
                  </a:lnTo>
                  <a:lnTo>
                    <a:pt x="653" y="223"/>
                  </a:lnTo>
                  <a:lnTo>
                    <a:pt x="662" y="210"/>
                  </a:lnTo>
                  <a:lnTo>
                    <a:pt x="670" y="197"/>
                  </a:lnTo>
                  <a:lnTo>
                    <a:pt x="676" y="184"/>
                  </a:lnTo>
                  <a:lnTo>
                    <a:pt x="681" y="170"/>
                  </a:lnTo>
                  <a:lnTo>
                    <a:pt x="685" y="155"/>
                  </a:lnTo>
                  <a:lnTo>
                    <a:pt x="689" y="141"/>
                  </a:lnTo>
                  <a:lnTo>
                    <a:pt x="692" y="125"/>
                  </a:lnTo>
                  <a:lnTo>
                    <a:pt x="696" y="94"/>
                  </a:lnTo>
                  <a:lnTo>
                    <a:pt x="700" y="30"/>
                  </a:lnTo>
                  <a:lnTo>
                    <a:pt x="700" y="30"/>
                  </a:lnTo>
                  <a:lnTo>
                    <a:pt x="700" y="22"/>
                  </a:lnTo>
                  <a:lnTo>
                    <a:pt x="697" y="17"/>
                  </a:lnTo>
                  <a:lnTo>
                    <a:pt x="693" y="11"/>
                  </a:lnTo>
                  <a:lnTo>
                    <a:pt x="688" y="9"/>
                  </a:lnTo>
                  <a:lnTo>
                    <a:pt x="681" y="8"/>
                  </a:lnTo>
                  <a:lnTo>
                    <a:pt x="675" y="8"/>
                  </a:lnTo>
                  <a:lnTo>
                    <a:pt x="668" y="10"/>
                  </a:lnTo>
                  <a:lnTo>
                    <a:pt x="663" y="13"/>
                  </a:lnTo>
                  <a:lnTo>
                    <a:pt x="663" y="13"/>
                  </a:lnTo>
                  <a:close/>
                  <a:moveTo>
                    <a:pt x="579" y="226"/>
                  </a:moveTo>
                  <a:lnTo>
                    <a:pt x="579" y="226"/>
                  </a:lnTo>
                  <a:lnTo>
                    <a:pt x="568" y="232"/>
                  </a:lnTo>
                  <a:lnTo>
                    <a:pt x="556" y="239"/>
                  </a:lnTo>
                  <a:lnTo>
                    <a:pt x="532" y="249"/>
                  </a:lnTo>
                  <a:lnTo>
                    <a:pt x="506" y="257"/>
                  </a:lnTo>
                  <a:lnTo>
                    <a:pt x="481" y="264"/>
                  </a:lnTo>
                  <a:lnTo>
                    <a:pt x="455" y="268"/>
                  </a:lnTo>
                  <a:lnTo>
                    <a:pt x="428" y="270"/>
                  </a:lnTo>
                  <a:lnTo>
                    <a:pt x="375" y="274"/>
                  </a:lnTo>
                  <a:lnTo>
                    <a:pt x="375" y="274"/>
                  </a:lnTo>
                  <a:lnTo>
                    <a:pt x="349" y="274"/>
                  </a:lnTo>
                  <a:lnTo>
                    <a:pt x="322" y="274"/>
                  </a:lnTo>
                  <a:lnTo>
                    <a:pt x="296" y="273"/>
                  </a:lnTo>
                  <a:lnTo>
                    <a:pt x="268" y="270"/>
                  </a:lnTo>
                  <a:lnTo>
                    <a:pt x="242" y="266"/>
                  </a:lnTo>
                  <a:lnTo>
                    <a:pt x="216" y="261"/>
                  </a:lnTo>
                  <a:lnTo>
                    <a:pt x="190" y="253"/>
                  </a:lnTo>
                  <a:lnTo>
                    <a:pt x="165" y="243"/>
                  </a:lnTo>
                  <a:lnTo>
                    <a:pt x="165" y="243"/>
                  </a:lnTo>
                  <a:lnTo>
                    <a:pt x="150" y="236"/>
                  </a:lnTo>
                  <a:lnTo>
                    <a:pt x="136" y="229"/>
                  </a:lnTo>
                  <a:lnTo>
                    <a:pt x="124" y="219"/>
                  </a:lnTo>
                  <a:lnTo>
                    <a:pt x="112" y="209"/>
                  </a:lnTo>
                  <a:lnTo>
                    <a:pt x="102" y="198"/>
                  </a:lnTo>
                  <a:lnTo>
                    <a:pt x="93" y="187"/>
                  </a:lnTo>
                  <a:lnTo>
                    <a:pt x="84" y="175"/>
                  </a:lnTo>
                  <a:lnTo>
                    <a:pt x="77" y="162"/>
                  </a:lnTo>
                  <a:lnTo>
                    <a:pt x="71" y="149"/>
                  </a:lnTo>
                  <a:lnTo>
                    <a:pt x="64" y="134"/>
                  </a:lnTo>
                  <a:lnTo>
                    <a:pt x="60" y="120"/>
                  </a:lnTo>
                  <a:lnTo>
                    <a:pt x="56" y="106"/>
                  </a:lnTo>
                  <a:lnTo>
                    <a:pt x="50" y="76"/>
                  </a:lnTo>
                  <a:lnTo>
                    <a:pt x="47" y="45"/>
                  </a:lnTo>
                  <a:lnTo>
                    <a:pt x="47" y="45"/>
                  </a:lnTo>
                  <a:lnTo>
                    <a:pt x="114" y="47"/>
                  </a:lnTo>
                  <a:lnTo>
                    <a:pt x="182" y="49"/>
                  </a:lnTo>
                  <a:lnTo>
                    <a:pt x="249" y="52"/>
                  </a:lnTo>
                  <a:lnTo>
                    <a:pt x="317" y="52"/>
                  </a:lnTo>
                  <a:lnTo>
                    <a:pt x="647" y="52"/>
                  </a:lnTo>
                  <a:lnTo>
                    <a:pt x="647" y="52"/>
                  </a:lnTo>
                  <a:lnTo>
                    <a:pt x="653" y="52"/>
                  </a:lnTo>
                  <a:lnTo>
                    <a:pt x="653" y="52"/>
                  </a:lnTo>
                  <a:lnTo>
                    <a:pt x="651" y="77"/>
                  </a:lnTo>
                  <a:lnTo>
                    <a:pt x="649" y="102"/>
                  </a:lnTo>
                  <a:lnTo>
                    <a:pt x="645" y="125"/>
                  </a:lnTo>
                  <a:lnTo>
                    <a:pt x="638" y="149"/>
                  </a:lnTo>
                  <a:lnTo>
                    <a:pt x="634" y="159"/>
                  </a:lnTo>
                  <a:lnTo>
                    <a:pt x="629" y="170"/>
                  </a:lnTo>
                  <a:lnTo>
                    <a:pt x="624" y="180"/>
                  </a:lnTo>
                  <a:lnTo>
                    <a:pt x="616" y="191"/>
                  </a:lnTo>
                  <a:lnTo>
                    <a:pt x="610" y="200"/>
                  </a:lnTo>
                  <a:lnTo>
                    <a:pt x="600" y="209"/>
                  </a:lnTo>
                  <a:lnTo>
                    <a:pt x="590" y="218"/>
                  </a:lnTo>
                  <a:lnTo>
                    <a:pt x="579" y="226"/>
                  </a:lnTo>
                  <a:lnTo>
                    <a:pt x="579" y="226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01" name="Freeform 513"/>
            <p:cNvSpPr>
              <a:spLocks noEditPoints="1"/>
            </p:cNvSpPr>
            <p:nvPr>
              <p:custDataLst>
                <p:tags r:id="rId55"/>
              </p:custDataLst>
            </p:nvPr>
          </p:nvSpPr>
          <p:spPr bwMode="auto">
            <a:xfrm>
              <a:off x="3570288" y="1393825"/>
              <a:ext cx="277813" cy="128588"/>
            </a:xfrm>
            <a:custGeom>
              <a:avLst/>
              <a:gdLst/>
              <a:ahLst/>
              <a:cxnLst>
                <a:cxn ang="0">
                  <a:pos x="661" y="10"/>
                </a:cxn>
                <a:cxn ang="0">
                  <a:pos x="648" y="6"/>
                </a:cxn>
                <a:cxn ang="0">
                  <a:pos x="258" y="6"/>
                </a:cxn>
                <a:cxn ang="0">
                  <a:pos x="24" y="0"/>
                </a:cxn>
                <a:cxn ang="0">
                  <a:pos x="13" y="1"/>
                </a:cxn>
                <a:cxn ang="0">
                  <a:pos x="4" y="10"/>
                </a:cxn>
                <a:cxn ang="0">
                  <a:pos x="1" y="23"/>
                </a:cxn>
                <a:cxn ang="0">
                  <a:pos x="3" y="65"/>
                </a:cxn>
                <a:cxn ang="0">
                  <a:pos x="14" y="129"/>
                </a:cxn>
                <a:cxn ang="0">
                  <a:pos x="31" y="171"/>
                </a:cxn>
                <a:cxn ang="0">
                  <a:pos x="56" y="210"/>
                </a:cxn>
                <a:cxn ang="0">
                  <a:pos x="92" y="247"/>
                </a:cxn>
                <a:cxn ang="0">
                  <a:pos x="119" y="268"/>
                </a:cxn>
                <a:cxn ang="0">
                  <a:pos x="162" y="291"/>
                </a:cxn>
                <a:cxn ang="0">
                  <a:pos x="226" y="311"/>
                </a:cxn>
                <a:cxn ang="0">
                  <a:pos x="326" y="321"/>
                </a:cxn>
                <a:cxn ang="0">
                  <a:pos x="393" y="319"/>
                </a:cxn>
                <a:cxn ang="0">
                  <a:pos x="492" y="307"/>
                </a:cxn>
                <a:cxn ang="0">
                  <a:pos x="570" y="281"/>
                </a:cxn>
                <a:cxn ang="0">
                  <a:pos x="615" y="256"/>
                </a:cxn>
                <a:cxn ang="0">
                  <a:pos x="642" y="235"/>
                </a:cxn>
                <a:cxn ang="0">
                  <a:pos x="670" y="197"/>
                </a:cxn>
                <a:cxn ang="0">
                  <a:pos x="686" y="155"/>
                </a:cxn>
                <a:cxn ang="0">
                  <a:pos x="696" y="94"/>
                </a:cxn>
                <a:cxn ang="0">
                  <a:pos x="700" y="22"/>
                </a:cxn>
                <a:cxn ang="0">
                  <a:pos x="688" y="9"/>
                </a:cxn>
                <a:cxn ang="0">
                  <a:pos x="669" y="10"/>
                </a:cxn>
                <a:cxn ang="0">
                  <a:pos x="580" y="226"/>
                </a:cxn>
                <a:cxn ang="0">
                  <a:pos x="556" y="239"/>
                </a:cxn>
                <a:cxn ang="0">
                  <a:pos x="481" y="264"/>
                </a:cxn>
                <a:cxn ang="0">
                  <a:pos x="376" y="274"/>
                </a:cxn>
                <a:cxn ang="0">
                  <a:pos x="322" y="274"/>
                </a:cxn>
                <a:cxn ang="0">
                  <a:pos x="242" y="266"/>
                </a:cxn>
                <a:cxn ang="0">
                  <a:pos x="165" y="243"/>
                </a:cxn>
                <a:cxn ang="0">
                  <a:pos x="136" y="229"/>
                </a:cxn>
                <a:cxn ang="0">
                  <a:pos x="102" y="198"/>
                </a:cxn>
                <a:cxn ang="0">
                  <a:pos x="77" y="162"/>
                </a:cxn>
                <a:cxn ang="0">
                  <a:pos x="60" y="120"/>
                </a:cxn>
                <a:cxn ang="0">
                  <a:pos x="47" y="45"/>
                </a:cxn>
                <a:cxn ang="0">
                  <a:pos x="182" y="49"/>
                </a:cxn>
                <a:cxn ang="0">
                  <a:pos x="648" y="52"/>
                </a:cxn>
                <a:cxn ang="0">
                  <a:pos x="653" y="52"/>
                </a:cxn>
                <a:cxn ang="0">
                  <a:pos x="645" y="125"/>
                </a:cxn>
                <a:cxn ang="0">
                  <a:pos x="629" y="170"/>
                </a:cxn>
                <a:cxn ang="0">
                  <a:pos x="610" y="200"/>
                </a:cxn>
                <a:cxn ang="0">
                  <a:pos x="580" y="226"/>
                </a:cxn>
              </a:cxnLst>
              <a:rect l="0" t="0" r="r" b="b"/>
              <a:pathLst>
                <a:path w="701" h="321">
                  <a:moveTo>
                    <a:pt x="663" y="13"/>
                  </a:moveTo>
                  <a:lnTo>
                    <a:pt x="663" y="13"/>
                  </a:lnTo>
                  <a:lnTo>
                    <a:pt x="661" y="10"/>
                  </a:lnTo>
                  <a:lnTo>
                    <a:pt x="657" y="9"/>
                  </a:lnTo>
                  <a:lnTo>
                    <a:pt x="653" y="8"/>
                  </a:lnTo>
                  <a:lnTo>
                    <a:pt x="648" y="6"/>
                  </a:lnTo>
                  <a:lnTo>
                    <a:pt x="335" y="6"/>
                  </a:lnTo>
                  <a:lnTo>
                    <a:pt x="335" y="6"/>
                  </a:lnTo>
                  <a:lnTo>
                    <a:pt x="258" y="6"/>
                  </a:lnTo>
                  <a:lnTo>
                    <a:pt x="179" y="4"/>
                  </a:lnTo>
                  <a:lnTo>
                    <a:pt x="101" y="1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18" y="0"/>
                  </a:lnTo>
                  <a:lnTo>
                    <a:pt x="13" y="1"/>
                  </a:lnTo>
                  <a:lnTo>
                    <a:pt x="9" y="4"/>
                  </a:lnTo>
                  <a:lnTo>
                    <a:pt x="7" y="6"/>
                  </a:lnTo>
                  <a:lnTo>
                    <a:pt x="4" y="10"/>
                  </a:lnTo>
                  <a:lnTo>
                    <a:pt x="3" y="14"/>
                  </a:lnTo>
                  <a:lnTo>
                    <a:pt x="1" y="23"/>
                  </a:lnTo>
                  <a:lnTo>
                    <a:pt x="1" y="23"/>
                  </a:lnTo>
                  <a:lnTo>
                    <a:pt x="0" y="30"/>
                  </a:lnTo>
                  <a:lnTo>
                    <a:pt x="0" y="30"/>
                  </a:lnTo>
                  <a:lnTo>
                    <a:pt x="3" y="65"/>
                  </a:lnTo>
                  <a:lnTo>
                    <a:pt x="7" y="98"/>
                  </a:lnTo>
                  <a:lnTo>
                    <a:pt x="11" y="113"/>
                  </a:lnTo>
                  <a:lnTo>
                    <a:pt x="14" y="129"/>
                  </a:lnTo>
                  <a:lnTo>
                    <a:pt x="20" y="144"/>
                  </a:lnTo>
                  <a:lnTo>
                    <a:pt x="25" y="158"/>
                  </a:lnTo>
                  <a:lnTo>
                    <a:pt x="31" y="171"/>
                  </a:lnTo>
                  <a:lnTo>
                    <a:pt x="39" y="185"/>
                  </a:lnTo>
                  <a:lnTo>
                    <a:pt x="47" y="198"/>
                  </a:lnTo>
                  <a:lnTo>
                    <a:pt x="56" y="210"/>
                  </a:lnTo>
                  <a:lnTo>
                    <a:pt x="67" y="223"/>
                  </a:lnTo>
                  <a:lnTo>
                    <a:pt x="79" y="235"/>
                  </a:lnTo>
                  <a:lnTo>
                    <a:pt x="92" y="247"/>
                  </a:lnTo>
                  <a:lnTo>
                    <a:pt x="106" y="259"/>
                  </a:lnTo>
                  <a:lnTo>
                    <a:pt x="106" y="259"/>
                  </a:lnTo>
                  <a:lnTo>
                    <a:pt x="119" y="268"/>
                  </a:lnTo>
                  <a:lnTo>
                    <a:pt x="132" y="277"/>
                  </a:lnTo>
                  <a:lnTo>
                    <a:pt x="147" y="285"/>
                  </a:lnTo>
                  <a:lnTo>
                    <a:pt x="162" y="291"/>
                  </a:lnTo>
                  <a:lnTo>
                    <a:pt x="178" y="298"/>
                  </a:lnTo>
                  <a:lnTo>
                    <a:pt x="194" y="303"/>
                  </a:lnTo>
                  <a:lnTo>
                    <a:pt x="226" y="311"/>
                  </a:lnTo>
                  <a:lnTo>
                    <a:pt x="259" y="317"/>
                  </a:lnTo>
                  <a:lnTo>
                    <a:pt x="293" y="320"/>
                  </a:lnTo>
                  <a:lnTo>
                    <a:pt x="326" y="321"/>
                  </a:lnTo>
                  <a:lnTo>
                    <a:pt x="358" y="321"/>
                  </a:lnTo>
                  <a:lnTo>
                    <a:pt x="358" y="321"/>
                  </a:lnTo>
                  <a:lnTo>
                    <a:pt x="393" y="319"/>
                  </a:lnTo>
                  <a:lnTo>
                    <a:pt x="425" y="316"/>
                  </a:lnTo>
                  <a:lnTo>
                    <a:pt x="459" y="312"/>
                  </a:lnTo>
                  <a:lnTo>
                    <a:pt x="492" y="307"/>
                  </a:lnTo>
                  <a:lnTo>
                    <a:pt x="523" y="298"/>
                  </a:lnTo>
                  <a:lnTo>
                    <a:pt x="555" y="287"/>
                  </a:lnTo>
                  <a:lnTo>
                    <a:pt x="570" y="281"/>
                  </a:lnTo>
                  <a:lnTo>
                    <a:pt x="586" y="274"/>
                  </a:lnTo>
                  <a:lnTo>
                    <a:pt x="600" y="265"/>
                  </a:lnTo>
                  <a:lnTo>
                    <a:pt x="615" y="256"/>
                  </a:lnTo>
                  <a:lnTo>
                    <a:pt x="615" y="256"/>
                  </a:lnTo>
                  <a:lnTo>
                    <a:pt x="629" y="246"/>
                  </a:lnTo>
                  <a:lnTo>
                    <a:pt x="642" y="235"/>
                  </a:lnTo>
                  <a:lnTo>
                    <a:pt x="653" y="223"/>
                  </a:lnTo>
                  <a:lnTo>
                    <a:pt x="662" y="210"/>
                  </a:lnTo>
                  <a:lnTo>
                    <a:pt x="670" y="197"/>
                  </a:lnTo>
                  <a:lnTo>
                    <a:pt x="676" y="184"/>
                  </a:lnTo>
                  <a:lnTo>
                    <a:pt x="682" y="170"/>
                  </a:lnTo>
                  <a:lnTo>
                    <a:pt x="686" y="155"/>
                  </a:lnTo>
                  <a:lnTo>
                    <a:pt x="689" y="141"/>
                  </a:lnTo>
                  <a:lnTo>
                    <a:pt x="692" y="125"/>
                  </a:lnTo>
                  <a:lnTo>
                    <a:pt x="696" y="94"/>
                  </a:lnTo>
                  <a:lnTo>
                    <a:pt x="701" y="30"/>
                  </a:lnTo>
                  <a:lnTo>
                    <a:pt x="701" y="30"/>
                  </a:lnTo>
                  <a:lnTo>
                    <a:pt x="700" y="22"/>
                  </a:lnTo>
                  <a:lnTo>
                    <a:pt x="697" y="17"/>
                  </a:lnTo>
                  <a:lnTo>
                    <a:pt x="693" y="11"/>
                  </a:lnTo>
                  <a:lnTo>
                    <a:pt x="688" y="9"/>
                  </a:lnTo>
                  <a:lnTo>
                    <a:pt x="682" y="8"/>
                  </a:lnTo>
                  <a:lnTo>
                    <a:pt x="675" y="8"/>
                  </a:lnTo>
                  <a:lnTo>
                    <a:pt x="669" y="10"/>
                  </a:lnTo>
                  <a:lnTo>
                    <a:pt x="663" y="13"/>
                  </a:lnTo>
                  <a:lnTo>
                    <a:pt x="663" y="13"/>
                  </a:lnTo>
                  <a:close/>
                  <a:moveTo>
                    <a:pt x="580" y="226"/>
                  </a:moveTo>
                  <a:lnTo>
                    <a:pt x="580" y="226"/>
                  </a:lnTo>
                  <a:lnTo>
                    <a:pt x="568" y="232"/>
                  </a:lnTo>
                  <a:lnTo>
                    <a:pt x="556" y="239"/>
                  </a:lnTo>
                  <a:lnTo>
                    <a:pt x="532" y="249"/>
                  </a:lnTo>
                  <a:lnTo>
                    <a:pt x="506" y="257"/>
                  </a:lnTo>
                  <a:lnTo>
                    <a:pt x="481" y="264"/>
                  </a:lnTo>
                  <a:lnTo>
                    <a:pt x="455" y="268"/>
                  </a:lnTo>
                  <a:lnTo>
                    <a:pt x="428" y="270"/>
                  </a:lnTo>
                  <a:lnTo>
                    <a:pt x="376" y="274"/>
                  </a:lnTo>
                  <a:lnTo>
                    <a:pt x="376" y="274"/>
                  </a:lnTo>
                  <a:lnTo>
                    <a:pt x="349" y="274"/>
                  </a:lnTo>
                  <a:lnTo>
                    <a:pt x="322" y="274"/>
                  </a:lnTo>
                  <a:lnTo>
                    <a:pt x="296" y="273"/>
                  </a:lnTo>
                  <a:lnTo>
                    <a:pt x="268" y="270"/>
                  </a:lnTo>
                  <a:lnTo>
                    <a:pt x="242" y="266"/>
                  </a:lnTo>
                  <a:lnTo>
                    <a:pt x="216" y="261"/>
                  </a:lnTo>
                  <a:lnTo>
                    <a:pt x="191" y="253"/>
                  </a:lnTo>
                  <a:lnTo>
                    <a:pt x="165" y="243"/>
                  </a:lnTo>
                  <a:lnTo>
                    <a:pt x="165" y="243"/>
                  </a:lnTo>
                  <a:lnTo>
                    <a:pt x="151" y="236"/>
                  </a:lnTo>
                  <a:lnTo>
                    <a:pt x="136" y="229"/>
                  </a:lnTo>
                  <a:lnTo>
                    <a:pt x="124" y="219"/>
                  </a:lnTo>
                  <a:lnTo>
                    <a:pt x="113" y="209"/>
                  </a:lnTo>
                  <a:lnTo>
                    <a:pt x="102" y="198"/>
                  </a:lnTo>
                  <a:lnTo>
                    <a:pt x="93" y="187"/>
                  </a:lnTo>
                  <a:lnTo>
                    <a:pt x="85" y="175"/>
                  </a:lnTo>
                  <a:lnTo>
                    <a:pt x="77" y="162"/>
                  </a:lnTo>
                  <a:lnTo>
                    <a:pt x="71" y="149"/>
                  </a:lnTo>
                  <a:lnTo>
                    <a:pt x="65" y="134"/>
                  </a:lnTo>
                  <a:lnTo>
                    <a:pt x="60" y="120"/>
                  </a:lnTo>
                  <a:lnTo>
                    <a:pt x="56" y="106"/>
                  </a:lnTo>
                  <a:lnTo>
                    <a:pt x="50" y="76"/>
                  </a:lnTo>
                  <a:lnTo>
                    <a:pt x="47" y="45"/>
                  </a:lnTo>
                  <a:lnTo>
                    <a:pt x="47" y="45"/>
                  </a:lnTo>
                  <a:lnTo>
                    <a:pt x="114" y="47"/>
                  </a:lnTo>
                  <a:lnTo>
                    <a:pt x="182" y="49"/>
                  </a:lnTo>
                  <a:lnTo>
                    <a:pt x="250" y="52"/>
                  </a:lnTo>
                  <a:lnTo>
                    <a:pt x="317" y="52"/>
                  </a:lnTo>
                  <a:lnTo>
                    <a:pt x="648" y="52"/>
                  </a:lnTo>
                  <a:lnTo>
                    <a:pt x="648" y="52"/>
                  </a:lnTo>
                  <a:lnTo>
                    <a:pt x="653" y="52"/>
                  </a:lnTo>
                  <a:lnTo>
                    <a:pt x="653" y="52"/>
                  </a:lnTo>
                  <a:lnTo>
                    <a:pt x="652" y="77"/>
                  </a:lnTo>
                  <a:lnTo>
                    <a:pt x="649" y="102"/>
                  </a:lnTo>
                  <a:lnTo>
                    <a:pt x="645" y="125"/>
                  </a:lnTo>
                  <a:lnTo>
                    <a:pt x="638" y="149"/>
                  </a:lnTo>
                  <a:lnTo>
                    <a:pt x="635" y="159"/>
                  </a:lnTo>
                  <a:lnTo>
                    <a:pt x="629" y="170"/>
                  </a:lnTo>
                  <a:lnTo>
                    <a:pt x="624" y="180"/>
                  </a:lnTo>
                  <a:lnTo>
                    <a:pt x="617" y="191"/>
                  </a:lnTo>
                  <a:lnTo>
                    <a:pt x="610" y="200"/>
                  </a:lnTo>
                  <a:lnTo>
                    <a:pt x="600" y="209"/>
                  </a:lnTo>
                  <a:lnTo>
                    <a:pt x="590" y="218"/>
                  </a:lnTo>
                  <a:lnTo>
                    <a:pt x="580" y="226"/>
                  </a:lnTo>
                  <a:lnTo>
                    <a:pt x="580" y="226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02" name="Freeform 514"/>
            <p:cNvSpPr>
              <a:spLocks noEditPoints="1"/>
            </p:cNvSpPr>
            <p:nvPr>
              <p:custDataLst>
                <p:tags r:id="rId56"/>
              </p:custDataLst>
            </p:nvPr>
          </p:nvSpPr>
          <p:spPr bwMode="auto">
            <a:xfrm>
              <a:off x="3187701" y="1065213"/>
              <a:ext cx="587375" cy="128588"/>
            </a:xfrm>
            <a:custGeom>
              <a:avLst/>
              <a:gdLst/>
              <a:ahLst/>
              <a:cxnLst>
                <a:cxn ang="0">
                  <a:pos x="1383" y="117"/>
                </a:cxn>
                <a:cxn ang="0">
                  <a:pos x="1313" y="106"/>
                </a:cxn>
                <a:cxn ang="0">
                  <a:pos x="1176" y="26"/>
                </a:cxn>
                <a:cxn ang="0">
                  <a:pos x="1078" y="2"/>
                </a:cxn>
                <a:cxn ang="0">
                  <a:pos x="969" y="17"/>
                </a:cxn>
                <a:cxn ang="0">
                  <a:pos x="862" y="60"/>
                </a:cxn>
                <a:cxn ang="0">
                  <a:pos x="700" y="75"/>
                </a:cxn>
                <a:cxn ang="0">
                  <a:pos x="581" y="47"/>
                </a:cxn>
                <a:cxn ang="0">
                  <a:pos x="453" y="4"/>
                </a:cxn>
                <a:cxn ang="0">
                  <a:pos x="348" y="9"/>
                </a:cxn>
                <a:cxn ang="0">
                  <a:pos x="230" y="72"/>
                </a:cxn>
                <a:cxn ang="0">
                  <a:pos x="148" y="110"/>
                </a:cxn>
                <a:cxn ang="0">
                  <a:pos x="48" y="127"/>
                </a:cxn>
                <a:cxn ang="0">
                  <a:pos x="1" y="194"/>
                </a:cxn>
                <a:cxn ang="0">
                  <a:pos x="33" y="280"/>
                </a:cxn>
                <a:cxn ang="0">
                  <a:pos x="146" y="327"/>
                </a:cxn>
                <a:cxn ang="0">
                  <a:pos x="271" y="293"/>
                </a:cxn>
                <a:cxn ang="0">
                  <a:pos x="415" y="213"/>
                </a:cxn>
                <a:cxn ang="0">
                  <a:pos x="502" y="207"/>
                </a:cxn>
                <a:cxn ang="0">
                  <a:pos x="636" y="268"/>
                </a:cxn>
                <a:cxn ang="0">
                  <a:pos x="739" y="296"/>
                </a:cxn>
                <a:cxn ang="0">
                  <a:pos x="820" y="277"/>
                </a:cxn>
                <a:cxn ang="0">
                  <a:pos x="960" y="211"/>
                </a:cxn>
                <a:cxn ang="0">
                  <a:pos x="1049" y="209"/>
                </a:cxn>
                <a:cxn ang="0">
                  <a:pos x="1207" y="293"/>
                </a:cxn>
                <a:cxn ang="0">
                  <a:pos x="1313" y="327"/>
                </a:cxn>
                <a:cxn ang="0">
                  <a:pos x="1431" y="293"/>
                </a:cxn>
                <a:cxn ang="0">
                  <a:pos x="1477" y="208"/>
                </a:cxn>
                <a:cxn ang="0">
                  <a:pos x="1415" y="245"/>
                </a:cxn>
                <a:cxn ang="0">
                  <a:pos x="1321" y="284"/>
                </a:cxn>
                <a:cxn ang="0">
                  <a:pos x="1260" y="270"/>
                </a:cxn>
                <a:cxn ang="0">
                  <a:pos x="1074" y="166"/>
                </a:cxn>
                <a:cxn ang="0">
                  <a:pos x="963" y="165"/>
                </a:cxn>
                <a:cxn ang="0">
                  <a:pos x="777" y="246"/>
                </a:cxn>
                <a:cxn ang="0">
                  <a:pos x="761" y="250"/>
                </a:cxn>
                <a:cxn ang="0">
                  <a:pos x="717" y="253"/>
                </a:cxn>
                <a:cxn ang="0">
                  <a:pos x="591" y="195"/>
                </a:cxn>
                <a:cxn ang="0">
                  <a:pos x="433" y="161"/>
                </a:cxn>
                <a:cxn ang="0">
                  <a:pos x="322" y="206"/>
                </a:cxn>
                <a:cxn ang="0">
                  <a:pos x="188" y="281"/>
                </a:cxn>
                <a:cxn ang="0">
                  <a:pos x="97" y="270"/>
                </a:cxn>
                <a:cxn ang="0">
                  <a:pos x="47" y="221"/>
                </a:cxn>
                <a:cxn ang="0">
                  <a:pos x="61" y="178"/>
                </a:cxn>
                <a:cxn ang="0">
                  <a:pos x="161" y="161"/>
                </a:cxn>
                <a:cxn ang="0">
                  <a:pos x="192" y="144"/>
                </a:cxn>
                <a:cxn ang="0">
                  <a:pos x="309" y="75"/>
                </a:cxn>
                <a:cxn ang="0">
                  <a:pos x="433" y="47"/>
                </a:cxn>
                <a:cxn ang="0">
                  <a:pos x="572" y="94"/>
                </a:cxn>
                <a:cxn ang="0">
                  <a:pos x="725" y="122"/>
                </a:cxn>
                <a:cxn ang="0">
                  <a:pos x="747" y="122"/>
                </a:cxn>
                <a:cxn ang="0">
                  <a:pos x="872" y="106"/>
                </a:cxn>
                <a:cxn ang="0">
                  <a:pos x="1020" y="50"/>
                </a:cxn>
                <a:cxn ang="0">
                  <a:pos x="1129" y="59"/>
                </a:cxn>
                <a:cxn ang="0">
                  <a:pos x="1249" y="126"/>
                </a:cxn>
                <a:cxn ang="0">
                  <a:pos x="1309" y="160"/>
                </a:cxn>
                <a:cxn ang="0">
                  <a:pos x="1400" y="169"/>
                </a:cxn>
                <a:cxn ang="0">
                  <a:pos x="1432" y="209"/>
                </a:cxn>
                <a:cxn ang="0">
                  <a:pos x="1415" y="245"/>
                </a:cxn>
              </a:cxnLst>
              <a:rect l="0" t="0" r="r" b="b"/>
              <a:pathLst>
                <a:path w="1477" h="327">
                  <a:moveTo>
                    <a:pt x="1455" y="144"/>
                  </a:moveTo>
                  <a:lnTo>
                    <a:pt x="1455" y="144"/>
                  </a:lnTo>
                  <a:lnTo>
                    <a:pt x="1443" y="135"/>
                  </a:lnTo>
                  <a:lnTo>
                    <a:pt x="1430" y="127"/>
                  </a:lnTo>
                  <a:lnTo>
                    <a:pt x="1415" y="122"/>
                  </a:lnTo>
                  <a:lnTo>
                    <a:pt x="1400" y="119"/>
                  </a:lnTo>
                  <a:lnTo>
                    <a:pt x="1383" y="117"/>
                  </a:lnTo>
                  <a:lnTo>
                    <a:pt x="1367" y="115"/>
                  </a:lnTo>
                  <a:lnTo>
                    <a:pt x="1336" y="115"/>
                  </a:lnTo>
                  <a:lnTo>
                    <a:pt x="1336" y="115"/>
                  </a:lnTo>
                  <a:lnTo>
                    <a:pt x="1330" y="110"/>
                  </a:lnTo>
                  <a:lnTo>
                    <a:pt x="1322" y="107"/>
                  </a:lnTo>
                  <a:lnTo>
                    <a:pt x="1322" y="107"/>
                  </a:lnTo>
                  <a:lnTo>
                    <a:pt x="1313" y="106"/>
                  </a:lnTo>
                  <a:lnTo>
                    <a:pt x="1303" y="102"/>
                  </a:lnTo>
                  <a:lnTo>
                    <a:pt x="1284" y="94"/>
                  </a:lnTo>
                  <a:lnTo>
                    <a:pt x="1266" y="84"/>
                  </a:lnTo>
                  <a:lnTo>
                    <a:pt x="1248" y="72"/>
                  </a:lnTo>
                  <a:lnTo>
                    <a:pt x="1211" y="49"/>
                  </a:lnTo>
                  <a:lnTo>
                    <a:pt x="1194" y="37"/>
                  </a:lnTo>
                  <a:lnTo>
                    <a:pt x="1176" y="26"/>
                  </a:lnTo>
                  <a:lnTo>
                    <a:pt x="1176" y="26"/>
                  </a:lnTo>
                  <a:lnTo>
                    <a:pt x="1162" y="21"/>
                  </a:lnTo>
                  <a:lnTo>
                    <a:pt x="1146" y="15"/>
                  </a:lnTo>
                  <a:lnTo>
                    <a:pt x="1129" y="9"/>
                  </a:lnTo>
                  <a:lnTo>
                    <a:pt x="1112" y="5"/>
                  </a:lnTo>
                  <a:lnTo>
                    <a:pt x="1095" y="3"/>
                  </a:lnTo>
                  <a:lnTo>
                    <a:pt x="1078" y="2"/>
                  </a:lnTo>
                  <a:lnTo>
                    <a:pt x="1061" y="0"/>
                  </a:lnTo>
                  <a:lnTo>
                    <a:pt x="1045" y="2"/>
                  </a:lnTo>
                  <a:lnTo>
                    <a:pt x="1045" y="2"/>
                  </a:lnTo>
                  <a:lnTo>
                    <a:pt x="1025" y="4"/>
                  </a:lnTo>
                  <a:lnTo>
                    <a:pt x="1006" y="8"/>
                  </a:lnTo>
                  <a:lnTo>
                    <a:pt x="988" y="12"/>
                  </a:lnTo>
                  <a:lnTo>
                    <a:pt x="969" y="17"/>
                  </a:lnTo>
                  <a:lnTo>
                    <a:pt x="951" y="24"/>
                  </a:lnTo>
                  <a:lnTo>
                    <a:pt x="933" y="30"/>
                  </a:lnTo>
                  <a:lnTo>
                    <a:pt x="914" y="38"/>
                  </a:lnTo>
                  <a:lnTo>
                    <a:pt x="897" y="47"/>
                  </a:lnTo>
                  <a:lnTo>
                    <a:pt x="897" y="47"/>
                  </a:lnTo>
                  <a:lnTo>
                    <a:pt x="880" y="55"/>
                  </a:lnTo>
                  <a:lnTo>
                    <a:pt x="862" y="60"/>
                  </a:lnTo>
                  <a:lnTo>
                    <a:pt x="842" y="66"/>
                  </a:lnTo>
                  <a:lnTo>
                    <a:pt x="821" y="70"/>
                  </a:lnTo>
                  <a:lnTo>
                    <a:pt x="799" y="72"/>
                  </a:lnTo>
                  <a:lnTo>
                    <a:pt x="778" y="75"/>
                  </a:lnTo>
                  <a:lnTo>
                    <a:pt x="739" y="76"/>
                  </a:lnTo>
                  <a:lnTo>
                    <a:pt x="739" y="76"/>
                  </a:lnTo>
                  <a:lnTo>
                    <a:pt x="700" y="75"/>
                  </a:lnTo>
                  <a:lnTo>
                    <a:pt x="678" y="72"/>
                  </a:lnTo>
                  <a:lnTo>
                    <a:pt x="657" y="70"/>
                  </a:lnTo>
                  <a:lnTo>
                    <a:pt x="636" y="66"/>
                  </a:lnTo>
                  <a:lnTo>
                    <a:pt x="615" y="60"/>
                  </a:lnTo>
                  <a:lnTo>
                    <a:pt x="596" y="55"/>
                  </a:lnTo>
                  <a:lnTo>
                    <a:pt x="581" y="47"/>
                  </a:lnTo>
                  <a:lnTo>
                    <a:pt x="581" y="47"/>
                  </a:lnTo>
                  <a:lnTo>
                    <a:pt x="564" y="38"/>
                  </a:lnTo>
                  <a:lnTo>
                    <a:pt x="545" y="30"/>
                  </a:lnTo>
                  <a:lnTo>
                    <a:pt x="527" y="24"/>
                  </a:lnTo>
                  <a:lnTo>
                    <a:pt x="509" y="17"/>
                  </a:lnTo>
                  <a:lnTo>
                    <a:pt x="490" y="12"/>
                  </a:lnTo>
                  <a:lnTo>
                    <a:pt x="471" y="8"/>
                  </a:lnTo>
                  <a:lnTo>
                    <a:pt x="453" y="4"/>
                  </a:lnTo>
                  <a:lnTo>
                    <a:pt x="433" y="2"/>
                  </a:lnTo>
                  <a:lnTo>
                    <a:pt x="433" y="2"/>
                  </a:lnTo>
                  <a:lnTo>
                    <a:pt x="417" y="0"/>
                  </a:lnTo>
                  <a:lnTo>
                    <a:pt x="400" y="2"/>
                  </a:lnTo>
                  <a:lnTo>
                    <a:pt x="383" y="3"/>
                  </a:lnTo>
                  <a:lnTo>
                    <a:pt x="365" y="5"/>
                  </a:lnTo>
                  <a:lnTo>
                    <a:pt x="348" y="9"/>
                  </a:lnTo>
                  <a:lnTo>
                    <a:pt x="332" y="15"/>
                  </a:lnTo>
                  <a:lnTo>
                    <a:pt x="317" y="21"/>
                  </a:lnTo>
                  <a:lnTo>
                    <a:pt x="302" y="26"/>
                  </a:lnTo>
                  <a:lnTo>
                    <a:pt x="302" y="26"/>
                  </a:lnTo>
                  <a:lnTo>
                    <a:pt x="284" y="37"/>
                  </a:lnTo>
                  <a:lnTo>
                    <a:pt x="265" y="49"/>
                  </a:lnTo>
                  <a:lnTo>
                    <a:pt x="230" y="72"/>
                  </a:lnTo>
                  <a:lnTo>
                    <a:pt x="212" y="84"/>
                  </a:lnTo>
                  <a:lnTo>
                    <a:pt x="194" y="94"/>
                  </a:lnTo>
                  <a:lnTo>
                    <a:pt x="174" y="102"/>
                  </a:lnTo>
                  <a:lnTo>
                    <a:pt x="165" y="106"/>
                  </a:lnTo>
                  <a:lnTo>
                    <a:pt x="154" y="107"/>
                  </a:lnTo>
                  <a:lnTo>
                    <a:pt x="154" y="107"/>
                  </a:lnTo>
                  <a:lnTo>
                    <a:pt x="148" y="110"/>
                  </a:lnTo>
                  <a:lnTo>
                    <a:pt x="143" y="115"/>
                  </a:lnTo>
                  <a:lnTo>
                    <a:pt x="143" y="115"/>
                  </a:lnTo>
                  <a:lnTo>
                    <a:pt x="111" y="115"/>
                  </a:lnTo>
                  <a:lnTo>
                    <a:pt x="94" y="117"/>
                  </a:lnTo>
                  <a:lnTo>
                    <a:pt x="78" y="119"/>
                  </a:lnTo>
                  <a:lnTo>
                    <a:pt x="63" y="122"/>
                  </a:lnTo>
                  <a:lnTo>
                    <a:pt x="48" y="127"/>
                  </a:lnTo>
                  <a:lnTo>
                    <a:pt x="35" y="135"/>
                  </a:lnTo>
                  <a:lnTo>
                    <a:pt x="23" y="144"/>
                  </a:lnTo>
                  <a:lnTo>
                    <a:pt x="23" y="144"/>
                  </a:lnTo>
                  <a:lnTo>
                    <a:pt x="16" y="155"/>
                  </a:lnTo>
                  <a:lnTo>
                    <a:pt x="9" y="166"/>
                  </a:lnTo>
                  <a:lnTo>
                    <a:pt x="4" y="179"/>
                  </a:lnTo>
                  <a:lnTo>
                    <a:pt x="1" y="194"/>
                  </a:lnTo>
                  <a:lnTo>
                    <a:pt x="0" y="208"/>
                  </a:lnTo>
                  <a:lnTo>
                    <a:pt x="1" y="223"/>
                  </a:lnTo>
                  <a:lnTo>
                    <a:pt x="4" y="236"/>
                  </a:lnTo>
                  <a:lnTo>
                    <a:pt x="9" y="247"/>
                  </a:lnTo>
                  <a:lnTo>
                    <a:pt x="9" y="247"/>
                  </a:lnTo>
                  <a:lnTo>
                    <a:pt x="21" y="264"/>
                  </a:lnTo>
                  <a:lnTo>
                    <a:pt x="33" y="280"/>
                  </a:lnTo>
                  <a:lnTo>
                    <a:pt x="46" y="293"/>
                  </a:lnTo>
                  <a:lnTo>
                    <a:pt x="61" y="304"/>
                  </a:lnTo>
                  <a:lnTo>
                    <a:pt x="77" y="311"/>
                  </a:lnTo>
                  <a:lnTo>
                    <a:pt x="93" y="319"/>
                  </a:lnTo>
                  <a:lnTo>
                    <a:pt x="110" y="323"/>
                  </a:lnTo>
                  <a:lnTo>
                    <a:pt x="128" y="326"/>
                  </a:lnTo>
                  <a:lnTo>
                    <a:pt x="146" y="327"/>
                  </a:lnTo>
                  <a:lnTo>
                    <a:pt x="165" y="327"/>
                  </a:lnTo>
                  <a:lnTo>
                    <a:pt x="183" y="325"/>
                  </a:lnTo>
                  <a:lnTo>
                    <a:pt x="201" y="321"/>
                  </a:lnTo>
                  <a:lnTo>
                    <a:pt x="218" y="317"/>
                  </a:lnTo>
                  <a:lnTo>
                    <a:pt x="237" y="310"/>
                  </a:lnTo>
                  <a:lnTo>
                    <a:pt x="254" y="302"/>
                  </a:lnTo>
                  <a:lnTo>
                    <a:pt x="271" y="293"/>
                  </a:lnTo>
                  <a:lnTo>
                    <a:pt x="271" y="293"/>
                  </a:lnTo>
                  <a:lnTo>
                    <a:pt x="296" y="279"/>
                  </a:lnTo>
                  <a:lnTo>
                    <a:pt x="319" y="263"/>
                  </a:lnTo>
                  <a:lnTo>
                    <a:pt x="343" y="249"/>
                  </a:lnTo>
                  <a:lnTo>
                    <a:pt x="366" y="234"/>
                  </a:lnTo>
                  <a:lnTo>
                    <a:pt x="390" y="223"/>
                  </a:lnTo>
                  <a:lnTo>
                    <a:pt x="415" y="213"/>
                  </a:lnTo>
                  <a:lnTo>
                    <a:pt x="429" y="209"/>
                  </a:lnTo>
                  <a:lnTo>
                    <a:pt x="442" y="207"/>
                  </a:lnTo>
                  <a:lnTo>
                    <a:pt x="456" y="204"/>
                  </a:lnTo>
                  <a:lnTo>
                    <a:pt x="471" y="203"/>
                  </a:lnTo>
                  <a:lnTo>
                    <a:pt x="471" y="203"/>
                  </a:lnTo>
                  <a:lnTo>
                    <a:pt x="487" y="204"/>
                  </a:lnTo>
                  <a:lnTo>
                    <a:pt x="502" y="207"/>
                  </a:lnTo>
                  <a:lnTo>
                    <a:pt x="517" y="211"/>
                  </a:lnTo>
                  <a:lnTo>
                    <a:pt x="532" y="217"/>
                  </a:lnTo>
                  <a:lnTo>
                    <a:pt x="560" y="230"/>
                  </a:lnTo>
                  <a:lnTo>
                    <a:pt x="589" y="245"/>
                  </a:lnTo>
                  <a:lnTo>
                    <a:pt x="589" y="245"/>
                  </a:lnTo>
                  <a:lnTo>
                    <a:pt x="617" y="259"/>
                  </a:lnTo>
                  <a:lnTo>
                    <a:pt x="636" y="268"/>
                  </a:lnTo>
                  <a:lnTo>
                    <a:pt x="657" y="277"/>
                  </a:lnTo>
                  <a:lnTo>
                    <a:pt x="679" y="287"/>
                  </a:lnTo>
                  <a:lnTo>
                    <a:pt x="700" y="293"/>
                  </a:lnTo>
                  <a:lnTo>
                    <a:pt x="710" y="296"/>
                  </a:lnTo>
                  <a:lnTo>
                    <a:pt x="721" y="297"/>
                  </a:lnTo>
                  <a:lnTo>
                    <a:pt x="730" y="297"/>
                  </a:lnTo>
                  <a:lnTo>
                    <a:pt x="739" y="296"/>
                  </a:lnTo>
                  <a:lnTo>
                    <a:pt x="739" y="296"/>
                  </a:lnTo>
                  <a:lnTo>
                    <a:pt x="748" y="297"/>
                  </a:lnTo>
                  <a:lnTo>
                    <a:pt x="757" y="297"/>
                  </a:lnTo>
                  <a:lnTo>
                    <a:pt x="768" y="296"/>
                  </a:lnTo>
                  <a:lnTo>
                    <a:pt x="778" y="293"/>
                  </a:lnTo>
                  <a:lnTo>
                    <a:pt x="799" y="287"/>
                  </a:lnTo>
                  <a:lnTo>
                    <a:pt x="820" y="277"/>
                  </a:lnTo>
                  <a:lnTo>
                    <a:pt x="841" y="268"/>
                  </a:lnTo>
                  <a:lnTo>
                    <a:pt x="861" y="259"/>
                  </a:lnTo>
                  <a:lnTo>
                    <a:pt x="889" y="245"/>
                  </a:lnTo>
                  <a:lnTo>
                    <a:pt x="889" y="245"/>
                  </a:lnTo>
                  <a:lnTo>
                    <a:pt x="917" y="230"/>
                  </a:lnTo>
                  <a:lnTo>
                    <a:pt x="946" y="217"/>
                  </a:lnTo>
                  <a:lnTo>
                    <a:pt x="960" y="211"/>
                  </a:lnTo>
                  <a:lnTo>
                    <a:pt x="976" y="207"/>
                  </a:lnTo>
                  <a:lnTo>
                    <a:pt x="990" y="204"/>
                  </a:lnTo>
                  <a:lnTo>
                    <a:pt x="1006" y="203"/>
                  </a:lnTo>
                  <a:lnTo>
                    <a:pt x="1006" y="203"/>
                  </a:lnTo>
                  <a:lnTo>
                    <a:pt x="1022" y="204"/>
                  </a:lnTo>
                  <a:lnTo>
                    <a:pt x="1036" y="207"/>
                  </a:lnTo>
                  <a:lnTo>
                    <a:pt x="1049" y="209"/>
                  </a:lnTo>
                  <a:lnTo>
                    <a:pt x="1062" y="213"/>
                  </a:lnTo>
                  <a:lnTo>
                    <a:pt x="1088" y="223"/>
                  </a:lnTo>
                  <a:lnTo>
                    <a:pt x="1112" y="234"/>
                  </a:lnTo>
                  <a:lnTo>
                    <a:pt x="1135" y="249"/>
                  </a:lnTo>
                  <a:lnTo>
                    <a:pt x="1159" y="263"/>
                  </a:lnTo>
                  <a:lnTo>
                    <a:pt x="1182" y="279"/>
                  </a:lnTo>
                  <a:lnTo>
                    <a:pt x="1207" y="293"/>
                  </a:lnTo>
                  <a:lnTo>
                    <a:pt x="1207" y="293"/>
                  </a:lnTo>
                  <a:lnTo>
                    <a:pt x="1223" y="302"/>
                  </a:lnTo>
                  <a:lnTo>
                    <a:pt x="1241" y="310"/>
                  </a:lnTo>
                  <a:lnTo>
                    <a:pt x="1258" y="317"/>
                  </a:lnTo>
                  <a:lnTo>
                    <a:pt x="1277" y="321"/>
                  </a:lnTo>
                  <a:lnTo>
                    <a:pt x="1295" y="325"/>
                  </a:lnTo>
                  <a:lnTo>
                    <a:pt x="1313" y="327"/>
                  </a:lnTo>
                  <a:lnTo>
                    <a:pt x="1332" y="327"/>
                  </a:lnTo>
                  <a:lnTo>
                    <a:pt x="1350" y="326"/>
                  </a:lnTo>
                  <a:lnTo>
                    <a:pt x="1367" y="323"/>
                  </a:lnTo>
                  <a:lnTo>
                    <a:pt x="1384" y="319"/>
                  </a:lnTo>
                  <a:lnTo>
                    <a:pt x="1401" y="311"/>
                  </a:lnTo>
                  <a:lnTo>
                    <a:pt x="1417" y="304"/>
                  </a:lnTo>
                  <a:lnTo>
                    <a:pt x="1431" y="293"/>
                  </a:lnTo>
                  <a:lnTo>
                    <a:pt x="1445" y="280"/>
                  </a:lnTo>
                  <a:lnTo>
                    <a:pt x="1457" y="264"/>
                  </a:lnTo>
                  <a:lnTo>
                    <a:pt x="1469" y="247"/>
                  </a:lnTo>
                  <a:lnTo>
                    <a:pt x="1469" y="247"/>
                  </a:lnTo>
                  <a:lnTo>
                    <a:pt x="1473" y="236"/>
                  </a:lnTo>
                  <a:lnTo>
                    <a:pt x="1477" y="223"/>
                  </a:lnTo>
                  <a:lnTo>
                    <a:pt x="1477" y="208"/>
                  </a:lnTo>
                  <a:lnTo>
                    <a:pt x="1477" y="194"/>
                  </a:lnTo>
                  <a:lnTo>
                    <a:pt x="1474" y="179"/>
                  </a:lnTo>
                  <a:lnTo>
                    <a:pt x="1469" y="166"/>
                  </a:lnTo>
                  <a:lnTo>
                    <a:pt x="1462" y="155"/>
                  </a:lnTo>
                  <a:lnTo>
                    <a:pt x="1455" y="144"/>
                  </a:lnTo>
                  <a:lnTo>
                    <a:pt x="1455" y="144"/>
                  </a:lnTo>
                  <a:close/>
                  <a:moveTo>
                    <a:pt x="1415" y="245"/>
                  </a:moveTo>
                  <a:lnTo>
                    <a:pt x="1415" y="245"/>
                  </a:lnTo>
                  <a:lnTo>
                    <a:pt x="1400" y="259"/>
                  </a:lnTo>
                  <a:lnTo>
                    <a:pt x="1381" y="270"/>
                  </a:lnTo>
                  <a:lnTo>
                    <a:pt x="1362" y="277"/>
                  </a:lnTo>
                  <a:lnTo>
                    <a:pt x="1342" y="283"/>
                  </a:lnTo>
                  <a:lnTo>
                    <a:pt x="1332" y="284"/>
                  </a:lnTo>
                  <a:lnTo>
                    <a:pt x="1321" y="284"/>
                  </a:lnTo>
                  <a:lnTo>
                    <a:pt x="1311" y="284"/>
                  </a:lnTo>
                  <a:lnTo>
                    <a:pt x="1300" y="283"/>
                  </a:lnTo>
                  <a:lnTo>
                    <a:pt x="1290" y="281"/>
                  </a:lnTo>
                  <a:lnTo>
                    <a:pt x="1279" y="279"/>
                  </a:lnTo>
                  <a:lnTo>
                    <a:pt x="1270" y="275"/>
                  </a:lnTo>
                  <a:lnTo>
                    <a:pt x="1260" y="270"/>
                  </a:lnTo>
                  <a:lnTo>
                    <a:pt x="1260" y="270"/>
                  </a:lnTo>
                  <a:lnTo>
                    <a:pt x="1233" y="255"/>
                  </a:lnTo>
                  <a:lnTo>
                    <a:pt x="1207" y="238"/>
                  </a:lnTo>
                  <a:lnTo>
                    <a:pt x="1156" y="206"/>
                  </a:lnTo>
                  <a:lnTo>
                    <a:pt x="1130" y="190"/>
                  </a:lnTo>
                  <a:lnTo>
                    <a:pt x="1103" y="177"/>
                  </a:lnTo>
                  <a:lnTo>
                    <a:pt x="1088" y="170"/>
                  </a:lnTo>
                  <a:lnTo>
                    <a:pt x="1074" y="166"/>
                  </a:lnTo>
                  <a:lnTo>
                    <a:pt x="1059" y="162"/>
                  </a:lnTo>
                  <a:lnTo>
                    <a:pt x="1045" y="161"/>
                  </a:lnTo>
                  <a:lnTo>
                    <a:pt x="1045" y="161"/>
                  </a:lnTo>
                  <a:lnTo>
                    <a:pt x="1022" y="158"/>
                  </a:lnTo>
                  <a:lnTo>
                    <a:pt x="999" y="158"/>
                  </a:lnTo>
                  <a:lnTo>
                    <a:pt x="981" y="161"/>
                  </a:lnTo>
                  <a:lnTo>
                    <a:pt x="963" y="165"/>
                  </a:lnTo>
                  <a:lnTo>
                    <a:pt x="944" y="170"/>
                  </a:lnTo>
                  <a:lnTo>
                    <a:pt x="926" y="178"/>
                  </a:lnTo>
                  <a:lnTo>
                    <a:pt x="887" y="195"/>
                  </a:lnTo>
                  <a:lnTo>
                    <a:pt x="887" y="195"/>
                  </a:lnTo>
                  <a:lnTo>
                    <a:pt x="842" y="217"/>
                  </a:lnTo>
                  <a:lnTo>
                    <a:pt x="808" y="233"/>
                  </a:lnTo>
                  <a:lnTo>
                    <a:pt x="777" y="246"/>
                  </a:lnTo>
                  <a:lnTo>
                    <a:pt x="777" y="246"/>
                  </a:lnTo>
                  <a:lnTo>
                    <a:pt x="777" y="246"/>
                  </a:lnTo>
                  <a:lnTo>
                    <a:pt x="777" y="246"/>
                  </a:lnTo>
                  <a:lnTo>
                    <a:pt x="761" y="250"/>
                  </a:lnTo>
                  <a:lnTo>
                    <a:pt x="761" y="250"/>
                  </a:lnTo>
                  <a:lnTo>
                    <a:pt x="761" y="250"/>
                  </a:lnTo>
                  <a:lnTo>
                    <a:pt x="761" y="250"/>
                  </a:lnTo>
                  <a:lnTo>
                    <a:pt x="748" y="254"/>
                  </a:lnTo>
                  <a:lnTo>
                    <a:pt x="748" y="254"/>
                  </a:lnTo>
                  <a:lnTo>
                    <a:pt x="739" y="254"/>
                  </a:lnTo>
                  <a:lnTo>
                    <a:pt x="739" y="254"/>
                  </a:lnTo>
                  <a:lnTo>
                    <a:pt x="731" y="255"/>
                  </a:lnTo>
                  <a:lnTo>
                    <a:pt x="723" y="254"/>
                  </a:lnTo>
                  <a:lnTo>
                    <a:pt x="717" y="253"/>
                  </a:lnTo>
                  <a:lnTo>
                    <a:pt x="710" y="249"/>
                  </a:lnTo>
                  <a:lnTo>
                    <a:pt x="710" y="249"/>
                  </a:lnTo>
                  <a:lnTo>
                    <a:pt x="695" y="243"/>
                  </a:lnTo>
                  <a:lnTo>
                    <a:pt x="678" y="236"/>
                  </a:lnTo>
                  <a:lnTo>
                    <a:pt x="641" y="220"/>
                  </a:lnTo>
                  <a:lnTo>
                    <a:pt x="591" y="195"/>
                  </a:lnTo>
                  <a:lnTo>
                    <a:pt x="591" y="195"/>
                  </a:lnTo>
                  <a:lnTo>
                    <a:pt x="552" y="178"/>
                  </a:lnTo>
                  <a:lnTo>
                    <a:pt x="534" y="170"/>
                  </a:lnTo>
                  <a:lnTo>
                    <a:pt x="515" y="165"/>
                  </a:lnTo>
                  <a:lnTo>
                    <a:pt x="497" y="161"/>
                  </a:lnTo>
                  <a:lnTo>
                    <a:pt x="477" y="158"/>
                  </a:lnTo>
                  <a:lnTo>
                    <a:pt x="456" y="158"/>
                  </a:lnTo>
                  <a:lnTo>
                    <a:pt x="433" y="161"/>
                  </a:lnTo>
                  <a:lnTo>
                    <a:pt x="433" y="161"/>
                  </a:lnTo>
                  <a:lnTo>
                    <a:pt x="419" y="162"/>
                  </a:lnTo>
                  <a:lnTo>
                    <a:pt x="403" y="166"/>
                  </a:lnTo>
                  <a:lnTo>
                    <a:pt x="388" y="170"/>
                  </a:lnTo>
                  <a:lnTo>
                    <a:pt x="375" y="177"/>
                  </a:lnTo>
                  <a:lnTo>
                    <a:pt x="348" y="190"/>
                  </a:lnTo>
                  <a:lnTo>
                    <a:pt x="322" y="206"/>
                  </a:lnTo>
                  <a:lnTo>
                    <a:pt x="269" y="238"/>
                  </a:lnTo>
                  <a:lnTo>
                    <a:pt x="245" y="255"/>
                  </a:lnTo>
                  <a:lnTo>
                    <a:pt x="218" y="270"/>
                  </a:lnTo>
                  <a:lnTo>
                    <a:pt x="218" y="270"/>
                  </a:lnTo>
                  <a:lnTo>
                    <a:pt x="208" y="275"/>
                  </a:lnTo>
                  <a:lnTo>
                    <a:pt x="199" y="279"/>
                  </a:lnTo>
                  <a:lnTo>
                    <a:pt x="188" y="281"/>
                  </a:lnTo>
                  <a:lnTo>
                    <a:pt x="178" y="283"/>
                  </a:lnTo>
                  <a:lnTo>
                    <a:pt x="167" y="284"/>
                  </a:lnTo>
                  <a:lnTo>
                    <a:pt x="157" y="284"/>
                  </a:lnTo>
                  <a:lnTo>
                    <a:pt x="146" y="284"/>
                  </a:lnTo>
                  <a:lnTo>
                    <a:pt x="136" y="283"/>
                  </a:lnTo>
                  <a:lnTo>
                    <a:pt x="116" y="277"/>
                  </a:lnTo>
                  <a:lnTo>
                    <a:pt x="97" y="270"/>
                  </a:lnTo>
                  <a:lnTo>
                    <a:pt x="78" y="259"/>
                  </a:lnTo>
                  <a:lnTo>
                    <a:pt x="61" y="245"/>
                  </a:lnTo>
                  <a:lnTo>
                    <a:pt x="61" y="245"/>
                  </a:lnTo>
                  <a:lnTo>
                    <a:pt x="56" y="240"/>
                  </a:lnTo>
                  <a:lnTo>
                    <a:pt x="52" y="233"/>
                  </a:lnTo>
                  <a:lnTo>
                    <a:pt x="50" y="228"/>
                  </a:lnTo>
                  <a:lnTo>
                    <a:pt x="47" y="221"/>
                  </a:lnTo>
                  <a:lnTo>
                    <a:pt x="46" y="215"/>
                  </a:lnTo>
                  <a:lnTo>
                    <a:pt x="46" y="209"/>
                  </a:lnTo>
                  <a:lnTo>
                    <a:pt x="46" y="203"/>
                  </a:lnTo>
                  <a:lnTo>
                    <a:pt x="48" y="198"/>
                  </a:lnTo>
                  <a:lnTo>
                    <a:pt x="50" y="192"/>
                  </a:lnTo>
                  <a:lnTo>
                    <a:pt x="54" y="187"/>
                  </a:lnTo>
                  <a:lnTo>
                    <a:pt x="61" y="178"/>
                  </a:lnTo>
                  <a:lnTo>
                    <a:pt x="72" y="172"/>
                  </a:lnTo>
                  <a:lnTo>
                    <a:pt x="77" y="169"/>
                  </a:lnTo>
                  <a:lnTo>
                    <a:pt x="84" y="166"/>
                  </a:lnTo>
                  <a:lnTo>
                    <a:pt x="84" y="166"/>
                  </a:lnTo>
                  <a:lnTo>
                    <a:pt x="103" y="164"/>
                  </a:lnTo>
                  <a:lnTo>
                    <a:pt x="123" y="161"/>
                  </a:lnTo>
                  <a:lnTo>
                    <a:pt x="161" y="161"/>
                  </a:lnTo>
                  <a:lnTo>
                    <a:pt x="161" y="161"/>
                  </a:lnTo>
                  <a:lnTo>
                    <a:pt x="167" y="160"/>
                  </a:lnTo>
                  <a:lnTo>
                    <a:pt x="173" y="157"/>
                  </a:lnTo>
                  <a:lnTo>
                    <a:pt x="178" y="153"/>
                  </a:lnTo>
                  <a:lnTo>
                    <a:pt x="180" y="149"/>
                  </a:lnTo>
                  <a:lnTo>
                    <a:pt x="180" y="149"/>
                  </a:lnTo>
                  <a:lnTo>
                    <a:pt x="192" y="144"/>
                  </a:lnTo>
                  <a:lnTo>
                    <a:pt x="205" y="139"/>
                  </a:lnTo>
                  <a:lnTo>
                    <a:pt x="228" y="126"/>
                  </a:lnTo>
                  <a:lnTo>
                    <a:pt x="250" y="111"/>
                  </a:lnTo>
                  <a:lnTo>
                    <a:pt x="272" y="97"/>
                  </a:lnTo>
                  <a:lnTo>
                    <a:pt x="272" y="97"/>
                  </a:lnTo>
                  <a:lnTo>
                    <a:pt x="289" y="85"/>
                  </a:lnTo>
                  <a:lnTo>
                    <a:pt x="309" y="75"/>
                  </a:lnTo>
                  <a:lnTo>
                    <a:pt x="328" y="67"/>
                  </a:lnTo>
                  <a:lnTo>
                    <a:pt x="348" y="59"/>
                  </a:lnTo>
                  <a:lnTo>
                    <a:pt x="369" y="54"/>
                  </a:lnTo>
                  <a:lnTo>
                    <a:pt x="390" y="50"/>
                  </a:lnTo>
                  <a:lnTo>
                    <a:pt x="411" y="47"/>
                  </a:lnTo>
                  <a:lnTo>
                    <a:pt x="433" y="47"/>
                  </a:lnTo>
                  <a:lnTo>
                    <a:pt x="433" y="47"/>
                  </a:lnTo>
                  <a:lnTo>
                    <a:pt x="445" y="49"/>
                  </a:lnTo>
                  <a:lnTo>
                    <a:pt x="458" y="50"/>
                  </a:lnTo>
                  <a:lnTo>
                    <a:pt x="481" y="56"/>
                  </a:lnTo>
                  <a:lnTo>
                    <a:pt x="504" y="64"/>
                  </a:lnTo>
                  <a:lnTo>
                    <a:pt x="527" y="75"/>
                  </a:lnTo>
                  <a:lnTo>
                    <a:pt x="549" y="85"/>
                  </a:lnTo>
                  <a:lnTo>
                    <a:pt x="572" y="94"/>
                  </a:lnTo>
                  <a:lnTo>
                    <a:pt x="594" y="102"/>
                  </a:lnTo>
                  <a:lnTo>
                    <a:pt x="606" y="106"/>
                  </a:lnTo>
                  <a:lnTo>
                    <a:pt x="617" y="109"/>
                  </a:lnTo>
                  <a:lnTo>
                    <a:pt x="617" y="109"/>
                  </a:lnTo>
                  <a:lnTo>
                    <a:pt x="671" y="117"/>
                  </a:lnTo>
                  <a:lnTo>
                    <a:pt x="697" y="119"/>
                  </a:lnTo>
                  <a:lnTo>
                    <a:pt x="725" y="122"/>
                  </a:lnTo>
                  <a:lnTo>
                    <a:pt x="725" y="122"/>
                  </a:lnTo>
                  <a:lnTo>
                    <a:pt x="730" y="122"/>
                  </a:lnTo>
                  <a:lnTo>
                    <a:pt x="730" y="122"/>
                  </a:lnTo>
                  <a:lnTo>
                    <a:pt x="739" y="122"/>
                  </a:lnTo>
                  <a:lnTo>
                    <a:pt x="739" y="122"/>
                  </a:lnTo>
                  <a:lnTo>
                    <a:pt x="747" y="122"/>
                  </a:lnTo>
                  <a:lnTo>
                    <a:pt x="747" y="122"/>
                  </a:lnTo>
                  <a:lnTo>
                    <a:pt x="753" y="122"/>
                  </a:lnTo>
                  <a:lnTo>
                    <a:pt x="753" y="122"/>
                  </a:lnTo>
                  <a:lnTo>
                    <a:pt x="780" y="119"/>
                  </a:lnTo>
                  <a:lnTo>
                    <a:pt x="807" y="117"/>
                  </a:lnTo>
                  <a:lnTo>
                    <a:pt x="859" y="109"/>
                  </a:lnTo>
                  <a:lnTo>
                    <a:pt x="859" y="109"/>
                  </a:lnTo>
                  <a:lnTo>
                    <a:pt x="872" y="106"/>
                  </a:lnTo>
                  <a:lnTo>
                    <a:pt x="884" y="102"/>
                  </a:lnTo>
                  <a:lnTo>
                    <a:pt x="906" y="94"/>
                  </a:lnTo>
                  <a:lnTo>
                    <a:pt x="929" y="85"/>
                  </a:lnTo>
                  <a:lnTo>
                    <a:pt x="951" y="75"/>
                  </a:lnTo>
                  <a:lnTo>
                    <a:pt x="973" y="64"/>
                  </a:lnTo>
                  <a:lnTo>
                    <a:pt x="997" y="56"/>
                  </a:lnTo>
                  <a:lnTo>
                    <a:pt x="1020" y="50"/>
                  </a:lnTo>
                  <a:lnTo>
                    <a:pt x="1032" y="49"/>
                  </a:lnTo>
                  <a:lnTo>
                    <a:pt x="1045" y="47"/>
                  </a:lnTo>
                  <a:lnTo>
                    <a:pt x="1045" y="47"/>
                  </a:lnTo>
                  <a:lnTo>
                    <a:pt x="1066" y="47"/>
                  </a:lnTo>
                  <a:lnTo>
                    <a:pt x="1088" y="50"/>
                  </a:lnTo>
                  <a:lnTo>
                    <a:pt x="1109" y="54"/>
                  </a:lnTo>
                  <a:lnTo>
                    <a:pt x="1129" y="59"/>
                  </a:lnTo>
                  <a:lnTo>
                    <a:pt x="1150" y="67"/>
                  </a:lnTo>
                  <a:lnTo>
                    <a:pt x="1169" y="75"/>
                  </a:lnTo>
                  <a:lnTo>
                    <a:pt x="1188" y="85"/>
                  </a:lnTo>
                  <a:lnTo>
                    <a:pt x="1206" y="97"/>
                  </a:lnTo>
                  <a:lnTo>
                    <a:pt x="1206" y="97"/>
                  </a:lnTo>
                  <a:lnTo>
                    <a:pt x="1227" y="111"/>
                  </a:lnTo>
                  <a:lnTo>
                    <a:pt x="1249" y="126"/>
                  </a:lnTo>
                  <a:lnTo>
                    <a:pt x="1273" y="139"/>
                  </a:lnTo>
                  <a:lnTo>
                    <a:pt x="1284" y="144"/>
                  </a:lnTo>
                  <a:lnTo>
                    <a:pt x="1298" y="149"/>
                  </a:lnTo>
                  <a:lnTo>
                    <a:pt x="1298" y="149"/>
                  </a:lnTo>
                  <a:lnTo>
                    <a:pt x="1300" y="153"/>
                  </a:lnTo>
                  <a:lnTo>
                    <a:pt x="1304" y="157"/>
                  </a:lnTo>
                  <a:lnTo>
                    <a:pt x="1309" y="160"/>
                  </a:lnTo>
                  <a:lnTo>
                    <a:pt x="1317" y="161"/>
                  </a:lnTo>
                  <a:lnTo>
                    <a:pt x="1317" y="161"/>
                  </a:lnTo>
                  <a:lnTo>
                    <a:pt x="1355" y="161"/>
                  </a:lnTo>
                  <a:lnTo>
                    <a:pt x="1375" y="164"/>
                  </a:lnTo>
                  <a:lnTo>
                    <a:pt x="1393" y="166"/>
                  </a:lnTo>
                  <a:lnTo>
                    <a:pt x="1393" y="166"/>
                  </a:lnTo>
                  <a:lnTo>
                    <a:pt x="1400" y="169"/>
                  </a:lnTo>
                  <a:lnTo>
                    <a:pt x="1406" y="172"/>
                  </a:lnTo>
                  <a:lnTo>
                    <a:pt x="1417" y="178"/>
                  </a:lnTo>
                  <a:lnTo>
                    <a:pt x="1424" y="187"/>
                  </a:lnTo>
                  <a:lnTo>
                    <a:pt x="1427" y="192"/>
                  </a:lnTo>
                  <a:lnTo>
                    <a:pt x="1430" y="198"/>
                  </a:lnTo>
                  <a:lnTo>
                    <a:pt x="1431" y="203"/>
                  </a:lnTo>
                  <a:lnTo>
                    <a:pt x="1432" y="209"/>
                  </a:lnTo>
                  <a:lnTo>
                    <a:pt x="1432" y="215"/>
                  </a:lnTo>
                  <a:lnTo>
                    <a:pt x="1431" y="221"/>
                  </a:lnTo>
                  <a:lnTo>
                    <a:pt x="1428" y="228"/>
                  </a:lnTo>
                  <a:lnTo>
                    <a:pt x="1426" y="233"/>
                  </a:lnTo>
                  <a:lnTo>
                    <a:pt x="1421" y="240"/>
                  </a:lnTo>
                  <a:lnTo>
                    <a:pt x="1415" y="245"/>
                  </a:lnTo>
                  <a:lnTo>
                    <a:pt x="1415" y="245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03" name="Freeform 515"/>
            <p:cNvSpPr/>
            <p:nvPr>
              <p:custDataLst>
                <p:tags r:id="rId57"/>
              </p:custDataLst>
            </p:nvPr>
          </p:nvSpPr>
          <p:spPr bwMode="auto">
            <a:xfrm>
              <a:off x="3133726" y="1176338"/>
              <a:ext cx="117475" cy="230188"/>
            </a:xfrm>
            <a:custGeom>
              <a:avLst/>
              <a:gdLst/>
              <a:ahLst/>
              <a:cxnLst>
                <a:cxn ang="0">
                  <a:pos x="251" y="10"/>
                </a:cxn>
                <a:cxn ang="0">
                  <a:pos x="216" y="78"/>
                </a:cxn>
                <a:cxn ang="0">
                  <a:pos x="186" y="149"/>
                </a:cxn>
                <a:cxn ang="0">
                  <a:pos x="140" y="255"/>
                </a:cxn>
                <a:cxn ang="0">
                  <a:pos x="124" y="290"/>
                </a:cxn>
                <a:cxn ang="0">
                  <a:pos x="91" y="349"/>
                </a:cxn>
                <a:cxn ang="0">
                  <a:pos x="59" y="406"/>
                </a:cxn>
                <a:cxn ang="0">
                  <a:pos x="42" y="440"/>
                </a:cxn>
                <a:cxn ang="0">
                  <a:pos x="12" y="515"/>
                </a:cxn>
                <a:cxn ang="0">
                  <a:pos x="1" y="553"/>
                </a:cxn>
                <a:cxn ang="0">
                  <a:pos x="1" y="553"/>
                </a:cxn>
                <a:cxn ang="0">
                  <a:pos x="0" y="558"/>
                </a:cxn>
                <a:cxn ang="0">
                  <a:pos x="1" y="567"/>
                </a:cxn>
                <a:cxn ang="0">
                  <a:pos x="5" y="574"/>
                </a:cxn>
                <a:cxn ang="0">
                  <a:pos x="20" y="580"/>
                </a:cxn>
                <a:cxn ang="0">
                  <a:pos x="35" y="578"/>
                </a:cxn>
                <a:cxn ang="0">
                  <a:pos x="42" y="573"/>
                </a:cxn>
                <a:cxn ang="0">
                  <a:pos x="44" y="565"/>
                </a:cxn>
                <a:cxn ang="0">
                  <a:pos x="46" y="563"/>
                </a:cxn>
                <a:cxn ang="0">
                  <a:pos x="48" y="558"/>
                </a:cxn>
                <a:cxn ang="0">
                  <a:pos x="48" y="552"/>
                </a:cxn>
                <a:cxn ang="0">
                  <a:pos x="73" y="485"/>
                </a:cxn>
                <a:cxn ang="0">
                  <a:pos x="106" y="421"/>
                </a:cxn>
                <a:cxn ang="0">
                  <a:pos x="156" y="328"/>
                </a:cxn>
                <a:cxn ang="0">
                  <a:pos x="173" y="297"/>
                </a:cxn>
                <a:cxn ang="0">
                  <a:pos x="201" y="230"/>
                </a:cxn>
                <a:cxn ang="0">
                  <a:pos x="243" y="130"/>
                </a:cxn>
                <a:cxn ang="0">
                  <a:pos x="273" y="65"/>
                </a:cxn>
                <a:cxn ang="0">
                  <a:pos x="290" y="34"/>
                </a:cxn>
                <a:cxn ang="0">
                  <a:pos x="293" y="25"/>
                </a:cxn>
                <a:cxn ang="0">
                  <a:pos x="292" y="15"/>
                </a:cxn>
                <a:cxn ang="0">
                  <a:pos x="288" y="9"/>
                </a:cxn>
                <a:cxn ang="0">
                  <a:pos x="273" y="0"/>
                </a:cxn>
                <a:cxn ang="0">
                  <a:pos x="265" y="0"/>
                </a:cxn>
                <a:cxn ang="0">
                  <a:pos x="258" y="4"/>
                </a:cxn>
                <a:cxn ang="0">
                  <a:pos x="251" y="10"/>
                </a:cxn>
              </a:cxnLst>
              <a:rect l="0" t="0" r="r" b="b"/>
              <a:pathLst>
                <a:path w="293" h="580">
                  <a:moveTo>
                    <a:pt x="251" y="10"/>
                  </a:moveTo>
                  <a:lnTo>
                    <a:pt x="251" y="10"/>
                  </a:lnTo>
                  <a:lnTo>
                    <a:pt x="233" y="44"/>
                  </a:lnTo>
                  <a:lnTo>
                    <a:pt x="216" y="78"/>
                  </a:lnTo>
                  <a:lnTo>
                    <a:pt x="200" y="113"/>
                  </a:lnTo>
                  <a:lnTo>
                    <a:pt x="186" y="149"/>
                  </a:lnTo>
                  <a:lnTo>
                    <a:pt x="156" y="219"/>
                  </a:lnTo>
                  <a:lnTo>
                    <a:pt x="140" y="255"/>
                  </a:lnTo>
                  <a:lnTo>
                    <a:pt x="124" y="290"/>
                  </a:lnTo>
                  <a:lnTo>
                    <a:pt x="124" y="290"/>
                  </a:lnTo>
                  <a:lnTo>
                    <a:pt x="110" y="320"/>
                  </a:lnTo>
                  <a:lnTo>
                    <a:pt x="91" y="349"/>
                  </a:lnTo>
                  <a:lnTo>
                    <a:pt x="74" y="376"/>
                  </a:lnTo>
                  <a:lnTo>
                    <a:pt x="59" y="406"/>
                  </a:lnTo>
                  <a:lnTo>
                    <a:pt x="59" y="406"/>
                  </a:lnTo>
                  <a:lnTo>
                    <a:pt x="42" y="440"/>
                  </a:lnTo>
                  <a:lnTo>
                    <a:pt x="26" y="477"/>
                  </a:lnTo>
                  <a:lnTo>
                    <a:pt x="12" y="515"/>
                  </a:lnTo>
                  <a:lnTo>
                    <a:pt x="1" y="553"/>
                  </a:lnTo>
                  <a:lnTo>
                    <a:pt x="1" y="553"/>
                  </a:lnTo>
                  <a:lnTo>
                    <a:pt x="1" y="553"/>
                  </a:lnTo>
                  <a:lnTo>
                    <a:pt x="1" y="553"/>
                  </a:lnTo>
                  <a:lnTo>
                    <a:pt x="0" y="558"/>
                  </a:lnTo>
                  <a:lnTo>
                    <a:pt x="0" y="558"/>
                  </a:lnTo>
                  <a:lnTo>
                    <a:pt x="0" y="563"/>
                  </a:lnTo>
                  <a:lnTo>
                    <a:pt x="1" y="567"/>
                  </a:lnTo>
                  <a:lnTo>
                    <a:pt x="3" y="571"/>
                  </a:lnTo>
                  <a:lnTo>
                    <a:pt x="5" y="574"/>
                  </a:lnTo>
                  <a:lnTo>
                    <a:pt x="12" y="578"/>
                  </a:lnTo>
                  <a:lnTo>
                    <a:pt x="20" y="580"/>
                  </a:lnTo>
                  <a:lnTo>
                    <a:pt x="27" y="580"/>
                  </a:lnTo>
                  <a:lnTo>
                    <a:pt x="35" y="578"/>
                  </a:lnTo>
                  <a:lnTo>
                    <a:pt x="38" y="575"/>
                  </a:lnTo>
                  <a:lnTo>
                    <a:pt x="42" y="573"/>
                  </a:lnTo>
                  <a:lnTo>
                    <a:pt x="43" y="569"/>
                  </a:lnTo>
                  <a:lnTo>
                    <a:pt x="44" y="565"/>
                  </a:lnTo>
                  <a:lnTo>
                    <a:pt x="44" y="565"/>
                  </a:lnTo>
                  <a:lnTo>
                    <a:pt x="46" y="563"/>
                  </a:lnTo>
                  <a:lnTo>
                    <a:pt x="46" y="563"/>
                  </a:lnTo>
                  <a:lnTo>
                    <a:pt x="48" y="558"/>
                  </a:lnTo>
                  <a:lnTo>
                    <a:pt x="48" y="552"/>
                  </a:lnTo>
                  <a:lnTo>
                    <a:pt x="48" y="552"/>
                  </a:lnTo>
                  <a:lnTo>
                    <a:pt x="60" y="518"/>
                  </a:lnTo>
                  <a:lnTo>
                    <a:pt x="73" y="485"/>
                  </a:lnTo>
                  <a:lnTo>
                    <a:pt x="89" y="452"/>
                  </a:lnTo>
                  <a:lnTo>
                    <a:pt x="106" y="421"/>
                  </a:lnTo>
                  <a:lnTo>
                    <a:pt x="140" y="359"/>
                  </a:lnTo>
                  <a:lnTo>
                    <a:pt x="156" y="328"/>
                  </a:lnTo>
                  <a:lnTo>
                    <a:pt x="173" y="297"/>
                  </a:lnTo>
                  <a:lnTo>
                    <a:pt x="173" y="297"/>
                  </a:lnTo>
                  <a:lnTo>
                    <a:pt x="187" y="264"/>
                  </a:lnTo>
                  <a:lnTo>
                    <a:pt x="201" y="230"/>
                  </a:lnTo>
                  <a:lnTo>
                    <a:pt x="229" y="163"/>
                  </a:lnTo>
                  <a:lnTo>
                    <a:pt x="243" y="130"/>
                  </a:lnTo>
                  <a:lnTo>
                    <a:pt x="258" y="98"/>
                  </a:lnTo>
                  <a:lnTo>
                    <a:pt x="273" y="65"/>
                  </a:lnTo>
                  <a:lnTo>
                    <a:pt x="290" y="34"/>
                  </a:lnTo>
                  <a:lnTo>
                    <a:pt x="290" y="34"/>
                  </a:lnTo>
                  <a:lnTo>
                    <a:pt x="292" y="28"/>
                  </a:lnTo>
                  <a:lnTo>
                    <a:pt x="293" y="25"/>
                  </a:lnTo>
                  <a:lnTo>
                    <a:pt x="293" y="19"/>
                  </a:lnTo>
                  <a:lnTo>
                    <a:pt x="292" y="15"/>
                  </a:lnTo>
                  <a:lnTo>
                    <a:pt x="290" y="11"/>
                  </a:lnTo>
                  <a:lnTo>
                    <a:pt x="288" y="9"/>
                  </a:lnTo>
                  <a:lnTo>
                    <a:pt x="281" y="2"/>
                  </a:lnTo>
                  <a:lnTo>
                    <a:pt x="273" y="0"/>
                  </a:lnTo>
                  <a:lnTo>
                    <a:pt x="269" y="0"/>
                  </a:lnTo>
                  <a:lnTo>
                    <a:pt x="265" y="0"/>
                  </a:lnTo>
                  <a:lnTo>
                    <a:pt x="262" y="1"/>
                  </a:lnTo>
                  <a:lnTo>
                    <a:pt x="258" y="4"/>
                  </a:lnTo>
                  <a:lnTo>
                    <a:pt x="254" y="6"/>
                  </a:lnTo>
                  <a:lnTo>
                    <a:pt x="251" y="10"/>
                  </a:lnTo>
                  <a:lnTo>
                    <a:pt x="251" y="10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04" name="Freeform 516"/>
            <p:cNvSpPr/>
            <p:nvPr>
              <p:custDataLst>
                <p:tags r:id="rId58"/>
              </p:custDataLst>
            </p:nvPr>
          </p:nvSpPr>
          <p:spPr bwMode="auto">
            <a:xfrm>
              <a:off x="3255963" y="1174750"/>
              <a:ext cx="109538" cy="230188"/>
            </a:xfrm>
            <a:custGeom>
              <a:avLst/>
              <a:gdLst/>
              <a:ahLst/>
              <a:cxnLst>
                <a:cxn ang="0">
                  <a:pos x="270" y="543"/>
                </a:cxn>
                <a:cxn ang="0">
                  <a:pos x="263" y="533"/>
                </a:cxn>
                <a:cxn ang="0">
                  <a:pos x="248" y="505"/>
                </a:cxn>
                <a:cxn ang="0">
                  <a:pos x="233" y="456"/>
                </a:cxn>
                <a:cxn ang="0">
                  <a:pos x="221" y="429"/>
                </a:cxn>
                <a:cxn ang="0">
                  <a:pos x="213" y="412"/>
                </a:cxn>
                <a:cxn ang="0">
                  <a:pos x="192" y="359"/>
                </a:cxn>
                <a:cxn ang="0">
                  <a:pos x="170" y="288"/>
                </a:cxn>
                <a:cxn ang="0">
                  <a:pos x="165" y="270"/>
                </a:cxn>
                <a:cxn ang="0">
                  <a:pos x="146" y="222"/>
                </a:cxn>
                <a:cxn ang="0">
                  <a:pos x="125" y="174"/>
                </a:cxn>
                <a:cxn ang="0">
                  <a:pos x="120" y="157"/>
                </a:cxn>
                <a:cxn ang="0">
                  <a:pos x="103" y="120"/>
                </a:cxn>
                <a:cxn ang="0">
                  <a:pos x="81" y="86"/>
                </a:cxn>
                <a:cxn ang="0">
                  <a:pos x="60" y="52"/>
                </a:cxn>
                <a:cxn ang="0">
                  <a:pos x="44" y="17"/>
                </a:cxn>
                <a:cxn ang="0">
                  <a:pos x="43" y="12"/>
                </a:cxn>
                <a:cxn ang="0">
                  <a:pos x="36" y="5"/>
                </a:cxn>
                <a:cxn ang="0">
                  <a:pos x="28" y="1"/>
                </a:cxn>
                <a:cxn ang="0">
                  <a:pos x="17" y="1"/>
                </a:cxn>
                <a:cxn ang="0">
                  <a:pos x="5" y="8"/>
                </a:cxn>
                <a:cxn ang="0">
                  <a:pos x="1" y="14"/>
                </a:cxn>
                <a:cxn ang="0">
                  <a:pos x="0" y="23"/>
                </a:cxn>
                <a:cxn ang="0">
                  <a:pos x="1" y="29"/>
                </a:cxn>
                <a:cxn ang="0">
                  <a:pos x="15" y="64"/>
                </a:cxn>
                <a:cxn ang="0">
                  <a:pos x="36" y="99"/>
                </a:cxn>
                <a:cxn ang="0">
                  <a:pos x="68" y="150"/>
                </a:cxn>
                <a:cxn ang="0">
                  <a:pos x="76" y="168"/>
                </a:cxn>
                <a:cxn ang="0">
                  <a:pos x="119" y="277"/>
                </a:cxn>
                <a:cxn ang="0">
                  <a:pos x="130" y="314"/>
                </a:cxn>
                <a:cxn ang="0">
                  <a:pos x="151" y="384"/>
                </a:cxn>
                <a:cxn ang="0">
                  <a:pos x="182" y="451"/>
                </a:cxn>
                <a:cxn ang="0">
                  <a:pos x="188" y="465"/>
                </a:cxn>
                <a:cxn ang="0">
                  <a:pos x="205" y="516"/>
                </a:cxn>
                <a:cxn ang="0">
                  <a:pos x="219" y="549"/>
                </a:cxn>
                <a:cxn ang="0">
                  <a:pos x="233" y="569"/>
                </a:cxn>
                <a:cxn ang="0">
                  <a:pos x="239" y="575"/>
                </a:cxn>
                <a:cxn ang="0">
                  <a:pos x="247" y="580"/>
                </a:cxn>
                <a:cxn ang="0">
                  <a:pos x="256" y="580"/>
                </a:cxn>
                <a:cxn ang="0">
                  <a:pos x="264" y="579"/>
                </a:cxn>
                <a:cxn ang="0">
                  <a:pos x="276" y="567"/>
                </a:cxn>
                <a:cxn ang="0">
                  <a:pos x="278" y="558"/>
                </a:cxn>
                <a:cxn ang="0">
                  <a:pos x="277" y="550"/>
                </a:cxn>
                <a:cxn ang="0">
                  <a:pos x="270" y="543"/>
                </a:cxn>
              </a:cxnLst>
              <a:rect l="0" t="0" r="r" b="b"/>
              <a:pathLst>
                <a:path w="278" h="580">
                  <a:moveTo>
                    <a:pt x="270" y="543"/>
                  </a:moveTo>
                  <a:lnTo>
                    <a:pt x="270" y="543"/>
                  </a:lnTo>
                  <a:lnTo>
                    <a:pt x="267" y="539"/>
                  </a:lnTo>
                  <a:lnTo>
                    <a:pt x="263" y="533"/>
                  </a:lnTo>
                  <a:lnTo>
                    <a:pt x="255" y="520"/>
                  </a:lnTo>
                  <a:lnTo>
                    <a:pt x="248" y="505"/>
                  </a:lnTo>
                  <a:lnTo>
                    <a:pt x="243" y="489"/>
                  </a:lnTo>
                  <a:lnTo>
                    <a:pt x="233" y="456"/>
                  </a:lnTo>
                  <a:lnTo>
                    <a:pt x="227" y="441"/>
                  </a:lnTo>
                  <a:lnTo>
                    <a:pt x="221" y="429"/>
                  </a:lnTo>
                  <a:lnTo>
                    <a:pt x="221" y="429"/>
                  </a:lnTo>
                  <a:lnTo>
                    <a:pt x="213" y="412"/>
                  </a:lnTo>
                  <a:lnTo>
                    <a:pt x="205" y="395"/>
                  </a:lnTo>
                  <a:lnTo>
                    <a:pt x="192" y="359"/>
                  </a:lnTo>
                  <a:lnTo>
                    <a:pt x="180" y="324"/>
                  </a:lnTo>
                  <a:lnTo>
                    <a:pt x="170" y="288"/>
                  </a:lnTo>
                  <a:lnTo>
                    <a:pt x="170" y="288"/>
                  </a:lnTo>
                  <a:lnTo>
                    <a:pt x="165" y="270"/>
                  </a:lnTo>
                  <a:lnTo>
                    <a:pt x="159" y="253"/>
                  </a:lnTo>
                  <a:lnTo>
                    <a:pt x="146" y="222"/>
                  </a:lnTo>
                  <a:lnTo>
                    <a:pt x="132" y="189"/>
                  </a:lnTo>
                  <a:lnTo>
                    <a:pt x="125" y="174"/>
                  </a:lnTo>
                  <a:lnTo>
                    <a:pt x="120" y="157"/>
                  </a:lnTo>
                  <a:lnTo>
                    <a:pt x="120" y="157"/>
                  </a:lnTo>
                  <a:lnTo>
                    <a:pt x="112" y="138"/>
                  </a:lnTo>
                  <a:lnTo>
                    <a:pt x="103" y="120"/>
                  </a:lnTo>
                  <a:lnTo>
                    <a:pt x="93" y="103"/>
                  </a:lnTo>
                  <a:lnTo>
                    <a:pt x="81" y="86"/>
                  </a:lnTo>
                  <a:lnTo>
                    <a:pt x="70" y="69"/>
                  </a:lnTo>
                  <a:lnTo>
                    <a:pt x="60" y="52"/>
                  </a:lnTo>
                  <a:lnTo>
                    <a:pt x="51" y="34"/>
                  </a:lnTo>
                  <a:lnTo>
                    <a:pt x="44" y="17"/>
                  </a:lnTo>
                  <a:lnTo>
                    <a:pt x="44" y="17"/>
                  </a:lnTo>
                  <a:lnTo>
                    <a:pt x="43" y="12"/>
                  </a:lnTo>
                  <a:lnTo>
                    <a:pt x="40" y="8"/>
                  </a:lnTo>
                  <a:lnTo>
                    <a:pt x="36" y="5"/>
                  </a:lnTo>
                  <a:lnTo>
                    <a:pt x="32" y="2"/>
                  </a:lnTo>
                  <a:lnTo>
                    <a:pt x="28" y="1"/>
                  </a:lnTo>
                  <a:lnTo>
                    <a:pt x="25" y="0"/>
                  </a:lnTo>
                  <a:lnTo>
                    <a:pt x="17" y="1"/>
                  </a:lnTo>
                  <a:lnTo>
                    <a:pt x="9" y="5"/>
                  </a:lnTo>
                  <a:lnTo>
                    <a:pt x="5" y="8"/>
                  </a:lnTo>
                  <a:lnTo>
                    <a:pt x="2" y="10"/>
                  </a:lnTo>
                  <a:lnTo>
                    <a:pt x="1" y="14"/>
                  </a:lnTo>
                  <a:lnTo>
                    <a:pt x="0" y="18"/>
                  </a:lnTo>
                  <a:lnTo>
                    <a:pt x="0" y="23"/>
                  </a:lnTo>
                  <a:lnTo>
                    <a:pt x="1" y="29"/>
                  </a:lnTo>
                  <a:lnTo>
                    <a:pt x="1" y="29"/>
                  </a:lnTo>
                  <a:lnTo>
                    <a:pt x="8" y="47"/>
                  </a:lnTo>
                  <a:lnTo>
                    <a:pt x="15" y="64"/>
                  </a:lnTo>
                  <a:lnTo>
                    <a:pt x="26" y="82"/>
                  </a:lnTo>
                  <a:lnTo>
                    <a:pt x="36" y="99"/>
                  </a:lnTo>
                  <a:lnTo>
                    <a:pt x="57" y="133"/>
                  </a:lnTo>
                  <a:lnTo>
                    <a:pt x="68" y="150"/>
                  </a:lnTo>
                  <a:lnTo>
                    <a:pt x="76" y="168"/>
                  </a:lnTo>
                  <a:lnTo>
                    <a:pt x="76" y="168"/>
                  </a:lnTo>
                  <a:lnTo>
                    <a:pt x="104" y="240"/>
                  </a:lnTo>
                  <a:lnTo>
                    <a:pt x="119" y="277"/>
                  </a:lnTo>
                  <a:lnTo>
                    <a:pt x="130" y="314"/>
                  </a:lnTo>
                  <a:lnTo>
                    <a:pt x="130" y="314"/>
                  </a:lnTo>
                  <a:lnTo>
                    <a:pt x="140" y="349"/>
                  </a:lnTo>
                  <a:lnTo>
                    <a:pt x="151" y="384"/>
                  </a:lnTo>
                  <a:lnTo>
                    <a:pt x="166" y="418"/>
                  </a:lnTo>
                  <a:lnTo>
                    <a:pt x="182" y="451"/>
                  </a:lnTo>
                  <a:lnTo>
                    <a:pt x="182" y="451"/>
                  </a:lnTo>
                  <a:lnTo>
                    <a:pt x="188" y="465"/>
                  </a:lnTo>
                  <a:lnTo>
                    <a:pt x="195" y="482"/>
                  </a:lnTo>
                  <a:lnTo>
                    <a:pt x="205" y="516"/>
                  </a:lnTo>
                  <a:lnTo>
                    <a:pt x="212" y="533"/>
                  </a:lnTo>
                  <a:lnTo>
                    <a:pt x="219" y="549"/>
                  </a:lnTo>
                  <a:lnTo>
                    <a:pt x="229" y="563"/>
                  </a:lnTo>
                  <a:lnTo>
                    <a:pt x="233" y="569"/>
                  </a:lnTo>
                  <a:lnTo>
                    <a:pt x="239" y="575"/>
                  </a:lnTo>
                  <a:lnTo>
                    <a:pt x="239" y="575"/>
                  </a:lnTo>
                  <a:lnTo>
                    <a:pt x="243" y="578"/>
                  </a:lnTo>
                  <a:lnTo>
                    <a:pt x="247" y="580"/>
                  </a:lnTo>
                  <a:lnTo>
                    <a:pt x="251" y="580"/>
                  </a:lnTo>
                  <a:lnTo>
                    <a:pt x="256" y="580"/>
                  </a:lnTo>
                  <a:lnTo>
                    <a:pt x="260" y="580"/>
                  </a:lnTo>
                  <a:lnTo>
                    <a:pt x="264" y="579"/>
                  </a:lnTo>
                  <a:lnTo>
                    <a:pt x="270" y="574"/>
                  </a:lnTo>
                  <a:lnTo>
                    <a:pt x="276" y="567"/>
                  </a:lnTo>
                  <a:lnTo>
                    <a:pt x="277" y="563"/>
                  </a:lnTo>
                  <a:lnTo>
                    <a:pt x="278" y="558"/>
                  </a:lnTo>
                  <a:lnTo>
                    <a:pt x="278" y="554"/>
                  </a:lnTo>
                  <a:lnTo>
                    <a:pt x="277" y="550"/>
                  </a:lnTo>
                  <a:lnTo>
                    <a:pt x="274" y="546"/>
                  </a:lnTo>
                  <a:lnTo>
                    <a:pt x="270" y="543"/>
                  </a:lnTo>
                  <a:lnTo>
                    <a:pt x="270" y="543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05" name="Freeform 517"/>
            <p:cNvSpPr/>
            <p:nvPr>
              <p:custDataLst>
                <p:tags r:id="rId59"/>
              </p:custDataLst>
            </p:nvPr>
          </p:nvSpPr>
          <p:spPr bwMode="auto">
            <a:xfrm>
              <a:off x="3589338" y="1176338"/>
              <a:ext cx="115888" cy="230188"/>
            </a:xfrm>
            <a:custGeom>
              <a:avLst/>
              <a:gdLst/>
              <a:ahLst/>
              <a:cxnLst>
                <a:cxn ang="0">
                  <a:pos x="251" y="10"/>
                </a:cxn>
                <a:cxn ang="0">
                  <a:pos x="216" y="78"/>
                </a:cxn>
                <a:cxn ang="0">
                  <a:pos x="186" y="149"/>
                </a:cxn>
                <a:cxn ang="0">
                  <a:pos x="140" y="255"/>
                </a:cxn>
                <a:cxn ang="0">
                  <a:pos x="124" y="290"/>
                </a:cxn>
                <a:cxn ang="0">
                  <a:pos x="91" y="349"/>
                </a:cxn>
                <a:cxn ang="0">
                  <a:pos x="59" y="406"/>
                </a:cxn>
                <a:cxn ang="0">
                  <a:pos x="40" y="440"/>
                </a:cxn>
                <a:cxn ang="0">
                  <a:pos x="12" y="515"/>
                </a:cxn>
                <a:cxn ang="0">
                  <a:pos x="1" y="553"/>
                </a:cxn>
                <a:cxn ang="0">
                  <a:pos x="1" y="553"/>
                </a:cxn>
                <a:cxn ang="0">
                  <a:pos x="0" y="558"/>
                </a:cxn>
                <a:cxn ang="0">
                  <a:pos x="1" y="567"/>
                </a:cxn>
                <a:cxn ang="0">
                  <a:pos x="5" y="574"/>
                </a:cxn>
                <a:cxn ang="0">
                  <a:pos x="18" y="580"/>
                </a:cxn>
                <a:cxn ang="0">
                  <a:pos x="35" y="578"/>
                </a:cxn>
                <a:cxn ang="0">
                  <a:pos x="40" y="573"/>
                </a:cxn>
                <a:cxn ang="0">
                  <a:pos x="44" y="565"/>
                </a:cxn>
                <a:cxn ang="0">
                  <a:pos x="44" y="563"/>
                </a:cxn>
                <a:cxn ang="0">
                  <a:pos x="48" y="558"/>
                </a:cxn>
                <a:cxn ang="0">
                  <a:pos x="48" y="552"/>
                </a:cxn>
                <a:cxn ang="0">
                  <a:pos x="73" y="485"/>
                </a:cxn>
                <a:cxn ang="0">
                  <a:pos x="104" y="421"/>
                </a:cxn>
                <a:cxn ang="0">
                  <a:pos x="155" y="328"/>
                </a:cxn>
                <a:cxn ang="0">
                  <a:pos x="171" y="297"/>
                </a:cxn>
                <a:cxn ang="0">
                  <a:pos x="201" y="230"/>
                </a:cxn>
                <a:cxn ang="0">
                  <a:pos x="243" y="130"/>
                </a:cxn>
                <a:cxn ang="0">
                  <a:pos x="273" y="65"/>
                </a:cxn>
                <a:cxn ang="0">
                  <a:pos x="290" y="34"/>
                </a:cxn>
                <a:cxn ang="0">
                  <a:pos x="293" y="25"/>
                </a:cxn>
                <a:cxn ang="0">
                  <a:pos x="291" y="15"/>
                </a:cxn>
                <a:cxn ang="0">
                  <a:pos x="288" y="9"/>
                </a:cxn>
                <a:cxn ang="0">
                  <a:pos x="273" y="0"/>
                </a:cxn>
                <a:cxn ang="0">
                  <a:pos x="264" y="0"/>
                </a:cxn>
                <a:cxn ang="0">
                  <a:pos x="256" y="4"/>
                </a:cxn>
                <a:cxn ang="0">
                  <a:pos x="251" y="10"/>
                </a:cxn>
              </a:cxnLst>
              <a:rect l="0" t="0" r="r" b="b"/>
              <a:pathLst>
                <a:path w="293" h="580">
                  <a:moveTo>
                    <a:pt x="251" y="10"/>
                  </a:moveTo>
                  <a:lnTo>
                    <a:pt x="251" y="10"/>
                  </a:lnTo>
                  <a:lnTo>
                    <a:pt x="233" y="44"/>
                  </a:lnTo>
                  <a:lnTo>
                    <a:pt x="216" y="78"/>
                  </a:lnTo>
                  <a:lnTo>
                    <a:pt x="200" y="113"/>
                  </a:lnTo>
                  <a:lnTo>
                    <a:pt x="186" y="149"/>
                  </a:lnTo>
                  <a:lnTo>
                    <a:pt x="155" y="219"/>
                  </a:lnTo>
                  <a:lnTo>
                    <a:pt x="140" y="255"/>
                  </a:lnTo>
                  <a:lnTo>
                    <a:pt x="124" y="290"/>
                  </a:lnTo>
                  <a:lnTo>
                    <a:pt x="124" y="290"/>
                  </a:lnTo>
                  <a:lnTo>
                    <a:pt x="108" y="320"/>
                  </a:lnTo>
                  <a:lnTo>
                    <a:pt x="91" y="349"/>
                  </a:lnTo>
                  <a:lnTo>
                    <a:pt x="74" y="376"/>
                  </a:lnTo>
                  <a:lnTo>
                    <a:pt x="59" y="406"/>
                  </a:lnTo>
                  <a:lnTo>
                    <a:pt x="59" y="406"/>
                  </a:lnTo>
                  <a:lnTo>
                    <a:pt x="40" y="440"/>
                  </a:lnTo>
                  <a:lnTo>
                    <a:pt x="25" y="477"/>
                  </a:lnTo>
                  <a:lnTo>
                    <a:pt x="12" y="515"/>
                  </a:lnTo>
                  <a:lnTo>
                    <a:pt x="1" y="553"/>
                  </a:lnTo>
                  <a:lnTo>
                    <a:pt x="1" y="553"/>
                  </a:lnTo>
                  <a:lnTo>
                    <a:pt x="1" y="553"/>
                  </a:lnTo>
                  <a:lnTo>
                    <a:pt x="1" y="553"/>
                  </a:lnTo>
                  <a:lnTo>
                    <a:pt x="0" y="558"/>
                  </a:lnTo>
                  <a:lnTo>
                    <a:pt x="0" y="558"/>
                  </a:lnTo>
                  <a:lnTo>
                    <a:pt x="0" y="563"/>
                  </a:lnTo>
                  <a:lnTo>
                    <a:pt x="1" y="567"/>
                  </a:lnTo>
                  <a:lnTo>
                    <a:pt x="2" y="571"/>
                  </a:lnTo>
                  <a:lnTo>
                    <a:pt x="5" y="574"/>
                  </a:lnTo>
                  <a:lnTo>
                    <a:pt x="12" y="578"/>
                  </a:lnTo>
                  <a:lnTo>
                    <a:pt x="18" y="580"/>
                  </a:lnTo>
                  <a:lnTo>
                    <a:pt x="27" y="580"/>
                  </a:lnTo>
                  <a:lnTo>
                    <a:pt x="35" y="578"/>
                  </a:lnTo>
                  <a:lnTo>
                    <a:pt x="38" y="575"/>
                  </a:lnTo>
                  <a:lnTo>
                    <a:pt x="40" y="573"/>
                  </a:lnTo>
                  <a:lnTo>
                    <a:pt x="43" y="569"/>
                  </a:lnTo>
                  <a:lnTo>
                    <a:pt x="44" y="565"/>
                  </a:lnTo>
                  <a:lnTo>
                    <a:pt x="44" y="565"/>
                  </a:lnTo>
                  <a:lnTo>
                    <a:pt x="44" y="563"/>
                  </a:lnTo>
                  <a:lnTo>
                    <a:pt x="44" y="563"/>
                  </a:lnTo>
                  <a:lnTo>
                    <a:pt x="48" y="558"/>
                  </a:lnTo>
                  <a:lnTo>
                    <a:pt x="48" y="552"/>
                  </a:lnTo>
                  <a:lnTo>
                    <a:pt x="48" y="552"/>
                  </a:lnTo>
                  <a:lnTo>
                    <a:pt x="60" y="518"/>
                  </a:lnTo>
                  <a:lnTo>
                    <a:pt x="73" y="485"/>
                  </a:lnTo>
                  <a:lnTo>
                    <a:pt x="89" y="452"/>
                  </a:lnTo>
                  <a:lnTo>
                    <a:pt x="104" y="421"/>
                  </a:lnTo>
                  <a:lnTo>
                    <a:pt x="138" y="359"/>
                  </a:lnTo>
                  <a:lnTo>
                    <a:pt x="155" y="328"/>
                  </a:lnTo>
                  <a:lnTo>
                    <a:pt x="171" y="297"/>
                  </a:lnTo>
                  <a:lnTo>
                    <a:pt x="171" y="297"/>
                  </a:lnTo>
                  <a:lnTo>
                    <a:pt x="187" y="264"/>
                  </a:lnTo>
                  <a:lnTo>
                    <a:pt x="201" y="230"/>
                  </a:lnTo>
                  <a:lnTo>
                    <a:pt x="229" y="163"/>
                  </a:lnTo>
                  <a:lnTo>
                    <a:pt x="243" y="130"/>
                  </a:lnTo>
                  <a:lnTo>
                    <a:pt x="257" y="98"/>
                  </a:lnTo>
                  <a:lnTo>
                    <a:pt x="273" y="65"/>
                  </a:lnTo>
                  <a:lnTo>
                    <a:pt x="290" y="34"/>
                  </a:lnTo>
                  <a:lnTo>
                    <a:pt x="290" y="34"/>
                  </a:lnTo>
                  <a:lnTo>
                    <a:pt x="291" y="28"/>
                  </a:lnTo>
                  <a:lnTo>
                    <a:pt x="293" y="25"/>
                  </a:lnTo>
                  <a:lnTo>
                    <a:pt x="293" y="19"/>
                  </a:lnTo>
                  <a:lnTo>
                    <a:pt x="291" y="15"/>
                  </a:lnTo>
                  <a:lnTo>
                    <a:pt x="290" y="11"/>
                  </a:lnTo>
                  <a:lnTo>
                    <a:pt x="288" y="9"/>
                  </a:lnTo>
                  <a:lnTo>
                    <a:pt x="281" y="2"/>
                  </a:lnTo>
                  <a:lnTo>
                    <a:pt x="273" y="0"/>
                  </a:lnTo>
                  <a:lnTo>
                    <a:pt x="269" y="0"/>
                  </a:lnTo>
                  <a:lnTo>
                    <a:pt x="264" y="0"/>
                  </a:lnTo>
                  <a:lnTo>
                    <a:pt x="260" y="1"/>
                  </a:lnTo>
                  <a:lnTo>
                    <a:pt x="256" y="4"/>
                  </a:lnTo>
                  <a:lnTo>
                    <a:pt x="254" y="6"/>
                  </a:lnTo>
                  <a:lnTo>
                    <a:pt x="251" y="10"/>
                  </a:lnTo>
                  <a:lnTo>
                    <a:pt x="251" y="10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06" name="Freeform 518"/>
            <p:cNvSpPr/>
            <p:nvPr>
              <p:custDataLst>
                <p:tags r:id="rId60"/>
              </p:custDataLst>
            </p:nvPr>
          </p:nvSpPr>
          <p:spPr bwMode="auto">
            <a:xfrm>
              <a:off x="3709988" y="1174750"/>
              <a:ext cx="111125" cy="230188"/>
            </a:xfrm>
            <a:custGeom>
              <a:avLst/>
              <a:gdLst/>
              <a:ahLst/>
              <a:cxnLst>
                <a:cxn ang="0">
                  <a:pos x="270" y="543"/>
                </a:cxn>
                <a:cxn ang="0">
                  <a:pos x="262" y="533"/>
                </a:cxn>
                <a:cxn ang="0">
                  <a:pos x="248" y="505"/>
                </a:cxn>
                <a:cxn ang="0">
                  <a:pos x="232" y="456"/>
                </a:cxn>
                <a:cxn ang="0">
                  <a:pos x="221" y="429"/>
                </a:cxn>
                <a:cxn ang="0">
                  <a:pos x="211" y="412"/>
                </a:cxn>
                <a:cxn ang="0">
                  <a:pos x="191" y="359"/>
                </a:cxn>
                <a:cxn ang="0">
                  <a:pos x="170" y="288"/>
                </a:cxn>
                <a:cxn ang="0">
                  <a:pos x="164" y="270"/>
                </a:cxn>
                <a:cxn ang="0">
                  <a:pos x="145" y="222"/>
                </a:cxn>
                <a:cxn ang="0">
                  <a:pos x="125" y="174"/>
                </a:cxn>
                <a:cxn ang="0">
                  <a:pos x="119" y="157"/>
                </a:cxn>
                <a:cxn ang="0">
                  <a:pos x="103" y="120"/>
                </a:cxn>
                <a:cxn ang="0">
                  <a:pos x="81" y="86"/>
                </a:cxn>
                <a:cxn ang="0">
                  <a:pos x="60" y="52"/>
                </a:cxn>
                <a:cxn ang="0">
                  <a:pos x="44" y="17"/>
                </a:cxn>
                <a:cxn ang="0">
                  <a:pos x="43" y="12"/>
                </a:cxn>
                <a:cxn ang="0">
                  <a:pos x="36" y="5"/>
                </a:cxn>
                <a:cxn ang="0">
                  <a:pos x="28" y="1"/>
                </a:cxn>
                <a:cxn ang="0">
                  <a:pos x="17" y="1"/>
                </a:cxn>
                <a:cxn ang="0">
                  <a:pos x="5" y="8"/>
                </a:cxn>
                <a:cxn ang="0">
                  <a:pos x="1" y="14"/>
                </a:cxn>
                <a:cxn ang="0">
                  <a:pos x="0" y="23"/>
                </a:cxn>
                <a:cxn ang="0">
                  <a:pos x="0" y="29"/>
                </a:cxn>
                <a:cxn ang="0">
                  <a:pos x="15" y="64"/>
                </a:cxn>
                <a:cxn ang="0">
                  <a:pos x="36" y="99"/>
                </a:cxn>
                <a:cxn ang="0">
                  <a:pos x="66" y="150"/>
                </a:cxn>
                <a:cxn ang="0">
                  <a:pos x="75" y="168"/>
                </a:cxn>
                <a:cxn ang="0">
                  <a:pos x="119" y="277"/>
                </a:cxn>
                <a:cxn ang="0">
                  <a:pos x="129" y="314"/>
                </a:cxn>
                <a:cxn ang="0">
                  <a:pos x="151" y="384"/>
                </a:cxn>
                <a:cxn ang="0">
                  <a:pos x="181" y="451"/>
                </a:cxn>
                <a:cxn ang="0">
                  <a:pos x="188" y="465"/>
                </a:cxn>
                <a:cxn ang="0">
                  <a:pos x="205" y="516"/>
                </a:cxn>
                <a:cxn ang="0">
                  <a:pos x="219" y="549"/>
                </a:cxn>
                <a:cxn ang="0">
                  <a:pos x="232" y="569"/>
                </a:cxn>
                <a:cxn ang="0">
                  <a:pos x="238" y="575"/>
                </a:cxn>
                <a:cxn ang="0">
                  <a:pos x="247" y="580"/>
                </a:cxn>
                <a:cxn ang="0">
                  <a:pos x="256" y="580"/>
                </a:cxn>
                <a:cxn ang="0">
                  <a:pos x="264" y="579"/>
                </a:cxn>
                <a:cxn ang="0">
                  <a:pos x="276" y="567"/>
                </a:cxn>
                <a:cxn ang="0">
                  <a:pos x="278" y="558"/>
                </a:cxn>
                <a:cxn ang="0">
                  <a:pos x="277" y="550"/>
                </a:cxn>
                <a:cxn ang="0">
                  <a:pos x="270" y="543"/>
                </a:cxn>
              </a:cxnLst>
              <a:rect l="0" t="0" r="r" b="b"/>
              <a:pathLst>
                <a:path w="278" h="580">
                  <a:moveTo>
                    <a:pt x="270" y="543"/>
                  </a:moveTo>
                  <a:lnTo>
                    <a:pt x="270" y="543"/>
                  </a:lnTo>
                  <a:lnTo>
                    <a:pt x="266" y="539"/>
                  </a:lnTo>
                  <a:lnTo>
                    <a:pt x="262" y="533"/>
                  </a:lnTo>
                  <a:lnTo>
                    <a:pt x="255" y="520"/>
                  </a:lnTo>
                  <a:lnTo>
                    <a:pt x="248" y="505"/>
                  </a:lnTo>
                  <a:lnTo>
                    <a:pt x="243" y="489"/>
                  </a:lnTo>
                  <a:lnTo>
                    <a:pt x="232" y="456"/>
                  </a:lnTo>
                  <a:lnTo>
                    <a:pt x="226" y="441"/>
                  </a:lnTo>
                  <a:lnTo>
                    <a:pt x="221" y="429"/>
                  </a:lnTo>
                  <a:lnTo>
                    <a:pt x="221" y="429"/>
                  </a:lnTo>
                  <a:lnTo>
                    <a:pt x="211" y="412"/>
                  </a:lnTo>
                  <a:lnTo>
                    <a:pt x="205" y="395"/>
                  </a:lnTo>
                  <a:lnTo>
                    <a:pt x="191" y="359"/>
                  </a:lnTo>
                  <a:lnTo>
                    <a:pt x="180" y="324"/>
                  </a:lnTo>
                  <a:lnTo>
                    <a:pt x="170" y="288"/>
                  </a:lnTo>
                  <a:lnTo>
                    <a:pt x="170" y="288"/>
                  </a:lnTo>
                  <a:lnTo>
                    <a:pt x="164" y="270"/>
                  </a:lnTo>
                  <a:lnTo>
                    <a:pt x="159" y="253"/>
                  </a:lnTo>
                  <a:lnTo>
                    <a:pt x="145" y="222"/>
                  </a:lnTo>
                  <a:lnTo>
                    <a:pt x="132" y="189"/>
                  </a:lnTo>
                  <a:lnTo>
                    <a:pt x="125" y="174"/>
                  </a:lnTo>
                  <a:lnTo>
                    <a:pt x="119" y="157"/>
                  </a:lnTo>
                  <a:lnTo>
                    <a:pt x="119" y="157"/>
                  </a:lnTo>
                  <a:lnTo>
                    <a:pt x="112" y="138"/>
                  </a:lnTo>
                  <a:lnTo>
                    <a:pt x="103" y="120"/>
                  </a:lnTo>
                  <a:lnTo>
                    <a:pt x="92" y="103"/>
                  </a:lnTo>
                  <a:lnTo>
                    <a:pt x="81" y="86"/>
                  </a:lnTo>
                  <a:lnTo>
                    <a:pt x="70" y="69"/>
                  </a:lnTo>
                  <a:lnTo>
                    <a:pt x="60" y="52"/>
                  </a:lnTo>
                  <a:lnTo>
                    <a:pt x="51" y="34"/>
                  </a:lnTo>
                  <a:lnTo>
                    <a:pt x="44" y="17"/>
                  </a:lnTo>
                  <a:lnTo>
                    <a:pt x="44" y="17"/>
                  </a:lnTo>
                  <a:lnTo>
                    <a:pt x="43" y="12"/>
                  </a:lnTo>
                  <a:lnTo>
                    <a:pt x="40" y="8"/>
                  </a:lnTo>
                  <a:lnTo>
                    <a:pt x="36" y="5"/>
                  </a:lnTo>
                  <a:lnTo>
                    <a:pt x="32" y="2"/>
                  </a:lnTo>
                  <a:lnTo>
                    <a:pt x="28" y="1"/>
                  </a:lnTo>
                  <a:lnTo>
                    <a:pt x="24" y="0"/>
                  </a:lnTo>
                  <a:lnTo>
                    <a:pt x="17" y="1"/>
                  </a:lnTo>
                  <a:lnTo>
                    <a:pt x="9" y="5"/>
                  </a:lnTo>
                  <a:lnTo>
                    <a:pt x="5" y="8"/>
                  </a:lnTo>
                  <a:lnTo>
                    <a:pt x="2" y="10"/>
                  </a:lnTo>
                  <a:lnTo>
                    <a:pt x="1" y="14"/>
                  </a:lnTo>
                  <a:lnTo>
                    <a:pt x="0" y="18"/>
                  </a:lnTo>
                  <a:lnTo>
                    <a:pt x="0" y="23"/>
                  </a:lnTo>
                  <a:lnTo>
                    <a:pt x="0" y="29"/>
                  </a:lnTo>
                  <a:lnTo>
                    <a:pt x="0" y="29"/>
                  </a:lnTo>
                  <a:lnTo>
                    <a:pt x="6" y="47"/>
                  </a:lnTo>
                  <a:lnTo>
                    <a:pt x="15" y="64"/>
                  </a:lnTo>
                  <a:lnTo>
                    <a:pt x="24" y="82"/>
                  </a:lnTo>
                  <a:lnTo>
                    <a:pt x="36" y="99"/>
                  </a:lnTo>
                  <a:lnTo>
                    <a:pt x="57" y="133"/>
                  </a:lnTo>
                  <a:lnTo>
                    <a:pt x="66" y="150"/>
                  </a:lnTo>
                  <a:lnTo>
                    <a:pt x="75" y="168"/>
                  </a:lnTo>
                  <a:lnTo>
                    <a:pt x="75" y="168"/>
                  </a:lnTo>
                  <a:lnTo>
                    <a:pt x="104" y="240"/>
                  </a:lnTo>
                  <a:lnTo>
                    <a:pt x="119" y="277"/>
                  </a:lnTo>
                  <a:lnTo>
                    <a:pt x="129" y="314"/>
                  </a:lnTo>
                  <a:lnTo>
                    <a:pt x="129" y="314"/>
                  </a:lnTo>
                  <a:lnTo>
                    <a:pt x="140" y="349"/>
                  </a:lnTo>
                  <a:lnTo>
                    <a:pt x="151" y="384"/>
                  </a:lnTo>
                  <a:lnTo>
                    <a:pt x="164" y="418"/>
                  </a:lnTo>
                  <a:lnTo>
                    <a:pt x="181" y="451"/>
                  </a:lnTo>
                  <a:lnTo>
                    <a:pt x="181" y="451"/>
                  </a:lnTo>
                  <a:lnTo>
                    <a:pt x="188" y="465"/>
                  </a:lnTo>
                  <a:lnTo>
                    <a:pt x="194" y="482"/>
                  </a:lnTo>
                  <a:lnTo>
                    <a:pt x="205" y="516"/>
                  </a:lnTo>
                  <a:lnTo>
                    <a:pt x="211" y="533"/>
                  </a:lnTo>
                  <a:lnTo>
                    <a:pt x="219" y="549"/>
                  </a:lnTo>
                  <a:lnTo>
                    <a:pt x="227" y="563"/>
                  </a:lnTo>
                  <a:lnTo>
                    <a:pt x="232" y="569"/>
                  </a:lnTo>
                  <a:lnTo>
                    <a:pt x="238" y="575"/>
                  </a:lnTo>
                  <a:lnTo>
                    <a:pt x="238" y="575"/>
                  </a:lnTo>
                  <a:lnTo>
                    <a:pt x="243" y="578"/>
                  </a:lnTo>
                  <a:lnTo>
                    <a:pt x="247" y="580"/>
                  </a:lnTo>
                  <a:lnTo>
                    <a:pt x="251" y="580"/>
                  </a:lnTo>
                  <a:lnTo>
                    <a:pt x="256" y="580"/>
                  </a:lnTo>
                  <a:lnTo>
                    <a:pt x="260" y="580"/>
                  </a:lnTo>
                  <a:lnTo>
                    <a:pt x="264" y="579"/>
                  </a:lnTo>
                  <a:lnTo>
                    <a:pt x="270" y="574"/>
                  </a:lnTo>
                  <a:lnTo>
                    <a:pt x="276" y="567"/>
                  </a:lnTo>
                  <a:lnTo>
                    <a:pt x="277" y="563"/>
                  </a:lnTo>
                  <a:lnTo>
                    <a:pt x="278" y="558"/>
                  </a:lnTo>
                  <a:lnTo>
                    <a:pt x="277" y="554"/>
                  </a:lnTo>
                  <a:lnTo>
                    <a:pt x="277" y="550"/>
                  </a:lnTo>
                  <a:lnTo>
                    <a:pt x="274" y="546"/>
                  </a:lnTo>
                  <a:lnTo>
                    <a:pt x="270" y="543"/>
                  </a:lnTo>
                  <a:lnTo>
                    <a:pt x="270" y="543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07" name="Freeform 519"/>
            <p:cNvSpPr/>
            <p:nvPr>
              <p:custDataLst>
                <p:tags r:id="rId61"/>
              </p:custDataLst>
            </p:nvPr>
          </p:nvSpPr>
          <p:spPr bwMode="auto">
            <a:xfrm>
              <a:off x="3429001" y="984250"/>
              <a:ext cx="101600" cy="120650"/>
            </a:xfrm>
            <a:custGeom>
              <a:avLst/>
              <a:gdLst/>
              <a:ahLst/>
              <a:cxnLst>
                <a:cxn ang="0">
                  <a:pos x="248" y="90"/>
                </a:cxn>
                <a:cxn ang="0">
                  <a:pos x="241" y="68"/>
                </a:cxn>
                <a:cxn ang="0">
                  <a:pos x="232" y="48"/>
                </a:cxn>
                <a:cxn ang="0">
                  <a:pos x="219" y="33"/>
                </a:cxn>
                <a:cxn ang="0">
                  <a:pos x="204" y="19"/>
                </a:cxn>
                <a:cxn ang="0">
                  <a:pos x="186" y="10"/>
                </a:cxn>
                <a:cxn ang="0">
                  <a:pos x="166" y="4"/>
                </a:cxn>
                <a:cxn ang="0">
                  <a:pos x="122" y="0"/>
                </a:cxn>
                <a:cxn ang="0">
                  <a:pos x="102" y="0"/>
                </a:cxn>
                <a:cxn ang="0">
                  <a:pos x="75" y="4"/>
                </a:cxn>
                <a:cxn ang="0">
                  <a:pos x="57" y="10"/>
                </a:cxn>
                <a:cxn ang="0">
                  <a:pos x="47" y="14"/>
                </a:cxn>
                <a:cxn ang="0">
                  <a:pos x="33" y="26"/>
                </a:cxn>
                <a:cxn ang="0">
                  <a:pos x="24" y="39"/>
                </a:cxn>
                <a:cxn ang="0">
                  <a:pos x="8" y="70"/>
                </a:cxn>
                <a:cxn ang="0">
                  <a:pos x="4" y="78"/>
                </a:cxn>
                <a:cxn ang="0">
                  <a:pos x="2" y="97"/>
                </a:cxn>
                <a:cxn ang="0">
                  <a:pos x="3" y="144"/>
                </a:cxn>
                <a:cxn ang="0">
                  <a:pos x="3" y="281"/>
                </a:cxn>
                <a:cxn ang="0">
                  <a:pos x="4" y="291"/>
                </a:cxn>
                <a:cxn ang="0">
                  <a:pos x="9" y="298"/>
                </a:cxn>
                <a:cxn ang="0">
                  <a:pos x="17" y="302"/>
                </a:cxn>
                <a:cxn ang="0">
                  <a:pos x="33" y="302"/>
                </a:cxn>
                <a:cxn ang="0">
                  <a:pos x="41" y="298"/>
                </a:cxn>
                <a:cxn ang="0">
                  <a:pos x="46" y="291"/>
                </a:cxn>
                <a:cxn ang="0">
                  <a:pos x="47" y="281"/>
                </a:cxn>
                <a:cxn ang="0">
                  <a:pos x="47" y="144"/>
                </a:cxn>
                <a:cxn ang="0">
                  <a:pos x="49" y="98"/>
                </a:cxn>
                <a:cxn ang="0">
                  <a:pos x="53" y="84"/>
                </a:cxn>
                <a:cxn ang="0">
                  <a:pos x="59" y="72"/>
                </a:cxn>
                <a:cxn ang="0">
                  <a:pos x="74" y="56"/>
                </a:cxn>
                <a:cxn ang="0">
                  <a:pos x="89" y="48"/>
                </a:cxn>
                <a:cxn ang="0">
                  <a:pos x="109" y="46"/>
                </a:cxn>
                <a:cxn ang="0">
                  <a:pos x="122" y="46"/>
                </a:cxn>
                <a:cxn ang="0">
                  <a:pos x="145" y="47"/>
                </a:cxn>
                <a:cxn ang="0">
                  <a:pos x="165" y="52"/>
                </a:cxn>
                <a:cxn ang="0">
                  <a:pos x="179" y="61"/>
                </a:cxn>
                <a:cxn ang="0">
                  <a:pos x="190" y="73"/>
                </a:cxn>
                <a:cxn ang="0">
                  <a:pos x="196" y="89"/>
                </a:cxn>
                <a:cxn ang="0">
                  <a:pos x="203" y="127"/>
                </a:cxn>
                <a:cxn ang="0">
                  <a:pos x="204" y="149"/>
                </a:cxn>
                <a:cxn ang="0">
                  <a:pos x="208" y="210"/>
                </a:cxn>
                <a:cxn ang="0">
                  <a:pos x="212" y="274"/>
                </a:cxn>
                <a:cxn ang="0">
                  <a:pos x="212" y="280"/>
                </a:cxn>
                <a:cxn ang="0">
                  <a:pos x="216" y="288"/>
                </a:cxn>
                <a:cxn ang="0">
                  <a:pos x="223" y="293"/>
                </a:cxn>
                <a:cxn ang="0">
                  <a:pos x="234" y="295"/>
                </a:cxn>
                <a:cxn ang="0">
                  <a:pos x="246" y="293"/>
                </a:cxn>
                <a:cxn ang="0">
                  <a:pos x="253" y="288"/>
                </a:cxn>
                <a:cxn ang="0">
                  <a:pos x="257" y="280"/>
                </a:cxn>
                <a:cxn ang="0">
                  <a:pos x="258" y="274"/>
                </a:cxn>
                <a:cxn ang="0">
                  <a:pos x="257" y="182"/>
                </a:cxn>
                <a:cxn ang="0">
                  <a:pos x="251" y="112"/>
                </a:cxn>
                <a:cxn ang="0">
                  <a:pos x="248" y="90"/>
                </a:cxn>
              </a:cxnLst>
              <a:rect l="0" t="0" r="r" b="b"/>
              <a:pathLst>
                <a:path w="258" h="303">
                  <a:moveTo>
                    <a:pt x="248" y="90"/>
                  </a:moveTo>
                  <a:lnTo>
                    <a:pt x="248" y="90"/>
                  </a:lnTo>
                  <a:lnTo>
                    <a:pt x="245" y="78"/>
                  </a:lnTo>
                  <a:lnTo>
                    <a:pt x="241" y="68"/>
                  </a:lnTo>
                  <a:lnTo>
                    <a:pt x="237" y="57"/>
                  </a:lnTo>
                  <a:lnTo>
                    <a:pt x="232" y="48"/>
                  </a:lnTo>
                  <a:lnTo>
                    <a:pt x="225" y="40"/>
                  </a:lnTo>
                  <a:lnTo>
                    <a:pt x="219" y="33"/>
                  </a:lnTo>
                  <a:lnTo>
                    <a:pt x="212" y="26"/>
                  </a:lnTo>
                  <a:lnTo>
                    <a:pt x="204" y="19"/>
                  </a:lnTo>
                  <a:lnTo>
                    <a:pt x="195" y="16"/>
                  </a:lnTo>
                  <a:lnTo>
                    <a:pt x="186" y="10"/>
                  </a:lnTo>
                  <a:lnTo>
                    <a:pt x="177" y="8"/>
                  </a:lnTo>
                  <a:lnTo>
                    <a:pt x="166" y="4"/>
                  </a:lnTo>
                  <a:lnTo>
                    <a:pt x="144" y="1"/>
                  </a:lnTo>
                  <a:lnTo>
                    <a:pt x="122" y="0"/>
                  </a:lnTo>
                  <a:lnTo>
                    <a:pt x="122" y="0"/>
                  </a:lnTo>
                  <a:lnTo>
                    <a:pt x="102" y="0"/>
                  </a:lnTo>
                  <a:lnTo>
                    <a:pt x="84" y="1"/>
                  </a:lnTo>
                  <a:lnTo>
                    <a:pt x="75" y="4"/>
                  </a:lnTo>
                  <a:lnTo>
                    <a:pt x="66" y="6"/>
                  </a:lnTo>
                  <a:lnTo>
                    <a:pt x="57" y="10"/>
                  </a:lnTo>
                  <a:lnTo>
                    <a:pt x="47" y="14"/>
                  </a:lnTo>
                  <a:lnTo>
                    <a:pt x="47" y="14"/>
                  </a:lnTo>
                  <a:lnTo>
                    <a:pt x="40" y="21"/>
                  </a:lnTo>
                  <a:lnTo>
                    <a:pt x="33" y="26"/>
                  </a:lnTo>
                  <a:lnTo>
                    <a:pt x="28" y="33"/>
                  </a:lnTo>
                  <a:lnTo>
                    <a:pt x="24" y="39"/>
                  </a:lnTo>
                  <a:lnTo>
                    <a:pt x="16" y="53"/>
                  </a:lnTo>
                  <a:lnTo>
                    <a:pt x="8" y="70"/>
                  </a:lnTo>
                  <a:lnTo>
                    <a:pt x="8" y="70"/>
                  </a:lnTo>
                  <a:lnTo>
                    <a:pt x="4" y="78"/>
                  </a:lnTo>
                  <a:lnTo>
                    <a:pt x="3" y="87"/>
                  </a:lnTo>
                  <a:lnTo>
                    <a:pt x="2" y="97"/>
                  </a:lnTo>
                  <a:lnTo>
                    <a:pt x="0" y="106"/>
                  </a:lnTo>
                  <a:lnTo>
                    <a:pt x="3" y="144"/>
                  </a:lnTo>
                  <a:lnTo>
                    <a:pt x="3" y="281"/>
                  </a:lnTo>
                  <a:lnTo>
                    <a:pt x="3" y="281"/>
                  </a:lnTo>
                  <a:lnTo>
                    <a:pt x="3" y="286"/>
                  </a:lnTo>
                  <a:lnTo>
                    <a:pt x="4" y="291"/>
                  </a:lnTo>
                  <a:lnTo>
                    <a:pt x="7" y="295"/>
                  </a:lnTo>
                  <a:lnTo>
                    <a:pt x="9" y="298"/>
                  </a:lnTo>
                  <a:lnTo>
                    <a:pt x="13" y="301"/>
                  </a:lnTo>
                  <a:lnTo>
                    <a:pt x="17" y="302"/>
                  </a:lnTo>
                  <a:lnTo>
                    <a:pt x="25" y="303"/>
                  </a:lnTo>
                  <a:lnTo>
                    <a:pt x="33" y="302"/>
                  </a:lnTo>
                  <a:lnTo>
                    <a:pt x="37" y="301"/>
                  </a:lnTo>
                  <a:lnTo>
                    <a:pt x="41" y="298"/>
                  </a:lnTo>
                  <a:lnTo>
                    <a:pt x="43" y="295"/>
                  </a:lnTo>
                  <a:lnTo>
                    <a:pt x="46" y="291"/>
                  </a:lnTo>
                  <a:lnTo>
                    <a:pt x="47" y="286"/>
                  </a:lnTo>
                  <a:lnTo>
                    <a:pt x="47" y="281"/>
                  </a:lnTo>
                  <a:lnTo>
                    <a:pt x="47" y="144"/>
                  </a:lnTo>
                  <a:lnTo>
                    <a:pt x="47" y="144"/>
                  </a:lnTo>
                  <a:lnTo>
                    <a:pt x="47" y="114"/>
                  </a:lnTo>
                  <a:lnTo>
                    <a:pt x="49" y="98"/>
                  </a:lnTo>
                  <a:lnTo>
                    <a:pt x="50" y="90"/>
                  </a:lnTo>
                  <a:lnTo>
                    <a:pt x="53" y="84"/>
                  </a:lnTo>
                  <a:lnTo>
                    <a:pt x="53" y="84"/>
                  </a:lnTo>
                  <a:lnTo>
                    <a:pt x="59" y="72"/>
                  </a:lnTo>
                  <a:lnTo>
                    <a:pt x="66" y="63"/>
                  </a:lnTo>
                  <a:lnTo>
                    <a:pt x="74" y="56"/>
                  </a:lnTo>
                  <a:lnTo>
                    <a:pt x="80" y="52"/>
                  </a:lnTo>
                  <a:lnTo>
                    <a:pt x="89" y="48"/>
                  </a:lnTo>
                  <a:lnTo>
                    <a:pt x="98" y="47"/>
                  </a:lnTo>
                  <a:lnTo>
                    <a:pt x="109" y="46"/>
                  </a:lnTo>
                  <a:lnTo>
                    <a:pt x="122" y="46"/>
                  </a:lnTo>
                  <a:lnTo>
                    <a:pt x="122" y="46"/>
                  </a:lnTo>
                  <a:lnTo>
                    <a:pt x="135" y="46"/>
                  </a:lnTo>
                  <a:lnTo>
                    <a:pt x="145" y="47"/>
                  </a:lnTo>
                  <a:lnTo>
                    <a:pt x="156" y="50"/>
                  </a:lnTo>
                  <a:lnTo>
                    <a:pt x="165" y="52"/>
                  </a:lnTo>
                  <a:lnTo>
                    <a:pt x="173" y="56"/>
                  </a:lnTo>
                  <a:lnTo>
                    <a:pt x="179" y="61"/>
                  </a:lnTo>
                  <a:lnTo>
                    <a:pt x="185" y="67"/>
                  </a:lnTo>
                  <a:lnTo>
                    <a:pt x="190" y="73"/>
                  </a:lnTo>
                  <a:lnTo>
                    <a:pt x="194" y="81"/>
                  </a:lnTo>
                  <a:lnTo>
                    <a:pt x="196" y="89"/>
                  </a:lnTo>
                  <a:lnTo>
                    <a:pt x="202" y="106"/>
                  </a:lnTo>
                  <a:lnTo>
                    <a:pt x="203" y="127"/>
                  </a:lnTo>
                  <a:lnTo>
                    <a:pt x="204" y="149"/>
                  </a:lnTo>
                  <a:lnTo>
                    <a:pt x="204" y="149"/>
                  </a:lnTo>
                  <a:lnTo>
                    <a:pt x="206" y="179"/>
                  </a:lnTo>
                  <a:lnTo>
                    <a:pt x="208" y="210"/>
                  </a:lnTo>
                  <a:lnTo>
                    <a:pt x="211" y="242"/>
                  </a:lnTo>
                  <a:lnTo>
                    <a:pt x="212" y="274"/>
                  </a:lnTo>
                  <a:lnTo>
                    <a:pt x="212" y="274"/>
                  </a:lnTo>
                  <a:lnTo>
                    <a:pt x="212" y="280"/>
                  </a:lnTo>
                  <a:lnTo>
                    <a:pt x="214" y="284"/>
                  </a:lnTo>
                  <a:lnTo>
                    <a:pt x="216" y="288"/>
                  </a:lnTo>
                  <a:lnTo>
                    <a:pt x="219" y="290"/>
                  </a:lnTo>
                  <a:lnTo>
                    <a:pt x="223" y="293"/>
                  </a:lnTo>
                  <a:lnTo>
                    <a:pt x="227" y="294"/>
                  </a:lnTo>
                  <a:lnTo>
                    <a:pt x="234" y="295"/>
                  </a:lnTo>
                  <a:lnTo>
                    <a:pt x="242" y="294"/>
                  </a:lnTo>
                  <a:lnTo>
                    <a:pt x="246" y="293"/>
                  </a:lnTo>
                  <a:lnTo>
                    <a:pt x="250" y="290"/>
                  </a:lnTo>
                  <a:lnTo>
                    <a:pt x="253" y="288"/>
                  </a:lnTo>
                  <a:lnTo>
                    <a:pt x="255" y="284"/>
                  </a:lnTo>
                  <a:lnTo>
                    <a:pt x="257" y="280"/>
                  </a:lnTo>
                  <a:lnTo>
                    <a:pt x="258" y="274"/>
                  </a:lnTo>
                  <a:lnTo>
                    <a:pt x="258" y="274"/>
                  </a:lnTo>
                  <a:lnTo>
                    <a:pt x="257" y="229"/>
                  </a:lnTo>
                  <a:lnTo>
                    <a:pt x="257" y="182"/>
                  </a:lnTo>
                  <a:lnTo>
                    <a:pt x="253" y="136"/>
                  </a:lnTo>
                  <a:lnTo>
                    <a:pt x="251" y="112"/>
                  </a:lnTo>
                  <a:lnTo>
                    <a:pt x="248" y="90"/>
                  </a:lnTo>
                  <a:lnTo>
                    <a:pt x="248" y="90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08" name="Freeform 520"/>
            <p:cNvSpPr/>
            <p:nvPr>
              <p:custDataLst>
                <p:tags r:id="rId62"/>
              </p:custDataLst>
            </p:nvPr>
          </p:nvSpPr>
          <p:spPr bwMode="auto">
            <a:xfrm>
              <a:off x="3425826" y="1157288"/>
              <a:ext cx="25400" cy="434975"/>
            </a:xfrm>
            <a:custGeom>
              <a:avLst/>
              <a:gdLst/>
              <a:ahLst/>
              <a:cxnLst>
                <a:cxn ang="0">
                  <a:pos x="56" y="777"/>
                </a:cxn>
                <a:cxn ang="0">
                  <a:pos x="59" y="715"/>
                </a:cxn>
                <a:cxn ang="0">
                  <a:pos x="63" y="624"/>
                </a:cxn>
                <a:cxn ang="0">
                  <a:pos x="63" y="562"/>
                </a:cxn>
                <a:cxn ang="0">
                  <a:pos x="60" y="532"/>
                </a:cxn>
                <a:cxn ang="0">
                  <a:pos x="58" y="466"/>
                </a:cxn>
                <a:cxn ang="0">
                  <a:pos x="59" y="267"/>
                </a:cxn>
                <a:cxn ang="0">
                  <a:pos x="58" y="237"/>
                </a:cxn>
                <a:cxn ang="0">
                  <a:pos x="52" y="145"/>
                </a:cxn>
                <a:cxn ang="0">
                  <a:pos x="46" y="54"/>
                </a:cxn>
                <a:cxn ang="0">
                  <a:pos x="46" y="22"/>
                </a:cxn>
                <a:cxn ang="0">
                  <a:pos x="43" y="13"/>
                </a:cxn>
                <a:cxn ang="0">
                  <a:pos x="38" y="7"/>
                </a:cxn>
                <a:cxn ang="0">
                  <a:pos x="31" y="1"/>
                </a:cxn>
                <a:cxn ang="0">
                  <a:pos x="14" y="1"/>
                </a:cxn>
                <a:cxn ang="0">
                  <a:pos x="7" y="7"/>
                </a:cxn>
                <a:cxn ang="0">
                  <a:pos x="1" y="13"/>
                </a:cxn>
                <a:cxn ang="0">
                  <a:pos x="0" y="22"/>
                </a:cxn>
                <a:cxn ang="0">
                  <a:pos x="0" y="54"/>
                </a:cxn>
                <a:cxn ang="0">
                  <a:pos x="5" y="145"/>
                </a:cxn>
                <a:cxn ang="0">
                  <a:pos x="13" y="267"/>
                </a:cxn>
                <a:cxn ang="0">
                  <a:pos x="13" y="334"/>
                </a:cxn>
                <a:cxn ang="0">
                  <a:pos x="12" y="466"/>
                </a:cxn>
                <a:cxn ang="0">
                  <a:pos x="14" y="532"/>
                </a:cxn>
                <a:cxn ang="0">
                  <a:pos x="17" y="562"/>
                </a:cxn>
                <a:cxn ang="0">
                  <a:pos x="16" y="655"/>
                </a:cxn>
                <a:cxn ang="0">
                  <a:pos x="12" y="747"/>
                </a:cxn>
                <a:cxn ang="0">
                  <a:pos x="11" y="777"/>
                </a:cxn>
                <a:cxn ang="0">
                  <a:pos x="16" y="872"/>
                </a:cxn>
                <a:cxn ang="0">
                  <a:pos x="18" y="949"/>
                </a:cxn>
                <a:cxn ang="0">
                  <a:pos x="17" y="966"/>
                </a:cxn>
                <a:cxn ang="0">
                  <a:pos x="14" y="1021"/>
                </a:cxn>
                <a:cxn ang="0">
                  <a:pos x="14" y="1076"/>
                </a:cxn>
                <a:cxn ang="0">
                  <a:pos x="17" y="1087"/>
                </a:cxn>
                <a:cxn ang="0">
                  <a:pos x="22" y="1093"/>
                </a:cxn>
                <a:cxn ang="0">
                  <a:pos x="29" y="1097"/>
                </a:cxn>
                <a:cxn ang="0">
                  <a:pos x="46" y="1097"/>
                </a:cxn>
                <a:cxn ang="0">
                  <a:pos x="54" y="1093"/>
                </a:cxn>
                <a:cxn ang="0">
                  <a:pos x="59" y="1087"/>
                </a:cxn>
                <a:cxn ang="0">
                  <a:pos x="60" y="1076"/>
                </a:cxn>
                <a:cxn ang="0">
                  <a:pos x="62" y="1048"/>
                </a:cxn>
                <a:cxn ang="0">
                  <a:pos x="64" y="987"/>
                </a:cxn>
                <a:cxn ang="0">
                  <a:pos x="64" y="959"/>
                </a:cxn>
                <a:cxn ang="0">
                  <a:pos x="60" y="867"/>
                </a:cxn>
                <a:cxn ang="0">
                  <a:pos x="56" y="777"/>
                </a:cxn>
              </a:cxnLst>
              <a:rect l="0" t="0" r="r" b="b"/>
              <a:pathLst>
                <a:path w="64" h="1099">
                  <a:moveTo>
                    <a:pt x="56" y="777"/>
                  </a:moveTo>
                  <a:lnTo>
                    <a:pt x="56" y="777"/>
                  </a:lnTo>
                  <a:lnTo>
                    <a:pt x="58" y="747"/>
                  </a:lnTo>
                  <a:lnTo>
                    <a:pt x="59" y="715"/>
                  </a:lnTo>
                  <a:lnTo>
                    <a:pt x="62" y="655"/>
                  </a:lnTo>
                  <a:lnTo>
                    <a:pt x="63" y="624"/>
                  </a:lnTo>
                  <a:lnTo>
                    <a:pt x="63" y="594"/>
                  </a:lnTo>
                  <a:lnTo>
                    <a:pt x="63" y="562"/>
                  </a:lnTo>
                  <a:lnTo>
                    <a:pt x="60" y="532"/>
                  </a:lnTo>
                  <a:lnTo>
                    <a:pt x="60" y="532"/>
                  </a:lnTo>
                  <a:lnTo>
                    <a:pt x="59" y="498"/>
                  </a:lnTo>
                  <a:lnTo>
                    <a:pt x="58" y="466"/>
                  </a:lnTo>
                  <a:lnTo>
                    <a:pt x="56" y="399"/>
                  </a:lnTo>
                  <a:lnTo>
                    <a:pt x="59" y="267"/>
                  </a:lnTo>
                  <a:lnTo>
                    <a:pt x="59" y="267"/>
                  </a:lnTo>
                  <a:lnTo>
                    <a:pt x="58" y="237"/>
                  </a:lnTo>
                  <a:lnTo>
                    <a:pt x="56" y="205"/>
                  </a:lnTo>
                  <a:lnTo>
                    <a:pt x="52" y="145"/>
                  </a:lnTo>
                  <a:lnTo>
                    <a:pt x="47" y="84"/>
                  </a:lnTo>
                  <a:lnTo>
                    <a:pt x="46" y="54"/>
                  </a:lnTo>
                  <a:lnTo>
                    <a:pt x="46" y="22"/>
                  </a:lnTo>
                  <a:lnTo>
                    <a:pt x="46" y="22"/>
                  </a:lnTo>
                  <a:lnTo>
                    <a:pt x="45" y="17"/>
                  </a:lnTo>
                  <a:lnTo>
                    <a:pt x="43" y="13"/>
                  </a:lnTo>
                  <a:lnTo>
                    <a:pt x="41" y="9"/>
                  </a:lnTo>
                  <a:lnTo>
                    <a:pt x="38" y="7"/>
                  </a:lnTo>
                  <a:lnTo>
                    <a:pt x="35" y="4"/>
                  </a:lnTo>
                  <a:lnTo>
                    <a:pt x="31" y="1"/>
                  </a:lnTo>
                  <a:lnTo>
                    <a:pt x="22" y="0"/>
                  </a:lnTo>
                  <a:lnTo>
                    <a:pt x="14" y="1"/>
                  </a:lnTo>
                  <a:lnTo>
                    <a:pt x="11" y="4"/>
                  </a:lnTo>
                  <a:lnTo>
                    <a:pt x="7" y="7"/>
                  </a:lnTo>
                  <a:lnTo>
                    <a:pt x="4" y="9"/>
                  </a:lnTo>
                  <a:lnTo>
                    <a:pt x="1" y="13"/>
                  </a:lnTo>
                  <a:lnTo>
                    <a:pt x="0" y="17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0" y="54"/>
                  </a:lnTo>
                  <a:lnTo>
                    <a:pt x="1" y="84"/>
                  </a:lnTo>
                  <a:lnTo>
                    <a:pt x="5" y="145"/>
                  </a:lnTo>
                  <a:lnTo>
                    <a:pt x="11" y="205"/>
                  </a:lnTo>
                  <a:lnTo>
                    <a:pt x="13" y="267"/>
                  </a:lnTo>
                  <a:lnTo>
                    <a:pt x="13" y="267"/>
                  </a:lnTo>
                  <a:lnTo>
                    <a:pt x="13" y="334"/>
                  </a:lnTo>
                  <a:lnTo>
                    <a:pt x="12" y="399"/>
                  </a:lnTo>
                  <a:lnTo>
                    <a:pt x="12" y="466"/>
                  </a:lnTo>
                  <a:lnTo>
                    <a:pt x="13" y="498"/>
                  </a:lnTo>
                  <a:lnTo>
                    <a:pt x="14" y="532"/>
                  </a:lnTo>
                  <a:lnTo>
                    <a:pt x="14" y="532"/>
                  </a:lnTo>
                  <a:lnTo>
                    <a:pt x="17" y="562"/>
                  </a:lnTo>
                  <a:lnTo>
                    <a:pt x="17" y="594"/>
                  </a:lnTo>
                  <a:lnTo>
                    <a:pt x="16" y="655"/>
                  </a:lnTo>
                  <a:lnTo>
                    <a:pt x="13" y="715"/>
                  </a:lnTo>
                  <a:lnTo>
                    <a:pt x="12" y="747"/>
                  </a:lnTo>
                  <a:lnTo>
                    <a:pt x="11" y="777"/>
                  </a:lnTo>
                  <a:lnTo>
                    <a:pt x="11" y="777"/>
                  </a:lnTo>
                  <a:lnTo>
                    <a:pt x="13" y="816"/>
                  </a:lnTo>
                  <a:lnTo>
                    <a:pt x="16" y="872"/>
                  </a:lnTo>
                  <a:lnTo>
                    <a:pt x="18" y="927"/>
                  </a:lnTo>
                  <a:lnTo>
                    <a:pt x="18" y="949"/>
                  </a:lnTo>
                  <a:lnTo>
                    <a:pt x="17" y="966"/>
                  </a:lnTo>
                  <a:lnTo>
                    <a:pt x="17" y="966"/>
                  </a:lnTo>
                  <a:lnTo>
                    <a:pt x="16" y="994"/>
                  </a:lnTo>
                  <a:lnTo>
                    <a:pt x="14" y="1021"/>
                  </a:lnTo>
                  <a:lnTo>
                    <a:pt x="14" y="1076"/>
                  </a:lnTo>
                  <a:lnTo>
                    <a:pt x="14" y="1076"/>
                  </a:lnTo>
                  <a:lnTo>
                    <a:pt x="16" y="1082"/>
                  </a:lnTo>
                  <a:lnTo>
                    <a:pt x="17" y="1087"/>
                  </a:lnTo>
                  <a:lnTo>
                    <a:pt x="20" y="1091"/>
                  </a:lnTo>
                  <a:lnTo>
                    <a:pt x="22" y="1093"/>
                  </a:lnTo>
                  <a:lnTo>
                    <a:pt x="25" y="1096"/>
                  </a:lnTo>
                  <a:lnTo>
                    <a:pt x="29" y="1097"/>
                  </a:lnTo>
                  <a:lnTo>
                    <a:pt x="38" y="1099"/>
                  </a:lnTo>
                  <a:lnTo>
                    <a:pt x="46" y="1097"/>
                  </a:lnTo>
                  <a:lnTo>
                    <a:pt x="50" y="1096"/>
                  </a:lnTo>
                  <a:lnTo>
                    <a:pt x="54" y="1093"/>
                  </a:lnTo>
                  <a:lnTo>
                    <a:pt x="56" y="1091"/>
                  </a:lnTo>
                  <a:lnTo>
                    <a:pt x="59" y="1087"/>
                  </a:lnTo>
                  <a:lnTo>
                    <a:pt x="60" y="1082"/>
                  </a:lnTo>
                  <a:lnTo>
                    <a:pt x="60" y="1076"/>
                  </a:lnTo>
                  <a:lnTo>
                    <a:pt x="60" y="1076"/>
                  </a:lnTo>
                  <a:lnTo>
                    <a:pt x="62" y="1048"/>
                  </a:lnTo>
                  <a:lnTo>
                    <a:pt x="63" y="1017"/>
                  </a:lnTo>
                  <a:lnTo>
                    <a:pt x="64" y="987"/>
                  </a:lnTo>
                  <a:lnTo>
                    <a:pt x="64" y="959"/>
                  </a:lnTo>
                  <a:lnTo>
                    <a:pt x="64" y="959"/>
                  </a:lnTo>
                  <a:lnTo>
                    <a:pt x="63" y="921"/>
                  </a:lnTo>
                  <a:lnTo>
                    <a:pt x="60" y="867"/>
                  </a:lnTo>
                  <a:lnTo>
                    <a:pt x="58" y="815"/>
                  </a:lnTo>
                  <a:lnTo>
                    <a:pt x="56" y="777"/>
                  </a:lnTo>
                  <a:lnTo>
                    <a:pt x="56" y="777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09" name="Freeform 521"/>
            <p:cNvSpPr/>
            <p:nvPr>
              <p:custDataLst>
                <p:tags r:id="rId63"/>
              </p:custDataLst>
            </p:nvPr>
          </p:nvSpPr>
          <p:spPr bwMode="auto">
            <a:xfrm>
              <a:off x="3509963" y="1157288"/>
              <a:ext cx="25400" cy="434975"/>
            </a:xfrm>
            <a:custGeom>
              <a:avLst/>
              <a:gdLst/>
              <a:ahLst/>
              <a:cxnLst>
                <a:cxn ang="0">
                  <a:pos x="8" y="777"/>
                </a:cxn>
                <a:cxn ang="0">
                  <a:pos x="6" y="715"/>
                </a:cxn>
                <a:cxn ang="0">
                  <a:pos x="2" y="624"/>
                </a:cxn>
                <a:cxn ang="0">
                  <a:pos x="2" y="562"/>
                </a:cxn>
                <a:cxn ang="0">
                  <a:pos x="4" y="532"/>
                </a:cxn>
                <a:cxn ang="0">
                  <a:pos x="8" y="466"/>
                </a:cxn>
                <a:cxn ang="0">
                  <a:pos x="6" y="267"/>
                </a:cxn>
                <a:cxn ang="0">
                  <a:pos x="7" y="237"/>
                </a:cxn>
                <a:cxn ang="0">
                  <a:pos x="12" y="145"/>
                </a:cxn>
                <a:cxn ang="0">
                  <a:pos x="19" y="54"/>
                </a:cxn>
                <a:cxn ang="0">
                  <a:pos x="19" y="22"/>
                </a:cxn>
                <a:cxn ang="0">
                  <a:pos x="21" y="13"/>
                </a:cxn>
                <a:cxn ang="0">
                  <a:pos x="27" y="7"/>
                </a:cxn>
                <a:cxn ang="0">
                  <a:pos x="33" y="1"/>
                </a:cxn>
                <a:cxn ang="0">
                  <a:pos x="50" y="1"/>
                </a:cxn>
                <a:cxn ang="0">
                  <a:pos x="58" y="7"/>
                </a:cxn>
                <a:cxn ang="0">
                  <a:pos x="63" y="13"/>
                </a:cxn>
                <a:cxn ang="0">
                  <a:pos x="64" y="22"/>
                </a:cxn>
                <a:cxn ang="0">
                  <a:pos x="64" y="54"/>
                </a:cxn>
                <a:cxn ang="0">
                  <a:pos x="59" y="145"/>
                </a:cxn>
                <a:cxn ang="0">
                  <a:pos x="51" y="267"/>
                </a:cxn>
                <a:cxn ang="0">
                  <a:pos x="51" y="334"/>
                </a:cxn>
                <a:cxn ang="0">
                  <a:pos x="53" y="466"/>
                </a:cxn>
                <a:cxn ang="0">
                  <a:pos x="50" y="532"/>
                </a:cxn>
                <a:cxn ang="0">
                  <a:pos x="47" y="562"/>
                </a:cxn>
                <a:cxn ang="0">
                  <a:pos x="49" y="655"/>
                </a:cxn>
                <a:cxn ang="0">
                  <a:pos x="53" y="747"/>
                </a:cxn>
                <a:cxn ang="0">
                  <a:pos x="54" y="777"/>
                </a:cxn>
                <a:cxn ang="0">
                  <a:pos x="49" y="872"/>
                </a:cxn>
                <a:cxn ang="0">
                  <a:pos x="46" y="949"/>
                </a:cxn>
                <a:cxn ang="0">
                  <a:pos x="47" y="966"/>
                </a:cxn>
                <a:cxn ang="0">
                  <a:pos x="50" y="1021"/>
                </a:cxn>
                <a:cxn ang="0">
                  <a:pos x="50" y="1076"/>
                </a:cxn>
                <a:cxn ang="0">
                  <a:pos x="47" y="1087"/>
                </a:cxn>
                <a:cxn ang="0">
                  <a:pos x="42" y="1093"/>
                </a:cxn>
                <a:cxn ang="0">
                  <a:pos x="36" y="1097"/>
                </a:cxn>
                <a:cxn ang="0">
                  <a:pos x="19" y="1097"/>
                </a:cxn>
                <a:cxn ang="0">
                  <a:pos x="11" y="1093"/>
                </a:cxn>
                <a:cxn ang="0">
                  <a:pos x="6" y="1087"/>
                </a:cxn>
                <a:cxn ang="0">
                  <a:pos x="4" y="1076"/>
                </a:cxn>
                <a:cxn ang="0">
                  <a:pos x="3" y="1048"/>
                </a:cxn>
                <a:cxn ang="0">
                  <a:pos x="0" y="987"/>
                </a:cxn>
                <a:cxn ang="0">
                  <a:pos x="0" y="959"/>
                </a:cxn>
                <a:cxn ang="0">
                  <a:pos x="4" y="867"/>
                </a:cxn>
                <a:cxn ang="0">
                  <a:pos x="8" y="777"/>
                </a:cxn>
              </a:cxnLst>
              <a:rect l="0" t="0" r="r" b="b"/>
              <a:pathLst>
                <a:path w="64" h="1099">
                  <a:moveTo>
                    <a:pt x="8" y="777"/>
                  </a:moveTo>
                  <a:lnTo>
                    <a:pt x="8" y="777"/>
                  </a:lnTo>
                  <a:lnTo>
                    <a:pt x="7" y="747"/>
                  </a:lnTo>
                  <a:lnTo>
                    <a:pt x="6" y="715"/>
                  </a:lnTo>
                  <a:lnTo>
                    <a:pt x="3" y="655"/>
                  </a:lnTo>
                  <a:lnTo>
                    <a:pt x="2" y="624"/>
                  </a:lnTo>
                  <a:lnTo>
                    <a:pt x="2" y="594"/>
                  </a:lnTo>
                  <a:lnTo>
                    <a:pt x="2" y="562"/>
                  </a:lnTo>
                  <a:lnTo>
                    <a:pt x="4" y="532"/>
                  </a:lnTo>
                  <a:lnTo>
                    <a:pt x="4" y="532"/>
                  </a:lnTo>
                  <a:lnTo>
                    <a:pt x="6" y="498"/>
                  </a:lnTo>
                  <a:lnTo>
                    <a:pt x="8" y="466"/>
                  </a:lnTo>
                  <a:lnTo>
                    <a:pt x="8" y="399"/>
                  </a:lnTo>
                  <a:lnTo>
                    <a:pt x="6" y="267"/>
                  </a:lnTo>
                  <a:lnTo>
                    <a:pt x="6" y="267"/>
                  </a:lnTo>
                  <a:lnTo>
                    <a:pt x="7" y="237"/>
                  </a:lnTo>
                  <a:lnTo>
                    <a:pt x="8" y="205"/>
                  </a:lnTo>
                  <a:lnTo>
                    <a:pt x="12" y="145"/>
                  </a:lnTo>
                  <a:lnTo>
                    <a:pt x="17" y="84"/>
                  </a:lnTo>
                  <a:lnTo>
                    <a:pt x="19" y="54"/>
                  </a:lnTo>
                  <a:lnTo>
                    <a:pt x="19" y="22"/>
                  </a:lnTo>
                  <a:lnTo>
                    <a:pt x="19" y="22"/>
                  </a:lnTo>
                  <a:lnTo>
                    <a:pt x="20" y="17"/>
                  </a:lnTo>
                  <a:lnTo>
                    <a:pt x="21" y="13"/>
                  </a:lnTo>
                  <a:lnTo>
                    <a:pt x="24" y="9"/>
                  </a:lnTo>
                  <a:lnTo>
                    <a:pt x="27" y="7"/>
                  </a:lnTo>
                  <a:lnTo>
                    <a:pt x="29" y="4"/>
                  </a:lnTo>
                  <a:lnTo>
                    <a:pt x="33" y="1"/>
                  </a:lnTo>
                  <a:lnTo>
                    <a:pt x="42" y="0"/>
                  </a:lnTo>
                  <a:lnTo>
                    <a:pt x="50" y="1"/>
                  </a:lnTo>
                  <a:lnTo>
                    <a:pt x="54" y="4"/>
                  </a:lnTo>
                  <a:lnTo>
                    <a:pt x="58" y="7"/>
                  </a:lnTo>
                  <a:lnTo>
                    <a:pt x="61" y="9"/>
                  </a:lnTo>
                  <a:lnTo>
                    <a:pt x="63" y="13"/>
                  </a:lnTo>
                  <a:lnTo>
                    <a:pt x="64" y="17"/>
                  </a:lnTo>
                  <a:lnTo>
                    <a:pt x="64" y="22"/>
                  </a:lnTo>
                  <a:lnTo>
                    <a:pt x="64" y="22"/>
                  </a:lnTo>
                  <a:lnTo>
                    <a:pt x="64" y="54"/>
                  </a:lnTo>
                  <a:lnTo>
                    <a:pt x="63" y="84"/>
                  </a:lnTo>
                  <a:lnTo>
                    <a:pt x="59" y="145"/>
                  </a:lnTo>
                  <a:lnTo>
                    <a:pt x="54" y="205"/>
                  </a:lnTo>
                  <a:lnTo>
                    <a:pt x="51" y="267"/>
                  </a:lnTo>
                  <a:lnTo>
                    <a:pt x="51" y="267"/>
                  </a:lnTo>
                  <a:lnTo>
                    <a:pt x="51" y="334"/>
                  </a:lnTo>
                  <a:lnTo>
                    <a:pt x="53" y="399"/>
                  </a:lnTo>
                  <a:lnTo>
                    <a:pt x="53" y="466"/>
                  </a:lnTo>
                  <a:lnTo>
                    <a:pt x="51" y="498"/>
                  </a:lnTo>
                  <a:lnTo>
                    <a:pt x="50" y="532"/>
                  </a:lnTo>
                  <a:lnTo>
                    <a:pt x="50" y="532"/>
                  </a:lnTo>
                  <a:lnTo>
                    <a:pt x="47" y="562"/>
                  </a:lnTo>
                  <a:lnTo>
                    <a:pt x="47" y="594"/>
                  </a:lnTo>
                  <a:lnTo>
                    <a:pt x="49" y="655"/>
                  </a:lnTo>
                  <a:lnTo>
                    <a:pt x="51" y="715"/>
                  </a:lnTo>
                  <a:lnTo>
                    <a:pt x="53" y="747"/>
                  </a:lnTo>
                  <a:lnTo>
                    <a:pt x="54" y="777"/>
                  </a:lnTo>
                  <a:lnTo>
                    <a:pt x="54" y="777"/>
                  </a:lnTo>
                  <a:lnTo>
                    <a:pt x="51" y="816"/>
                  </a:lnTo>
                  <a:lnTo>
                    <a:pt x="49" y="872"/>
                  </a:lnTo>
                  <a:lnTo>
                    <a:pt x="46" y="927"/>
                  </a:lnTo>
                  <a:lnTo>
                    <a:pt x="46" y="949"/>
                  </a:lnTo>
                  <a:lnTo>
                    <a:pt x="47" y="966"/>
                  </a:lnTo>
                  <a:lnTo>
                    <a:pt x="47" y="966"/>
                  </a:lnTo>
                  <a:lnTo>
                    <a:pt x="49" y="994"/>
                  </a:lnTo>
                  <a:lnTo>
                    <a:pt x="50" y="1021"/>
                  </a:lnTo>
                  <a:lnTo>
                    <a:pt x="50" y="1076"/>
                  </a:lnTo>
                  <a:lnTo>
                    <a:pt x="50" y="1076"/>
                  </a:lnTo>
                  <a:lnTo>
                    <a:pt x="49" y="1082"/>
                  </a:lnTo>
                  <a:lnTo>
                    <a:pt x="47" y="1087"/>
                  </a:lnTo>
                  <a:lnTo>
                    <a:pt x="45" y="1091"/>
                  </a:lnTo>
                  <a:lnTo>
                    <a:pt x="42" y="1093"/>
                  </a:lnTo>
                  <a:lnTo>
                    <a:pt x="40" y="1096"/>
                  </a:lnTo>
                  <a:lnTo>
                    <a:pt x="36" y="1097"/>
                  </a:lnTo>
                  <a:lnTo>
                    <a:pt x="27" y="1099"/>
                  </a:lnTo>
                  <a:lnTo>
                    <a:pt x="19" y="1097"/>
                  </a:lnTo>
                  <a:lnTo>
                    <a:pt x="15" y="1096"/>
                  </a:lnTo>
                  <a:lnTo>
                    <a:pt x="11" y="1093"/>
                  </a:lnTo>
                  <a:lnTo>
                    <a:pt x="8" y="1091"/>
                  </a:lnTo>
                  <a:lnTo>
                    <a:pt x="6" y="1087"/>
                  </a:lnTo>
                  <a:lnTo>
                    <a:pt x="4" y="1082"/>
                  </a:lnTo>
                  <a:lnTo>
                    <a:pt x="4" y="1076"/>
                  </a:lnTo>
                  <a:lnTo>
                    <a:pt x="4" y="1076"/>
                  </a:lnTo>
                  <a:lnTo>
                    <a:pt x="3" y="1048"/>
                  </a:lnTo>
                  <a:lnTo>
                    <a:pt x="2" y="1017"/>
                  </a:lnTo>
                  <a:lnTo>
                    <a:pt x="0" y="987"/>
                  </a:lnTo>
                  <a:lnTo>
                    <a:pt x="0" y="959"/>
                  </a:lnTo>
                  <a:lnTo>
                    <a:pt x="0" y="959"/>
                  </a:lnTo>
                  <a:lnTo>
                    <a:pt x="2" y="921"/>
                  </a:lnTo>
                  <a:lnTo>
                    <a:pt x="4" y="867"/>
                  </a:lnTo>
                  <a:lnTo>
                    <a:pt x="7" y="815"/>
                  </a:lnTo>
                  <a:lnTo>
                    <a:pt x="8" y="777"/>
                  </a:lnTo>
                  <a:lnTo>
                    <a:pt x="8" y="777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10" name="Freeform 522"/>
            <p:cNvSpPr>
              <a:spLocks noEditPoints="1"/>
            </p:cNvSpPr>
            <p:nvPr>
              <p:custDataLst>
                <p:tags r:id="rId64"/>
              </p:custDataLst>
            </p:nvPr>
          </p:nvSpPr>
          <p:spPr bwMode="auto">
            <a:xfrm>
              <a:off x="3327401" y="1573213"/>
              <a:ext cx="307975" cy="87313"/>
            </a:xfrm>
            <a:custGeom>
              <a:avLst/>
              <a:gdLst/>
              <a:ahLst/>
              <a:cxnLst>
                <a:cxn ang="0">
                  <a:pos x="776" y="155"/>
                </a:cxn>
                <a:cxn ang="0">
                  <a:pos x="769" y="136"/>
                </a:cxn>
                <a:cxn ang="0">
                  <a:pos x="752" y="98"/>
                </a:cxn>
                <a:cxn ang="0">
                  <a:pos x="727" y="68"/>
                </a:cxn>
                <a:cxn ang="0">
                  <a:pos x="694" y="44"/>
                </a:cxn>
                <a:cxn ang="0">
                  <a:pos x="645" y="22"/>
                </a:cxn>
                <a:cxn ang="0">
                  <a:pos x="560" y="5"/>
                </a:cxn>
                <a:cxn ang="0">
                  <a:pos x="445" y="0"/>
                </a:cxn>
                <a:cxn ang="0">
                  <a:pos x="327" y="1"/>
                </a:cxn>
                <a:cxn ang="0">
                  <a:pos x="226" y="9"/>
                </a:cxn>
                <a:cxn ang="0">
                  <a:pos x="127" y="27"/>
                </a:cxn>
                <a:cxn ang="0">
                  <a:pos x="80" y="43"/>
                </a:cxn>
                <a:cxn ang="0">
                  <a:pos x="50" y="61"/>
                </a:cxn>
                <a:cxn ang="0">
                  <a:pos x="26" y="85"/>
                </a:cxn>
                <a:cxn ang="0">
                  <a:pos x="9" y="116"/>
                </a:cxn>
                <a:cxn ang="0">
                  <a:pos x="4" y="153"/>
                </a:cxn>
                <a:cxn ang="0">
                  <a:pos x="4" y="157"/>
                </a:cxn>
                <a:cxn ang="0">
                  <a:pos x="0" y="171"/>
                </a:cxn>
                <a:cxn ang="0">
                  <a:pos x="6" y="184"/>
                </a:cxn>
                <a:cxn ang="0">
                  <a:pos x="16" y="191"/>
                </a:cxn>
                <a:cxn ang="0">
                  <a:pos x="77" y="201"/>
                </a:cxn>
                <a:cxn ang="0">
                  <a:pos x="140" y="203"/>
                </a:cxn>
                <a:cxn ang="0">
                  <a:pos x="380" y="206"/>
                </a:cxn>
                <a:cxn ang="0">
                  <a:pos x="522" y="214"/>
                </a:cxn>
                <a:cxn ang="0">
                  <a:pos x="663" y="217"/>
                </a:cxn>
                <a:cxn ang="0">
                  <a:pos x="732" y="210"/>
                </a:cxn>
                <a:cxn ang="0">
                  <a:pos x="762" y="203"/>
                </a:cxn>
                <a:cxn ang="0">
                  <a:pos x="772" y="184"/>
                </a:cxn>
                <a:cxn ang="0">
                  <a:pos x="772" y="178"/>
                </a:cxn>
                <a:cxn ang="0">
                  <a:pos x="776" y="165"/>
                </a:cxn>
                <a:cxn ang="0">
                  <a:pos x="380" y="161"/>
                </a:cxn>
                <a:cxn ang="0">
                  <a:pos x="230" y="161"/>
                </a:cxn>
                <a:cxn ang="0">
                  <a:pos x="115" y="158"/>
                </a:cxn>
                <a:cxn ang="0">
                  <a:pos x="50" y="152"/>
                </a:cxn>
                <a:cxn ang="0">
                  <a:pos x="55" y="127"/>
                </a:cxn>
                <a:cxn ang="0">
                  <a:pos x="76" y="99"/>
                </a:cxn>
                <a:cxn ang="0">
                  <a:pos x="108" y="82"/>
                </a:cxn>
                <a:cxn ang="0">
                  <a:pos x="206" y="56"/>
                </a:cxn>
                <a:cxn ang="0">
                  <a:pos x="231" y="52"/>
                </a:cxn>
                <a:cxn ang="0">
                  <a:pos x="307" y="52"/>
                </a:cxn>
                <a:cxn ang="0">
                  <a:pos x="373" y="47"/>
                </a:cxn>
                <a:cxn ang="0">
                  <a:pos x="437" y="44"/>
                </a:cxn>
                <a:cxn ang="0">
                  <a:pos x="539" y="47"/>
                </a:cxn>
                <a:cxn ang="0">
                  <a:pos x="615" y="60"/>
                </a:cxn>
                <a:cxn ang="0">
                  <a:pos x="670" y="82"/>
                </a:cxn>
                <a:cxn ang="0">
                  <a:pos x="697" y="103"/>
                </a:cxn>
                <a:cxn ang="0">
                  <a:pos x="717" y="131"/>
                </a:cxn>
                <a:cxn ang="0">
                  <a:pos x="730" y="165"/>
                </a:cxn>
                <a:cxn ang="0">
                  <a:pos x="687" y="170"/>
                </a:cxn>
                <a:cxn ang="0">
                  <a:pos x="556" y="172"/>
                </a:cxn>
                <a:cxn ang="0">
                  <a:pos x="380" y="161"/>
                </a:cxn>
              </a:cxnLst>
              <a:rect l="0" t="0" r="r" b="b"/>
              <a:pathLst>
                <a:path w="776" h="218">
                  <a:moveTo>
                    <a:pt x="776" y="161"/>
                  </a:moveTo>
                  <a:lnTo>
                    <a:pt x="776" y="161"/>
                  </a:lnTo>
                  <a:lnTo>
                    <a:pt x="776" y="155"/>
                  </a:lnTo>
                  <a:lnTo>
                    <a:pt x="773" y="150"/>
                  </a:lnTo>
                  <a:lnTo>
                    <a:pt x="773" y="150"/>
                  </a:lnTo>
                  <a:lnTo>
                    <a:pt x="769" y="136"/>
                  </a:lnTo>
                  <a:lnTo>
                    <a:pt x="764" y="121"/>
                  </a:lnTo>
                  <a:lnTo>
                    <a:pt x="759" y="110"/>
                  </a:lnTo>
                  <a:lnTo>
                    <a:pt x="752" y="98"/>
                  </a:lnTo>
                  <a:lnTo>
                    <a:pt x="744" y="86"/>
                  </a:lnTo>
                  <a:lnTo>
                    <a:pt x="736" y="77"/>
                  </a:lnTo>
                  <a:lnTo>
                    <a:pt x="727" y="68"/>
                  </a:lnTo>
                  <a:lnTo>
                    <a:pt x="717" y="59"/>
                  </a:lnTo>
                  <a:lnTo>
                    <a:pt x="706" y="51"/>
                  </a:lnTo>
                  <a:lnTo>
                    <a:pt x="694" y="44"/>
                  </a:lnTo>
                  <a:lnTo>
                    <a:pt x="683" y="38"/>
                  </a:lnTo>
                  <a:lnTo>
                    <a:pt x="671" y="33"/>
                  </a:lnTo>
                  <a:lnTo>
                    <a:pt x="645" y="22"/>
                  </a:lnTo>
                  <a:lnTo>
                    <a:pt x="617" y="16"/>
                  </a:lnTo>
                  <a:lnTo>
                    <a:pt x="590" y="9"/>
                  </a:lnTo>
                  <a:lnTo>
                    <a:pt x="560" y="5"/>
                  </a:lnTo>
                  <a:lnTo>
                    <a:pt x="531" y="2"/>
                  </a:lnTo>
                  <a:lnTo>
                    <a:pt x="502" y="1"/>
                  </a:lnTo>
                  <a:lnTo>
                    <a:pt x="445" y="0"/>
                  </a:lnTo>
                  <a:lnTo>
                    <a:pt x="394" y="0"/>
                  </a:lnTo>
                  <a:lnTo>
                    <a:pt x="394" y="0"/>
                  </a:lnTo>
                  <a:lnTo>
                    <a:pt x="327" y="1"/>
                  </a:lnTo>
                  <a:lnTo>
                    <a:pt x="293" y="4"/>
                  </a:lnTo>
                  <a:lnTo>
                    <a:pt x="259" y="6"/>
                  </a:lnTo>
                  <a:lnTo>
                    <a:pt x="226" y="9"/>
                  </a:lnTo>
                  <a:lnTo>
                    <a:pt x="193" y="14"/>
                  </a:lnTo>
                  <a:lnTo>
                    <a:pt x="159" y="19"/>
                  </a:lnTo>
                  <a:lnTo>
                    <a:pt x="127" y="27"/>
                  </a:lnTo>
                  <a:lnTo>
                    <a:pt x="127" y="27"/>
                  </a:lnTo>
                  <a:lnTo>
                    <a:pt x="102" y="34"/>
                  </a:lnTo>
                  <a:lnTo>
                    <a:pt x="80" y="43"/>
                  </a:lnTo>
                  <a:lnTo>
                    <a:pt x="69" y="48"/>
                  </a:lnTo>
                  <a:lnTo>
                    <a:pt x="59" y="55"/>
                  </a:lnTo>
                  <a:lnTo>
                    <a:pt x="50" y="61"/>
                  </a:lnTo>
                  <a:lnTo>
                    <a:pt x="40" y="69"/>
                  </a:lnTo>
                  <a:lnTo>
                    <a:pt x="33" y="77"/>
                  </a:lnTo>
                  <a:lnTo>
                    <a:pt x="26" y="85"/>
                  </a:lnTo>
                  <a:lnTo>
                    <a:pt x="19" y="94"/>
                  </a:lnTo>
                  <a:lnTo>
                    <a:pt x="14" y="104"/>
                  </a:lnTo>
                  <a:lnTo>
                    <a:pt x="9" y="116"/>
                  </a:lnTo>
                  <a:lnTo>
                    <a:pt x="6" y="127"/>
                  </a:lnTo>
                  <a:lnTo>
                    <a:pt x="4" y="140"/>
                  </a:lnTo>
                  <a:lnTo>
                    <a:pt x="4" y="153"/>
                  </a:lnTo>
                  <a:lnTo>
                    <a:pt x="4" y="153"/>
                  </a:lnTo>
                  <a:lnTo>
                    <a:pt x="4" y="157"/>
                  </a:lnTo>
                  <a:lnTo>
                    <a:pt x="4" y="157"/>
                  </a:lnTo>
                  <a:lnTo>
                    <a:pt x="1" y="161"/>
                  </a:lnTo>
                  <a:lnTo>
                    <a:pt x="0" y="166"/>
                  </a:lnTo>
                  <a:lnTo>
                    <a:pt x="0" y="171"/>
                  </a:lnTo>
                  <a:lnTo>
                    <a:pt x="1" y="176"/>
                  </a:lnTo>
                  <a:lnTo>
                    <a:pt x="4" y="180"/>
                  </a:lnTo>
                  <a:lnTo>
                    <a:pt x="6" y="184"/>
                  </a:lnTo>
                  <a:lnTo>
                    <a:pt x="10" y="188"/>
                  </a:lnTo>
                  <a:lnTo>
                    <a:pt x="16" y="191"/>
                  </a:lnTo>
                  <a:lnTo>
                    <a:pt x="16" y="191"/>
                  </a:lnTo>
                  <a:lnTo>
                    <a:pt x="31" y="195"/>
                  </a:lnTo>
                  <a:lnTo>
                    <a:pt x="46" y="197"/>
                  </a:lnTo>
                  <a:lnTo>
                    <a:pt x="77" y="201"/>
                  </a:lnTo>
                  <a:lnTo>
                    <a:pt x="110" y="203"/>
                  </a:lnTo>
                  <a:lnTo>
                    <a:pt x="140" y="203"/>
                  </a:lnTo>
                  <a:lnTo>
                    <a:pt x="140" y="203"/>
                  </a:lnTo>
                  <a:lnTo>
                    <a:pt x="260" y="204"/>
                  </a:lnTo>
                  <a:lnTo>
                    <a:pt x="380" y="206"/>
                  </a:lnTo>
                  <a:lnTo>
                    <a:pt x="380" y="206"/>
                  </a:lnTo>
                  <a:lnTo>
                    <a:pt x="428" y="209"/>
                  </a:lnTo>
                  <a:lnTo>
                    <a:pt x="475" y="212"/>
                  </a:lnTo>
                  <a:lnTo>
                    <a:pt x="522" y="214"/>
                  </a:lnTo>
                  <a:lnTo>
                    <a:pt x="569" y="217"/>
                  </a:lnTo>
                  <a:lnTo>
                    <a:pt x="616" y="218"/>
                  </a:lnTo>
                  <a:lnTo>
                    <a:pt x="663" y="217"/>
                  </a:lnTo>
                  <a:lnTo>
                    <a:pt x="687" y="216"/>
                  </a:lnTo>
                  <a:lnTo>
                    <a:pt x="709" y="213"/>
                  </a:lnTo>
                  <a:lnTo>
                    <a:pt x="732" y="210"/>
                  </a:lnTo>
                  <a:lnTo>
                    <a:pt x="755" y="205"/>
                  </a:lnTo>
                  <a:lnTo>
                    <a:pt x="755" y="205"/>
                  </a:lnTo>
                  <a:lnTo>
                    <a:pt x="762" y="203"/>
                  </a:lnTo>
                  <a:lnTo>
                    <a:pt x="768" y="197"/>
                  </a:lnTo>
                  <a:lnTo>
                    <a:pt x="770" y="191"/>
                  </a:lnTo>
                  <a:lnTo>
                    <a:pt x="772" y="184"/>
                  </a:lnTo>
                  <a:lnTo>
                    <a:pt x="772" y="180"/>
                  </a:lnTo>
                  <a:lnTo>
                    <a:pt x="772" y="180"/>
                  </a:lnTo>
                  <a:lnTo>
                    <a:pt x="772" y="178"/>
                  </a:lnTo>
                  <a:lnTo>
                    <a:pt x="772" y="178"/>
                  </a:lnTo>
                  <a:lnTo>
                    <a:pt x="774" y="171"/>
                  </a:lnTo>
                  <a:lnTo>
                    <a:pt x="776" y="165"/>
                  </a:lnTo>
                  <a:lnTo>
                    <a:pt x="776" y="161"/>
                  </a:lnTo>
                  <a:close/>
                  <a:moveTo>
                    <a:pt x="380" y="161"/>
                  </a:moveTo>
                  <a:lnTo>
                    <a:pt x="380" y="161"/>
                  </a:lnTo>
                  <a:lnTo>
                    <a:pt x="331" y="161"/>
                  </a:lnTo>
                  <a:lnTo>
                    <a:pt x="281" y="161"/>
                  </a:lnTo>
                  <a:lnTo>
                    <a:pt x="230" y="161"/>
                  </a:lnTo>
                  <a:lnTo>
                    <a:pt x="180" y="161"/>
                  </a:lnTo>
                  <a:lnTo>
                    <a:pt x="180" y="161"/>
                  </a:lnTo>
                  <a:lnTo>
                    <a:pt x="115" y="158"/>
                  </a:lnTo>
                  <a:lnTo>
                    <a:pt x="81" y="157"/>
                  </a:lnTo>
                  <a:lnTo>
                    <a:pt x="65" y="154"/>
                  </a:lnTo>
                  <a:lnTo>
                    <a:pt x="50" y="152"/>
                  </a:lnTo>
                  <a:lnTo>
                    <a:pt x="50" y="152"/>
                  </a:lnTo>
                  <a:lnTo>
                    <a:pt x="51" y="138"/>
                  </a:lnTo>
                  <a:lnTo>
                    <a:pt x="55" y="127"/>
                  </a:lnTo>
                  <a:lnTo>
                    <a:pt x="60" y="116"/>
                  </a:lnTo>
                  <a:lnTo>
                    <a:pt x="68" y="108"/>
                  </a:lnTo>
                  <a:lnTo>
                    <a:pt x="76" y="99"/>
                  </a:lnTo>
                  <a:lnTo>
                    <a:pt x="86" y="93"/>
                  </a:lnTo>
                  <a:lnTo>
                    <a:pt x="97" y="87"/>
                  </a:lnTo>
                  <a:lnTo>
                    <a:pt x="108" y="82"/>
                  </a:lnTo>
                  <a:lnTo>
                    <a:pt x="133" y="73"/>
                  </a:lnTo>
                  <a:lnTo>
                    <a:pt x="159" y="67"/>
                  </a:lnTo>
                  <a:lnTo>
                    <a:pt x="206" y="56"/>
                  </a:lnTo>
                  <a:lnTo>
                    <a:pt x="206" y="56"/>
                  </a:lnTo>
                  <a:lnTo>
                    <a:pt x="218" y="53"/>
                  </a:lnTo>
                  <a:lnTo>
                    <a:pt x="231" y="52"/>
                  </a:lnTo>
                  <a:lnTo>
                    <a:pt x="256" y="51"/>
                  </a:lnTo>
                  <a:lnTo>
                    <a:pt x="307" y="52"/>
                  </a:lnTo>
                  <a:lnTo>
                    <a:pt x="307" y="52"/>
                  </a:lnTo>
                  <a:lnTo>
                    <a:pt x="328" y="51"/>
                  </a:lnTo>
                  <a:lnTo>
                    <a:pt x="350" y="50"/>
                  </a:lnTo>
                  <a:lnTo>
                    <a:pt x="373" y="47"/>
                  </a:lnTo>
                  <a:lnTo>
                    <a:pt x="394" y="46"/>
                  </a:lnTo>
                  <a:lnTo>
                    <a:pt x="394" y="46"/>
                  </a:lnTo>
                  <a:lnTo>
                    <a:pt x="437" y="44"/>
                  </a:lnTo>
                  <a:lnTo>
                    <a:pt x="486" y="44"/>
                  </a:lnTo>
                  <a:lnTo>
                    <a:pt x="513" y="44"/>
                  </a:lnTo>
                  <a:lnTo>
                    <a:pt x="539" y="47"/>
                  </a:lnTo>
                  <a:lnTo>
                    <a:pt x="565" y="50"/>
                  </a:lnTo>
                  <a:lnTo>
                    <a:pt x="590" y="53"/>
                  </a:lnTo>
                  <a:lnTo>
                    <a:pt x="615" y="60"/>
                  </a:lnTo>
                  <a:lnTo>
                    <a:pt x="638" y="68"/>
                  </a:lnTo>
                  <a:lnTo>
                    <a:pt x="659" y="77"/>
                  </a:lnTo>
                  <a:lnTo>
                    <a:pt x="670" y="82"/>
                  </a:lnTo>
                  <a:lnTo>
                    <a:pt x="679" y="89"/>
                  </a:lnTo>
                  <a:lnTo>
                    <a:pt x="688" y="95"/>
                  </a:lnTo>
                  <a:lnTo>
                    <a:pt x="697" y="103"/>
                  </a:lnTo>
                  <a:lnTo>
                    <a:pt x="704" y="112"/>
                  </a:lnTo>
                  <a:lnTo>
                    <a:pt x="711" y="120"/>
                  </a:lnTo>
                  <a:lnTo>
                    <a:pt x="717" y="131"/>
                  </a:lnTo>
                  <a:lnTo>
                    <a:pt x="722" y="141"/>
                  </a:lnTo>
                  <a:lnTo>
                    <a:pt x="726" y="152"/>
                  </a:lnTo>
                  <a:lnTo>
                    <a:pt x="730" y="165"/>
                  </a:lnTo>
                  <a:lnTo>
                    <a:pt x="730" y="165"/>
                  </a:lnTo>
                  <a:lnTo>
                    <a:pt x="709" y="167"/>
                  </a:lnTo>
                  <a:lnTo>
                    <a:pt x="687" y="170"/>
                  </a:lnTo>
                  <a:lnTo>
                    <a:pt x="643" y="172"/>
                  </a:lnTo>
                  <a:lnTo>
                    <a:pt x="600" y="174"/>
                  </a:lnTo>
                  <a:lnTo>
                    <a:pt x="556" y="172"/>
                  </a:lnTo>
                  <a:lnTo>
                    <a:pt x="511" y="170"/>
                  </a:lnTo>
                  <a:lnTo>
                    <a:pt x="467" y="167"/>
                  </a:lnTo>
                  <a:lnTo>
                    <a:pt x="380" y="161"/>
                  </a:lnTo>
                  <a:lnTo>
                    <a:pt x="380" y="161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</p:grp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矩形 5"/>
          <p:cNvSpPr/>
          <p:nvPr>
            <p:custDataLst>
              <p:tags r:id="rId1"/>
            </p:custDataLst>
          </p:nvPr>
        </p:nvSpPr>
        <p:spPr>
          <a:xfrm>
            <a:off x="207010" y="708025"/>
            <a:ext cx="5791200" cy="1530350"/>
          </a:xfrm>
          <a:prstGeom prst="rect">
            <a:avLst/>
          </a:prstGeom>
          <a:solidFill>
            <a:srgbClr val="1E7AB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350">
              <a:latin typeface="Noto Serif CJK SC" panose="02020400000000000000" pitchFamily="18" charset="-122"/>
              <a:ea typeface="FZHei-B01S" panose="02010601030101010101" pitchFamily="2" charset="-122"/>
              <a:sym typeface="Noto Serif CJK SC" panose="02020400000000000000" pitchFamily="18" charset="-122"/>
            </a:endParaRPr>
          </a:p>
        </p:txBody>
      </p:sp>
      <p:sp>
        <p:nvSpPr>
          <p:cNvPr id="9" name="矩形 8"/>
          <p:cNvSpPr/>
          <p:nvPr>
            <p:custDataLst>
              <p:tags r:id="rId2"/>
            </p:custDataLst>
          </p:nvPr>
        </p:nvSpPr>
        <p:spPr>
          <a:xfrm>
            <a:off x="207010" y="1917065"/>
            <a:ext cx="8709660" cy="362648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350">
              <a:latin typeface="Noto Serif CJK SC" panose="02020400000000000000" pitchFamily="18" charset="-122"/>
              <a:ea typeface="FZHei-B01S" panose="02010601030101010101" pitchFamily="2" charset="-122"/>
              <a:sym typeface="Noto Serif CJK SC" panose="02020400000000000000" pitchFamily="18" charset="-122"/>
            </a:endParaRPr>
          </a:p>
        </p:txBody>
      </p:sp>
      <p:sp>
        <p:nvSpPr>
          <p:cNvPr id="11" name="Title 1"/>
          <p:cNvSpPr>
            <a:spLocks noGrp="1"/>
          </p:cNvSpPr>
          <p:nvPr>
            <p:custDataLst>
              <p:tags r:id="rId3"/>
            </p:custDataLst>
          </p:nvPr>
        </p:nvSpPr>
        <p:spPr>
          <a:xfrm>
            <a:off x="368935" y="967105"/>
            <a:ext cx="4377690" cy="72136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5335" kern="120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+mj-ea"/>
                <a:cs typeface="Times New Roman" panose="02020603050405020304" pitchFamily="18" charset="0"/>
              </a:defRPr>
            </a:lvl1pPr>
          </a:lstStyle>
          <a:p>
            <a:r>
              <a:rPr lang="en-US" altLang="zh-CN" sz="3600" dirty="0">
                <a:solidFill>
                  <a:schemeClr val="bg1"/>
                </a:solidFill>
              </a:rPr>
              <a:t>Comparison of </a:t>
            </a:r>
            <a:br>
              <a:rPr lang="en-US" altLang="zh-CN" sz="3600" dirty="0">
                <a:solidFill>
                  <a:schemeClr val="bg1"/>
                </a:solidFill>
              </a:rPr>
            </a:br>
            <a:r>
              <a:rPr lang="en-US" altLang="zh-CN" sz="3600" dirty="0">
                <a:solidFill>
                  <a:schemeClr val="bg1"/>
                </a:solidFill>
              </a:rPr>
              <a:t>List Implementations</a:t>
            </a:r>
          </a:p>
        </p:txBody>
      </p:sp>
      <p:pic>
        <p:nvPicPr>
          <p:cNvPr id="13" name="图片 12" descr="华工标志（透明版"/>
          <p:cNvPicPr>
            <a:picLocks noChangeAspect="1"/>
          </p:cNvPicPr>
          <p:nvPr>
            <p:custDataLst>
              <p:tags r:id="rId4"/>
            </p:custDataLst>
          </p:nvPr>
        </p:nvPicPr>
        <p:blipFill>
          <a:blip r:embed="rId66" cstate="print"/>
          <a:stretch>
            <a:fillRect/>
          </a:stretch>
        </p:blipFill>
        <p:spPr>
          <a:xfrm>
            <a:off x="7740015" y="116205"/>
            <a:ext cx="1230630" cy="1230630"/>
          </a:xfrm>
          <a:prstGeom prst="rect">
            <a:avLst/>
          </a:prstGeom>
        </p:spPr>
      </p:pic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62092" y="1828802"/>
            <a:ext cx="7886700" cy="4351337"/>
          </a:xfrm>
        </p:spPr>
        <p:txBody>
          <a:bodyPr/>
          <a:lstStyle/>
          <a:p>
            <a:pPr fontAlgn="auto">
              <a:lnSpc>
                <a:spcPct val="150000"/>
              </a:lnSpc>
              <a:spcBef>
                <a:spcPts val="0"/>
              </a:spcBef>
              <a:defRPr/>
            </a:pPr>
            <a:r>
              <a:rPr lang="en-US" altLang="zh-CN" sz="2400" dirty="0"/>
              <a:t>Comparison formula</a:t>
            </a:r>
          </a:p>
          <a:p>
            <a:pPr lvl="1" fontAlgn="auto">
              <a:lnSpc>
                <a:spcPct val="150000"/>
              </a:lnSpc>
              <a:spcBef>
                <a:spcPts val="0"/>
              </a:spcBef>
              <a:defRPr/>
            </a:pPr>
            <a:r>
              <a:rPr lang="en-US" altLang="zh-CN" sz="2000" dirty="0"/>
              <a:t>The number of element currently in the list – </a:t>
            </a:r>
            <a:r>
              <a:rPr lang="en-US" altLang="zh-CN" sz="2000" dirty="0">
                <a:solidFill>
                  <a:srgbClr val="FF0000"/>
                </a:solidFill>
              </a:rPr>
              <a:t>n</a:t>
            </a:r>
            <a:r>
              <a:rPr lang="en-US" altLang="zh-CN" sz="2000" dirty="0"/>
              <a:t>;</a:t>
            </a:r>
          </a:p>
          <a:p>
            <a:pPr lvl="1" fontAlgn="auto">
              <a:lnSpc>
                <a:spcPct val="150000"/>
              </a:lnSpc>
              <a:spcBef>
                <a:spcPts val="0"/>
              </a:spcBef>
              <a:defRPr/>
            </a:pPr>
            <a:r>
              <a:rPr lang="en-US" altLang="zh-CN" sz="2000" dirty="0"/>
              <a:t>The size of a pointer – </a:t>
            </a:r>
            <a:r>
              <a:rPr lang="en-US" altLang="zh-CN" sz="2000" dirty="0">
                <a:solidFill>
                  <a:srgbClr val="FF0000"/>
                </a:solidFill>
              </a:rPr>
              <a:t>P</a:t>
            </a:r>
          </a:p>
          <a:p>
            <a:pPr lvl="1" fontAlgn="auto">
              <a:lnSpc>
                <a:spcPct val="150000"/>
              </a:lnSpc>
              <a:spcBef>
                <a:spcPts val="0"/>
              </a:spcBef>
              <a:defRPr/>
            </a:pPr>
            <a:r>
              <a:rPr lang="en-US" altLang="zh-CN" sz="2000" dirty="0"/>
              <a:t>The size of a data element – </a:t>
            </a:r>
            <a:r>
              <a:rPr lang="en-US" altLang="zh-CN" sz="2000" dirty="0">
                <a:solidFill>
                  <a:srgbClr val="FF0000"/>
                </a:solidFill>
              </a:rPr>
              <a:t>E</a:t>
            </a:r>
          </a:p>
          <a:p>
            <a:pPr lvl="1" fontAlgn="auto">
              <a:lnSpc>
                <a:spcPct val="150000"/>
              </a:lnSpc>
              <a:spcBef>
                <a:spcPts val="0"/>
              </a:spcBef>
              <a:defRPr/>
            </a:pPr>
            <a:r>
              <a:rPr lang="en-US" altLang="zh-CN" sz="2000" dirty="0"/>
              <a:t>The maximum number of elements in the array – </a:t>
            </a:r>
            <a:r>
              <a:rPr lang="en-US" altLang="zh-CN" sz="2000" dirty="0">
                <a:solidFill>
                  <a:srgbClr val="FF0000"/>
                </a:solidFill>
              </a:rPr>
              <a:t>D</a:t>
            </a:r>
          </a:p>
          <a:p>
            <a:pPr fontAlgn="auto">
              <a:lnSpc>
                <a:spcPct val="150000"/>
              </a:lnSpc>
              <a:spcBef>
                <a:spcPts val="0"/>
              </a:spcBef>
              <a:defRPr/>
            </a:pPr>
            <a:r>
              <a:rPr lang="en-US" altLang="zh-CN" sz="2400" dirty="0"/>
              <a:t>The array-based list requires space DE</a:t>
            </a:r>
            <a:endParaRPr lang="en-US" altLang="zh-CN" sz="1200" dirty="0">
              <a:solidFill>
                <a:srgbClr val="FF0000"/>
              </a:solidFill>
            </a:endParaRPr>
          </a:p>
          <a:p>
            <a:pPr fontAlgn="auto">
              <a:lnSpc>
                <a:spcPct val="150000"/>
              </a:lnSpc>
              <a:spcBef>
                <a:spcPts val="0"/>
              </a:spcBef>
              <a:defRPr/>
            </a:pPr>
            <a:r>
              <a:rPr lang="en-US" altLang="zh-CN" sz="2400" dirty="0"/>
              <a:t>The linked list requires space n(P+E)</a:t>
            </a:r>
          </a:p>
        </p:txBody>
      </p:sp>
      <p:sp>
        <p:nvSpPr>
          <p:cNvPr id="36868" name="Slide Number Placeholder 3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557530" indent="-21463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857250" indent="-1714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200150" indent="-1714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1543050" indent="-1714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1885950" indent="-1714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228850" indent="-1714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2571750" indent="-1714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2914650" indent="-1714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fld id="{28981F58-59B2-4A3B-A4E4-CBAE400E95F8}" type="slidenum">
              <a:rPr lang="en-US" altLang="zh-CN" sz="465" smtClean="0"/>
              <a:pPr/>
              <a:t>26</a:t>
            </a:fld>
            <a:endParaRPr lang="en-US" altLang="zh-CN" sz="465"/>
          </a:p>
        </p:txBody>
      </p:sp>
      <p:sp>
        <p:nvSpPr>
          <p:cNvPr id="2" name="矩形 1"/>
          <p:cNvSpPr/>
          <p:nvPr/>
        </p:nvSpPr>
        <p:spPr>
          <a:xfrm>
            <a:off x="546735" y="5765800"/>
            <a:ext cx="8070215" cy="4603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defRPr/>
            </a:pPr>
            <a:r>
              <a:rPr lang="en-US" altLang="zh-CN" sz="2400" dirty="0">
                <a:solidFill>
                  <a:srgbClr val="FF0000"/>
                </a:solidFill>
              </a:rPr>
              <a:t>When	n&gt; DE/(P+E), the array-based list is more space efficient!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fld id="{43031E29-59A1-4BAE-9AA4-5DFBB1A5CCAA}" type="datetime1">
              <a:rPr lang="zh-CN" altLang="en-US" sz="465" smtClean="0"/>
              <a:pPr>
                <a:defRPr/>
              </a:pPr>
              <a:t>2025/12/16</a:t>
            </a:fld>
            <a:endParaRPr lang="zh-CN" altLang="en-US" sz="465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altLang="zh-CN" sz="465"/>
              <a:t>Stacks and Queues - Lecture 6</a:t>
            </a:r>
            <a:endParaRPr lang="zh-CN" altLang="en-US" sz="465"/>
          </a:p>
        </p:txBody>
      </p:sp>
      <p:grpSp>
        <p:nvGrpSpPr>
          <p:cNvPr id="1277" name="组合 1276"/>
          <p:cNvGrpSpPr/>
          <p:nvPr/>
        </p:nvGrpSpPr>
        <p:grpSpPr>
          <a:xfrm>
            <a:off x="7785736" y="4552933"/>
            <a:ext cx="971551" cy="901701"/>
            <a:chOff x="3119438" y="984250"/>
            <a:chExt cx="728663" cy="676276"/>
          </a:xfrm>
          <a:solidFill>
            <a:schemeClr val="accent1">
              <a:lumMod val="75000"/>
              <a:alpha val="37000"/>
            </a:schemeClr>
          </a:solidFill>
        </p:grpSpPr>
        <p:sp>
          <p:nvSpPr>
            <p:cNvPr id="12751" name="Freeform 463"/>
            <p:cNvSpPr/>
            <p:nvPr>
              <p:custDataLst>
                <p:tags r:id="rId5"/>
              </p:custDataLst>
            </p:nvPr>
          </p:nvSpPr>
          <p:spPr bwMode="auto">
            <a:xfrm>
              <a:off x="3146426" y="1431925"/>
              <a:ext cx="17463" cy="26988"/>
            </a:xfrm>
            <a:custGeom>
              <a:avLst/>
              <a:gdLst/>
              <a:ahLst/>
              <a:cxnLst>
                <a:cxn ang="0">
                  <a:pos x="35" y="2"/>
                </a:cxn>
                <a:cxn ang="0">
                  <a:pos x="35" y="2"/>
                </a:cxn>
                <a:cxn ang="0">
                  <a:pos x="25" y="15"/>
                </a:cxn>
                <a:cxn ang="0">
                  <a:pos x="14" y="29"/>
                </a:cxn>
                <a:cxn ang="0">
                  <a:pos x="6" y="45"/>
                </a:cxn>
                <a:cxn ang="0">
                  <a:pos x="0" y="62"/>
                </a:cxn>
                <a:cxn ang="0">
                  <a:pos x="0" y="62"/>
                </a:cxn>
                <a:cxn ang="0">
                  <a:pos x="0" y="65"/>
                </a:cxn>
                <a:cxn ang="0">
                  <a:pos x="0" y="66"/>
                </a:cxn>
                <a:cxn ang="0">
                  <a:pos x="2" y="67"/>
                </a:cxn>
                <a:cxn ang="0">
                  <a:pos x="4" y="68"/>
                </a:cxn>
                <a:cxn ang="0">
                  <a:pos x="8" y="68"/>
                </a:cxn>
                <a:cxn ang="0">
                  <a:pos x="10" y="67"/>
                </a:cxn>
                <a:cxn ang="0">
                  <a:pos x="11" y="65"/>
                </a:cxn>
                <a:cxn ang="0">
                  <a:pos x="11" y="65"/>
                </a:cxn>
                <a:cxn ang="0">
                  <a:pos x="17" y="50"/>
                </a:cxn>
                <a:cxn ang="0">
                  <a:pos x="25" y="36"/>
                </a:cxn>
                <a:cxn ang="0">
                  <a:pos x="34" y="23"/>
                </a:cxn>
                <a:cxn ang="0">
                  <a:pos x="44" y="10"/>
                </a:cxn>
                <a:cxn ang="0">
                  <a:pos x="44" y="10"/>
                </a:cxn>
                <a:cxn ang="0">
                  <a:pos x="45" y="8"/>
                </a:cxn>
                <a:cxn ang="0">
                  <a:pos x="45" y="6"/>
                </a:cxn>
                <a:cxn ang="0">
                  <a:pos x="43" y="2"/>
                </a:cxn>
                <a:cxn ang="0">
                  <a:pos x="40" y="0"/>
                </a:cxn>
                <a:cxn ang="0">
                  <a:pos x="38" y="0"/>
                </a:cxn>
                <a:cxn ang="0">
                  <a:pos x="35" y="2"/>
                </a:cxn>
                <a:cxn ang="0">
                  <a:pos x="35" y="2"/>
                </a:cxn>
              </a:cxnLst>
              <a:rect l="0" t="0" r="r" b="b"/>
              <a:pathLst>
                <a:path w="45" h="68">
                  <a:moveTo>
                    <a:pt x="35" y="2"/>
                  </a:moveTo>
                  <a:lnTo>
                    <a:pt x="35" y="2"/>
                  </a:lnTo>
                  <a:lnTo>
                    <a:pt x="25" y="15"/>
                  </a:lnTo>
                  <a:lnTo>
                    <a:pt x="14" y="29"/>
                  </a:lnTo>
                  <a:lnTo>
                    <a:pt x="6" y="45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0" y="65"/>
                  </a:lnTo>
                  <a:lnTo>
                    <a:pt x="0" y="66"/>
                  </a:lnTo>
                  <a:lnTo>
                    <a:pt x="2" y="67"/>
                  </a:lnTo>
                  <a:lnTo>
                    <a:pt x="4" y="68"/>
                  </a:lnTo>
                  <a:lnTo>
                    <a:pt x="8" y="68"/>
                  </a:lnTo>
                  <a:lnTo>
                    <a:pt x="10" y="67"/>
                  </a:lnTo>
                  <a:lnTo>
                    <a:pt x="11" y="65"/>
                  </a:lnTo>
                  <a:lnTo>
                    <a:pt x="11" y="65"/>
                  </a:lnTo>
                  <a:lnTo>
                    <a:pt x="17" y="50"/>
                  </a:lnTo>
                  <a:lnTo>
                    <a:pt x="25" y="36"/>
                  </a:lnTo>
                  <a:lnTo>
                    <a:pt x="34" y="23"/>
                  </a:lnTo>
                  <a:lnTo>
                    <a:pt x="44" y="10"/>
                  </a:lnTo>
                  <a:lnTo>
                    <a:pt x="44" y="10"/>
                  </a:lnTo>
                  <a:lnTo>
                    <a:pt x="45" y="8"/>
                  </a:lnTo>
                  <a:lnTo>
                    <a:pt x="45" y="6"/>
                  </a:lnTo>
                  <a:lnTo>
                    <a:pt x="43" y="2"/>
                  </a:lnTo>
                  <a:lnTo>
                    <a:pt x="40" y="0"/>
                  </a:lnTo>
                  <a:lnTo>
                    <a:pt x="38" y="0"/>
                  </a:lnTo>
                  <a:lnTo>
                    <a:pt x="35" y="2"/>
                  </a:lnTo>
                  <a:lnTo>
                    <a:pt x="35" y="2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52" name="Freeform 464"/>
            <p:cNvSpPr/>
            <p:nvPr>
              <p:custDataLst>
                <p:tags r:id="rId6"/>
              </p:custDataLst>
            </p:nvPr>
          </p:nvSpPr>
          <p:spPr bwMode="auto">
            <a:xfrm>
              <a:off x="3162301" y="1450975"/>
              <a:ext cx="23813" cy="33338"/>
            </a:xfrm>
            <a:custGeom>
              <a:avLst/>
              <a:gdLst/>
              <a:ahLst/>
              <a:cxnLst>
                <a:cxn ang="0">
                  <a:pos x="47" y="3"/>
                </a:cxn>
                <a:cxn ang="0">
                  <a:pos x="47" y="3"/>
                </a:cxn>
                <a:cxn ang="0">
                  <a:pos x="32" y="21"/>
                </a:cxn>
                <a:cxn ang="0">
                  <a:pos x="20" y="39"/>
                </a:cxn>
                <a:cxn ang="0">
                  <a:pos x="9" y="59"/>
                </a:cxn>
                <a:cxn ang="0">
                  <a:pos x="3" y="70"/>
                </a:cxn>
                <a:cxn ang="0">
                  <a:pos x="0" y="80"/>
                </a:cxn>
                <a:cxn ang="0">
                  <a:pos x="0" y="80"/>
                </a:cxn>
                <a:cxn ang="0">
                  <a:pos x="0" y="83"/>
                </a:cxn>
                <a:cxn ang="0">
                  <a:pos x="0" y="84"/>
                </a:cxn>
                <a:cxn ang="0">
                  <a:pos x="2" y="87"/>
                </a:cxn>
                <a:cxn ang="0">
                  <a:pos x="3" y="87"/>
                </a:cxn>
                <a:cxn ang="0">
                  <a:pos x="7" y="87"/>
                </a:cxn>
                <a:cxn ang="0">
                  <a:pos x="10" y="85"/>
                </a:cxn>
                <a:cxn ang="0">
                  <a:pos x="11" y="83"/>
                </a:cxn>
                <a:cxn ang="0">
                  <a:pos x="11" y="83"/>
                </a:cxn>
                <a:cxn ang="0">
                  <a:pos x="15" y="73"/>
                </a:cxn>
                <a:cxn ang="0">
                  <a:pos x="19" y="63"/>
                </a:cxn>
                <a:cxn ang="0">
                  <a:pos x="31" y="45"/>
                </a:cxn>
                <a:cxn ang="0">
                  <a:pos x="43" y="26"/>
                </a:cxn>
                <a:cxn ang="0">
                  <a:pos x="56" y="8"/>
                </a:cxn>
                <a:cxn ang="0">
                  <a:pos x="56" y="8"/>
                </a:cxn>
                <a:cxn ang="0">
                  <a:pos x="57" y="7"/>
                </a:cxn>
                <a:cxn ang="0">
                  <a:pos x="57" y="4"/>
                </a:cxn>
                <a:cxn ang="0">
                  <a:pos x="56" y="3"/>
                </a:cxn>
                <a:cxn ang="0">
                  <a:pos x="54" y="2"/>
                </a:cxn>
                <a:cxn ang="0">
                  <a:pos x="51" y="0"/>
                </a:cxn>
                <a:cxn ang="0">
                  <a:pos x="48" y="2"/>
                </a:cxn>
                <a:cxn ang="0">
                  <a:pos x="47" y="3"/>
                </a:cxn>
                <a:cxn ang="0">
                  <a:pos x="47" y="3"/>
                </a:cxn>
              </a:cxnLst>
              <a:rect l="0" t="0" r="r" b="b"/>
              <a:pathLst>
                <a:path w="57" h="87">
                  <a:moveTo>
                    <a:pt x="47" y="3"/>
                  </a:moveTo>
                  <a:lnTo>
                    <a:pt x="47" y="3"/>
                  </a:lnTo>
                  <a:lnTo>
                    <a:pt x="32" y="21"/>
                  </a:lnTo>
                  <a:lnTo>
                    <a:pt x="20" y="39"/>
                  </a:lnTo>
                  <a:lnTo>
                    <a:pt x="9" y="59"/>
                  </a:lnTo>
                  <a:lnTo>
                    <a:pt x="3" y="70"/>
                  </a:lnTo>
                  <a:lnTo>
                    <a:pt x="0" y="80"/>
                  </a:lnTo>
                  <a:lnTo>
                    <a:pt x="0" y="80"/>
                  </a:lnTo>
                  <a:lnTo>
                    <a:pt x="0" y="83"/>
                  </a:lnTo>
                  <a:lnTo>
                    <a:pt x="0" y="84"/>
                  </a:lnTo>
                  <a:lnTo>
                    <a:pt x="2" y="87"/>
                  </a:lnTo>
                  <a:lnTo>
                    <a:pt x="3" y="87"/>
                  </a:lnTo>
                  <a:lnTo>
                    <a:pt x="7" y="87"/>
                  </a:lnTo>
                  <a:lnTo>
                    <a:pt x="10" y="85"/>
                  </a:lnTo>
                  <a:lnTo>
                    <a:pt x="11" y="83"/>
                  </a:lnTo>
                  <a:lnTo>
                    <a:pt x="11" y="83"/>
                  </a:lnTo>
                  <a:lnTo>
                    <a:pt x="15" y="73"/>
                  </a:lnTo>
                  <a:lnTo>
                    <a:pt x="19" y="63"/>
                  </a:lnTo>
                  <a:lnTo>
                    <a:pt x="31" y="45"/>
                  </a:lnTo>
                  <a:lnTo>
                    <a:pt x="43" y="26"/>
                  </a:lnTo>
                  <a:lnTo>
                    <a:pt x="56" y="8"/>
                  </a:lnTo>
                  <a:lnTo>
                    <a:pt x="56" y="8"/>
                  </a:lnTo>
                  <a:lnTo>
                    <a:pt x="57" y="7"/>
                  </a:lnTo>
                  <a:lnTo>
                    <a:pt x="57" y="4"/>
                  </a:lnTo>
                  <a:lnTo>
                    <a:pt x="56" y="3"/>
                  </a:lnTo>
                  <a:lnTo>
                    <a:pt x="54" y="2"/>
                  </a:lnTo>
                  <a:lnTo>
                    <a:pt x="51" y="0"/>
                  </a:lnTo>
                  <a:lnTo>
                    <a:pt x="48" y="2"/>
                  </a:lnTo>
                  <a:lnTo>
                    <a:pt x="47" y="3"/>
                  </a:lnTo>
                  <a:lnTo>
                    <a:pt x="47" y="3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53" name="Freeform 465"/>
            <p:cNvSpPr/>
            <p:nvPr>
              <p:custDataLst>
                <p:tags r:id="rId7"/>
              </p:custDataLst>
            </p:nvPr>
          </p:nvSpPr>
          <p:spPr bwMode="auto">
            <a:xfrm>
              <a:off x="3192463" y="1466850"/>
              <a:ext cx="22225" cy="31750"/>
            </a:xfrm>
            <a:custGeom>
              <a:avLst/>
              <a:gdLst/>
              <a:ahLst/>
              <a:cxnLst>
                <a:cxn ang="0">
                  <a:pos x="42" y="5"/>
                </a:cxn>
                <a:cxn ang="0">
                  <a:pos x="42" y="5"/>
                </a:cxn>
                <a:cxn ang="0">
                  <a:pos x="40" y="14"/>
                </a:cxn>
                <a:cxn ang="0">
                  <a:pos x="36" y="22"/>
                </a:cxn>
                <a:cxn ang="0">
                  <a:pos x="30" y="30"/>
                </a:cxn>
                <a:cxn ang="0">
                  <a:pos x="25" y="38"/>
                </a:cxn>
                <a:cxn ang="0">
                  <a:pos x="25" y="38"/>
                </a:cxn>
                <a:cxn ang="0">
                  <a:pos x="20" y="46"/>
                </a:cxn>
                <a:cxn ang="0">
                  <a:pos x="13" y="55"/>
                </a:cxn>
                <a:cxn ang="0">
                  <a:pos x="2" y="71"/>
                </a:cxn>
                <a:cxn ang="0">
                  <a:pos x="2" y="71"/>
                </a:cxn>
                <a:cxn ang="0">
                  <a:pos x="0" y="73"/>
                </a:cxn>
                <a:cxn ang="0">
                  <a:pos x="0" y="76"/>
                </a:cxn>
                <a:cxn ang="0">
                  <a:pos x="2" y="77"/>
                </a:cxn>
                <a:cxn ang="0">
                  <a:pos x="3" y="79"/>
                </a:cxn>
                <a:cxn ang="0">
                  <a:pos x="7" y="80"/>
                </a:cxn>
                <a:cxn ang="0">
                  <a:pos x="10" y="79"/>
                </a:cxn>
                <a:cxn ang="0">
                  <a:pos x="11" y="77"/>
                </a:cxn>
                <a:cxn ang="0">
                  <a:pos x="11" y="77"/>
                </a:cxn>
                <a:cxn ang="0">
                  <a:pos x="25" y="58"/>
                </a:cxn>
                <a:cxn ang="0">
                  <a:pos x="38" y="37"/>
                </a:cxn>
                <a:cxn ang="0">
                  <a:pos x="38" y="37"/>
                </a:cxn>
                <a:cxn ang="0">
                  <a:pos x="48" y="22"/>
                </a:cxn>
                <a:cxn ang="0">
                  <a:pos x="51" y="14"/>
                </a:cxn>
                <a:cxn ang="0">
                  <a:pos x="54" y="5"/>
                </a:cxn>
                <a:cxn ang="0">
                  <a:pos x="54" y="5"/>
                </a:cxn>
                <a:cxn ang="0">
                  <a:pos x="54" y="3"/>
                </a:cxn>
                <a:cxn ang="0">
                  <a:pos x="53" y="1"/>
                </a:cxn>
                <a:cxn ang="0">
                  <a:pos x="51" y="0"/>
                </a:cxn>
                <a:cxn ang="0">
                  <a:pos x="49" y="0"/>
                </a:cxn>
                <a:cxn ang="0">
                  <a:pos x="45" y="1"/>
                </a:cxn>
                <a:cxn ang="0">
                  <a:pos x="44" y="3"/>
                </a:cxn>
                <a:cxn ang="0">
                  <a:pos x="42" y="5"/>
                </a:cxn>
                <a:cxn ang="0">
                  <a:pos x="42" y="5"/>
                </a:cxn>
              </a:cxnLst>
              <a:rect l="0" t="0" r="r" b="b"/>
              <a:pathLst>
                <a:path w="54" h="80">
                  <a:moveTo>
                    <a:pt x="42" y="5"/>
                  </a:moveTo>
                  <a:lnTo>
                    <a:pt x="42" y="5"/>
                  </a:lnTo>
                  <a:lnTo>
                    <a:pt x="40" y="14"/>
                  </a:lnTo>
                  <a:lnTo>
                    <a:pt x="36" y="22"/>
                  </a:lnTo>
                  <a:lnTo>
                    <a:pt x="30" y="30"/>
                  </a:lnTo>
                  <a:lnTo>
                    <a:pt x="25" y="38"/>
                  </a:lnTo>
                  <a:lnTo>
                    <a:pt x="25" y="38"/>
                  </a:lnTo>
                  <a:lnTo>
                    <a:pt x="20" y="46"/>
                  </a:lnTo>
                  <a:lnTo>
                    <a:pt x="13" y="55"/>
                  </a:lnTo>
                  <a:lnTo>
                    <a:pt x="2" y="71"/>
                  </a:lnTo>
                  <a:lnTo>
                    <a:pt x="2" y="71"/>
                  </a:lnTo>
                  <a:lnTo>
                    <a:pt x="0" y="73"/>
                  </a:lnTo>
                  <a:lnTo>
                    <a:pt x="0" y="76"/>
                  </a:lnTo>
                  <a:lnTo>
                    <a:pt x="2" y="77"/>
                  </a:lnTo>
                  <a:lnTo>
                    <a:pt x="3" y="79"/>
                  </a:lnTo>
                  <a:lnTo>
                    <a:pt x="7" y="80"/>
                  </a:lnTo>
                  <a:lnTo>
                    <a:pt x="10" y="79"/>
                  </a:lnTo>
                  <a:lnTo>
                    <a:pt x="11" y="77"/>
                  </a:lnTo>
                  <a:lnTo>
                    <a:pt x="11" y="77"/>
                  </a:lnTo>
                  <a:lnTo>
                    <a:pt x="25" y="58"/>
                  </a:lnTo>
                  <a:lnTo>
                    <a:pt x="38" y="37"/>
                  </a:lnTo>
                  <a:lnTo>
                    <a:pt x="38" y="37"/>
                  </a:lnTo>
                  <a:lnTo>
                    <a:pt x="48" y="22"/>
                  </a:lnTo>
                  <a:lnTo>
                    <a:pt x="51" y="14"/>
                  </a:lnTo>
                  <a:lnTo>
                    <a:pt x="54" y="5"/>
                  </a:lnTo>
                  <a:lnTo>
                    <a:pt x="54" y="5"/>
                  </a:lnTo>
                  <a:lnTo>
                    <a:pt x="54" y="3"/>
                  </a:lnTo>
                  <a:lnTo>
                    <a:pt x="53" y="1"/>
                  </a:lnTo>
                  <a:lnTo>
                    <a:pt x="51" y="0"/>
                  </a:lnTo>
                  <a:lnTo>
                    <a:pt x="49" y="0"/>
                  </a:lnTo>
                  <a:lnTo>
                    <a:pt x="45" y="1"/>
                  </a:lnTo>
                  <a:lnTo>
                    <a:pt x="44" y="3"/>
                  </a:lnTo>
                  <a:lnTo>
                    <a:pt x="42" y="5"/>
                  </a:lnTo>
                  <a:lnTo>
                    <a:pt x="42" y="5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54" name="Freeform 466"/>
            <p:cNvSpPr/>
            <p:nvPr>
              <p:custDataLst>
                <p:tags r:id="rId8"/>
              </p:custDataLst>
            </p:nvPr>
          </p:nvSpPr>
          <p:spPr bwMode="auto">
            <a:xfrm>
              <a:off x="3228976" y="1474788"/>
              <a:ext cx="14288" cy="25400"/>
            </a:xfrm>
            <a:custGeom>
              <a:avLst/>
              <a:gdLst/>
              <a:ahLst/>
              <a:cxnLst>
                <a:cxn ang="0">
                  <a:pos x="27" y="4"/>
                </a:cxn>
                <a:cxn ang="0">
                  <a:pos x="27" y="4"/>
                </a:cxn>
                <a:cxn ang="0">
                  <a:pos x="24" y="10"/>
                </a:cxn>
                <a:cxn ang="0">
                  <a:pos x="20" y="17"/>
                </a:cxn>
                <a:cxn ang="0">
                  <a:pos x="16" y="23"/>
                </a:cxn>
                <a:cxn ang="0">
                  <a:pos x="13" y="30"/>
                </a:cxn>
                <a:cxn ang="0">
                  <a:pos x="13" y="30"/>
                </a:cxn>
                <a:cxn ang="0">
                  <a:pos x="9" y="35"/>
                </a:cxn>
                <a:cxn ang="0">
                  <a:pos x="7" y="40"/>
                </a:cxn>
                <a:cxn ang="0">
                  <a:pos x="7" y="40"/>
                </a:cxn>
                <a:cxn ang="0">
                  <a:pos x="4" y="48"/>
                </a:cxn>
                <a:cxn ang="0">
                  <a:pos x="1" y="55"/>
                </a:cxn>
                <a:cxn ang="0">
                  <a:pos x="1" y="55"/>
                </a:cxn>
                <a:cxn ang="0">
                  <a:pos x="0" y="57"/>
                </a:cxn>
                <a:cxn ang="0">
                  <a:pos x="1" y="60"/>
                </a:cxn>
                <a:cxn ang="0">
                  <a:pos x="4" y="62"/>
                </a:cxn>
                <a:cxn ang="0">
                  <a:pos x="5" y="64"/>
                </a:cxn>
                <a:cxn ang="0">
                  <a:pos x="8" y="64"/>
                </a:cxn>
                <a:cxn ang="0">
                  <a:pos x="9" y="62"/>
                </a:cxn>
                <a:cxn ang="0">
                  <a:pos x="10" y="61"/>
                </a:cxn>
                <a:cxn ang="0">
                  <a:pos x="10" y="61"/>
                </a:cxn>
                <a:cxn ang="0">
                  <a:pos x="14" y="51"/>
                </a:cxn>
                <a:cxn ang="0">
                  <a:pos x="14" y="51"/>
                </a:cxn>
                <a:cxn ang="0">
                  <a:pos x="16" y="47"/>
                </a:cxn>
                <a:cxn ang="0">
                  <a:pos x="18" y="43"/>
                </a:cxn>
                <a:cxn ang="0">
                  <a:pos x="22" y="36"/>
                </a:cxn>
                <a:cxn ang="0">
                  <a:pos x="22" y="36"/>
                </a:cxn>
                <a:cxn ang="0">
                  <a:pos x="26" y="28"/>
                </a:cxn>
                <a:cxn ang="0">
                  <a:pos x="30" y="21"/>
                </a:cxn>
                <a:cxn ang="0">
                  <a:pos x="34" y="14"/>
                </a:cxn>
                <a:cxn ang="0">
                  <a:pos x="38" y="6"/>
                </a:cxn>
                <a:cxn ang="0">
                  <a:pos x="38" y="6"/>
                </a:cxn>
                <a:cxn ang="0">
                  <a:pos x="38" y="4"/>
                </a:cxn>
                <a:cxn ang="0">
                  <a:pos x="38" y="2"/>
                </a:cxn>
                <a:cxn ang="0">
                  <a:pos x="37" y="0"/>
                </a:cxn>
                <a:cxn ang="0">
                  <a:pos x="34" y="0"/>
                </a:cxn>
                <a:cxn ang="0">
                  <a:pos x="30" y="0"/>
                </a:cxn>
                <a:cxn ang="0">
                  <a:pos x="29" y="1"/>
                </a:cxn>
                <a:cxn ang="0">
                  <a:pos x="27" y="4"/>
                </a:cxn>
                <a:cxn ang="0">
                  <a:pos x="27" y="4"/>
                </a:cxn>
              </a:cxnLst>
              <a:rect l="0" t="0" r="r" b="b"/>
              <a:pathLst>
                <a:path w="38" h="64">
                  <a:moveTo>
                    <a:pt x="27" y="4"/>
                  </a:moveTo>
                  <a:lnTo>
                    <a:pt x="27" y="4"/>
                  </a:lnTo>
                  <a:lnTo>
                    <a:pt x="24" y="10"/>
                  </a:lnTo>
                  <a:lnTo>
                    <a:pt x="20" y="17"/>
                  </a:lnTo>
                  <a:lnTo>
                    <a:pt x="16" y="23"/>
                  </a:lnTo>
                  <a:lnTo>
                    <a:pt x="13" y="30"/>
                  </a:lnTo>
                  <a:lnTo>
                    <a:pt x="13" y="30"/>
                  </a:lnTo>
                  <a:lnTo>
                    <a:pt x="9" y="35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4" y="48"/>
                  </a:lnTo>
                  <a:lnTo>
                    <a:pt x="1" y="55"/>
                  </a:lnTo>
                  <a:lnTo>
                    <a:pt x="1" y="55"/>
                  </a:lnTo>
                  <a:lnTo>
                    <a:pt x="0" y="57"/>
                  </a:lnTo>
                  <a:lnTo>
                    <a:pt x="1" y="60"/>
                  </a:lnTo>
                  <a:lnTo>
                    <a:pt x="4" y="62"/>
                  </a:lnTo>
                  <a:lnTo>
                    <a:pt x="5" y="64"/>
                  </a:lnTo>
                  <a:lnTo>
                    <a:pt x="8" y="64"/>
                  </a:lnTo>
                  <a:lnTo>
                    <a:pt x="9" y="62"/>
                  </a:lnTo>
                  <a:lnTo>
                    <a:pt x="10" y="61"/>
                  </a:lnTo>
                  <a:lnTo>
                    <a:pt x="10" y="61"/>
                  </a:lnTo>
                  <a:lnTo>
                    <a:pt x="14" y="51"/>
                  </a:lnTo>
                  <a:lnTo>
                    <a:pt x="14" y="51"/>
                  </a:lnTo>
                  <a:lnTo>
                    <a:pt x="16" y="47"/>
                  </a:lnTo>
                  <a:lnTo>
                    <a:pt x="18" y="43"/>
                  </a:lnTo>
                  <a:lnTo>
                    <a:pt x="22" y="36"/>
                  </a:lnTo>
                  <a:lnTo>
                    <a:pt x="22" y="36"/>
                  </a:lnTo>
                  <a:lnTo>
                    <a:pt x="26" y="28"/>
                  </a:lnTo>
                  <a:lnTo>
                    <a:pt x="30" y="21"/>
                  </a:lnTo>
                  <a:lnTo>
                    <a:pt x="34" y="14"/>
                  </a:lnTo>
                  <a:lnTo>
                    <a:pt x="38" y="6"/>
                  </a:lnTo>
                  <a:lnTo>
                    <a:pt x="38" y="6"/>
                  </a:lnTo>
                  <a:lnTo>
                    <a:pt x="38" y="4"/>
                  </a:lnTo>
                  <a:lnTo>
                    <a:pt x="38" y="2"/>
                  </a:lnTo>
                  <a:lnTo>
                    <a:pt x="37" y="0"/>
                  </a:lnTo>
                  <a:lnTo>
                    <a:pt x="34" y="0"/>
                  </a:lnTo>
                  <a:lnTo>
                    <a:pt x="30" y="0"/>
                  </a:lnTo>
                  <a:lnTo>
                    <a:pt x="29" y="1"/>
                  </a:lnTo>
                  <a:lnTo>
                    <a:pt x="27" y="4"/>
                  </a:lnTo>
                  <a:lnTo>
                    <a:pt x="27" y="4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55" name="Freeform 467"/>
            <p:cNvSpPr/>
            <p:nvPr>
              <p:custDataLst>
                <p:tags r:id="rId9"/>
              </p:custDataLst>
            </p:nvPr>
          </p:nvSpPr>
          <p:spPr bwMode="auto">
            <a:xfrm>
              <a:off x="3262313" y="1473200"/>
              <a:ext cx="19050" cy="30163"/>
            </a:xfrm>
            <a:custGeom>
              <a:avLst/>
              <a:gdLst/>
              <a:ahLst/>
              <a:cxnLst>
                <a:cxn ang="0">
                  <a:pos x="39" y="4"/>
                </a:cxn>
                <a:cxn ang="0">
                  <a:pos x="39" y="4"/>
                </a:cxn>
                <a:cxn ang="0">
                  <a:pos x="30" y="20"/>
                </a:cxn>
                <a:cxn ang="0">
                  <a:pos x="19" y="36"/>
                </a:cxn>
                <a:cxn ang="0">
                  <a:pos x="10" y="51"/>
                </a:cxn>
                <a:cxn ang="0">
                  <a:pos x="1" y="68"/>
                </a:cxn>
                <a:cxn ang="0">
                  <a:pos x="1" y="68"/>
                </a:cxn>
                <a:cxn ang="0">
                  <a:pos x="0" y="71"/>
                </a:cxn>
                <a:cxn ang="0">
                  <a:pos x="0" y="74"/>
                </a:cxn>
                <a:cxn ang="0">
                  <a:pos x="2" y="76"/>
                </a:cxn>
                <a:cxn ang="0">
                  <a:pos x="8" y="78"/>
                </a:cxn>
                <a:cxn ang="0">
                  <a:pos x="9" y="76"/>
                </a:cxn>
                <a:cxn ang="0">
                  <a:pos x="10" y="74"/>
                </a:cxn>
                <a:cxn ang="0">
                  <a:pos x="10" y="74"/>
                </a:cxn>
                <a:cxn ang="0">
                  <a:pos x="19" y="58"/>
                </a:cxn>
                <a:cxn ang="0">
                  <a:pos x="30" y="42"/>
                </a:cxn>
                <a:cxn ang="0">
                  <a:pos x="39" y="25"/>
                </a:cxn>
                <a:cxn ang="0">
                  <a:pos x="48" y="10"/>
                </a:cxn>
                <a:cxn ang="0">
                  <a:pos x="48" y="10"/>
                </a:cxn>
                <a:cxn ang="0">
                  <a:pos x="49" y="7"/>
                </a:cxn>
                <a:cxn ang="0">
                  <a:pos x="49" y="4"/>
                </a:cxn>
                <a:cxn ang="0">
                  <a:pos x="45" y="2"/>
                </a:cxn>
                <a:cxn ang="0">
                  <a:pos x="42" y="0"/>
                </a:cxn>
                <a:cxn ang="0">
                  <a:pos x="40" y="2"/>
                </a:cxn>
                <a:cxn ang="0">
                  <a:pos x="39" y="4"/>
                </a:cxn>
                <a:cxn ang="0">
                  <a:pos x="39" y="4"/>
                </a:cxn>
              </a:cxnLst>
              <a:rect l="0" t="0" r="r" b="b"/>
              <a:pathLst>
                <a:path w="49" h="78">
                  <a:moveTo>
                    <a:pt x="39" y="4"/>
                  </a:moveTo>
                  <a:lnTo>
                    <a:pt x="39" y="4"/>
                  </a:lnTo>
                  <a:lnTo>
                    <a:pt x="30" y="20"/>
                  </a:lnTo>
                  <a:lnTo>
                    <a:pt x="19" y="36"/>
                  </a:lnTo>
                  <a:lnTo>
                    <a:pt x="10" y="51"/>
                  </a:lnTo>
                  <a:lnTo>
                    <a:pt x="1" y="68"/>
                  </a:lnTo>
                  <a:lnTo>
                    <a:pt x="1" y="68"/>
                  </a:lnTo>
                  <a:lnTo>
                    <a:pt x="0" y="71"/>
                  </a:lnTo>
                  <a:lnTo>
                    <a:pt x="0" y="74"/>
                  </a:lnTo>
                  <a:lnTo>
                    <a:pt x="2" y="76"/>
                  </a:lnTo>
                  <a:lnTo>
                    <a:pt x="8" y="78"/>
                  </a:lnTo>
                  <a:lnTo>
                    <a:pt x="9" y="76"/>
                  </a:lnTo>
                  <a:lnTo>
                    <a:pt x="10" y="74"/>
                  </a:lnTo>
                  <a:lnTo>
                    <a:pt x="10" y="74"/>
                  </a:lnTo>
                  <a:lnTo>
                    <a:pt x="19" y="58"/>
                  </a:lnTo>
                  <a:lnTo>
                    <a:pt x="30" y="42"/>
                  </a:lnTo>
                  <a:lnTo>
                    <a:pt x="39" y="25"/>
                  </a:lnTo>
                  <a:lnTo>
                    <a:pt x="48" y="10"/>
                  </a:lnTo>
                  <a:lnTo>
                    <a:pt x="48" y="10"/>
                  </a:lnTo>
                  <a:lnTo>
                    <a:pt x="49" y="7"/>
                  </a:lnTo>
                  <a:lnTo>
                    <a:pt x="49" y="4"/>
                  </a:lnTo>
                  <a:lnTo>
                    <a:pt x="45" y="2"/>
                  </a:lnTo>
                  <a:lnTo>
                    <a:pt x="42" y="0"/>
                  </a:lnTo>
                  <a:lnTo>
                    <a:pt x="40" y="2"/>
                  </a:lnTo>
                  <a:lnTo>
                    <a:pt x="39" y="4"/>
                  </a:lnTo>
                  <a:lnTo>
                    <a:pt x="39" y="4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56" name="Freeform 468"/>
            <p:cNvSpPr/>
            <p:nvPr>
              <p:custDataLst>
                <p:tags r:id="rId10"/>
              </p:custDataLst>
            </p:nvPr>
          </p:nvSpPr>
          <p:spPr bwMode="auto">
            <a:xfrm>
              <a:off x="3298826" y="1471613"/>
              <a:ext cx="15875" cy="23813"/>
            </a:xfrm>
            <a:custGeom>
              <a:avLst/>
              <a:gdLst/>
              <a:ahLst/>
              <a:cxnLst>
                <a:cxn ang="0">
                  <a:pos x="32" y="3"/>
                </a:cxn>
                <a:cxn ang="0">
                  <a:pos x="32" y="3"/>
                </a:cxn>
                <a:cxn ang="0">
                  <a:pos x="25" y="17"/>
                </a:cxn>
                <a:cxn ang="0">
                  <a:pos x="17" y="28"/>
                </a:cxn>
                <a:cxn ang="0">
                  <a:pos x="8" y="40"/>
                </a:cxn>
                <a:cxn ang="0">
                  <a:pos x="0" y="52"/>
                </a:cxn>
                <a:cxn ang="0">
                  <a:pos x="0" y="52"/>
                </a:cxn>
                <a:cxn ang="0">
                  <a:pos x="0" y="54"/>
                </a:cxn>
                <a:cxn ang="0">
                  <a:pos x="0" y="57"/>
                </a:cxn>
                <a:cxn ang="0">
                  <a:pos x="3" y="60"/>
                </a:cxn>
                <a:cxn ang="0">
                  <a:pos x="7" y="61"/>
                </a:cxn>
                <a:cxn ang="0">
                  <a:pos x="9" y="60"/>
                </a:cxn>
                <a:cxn ang="0">
                  <a:pos x="11" y="58"/>
                </a:cxn>
                <a:cxn ang="0">
                  <a:pos x="11" y="58"/>
                </a:cxn>
                <a:cxn ang="0">
                  <a:pos x="19" y="45"/>
                </a:cxn>
                <a:cxn ang="0">
                  <a:pos x="26" y="34"/>
                </a:cxn>
                <a:cxn ang="0">
                  <a:pos x="34" y="22"/>
                </a:cxn>
                <a:cxn ang="0">
                  <a:pos x="41" y="9"/>
                </a:cxn>
                <a:cxn ang="0">
                  <a:pos x="41" y="9"/>
                </a:cxn>
                <a:cxn ang="0">
                  <a:pos x="42" y="6"/>
                </a:cxn>
                <a:cxn ang="0">
                  <a:pos x="41" y="3"/>
                </a:cxn>
                <a:cxn ang="0">
                  <a:pos x="38" y="1"/>
                </a:cxn>
                <a:cxn ang="0">
                  <a:pos x="37" y="0"/>
                </a:cxn>
                <a:cxn ang="0">
                  <a:pos x="34" y="0"/>
                </a:cxn>
                <a:cxn ang="0">
                  <a:pos x="33" y="1"/>
                </a:cxn>
                <a:cxn ang="0">
                  <a:pos x="32" y="3"/>
                </a:cxn>
                <a:cxn ang="0">
                  <a:pos x="32" y="3"/>
                </a:cxn>
              </a:cxnLst>
              <a:rect l="0" t="0" r="r" b="b"/>
              <a:pathLst>
                <a:path w="42" h="61">
                  <a:moveTo>
                    <a:pt x="32" y="3"/>
                  </a:moveTo>
                  <a:lnTo>
                    <a:pt x="32" y="3"/>
                  </a:lnTo>
                  <a:lnTo>
                    <a:pt x="25" y="17"/>
                  </a:lnTo>
                  <a:lnTo>
                    <a:pt x="17" y="28"/>
                  </a:lnTo>
                  <a:lnTo>
                    <a:pt x="8" y="40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0" y="54"/>
                  </a:lnTo>
                  <a:lnTo>
                    <a:pt x="0" y="57"/>
                  </a:lnTo>
                  <a:lnTo>
                    <a:pt x="3" y="60"/>
                  </a:lnTo>
                  <a:lnTo>
                    <a:pt x="7" y="61"/>
                  </a:lnTo>
                  <a:lnTo>
                    <a:pt x="9" y="60"/>
                  </a:lnTo>
                  <a:lnTo>
                    <a:pt x="11" y="58"/>
                  </a:lnTo>
                  <a:lnTo>
                    <a:pt x="11" y="58"/>
                  </a:lnTo>
                  <a:lnTo>
                    <a:pt x="19" y="45"/>
                  </a:lnTo>
                  <a:lnTo>
                    <a:pt x="26" y="34"/>
                  </a:lnTo>
                  <a:lnTo>
                    <a:pt x="34" y="22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2" y="6"/>
                  </a:lnTo>
                  <a:lnTo>
                    <a:pt x="41" y="3"/>
                  </a:lnTo>
                  <a:lnTo>
                    <a:pt x="38" y="1"/>
                  </a:lnTo>
                  <a:lnTo>
                    <a:pt x="37" y="0"/>
                  </a:lnTo>
                  <a:lnTo>
                    <a:pt x="34" y="0"/>
                  </a:lnTo>
                  <a:lnTo>
                    <a:pt x="33" y="1"/>
                  </a:lnTo>
                  <a:lnTo>
                    <a:pt x="32" y="3"/>
                  </a:lnTo>
                  <a:lnTo>
                    <a:pt x="32" y="3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57" name="Freeform 469"/>
            <p:cNvSpPr/>
            <p:nvPr>
              <p:custDataLst>
                <p:tags r:id="rId11"/>
              </p:custDataLst>
            </p:nvPr>
          </p:nvSpPr>
          <p:spPr bwMode="auto">
            <a:xfrm>
              <a:off x="3333751" y="1468438"/>
              <a:ext cx="12700" cy="23813"/>
            </a:xfrm>
            <a:custGeom>
              <a:avLst/>
              <a:gdLst/>
              <a:ahLst/>
              <a:cxnLst>
                <a:cxn ang="0">
                  <a:pos x="22" y="5"/>
                </a:cxn>
                <a:cxn ang="0">
                  <a:pos x="22" y="5"/>
                </a:cxn>
                <a:cxn ang="0">
                  <a:pos x="21" y="10"/>
                </a:cxn>
                <a:cxn ang="0">
                  <a:pos x="17" y="16"/>
                </a:cxn>
                <a:cxn ang="0">
                  <a:pos x="14" y="21"/>
                </a:cxn>
                <a:cxn ang="0">
                  <a:pos x="12" y="26"/>
                </a:cxn>
                <a:cxn ang="0">
                  <a:pos x="12" y="26"/>
                </a:cxn>
                <a:cxn ang="0">
                  <a:pos x="8" y="39"/>
                </a:cxn>
                <a:cxn ang="0">
                  <a:pos x="5" y="46"/>
                </a:cxn>
                <a:cxn ang="0">
                  <a:pos x="1" y="51"/>
                </a:cxn>
                <a:cxn ang="0">
                  <a:pos x="1" y="51"/>
                </a:cxn>
                <a:cxn ang="0">
                  <a:pos x="0" y="52"/>
                </a:cxn>
                <a:cxn ang="0">
                  <a:pos x="0" y="55"/>
                </a:cxn>
                <a:cxn ang="0">
                  <a:pos x="1" y="59"/>
                </a:cxn>
                <a:cxn ang="0">
                  <a:pos x="5" y="60"/>
                </a:cxn>
                <a:cxn ang="0">
                  <a:pos x="8" y="60"/>
                </a:cxn>
                <a:cxn ang="0">
                  <a:pos x="9" y="59"/>
                </a:cxn>
                <a:cxn ang="0">
                  <a:pos x="9" y="59"/>
                </a:cxn>
                <a:cxn ang="0">
                  <a:pos x="13" y="54"/>
                </a:cxn>
                <a:cxn ang="0">
                  <a:pos x="17" y="48"/>
                </a:cxn>
                <a:cxn ang="0">
                  <a:pos x="21" y="35"/>
                </a:cxn>
                <a:cxn ang="0">
                  <a:pos x="21" y="35"/>
                </a:cxn>
                <a:cxn ang="0">
                  <a:pos x="23" y="27"/>
                </a:cxn>
                <a:cxn ang="0">
                  <a:pos x="27" y="21"/>
                </a:cxn>
                <a:cxn ang="0">
                  <a:pos x="31" y="13"/>
                </a:cxn>
                <a:cxn ang="0">
                  <a:pos x="34" y="5"/>
                </a:cxn>
                <a:cxn ang="0">
                  <a:pos x="34" y="5"/>
                </a:cxn>
                <a:cxn ang="0">
                  <a:pos x="34" y="3"/>
                </a:cxn>
                <a:cxn ang="0">
                  <a:pos x="33" y="1"/>
                </a:cxn>
                <a:cxn ang="0">
                  <a:pos x="31" y="0"/>
                </a:cxn>
                <a:cxn ang="0">
                  <a:pos x="29" y="0"/>
                </a:cxn>
                <a:cxn ang="0">
                  <a:pos x="25" y="1"/>
                </a:cxn>
                <a:cxn ang="0">
                  <a:pos x="23" y="3"/>
                </a:cxn>
                <a:cxn ang="0">
                  <a:pos x="22" y="5"/>
                </a:cxn>
                <a:cxn ang="0">
                  <a:pos x="22" y="5"/>
                </a:cxn>
              </a:cxnLst>
              <a:rect l="0" t="0" r="r" b="b"/>
              <a:pathLst>
                <a:path w="34" h="60">
                  <a:moveTo>
                    <a:pt x="22" y="5"/>
                  </a:moveTo>
                  <a:lnTo>
                    <a:pt x="22" y="5"/>
                  </a:lnTo>
                  <a:lnTo>
                    <a:pt x="21" y="10"/>
                  </a:lnTo>
                  <a:lnTo>
                    <a:pt x="17" y="16"/>
                  </a:lnTo>
                  <a:lnTo>
                    <a:pt x="14" y="21"/>
                  </a:lnTo>
                  <a:lnTo>
                    <a:pt x="12" y="26"/>
                  </a:lnTo>
                  <a:lnTo>
                    <a:pt x="12" y="26"/>
                  </a:lnTo>
                  <a:lnTo>
                    <a:pt x="8" y="39"/>
                  </a:lnTo>
                  <a:lnTo>
                    <a:pt x="5" y="46"/>
                  </a:lnTo>
                  <a:lnTo>
                    <a:pt x="1" y="51"/>
                  </a:lnTo>
                  <a:lnTo>
                    <a:pt x="1" y="51"/>
                  </a:lnTo>
                  <a:lnTo>
                    <a:pt x="0" y="52"/>
                  </a:lnTo>
                  <a:lnTo>
                    <a:pt x="0" y="55"/>
                  </a:lnTo>
                  <a:lnTo>
                    <a:pt x="1" y="59"/>
                  </a:lnTo>
                  <a:lnTo>
                    <a:pt x="5" y="60"/>
                  </a:lnTo>
                  <a:lnTo>
                    <a:pt x="8" y="60"/>
                  </a:lnTo>
                  <a:lnTo>
                    <a:pt x="9" y="59"/>
                  </a:lnTo>
                  <a:lnTo>
                    <a:pt x="9" y="59"/>
                  </a:lnTo>
                  <a:lnTo>
                    <a:pt x="13" y="54"/>
                  </a:lnTo>
                  <a:lnTo>
                    <a:pt x="17" y="48"/>
                  </a:lnTo>
                  <a:lnTo>
                    <a:pt x="21" y="35"/>
                  </a:lnTo>
                  <a:lnTo>
                    <a:pt x="21" y="35"/>
                  </a:lnTo>
                  <a:lnTo>
                    <a:pt x="23" y="27"/>
                  </a:lnTo>
                  <a:lnTo>
                    <a:pt x="27" y="21"/>
                  </a:lnTo>
                  <a:lnTo>
                    <a:pt x="31" y="13"/>
                  </a:lnTo>
                  <a:lnTo>
                    <a:pt x="34" y="5"/>
                  </a:lnTo>
                  <a:lnTo>
                    <a:pt x="34" y="5"/>
                  </a:lnTo>
                  <a:lnTo>
                    <a:pt x="34" y="3"/>
                  </a:lnTo>
                  <a:lnTo>
                    <a:pt x="33" y="1"/>
                  </a:lnTo>
                  <a:lnTo>
                    <a:pt x="31" y="0"/>
                  </a:lnTo>
                  <a:lnTo>
                    <a:pt x="29" y="0"/>
                  </a:lnTo>
                  <a:lnTo>
                    <a:pt x="25" y="1"/>
                  </a:lnTo>
                  <a:lnTo>
                    <a:pt x="23" y="3"/>
                  </a:lnTo>
                  <a:lnTo>
                    <a:pt x="22" y="5"/>
                  </a:lnTo>
                  <a:lnTo>
                    <a:pt x="22" y="5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58" name="Freeform 470"/>
            <p:cNvSpPr/>
            <p:nvPr>
              <p:custDataLst>
                <p:tags r:id="rId12"/>
              </p:custDataLst>
            </p:nvPr>
          </p:nvSpPr>
          <p:spPr bwMode="auto">
            <a:xfrm>
              <a:off x="3589338" y="1428750"/>
              <a:ext cx="19050" cy="22225"/>
            </a:xfrm>
            <a:custGeom>
              <a:avLst/>
              <a:gdLst/>
              <a:ahLst/>
              <a:cxnLst>
                <a:cxn ang="0">
                  <a:pos x="35" y="2"/>
                </a:cxn>
                <a:cxn ang="0">
                  <a:pos x="35" y="2"/>
                </a:cxn>
                <a:cxn ang="0">
                  <a:pos x="1" y="48"/>
                </a:cxn>
                <a:cxn ang="0">
                  <a:pos x="1" y="48"/>
                </a:cxn>
                <a:cxn ang="0">
                  <a:pos x="0" y="51"/>
                </a:cxn>
                <a:cxn ang="0">
                  <a:pos x="0" y="52"/>
                </a:cxn>
                <a:cxn ang="0">
                  <a:pos x="1" y="55"/>
                </a:cxn>
                <a:cxn ang="0">
                  <a:pos x="3" y="56"/>
                </a:cxn>
                <a:cxn ang="0">
                  <a:pos x="8" y="56"/>
                </a:cxn>
                <a:cxn ang="0">
                  <a:pos x="9" y="56"/>
                </a:cxn>
                <a:cxn ang="0">
                  <a:pos x="12" y="53"/>
                </a:cxn>
                <a:cxn ang="0">
                  <a:pos x="12" y="53"/>
                </a:cxn>
                <a:cxn ang="0">
                  <a:pos x="46" y="9"/>
                </a:cxn>
                <a:cxn ang="0">
                  <a:pos x="46" y="9"/>
                </a:cxn>
                <a:cxn ang="0">
                  <a:pos x="47" y="6"/>
                </a:cxn>
                <a:cxn ang="0">
                  <a:pos x="46" y="4"/>
                </a:cxn>
                <a:cxn ang="0">
                  <a:pos x="46" y="2"/>
                </a:cxn>
                <a:cxn ang="0">
                  <a:pos x="45" y="1"/>
                </a:cxn>
                <a:cxn ang="0">
                  <a:pos x="39" y="0"/>
                </a:cxn>
                <a:cxn ang="0">
                  <a:pos x="38" y="1"/>
                </a:cxn>
                <a:cxn ang="0">
                  <a:pos x="35" y="2"/>
                </a:cxn>
                <a:cxn ang="0">
                  <a:pos x="35" y="2"/>
                </a:cxn>
              </a:cxnLst>
              <a:rect l="0" t="0" r="r" b="b"/>
              <a:pathLst>
                <a:path w="47" h="56">
                  <a:moveTo>
                    <a:pt x="35" y="2"/>
                  </a:moveTo>
                  <a:lnTo>
                    <a:pt x="35" y="2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0" y="51"/>
                  </a:lnTo>
                  <a:lnTo>
                    <a:pt x="0" y="52"/>
                  </a:lnTo>
                  <a:lnTo>
                    <a:pt x="1" y="55"/>
                  </a:lnTo>
                  <a:lnTo>
                    <a:pt x="3" y="56"/>
                  </a:lnTo>
                  <a:lnTo>
                    <a:pt x="8" y="56"/>
                  </a:lnTo>
                  <a:lnTo>
                    <a:pt x="9" y="56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46" y="9"/>
                  </a:lnTo>
                  <a:lnTo>
                    <a:pt x="46" y="9"/>
                  </a:lnTo>
                  <a:lnTo>
                    <a:pt x="47" y="6"/>
                  </a:lnTo>
                  <a:lnTo>
                    <a:pt x="46" y="4"/>
                  </a:lnTo>
                  <a:lnTo>
                    <a:pt x="46" y="2"/>
                  </a:lnTo>
                  <a:lnTo>
                    <a:pt x="45" y="1"/>
                  </a:lnTo>
                  <a:lnTo>
                    <a:pt x="39" y="0"/>
                  </a:lnTo>
                  <a:lnTo>
                    <a:pt x="38" y="1"/>
                  </a:lnTo>
                  <a:lnTo>
                    <a:pt x="35" y="2"/>
                  </a:lnTo>
                  <a:lnTo>
                    <a:pt x="35" y="2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59" name="Freeform 471"/>
            <p:cNvSpPr/>
            <p:nvPr>
              <p:custDataLst>
                <p:tags r:id="rId13"/>
              </p:custDataLst>
            </p:nvPr>
          </p:nvSpPr>
          <p:spPr bwMode="auto">
            <a:xfrm>
              <a:off x="3606801" y="1447800"/>
              <a:ext cx="22225" cy="30163"/>
            </a:xfrm>
            <a:custGeom>
              <a:avLst/>
              <a:gdLst/>
              <a:ahLst/>
              <a:cxnLst>
                <a:cxn ang="0">
                  <a:pos x="47" y="2"/>
                </a:cxn>
                <a:cxn ang="0">
                  <a:pos x="47" y="2"/>
                </a:cxn>
                <a:cxn ang="0">
                  <a:pos x="33" y="17"/>
                </a:cxn>
                <a:cxn ang="0">
                  <a:pos x="21" y="33"/>
                </a:cxn>
                <a:cxn ang="0">
                  <a:pos x="11" y="50"/>
                </a:cxn>
                <a:cxn ang="0">
                  <a:pos x="0" y="68"/>
                </a:cxn>
                <a:cxn ang="0">
                  <a:pos x="0" y="68"/>
                </a:cxn>
                <a:cxn ang="0">
                  <a:pos x="0" y="70"/>
                </a:cxn>
                <a:cxn ang="0">
                  <a:pos x="0" y="72"/>
                </a:cxn>
                <a:cxn ang="0">
                  <a:pos x="3" y="76"/>
                </a:cxn>
                <a:cxn ang="0">
                  <a:pos x="7" y="76"/>
                </a:cxn>
                <a:cxn ang="0">
                  <a:pos x="8" y="75"/>
                </a:cxn>
                <a:cxn ang="0">
                  <a:pos x="11" y="74"/>
                </a:cxn>
                <a:cxn ang="0">
                  <a:pos x="11" y="74"/>
                </a:cxn>
                <a:cxn ang="0">
                  <a:pos x="20" y="57"/>
                </a:cxn>
                <a:cxn ang="0">
                  <a:pos x="30" y="40"/>
                </a:cxn>
                <a:cxn ang="0">
                  <a:pos x="42" y="25"/>
                </a:cxn>
                <a:cxn ang="0">
                  <a:pos x="55" y="10"/>
                </a:cxn>
                <a:cxn ang="0">
                  <a:pos x="55" y="10"/>
                </a:cxn>
                <a:cxn ang="0">
                  <a:pos x="57" y="8"/>
                </a:cxn>
                <a:cxn ang="0">
                  <a:pos x="57" y="6"/>
                </a:cxn>
                <a:cxn ang="0">
                  <a:pos x="55" y="2"/>
                </a:cxn>
                <a:cxn ang="0">
                  <a:pos x="51" y="0"/>
                </a:cxn>
                <a:cxn ang="0">
                  <a:pos x="49" y="0"/>
                </a:cxn>
                <a:cxn ang="0">
                  <a:pos x="47" y="2"/>
                </a:cxn>
                <a:cxn ang="0">
                  <a:pos x="47" y="2"/>
                </a:cxn>
              </a:cxnLst>
              <a:rect l="0" t="0" r="r" b="b"/>
              <a:pathLst>
                <a:path w="57" h="76">
                  <a:moveTo>
                    <a:pt x="47" y="2"/>
                  </a:moveTo>
                  <a:lnTo>
                    <a:pt x="47" y="2"/>
                  </a:lnTo>
                  <a:lnTo>
                    <a:pt x="33" y="17"/>
                  </a:lnTo>
                  <a:lnTo>
                    <a:pt x="21" y="33"/>
                  </a:lnTo>
                  <a:lnTo>
                    <a:pt x="11" y="50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0" y="70"/>
                  </a:lnTo>
                  <a:lnTo>
                    <a:pt x="0" y="72"/>
                  </a:lnTo>
                  <a:lnTo>
                    <a:pt x="3" y="76"/>
                  </a:lnTo>
                  <a:lnTo>
                    <a:pt x="7" y="76"/>
                  </a:lnTo>
                  <a:lnTo>
                    <a:pt x="8" y="75"/>
                  </a:lnTo>
                  <a:lnTo>
                    <a:pt x="11" y="74"/>
                  </a:lnTo>
                  <a:lnTo>
                    <a:pt x="11" y="74"/>
                  </a:lnTo>
                  <a:lnTo>
                    <a:pt x="20" y="57"/>
                  </a:lnTo>
                  <a:lnTo>
                    <a:pt x="30" y="40"/>
                  </a:lnTo>
                  <a:lnTo>
                    <a:pt x="42" y="25"/>
                  </a:lnTo>
                  <a:lnTo>
                    <a:pt x="55" y="10"/>
                  </a:lnTo>
                  <a:lnTo>
                    <a:pt x="55" y="10"/>
                  </a:lnTo>
                  <a:lnTo>
                    <a:pt x="57" y="8"/>
                  </a:lnTo>
                  <a:lnTo>
                    <a:pt x="57" y="6"/>
                  </a:lnTo>
                  <a:lnTo>
                    <a:pt x="55" y="2"/>
                  </a:lnTo>
                  <a:lnTo>
                    <a:pt x="51" y="0"/>
                  </a:lnTo>
                  <a:lnTo>
                    <a:pt x="49" y="0"/>
                  </a:lnTo>
                  <a:lnTo>
                    <a:pt x="47" y="2"/>
                  </a:lnTo>
                  <a:lnTo>
                    <a:pt x="47" y="2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60" name="Freeform 472"/>
            <p:cNvSpPr/>
            <p:nvPr>
              <p:custDataLst>
                <p:tags r:id="rId14"/>
              </p:custDataLst>
            </p:nvPr>
          </p:nvSpPr>
          <p:spPr bwMode="auto">
            <a:xfrm>
              <a:off x="3629026" y="1465263"/>
              <a:ext cx="23813" cy="31750"/>
            </a:xfrm>
            <a:custGeom>
              <a:avLst/>
              <a:gdLst/>
              <a:ahLst/>
              <a:cxnLst>
                <a:cxn ang="0">
                  <a:pos x="47" y="3"/>
                </a:cxn>
                <a:cxn ang="0">
                  <a:pos x="47" y="3"/>
                </a:cxn>
                <a:cxn ang="0">
                  <a:pos x="22" y="37"/>
                </a:cxn>
                <a:cxn ang="0">
                  <a:pos x="11" y="54"/>
                </a:cxn>
                <a:cxn ang="0">
                  <a:pos x="1" y="71"/>
                </a:cxn>
                <a:cxn ang="0">
                  <a:pos x="1" y="71"/>
                </a:cxn>
                <a:cxn ang="0">
                  <a:pos x="0" y="73"/>
                </a:cxn>
                <a:cxn ang="0">
                  <a:pos x="0" y="76"/>
                </a:cxn>
                <a:cxn ang="0">
                  <a:pos x="3" y="79"/>
                </a:cxn>
                <a:cxn ang="0">
                  <a:pos x="7" y="80"/>
                </a:cxn>
                <a:cxn ang="0">
                  <a:pos x="9" y="79"/>
                </a:cxn>
                <a:cxn ang="0">
                  <a:pos x="10" y="77"/>
                </a:cxn>
                <a:cxn ang="0">
                  <a:pos x="10" y="77"/>
                </a:cxn>
                <a:cxn ang="0">
                  <a:pos x="20" y="59"/>
                </a:cxn>
                <a:cxn ang="0">
                  <a:pos x="32" y="42"/>
                </a:cxn>
                <a:cxn ang="0">
                  <a:pos x="56" y="8"/>
                </a:cxn>
                <a:cxn ang="0">
                  <a:pos x="56" y="8"/>
                </a:cxn>
                <a:cxn ang="0">
                  <a:pos x="57" y="7"/>
                </a:cxn>
                <a:cxn ang="0">
                  <a:pos x="57" y="4"/>
                </a:cxn>
                <a:cxn ang="0">
                  <a:pos x="56" y="3"/>
                </a:cxn>
                <a:cxn ang="0">
                  <a:pos x="54" y="1"/>
                </a:cxn>
                <a:cxn ang="0">
                  <a:pos x="51" y="0"/>
                </a:cxn>
                <a:cxn ang="0">
                  <a:pos x="48" y="1"/>
                </a:cxn>
                <a:cxn ang="0">
                  <a:pos x="47" y="3"/>
                </a:cxn>
                <a:cxn ang="0">
                  <a:pos x="47" y="3"/>
                </a:cxn>
              </a:cxnLst>
              <a:rect l="0" t="0" r="r" b="b"/>
              <a:pathLst>
                <a:path w="57" h="80">
                  <a:moveTo>
                    <a:pt x="47" y="3"/>
                  </a:moveTo>
                  <a:lnTo>
                    <a:pt x="47" y="3"/>
                  </a:lnTo>
                  <a:lnTo>
                    <a:pt x="22" y="37"/>
                  </a:lnTo>
                  <a:lnTo>
                    <a:pt x="11" y="54"/>
                  </a:lnTo>
                  <a:lnTo>
                    <a:pt x="1" y="71"/>
                  </a:lnTo>
                  <a:lnTo>
                    <a:pt x="1" y="71"/>
                  </a:lnTo>
                  <a:lnTo>
                    <a:pt x="0" y="73"/>
                  </a:lnTo>
                  <a:lnTo>
                    <a:pt x="0" y="76"/>
                  </a:lnTo>
                  <a:lnTo>
                    <a:pt x="3" y="79"/>
                  </a:lnTo>
                  <a:lnTo>
                    <a:pt x="7" y="80"/>
                  </a:lnTo>
                  <a:lnTo>
                    <a:pt x="9" y="79"/>
                  </a:lnTo>
                  <a:lnTo>
                    <a:pt x="10" y="77"/>
                  </a:lnTo>
                  <a:lnTo>
                    <a:pt x="10" y="77"/>
                  </a:lnTo>
                  <a:lnTo>
                    <a:pt x="20" y="59"/>
                  </a:lnTo>
                  <a:lnTo>
                    <a:pt x="32" y="42"/>
                  </a:lnTo>
                  <a:lnTo>
                    <a:pt x="56" y="8"/>
                  </a:lnTo>
                  <a:lnTo>
                    <a:pt x="56" y="8"/>
                  </a:lnTo>
                  <a:lnTo>
                    <a:pt x="57" y="7"/>
                  </a:lnTo>
                  <a:lnTo>
                    <a:pt x="57" y="4"/>
                  </a:lnTo>
                  <a:lnTo>
                    <a:pt x="56" y="3"/>
                  </a:lnTo>
                  <a:lnTo>
                    <a:pt x="54" y="1"/>
                  </a:lnTo>
                  <a:lnTo>
                    <a:pt x="51" y="0"/>
                  </a:lnTo>
                  <a:lnTo>
                    <a:pt x="48" y="1"/>
                  </a:lnTo>
                  <a:lnTo>
                    <a:pt x="47" y="3"/>
                  </a:lnTo>
                  <a:lnTo>
                    <a:pt x="47" y="3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61" name="Freeform 473"/>
            <p:cNvSpPr/>
            <p:nvPr>
              <p:custDataLst>
                <p:tags r:id="rId15"/>
              </p:custDataLst>
            </p:nvPr>
          </p:nvSpPr>
          <p:spPr bwMode="auto">
            <a:xfrm>
              <a:off x="3656013" y="1474788"/>
              <a:ext cx="20638" cy="28575"/>
            </a:xfrm>
            <a:custGeom>
              <a:avLst/>
              <a:gdLst/>
              <a:ahLst/>
              <a:cxnLst>
                <a:cxn ang="0">
                  <a:pos x="39" y="3"/>
                </a:cxn>
                <a:cxn ang="0">
                  <a:pos x="39" y="3"/>
                </a:cxn>
                <a:cxn ang="0">
                  <a:pos x="30" y="17"/>
                </a:cxn>
                <a:cxn ang="0">
                  <a:pos x="20" y="30"/>
                </a:cxn>
                <a:cxn ang="0">
                  <a:pos x="20" y="30"/>
                </a:cxn>
                <a:cxn ang="0">
                  <a:pos x="15" y="38"/>
                </a:cxn>
                <a:cxn ang="0">
                  <a:pos x="10" y="47"/>
                </a:cxn>
                <a:cxn ang="0">
                  <a:pos x="1" y="64"/>
                </a:cxn>
                <a:cxn ang="0">
                  <a:pos x="1" y="64"/>
                </a:cxn>
                <a:cxn ang="0">
                  <a:pos x="0" y="67"/>
                </a:cxn>
                <a:cxn ang="0">
                  <a:pos x="1" y="68"/>
                </a:cxn>
                <a:cxn ang="0">
                  <a:pos x="3" y="72"/>
                </a:cxn>
                <a:cxn ang="0">
                  <a:pos x="7" y="72"/>
                </a:cxn>
                <a:cxn ang="0">
                  <a:pos x="9" y="72"/>
                </a:cxn>
                <a:cxn ang="0">
                  <a:pos x="11" y="70"/>
                </a:cxn>
                <a:cxn ang="0">
                  <a:pos x="11" y="70"/>
                </a:cxn>
                <a:cxn ang="0">
                  <a:pos x="20" y="53"/>
                </a:cxn>
                <a:cxn ang="0">
                  <a:pos x="30" y="36"/>
                </a:cxn>
                <a:cxn ang="0">
                  <a:pos x="30" y="36"/>
                </a:cxn>
                <a:cxn ang="0">
                  <a:pos x="40" y="23"/>
                </a:cxn>
                <a:cxn ang="0">
                  <a:pos x="44" y="16"/>
                </a:cxn>
                <a:cxn ang="0">
                  <a:pos x="49" y="10"/>
                </a:cxn>
                <a:cxn ang="0">
                  <a:pos x="49" y="10"/>
                </a:cxn>
                <a:cxn ang="0">
                  <a:pos x="49" y="7"/>
                </a:cxn>
                <a:cxn ang="0">
                  <a:pos x="49" y="4"/>
                </a:cxn>
                <a:cxn ang="0">
                  <a:pos x="47" y="2"/>
                </a:cxn>
                <a:cxn ang="0">
                  <a:pos x="43" y="0"/>
                </a:cxn>
                <a:cxn ang="0">
                  <a:pos x="40" y="2"/>
                </a:cxn>
                <a:cxn ang="0">
                  <a:pos x="39" y="3"/>
                </a:cxn>
                <a:cxn ang="0">
                  <a:pos x="39" y="3"/>
                </a:cxn>
              </a:cxnLst>
              <a:rect l="0" t="0" r="r" b="b"/>
              <a:pathLst>
                <a:path w="49" h="72">
                  <a:moveTo>
                    <a:pt x="39" y="3"/>
                  </a:moveTo>
                  <a:lnTo>
                    <a:pt x="39" y="3"/>
                  </a:lnTo>
                  <a:lnTo>
                    <a:pt x="30" y="17"/>
                  </a:lnTo>
                  <a:lnTo>
                    <a:pt x="20" y="30"/>
                  </a:lnTo>
                  <a:lnTo>
                    <a:pt x="20" y="30"/>
                  </a:lnTo>
                  <a:lnTo>
                    <a:pt x="15" y="38"/>
                  </a:lnTo>
                  <a:lnTo>
                    <a:pt x="10" y="47"/>
                  </a:lnTo>
                  <a:lnTo>
                    <a:pt x="1" y="64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1" y="68"/>
                  </a:lnTo>
                  <a:lnTo>
                    <a:pt x="3" y="72"/>
                  </a:lnTo>
                  <a:lnTo>
                    <a:pt x="7" y="72"/>
                  </a:lnTo>
                  <a:lnTo>
                    <a:pt x="9" y="72"/>
                  </a:lnTo>
                  <a:lnTo>
                    <a:pt x="11" y="70"/>
                  </a:lnTo>
                  <a:lnTo>
                    <a:pt x="11" y="70"/>
                  </a:lnTo>
                  <a:lnTo>
                    <a:pt x="20" y="53"/>
                  </a:lnTo>
                  <a:lnTo>
                    <a:pt x="30" y="36"/>
                  </a:lnTo>
                  <a:lnTo>
                    <a:pt x="30" y="36"/>
                  </a:lnTo>
                  <a:lnTo>
                    <a:pt x="40" y="23"/>
                  </a:lnTo>
                  <a:lnTo>
                    <a:pt x="44" y="16"/>
                  </a:lnTo>
                  <a:lnTo>
                    <a:pt x="49" y="10"/>
                  </a:lnTo>
                  <a:lnTo>
                    <a:pt x="49" y="10"/>
                  </a:lnTo>
                  <a:lnTo>
                    <a:pt x="49" y="7"/>
                  </a:lnTo>
                  <a:lnTo>
                    <a:pt x="49" y="4"/>
                  </a:lnTo>
                  <a:lnTo>
                    <a:pt x="47" y="2"/>
                  </a:lnTo>
                  <a:lnTo>
                    <a:pt x="43" y="0"/>
                  </a:lnTo>
                  <a:lnTo>
                    <a:pt x="40" y="2"/>
                  </a:lnTo>
                  <a:lnTo>
                    <a:pt x="39" y="3"/>
                  </a:lnTo>
                  <a:lnTo>
                    <a:pt x="39" y="3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62" name="Freeform 474"/>
            <p:cNvSpPr/>
            <p:nvPr>
              <p:custDataLst>
                <p:tags r:id="rId16"/>
              </p:custDataLst>
            </p:nvPr>
          </p:nvSpPr>
          <p:spPr bwMode="auto">
            <a:xfrm>
              <a:off x="3692526" y="1479550"/>
              <a:ext cx="22225" cy="26988"/>
            </a:xfrm>
            <a:custGeom>
              <a:avLst/>
              <a:gdLst/>
              <a:ahLst/>
              <a:cxnLst>
                <a:cxn ang="0">
                  <a:pos x="48" y="1"/>
                </a:cxn>
                <a:cxn ang="0">
                  <a:pos x="48" y="1"/>
                </a:cxn>
                <a:cxn ang="0">
                  <a:pos x="42" y="9"/>
                </a:cxn>
                <a:cxn ang="0">
                  <a:pos x="38" y="16"/>
                </a:cxn>
                <a:cxn ang="0">
                  <a:pos x="33" y="24"/>
                </a:cxn>
                <a:cxn ang="0">
                  <a:pos x="26" y="30"/>
                </a:cxn>
                <a:cxn ang="0">
                  <a:pos x="26" y="30"/>
                </a:cxn>
                <a:cxn ang="0">
                  <a:pos x="13" y="45"/>
                </a:cxn>
                <a:cxn ang="0">
                  <a:pos x="1" y="60"/>
                </a:cxn>
                <a:cxn ang="0">
                  <a:pos x="1" y="60"/>
                </a:cxn>
                <a:cxn ang="0">
                  <a:pos x="0" y="63"/>
                </a:cxn>
                <a:cxn ang="0">
                  <a:pos x="0" y="64"/>
                </a:cxn>
                <a:cxn ang="0">
                  <a:pos x="1" y="66"/>
                </a:cxn>
                <a:cxn ang="0">
                  <a:pos x="3" y="67"/>
                </a:cxn>
                <a:cxn ang="0">
                  <a:pos x="7" y="68"/>
                </a:cxn>
                <a:cxn ang="0">
                  <a:pos x="9" y="68"/>
                </a:cxn>
                <a:cxn ang="0">
                  <a:pos x="11" y="66"/>
                </a:cxn>
                <a:cxn ang="0">
                  <a:pos x="11" y="66"/>
                </a:cxn>
                <a:cxn ang="0">
                  <a:pos x="24" y="51"/>
                </a:cxn>
                <a:cxn ang="0">
                  <a:pos x="37" y="37"/>
                </a:cxn>
                <a:cxn ang="0">
                  <a:pos x="37" y="37"/>
                </a:cxn>
                <a:cxn ang="0">
                  <a:pos x="42" y="30"/>
                </a:cxn>
                <a:cxn ang="0">
                  <a:pos x="47" y="24"/>
                </a:cxn>
                <a:cxn ang="0">
                  <a:pos x="51" y="16"/>
                </a:cxn>
                <a:cxn ang="0">
                  <a:pos x="56" y="9"/>
                </a:cxn>
                <a:cxn ang="0">
                  <a:pos x="56" y="9"/>
                </a:cxn>
                <a:cxn ang="0">
                  <a:pos x="58" y="8"/>
                </a:cxn>
                <a:cxn ang="0">
                  <a:pos x="58" y="5"/>
                </a:cxn>
                <a:cxn ang="0">
                  <a:pos x="55" y="1"/>
                </a:cxn>
                <a:cxn ang="0">
                  <a:pos x="52" y="0"/>
                </a:cxn>
                <a:cxn ang="0">
                  <a:pos x="50" y="0"/>
                </a:cxn>
                <a:cxn ang="0">
                  <a:pos x="48" y="1"/>
                </a:cxn>
                <a:cxn ang="0">
                  <a:pos x="48" y="1"/>
                </a:cxn>
              </a:cxnLst>
              <a:rect l="0" t="0" r="r" b="b"/>
              <a:pathLst>
                <a:path w="58" h="68">
                  <a:moveTo>
                    <a:pt x="48" y="1"/>
                  </a:moveTo>
                  <a:lnTo>
                    <a:pt x="48" y="1"/>
                  </a:lnTo>
                  <a:lnTo>
                    <a:pt x="42" y="9"/>
                  </a:lnTo>
                  <a:lnTo>
                    <a:pt x="38" y="16"/>
                  </a:lnTo>
                  <a:lnTo>
                    <a:pt x="33" y="24"/>
                  </a:lnTo>
                  <a:lnTo>
                    <a:pt x="26" y="30"/>
                  </a:lnTo>
                  <a:lnTo>
                    <a:pt x="26" y="30"/>
                  </a:lnTo>
                  <a:lnTo>
                    <a:pt x="13" y="45"/>
                  </a:lnTo>
                  <a:lnTo>
                    <a:pt x="1" y="60"/>
                  </a:lnTo>
                  <a:lnTo>
                    <a:pt x="1" y="60"/>
                  </a:lnTo>
                  <a:lnTo>
                    <a:pt x="0" y="63"/>
                  </a:lnTo>
                  <a:lnTo>
                    <a:pt x="0" y="64"/>
                  </a:lnTo>
                  <a:lnTo>
                    <a:pt x="1" y="66"/>
                  </a:lnTo>
                  <a:lnTo>
                    <a:pt x="3" y="67"/>
                  </a:lnTo>
                  <a:lnTo>
                    <a:pt x="7" y="68"/>
                  </a:lnTo>
                  <a:lnTo>
                    <a:pt x="9" y="68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24" y="51"/>
                  </a:lnTo>
                  <a:lnTo>
                    <a:pt x="37" y="37"/>
                  </a:lnTo>
                  <a:lnTo>
                    <a:pt x="37" y="37"/>
                  </a:lnTo>
                  <a:lnTo>
                    <a:pt x="42" y="30"/>
                  </a:lnTo>
                  <a:lnTo>
                    <a:pt x="47" y="24"/>
                  </a:lnTo>
                  <a:lnTo>
                    <a:pt x="51" y="16"/>
                  </a:lnTo>
                  <a:lnTo>
                    <a:pt x="56" y="9"/>
                  </a:lnTo>
                  <a:lnTo>
                    <a:pt x="56" y="9"/>
                  </a:lnTo>
                  <a:lnTo>
                    <a:pt x="58" y="8"/>
                  </a:lnTo>
                  <a:lnTo>
                    <a:pt x="58" y="5"/>
                  </a:lnTo>
                  <a:lnTo>
                    <a:pt x="55" y="1"/>
                  </a:lnTo>
                  <a:lnTo>
                    <a:pt x="52" y="0"/>
                  </a:lnTo>
                  <a:lnTo>
                    <a:pt x="50" y="0"/>
                  </a:lnTo>
                  <a:lnTo>
                    <a:pt x="48" y="1"/>
                  </a:lnTo>
                  <a:lnTo>
                    <a:pt x="48" y="1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63" name="Freeform 475"/>
            <p:cNvSpPr/>
            <p:nvPr>
              <p:custDataLst>
                <p:tags r:id="rId17"/>
              </p:custDataLst>
            </p:nvPr>
          </p:nvSpPr>
          <p:spPr bwMode="auto">
            <a:xfrm>
              <a:off x="3725863" y="1477963"/>
              <a:ext cx="17463" cy="25400"/>
            </a:xfrm>
            <a:custGeom>
              <a:avLst/>
              <a:gdLst/>
              <a:ahLst/>
              <a:cxnLst>
                <a:cxn ang="0">
                  <a:pos x="36" y="2"/>
                </a:cxn>
                <a:cxn ang="0">
                  <a:pos x="36" y="2"/>
                </a:cxn>
                <a:cxn ang="0">
                  <a:pos x="26" y="15"/>
                </a:cxn>
                <a:cxn ang="0">
                  <a:pos x="17" y="28"/>
                </a:cxn>
                <a:cxn ang="0">
                  <a:pos x="9" y="42"/>
                </a:cxn>
                <a:cxn ang="0">
                  <a:pos x="1" y="56"/>
                </a:cxn>
                <a:cxn ang="0">
                  <a:pos x="1" y="56"/>
                </a:cxn>
                <a:cxn ang="0">
                  <a:pos x="0" y="59"/>
                </a:cxn>
                <a:cxn ang="0">
                  <a:pos x="1" y="62"/>
                </a:cxn>
                <a:cxn ang="0">
                  <a:pos x="4" y="64"/>
                </a:cxn>
                <a:cxn ang="0">
                  <a:pos x="8" y="66"/>
                </a:cxn>
                <a:cxn ang="0">
                  <a:pos x="9" y="64"/>
                </a:cxn>
                <a:cxn ang="0">
                  <a:pos x="10" y="62"/>
                </a:cxn>
                <a:cxn ang="0">
                  <a:pos x="10" y="62"/>
                </a:cxn>
                <a:cxn ang="0">
                  <a:pos x="18" y="49"/>
                </a:cxn>
                <a:cxn ang="0">
                  <a:pos x="26" y="34"/>
                </a:cxn>
                <a:cxn ang="0">
                  <a:pos x="34" y="22"/>
                </a:cxn>
                <a:cxn ang="0">
                  <a:pos x="44" y="11"/>
                </a:cxn>
                <a:cxn ang="0">
                  <a:pos x="44" y="11"/>
                </a:cxn>
                <a:cxn ang="0">
                  <a:pos x="46" y="8"/>
                </a:cxn>
                <a:cxn ang="0">
                  <a:pos x="46" y="5"/>
                </a:cxn>
                <a:cxn ang="0">
                  <a:pos x="44" y="2"/>
                </a:cxn>
                <a:cxn ang="0">
                  <a:pos x="40" y="0"/>
                </a:cxn>
                <a:cxn ang="0">
                  <a:pos x="38" y="0"/>
                </a:cxn>
                <a:cxn ang="0">
                  <a:pos x="36" y="2"/>
                </a:cxn>
                <a:cxn ang="0">
                  <a:pos x="36" y="2"/>
                </a:cxn>
              </a:cxnLst>
              <a:rect l="0" t="0" r="r" b="b"/>
              <a:pathLst>
                <a:path w="46" h="66">
                  <a:moveTo>
                    <a:pt x="36" y="2"/>
                  </a:moveTo>
                  <a:lnTo>
                    <a:pt x="36" y="2"/>
                  </a:lnTo>
                  <a:lnTo>
                    <a:pt x="26" y="15"/>
                  </a:lnTo>
                  <a:lnTo>
                    <a:pt x="17" y="28"/>
                  </a:lnTo>
                  <a:lnTo>
                    <a:pt x="9" y="42"/>
                  </a:lnTo>
                  <a:lnTo>
                    <a:pt x="1" y="56"/>
                  </a:lnTo>
                  <a:lnTo>
                    <a:pt x="1" y="56"/>
                  </a:lnTo>
                  <a:lnTo>
                    <a:pt x="0" y="59"/>
                  </a:lnTo>
                  <a:lnTo>
                    <a:pt x="1" y="62"/>
                  </a:lnTo>
                  <a:lnTo>
                    <a:pt x="4" y="64"/>
                  </a:lnTo>
                  <a:lnTo>
                    <a:pt x="8" y="66"/>
                  </a:lnTo>
                  <a:lnTo>
                    <a:pt x="9" y="64"/>
                  </a:lnTo>
                  <a:lnTo>
                    <a:pt x="10" y="62"/>
                  </a:lnTo>
                  <a:lnTo>
                    <a:pt x="10" y="62"/>
                  </a:lnTo>
                  <a:lnTo>
                    <a:pt x="18" y="49"/>
                  </a:lnTo>
                  <a:lnTo>
                    <a:pt x="26" y="34"/>
                  </a:lnTo>
                  <a:lnTo>
                    <a:pt x="34" y="22"/>
                  </a:lnTo>
                  <a:lnTo>
                    <a:pt x="44" y="11"/>
                  </a:lnTo>
                  <a:lnTo>
                    <a:pt x="44" y="11"/>
                  </a:lnTo>
                  <a:lnTo>
                    <a:pt x="46" y="8"/>
                  </a:lnTo>
                  <a:lnTo>
                    <a:pt x="46" y="5"/>
                  </a:lnTo>
                  <a:lnTo>
                    <a:pt x="44" y="2"/>
                  </a:lnTo>
                  <a:lnTo>
                    <a:pt x="40" y="0"/>
                  </a:lnTo>
                  <a:lnTo>
                    <a:pt x="38" y="0"/>
                  </a:lnTo>
                  <a:lnTo>
                    <a:pt x="36" y="2"/>
                  </a:lnTo>
                  <a:lnTo>
                    <a:pt x="36" y="2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64" name="Freeform 476"/>
            <p:cNvSpPr/>
            <p:nvPr>
              <p:custDataLst>
                <p:tags r:id="rId18"/>
              </p:custDataLst>
            </p:nvPr>
          </p:nvSpPr>
          <p:spPr bwMode="auto">
            <a:xfrm>
              <a:off x="3767138" y="1474788"/>
              <a:ext cx="12700" cy="22225"/>
            </a:xfrm>
            <a:custGeom>
              <a:avLst/>
              <a:gdLst/>
              <a:ahLst/>
              <a:cxnLst>
                <a:cxn ang="0">
                  <a:pos x="24" y="3"/>
                </a:cxn>
                <a:cxn ang="0">
                  <a:pos x="24" y="3"/>
                </a:cxn>
                <a:cxn ang="0">
                  <a:pos x="13" y="27"/>
                </a:cxn>
                <a:cxn ang="0">
                  <a:pos x="8" y="38"/>
                </a:cxn>
                <a:cxn ang="0">
                  <a:pos x="0" y="49"/>
                </a:cxn>
                <a:cxn ang="0">
                  <a:pos x="0" y="49"/>
                </a:cxn>
                <a:cxn ang="0">
                  <a:pos x="0" y="51"/>
                </a:cxn>
                <a:cxn ang="0">
                  <a:pos x="0" y="54"/>
                </a:cxn>
                <a:cxn ang="0">
                  <a:pos x="1" y="55"/>
                </a:cxn>
                <a:cxn ang="0">
                  <a:pos x="3" y="57"/>
                </a:cxn>
                <a:cxn ang="0">
                  <a:pos x="7" y="58"/>
                </a:cxn>
                <a:cxn ang="0">
                  <a:pos x="9" y="57"/>
                </a:cxn>
                <a:cxn ang="0">
                  <a:pos x="11" y="55"/>
                </a:cxn>
                <a:cxn ang="0">
                  <a:pos x="11" y="55"/>
                </a:cxn>
                <a:cxn ang="0">
                  <a:pos x="17" y="44"/>
                </a:cxn>
                <a:cxn ang="0">
                  <a:pos x="24" y="33"/>
                </a:cxn>
                <a:cxn ang="0">
                  <a:pos x="33" y="10"/>
                </a:cxn>
                <a:cxn ang="0">
                  <a:pos x="33" y="10"/>
                </a:cxn>
                <a:cxn ang="0">
                  <a:pos x="34" y="7"/>
                </a:cxn>
                <a:cxn ang="0">
                  <a:pos x="34" y="4"/>
                </a:cxn>
                <a:cxn ang="0">
                  <a:pos x="32" y="2"/>
                </a:cxn>
                <a:cxn ang="0">
                  <a:pos x="29" y="0"/>
                </a:cxn>
                <a:cxn ang="0">
                  <a:pos x="28" y="0"/>
                </a:cxn>
                <a:cxn ang="0">
                  <a:pos x="25" y="2"/>
                </a:cxn>
                <a:cxn ang="0">
                  <a:pos x="24" y="3"/>
                </a:cxn>
                <a:cxn ang="0">
                  <a:pos x="24" y="3"/>
                </a:cxn>
              </a:cxnLst>
              <a:rect l="0" t="0" r="r" b="b"/>
              <a:pathLst>
                <a:path w="34" h="58">
                  <a:moveTo>
                    <a:pt x="24" y="3"/>
                  </a:moveTo>
                  <a:lnTo>
                    <a:pt x="24" y="3"/>
                  </a:lnTo>
                  <a:lnTo>
                    <a:pt x="13" y="27"/>
                  </a:lnTo>
                  <a:lnTo>
                    <a:pt x="8" y="38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0" y="51"/>
                  </a:lnTo>
                  <a:lnTo>
                    <a:pt x="0" y="54"/>
                  </a:lnTo>
                  <a:lnTo>
                    <a:pt x="1" y="55"/>
                  </a:lnTo>
                  <a:lnTo>
                    <a:pt x="3" y="57"/>
                  </a:lnTo>
                  <a:lnTo>
                    <a:pt x="7" y="58"/>
                  </a:lnTo>
                  <a:lnTo>
                    <a:pt x="9" y="57"/>
                  </a:lnTo>
                  <a:lnTo>
                    <a:pt x="11" y="55"/>
                  </a:lnTo>
                  <a:lnTo>
                    <a:pt x="11" y="55"/>
                  </a:lnTo>
                  <a:lnTo>
                    <a:pt x="17" y="44"/>
                  </a:lnTo>
                  <a:lnTo>
                    <a:pt x="24" y="33"/>
                  </a:lnTo>
                  <a:lnTo>
                    <a:pt x="33" y="10"/>
                  </a:lnTo>
                  <a:lnTo>
                    <a:pt x="33" y="10"/>
                  </a:lnTo>
                  <a:lnTo>
                    <a:pt x="34" y="7"/>
                  </a:lnTo>
                  <a:lnTo>
                    <a:pt x="34" y="4"/>
                  </a:lnTo>
                  <a:lnTo>
                    <a:pt x="32" y="2"/>
                  </a:lnTo>
                  <a:lnTo>
                    <a:pt x="29" y="0"/>
                  </a:lnTo>
                  <a:lnTo>
                    <a:pt x="28" y="0"/>
                  </a:lnTo>
                  <a:lnTo>
                    <a:pt x="25" y="2"/>
                  </a:lnTo>
                  <a:lnTo>
                    <a:pt x="24" y="3"/>
                  </a:lnTo>
                  <a:lnTo>
                    <a:pt x="24" y="3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65" name="Freeform 477"/>
            <p:cNvSpPr/>
            <p:nvPr>
              <p:custDataLst>
                <p:tags r:id="rId19"/>
              </p:custDataLst>
            </p:nvPr>
          </p:nvSpPr>
          <p:spPr bwMode="auto">
            <a:xfrm>
              <a:off x="3354388" y="1589088"/>
              <a:ext cx="44450" cy="55563"/>
            </a:xfrm>
            <a:custGeom>
              <a:avLst/>
              <a:gdLst/>
              <a:ahLst/>
              <a:cxnLst>
                <a:cxn ang="0">
                  <a:pos x="99" y="3"/>
                </a:cxn>
                <a:cxn ang="0">
                  <a:pos x="99" y="3"/>
                </a:cxn>
                <a:cxn ang="0">
                  <a:pos x="71" y="29"/>
                </a:cxn>
                <a:cxn ang="0">
                  <a:pos x="58" y="44"/>
                </a:cxn>
                <a:cxn ang="0">
                  <a:pos x="47" y="58"/>
                </a:cxn>
                <a:cxn ang="0">
                  <a:pos x="47" y="58"/>
                </a:cxn>
                <a:cxn ang="0">
                  <a:pos x="34" y="76"/>
                </a:cxn>
                <a:cxn ang="0">
                  <a:pos x="22" y="95"/>
                </a:cxn>
                <a:cxn ang="0">
                  <a:pos x="0" y="134"/>
                </a:cxn>
                <a:cxn ang="0">
                  <a:pos x="0" y="134"/>
                </a:cxn>
                <a:cxn ang="0">
                  <a:pos x="0" y="135"/>
                </a:cxn>
                <a:cxn ang="0">
                  <a:pos x="0" y="138"/>
                </a:cxn>
                <a:cxn ang="0">
                  <a:pos x="2" y="140"/>
                </a:cxn>
                <a:cxn ang="0">
                  <a:pos x="6" y="142"/>
                </a:cxn>
                <a:cxn ang="0">
                  <a:pos x="7" y="140"/>
                </a:cxn>
                <a:cxn ang="0">
                  <a:pos x="10" y="139"/>
                </a:cxn>
                <a:cxn ang="0">
                  <a:pos x="10" y="139"/>
                </a:cxn>
                <a:cxn ang="0">
                  <a:pos x="27" y="108"/>
                </a:cxn>
                <a:cxn ang="0">
                  <a:pos x="36" y="92"/>
                </a:cxn>
                <a:cxn ang="0">
                  <a:pos x="47" y="78"/>
                </a:cxn>
                <a:cxn ang="0">
                  <a:pos x="47" y="78"/>
                </a:cxn>
                <a:cxn ang="0">
                  <a:pos x="61" y="59"/>
                </a:cxn>
                <a:cxn ang="0">
                  <a:pos x="75" y="42"/>
                </a:cxn>
                <a:cxn ang="0">
                  <a:pos x="108" y="11"/>
                </a:cxn>
                <a:cxn ang="0">
                  <a:pos x="108" y="11"/>
                </a:cxn>
                <a:cxn ang="0">
                  <a:pos x="109" y="8"/>
                </a:cxn>
                <a:cxn ang="0">
                  <a:pos x="109" y="7"/>
                </a:cxn>
                <a:cxn ang="0">
                  <a:pos x="108" y="3"/>
                </a:cxn>
                <a:cxn ang="0">
                  <a:pos x="104" y="0"/>
                </a:cxn>
                <a:cxn ang="0">
                  <a:pos x="102" y="2"/>
                </a:cxn>
                <a:cxn ang="0">
                  <a:pos x="99" y="3"/>
                </a:cxn>
                <a:cxn ang="0">
                  <a:pos x="99" y="3"/>
                </a:cxn>
              </a:cxnLst>
              <a:rect l="0" t="0" r="r" b="b"/>
              <a:pathLst>
                <a:path w="109" h="142">
                  <a:moveTo>
                    <a:pt x="99" y="3"/>
                  </a:moveTo>
                  <a:lnTo>
                    <a:pt x="99" y="3"/>
                  </a:lnTo>
                  <a:lnTo>
                    <a:pt x="71" y="29"/>
                  </a:lnTo>
                  <a:lnTo>
                    <a:pt x="58" y="44"/>
                  </a:lnTo>
                  <a:lnTo>
                    <a:pt x="47" y="58"/>
                  </a:lnTo>
                  <a:lnTo>
                    <a:pt x="47" y="58"/>
                  </a:lnTo>
                  <a:lnTo>
                    <a:pt x="34" y="76"/>
                  </a:lnTo>
                  <a:lnTo>
                    <a:pt x="22" y="95"/>
                  </a:lnTo>
                  <a:lnTo>
                    <a:pt x="0" y="134"/>
                  </a:lnTo>
                  <a:lnTo>
                    <a:pt x="0" y="134"/>
                  </a:lnTo>
                  <a:lnTo>
                    <a:pt x="0" y="135"/>
                  </a:lnTo>
                  <a:lnTo>
                    <a:pt x="0" y="138"/>
                  </a:lnTo>
                  <a:lnTo>
                    <a:pt x="2" y="140"/>
                  </a:lnTo>
                  <a:lnTo>
                    <a:pt x="6" y="142"/>
                  </a:lnTo>
                  <a:lnTo>
                    <a:pt x="7" y="140"/>
                  </a:lnTo>
                  <a:lnTo>
                    <a:pt x="10" y="139"/>
                  </a:lnTo>
                  <a:lnTo>
                    <a:pt x="10" y="139"/>
                  </a:lnTo>
                  <a:lnTo>
                    <a:pt x="27" y="108"/>
                  </a:lnTo>
                  <a:lnTo>
                    <a:pt x="36" y="92"/>
                  </a:lnTo>
                  <a:lnTo>
                    <a:pt x="47" y="78"/>
                  </a:lnTo>
                  <a:lnTo>
                    <a:pt x="47" y="78"/>
                  </a:lnTo>
                  <a:lnTo>
                    <a:pt x="61" y="59"/>
                  </a:lnTo>
                  <a:lnTo>
                    <a:pt x="75" y="42"/>
                  </a:lnTo>
                  <a:lnTo>
                    <a:pt x="108" y="11"/>
                  </a:lnTo>
                  <a:lnTo>
                    <a:pt x="108" y="11"/>
                  </a:lnTo>
                  <a:lnTo>
                    <a:pt x="109" y="8"/>
                  </a:lnTo>
                  <a:lnTo>
                    <a:pt x="109" y="7"/>
                  </a:lnTo>
                  <a:lnTo>
                    <a:pt x="108" y="3"/>
                  </a:lnTo>
                  <a:lnTo>
                    <a:pt x="104" y="0"/>
                  </a:lnTo>
                  <a:lnTo>
                    <a:pt x="102" y="2"/>
                  </a:lnTo>
                  <a:lnTo>
                    <a:pt x="99" y="3"/>
                  </a:lnTo>
                  <a:lnTo>
                    <a:pt x="99" y="3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66" name="Freeform 478"/>
            <p:cNvSpPr/>
            <p:nvPr>
              <p:custDataLst>
                <p:tags r:id="rId20"/>
              </p:custDataLst>
            </p:nvPr>
          </p:nvSpPr>
          <p:spPr bwMode="auto">
            <a:xfrm>
              <a:off x="3382963" y="1584325"/>
              <a:ext cx="50800" cy="63500"/>
            </a:xfrm>
            <a:custGeom>
              <a:avLst/>
              <a:gdLst/>
              <a:ahLst/>
              <a:cxnLst>
                <a:cxn ang="0">
                  <a:pos x="120" y="3"/>
                </a:cxn>
                <a:cxn ang="0">
                  <a:pos x="120" y="3"/>
                </a:cxn>
                <a:cxn ang="0">
                  <a:pos x="88" y="43"/>
                </a:cxn>
                <a:cxn ang="0">
                  <a:pos x="58" y="82"/>
                </a:cxn>
                <a:cxn ang="0">
                  <a:pos x="58" y="82"/>
                </a:cxn>
                <a:cxn ang="0">
                  <a:pos x="44" y="101"/>
                </a:cxn>
                <a:cxn ang="0">
                  <a:pos x="29" y="119"/>
                </a:cxn>
                <a:cxn ang="0">
                  <a:pos x="15" y="136"/>
                </a:cxn>
                <a:cxn ang="0">
                  <a:pos x="0" y="154"/>
                </a:cxn>
                <a:cxn ang="0">
                  <a:pos x="0" y="154"/>
                </a:cxn>
                <a:cxn ang="0">
                  <a:pos x="0" y="157"/>
                </a:cxn>
                <a:cxn ang="0">
                  <a:pos x="0" y="160"/>
                </a:cxn>
                <a:cxn ang="0">
                  <a:pos x="2" y="161"/>
                </a:cxn>
                <a:cxn ang="0">
                  <a:pos x="3" y="162"/>
                </a:cxn>
                <a:cxn ang="0">
                  <a:pos x="7" y="163"/>
                </a:cxn>
                <a:cxn ang="0">
                  <a:pos x="10" y="162"/>
                </a:cxn>
                <a:cxn ang="0">
                  <a:pos x="11" y="161"/>
                </a:cxn>
                <a:cxn ang="0">
                  <a:pos x="11" y="161"/>
                </a:cxn>
                <a:cxn ang="0">
                  <a:pos x="24" y="144"/>
                </a:cxn>
                <a:cxn ang="0">
                  <a:pos x="37" y="128"/>
                </a:cxn>
                <a:cxn ang="0">
                  <a:pos x="50" y="112"/>
                </a:cxn>
                <a:cxn ang="0">
                  <a:pos x="63" y="97"/>
                </a:cxn>
                <a:cxn ang="0">
                  <a:pos x="63" y="97"/>
                </a:cxn>
                <a:cxn ang="0">
                  <a:pos x="79" y="73"/>
                </a:cxn>
                <a:cxn ang="0">
                  <a:pos x="96" y="52"/>
                </a:cxn>
                <a:cxn ang="0">
                  <a:pos x="129" y="8"/>
                </a:cxn>
                <a:cxn ang="0">
                  <a:pos x="129" y="8"/>
                </a:cxn>
                <a:cxn ang="0">
                  <a:pos x="130" y="7"/>
                </a:cxn>
                <a:cxn ang="0">
                  <a:pos x="130" y="4"/>
                </a:cxn>
                <a:cxn ang="0">
                  <a:pos x="129" y="3"/>
                </a:cxn>
                <a:cxn ang="0">
                  <a:pos x="127" y="1"/>
                </a:cxn>
                <a:cxn ang="0">
                  <a:pos x="123" y="0"/>
                </a:cxn>
                <a:cxn ang="0">
                  <a:pos x="121" y="1"/>
                </a:cxn>
                <a:cxn ang="0">
                  <a:pos x="120" y="3"/>
                </a:cxn>
                <a:cxn ang="0">
                  <a:pos x="120" y="3"/>
                </a:cxn>
              </a:cxnLst>
              <a:rect l="0" t="0" r="r" b="b"/>
              <a:pathLst>
                <a:path w="130" h="163">
                  <a:moveTo>
                    <a:pt x="120" y="3"/>
                  </a:moveTo>
                  <a:lnTo>
                    <a:pt x="120" y="3"/>
                  </a:lnTo>
                  <a:lnTo>
                    <a:pt x="88" y="43"/>
                  </a:lnTo>
                  <a:lnTo>
                    <a:pt x="58" y="82"/>
                  </a:lnTo>
                  <a:lnTo>
                    <a:pt x="58" y="82"/>
                  </a:lnTo>
                  <a:lnTo>
                    <a:pt x="44" y="101"/>
                  </a:lnTo>
                  <a:lnTo>
                    <a:pt x="29" y="119"/>
                  </a:lnTo>
                  <a:lnTo>
                    <a:pt x="15" y="136"/>
                  </a:lnTo>
                  <a:lnTo>
                    <a:pt x="0" y="154"/>
                  </a:lnTo>
                  <a:lnTo>
                    <a:pt x="0" y="154"/>
                  </a:lnTo>
                  <a:lnTo>
                    <a:pt x="0" y="157"/>
                  </a:lnTo>
                  <a:lnTo>
                    <a:pt x="0" y="160"/>
                  </a:lnTo>
                  <a:lnTo>
                    <a:pt x="2" y="161"/>
                  </a:lnTo>
                  <a:lnTo>
                    <a:pt x="3" y="162"/>
                  </a:lnTo>
                  <a:lnTo>
                    <a:pt x="7" y="163"/>
                  </a:lnTo>
                  <a:lnTo>
                    <a:pt x="10" y="162"/>
                  </a:lnTo>
                  <a:lnTo>
                    <a:pt x="11" y="161"/>
                  </a:lnTo>
                  <a:lnTo>
                    <a:pt x="11" y="161"/>
                  </a:lnTo>
                  <a:lnTo>
                    <a:pt x="24" y="144"/>
                  </a:lnTo>
                  <a:lnTo>
                    <a:pt x="37" y="128"/>
                  </a:lnTo>
                  <a:lnTo>
                    <a:pt x="50" y="112"/>
                  </a:lnTo>
                  <a:lnTo>
                    <a:pt x="63" y="97"/>
                  </a:lnTo>
                  <a:lnTo>
                    <a:pt x="63" y="97"/>
                  </a:lnTo>
                  <a:lnTo>
                    <a:pt x="79" y="73"/>
                  </a:lnTo>
                  <a:lnTo>
                    <a:pt x="96" y="52"/>
                  </a:lnTo>
                  <a:lnTo>
                    <a:pt x="129" y="8"/>
                  </a:lnTo>
                  <a:lnTo>
                    <a:pt x="129" y="8"/>
                  </a:lnTo>
                  <a:lnTo>
                    <a:pt x="130" y="7"/>
                  </a:lnTo>
                  <a:lnTo>
                    <a:pt x="130" y="4"/>
                  </a:lnTo>
                  <a:lnTo>
                    <a:pt x="129" y="3"/>
                  </a:lnTo>
                  <a:lnTo>
                    <a:pt x="127" y="1"/>
                  </a:lnTo>
                  <a:lnTo>
                    <a:pt x="123" y="0"/>
                  </a:lnTo>
                  <a:lnTo>
                    <a:pt x="121" y="1"/>
                  </a:lnTo>
                  <a:lnTo>
                    <a:pt x="120" y="3"/>
                  </a:lnTo>
                  <a:lnTo>
                    <a:pt x="120" y="3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67" name="Freeform 479"/>
            <p:cNvSpPr/>
            <p:nvPr>
              <p:custDataLst>
                <p:tags r:id="rId21"/>
              </p:custDataLst>
            </p:nvPr>
          </p:nvSpPr>
          <p:spPr bwMode="auto">
            <a:xfrm>
              <a:off x="3424238" y="1584325"/>
              <a:ext cx="50800" cy="61913"/>
            </a:xfrm>
            <a:custGeom>
              <a:avLst/>
              <a:gdLst/>
              <a:ahLst/>
              <a:cxnLst>
                <a:cxn ang="0">
                  <a:pos x="120" y="1"/>
                </a:cxn>
                <a:cxn ang="0">
                  <a:pos x="120" y="1"/>
                </a:cxn>
                <a:cxn ang="0">
                  <a:pos x="105" y="18"/>
                </a:cxn>
                <a:cxn ang="0">
                  <a:pos x="91" y="35"/>
                </a:cxn>
                <a:cxn ang="0">
                  <a:pos x="66" y="72"/>
                </a:cxn>
                <a:cxn ang="0">
                  <a:pos x="66" y="72"/>
                </a:cxn>
                <a:cxn ang="0">
                  <a:pos x="51" y="92"/>
                </a:cxn>
                <a:cxn ang="0">
                  <a:pos x="34" y="111"/>
                </a:cxn>
                <a:cxn ang="0">
                  <a:pos x="17" y="131"/>
                </a:cxn>
                <a:cxn ang="0">
                  <a:pos x="1" y="150"/>
                </a:cxn>
                <a:cxn ang="0">
                  <a:pos x="1" y="150"/>
                </a:cxn>
                <a:cxn ang="0">
                  <a:pos x="0" y="153"/>
                </a:cxn>
                <a:cxn ang="0">
                  <a:pos x="0" y="156"/>
                </a:cxn>
                <a:cxn ang="0">
                  <a:pos x="1" y="157"/>
                </a:cxn>
                <a:cxn ang="0">
                  <a:pos x="2" y="158"/>
                </a:cxn>
                <a:cxn ang="0">
                  <a:pos x="7" y="160"/>
                </a:cxn>
                <a:cxn ang="0">
                  <a:pos x="9" y="158"/>
                </a:cxn>
                <a:cxn ang="0">
                  <a:pos x="11" y="157"/>
                </a:cxn>
                <a:cxn ang="0">
                  <a:pos x="11" y="157"/>
                </a:cxn>
                <a:cxn ang="0">
                  <a:pos x="24" y="139"/>
                </a:cxn>
                <a:cxn ang="0">
                  <a:pos x="39" y="120"/>
                </a:cxn>
                <a:cxn ang="0">
                  <a:pos x="69" y="86"/>
                </a:cxn>
                <a:cxn ang="0">
                  <a:pos x="69" y="86"/>
                </a:cxn>
                <a:cxn ang="0">
                  <a:pos x="83" y="67"/>
                </a:cxn>
                <a:cxn ang="0">
                  <a:pos x="98" y="47"/>
                </a:cxn>
                <a:cxn ang="0">
                  <a:pos x="112" y="27"/>
                </a:cxn>
                <a:cxn ang="0">
                  <a:pos x="128" y="9"/>
                </a:cxn>
                <a:cxn ang="0">
                  <a:pos x="128" y="9"/>
                </a:cxn>
                <a:cxn ang="0">
                  <a:pos x="129" y="8"/>
                </a:cxn>
                <a:cxn ang="0">
                  <a:pos x="129" y="5"/>
                </a:cxn>
                <a:cxn ang="0">
                  <a:pos x="128" y="1"/>
                </a:cxn>
                <a:cxn ang="0">
                  <a:pos x="124" y="0"/>
                </a:cxn>
                <a:cxn ang="0">
                  <a:pos x="121" y="0"/>
                </a:cxn>
                <a:cxn ang="0">
                  <a:pos x="120" y="1"/>
                </a:cxn>
                <a:cxn ang="0">
                  <a:pos x="120" y="1"/>
                </a:cxn>
              </a:cxnLst>
              <a:rect l="0" t="0" r="r" b="b"/>
              <a:pathLst>
                <a:path w="129" h="160">
                  <a:moveTo>
                    <a:pt x="120" y="1"/>
                  </a:moveTo>
                  <a:lnTo>
                    <a:pt x="120" y="1"/>
                  </a:lnTo>
                  <a:lnTo>
                    <a:pt x="105" y="18"/>
                  </a:lnTo>
                  <a:lnTo>
                    <a:pt x="91" y="35"/>
                  </a:lnTo>
                  <a:lnTo>
                    <a:pt x="66" y="72"/>
                  </a:lnTo>
                  <a:lnTo>
                    <a:pt x="66" y="72"/>
                  </a:lnTo>
                  <a:lnTo>
                    <a:pt x="51" y="92"/>
                  </a:lnTo>
                  <a:lnTo>
                    <a:pt x="34" y="111"/>
                  </a:lnTo>
                  <a:lnTo>
                    <a:pt x="17" y="131"/>
                  </a:lnTo>
                  <a:lnTo>
                    <a:pt x="1" y="150"/>
                  </a:lnTo>
                  <a:lnTo>
                    <a:pt x="1" y="150"/>
                  </a:lnTo>
                  <a:lnTo>
                    <a:pt x="0" y="153"/>
                  </a:lnTo>
                  <a:lnTo>
                    <a:pt x="0" y="156"/>
                  </a:lnTo>
                  <a:lnTo>
                    <a:pt x="1" y="157"/>
                  </a:lnTo>
                  <a:lnTo>
                    <a:pt x="2" y="158"/>
                  </a:lnTo>
                  <a:lnTo>
                    <a:pt x="7" y="160"/>
                  </a:lnTo>
                  <a:lnTo>
                    <a:pt x="9" y="158"/>
                  </a:lnTo>
                  <a:lnTo>
                    <a:pt x="11" y="157"/>
                  </a:lnTo>
                  <a:lnTo>
                    <a:pt x="11" y="157"/>
                  </a:lnTo>
                  <a:lnTo>
                    <a:pt x="24" y="139"/>
                  </a:lnTo>
                  <a:lnTo>
                    <a:pt x="39" y="120"/>
                  </a:lnTo>
                  <a:lnTo>
                    <a:pt x="69" y="86"/>
                  </a:lnTo>
                  <a:lnTo>
                    <a:pt x="69" y="86"/>
                  </a:lnTo>
                  <a:lnTo>
                    <a:pt x="83" y="67"/>
                  </a:lnTo>
                  <a:lnTo>
                    <a:pt x="98" y="47"/>
                  </a:lnTo>
                  <a:lnTo>
                    <a:pt x="112" y="27"/>
                  </a:lnTo>
                  <a:lnTo>
                    <a:pt x="128" y="9"/>
                  </a:lnTo>
                  <a:lnTo>
                    <a:pt x="128" y="9"/>
                  </a:lnTo>
                  <a:lnTo>
                    <a:pt x="129" y="8"/>
                  </a:lnTo>
                  <a:lnTo>
                    <a:pt x="129" y="5"/>
                  </a:lnTo>
                  <a:lnTo>
                    <a:pt x="128" y="1"/>
                  </a:lnTo>
                  <a:lnTo>
                    <a:pt x="124" y="0"/>
                  </a:lnTo>
                  <a:lnTo>
                    <a:pt x="121" y="0"/>
                  </a:lnTo>
                  <a:lnTo>
                    <a:pt x="120" y="1"/>
                  </a:lnTo>
                  <a:lnTo>
                    <a:pt x="120" y="1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68" name="Freeform 480"/>
            <p:cNvSpPr/>
            <p:nvPr>
              <p:custDataLst>
                <p:tags r:id="rId22"/>
              </p:custDataLst>
            </p:nvPr>
          </p:nvSpPr>
          <p:spPr bwMode="auto">
            <a:xfrm>
              <a:off x="3465513" y="1581150"/>
              <a:ext cx="46038" cy="55563"/>
            </a:xfrm>
            <a:custGeom>
              <a:avLst/>
              <a:gdLst/>
              <a:ahLst/>
              <a:cxnLst>
                <a:cxn ang="0">
                  <a:pos x="104" y="1"/>
                </a:cxn>
                <a:cxn ang="0">
                  <a:pos x="104" y="1"/>
                </a:cxn>
                <a:cxn ang="0">
                  <a:pos x="93" y="13"/>
                </a:cxn>
                <a:cxn ang="0">
                  <a:pos x="82" y="26"/>
                </a:cxn>
                <a:cxn ang="0">
                  <a:pos x="63" y="54"/>
                </a:cxn>
                <a:cxn ang="0">
                  <a:pos x="63" y="54"/>
                </a:cxn>
                <a:cxn ang="0">
                  <a:pos x="32" y="93"/>
                </a:cxn>
                <a:cxn ang="0">
                  <a:pos x="1" y="131"/>
                </a:cxn>
                <a:cxn ang="0">
                  <a:pos x="1" y="131"/>
                </a:cxn>
                <a:cxn ang="0">
                  <a:pos x="0" y="134"/>
                </a:cxn>
                <a:cxn ang="0">
                  <a:pos x="0" y="136"/>
                </a:cxn>
                <a:cxn ang="0">
                  <a:pos x="2" y="140"/>
                </a:cxn>
                <a:cxn ang="0">
                  <a:pos x="4" y="140"/>
                </a:cxn>
                <a:cxn ang="0">
                  <a:pos x="5" y="141"/>
                </a:cxn>
                <a:cxn ang="0">
                  <a:pos x="8" y="141"/>
                </a:cxn>
                <a:cxn ang="0">
                  <a:pos x="9" y="139"/>
                </a:cxn>
                <a:cxn ang="0">
                  <a:pos x="9" y="139"/>
                </a:cxn>
                <a:cxn ang="0">
                  <a:pos x="32" y="110"/>
                </a:cxn>
                <a:cxn ang="0">
                  <a:pos x="56" y="81"/>
                </a:cxn>
                <a:cxn ang="0">
                  <a:pos x="56" y="81"/>
                </a:cxn>
                <a:cxn ang="0">
                  <a:pos x="82" y="45"/>
                </a:cxn>
                <a:cxn ang="0">
                  <a:pos x="97" y="26"/>
                </a:cxn>
                <a:cxn ang="0">
                  <a:pos x="104" y="17"/>
                </a:cxn>
                <a:cxn ang="0">
                  <a:pos x="112" y="9"/>
                </a:cxn>
                <a:cxn ang="0">
                  <a:pos x="112" y="9"/>
                </a:cxn>
                <a:cxn ang="0">
                  <a:pos x="114" y="8"/>
                </a:cxn>
                <a:cxn ang="0">
                  <a:pos x="114" y="5"/>
                </a:cxn>
                <a:cxn ang="0">
                  <a:pos x="114" y="4"/>
                </a:cxn>
                <a:cxn ang="0">
                  <a:pos x="112" y="3"/>
                </a:cxn>
                <a:cxn ang="0">
                  <a:pos x="108" y="0"/>
                </a:cxn>
                <a:cxn ang="0">
                  <a:pos x="106" y="0"/>
                </a:cxn>
                <a:cxn ang="0">
                  <a:pos x="104" y="1"/>
                </a:cxn>
                <a:cxn ang="0">
                  <a:pos x="104" y="1"/>
                </a:cxn>
              </a:cxnLst>
              <a:rect l="0" t="0" r="r" b="b"/>
              <a:pathLst>
                <a:path w="114" h="141">
                  <a:moveTo>
                    <a:pt x="104" y="1"/>
                  </a:moveTo>
                  <a:lnTo>
                    <a:pt x="104" y="1"/>
                  </a:lnTo>
                  <a:lnTo>
                    <a:pt x="93" y="13"/>
                  </a:lnTo>
                  <a:lnTo>
                    <a:pt x="82" y="26"/>
                  </a:lnTo>
                  <a:lnTo>
                    <a:pt x="63" y="54"/>
                  </a:lnTo>
                  <a:lnTo>
                    <a:pt x="63" y="54"/>
                  </a:lnTo>
                  <a:lnTo>
                    <a:pt x="32" y="93"/>
                  </a:lnTo>
                  <a:lnTo>
                    <a:pt x="1" y="131"/>
                  </a:lnTo>
                  <a:lnTo>
                    <a:pt x="1" y="131"/>
                  </a:lnTo>
                  <a:lnTo>
                    <a:pt x="0" y="134"/>
                  </a:lnTo>
                  <a:lnTo>
                    <a:pt x="0" y="136"/>
                  </a:lnTo>
                  <a:lnTo>
                    <a:pt x="2" y="140"/>
                  </a:lnTo>
                  <a:lnTo>
                    <a:pt x="4" y="140"/>
                  </a:lnTo>
                  <a:lnTo>
                    <a:pt x="5" y="141"/>
                  </a:lnTo>
                  <a:lnTo>
                    <a:pt x="8" y="141"/>
                  </a:lnTo>
                  <a:lnTo>
                    <a:pt x="9" y="139"/>
                  </a:lnTo>
                  <a:lnTo>
                    <a:pt x="9" y="139"/>
                  </a:lnTo>
                  <a:lnTo>
                    <a:pt x="32" y="110"/>
                  </a:lnTo>
                  <a:lnTo>
                    <a:pt x="56" y="81"/>
                  </a:lnTo>
                  <a:lnTo>
                    <a:pt x="56" y="81"/>
                  </a:lnTo>
                  <a:lnTo>
                    <a:pt x="82" y="45"/>
                  </a:lnTo>
                  <a:lnTo>
                    <a:pt x="97" y="26"/>
                  </a:lnTo>
                  <a:lnTo>
                    <a:pt x="104" y="17"/>
                  </a:lnTo>
                  <a:lnTo>
                    <a:pt x="112" y="9"/>
                  </a:lnTo>
                  <a:lnTo>
                    <a:pt x="112" y="9"/>
                  </a:lnTo>
                  <a:lnTo>
                    <a:pt x="114" y="8"/>
                  </a:lnTo>
                  <a:lnTo>
                    <a:pt x="114" y="5"/>
                  </a:lnTo>
                  <a:lnTo>
                    <a:pt x="114" y="4"/>
                  </a:lnTo>
                  <a:lnTo>
                    <a:pt x="112" y="3"/>
                  </a:lnTo>
                  <a:lnTo>
                    <a:pt x="108" y="0"/>
                  </a:lnTo>
                  <a:lnTo>
                    <a:pt x="106" y="0"/>
                  </a:lnTo>
                  <a:lnTo>
                    <a:pt x="104" y="1"/>
                  </a:lnTo>
                  <a:lnTo>
                    <a:pt x="104" y="1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69" name="Freeform 481"/>
            <p:cNvSpPr/>
            <p:nvPr>
              <p:custDataLst>
                <p:tags r:id="rId23"/>
              </p:custDataLst>
            </p:nvPr>
          </p:nvSpPr>
          <p:spPr bwMode="auto">
            <a:xfrm>
              <a:off x="3509963" y="1582738"/>
              <a:ext cx="38100" cy="63500"/>
            </a:xfrm>
            <a:custGeom>
              <a:avLst/>
              <a:gdLst/>
              <a:ahLst/>
              <a:cxnLst>
                <a:cxn ang="0">
                  <a:pos x="85" y="3"/>
                </a:cxn>
                <a:cxn ang="0">
                  <a:pos x="85" y="3"/>
                </a:cxn>
                <a:cxn ang="0">
                  <a:pos x="44" y="80"/>
                </a:cxn>
                <a:cxn ang="0">
                  <a:pos x="23" y="118"/>
                </a:cxn>
                <a:cxn ang="0">
                  <a:pos x="1" y="154"/>
                </a:cxn>
                <a:cxn ang="0">
                  <a:pos x="1" y="154"/>
                </a:cxn>
                <a:cxn ang="0">
                  <a:pos x="0" y="157"/>
                </a:cxn>
                <a:cxn ang="0">
                  <a:pos x="0" y="160"/>
                </a:cxn>
                <a:cxn ang="0">
                  <a:pos x="2" y="162"/>
                </a:cxn>
                <a:cxn ang="0">
                  <a:pos x="8" y="164"/>
                </a:cxn>
                <a:cxn ang="0">
                  <a:pos x="9" y="162"/>
                </a:cxn>
                <a:cxn ang="0">
                  <a:pos x="10" y="161"/>
                </a:cxn>
                <a:cxn ang="0">
                  <a:pos x="10" y="161"/>
                </a:cxn>
                <a:cxn ang="0">
                  <a:pos x="32" y="123"/>
                </a:cxn>
                <a:cxn ang="0">
                  <a:pos x="53" y="85"/>
                </a:cxn>
                <a:cxn ang="0">
                  <a:pos x="94" y="8"/>
                </a:cxn>
                <a:cxn ang="0">
                  <a:pos x="94" y="8"/>
                </a:cxn>
                <a:cxn ang="0">
                  <a:pos x="95" y="7"/>
                </a:cxn>
                <a:cxn ang="0">
                  <a:pos x="95" y="4"/>
                </a:cxn>
                <a:cxn ang="0">
                  <a:pos x="93" y="1"/>
                </a:cxn>
                <a:cxn ang="0">
                  <a:pos x="89" y="0"/>
                </a:cxn>
                <a:cxn ang="0">
                  <a:pos x="86" y="1"/>
                </a:cxn>
                <a:cxn ang="0">
                  <a:pos x="85" y="3"/>
                </a:cxn>
                <a:cxn ang="0">
                  <a:pos x="85" y="3"/>
                </a:cxn>
              </a:cxnLst>
              <a:rect l="0" t="0" r="r" b="b"/>
              <a:pathLst>
                <a:path w="95" h="164">
                  <a:moveTo>
                    <a:pt x="85" y="3"/>
                  </a:moveTo>
                  <a:lnTo>
                    <a:pt x="85" y="3"/>
                  </a:lnTo>
                  <a:lnTo>
                    <a:pt x="44" y="80"/>
                  </a:lnTo>
                  <a:lnTo>
                    <a:pt x="23" y="118"/>
                  </a:lnTo>
                  <a:lnTo>
                    <a:pt x="1" y="154"/>
                  </a:lnTo>
                  <a:lnTo>
                    <a:pt x="1" y="154"/>
                  </a:lnTo>
                  <a:lnTo>
                    <a:pt x="0" y="157"/>
                  </a:lnTo>
                  <a:lnTo>
                    <a:pt x="0" y="160"/>
                  </a:lnTo>
                  <a:lnTo>
                    <a:pt x="2" y="162"/>
                  </a:lnTo>
                  <a:lnTo>
                    <a:pt x="8" y="164"/>
                  </a:lnTo>
                  <a:lnTo>
                    <a:pt x="9" y="162"/>
                  </a:lnTo>
                  <a:lnTo>
                    <a:pt x="10" y="161"/>
                  </a:lnTo>
                  <a:lnTo>
                    <a:pt x="10" y="161"/>
                  </a:lnTo>
                  <a:lnTo>
                    <a:pt x="32" y="123"/>
                  </a:lnTo>
                  <a:lnTo>
                    <a:pt x="53" y="85"/>
                  </a:lnTo>
                  <a:lnTo>
                    <a:pt x="94" y="8"/>
                  </a:lnTo>
                  <a:lnTo>
                    <a:pt x="94" y="8"/>
                  </a:lnTo>
                  <a:lnTo>
                    <a:pt x="95" y="7"/>
                  </a:lnTo>
                  <a:lnTo>
                    <a:pt x="95" y="4"/>
                  </a:lnTo>
                  <a:lnTo>
                    <a:pt x="93" y="1"/>
                  </a:lnTo>
                  <a:lnTo>
                    <a:pt x="89" y="0"/>
                  </a:lnTo>
                  <a:lnTo>
                    <a:pt x="86" y="1"/>
                  </a:lnTo>
                  <a:lnTo>
                    <a:pt x="85" y="3"/>
                  </a:lnTo>
                  <a:lnTo>
                    <a:pt x="85" y="3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70" name="Freeform 482"/>
            <p:cNvSpPr/>
            <p:nvPr>
              <p:custDataLst>
                <p:tags r:id="rId24"/>
              </p:custDataLst>
            </p:nvPr>
          </p:nvSpPr>
          <p:spPr bwMode="auto">
            <a:xfrm>
              <a:off x="3546476" y="1597025"/>
              <a:ext cx="31750" cy="50800"/>
            </a:xfrm>
            <a:custGeom>
              <a:avLst/>
              <a:gdLst/>
              <a:ahLst/>
              <a:cxnLst>
                <a:cxn ang="0">
                  <a:pos x="71" y="1"/>
                </a:cxn>
                <a:cxn ang="0">
                  <a:pos x="71" y="1"/>
                </a:cxn>
                <a:cxn ang="0">
                  <a:pos x="50" y="30"/>
                </a:cxn>
                <a:cxn ang="0">
                  <a:pos x="33" y="59"/>
                </a:cxn>
                <a:cxn ang="0">
                  <a:pos x="16" y="89"/>
                </a:cxn>
                <a:cxn ang="0">
                  <a:pos x="2" y="120"/>
                </a:cxn>
                <a:cxn ang="0">
                  <a:pos x="2" y="120"/>
                </a:cxn>
                <a:cxn ang="0">
                  <a:pos x="0" y="123"/>
                </a:cxn>
                <a:cxn ang="0">
                  <a:pos x="2" y="126"/>
                </a:cxn>
                <a:cxn ang="0">
                  <a:pos x="4" y="128"/>
                </a:cxn>
                <a:cxn ang="0">
                  <a:pos x="5" y="129"/>
                </a:cxn>
                <a:cxn ang="0">
                  <a:pos x="8" y="129"/>
                </a:cxn>
                <a:cxn ang="0">
                  <a:pos x="9" y="128"/>
                </a:cxn>
                <a:cxn ang="0">
                  <a:pos x="11" y="127"/>
                </a:cxn>
                <a:cxn ang="0">
                  <a:pos x="11" y="127"/>
                </a:cxn>
                <a:cxn ang="0">
                  <a:pos x="25" y="95"/>
                </a:cxn>
                <a:cxn ang="0">
                  <a:pos x="41" y="67"/>
                </a:cxn>
                <a:cxn ang="0">
                  <a:pos x="59" y="38"/>
                </a:cxn>
                <a:cxn ang="0">
                  <a:pos x="79" y="9"/>
                </a:cxn>
                <a:cxn ang="0">
                  <a:pos x="79" y="9"/>
                </a:cxn>
                <a:cxn ang="0">
                  <a:pos x="80" y="8"/>
                </a:cxn>
                <a:cxn ang="0">
                  <a:pos x="80" y="5"/>
                </a:cxn>
                <a:cxn ang="0">
                  <a:pos x="77" y="1"/>
                </a:cxn>
                <a:cxn ang="0">
                  <a:pos x="76" y="0"/>
                </a:cxn>
                <a:cxn ang="0">
                  <a:pos x="75" y="0"/>
                </a:cxn>
                <a:cxn ang="0">
                  <a:pos x="72" y="0"/>
                </a:cxn>
                <a:cxn ang="0">
                  <a:pos x="71" y="1"/>
                </a:cxn>
                <a:cxn ang="0">
                  <a:pos x="71" y="1"/>
                </a:cxn>
              </a:cxnLst>
              <a:rect l="0" t="0" r="r" b="b"/>
              <a:pathLst>
                <a:path w="80" h="129">
                  <a:moveTo>
                    <a:pt x="71" y="1"/>
                  </a:moveTo>
                  <a:lnTo>
                    <a:pt x="71" y="1"/>
                  </a:lnTo>
                  <a:lnTo>
                    <a:pt x="50" y="30"/>
                  </a:lnTo>
                  <a:lnTo>
                    <a:pt x="33" y="59"/>
                  </a:lnTo>
                  <a:lnTo>
                    <a:pt x="16" y="89"/>
                  </a:lnTo>
                  <a:lnTo>
                    <a:pt x="2" y="120"/>
                  </a:lnTo>
                  <a:lnTo>
                    <a:pt x="2" y="120"/>
                  </a:lnTo>
                  <a:lnTo>
                    <a:pt x="0" y="123"/>
                  </a:lnTo>
                  <a:lnTo>
                    <a:pt x="2" y="126"/>
                  </a:lnTo>
                  <a:lnTo>
                    <a:pt x="4" y="128"/>
                  </a:lnTo>
                  <a:lnTo>
                    <a:pt x="5" y="129"/>
                  </a:lnTo>
                  <a:lnTo>
                    <a:pt x="8" y="129"/>
                  </a:lnTo>
                  <a:lnTo>
                    <a:pt x="9" y="128"/>
                  </a:lnTo>
                  <a:lnTo>
                    <a:pt x="11" y="127"/>
                  </a:lnTo>
                  <a:lnTo>
                    <a:pt x="11" y="127"/>
                  </a:lnTo>
                  <a:lnTo>
                    <a:pt x="25" y="95"/>
                  </a:lnTo>
                  <a:lnTo>
                    <a:pt x="41" y="67"/>
                  </a:lnTo>
                  <a:lnTo>
                    <a:pt x="59" y="38"/>
                  </a:lnTo>
                  <a:lnTo>
                    <a:pt x="79" y="9"/>
                  </a:lnTo>
                  <a:lnTo>
                    <a:pt x="79" y="9"/>
                  </a:lnTo>
                  <a:lnTo>
                    <a:pt x="80" y="8"/>
                  </a:lnTo>
                  <a:lnTo>
                    <a:pt x="80" y="5"/>
                  </a:lnTo>
                  <a:lnTo>
                    <a:pt x="77" y="1"/>
                  </a:lnTo>
                  <a:lnTo>
                    <a:pt x="76" y="0"/>
                  </a:lnTo>
                  <a:lnTo>
                    <a:pt x="75" y="0"/>
                  </a:lnTo>
                  <a:lnTo>
                    <a:pt x="72" y="0"/>
                  </a:lnTo>
                  <a:lnTo>
                    <a:pt x="71" y="1"/>
                  </a:lnTo>
                  <a:lnTo>
                    <a:pt x="71" y="1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71" name="Freeform 483"/>
            <p:cNvSpPr/>
            <p:nvPr>
              <p:custDataLst>
                <p:tags r:id="rId25"/>
              </p:custDataLst>
            </p:nvPr>
          </p:nvSpPr>
          <p:spPr bwMode="auto">
            <a:xfrm>
              <a:off x="3581401" y="1608138"/>
              <a:ext cx="15875" cy="39688"/>
            </a:xfrm>
            <a:custGeom>
              <a:avLst/>
              <a:gdLst/>
              <a:ahLst/>
              <a:cxnLst>
                <a:cxn ang="0">
                  <a:pos x="30" y="6"/>
                </a:cxn>
                <a:cxn ang="0">
                  <a:pos x="30" y="6"/>
                </a:cxn>
                <a:cxn ang="0">
                  <a:pos x="29" y="17"/>
                </a:cxn>
                <a:cxn ang="0">
                  <a:pos x="25" y="29"/>
                </a:cxn>
                <a:cxn ang="0">
                  <a:pos x="17" y="53"/>
                </a:cxn>
                <a:cxn ang="0">
                  <a:pos x="17" y="53"/>
                </a:cxn>
                <a:cxn ang="0">
                  <a:pos x="10" y="74"/>
                </a:cxn>
                <a:cxn ang="0">
                  <a:pos x="6" y="84"/>
                </a:cxn>
                <a:cxn ang="0">
                  <a:pos x="1" y="93"/>
                </a:cxn>
                <a:cxn ang="0">
                  <a:pos x="1" y="93"/>
                </a:cxn>
                <a:cxn ang="0">
                  <a:pos x="0" y="96"/>
                </a:cxn>
                <a:cxn ang="0">
                  <a:pos x="0" y="99"/>
                </a:cxn>
                <a:cxn ang="0">
                  <a:pos x="2" y="101"/>
                </a:cxn>
                <a:cxn ang="0">
                  <a:pos x="6" y="102"/>
                </a:cxn>
                <a:cxn ang="0">
                  <a:pos x="9" y="101"/>
                </a:cxn>
                <a:cxn ang="0">
                  <a:pos x="10" y="100"/>
                </a:cxn>
                <a:cxn ang="0">
                  <a:pos x="10" y="100"/>
                </a:cxn>
                <a:cxn ang="0">
                  <a:pos x="16" y="89"/>
                </a:cxn>
                <a:cxn ang="0">
                  <a:pos x="21" y="78"/>
                </a:cxn>
                <a:cxn ang="0">
                  <a:pos x="29" y="55"/>
                </a:cxn>
                <a:cxn ang="0">
                  <a:pos x="29" y="55"/>
                </a:cxn>
                <a:cxn ang="0">
                  <a:pos x="36" y="31"/>
                </a:cxn>
                <a:cxn ang="0">
                  <a:pos x="40" y="19"/>
                </a:cxn>
                <a:cxn ang="0">
                  <a:pos x="42" y="6"/>
                </a:cxn>
                <a:cxn ang="0">
                  <a:pos x="42" y="6"/>
                </a:cxn>
                <a:cxn ang="0">
                  <a:pos x="42" y="3"/>
                </a:cxn>
                <a:cxn ang="0">
                  <a:pos x="40" y="2"/>
                </a:cxn>
                <a:cxn ang="0">
                  <a:pos x="36" y="0"/>
                </a:cxn>
                <a:cxn ang="0">
                  <a:pos x="33" y="2"/>
                </a:cxn>
                <a:cxn ang="0">
                  <a:pos x="31" y="3"/>
                </a:cxn>
                <a:cxn ang="0">
                  <a:pos x="30" y="6"/>
                </a:cxn>
                <a:cxn ang="0">
                  <a:pos x="30" y="6"/>
                </a:cxn>
              </a:cxnLst>
              <a:rect l="0" t="0" r="r" b="b"/>
              <a:pathLst>
                <a:path w="42" h="102">
                  <a:moveTo>
                    <a:pt x="30" y="6"/>
                  </a:moveTo>
                  <a:lnTo>
                    <a:pt x="30" y="6"/>
                  </a:lnTo>
                  <a:lnTo>
                    <a:pt x="29" y="17"/>
                  </a:lnTo>
                  <a:lnTo>
                    <a:pt x="25" y="29"/>
                  </a:lnTo>
                  <a:lnTo>
                    <a:pt x="17" y="53"/>
                  </a:lnTo>
                  <a:lnTo>
                    <a:pt x="17" y="53"/>
                  </a:lnTo>
                  <a:lnTo>
                    <a:pt x="10" y="74"/>
                  </a:lnTo>
                  <a:lnTo>
                    <a:pt x="6" y="84"/>
                  </a:lnTo>
                  <a:lnTo>
                    <a:pt x="1" y="93"/>
                  </a:lnTo>
                  <a:lnTo>
                    <a:pt x="1" y="93"/>
                  </a:lnTo>
                  <a:lnTo>
                    <a:pt x="0" y="96"/>
                  </a:lnTo>
                  <a:lnTo>
                    <a:pt x="0" y="99"/>
                  </a:lnTo>
                  <a:lnTo>
                    <a:pt x="2" y="101"/>
                  </a:lnTo>
                  <a:lnTo>
                    <a:pt x="6" y="102"/>
                  </a:lnTo>
                  <a:lnTo>
                    <a:pt x="9" y="101"/>
                  </a:lnTo>
                  <a:lnTo>
                    <a:pt x="10" y="100"/>
                  </a:lnTo>
                  <a:lnTo>
                    <a:pt x="10" y="100"/>
                  </a:lnTo>
                  <a:lnTo>
                    <a:pt x="16" y="89"/>
                  </a:lnTo>
                  <a:lnTo>
                    <a:pt x="21" y="78"/>
                  </a:lnTo>
                  <a:lnTo>
                    <a:pt x="29" y="55"/>
                  </a:lnTo>
                  <a:lnTo>
                    <a:pt x="29" y="55"/>
                  </a:lnTo>
                  <a:lnTo>
                    <a:pt x="36" y="31"/>
                  </a:lnTo>
                  <a:lnTo>
                    <a:pt x="40" y="19"/>
                  </a:lnTo>
                  <a:lnTo>
                    <a:pt x="42" y="6"/>
                  </a:lnTo>
                  <a:lnTo>
                    <a:pt x="42" y="6"/>
                  </a:lnTo>
                  <a:lnTo>
                    <a:pt x="42" y="3"/>
                  </a:lnTo>
                  <a:lnTo>
                    <a:pt x="40" y="2"/>
                  </a:lnTo>
                  <a:lnTo>
                    <a:pt x="36" y="0"/>
                  </a:lnTo>
                  <a:lnTo>
                    <a:pt x="33" y="2"/>
                  </a:lnTo>
                  <a:lnTo>
                    <a:pt x="31" y="3"/>
                  </a:lnTo>
                  <a:lnTo>
                    <a:pt x="30" y="6"/>
                  </a:lnTo>
                  <a:lnTo>
                    <a:pt x="30" y="6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72" name="Freeform 484"/>
            <p:cNvSpPr/>
            <p:nvPr>
              <p:custDataLst>
                <p:tags r:id="rId26"/>
              </p:custDataLst>
            </p:nvPr>
          </p:nvSpPr>
          <p:spPr bwMode="auto">
            <a:xfrm>
              <a:off x="3214688" y="1146175"/>
              <a:ext cx="12700" cy="30163"/>
            </a:xfrm>
            <a:custGeom>
              <a:avLst/>
              <a:gdLst/>
              <a:ahLst/>
              <a:cxnLst>
                <a:cxn ang="0">
                  <a:pos x="24" y="4"/>
                </a:cxn>
                <a:cxn ang="0">
                  <a:pos x="24" y="4"/>
                </a:cxn>
                <a:cxn ang="0">
                  <a:pos x="11" y="37"/>
                </a:cxn>
                <a:cxn ang="0">
                  <a:pos x="4" y="53"/>
                </a:cxn>
                <a:cxn ang="0">
                  <a:pos x="0" y="70"/>
                </a:cxn>
                <a:cxn ang="0">
                  <a:pos x="0" y="70"/>
                </a:cxn>
                <a:cxn ang="0">
                  <a:pos x="0" y="72"/>
                </a:cxn>
                <a:cxn ang="0">
                  <a:pos x="1" y="73"/>
                </a:cxn>
                <a:cxn ang="0">
                  <a:pos x="5" y="76"/>
                </a:cxn>
                <a:cxn ang="0">
                  <a:pos x="7" y="76"/>
                </a:cxn>
                <a:cxn ang="0">
                  <a:pos x="9" y="76"/>
                </a:cxn>
                <a:cxn ang="0">
                  <a:pos x="11" y="75"/>
                </a:cxn>
                <a:cxn ang="0">
                  <a:pos x="11" y="72"/>
                </a:cxn>
                <a:cxn ang="0">
                  <a:pos x="11" y="72"/>
                </a:cxn>
                <a:cxn ang="0">
                  <a:pos x="16" y="55"/>
                </a:cxn>
                <a:cxn ang="0">
                  <a:pos x="21" y="39"/>
                </a:cxn>
                <a:cxn ang="0">
                  <a:pos x="34" y="7"/>
                </a:cxn>
                <a:cxn ang="0">
                  <a:pos x="34" y="7"/>
                </a:cxn>
                <a:cxn ang="0">
                  <a:pos x="34" y="5"/>
                </a:cxn>
                <a:cxn ang="0">
                  <a:pos x="34" y="3"/>
                </a:cxn>
                <a:cxn ang="0">
                  <a:pos x="33" y="2"/>
                </a:cxn>
                <a:cxn ang="0">
                  <a:pos x="30" y="0"/>
                </a:cxn>
                <a:cxn ang="0">
                  <a:pos x="26" y="2"/>
                </a:cxn>
                <a:cxn ang="0">
                  <a:pos x="25" y="3"/>
                </a:cxn>
                <a:cxn ang="0">
                  <a:pos x="24" y="4"/>
                </a:cxn>
                <a:cxn ang="0">
                  <a:pos x="24" y="4"/>
                </a:cxn>
              </a:cxnLst>
              <a:rect l="0" t="0" r="r" b="b"/>
              <a:pathLst>
                <a:path w="34" h="76">
                  <a:moveTo>
                    <a:pt x="24" y="4"/>
                  </a:moveTo>
                  <a:lnTo>
                    <a:pt x="24" y="4"/>
                  </a:lnTo>
                  <a:lnTo>
                    <a:pt x="11" y="37"/>
                  </a:lnTo>
                  <a:lnTo>
                    <a:pt x="4" y="53"/>
                  </a:lnTo>
                  <a:lnTo>
                    <a:pt x="0" y="70"/>
                  </a:lnTo>
                  <a:lnTo>
                    <a:pt x="0" y="70"/>
                  </a:lnTo>
                  <a:lnTo>
                    <a:pt x="0" y="72"/>
                  </a:lnTo>
                  <a:lnTo>
                    <a:pt x="1" y="73"/>
                  </a:lnTo>
                  <a:lnTo>
                    <a:pt x="5" y="76"/>
                  </a:lnTo>
                  <a:lnTo>
                    <a:pt x="7" y="76"/>
                  </a:lnTo>
                  <a:lnTo>
                    <a:pt x="9" y="76"/>
                  </a:lnTo>
                  <a:lnTo>
                    <a:pt x="11" y="75"/>
                  </a:lnTo>
                  <a:lnTo>
                    <a:pt x="11" y="72"/>
                  </a:lnTo>
                  <a:lnTo>
                    <a:pt x="11" y="72"/>
                  </a:lnTo>
                  <a:lnTo>
                    <a:pt x="16" y="55"/>
                  </a:lnTo>
                  <a:lnTo>
                    <a:pt x="21" y="39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4" y="5"/>
                  </a:lnTo>
                  <a:lnTo>
                    <a:pt x="34" y="3"/>
                  </a:lnTo>
                  <a:lnTo>
                    <a:pt x="33" y="2"/>
                  </a:lnTo>
                  <a:lnTo>
                    <a:pt x="30" y="0"/>
                  </a:lnTo>
                  <a:lnTo>
                    <a:pt x="26" y="2"/>
                  </a:lnTo>
                  <a:lnTo>
                    <a:pt x="25" y="3"/>
                  </a:lnTo>
                  <a:lnTo>
                    <a:pt x="24" y="4"/>
                  </a:lnTo>
                  <a:lnTo>
                    <a:pt x="24" y="4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73" name="Freeform 485"/>
            <p:cNvSpPr/>
            <p:nvPr>
              <p:custDataLst>
                <p:tags r:id="rId27"/>
              </p:custDataLst>
            </p:nvPr>
          </p:nvSpPr>
          <p:spPr bwMode="auto">
            <a:xfrm>
              <a:off x="3240088" y="1150938"/>
              <a:ext cx="20638" cy="28575"/>
            </a:xfrm>
            <a:custGeom>
              <a:avLst/>
              <a:gdLst/>
              <a:ahLst/>
              <a:cxnLst>
                <a:cxn ang="0">
                  <a:pos x="46" y="0"/>
                </a:cxn>
                <a:cxn ang="0">
                  <a:pos x="46" y="0"/>
                </a:cxn>
                <a:cxn ang="0">
                  <a:pos x="39" y="7"/>
                </a:cxn>
                <a:cxn ang="0">
                  <a:pos x="34" y="13"/>
                </a:cxn>
                <a:cxn ang="0">
                  <a:pos x="30" y="21"/>
                </a:cxn>
                <a:cxn ang="0">
                  <a:pos x="26" y="29"/>
                </a:cxn>
                <a:cxn ang="0">
                  <a:pos x="26" y="29"/>
                </a:cxn>
                <a:cxn ang="0">
                  <a:pos x="13" y="47"/>
                </a:cxn>
                <a:cxn ang="0">
                  <a:pos x="1" y="67"/>
                </a:cxn>
                <a:cxn ang="0">
                  <a:pos x="1" y="67"/>
                </a:cxn>
                <a:cxn ang="0">
                  <a:pos x="0" y="69"/>
                </a:cxn>
                <a:cxn ang="0">
                  <a:pos x="1" y="72"/>
                </a:cxn>
                <a:cxn ang="0">
                  <a:pos x="4" y="75"/>
                </a:cxn>
                <a:cxn ang="0">
                  <a:pos x="8" y="76"/>
                </a:cxn>
                <a:cxn ang="0">
                  <a:pos x="9" y="75"/>
                </a:cxn>
                <a:cxn ang="0">
                  <a:pos x="12" y="73"/>
                </a:cxn>
                <a:cxn ang="0">
                  <a:pos x="12" y="73"/>
                </a:cxn>
                <a:cxn ang="0">
                  <a:pos x="21" y="56"/>
                </a:cxn>
                <a:cxn ang="0">
                  <a:pos x="32" y="41"/>
                </a:cxn>
                <a:cxn ang="0">
                  <a:pos x="32" y="41"/>
                </a:cxn>
                <a:cxn ang="0">
                  <a:pos x="35" y="33"/>
                </a:cxn>
                <a:cxn ang="0">
                  <a:pos x="41" y="24"/>
                </a:cxn>
                <a:cxn ang="0">
                  <a:pos x="45" y="16"/>
                </a:cxn>
                <a:cxn ang="0">
                  <a:pos x="47" y="13"/>
                </a:cxn>
                <a:cxn ang="0">
                  <a:pos x="51" y="10"/>
                </a:cxn>
                <a:cxn ang="0">
                  <a:pos x="51" y="10"/>
                </a:cxn>
                <a:cxn ang="0">
                  <a:pos x="52" y="9"/>
                </a:cxn>
                <a:cxn ang="0">
                  <a:pos x="54" y="7"/>
                </a:cxn>
                <a:cxn ang="0">
                  <a:pos x="52" y="3"/>
                </a:cxn>
                <a:cxn ang="0">
                  <a:pos x="50" y="0"/>
                </a:cxn>
                <a:cxn ang="0">
                  <a:pos x="47" y="0"/>
                </a:cxn>
                <a:cxn ang="0">
                  <a:pos x="46" y="0"/>
                </a:cxn>
                <a:cxn ang="0">
                  <a:pos x="46" y="0"/>
                </a:cxn>
              </a:cxnLst>
              <a:rect l="0" t="0" r="r" b="b"/>
              <a:pathLst>
                <a:path w="54" h="76">
                  <a:moveTo>
                    <a:pt x="46" y="0"/>
                  </a:moveTo>
                  <a:lnTo>
                    <a:pt x="46" y="0"/>
                  </a:lnTo>
                  <a:lnTo>
                    <a:pt x="39" y="7"/>
                  </a:lnTo>
                  <a:lnTo>
                    <a:pt x="34" y="13"/>
                  </a:lnTo>
                  <a:lnTo>
                    <a:pt x="30" y="21"/>
                  </a:lnTo>
                  <a:lnTo>
                    <a:pt x="26" y="29"/>
                  </a:lnTo>
                  <a:lnTo>
                    <a:pt x="26" y="29"/>
                  </a:lnTo>
                  <a:lnTo>
                    <a:pt x="13" y="47"/>
                  </a:lnTo>
                  <a:lnTo>
                    <a:pt x="1" y="67"/>
                  </a:lnTo>
                  <a:lnTo>
                    <a:pt x="1" y="67"/>
                  </a:lnTo>
                  <a:lnTo>
                    <a:pt x="0" y="69"/>
                  </a:lnTo>
                  <a:lnTo>
                    <a:pt x="1" y="72"/>
                  </a:lnTo>
                  <a:lnTo>
                    <a:pt x="4" y="75"/>
                  </a:lnTo>
                  <a:lnTo>
                    <a:pt x="8" y="76"/>
                  </a:lnTo>
                  <a:lnTo>
                    <a:pt x="9" y="75"/>
                  </a:lnTo>
                  <a:lnTo>
                    <a:pt x="12" y="73"/>
                  </a:lnTo>
                  <a:lnTo>
                    <a:pt x="12" y="73"/>
                  </a:lnTo>
                  <a:lnTo>
                    <a:pt x="21" y="56"/>
                  </a:lnTo>
                  <a:lnTo>
                    <a:pt x="32" y="41"/>
                  </a:lnTo>
                  <a:lnTo>
                    <a:pt x="32" y="41"/>
                  </a:lnTo>
                  <a:lnTo>
                    <a:pt x="35" y="33"/>
                  </a:lnTo>
                  <a:lnTo>
                    <a:pt x="41" y="24"/>
                  </a:lnTo>
                  <a:lnTo>
                    <a:pt x="45" y="16"/>
                  </a:lnTo>
                  <a:lnTo>
                    <a:pt x="47" y="13"/>
                  </a:lnTo>
                  <a:lnTo>
                    <a:pt x="51" y="10"/>
                  </a:lnTo>
                  <a:lnTo>
                    <a:pt x="51" y="10"/>
                  </a:lnTo>
                  <a:lnTo>
                    <a:pt x="52" y="9"/>
                  </a:lnTo>
                  <a:lnTo>
                    <a:pt x="54" y="7"/>
                  </a:lnTo>
                  <a:lnTo>
                    <a:pt x="52" y="3"/>
                  </a:lnTo>
                  <a:lnTo>
                    <a:pt x="50" y="0"/>
                  </a:lnTo>
                  <a:lnTo>
                    <a:pt x="47" y="0"/>
                  </a:lnTo>
                  <a:lnTo>
                    <a:pt x="46" y="0"/>
                  </a:lnTo>
                  <a:lnTo>
                    <a:pt x="46" y="0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74" name="Freeform 486"/>
            <p:cNvSpPr/>
            <p:nvPr>
              <p:custDataLst>
                <p:tags r:id="rId28"/>
              </p:custDataLst>
            </p:nvPr>
          </p:nvSpPr>
          <p:spPr bwMode="auto">
            <a:xfrm>
              <a:off x="3273426" y="1149350"/>
              <a:ext cx="12700" cy="23813"/>
            </a:xfrm>
            <a:custGeom>
              <a:avLst/>
              <a:gdLst/>
              <a:ahLst/>
              <a:cxnLst>
                <a:cxn ang="0">
                  <a:pos x="22" y="5"/>
                </a:cxn>
                <a:cxn ang="0">
                  <a:pos x="22" y="5"/>
                </a:cxn>
                <a:cxn ang="0">
                  <a:pos x="21" y="13"/>
                </a:cxn>
                <a:cxn ang="0">
                  <a:pos x="18" y="20"/>
                </a:cxn>
                <a:cxn ang="0">
                  <a:pos x="9" y="33"/>
                </a:cxn>
                <a:cxn ang="0">
                  <a:pos x="9" y="33"/>
                </a:cxn>
                <a:cxn ang="0">
                  <a:pos x="4" y="42"/>
                </a:cxn>
                <a:cxn ang="0">
                  <a:pos x="0" y="52"/>
                </a:cxn>
                <a:cxn ang="0">
                  <a:pos x="0" y="52"/>
                </a:cxn>
                <a:cxn ang="0">
                  <a:pos x="0" y="55"/>
                </a:cxn>
                <a:cxn ang="0">
                  <a:pos x="0" y="56"/>
                </a:cxn>
                <a:cxn ang="0">
                  <a:pos x="3" y="60"/>
                </a:cxn>
                <a:cxn ang="0">
                  <a:pos x="4" y="60"/>
                </a:cxn>
                <a:cxn ang="0">
                  <a:pos x="7" y="60"/>
                </a:cxn>
                <a:cxn ang="0">
                  <a:pos x="8" y="60"/>
                </a:cxn>
                <a:cxn ang="0">
                  <a:pos x="11" y="58"/>
                </a:cxn>
                <a:cxn ang="0">
                  <a:pos x="11" y="58"/>
                </a:cxn>
                <a:cxn ang="0">
                  <a:pos x="16" y="45"/>
                </a:cxn>
                <a:cxn ang="0">
                  <a:pos x="20" y="38"/>
                </a:cxn>
                <a:cxn ang="0">
                  <a:pos x="24" y="33"/>
                </a:cxn>
                <a:cxn ang="0">
                  <a:pos x="24" y="33"/>
                </a:cxn>
                <a:cxn ang="0">
                  <a:pos x="28" y="26"/>
                </a:cxn>
                <a:cxn ang="0">
                  <a:pos x="32" y="20"/>
                </a:cxn>
                <a:cxn ang="0">
                  <a:pos x="33" y="12"/>
                </a:cxn>
                <a:cxn ang="0">
                  <a:pos x="34" y="5"/>
                </a:cxn>
                <a:cxn ang="0">
                  <a:pos x="34" y="5"/>
                </a:cxn>
                <a:cxn ang="0">
                  <a:pos x="33" y="3"/>
                </a:cxn>
                <a:cxn ang="0">
                  <a:pos x="32" y="1"/>
                </a:cxn>
                <a:cxn ang="0">
                  <a:pos x="29" y="0"/>
                </a:cxn>
                <a:cxn ang="0">
                  <a:pos x="24" y="1"/>
                </a:cxn>
                <a:cxn ang="0">
                  <a:pos x="22" y="3"/>
                </a:cxn>
                <a:cxn ang="0">
                  <a:pos x="22" y="5"/>
                </a:cxn>
                <a:cxn ang="0">
                  <a:pos x="22" y="5"/>
                </a:cxn>
              </a:cxnLst>
              <a:rect l="0" t="0" r="r" b="b"/>
              <a:pathLst>
                <a:path w="34" h="60">
                  <a:moveTo>
                    <a:pt x="22" y="5"/>
                  </a:moveTo>
                  <a:lnTo>
                    <a:pt x="22" y="5"/>
                  </a:lnTo>
                  <a:lnTo>
                    <a:pt x="21" y="13"/>
                  </a:lnTo>
                  <a:lnTo>
                    <a:pt x="18" y="20"/>
                  </a:lnTo>
                  <a:lnTo>
                    <a:pt x="9" y="33"/>
                  </a:lnTo>
                  <a:lnTo>
                    <a:pt x="9" y="33"/>
                  </a:lnTo>
                  <a:lnTo>
                    <a:pt x="4" y="42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0" y="55"/>
                  </a:lnTo>
                  <a:lnTo>
                    <a:pt x="0" y="56"/>
                  </a:lnTo>
                  <a:lnTo>
                    <a:pt x="3" y="60"/>
                  </a:lnTo>
                  <a:lnTo>
                    <a:pt x="4" y="60"/>
                  </a:lnTo>
                  <a:lnTo>
                    <a:pt x="7" y="60"/>
                  </a:lnTo>
                  <a:lnTo>
                    <a:pt x="8" y="60"/>
                  </a:lnTo>
                  <a:lnTo>
                    <a:pt x="11" y="58"/>
                  </a:lnTo>
                  <a:lnTo>
                    <a:pt x="11" y="58"/>
                  </a:lnTo>
                  <a:lnTo>
                    <a:pt x="16" y="45"/>
                  </a:lnTo>
                  <a:lnTo>
                    <a:pt x="20" y="38"/>
                  </a:lnTo>
                  <a:lnTo>
                    <a:pt x="24" y="33"/>
                  </a:lnTo>
                  <a:lnTo>
                    <a:pt x="24" y="33"/>
                  </a:lnTo>
                  <a:lnTo>
                    <a:pt x="28" y="26"/>
                  </a:lnTo>
                  <a:lnTo>
                    <a:pt x="32" y="20"/>
                  </a:lnTo>
                  <a:lnTo>
                    <a:pt x="33" y="12"/>
                  </a:lnTo>
                  <a:lnTo>
                    <a:pt x="34" y="5"/>
                  </a:lnTo>
                  <a:lnTo>
                    <a:pt x="34" y="5"/>
                  </a:lnTo>
                  <a:lnTo>
                    <a:pt x="33" y="3"/>
                  </a:lnTo>
                  <a:lnTo>
                    <a:pt x="32" y="1"/>
                  </a:lnTo>
                  <a:lnTo>
                    <a:pt x="29" y="0"/>
                  </a:lnTo>
                  <a:lnTo>
                    <a:pt x="24" y="1"/>
                  </a:lnTo>
                  <a:lnTo>
                    <a:pt x="22" y="3"/>
                  </a:lnTo>
                  <a:lnTo>
                    <a:pt x="22" y="5"/>
                  </a:lnTo>
                  <a:lnTo>
                    <a:pt x="22" y="5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75" name="Freeform 487"/>
            <p:cNvSpPr/>
            <p:nvPr>
              <p:custDataLst>
                <p:tags r:id="rId29"/>
              </p:custDataLst>
            </p:nvPr>
          </p:nvSpPr>
          <p:spPr bwMode="auto">
            <a:xfrm>
              <a:off x="3379788" y="1117600"/>
              <a:ext cx="12700" cy="15875"/>
            </a:xfrm>
            <a:custGeom>
              <a:avLst/>
              <a:gdLst/>
              <a:ahLst/>
              <a:cxnLst>
                <a:cxn ang="0">
                  <a:pos x="19" y="6"/>
                </a:cxn>
                <a:cxn ang="0">
                  <a:pos x="19" y="6"/>
                </a:cxn>
                <a:cxn ang="0">
                  <a:pos x="18" y="9"/>
                </a:cxn>
                <a:cxn ang="0">
                  <a:pos x="15" y="12"/>
                </a:cxn>
                <a:cxn ang="0">
                  <a:pos x="11" y="19"/>
                </a:cxn>
                <a:cxn ang="0">
                  <a:pos x="11" y="19"/>
                </a:cxn>
                <a:cxn ang="0">
                  <a:pos x="5" y="25"/>
                </a:cxn>
                <a:cxn ang="0">
                  <a:pos x="1" y="33"/>
                </a:cxn>
                <a:cxn ang="0">
                  <a:pos x="1" y="33"/>
                </a:cxn>
                <a:cxn ang="0">
                  <a:pos x="0" y="36"/>
                </a:cxn>
                <a:cxn ang="0">
                  <a:pos x="0" y="38"/>
                </a:cxn>
                <a:cxn ang="0">
                  <a:pos x="2" y="41"/>
                </a:cxn>
                <a:cxn ang="0">
                  <a:pos x="6" y="42"/>
                </a:cxn>
                <a:cxn ang="0">
                  <a:pos x="9" y="41"/>
                </a:cxn>
                <a:cxn ang="0">
                  <a:pos x="10" y="40"/>
                </a:cxn>
                <a:cxn ang="0">
                  <a:pos x="10" y="40"/>
                </a:cxn>
                <a:cxn ang="0">
                  <a:pos x="15" y="30"/>
                </a:cxn>
                <a:cxn ang="0">
                  <a:pos x="22" y="23"/>
                </a:cxn>
                <a:cxn ang="0">
                  <a:pos x="27" y="15"/>
                </a:cxn>
                <a:cxn ang="0">
                  <a:pos x="30" y="11"/>
                </a:cxn>
                <a:cxn ang="0">
                  <a:pos x="30" y="6"/>
                </a:cxn>
                <a:cxn ang="0">
                  <a:pos x="30" y="6"/>
                </a:cxn>
                <a:cxn ang="0">
                  <a:pos x="30" y="3"/>
                </a:cxn>
                <a:cxn ang="0">
                  <a:pos x="28" y="2"/>
                </a:cxn>
                <a:cxn ang="0">
                  <a:pos x="24" y="0"/>
                </a:cxn>
                <a:cxn ang="0">
                  <a:pos x="21" y="2"/>
                </a:cxn>
                <a:cxn ang="0">
                  <a:pos x="19" y="3"/>
                </a:cxn>
                <a:cxn ang="0">
                  <a:pos x="19" y="6"/>
                </a:cxn>
                <a:cxn ang="0">
                  <a:pos x="19" y="6"/>
                </a:cxn>
              </a:cxnLst>
              <a:rect l="0" t="0" r="r" b="b"/>
              <a:pathLst>
                <a:path w="30" h="42">
                  <a:moveTo>
                    <a:pt x="19" y="6"/>
                  </a:moveTo>
                  <a:lnTo>
                    <a:pt x="19" y="6"/>
                  </a:lnTo>
                  <a:lnTo>
                    <a:pt x="18" y="9"/>
                  </a:lnTo>
                  <a:lnTo>
                    <a:pt x="15" y="12"/>
                  </a:lnTo>
                  <a:lnTo>
                    <a:pt x="11" y="19"/>
                  </a:lnTo>
                  <a:lnTo>
                    <a:pt x="11" y="19"/>
                  </a:lnTo>
                  <a:lnTo>
                    <a:pt x="5" y="25"/>
                  </a:lnTo>
                  <a:lnTo>
                    <a:pt x="1" y="33"/>
                  </a:lnTo>
                  <a:lnTo>
                    <a:pt x="1" y="33"/>
                  </a:lnTo>
                  <a:lnTo>
                    <a:pt x="0" y="36"/>
                  </a:lnTo>
                  <a:lnTo>
                    <a:pt x="0" y="38"/>
                  </a:lnTo>
                  <a:lnTo>
                    <a:pt x="2" y="41"/>
                  </a:lnTo>
                  <a:lnTo>
                    <a:pt x="6" y="42"/>
                  </a:lnTo>
                  <a:lnTo>
                    <a:pt x="9" y="41"/>
                  </a:lnTo>
                  <a:lnTo>
                    <a:pt x="10" y="40"/>
                  </a:lnTo>
                  <a:lnTo>
                    <a:pt x="10" y="40"/>
                  </a:lnTo>
                  <a:lnTo>
                    <a:pt x="15" y="30"/>
                  </a:lnTo>
                  <a:lnTo>
                    <a:pt x="22" y="23"/>
                  </a:lnTo>
                  <a:lnTo>
                    <a:pt x="27" y="15"/>
                  </a:lnTo>
                  <a:lnTo>
                    <a:pt x="30" y="11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3"/>
                  </a:lnTo>
                  <a:lnTo>
                    <a:pt x="28" y="2"/>
                  </a:lnTo>
                  <a:lnTo>
                    <a:pt x="24" y="0"/>
                  </a:lnTo>
                  <a:lnTo>
                    <a:pt x="21" y="2"/>
                  </a:lnTo>
                  <a:lnTo>
                    <a:pt x="19" y="3"/>
                  </a:lnTo>
                  <a:lnTo>
                    <a:pt x="19" y="6"/>
                  </a:lnTo>
                  <a:lnTo>
                    <a:pt x="19" y="6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76" name="Freeform 488"/>
            <p:cNvSpPr/>
            <p:nvPr>
              <p:custDataLst>
                <p:tags r:id="rId30"/>
              </p:custDataLst>
            </p:nvPr>
          </p:nvSpPr>
          <p:spPr bwMode="auto">
            <a:xfrm>
              <a:off x="3406776" y="1123950"/>
              <a:ext cx="14288" cy="19050"/>
            </a:xfrm>
            <a:custGeom>
              <a:avLst/>
              <a:gdLst/>
              <a:ahLst/>
              <a:cxnLst>
                <a:cxn ang="0">
                  <a:pos x="23" y="1"/>
                </a:cxn>
                <a:cxn ang="0">
                  <a:pos x="23" y="1"/>
                </a:cxn>
                <a:cxn ang="0">
                  <a:pos x="17" y="10"/>
                </a:cxn>
                <a:cxn ang="0">
                  <a:pos x="9" y="20"/>
                </a:cxn>
                <a:cxn ang="0">
                  <a:pos x="4" y="29"/>
                </a:cxn>
                <a:cxn ang="0">
                  <a:pos x="1" y="34"/>
                </a:cxn>
                <a:cxn ang="0">
                  <a:pos x="0" y="39"/>
                </a:cxn>
                <a:cxn ang="0">
                  <a:pos x="0" y="39"/>
                </a:cxn>
                <a:cxn ang="0">
                  <a:pos x="1" y="42"/>
                </a:cxn>
                <a:cxn ang="0">
                  <a:pos x="2" y="43"/>
                </a:cxn>
                <a:cxn ang="0">
                  <a:pos x="5" y="44"/>
                </a:cxn>
                <a:cxn ang="0">
                  <a:pos x="10" y="43"/>
                </a:cxn>
                <a:cxn ang="0">
                  <a:pos x="11" y="42"/>
                </a:cxn>
                <a:cxn ang="0">
                  <a:pos x="11" y="39"/>
                </a:cxn>
                <a:cxn ang="0">
                  <a:pos x="11" y="39"/>
                </a:cxn>
                <a:cxn ang="0">
                  <a:pos x="13" y="34"/>
                </a:cxn>
                <a:cxn ang="0">
                  <a:pos x="15" y="30"/>
                </a:cxn>
                <a:cxn ang="0">
                  <a:pos x="21" y="23"/>
                </a:cxn>
                <a:cxn ang="0">
                  <a:pos x="21" y="23"/>
                </a:cxn>
                <a:cxn ang="0">
                  <a:pos x="27" y="16"/>
                </a:cxn>
                <a:cxn ang="0">
                  <a:pos x="34" y="8"/>
                </a:cxn>
                <a:cxn ang="0">
                  <a:pos x="34" y="8"/>
                </a:cxn>
                <a:cxn ang="0">
                  <a:pos x="35" y="5"/>
                </a:cxn>
                <a:cxn ang="0">
                  <a:pos x="35" y="4"/>
                </a:cxn>
                <a:cxn ang="0">
                  <a:pos x="34" y="1"/>
                </a:cxn>
                <a:cxn ang="0">
                  <a:pos x="32" y="0"/>
                </a:cxn>
                <a:cxn ang="0">
                  <a:pos x="27" y="0"/>
                </a:cxn>
                <a:cxn ang="0">
                  <a:pos x="26" y="0"/>
                </a:cxn>
                <a:cxn ang="0">
                  <a:pos x="23" y="1"/>
                </a:cxn>
                <a:cxn ang="0">
                  <a:pos x="23" y="1"/>
                </a:cxn>
              </a:cxnLst>
              <a:rect l="0" t="0" r="r" b="b"/>
              <a:pathLst>
                <a:path w="35" h="44">
                  <a:moveTo>
                    <a:pt x="23" y="1"/>
                  </a:moveTo>
                  <a:lnTo>
                    <a:pt x="23" y="1"/>
                  </a:lnTo>
                  <a:lnTo>
                    <a:pt x="17" y="10"/>
                  </a:lnTo>
                  <a:lnTo>
                    <a:pt x="9" y="20"/>
                  </a:lnTo>
                  <a:lnTo>
                    <a:pt x="4" y="29"/>
                  </a:lnTo>
                  <a:lnTo>
                    <a:pt x="1" y="34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1" y="42"/>
                  </a:lnTo>
                  <a:lnTo>
                    <a:pt x="2" y="43"/>
                  </a:lnTo>
                  <a:lnTo>
                    <a:pt x="5" y="44"/>
                  </a:lnTo>
                  <a:lnTo>
                    <a:pt x="10" y="43"/>
                  </a:lnTo>
                  <a:lnTo>
                    <a:pt x="11" y="42"/>
                  </a:lnTo>
                  <a:lnTo>
                    <a:pt x="11" y="39"/>
                  </a:lnTo>
                  <a:lnTo>
                    <a:pt x="11" y="39"/>
                  </a:lnTo>
                  <a:lnTo>
                    <a:pt x="13" y="34"/>
                  </a:lnTo>
                  <a:lnTo>
                    <a:pt x="15" y="30"/>
                  </a:lnTo>
                  <a:lnTo>
                    <a:pt x="21" y="23"/>
                  </a:lnTo>
                  <a:lnTo>
                    <a:pt x="21" y="23"/>
                  </a:lnTo>
                  <a:lnTo>
                    <a:pt x="27" y="16"/>
                  </a:lnTo>
                  <a:lnTo>
                    <a:pt x="34" y="8"/>
                  </a:lnTo>
                  <a:lnTo>
                    <a:pt x="34" y="8"/>
                  </a:lnTo>
                  <a:lnTo>
                    <a:pt x="35" y="5"/>
                  </a:lnTo>
                  <a:lnTo>
                    <a:pt x="35" y="4"/>
                  </a:lnTo>
                  <a:lnTo>
                    <a:pt x="34" y="1"/>
                  </a:lnTo>
                  <a:lnTo>
                    <a:pt x="32" y="0"/>
                  </a:lnTo>
                  <a:lnTo>
                    <a:pt x="27" y="0"/>
                  </a:lnTo>
                  <a:lnTo>
                    <a:pt x="26" y="0"/>
                  </a:lnTo>
                  <a:lnTo>
                    <a:pt x="23" y="1"/>
                  </a:lnTo>
                  <a:lnTo>
                    <a:pt x="23" y="1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77" name="Freeform 489"/>
            <p:cNvSpPr/>
            <p:nvPr>
              <p:custDataLst>
                <p:tags r:id="rId31"/>
              </p:custDataLst>
            </p:nvPr>
          </p:nvSpPr>
          <p:spPr bwMode="auto">
            <a:xfrm>
              <a:off x="3440113" y="1130300"/>
              <a:ext cx="14288" cy="23813"/>
            </a:xfrm>
            <a:custGeom>
              <a:avLst/>
              <a:gdLst/>
              <a:ahLst/>
              <a:cxnLst>
                <a:cxn ang="0">
                  <a:pos x="24" y="3"/>
                </a:cxn>
                <a:cxn ang="0">
                  <a:pos x="24" y="3"/>
                </a:cxn>
                <a:cxn ang="0">
                  <a:pos x="2" y="53"/>
                </a:cxn>
                <a:cxn ang="0">
                  <a:pos x="2" y="53"/>
                </a:cxn>
                <a:cxn ang="0">
                  <a:pos x="0" y="55"/>
                </a:cxn>
                <a:cxn ang="0">
                  <a:pos x="2" y="57"/>
                </a:cxn>
                <a:cxn ang="0">
                  <a:pos x="4" y="60"/>
                </a:cxn>
                <a:cxn ang="0">
                  <a:pos x="6" y="60"/>
                </a:cxn>
                <a:cxn ang="0">
                  <a:pos x="8" y="60"/>
                </a:cxn>
                <a:cxn ang="0">
                  <a:pos x="10" y="60"/>
                </a:cxn>
                <a:cxn ang="0">
                  <a:pos x="12" y="58"/>
                </a:cxn>
                <a:cxn ang="0">
                  <a:pos x="12" y="58"/>
                </a:cxn>
                <a:cxn ang="0">
                  <a:pos x="34" y="8"/>
                </a:cxn>
                <a:cxn ang="0">
                  <a:pos x="34" y="8"/>
                </a:cxn>
                <a:cxn ang="0">
                  <a:pos x="34" y="7"/>
                </a:cxn>
                <a:cxn ang="0">
                  <a:pos x="34" y="4"/>
                </a:cxn>
                <a:cxn ang="0">
                  <a:pos x="32" y="0"/>
                </a:cxn>
                <a:cxn ang="0">
                  <a:pos x="30" y="0"/>
                </a:cxn>
                <a:cxn ang="0">
                  <a:pos x="28" y="0"/>
                </a:cxn>
                <a:cxn ang="0">
                  <a:pos x="27" y="2"/>
                </a:cxn>
                <a:cxn ang="0">
                  <a:pos x="24" y="3"/>
                </a:cxn>
                <a:cxn ang="0">
                  <a:pos x="24" y="3"/>
                </a:cxn>
              </a:cxnLst>
              <a:rect l="0" t="0" r="r" b="b"/>
              <a:pathLst>
                <a:path w="34" h="60">
                  <a:moveTo>
                    <a:pt x="24" y="3"/>
                  </a:moveTo>
                  <a:lnTo>
                    <a:pt x="24" y="3"/>
                  </a:lnTo>
                  <a:lnTo>
                    <a:pt x="2" y="53"/>
                  </a:lnTo>
                  <a:lnTo>
                    <a:pt x="2" y="53"/>
                  </a:lnTo>
                  <a:lnTo>
                    <a:pt x="0" y="55"/>
                  </a:lnTo>
                  <a:lnTo>
                    <a:pt x="2" y="57"/>
                  </a:lnTo>
                  <a:lnTo>
                    <a:pt x="4" y="60"/>
                  </a:lnTo>
                  <a:lnTo>
                    <a:pt x="6" y="60"/>
                  </a:lnTo>
                  <a:lnTo>
                    <a:pt x="8" y="60"/>
                  </a:lnTo>
                  <a:lnTo>
                    <a:pt x="10" y="60"/>
                  </a:lnTo>
                  <a:lnTo>
                    <a:pt x="12" y="58"/>
                  </a:lnTo>
                  <a:lnTo>
                    <a:pt x="12" y="58"/>
                  </a:lnTo>
                  <a:lnTo>
                    <a:pt x="34" y="8"/>
                  </a:lnTo>
                  <a:lnTo>
                    <a:pt x="34" y="8"/>
                  </a:lnTo>
                  <a:lnTo>
                    <a:pt x="34" y="7"/>
                  </a:lnTo>
                  <a:lnTo>
                    <a:pt x="34" y="4"/>
                  </a:lnTo>
                  <a:lnTo>
                    <a:pt x="32" y="0"/>
                  </a:lnTo>
                  <a:lnTo>
                    <a:pt x="30" y="0"/>
                  </a:lnTo>
                  <a:lnTo>
                    <a:pt x="28" y="0"/>
                  </a:lnTo>
                  <a:lnTo>
                    <a:pt x="27" y="2"/>
                  </a:lnTo>
                  <a:lnTo>
                    <a:pt x="24" y="3"/>
                  </a:lnTo>
                  <a:lnTo>
                    <a:pt x="24" y="3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78" name="Freeform 490"/>
            <p:cNvSpPr/>
            <p:nvPr>
              <p:custDataLst>
                <p:tags r:id="rId32"/>
              </p:custDataLst>
            </p:nvPr>
          </p:nvSpPr>
          <p:spPr bwMode="auto">
            <a:xfrm>
              <a:off x="3463926" y="1141413"/>
              <a:ext cx="15875" cy="26988"/>
            </a:xfrm>
            <a:custGeom>
              <a:avLst/>
              <a:gdLst/>
              <a:ahLst/>
              <a:cxnLst>
                <a:cxn ang="0">
                  <a:pos x="27" y="3"/>
                </a:cxn>
                <a:cxn ang="0">
                  <a:pos x="27" y="3"/>
                </a:cxn>
                <a:cxn ang="0">
                  <a:pos x="23" y="12"/>
                </a:cxn>
                <a:cxn ang="0">
                  <a:pos x="21" y="21"/>
                </a:cxn>
                <a:cxn ang="0">
                  <a:pos x="17" y="31"/>
                </a:cxn>
                <a:cxn ang="0">
                  <a:pos x="12" y="38"/>
                </a:cxn>
                <a:cxn ang="0">
                  <a:pos x="12" y="38"/>
                </a:cxn>
                <a:cxn ang="0">
                  <a:pos x="8" y="44"/>
                </a:cxn>
                <a:cxn ang="0">
                  <a:pos x="4" y="50"/>
                </a:cxn>
                <a:cxn ang="0">
                  <a:pos x="1" y="57"/>
                </a:cxn>
                <a:cxn ang="0">
                  <a:pos x="0" y="63"/>
                </a:cxn>
                <a:cxn ang="0">
                  <a:pos x="0" y="63"/>
                </a:cxn>
                <a:cxn ang="0">
                  <a:pos x="0" y="66"/>
                </a:cxn>
                <a:cxn ang="0">
                  <a:pos x="1" y="67"/>
                </a:cxn>
                <a:cxn ang="0">
                  <a:pos x="2" y="68"/>
                </a:cxn>
                <a:cxn ang="0">
                  <a:pos x="5" y="68"/>
                </a:cxn>
                <a:cxn ang="0">
                  <a:pos x="9" y="67"/>
                </a:cxn>
                <a:cxn ang="0">
                  <a:pos x="10" y="66"/>
                </a:cxn>
                <a:cxn ang="0">
                  <a:pos x="12" y="63"/>
                </a:cxn>
                <a:cxn ang="0">
                  <a:pos x="12" y="63"/>
                </a:cxn>
                <a:cxn ang="0">
                  <a:pos x="13" y="57"/>
                </a:cxn>
                <a:cxn ang="0">
                  <a:pos x="17" y="51"/>
                </a:cxn>
                <a:cxn ang="0">
                  <a:pos x="22" y="45"/>
                </a:cxn>
                <a:cxn ang="0">
                  <a:pos x="26" y="40"/>
                </a:cxn>
                <a:cxn ang="0">
                  <a:pos x="26" y="40"/>
                </a:cxn>
                <a:cxn ang="0">
                  <a:pos x="29" y="33"/>
                </a:cxn>
                <a:cxn ang="0">
                  <a:pos x="31" y="25"/>
                </a:cxn>
                <a:cxn ang="0">
                  <a:pos x="34" y="17"/>
                </a:cxn>
                <a:cxn ang="0">
                  <a:pos x="36" y="10"/>
                </a:cxn>
                <a:cxn ang="0">
                  <a:pos x="36" y="10"/>
                </a:cxn>
                <a:cxn ang="0">
                  <a:pos x="38" y="7"/>
                </a:cxn>
                <a:cxn ang="0">
                  <a:pos x="38" y="4"/>
                </a:cxn>
                <a:cxn ang="0">
                  <a:pos x="34" y="2"/>
                </a:cxn>
                <a:cxn ang="0">
                  <a:pos x="33" y="0"/>
                </a:cxn>
                <a:cxn ang="0">
                  <a:pos x="30" y="0"/>
                </a:cxn>
                <a:cxn ang="0">
                  <a:pos x="29" y="2"/>
                </a:cxn>
                <a:cxn ang="0">
                  <a:pos x="27" y="3"/>
                </a:cxn>
                <a:cxn ang="0">
                  <a:pos x="27" y="3"/>
                </a:cxn>
              </a:cxnLst>
              <a:rect l="0" t="0" r="r" b="b"/>
              <a:pathLst>
                <a:path w="38" h="68">
                  <a:moveTo>
                    <a:pt x="27" y="3"/>
                  </a:moveTo>
                  <a:lnTo>
                    <a:pt x="27" y="3"/>
                  </a:lnTo>
                  <a:lnTo>
                    <a:pt x="23" y="12"/>
                  </a:lnTo>
                  <a:lnTo>
                    <a:pt x="21" y="21"/>
                  </a:lnTo>
                  <a:lnTo>
                    <a:pt x="17" y="31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8" y="44"/>
                  </a:lnTo>
                  <a:lnTo>
                    <a:pt x="4" y="50"/>
                  </a:lnTo>
                  <a:lnTo>
                    <a:pt x="1" y="57"/>
                  </a:lnTo>
                  <a:lnTo>
                    <a:pt x="0" y="63"/>
                  </a:lnTo>
                  <a:lnTo>
                    <a:pt x="0" y="63"/>
                  </a:lnTo>
                  <a:lnTo>
                    <a:pt x="0" y="66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5" y="68"/>
                  </a:lnTo>
                  <a:lnTo>
                    <a:pt x="9" y="67"/>
                  </a:lnTo>
                  <a:lnTo>
                    <a:pt x="10" y="66"/>
                  </a:lnTo>
                  <a:lnTo>
                    <a:pt x="12" y="63"/>
                  </a:lnTo>
                  <a:lnTo>
                    <a:pt x="12" y="63"/>
                  </a:lnTo>
                  <a:lnTo>
                    <a:pt x="13" y="57"/>
                  </a:lnTo>
                  <a:lnTo>
                    <a:pt x="17" y="51"/>
                  </a:lnTo>
                  <a:lnTo>
                    <a:pt x="22" y="45"/>
                  </a:lnTo>
                  <a:lnTo>
                    <a:pt x="26" y="40"/>
                  </a:lnTo>
                  <a:lnTo>
                    <a:pt x="26" y="40"/>
                  </a:lnTo>
                  <a:lnTo>
                    <a:pt x="29" y="33"/>
                  </a:lnTo>
                  <a:lnTo>
                    <a:pt x="31" y="25"/>
                  </a:lnTo>
                  <a:lnTo>
                    <a:pt x="34" y="17"/>
                  </a:lnTo>
                  <a:lnTo>
                    <a:pt x="36" y="10"/>
                  </a:lnTo>
                  <a:lnTo>
                    <a:pt x="36" y="10"/>
                  </a:lnTo>
                  <a:lnTo>
                    <a:pt x="38" y="7"/>
                  </a:lnTo>
                  <a:lnTo>
                    <a:pt x="38" y="4"/>
                  </a:lnTo>
                  <a:lnTo>
                    <a:pt x="34" y="2"/>
                  </a:lnTo>
                  <a:lnTo>
                    <a:pt x="33" y="0"/>
                  </a:lnTo>
                  <a:lnTo>
                    <a:pt x="30" y="0"/>
                  </a:lnTo>
                  <a:lnTo>
                    <a:pt x="29" y="2"/>
                  </a:lnTo>
                  <a:lnTo>
                    <a:pt x="27" y="3"/>
                  </a:lnTo>
                  <a:lnTo>
                    <a:pt x="27" y="3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79" name="Freeform 491"/>
            <p:cNvSpPr/>
            <p:nvPr>
              <p:custDataLst>
                <p:tags r:id="rId33"/>
              </p:custDataLst>
            </p:nvPr>
          </p:nvSpPr>
          <p:spPr bwMode="auto">
            <a:xfrm>
              <a:off x="3489326" y="1144588"/>
              <a:ext cx="14288" cy="22225"/>
            </a:xfrm>
            <a:custGeom>
              <a:avLst/>
              <a:gdLst/>
              <a:ahLst/>
              <a:cxnLst>
                <a:cxn ang="0">
                  <a:pos x="23" y="3"/>
                </a:cxn>
                <a:cxn ang="0">
                  <a:pos x="23" y="3"/>
                </a:cxn>
                <a:cxn ang="0">
                  <a:pos x="17" y="15"/>
                </a:cxn>
                <a:cxn ang="0">
                  <a:pos x="9" y="26"/>
                </a:cxn>
                <a:cxn ang="0">
                  <a:pos x="4" y="38"/>
                </a:cxn>
                <a:cxn ang="0">
                  <a:pos x="1" y="45"/>
                </a:cxn>
                <a:cxn ang="0">
                  <a:pos x="0" y="51"/>
                </a:cxn>
                <a:cxn ang="0">
                  <a:pos x="0" y="51"/>
                </a:cxn>
                <a:cxn ang="0">
                  <a:pos x="1" y="54"/>
                </a:cxn>
                <a:cxn ang="0">
                  <a:pos x="3" y="57"/>
                </a:cxn>
                <a:cxn ang="0">
                  <a:pos x="6" y="58"/>
                </a:cxn>
                <a:cxn ang="0">
                  <a:pos x="10" y="57"/>
                </a:cxn>
                <a:cxn ang="0">
                  <a:pos x="12" y="54"/>
                </a:cxn>
                <a:cxn ang="0">
                  <a:pos x="12" y="51"/>
                </a:cxn>
                <a:cxn ang="0">
                  <a:pos x="12" y="51"/>
                </a:cxn>
                <a:cxn ang="0">
                  <a:pos x="13" y="46"/>
                </a:cxn>
                <a:cxn ang="0">
                  <a:pos x="14" y="41"/>
                </a:cxn>
                <a:cxn ang="0">
                  <a:pos x="21" y="29"/>
                </a:cxn>
                <a:cxn ang="0">
                  <a:pos x="27" y="19"/>
                </a:cxn>
                <a:cxn ang="0">
                  <a:pos x="34" y="9"/>
                </a:cxn>
                <a:cxn ang="0">
                  <a:pos x="34" y="9"/>
                </a:cxn>
                <a:cxn ang="0">
                  <a:pos x="35" y="7"/>
                </a:cxn>
                <a:cxn ang="0">
                  <a:pos x="34" y="4"/>
                </a:cxn>
                <a:cxn ang="0">
                  <a:pos x="31" y="2"/>
                </a:cxn>
                <a:cxn ang="0">
                  <a:pos x="27" y="0"/>
                </a:cxn>
                <a:cxn ang="0">
                  <a:pos x="26" y="2"/>
                </a:cxn>
                <a:cxn ang="0">
                  <a:pos x="23" y="3"/>
                </a:cxn>
                <a:cxn ang="0">
                  <a:pos x="23" y="3"/>
                </a:cxn>
              </a:cxnLst>
              <a:rect l="0" t="0" r="r" b="b"/>
              <a:pathLst>
                <a:path w="35" h="58">
                  <a:moveTo>
                    <a:pt x="23" y="3"/>
                  </a:moveTo>
                  <a:lnTo>
                    <a:pt x="23" y="3"/>
                  </a:lnTo>
                  <a:lnTo>
                    <a:pt x="17" y="15"/>
                  </a:lnTo>
                  <a:lnTo>
                    <a:pt x="9" y="26"/>
                  </a:lnTo>
                  <a:lnTo>
                    <a:pt x="4" y="38"/>
                  </a:lnTo>
                  <a:lnTo>
                    <a:pt x="1" y="45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1" y="54"/>
                  </a:lnTo>
                  <a:lnTo>
                    <a:pt x="3" y="57"/>
                  </a:lnTo>
                  <a:lnTo>
                    <a:pt x="6" y="58"/>
                  </a:lnTo>
                  <a:lnTo>
                    <a:pt x="10" y="57"/>
                  </a:lnTo>
                  <a:lnTo>
                    <a:pt x="12" y="54"/>
                  </a:lnTo>
                  <a:lnTo>
                    <a:pt x="12" y="51"/>
                  </a:lnTo>
                  <a:lnTo>
                    <a:pt x="12" y="51"/>
                  </a:lnTo>
                  <a:lnTo>
                    <a:pt x="13" y="46"/>
                  </a:lnTo>
                  <a:lnTo>
                    <a:pt x="14" y="41"/>
                  </a:lnTo>
                  <a:lnTo>
                    <a:pt x="21" y="29"/>
                  </a:lnTo>
                  <a:lnTo>
                    <a:pt x="27" y="19"/>
                  </a:lnTo>
                  <a:lnTo>
                    <a:pt x="34" y="9"/>
                  </a:lnTo>
                  <a:lnTo>
                    <a:pt x="34" y="9"/>
                  </a:lnTo>
                  <a:lnTo>
                    <a:pt x="35" y="7"/>
                  </a:lnTo>
                  <a:lnTo>
                    <a:pt x="34" y="4"/>
                  </a:lnTo>
                  <a:lnTo>
                    <a:pt x="31" y="2"/>
                  </a:lnTo>
                  <a:lnTo>
                    <a:pt x="27" y="0"/>
                  </a:lnTo>
                  <a:lnTo>
                    <a:pt x="26" y="2"/>
                  </a:lnTo>
                  <a:lnTo>
                    <a:pt x="23" y="3"/>
                  </a:lnTo>
                  <a:lnTo>
                    <a:pt x="23" y="3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80" name="Freeform 492"/>
            <p:cNvSpPr/>
            <p:nvPr>
              <p:custDataLst>
                <p:tags r:id="rId34"/>
              </p:custDataLst>
            </p:nvPr>
          </p:nvSpPr>
          <p:spPr bwMode="auto">
            <a:xfrm>
              <a:off x="3517901" y="1138238"/>
              <a:ext cx="9525" cy="12700"/>
            </a:xfrm>
            <a:custGeom>
              <a:avLst/>
              <a:gdLst/>
              <a:ahLst/>
              <a:cxnLst>
                <a:cxn ang="0">
                  <a:pos x="16" y="4"/>
                </a:cxn>
                <a:cxn ang="0">
                  <a:pos x="16" y="4"/>
                </a:cxn>
                <a:cxn ang="0">
                  <a:pos x="8" y="14"/>
                </a:cxn>
                <a:cxn ang="0">
                  <a:pos x="0" y="26"/>
                </a:cxn>
                <a:cxn ang="0">
                  <a:pos x="0" y="26"/>
                </a:cxn>
                <a:cxn ang="0">
                  <a:pos x="0" y="28"/>
                </a:cxn>
                <a:cxn ang="0">
                  <a:pos x="0" y="31"/>
                </a:cxn>
                <a:cxn ang="0">
                  <a:pos x="3" y="34"/>
                </a:cxn>
                <a:cxn ang="0">
                  <a:pos x="7" y="35"/>
                </a:cxn>
                <a:cxn ang="0">
                  <a:pos x="9" y="34"/>
                </a:cxn>
                <a:cxn ang="0">
                  <a:pos x="11" y="31"/>
                </a:cxn>
                <a:cxn ang="0">
                  <a:pos x="11" y="31"/>
                </a:cxn>
                <a:cxn ang="0">
                  <a:pos x="19" y="21"/>
                </a:cxn>
                <a:cxn ang="0">
                  <a:pos x="26" y="9"/>
                </a:cxn>
                <a:cxn ang="0">
                  <a:pos x="26" y="9"/>
                </a:cxn>
                <a:cxn ang="0">
                  <a:pos x="26" y="6"/>
                </a:cxn>
                <a:cxn ang="0">
                  <a:pos x="26" y="5"/>
                </a:cxn>
                <a:cxn ang="0">
                  <a:pos x="24" y="1"/>
                </a:cxn>
                <a:cxn ang="0">
                  <a:pos x="20" y="0"/>
                </a:cxn>
                <a:cxn ang="0">
                  <a:pos x="17" y="1"/>
                </a:cxn>
                <a:cxn ang="0">
                  <a:pos x="16" y="4"/>
                </a:cxn>
                <a:cxn ang="0">
                  <a:pos x="16" y="4"/>
                </a:cxn>
              </a:cxnLst>
              <a:rect l="0" t="0" r="r" b="b"/>
              <a:pathLst>
                <a:path w="26" h="35">
                  <a:moveTo>
                    <a:pt x="16" y="4"/>
                  </a:moveTo>
                  <a:lnTo>
                    <a:pt x="16" y="4"/>
                  </a:lnTo>
                  <a:lnTo>
                    <a:pt x="8" y="14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3" y="34"/>
                  </a:lnTo>
                  <a:lnTo>
                    <a:pt x="7" y="35"/>
                  </a:lnTo>
                  <a:lnTo>
                    <a:pt x="9" y="34"/>
                  </a:lnTo>
                  <a:lnTo>
                    <a:pt x="11" y="31"/>
                  </a:lnTo>
                  <a:lnTo>
                    <a:pt x="11" y="31"/>
                  </a:lnTo>
                  <a:lnTo>
                    <a:pt x="19" y="21"/>
                  </a:lnTo>
                  <a:lnTo>
                    <a:pt x="26" y="9"/>
                  </a:lnTo>
                  <a:lnTo>
                    <a:pt x="26" y="9"/>
                  </a:lnTo>
                  <a:lnTo>
                    <a:pt x="26" y="6"/>
                  </a:lnTo>
                  <a:lnTo>
                    <a:pt x="26" y="5"/>
                  </a:lnTo>
                  <a:lnTo>
                    <a:pt x="24" y="1"/>
                  </a:lnTo>
                  <a:lnTo>
                    <a:pt x="20" y="0"/>
                  </a:lnTo>
                  <a:lnTo>
                    <a:pt x="17" y="1"/>
                  </a:lnTo>
                  <a:lnTo>
                    <a:pt x="16" y="4"/>
                  </a:lnTo>
                  <a:lnTo>
                    <a:pt x="16" y="4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81" name="Freeform 493"/>
            <p:cNvSpPr/>
            <p:nvPr>
              <p:custDataLst>
                <p:tags r:id="rId35"/>
              </p:custDataLst>
            </p:nvPr>
          </p:nvSpPr>
          <p:spPr bwMode="auto">
            <a:xfrm>
              <a:off x="3608388" y="1120775"/>
              <a:ext cx="14288" cy="17463"/>
            </a:xfrm>
            <a:custGeom>
              <a:avLst/>
              <a:gdLst/>
              <a:ahLst/>
              <a:cxnLst>
                <a:cxn ang="0">
                  <a:pos x="25" y="2"/>
                </a:cxn>
                <a:cxn ang="0">
                  <a:pos x="25" y="2"/>
                </a:cxn>
                <a:cxn ang="0">
                  <a:pos x="18" y="9"/>
                </a:cxn>
                <a:cxn ang="0">
                  <a:pos x="13" y="17"/>
                </a:cxn>
                <a:cxn ang="0">
                  <a:pos x="8" y="25"/>
                </a:cxn>
                <a:cxn ang="0">
                  <a:pos x="2" y="32"/>
                </a:cxn>
                <a:cxn ang="0">
                  <a:pos x="2" y="32"/>
                </a:cxn>
                <a:cxn ang="0">
                  <a:pos x="1" y="35"/>
                </a:cxn>
                <a:cxn ang="0">
                  <a:pos x="0" y="36"/>
                </a:cxn>
                <a:cxn ang="0">
                  <a:pos x="2" y="40"/>
                </a:cxn>
                <a:cxn ang="0">
                  <a:pos x="6" y="42"/>
                </a:cxn>
                <a:cxn ang="0">
                  <a:pos x="8" y="42"/>
                </a:cxn>
                <a:cxn ang="0">
                  <a:pos x="10" y="40"/>
                </a:cxn>
                <a:cxn ang="0">
                  <a:pos x="10" y="40"/>
                </a:cxn>
                <a:cxn ang="0">
                  <a:pos x="16" y="34"/>
                </a:cxn>
                <a:cxn ang="0">
                  <a:pos x="22" y="26"/>
                </a:cxn>
                <a:cxn ang="0">
                  <a:pos x="27" y="17"/>
                </a:cxn>
                <a:cxn ang="0">
                  <a:pos x="33" y="10"/>
                </a:cxn>
                <a:cxn ang="0">
                  <a:pos x="33" y="10"/>
                </a:cxn>
                <a:cxn ang="0">
                  <a:pos x="34" y="8"/>
                </a:cxn>
                <a:cxn ang="0">
                  <a:pos x="35" y="6"/>
                </a:cxn>
                <a:cxn ang="0">
                  <a:pos x="33" y="2"/>
                </a:cxn>
                <a:cxn ang="0">
                  <a:pos x="29" y="0"/>
                </a:cxn>
                <a:cxn ang="0">
                  <a:pos x="27" y="1"/>
                </a:cxn>
                <a:cxn ang="0">
                  <a:pos x="25" y="2"/>
                </a:cxn>
                <a:cxn ang="0">
                  <a:pos x="25" y="2"/>
                </a:cxn>
              </a:cxnLst>
              <a:rect l="0" t="0" r="r" b="b"/>
              <a:pathLst>
                <a:path w="35" h="42">
                  <a:moveTo>
                    <a:pt x="25" y="2"/>
                  </a:moveTo>
                  <a:lnTo>
                    <a:pt x="25" y="2"/>
                  </a:lnTo>
                  <a:lnTo>
                    <a:pt x="18" y="9"/>
                  </a:lnTo>
                  <a:lnTo>
                    <a:pt x="13" y="17"/>
                  </a:lnTo>
                  <a:lnTo>
                    <a:pt x="8" y="25"/>
                  </a:lnTo>
                  <a:lnTo>
                    <a:pt x="2" y="32"/>
                  </a:lnTo>
                  <a:lnTo>
                    <a:pt x="2" y="32"/>
                  </a:lnTo>
                  <a:lnTo>
                    <a:pt x="1" y="35"/>
                  </a:lnTo>
                  <a:lnTo>
                    <a:pt x="0" y="36"/>
                  </a:lnTo>
                  <a:lnTo>
                    <a:pt x="2" y="40"/>
                  </a:lnTo>
                  <a:lnTo>
                    <a:pt x="6" y="42"/>
                  </a:lnTo>
                  <a:lnTo>
                    <a:pt x="8" y="42"/>
                  </a:lnTo>
                  <a:lnTo>
                    <a:pt x="10" y="40"/>
                  </a:lnTo>
                  <a:lnTo>
                    <a:pt x="10" y="40"/>
                  </a:lnTo>
                  <a:lnTo>
                    <a:pt x="16" y="34"/>
                  </a:lnTo>
                  <a:lnTo>
                    <a:pt x="22" y="26"/>
                  </a:lnTo>
                  <a:lnTo>
                    <a:pt x="27" y="17"/>
                  </a:lnTo>
                  <a:lnTo>
                    <a:pt x="33" y="10"/>
                  </a:lnTo>
                  <a:lnTo>
                    <a:pt x="33" y="10"/>
                  </a:lnTo>
                  <a:lnTo>
                    <a:pt x="34" y="8"/>
                  </a:lnTo>
                  <a:lnTo>
                    <a:pt x="35" y="6"/>
                  </a:lnTo>
                  <a:lnTo>
                    <a:pt x="33" y="2"/>
                  </a:lnTo>
                  <a:lnTo>
                    <a:pt x="29" y="0"/>
                  </a:lnTo>
                  <a:lnTo>
                    <a:pt x="27" y="1"/>
                  </a:lnTo>
                  <a:lnTo>
                    <a:pt x="25" y="2"/>
                  </a:lnTo>
                  <a:lnTo>
                    <a:pt x="25" y="2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82" name="Freeform 494"/>
            <p:cNvSpPr/>
            <p:nvPr>
              <p:custDataLst>
                <p:tags r:id="rId36"/>
              </p:custDataLst>
            </p:nvPr>
          </p:nvSpPr>
          <p:spPr bwMode="auto">
            <a:xfrm>
              <a:off x="3640138" y="1130300"/>
              <a:ext cx="9525" cy="17463"/>
            </a:xfrm>
            <a:custGeom>
              <a:avLst/>
              <a:gdLst/>
              <a:ahLst/>
              <a:cxnLst>
                <a:cxn ang="0">
                  <a:pos x="10" y="6"/>
                </a:cxn>
                <a:cxn ang="0">
                  <a:pos x="10" y="6"/>
                </a:cxn>
                <a:cxn ang="0">
                  <a:pos x="9" y="13"/>
                </a:cxn>
                <a:cxn ang="0">
                  <a:pos x="7" y="20"/>
                </a:cxn>
                <a:cxn ang="0">
                  <a:pos x="0" y="33"/>
                </a:cxn>
                <a:cxn ang="0">
                  <a:pos x="0" y="33"/>
                </a:cxn>
                <a:cxn ang="0">
                  <a:pos x="0" y="36"/>
                </a:cxn>
                <a:cxn ang="0">
                  <a:pos x="0" y="38"/>
                </a:cxn>
                <a:cxn ang="0">
                  <a:pos x="3" y="41"/>
                </a:cxn>
                <a:cxn ang="0">
                  <a:pos x="7" y="42"/>
                </a:cxn>
                <a:cxn ang="0">
                  <a:pos x="8" y="41"/>
                </a:cxn>
                <a:cxn ang="0">
                  <a:pos x="10" y="40"/>
                </a:cxn>
                <a:cxn ang="0">
                  <a:pos x="10" y="40"/>
                </a:cxn>
                <a:cxn ang="0">
                  <a:pos x="18" y="23"/>
                </a:cxn>
                <a:cxn ang="0">
                  <a:pos x="21" y="15"/>
                </a:cxn>
                <a:cxn ang="0">
                  <a:pos x="22" y="6"/>
                </a:cxn>
                <a:cxn ang="0">
                  <a:pos x="22" y="6"/>
                </a:cxn>
                <a:cxn ang="0">
                  <a:pos x="22" y="3"/>
                </a:cxn>
                <a:cxn ang="0">
                  <a:pos x="21" y="2"/>
                </a:cxn>
                <a:cxn ang="0">
                  <a:pos x="17" y="0"/>
                </a:cxn>
                <a:cxn ang="0">
                  <a:pos x="13" y="2"/>
                </a:cxn>
                <a:cxn ang="0">
                  <a:pos x="12" y="3"/>
                </a:cxn>
                <a:cxn ang="0">
                  <a:pos x="10" y="6"/>
                </a:cxn>
                <a:cxn ang="0">
                  <a:pos x="10" y="6"/>
                </a:cxn>
              </a:cxnLst>
              <a:rect l="0" t="0" r="r" b="b"/>
              <a:pathLst>
                <a:path w="22" h="42">
                  <a:moveTo>
                    <a:pt x="10" y="6"/>
                  </a:moveTo>
                  <a:lnTo>
                    <a:pt x="10" y="6"/>
                  </a:lnTo>
                  <a:lnTo>
                    <a:pt x="9" y="13"/>
                  </a:lnTo>
                  <a:lnTo>
                    <a:pt x="7" y="20"/>
                  </a:lnTo>
                  <a:lnTo>
                    <a:pt x="0" y="33"/>
                  </a:lnTo>
                  <a:lnTo>
                    <a:pt x="0" y="33"/>
                  </a:lnTo>
                  <a:lnTo>
                    <a:pt x="0" y="36"/>
                  </a:lnTo>
                  <a:lnTo>
                    <a:pt x="0" y="38"/>
                  </a:lnTo>
                  <a:lnTo>
                    <a:pt x="3" y="41"/>
                  </a:lnTo>
                  <a:lnTo>
                    <a:pt x="7" y="42"/>
                  </a:lnTo>
                  <a:lnTo>
                    <a:pt x="8" y="41"/>
                  </a:lnTo>
                  <a:lnTo>
                    <a:pt x="10" y="40"/>
                  </a:lnTo>
                  <a:lnTo>
                    <a:pt x="10" y="40"/>
                  </a:lnTo>
                  <a:lnTo>
                    <a:pt x="18" y="23"/>
                  </a:lnTo>
                  <a:lnTo>
                    <a:pt x="21" y="15"/>
                  </a:lnTo>
                  <a:lnTo>
                    <a:pt x="22" y="6"/>
                  </a:lnTo>
                  <a:lnTo>
                    <a:pt x="22" y="6"/>
                  </a:lnTo>
                  <a:lnTo>
                    <a:pt x="22" y="3"/>
                  </a:lnTo>
                  <a:lnTo>
                    <a:pt x="21" y="2"/>
                  </a:lnTo>
                  <a:lnTo>
                    <a:pt x="17" y="0"/>
                  </a:lnTo>
                  <a:lnTo>
                    <a:pt x="13" y="2"/>
                  </a:lnTo>
                  <a:lnTo>
                    <a:pt x="12" y="3"/>
                  </a:lnTo>
                  <a:lnTo>
                    <a:pt x="10" y="6"/>
                  </a:lnTo>
                  <a:lnTo>
                    <a:pt x="10" y="6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83" name="Freeform 495"/>
            <p:cNvSpPr/>
            <p:nvPr>
              <p:custDataLst>
                <p:tags r:id="rId37"/>
              </p:custDataLst>
            </p:nvPr>
          </p:nvSpPr>
          <p:spPr bwMode="auto">
            <a:xfrm>
              <a:off x="3662363" y="1141413"/>
              <a:ext cx="14288" cy="23813"/>
            </a:xfrm>
            <a:custGeom>
              <a:avLst/>
              <a:gdLst/>
              <a:ahLst/>
              <a:cxnLst>
                <a:cxn ang="0">
                  <a:pos x="24" y="7"/>
                </a:cxn>
                <a:cxn ang="0">
                  <a:pos x="24" y="7"/>
                </a:cxn>
                <a:cxn ang="0">
                  <a:pos x="22" y="14"/>
                </a:cxn>
                <a:cxn ang="0">
                  <a:pos x="19" y="19"/>
                </a:cxn>
                <a:cxn ang="0">
                  <a:pos x="12" y="31"/>
                </a:cxn>
                <a:cxn ang="0">
                  <a:pos x="12" y="31"/>
                </a:cxn>
                <a:cxn ang="0">
                  <a:pos x="5" y="42"/>
                </a:cxn>
                <a:cxn ang="0">
                  <a:pos x="0" y="54"/>
                </a:cxn>
                <a:cxn ang="0">
                  <a:pos x="0" y="54"/>
                </a:cxn>
                <a:cxn ang="0">
                  <a:pos x="0" y="57"/>
                </a:cxn>
                <a:cxn ang="0">
                  <a:pos x="2" y="59"/>
                </a:cxn>
                <a:cxn ang="0">
                  <a:pos x="5" y="62"/>
                </a:cxn>
                <a:cxn ang="0">
                  <a:pos x="9" y="61"/>
                </a:cxn>
                <a:cxn ang="0">
                  <a:pos x="11" y="59"/>
                </a:cxn>
                <a:cxn ang="0">
                  <a:pos x="12" y="58"/>
                </a:cxn>
                <a:cxn ang="0">
                  <a:pos x="12" y="58"/>
                </a:cxn>
                <a:cxn ang="0">
                  <a:pos x="13" y="50"/>
                </a:cxn>
                <a:cxn ang="0">
                  <a:pos x="17" y="45"/>
                </a:cxn>
                <a:cxn ang="0">
                  <a:pos x="24" y="32"/>
                </a:cxn>
                <a:cxn ang="0">
                  <a:pos x="32" y="20"/>
                </a:cxn>
                <a:cxn ang="0">
                  <a:pos x="33" y="14"/>
                </a:cxn>
                <a:cxn ang="0">
                  <a:pos x="34" y="7"/>
                </a:cxn>
                <a:cxn ang="0">
                  <a:pos x="34" y="7"/>
                </a:cxn>
                <a:cxn ang="0">
                  <a:pos x="34" y="4"/>
                </a:cxn>
                <a:cxn ang="0">
                  <a:pos x="33" y="2"/>
                </a:cxn>
                <a:cxn ang="0">
                  <a:pos x="29" y="0"/>
                </a:cxn>
                <a:cxn ang="0">
                  <a:pos x="25" y="2"/>
                </a:cxn>
                <a:cxn ang="0">
                  <a:pos x="24" y="4"/>
                </a:cxn>
                <a:cxn ang="0">
                  <a:pos x="24" y="7"/>
                </a:cxn>
                <a:cxn ang="0">
                  <a:pos x="24" y="7"/>
                </a:cxn>
              </a:cxnLst>
              <a:rect l="0" t="0" r="r" b="b"/>
              <a:pathLst>
                <a:path w="34" h="62">
                  <a:moveTo>
                    <a:pt x="24" y="7"/>
                  </a:moveTo>
                  <a:lnTo>
                    <a:pt x="24" y="7"/>
                  </a:lnTo>
                  <a:lnTo>
                    <a:pt x="22" y="14"/>
                  </a:lnTo>
                  <a:lnTo>
                    <a:pt x="19" y="19"/>
                  </a:lnTo>
                  <a:lnTo>
                    <a:pt x="12" y="31"/>
                  </a:lnTo>
                  <a:lnTo>
                    <a:pt x="12" y="31"/>
                  </a:lnTo>
                  <a:lnTo>
                    <a:pt x="5" y="42"/>
                  </a:lnTo>
                  <a:lnTo>
                    <a:pt x="0" y="54"/>
                  </a:lnTo>
                  <a:lnTo>
                    <a:pt x="0" y="54"/>
                  </a:lnTo>
                  <a:lnTo>
                    <a:pt x="0" y="57"/>
                  </a:lnTo>
                  <a:lnTo>
                    <a:pt x="2" y="59"/>
                  </a:lnTo>
                  <a:lnTo>
                    <a:pt x="5" y="62"/>
                  </a:lnTo>
                  <a:lnTo>
                    <a:pt x="9" y="61"/>
                  </a:lnTo>
                  <a:lnTo>
                    <a:pt x="11" y="59"/>
                  </a:lnTo>
                  <a:lnTo>
                    <a:pt x="12" y="58"/>
                  </a:lnTo>
                  <a:lnTo>
                    <a:pt x="12" y="58"/>
                  </a:lnTo>
                  <a:lnTo>
                    <a:pt x="13" y="50"/>
                  </a:lnTo>
                  <a:lnTo>
                    <a:pt x="17" y="45"/>
                  </a:lnTo>
                  <a:lnTo>
                    <a:pt x="24" y="32"/>
                  </a:lnTo>
                  <a:lnTo>
                    <a:pt x="32" y="20"/>
                  </a:lnTo>
                  <a:lnTo>
                    <a:pt x="33" y="14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4" y="4"/>
                  </a:lnTo>
                  <a:lnTo>
                    <a:pt x="33" y="2"/>
                  </a:lnTo>
                  <a:lnTo>
                    <a:pt x="29" y="0"/>
                  </a:lnTo>
                  <a:lnTo>
                    <a:pt x="25" y="2"/>
                  </a:lnTo>
                  <a:lnTo>
                    <a:pt x="24" y="4"/>
                  </a:lnTo>
                  <a:lnTo>
                    <a:pt x="24" y="7"/>
                  </a:lnTo>
                  <a:lnTo>
                    <a:pt x="24" y="7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84" name="Freeform 496"/>
            <p:cNvSpPr/>
            <p:nvPr>
              <p:custDataLst>
                <p:tags r:id="rId38"/>
              </p:custDataLst>
            </p:nvPr>
          </p:nvSpPr>
          <p:spPr bwMode="auto">
            <a:xfrm>
              <a:off x="3681413" y="1150938"/>
              <a:ext cx="15875" cy="25400"/>
            </a:xfrm>
            <a:custGeom>
              <a:avLst/>
              <a:gdLst/>
              <a:ahLst/>
              <a:cxnLst>
                <a:cxn ang="0">
                  <a:pos x="29" y="1"/>
                </a:cxn>
                <a:cxn ang="0">
                  <a:pos x="29" y="1"/>
                </a:cxn>
                <a:cxn ang="0">
                  <a:pos x="22" y="6"/>
                </a:cxn>
                <a:cxn ang="0">
                  <a:pos x="18" y="12"/>
                </a:cxn>
                <a:cxn ang="0">
                  <a:pos x="12" y="25"/>
                </a:cxn>
                <a:cxn ang="0">
                  <a:pos x="6" y="38"/>
                </a:cxn>
                <a:cxn ang="0">
                  <a:pos x="1" y="52"/>
                </a:cxn>
                <a:cxn ang="0">
                  <a:pos x="1" y="52"/>
                </a:cxn>
                <a:cxn ang="0">
                  <a:pos x="0" y="54"/>
                </a:cxn>
                <a:cxn ang="0">
                  <a:pos x="0" y="56"/>
                </a:cxn>
                <a:cxn ang="0">
                  <a:pos x="3" y="60"/>
                </a:cxn>
                <a:cxn ang="0">
                  <a:pos x="5" y="60"/>
                </a:cxn>
                <a:cxn ang="0">
                  <a:pos x="8" y="60"/>
                </a:cxn>
                <a:cxn ang="0">
                  <a:pos x="9" y="59"/>
                </a:cxn>
                <a:cxn ang="0">
                  <a:pos x="10" y="57"/>
                </a:cxn>
                <a:cxn ang="0">
                  <a:pos x="10" y="57"/>
                </a:cxn>
                <a:cxn ang="0">
                  <a:pos x="16" y="44"/>
                </a:cxn>
                <a:cxn ang="0">
                  <a:pos x="21" y="31"/>
                </a:cxn>
                <a:cxn ang="0">
                  <a:pos x="27" y="20"/>
                </a:cxn>
                <a:cxn ang="0">
                  <a:pos x="31" y="14"/>
                </a:cxn>
                <a:cxn ang="0">
                  <a:pos x="37" y="9"/>
                </a:cxn>
                <a:cxn ang="0">
                  <a:pos x="37" y="9"/>
                </a:cxn>
                <a:cxn ang="0">
                  <a:pos x="38" y="8"/>
                </a:cxn>
                <a:cxn ang="0">
                  <a:pos x="38" y="5"/>
                </a:cxn>
                <a:cxn ang="0">
                  <a:pos x="38" y="4"/>
                </a:cxn>
                <a:cxn ang="0">
                  <a:pos x="37" y="1"/>
                </a:cxn>
                <a:cxn ang="0">
                  <a:pos x="33" y="0"/>
                </a:cxn>
                <a:cxn ang="0">
                  <a:pos x="30" y="0"/>
                </a:cxn>
                <a:cxn ang="0">
                  <a:pos x="29" y="1"/>
                </a:cxn>
                <a:cxn ang="0">
                  <a:pos x="29" y="1"/>
                </a:cxn>
              </a:cxnLst>
              <a:rect l="0" t="0" r="r" b="b"/>
              <a:pathLst>
                <a:path w="38" h="60">
                  <a:moveTo>
                    <a:pt x="29" y="1"/>
                  </a:moveTo>
                  <a:lnTo>
                    <a:pt x="29" y="1"/>
                  </a:lnTo>
                  <a:lnTo>
                    <a:pt x="22" y="6"/>
                  </a:lnTo>
                  <a:lnTo>
                    <a:pt x="18" y="12"/>
                  </a:lnTo>
                  <a:lnTo>
                    <a:pt x="12" y="25"/>
                  </a:lnTo>
                  <a:lnTo>
                    <a:pt x="6" y="38"/>
                  </a:lnTo>
                  <a:lnTo>
                    <a:pt x="1" y="52"/>
                  </a:lnTo>
                  <a:lnTo>
                    <a:pt x="1" y="52"/>
                  </a:lnTo>
                  <a:lnTo>
                    <a:pt x="0" y="54"/>
                  </a:lnTo>
                  <a:lnTo>
                    <a:pt x="0" y="56"/>
                  </a:lnTo>
                  <a:lnTo>
                    <a:pt x="3" y="60"/>
                  </a:lnTo>
                  <a:lnTo>
                    <a:pt x="5" y="60"/>
                  </a:lnTo>
                  <a:lnTo>
                    <a:pt x="8" y="60"/>
                  </a:lnTo>
                  <a:lnTo>
                    <a:pt x="9" y="59"/>
                  </a:lnTo>
                  <a:lnTo>
                    <a:pt x="10" y="57"/>
                  </a:lnTo>
                  <a:lnTo>
                    <a:pt x="10" y="57"/>
                  </a:lnTo>
                  <a:lnTo>
                    <a:pt x="16" y="44"/>
                  </a:lnTo>
                  <a:lnTo>
                    <a:pt x="21" y="31"/>
                  </a:lnTo>
                  <a:lnTo>
                    <a:pt x="27" y="20"/>
                  </a:lnTo>
                  <a:lnTo>
                    <a:pt x="31" y="14"/>
                  </a:lnTo>
                  <a:lnTo>
                    <a:pt x="37" y="9"/>
                  </a:lnTo>
                  <a:lnTo>
                    <a:pt x="37" y="9"/>
                  </a:lnTo>
                  <a:lnTo>
                    <a:pt x="38" y="8"/>
                  </a:lnTo>
                  <a:lnTo>
                    <a:pt x="38" y="5"/>
                  </a:lnTo>
                  <a:lnTo>
                    <a:pt x="38" y="4"/>
                  </a:lnTo>
                  <a:lnTo>
                    <a:pt x="37" y="1"/>
                  </a:lnTo>
                  <a:lnTo>
                    <a:pt x="33" y="0"/>
                  </a:lnTo>
                  <a:lnTo>
                    <a:pt x="30" y="0"/>
                  </a:lnTo>
                  <a:lnTo>
                    <a:pt x="29" y="1"/>
                  </a:lnTo>
                  <a:lnTo>
                    <a:pt x="29" y="1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85" name="Freeform 497"/>
            <p:cNvSpPr/>
            <p:nvPr>
              <p:custDataLst>
                <p:tags r:id="rId39"/>
              </p:custDataLst>
            </p:nvPr>
          </p:nvSpPr>
          <p:spPr bwMode="auto">
            <a:xfrm>
              <a:off x="3708401" y="1157288"/>
              <a:ext cx="9525" cy="19050"/>
            </a:xfrm>
            <a:custGeom>
              <a:avLst/>
              <a:gdLst/>
              <a:ahLst/>
              <a:cxnLst>
                <a:cxn ang="0">
                  <a:pos x="16" y="7"/>
                </a:cxn>
                <a:cxn ang="0">
                  <a:pos x="16" y="7"/>
                </a:cxn>
                <a:cxn ang="0">
                  <a:pos x="14" y="11"/>
                </a:cxn>
                <a:cxn ang="0">
                  <a:pos x="12" y="15"/>
                </a:cxn>
                <a:cxn ang="0">
                  <a:pos x="7" y="23"/>
                </a:cxn>
                <a:cxn ang="0">
                  <a:pos x="7" y="23"/>
                </a:cxn>
                <a:cxn ang="0">
                  <a:pos x="3" y="32"/>
                </a:cxn>
                <a:cxn ang="0">
                  <a:pos x="1" y="36"/>
                </a:cxn>
                <a:cxn ang="0">
                  <a:pos x="0" y="41"/>
                </a:cxn>
                <a:cxn ang="0">
                  <a:pos x="0" y="41"/>
                </a:cxn>
                <a:cxn ang="0">
                  <a:pos x="1" y="43"/>
                </a:cxn>
                <a:cxn ang="0">
                  <a:pos x="3" y="45"/>
                </a:cxn>
                <a:cxn ang="0">
                  <a:pos x="7" y="46"/>
                </a:cxn>
                <a:cxn ang="0">
                  <a:pos x="10" y="45"/>
                </a:cxn>
                <a:cxn ang="0">
                  <a:pos x="12" y="43"/>
                </a:cxn>
                <a:cxn ang="0">
                  <a:pos x="12" y="41"/>
                </a:cxn>
                <a:cxn ang="0">
                  <a:pos x="12" y="41"/>
                </a:cxn>
                <a:cxn ang="0">
                  <a:pos x="13" y="36"/>
                </a:cxn>
                <a:cxn ang="0">
                  <a:pos x="16" y="30"/>
                </a:cxn>
                <a:cxn ang="0">
                  <a:pos x="21" y="23"/>
                </a:cxn>
                <a:cxn ang="0">
                  <a:pos x="21" y="23"/>
                </a:cxn>
                <a:cxn ang="0">
                  <a:pos x="24" y="19"/>
                </a:cxn>
                <a:cxn ang="0">
                  <a:pos x="26" y="15"/>
                </a:cxn>
                <a:cxn ang="0">
                  <a:pos x="28" y="7"/>
                </a:cxn>
                <a:cxn ang="0">
                  <a:pos x="28" y="7"/>
                </a:cxn>
                <a:cxn ang="0">
                  <a:pos x="26" y="4"/>
                </a:cxn>
                <a:cxn ang="0">
                  <a:pos x="26" y="2"/>
                </a:cxn>
                <a:cxn ang="0">
                  <a:pos x="22" y="0"/>
                </a:cxn>
                <a:cxn ang="0">
                  <a:pos x="18" y="2"/>
                </a:cxn>
                <a:cxn ang="0">
                  <a:pos x="17" y="4"/>
                </a:cxn>
                <a:cxn ang="0">
                  <a:pos x="16" y="7"/>
                </a:cxn>
                <a:cxn ang="0">
                  <a:pos x="16" y="7"/>
                </a:cxn>
              </a:cxnLst>
              <a:rect l="0" t="0" r="r" b="b"/>
              <a:pathLst>
                <a:path w="28" h="46">
                  <a:moveTo>
                    <a:pt x="16" y="7"/>
                  </a:moveTo>
                  <a:lnTo>
                    <a:pt x="16" y="7"/>
                  </a:lnTo>
                  <a:lnTo>
                    <a:pt x="14" y="11"/>
                  </a:lnTo>
                  <a:lnTo>
                    <a:pt x="12" y="15"/>
                  </a:lnTo>
                  <a:lnTo>
                    <a:pt x="7" y="23"/>
                  </a:lnTo>
                  <a:lnTo>
                    <a:pt x="7" y="23"/>
                  </a:lnTo>
                  <a:lnTo>
                    <a:pt x="3" y="32"/>
                  </a:lnTo>
                  <a:lnTo>
                    <a:pt x="1" y="36"/>
                  </a:lnTo>
                  <a:lnTo>
                    <a:pt x="0" y="41"/>
                  </a:lnTo>
                  <a:lnTo>
                    <a:pt x="0" y="41"/>
                  </a:lnTo>
                  <a:lnTo>
                    <a:pt x="1" y="43"/>
                  </a:lnTo>
                  <a:lnTo>
                    <a:pt x="3" y="45"/>
                  </a:lnTo>
                  <a:lnTo>
                    <a:pt x="7" y="46"/>
                  </a:lnTo>
                  <a:lnTo>
                    <a:pt x="10" y="45"/>
                  </a:lnTo>
                  <a:lnTo>
                    <a:pt x="12" y="43"/>
                  </a:lnTo>
                  <a:lnTo>
                    <a:pt x="12" y="41"/>
                  </a:lnTo>
                  <a:lnTo>
                    <a:pt x="12" y="41"/>
                  </a:lnTo>
                  <a:lnTo>
                    <a:pt x="13" y="36"/>
                  </a:lnTo>
                  <a:lnTo>
                    <a:pt x="16" y="30"/>
                  </a:lnTo>
                  <a:lnTo>
                    <a:pt x="21" y="23"/>
                  </a:lnTo>
                  <a:lnTo>
                    <a:pt x="21" y="23"/>
                  </a:lnTo>
                  <a:lnTo>
                    <a:pt x="24" y="19"/>
                  </a:lnTo>
                  <a:lnTo>
                    <a:pt x="26" y="15"/>
                  </a:lnTo>
                  <a:lnTo>
                    <a:pt x="28" y="7"/>
                  </a:lnTo>
                  <a:lnTo>
                    <a:pt x="28" y="7"/>
                  </a:lnTo>
                  <a:lnTo>
                    <a:pt x="26" y="4"/>
                  </a:lnTo>
                  <a:lnTo>
                    <a:pt x="26" y="2"/>
                  </a:lnTo>
                  <a:lnTo>
                    <a:pt x="22" y="0"/>
                  </a:lnTo>
                  <a:lnTo>
                    <a:pt x="18" y="2"/>
                  </a:lnTo>
                  <a:lnTo>
                    <a:pt x="17" y="4"/>
                  </a:lnTo>
                  <a:lnTo>
                    <a:pt x="16" y="7"/>
                  </a:lnTo>
                  <a:lnTo>
                    <a:pt x="16" y="7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86" name="Freeform 498"/>
            <p:cNvSpPr/>
            <p:nvPr>
              <p:custDataLst>
                <p:tags r:id="rId40"/>
              </p:custDataLst>
            </p:nvPr>
          </p:nvSpPr>
          <p:spPr bwMode="auto">
            <a:xfrm>
              <a:off x="3736976" y="1157288"/>
              <a:ext cx="7938" cy="17463"/>
            </a:xfrm>
            <a:custGeom>
              <a:avLst/>
              <a:gdLst/>
              <a:ahLst/>
              <a:cxnLst>
                <a:cxn ang="0">
                  <a:pos x="11" y="7"/>
                </a:cxn>
                <a:cxn ang="0">
                  <a:pos x="11" y="7"/>
                </a:cxn>
                <a:cxn ang="0">
                  <a:pos x="9" y="13"/>
                </a:cxn>
                <a:cxn ang="0">
                  <a:pos x="7" y="20"/>
                </a:cxn>
                <a:cxn ang="0">
                  <a:pos x="0" y="34"/>
                </a:cxn>
                <a:cxn ang="0">
                  <a:pos x="0" y="34"/>
                </a:cxn>
                <a:cxn ang="0">
                  <a:pos x="0" y="37"/>
                </a:cxn>
                <a:cxn ang="0">
                  <a:pos x="0" y="38"/>
                </a:cxn>
                <a:cxn ang="0">
                  <a:pos x="3" y="42"/>
                </a:cxn>
                <a:cxn ang="0">
                  <a:pos x="7" y="42"/>
                </a:cxn>
                <a:cxn ang="0">
                  <a:pos x="9" y="42"/>
                </a:cxn>
                <a:cxn ang="0">
                  <a:pos x="11" y="40"/>
                </a:cxn>
                <a:cxn ang="0">
                  <a:pos x="11" y="40"/>
                </a:cxn>
                <a:cxn ang="0">
                  <a:pos x="19" y="24"/>
                </a:cxn>
                <a:cxn ang="0">
                  <a:pos x="21" y="15"/>
                </a:cxn>
                <a:cxn ang="0">
                  <a:pos x="23" y="7"/>
                </a:cxn>
                <a:cxn ang="0">
                  <a:pos x="23" y="7"/>
                </a:cxn>
                <a:cxn ang="0">
                  <a:pos x="23" y="4"/>
                </a:cxn>
                <a:cxn ang="0">
                  <a:pos x="21" y="2"/>
                </a:cxn>
                <a:cxn ang="0">
                  <a:pos x="17" y="0"/>
                </a:cxn>
                <a:cxn ang="0">
                  <a:pos x="13" y="2"/>
                </a:cxn>
                <a:cxn ang="0">
                  <a:pos x="12" y="4"/>
                </a:cxn>
                <a:cxn ang="0">
                  <a:pos x="11" y="7"/>
                </a:cxn>
                <a:cxn ang="0">
                  <a:pos x="11" y="7"/>
                </a:cxn>
              </a:cxnLst>
              <a:rect l="0" t="0" r="r" b="b"/>
              <a:pathLst>
                <a:path w="23" h="42">
                  <a:moveTo>
                    <a:pt x="11" y="7"/>
                  </a:moveTo>
                  <a:lnTo>
                    <a:pt x="11" y="7"/>
                  </a:lnTo>
                  <a:lnTo>
                    <a:pt x="9" y="13"/>
                  </a:lnTo>
                  <a:lnTo>
                    <a:pt x="7" y="20"/>
                  </a:lnTo>
                  <a:lnTo>
                    <a:pt x="0" y="34"/>
                  </a:lnTo>
                  <a:lnTo>
                    <a:pt x="0" y="34"/>
                  </a:lnTo>
                  <a:lnTo>
                    <a:pt x="0" y="37"/>
                  </a:lnTo>
                  <a:lnTo>
                    <a:pt x="0" y="38"/>
                  </a:lnTo>
                  <a:lnTo>
                    <a:pt x="3" y="42"/>
                  </a:lnTo>
                  <a:lnTo>
                    <a:pt x="7" y="42"/>
                  </a:lnTo>
                  <a:lnTo>
                    <a:pt x="9" y="42"/>
                  </a:lnTo>
                  <a:lnTo>
                    <a:pt x="11" y="40"/>
                  </a:lnTo>
                  <a:lnTo>
                    <a:pt x="11" y="40"/>
                  </a:lnTo>
                  <a:lnTo>
                    <a:pt x="19" y="24"/>
                  </a:lnTo>
                  <a:lnTo>
                    <a:pt x="21" y="15"/>
                  </a:lnTo>
                  <a:lnTo>
                    <a:pt x="23" y="7"/>
                  </a:lnTo>
                  <a:lnTo>
                    <a:pt x="23" y="7"/>
                  </a:lnTo>
                  <a:lnTo>
                    <a:pt x="23" y="4"/>
                  </a:lnTo>
                  <a:lnTo>
                    <a:pt x="21" y="2"/>
                  </a:lnTo>
                  <a:lnTo>
                    <a:pt x="17" y="0"/>
                  </a:lnTo>
                  <a:lnTo>
                    <a:pt x="13" y="2"/>
                  </a:lnTo>
                  <a:lnTo>
                    <a:pt x="12" y="4"/>
                  </a:lnTo>
                  <a:lnTo>
                    <a:pt x="11" y="7"/>
                  </a:lnTo>
                  <a:lnTo>
                    <a:pt x="11" y="7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87" name="Freeform 499"/>
            <p:cNvSpPr/>
            <p:nvPr>
              <p:custDataLst>
                <p:tags r:id="rId41"/>
              </p:custDataLst>
            </p:nvPr>
          </p:nvSpPr>
          <p:spPr bwMode="auto">
            <a:xfrm>
              <a:off x="3435351" y="1001713"/>
              <a:ext cx="53975" cy="57150"/>
            </a:xfrm>
            <a:custGeom>
              <a:avLst/>
              <a:gdLst/>
              <a:ahLst/>
              <a:cxnLst>
                <a:cxn ang="0">
                  <a:pos x="122" y="3"/>
                </a:cxn>
                <a:cxn ang="0">
                  <a:pos x="122" y="3"/>
                </a:cxn>
                <a:cxn ang="0">
                  <a:pos x="116" y="11"/>
                </a:cxn>
                <a:cxn ang="0">
                  <a:pos x="108" y="17"/>
                </a:cxn>
                <a:cxn ang="0">
                  <a:pos x="94" y="30"/>
                </a:cxn>
                <a:cxn ang="0">
                  <a:pos x="57" y="67"/>
                </a:cxn>
                <a:cxn ang="0">
                  <a:pos x="57" y="67"/>
                </a:cxn>
                <a:cxn ang="0">
                  <a:pos x="42" y="83"/>
                </a:cxn>
                <a:cxn ang="0">
                  <a:pos x="25" y="100"/>
                </a:cxn>
                <a:cxn ang="0">
                  <a:pos x="17" y="108"/>
                </a:cxn>
                <a:cxn ang="0">
                  <a:pos x="10" y="117"/>
                </a:cxn>
                <a:cxn ang="0">
                  <a:pos x="4" y="127"/>
                </a:cxn>
                <a:cxn ang="0">
                  <a:pos x="0" y="138"/>
                </a:cxn>
                <a:cxn ang="0">
                  <a:pos x="0" y="138"/>
                </a:cxn>
                <a:cxn ang="0">
                  <a:pos x="0" y="139"/>
                </a:cxn>
                <a:cxn ang="0">
                  <a:pos x="0" y="142"/>
                </a:cxn>
                <a:cxn ang="0">
                  <a:pos x="1" y="143"/>
                </a:cxn>
                <a:cxn ang="0">
                  <a:pos x="4" y="144"/>
                </a:cxn>
                <a:cxn ang="0">
                  <a:pos x="8" y="143"/>
                </a:cxn>
                <a:cxn ang="0">
                  <a:pos x="9" y="143"/>
                </a:cxn>
                <a:cxn ang="0">
                  <a:pos x="10" y="140"/>
                </a:cxn>
                <a:cxn ang="0">
                  <a:pos x="10" y="140"/>
                </a:cxn>
                <a:cxn ang="0">
                  <a:pos x="16" y="128"/>
                </a:cxn>
                <a:cxn ang="0">
                  <a:pos x="23" y="118"/>
                </a:cxn>
                <a:cxn ang="0">
                  <a:pos x="31" y="108"/>
                </a:cxn>
                <a:cxn ang="0">
                  <a:pos x="40" y="98"/>
                </a:cxn>
                <a:cxn ang="0">
                  <a:pos x="60" y="79"/>
                </a:cxn>
                <a:cxn ang="0">
                  <a:pos x="78" y="62"/>
                </a:cxn>
                <a:cxn ang="0">
                  <a:pos x="78" y="62"/>
                </a:cxn>
                <a:cxn ang="0">
                  <a:pos x="93" y="49"/>
                </a:cxn>
                <a:cxn ang="0">
                  <a:pos x="107" y="36"/>
                </a:cxn>
                <a:cxn ang="0">
                  <a:pos x="120" y="23"/>
                </a:cxn>
                <a:cxn ang="0">
                  <a:pos x="127" y="16"/>
                </a:cxn>
                <a:cxn ang="0">
                  <a:pos x="132" y="8"/>
                </a:cxn>
                <a:cxn ang="0">
                  <a:pos x="132" y="8"/>
                </a:cxn>
                <a:cxn ang="0">
                  <a:pos x="133" y="6"/>
                </a:cxn>
                <a:cxn ang="0">
                  <a:pos x="132" y="4"/>
                </a:cxn>
                <a:cxn ang="0">
                  <a:pos x="129" y="0"/>
                </a:cxn>
                <a:cxn ang="0">
                  <a:pos x="125" y="0"/>
                </a:cxn>
                <a:cxn ang="0">
                  <a:pos x="124" y="0"/>
                </a:cxn>
                <a:cxn ang="0">
                  <a:pos x="122" y="3"/>
                </a:cxn>
                <a:cxn ang="0">
                  <a:pos x="122" y="3"/>
                </a:cxn>
              </a:cxnLst>
              <a:rect l="0" t="0" r="r" b="b"/>
              <a:pathLst>
                <a:path w="133" h="144">
                  <a:moveTo>
                    <a:pt x="122" y="3"/>
                  </a:moveTo>
                  <a:lnTo>
                    <a:pt x="122" y="3"/>
                  </a:lnTo>
                  <a:lnTo>
                    <a:pt x="116" y="11"/>
                  </a:lnTo>
                  <a:lnTo>
                    <a:pt x="108" y="17"/>
                  </a:lnTo>
                  <a:lnTo>
                    <a:pt x="94" y="30"/>
                  </a:lnTo>
                  <a:lnTo>
                    <a:pt x="57" y="67"/>
                  </a:lnTo>
                  <a:lnTo>
                    <a:pt x="57" y="67"/>
                  </a:lnTo>
                  <a:lnTo>
                    <a:pt x="42" y="83"/>
                  </a:lnTo>
                  <a:lnTo>
                    <a:pt x="25" y="100"/>
                  </a:lnTo>
                  <a:lnTo>
                    <a:pt x="17" y="108"/>
                  </a:lnTo>
                  <a:lnTo>
                    <a:pt x="10" y="117"/>
                  </a:lnTo>
                  <a:lnTo>
                    <a:pt x="4" y="127"/>
                  </a:lnTo>
                  <a:lnTo>
                    <a:pt x="0" y="138"/>
                  </a:lnTo>
                  <a:lnTo>
                    <a:pt x="0" y="138"/>
                  </a:lnTo>
                  <a:lnTo>
                    <a:pt x="0" y="139"/>
                  </a:lnTo>
                  <a:lnTo>
                    <a:pt x="0" y="142"/>
                  </a:lnTo>
                  <a:lnTo>
                    <a:pt x="1" y="143"/>
                  </a:lnTo>
                  <a:lnTo>
                    <a:pt x="4" y="144"/>
                  </a:lnTo>
                  <a:lnTo>
                    <a:pt x="8" y="143"/>
                  </a:lnTo>
                  <a:lnTo>
                    <a:pt x="9" y="143"/>
                  </a:lnTo>
                  <a:lnTo>
                    <a:pt x="10" y="140"/>
                  </a:lnTo>
                  <a:lnTo>
                    <a:pt x="10" y="140"/>
                  </a:lnTo>
                  <a:lnTo>
                    <a:pt x="16" y="128"/>
                  </a:lnTo>
                  <a:lnTo>
                    <a:pt x="23" y="118"/>
                  </a:lnTo>
                  <a:lnTo>
                    <a:pt x="31" y="108"/>
                  </a:lnTo>
                  <a:lnTo>
                    <a:pt x="40" y="98"/>
                  </a:lnTo>
                  <a:lnTo>
                    <a:pt x="60" y="79"/>
                  </a:lnTo>
                  <a:lnTo>
                    <a:pt x="78" y="62"/>
                  </a:lnTo>
                  <a:lnTo>
                    <a:pt x="78" y="62"/>
                  </a:lnTo>
                  <a:lnTo>
                    <a:pt x="93" y="49"/>
                  </a:lnTo>
                  <a:lnTo>
                    <a:pt x="107" y="36"/>
                  </a:lnTo>
                  <a:lnTo>
                    <a:pt x="120" y="23"/>
                  </a:lnTo>
                  <a:lnTo>
                    <a:pt x="127" y="16"/>
                  </a:lnTo>
                  <a:lnTo>
                    <a:pt x="132" y="8"/>
                  </a:lnTo>
                  <a:lnTo>
                    <a:pt x="132" y="8"/>
                  </a:lnTo>
                  <a:lnTo>
                    <a:pt x="133" y="6"/>
                  </a:lnTo>
                  <a:lnTo>
                    <a:pt x="132" y="4"/>
                  </a:lnTo>
                  <a:lnTo>
                    <a:pt x="129" y="0"/>
                  </a:lnTo>
                  <a:lnTo>
                    <a:pt x="125" y="0"/>
                  </a:lnTo>
                  <a:lnTo>
                    <a:pt x="124" y="0"/>
                  </a:lnTo>
                  <a:lnTo>
                    <a:pt x="122" y="3"/>
                  </a:lnTo>
                  <a:lnTo>
                    <a:pt x="122" y="3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88" name="Freeform 500"/>
            <p:cNvSpPr/>
            <p:nvPr>
              <p:custDataLst>
                <p:tags r:id="rId42"/>
              </p:custDataLst>
            </p:nvPr>
          </p:nvSpPr>
          <p:spPr bwMode="auto">
            <a:xfrm>
              <a:off x="3441701" y="1014413"/>
              <a:ext cx="69850" cy="73025"/>
            </a:xfrm>
            <a:custGeom>
              <a:avLst/>
              <a:gdLst/>
              <a:ahLst/>
              <a:cxnLst>
                <a:cxn ang="0">
                  <a:pos x="168" y="0"/>
                </a:cxn>
                <a:cxn ang="0">
                  <a:pos x="168" y="0"/>
                </a:cxn>
                <a:cxn ang="0">
                  <a:pos x="159" y="7"/>
                </a:cxn>
                <a:cxn ang="0">
                  <a:pos x="151" y="13"/>
                </a:cxn>
                <a:cxn ang="0">
                  <a:pos x="136" y="28"/>
                </a:cxn>
                <a:cxn ang="0">
                  <a:pos x="136" y="28"/>
                </a:cxn>
                <a:cxn ang="0">
                  <a:pos x="113" y="53"/>
                </a:cxn>
                <a:cxn ang="0">
                  <a:pos x="91" y="78"/>
                </a:cxn>
                <a:cxn ang="0">
                  <a:pos x="91" y="78"/>
                </a:cxn>
                <a:cxn ang="0">
                  <a:pos x="47" y="129"/>
                </a:cxn>
                <a:cxn ang="0">
                  <a:pos x="25" y="153"/>
                </a:cxn>
                <a:cxn ang="0">
                  <a:pos x="3" y="177"/>
                </a:cxn>
                <a:cxn ang="0">
                  <a:pos x="3" y="177"/>
                </a:cxn>
                <a:cxn ang="0">
                  <a:pos x="2" y="180"/>
                </a:cxn>
                <a:cxn ang="0">
                  <a:pos x="0" y="181"/>
                </a:cxn>
                <a:cxn ang="0">
                  <a:pos x="3" y="185"/>
                </a:cxn>
                <a:cxn ang="0">
                  <a:pos x="7" y="186"/>
                </a:cxn>
                <a:cxn ang="0">
                  <a:pos x="8" y="186"/>
                </a:cxn>
                <a:cxn ang="0">
                  <a:pos x="11" y="185"/>
                </a:cxn>
                <a:cxn ang="0">
                  <a:pos x="11" y="185"/>
                </a:cxn>
                <a:cxn ang="0">
                  <a:pos x="32" y="163"/>
                </a:cxn>
                <a:cxn ang="0">
                  <a:pos x="51" y="140"/>
                </a:cxn>
                <a:cxn ang="0">
                  <a:pos x="91" y="95"/>
                </a:cxn>
                <a:cxn ang="0">
                  <a:pos x="91" y="95"/>
                </a:cxn>
                <a:cxn ang="0">
                  <a:pos x="110" y="72"/>
                </a:cxn>
                <a:cxn ang="0">
                  <a:pos x="130" y="50"/>
                </a:cxn>
                <a:cxn ang="0">
                  <a:pos x="130" y="50"/>
                </a:cxn>
                <a:cxn ang="0">
                  <a:pos x="149" y="29"/>
                </a:cxn>
                <a:cxn ang="0">
                  <a:pos x="161" y="19"/>
                </a:cxn>
                <a:cxn ang="0">
                  <a:pos x="166" y="15"/>
                </a:cxn>
                <a:cxn ang="0">
                  <a:pos x="173" y="11"/>
                </a:cxn>
                <a:cxn ang="0">
                  <a:pos x="173" y="11"/>
                </a:cxn>
                <a:cxn ang="0">
                  <a:pos x="174" y="10"/>
                </a:cxn>
                <a:cxn ang="0">
                  <a:pos x="176" y="7"/>
                </a:cxn>
                <a:cxn ang="0">
                  <a:pos x="176" y="6"/>
                </a:cxn>
                <a:cxn ang="0">
                  <a:pos x="176" y="3"/>
                </a:cxn>
                <a:cxn ang="0">
                  <a:pos x="172" y="0"/>
                </a:cxn>
                <a:cxn ang="0">
                  <a:pos x="169" y="0"/>
                </a:cxn>
                <a:cxn ang="0">
                  <a:pos x="168" y="0"/>
                </a:cxn>
                <a:cxn ang="0">
                  <a:pos x="168" y="0"/>
                </a:cxn>
              </a:cxnLst>
              <a:rect l="0" t="0" r="r" b="b"/>
              <a:pathLst>
                <a:path w="176" h="186">
                  <a:moveTo>
                    <a:pt x="168" y="0"/>
                  </a:moveTo>
                  <a:lnTo>
                    <a:pt x="168" y="0"/>
                  </a:lnTo>
                  <a:lnTo>
                    <a:pt x="159" y="7"/>
                  </a:lnTo>
                  <a:lnTo>
                    <a:pt x="151" y="13"/>
                  </a:lnTo>
                  <a:lnTo>
                    <a:pt x="136" y="28"/>
                  </a:lnTo>
                  <a:lnTo>
                    <a:pt x="136" y="28"/>
                  </a:lnTo>
                  <a:lnTo>
                    <a:pt x="113" y="53"/>
                  </a:lnTo>
                  <a:lnTo>
                    <a:pt x="91" y="78"/>
                  </a:lnTo>
                  <a:lnTo>
                    <a:pt x="91" y="78"/>
                  </a:lnTo>
                  <a:lnTo>
                    <a:pt x="47" y="129"/>
                  </a:lnTo>
                  <a:lnTo>
                    <a:pt x="25" y="153"/>
                  </a:lnTo>
                  <a:lnTo>
                    <a:pt x="3" y="177"/>
                  </a:lnTo>
                  <a:lnTo>
                    <a:pt x="3" y="177"/>
                  </a:lnTo>
                  <a:lnTo>
                    <a:pt x="2" y="180"/>
                  </a:lnTo>
                  <a:lnTo>
                    <a:pt x="0" y="181"/>
                  </a:lnTo>
                  <a:lnTo>
                    <a:pt x="3" y="185"/>
                  </a:lnTo>
                  <a:lnTo>
                    <a:pt x="7" y="186"/>
                  </a:lnTo>
                  <a:lnTo>
                    <a:pt x="8" y="186"/>
                  </a:lnTo>
                  <a:lnTo>
                    <a:pt x="11" y="185"/>
                  </a:lnTo>
                  <a:lnTo>
                    <a:pt x="11" y="185"/>
                  </a:lnTo>
                  <a:lnTo>
                    <a:pt x="32" y="163"/>
                  </a:lnTo>
                  <a:lnTo>
                    <a:pt x="51" y="140"/>
                  </a:lnTo>
                  <a:lnTo>
                    <a:pt x="91" y="95"/>
                  </a:lnTo>
                  <a:lnTo>
                    <a:pt x="91" y="95"/>
                  </a:lnTo>
                  <a:lnTo>
                    <a:pt x="110" y="72"/>
                  </a:lnTo>
                  <a:lnTo>
                    <a:pt x="130" y="50"/>
                  </a:lnTo>
                  <a:lnTo>
                    <a:pt x="130" y="50"/>
                  </a:lnTo>
                  <a:lnTo>
                    <a:pt x="149" y="29"/>
                  </a:lnTo>
                  <a:lnTo>
                    <a:pt x="161" y="19"/>
                  </a:lnTo>
                  <a:lnTo>
                    <a:pt x="166" y="15"/>
                  </a:lnTo>
                  <a:lnTo>
                    <a:pt x="173" y="11"/>
                  </a:lnTo>
                  <a:lnTo>
                    <a:pt x="173" y="11"/>
                  </a:lnTo>
                  <a:lnTo>
                    <a:pt x="174" y="10"/>
                  </a:lnTo>
                  <a:lnTo>
                    <a:pt x="176" y="7"/>
                  </a:lnTo>
                  <a:lnTo>
                    <a:pt x="176" y="6"/>
                  </a:lnTo>
                  <a:lnTo>
                    <a:pt x="176" y="3"/>
                  </a:lnTo>
                  <a:lnTo>
                    <a:pt x="172" y="0"/>
                  </a:lnTo>
                  <a:lnTo>
                    <a:pt x="169" y="0"/>
                  </a:lnTo>
                  <a:lnTo>
                    <a:pt x="168" y="0"/>
                  </a:lnTo>
                  <a:lnTo>
                    <a:pt x="168" y="0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89" name="Freeform 501"/>
            <p:cNvSpPr/>
            <p:nvPr>
              <p:custDataLst>
                <p:tags r:id="rId43"/>
              </p:custDataLst>
            </p:nvPr>
          </p:nvSpPr>
          <p:spPr bwMode="auto">
            <a:xfrm>
              <a:off x="3465513" y="1044575"/>
              <a:ext cx="50800" cy="57150"/>
            </a:xfrm>
            <a:custGeom>
              <a:avLst/>
              <a:gdLst/>
              <a:ahLst/>
              <a:cxnLst>
                <a:cxn ang="0">
                  <a:pos x="115" y="2"/>
                </a:cxn>
                <a:cxn ang="0">
                  <a:pos x="115" y="2"/>
                </a:cxn>
                <a:cxn ang="0">
                  <a:pos x="86" y="34"/>
                </a:cxn>
                <a:cxn ang="0">
                  <a:pos x="57" y="67"/>
                </a:cxn>
                <a:cxn ang="0">
                  <a:pos x="1" y="135"/>
                </a:cxn>
                <a:cxn ang="0">
                  <a:pos x="1" y="135"/>
                </a:cxn>
                <a:cxn ang="0">
                  <a:pos x="0" y="138"/>
                </a:cxn>
                <a:cxn ang="0">
                  <a:pos x="0" y="140"/>
                </a:cxn>
                <a:cxn ang="0">
                  <a:pos x="2" y="143"/>
                </a:cxn>
                <a:cxn ang="0">
                  <a:pos x="4" y="144"/>
                </a:cxn>
                <a:cxn ang="0">
                  <a:pos x="5" y="145"/>
                </a:cxn>
                <a:cxn ang="0">
                  <a:pos x="8" y="144"/>
                </a:cxn>
                <a:cxn ang="0">
                  <a:pos x="9" y="143"/>
                </a:cxn>
                <a:cxn ang="0">
                  <a:pos x="9" y="143"/>
                </a:cxn>
                <a:cxn ang="0">
                  <a:pos x="65" y="75"/>
                </a:cxn>
                <a:cxn ang="0">
                  <a:pos x="94" y="42"/>
                </a:cxn>
                <a:cxn ang="0">
                  <a:pos x="124" y="9"/>
                </a:cxn>
                <a:cxn ang="0">
                  <a:pos x="124" y="9"/>
                </a:cxn>
                <a:cxn ang="0">
                  <a:pos x="125" y="8"/>
                </a:cxn>
                <a:cxn ang="0">
                  <a:pos x="125" y="5"/>
                </a:cxn>
                <a:cxn ang="0">
                  <a:pos x="123" y="2"/>
                </a:cxn>
                <a:cxn ang="0">
                  <a:pos x="120" y="0"/>
                </a:cxn>
                <a:cxn ang="0">
                  <a:pos x="118" y="0"/>
                </a:cxn>
                <a:cxn ang="0">
                  <a:pos x="115" y="2"/>
                </a:cxn>
                <a:cxn ang="0">
                  <a:pos x="115" y="2"/>
                </a:cxn>
              </a:cxnLst>
              <a:rect l="0" t="0" r="r" b="b"/>
              <a:pathLst>
                <a:path w="125" h="145">
                  <a:moveTo>
                    <a:pt x="115" y="2"/>
                  </a:moveTo>
                  <a:lnTo>
                    <a:pt x="115" y="2"/>
                  </a:lnTo>
                  <a:lnTo>
                    <a:pt x="86" y="34"/>
                  </a:lnTo>
                  <a:lnTo>
                    <a:pt x="57" y="67"/>
                  </a:lnTo>
                  <a:lnTo>
                    <a:pt x="1" y="135"/>
                  </a:lnTo>
                  <a:lnTo>
                    <a:pt x="1" y="135"/>
                  </a:lnTo>
                  <a:lnTo>
                    <a:pt x="0" y="138"/>
                  </a:lnTo>
                  <a:lnTo>
                    <a:pt x="0" y="140"/>
                  </a:lnTo>
                  <a:lnTo>
                    <a:pt x="2" y="143"/>
                  </a:lnTo>
                  <a:lnTo>
                    <a:pt x="4" y="144"/>
                  </a:lnTo>
                  <a:lnTo>
                    <a:pt x="5" y="145"/>
                  </a:lnTo>
                  <a:lnTo>
                    <a:pt x="8" y="144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65" y="75"/>
                  </a:lnTo>
                  <a:lnTo>
                    <a:pt x="94" y="42"/>
                  </a:lnTo>
                  <a:lnTo>
                    <a:pt x="124" y="9"/>
                  </a:lnTo>
                  <a:lnTo>
                    <a:pt x="124" y="9"/>
                  </a:lnTo>
                  <a:lnTo>
                    <a:pt x="125" y="8"/>
                  </a:lnTo>
                  <a:lnTo>
                    <a:pt x="125" y="5"/>
                  </a:lnTo>
                  <a:lnTo>
                    <a:pt x="123" y="2"/>
                  </a:lnTo>
                  <a:lnTo>
                    <a:pt x="120" y="0"/>
                  </a:lnTo>
                  <a:lnTo>
                    <a:pt x="118" y="0"/>
                  </a:lnTo>
                  <a:lnTo>
                    <a:pt x="115" y="2"/>
                  </a:lnTo>
                  <a:lnTo>
                    <a:pt x="115" y="2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90" name="Freeform 502"/>
            <p:cNvSpPr/>
            <p:nvPr>
              <p:custDataLst>
                <p:tags r:id="rId44"/>
              </p:custDataLst>
            </p:nvPr>
          </p:nvSpPr>
          <p:spPr bwMode="auto">
            <a:xfrm>
              <a:off x="3430588" y="1176338"/>
              <a:ext cx="38100" cy="52388"/>
            </a:xfrm>
            <a:custGeom>
              <a:avLst/>
              <a:gdLst/>
              <a:ahLst/>
              <a:cxnLst>
                <a:cxn ang="0">
                  <a:pos x="89" y="1"/>
                </a:cxn>
                <a:cxn ang="0">
                  <a:pos x="89" y="1"/>
                </a:cxn>
                <a:cxn ang="0">
                  <a:pos x="64" y="33"/>
                </a:cxn>
                <a:cxn ang="0">
                  <a:pos x="39" y="64"/>
                </a:cxn>
                <a:cxn ang="0">
                  <a:pos x="39" y="64"/>
                </a:cxn>
                <a:cxn ang="0">
                  <a:pos x="17" y="94"/>
                </a:cxn>
                <a:cxn ang="0">
                  <a:pos x="8" y="110"/>
                </a:cxn>
                <a:cxn ang="0">
                  <a:pos x="4" y="118"/>
                </a:cxn>
                <a:cxn ang="0">
                  <a:pos x="0" y="126"/>
                </a:cxn>
                <a:cxn ang="0">
                  <a:pos x="0" y="126"/>
                </a:cxn>
                <a:cxn ang="0">
                  <a:pos x="0" y="128"/>
                </a:cxn>
                <a:cxn ang="0">
                  <a:pos x="2" y="131"/>
                </a:cxn>
                <a:cxn ang="0">
                  <a:pos x="4" y="133"/>
                </a:cxn>
                <a:cxn ang="0">
                  <a:pos x="8" y="132"/>
                </a:cxn>
                <a:cxn ang="0">
                  <a:pos x="11" y="131"/>
                </a:cxn>
                <a:cxn ang="0">
                  <a:pos x="12" y="130"/>
                </a:cxn>
                <a:cxn ang="0">
                  <a:pos x="12" y="130"/>
                </a:cxn>
                <a:cxn ang="0">
                  <a:pos x="15" y="122"/>
                </a:cxn>
                <a:cxn ang="0">
                  <a:pos x="17" y="115"/>
                </a:cxn>
                <a:cxn ang="0">
                  <a:pos x="26" y="102"/>
                </a:cxn>
                <a:cxn ang="0">
                  <a:pos x="36" y="90"/>
                </a:cxn>
                <a:cxn ang="0">
                  <a:pos x="45" y="77"/>
                </a:cxn>
                <a:cxn ang="0">
                  <a:pos x="45" y="77"/>
                </a:cxn>
                <a:cxn ang="0">
                  <a:pos x="58" y="60"/>
                </a:cxn>
                <a:cxn ang="0">
                  <a:pos x="71" y="43"/>
                </a:cxn>
                <a:cxn ang="0">
                  <a:pos x="97" y="11"/>
                </a:cxn>
                <a:cxn ang="0">
                  <a:pos x="97" y="11"/>
                </a:cxn>
                <a:cxn ang="0">
                  <a:pos x="98" y="8"/>
                </a:cxn>
                <a:cxn ang="0">
                  <a:pos x="98" y="5"/>
                </a:cxn>
                <a:cxn ang="0">
                  <a:pos x="97" y="1"/>
                </a:cxn>
                <a:cxn ang="0">
                  <a:pos x="96" y="0"/>
                </a:cxn>
                <a:cxn ang="0">
                  <a:pos x="93" y="0"/>
                </a:cxn>
                <a:cxn ang="0">
                  <a:pos x="92" y="0"/>
                </a:cxn>
                <a:cxn ang="0">
                  <a:pos x="89" y="1"/>
                </a:cxn>
                <a:cxn ang="0">
                  <a:pos x="89" y="1"/>
                </a:cxn>
              </a:cxnLst>
              <a:rect l="0" t="0" r="r" b="b"/>
              <a:pathLst>
                <a:path w="98" h="133">
                  <a:moveTo>
                    <a:pt x="89" y="1"/>
                  </a:moveTo>
                  <a:lnTo>
                    <a:pt x="89" y="1"/>
                  </a:lnTo>
                  <a:lnTo>
                    <a:pt x="64" y="33"/>
                  </a:lnTo>
                  <a:lnTo>
                    <a:pt x="39" y="64"/>
                  </a:lnTo>
                  <a:lnTo>
                    <a:pt x="39" y="64"/>
                  </a:lnTo>
                  <a:lnTo>
                    <a:pt x="17" y="94"/>
                  </a:lnTo>
                  <a:lnTo>
                    <a:pt x="8" y="110"/>
                  </a:lnTo>
                  <a:lnTo>
                    <a:pt x="4" y="118"/>
                  </a:lnTo>
                  <a:lnTo>
                    <a:pt x="0" y="126"/>
                  </a:lnTo>
                  <a:lnTo>
                    <a:pt x="0" y="126"/>
                  </a:lnTo>
                  <a:lnTo>
                    <a:pt x="0" y="128"/>
                  </a:lnTo>
                  <a:lnTo>
                    <a:pt x="2" y="131"/>
                  </a:lnTo>
                  <a:lnTo>
                    <a:pt x="4" y="133"/>
                  </a:lnTo>
                  <a:lnTo>
                    <a:pt x="8" y="132"/>
                  </a:lnTo>
                  <a:lnTo>
                    <a:pt x="11" y="131"/>
                  </a:lnTo>
                  <a:lnTo>
                    <a:pt x="12" y="130"/>
                  </a:lnTo>
                  <a:lnTo>
                    <a:pt x="12" y="130"/>
                  </a:lnTo>
                  <a:lnTo>
                    <a:pt x="15" y="122"/>
                  </a:lnTo>
                  <a:lnTo>
                    <a:pt x="17" y="115"/>
                  </a:lnTo>
                  <a:lnTo>
                    <a:pt x="26" y="102"/>
                  </a:lnTo>
                  <a:lnTo>
                    <a:pt x="36" y="90"/>
                  </a:lnTo>
                  <a:lnTo>
                    <a:pt x="45" y="77"/>
                  </a:lnTo>
                  <a:lnTo>
                    <a:pt x="45" y="77"/>
                  </a:lnTo>
                  <a:lnTo>
                    <a:pt x="58" y="60"/>
                  </a:lnTo>
                  <a:lnTo>
                    <a:pt x="71" y="43"/>
                  </a:lnTo>
                  <a:lnTo>
                    <a:pt x="97" y="11"/>
                  </a:lnTo>
                  <a:lnTo>
                    <a:pt x="97" y="11"/>
                  </a:lnTo>
                  <a:lnTo>
                    <a:pt x="98" y="8"/>
                  </a:lnTo>
                  <a:lnTo>
                    <a:pt x="98" y="5"/>
                  </a:lnTo>
                  <a:lnTo>
                    <a:pt x="97" y="1"/>
                  </a:lnTo>
                  <a:lnTo>
                    <a:pt x="96" y="0"/>
                  </a:lnTo>
                  <a:lnTo>
                    <a:pt x="93" y="0"/>
                  </a:lnTo>
                  <a:lnTo>
                    <a:pt x="92" y="0"/>
                  </a:lnTo>
                  <a:lnTo>
                    <a:pt x="89" y="1"/>
                  </a:lnTo>
                  <a:lnTo>
                    <a:pt x="89" y="1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91" name="Freeform 503"/>
            <p:cNvSpPr/>
            <p:nvPr>
              <p:custDataLst>
                <p:tags r:id="rId45"/>
              </p:custDataLst>
            </p:nvPr>
          </p:nvSpPr>
          <p:spPr bwMode="auto">
            <a:xfrm>
              <a:off x="3443288" y="1169988"/>
              <a:ext cx="65088" cy="79375"/>
            </a:xfrm>
            <a:custGeom>
              <a:avLst/>
              <a:gdLst/>
              <a:ahLst/>
              <a:cxnLst>
                <a:cxn ang="0">
                  <a:pos x="155" y="3"/>
                </a:cxn>
                <a:cxn ang="0">
                  <a:pos x="155" y="3"/>
                </a:cxn>
                <a:cxn ang="0">
                  <a:pos x="135" y="27"/>
                </a:cxn>
                <a:cxn ang="0">
                  <a:pos x="115" y="50"/>
                </a:cxn>
                <a:cxn ang="0">
                  <a:pos x="75" y="96"/>
                </a:cxn>
                <a:cxn ang="0">
                  <a:pos x="55" y="119"/>
                </a:cxn>
                <a:cxn ang="0">
                  <a:pos x="36" y="143"/>
                </a:cxn>
                <a:cxn ang="0">
                  <a:pos x="17" y="168"/>
                </a:cxn>
                <a:cxn ang="0">
                  <a:pos x="2" y="194"/>
                </a:cxn>
                <a:cxn ang="0">
                  <a:pos x="2" y="194"/>
                </a:cxn>
                <a:cxn ang="0">
                  <a:pos x="0" y="197"/>
                </a:cxn>
                <a:cxn ang="0">
                  <a:pos x="0" y="199"/>
                </a:cxn>
                <a:cxn ang="0">
                  <a:pos x="3" y="202"/>
                </a:cxn>
                <a:cxn ang="0">
                  <a:pos x="8" y="203"/>
                </a:cxn>
                <a:cxn ang="0">
                  <a:pos x="9" y="202"/>
                </a:cxn>
                <a:cxn ang="0">
                  <a:pos x="11" y="200"/>
                </a:cxn>
                <a:cxn ang="0">
                  <a:pos x="11" y="200"/>
                </a:cxn>
                <a:cxn ang="0">
                  <a:pos x="28" y="174"/>
                </a:cxn>
                <a:cxn ang="0">
                  <a:pos x="45" y="149"/>
                </a:cxn>
                <a:cxn ang="0">
                  <a:pos x="64" y="126"/>
                </a:cxn>
                <a:cxn ang="0">
                  <a:pos x="84" y="102"/>
                </a:cxn>
                <a:cxn ang="0">
                  <a:pos x="123" y="57"/>
                </a:cxn>
                <a:cxn ang="0">
                  <a:pos x="144" y="34"/>
                </a:cxn>
                <a:cxn ang="0">
                  <a:pos x="162" y="11"/>
                </a:cxn>
                <a:cxn ang="0">
                  <a:pos x="162" y="11"/>
                </a:cxn>
                <a:cxn ang="0">
                  <a:pos x="164" y="8"/>
                </a:cxn>
                <a:cxn ang="0">
                  <a:pos x="164" y="7"/>
                </a:cxn>
                <a:cxn ang="0">
                  <a:pos x="162" y="3"/>
                </a:cxn>
                <a:cxn ang="0">
                  <a:pos x="160" y="2"/>
                </a:cxn>
                <a:cxn ang="0">
                  <a:pos x="158" y="0"/>
                </a:cxn>
                <a:cxn ang="0">
                  <a:pos x="156" y="2"/>
                </a:cxn>
                <a:cxn ang="0">
                  <a:pos x="155" y="3"/>
                </a:cxn>
                <a:cxn ang="0">
                  <a:pos x="155" y="3"/>
                </a:cxn>
              </a:cxnLst>
              <a:rect l="0" t="0" r="r" b="b"/>
              <a:pathLst>
                <a:path w="164" h="203">
                  <a:moveTo>
                    <a:pt x="155" y="3"/>
                  </a:moveTo>
                  <a:lnTo>
                    <a:pt x="155" y="3"/>
                  </a:lnTo>
                  <a:lnTo>
                    <a:pt x="135" y="27"/>
                  </a:lnTo>
                  <a:lnTo>
                    <a:pt x="115" y="50"/>
                  </a:lnTo>
                  <a:lnTo>
                    <a:pt x="75" y="96"/>
                  </a:lnTo>
                  <a:lnTo>
                    <a:pt x="55" y="119"/>
                  </a:lnTo>
                  <a:lnTo>
                    <a:pt x="36" y="143"/>
                  </a:lnTo>
                  <a:lnTo>
                    <a:pt x="17" y="168"/>
                  </a:lnTo>
                  <a:lnTo>
                    <a:pt x="2" y="194"/>
                  </a:lnTo>
                  <a:lnTo>
                    <a:pt x="2" y="194"/>
                  </a:lnTo>
                  <a:lnTo>
                    <a:pt x="0" y="197"/>
                  </a:lnTo>
                  <a:lnTo>
                    <a:pt x="0" y="199"/>
                  </a:lnTo>
                  <a:lnTo>
                    <a:pt x="3" y="202"/>
                  </a:lnTo>
                  <a:lnTo>
                    <a:pt x="8" y="203"/>
                  </a:lnTo>
                  <a:lnTo>
                    <a:pt x="9" y="202"/>
                  </a:lnTo>
                  <a:lnTo>
                    <a:pt x="11" y="200"/>
                  </a:lnTo>
                  <a:lnTo>
                    <a:pt x="11" y="200"/>
                  </a:lnTo>
                  <a:lnTo>
                    <a:pt x="28" y="174"/>
                  </a:lnTo>
                  <a:lnTo>
                    <a:pt x="45" y="149"/>
                  </a:lnTo>
                  <a:lnTo>
                    <a:pt x="64" y="126"/>
                  </a:lnTo>
                  <a:lnTo>
                    <a:pt x="84" y="102"/>
                  </a:lnTo>
                  <a:lnTo>
                    <a:pt x="123" y="57"/>
                  </a:lnTo>
                  <a:lnTo>
                    <a:pt x="144" y="34"/>
                  </a:lnTo>
                  <a:lnTo>
                    <a:pt x="162" y="11"/>
                  </a:lnTo>
                  <a:lnTo>
                    <a:pt x="162" y="11"/>
                  </a:lnTo>
                  <a:lnTo>
                    <a:pt x="164" y="8"/>
                  </a:lnTo>
                  <a:lnTo>
                    <a:pt x="164" y="7"/>
                  </a:lnTo>
                  <a:lnTo>
                    <a:pt x="162" y="3"/>
                  </a:lnTo>
                  <a:lnTo>
                    <a:pt x="160" y="2"/>
                  </a:lnTo>
                  <a:lnTo>
                    <a:pt x="158" y="0"/>
                  </a:lnTo>
                  <a:lnTo>
                    <a:pt x="156" y="2"/>
                  </a:lnTo>
                  <a:lnTo>
                    <a:pt x="155" y="3"/>
                  </a:lnTo>
                  <a:lnTo>
                    <a:pt x="155" y="3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92" name="Freeform 504"/>
            <p:cNvSpPr/>
            <p:nvPr>
              <p:custDataLst>
                <p:tags r:id="rId46"/>
              </p:custDataLst>
            </p:nvPr>
          </p:nvSpPr>
          <p:spPr bwMode="auto">
            <a:xfrm>
              <a:off x="3446463" y="1190625"/>
              <a:ext cx="82550" cy="96838"/>
            </a:xfrm>
            <a:custGeom>
              <a:avLst/>
              <a:gdLst/>
              <a:ahLst/>
              <a:cxnLst>
                <a:cxn ang="0">
                  <a:pos x="202" y="1"/>
                </a:cxn>
                <a:cxn ang="0">
                  <a:pos x="202" y="1"/>
                </a:cxn>
                <a:cxn ang="0">
                  <a:pos x="173" y="24"/>
                </a:cxn>
                <a:cxn ang="0">
                  <a:pos x="145" y="50"/>
                </a:cxn>
                <a:cxn ang="0">
                  <a:pos x="119" y="77"/>
                </a:cxn>
                <a:cxn ang="0">
                  <a:pos x="107" y="92"/>
                </a:cxn>
                <a:cxn ang="0">
                  <a:pos x="96" y="106"/>
                </a:cxn>
                <a:cxn ang="0">
                  <a:pos x="96" y="106"/>
                </a:cxn>
                <a:cxn ang="0">
                  <a:pos x="84" y="122"/>
                </a:cxn>
                <a:cxn ang="0">
                  <a:pos x="71" y="137"/>
                </a:cxn>
                <a:cxn ang="0">
                  <a:pos x="45" y="169"/>
                </a:cxn>
                <a:cxn ang="0">
                  <a:pos x="33" y="184"/>
                </a:cxn>
                <a:cxn ang="0">
                  <a:pos x="21" y="200"/>
                </a:cxn>
                <a:cxn ang="0">
                  <a:pos x="11" y="217"/>
                </a:cxn>
                <a:cxn ang="0">
                  <a:pos x="1" y="235"/>
                </a:cxn>
                <a:cxn ang="0">
                  <a:pos x="1" y="235"/>
                </a:cxn>
                <a:cxn ang="0">
                  <a:pos x="0" y="238"/>
                </a:cxn>
                <a:cxn ang="0">
                  <a:pos x="0" y="239"/>
                </a:cxn>
                <a:cxn ang="0">
                  <a:pos x="4" y="243"/>
                </a:cxn>
                <a:cxn ang="0">
                  <a:pos x="5" y="245"/>
                </a:cxn>
                <a:cxn ang="0">
                  <a:pos x="8" y="245"/>
                </a:cxn>
                <a:cxn ang="0">
                  <a:pos x="9" y="243"/>
                </a:cxn>
                <a:cxn ang="0">
                  <a:pos x="11" y="241"/>
                </a:cxn>
                <a:cxn ang="0">
                  <a:pos x="11" y="241"/>
                </a:cxn>
                <a:cxn ang="0">
                  <a:pos x="18" y="225"/>
                </a:cxn>
                <a:cxn ang="0">
                  <a:pos x="28" y="211"/>
                </a:cxn>
                <a:cxn ang="0">
                  <a:pos x="38" y="196"/>
                </a:cxn>
                <a:cxn ang="0">
                  <a:pos x="50" y="182"/>
                </a:cxn>
                <a:cxn ang="0">
                  <a:pos x="72" y="156"/>
                </a:cxn>
                <a:cxn ang="0">
                  <a:pos x="94" y="128"/>
                </a:cxn>
                <a:cxn ang="0">
                  <a:pos x="94" y="128"/>
                </a:cxn>
                <a:cxn ang="0">
                  <a:pos x="119" y="95"/>
                </a:cxn>
                <a:cxn ang="0">
                  <a:pos x="147" y="65"/>
                </a:cxn>
                <a:cxn ang="0">
                  <a:pos x="175" y="37"/>
                </a:cxn>
                <a:cxn ang="0">
                  <a:pos x="191" y="24"/>
                </a:cxn>
                <a:cxn ang="0">
                  <a:pos x="207" y="10"/>
                </a:cxn>
                <a:cxn ang="0">
                  <a:pos x="207" y="10"/>
                </a:cxn>
                <a:cxn ang="0">
                  <a:pos x="208" y="9"/>
                </a:cxn>
                <a:cxn ang="0">
                  <a:pos x="209" y="7"/>
                </a:cxn>
                <a:cxn ang="0">
                  <a:pos x="208" y="3"/>
                </a:cxn>
                <a:cxn ang="0">
                  <a:pos x="207" y="1"/>
                </a:cxn>
                <a:cxn ang="0">
                  <a:pos x="205" y="0"/>
                </a:cxn>
                <a:cxn ang="0">
                  <a:pos x="203" y="0"/>
                </a:cxn>
                <a:cxn ang="0">
                  <a:pos x="202" y="1"/>
                </a:cxn>
                <a:cxn ang="0">
                  <a:pos x="202" y="1"/>
                </a:cxn>
              </a:cxnLst>
              <a:rect l="0" t="0" r="r" b="b"/>
              <a:pathLst>
                <a:path w="209" h="245">
                  <a:moveTo>
                    <a:pt x="202" y="1"/>
                  </a:moveTo>
                  <a:lnTo>
                    <a:pt x="202" y="1"/>
                  </a:lnTo>
                  <a:lnTo>
                    <a:pt x="173" y="24"/>
                  </a:lnTo>
                  <a:lnTo>
                    <a:pt x="145" y="50"/>
                  </a:lnTo>
                  <a:lnTo>
                    <a:pt x="119" y="77"/>
                  </a:lnTo>
                  <a:lnTo>
                    <a:pt x="107" y="92"/>
                  </a:lnTo>
                  <a:lnTo>
                    <a:pt x="96" y="106"/>
                  </a:lnTo>
                  <a:lnTo>
                    <a:pt x="96" y="106"/>
                  </a:lnTo>
                  <a:lnTo>
                    <a:pt x="84" y="122"/>
                  </a:lnTo>
                  <a:lnTo>
                    <a:pt x="71" y="137"/>
                  </a:lnTo>
                  <a:lnTo>
                    <a:pt x="45" y="169"/>
                  </a:lnTo>
                  <a:lnTo>
                    <a:pt x="33" y="184"/>
                  </a:lnTo>
                  <a:lnTo>
                    <a:pt x="21" y="200"/>
                  </a:lnTo>
                  <a:lnTo>
                    <a:pt x="11" y="217"/>
                  </a:lnTo>
                  <a:lnTo>
                    <a:pt x="1" y="235"/>
                  </a:lnTo>
                  <a:lnTo>
                    <a:pt x="1" y="235"/>
                  </a:lnTo>
                  <a:lnTo>
                    <a:pt x="0" y="238"/>
                  </a:lnTo>
                  <a:lnTo>
                    <a:pt x="0" y="239"/>
                  </a:lnTo>
                  <a:lnTo>
                    <a:pt x="4" y="243"/>
                  </a:lnTo>
                  <a:lnTo>
                    <a:pt x="5" y="245"/>
                  </a:lnTo>
                  <a:lnTo>
                    <a:pt x="8" y="245"/>
                  </a:lnTo>
                  <a:lnTo>
                    <a:pt x="9" y="243"/>
                  </a:lnTo>
                  <a:lnTo>
                    <a:pt x="11" y="241"/>
                  </a:lnTo>
                  <a:lnTo>
                    <a:pt x="11" y="241"/>
                  </a:lnTo>
                  <a:lnTo>
                    <a:pt x="18" y="225"/>
                  </a:lnTo>
                  <a:lnTo>
                    <a:pt x="28" y="211"/>
                  </a:lnTo>
                  <a:lnTo>
                    <a:pt x="38" y="196"/>
                  </a:lnTo>
                  <a:lnTo>
                    <a:pt x="50" y="182"/>
                  </a:lnTo>
                  <a:lnTo>
                    <a:pt x="72" y="156"/>
                  </a:lnTo>
                  <a:lnTo>
                    <a:pt x="94" y="128"/>
                  </a:lnTo>
                  <a:lnTo>
                    <a:pt x="94" y="128"/>
                  </a:lnTo>
                  <a:lnTo>
                    <a:pt x="119" y="95"/>
                  </a:lnTo>
                  <a:lnTo>
                    <a:pt x="147" y="65"/>
                  </a:lnTo>
                  <a:lnTo>
                    <a:pt x="175" y="37"/>
                  </a:lnTo>
                  <a:lnTo>
                    <a:pt x="191" y="24"/>
                  </a:lnTo>
                  <a:lnTo>
                    <a:pt x="207" y="10"/>
                  </a:lnTo>
                  <a:lnTo>
                    <a:pt x="207" y="10"/>
                  </a:lnTo>
                  <a:lnTo>
                    <a:pt x="208" y="9"/>
                  </a:lnTo>
                  <a:lnTo>
                    <a:pt x="209" y="7"/>
                  </a:lnTo>
                  <a:lnTo>
                    <a:pt x="208" y="3"/>
                  </a:lnTo>
                  <a:lnTo>
                    <a:pt x="207" y="1"/>
                  </a:lnTo>
                  <a:lnTo>
                    <a:pt x="205" y="0"/>
                  </a:lnTo>
                  <a:lnTo>
                    <a:pt x="203" y="0"/>
                  </a:lnTo>
                  <a:lnTo>
                    <a:pt x="202" y="1"/>
                  </a:lnTo>
                  <a:lnTo>
                    <a:pt x="202" y="1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93" name="Freeform 505"/>
            <p:cNvSpPr/>
            <p:nvPr>
              <p:custDataLst>
                <p:tags r:id="rId47"/>
              </p:custDataLst>
            </p:nvPr>
          </p:nvSpPr>
          <p:spPr bwMode="auto">
            <a:xfrm>
              <a:off x="3448051" y="1246188"/>
              <a:ext cx="66675" cy="82550"/>
            </a:xfrm>
            <a:custGeom>
              <a:avLst/>
              <a:gdLst/>
              <a:ahLst/>
              <a:cxnLst>
                <a:cxn ang="0">
                  <a:pos x="157" y="3"/>
                </a:cxn>
                <a:cxn ang="0">
                  <a:pos x="157" y="3"/>
                </a:cxn>
                <a:cxn ang="0">
                  <a:pos x="136" y="32"/>
                </a:cxn>
                <a:cxn ang="0">
                  <a:pos x="115" y="60"/>
                </a:cxn>
                <a:cxn ang="0">
                  <a:pos x="94" y="89"/>
                </a:cxn>
                <a:cxn ang="0">
                  <a:pos x="84" y="102"/>
                </a:cxn>
                <a:cxn ang="0">
                  <a:pos x="71" y="115"/>
                </a:cxn>
                <a:cxn ang="0">
                  <a:pos x="71" y="115"/>
                </a:cxn>
                <a:cxn ang="0">
                  <a:pos x="52" y="134"/>
                </a:cxn>
                <a:cxn ang="0">
                  <a:pos x="34" y="155"/>
                </a:cxn>
                <a:cxn ang="0">
                  <a:pos x="16" y="176"/>
                </a:cxn>
                <a:cxn ang="0">
                  <a:pos x="8" y="186"/>
                </a:cxn>
                <a:cxn ang="0">
                  <a:pos x="1" y="196"/>
                </a:cxn>
                <a:cxn ang="0">
                  <a:pos x="1" y="196"/>
                </a:cxn>
                <a:cxn ang="0">
                  <a:pos x="0" y="199"/>
                </a:cxn>
                <a:cxn ang="0">
                  <a:pos x="0" y="202"/>
                </a:cxn>
                <a:cxn ang="0">
                  <a:pos x="3" y="204"/>
                </a:cxn>
                <a:cxn ang="0">
                  <a:pos x="7" y="206"/>
                </a:cxn>
                <a:cxn ang="0">
                  <a:pos x="9" y="204"/>
                </a:cxn>
                <a:cxn ang="0">
                  <a:pos x="10" y="203"/>
                </a:cxn>
                <a:cxn ang="0">
                  <a:pos x="10" y="203"/>
                </a:cxn>
                <a:cxn ang="0">
                  <a:pos x="20" y="190"/>
                </a:cxn>
                <a:cxn ang="0">
                  <a:pos x="29" y="178"/>
                </a:cxn>
                <a:cxn ang="0">
                  <a:pos x="50" y="155"/>
                </a:cxn>
                <a:cxn ang="0">
                  <a:pos x="72" y="131"/>
                </a:cxn>
                <a:cxn ang="0">
                  <a:pos x="93" y="109"/>
                </a:cxn>
                <a:cxn ang="0">
                  <a:pos x="93" y="109"/>
                </a:cxn>
                <a:cxn ang="0">
                  <a:pos x="112" y="84"/>
                </a:cxn>
                <a:cxn ang="0">
                  <a:pos x="131" y="59"/>
                </a:cxn>
                <a:cxn ang="0">
                  <a:pos x="148" y="34"/>
                </a:cxn>
                <a:cxn ang="0">
                  <a:pos x="166" y="8"/>
                </a:cxn>
                <a:cxn ang="0">
                  <a:pos x="166" y="8"/>
                </a:cxn>
                <a:cxn ang="0">
                  <a:pos x="167" y="7"/>
                </a:cxn>
                <a:cxn ang="0">
                  <a:pos x="167" y="4"/>
                </a:cxn>
                <a:cxn ang="0">
                  <a:pos x="166" y="3"/>
                </a:cxn>
                <a:cxn ang="0">
                  <a:pos x="165" y="2"/>
                </a:cxn>
                <a:cxn ang="0">
                  <a:pos x="161" y="0"/>
                </a:cxn>
                <a:cxn ang="0">
                  <a:pos x="158" y="2"/>
                </a:cxn>
                <a:cxn ang="0">
                  <a:pos x="157" y="3"/>
                </a:cxn>
                <a:cxn ang="0">
                  <a:pos x="157" y="3"/>
                </a:cxn>
              </a:cxnLst>
              <a:rect l="0" t="0" r="r" b="b"/>
              <a:pathLst>
                <a:path w="167" h="206">
                  <a:moveTo>
                    <a:pt x="157" y="3"/>
                  </a:moveTo>
                  <a:lnTo>
                    <a:pt x="157" y="3"/>
                  </a:lnTo>
                  <a:lnTo>
                    <a:pt x="136" y="32"/>
                  </a:lnTo>
                  <a:lnTo>
                    <a:pt x="115" y="60"/>
                  </a:lnTo>
                  <a:lnTo>
                    <a:pt x="94" y="89"/>
                  </a:lnTo>
                  <a:lnTo>
                    <a:pt x="84" y="102"/>
                  </a:lnTo>
                  <a:lnTo>
                    <a:pt x="71" y="115"/>
                  </a:lnTo>
                  <a:lnTo>
                    <a:pt x="71" y="115"/>
                  </a:lnTo>
                  <a:lnTo>
                    <a:pt x="52" y="134"/>
                  </a:lnTo>
                  <a:lnTo>
                    <a:pt x="34" y="155"/>
                  </a:lnTo>
                  <a:lnTo>
                    <a:pt x="16" y="176"/>
                  </a:lnTo>
                  <a:lnTo>
                    <a:pt x="8" y="186"/>
                  </a:lnTo>
                  <a:lnTo>
                    <a:pt x="1" y="196"/>
                  </a:lnTo>
                  <a:lnTo>
                    <a:pt x="1" y="196"/>
                  </a:lnTo>
                  <a:lnTo>
                    <a:pt x="0" y="199"/>
                  </a:lnTo>
                  <a:lnTo>
                    <a:pt x="0" y="202"/>
                  </a:lnTo>
                  <a:lnTo>
                    <a:pt x="3" y="204"/>
                  </a:lnTo>
                  <a:lnTo>
                    <a:pt x="7" y="206"/>
                  </a:lnTo>
                  <a:lnTo>
                    <a:pt x="9" y="204"/>
                  </a:lnTo>
                  <a:lnTo>
                    <a:pt x="10" y="203"/>
                  </a:lnTo>
                  <a:lnTo>
                    <a:pt x="10" y="203"/>
                  </a:lnTo>
                  <a:lnTo>
                    <a:pt x="20" y="190"/>
                  </a:lnTo>
                  <a:lnTo>
                    <a:pt x="29" y="178"/>
                  </a:lnTo>
                  <a:lnTo>
                    <a:pt x="50" y="155"/>
                  </a:lnTo>
                  <a:lnTo>
                    <a:pt x="72" y="131"/>
                  </a:lnTo>
                  <a:lnTo>
                    <a:pt x="93" y="109"/>
                  </a:lnTo>
                  <a:lnTo>
                    <a:pt x="93" y="109"/>
                  </a:lnTo>
                  <a:lnTo>
                    <a:pt x="112" y="84"/>
                  </a:lnTo>
                  <a:lnTo>
                    <a:pt x="131" y="59"/>
                  </a:lnTo>
                  <a:lnTo>
                    <a:pt x="148" y="34"/>
                  </a:lnTo>
                  <a:lnTo>
                    <a:pt x="166" y="8"/>
                  </a:lnTo>
                  <a:lnTo>
                    <a:pt x="166" y="8"/>
                  </a:lnTo>
                  <a:lnTo>
                    <a:pt x="167" y="7"/>
                  </a:lnTo>
                  <a:lnTo>
                    <a:pt x="167" y="4"/>
                  </a:lnTo>
                  <a:lnTo>
                    <a:pt x="166" y="3"/>
                  </a:lnTo>
                  <a:lnTo>
                    <a:pt x="165" y="2"/>
                  </a:lnTo>
                  <a:lnTo>
                    <a:pt x="161" y="0"/>
                  </a:lnTo>
                  <a:lnTo>
                    <a:pt x="158" y="2"/>
                  </a:lnTo>
                  <a:lnTo>
                    <a:pt x="157" y="3"/>
                  </a:lnTo>
                  <a:lnTo>
                    <a:pt x="157" y="3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94" name="Freeform 506"/>
            <p:cNvSpPr/>
            <p:nvPr>
              <p:custDataLst>
                <p:tags r:id="rId48"/>
              </p:custDataLst>
            </p:nvPr>
          </p:nvSpPr>
          <p:spPr bwMode="auto">
            <a:xfrm>
              <a:off x="3448051" y="1282700"/>
              <a:ext cx="73025" cy="90488"/>
            </a:xfrm>
            <a:custGeom>
              <a:avLst/>
              <a:gdLst/>
              <a:ahLst/>
              <a:cxnLst>
                <a:cxn ang="0">
                  <a:pos x="177" y="1"/>
                </a:cxn>
                <a:cxn ang="0">
                  <a:pos x="177" y="1"/>
                </a:cxn>
                <a:cxn ang="0">
                  <a:pos x="152" y="29"/>
                </a:cxn>
                <a:cxn ang="0">
                  <a:pos x="128" y="57"/>
                </a:cxn>
                <a:cxn ang="0">
                  <a:pos x="81" y="115"/>
                </a:cxn>
                <a:cxn ang="0">
                  <a:pos x="81" y="115"/>
                </a:cxn>
                <a:cxn ang="0">
                  <a:pos x="43" y="165"/>
                </a:cxn>
                <a:cxn ang="0">
                  <a:pos x="43" y="165"/>
                </a:cxn>
                <a:cxn ang="0">
                  <a:pos x="21" y="192"/>
                </a:cxn>
                <a:cxn ang="0">
                  <a:pos x="10" y="205"/>
                </a:cxn>
                <a:cxn ang="0">
                  <a:pos x="1" y="220"/>
                </a:cxn>
                <a:cxn ang="0">
                  <a:pos x="1" y="220"/>
                </a:cxn>
                <a:cxn ang="0">
                  <a:pos x="0" y="222"/>
                </a:cxn>
                <a:cxn ang="0">
                  <a:pos x="0" y="223"/>
                </a:cxn>
                <a:cxn ang="0">
                  <a:pos x="3" y="227"/>
                </a:cxn>
                <a:cxn ang="0">
                  <a:pos x="7" y="227"/>
                </a:cxn>
                <a:cxn ang="0">
                  <a:pos x="9" y="227"/>
                </a:cxn>
                <a:cxn ang="0">
                  <a:pos x="10" y="225"/>
                </a:cxn>
                <a:cxn ang="0">
                  <a:pos x="10" y="225"/>
                </a:cxn>
                <a:cxn ang="0">
                  <a:pos x="18" y="213"/>
                </a:cxn>
                <a:cxn ang="0">
                  <a:pos x="29" y="201"/>
                </a:cxn>
                <a:cxn ang="0">
                  <a:pos x="38" y="191"/>
                </a:cxn>
                <a:cxn ang="0">
                  <a:pos x="47" y="179"/>
                </a:cxn>
                <a:cxn ang="0">
                  <a:pos x="47" y="179"/>
                </a:cxn>
                <a:cxn ang="0">
                  <a:pos x="71" y="146"/>
                </a:cxn>
                <a:cxn ang="0">
                  <a:pos x="95" y="116"/>
                </a:cxn>
                <a:cxn ang="0">
                  <a:pos x="95" y="116"/>
                </a:cxn>
                <a:cxn ang="0">
                  <a:pos x="139" y="61"/>
                </a:cxn>
                <a:cxn ang="0">
                  <a:pos x="161" y="35"/>
                </a:cxn>
                <a:cxn ang="0">
                  <a:pos x="184" y="9"/>
                </a:cxn>
                <a:cxn ang="0">
                  <a:pos x="184" y="9"/>
                </a:cxn>
                <a:cxn ang="0">
                  <a:pos x="186" y="8"/>
                </a:cxn>
                <a:cxn ang="0">
                  <a:pos x="186" y="5"/>
                </a:cxn>
                <a:cxn ang="0">
                  <a:pos x="184" y="1"/>
                </a:cxn>
                <a:cxn ang="0">
                  <a:pos x="181" y="0"/>
                </a:cxn>
                <a:cxn ang="0">
                  <a:pos x="179" y="0"/>
                </a:cxn>
                <a:cxn ang="0">
                  <a:pos x="177" y="1"/>
                </a:cxn>
                <a:cxn ang="0">
                  <a:pos x="177" y="1"/>
                </a:cxn>
              </a:cxnLst>
              <a:rect l="0" t="0" r="r" b="b"/>
              <a:pathLst>
                <a:path w="186" h="227">
                  <a:moveTo>
                    <a:pt x="177" y="1"/>
                  </a:moveTo>
                  <a:lnTo>
                    <a:pt x="177" y="1"/>
                  </a:lnTo>
                  <a:lnTo>
                    <a:pt x="152" y="29"/>
                  </a:lnTo>
                  <a:lnTo>
                    <a:pt x="128" y="57"/>
                  </a:lnTo>
                  <a:lnTo>
                    <a:pt x="81" y="115"/>
                  </a:lnTo>
                  <a:lnTo>
                    <a:pt x="81" y="115"/>
                  </a:lnTo>
                  <a:lnTo>
                    <a:pt x="43" y="165"/>
                  </a:lnTo>
                  <a:lnTo>
                    <a:pt x="43" y="165"/>
                  </a:lnTo>
                  <a:lnTo>
                    <a:pt x="21" y="192"/>
                  </a:lnTo>
                  <a:lnTo>
                    <a:pt x="10" y="205"/>
                  </a:lnTo>
                  <a:lnTo>
                    <a:pt x="1" y="220"/>
                  </a:lnTo>
                  <a:lnTo>
                    <a:pt x="1" y="220"/>
                  </a:lnTo>
                  <a:lnTo>
                    <a:pt x="0" y="222"/>
                  </a:lnTo>
                  <a:lnTo>
                    <a:pt x="0" y="223"/>
                  </a:lnTo>
                  <a:lnTo>
                    <a:pt x="3" y="227"/>
                  </a:lnTo>
                  <a:lnTo>
                    <a:pt x="7" y="227"/>
                  </a:lnTo>
                  <a:lnTo>
                    <a:pt x="9" y="227"/>
                  </a:lnTo>
                  <a:lnTo>
                    <a:pt x="10" y="225"/>
                  </a:lnTo>
                  <a:lnTo>
                    <a:pt x="10" y="225"/>
                  </a:lnTo>
                  <a:lnTo>
                    <a:pt x="18" y="213"/>
                  </a:lnTo>
                  <a:lnTo>
                    <a:pt x="29" y="201"/>
                  </a:lnTo>
                  <a:lnTo>
                    <a:pt x="38" y="191"/>
                  </a:lnTo>
                  <a:lnTo>
                    <a:pt x="47" y="179"/>
                  </a:lnTo>
                  <a:lnTo>
                    <a:pt x="47" y="179"/>
                  </a:lnTo>
                  <a:lnTo>
                    <a:pt x="71" y="146"/>
                  </a:lnTo>
                  <a:lnTo>
                    <a:pt x="95" y="116"/>
                  </a:lnTo>
                  <a:lnTo>
                    <a:pt x="95" y="116"/>
                  </a:lnTo>
                  <a:lnTo>
                    <a:pt x="139" y="61"/>
                  </a:lnTo>
                  <a:lnTo>
                    <a:pt x="161" y="35"/>
                  </a:lnTo>
                  <a:lnTo>
                    <a:pt x="184" y="9"/>
                  </a:lnTo>
                  <a:lnTo>
                    <a:pt x="184" y="9"/>
                  </a:lnTo>
                  <a:lnTo>
                    <a:pt x="186" y="8"/>
                  </a:lnTo>
                  <a:lnTo>
                    <a:pt x="186" y="5"/>
                  </a:lnTo>
                  <a:lnTo>
                    <a:pt x="184" y="1"/>
                  </a:lnTo>
                  <a:lnTo>
                    <a:pt x="181" y="0"/>
                  </a:lnTo>
                  <a:lnTo>
                    <a:pt x="179" y="0"/>
                  </a:lnTo>
                  <a:lnTo>
                    <a:pt x="177" y="1"/>
                  </a:lnTo>
                  <a:lnTo>
                    <a:pt x="177" y="1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95" name="Freeform 507"/>
            <p:cNvSpPr/>
            <p:nvPr>
              <p:custDataLst>
                <p:tags r:id="rId49"/>
              </p:custDataLst>
            </p:nvPr>
          </p:nvSpPr>
          <p:spPr bwMode="auto">
            <a:xfrm>
              <a:off x="3452813" y="1331913"/>
              <a:ext cx="65088" cy="82550"/>
            </a:xfrm>
            <a:custGeom>
              <a:avLst/>
              <a:gdLst/>
              <a:ahLst/>
              <a:cxnLst>
                <a:cxn ang="0">
                  <a:pos x="153" y="2"/>
                </a:cxn>
                <a:cxn ang="0">
                  <a:pos x="153" y="2"/>
                </a:cxn>
                <a:cxn ang="0">
                  <a:pos x="63" y="116"/>
                </a:cxn>
                <a:cxn ang="0">
                  <a:pos x="63" y="116"/>
                </a:cxn>
                <a:cxn ang="0">
                  <a:pos x="44" y="136"/>
                </a:cxn>
                <a:cxn ang="0">
                  <a:pos x="27" y="157"/>
                </a:cxn>
                <a:cxn ang="0">
                  <a:pos x="19" y="168"/>
                </a:cxn>
                <a:cxn ang="0">
                  <a:pos x="12" y="178"/>
                </a:cxn>
                <a:cxn ang="0">
                  <a:pos x="5" y="190"/>
                </a:cxn>
                <a:cxn ang="0">
                  <a:pos x="0" y="202"/>
                </a:cxn>
                <a:cxn ang="0">
                  <a:pos x="0" y="202"/>
                </a:cxn>
                <a:cxn ang="0">
                  <a:pos x="0" y="204"/>
                </a:cxn>
                <a:cxn ang="0">
                  <a:pos x="0" y="207"/>
                </a:cxn>
                <a:cxn ang="0">
                  <a:pos x="1" y="208"/>
                </a:cxn>
                <a:cxn ang="0">
                  <a:pos x="4" y="208"/>
                </a:cxn>
                <a:cxn ang="0">
                  <a:pos x="8" y="208"/>
                </a:cxn>
                <a:cxn ang="0">
                  <a:pos x="9" y="207"/>
                </a:cxn>
                <a:cxn ang="0">
                  <a:pos x="10" y="206"/>
                </a:cxn>
                <a:cxn ang="0">
                  <a:pos x="10" y="206"/>
                </a:cxn>
                <a:cxn ang="0">
                  <a:pos x="17" y="191"/>
                </a:cxn>
                <a:cxn ang="0">
                  <a:pos x="25" y="178"/>
                </a:cxn>
                <a:cxn ang="0">
                  <a:pos x="34" y="167"/>
                </a:cxn>
                <a:cxn ang="0">
                  <a:pos x="43" y="153"/>
                </a:cxn>
                <a:cxn ang="0">
                  <a:pos x="64" y="130"/>
                </a:cxn>
                <a:cxn ang="0">
                  <a:pos x="83" y="106"/>
                </a:cxn>
                <a:cxn ang="0">
                  <a:pos x="83" y="106"/>
                </a:cxn>
                <a:cxn ang="0">
                  <a:pos x="162" y="10"/>
                </a:cxn>
                <a:cxn ang="0">
                  <a:pos x="162" y="10"/>
                </a:cxn>
                <a:cxn ang="0">
                  <a:pos x="162" y="8"/>
                </a:cxn>
                <a:cxn ang="0">
                  <a:pos x="163" y="6"/>
                </a:cxn>
                <a:cxn ang="0">
                  <a:pos x="161" y="2"/>
                </a:cxn>
                <a:cxn ang="0">
                  <a:pos x="159" y="0"/>
                </a:cxn>
                <a:cxn ang="0">
                  <a:pos x="157" y="0"/>
                </a:cxn>
                <a:cxn ang="0">
                  <a:pos x="155" y="0"/>
                </a:cxn>
                <a:cxn ang="0">
                  <a:pos x="153" y="2"/>
                </a:cxn>
                <a:cxn ang="0">
                  <a:pos x="153" y="2"/>
                </a:cxn>
              </a:cxnLst>
              <a:rect l="0" t="0" r="r" b="b"/>
              <a:pathLst>
                <a:path w="163" h="208">
                  <a:moveTo>
                    <a:pt x="153" y="2"/>
                  </a:moveTo>
                  <a:lnTo>
                    <a:pt x="153" y="2"/>
                  </a:lnTo>
                  <a:lnTo>
                    <a:pt x="63" y="116"/>
                  </a:lnTo>
                  <a:lnTo>
                    <a:pt x="63" y="116"/>
                  </a:lnTo>
                  <a:lnTo>
                    <a:pt x="44" y="136"/>
                  </a:lnTo>
                  <a:lnTo>
                    <a:pt x="27" y="157"/>
                  </a:lnTo>
                  <a:lnTo>
                    <a:pt x="19" y="168"/>
                  </a:lnTo>
                  <a:lnTo>
                    <a:pt x="12" y="178"/>
                  </a:lnTo>
                  <a:lnTo>
                    <a:pt x="5" y="190"/>
                  </a:lnTo>
                  <a:lnTo>
                    <a:pt x="0" y="202"/>
                  </a:lnTo>
                  <a:lnTo>
                    <a:pt x="0" y="202"/>
                  </a:lnTo>
                  <a:lnTo>
                    <a:pt x="0" y="204"/>
                  </a:lnTo>
                  <a:lnTo>
                    <a:pt x="0" y="207"/>
                  </a:lnTo>
                  <a:lnTo>
                    <a:pt x="1" y="208"/>
                  </a:lnTo>
                  <a:lnTo>
                    <a:pt x="4" y="208"/>
                  </a:lnTo>
                  <a:lnTo>
                    <a:pt x="8" y="208"/>
                  </a:lnTo>
                  <a:lnTo>
                    <a:pt x="9" y="207"/>
                  </a:lnTo>
                  <a:lnTo>
                    <a:pt x="10" y="206"/>
                  </a:lnTo>
                  <a:lnTo>
                    <a:pt x="10" y="206"/>
                  </a:lnTo>
                  <a:lnTo>
                    <a:pt x="17" y="191"/>
                  </a:lnTo>
                  <a:lnTo>
                    <a:pt x="25" y="178"/>
                  </a:lnTo>
                  <a:lnTo>
                    <a:pt x="34" y="167"/>
                  </a:lnTo>
                  <a:lnTo>
                    <a:pt x="43" y="153"/>
                  </a:lnTo>
                  <a:lnTo>
                    <a:pt x="64" y="130"/>
                  </a:lnTo>
                  <a:lnTo>
                    <a:pt x="83" y="106"/>
                  </a:lnTo>
                  <a:lnTo>
                    <a:pt x="83" y="106"/>
                  </a:lnTo>
                  <a:lnTo>
                    <a:pt x="162" y="10"/>
                  </a:lnTo>
                  <a:lnTo>
                    <a:pt x="162" y="10"/>
                  </a:lnTo>
                  <a:lnTo>
                    <a:pt x="162" y="8"/>
                  </a:lnTo>
                  <a:lnTo>
                    <a:pt x="163" y="6"/>
                  </a:lnTo>
                  <a:lnTo>
                    <a:pt x="161" y="2"/>
                  </a:lnTo>
                  <a:lnTo>
                    <a:pt x="159" y="0"/>
                  </a:lnTo>
                  <a:lnTo>
                    <a:pt x="157" y="0"/>
                  </a:lnTo>
                  <a:lnTo>
                    <a:pt x="155" y="0"/>
                  </a:lnTo>
                  <a:lnTo>
                    <a:pt x="153" y="2"/>
                  </a:lnTo>
                  <a:lnTo>
                    <a:pt x="153" y="2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96" name="Freeform 508"/>
            <p:cNvSpPr/>
            <p:nvPr>
              <p:custDataLst>
                <p:tags r:id="rId50"/>
              </p:custDataLst>
            </p:nvPr>
          </p:nvSpPr>
          <p:spPr bwMode="auto">
            <a:xfrm>
              <a:off x="3446463" y="1387475"/>
              <a:ext cx="68263" cy="82550"/>
            </a:xfrm>
            <a:custGeom>
              <a:avLst/>
              <a:gdLst/>
              <a:ahLst/>
              <a:cxnLst>
                <a:cxn ang="0">
                  <a:pos x="162" y="3"/>
                </a:cxn>
                <a:cxn ang="0">
                  <a:pos x="162" y="3"/>
                </a:cxn>
                <a:cxn ang="0">
                  <a:pos x="120" y="51"/>
                </a:cxn>
                <a:cxn ang="0">
                  <a:pos x="80" y="101"/>
                </a:cxn>
                <a:cxn ang="0">
                  <a:pos x="39" y="151"/>
                </a:cxn>
                <a:cxn ang="0">
                  <a:pos x="1" y="202"/>
                </a:cxn>
                <a:cxn ang="0">
                  <a:pos x="1" y="202"/>
                </a:cxn>
                <a:cxn ang="0">
                  <a:pos x="0" y="204"/>
                </a:cxn>
                <a:cxn ang="0">
                  <a:pos x="0" y="206"/>
                </a:cxn>
                <a:cxn ang="0">
                  <a:pos x="1" y="208"/>
                </a:cxn>
                <a:cxn ang="0">
                  <a:pos x="3" y="210"/>
                </a:cxn>
                <a:cxn ang="0">
                  <a:pos x="7" y="210"/>
                </a:cxn>
                <a:cxn ang="0">
                  <a:pos x="9" y="210"/>
                </a:cxn>
                <a:cxn ang="0">
                  <a:pos x="11" y="207"/>
                </a:cxn>
                <a:cxn ang="0">
                  <a:pos x="11" y="207"/>
                </a:cxn>
                <a:cxn ang="0">
                  <a:pos x="50" y="157"/>
                </a:cxn>
                <a:cxn ang="0">
                  <a:pos x="89" y="108"/>
                </a:cxn>
                <a:cxn ang="0">
                  <a:pos x="128" y="59"/>
                </a:cxn>
                <a:cxn ang="0">
                  <a:pos x="170" y="11"/>
                </a:cxn>
                <a:cxn ang="0">
                  <a:pos x="170" y="11"/>
                </a:cxn>
                <a:cxn ang="0">
                  <a:pos x="171" y="8"/>
                </a:cxn>
                <a:cxn ang="0">
                  <a:pos x="171" y="7"/>
                </a:cxn>
                <a:cxn ang="0">
                  <a:pos x="169" y="3"/>
                </a:cxn>
                <a:cxn ang="0">
                  <a:pos x="166" y="0"/>
                </a:cxn>
                <a:cxn ang="0">
                  <a:pos x="164" y="2"/>
                </a:cxn>
                <a:cxn ang="0">
                  <a:pos x="162" y="3"/>
                </a:cxn>
                <a:cxn ang="0">
                  <a:pos x="162" y="3"/>
                </a:cxn>
              </a:cxnLst>
              <a:rect l="0" t="0" r="r" b="b"/>
              <a:pathLst>
                <a:path w="171" h="210">
                  <a:moveTo>
                    <a:pt x="162" y="3"/>
                  </a:moveTo>
                  <a:lnTo>
                    <a:pt x="162" y="3"/>
                  </a:lnTo>
                  <a:lnTo>
                    <a:pt x="120" y="51"/>
                  </a:lnTo>
                  <a:lnTo>
                    <a:pt x="80" y="101"/>
                  </a:lnTo>
                  <a:lnTo>
                    <a:pt x="39" y="151"/>
                  </a:lnTo>
                  <a:lnTo>
                    <a:pt x="1" y="202"/>
                  </a:lnTo>
                  <a:lnTo>
                    <a:pt x="1" y="202"/>
                  </a:lnTo>
                  <a:lnTo>
                    <a:pt x="0" y="204"/>
                  </a:lnTo>
                  <a:lnTo>
                    <a:pt x="0" y="206"/>
                  </a:lnTo>
                  <a:lnTo>
                    <a:pt x="1" y="208"/>
                  </a:lnTo>
                  <a:lnTo>
                    <a:pt x="3" y="210"/>
                  </a:lnTo>
                  <a:lnTo>
                    <a:pt x="7" y="210"/>
                  </a:lnTo>
                  <a:lnTo>
                    <a:pt x="9" y="210"/>
                  </a:lnTo>
                  <a:lnTo>
                    <a:pt x="11" y="207"/>
                  </a:lnTo>
                  <a:lnTo>
                    <a:pt x="11" y="207"/>
                  </a:lnTo>
                  <a:lnTo>
                    <a:pt x="50" y="157"/>
                  </a:lnTo>
                  <a:lnTo>
                    <a:pt x="89" y="108"/>
                  </a:lnTo>
                  <a:lnTo>
                    <a:pt x="128" y="59"/>
                  </a:lnTo>
                  <a:lnTo>
                    <a:pt x="170" y="11"/>
                  </a:lnTo>
                  <a:lnTo>
                    <a:pt x="170" y="11"/>
                  </a:lnTo>
                  <a:lnTo>
                    <a:pt x="171" y="8"/>
                  </a:lnTo>
                  <a:lnTo>
                    <a:pt x="171" y="7"/>
                  </a:lnTo>
                  <a:lnTo>
                    <a:pt x="169" y="3"/>
                  </a:lnTo>
                  <a:lnTo>
                    <a:pt x="166" y="0"/>
                  </a:lnTo>
                  <a:lnTo>
                    <a:pt x="164" y="2"/>
                  </a:lnTo>
                  <a:lnTo>
                    <a:pt x="162" y="3"/>
                  </a:lnTo>
                  <a:lnTo>
                    <a:pt x="162" y="3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97" name="Freeform 509"/>
            <p:cNvSpPr/>
            <p:nvPr>
              <p:custDataLst>
                <p:tags r:id="rId51"/>
              </p:custDataLst>
            </p:nvPr>
          </p:nvSpPr>
          <p:spPr bwMode="auto">
            <a:xfrm>
              <a:off x="3433763" y="1431925"/>
              <a:ext cx="76200" cy="93663"/>
            </a:xfrm>
            <a:custGeom>
              <a:avLst/>
              <a:gdLst/>
              <a:ahLst/>
              <a:cxnLst>
                <a:cxn ang="0">
                  <a:pos x="183" y="3"/>
                </a:cxn>
                <a:cxn ang="0">
                  <a:pos x="183" y="3"/>
                </a:cxn>
                <a:cxn ang="0">
                  <a:pos x="174" y="16"/>
                </a:cxn>
                <a:cxn ang="0">
                  <a:pos x="162" y="28"/>
                </a:cxn>
                <a:cxn ang="0">
                  <a:pos x="139" y="51"/>
                </a:cxn>
                <a:cxn ang="0">
                  <a:pos x="139" y="51"/>
                </a:cxn>
                <a:cxn ang="0">
                  <a:pos x="115" y="78"/>
                </a:cxn>
                <a:cxn ang="0">
                  <a:pos x="92" y="106"/>
                </a:cxn>
                <a:cxn ang="0">
                  <a:pos x="92" y="106"/>
                </a:cxn>
                <a:cxn ang="0">
                  <a:pos x="68" y="135"/>
                </a:cxn>
                <a:cxn ang="0">
                  <a:pos x="43" y="165"/>
                </a:cxn>
                <a:cxn ang="0">
                  <a:pos x="31" y="180"/>
                </a:cxn>
                <a:cxn ang="0">
                  <a:pos x="21" y="194"/>
                </a:cxn>
                <a:cxn ang="0">
                  <a:pos x="11" y="211"/>
                </a:cxn>
                <a:cxn ang="0">
                  <a:pos x="0" y="228"/>
                </a:cxn>
                <a:cxn ang="0">
                  <a:pos x="0" y="228"/>
                </a:cxn>
                <a:cxn ang="0">
                  <a:pos x="0" y="231"/>
                </a:cxn>
                <a:cxn ang="0">
                  <a:pos x="0" y="232"/>
                </a:cxn>
                <a:cxn ang="0">
                  <a:pos x="3" y="236"/>
                </a:cxn>
                <a:cxn ang="0">
                  <a:pos x="7" y="236"/>
                </a:cxn>
                <a:cxn ang="0">
                  <a:pos x="9" y="236"/>
                </a:cxn>
                <a:cxn ang="0">
                  <a:pos x="11" y="233"/>
                </a:cxn>
                <a:cxn ang="0">
                  <a:pos x="11" y="233"/>
                </a:cxn>
                <a:cxn ang="0">
                  <a:pos x="20" y="218"/>
                </a:cxn>
                <a:cxn ang="0">
                  <a:pos x="29" y="202"/>
                </a:cxn>
                <a:cxn ang="0">
                  <a:pos x="39" y="187"/>
                </a:cxn>
                <a:cxn ang="0">
                  <a:pos x="51" y="174"/>
                </a:cxn>
                <a:cxn ang="0">
                  <a:pos x="73" y="147"/>
                </a:cxn>
                <a:cxn ang="0">
                  <a:pos x="96" y="119"/>
                </a:cxn>
                <a:cxn ang="0">
                  <a:pos x="96" y="119"/>
                </a:cxn>
                <a:cxn ang="0">
                  <a:pos x="110" y="102"/>
                </a:cxn>
                <a:cxn ang="0">
                  <a:pos x="124" y="84"/>
                </a:cxn>
                <a:cxn ang="0">
                  <a:pos x="154" y="51"/>
                </a:cxn>
                <a:cxn ang="0">
                  <a:pos x="154" y="51"/>
                </a:cxn>
                <a:cxn ang="0">
                  <a:pos x="175" y="32"/>
                </a:cxn>
                <a:cxn ang="0">
                  <a:pos x="184" y="21"/>
                </a:cxn>
                <a:cxn ang="0">
                  <a:pos x="194" y="8"/>
                </a:cxn>
                <a:cxn ang="0">
                  <a:pos x="194" y="8"/>
                </a:cxn>
                <a:cxn ang="0">
                  <a:pos x="194" y="7"/>
                </a:cxn>
                <a:cxn ang="0">
                  <a:pos x="194" y="4"/>
                </a:cxn>
                <a:cxn ang="0">
                  <a:pos x="191" y="2"/>
                </a:cxn>
                <a:cxn ang="0">
                  <a:pos x="187" y="0"/>
                </a:cxn>
                <a:cxn ang="0">
                  <a:pos x="184" y="2"/>
                </a:cxn>
                <a:cxn ang="0">
                  <a:pos x="183" y="3"/>
                </a:cxn>
                <a:cxn ang="0">
                  <a:pos x="183" y="3"/>
                </a:cxn>
              </a:cxnLst>
              <a:rect l="0" t="0" r="r" b="b"/>
              <a:pathLst>
                <a:path w="194" h="236">
                  <a:moveTo>
                    <a:pt x="183" y="3"/>
                  </a:moveTo>
                  <a:lnTo>
                    <a:pt x="183" y="3"/>
                  </a:lnTo>
                  <a:lnTo>
                    <a:pt x="174" y="16"/>
                  </a:lnTo>
                  <a:lnTo>
                    <a:pt x="162" y="28"/>
                  </a:lnTo>
                  <a:lnTo>
                    <a:pt x="139" y="51"/>
                  </a:lnTo>
                  <a:lnTo>
                    <a:pt x="139" y="51"/>
                  </a:lnTo>
                  <a:lnTo>
                    <a:pt x="115" y="78"/>
                  </a:lnTo>
                  <a:lnTo>
                    <a:pt x="92" y="106"/>
                  </a:lnTo>
                  <a:lnTo>
                    <a:pt x="92" y="106"/>
                  </a:lnTo>
                  <a:lnTo>
                    <a:pt x="68" y="135"/>
                  </a:lnTo>
                  <a:lnTo>
                    <a:pt x="43" y="165"/>
                  </a:lnTo>
                  <a:lnTo>
                    <a:pt x="31" y="180"/>
                  </a:lnTo>
                  <a:lnTo>
                    <a:pt x="21" y="194"/>
                  </a:lnTo>
                  <a:lnTo>
                    <a:pt x="11" y="211"/>
                  </a:lnTo>
                  <a:lnTo>
                    <a:pt x="0" y="228"/>
                  </a:lnTo>
                  <a:lnTo>
                    <a:pt x="0" y="228"/>
                  </a:lnTo>
                  <a:lnTo>
                    <a:pt x="0" y="231"/>
                  </a:lnTo>
                  <a:lnTo>
                    <a:pt x="0" y="232"/>
                  </a:lnTo>
                  <a:lnTo>
                    <a:pt x="3" y="236"/>
                  </a:lnTo>
                  <a:lnTo>
                    <a:pt x="7" y="236"/>
                  </a:lnTo>
                  <a:lnTo>
                    <a:pt x="9" y="236"/>
                  </a:lnTo>
                  <a:lnTo>
                    <a:pt x="11" y="233"/>
                  </a:lnTo>
                  <a:lnTo>
                    <a:pt x="11" y="233"/>
                  </a:lnTo>
                  <a:lnTo>
                    <a:pt x="20" y="218"/>
                  </a:lnTo>
                  <a:lnTo>
                    <a:pt x="29" y="202"/>
                  </a:lnTo>
                  <a:lnTo>
                    <a:pt x="39" y="187"/>
                  </a:lnTo>
                  <a:lnTo>
                    <a:pt x="51" y="174"/>
                  </a:lnTo>
                  <a:lnTo>
                    <a:pt x="73" y="147"/>
                  </a:lnTo>
                  <a:lnTo>
                    <a:pt x="96" y="119"/>
                  </a:lnTo>
                  <a:lnTo>
                    <a:pt x="96" y="119"/>
                  </a:lnTo>
                  <a:lnTo>
                    <a:pt x="110" y="102"/>
                  </a:lnTo>
                  <a:lnTo>
                    <a:pt x="124" y="84"/>
                  </a:lnTo>
                  <a:lnTo>
                    <a:pt x="154" y="51"/>
                  </a:lnTo>
                  <a:lnTo>
                    <a:pt x="154" y="51"/>
                  </a:lnTo>
                  <a:lnTo>
                    <a:pt x="175" y="32"/>
                  </a:lnTo>
                  <a:lnTo>
                    <a:pt x="184" y="21"/>
                  </a:lnTo>
                  <a:lnTo>
                    <a:pt x="194" y="8"/>
                  </a:lnTo>
                  <a:lnTo>
                    <a:pt x="194" y="8"/>
                  </a:lnTo>
                  <a:lnTo>
                    <a:pt x="194" y="7"/>
                  </a:lnTo>
                  <a:lnTo>
                    <a:pt x="194" y="4"/>
                  </a:lnTo>
                  <a:lnTo>
                    <a:pt x="191" y="2"/>
                  </a:lnTo>
                  <a:lnTo>
                    <a:pt x="187" y="0"/>
                  </a:lnTo>
                  <a:lnTo>
                    <a:pt x="184" y="2"/>
                  </a:lnTo>
                  <a:lnTo>
                    <a:pt x="183" y="3"/>
                  </a:lnTo>
                  <a:lnTo>
                    <a:pt x="183" y="3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98" name="Freeform 510"/>
            <p:cNvSpPr/>
            <p:nvPr>
              <p:custDataLst>
                <p:tags r:id="rId52"/>
              </p:custDataLst>
            </p:nvPr>
          </p:nvSpPr>
          <p:spPr bwMode="auto">
            <a:xfrm>
              <a:off x="3438526" y="1466850"/>
              <a:ext cx="76200" cy="87313"/>
            </a:xfrm>
            <a:custGeom>
              <a:avLst/>
              <a:gdLst/>
              <a:ahLst/>
              <a:cxnLst>
                <a:cxn ang="0">
                  <a:pos x="179" y="3"/>
                </a:cxn>
                <a:cxn ang="0">
                  <a:pos x="179" y="3"/>
                </a:cxn>
                <a:cxn ang="0">
                  <a:pos x="158" y="37"/>
                </a:cxn>
                <a:cxn ang="0">
                  <a:pos x="136" y="69"/>
                </a:cxn>
                <a:cxn ang="0">
                  <a:pos x="112" y="101"/>
                </a:cxn>
                <a:cxn ang="0">
                  <a:pos x="99" y="116"/>
                </a:cxn>
                <a:cxn ang="0">
                  <a:pos x="86" y="132"/>
                </a:cxn>
                <a:cxn ang="0">
                  <a:pos x="86" y="132"/>
                </a:cxn>
                <a:cxn ang="0">
                  <a:pos x="74" y="144"/>
                </a:cxn>
                <a:cxn ang="0">
                  <a:pos x="61" y="156"/>
                </a:cxn>
                <a:cxn ang="0">
                  <a:pos x="34" y="177"/>
                </a:cxn>
                <a:cxn ang="0">
                  <a:pos x="34" y="177"/>
                </a:cxn>
                <a:cxn ang="0">
                  <a:pos x="23" y="183"/>
                </a:cxn>
                <a:cxn ang="0">
                  <a:pos x="14" y="190"/>
                </a:cxn>
                <a:cxn ang="0">
                  <a:pos x="6" y="198"/>
                </a:cxn>
                <a:cxn ang="0">
                  <a:pos x="0" y="208"/>
                </a:cxn>
                <a:cxn ang="0">
                  <a:pos x="0" y="208"/>
                </a:cxn>
                <a:cxn ang="0">
                  <a:pos x="0" y="211"/>
                </a:cxn>
                <a:cxn ang="0">
                  <a:pos x="0" y="213"/>
                </a:cxn>
                <a:cxn ang="0">
                  <a:pos x="2" y="216"/>
                </a:cxn>
                <a:cxn ang="0">
                  <a:pos x="6" y="217"/>
                </a:cxn>
                <a:cxn ang="0">
                  <a:pos x="8" y="216"/>
                </a:cxn>
                <a:cxn ang="0">
                  <a:pos x="10" y="213"/>
                </a:cxn>
                <a:cxn ang="0">
                  <a:pos x="10" y="213"/>
                </a:cxn>
                <a:cxn ang="0">
                  <a:pos x="14" y="208"/>
                </a:cxn>
                <a:cxn ang="0">
                  <a:pos x="19" y="201"/>
                </a:cxn>
                <a:cxn ang="0">
                  <a:pos x="31" y="191"/>
                </a:cxn>
                <a:cxn ang="0">
                  <a:pos x="44" y="182"/>
                </a:cxn>
                <a:cxn ang="0">
                  <a:pos x="57" y="173"/>
                </a:cxn>
                <a:cxn ang="0">
                  <a:pos x="57" y="173"/>
                </a:cxn>
                <a:cxn ang="0">
                  <a:pos x="70" y="162"/>
                </a:cxn>
                <a:cxn ang="0">
                  <a:pos x="83" y="150"/>
                </a:cxn>
                <a:cxn ang="0">
                  <a:pos x="95" y="139"/>
                </a:cxn>
                <a:cxn ang="0">
                  <a:pos x="106" y="127"/>
                </a:cxn>
                <a:cxn ang="0">
                  <a:pos x="106" y="127"/>
                </a:cxn>
                <a:cxn ang="0">
                  <a:pos x="129" y="98"/>
                </a:cxn>
                <a:cxn ang="0">
                  <a:pos x="150" y="69"/>
                </a:cxn>
                <a:cxn ang="0">
                  <a:pos x="170" y="39"/>
                </a:cxn>
                <a:cxn ang="0">
                  <a:pos x="188" y="8"/>
                </a:cxn>
                <a:cxn ang="0">
                  <a:pos x="188" y="8"/>
                </a:cxn>
                <a:cxn ang="0">
                  <a:pos x="189" y="7"/>
                </a:cxn>
                <a:cxn ang="0">
                  <a:pos x="189" y="4"/>
                </a:cxn>
                <a:cxn ang="0">
                  <a:pos x="187" y="0"/>
                </a:cxn>
                <a:cxn ang="0">
                  <a:pos x="183" y="0"/>
                </a:cxn>
                <a:cxn ang="0">
                  <a:pos x="180" y="1"/>
                </a:cxn>
                <a:cxn ang="0">
                  <a:pos x="179" y="3"/>
                </a:cxn>
                <a:cxn ang="0">
                  <a:pos x="179" y="3"/>
                </a:cxn>
              </a:cxnLst>
              <a:rect l="0" t="0" r="r" b="b"/>
              <a:pathLst>
                <a:path w="189" h="217">
                  <a:moveTo>
                    <a:pt x="179" y="3"/>
                  </a:moveTo>
                  <a:lnTo>
                    <a:pt x="179" y="3"/>
                  </a:lnTo>
                  <a:lnTo>
                    <a:pt x="158" y="37"/>
                  </a:lnTo>
                  <a:lnTo>
                    <a:pt x="136" y="69"/>
                  </a:lnTo>
                  <a:lnTo>
                    <a:pt x="112" y="101"/>
                  </a:lnTo>
                  <a:lnTo>
                    <a:pt x="99" y="116"/>
                  </a:lnTo>
                  <a:lnTo>
                    <a:pt x="86" y="132"/>
                  </a:lnTo>
                  <a:lnTo>
                    <a:pt x="86" y="132"/>
                  </a:lnTo>
                  <a:lnTo>
                    <a:pt x="74" y="144"/>
                  </a:lnTo>
                  <a:lnTo>
                    <a:pt x="61" y="156"/>
                  </a:lnTo>
                  <a:lnTo>
                    <a:pt x="34" y="177"/>
                  </a:lnTo>
                  <a:lnTo>
                    <a:pt x="34" y="177"/>
                  </a:lnTo>
                  <a:lnTo>
                    <a:pt x="23" y="183"/>
                  </a:lnTo>
                  <a:lnTo>
                    <a:pt x="14" y="190"/>
                  </a:lnTo>
                  <a:lnTo>
                    <a:pt x="6" y="198"/>
                  </a:lnTo>
                  <a:lnTo>
                    <a:pt x="0" y="208"/>
                  </a:lnTo>
                  <a:lnTo>
                    <a:pt x="0" y="208"/>
                  </a:lnTo>
                  <a:lnTo>
                    <a:pt x="0" y="211"/>
                  </a:lnTo>
                  <a:lnTo>
                    <a:pt x="0" y="213"/>
                  </a:lnTo>
                  <a:lnTo>
                    <a:pt x="2" y="216"/>
                  </a:lnTo>
                  <a:lnTo>
                    <a:pt x="6" y="217"/>
                  </a:lnTo>
                  <a:lnTo>
                    <a:pt x="8" y="216"/>
                  </a:lnTo>
                  <a:lnTo>
                    <a:pt x="10" y="213"/>
                  </a:lnTo>
                  <a:lnTo>
                    <a:pt x="10" y="213"/>
                  </a:lnTo>
                  <a:lnTo>
                    <a:pt x="14" y="208"/>
                  </a:lnTo>
                  <a:lnTo>
                    <a:pt x="19" y="201"/>
                  </a:lnTo>
                  <a:lnTo>
                    <a:pt x="31" y="191"/>
                  </a:lnTo>
                  <a:lnTo>
                    <a:pt x="44" y="182"/>
                  </a:lnTo>
                  <a:lnTo>
                    <a:pt x="57" y="173"/>
                  </a:lnTo>
                  <a:lnTo>
                    <a:pt x="57" y="173"/>
                  </a:lnTo>
                  <a:lnTo>
                    <a:pt x="70" y="162"/>
                  </a:lnTo>
                  <a:lnTo>
                    <a:pt x="83" y="150"/>
                  </a:lnTo>
                  <a:lnTo>
                    <a:pt x="95" y="139"/>
                  </a:lnTo>
                  <a:lnTo>
                    <a:pt x="106" y="127"/>
                  </a:lnTo>
                  <a:lnTo>
                    <a:pt x="106" y="127"/>
                  </a:lnTo>
                  <a:lnTo>
                    <a:pt x="129" y="98"/>
                  </a:lnTo>
                  <a:lnTo>
                    <a:pt x="150" y="69"/>
                  </a:lnTo>
                  <a:lnTo>
                    <a:pt x="170" y="39"/>
                  </a:lnTo>
                  <a:lnTo>
                    <a:pt x="188" y="8"/>
                  </a:lnTo>
                  <a:lnTo>
                    <a:pt x="188" y="8"/>
                  </a:lnTo>
                  <a:lnTo>
                    <a:pt x="189" y="7"/>
                  </a:lnTo>
                  <a:lnTo>
                    <a:pt x="189" y="4"/>
                  </a:lnTo>
                  <a:lnTo>
                    <a:pt x="187" y="0"/>
                  </a:lnTo>
                  <a:lnTo>
                    <a:pt x="183" y="0"/>
                  </a:lnTo>
                  <a:lnTo>
                    <a:pt x="180" y="1"/>
                  </a:lnTo>
                  <a:lnTo>
                    <a:pt x="179" y="3"/>
                  </a:lnTo>
                  <a:lnTo>
                    <a:pt x="179" y="3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99" name="Freeform 511"/>
            <p:cNvSpPr/>
            <p:nvPr>
              <p:custDataLst>
                <p:tags r:id="rId53"/>
              </p:custDataLst>
            </p:nvPr>
          </p:nvSpPr>
          <p:spPr bwMode="auto">
            <a:xfrm>
              <a:off x="3465513" y="1516063"/>
              <a:ext cx="52388" cy="65088"/>
            </a:xfrm>
            <a:custGeom>
              <a:avLst/>
              <a:gdLst/>
              <a:ahLst/>
              <a:cxnLst>
                <a:cxn ang="0">
                  <a:pos x="119" y="1"/>
                </a:cxn>
                <a:cxn ang="0">
                  <a:pos x="119" y="1"/>
                </a:cxn>
                <a:cxn ang="0">
                  <a:pos x="85" y="34"/>
                </a:cxn>
                <a:cxn ang="0">
                  <a:pos x="68" y="51"/>
                </a:cxn>
                <a:cxn ang="0">
                  <a:pos x="52" y="69"/>
                </a:cxn>
                <a:cxn ang="0">
                  <a:pos x="52" y="69"/>
                </a:cxn>
                <a:cxn ang="0">
                  <a:pos x="38" y="90"/>
                </a:cxn>
                <a:cxn ang="0">
                  <a:pos x="25" y="111"/>
                </a:cxn>
                <a:cxn ang="0">
                  <a:pos x="12" y="132"/>
                </a:cxn>
                <a:cxn ang="0">
                  <a:pos x="0" y="154"/>
                </a:cxn>
                <a:cxn ang="0">
                  <a:pos x="0" y="154"/>
                </a:cxn>
                <a:cxn ang="0">
                  <a:pos x="0" y="157"/>
                </a:cxn>
                <a:cxn ang="0">
                  <a:pos x="0" y="159"/>
                </a:cxn>
                <a:cxn ang="0">
                  <a:pos x="2" y="162"/>
                </a:cxn>
                <a:cxn ang="0">
                  <a:pos x="5" y="163"/>
                </a:cxn>
                <a:cxn ang="0">
                  <a:pos x="8" y="163"/>
                </a:cxn>
                <a:cxn ang="0">
                  <a:pos x="9" y="162"/>
                </a:cxn>
                <a:cxn ang="0">
                  <a:pos x="10" y="161"/>
                </a:cxn>
                <a:cxn ang="0">
                  <a:pos x="10" y="161"/>
                </a:cxn>
                <a:cxn ang="0">
                  <a:pos x="21" y="140"/>
                </a:cxn>
                <a:cxn ang="0">
                  <a:pos x="31" y="120"/>
                </a:cxn>
                <a:cxn ang="0">
                  <a:pos x="43" y="102"/>
                </a:cxn>
                <a:cxn ang="0">
                  <a:pos x="57" y="83"/>
                </a:cxn>
                <a:cxn ang="0">
                  <a:pos x="57" y="83"/>
                </a:cxn>
                <a:cxn ang="0">
                  <a:pos x="73" y="62"/>
                </a:cxn>
                <a:cxn ang="0">
                  <a:pos x="90" y="44"/>
                </a:cxn>
                <a:cxn ang="0">
                  <a:pos x="128" y="9"/>
                </a:cxn>
                <a:cxn ang="0">
                  <a:pos x="128" y="9"/>
                </a:cxn>
                <a:cxn ang="0">
                  <a:pos x="129" y="8"/>
                </a:cxn>
                <a:cxn ang="0">
                  <a:pos x="129" y="5"/>
                </a:cxn>
                <a:cxn ang="0">
                  <a:pos x="127" y="1"/>
                </a:cxn>
                <a:cxn ang="0">
                  <a:pos x="124" y="0"/>
                </a:cxn>
                <a:cxn ang="0">
                  <a:pos x="121" y="0"/>
                </a:cxn>
                <a:cxn ang="0">
                  <a:pos x="119" y="1"/>
                </a:cxn>
                <a:cxn ang="0">
                  <a:pos x="119" y="1"/>
                </a:cxn>
              </a:cxnLst>
              <a:rect l="0" t="0" r="r" b="b"/>
              <a:pathLst>
                <a:path w="129" h="163">
                  <a:moveTo>
                    <a:pt x="119" y="1"/>
                  </a:moveTo>
                  <a:lnTo>
                    <a:pt x="119" y="1"/>
                  </a:lnTo>
                  <a:lnTo>
                    <a:pt x="85" y="34"/>
                  </a:lnTo>
                  <a:lnTo>
                    <a:pt x="68" y="51"/>
                  </a:lnTo>
                  <a:lnTo>
                    <a:pt x="52" y="69"/>
                  </a:lnTo>
                  <a:lnTo>
                    <a:pt x="52" y="69"/>
                  </a:lnTo>
                  <a:lnTo>
                    <a:pt x="38" y="90"/>
                  </a:lnTo>
                  <a:lnTo>
                    <a:pt x="25" y="111"/>
                  </a:lnTo>
                  <a:lnTo>
                    <a:pt x="12" y="132"/>
                  </a:lnTo>
                  <a:lnTo>
                    <a:pt x="0" y="154"/>
                  </a:lnTo>
                  <a:lnTo>
                    <a:pt x="0" y="154"/>
                  </a:lnTo>
                  <a:lnTo>
                    <a:pt x="0" y="157"/>
                  </a:lnTo>
                  <a:lnTo>
                    <a:pt x="0" y="159"/>
                  </a:lnTo>
                  <a:lnTo>
                    <a:pt x="2" y="162"/>
                  </a:lnTo>
                  <a:lnTo>
                    <a:pt x="5" y="163"/>
                  </a:lnTo>
                  <a:lnTo>
                    <a:pt x="8" y="163"/>
                  </a:lnTo>
                  <a:lnTo>
                    <a:pt x="9" y="162"/>
                  </a:lnTo>
                  <a:lnTo>
                    <a:pt x="10" y="161"/>
                  </a:lnTo>
                  <a:lnTo>
                    <a:pt x="10" y="161"/>
                  </a:lnTo>
                  <a:lnTo>
                    <a:pt x="21" y="140"/>
                  </a:lnTo>
                  <a:lnTo>
                    <a:pt x="31" y="120"/>
                  </a:lnTo>
                  <a:lnTo>
                    <a:pt x="43" y="102"/>
                  </a:lnTo>
                  <a:lnTo>
                    <a:pt x="57" y="83"/>
                  </a:lnTo>
                  <a:lnTo>
                    <a:pt x="57" y="83"/>
                  </a:lnTo>
                  <a:lnTo>
                    <a:pt x="73" y="62"/>
                  </a:lnTo>
                  <a:lnTo>
                    <a:pt x="90" y="44"/>
                  </a:lnTo>
                  <a:lnTo>
                    <a:pt x="128" y="9"/>
                  </a:lnTo>
                  <a:lnTo>
                    <a:pt x="128" y="9"/>
                  </a:lnTo>
                  <a:lnTo>
                    <a:pt x="129" y="8"/>
                  </a:lnTo>
                  <a:lnTo>
                    <a:pt x="129" y="5"/>
                  </a:lnTo>
                  <a:lnTo>
                    <a:pt x="127" y="1"/>
                  </a:lnTo>
                  <a:lnTo>
                    <a:pt x="124" y="0"/>
                  </a:lnTo>
                  <a:lnTo>
                    <a:pt x="121" y="0"/>
                  </a:lnTo>
                  <a:lnTo>
                    <a:pt x="119" y="1"/>
                  </a:lnTo>
                  <a:lnTo>
                    <a:pt x="119" y="1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00" name="Freeform 512"/>
            <p:cNvSpPr>
              <a:spLocks noEditPoints="1"/>
            </p:cNvSpPr>
            <p:nvPr>
              <p:custDataLst>
                <p:tags r:id="rId54"/>
              </p:custDataLst>
            </p:nvPr>
          </p:nvSpPr>
          <p:spPr bwMode="auto">
            <a:xfrm>
              <a:off x="3119438" y="1393825"/>
              <a:ext cx="277813" cy="128588"/>
            </a:xfrm>
            <a:custGeom>
              <a:avLst/>
              <a:gdLst/>
              <a:ahLst/>
              <a:cxnLst>
                <a:cxn ang="0">
                  <a:pos x="661" y="10"/>
                </a:cxn>
                <a:cxn ang="0">
                  <a:pos x="647" y="6"/>
                </a:cxn>
                <a:cxn ang="0">
                  <a:pos x="256" y="6"/>
                </a:cxn>
                <a:cxn ang="0">
                  <a:pos x="24" y="0"/>
                </a:cxn>
                <a:cxn ang="0">
                  <a:pos x="13" y="1"/>
                </a:cxn>
                <a:cxn ang="0">
                  <a:pos x="4" y="10"/>
                </a:cxn>
                <a:cxn ang="0">
                  <a:pos x="1" y="23"/>
                </a:cxn>
                <a:cxn ang="0">
                  <a:pos x="3" y="65"/>
                </a:cxn>
                <a:cxn ang="0">
                  <a:pos x="14" y="129"/>
                </a:cxn>
                <a:cxn ang="0">
                  <a:pos x="31" y="171"/>
                </a:cxn>
                <a:cxn ang="0">
                  <a:pos x="56" y="210"/>
                </a:cxn>
                <a:cxn ang="0">
                  <a:pos x="92" y="247"/>
                </a:cxn>
                <a:cxn ang="0">
                  <a:pos x="119" y="268"/>
                </a:cxn>
                <a:cxn ang="0">
                  <a:pos x="162" y="291"/>
                </a:cxn>
                <a:cxn ang="0">
                  <a:pos x="226" y="311"/>
                </a:cxn>
                <a:cxn ang="0">
                  <a:pos x="326" y="321"/>
                </a:cxn>
                <a:cxn ang="0">
                  <a:pos x="391" y="319"/>
                </a:cxn>
                <a:cxn ang="0">
                  <a:pos x="492" y="307"/>
                </a:cxn>
                <a:cxn ang="0">
                  <a:pos x="570" y="281"/>
                </a:cxn>
                <a:cxn ang="0">
                  <a:pos x="615" y="256"/>
                </a:cxn>
                <a:cxn ang="0">
                  <a:pos x="642" y="235"/>
                </a:cxn>
                <a:cxn ang="0">
                  <a:pos x="670" y="197"/>
                </a:cxn>
                <a:cxn ang="0">
                  <a:pos x="685" y="155"/>
                </a:cxn>
                <a:cxn ang="0">
                  <a:pos x="696" y="94"/>
                </a:cxn>
                <a:cxn ang="0">
                  <a:pos x="700" y="22"/>
                </a:cxn>
                <a:cxn ang="0">
                  <a:pos x="688" y="9"/>
                </a:cxn>
                <a:cxn ang="0">
                  <a:pos x="668" y="10"/>
                </a:cxn>
                <a:cxn ang="0">
                  <a:pos x="579" y="226"/>
                </a:cxn>
                <a:cxn ang="0">
                  <a:pos x="556" y="239"/>
                </a:cxn>
                <a:cxn ang="0">
                  <a:pos x="481" y="264"/>
                </a:cxn>
                <a:cxn ang="0">
                  <a:pos x="375" y="274"/>
                </a:cxn>
                <a:cxn ang="0">
                  <a:pos x="322" y="274"/>
                </a:cxn>
                <a:cxn ang="0">
                  <a:pos x="242" y="266"/>
                </a:cxn>
                <a:cxn ang="0">
                  <a:pos x="165" y="243"/>
                </a:cxn>
                <a:cxn ang="0">
                  <a:pos x="136" y="229"/>
                </a:cxn>
                <a:cxn ang="0">
                  <a:pos x="102" y="198"/>
                </a:cxn>
                <a:cxn ang="0">
                  <a:pos x="77" y="162"/>
                </a:cxn>
                <a:cxn ang="0">
                  <a:pos x="60" y="120"/>
                </a:cxn>
                <a:cxn ang="0">
                  <a:pos x="47" y="45"/>
                </a:cxn>
                <a:cxn ang="0">
                  <a:pos x="182" y="49"/>
                </a:cxn>
                <a:cxn ang="0">
                  <a:pos x="647" y="52"/>
                </a:cxn>
                <a:cxn ang="0">
                  <a:pos x="653" y="52"/>
                </a:cxn>
                <a:cxn ang="0">
                  <a:pos x="645" y="125"/>
                </a:cxn>
                <a:cxn ang="0">
                  <a:pos x="629" y="170"/>
                </a:cxn>
                <a:cxn ang="0">
                  <a:pos x="610" y="200"/>
                </a:cxn>
                <a:cxn ang="0">
                  <a:pos x="579" y="226"/>
                </a:cxn>
              </a:cxnLst>
              <a:rect l="0" t="0" r="r" b="b"/>
              <a:pathLst>
                <a:path w="700" h="321">
                  <a:moveTo>
                    <a:pt x="663" y="13"/>
                  </a:moveTo>
                  <a:lnTo>
                    <a:pt x="663" y="13"/>
                  </a:lnTo>
                  <a:lnTo>
                    <a:pt x="661" y="10"/>
                  </a:lnTo>
                  <a:lnTo>
                    <a:pt x="657" y="9"/>
                  </a:lnTo>
                  <a:lnTo>
                    <a:pt x="651" y="8"/>
                  </a:lnTo>
                  <a:lnTo>
                    <a:pt x="647" y="6"/>
                  </a:lnTo>
                  <a:lnTo>
                    <a:pt x="335" y="6"/>
                  </a:lnTo>
                  <a:lnTo>
                    <a:pt x="335" y="6"/>
                  </a:lnTo>
                  <a:lnTo>
                    <a:pt x="256" y="6"/>
                  </a:lnTo>
                  <a:lnTo>
                    <a:pt x="179" y="4"/>
                  </a:lnTo>
                  <a:lnTo>
                    <a:pt x="101" y="1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17" y="0"/>
                  </a:lnTo>
                  <a:lnTo>
                    <a:pt x="13" y="1"/>
                  </a:lnTo>
                  <a:lnTo>
                    <a:pt x="9" y="4"/>
                  </a:lnTo>
                  <a:lnTo>
                    <a:pt x="7" y="6"/>
                  </a:lnTo>
                  <a:lnTo>
                    <a:pt x="4" y="10"/>
                  </a:lnTo>
                  <a:lnTo>
                    <a:pt x="3" y="14"/>
                  </a:lnTo>
                  <a:lnTo>
                    <a:pt x="1" y="23"/>
                  </a:lnTo>
                  <a:lnTo>
                    <a:pt x="1" y="23"/>
                  </a:lnTo>
                  <a:lnTo>
                    <a:pt x="0" y="30"/>
                  </a:lnTo>
                  <a:lnTo>
                    <a:pt x="0" y="30"/>
                  </a:lnTo>
                  <a:lnTo>
                    <a:pt x="3" y="65"/>
                  </a:lnTo>
                  <a:lnTo>
                    <a:pt x="7" y="98"/>
                  </a:lnTo>
                  <a:lnTo>
                    <a:pt x="10" y="113"/>
                  </a:lnTo>
                  <a:lnTo>
                    <a:pt x="14" y="129"/>
                  </a:lnTo>
                  <a:lnTo>
                    <a:pt x="20" y="144"/>
                  </a:lnTo>
                  <a:lnTo>
                    <a:pt x="25" y="158"/>
                  </a:lnTo>
                  <a:lnTo>
                    <a:pt x="31" y="171"/>
                  </a:lnTo>
                  <a:lnTo>
                    <a:pt x="39" y="185"/>
                  </a:lnTo>
                  <a:lnTo>
                    <a:pt x="47" y="198"/>
                  </a:lnTo>
                  <a:lnTo>
                    <a:pt x="56" y="210"/>
                  </a:lnTo>
                  <a:lnTo>
                    <a:pt x="67" y="223"/>
                  </a:lnTo>
                  <a:lnTo>
                    <a:pt x="78" y="235"/>
                  </a:lnTo>
                  <a:lnTo>
                    <a:pt x="92" y="247"/>
                  </a:lnTo>
                  <a:lnTo>
                    <a:pt x="106" y="259"/>
                  </a:lnTo>
                  <a:lnTo>
                    <a:pt x="106" y="259"/>
                  </a:lnTo>
                  <a:lnTo>
                    <a:pt x="119" y="268"/>
                  </a:lnTo>
                  <a:lnTo>
                    <a:pt x="132" y="277"/>
                  </a:lnTo>
                  <a:lnTo>
                    <a:pt x="146" y="285"/>
                  </a:lnTo>
                  <a:lnTo>
                    <a:pt x="162" y="291"/>
                  </a:lnTo>
                  <a:lnTo>
                    <a:pt x="178" y="298"/>
                  </a:lnTo>
                  <a:lnTo>
                    <a:pt x="194" y="303"/>
                  </a:lnTo>
                  <a:lnTo>
                    <a:pt x="226" y="311"/>
                  </a:lnTo>
                  <a:lnTo>
                    <a:pt x="259" y="317"/>
                  </a:lnTo>
                  <a:lnTo>
                    <a:pt x="293" y="320"/>
                  </a:lnTo>
                  <a:lnTo>
                    <a:pt x="326" y="321"/>
                  </a:lnTo>
                  <a:lnTo>
                    <a:pt x="358" y="321"/>
                  </a:lnTo>
                  <a:lnTo>
                    <a:pt x="358" y="321"/>
                  </a:lnTo>
                  <a:lnTo>
                    <a:pt x="391" y="319"/>
                  </a:lnTo>
                  <a:lnTo>
                    <a:pt x="425" y="316"/>
                  </a:lnTo>
                  <a:lnTo>
                    <a:pt x="459" y="312"/>
                  </a:lnTo>
                  <a:lnTo>
                    <a:pt x="492" y="307"/>
                  </a:lnTo>
                  <a:lnTo>
                    <a:pt x="523" y="298"/>
                  </a:lnTo>
                  <a:lnTo>
                    <a:pt x="555" y="287"/>
                  </a:lnTo>
                  <a:lnTo>
                    <a:pt x="570" y="281"/>
                  </a:lnTo>
                  <a:lnTo>
                    <a:pt x="586" y="274"/>
                  </a:lnTo>
                  <a:lnTo>
                    <a:pt x="600" y="265"/>
                  </a:lnTo>
                  <a:lnTo>
                    <a:pt x="615" y="256"/>
                  </a:lnTo>
                  <a:lnTo>
                    <a:pt x="615" y="256"/>
                  </a:lnTo>
                  <a:lnTo>
                    <a:pt x="629" y="246"/>
                  </a:lnTo>
                  <a:lnTo>
                    <a:pt x="642" y="235"/>
                  </a:lnTo>
                  <a:lnTo>
                    <a:pt x="653" y="223"/>
                  </a:lnTo>
                  <a:lnTo>
                    <a:pt x="662" y="210"/>
                  </a:lnTo>
                  <a:lnTo>
                    <a:pt x="670" y="197"/>
                  </a:lnTo>
                  <a:lnTo>
                    <a:pt x="676" y="184"/>
                  </a:lnTo>
                  <a:lnTo>
                    <a:pt x="681" y="170"/>
                  </a:lnTo>
                  <a:lnTo>
                    <a:pt x="685" y="155"/>
                  </a:lnTo>
                  <a:lnTo>
                    <a:pt x="689" y="141"/>
                  </a:lnTo>
                  <a:lnTo>
                    <a:pt x="692" y="125"/>
                  </a:lnTo>
                  <a:lnTo>
                    <a:pt x="696" y="94"/>
                  </a:lnTo>
                  <a:lnTo>
                    <a:pt x="700" y="30"/>
                  </a:lnTo>
                  <a:lnTo>
                    <a:pt x="700" y="30"/>
                  </a:lnTo>
                  <a:lnTo>
                    <a:pt x="700" y="22"/>
                  </a:lnTo>
                  <a:lnTo>
                    <a:pt x="697" y="17"/>
                  </a:lnTo>
                  <a:lnTo>
                    <a:pt x="693" y="11"/>
                  </a:lnTo>
                  <a:lnTo>
                    <a:pt x="688" y="9"/>
                  </a:lnTo>
                  <a:lnTo>
                    <a:pt x="681" y="8"/>
                  </a:lnTo>
                  <a:lnTo>
                    <a:pt x="675" y="8"/>
                  </a:lnTo>
                  <a:lnTo>
                    <a:pt x="668" y="10"/>
                  </a:lnTo>
                  <a:lnTo>
                    <a:pt x="663" y="13"/>
                  </a:lnTo>
                  <a:lnTo>
                    <a:pt x="663" y="13"/>
                  </a:lnTo>
                  <a:close/>
                  <a:moveTo>
                    <a:pt x="579" y="226"/>
                  </a:moveTo>
                  <a:lnTo>
                    <a:pt x="579" y="226"/>
                  </a:lnTo>
                  <a:lnTo>
                    <a:pt x="568" y="232"/>
                  </a:lnTo>
                  <a:lnTo>
                    <a:pt x="556" y="239"/>
                  </a:lnTo>
                  <a:lnTo>
                    <a:pt x="532" y="249"/>
                  </a:lnTo>
                  <a:lnTo>
                    <a:pt x="506" y="257"/>
                  </a:lnTo>
                  <a:lnTo>
                    <a:pt x="481" y="264"/>
                  </a:lnTo>
                  <a:lnTo>
                    <a:pt x="455" y="268"/>
                  </a:lnTo>
                  <a:lnTo>
                    <a:pt x="428" y="270"/>
                  </a:lnTo>
                  <a:lnTo>
                    <a:pt x="375" y="274"/>
                  </a:lnTo>
                  <a:lnTo>
                    <a:pt x="375" y="274"/>
                  </a:lnTo>
                  <a:lnTo>
                    <a:pt x="349" y="274"/>
                  </a:lnTo>
                  <a:lnTo>
                    <a:pt x="322" y="274"/>
                  </a:lnTo>
                  <a:lnTo>
                    <a:pt x="296" y="273"/>
                  </a:lnTo>
                  <a:lnTo>
                    <a:pt x="268" y="270"/>
                  </a:lnTo>
                  <a:lnTo>
                    <a:pt x="242" y="266"/>
                  </a:lnTo>
                  <a:lnTo>
                    <a:pt x="216" y="261"/>
                  </a:lnTo>
                  <a:lnTo>
                    <a:pt x="190" y="253"/>
                  </a:lnTo>
                  <a:lnTo>
                    <a:pt x="165" y="243"/>
                  </a:lnTo>
                  <a:lnTo>
                    <a:pt x="165" y="243"/>
                  </a:lnTo>
                  <a:lnTo>
                    <a:pt x="150" y="236"/>
                  </a:lnTo>
                  <a:lnTo>
                    <a:pt x="136" y="229"/>
                  </a:lnTo>
                  <a:lnTo>
                    <a:pt x="124" y="219"/>
                  </a:lnTo>
                  <a:lnTo>
                    <a:pt x="112" y="209"/>
                  </a:lnTo>
                  <a:lnTo>
                    <a:pt x="102" y="198"/>
                  </a:lnTo>
                  <a:lnTo>
                    <a:pt x="93" y="187"/>
                  </a:lnTo>
                  <a:lnTo>
                    <a:pt x="84" y="175"/>
                  </a:lnTo>
                  <a:lnTo>
                    <a:pt x="77" y="162"/>
                  </a:lnTo>
                  <a:lnTo>
                    <a:pt x="71" y="149"/>
                  </a:lnTo>
                  <a:lnTo>
                    <a:pt x="64" y="134"/>
                  </a:lnTo>
                  <a:lnTo>
                    <a:pt x="60" y="120"/>
                  </a:lnTo>
                  <a:lnTo>
                    <a:pt x="56" y="106"/>
                  </a:lnTo>
                  <a:lnTo>
                    <a:pt x="50" y="76"/>
                  </a:lnTo>
                  <a:lnTo>
                    <a:pt x="47" y="45"/>
                  </a:lnTo>
                  <a:lnTo>
                    <a:pt x="47" y="45"/>
                  </a:lnTo>
                  <a:lnTo>
                    <a:pt x="114" y="47"/>
                  </a:lnTo>
                  <a:lnTo>
                    <a:pt x="182" y="49"/>
                  </a:lnTo>
                  <a:lnTo>
                    <a:pt x="249" y="52"/>
                  </a:lnTo>
                  <a:lnTo>
                    <a:pt x="317" y="52"/>
                  </a:lnTo>
                  <a:lnTo>
                    <a:pt x="647" y="52"/>
                  </a:lnTo>
                  <a:lnTo>
                    <a:pt x="647" y="52"/>
                  </a:lnTo>
                  <a:lnTo>
                    <a:pt x="653" y="52"/>
                  </a:lnTo>
                  <a:lnTo>
                    <a:pt x="653" y="52"/>
                  </a:lnTo>
                  <a:lnTo>
                    <a:pt x="651" y="77"/>
                  </a:lnTo>
                  <a:lnTo>
                    <a:pt x="649" y="102"/>
                  </a:lnTo>
                  <a:lnTo>
                    <a:pt x="645" y="125"/>
                  </a:lnTo>
                  <a:lnTo>
                    <a:pt x="638" y="149"/>
                  </a:lnTo>
                  <a:lnTo>
                    <a:pt x="634" y="159"/>
                  </a:lnTo>
                  <a:lnTo>
                    <a:pt x="629" y="170"/>
                  </a:lnTo>
                  <a:lnTo>
                    <a:pt x="624" y="180"/>
                  </a:lnTo>
                  <a:lnTo>
                    <a:pt x="616" y="191"/>
                  </a:lnTo>
                  <a:lnTo>
                    <a:pt x="610" y="200"/>
                  </a:lnTo>
                  <a:lnTo>
                    <a:pt x="600" y="209"/>
                  </a:lnTo>
                  <a:lnTo>
                    <a:pt x="590" y="218"/>
                  </a:lnTo>
                  <a:lnTo>
                    <a:pt x="579" y="226"/>
                  </a:lnTo>
                  <a:lnTo>
                    <a:pt x="579" y="226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01" name="Freeform 513"/>
            <p:cNvSpPr>
              <a:spLocks noEditPoints="1"/>
            </p:cNvSpPr>
            <p:nvPr>
              <p:custDataLst>
                <p:tags r:id="rId55"/>
              </p:custDataLst>
            </p:nvPr>
          </p:nvSpPr>
          <p:spPr bwMode="auto">
            <a:xfrm>
              <a:off x="3570288" y="1393825"/>
              <a:ext cx="277813" cy="128588"/>
            </a:xfrm>
            <a:custGeom>
              <a:avLst/>
              <a:gdLst/>
              <a:ahLst/>
              <a:cxnLst>
                <a:cxn ang="0">
                  <a:pos x="661" y="10"/>
                </a:cxn>
                <a:cxn ang="0">
                  <a:pos x="648" y="6"/>
                </a:cxn>
                <a:cxn ang="0">
                  <a:pos x="258" y="6"/>
                </a:cxn>
                <a:cxn ang="0">
                  <a:pos x="24" y="0"/>
                </a:cxn>
                <a:cxn ang="0">
                  <a:pos x="13" y="1"/>
                </a:cxn>
                <a:cxn ang="0">
                  <a:pos x="4" y="10"/>
                </a:cxn>
                <a:cxn ang="0">
                  <a:pos x="1" y="23"/>
                </a:cxn>
                <a:cxn ang="0">
                  <a:pos x="3" y="65"/>
                </a:cxn>
                <a:cxn ang="0">
                  <a:pos x="14" y="129"/>
                </a:cxn>
                <a:cxn ang="0">
                  <a:pos x="31" y="171"/>
                </a:cxn>
                <a:cxn ang="0">
                  <a:pos x="56" y="210"/>
                </a:cxn>
                <a:cxn ang="0">
                  <a:pos x="92" y="247"/>
                </a:cxn>
                <a:cxn ang="0">
                  <a:pos x="119" y="268"/>
                </a:cxn>
                <a:cxn ang="0">
                  <a:pos x="162" y="291"/>
                </a:cxn>
                <a:cxn ang="0">
                  <a:pos x="226" y="311"/>
                </a:cxn>
                <a:cxn ang="0">
                  <a:pos x="326" y="321"/>
                </a:cxn>
                <a:cxn ang="0">
                  <a:pos x="393" y="319"/>
                </a:cxn>
                <a:cxn ang="0">
                  <a:pos x="492" y="307"/>
                </a:cxn>
                <a:cxn ang="0">
                  <a:pos x="570" y="281"/>
                </a:cxn>
                <a:cxn ang="0">
                  <a:pos x="615" y="256"/>
                </a:cxn>
                <a:cxn ang="0">
                  <a:pos x="642" y="235"/>
                </a:cxn>
                <a:cxn ang="0">
                  <a:pos x="670" y="197"/>
                </a:cxn>
                <a:cxn ang="0">
                  <a:pos x="686" y="155"/>
                </a:cxn>
                <a:cxn ang="0">
                  <a:pos x="696" y="94"/>
                </a:cxn>
                <a:cxn ang="0">
                  <a:pos x="700" y="22"/>
                </a:cxn>
                <a:cxn ang="0">
                  <a:pos x="688" y="9"/>
                </a:cxn>
                <a:cxn ang="0">
                  <a:pos x="669" y="10"/>
                </a:cxn>
                <a:cxn ang="0">
                  <a:pos x="580" y="226"/>
                </a:cxn>
                <a:cxn ang="0">
                  <a:pos x="556" y="239"/>
                </a:cxn>
                <a:cxn ang="0">
                  <a:pos x="481" y="264"/>
                </a:cxn>
                <a:cxn ang="0">
                  <a:pos x="376" y="274"/>
                </a:cxn>
                <a:cxn ang="0">
                  <a:pos x="322" y="274"/>
                </a:cxn>
                <a:cxn ang="0">
                  <a:pos x="242" y="266"/>
                </a:cxn>
                <a:cxn ang="0">
                  <a:pos x="165" y="243"/>
                </a:cxn>
                <a:cxn ang="0">
                  <a:pos x="136" y="229"/>
                </a:cxn>
                <a:cxn ang="0">
                  <a:pos x="102" y="198"/>
                </a:cxn>
                <a:cxn ang="0">
                  <a:pos x="77" y="162"/>
                </a:cxn>
                <a:cxn ang="0">
                  <a:pos x="60" y="120"/>
                </a:cxn>
                <a:cxn ang="0">
                  <a:pos x="47" y="45"/>
                </a:cxn>
                <a:cxn ang="0">
                  <a:pos x="182" y="49"/>
                </a:cxn>
                <a:cxn ang="0">
                  <a:pos x="648" y="52"/>
                </a:cxn>
                <a:cxn ang="0">
                  <a:pos x="653" y="52"/>
                </a:cxn>
                <a:cxn ang="0">
                  <a:pos x="645" y="125"/>
                </a:cxn>
                <a:cxn ang="0">
                  <a:pos x="629" y="170"/>
                </a:cxn>
                <a:cxn ang="0">
                  <a:pos x="610" y="200"/>
                </a:cxn>
                <a:cxn ang="0">
                  <a:pos x="580" y="226"/>
                </a:cxn>
              </a:cxnLst>
              <a:rect l="0" t="0" r="r" b="b"/>
              <a:pathLst>
                <a:path w="701" h="321">
                  <a:moveTo>
                    <a:pt x="663" y="13"/>
                  </a:moveTo>
                  <a:lnTo>
                    <a:pt x="663" y="13"/>
                  </a:lnTo>
                  <a:lnTo>
                    <a:pt x="661" y="10"/>
                  </a:lnTo>
                  <a:lnTo>
                    <a:pt x="657" y="9"/>
                  </a:lnTo>
                  <a:lnTo>
                    <a:pt x="653" y="8"/>
                  </a:lnTo>
                  <a:lnTo>
                    <a:pt x="648" y="6"/>
                  </a:lnTo>
                  <a:lnTo>
                    <a:pt x="335" y="6"/>
                  </a:lnTo>
                  <a:lnTo>
                    <a:pt x="335" y="6"/>
                  </a:lnTo>
                  <a:lnTo>
                    <a:pt x="258" y="6"/>
                  </a:lnTo>
                  <a:lnTo>
                    <a:pt x="179" y="4"/>
                  </a:lnTo>
                  <a:lnTo>
                    <a:pt x="101" y="1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18" y="0"/>
                  </a:lnTo>
                  <a:lnTo>
                    <a:pt x="13" y="1"/>
                  </a:lnTo>
                  <a:lnTo>
                    <a:pt x="9" y="4"/>
                  </a:lnTo>
                  <a:lnTo>
                    <a:pt x="7" y="6"/>
                  </a:lnTo>
                  <a:lnTo>
                    <a:pt x="4" y="10"/>
                  </a:lnTo>
                  <a:lnTo>
                    <a:pt x="3" y="14"/>
                  </a:lnTo>
                  <a:lnTo>
                    <a:pt x="1" y="23"/>
                  </a:lnTo>
                  <a:lnTo>
                    <a:pt x="1" y="23"/>
                  </a:lnTo>
                  <a:lnTo>
                    <a:pt x="0" y="30"/>
                  </a:lnTo>
                  <a:lnTo>
                    <a:pt x="0" y="30"/>
                  </a:lnTo>
                  <a:lnTo>
                    <a:pt x="3" y="65"/>
                  </a:lnTo>
                  <a:lnTo>
                    <a:pt x="7" y="98"/>
                  </a:lnTo>
                  <a:lnTo>
                    <a:pt x="11" y="113"/>
                  </a:lnTo>
                  <a:lnTo>
                    <a:pt x="14" y="129"/>
                  </a:lnTo>
                  <a:lnTo>
                    <a:pt x="20" y="144"/>
                  </a:lnTo>
                  <a:lnTo>
                    <a:pt x="25" y="158"/>
                  </a:lnTo>
                  <a:lnTo>
                    <a:pt x="31" y="171"/>
                  </a:lnTo>
                  <a:lnTo>
                    <a:pt x="39" y="185"/>
                  </a:lnTo>
                  <a:lnTo>
                    <a:pt x="47" y="198"/>
                  </a:lnTo>
                  <a:lnTo>
                    <a:pt x="56" y="210"/>
                  </a:lnTo>
                  <a:lnTo>
                    <a:pt x="67" y="223"/>
                  </a:lnTo>
                  <a:lnTo>
                    <a:pt x="79" y="235"/>
                  </a:lnTo>
                  <a:lnTo>
                    <a:pt x="92" y="247"/>
                  </a:lnTo>
                  <a:lnTo>
                    <a:pt x="106" y="259"/>
                  </a:lnTo>
                  <a:lnTo>
                    <a:pt x="106" y="259"/>
                  </a:lnTo>
                  <a:lnTo>
                    <a:pt x="119" y="268"/>
                  </a:lnTo>
                  <a:lnTo>
                    <a:pt x="132" y="277"/>
                  </a:lnTo>
                  <a:lnTo>
                    <a:pt x="147" y="285"/>
                  </a:lnTo>
                  <a:lnTo>
                    <a:pt x="162" y="291"/>
                  </a:lnTo>
                  <a:lnTo>
                    <a:pt x="178" y="298"/>
                  </a:lnTo>
                  <a:lnTo>
                    <a:pt x="194" y="303"/>
                  </a:lnTo>
                  <a:lnTo>
                    <a:pt x="226" y="311"/>
                  </a:lnTo>
                  <a:lnTo>
                    <a:pt x="259" y="317"/>
                  </a:lnTo>
                  <a:lnTo>
                    <a:pt x="293" y="320"/>
                  </a:lnTo>
                  <a:lnTo>
                    <a:pt x="326" y="321"/>
                  </a:lnTo>
                  <a:lnTo>
                    <a:pt x="358" y="321"/>
                  </a:lnTo>
                  <a:lnTo>
                    <a:pt x="358" y="321"/>
                  </a:lnTo>
                  <a:lnTo>
                    <a:pt x="393" y="319"/>
                  </a:lnTo>
                  <a:lnTo>
                    <a:pt x="425" y="316"/>
                  </a:lnTo>
                  <a:lnTo>
                    <a:pt x="459" y="312"/>
                  </a:lnTo>
                  <a:lnTo>
                    <a:pt x="492" y="307"/>
                  </a:lnTo>
                  <a:lnTo>
                    <a:pt x="523" y="298"/>
                  </a:lnTo>
                  <a:lnTo>
                    <a:pt x="555" y="287"/>
                  </a:lnTo>
                  <a:lnTo>
                    <a:pt x="570" y="281"/>
                  </a:lnTo>
                  <a:lnTo>
                    <a:pt x="586" y="274"/>
                  </a:lnTo>
                  <a:lnTo>
                    <a:pt x="600" y="265"/>
                  </a:lnTo>
                  <a:lnTo>
                    <a:pt x="615" y="256"/>
                  </a:lnTo>
                  <a:lnTo>
                    <a:pt x="615" y="256"/>
                  </a:lnTo>
                  <a:lnTo>
                    <a:pt x="629" y="246"/>
                  </a:lnTo>
                  <a:lnTo>
                    <a:pt x="642" y="235"/>
                  </a:lnTo>
                  <a:lnTo>
                    <a:pt x="653" y="223"/>
                  </a:lnTo>
                  <a:lnTo>
                    <a:pt x="662" y="210"/>
                  </a:lnTo>
                  <a:lnTo>
                    <a:pt x="670" y="197"/>
                  </a:lnTo>
                  <a:lnTo>
                    <a:pt x="676" y="184"/>
                  </a:lnTo>
                  <a:lnTo>
                    <a:pt x="682" y="170"/>
                  </a:lnTo>
                  <a:lnTo>
                    <a:pt x="686" y="155"/>
                  </a:lnTo>
                  <a:lnTo>
                    <a:pt x="689" y="141"/>
                  </a:lnTo>
                  <a:lnTo>
                    <a:pt x="692" y="125"/>
                  </a:lnTo>
                  <a:lnTo>
                    <a:pt x="696" y="94"/>
                  </a:lnTo>
                  <a:lnTo>
                    <a:pt x="701" y="30"/>
                  </a:lnTo>
                  <a:lnTo>
                    <a:pt x="701" y="30"/>
                  </a:lnTo>
                  <a:lnTo>
                    <a:pt x="700" y="22"/>
                  </a:lnTo>
                  <a:lnTo>
                    <a:pt x="697" y="17"/>
                  </a:lnTo>
                  <a:lnTo>
                    <a:pt x="693" y="11"/>
                  </a:lnTo>
                  <a:lnTo>
                    <a:pt x="688" y="9"/>
                  </a:lnTo>
                  <a:lnTo>
                    <a:pt x="682" y="8"/>
                  </a:lnTo>
                  <a:lnTo>
                    <a:pt x="675" y="8"/>
                  </a:lnTo>
                  <a:lnTo>
                    <a:pt x="669" y="10"/>
                  </a:lnTo>
                  <a:lnTo>
                    <a:pt x="663" y="13"/>
                  </a:lnTo>
                  <a:lnTo>
                    <a:pt x="663" y="13"/>
                  </a:lnTo>
                  <a:close/>
                  <a:moveTo>
                    <a:pt x="580" y="226"/>
                  </a:moveTo>
                  <a:lnTo>
                    <a:pt x="580" y="226"/>
                  </a:lnTo>
                  <a:lnTo>
                    <a:pt x="568" y="232"/>
                  </a:lnTo>
                  <a:lnTo>
                    <a:pt x="556" y="239"/>
                  </a:lnTo>
                  <a:lnTo>
                    <a:pt x="532" y="249"/>
                  </a:lnTo>
                  <a:lnTo>
                    <a:pt x="506" y="257"/>
                  </a:lnTo>
                  <a:lnTo>
                    <a:pt x="481" y="264"/>
                  </a:lnTo>
                  <a:lnTo>
                    <a:pt x="455" y="268"/>
                  </a:lnTo>
                  <a:lnTo>
                    <a:pt x="428" y="270"/>
                  </a:lnTo>
                  <a:lnTo>
                    <a:pt x="376" y="274"/>
                  </a:lnTo>
                  <a:lnTo>
                    <a:pt x="376" y="274"/>
                  </a:lnTo>
                  <a:lnTo>
                    <a:pt x="349" y="274"/>
                  </a:lnTo>
                  <a:lnTo>
                    <a:pt x="322" y="274"/>
                  </a:lnTo>
                  <a:lnTo>
                    <a:pt x="296" y="273"/>
                  </a:lnTo>
                  <a:lnTo>
                    <a:pt x="268" y="270"/>
                  </a:lnTo>
                  <a:lnTo>
                    <a:pt x="242" y="266"/>
                  </a:lnTo>
                  <a:lnTo>
                    <a:pt x="216" y="261"/>
                  </a:lnTo>
                  <a:lnTo>
                    <a:pt x="191" y="253"/>
                  </a:lnTo>
                  <a:lnTo>
                    <a:pt x="165" y="243"/>
                  </a:lnTo>
                  <a:lnTo>
                    <a:pt x="165" y="243"/>
                  </a:lnTo>
                  <a:lnTo>
                    <a:pt x="151" y="236"/>
                  </a:lnTo>
                  <a:lnTo>
                    <a:pt x="136" y="229"/>
                  </a:lnTo>
                  <a:lnTo>
                    <a:pt x="124" y="219"/>
                  </a:lnTo>
                  <a:lnTo>
                    <a:pt x="113" y="209"/>
                  </a:lnTo>
                  <a:lnTo>
                    <a:pt x="102" y="198"/>
                  </a:lnTo>
                  <a:lnTo>
                    <a:pt x="93" y="187"/>
                  </a:lnTo>
                  <a:lnTo>
                    <a:pt x="85" y="175"/>
                  </a:lnTo>
                  <a:lnTo>
                    <a:pt x="77" y="162"/>
                  </a:lnTo>
                  <a:lnTo>
                    <a:pt x="71" y="149"/>
                  </a:lnTo>
                  <a:lnTo>
                    <a:pt x="65" y="134"/>
                  </a:lnTo>
                  <a:lnTo>
                    <a:pt x="60" y="120"/>
                  </a:lnTo>
                  <a:lnTo>
                    <a:pt x="56" y="106"/>
                  </a:lnTo>
                  <a:lnTo>
                    <a:pt x="50" y="76"/>
                  </a:lnTo>
                  <a:lnTo>
                    <a:pt x="47" y="45"/>
                  </a:lnTo>
                  <a:lnTo>
                    <a:pt x="47" y="45"/>
                  </a:lnTo>
                  <a:lnTo>
                    <a:pt x="114" y="47"/>
                  </a:lnTo>
                  <a:lnTo>
                    <a:pt x="182" y="49"/>
                  </a:lnTo>
                  <a:lnTo>
                    <a:pt x="250" y="52"/>
                  </a:lnTo>
                  <a:lnTo>
                    <a:pt x="317" y="52"/>
                  </a:lnTo>
                  <a:lnTo>
                    <a:pt x="648" y="52"/>
                  </a:lnTo>
                  <a:lnTo>
                    <a:pt x="648" y="52"/>
                  </a:lnTo>
                  <a:lnTo>
                    <a:pt x="653" y="52"/>
                  </a:lnTo>
                  <a:lnTo>
                    <a:pt x="653" y="52"/>
                  </a:lnTo>
                  <a:lnTo>
                    <a:pt x="652" y="77"/>
                  </a:lnTo>
                  <a:lnTo>
                    <a:pt x="649" y="102"/>
                  </a:lnTo>
                  <a:lnTo>
                    <a:pt x="645" y="125"/>
                  </a:lnTo>
                  <a:lnTo>
                    <a:pt x="638" y="149"/>
                  </a:lnTo>
                  <a:lnTo>
                    <a:pt x="635" y="159"/>
                  </a:lnTo>
                  <a:lnTo>
                    <a:pt x="629" y="170"/>
                  </a:lnTo>
                  <a:lnTo>
                    <a:pt x="624" y="180"/>
                  </a:lnTo>
                  <a:lnTo>
                    <a:pt x="617" y="191"/>
                  </a:lnTo>
                  <a:lnTo>
                    <a:pt x="610" y="200"/>
                  </a:lnTo>
                  <a:lnTo>
                    <a:pt x="600" y="209"/>
                  </a:lnTo>
                  <a:lnTo>
                    <a:pt x="590" y="218"/>
                  </a:lnTo>
                  <a:lnTo>
                    <a:pt x="580" y="226"/>
                  </a:lnTo>
                  <a:lnTo>
                    <a:pt x="580" y="226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02" name="Freeform 514"/>
            <p:cNvSpPr>
              <a:spLocks noEditPoints="1"/>
            </p:cNvSpPr>
            <p:nvPr>
              <p:custDataLst>
                <p:tags r:id="rId56"/>
              </p:custDataLst>
            </p:nvPr>
          </p:nvSpPr>
          <p:spPr bwMode="auto">
            <a:xfrm>
              <a:off x="3187701" y="1065213"/>
              <a:ext cx="587375" cy="128588"/>
            </a:xfrm>
            <a:custGeom>
              <a:avLst/>
              <a:gdLst/>
              <a:ahLst/>
              <a:cxnLst>
                <a:cxn ang="0">
                  <a:pos x="1383" y="117"/>
                </a:cxn>
                <a:cxn ang="0">
                  <a:pos x="1313" y="106"/>
                </a:cxn>
                <a:cxn ang="0">
                  <a:pos x="1176" y="26"/>
                </a:cxn>
                <a:cxn ang="0">
                  <a:pos x="1078" y="2"/>
                </a:cxn>
                <a:cxn ang="0">
                  <a:pos x="969" y="17"/>
                </a:cxn>
                <a:cxn ang="0">
                  <a:pos x="862" y="60"/>
                </a:cxn>
                <a:cxn ang="0">
                  <a:pos x="700" y="75"/>
                </a:cxn>
                <a:cxn ang="0">
                  <a:pos x="581" y="47"/>
                </a:cxn>
                <a:cxn ang="0">
                  <a:pos x="453" y="4"/>
                </a:cxn>
                <a:cxn ang="0">
                  <a:pos x="348" y="9"/>
                </a:cxn>
                <a:cxn ang="0">
                  <a:pos x="230" y="72"/>
                </a:cxn>
                <a:cxn ang="0">
                  <a:pos x="148" y="110"/>
                </a:cxn>
                <a:cxn ang="0">
                  <a:pos x="48" y="127"/>
                </a:cxn>
                <a:cxn ang="0">
                  <a:pos x="1" y="194"/>
                </a:cxn>
                <a:cxn ang="0">
                  <a:pos x="33" y="280"/>
                </a:cxn>
                <a:cxn ang="0">
                  <a:pos x="146" y="327"/>
                </a:cxn>
                <a:cxn ang="0">
                  <a:pos x="271" y="293"/>
                </a:cxn>
                <a:cxn ang="0">
                  <a:pos x="415" y="213"/>
                </a:cxn>
                <a:cxn ang="0">
                  <a:pos x="502" y="207"/>
                </a:cxn>
                <a:cxn ang="0">
                  <a:pos x="636" y="268"/>
                </a:cxn>
                <a:cxn ang="0">
                  <a:pos x="739" y="296"/>
                </a:cxn>
                <a:cxn ang="0">
                  <a:pos x="820" y="277"/>
                </a:cxn>
                <a:cxn ang="0">
                  <a:pos x="960" y="211"/>
                </a:cxn>
                <a:cxn ang="0">
                  <a:pos x="1049" y="209"/>
                </a:cxn>
                <a:cxn ang="0">
                  <a:pos x="1207" y="293"/>
                </a:cxn>
                <a:cxn ang="0">
                  <a:pos x="1313" y="327"/>
                </a:cxn>
                <a:cxn ang="0">
                  <a:pos x="1431" y="293"/>
                </a:cxn>
                <a:cxn ang="0">
                  <a:pos x="1477" y="208"/>
                </a:cxn>
                <a:cxn ang="0">
                  <a:pos x="1415" y="245"/>
                </a:cxn>
                <a:cxn ang="0">
                  <a:pos x="1321" y="284"/>
                </a:cxn>
                <a:cxn ang="0">
                  <a:pos x="1260" y="270"/>
                </a:cxn>
                <a:cxn ang="0">
                  <a:pos x="1074" y="166"/>
                </a:cxn>
                <a:cxn ang="0">
                  <a:pos x="963" y="165"/>
                </a:cxn>
                <a:cxn ang="0">
                  <a:pos x="777" y="246"/>
                </a:cxn>
                <a:cxn ang="0">
                  <a:pos x="761" y="250"/>
                </a:cxn>
                <a:cxn ang="0">
                  <a:pos x="717" y="253"/>
                </a:cxn>
                <a:cxn ang="0">
                  <a:pos x="591" y="195"/>
                </a:cxn>
                <a:cxn ang="0">
                  <a:pos x="433" y="161"/>
                </a:cxn>
                <a:cxn ang="0">
                  <a:pos x="322" y="206"/>
                </a:cxn>
                <a:cxn ang="0">
                  <a:pos x="188" y="281"/>
                </a:cxn>
                <a:cxn ang="0">
                  <a:pos x="97" y="270"/>
                </a:cxn>
                <a:cxn ang="0">
                  <a:pos x="47" y="221"/>
                </a:cxn>
                <a:cxn ang="0">
                  <a:pos x="61" y="178"/>
                </a:cxn>
                <a:cxn ang="0">
                  <a:pos x="161" y="161"/>
                </a:cxn>
                <a:cxn ang="0">
                  <a:pos x="192" y="144"/>
                </a:cxn>
                <a:cxn ang="0">
                  <a:pos x="309" y="75"/>
                </a:cxn>
                <a:cxn ang="0">
                  <a:pos x="433" y="47"/>
                </a:cxn>
                <a:cxn ang="0">
                  <a:pos x="572" y="94"/>
                </a:cxn>
                <a:cxn ang="0">
                  <a:pos x="725" y="122"/>
                </a:cxn>
                <a:cxn ang="0">
                  <a:pos x="747" y="122"/>
                </a:cxn>
                <a:cxn ang="0">
                  <a:pos x="872" y="106"/>
                </a:cxn>
                <a:cxn ang="0">
                  <a:pos x="1020" y="50"/>
                </a:cxn>
                <a:cxn ang="0">
                  <a:pos x="1129" y="59"/>
                </a:cxn>
                <a:cxn ang="0">
                  <a:pos x="1249" y="126"/>
                </a:cxn>
                <a:cxn ang="0">
                  <a:pos x="1309" y="160"/>
                </a:cxn>
                <a:cxn ang="0">
                  <a:pos x="1400" y="169"/>
                </a:cxn>
                <a:cxn ang="0">
                  <a:pos x="1432" y="209"/>
                </a:cxn>
                <a:cxn ang="0">
                  <a:pos x="1415" y="245"/>
                </a:cxn>
              </a:cxnLst>
              <a:rect l="0" t="0" r="r" b="b"/>
              <a:pathLst>
                <a:path w="1477" h="327">
                  <a:moveTo>
                    <a:pt x="1455" y="144"/>
                  </a:moveTo>
                  <a:lnTo>
                    <a:pt x="1455" y="144"/>
                  </a:lnTo>
                  <a:lnTo>
                    <a:pt x="1443" y="135"/>
                  </a:lnTo>
                  <a:lnTo>
                    <a:pt x="1430" y="127"/>
                  </a:lnTo>
                  <a:lnTo>
                    <a:pt x="1415" y="122"/>
                  </a:lnTo>
                  <a:lnTo>
                    <a:pt x="1400" y="119"/>
                  </a:lnTo>
                  <a:lnTo>
                    <a:pt x="1383" y="117"/>
                  </a:lnTo>
                  <a:lnTo>
                    <a:pt x="1367" y="115"/>
                  </a:lnTo>
                  <a:lnTo>
                    <a:pt x="1336" y="115"/>
                  </a:lnTo>
                  <a:lnTo>
                    <a:pt x="1336" y="115"/>
                  </a:lnTo>
                  <a:lnTo>
                    <a:pt x="1330" y="110"/>
                  </a:lnTo>
                  <a:lnTo>
                    <a:pt x="1322" y="107"/>
                  </a:lnTo>
                  <a:lnTo>
                    <a:pt x="1322" y="107"/>
                  </a:lnTo>
                  <a:lnTo>
                    <a:pt x="1313" y="106"/>
                  </a:lnTo>
                  <a:lnTo>
                    <a:pt x="1303" y="102"/>
                  </a:lnTo>
                  <a:lnTo>
                    <a:pt x="1284" y="94"/>
                  </a:lnTo>
                  <a:lnTo>
                    <a:pt x="1266" y="84"/>
                  </a:lnTo>
                  <a:lnTo>
                    <a:pt x="1248" y="72"/>
                  </a:lnTo>
                  <a:lnTo>
                    <a:pt x="1211" y="49"/>
                  </a:lnTo>
                  <a:lnTo>
                    <a:pt x="1194" y="37"/>
                  </a:lnTo>
                  <a:lnTo>
                    <a:pt x="1176" y="26"/>
                  </a:lnTo>
                  <a:lnTo>
                    <a:pt x="1176" y="26"/>
                  </a:lnTo>
                  <a:lnTo>
                    <a:pt x="1162" y="21"/>
                  </a:lnTo>
                  <a:lnTo>
                    <a:pt x="1146" y="15"/>
                  </a:lnTo>
                  <a:lnTo>
                    <a:pt x="1129" y="9"/>
                  </a:lnTo>
                  <a:lnTo>
                    <a:pt x="1112" y="5"/>
                  </a:lnTo>
                  <a:lnTo>
                    <a:pt x="1095" y="3"/>
                  </a:lnTo>
                  <a:lnTo>
                    <a:pt x="1078" y="2"/>
                  </a:lnTo>
                  <a:lnTo>
                    <a:pt x="1061" y="0"/>
                  </a:lnTo>
                  <a:lnTo>
                    <a:pt x="1045" y="2"/>
                  </a:lnTo>
                  <a:lnTo>
                    <a:pt x="1045" y="2"/>
                  </a:lnTo>
                  <a:lnTo>
                    <a:pt x="1025" y="4"/>
                  </a:lnTo>
                  <a:lnTo>
                    <a:pt x="1006" y="8"/>
                  </a:lnTo>
                  <a:lnTo>
                    <a:pt x="988" y="12"/>
                  </a:lnTo>
                  <a:lnTo>
                    <a:pt x="969" y="17"/>
                  </a:lnTo>
                  <a:lnTo>
                    <a:pt x="951" y="24"/>
                  </a:lnTo>
                  <a:lnTo>
                    <a:pt x="933" y="30"/>
                  </a:lnTo>
                  <a:lnTo>
                    <a:pt x="914" y="38"/>
                  </a:lnTo>
                  <a:lnTo>
                    <a:pt x="897" y="47"/>
                  </a:lnTo>
                  <a:lnTo>
                    <a:pt x="897" y="47"/>
                  </a:lnTo>
                  <a:lnTo>
                    <a:pt x="880" y="55"/>
                  </a:lnTo>
                  <a:lnTo>
                    <a:pt x="862" y="60"/>
                  </a:lnTo>
                  <a:lnTo>
                    <a:pt x="842" y="66"/>
                  </a:lnTo>
                  <a:lnTo>
                    <a:pt x="821" y="70"/>
                  </a:lnTo>
                  <a:lnTo>
                    <a:pt x="799" y="72"/>
                  </a:lnTo>
                  <a:lnTo>
                    <a:pt x="778" y="75"/>
                  </a:lnTo>
                  <a:lnTo>
                    <a:pt x="739" y="76"/>
                  </a:lnTo>
                  <a:lnTo>
                    <a:pt x="739" y="76"/>
                  </a:lnTo>
                  <a:lnTo>
                    <a:pt x="700" y="75"/>
                  </a:lnTo>
                  <a:lnTo>
                    <a:pt x="678" y="72"/>
                  </a:lnTo>
                  <a:lnTo>
                    <a:pt x="657" y="70"/>
                  </a:lnTo>
                  <a:lnTo>
                    <a:pt x="636" y="66"/>
                  </a:lnTo>
                  <a:lnTo>
                    <a:pt x="615" y="60"/>
                  </a:lnTo>
                  <a:lnTo>
                    <a:pt x="596" y="55"/>
                  </a:lnTo>
                  <a:lnTo>
                    <a:pt x="581" y="47"/>
                  </a:lnTo>
                  <a:lnTo>
                    <a:pt x="581" y="47"/>
                  </a:lnTo>
                  <a:lnTo>
                    <a:pt x="564" y="38"/>
                  </a:lnTo>
                  <a:lnTo>
                    <a:pt x="545" y="30"/>
                  </a:lnTo>
                  <a:lnTo>
                    <a:pt x="527" y="24"/>
                  </a:lnTo>
                  <a:lnTo>
                    <a:pt x="509" y="17"/>
                  </a:lnTo>
                  <a:lnTo>
                    <a:pt x="490" y="12"/>
                  </a:lnTo>
                  <a:lnTo>
                    <a:pt x="471" y="8"/>
                  </a:lnTo>
                  <a:lnTo>
                    <a:pt x="453" y="4"/>
                  </a:lnTo>
                  <a:lnTo>
                    <a:pt x="433" y="2"/>
                  </a:lnTo>
                  <a:lnTo>
                    <a:pt x="433" y="2"/>
                  </a:lnTo>
                  <a:lnTo>
                    <a:pt x="417" y="0"/>
                  </a:lnTo>
                  <a:lnTo>
                    <a:pt x="400" y="2"/>
                  </a:lnTo>
                  <a:lnTo>
                    <a:pt x="383" y="3"/>
                  </a:lnTo>
                  <a:lnTo>
                    <a:pt x="365" y="5"/>
                  </a:lnTo>
                  <a:lnTo>
                    <a:pt x="348" y="9"/>
                  </a:lnTo>
                  <a:lnTo>
                    <a:pt x="332" y="15"/>
                  </a:lnTo>
                  <a:lnTo>
                    <a:pt x="317" y="21"/>
                  </a:lnTo>
                  <a:lnTo>
                    <a:pt x="302" y="26"/>
                  </a:lnTo>
                  <a:lnTo>
                    <a:pt x="302" y="26"/>
                  </a:lnTo>
                  <a:lnTo>
                    <a:pt x="284" y="37"/>
                  </a:lnTo>
                  <a:lnTo>
                    <a:pt x="265" y="49"/>
                  </a:lnTo>
                  <a:lnTo>
                    <a:pt x="230" y="72"/>
                  </a:lnTo>
                  <a:lnTo>
                    <a:pt x="212" y="84"/>
                  </a:lnTo>
                  <a:lnTo>
                    <a:pt x="194" y="94"/>
                  </a:lnTo>
                  <a:lnTo>
                    <a:pt x="174" y="102"/>
                  </a:lnTo>
                  <a:lnTo>
                    <a:pt x="165" y="106"/>
                  </a:lnTo>
                  <a:lnTo>
                    <a:pt x="154" y="107"/>
                  </a:lnTo>
                  <a:lnTo>
                    <a:pt x="154" y="107"/>
                  </a:lnTo>
                  <a:lnTo>
                    <a:pt x="148" y="110"/>
                  </a:lnTo>
                  <a:lnTo>
                    <a:pt x="143" y="115"/>
                  </a:lnTo>
                  <a:lnTo>
                    <a:pt x="143" y="115"/>
                  </a:lnTo>
                  <a:lnTo>
                    <a:pt x="111" y="115"/>
                  </a:lnTo>
                  <a:lnTo>
                    <a:pt x="94" y="117"/>
                  </a:lnTo>
                  <a:lnTo>
                    <a:pt x="78" y="119"/>
                  </a:lnTo>
                  <a:lnTo>
                    <a:pt x="63" y="122"/>
                  </a:lnTo>
                  <a:lnTo>
                    <a:pt x="48" y="127"/>
                  </a:lnTo>
                  <a:lnTo>
                    <a:pt x="35" y="135"/>
                  </a:lnTo>
                  <a:lnTo>
                    <a:pt x="23" y="144"/>
                  </a:lnTo>
                  <a:lnTo>
                    <a:pt x="23" y="144"/>
                  </a:lnTo>
                  <a:lnTo>
                    <a:pt x="16" y="155"/>
                  </a:lnTo>
                  <a:lnTo>
                    <a:pt x="9" y="166"/>
                  </a:lnTo>
                  <a:lnTo>
                    <a:pt x="4" y="179"/>
                  </a:lnTo>
                  <a:lnTo>
                    <a:pt x="1" y="194"/>
                  </a:lnTo>
                  <a:lnTo>
                    <a:pt x="0" y="208"/>
                  </a:lnTo>
                  <a:lnTo>
                    <a:pt x="1" y="223"/>
                  </a:lnTo>
                  <a:lnTo>
                    <a:pt x="4" y="236"/>
                  </a:lnTo>
                  <a:lnTo>
                    <a:pt x="9" y="247"/>
                  </a:lnTo>
                  <a:lnTo>
                    <a:pt x="9" y="247"/>
                  </a:lnTo>
                  <a:lnTo>
                    <a:pt x="21" y="264"/>
                  </a:lnTo>
                  <a:lnTo>
                    <a:pt x="33" y="280"/>
                  </a:lnTo>
                  <a:lnTo>
                    <a:pt x="46" y="293"/>
                  </a:lnTo>
                  <a:lnTo>
                    <a:pt x="61" y="304"/>
                  </a:lnTo>
                  <a:lnTo>
                    <a:pt x="77" y="311"/>
                  </a:lnTo>
                  <a:lnTo>
                    <a:pt x="93" y="319"/>
                  </a:lnTo>
                  <a:lnTo>
                    <a:pt x="110" y="323"/>
                  </a:lnTo>
                  <a:lnTo>
                    <a:pt x="128" y="326"/>
                  </a:lnTo>
                  <a:lnTo>
                    <a:pt x="146" y="327"/>
                  </a:lnTo>
                  <a:lnTo>
                    <a:pt x="165" y="327"/>
                  </a:lnTo>
                  <a:lnTo>
                    <a:pt x="183" y="325"/>
                  </a:lnTo>
                  <a:lnTo>
                    <a:pt x="201" y="321"/>
                  </a:lnTo>
                  <a:lnTo>
                    <a:pt x="218" y="317"/>
                  </a:lnTo>
                  <a:lnTo>
                    <a:pt x="237" y="310"/>
                  </a:lnTo>
                  <a:lnTo>
                    <a:pt x="254" y="302"/>
                  </a:lnTo>
                  <a:lnTo>
                    <a:pt x="271" y="293"/>
                  </a:lnTo>
                  <a:lnTo>
                    <a:pt x="271" y="293"/>
                  </a:lnTo>
                  <a:lnTo>
                    <a:pt x="296" y="279"/>
                  </a:lnTo>
                  <a:lnTo>
                    <a:pt x="319" y="263"/>
                  </a:lnTo>
                  <a:lnTo>
                    <a:pt x="343" y="249"/>
                  </a:lnTo>
                  <a:lnTo>
                    <a:pt x="366" y="234"/>
                  </a:lnTo>
                  <a:lnTo>
                    <a:pt x="390" y="223"/>
                  </a:lnTo>
                  <a:lnTo>
                    <a:pt x="415" y="213"/>
                  </a:lnTo>
                  <a:lnTo>
                    <a:pt x="429" y="209"/>
                  </a:lnTo>
                  <a:lnTo>
                    <a:pt x="442" y="207"/>
                  </a:lnTo>
                  <a:lnTo>
                    <a:pt x="456" y="204"/>
                  </a:lnTo>
                  <a:lnTo>
                    <a:pt x="471" y="203"/>
                  </a:lnTo>
                  <a:lnTo>
                    <a:pt x="471" y="203"/>
                  </a:lnTo>
                  <a:lnTo>
                    <a:pt x="487" y="204"/>
                  </a:lnTo>
                  <a:lnTo>
                    <a:pt x="502" y="207"/>
                  </a:lnTo>
                  <a:lnTo>
                    <a:pt x="517" y="211"/>
                  </a:lnTo>
                  <a:lnTo>
                    <a:pt x="532" y="217"/>
                  </a:lnTo>
                  <a:lnTo>
                    <a:pt x="560" y="230"/>
                  </a:lnTo>
                  <a:lnTo>
                    <a:pt x="589" y="245"/>
                  </a:lnTo>
                  <a:lnTo>
                    <a:pt x="589" y="245"/>
                  </a:lnTo>
                  <a:lnTo>
                    <a:pt x="617" y="259"/>
                  </a:lnTo>
                  <a:lnTo>
                    <a:pt x="636" y="268"/>
                  </a:lnTo>
                  <a:lnTo>
                    <a:pt x="657" y="277"/>
                  </a:lnTo>
                  <a:lnTo>
                    <a:pt x="679" y="287"/>
                  </a:lnTo>
                  <a:lnTo>
                    <a:pt x="700" y="293"/>
                  </a:lnTo>
                  <a:lnTo>
                    <a:pt x="710" y="296"/>
                  </a:lnTo>
                  <a:lnTo>
                    <a:pt x="721" y="297"/>
                  </a:lnTo>
                  <a:lnTo>
                    <a:pt x="730" y="297"/>
                  </a:lnTo>
                  <a:lnTo>
                    <a:pt x="739" y="296"/>
                  </a:lnTo>
                  <a:lnTo>
                    <a:pt x="739" y="296"/>
                  </a:lnTo>
                  <a:lnTo>
                    <a:pt x="748" y="297"/>
                  </a:lnTo>
                  <a:lnTo>
                    <a:pt x="757" y="297"/>
                  </a:lnTo>
                  <a:lnTo>
                    <a:pt x="768" y="296"/>
                  </a:lnTo>
                  <a:lnTo>
                    <a:pt x="778" y="293"/>
                  </a:lnTo>
                  <a:lnTo>
                    <a:pt x="799" y="287"/>
                  </a:lnTo>
                  <a:lnTo>
                    <a:pt x="820" y="277"/>
                  </a:lnTo>
                  <a:lnTo>
                    <a:pt x="841" y="268"/>
                  </a:lnTo>
                  <a:lnTo>
                    <a:pt x="861" y="259"/>
                  </a:lnTo>
                  <a:lnTo>
                    <a:pt x="889" y="245"/>
                  </a:lnTo>
                  <a:lnTo>
                    <a:pt x="889" y="245"/>
                  </a:lnTo>
                  <a:lnTo>
                    <a:pt x="917" y="230"/>
                  </a:lnTo>
                  <a:lnTo>
                    <a:pt x="946" y="217"/>
                  </a:lnTo>
                  <a:lnTo>
                    <a:pt x="960" y="211"/>
                  </a:lnTo>
                  <a:lnTo>
                    <a:pt x="976" y="207"/>
                  </a:lnTo>
                  <a:lnTo>
                    <a:pt x="990" y="204"/>
                  </a:lnTo>
                  <a:lnTo>
                    <a:pt x="1006" y="203"/>
                  </a:lnTo>
                  <a:lnTo>
                    <a:pt x="1006" y="203"/>
                  </a:lnTo>
                  <a:lnTo>
                    <a:pt x="1022" y="204"/>
                  </a:lnTo>
                  <a:lnTo>
                    <a:pt x="1036" y="207"/>
                  </a:lnTo>
                  <a:lnTo>
                    <a:pt x="1049" y="209"/>
                  </a:lnTo>
                  <a:lnTo>
                    <a:pt x="1062" y="213"/>
                  </a:lnTo>
                  <a:lnTo>
                    <a:pt x="1088" y="223"/>
                  </a:lnTo>
                  <a:lnTo>
                    <a:pt x="1112" y="234"/>
                  </a:lnTo>
                  <a:lnTo>
                    <a:pt x="1135" y="249"/>
                  </a:lnTo>
                  <a:lnTo>
                    <a:pt x="1159" y="263"/>
                  </a:lnTo>
                  <a:lnTo>
                    <a:pt x="1182" y="279"/>
                  </a:lnTo>
                  <a:lnTo>
                    <a:pt x="1207" y="293"/>
                  </a:lnTo>
                  <a:lnTo>
                    <a:pt x="1207" y="293"/>
                  </a:lnTo>
                  <a:lnTo>
                    <a:pt x="1223" y="302"/>
                  </a:lnTo>
                  <a:lnTo>
                    <a:pt x="1241" y="310"/>
                  </a:lnTo>
                  <a:lnTo>
                    <a:pt x="1258" y="317"/>
                  </a:lnTo>
                  <a:lnTo>
                    <a:pt x="1277" y="321"/>
                  </a:lnTo>
                  <a:lnTo>
                    <a:pt x="1295" y="325"/>
                  </a:lnTo>
                  <a:lnTo>
                    <a:pt x="1313" y="327"/>
                  </a:lnTo>
                  <a:lnTo>
                    <a:pt x="1332" y="327"/>
                  </a:lnTo>
                  <a:lnTo>
                    <a:pt x="1350" y="326"/>
                  </a:lnTo>
                  <a:lnTo>
                    <a:pt x="1367" y="323"/>
                  </a:lnTo>
                  <a:lnTo>
                    <a:pt x="1384" y="319"/>
                  </a:lnTo>
                  <a:lnTo>
                    <a:pt x="1401" y="311"/>
                  </a:lnTo>
                  <a:lnTo>
                    <a:pt x="1417" y="304"/>
                  </a:lnTo>
                  <a:lnTo>
                    <a:pt x="1431" y="293"/>
                  </a:lnTo>
                  <a:lnTo>
                    <a:pt x="1445" y="280"/>
                  </a:lnTo>
                  <a:lnTo>
                    <a:pt x="1457" y="264"/>
                  </a:lnTo>
                  <a:lnTo>
                    <a:pt x="1469" y="247"/>
                  </a:lnTo>
                  <a:lnTo>
                    <a:pt x="1469" y="247"/>
                  </a:lnTo>
                  <a:lnTo>
                    <a:pt x="1473" y="236"/>
                  </a:lnTo>
                  <a:lnTo>
                    <a:pt x="1477" y="223"/>
                  </a:lnTo>
                  <a:lnTo>
                    <a:pt x="1477" y="208"/>
                  </a:lnTo>
                  <a:lnTo>
                    <a:pt x="1477" y="194"/>
                  </a:lnTo>
                  <a:lnTo>
                    <a:pt x="1474" y="179"/>
                  </a:lnTo>
                  <a:lnTo>
                    <a:pt x="1469" y="166"/>
                  </a:lnTo>
                  <a:lnTo>
                    <a:pt x="1462" y="155"/>
                  </a:lnTo>
                  <a:lnTo>
                    <a:pt x="1455" y="144"/>
                  </a:lnTo>
                  <a:lnTo>
                    <a:pt x="1455" y="144"/>
                  </a:lnTo>
                  <a:close/>
                  <a:moveTo>
                    <a:pt x="1415" y="245"/>
                  </a:moveTo>
                  <a:lnTo>
                    <a:pt x="1415" y="245"/>
                  </a:lnTo>
                  <a:lnTo>
                    <a:pt x="1400" y="259"/>
                  </a:lnTo>
                  <a:lnTo>
                    <a:pt x="1381" y="270"/>
                  </a:lnTo>
                  <a:lnTo>
                    <a:pt x="1362" y="277"/>
                  </a:lnTo>
                  <a:lnTo>
                    <a:pt x="1342" y="283"/>
                  </a:lnTo>
                  <a:lnTo>
                    <a:pt x="1332" y="284"/>
                  </a:lnTo>
                  <a:lnTo>
                    <a:pt x="1321" y="284"/>
                  </a:lnTo>
                  <a:lnTo>
                    <a:pt x="1311" y="284"/>
                  </a:lnTo>
                  <a:lnTo>
                    <a:pt x="1300" y="283"/>
                  </a:lnTo>
                  <a:lnTo>
                    <a:pt x="1290" y="281"/>
                  </a:lnTo>
                  <a:lnTo>
                    <a:pt x="1279" y="279"/>
                  </a:lnTo>
                  <a:lnTo>
                    <a:pt x="1270" y="275"/>
                  </a:lnTo>
                  <a:lnTo>
                    <a:pt x="1260" y="270"/>
                  </a:lnTo>
                  <a:lnTo>
                    <a:pt x="1260" y="270"/>
                  </a:lnTo>
                  <a:lnTo>
                    <a:pt x="1233" y="255"/>
                  </a:lnTo>
                  <a:lnTo>
                    <a:pt x="1207" y="238"/>
                  </a:lnTo>
                  <a:lnTo>
                    <a:pt x="1156" y="206"/>
                  </a:lnTo>
                  <a:lnTo>
                    <a:pt x="1130" y="190"/>
                  </a:lnTo>
                  <a:lnTo>
                    <a:pt x="1103" y="177"/>
                  </a:lnTo>
                  <a:lnTo>
                    <a:pt x="1088" y="170"/>
                  </a:lnTo>
                  <a:lnTo>
                    <a:pt x="1074" y="166"/>
                  </a:lnTo>
                  <a:lnTo>
                    <a:pt x="1059" y="162"/>
                  </a:lnTo>
                  <a:lnTo>
                    <a:pt x="1045" y="161"/>
                  </a:lnTo>
                  <a:lnTo>
                    <a:pt x="1045" y="161"/>
                  </a:lnTo>
                  <a:lnTo>
                    <a:pt x="1022" y="158"/>
                  </a:lnTo>
                  <a:lnTo>
                    <a:pt x="999" y="158"/>
                  </a:lnTo>
                  <a:lnTo>
                    <a:pt x="981" y="161"/>
                  </a:lnTo>
                  <a:lnTo>
                    <a:pt x="963" y="165"/>
                  </a:lnTo>
                  <a:lnTo>
                    <a:pt x="944" y="170"/>
                  </a:lnTo>
                  <a:lnTo>
                    <a:pt x="926" y="178"/>
                  </a:lnTo>
                  <a:lnTo>
                    <a:pt x="887" y="195"/>
                  </a:lnTo>
                  <a:lnTo>
                    <a:pt x="887" y="195"/>
                  </a:lnTo>
                  <a:lnTo>
                    <a:pt x="842" y="217"/>
                  </a:lnTo>
                  <a:lnTo>
                    <a:pt x="808" y="233"/>
                  </a:lnTo>
                  <a:lnTo>
                    <a:pt x="777" y="246"/>
                  </a:lnTo>
                  <a:lnTo>
                    <a:pt x="777" y="246"/>
                  </a:lnTo>
                  <a:lnTo>
                    <a:pt x="777" y="246"/>
                  </a:lnTo>
                  <a:lnTo>
                    <a:pt x="777" y="246"/>
                  </a:lnTo>
                  <a:lnTo>
                    <a:pt x="761" y="250"/>
                  </a:lnTo>
                  <a:lnTo>
                    <a:pt x="761" y="250"/>
                  </a:lnTo>
                  <a:lnTo>
                    <a:pt x="761" y="250"/>
                  </a:lnTo>
                  <a:lnTo>
                    <a:pt x="761" y="250"/>
                  </a:lnTo>
                  <a:lnTo>
                    <a:pt x="748" y="254"/>
                  </a:lnTo>
                  <a:lnTo>
                    <a:pt x="748" y="254"/>
                  </a:lnTo>
                  <a:lnTo>
                    <a:pt x="739" y="254"/>
                  </a:lnTo>
                  <a:lnTo>
                    <a:pt x="739" y="254"/>
                  </a:lnTo>
                  <a:lnTo>
                    <a:pt x="731" y="255"/>
                  </a:lnTo>
                  <a:lnTo>
                    <a:pt x="723" y="254"/>
                  </a:lnTo>
                  <a:lnTo>
                    <a:pt x="717" y="253"/>
                  </a:lnTo>
                  <a:lnTo>
                    <a:pt x="710" y="249"/>
                  </a:lnTo>
                  <a:lnTo>
                    <a:pt x="710" y="249"/>
                  </a:lnTo>
                  <a:lnTo>
                    <a:pt x="695" y="243"/>
                  </a:lnTo>
                  <a:lnTo>
                    <a:pt x="678" y="236"/>
                  </a:lnTo>
                  <a:lnTo>
                    <a:pt x="641" y="220"/>
                  </a:lnTo>
                  <a:lnTo>
                    <a:pt x="591" y="195"/>
                  </a:lnTo>
                  <a:lnTo>
                    <a:pt x="591" y="195"/>
                  </a:lnTo>
                  <a:lnTo>
                    <a:pt x="552" y="178"/>
                  </a:lnTo>
                  <a:lnTo>
                    <a:pt x="534" y="170"/>
                  </a:lnTo>
                  <a:lnTo>
                    <a:pt x="515" y="165"/>
                  </a:lnTo>
                  <a:lnTo>
                    <a:pt x="497" y="161"/>
                  </a:lnTo>
                  <a:lnTo>
                    <a:pt x="477" y="158"/>
                  </a:lnTo>
                  <a:lnTo>
                    <a:pt x="456" y="158"/>
                  </a:lnTo>
                  <a:lnTo>
                    <a:pt x="433" y="161"/>
                  </a:lnTo>
                  <a:lnTo>
                    <a:pt x="433" y="161"/>
                  </a:lnTo>
                  <a:lnTo>
                    <a:pt x="419" y="162"/>
                  </a:lnTo>
                  <a:lnTo>
                    <a:pt x="403" y="166"/>
                  </a:lnTo>
                  <a:lnTo>
                    <a:pt x="388" y="170"/>
                  </a:lnTo>
                  <a:lnTo>
                    <a:pt x="375" y="177"/>
                  </a:lnTo>
                  <a:lnTo>
                    <a:pt x="348" y="190"/>
                  </a:lnTo>
                  <a:lnTo>
                    <a:pt x="322" y="206"/>
                  </a:lnTo>
                  <a:lnTo>
                    <a:pt x="269" y="238"/>
                  </a:lnTo>
                  <a:lnTo>
                    <a:pt x="245" y="255"/>
                  </a:lnTo>
                  <a:lnTo>
                    <a:pt x="218" y="270"/>
                  </a:lnTo>
                  <a:lnTo>
                    <a:pt x="218" y="270"/>
                  </a:lnTo>
                  <a:lnTo>
                    <a:pt x="208" y="275"/>
                  </a:lnTo>
                  <a:lnTo>
                    <a:pt x="199" y="279"/>
                  </a:lnTo>
                  <a:lnTo>
                    <a:pt x="188" y="281"/>
                  </a:lnTo>
                  <a:lnTo>
                    <a:pt x="178" y="283"/>
                  </a:lnTo>
                  <a:lnTo>
                    <a:pt x="167" y="284"/>
                  </a:lnTo>
                  <a:lnTo>
                    <a:pt x="157" y="284"/>
                  </a:lnTo>
                  <a:lnTo>
                    <a:pt x="146" y="284"/>
                  </a:lnTo>
                  <a:lnTo>
                    <a:pt x="136" y="283"/>
                  </a:lnTo>
                  <a:lnTo>
                    <a:pt x="116" y="277"/>
                  </a:lnTo>
                  <a:lnTo>
                    <a:pt x="97" y="270"/>
                  </a:lnTo>
                  <a:lnTo>
                    <a:pt x="78" y="259"/>
                  </a:lnTo>
                  <a:lnTo>
                    <a:pt x="61" y="245"/>
                  </a:lnTo>
                  <a:lnTo>
                    <a:pt x="61" y="245"/>
                  </a:lnTo>
                  <a:lnTo>
                    <a:pt x="56" y="240"/>
                  </a:lnTo>
                  <a:lnTo>
                    <a:pt x="52" y="233"/>
                  </a:lnTo>
                  <a:lnTo>
                    <a:pt x="50" y="228"/>
                  </a:lnTo>
                  <a:lnTo>
                    <a:pt x="47" y="221"/>
                  </a:lnTo>
                  <a:lnTo>
                    <a:pt x="46" y="215"/>
                  </a:lnTo>
                  <a:lnTo>
                    <a:pt x="46" y="209"/>
                  </a:lnTo>
                  <a:lnTo>
                    <a:pt x="46" y="203"/>
                  </a:lnTo>
                  <a:lnTo>
                    <a:pt x="48" y="198"/>
                  </a:lnTo>
                  <a:lnTo>
                    <a:pt x="50" y="192"/>
                  </a:lnTo>
                  <a:lnTo>
                    <a:pt x="54" y="187"/>
                  </a:lnTo>
                  <a:lnTo>
                    <a:pt x="61" y="178"/>
                  </a:lnTo>
                  <a:lnTo>
                    <a:pt x="72" y="172"/>
                  </a:lnTo>
                  <a:lnTo>
                    <a:pt x="77" y="169"/>
                  </a:lnTo>
                  <a:lnTo>
                    <a:pt x="84" y="166"/>
                  </a:lnTo>
                  <a:lnTo>
                    <a:pt x="84" y="166"/>
                  </a:lnTo>
                  <a:lnTo>
                    <a:pt x="103" y="164"/>
                  </a:lnTo>
                  <a:lnTo>
                    <a:pt x="123" y="161"/>
                  </a:lnTo>
                  <a:lnTo>
                    <a:pt x="161" y="161"/>
                  </a:lnTo>
                  <a:lnTo>
                    <a:pt x="161" y="161"/>
                  </a:lnTo>
                  <a:lnTo>
                    <a:pt x="167" y="160"/>
                  </a:lnTo>
                  <a:lnTo>
                    <a:pt x="173" y="157"/>
                  </a:lnTo>
                  <a:lnTo>
                    <a:pt x="178" y="153"/>
                  </a:lnTo>
                  <a:lnTo>
                    <a:pt x="180" y="149"/>
                  </a:lnTo>
                  <a:lnTo>
                    <a:pt x="180" y="149"/>
                  </a:lnTo>
                  <a:lnTo>
                    <a:pt x="192" y="144"/>
                  </a:lnTo>
                  <a:lnTo>
                    <a:pt x="205" y="139"/>
                  </a:lnTo>
                  <a:lnTo>
                    <a:pt x="228" y="126"/>
                  </a:lnTo>
                  <a:lnTo>
                    <a:pt x="250" y="111"/>
                  </a:lnTo>
                  <a:lnTo>
                    <a:pt x="272" y="97"/>
                  </a:lnTo>
                  <a:lnTo>
                    <a:pt x="272" y="97"/>
                  </a:lnTo>
                  <a:lnTo>
                    <a:pt x="289" y="85"/>
                  </a:lnTo>
                  <a:lnTo>
                    <a:pt x="309" y="75"/>
                  </a:lnTo>
                  <a:lnTo>
                    <a:pt x="328" y="67"/>
                  </a:lnTo>
                  <a:lnTo>
                    <a:pt x="348" y="59"/>
                  </a:lnTo>
                  <a:lnTo>
                    <a:pt x="369" y="54"/>
                  </a:lnTo>
                  <a:lnTo>
                    <a:pt x="390" y="50"/>
                  </a:lnTo>
                  <a:lnTo>
                    <a:pt x="411" y="47"/>
                  </a:lnTo>
                  <a:lnTo>
                    <a:pt x="433" y="47"/>
                  </a:lnTo>
                  <a:lnTo>
                    <a:pt x="433" y="47"/>
                  </a:lnTo>
                  <a:lnTo>
                    <a:pt x="445" y="49"/>
                  </a:lnTo>
                  <a:lnTo>
                    <a:pt x="458" y="50"/>
                  </a:lnTo>
                  <a:lnTo>
                    <a:pt x="481" y="56"/>
                  </a:lnTo>
                  <a:lnTo>
                    <a:pt x="504" y="64"/>
                  </a:lnTo>
                  <a:lnTo>
                    <a:pt x="527" y="75"/>
                  </a:lnTo>
                  <a:lnTo>
                    <a:pt x="549" y="85"/>
                  </a:lnTo>
                  <a:lnTo>
                    <a:pt x="572" y="94"/>
                  </a:lnTo>
                  <a:lnTo>
                    <a:pt x="594" y="102"/>
                  </a:lnTo>
                  <a:lnTo>
                    <a:pt x="606" y="106"/>
                  </a:lnTo>
                  <a:lnTo>
                    <a:pt x="617" y="109"/>
                  </a:lnTo>
                  <a:lnTo>
                    <a:pt x="617" y="109"/>
                  </a:lnTo>
                  <a:lnTo>
                    <a:pt x="671" y="117"/>
                  </a:lnTo>
                  <a:lnTo>
                    <a:pt x="697" y="119"/>
                  </a:lnTo>
                  <a:lnTo>
                    <a:pt x="725" y="122"/>
                  </a:lnTo>
                  <a:lnTo>
                    <a:pt x="725" y="122"/>
                  </a:lnTo>
                  <a:lnTo>
                    <a:pt x="730" y="122"/>
                  </a:lnTo>
                  <a:lnTo>
                    <a:pt x="730" y="122"/>
                  </a:lnTo>
                  <a:lnTo>
                    <a:pt x="739" y="122"/>
                  </a:lnTo>
                  <a:lnTo>
                    <a:pt x="739" y="122"/>
                  </a:lnTo>
                  <a:lnTo>
                    <a:pt x="747" y="122"/>
                  </a:lnTo>
                  <a:lnTo>
                    <a:pt x="747" y="122"/>
                  </a:lnTo>
                  <a:lnTo>
                    <a:pt x="753" y="122"/>
                  </a:lnTo>
                  <a:lnTo>
                    <a:pt x="753" y="122"/>
                  </a:lnTo>
                  <a:lnTo>
                    <a:pt x="780" y="119"/>
                  </a:lnTo>
                  <a:lnTo>
                    <a:pt x="807" y="117"/>
                  </a:lnTo>
                  <a:lnTo>
                    <a:pt x="859" y="109"/>
                  </a:lnTo>
                  <a:lnTo>
                    <a:pt x="859" y="109"/>
                  </a:lnTo>
                  <a:lnTo>
                    <a:pt x="872" y="106"/>
                  </a:lnTo>
                  <a:lnTo>
                    <a:pt x="884" y="102"/>
                  </a:lnTo>
                  <a:lnTo>
                    <a:pt x="906" y="94"/>
                  </a:lnTo>
                  <a:lnTo>
                    <a:pt x="929" y="85"/>
                  </a:lnTo>
                  <a:lnTo>
                    <a:pt x="951" y="75"/>
                  </a:lnTo>
                  <a:lnTo>
                    <a:pt x="973" y="64"/>
                  </a:lnTo>
                  <a:lnTo>
                    <a:pt x="997" y="56"/>
                  </a:lnTo>
                  <a:lnTo>
                    <a:pt x="1020" y="50"/>
                  </a:lnTo>
                  <a:lnTo>
                    <a:pt x="1032" y="49"/>
                  </a:lnTo>
                  <a:lnTo>
                    <a:pt x="1045" y="47"/>
                  </a:lnTo>
                  <a:lnTo>
                    <a:pt x="1045" y="47"/>
                  </a:lnTo>
                  <a:lnTo>
                    <a:pt x="1066" y="47"/>
                  </a:lnTo>
                  <a:lnTo>
                    <a:pt x="1088" y="50"/>
                  </a:lnTo>
                  <a:lnTo>
                    <a:pt x="1109" y="54"/>
                  </a:lnTo>
                  <a:lnTo>
                    <a:pt x="1129" y="59"/>
                  </a:lnTo>
                  <a:lnTo>
                    <a:pt x="1150" y="67"/>
                  </a:lnTo>
                  <a:lnTo>
                    <a:pt x="1169" y="75"/>
                  </a:lnTo>
                  <a:lnTo>
                    <a:pt x="1188" y="85"/>
                  </a:lnTo>
                  <a:lnTo>
                    <a:pt x="1206" y="97"/>
                  </a:lnTo>
                  <a:lnTo>
                    <a:pt x="1206" y="97"/>
                  </a:lnTo>
                  <a:lnTo>
                    <a:pt x="1227" y="111"/>
                  </a:lnTo>
                  <a:lnTo>
                    <a:pt x="1249" y="126"/>
                  </a:lnTo>
                  <a:lnTo>
                    <a:pt x="1273" y="139"/>
                  </a:lnTo>
                  <a:lnTo>
                    <a:pt x="1284" y="144"/>
                  </a:lnTo>
                  <a:lnTo>
                    <a:pt x="1298" y="149"/>
                  </a:lnTo>
                  <a:lnTo>
                    <a:pt x="1298" y="149"/>
                  </a:lnTo>
                  <a:lnTo>
                    <a:pt x="1300" y="153"/>
                  </a:lnTo>
                  <a:lnTo>
                    <a:pt x="1304" y="157"/>
                  </a:lnTo>
                  <a:lnTo>
                    <a:pt x="1309" y="160"/>
                  </a:lnTo>
                  <a:lnTo>
                    <a:pt x="1317" y="161"/>
                  </a:lnTo>
                  <a:lnTo>
                    <a:pt x="1317" y="161"/>
                  </a:lnTo>
                  <a:lnTo>
                    <a:pt x="1355" y="161"/>
                  </a:lnTo>
                  <a:lnTo>
                    <a:pt x="1375" y="164"/>
                  </a:lnTo>
                  <a:lnTo>
                    <a:pt x="1393" y="166"/>
                  </a:lnTo>
                  <a:lnTo>
                    <a:pt x="1393" y="166"/>
                  </a:lnTo>
                  <a:lnTo>
                    <a:pt x="1400" y="169"/>
                  </a:lnTo>
                  <a:lnTo>
                    <a:pt x="1406" y="172"/>
                  </a:lnTo>
                  <a:lnTo>
                    <a:pt x="1417" y="178"/>
                  </a:lnTo>
                  <a:lnTo>
                    <a:pt x="1424" y="187"/>
                  </a:lnTo>
                  <a:lnTo>
                    <a:pt x="1427" y="192"/>
                  </a:lnTo>
                  <a:lnTo>
                    <a:pt x="1430" y="198"/>
                  </a:lnTo>
                  <a:lnTo>
                    <a:pt x="1431" y="203"/>
                  </a:lnTo>
                  <a:lnTo>
                    <a:pt x="1432" y="209"/>
                  </a:lnTo>
                  <a:lnTo>
                    <a:pt x="1432" y="215"/>
                  </a:lnTo>
                  <a:lnTo>
                    <a:pt x="1431" y="221"/>
                  </a:lnTo>
                  <a:lnTo>
                    <a:pt x="1428" y="228"/>
                  </a:lnTo>
                  <a:lnTo>
                    <a:pt x="1426" y="233"/>
                  </a:lnTo>
                  <a:lnTo>
                    <a:pt x="1421" y="240"/>
                  </a:lnTo>
                  <a:lnTo>
                    <a:pt x="1415" y="245"/>
                  </a:lnTo>
                  <a:lnTo>
                    <a:pt x="1415" y="245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03" name="Freeform 515"/>
            <p:cNvSpPr/>
            <p:nvPr>
              <p:custDataLst>
                <p:tags r:id="rId57"/>
              </p:custDataLst>
            </p:nvPr>
          </p:nvSpPr>
          <p:spPr bwMode="auto">
            <a:xfrm>
              <a:off x="3133726" y="1176338"/>
              <a:ext cx="117475" cy="230188"/>
            </a:xfrm>
            <a:custGeom>
              <a:avLst/>
              <a:gdLst/>
              <a:ahLst/>
              <a:cxnLst>
                <a:cxn ang="0">
                  <a:pos x="251" y="10"/>
                </a:cxn>
                <a:cxn ang="0">
                  <a:pos x="216" y="78"/>
                </a:cxn>
                <a:cxn ang="0">
                  <a:pos x="186" y="149"/>
                </a:cxn>
                <a:cxn ang="0">
                  <a:pos x="140" y="255"/>
                </a:cxn>
                <a:cxn ang="0">
                  <a:pos x="124" y="290"/>
                </a:cxn>
                <a:cxn ang="0">
                  <a:pos x="91" y="349"/>
                </a:cxn>
                <a:cxn ang="0">
                  <a:pos x="59" y="406"/>
                </a:cxn>
                <a:cxn ang="0">
                  <a:pos x="42" y="440"/>
                </a:cxn>
                <a:cxn ang="0">
                  <a:pos x="12" y="515"/>
                </a:cxn>
                <a:cxn ang="0">
                  <a:pos x="1" y="553"/>
                </a:cxn>
                <a:cxn ang="0">
                  <a:pos x="1" y="553"/>
                </a:cxn>
                <a:cxn ang="0">
                  <a:pos x="0" y="558"/>
                </a:cxn>
                <a:cxn ang="0">
                  <a:pos x="1" y="567"/>
                </a:cxn>
                <a:cxn ang="0">
                  <a:pos x="5" y="574"/>
                </a:cxn>
                <a:cxn ang="0">
                  <a:pos x="20" y="580"/>
                </a:cxn>
                <a:cxn ang="0">
                  <a:pos x="35" y="578"/>
                </a:cxn>
                <a:cxn ang="0">
                  <a:pos x="42" y="573"/>
                </a:cxn>
                <a:cxn ang="0">
                  <a:pos x="44" y="565"/>
                </a:cxn>
                <a:cxn ang="0">
                  <a:pos x="46" y="563"/>
                </a:cxn>
                <a:cxn ang="0">
                  <a:pos x="48" y="558"/>
                </a:cxn>
                <a:cxn ang="0">
                  <a:pos x="48" y="552"/>
                </a:cxn>
                <a:cxn ang="0">
                  <a:pos x="73" y="485"/>
                </a:cxn>
                <a:cxn ang="0">
                  <a:pos x="106" y="421"/>
                </a:cxn>
                <a:cxn ang="0">
                  <a:pos x="156" y="328"/>
                </a:cxn>
                <a:cxn ang="0">
                  <a:pos x="173" y="297"/>
                </a:cxn>
                <a:cxn ang="0">
                  <a:pos x="201" y="230"/>
                </a:cxn>
                <a:cxn ang="0">
                  <a:pos x="243" y="130"/>
                </a:cxn>
                <a:cxn ang="0">
                  <a:pos x="273" y="65"/>
                </a:cxn>
                <a:cxn ang="0">
                  <a:pos x="290" y="34"/>
                </a:cxn>
                <a:cxn ang="0">
                  <a:pos x="293" y="25"/>
                </a:cxn>
                <a:cxn ang="0">
                  <a:pos x="292" y="15"/>
                </a:cxn>
                <a:cxn ang="0">
                  <a:pos x="288" y="9"/>
                </a:cxn>
                <a:cxn ang="0">
                  <a:pos x="273" y="0"/>
                </a:cxn>
                <a:cxn ang="0">
                  <a:pos x="265" y="0"/>
                </a:cxn>
                <a:cxn ang="0">
                  <a:pos x="258" y="4"/>
                </a:cxn>
                <a:cxn ang="0">
                  <a:pos x="251" y="10"/>
                </a:cxn>
              </a:cxnLst>
              <a:rect l="0" t="0" r="r" b="b"/>
              <a:pathLst>
                <a:path w="293" h="580">
                  <a:moveTo>
                    <a:pt x="251" y="10"/>
                  </a:moveTo>
                  <a:lnTo>
                    <a:pt x="251" y="10"/>
                  </a:lnTo>
                  <a:lnTo>
                    <a:pt x="233" y="44"/>
                  </a:lnTo>
                  <a:lnTo>
                    <a:pt x="216" y="78"/>
                  </a:lnTo>
                  <a:lnTo>
                    <a:pt x="200" y="113"/>
                  </a:lnTo>
                  <a:lnTo>
                    <a:pt x="186" y="149"/>
                  </a:lnTo>
                  <a:lnTo>
                    <a:pt x="156" y="219"/>
                  </a:lnTo>
                  <a:lnTo>
                    <a:pt x="140" y="255"/>
                  </a:lnTo>
                  <a:lnTo>
                    <a:pt x="124" y="290"/>
                  </a:lnTo>
                  <a:lnTo>
                    <a:pt x="124" y="290"/>
                  </a:lnTo>
                  <a:lnTo>
                    <a:pt x="110" y="320"/>
                  </a:lnTo>
                  <a:lnTo>
                    <a:pt x="91" y="349"/>
                  </a:lnTo>
                  <a:lnTo>
                    <a:pt x="74" y="376"/>
                  </a:lnTo>
                  <a:lnTo>
                    <a:pt x="59" y="406"/>
                  </a:lnTo>
                  <a:lnTo>
                    <a:pt x="59" y="406"/>
                  </a:lnTo>
                  <a:lnTo>
                    <a:pt x="42" y="440"/>
                  </a:lnTo>
                  <a:lnTo>
                    <a:pt x="26" y="477"/>
                  </a:lnTo>
                  <a:lnTo>
                    <a:pt x="12" y="515"/>
                  </a:lnTo>
                  <a:lnTo>
                    <a:pt x="1" y="553"/>
                  </a:lnTo>
                  <a:lnTo>
                    <a:pt x="1" y="553"/>
                  </a:lnTo>
                  <a:lnTo>
                    <a:pt x="1" y="553"/>
                  </a:lnTo>
                  <a:lnTo>
                    <a:pt x="1" y="553"/>
                  </a:lnTo>
                  <a:lnTo>
                    <a:pt x="0" y="558"/>
                  </a:lnTo>
                  <a:lnTo>
                    <a:pt x="0" y="558"/>
                  </a:lnTo>
                  <a:lnTo>
                    <a:pt x="0" y="563"/>
                  </a:lnTo>
                  <a:lnTo>
                    <a:pt x="1" y="567"/>
                  </a:lnTo>
                  <a:lnTo>
                    <a:pt x="3" y="571"/>
                  </a:lnTo>
                  <a:lnTo>
                    <a:pt x="5" y="574"/>
                  </a:lnTo>
                  <a:lnTo>
                    <a:pt x="12" y="578"/>
                  </a:lnTo>
                  <a:lnTo>
                    <a:pt x="20" y="580"/>
                  </a:lnTo>
                  <a:lnTo>
                    <a:pt x="27" y="580"/>
                  </a:lnTo>
                  <a:lnTo>
                    <a:pt x="35" y="578"/>
                  </a:lnTo>
                  <a:lnTo>
                    <a:pt x="38" y="575"/>
                  </a:lnTo>
                  <a:lnTo>
                    <a:pt x="42" y="573"/>
                  </a:lnTo>
                  <a:lnTo>
                    <a:pt x="43" y="569"/>
                  </a:lnTo>
                  <a:lnTo>
                    <a:pt x="44" y="565"/>
                  </a:lnTo>
                  <a:lnTo>
                    <a:pt x="44" y="565"/>
                  </a:lnTo>
                  <a:lnTo>
                    <a:pt x="46" y="563"/>
                  </a:lnTo>
                  <a:lnTo>
                    <a:pt x="46" y="563"/>
                  </a:lnTo>
                  <a:lnTo>
                    <a:pt x="48" y="558"/>
                  </a:lnTo>
                  <a:lnTo>
                    <a:pt x="48" y="552"/>
                  </a:lnTo>
                  <a:lnTo>
                    <a:pt x="48" y="552"/>
                  </a:lnTo>
                  <a:lnTo>
                    <a:pt x="60" y="518"/>
                  </a:lnTo>
                  <a:lnTo>
                    <a:pt x="73" y="485"/>
                  </a:lnTo>
                  <a:lnTo>
                    <a:pt x="89" y="452"/>
                  </a:lnTo>
                  <a:lnTo>
                    <a:pt x="106" y="421"/>
                  </a:lnTo>
                  <a:lnTo>
                    <a:pt x="140" y="359"/>
                  </a:lnTo>
                  <a:lnTo>
                    <a:pt x="156" y="328"/>
                  </a:lnTo>
                  <a:lnTo>
                    <a:pt x="173" y="297"/>
                  </a:lnTo>
                  <a:lnTo>
                    <a:pt x="173" y="297"/>
                  </a:lnTo>
                  <a:lnTo>
                    <a:pt x="187" y="264"/>
                  </a:lnTo>
                  <a:lnTo>
                    <a:pt x="201" y="230"/>
                  </a:lnTo>
                  <a:lnTo>
                    <a:pt x="229" y="163"/>
                  </a:lnTo>
                  <a:lnTo>
                    <a:pt x="243" y="130"/>
                  </a:lnTo>
                  <a:lnTo>
                    <a:pt x="258" y="98"/>
                  </a:lnTo>
                  <a:lnTo>
                    <a:pt x="273" y="65"/>
                  </a:lnTo>
                  <a:lnTo>
                    <a:pt x="290" y="34"/>
                  </a:lnTo>
                  <a:lnTo>
                    <a:pt x="290" y="34"/>
                  </a:lnTo>
                  <a:lnTo>
                    <a:pt x="292" y="28"/>
                  </a:lnTo>
                  <a:lnTo>
                    <a:pt x="293" y="25"/>
                  </a:lnTo>
                  <a:lnTo>
                    <a:pt x="293" y="19"/>
                  </a:lnTo>
                  <a:lnTo>
                    <a:pt x="292" y="15"/>
                  </a:lnTo>
                  <a:lnTo>
                    <a:pt x="290" y="11"/>
                  </a:lnTo>
                  <a:lnTo>
                    <a:pt x="288" y="9"/>
                  </a:lnTo>
                  <a:lnTo>
                    <a:pt x="281" y="2"/>
                  </a:lnTo>
                  <a:lnTo>
                    <a:pt x="273" y="0"/>
                  </a:lnTo>
                  <a:lnTo>
                    <a:pt x="269" y="0"/>
                  </a:lnTo>
                  <a:lnTo>
                    <a:pt x="265" y="0"/>
                  </a:lnTo>
                  <a:lnTo>
                    <a:pt x="262" y="1"/>
                  </a:lnTo>
                  <a:lnTo>
                    <a:pt x="258" y="4"/>
                  </a:lnTo>
                  <a:lnTo>
                    <a:pt x="254" y="6"/>
                  </a:lnTo>
                  <a:lnTo>
                    <a:pt x="251" y="10"/>
                  </a:lnTo>
                  <a:lnTo>
                    <a:pt x="251" y="10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04" name="Freeform 516"/>
            <p:cNvSpPr/>
            <p:nvPr>
              <p:custDataLst>
                <p:tags r:id="rId58"/>
              </p:custDataLst>
            </p:nvPr>
          </p:nvSpPr>
          <p:spPr bwMode="auto">
            <a:xfrm>
              <a:off x="3255963" y="1174750"/>
              <a:ext cx="109538" cy="230188"/>
            </a:xfrm>
            <a:custGeom>
              <a:avLst/>
              <a:gdLst/>
              <a:ahLst/>
              <a:cxnLst>
                <a:cxn ang="0">
                  <a:pos x="270" y="543"/>
                </a:cxn>
                <a:cxn ang="0">
                  <a:pos x="263" y="533"/>
                </a:cxn>
                <a:cxn ang="0">
                  <a:pos x="248" y="505"/>
                </a:cxn>
                <a:cxn ang="0">
                  <a:pos x="233" y="456"/>
                </a:cxn>
                <a:cxn ang="0">
                  <a:pos x="221" y="429"/>
                </a:cxn>
                <a:cxn ang="0">
                  <a:pos x="213" y="412"/>
                </a:cxn>
                <a:cxn ang="0">
                  <a:pos x="192" y="359"/>
                </a:cxn>
                <a:cxn ang="0">
                  <a:pos x="170" y="288"/>
                </a:cxn>
                <a:cxn ang="0">
                  <a:pos x="165" y="270"/>
                </a:cxn>
                <a:cxn ang="0">
                  <a:pos x="146" y="222"/>
                </a:cxn>
                <a:cxn ang="0">
                  <a:pos x="125" y="174"/>
                </a:cxn>
                <a:cxn ang="0">
                  <a:pos x="120" y="157"/>
                </a:cxn>
                <a:cxn ang="0">
                  <a:pos x="103" y="120"/>
                </a:cxn>
                <a:cxn ang="0">
                  <a:pos x="81" y="86"/>
                </a:cxn>
                <a:cxn ang="0">
                  <a:pos x="60" y="52"/>
                </a:cxn>
                <a:cxn ang="0">
                  <a:pos x="44" y="17"/>
                </a:cxn>
                <a:cxn ang="0">
                  <a:pos x="43" y="12"/>
                </a:cxn>
                <a:cxn ang="0">
                  <a:pos x="36" y="5"/>
                </a:cxn>
                <a:cxn ang="0">
                  <a:pos x="28" y="1"/>
                </a:cxn>
                <a:cxn ang="0">
                  <a:pos x="17" y="1"/>
                </a:cxn>
                <a:cxn ang="0">
                  <a:pos x="5" y="8"/>
                </a:cxn>
                <a:cxn ang="0">
                  <a:pos x="1" y="14"/>
                </a:cxn>
                <a:cxn ang="0">
                  <a:pos x="0" y="23"/>
                </a:cxn>
                <a:cxn ang="0">
                  <a:pos x="1" y="29"/>
                </a:cxn>
                <a:cxn ang="0">
                  <a:pos x="15" y="64"/>
                </a:cxn>
                <a:cxn ang="0">
                  <a:pos x="36" y="99"/>
                </a:cxn>
                <a:cxn ang="0">
                  <a:pos x="68" y="150"/>
                </a:cxn>
                <a:cxn ang="0">
                  <a:pos x="76" y="168"/>
                </a:cxn>
                <a:cxn ang="0">
                  <a:pos x="119" y="277"/>
                </a:cxn>
                <a:cxn ang="0">
                  <a:pos x="130" y="314"/>
                </a:cxn>
                <a:cxn ang="0">
                  <a:pos x="151" y="384"/>
                </a:cxn>
                <a:cxn ang="0">
                  <a:pos x="182" y="451"/>
                </a:cxn>
                <a:cxn ang="0">
                  <a:pos x="188" y="465"/>
                </a:cxn>
                <a:cxn ang="0">
                  <a:pos x="205" y="516"/>
                </a:cxn>
                <a:cxn ang="0">
                  <a:pos x="219" y="549"/>
                </a:cxn>
                <a:cxn ang="0">
                  <a:pos x="233" y="569"/>
                </a:cxn>
                <a:cxn ang="0">
                  <a:pos x="239" y="575"/>
                </a:cxn>
                <a:cxn ang="0">
                  <a:pos x="247" y="580"/>
                </a:cxn>
                <a:cxn ang="0">
                  <a:pos x="256" y="580"/>
                </a:cxn>
                <a:cxn ang="0">
                  <a:pos x="264" y="579"/>
                </a:cxn>
                <a:cxn ang="0">
                  <a:pos x="276" y="567"/>
                </a:cxn>
                <a:cxn ang="0">
                  <a:pos x="278" y="558"/>
                </a:cxn>
                <a:cxn ang="0">
                  <a:pos x="277" y="550"/>
                </a:cxn>
                <a:cxn ang="0">
                  <a:pos x="270" y="543"/>
                </a:cxn>
              </a:cxnLst>
              <a:rect l="0" t="0" r="r" b="b"/>
              <a:pathLst>
                <a:path w="278" h="580">
                  <a:moveTo>
                    <a:pt x="270" y="543"/>
                  </a:moveTo>
                  <a:lnTo>
                    <a:pt x="270" y="543"/>
                  </a:lnTo>
                  <a:lnTo>
                    <a:pt x="267" y="539"/>
                  </a:lnTo>
                  <a:lnTo>
                    <a:pt x="263" y="533"/>
                  </a:lnTo>
                  <a:lnTo>
                    <a:pt x="255" y="520"/>
                  </a:lnTo>
                  <a:lnTo>
                    <a:pt x="248" y="505"/>
                  </a:lnTo>
                  <a:lnTo>
                    <a:pt x="243" y="489"/>
                  </a:lnTo>
                  <a:lnTo>
                    <a:pt x="233" y="456"/>
                  </a:lnTo>
                  <a:lnTo>
                    <a:pt x="227" y="441"/>
                  </a:lnTo>
                  <a:lnTo>
                    <a:pt x="221" y="429"/>
                  </a:lnTo>
                  <a:lnTo>
                    <a:pt x="221" y="429"/>
                  </a:lnTo>
                  <a:lnTo>
                    <a:pt x="213" y="412"/>
                  </a:lnTo>
                  <a:lnTo>
                    <a:pt x="205" y="395"/>
                  </a:lnTo>
                  <a:lnTo>
                    <a:pt x="192" y="359"/>
                  </a:lnTo>
                  <a:lnTo>
                    <a:pt x="180" y="324"/>
                  </a:lnTo>
                  <a:lnTo>
                    <a:pt x="170" y="288"/>
                  </a:lnTo>
                  <a:lnTo>
                    <a:pt x="170" y="288"/>
                  </a:lnTo>
                  <a:lnTo>
                    <a:pt x="165" y="270"/>
                  </a:lnTo>
                  <a:lnTo>
                    <a:pt x="159" y="253"/>
                  </a:lnTo>
                  <a:lnTo>
                    <a:pt x="146" y="222"/>
                  </a:lnTo>
                  <a:lnTo>
                    <a:pt x="132" y="189"/>
                  </a:lnTo>
                  <a:lnTo>
                    <a:pt x="125" y="174"/>
                  </a:lnTo>
                  <a:lnTo>
                    <a:pt x="120" y="157"/>
                  </a:lnTo>
                  <a:lnTo>
                    <a:pt x="120" y="157"/>
                  </a:lnTo>
                  <a:lnTo>
                    <a:pt x="112" y="138"/>
                  </a:lnTo>
                  <a:lnTo>
                    <a:pt x="103" y="120"/>
                  </a:lnTo>
                  <a:lnTo>
                    <a:pt x="93" y="103"/>
                  </a:lnTo>
                  <a:lnTo>
                    <a:pt x="81" y="86"/>
                  </a:lnTo>
                  <a:lnTo>
                    <a:pt x="70" y="69"/>
                  </a:lnTo>
                  <a:lnTo>
                    <a:pt x="60" y="52"/>
                  </a:lnTo>
                  <a:lnTo>
                    <a:pt x="51" y="34"/>
                  </a:lnTo>
                  <a:lnTo>
                    <a:pt x="44" y="17"/>
                  </a:lnTo>
                  <a:lnTo>
                    <a:pt x="44" y="17"/>
                  </a:lnTo>
                  <a:lnTo>
                    <a:pt x="43" y="12"/>
                  </a:lnTo>
                  <a:lnTo>
                    <a:pt x="40" y="8"/>
                  </a:lnTo>
                  <a:lnTo>
                    <a:pt x="36" y="5"/>
                  </a:lnTo>
                  <a:lnTo>
                    <a:pt x="32" y="2"/>
                  </a:lnTo>
                  <a:lnTo>
                    <a:pt x="28" y="1"/>
                  </a:lnTo>
                  <a:lnTo>
                    <a:pt x="25" y="0"/>
                  </a:lnTo>
                  <a:lnTo>
                    <a:pt x="17" y="1"/>
                  </a:lnTo>
                  <a:lnTo>
                    <a:pt x="9" y="5"/>
                  </a:lnTo>
                  <a:lnTo>
                    <a:pt x="5" y="8"/>
                  </a:lnTo>
                  <a:lnTo>
                    <a:pt x="2" y="10"/>
                  </a:lnTo>
                  <a:lnTo>
                    <a:pt x="1" y="14"/>
                  </a:lnTo>
                  <a:lnTo>
                    <a:pt x="0" y="18"/>
                  </a:lnTo>
                  <a:lnTo>
                    <a:pt x="0" y="23"/>
                  </a:lnTo>
                  <a:lnTo>
                    <a:pt x="1" y="29"/>
                  </a:lnTo>
                  <a:lnTo>
                    <a:pt x="1" y="29"/>
                  </a:lnTo>
                  <a:lnTo>
                    <a:pt x="8" y="47"/>
                  </a:lnTo>
                  <a:lnTo>
                    <a:pt x="15" y="64"/>
                  </a:lnTo>
                  <a:lnTo>
                    <a:pt x="26" y="82"/>
                  </a:lnTo>
                  <a:lnTo>
                    <a:pt x="36" y="99"/>
                  </a:lnTo>
                  <a:lnTo>
                    <a:pt x="57" y="133"/>
                  </a:lnTo>
                  <a:lnTo>
                    <a:pt x="68" y="150"/>
                  </a:lnTo>
                  <a:lnTo>
                    <a:pt x="76" y="168"/>
                  </a:lnTo>
                  <a:lnTo>
                    <a:pt x="76" y="168"/>
                  </a:lnTo>
                  <a:lnTo>
                    <a:pt x="104" y="240"/>
                  </a:lnTo>
                  <a:lnTo>
                    <a:pt x="119" y="277"/>
                  </a:lnTo>
                  <a:lnTo>
                    <a:pt x="130" y="314"/>
                  </a:lnTo>
                  <a:lnTo>
                    <a:pt x="130" y="314"/>
                  </a:lnTo>
                  <a:lnTo>
                    <a:pt x="140" y="349"/>
                  </a:lnTo>
                  <a:lnTo>
                    <a:pt x="151" y="384"/>
                  </a:lnTo>
                  <a:lnTo>
                    <a:pt x="166" y="418"/>
                  </a:lnTo>
                  <a:lnTo>
                    <a:pt x="182" y="451"/>
                  </a:lnTo>
                  <a:lnTo>
                    <a:pt x="182" y="451"/>
                  </a:lnTo>
                  <a:lnTo>
                    <a:pt x="188" y="465"/>
                  </a:lnTo>
                  <a:lnTo>
                    <a:pt x="195" y="482"/>
                  </a:lnTo>
                  <a:lnTo>
                    <a:pt x="205" y="516"/>
                  </a:lnTo>
                  <a:lnTo>
                    <a:pt x="212" y="533"/>
                  </a:lnTo>
                  <a:lnTo>
                    <a:pt x="219" y="549"/>
                  </a:lnTo>
                  <a:lnTo>
                    <a:pt x="229" y="563"/>
                  </a:lnTo>
                  <a:lnTo>
                    <a:pt x="233" y="569"/>
                  </a:lnTo>
                  <a:lnTo>
                    <a:pt x="239" y="575"/>
                  </a:lnTo>
                  <a:lnTo>
                    <a:pt x="239" y="575"/>
                  </a:lnTo>
                  <a:lnTo>
                    <a:pt x="243" y="578"/>
                  </a:lnTo>
                  <a:lnTo>
                    <a:pt x="247" y="580"/>
                  </a:lnTo>
                  <a:lnTo>
                    <a:pt x="251" y="580"/>
                  </a:lnTo>
                  <a:lnTo>
                    <a:pt x="256" y="580"/>
                  </a:lnTo>
                  <a:lnTo>
                    <a:pt x="260" y="580"/>
                  </a:lnTo>
                  <a:lnTo>
                    <a:pt x="264" y="579"/>
                  </a:lnTo>
                  <a:lnTo>
                    <a:pt x="270" y="574"/>
                  </a:lnTo>
                  <a:lnTo>
                    <a:pt x="276" y="567"/>
                  </a:lnTo>
                  <a:lnTo>
                    <a:pt x="277" y="563"/>
                  </a:lnTo>
                  <a:lnTo>
                    <a:pt x="278" y="558"/>
                  </a:lnTo>
                  <a:lnTo>
                    <a:pt x="278" y="554"/>
                  </a:lnTo>
                  <a:lnTo>
                    <a:pt x="277" y="550"/>
                  </a:lnTo>
                  <a:lnTo>
                    <a:pt x="274" y="546"/>
                  </a:lnTo>
                  <a:lnTo>
                    <a:pt x="270" y="543"/>
                  </a:lnTo>
                  <a:lnTo>
                    <a:pt x="270" y="543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05" name="Freeform 517"/>
            <p:cNvSpPr/>
            <p:nvPr>
              <p:custDataLst>
                <p:tags r:id="rId59"/>
              </p:custDataLst>
            </p:nvPr>
          </p:nvSpPr>
          <p:spPr bwMode="auto">
            <a:xfrm>
              <a:off x="3589338" y="1176338"/>
              <a:ext cx="115888" cy="230188"/>
            </a:xfrm>
            <a:custGeom>
              <a:avLst/>
              <a:gdLst/>
              <a:ahLst/>
              <a:cxnLst>
                <a:cxn ang="0">
                  <a:pos x="251" y="10"/>
                </a:cxn>
                <a:cxn ang="0">
                  <a:pos x="216" y="78"/>
                </a:cxn>
                <a:cxn ang="0">
                  <a:pos x="186" y="149"/>
                </a:cxn>
                <a:cxn ang="0">
                  <a:pos x="140" y="255"/>
                </a:cxn>
                <a:cxn ang="0">
                  <a:pos x="124" y="290"/>
                </a:cxn>
                <a:cxn ang="0">
                  <a:pos x="91" y="349"/>
                </a:cxn>
                <a:cxn ang="0">
                  <a:pos x="59" y="406"/>
                </a:cxn>
                <a:cxn ang="0">
                  <a:pos x="40" y="440"/>
                </a:cxn>
                <a:cxn ang="0">
                  <a:pos x="12" y="515"/>
                </a:cxn>
                <a:cxn ang="0">
                  <a:pos x="1" y="553"/>
                </a:cxn>
                <a:cxn ang="0">
                  <a:pos x="1" y="553"/>
                </a:cxn>
                <a:cxn ang="0">
                  <a:pos x="0" y="558"/>
                </a:cxn>
                <a:cxn ang="0">
                  <a:pos x="1" y="567"/>
                </a:cxn>
                <a:cxn ang="0">
                  <a:pos x="5" y="574"/>
                </a:cxn>
                <a:cxn ang="0">
                  <a:pos x="18" y="580"/>
                </a:cxn>
                <a:cxn ang="0">
                  <a:pos x="35" y="578"/>
                </a:cxn>
                <a:cxn ang="0">
                  <a:pos x="40" y="573"/>
                </a:cxn>
                <a:cxn ang="0">
                  <a:pos x="44" y="565"/>
                </a:cxn>
                <a:cxn ang="0">
                  <a:pos x="44" y="563"/>
                </a:cxn>
                <a:cxn ang="0">
                  <a:pos x="48" y="558"/>
                </a:cxn>
                <a:cxn ang="0">
                  <a:pos x="48" y="552"/>
                </a:cxn>
                <a:cxn ang="0">
                  <a:pos x="73" y="485"/>
                </a:cxn>
                <a:cxn ang="0">
                  <a:pos x="104" y="421"/>
                </a:cxn>
                <a:cxn ang="0">
                  <a:pos x="155" y="328"/>
                </a:cxn>
                <a:cxn ang="0">
                  <a:pos x="171" y="297"/>
                </a:cxn>
                <a:cxn ang="0">
                  <a:pos x="201" y="230"/>
                </a:cxn>
                <a:cxn ang="0">
                  <a:pos x="243" y="130"/>
                </a:cxn>
                <a:cxn ang="0">
                  <a:pos x="273" y="65"/>
                </a:cxn>
                <a:cxn ang="0">
                  <a:pos x="290" y="34"/>
                </a:cxn>
                <a:cxn ang="0">
                  <a:pos x="293" y="25"/>
                </a:cxn>
                <a:cxn ang="0">
                  <a:pos x="291" y="15"/>
                </a:cxn>
                <a:cxn ang="0">
                  <a:pos x="288" y="9"/>
                </a:cxn>
                <a:cxn ang="0">
                  <a:pos x="273" y="0"/>
                </a:cxn>
                <a:cxn ang="0">
                  <a:pos x="264" y="0"/>
                </a:cxn>
                <a:cxn ang="0">
                  <a:pos x="256" y="4"/>
                </a:cxn>
                <a:cxn ang="0">
                  <a:pos x="251" y="10"/>
                </a:cxn>
              </a:cxnLst>
              <a:rect l="0" t="0" r="r" b="b"/>
              <a:pathLst>
                <a:path w="293" h="580">
                  <a:moveTo>
                    <a:pt x="251" y="10"/>
                  </a:moveTo>
                  <a:lnTo>
                    <a:pt x="251" y="10"/>
                  </a:lnTo>
                  <a:lnTo>
                    <a:pt x="233" y="44"/>
                  </a:lnTo>
                  <a:lnTo>
                    <a:pt x="216" y="78"/>
                  </a:lnTo>
                  <a:lnTo>
                    <a:pt x="200" y="113"/>
                  </a:lnTo>
                  <a:lnTo>
                    <a:pt x="186" y="149"/>
                  </a:lnTo>
                  <a:lnTo>
                    <a:pt x="155" y="219"/>
                  </a:lnTo>
                  <a:lnTo>
                    <a:pt x="140" y="255"/>
                  </a:lnTo>
                  <a:lnTo>
                    <a:pt x="124" y="290"/>
                  </a:lnTo>
                  <a:lnTo>
                    <a:pt x="124" y="290"/>
                  </a:lnTo>
                  <a:lnTo>
                    <a:pt x="108" y="320"/>
                  </a:lnTo>
                  <a:lnTo>
                    <a:pt x="91" y="349"/>
                  </a:lnTo>
                  <a:lnTo>
                    <a:pt x="74" y="376"/>
                  </a:lnTo>
                  <a:lnTo>
                    <a:pt x="59" y="406"/>
                  </a:lnTo>
                  <a:lnTo>
                    <a:pt x="59" y="406"/>
                  </a:lnTo>
                  <a:lnTo>
                    <a:pt x="40" y="440"/>
                  </a:lnTo>
                  <a:lnTo>
                    <a:pt x="25" y="477"/>
                  </a:lnTo>
                  <a:lnTo>
                    <a:pt x="12" y="515"/>
                  </a:lnTo>
                  <a:lnTo>
                    <a:pt x="1" y="553"/>
                  </a:lnTo>
                  <a:lnTo>
                    <a:pt x="1" y="553"/>
                  </a:lnTo>
                  <a:lnTo>
                    <a:pt x="1" y="553"/>
                  </a:lnTo>
                  <a:lnTo>
                    <a:pt x="1" y="553"/>
                  </a:lnTo>
                  <a:lnTo>
                    <a:pt x="0" y="558"/>
                  </a:lnTo>
                  <a:lnTo>
                    <a:pt x="0" y="558"/>
                  </a:lnTo>
                  <a:lnTo>
                    <a:pt x="0" y="563"/>
                  </a:lnTo>
                  <a:lnTo>
                    <a:pt x="1" y="567"/>
                  </a:lnTo>
                  <a:lnTo>
                    <a:pt x="2" y="571"/>
                  </a:lnTo>
                  <a:lnTo>
                    <a:pt x="5" y="574"/>
                  </a:lnTo>
                  <a:lnTo>
                    <a:pt x="12" y="578"/>
                  </a:lnTo>
                  <a:lnTo>
                    <a:pt x="18" y="580"/>
                  </a:lnTo>
                  <a:lnTo>
                    <a:pt x="27" y="580"/>
                  </a:lnTo>
                  <a:lnTo>
                    <a:pt x="35" y="578"/>
                  </a:lnTo>
                  <a:lnTo>
                    <a:pt x="38" y="575"/>
                  </a:lnTo>
                  <a:lnTo>
                    <a:pt x="40" y="573"/>
                  </a:lnTo>
                  <a:lnTo>
                    <a:pt x="43" y="569"/>
                  </a:lnTo>
                  <a:lnTo>
                    <a:pt x="44" y="565"/>
                  </a:lnTo>
                  <a:lnTo>
                    <a:pt x="44" y="565"/>
                  </a:lnTo>
                  <a:lnTo>
                    <a:pt x="44" y="563"/>
                  </a:lnTo>
                  <a:lnTo>
                    <a:pt x="44" y="563"/>
                  </a:lnTo>
                  <a:lnTo>
                    <a:pt x="48" y="558"/>
                  </a:lnTo>
                  <a:lnTo>
                    <a:pt x="48" y="552"/>
                  </a:lnTo>
                  <a:lnTo>
                    <a:pt x="48" y="552"/>
                  </a:lnTo>
                  <a:lnTo>
                    <a:pt x="60" y="518"/>
                  </a:lnTo>
                  <a:lnTo>
                    <a:pt x="73" y="485"/>
                  </a:lnTo>
                  <a:lnTo>
                    <a:pt x="89" y="452"/>
                  </a:lnTo>
                  <a:lnTo>
                    <a:pt x="104" y="421"/>
                  </a:lnTo>
                  <a:lnTo>
                    <a:pt x="138" y="359"/>
                  </a:lnTo>
                  <a:lnTo>
                    <a:pt x="155" y="328"/>
                  </a:lnTo>
                  <a:lnTo>
                    <a:pt x="171" y="297"/>
                  </a:lnTo>
                  <a:lnTo>
                    <a:pt x="171" y="297"/>
                  </a:lnTo>
                  <a:lnTo>
                    <a:pt x="187" y="264"/>
                  </a:lnTo>
                  <a:lnTo>
                    <a:pt x="201" y="230"/>
                  </a:lnTo>
                  <a:lnTo>
                    <a:pt x="229" y="163"/>
                  </a:lnTo>
                  <a:lnTo>
                    <a:pt x="243" y="130"/>
                  </a:lnTo>
                  <a:lnTo>
                    <a:pt x="257" y="98"/>
                  </a:lnTo>
                  <a:lnTo>
                    <a:pt x="273" y="65"/>
                  </a:lnTo>
                  <a:lnTo>
                    <a:pt x="290" y="34"/>
                  </a:lnTo>
                  <a:lnTo>
                    <a:pt x="290" y="34"/>
                  </a:lnTo>
                  <a:lnTo>
                    <a:pt x="291" y="28"/>
                  </a:lnTo>
                  <a:lnTo>
                    <a:pt x="293" y="25"/>
                  </a:lnTo>
                  <a:lnTo>
                    <a:pt x="293" y="19"/>
                  </a:lnTo>
                  <a:lnTo>
                    <a:pt x="291" y="15"/>
                  </a:lnTo>
                  <a:lnTo>
                    <a:pt x="290" y="11"/>
                  </a:lnTo>
                  <a:lnTo>
                    <a:pt x="288" y="9"/>
                  </a:lnTo>
                  <a:lnTo>
                    <a:pt x="281" y="2"/>
                  </a:lnTo>
                  <a:lnTo>
                    <a:pt x="273" y="0"/>
                  </a:lnTo>
                  <a:lnTo>
                    <a:pt x="269" y="0"/>
                  </a:lnTo>
                  <a:lnTo>
                    <a:pt x="264" y="0"/>
                  </a:lnTo>
                  <a:lnTo>
                    <a:pt x="260" y="1"/>
                  </a:lnTo>
                  <a:lnTo>
                    <a:pt x="256" y="4"/>
                  </a:lnTo>
                  <a:lnTo>
                    <a:pt x="254" y="6"/>
                  </a:lnTo>
                  <a:lnTo>
                    <a:pt x="251" y="10"/>
                  </a:lnTo>
                  <a:lnTo>
                    <a:pt x="251" y="10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06" name="Freeform 518"/>
            <p:cNvSpPr/>
            <p:nvPr>
              <p:custDataLst>
                <p:tags r:id="rId60"/>
              </p:custDataLst>
            </p:nvPr>
          </p:nvSpPr>
          <p:spPr bwMode="auto">
            <a:xfrm>
              <a:off x="3709988" y="1174750"/>
              <a:ext cx="111125" cy="230188"/>
            </a:xfrm>
            <a:custGeom>
              <a:avLst/>
              <a:gdLst/>
              <a:ahLst/>
              <a:cxnLst>
                <a:cxn ang="0">
                  <a:pos x="270" y="543"/>
                </a:cxn>
                <a:cxn ang="0">
                  <a:pos x="262" y="533"/>
                </a:cxn>
                <a:cxn ang="0">
                  <a:pos x="248" y="505"/>
                </a:cxn>
                <a:cxn ang="0">
                  <a:pos x="232" y="456"/>
                </a:cxn>
                <a:cxn ang="0">
                  <a:pos x="221" y="429"/>
                </a:cxn>
                <a:cxn ang="0">
                  <a:pos x="211" y="412"/>
                </a:cxn>
                <a:cxn ang="0">
                  <a:pos x="191" y="359"/>
                </a:cxn>
                <a:cxn ang="0">
                  <a:pos x="170" y="288"/>
                </a:cxn>
                <a:cxn ang="0">
                  <a:pos x="164" y="270"/>
                </a:cxn>
                <a:cxn ang="0">
                  <a:pos x="145" y="222"/>
                </a:cxn>
                <a:cxn ang="0">
                  <a:pos x="125" y="174"/>
                </a:cxn>
                <a:cxn ang="0">
                  <a:pos x="119" y="157"/>
                </a:cxn>
                <a:cxn ang="0">
                  <a:pos x="103" y="120"/>
                </a:cxn>
                <a:cxn ang="0">
                  <a:pos x="81" y="86"/>
                </a:cxn>
                <a:cxn ang="0">
                  <a:pos x="60" y="52"/>
                </a:cxn>
                <a:cxn ang="0">
                  <a:pos x="44" y="17"/>
                </a:cxn>
                <a:cxn ang="0">
                  <a:pos x="43" y="12"/>
                </a:cxn>
                <a:cxn ang="0">
                  <a:pos x="36" y="5"/>
                </a:cxn>
                <a:cxn ang="0">
                  <a:pos x="28" y="1"/>
                </a:cxn>
                <a:cxn ang="0">
                  <a:pos x="17" y="1"/>
                </a:cxn>
                <a:cxn ang="0">
                  <a:pos x="5" y="8"/>
                </a:cxn>
                <a:cxn ang="0">
                  <a:pos x="1" y="14"/>
                </a:cxn>
                <a:cxn ang="0">
                  <a:pos x="0" y="23"/>
                </a:cxn>
                <a:cxn ang="0">
                  <a:pos x="0" y="29"/>
                </a:cxn>
                <a:cxn ang="0">
                  <a:pos x="15" y="64"/>
                </a:cxn>
                <a:cxn ang="0">
                  <a:pos x="36" y="99"/>
                </a:cxn>
                <a:cxn ang="0">
                  <a:pos x="66" y="150"/>
                </a:cxn>
                <a:cxn ang="0">
                  <a:pos x="75" y="168"/>
                </a:cxn>
                <a:cxn ang="0">
                  <a:pos x="119" y="277"/>
                </a:cxn>
                <a:cxn ang="0">
                  <a:pos x="129" y="314"/>
                </a:cxn>
                <a:cxn ang="0">
                  <a:pos x="151" y="384"/>
                </a:cxn>
                <a:cxn ang="0">
                  <a:pos x="181" y="451"/>
                </a:cxn>
                <a:cxn ang="0">
                  <a:pos x="188" y="465"/>
                </a:cxn>
                <a:cxn ang="0">
                  <a:pos x="205" y="516"/>
                </a:cxn>
                <a:cxn ang="0">
                  <a:pos x="219" y="549"/>
                </a:cxn>
                <a:cxn ang="0">
                  <a:pos x="232" y="569"/>
                </a:cxn>
                <a:cxn ang="0">
                  <a:pos x="238" y="575"/>
                </a:cxn>
                <a:cxn ang="0">
                  <a:pos x="247" y="580"/>
                </a:cxn>
                <a:cxn ang="0">
                  <a:pos x="256" y="580"/>
                </a:cxn>
                <a:cxn ang="0">
                  <a:pos x="264" y="579"/>
                </a:cxn>
                <a:cxn ang="0">
                  <a:pos x="276" y="567"/>
                </a:cxn>
                <a:cxn ang="0">
                  <a:pos x="278" y="558"/>
                </a:cxn>
                <a:cxn ang="0">
                  <a:pos x="277" y="550"/>
                </a:cxn>
                <a:cxn ang="0">
                  <a:pos x="270" y="543"/>
                </a:cxn>
              </a:cxnLst>
              <a:rect l="0" t="0" r="r" b="b"/>
              <a:pathLst>
                <a:path w="278" h="580">
                  <a:moveTo>
                    <a:pt x="270" y="543"/>
                  </a:moveTo>
                  <a:lnTo>
                    <a:pt x="270" y="543"/>
                  </a:lnTo>
                  <a:lnTo>
                    <a:pt x="266" y="539"/>
                  </a:lnTo>
                  <a:lnTo>
                    <a:pt x="262" y="533"/>
                  </a:lnTo>
                  <a:lnTo>
                    <a:pt x="255" y="520"/>
                  </a:lnTo>
                  <a:lnTo>
                    <a:pt x="248" y="505"/>
                  </a:lnTo>
                  <a:lnTo>
                    <a:pt x="243" y="489"/>
                  </a:lnTo>
                  <a:lnTo>
                    <a:pt x="232" y="456"/>
                  </a:lnTo>
                  <a:lnTo>
                    <a:pt x="226" y="441"/>
                  </a:lnTo>
                  <a:lnTo>
                    <a:pt x="221" y="429"/>
                  </a:lnTo>
                  <a:lnTo>
                    <a:pt x="221" y="429"/>
                  </a:lnTo>
                  <a:lnTo>
                    <a:pt x="211" y="412"/>
                  </a:lnTo>
                  <a:lnTo>
                    <a:pt x="205" y="395"/>
                  </a:lnTo>
                  <a:lnTo>
                    <a:pt x="191" y="359"/>
                  </a:lnTo>
                  <a:lnTo>
                    <a:pt x="180" y="324"/>
                  </a:lnTo>
                  <a:lnTo>
                    <a:pt x="170" y="288"/>
                  </a:lnTo>
                  <a:lnTo>
                    <a:pt x="170" y="288"/>
                  </a:lnTo>
                  <a:lnTo>
                    <a:pt x="164" y="270"/>
                  </a:lnTo>
                  <a:lnTo>
                    <a:pt x="159" y="253"/>
                  </a:lnTo>
                  <a:lnTo>
                    <a:pt x="145" y="222"/>
                  </a:lnTo>
                  <a:lnTo>
                    <a:pt x="132" y="189"/>
                  </a:lnTo>
                  <a:lnTo>
                    <a:pt x="125" y="174"/>
                  </a:lnTo>
                  <a:lnTo>
                    <a:pt x="119" y="157"/>
                  </a:lnTo>
                  <a:lnTo>
                    <a:pt x="119" y="157"/>
                  </a:lnTo>
                  <a:lnTo>
                    <a:pt x="112" y="138"/>
                  </a:lnTo>
                  <a:lnTo>
                    <a:pt x="103" y="120"/>
                  </a:lnTo>
                  <a:lnTo>
                    <a:pt x="92" y="103"/>
                  </a:lnTo>
                  <a:lnTo>
                    <a:pt x="81" y="86"/>
                  </a:lnTo>
                  <a:lnTo>
                    <a:pt x="70" y="69"/>
                  </a:lnTo>
                  <a:lnTo>
                    <a:pt x="60" y="52"/>
                  </a:lnTo>
                  <a:lnTo>
                    <a:pt x="51" y="34"/>
                  </a:lnTo>
                  <a:lnTo>
                    <a:pt x="44" y="17"/>
                  </a:lnTo>
                  <a:lnTo>
                    <a:pt x="44" y="17"/>
                  </a:lnTo>
                  <a:lnTo>
                    <a:pt x="43" y="12"/>
                  </a:lnTo>
                  <a:lnTo>
                    <a:pt x="40" y="8"/>
                  </a:lnTo>
                  <a:lnTo>
                    <a:pt x="36" y="5"/>
                  </a:lnTo>
                  <a:lnTo>
                    <a:pt x="32" y="2"/>
                  </a:lnTo>
                  <a:lnTo>
                    <a:pt x="28" y="1"/>
                  </a:lnTo>
                  <a:lnTo>
                    <a:pt x="24" y="0"/>
                  </a:lnTo>
                  <a:lnTo>
                    <a:pt x="17" y="1"/>
                  </a:lnTo>
                  <a:lnTo>
                    <a:pt x="9" y="5"/>
                  </a:lnTo>
                  <a:lnTo>
                    <a:pt x="5" y="8"/>
                  </a:lnTo>
                  <a:lnTo>
                    <a:pt x="2" y="10"/>
                  </a:lnTo>
                  <a:lnTo>
                    <a:pt x="1" y="14"/>
                  </a:lnTo>
                  <a:lnTo>
                    <a:pt x="0" y="18"/>
                  </a:lnTo>
                  <a:lnTo>
                    <a:pt x="0" y="23"/>
                  </a:lnTo>
                  <a:lnTo>
                    <a:pt x="0" y="29"/>
                  </a:lnTo>
                  <a:lnTo>
                    <a:pt x="0" y="29"/>
                  </a:lnTo>
                  <a:lnTo>
                    <a:pt x="6" y="47"/>
                  </a:lnTo>
                  <a:lnTo>
                    <a:pt x="15" y="64"/>
                  </a:lnTo>
                  <a:lnTo>
                    <a:pt x="24" y="82"/>
                  </a:lnTo>
                  <a:lnTo>
                    <a:pt x="36" y="99"/>
                  </a:lnTo>
                  <a:lnTo>
                    <a:pt x="57" y="133"/>
                  </a:lnTo>
                  <a:lnTo>
                    <a:pt x="66" y="150"/>
                  </a:lnTo>
                  <a:lnTo>
                    <a:pt x="75" y="168"/>
                  </a:lnTo>
                  <a:lnTo>
                    <a:pt x="75" y="168"/>
                  </a:lnTo>
                  <a:lnTo>
                    <a:pt x="104" y="240"/>
                  </a:lnTo>
                  <a:lnTo>
                    <a:pt x="119" y="277"/>
                  </a:lnTo>
                  <a:lnTo>
                    <a:pt x="129" y="314"/>
                  </a:lnTo>
                  <a:lnTo>
                    <a:pt x="129" y="314"/>
                  </a:lnTo>
                  <a:lnTo>
                    <a:pt x="140" y="349"/>
                  </a:lnTo>
                  <a:lnTo>
                    <a:pt x="151" y="384"/>
                  </a:lnTo>
                  <a:lnTo>
                    <a:pt x="164" y="418"/>
                  </a:lnTo>
                  <a:lnTo>
                    <a:pt x="181" y="451"/>
                  </a:lnTo>
                  <a:lnTo>
                    <a:pt x="181" y="451"/>
                  </a:lnTo>
                  <a:lnTo>
                    <a:pt x="188" y="465"/>
                  </a:lnTo>
                  <a:lnTo>
                    <a:pt x="194" y="482"/>
                  </a:lnTo>
                  <a:lnTo>
                    <a:pt x="205" y="516"/>
                  </a:lnTo>
                  <a:lnTo>
                    <a:pt x="211" y="533"/>
                  </a:lnTo>
                  <a:lnTo>
                    <a:pt x="219" y="549"/>
                  </a:lnTo>
                  <a:lnTo>
                    <a:pt x="227" y="563"/>
                  </a:lnTo>
                  <a:lnTo>
                    <a:pt x="232" y="569"/>
                  </a:lnTo>
                  <a:lnTo>
                    <a:pt x="238" y="575"/>
                  </a:lnTo>
                  <a:lnTo>
                    <a:pt x="238" y="575"/>
                  </a:lnTo>
                  <a:lnTo>
                    <a:pt x="243" y="578"/>
                  </a:lnTo>
                  <a:lnTo>
                    <a:pt x="247" y="580"/>
                  </a:lnTo>
                  <a:lnTo>
                    <a:pt x="251" y="580"/>
                  </a:lnTo>
                  <a:lnTo>
                    <a:pt x="256" y="580"/>
                  </a:lnTo>
                  <a:lnTo>
                    <a:pt x="260" y="580"/>
                  </a:lnTo>
                  <a:lnTo>
                    <a:pt x="264" y="579"/>
                  </a:lnTo>
                  <a:lnTo>
                    <a:pt x="270" y="574"/>
                  </a:lnTo>
                  <a:lnTo>
                    <a:pt x="276" y="567"/>
                  </a:lnTo>
                  <a:lnTo>
                    <a:pt x="277" y="563"/>
                  </a:lnTo>
                  <a:lnTo>
                    <a:pt x="278" y="558"/>
                  </a:lnTo>
                  <a:lnTo>
                    <a:pt x="277" y="554"/>
                  </a:lnTo>
                  <a:lnTo>
                    <a:pt x="277" y="550"/>
                  </a:lnTo>
                  <a:lnTo>
                    <a:pt x="274" y="546"/>
                  </a:lnTo>
                  <a:lnTo>
                    <a:pt x="270" y="543"/>
                  </a:lnTo>
                  <a:lnTo>
                    <a:pt x="270" y="543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07" name="Freeform 519"/>
            <p:cNvSpPr/>
            <p:nvPr>
              <p:custDataLst>
                <p:tags r:id="rId61"/>
              </p:custDataLst>
            </p:nvPr>
          </p:nvSpPr>
          <p:spPr bwMode="auto">
            <a:xfrm>
              <a:off x="3429001" y="984250"/>
              <a:ext cx="101600" cy="120650"/>
            </a:xfrm>
            <a:custGeom>
              <a:avLst/>
              <a:gdLst/>
              <a:ahLst/>
              <a:cxnLst>
                <a:cxn ang="0">
                  <a:pos x="248" y="90"/>
                </a:cxn>
                <a:cxn ang="0">
                  <a:pos x="241" y="68"/>
                </a:cxn>
                <a:cxn ang="0">
                  <a:pos x="232" y="48"/>
                </a:cxn>
                <a:cxn ang="0">
                  <a:pos x="219" y="33"/>
                </a:cxn>
                <a:cxn ang="0">
                  <a:pos x="204" y="19"/>
                </a:cxn>
                <a:cxn ang="0">
                  <a:pos x="186" y="10"/>
                </a:cxn>
                <a:cxn ang="0">
                  <a:pos x="166" y="4"/>
                </a:cxn>
                <a:cxn ang="0">
                  <a:pos x="122" y="0"/>
                </a:cxn>
                <a:cxn ang="0">
                  <a:pos x="102" y="0"/>
                </a:cxn>
                <a:cxn ang="0">
                  <a:pos x="75" y="4"/>
                </a:cxn>
                <a:cxn ang="0">
                  <a:pos x="57" y="10"/>
                </a:cxn>
                <a:cxn ang="0">
                  <a:pos x="47" y="14"/>
                </a:cxn>
                <a:cxn ang="0">
                  <a:pos x="33" y="26"/>
                </a:cxn>
                <a:cxn ang="0">
                  <a:pos x="24" y="39"/>
                </a:cxn>
                <a:cxn ang="0">
                  <a:pos x="8" y="70"/>
                </a:cxn>
                <a:cxn ang="0">
                  <a:pos x="4" y="78"/>
                </a:cxn>
                <a:cxn ang="0">
                  <a:pos x="2" y="97"/>
                </a:cxn>
                <a:cxn ang="0">
                  <a:pos x="3" y="144"/>
                </a:cxn>
                <a:cxn ang="0">
                  <a:pos x="3" y="281"/>
                </a:cxn>
                <a:cxn ang="0">
                  <a:pos x="4" y="291"/>
                </a:cxn>
                <a:cxn ang="0">
                  <a:pos x="9" y="298"/>
                </a:cxn>
                <a:cxn ang="0">
                  <a:pos x="17" y="302"/>
                </a:cxn>
                <a:cxn ang="0">
                  <a:pos x="33" y="302"/>
                </a:cxn>
                <a:cxn ang="0">
                  <a:pos x="41" y="298"/>
                </a:cxn>
                <a:cxn ang="0">
                  <a:pos x="46" y="291"/>
                </a:cxn>
                <a:cxn ang="0">
                  <a:pos x="47" y="281"/>
                </a:cxn>
                <a:cxn ang="0">
                  <a:pos x="47" y="144"/>
                </a:cxn>
                <a:cxn ang="0">
                  <a:pos x="49" y="98"/>
                </a:cxn>
                <a:cxn ang="0">
                  <a:pos x="53" y="84"/>
                </a:cxn>
                <a:cxn ang="0">
                  <a:pos x="59" y="72"/>
                </a:cxn>
                <a:cxn ang="0">
                  <a:pos x="74" y="56"/>
                </a:cxn>
                <a:cxn ang="0">
                  <a:pos x="89" y="48"/>
                </a:cxn>
                <a:cxn ang="0">
                  <a:pos x="109" y="46"/>
                </a:cxn>
                <a:cxn ang="0">
                  <a:pos x="122" y="46"/>
                </a:cxn>
                <a:cxn ang="0">
                  <a:pos x="145" y="47"/>
                </a:cxn>
                <a:cxn ang="0">
                  <a:pos x="165" y="52"/>
                </a:cxn>
                <a:cxn ang="0">
                  <a:pos x="179" y="61"/>
                </a:cxn>
                <a:cxn ang="0">
                  <a:pos x="190" y="73"/>
                </a:cxn>
                <a:cxn ang="0">
                  <a:pos x="196" y="89"/>
                </a:cxn>
                <a:cxn ang="0">
                  <a:pos x="203" y="127"/>
                </a:cxn>
                <a:cxn ang="0">
                  <a:pos x="204" y="149"/>
                </a:cxn>
                <a:cxn ang="0">
                  <a:pos x="208" y="210"/>
                </a:cxn>
                <a:cxn ang="0">
                  <a:pos x="212" y="274"/>
                </a:cxn>
                <a:cxn ang="0">
                  <a:pos x="212" y="280"/>
                </a:cxn>
                <a:cxn ang="0">
                  <a:pos x="216" y="288"/>
                </a:cxn>
                <a:cxn ang="0">
                  <a:pos x="223" y="293"/>
                </a:cxn>
                <a:cxn ang="0">
                  <a:pos x="234" y="295"/>
                </a:cxn>
                <a:cxn ang="0">
                  <a:pos x="246" y="293"/>
                </a:cxn>
                <a:cxn ang="0">
                  <a:pos x="253" y="288"/>
                </a:cxn>
                <a:cxn ang="0">
                  <a:pos x="257" y="280"/>
                </a:cxn>
                <a:cxn ang="0">
                  <a:pos x="258" y="274"/>
                </a:cxn>
                <a:cxn ang="0">
                  <a:pos x="257" y="182"/>
                </a:cxn>
                <a:cxn ang="0">
                  <a:pos x="251" y="112"/>
                </a:cxn>
                <a:cxn ang="0">
                  <a:pos x="248" y="90"/>
                </a:cxn>
              </a:cxnLst>
              <a:rect l="0" t="0" r="r" b="b"/>
              <a:pathLst>
                <a:path w="258" h="303">
                  <a:moveTo>
                    <a:pt x="248" y="90"/>
                  </a:moveTo>
                  <a:lnTo>
                    <a:pt x="248" y="90"/>
                  </a:lnTo>
                  <a:lnTo>
                    <a:pt x="245" y="78"/>
                  </a:lnTo>
                  <a:lnTo>
                    <a:pt x="241" y="68"/>
                  </a:lnTo>
                  <a:lnTo>
                    <a:pt x="237" y="57"/>
                  </a:lnTo>
                  <a:lnTo>
                    <a:pt x="232" y="48"/>
                  </a:lnTo>
                  <a:lnTo>
                    <a:pt x="225" y="40"/>
                  </a:lnTo>
                  <a:lnTo>
                    <a:pt x="219" y="33"/>
                  </a:lnTo>
                  <a:lnTo>
                    <a:pt x="212" y="26"/>
                  </a:lnTo>
                  <a:lnTo>
                    <a:pt x="204" y="19"/>
                  </a:lnTo>
                  <a:lnTo>
                    <a:pt x="195" y="16"/>
                  </a:lnTo>
                  <a:lnTo>
                    <a:pt x="186" y="10"/>
                  </a:lnTo>
                  <a:lnTo>
                    <a:pt x="177" y="8"/>
                  </a:lnTo>
                  <a:lnTo>
                    <a:pt x="166" y="4"/>
                  </a:lnTo>
                  <a:lnTo>
                    <a:pt x="144" y="1"/>
                  </a:lnTo>
                  <a:lnTo>
                    <a:pt x="122" y="0"/>
                  </a:lnTo>
                  <a:lnTo>
                    <a:pt x="122" y="0"/>
                  </a:lnTo>
                  <a:lnTo>
                    <a:pt x="102" y="0"/>
                  </a:lnTo>
                  <a:lnTo>
                    <a:pt x="84" y="1"/>
                  </a:lnTo>
                  <a:lnTo>
                    <a:pt x="75" y="4"/>
                  </a:lnTo>
                  <a:lnTo>
                    <a:pt x="66" y="6"/>
                  </a:lnTo>
                  <a:lnTo>
                    <a:pt x="57" y="10"/>
                  </a:lnTo>
                  <a:lnTo>
                    <a:pt x="47" y="14"/>
                  </a:lnTo>
                  <a:lnTo>
                    <a:pt x="47" y="14"/>
                  </a:lnTo>
                  <a:lnTo>
                    <a:pt x="40" y="21"/>
                  </a:lnTo>
                  <a:lnTo>
                    <a:pt x="33" y="26"/>
                  </a:lnTo>
                  <a:lnTo>
                    <a:pt x="28" y="33"/>
                  </a:lnTo>
                  <a:lnTo>
                    <a:pt x="24" y="39"/>
                  </a:lnTo>
                  <a:lnTo>
                    <a:pt x="16" y="53"/>
                  </a:lnTo>
                  <a:lnTo>
                    <a:pt x="8" y="70"/>
                  </a:lnTo>
                  <a:lnTo>
                    <a:pt x="8" y="70"/>
                  </a:lnTo>
                  <a:lnTo>
                    <a:pt x="4" y="78"/>
                  </a:lnTo>
                  <a:lnTo>
                    <a:pt x="3" y="87"/>
                  </a:lnTo>
                  <a:lnTo>
                    <a:pt x="2" y="97"/>
                  </a:lnTo>
                  <a:lnTo>
                    <a:pt x="0" y="106"/>
                  </a:lnTo>
                  <a:lnTo>
                    <a:pt x="3" y="144"/>
                  </a:lnTo>
                  <a:lnTo>
                    <a:pt x="3" y="281"/>
                  </a:lnTo>
                  <a:lnTo>
                    <a:pt x="3" y="281"/>
                  </a:lnTo>
                  <a:lnTo>
                    <a:pt x="3" y="286"/>
                  </a:lnTo>
                  <a:lnTo>
                    <a:pt x="4" y="291"/>
                  </a:lnTo>
                  <a:lnTo>
                    <a:pt x="7" y="295"/>
                  </a:lnTo>
                  <a:lnTo>
                    <a:pt x="9" y="298"/>
                  </a:lnTo>
                  <a:lnTo>
                    <a:pt x="13" y="301"/>
                  </a:lnTo>
                  <a:lnTo>
                    <a:pt x="17" y="302"/>
                  </a:lnTo>
                  <a:lnTo>
                    <a:pt x="25" y="303"/>
                  </a:lnTo>
                  <a:lnTo>
                    <a:pt x="33" y="302"/>
                  </a:lnTo>
                  <a:lnTo>
                    <a:pt x="37" y="301"/>
                  </a:lnTo>
                  <a:lnTo>
                    <a:pt x="41" y="298"/>
                  </a:lnTo>
                  <a:lnTo>
                    <a:pt x="43" y="295"/>
                  </a:lnTo>
                  <a:lnTo>
                    <a:pt x="46" y="291"/>
                  </a:lnTo>
                  <a:lnTo>
                    <a:pt x="47" y="286"/>
                  </a:lnTo>
                  <a:lnTo>
                    <a:pt x="47" y="281"/>
                  </a:lnTo>
                  <a:lnTo>
                    <a:pt x="47" y="144"/>
                  </a:lnTo>
                  <a:lnTo>
                    <a:pt x="47" y="144"/>
                  </a:lnTo>
                  <a:lnTo>
                    <a:pt x="47" y="114"/>
                  </a:lnTo>
                  <a:lnTo>
                    <a:pt x="49" y="98"/>
                  </a:lnTo>
                  <a:lnTo>
                    <a:pt x="50" y="90"/>
                  </a:lnTo>
                  <a:lnTo>
                    <a:pt x="53" y="84"/>
                  </a:lnTo>
                  <a:lnTo>
                    <a:pt x="53" y="84"/>
                  </a:lnTo>
                  <a:lnTo>
                    <a:pt x="59" y="72"/>
                  </a:lnTo>
                  <a:lnTo>
                    <a:pt x="66" y="63"/>
                  </a:lnTo>
                  <a:lnTo>
                    <a:pt x="74" y="56"/>
                  </a:lnTo>
                  <a:lnTo>
                    <a:pt x="80" y="52"/>
                  </a:lnTo>
                  <a:lnTo>
                    <a:pt x="89" y="48"/>
                  </a:lnTo>
                  <a:lnTo>
                    <a:pt x="98" y="47"/>
                  </a:lnTo>
                  <a:lnTo>
                    <a:pt x="109" y="46"/>
                  </a:lnTo>
                  <a:lnTo>
                    <a:pt x="122" y="46"/>
                  </a:lnTo>
                  <a:lnTo>
                    <a:pt x="122" y="46"/>
                  </a:lnTo>
                  <a:lnTo>
                    <a:pt x="135" y="46"/>
                  </a:lnTo>
                  <a:lnTo>
                    <a:pt x="145" y="47"/>
                  </a:lnTo>
                  <a:lnTo>
                    <a:pt x="156" y="50"/>
                  </a:lnTo>
                  <a:lnTo>
                    <a:pt x="165" y="52"/>
                  </a:lnTo>
                  <a:lnTo>
                    <a:pt x="173" y="56"/>
                  </a:lnTo>
                  <a:lnTo>
                    <a:pt x="179" y="61"/>
                  </a:lnTo>
                  <a:lnTo>
                    <a:pt x="185" y="67"/>
                  </a:lnTo>
                  <a:lnTo>
                    <a:pt x="190" y="73"/>
                  </a:lnTo>
                  <a:lnTo>
                    <a:pt x="194" y="81"/>
                  </a:lnTo>
                  <a:lnTo>
                    <a:pt x="196" y="89"/>
                  </a:lnTo>
                  <a:lnTo>
                    <a:pt x="202" y="106"/>
                  </a:lnTo>
                  <a:lnTo>
                    <a:pt x="203" y="127"/>
                  </a:lnTo>
                  <a:lnTo>
                    <a:pt x="204" y="149"/>
                  </a:lnTo>
                  <a:lnTo>
                    <a:pt x="204" y="149"/>
                  </a:lnTo>
                  <a:lnTo>
                    <a:pt x="206" y="179"/>
                  </a:lnTo>
                  <a:lnTo>
                    <a:pt x="208" y="210"/>
                  </a:lnTo>
                  <a:lnTo>
                    <a:pt x="211" y="242"/>
                  </a:lnTo>
                  <a:lnTo>
                    <a:pt x="212" y="274"/>
                  </a:lnTo>
                  <a:lnTo>
                    <a:pt x="212" y="274"/>
                  </a:lnTo>
                  <a:lnTo>
                    <a:pt x="212" y="280"/>
                  </a:lnTo>
                  <a:lnTo>
                    <a:pt x="214" y="284"/>
                  </a:lnTo>
                  <a:lnTo>
                    <a:pt x="216" y="288"/>
                  </a:lnTo>
                  <a:lnTo>
                    <a:pt x="219" y="290"/>
                  </a:lnTo>
                  <a:lnTo>
                    <a:pt x="223" y="293"/>
                  </a:lnTo>
                  <a:lnTo>
                    <a:pt x="227" y="294"/>
                  </a:lnTo>
                  <a:lnTo>
                    <a:pt x="234" y="295"/>
                  </a:lnTo>
                  <a:lnTo>
                    <a:pt x="242" y="294"/>
                  </a:lnTo>
                  <a:lnTo>
                    <a:pt x="246" y="293"/>
                  </a:lnTo>
                  <a:lnTo>
                    <a:pt x="250" y="290"/>
                  </a:lnTo>
                  <a:lnTo>
                    <a:pt x="253" y="288"/>
                  </a:lnTo>
                  <a:lnTo>
                    <a:pt x="255" y="284"/>
                  </a:lnTo>
                  <a:lnTo>
                    <a:pt x="257" y="280"/>
                  </a:lnTo>
                  <a:lnTo>
                    <a:pt x="258" y="274"/>
                  </a:lnTo>
                  <a:lnTo>
                    <a:pt x="258" y="274"/>
                  </a:lnTo>
                  <a:lnTo>
                    <a:pt x="257" y="229"/>
                  </a:lnTo>
                  <a:lnTo>
                    <a:pt x="257" y="182"/>
                  </a:lnTo>
                  <a:lnTo>
                    <a:pt x="253" y="136"/>
                  </a:lnTo>
                  <a:lnTo>
                    <a:pt x="251" y="112"/>
                  </a:lnTo>
                  <a:lnTo>
                    <a:pt x="248" y="90"/>
                  </a:lnTo>
                  <a:lnTo>
                    <a:pt x="248" y="90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08" name="Freeform 520"/>
            <p:cNvSpPr/>
            <p:nvPr>
              <p:custDataLst>
                <p:tags r:id="rId62"/>
              </p:custDataLst>
            </p:nvPr>
          </p:nvSpPr>
          <p:spPr bwMode="auto">
            <a:xfrm>
              <a:off x="3425826" y="1157288"/>
              <a:ext cx="25400" cy="434975"/>
            </a:xfrm>
            <a:custGeom>
              <a:avLst/>
              <a:gdLst/>
              <a:ahLst/>
              <a:cxnLst>
                <a:cxn ang="0">
                  <a:pos x="56" y="777"/>
                </a:cxn>
                <a:cxn ang="0">
                  <a:pos x="59" y="715"/>
                </a:cxn>
                <a:cxn ang="0">
                  <a:pos x="63" y="624"/>
                </a:cxn>
                <a:cxn ang="0">
                  <a:pos x="63" y="562"/>
                </a:cxn>
                <a:cxn ang="0">
                  <a:pos x="60" y="532"/>
                </a:cxn>
                <a:cxn ang="0">
                  <a:pos x="58" y="466"/>
                </a:cxn>
                <a:cxn ang="0">
                  <a:pos x="59" y="267"/>
                </a:cxn>
                <a:cxn ang="0">
                  <a:pos x="58" y="237"/>
                </a:cxn>
                <a:cxn ang="0">
                  <a:pos x="52" y="145"/>
                </a:cxn>
                <a:cxn ang="0">
                  <a:pos x="46" y="54"/>
                </a:cxn>
                <a:cxn ang="0">
                  <a:pos x="46" y="22"/>
                </a:cxn>
                <a:cxn ang="0">
                  <a:pos x="43" y="13"/>
                </a:cxn>
                <a:cxn ang="0">
                  <a:pos x="38" y="7"/>
                </a:cxn>
                <a:cxn ang="0">
                  <a:pos x="31" y="1"/>
                </a:cxn>
                <a:cxn ang="0">
                  <a:pos x="14" y="1"/>
                </a:cxn>
                <a:cxn ang="0">
                  <a:pos x="7" y="7"/>
                </a:cxn>
                <a:cxn ang="0">
                  <a:pos x="1" y="13"/>
                </a:cxn>
                <a:cxn ang="0">
                  <a:pos x="0" y="22"/>
                </a:cxn>
                <a:cxn ang="0">
                  <a:pos x="0" y="54"/>
                </a:cxn>
                <a:cxn ang="0">
                  <a:pos x="5" y="145"/>
                </a:cxn>
                <a:cxn ang="0">
                  <a:pos x="13" y="267"/>
                </a:cxn>
                <a:cxn ang="0">
                  <a:pos x="13" y="334"/>
                </a:cxn>
                <a:cxn ang="0">
                  <a:pos x="12" y="466"/>
                </a:cxn>
                <a:cxn ang="0">
                  <a:pos x="14" y="532"/>
                </a:cxn>
                <a:cxn ang="0">
                  <a:pos x="17" y="562"/>
                </a:cxn>
                <a:cxn ang="0">
                  <a:pos x="16" y="655"/>
                </a:cxn>
                <a:cxn ang="0">
                  <a:pos x="12" y="747"/>
                </a:cxn>
                <a:cxn ang="0">
                  <a:pos x="11" y="777"/>
                </a:cxn>
                <a:cxn ang="0">
                  <a:pos x="16" y="872"/>
                </a:cxn>
                <a:cxn ang="0">
                  <a:pos x="18" y="949"/>
                </a:cxn>
                <a:cxn ang="0">
                  <a:pos x="17" y="966"/>
                </a:cxn>
                <a:cxn ang="0">
                  <a:pos x="14" y="1021"/>
                </a:cxn>
                <a:cxn ang="0">
                  <a:pos x="14" y="1076"/>
                </a:cxn>
                <a:cxn ang="0">
                  <a:pos x="17" y="1087"/>
                </a:cxn>
                <a:cxn ang="0">
                  <a:pos x="22" y="1093"/>
                </a:cxn>
                <a:cxn ang="0">
                  <a:pos x="29" y="1097"/>
                </a:cxn>
                <a:cxn ang="0">
                  <a:pos x="46" y="1097"/>
                </a:cxn>
                <a:cxn ang="0">
                  <a:pos x="54" y="1093"/>
                </a:cxn>
                <a:cxn ang="0">
                  <a:pos x="59" y="1087"/>
                </a:cxn>
                <a:cxn ang="0">
                  <a:pos x="60" y="1076"/>
                </a:cxn>
                <a:cxn ang="0">
                  <a:pos x="62" y="1048"/>
                </a:cxn>
                <a:cxn ang="0">
                  <a:pos x="64" y="987"/>
                </a:cxn>
                <a:cxn ang="0">
                  <a:pos x="64" y="959"/>
                </a:cxn>
                <a:cxn ang="0">
                  <a:pos x="60" y="867"/>
                </a:cxn>
                <a:cxn ang="0">
                  <a:pos x="56" y="777"/>
                </a:cxn>
              </a:cxnLst>
              <a:rect l="0" t="0" r="r" b="b"/>
              <a:pathLst>
                <a:path w="64" h="1099">
                  <a:moveTo>
                    <a:pt x="56" y="777"/>
                  </a:moveTo>
                  <a:lnTo>
                    <a:pt x="56" y="777"/>
                  </a:lnTo>
                  <a:lnTo>
                    <a:pt x="58" y="747"/>
                  </a:lnTo>
                  <a:lnTo>
                    <a:pt x="59" y="715"/>
                  </a:lnTo>
                  <a:lnTo>
                    <a:pt x="62" y="655"/>
                  </a:lnTo>
                  <a:lnTo>
                    <a:pt x="63" y="624"/>
                  </a:lnTo>
                  <a:lnTo>
                    <a:pt x="63" y="594"/>
                  </a:lnTo>
                  <a:lnTo>
                    <a:pt x="63" y="562"/>
                  </a:lnTo>
                  <a:lnTo>
                    <a:pt x="60" y="532"/>
                  </a:lnTo>
                  <a:lnTo>
                    <a:pt x="60" y="532"/>
                  </a:lnTo>
                  <a:lnTo>
                    <a:pt x="59" y="498"/>
                  </a:lnTo>
                  <a:lnTo>
                    <a:pt x="58" y="466"/>
                  </a:lnTo>
                  <a:lnTo>
                    <a:pt x="56" y="399"/>
                  </a:lnTo>
                  <a:lnTo>
                    <a:pt x="59" y="267"/>
                  </a:lnTo>
                  <a:lnTo>
                    <a:pt x="59" y="267"/>
                  </a:lnTo>
                  <a:lnTo>
                    <a:pt x="58" y="237"/>
                  </a:lnTo>
                  <a:lnTo>
                    <a:pt x="56" y="205"/>
                  </a:lnTo>
                  <a:lnTo>
                    <a:pt x="52" y="145"/>
                  </a:lnTo>
                  <a:lnTo>
                    <a:pt x="47" y="84"/>
                  </a:lnTo>
                  <a:lnTo>
                    <a:pt x="46" y="54"/>
                  </a:lnTo>
                  <a:lnTo>
                    <a:pt x="46" y="22"/>
                  </a:lnTo>
                  <a:lnTo>
                    <a:pt x="46" y="22"/>
                  </a:lnTo>
                  <a:lnTo>
                    <a:pt x="45" y="17"/>
                  </a:lnTo>
                  <a:lnTo>
                    <a:pt x="43" y="13"/>
                  </a:lnTo>
                  <a:lnTo>
                    <a:pt x="41" y="9"/>
                  </a:lnTo>
                  <a:lnTo>
                    <a:pt x="38" y="7"/>
                  </a:lnTo>
                  <a:lnTo>
                    <a:pt x="35" y="4"/>
                  </a:lnTo>
                  <a:lnTo>
                    <a:pt x="31" y="1"/>
                  </a:lnTo>
                  <a:lnTo>
                    <a:pt x="22" y="0"/>
                  </a:lnTo>
                  <a:lnTo>
                    <a:pt x="14" y="1"/>
                  </a:lnTo>
                  <a:lnTo>
                    <a:pt x="11" y="4"/>
                  </a:lnTo>
                  <a:lnTo>
                    <a:pt x="7" y="7"/>
                  </a:lnTo>
                  <a:lnTo>
                    <a:pt x="4" y="9"/>
                  </a:lnTo>
                  <a:lnTo>
                    <a:pt x="1" y="13"/>
                  </a:lnTo>
                  <a:lnTo>
                    <a:pt x="0" y="17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0" y="54"/>
                  </a:lnTo>
                  <a:lnTo>
                    <a:pt x="1" y="84"/>
                  </a:lnTo>
                  <a:lnTo>
                    <a:pt x="5" y="145"/>
                  </a:lnTo>
                  <a:lnTo>
                    <a:pt x="11" y="205"/>
                  </a:lnTo>
                  <a:lnTo>
                    <a:pt x="13" y="267"/>
                  </a:lnTo>
                  <a:lnTo>
                    <a:pt x="13" y="267"/>
                  </a:lnTo>
                  <a:lnTo>
                    <a:pt x="13" y="334"/>
                  </a:lnTo>
                  <a:lnTo>
                    <a:pt x="12" y="399"/>
                  </a:lnTo>
                  <a:lnTo>
                    <a:pt x="12" y="466"/>
                  </a:lnTo>
                  <a:lnTo>
                    <a:pt x="13" y="498"/>
                  </a:lnTo>
                  <a:lnTo>
                    <a:pt x="14" y="532"/>
                  </a:lnTo>
                  <a:lnTo>
                    <a:pt x="14" y="532"/>
                  </a:lnTo>
                  <a:lnTo>
                    <a:pt x="17" y="562"/>
                  </a:lnTo>
                  <a:lnTo>
                    <a:pt x="17" y="594"/>
                  </a:lnTo>
                  <a:lnTo>
                    <a:pt x="16" y="655"/>
                  </a:lnTo>
                  <a:lnTo>
                    <a:pt x="13" y="715"/>
                  </a:lnTo>
                  <a:lnTo>
                    <a:pt x="12" y="747"/>
                  </a:lnTo>
                  <a:lnTo>
                    <a:pt x="11" y="777"/>
                  </a:lnTo>
                  <a:lnTo>
                    <a:pt x="11" y="777"/>
                  </a:lnTo>
                  <a:lnTo>
                    <a:pt x="13" y="816"/>
                  </a:lnTo>
                  <a:lnTo>
                    <a:pt x="16" y="872"/>
                  </a:lnTo>
                  <a:lnTo>
                    <a:pt x="18" y="927"/>
                  </a:lnTo>
                  <a:lnTo>
                    <a:pt x="18" y="949"/>
                  </a:lnTo>
                  <a:lnTo>
                    <a:pt x="17" y="966"/>
                  </a:lnTo>
                  <a:lnTo>
                    <a:pt x="17" y="966"/>
                  </a:lnTo>
                  <a:lnTo>
                    <a:pt x="16" y="994"/>
                  </a:lnTo>
                  <a:lnTo>
                    <a:pt x="14" y="1021"/>
                  </a:lnTo>
                  <a:lnTo>
                    <a:pt x="14" y="1076"/>
                  </a:lnTo>
                  <a:lnTo>
                    <a:pt x="14" y="1076"/>
                  </a:lnTo>
                  <a:lnTo>
                    <a:pt x="16" y="1082"/>
                  </a:lnTo>
                  <a:lnTo>
                    <a:pt x="17" y="1087"/>
                  </a:lnTo>
                  <a:lnTo>
                    <a:pt x="20" y="1091"/>
                  </a:lnTo>
                  <a:lnTo>
                    <a:pt x="22" y="1093"/>
                  </a:lnTo>
                  <a:lnTo>
                    <a:pt x="25" y="1096"/>
                  </a:lnTo>
                  <a:lnTo>
                    <a:pt x="29" y="1097"/>
                  </a:lnTo>
                  <a:lnTo>
                    <a:pt x="38" y="1099"/>
                  </a:lnTo>
                  <a:lnTo>
                    <a:pt x="46" y="1097"/>
                  </a:lnTo>
                  <a:lnTo>
                    <a:pt x="50" y="1096"/>
                  </a:lnTo>
                  <a:lnTo>
                    <a:pt x="54" y="1093"/>
                  </a:lnTo>
                  <a:lnTo>
                    <a:pt x="56" y="1091"/>
                  </a:lnTo>
                  <a:lnTo>
                    <a:pt x="59" y="1087"/>
                  </a:lnTo>
                  <a:lnTo>
                    <a:pt x="60" y="1082"/>
                  </a:lnTo>
                  <a:lnTo>
                    <a:pt x="60" y="1076"/>
                  </a:lnTo>
                  <a:lnTo>
                    <a:pt x="60" y="1076"/>
                  </a:lnTo>
                  <a:lnTo>
                    <a:pt x="62" y="1048"/>
                  </a:lnTo>
                  <a:lnTo>
                    <a:pt x="63" y="1017"/>
                  </a:lnTo>
                  <a:lnTo>
                    <a:pt x="64" y="987"/>
                  </a:lnTo>
                  <a:lnTo>
                    <a:pt x="64" y="959"/>
                  </a:lnTo>
                  <a:lnTo>
                    <a:pt x="64" y="959"/>
                  </a:lnTo>
                  <a:lnTo>
                    <a:pt x="63" y="921"/>
                  </a:lnTo>
                  <a:lnTo>
                    <a:pt x="60" y="867"/>
                  </a:lnTo>
                  <a:lnTo>
                    <a:pt x="58" y="815"/>
                  </a:lnTo>
                  <a:lnTo>
                    <a:pt x="56" y="777"/>
                  </a:lnTo>
                  <a:lnTo>
                    <a:pt x="56" y="777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09" name="Freeform 521"/>
            <p:cNvSpPr/>
            <p:nvPr>
              <p:custDataLst>
                <p:tags r:id="rId63"/>
              </p:custDataLst>
            </p:nvPr>
          </p:nvSpPr>
          <p:spPr bwMode="auto">
            <a:xfrm>
              <a:off x="3509963" y="1157288"/>
              <a:ext cx="25400" cy="434975"/>
            </a:xfrm>
            <a:custGeom>
              <a:avLst/>
              <a:gdLst/>
              <a:ahLst/>
              <a:cxnLst>
                <a:cxn ang="0">
                  <a:pos x="8" y="777"/>
                </a:cxn>
                <a:cxn ang="0">
                  <a:pos x="6" y="715"/>
                </a:cxn>
                <a:cxn ang="0">
                  <a:pos x="2" y="624"/>
                </a:cxn>
                <a:cxn ang="0">
                  <a:pos x="2" y="562"/>
                </a:cxn>
                <a:cxn ang="0">
                  <a:pos x="4" y="532"/>
                </a:cxn>
                <a:cxn ang="0">
                  <a:pos x="8" y="466"/>
                </a:cxn>
                <a:cxn ang="0">
                  <a:pos x="6" y="267"/>
                </a:cxn>
                <a:cxn ang="0">
                  <a:pos x="7" y="237"/>
                </a:cxn>
                <a:cxn ang="0">
                  <a:pos x="12" y="145"/>
                </a:cxn>
                <a:cxn ang="0">
                  <a:pos x="19" y="54"/>
                </a:cxn>
                <a:cxn ang="0">
                  <a:pos x="19" y="22"/>
                </a:cxn>
                <a:cxn ang="0">
                  <a:pos x="21" y="13"/>
                </a:cxn>
                <a:cxn ang="0">
                  <a:pos x="27" y="7"/>
                </a:cxn>
                <a:cxn ang="0">
                  <a:pos x="33" y="1"/>
                </a:cxn>
                <a:cxn ang="0">
                  <a:pos x="50" y="1"/>
                </a:cxn>
                <a:cxn ang="0">
                  <a:pos x="58" y="7"/>
                </a:cxn>
                <a:cxn ang="0">
                  <a:pos x="63" y="13"/>
                </a:cxn>
                <a:cxn ang="0">
                  <a:pos x="64" y="22"/>
                </a:cxn>
                <a:cxn ang="0">
                  <a:pos x="64" y="54"/>
                </a:cxn>
                <a:cxn ang="0">
                  <a:pos x="59" y="145"/>
                </a:cxn>
                <a:cxn ang="0">
                  <a:pos x="51" y="267"/>
                </a:cxn>
                <a:cxn ang="0">
                  <a:pos x="51" y="334"/>
                </a:cxn>
                <a:cxn ang="0">
                  <a:pos x="53" y="466"/>
                </a:cxn>
                <a:cxn ang="0">
                  <a:pos x="50" y="532"/>
                </a:cxn>
                <a:cxn ang="0">
                  <a:pos x="47" y="562"/>
                </a:cxn>
                <a:cxn ang="0">
                  <a:pos x="49" y="655"/>
                </a:cxn>
                <a:cxn ang="0">
                  <a:pos x="53" y="747"/>
                </a:cxn>
                <a:cxn ang="0">
                  <a:pos x="54" y="777"/>
                </a:cxn>
                <a:cxn ang="0">
                  <a:pos x="49" y="872"/>
                </a:cxn>
                <a:cxn ang="0">
                  <a:pos x="46" y="949"/>
                </a:cxn>
                <a:cxn ang="0">
                  <a:pos x="47" y="966"/>
                </a:cxn>
                <a:cxn ang="0">
                  <a:pos x="50" y="1021"/>
                </a:cxn>
                <a:cxn ang="0">
                  <a:pos x="50" y="1076"/>
                </a:cxn>
                <a:cxn ang="0">
                  <a:pos x="47" y="1087"/>
                </a:cxn>
                <a:cxn ang="0">
                  <a:pos x="42" y="1093"/>
                </a:cxn>
                <a:cxn ang="0">
                  <a:pos x="36" y="1097"/>
                </a:cxn>
                <a:cxn ang="0">
                  <a:pos x="19" y="1097"/>
                </a:cxn>
                <a:cxn ang="0">
                  <a:pos x="11" y="1093"/>
                </a:cxn>
                <a:cxn ang="0">
                  <a:pos x="6" y="1087"/>
                </a:cxn>
                <a:cxn ang="0">
                  <a:pos x="4" y="1076"/>
                </a:cxn>
                <a:cxn ang="0">
                  <a:pos x="3" y="1048"/>
                </a:cxn>
                <a:cxn ang="0">
                  <a:pos x="0" y="987"/>
                </a:cxn>
                <a:cxn ang="0">
                  <a:pos x="0" y="959"/>
                </a:cxn>
                <a:cxn ang="0">
                  <a:pos x="4" y="867"/>
                </a:cxn>
                <a:cxn ang="0">
                  <a:pos x="8" y="777"/>
                </a:cxn>
              </a:cxnLst>
              <a:rect l="0" t="0" r="r" b="b"/>
              <a:pathLst>
                <a:path w="64" h="1099">
                  <a:moveTo>
                    <a:pt x="8" y="777"/>
                  </a:moveTo>
                  <a:lnTo>
                    <a:pt x="8" y="777"/>
                  </a:lnTo>
                  <a:lnTo>
                    <a:pt x="7" y="747"/>
                  </a:lnTo>
                  <a:lnTo>
                    <a:pt x="6" y="715"/>
                  </a:lnTo>
                  <a:lnTo>
                    <a:pt x="3" y="655"/>
                  </a:lnTo>
                  <a:lnTo>
                    <a:pt x="2" y="624"/>
                  </a:lnTo>
                  <a:lnTo>
                    <a:pt x="2" y="594"/>
                  </a:lnTo>
                  <a:lnTo>
                    <a:pt x="2" y="562"/>
                  </a:lnTo>
                  <a:lnTo>
                    <a:pt x="4" y="532"/>
                  </a:lnTo>
                  <a:lnTo>
                    <a:pt x="4" y="532"/>
                  </a:lnTo>
                  <a:lnTo>
                    <a:pt x="6" y="498"/>
                  </a:lnTo>
                  <a:lnTo>
                    <a:pt x="8" y="466"/>
                  </a:lnTo>
                  <a:lnTo>
                    <a:pt x="8" y="399"/>
                  </a:lnTo>
                  <a:lnTo>
                    <a:pt x="6" y="267"/>
                  </a:lnTo>
                  <a:lnTo>
                    <a:pt x="6" y="267"/>
                  </a:lnTo>
                  <a:lnTo>
                    <a:pt x="7" y="237"/>
                  </a:lnTo>
                  <a:lnTo>
                    <a:pt x="8" y="205"/>
                  </a:lnTo>
                  <a:lnTo>
                    <a:pt x="12" y="145"/>
                  </a:lnTo>
                  <a:lnTo>
                    <a:pt x="17" y="84"/>
                  </a:lnTo>
                  <a:lnTo>
                    <a:pt x="19" y="54"/>
                  </a:lnTo>
                  <a:lnTo>
                    <a:pt x="19" y="22"/>
                  </a:lnTo>
                  <a:lnTo>
                    <a:pt x="19" y="22"/>
                  </a:lnTo>
                  <a:lnTo>
                    <a:pt x="20" y="17"/>
                  </a:lnTo>
                  <a:lnTo>
                    <a:pt x="21" y="13"/>
                  </a:lnTo>
                  <a:lnTo>
                    <a:pt x="24" y="9"/>
                  </a:lnTo>
                  <a:lnTo>
                    <a:pt x="27" y="7"/>
                  </a:lnTo>
                  <a:lnTo>
                    <a:pt x="29" y="4"/>
                  </a:lnTo>
                  <a:lnTo>
                    <a:pt x="33" y="1"/>
                  </a:lnTo>
                  <a:lnTo>
                    <a:pt x="42" y="0"/>
                  </a:lnTo>
                  <a:lnTo>
                    <a:pt x="50" y="1"/>
                  </a:lnTo>
                  <a:lnTo>
                    <a:pt x="54" y="4"/>
                  </a:lnTo>
                  <a:lnTo>
                    <a:pt x="58" y="7"/>
                  </a:lnTo>
                  <a:lnTo>
                    <a:pt x="61" y="9"/>
                  </a:lnTo>
                  <a:lnTo>
                    <a:pt x="63" y="13"/>
                  </a:lnTo>
                  <a:lnTo>
                    <a:pt x="64" y="17"/>
                  </a:lnTo>
                  <a:lnTo>
                    <a:pt x="64" y="22"/>
                  </a:lnTo>
                  <a:lnTo>
                    <a:pt x="64" y="22"/>
                  </a:lnTo>
                  <a:lnTo>
                    <a:pt x="64" y="54"/>
                  </a:lnTo>
                  <a:lnTo>
                    <a:pt x="63" y="84"/>
                  </a:lnTo>
                  <a:lnTo>
                    <a:pt x="59" y="145"/>
                  </a:lnTo>
                  <a:lnTo>
                    <a:pt x="54" y="205"/>
                  </a:lnTo>
                  <a:lnTo>
                    <a:pt x="51" y="267"/>
                  </a:lnTo>
                  <a:lnTo>
                    <a:pt x="51" y="267"/>
                  </a:lnTo>
                  <a:lnTo>
                    <a:pt x="51" y="334"/>
                  </a:lnTo>
                  <a:lnTo>
                    <a:pt x="53" y="399"/>
                  </a:lnTo>
                  <a:lnTo>
                    <a:pt x="53" y="466"/>
                  </a:lnTo>
                  <a:lnTo>
                    <a:pt x="51" y="498"/>
                  </a:lnTo>
                  <a:lnTo>
                    <a:pt x="50" y="532"/>
                  </a:lnTo>
                  <a:lnTo>
                    <a:pt x="50" y="532"/>
                  </a:lnTo>
                  <a:lnTo>
                    <a:pt x="47" y="562"/>
                  </a:lnTo>
                  <a:lnTo>
                    <a:pt x="47" y="594"/>
                  </a:lnTo>
                  <a:lnTo>
                    <a:pt x="49" y="655"/>
                  </a:lnTo>
                  <a:lnTo>
                    <a:pt x="51" y="715"/>
                  </a:lnTo>
                  <a:lnTo>
                    <a:pt x="53" y="747"/>
                  </a:lnTo>
                  <a:lnTo>
                    <a:pt x="54" y="777"/>
                  </a:lnTo>
                  <a:lnTo>
                    <a:pt x="54" y="777"/>
                  </a:lnTo>
                  <a:lnTo>
                    <a:pt x="51" y="816"/>
                  </a:lnTo>
                  <a:lnTo>
                    <a:pt x="49" y="872"/>
                  </a:lnTo>
                  <a:lnTo>
                    <a:pt x="46" y="927"/>
                  </a:lnTo>
                  <a:lnTo>
                    <a:pt x="46" y="949"/>
                  </a:lnTo>
                  <a:lnTo>
                    <a:pt x="47" y="966"/>
                  </a:lnTo>
                  <a:lnTo>
                    <a:pt x="47" y="966"/>
                  </a:lnTo>
                  <a:lnTo>
                    <a:pt x="49" y="994"/>
                  </a:lnTo>
                  <a:lnTo>
                    <a:pt x="50" y="1021"/>
                  </a:lnTo>
                  <a:lnTo>
                    <a:pt x="50" y="1076"/>
                  </a:lnTo>
                  <a:lnTo>
                    <a:pt x="50" y="1076"/>
                  </a:lnTo>
                  <a:lnTo>
                    <a:pt x="49" y="1082"/>
                  </a:lnTo>
                  <a:lnTo>
                    <a:pt x="47" y="1087"/>
                  </a:lnTo>
                  <a:lnTo>
                    <a:pt x="45" y="1091"/>
                  </a:lnTo>
                  <a:lnTo>
                    <a:pt x="42" y="1093"/>
                  </a:lnTo>
                  <a:lnTo>
                    <a:pt x="40" y="1096"/>
                  </a:lnTo>
                  <a:lnTo>
                    <a:pt x="36" y="1097"/>
                  </a:lnTo>
                  <a:lnTo>
                    <a:pt x="27" y="1099"/>
                  </a:lnTo>
                  <a:lnTo>
                    <a:pt x="19" y="1097"/>
                  </a:lnTo>
                  <a:lnTo>
                    <a:pt x="15" y="1096"/>
                  </a:lnTo>
                  <a:lnTo>
                    <a:pt x="11" y="1093"/>
                  </a:lnTo>
                  <a:lnTo>
                    <a:pt x="8" y="1091"/>
                  </a:lnTo>
                  <a:lnTo>
                    <a:pt x="6" y="1087"/>
                  </a:lnTo>
                  <a:lnTo>
                    <a:pt x="4" y="1082"/>
                  </a:lnTo>
                  <a:lnTo>
                    <a:pt x="4" y="1076"/>
                  </a:lnTo>
                  <a:lnTo>
                    <a:pt x="4" y="1076"/>
                  </a:lnTo>
                  <a:lnTo>
                    <a:pt x="3" y="1048"/>
                  </a:lnTo>
                  <a:lnTo>
                    <a:pt x="2" y="1017"/>
                  </a:lnTo>
                  <a:lnTo>
                    <a:pt x="0" y="987"/>
                  </a:lnTo>
                  <a:lnTo>
                    <a:pt x="0" y="959"/>
                  </a:lnTo>
                  <a:lnTo>
                    <a:pt x="0" y="959"/>
                  </a:lnTo>
                  <a:lnTo>
                    <a:pt x="2" y="921"/>
                  </a:lnTo>
                  <a:lnTo>
                    <a:pt x="4" y="867"/>
                  </a:lnTo>
                  <a:lnTo>
                    <a:pt x="7" y="815"/>
                  </a:lnTo>
                  <a:lnTo>
                    <a:pt x="8" y="777"/>
                  </a:lnTo>
                  <a:lnTo>
                    <a:pt x="8" y="777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10" name="Freeform 522"/>
            <p:cNvSpPr>
              <a:spLocks noEditPoints="1"/>
            </p:cNvSpPr>
            <p:nvPr>
              <p:custDataLst>
                <p:tags r:id="rId64"/>
              </p:custDataLst>
            </p:nvPr>
          </p:nvSpPr>
          <p:spPr bwMode="auto">
            <a:xfrm>
              <a:off x="3327401" y="1573213"/>
              <a:ext cx="307975" cy="87313"/>
            </a:xfrm>
            <a:custGeom>
              <a:avLst/>
              <a:gdLst/>
              <a:ahLst/>
              <a:cxnLst>
                <a:cxn ang="0">
                  <a:pos x="776" y="155"/>
                </a:cxn>
                <a:cxn ang="0">
                  <a:pos x="769" y="136"/>
                </a:cxn>
                <a:cxn ang="0">
                  <a:pos x="752" y="98"/>
                </a:cxn>
                <a:cxn ang="0">
                  <a:pos x="727" y="68"/>
                </a:cxn>
                <a:cxn ang="0">
                  <a:pos x="694" y="44"/>
                </a:cxn>
                <a:cxn ang="0">
                  <a:pos x="645" y="22"/>
                </a:cxn>
                <a:cxn ang="0">
                  <a:pos x="560" y="5"/>
                </a:cxn>
                <a:cxn ang="0">
                  <a:pos x="445" y="0"/>
                </a:cxn>
                <a:cxn ang="0">
                  <a:pos x="327" y="1"/>
                </a:cxn>
                <a:cxn ang="0">
                  <a:pos x="226" y="9"/>
                </a:cxn>
                <a:cxn ang="0">
                  <a:pos x="127" y="27"/>
                </a:cxn>
                <a:cxn ang="0">
                  <a:pos x="80" y="43"/>
                </a:cxn>
                <a:cxn ang="0">
                  <a:pos x="50" y="61"/>
                </a:cxn>
                <a:cxn ang="0">
                  <a:pos x="26" y="85"/>
                </a:cxn>
                <a:cxn ang="0">
                  <a:pos x="9" y="116"/>
                </a:cxn>
                <a:cxn ang="0">
                  <a:pos x="4" y="153"/>
                </a:cxn>
                <a:cxn ang="0">
                  <a:pos x="4" y="157"/>
                </a:cxn>
                <a:cxn ang="0">
                  <a:pos x="0" y="171"/>
                </a:cxn>
                <a:cxn ang="0">
                  <a:pos x="6" y="184"/>
                </a:cxn>
                <a:cxn ang="0">
                  <a:pos x="16" y="191"/>
                </a:cxn>
                <a:cxn ang="0">
                  <a:pos x="77" y="201"/>
                </a:cxn>
                <a:cxn ang="0">
                  <a:pos x="140" y="203"/>
                </a:cxn>
                <a:cxn ang="0">
                  <a:pos x="380" y="206"/>
                </a:cxn>
                <a:cxn ang="0">
                  <a:pos x="522" y="214"/>
                </a:cxn>
                <a:cxn ang="0">
                  <a:pos x="663" y="217"/>
                </a:cxn>
                <a:cxn ang="0">
                  <a:pos x="732" y="210"/>
                </a:cxn>
                <a:cxn ang="0">
                  <a:pos x="762" y="203"/>
                </a:cxn>
                <a:cxn ang="0">
                  <a:pos x="772" y="184"/>
                </a:cxn>
                <a:cxn ang="0">
                  <a:pos x="772" y="178"/>
                </a:cxn>
                <a:cxn ang="0">
                  <a:pos x="776" y="165"/>
                </a:cxn>
                <a:cxn ang="0">
                  <a:pos x="380" y="161"/>
                </a:cxn>
                <a:cxn ang="0">
                  <a:pos x="230" y="161"/>
                </a:cxn>
                <a:cxn ang="0">
                  <a:pos x="115" y="158"/>
                </a:cxn>
                <a:cxn ang="0">
                  <a:pos x="50" y="152"/>
                </a:cxn>
                <a:cxn ang="0">
                  <a:pos x="55" y="127"/>
                </a:cxn>
                <a:cxn ang="0">
                  <a:pos x="76" y="99"/>
                </a:cxn>
                <a:cxn ang="0">
                  <a:pos x="108" y="82"/>
                </a:cxn>
                <a:cxn ang="0">
                  <a:pos x="206" y="56"/>
                </a:cxn>
                <a:cxn ang="0">
                  <a:pos x="231" y="52"/>
                </a:cxn>
                <a:cxn ang="0">
                  <a:pos x="307" y="52"/>
                </a:cxn>
                <a:cxn ang="0">
                  <a:pos x="373" y="47"/>
                </a:cxn>
                <a:cxn ang="0">
                  <a:pos x="437" y="44"/>
                </a:cxn>
                <a:cxn ang="0">
                  <a:pos x="539" y="47"/>
                </a:cxn>
                <a:cxn ang="0">
                  <a:pos x="615" y="60"/>
                </a:cxn>
                <a:cxn ang="0">
                  <a:pos x="670" y="82"/>
                </a:cxn>
                <a:cxn ang="0">
                  <a:pos x="697" y="103"/>
                </a:cxn>
                <a:cxn ang="0">
                  <a:pos x="717" y="131"/>
                </a:cxn>
                <a:cxn ang="0">
                  <a:pos x="730" y="165"/>
                </a:cxn>
                <a:cxn ang="0">
                  <a:pos x="687" y="170"/>
                </a:cxn>
                <a:cxn ang="0">
                  <a:pos x="556" y="172"/>
                </a:cxn>
                <a:cxn ang="0">
                  <a:pos x="380" y="161"/>
                </a:cxn>
              </a:cxnLst>
              <a:rect l="0" t="0" r="r" b="b"/>
              <a:pathLst>
                <a:path w="776" h="218">
                  <a:moveTo>
                    <a:pt x="776" y="161"/>
                  </a:moveTo>
                  <a:lnTo>
                    <a:pt x="776" y="161"/>
                  </a:lnTo>
                  <a:lnTo>
                    <a:pt x="776" y="155"/>
                  </a:lnTo>
                  <a:lnTo>
                    <a:pt x="773" y="150"/>
                  </a:lnTo>
                  <a:lnTo>
                    <a:pt x="773" y="150"/>
                  </a:lnTo>
                  <a:lnTo>
                    <a:pt x="769" y="136"/>
                  </a:lnTo>
                  <a:lnTo>
                    <a:pt x="764" y="121"/>
                  </a:lnTo>
                  <a:lnTo>
                    <a:pt x="759" y="110"/>
                  </a:lnTo>
                  <a:lnTo>
                    <a:pt x="752" y="98"/>
                  </a:lnTo>
                  <a:lnTo>
                    <a:pt x="744" y="86"/>
                  </a:lnTo>
                  <a:lnTo>
                    <a:pt x="736" y="77"/>
                  </a:lnTo>
                  <a:lnTo>
                    <a:pt x="727" y="68"/>
                  </a:lnTo>
                  <a:lnTo>
                    <a:pt x="717" y="59"/>
                  </a:lnTo>
                  <a:lnTo>
                    <a:pt x="706" y="51"/>
                  </a:lnTo>
                  <a:lnTo>
                    <a:pt x="694" y="44"/>
                  </a:lnTo>
                  <a:lnTo>
                    <a:pt x="683" y="38"/>
                  </a:lnTo>
                  <a:lnTo>
                    <a:pt x="671" y="33"/>
                  </a:lnTo>
                  <a:lnTo>
                    <a:pt x="645" y="22"/>
                  </a:lnTo>
                  <a:lnTo>
                    <a:pt x="617" y="16"/>
                  </a:lnTo>
                  <a:lnTo>
                    <a:pt x="590" y="9"/>
                  </a:lnTo>
                  <a:lnTo>
                    <a:pt x="560" y="5"/>
                  </a:lnTo>
                  <a:lnTo>
                    <a:pt x="531" y="2"/>
                  </a:lnTo>
                  <a:lnTo>
                    <a:pt x="502" y="1"/>
                  </a:lnTo>
                  <a:lnTo>
                    <a:pt x="445" y="0"/>
                  </a:lnTo>
                  <a:lnTo>
                    <a:pt x="394" y="0"/>
                  </a:lnTo>
                  <a:lnTo>
                    <a:pt x="394" y="0"/>
                  </a:lnTo>
                  <a:lnTo>
                    <a:pt x="327" y="1"/>
                  </a:lnTo>
                  <a:lnTo>
                    <a:pt x="293" y="4"/>
                  </a:lnTo>
                  <a:lnTo>
                    <a:pt x="259" y="6"/>
                  </a:lnTo>
                  <a:lnTo>
                    <a:pt x="226" y="9"/>
                  </a:lnTo>
                  <a:lnTo>
                    <a:pt x="193" y="14"/>
                  </a:lnTo>
                  <a:lnTo>
                    <a:pt x="159" y="19"/>
                  </a:lnTo>
                  <a:lnTo>
                    <a:pt x="127" y="27"/>
                  </a:lnTo>
                  <a:lnTo>
                    <a:pt x="127" y="27"/>
                  </a:lnTo>
                  <a:lnTo>
                    <a:pt x="102" y="34"/>
                  </a:lnTo>
                  <a:lnTo>
                    <a:pt x="80" y="43"/>
                  </a:lnTo>
                  <a:lnTo>
                    <a:pt x="69" y="48"/>
                  </a:lnTo>
                  <a:lnTo>
                    <a:pt x="59" y="55"/>
                  </a:lnTo>
                  <a:lnTo>
                    <a:pt x="50" y="61"/>
                  </a:lnTo>
                  <a:lnTo>
                    <a:pt x="40" y="69"/>
                  </a:lnTo>
                  <a:lnTo>
                    <a:pt x="33" y="77"/>
                  </a:lnTo>
                  <a:lnTo>
                    <a:pt x="26" y="85"/>
                  </a:lnTo>
                  <a:lnTo>
                    <a:pt x="19" y="94"/>
                  </a:lnTo>
                  <a:lnTo>
                    <a:pt x="14" y="104"/>
                  </a:lnTo>
                  <a:lnTo>
                    <a:pt x="9" y="116"/>
                  </a:lnTo>
                  <a:lnTo>
                    <a:pt x="6" y="127"/>
                  </a:lnTo>
                  <a:lnTo>
                    <a:pt x="4" y="140"/>
                  </a:lnTo>
                  <a:lnTo>
                    <a:pt x="4" y="153"/>
                  </a:lnTo>
                  <a:lnTo>
                    <a:pt x="4" y="153"/>
                  </a:lnTo>
                  <a:lnTo>
                    <a:pt x="4" y="157"/>
                  </a:lnTo>
                  <a:lnTo>
                    <a:pt x="4" y="157"/>
                  </a:lnTo>
                  <a:lnTo>
                    <a:pt x="1" y="161"/>
                  </a:lnTo>
                  <a:lnTo>
                    <a:pt x="0" y="166"/>
                  </a:lnTo>
                  <a:lnTo>
                    <a:pt x="0" y="171"/>
                  </a:lnTo>
                  <a:lnTo>
                    <a:pt x="1" y="176"/>
                  </a:lnTo>
                  <a:lnTo>
                    <a:pt x="4" y="180"/>
                  </a:lnTo>
                  <a:lnTo>
                    <a:pt x="6" y="184"/>
                  </a:lnTo>
                  <a:lnTo>
                    <a:pt x="10" y="188"/>
                  </a:lnTo>
                  <a:lnTo>
                    <a:pt x="16" y="191"/>
                  </a:lnTo>
                  <a:lnTo>
                    <a:pt x="16" y="191"/>
                  </a:lnTo>
                  <a:lnTo>
                    <a:pt x="31" y="195"/>
                  </a:lnTo>
                  <a:lnTo>
                    <a:pt x="46" y="197"/>
                  </a:lnTo>
                  <a:lnTo>
                    <a:pt x="77" y="201"/>
                  </a:lnTo>
                  <a:lnTo>
                    <a:pt x="110" y="203"/>
                  </a:lnTo>
                  <a:lnTo>
                    <a:pt x="140" y="203"/>
                  </a:lnTo>
                  <a:lnTo>
                    <a:pt x="140" y="203"/>
                  </a:lnTo>
                  <a:lnTo>
                    <a:pt x="260" y="204"/>
                  </a:lnTo>
                  <a:lnTo>
                    <a:pt x="380" y="206"/>
                  </a:lnTo>
                  <a:lnTo>
                    <a:pt x="380" y="206"/>
                  </a:lnTo>
                  <a:lnTo>
                    <a:pt x="428" y="209"/>
                  </a:lnTo>
                  <a:lnTo>
                    <a:pt x="475" y="212"/>
                  </a:lnTo>
                  <a:lnTo>
                    <a:pt x="522" y="214"/>
                  </a:lnTo>
                  <a:lnTo>
                    <a:pt x="569" y="217"/>
                  </a:lnTo>
                  <a:lnTo>
                    <a:pt x="616" y="218"/>
                  </a:lnTo>
                  <a:lnTo>
                    <a:pt x="663" y="217"/>
                  </a:lnTo>
                  <a:lnTo>
                    <a:pt x="687" y="216"/>
                  </a:lnTo>
                  <a:lnTo>
                    <a:pt x="709" y="213"/>
                  </a:lnTo>
                  <a:lnTo>
                    <a:pt x="732" y="210"/>
                  </a:lnTo>
                  <a:lnTo>
                    <a:pt x="755" y="205"/>
                  </a:lnTo>
                  <a:lnTo>
                    <a:pt x="755" y="205"/>
                  </a:lnTo>
                  <a:lnTo>
                    <a:pt x="762" y="203"/>
                  </a:lnTo>
                  <a:lnTo>
                    <a:pt x="768" y="197"/>
                  </a:lnTo>
                  <a:lnTo>
                    <a:pt x="770" y="191"/>
                  </a:lnTo>
                  <a:lnTo>
                    <a:pt x="772" y="184"/>
                  </a:lnTo>
                  <a:lnTo>
                    <a:pt x="772" y="180"/>
                  </a:lnTo>
                  <a:lnTo>
                    <a:pt x="772" y="180"/>
                  </a:lnTo>
                  <a:lnTo>
                    <a:pt x="772" y="178"/>
                  </a:lnTo>
                  <a:lnTo>
                    <a:pt x="772" y="178"/>
                  </a:lnTo>
                  <a:lnTo>
                    <a:pt x="774" y="171"/>
                  </a:lnTo>
                  <a:lnTo>
                    <a:pt x="776" y="165"/>
                  </a:lnTo>
                  <a:lnTo>
                    <a:pt x="776" y="161"/>
                  </a:lnTo>
                  <a:close/>
                  <a:moveTo>
                    <a:pt x="380" y="161"/>
                  </a:moveTo>
                  <a:lnTo>
                    <a:pt x="380" y="161"/>
                  </a:lnTo>
                  <a:lnTo>
                    <a:pt x="331" y="161"/>
                  </a:lnTo>
                  <a:lnTo>
                    <a:pt x="281" y="161"/>
                  </a:lnTo>
                  <a:lnTo>
                    <a:pt x="230" y="161"/>
                  </a:lnTo>
                  <a:lnTo>
                    <a:pt x="180" y="161"/>
                  </a:lnTo>
                  <a:lnTo>
                    <a:pt x="180" y="161"/>
                  </a:lnTo>
                  <a:lnTo>
                    <a:pt x="115" y="158"/>
                  </a:lnTo>
                  <a:lnTo>
                    <a:pt x="81" y="157"/>
                  </a:lnTo>
                  <a:lnTo>
                    <a:pt x="65" y="154"/>
                  </a:lnTo>
                  <a:lnTo>
                    <a:pt x="50" y="152"/>
                  </a:lnTo>
                  <a:lnTo>
                    <a:pt x="50" y="152"/>
                  </a:lnTo>
                  <a:lnTo>
                    <a:pt x="51" y="138"/>
                  </a:lnTo>
                  <a:lnTo>
                    <a:pt x="55" y="127"/>
                  </a:lnTo>
                  <a:lnTo>
                    <a:pt x="60" y="116"/>
                  </a:lnTo>
                  <a:lnTo>
                    <a:pt x="68" y="108"/>
                  </a:lnTo>
                  <a:lnTo>
                    <a:pt x="76" y="99"/>
                  </a:lnTo>
                  <a:lnTo>
                    <a:pt x="86" y="93"/>
                  </a:lnTo>
                  <a:lnTo>
                    <a:pt x="97" y="87"/>
                  </a:lnTo>
                  <a:lnTo>
                    <a:pt x="108" y="82"/>
                  </a:lnTo>
                  <a:lnTo>
                    <a:pt x="133" y="73"/>
                  </a:lnTo>
                  <a:lnTo>
                    <a:pt x="159" y="67"/>
                  </a:lnTo>
                  <a:lnTo>
                    <a:pt x="206" y="56"/>
                  </a:lnTo>
                  <a:lnTo>
                    <a:pt x="206" y="56"/>
                  </a:lnTo>
                  <a:lnTo>
                    <a:pt x="218" y="53"/>
                  </a:lnTo>
                  <a:lnTo>
                    <a:pt x="231" y="52"/>
                  </a:lnTo>
                  <a:lnTo>
                    <a:pt x="256" y="51"/>
                  </a:lnTo>
                  <a:lnTo>
                    <a:pt x="307" y="52"/>
                  </a:lnTo>
                  <a:lnTo>
                    <a:pt x="307" y="52"/>
                  </a:lnTo>
                  <a:lnTo>
                    <a:pt x="328" y="51"/>
                  </a:lnTo>
                  <a:lnTo>
                    <a:pt x="350" y="50"/>
                  </a:lnTo>
                  <a:lnTo>
                    <a:pt x="373" y="47"/>
                  </a:lnTo>
                  <a:lnTo>
                    <a:pt x="394" y="46"/>
                  </a:lnTo>
                  <a:lnTo>
                    <a:pt x="394" y="46"/>
                  </a:lnTo>
                  <a:lnTo>
                    <a:pt x="437" y="44"/>
                  </a:lnTo>
                  <a:lnTo>
                    <a:pt x="486" y="44"/>
                  </a:lnTo>
                  <a:lnTo>
                    <a:pt x="513" y="44"/>
                  </a:lnTo>
                  <a:lnTo>
                    <a:pt x="539" y="47"/>
                  </a:lnTo>
                  <a:lnTo>
                    <a:pt x="565" y="50"/>
                  </a:lnTo>
                  <a:lnTo>
                    <a:pt x="590" y="53"/>
                  </a:lnTo>
                  <a:lnTo>
                    <a:pt x="615" y="60"/>
                  </a:lnTo>
                  <a:lnTo>
                    <a:pt x="638" y="68"/>
                  </a:lnTo>
                  <a:lnTo>
                    <a:pt x="659" y="77"/>
                  </a:lnTo>
                  <a:lnTo>
                    <a:pt x="670" y="82"/>
                  </a:lnTo>
                  <a:lnTo>
                    <a:pt x="679" y="89"/>
                  </a:lnTo>
                  <a:lnTo>
                    <a:pt x="688" y="95"/>
                  </a:lnTo>
                  <a:lnTo>
                    <a:pt x="697" y="103"/>
                  </a:lnTo>
                  <a:lnTo>
                    <a:pt x="704" y="112"/>
                  </a:lnTo>
                  <a:lnTo>
                    <a:pt x="711" y="120"/>
                  </a:lnTo>
                  <a:lnTo>
                    <a:pt x="717" y="131"/>
                  </a:lnTo>
                  <a:lnTo>
                    <a:pt x="722" y="141"/>
                  </a:lnTo>
                  <a:lnTo>
                    <a:pt x="726" y="152"/>
                  </a:lnTo>
                  <a:lnTo>
                    <a:pt x="730" y="165"/>
                  </a:lnTo>
                  <a:lnTo>
                    <a:pt x="730" y="165"/>
                  </a:lnTo>
                  <a:lnTo>
                    <a:pt x="709" y="167"/>
                  </a:lnTo>
                  <a:lnTo>
                    <a:pt x="687" y="170"/>
                  </a:lnTo>
                  <a:lnTo>
                    <a:pt x="643" y="172"/>
                  </a:lnTo>
                  <a:lnTo>
                    <a:pt x="600" y="174"/>
                  </a:lnTo>
                  <a:lnTo>
                    <a:pt x="556" y="172"/>
                  </a:lnTo>
                  <a:lnTo>
                    <a:pt x="511" y="170"/>
                  </a:lnTo>
                  <a:lnTo>
                    <a:pt x="467" y="167"/>
                  </a:lnTo>
                  <a:lnTo>
                    <a:pt x="380" y="161"/>
                  </a:lnTo>
                  <a:lnTo>
                    <a:pt x="380" y="161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</p:grp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矩形 4"/>
          <p:cNvSpPr/>
          <p:nvPr>
            <p:custDataLst>
              <p:tags r:id="rId1"/>
            </p:custDataLst>
          </p:nvPr>
        </p:nvSpPr>
        <p:spPr>
          <a:xfrm>
            <a:off x="207010" y="708025"/>
            <a:ext cx="2098675" cy="1530350"/>
          </a:xfrm>
          <a:prstGeom prst="rect">
            <a:avLst/>
          </a:prstGeom>
          <a:solidFill>
            <a:srgbClr val="1E7AB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350">
              <a:latin typeface="Noto Serif CJK SC" panose="02020400000000000000" pitchFamily="18" charset="-122"/>
              <a:ea typeface="FZHei-B01S" panose="02010601030101010101" pitchFamily="2" charset="-122"/>
              <a:sym typeface="Noto Serif CJK SC" panose="02020400000000000000" pitchFamily="18" charset="-122"/>
            </a:endParaRPr>
          </a:p>
        </p:txBody>
      </p:sp>
      <p:sp>
        <p:nvSpPr>
          <p:cNvPr id="9" name="矩形 8"/>
          <p:cNvSpPr/>
          <p:nvPr>
            <p:custDataLst>
              <p:tags r:id="rId2"/>
            </p:custDataLst>
          </p:nvPr>
        </p:nvSpPr>
        <p:spPr>
          <a:xfrm>
            <a:off x="207010" y="1406525"/>
            <a:ext cx="8709660" cy="497459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350">
              <a:latin typeface="Noto Serif CJK SC" panose="02020400000000000000" pitchFamily="18" charset="-122"/>
              <a:ea typeface="FZHei-B01S" panose="02010601030101010101" pitchFamily="2" charset="-122"/>
              <a:sym typeface="Noto Serif CJK SC" panose="02020400000000000000" pitchFamily="18" charset="-122"/>
            </a:endParaRPr>
          </a:p>
        </p:txBody>
      </p:sp>
      <p:sp>
        <p:nvSpPr>
          <p:cNvPr id="11" name="Title 1"/>
          <p:cNvSpPr>
            <a:spLocks noGrp="1"/>
          </p:cNvSpPr>
          <p:nvPr>
            <p:custDataLst>
              <p:tags r:id="rId3"/>
            </p:custDataLst>
          </p:nvPr>
        </p:nvSpPr>
        <p:spPr>
          <a:xfrm>
            <a:off x="368935" y="751840"/>
            <a:ext cx="5574665" cy="72136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5335" kern="120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+mj-ea"/>
                <a:cs typeface="Times New Roman" panose="02020603050405020304" pitchFamily="18" charset="0"/>
              </a:defRPr>
            </a:lvl1pPr>
          </a:lstStyle>
          <a:p>
            <a:r>
              <a:rPr lang="en-US" altLang="zh-CN" sz="3600" dirty="0">
                <a:solidFill>
                  <a:schemeClr val="bg1"/>
                </a:solidFill>
              </a:rPr>
              <a:t>Exercise</a:t>
            </a:r>
          </a:p>
        </p:txBody>
      </p:sp>
      <p:pic>
        <p:nvPicPr>
          <p:cNvPr id="13" name="图片 12" descr="华工标志（透明版"/>
          <p:cNvPicPr>
            <a:picLocks noChangeAspect="1"/>
          </p:cNvPicPr>
          <p:nvPr>
            <p:custDataLst>
              <p:tags r:id="rId4"/>
            </p:custDataLst>
          </p:nvPr>
        </p:nvPicPr>
        <p:blipFill>
          <a:blip r:embed="rId57" cstate="print"/>
          <a:stretch>
            <a:fillRect/>
          </a:stretch>
        </p:blipFill>
        <p:spPr>
          <a:xfrm>
            <a:off x="7740015" y="116205"/>
            <a:ext cx="1230630" cy="1230630"/>
          </a:xfrm>
          <a:prstGeom prst="rect">
            <a:avLst/>
          </a:prstGeom>
        </p:spPr>
      </p:pic>
      <p:sp>
        <p:nvSpPr>
          <p:cNvPr id="76803" name="Content Placeholder 2"/>
          <p:cNvSpPr>
            <a:spLocks noGrp="1"/>
          </p:cNvSpPr>
          <p:nvPr>
            <p:ph idx="1"/>
          </p:nvPr>
        </p:nvSpPr>
        <p:spPr>
          <a:xfrm>
            <a:off x="433705" y="1449070"/>
            <a:ext cx="8219440" cy="3355975"/>
          </a:xfrm>
        </p:spPr>
        <p:txBody>
          <a:bodyPr vert="horz" lIns="68580" tIns="34290" rIns="68580" bIns="34290" rtlCol="0">
            <a:noAutofit/>
          </a:bodyPr>
          <a:lstStyle/>
          <a:p>
            <a:pPr algn="just" fontAlgn="auto">
              <a:lnSpc>
                <a:spcPct val="100000"/>
              </a:lnSpc>
              <a:spcBef>
                <a:spcPts val="1200"/>
              </a:spcBef>
            </a:pPr>
            <a:r>
              <a:rPr lang="en-US" altLang="zh-CN" sz="2400" dirty="0"/>
              <a:t>Determine the break-even point for a linked list being more efficient than an array-based list</a:t>
            </a:r>
          </a:p>
          <a:p>
            <a:pPr lvl="1" fontAlgn="auto">
              <a:lnSpc>
                <a:spcPct val="100000"/>
              </a:lnSpc>
              <a:spcBef>
                <a:spcPts val="1200"/>
              </a:spcBef>
            </a:pPr>
            <a:r>
              <a:rPr lang="en-US" altLang="zh-CN" sz="2400" dirty="0"/>
              <a:t>The data field is 2 bytes, a pointer is 4 bytes, the array has 30 elements</a:t>
            </a:r>
          </a:p>
          <a:p>
            <a:pPr lvl="2" fontAlgn="auto">
              <a:lnSpc>
                <a:spcPct val="100000"/>
              </a:lnSpc>
              <a:spcBef>
                <a:spcPts val="1200"/>
              </a:spcBef>
            </a:pPr>
            <a:r>
              <a:rPr lang="en-US" altLang="zh-CN" sz="1800" dirty="0">
                <a:solidFill>
                  <a:srgbClr val="FF0000"/>
                </a:solidFill>
              </a:rPr>
              <a:t>n &lt; DE/(P+E) = 2*30/(2+4) = 10</a:t>
            </a:r>
            <a:endParaRPr lang="en-US" altLang="zh-CN" dirty="0"/>
          </a:p>
          <a:p>
            <a:pPr lvl="1" fontAlgn="auto">
              <a:lnSpc>
                <a:spcPct val="100000"/>
              </a:lnSpc>
              <a:spcBef>
                <a:spcPts val="1200"/>
              </a:spcBef>
            </a:pPr>
            <a:r>
              <a:rPr lang="en-US" altLang="zh-CN" sz="2400" dirty="0"/>
              <a:t>The data field is 8 bytes, a pointer is 4 bytes, the array has 30 elements</a:t>
            </a:r>
          </a:p>
          <a:p>
            <a:pPr lvl="2" fontAlgn="auto">
              <a:lnSpc>
                <a:spcPct val="100000"/>
              </a:lnSpc>
              <a:spcBef>
                <a:spcPts val="1200"/>
              </a:spcBef>
            </a:pPr>
            <a:r>
              <a:rPr lang="en-US" altLang="zh-CN" sz="1800" dirty="0">
                <a:solidFill>
                  <a:srgbClr val="FF0000"/>
                </a:solidFill>
              </a:rPr>
              <a:t>n &lt; DE/(P+E) = 8*30/(8+4) = 20</a:t>
            </a:r>
            <a:endParaRPr lang="en-US" altLang="zh-CN" sz="2800" dirty="0"/>
          </a:p>
          <a:p>
            <a:pPr lvl="1" fontAlgn="auto">
              <a:lnSpc>
                <a:spcPct val="100000"/>
              </a:lnSpc>
              <a:spcBef>
                <a:spcPts val="1200"/>
              </a:spcBef>
            </a:pPr>
            <a:r>
              <a:rPr lang="en-US" altLang="zh-CN" sz="2400" dirty="0"/>
              <a:t>The data field is 32 bytes, a pointer is 4 bytes, the array has 40 elements</a:t>
            </a:r>
          </a:p>
          <a:p>
            <a:pPr lvl="2" fontAlgn="auto">
              <a:lnSpc>
                <a:spcPct val="100000"/>
              </a:lnSpc>
              <a:spcBef>
                <a:spcPts val="1200"/>
              </a:spcBef>
            </a:pPr>
            <a:r>
              <a:rPr lang="en-US" altLang="zh-CN" sz="1800" dirty="0">
                <a:solidFill>
                  <a:srgbClr val="FF0000"/>
                </a:solidFill>
              </a:rPr>
              <a:t>n &lt; DE/(P+E) = 32*40/(32+4) = 35.555</a:t>
            </a:r>
          </a:p>
        </p:txBody>
      </p:sp>
      <p:sp>
        <p:nvSpPr>
          <p:cNvPr id="91140" name="Slide Number Placeholder 3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557530" indent="-21463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857250" indent="-1714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200150" indent="-1714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1543050" indent="-1714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1885950" indent="-1714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228850" indent="-1714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2571750" indent="-1714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2914650" indent="-1714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fld id="{BBA11866-7934-4DC1-BA2E-1F605C7074B0}" type="slidenum">
              <a:rPr lang="en-US" altLang="zh-CN" sz="465" smtClean="0"/>
              <a:pPr/>
              <a:t>27</a:t>
            </a:fld>
            <a:endParaRPr lang="en-US" altLang="zh-CN" sz="465"/>
          </a:p>
        </p:txBody>
      </p:sp>
      <p:sp>
        <p:nvSpPr>
          <p:cNvPr id="2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fld id="{F50D718B-518F-4D6C-82F6-6234D60B8B3A}" type="datetime1">
              <a:rPr lang="zh-CN" altLang="en-US" sz="465" smtClean="0"/>
              <a:pPr>
                <a:defRPr/>
              </a:pPr>
              <a:t>2025/12/16</a:t>
            </a:fld>
            <a:endParaRPr lang="zh-CN" altLang="en-US" sz="465"/>
          </a:p>
        </p:txBody>
      </p:sp>
      <p:sp>
        <p:nvSpPr>
          <p:cNvPr id="3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altLang="zh-CN" sz="465"/>
              <a:t>Stacks and Queues - Lecture 6</a:t>
            </a:r>
            <a:endParaRPr lang="zh-CN" altLang="en-US" sz="465"/>
          </a:p>
        </p:txBody>
      </p:sp>
      <p:grpSp>
        <p:nvGrpSpPr>
          <p:cNvPr id="960" name="组合 959"/>
          <p:cNvGrpSpPr/>
          <p:nvPr/>
        </p:nvGrpSpPr>
        <p:grpSpPr>
          <a:xfrm>
            <a:off x="7950041" y="5465763"/>
            <a:ext cx="898208" cy="852488"/>
            <a:chOff x="4219575" y="3103563"/>
            <a:chExt cx="746125" cy="708025"/>
          </a:xfrm>
          <a:solidFill>
            <a:schemeClr val="accent5">
              <a:lumMod val="75000"/>
              <a:alpha val="42000"/>
            </a:schemeClr>
          </a:solidFill>
        </p:grpSpPr>
        <p:sp>
          <p:nvSpPr>
            <p:cNvPr id="16740" name="Freeform 356"/>
            <p:cNvSpPr/>
            <p:nvPr>
              <p:custDataLst>
                <p:tags r:id="rId5"/>
              </p:custDataLst>
            </p:nvPr>
          </p:nvSpPr>
          <p:spPr bwMode="auto">
            <a:xfrm>
              <a:off x="4276725" y="3703638"/>
              <a:ext cx="17463" cy="60325"/>
            </a:xfrm>
            <a:custGeom>
              <a:avLst/>
              <a:gdLst/>
              <a:ahLst/>
              <a:cxnLst>
                <a:cxn ang="0">
                  <a:pos x="24" y="4"/>
                </a:cxn>
                <a:cxn ang="0">
                  <a:pos x="24" y="4"/>
                </a:cxn>
                <a:cxn ang="0">
                  <a:pos x="22" y="18"/>
                </a:cxn>
                <a:cxn ang="0">
                  <a:pos x="20" y="31"/>
                </a:cxn>
                <a:cxn ang="0">
                  <a:pos x="12" y="57"/>
                </a:cxn>
                <a:cxn ang="0">
                  <a:pos x="7" y="69"/>
                </a:cxn>
                <a:cxn ang="0">
                  <a:pos x="4" y="83"/>
                </a:cxn>
                <a:cxn ang="0">
                  <a:pos x="1" y="95"/>
                </a:cxn>
                <a:cxn ang="0">
                  <a:pos x="0" y="109"/>
                </a:cxn>
                <a:cxn ang="0">
                  <a:pos x="0" y="109"/>
                </a:cxn>
                <a:cxn ang="0">
                  <a:pos x="0" y="111"/>
                </a:cxn>
                <a:cxn ang="0">
                  <a:pos x="1" y="113"/>
                </a:cxn>
                <a:cxn ang="0">
                  <a:pos x="3" y="114"/>
                </a:cxn>
                <a:cxn ang="0">
                  <a:pos x="4" y="114"/>
                </a:cxn>
                <a:cxn ang="0">
                  <a:pos x="6" y="114"/>
                </a:cxn>
                <a:cxn ang="0">
                  <a:pos x="7" y="113"/>
                </a:cxn>
                <a:cxn ang="0">
                  <a:pos x="9" y="111"/>
                </a:cxn>
                <a:cxn ang="0">
                  <a:pos x="10" y="109"/>
                </a:cxn>
                <a:cxn ang="0">
                  <a:pos x="10" y="109"/>
                </a:cxn>
                <a:cxn ang="0">
                  <a:pos x="11" y="95"/>
                </a:cxn>
                <a:cxn ang="0">
                  <a:pos x="14" y="83"/>
                </a:cxn>
                <a:cxn ang="0">
                  <a:pos x="17" y="69"/>
                </a:cxn>
                <a:cxn ang="0">
                  <a:pos x="21" y="57"/>
                </a:cxn>
                <a:cxn ang="0">
                  <a:pos x="29" y="31"/>
                </a:cxn>
                <a:cxn ang="0">
                  <a:pos x="32" y="18"/>
                </a:cxn>
                <a:cxn ang="0">
                  <a:pos x="33" y="4"/>
                </a:cxn>
                <a:cxn ang="0">
                  <a:pos x="33" y="4"/>
                </a:cxn>
                <a:cxn ang="0">
                  <a:pos x="33" y="2"/>
                </a:cxn>
                <a:cxn ang="0">
                  <a:pos x="32" y="1"/>
                </a:cxn>
                <a:cxn ang="0">
                  <a:pos x="30" y="0"/>
                </a:cxn>
                <a:cxn ang="0">
                  <a:pos x="28" y="0"/>
                </a:cxn>
                <a:cxn ang="0">
                  <a:pos x="27" y="0"/>
                </a:cxn>
                <a:cxn ang="0">
                  <a:pos x="25" y="1"/>
                </a:cxn>
                <a:cxn ang="0">
                  <a:pos x="24" y="2"/>
                </a:cxn>
                <a:cxn ang="0">
                  <a:pos x="24" y="4"/>
                </a:cxn>
                <a:cxn ang="0">
                  <a:pos x="24" y="4"/>
                </a:cxn>
              </a:cxnLst>
              <a:rect l="0" t="0" r="r" b="b"/>
              <a:pathLst>
                <a:path w="33" h="114">
                  <a:moveTo>
                    <a:pt x="24" y="4"/>
                  </a:moveTo>
                  <a:lnTo>
                    <a:pt x="24" y="4"/>
                  </a:lnTo>
                  <a:lnTo>
                    <a:pt x="22" y="18"/>
                  </a:lnTo>
                  <a:lnTo>
                    <a:pt x="20" y="31"/>
                  </a:lnTo>
                  <a:lnTo>
                    <a:pt x="12" y="57"/>
                  </a:lnTo>
                  <a:lnTo>
                    <a:pt x="7" y="69"/>
                  </a:lnTo>
                  <a:lnTo>
                    <a:pt x="4" y="83"/>
                  </a:lnTo>
                  <a:lnTo>
                    <a:pt x="1" y="95"/>
                  </a:lnTo>
                  <a:lnTo>
                    <a:pt x="0" y="109"/>
                  </a:lnTo>
                  <a:lnTo>
                    <a:pt x="0" y="109"/>
                  </a:lnTo>
                  <a:lnTo>
                    <a:pt x="0" y="111"/>
                  </a:lnTo>
                  <a:lnTo>
                    <a:pt x="1" y="113"/>
                  </a:lnTo>
                  <a:lnTo>
                    <a:pt x="3" y="114"/>
                  </a:lnTo>
                  <a:lnTo>
                    <a:pt x="4" y="114"/>
                  </a:lnTo>
                  <a:lnTo>
                    <a:pt x="6" y="114"/>
                  </a:lnTo>
                  <a:lnTo>
                    <a:pt x="7" y="113"/>
                  </a:lnTo>
                  <a:lnTo>
                    <a:pt x="9" y="111"/>
                  </a:lnTo>
                  <a:lnTo>
                    <a:pt x="10" y="109"/>
                  </a:lnTo>
                  <a:lnTo>
                    <a:pt x="10" y="109"/>
                  </a:lnTo>
                  <a:lnTo>
                    <a:pt x="11" y="95"/>
                  </a:lnTo>
                  <a:lnTo>
                    <a:pt x="14" y="83"/>
                  </a:lnTo>
                  <a:lnTo>
                    <a:pt x="17" y="69"/>
                  </a:lnTo>
                  <a:lnTo>
                    <a:pt x="21" y="57"/>
                  </a:lnTo>
                  <a:lnTo>
                    <a:pt x="29" y="31"/>
                  </a:lnTo>
                  <a:lnTo>
                    <a:pt x="32" y="18"/>
                  </a:lnTo>
                  <a:lnTo>
                    <a:pt x="33" y="4"/>
                  </a:lnTo>
                  <a:lnTo>
                    <a:pt x="33" y="4"/>
                  </a:lnTo>
                  <a:lnTo>
                    <a:pt x="33" y="2"/>
                  </a:lnTo>
                  <a:lnTo>
                    <a:pt x="32" y="1"/>
                  </a:lnTo>
                  <a:lnTo>
                    <a:pt x="30" y="0"/>
                  </a:lnTo>
                  <a:lnTo>
                    <a:pt x="28" y="0"/>
                  </a:lnTo>
                  <a:lnTo>
                    <a:pt x="27" y="0"/>
                  </a:lnTo>
                  <a:lnTo>
                    <a:pt x="25" y="1"/>
                  </a:lnTo>
                  <a:lnTo>
                    <a:pt x="24" y="2"/>
                  </a:lnTo>
                  <a:lnTo>
                    <a:pt x="24" y="4"/>
                  </a:lnTo>
                  <a:lnTo>
                    <a:pt x="24" y="4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741" name="Freeform 357"/>
            <p:cNvSpPr/>
            <p:nvPr>
              <p:custDataLst>
                <p:tags r:id="rId6"/>
              </p:custDataLst>
            </p:nvPr>
          </p:nvSpPr>
          <p:spPr bwMode="auto">
            <a:xfrm>
              <a:off x="4314825" y="3724275"/>
              <a:ext cx="17463" cy="57150"/>
            </a:xfrm>
            <a:custGeom>
              <a:avLst/>
              <a:gdLst/>
              <a:ahLst/>
              <a:cxnLst>
                <a:cxn ang="0">
                  <a:pos x="23" y="4"/>
                </a:cxn>
                <a:cxn ang="0">
                  <a:pos x="23" y="4"/>
                </a:cxn>
                <a:cxn ang="0">
                  <a:pos x="18" y="17"/>
                </a:cxn>
                <a:cxn ang="0">
                  <a:pos x="14" y="29"/>
                </a:cxn>
                <a:cxn ang="0">
                  <a:pos x="9" y="43"/>
                </a:cxn>
                <a:cxn ang="0">
                  <a:pos x="4" y="55"/>
                </a:cxn>
                <a:cxn ang="0">
                  <a:pos x="4" y="55"/>
                </a:cxn>
                <a:cxn ang="0">
                  <a:pos x="2" y="68"/>
                </a:cxn>
                <a:cxn ang="0">
                  <a:pos x="1" y="80"/>
                </a:cxn>
                <a:cxn ang="0">
                  <a:pos x="0" y="105"/>
                </a:cxn>
                <a:cxn ang="0">
                  <a:pos x="0" y="105"/>
                </a:cxn>
                <a:cxn ang="0">
                  <a:pos x="0" y="106"/>
                </a:cxn>
                <a:cxn ang="0">
                  <a:pos x="1" y="108"/>
                </a:cxn>
                <a:cxn ang="0">
                  <a:pos x="2" y="109"/>
                </a:cxn>
                <a:cxn ang="0">
                  <a:pos x="4" y="109"/>
                </a:cxn>
                <a:cxn ang="0">
                  <a:pos x="6" y="109"/>
                </a:cxn>
                <a:cxn ang="0">
                  <a:pos x="7" y="108"/>
                </a:cxn>
                <a:cxn ang="0">
                  <a:pos x="8" y="106"/>
                </a:cxn>
                <a:cxn ang="0">
                  <a:pos x="9" y="105"/>
                </a:cxn>
                <a:cxn ang="0">
                  <a:pos x="9" y="105"/>
                </a:cxn>
                <a:cxn ang="0">
                  <a:pos x="9" y="93"/>
                </a:cxn>
                <a:cxn ang="0">
                  <a:pos x="11" y="83"/>
                </a:cxn>
                <a:cxn ang="0">
                  <a:pos x="13" y="62"/>
                </a:cxn>
                <a:cxn ang="0">
                  <a:pos x="13" y="62"/>
                </a:cxn>
                <a:cxn ang="0">
                  <a:pos x="14" y="55"/>
                </a:cxn>
                <a:cxn ang="0">
                  <a:pos x="16" y="48"/>
                </a:cxn>
                <a:cxn ang="0">
                  <a:pos x="21" y="33"/>
                </a:cxn>
                <a:cxn ang="0">
                  <a:pos x="27" y="20"/>
                </a:cxn>
                <a:cxn ang="0">
                  <a:pos x="33" y="6"/>
                </a:cxn>
                <a:cxn ang="0">
                  <a:pos x="33" y="6"/>
                </a:cxn>
                <a:cxn ang="0">
                  <a:pos x="33" y="4"/>
                </a:cxn>
                <a:cxn ang="0">
                  <a:pos x="32" y="3"/>
                </a:cxn>
                <a:cxn ang="0">
                  <a:pos x="31" y="1"/>
                </a:cxn>
                <a:cxn ang="0">
                  <a:pos x="28" y="0"/>
                </a:cxn>
                <a:cxn ang="0">
                  <a:pos x="27" y="0"/>
                </a:cxn>
                <a:cxn ang="0">
                  <a:pos x="25" y="0"/>
                </a:cxn>
                <a:cxn ang="0">
                  <a:pos x="24" y="1"/>
                </a:cxn>
                <a:cxn ang="0">
                  <a:pos x="23" y="4"/>
                </a:cxn>
                <a:cxn ang="0">
                  <a:pos x="23" y="4"/>
                </a:cxn>
              </a:cxnLst>
              <a:rect l="0" t="0" r="r" b="b"/>
              <a:pathLst>
                <a:path w="33" h="109">
                  <a:moveTo>
                    <a:pt x="23" y="4"/>
                  </a:moveTo>
                  <a:lnTo>
                    <a:pt x="23" y="4"/>
                  </a:lnTo>
                  <a:lnTo>
                    <a:pt x="18" y="17"/>
                  </a:lnTo>
                  <a:lnTo>
                    <a:pt x="14" y="29"/>
                  </a:lnTo>
                  <a:lnTo>
                    <a:pt x="9" y="43"/>
                  </a:lnTo>
                  <a:lnTo>
                    <a:pt x="4" y="55"/>
                  </a:lnTo>
                  <a:lnTo>
                    <a:pt x="4" y="55"/>
                  </a:lnTo>
                  <a:lnTo>
                    <a:pt x="2" y="68"/>
                  </a:lnTo>
                  <a:lnTo>
                    <a:pt x="1" y="80"/>
                  </a:lnTo>
                  <a:lnTo>
                    <a:pt x="0" y="105"/>
                  </a:lnTo>
                  <a:lnTo>
                    <a:pt x="0" y="105"/>
                  </a:lnTo>
                  <a:lnTo>
                    <a:pt x="0" y="106"/>
                  </a:lnTo>
                  <a:lnTo>
                    <a:pt x="1" y="108"/>
                  </a:lnTo>
                  <a:lnTo>
                    <a:pt x="2" y="109"/>
                  </a:lnTo>
                  <a:lnTo>
                    <a:pt x="4" y="109"/>
                  </a:lnTo>
                  <a:lnTo>
                    <a:pt x="6" y="109"/>
                  </a:lnTo>
                  <a:lnTo>
                    <a:pt x="7" y="108"/>
                  </a:lnTo>
                  <a:lnTo>
                    <a:pt x="8" y="106"/>
                  </a:lnTo>
                  <a:lnTo>
                    <a:pt x="9" y="105"/>
                  </a:lnTo>
                  <a:lnTo>
                    <a:pt x="9" y="105"/>
                  </a:lnTo>
                  <a:lnTo>
                    <a:pt x="9" y="93"/>
                  </a:lnTo>
                  <a:lnTo>
                    <a:pt x="11" y="83"/>
                  </a:lnTo>
                  <a:lnTo>
                    <a:pt x="13" y="62"/>
                  </a:lnTo>
                  <a:lnTo>
                    <a:pt x="13" y="62"/>
                  </a:lnTo>
                  <a:lnTo>
                    <a:pt x="14" y="55"/>
                  </a:lnTo>
                  <a:lnTo>
                    <a:pt x="16" y="48"/>
                  </a:lnTo>
                  <a:lnTo>
                    <a:pt x="21" y="33"/>
                  </a:lnTo>
                  <a:lnTo>
                    <a:pt x="27" y="20"/>
                  </a:lnTo>
                  <a:lnTo>
                    <a:pt x="33" y="6"/>
                  </a:lnTo>
                  <a:lnTo>
                    <a:pt x="33" y="6"/>
                  </a:lnTo>
                  <a:lnTo>
                    <a:pt x="33" y="4"/>
                  </a:lnTo>
                  <a:lnTo>
                    <a:pt x="32" y="3"/>
                  </a:lnTo>
                  <a:lnTo>
                    <a:pt x="31" y="1"/>
                  </a:lnTo>
                  <a:lnTo>
                    <a:pt x="28" y="0"/>
                  </a:lnTo>
                  <a:lnTo>
                    <a:pt x="27" y="0"/>
                  </a:lnTo>
                  <a:lnTo>
                    <a:pt x="25" y="0"/>
                  </a:lnTo>
                  <a:lnTo>
                    <a:pt x="24" y="1"/>
                  </a:lnTo>
                  <a:lnTo>
                    <a:pt x="23" y="4"/>
                  </a:lnTo>
                  <a:lnTo>
                    <a:pt x="23" y="4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742" name="Freeform 358"/>
            <p:cNvSpPr/>
            <p:nvPr>
              <p:custDataLst>
                <p:tags r:id="rId7"/>
              </p:custDataLst>
            </p:nvPr>
          </p:nvSpPr>
          <p:spPr bwMode="auto">
            <a:xfrm>
              <a:off x="4352925" y="3725863"/>
              <a:ext cx="22225" cy="55563"/>
            </a:xfrm>
            <a:custGeom>
              <a:avLst/>
              <a:gdLst/>
              <a:ahLst/>
              <a:cxnLst>
                <a:cxn ang="0">
                  <a:pos x="33" y="5"/>
                </a:cxn>
                <a:cxn ang="0">
                  <a:pos x="33" y="5"/>
                </a:cxn>
                <a:cxn ang="0">
                  <a:pos x="32" y="11"/>
                </a:cxn>
                <a:cxn ang="0">
                  <a:pos x="30" y="17"/>
                </a:cxn>
                <a:cxn ang="0">
                  <a:pos x="25" y="30"/>
                </a:cxn>
                <a:cxn ang="0">
                  <a:pos x="18" y="41"/>
                </a:cxn>
                <a:cxn ang="0">
                  <a:pos x="13" y="52"/>
                </a:cxn>
                <a:cxn ang="0">
                  <a:pos x="13" y="52"/>
                </a:cxn>
                <a:cxn ang="0">
                  <a:pos x="9" y="64"/>
                </a:cxn>
                <a:cxn ang="0">
                  <a:pos x="5" y="75"/>
                </a:cxn>
                <a:cxn ang="0">
                  <a:pos x="0" y="98"/>
                </a:cxn>
                <a:cxn ang="0">
                  <a:pos x="0" y="98"/>
                </a:cxn>
                <a:cxn ang="0">
                  <a:pos x="0" y="100"/>
                </a:cxn>
                <a:cxn ang="0">
                  <a:pos x="0" y="102"/>
                </a:cxn>
                <a:cxn ang="0">
                  <a:pos x="1" y="103"/>
                </a:cxn>
                <a:cxn ang="0">
                  <a:pos x="3" y="104"/>
                </a:cxn>
                <a:cxn ang="0">
                  <a:pos x="5" y="104"/>
                </a:cxn>
                <a:cxn ang="0">
                  <a:pos x="6" y="104"/>
                </a:cxn>
                <a:cxn ang="0">
                  <a:pos x="8" y="103"/>
                </a:cxn>
                <a:cxn ang="0">
                  <a:pos x="8" y="101"/>
                </a:cxn>
                <a:cxn ang="0">
                  <a:pos x="8" y="101"/>
                </a:cxn>
                <a:cxn ang="0">
                  <a:pos x="16" y="72"/>
                </a:cxn>
                <a:cxn ang="0">
                  <a:pos x="21" y="58"/>
                </a:cxn>
                <a:cxn ang="0">
                  <a:pos x="27" y="45"/>
                </a:cxn>
                <a:cxn ang="0">
                  <a:pos x="27" y="45"/>
                </a:cxn>
                <a:cxn ang="0">
                  <a:pos x="36" y="25"/>
                </a:cxn>
                <a:cxn ang="0">
                  <a:pos x="40" y="15"/>
                </a:cxn>
                <a:cxn ang="0">
                  <a:pos x="42" y="5"/>
                </a:cxn>
                <a:cxn ang="0">
                  <a:pos x="42" y="5"/>
                </a:cxn>
                <a:cxn ang="0">
                  <a:pos x="42" y="3"/>
                </a:cxn>
                <a:cxn ang="0">
                  <a:pos x="41" y="1"/>
                </a:cxn>
                <a:cxn ang="0">
                  <a:pos x="39" y="1"/>
                </a:cxn>
                <a:cxn ang="0">
                  <a:pos x="38" y="0"/>
                </a:cxn>
                <a:cxn ang="0">
                  <a:pos x="34" y="1"/>
                </a:cxn>
                <a:cxn ang="0">
                  <a:pos x="33" y="3"/>
                </a:cxn>
                <a:cxn ang="0">
                  <a:pos x="33" y="5"/>
                </a:cxn>
                <a:cxn ang="0">
                  <a:pos x="33" y="5"/>
                </a:cxn>
              </a:cxnLst>
              <a:rect l="0" t="0" r="r" b="b"/>
              <a:pathLst>
                <a:path w="42" h="104">
                  <a:moveTo>
                    <a:pt x="33" y="5"/>
                  </a:moveTo>
                  <a:lnTo>
                    <a:pt x="33" y="5"/>
                  </a:lnTo>
                  <a:lnTo>
                    <a:pt x="32" y="11"/>
                  </a:lnTo>
                  <a:lnTo>
                    <a:pt x="30" y="17"/>
                  </a:lnTo>
                  <a:lnTo>
                    <a:pt x="25" y="30"/>
                  </a:lnTo>
                  <a:lnTo>
                    <a:pt x="18" y="41"/>
                  </a:lnTo>
                  <a:lnTo>
                    <a:pt x="13" y="52"/>
                  </a:lnTo>
                  <a:lnTo>
                    <a:pt x="13" y="52"/>
                  </a:lnTo>
                  <a:lnTo>
                    <a:pt x="9" y="64"/>
                  </a:lnTo>
                  <a:lnTo>
                    <a:pt x="5" y="75"/>
                  </a:lnTo>
                  <a:lnTo>
                    <a:pt x="0" y="98"/>
                  </a:lnTo>
                  <a:lnTo>
                    <a:pt x="0" y="98"/>
                  </a:lnTo>
                  <a:lnTo>
                    <a:pt x="0" y="100"/>
                  </a:lnTo>
                  <a:lnTo>
                    <a:pt x="0" y="102"/>
                  </a:lnTo>
                  <a:lnTo>
                    <a:pt x="1" y="103"/>
                  </a:lnTo>
                  <a:lnTo>
                    <a:pt x="3" y="104"/>
                  </a:lnTo>
                  <a:lnTo>
                    <a:pt x="5" y="104"/>
                  </a:lnTo>
                  <a:lnTo>
                    <a:pt x="6" y="104"/>
                  </a:lnTo>
                  <a:lnTo>
                    <a:pt x="8" y="103"/>
                  </a:lnTo>
                  <a:lnTo>
                    <a:pt x="8" y="101"/>
                  </a:lnTo>
                  <a:lnTo>
                    <a:pt x="8" y="101"/>
                  </a:lnTo>
                  <a:lnTo>
                    <a:pt x="16" y="72"/>
                  </a:lnTo>
                  <a:lnTo>
                    <a:pt x="21" y="58"/>
                  </a:lnTo>
                  <a:lnTo>
                    <a:pt x="27" y="45"/>
                  </a:lnTo>
                  <a:lnTo>
                    <a:pt x="27" y="45"/>
                  </a:lnTo>
                  <a:lnTo>
                    <a:pt x="36" y="25"/>
                  </a:lnTo>
                  <a:lnTo>
                    <a:pt x="40" y="15"/>
                  </a:lnTo>
                  <a:lnTo>
                    <a:pt x="42" y="5"/>
                  </a:lnTo>
                  <a:lnTo>
                    <a:pt x="42" y="5"/>
                  </a:lnTo>
                  <a:lnTo>
                    <a:pt x="42" y="3"/>
                  </a:lnTo>
                  <a:lnTo>
                    <a:pt x="41" y="1"/>
                  </a:lnTo>
                  <a:lnTo>
                    <a:pt x="39" y="1"/>
                  </a:lnTo>
                  <a:lnTo>
                    <a:pt x="38" y="0"/>
                  </a:lnTo>
                  <a:lnTo>
                    <a:pt x="34" y="1"/>
                  </a:lnTo>
                  <a:lnTo>
                    <a:pt x="33" y="3"/>
                  </a:lnTo>
                  <a:lnTo>
                    <a:pt x="33" y="5"/>
                  </a:lnTo>
                  <a:lnTo>
                    <a:pt x="33" y="5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743" name="Freeform 359"/>
            <p:cNvSpPr/>
            <p:nvPr>
              <p:custDataLst>
                <p:tags r:id="rId8"/>
              </p:custDataLst>
            </p:nvPr>
          </p:nvSpPr>
          <p:spPr bwMode="auto">
            <a:xfrm>
              <a:off x="4387850" y="3729038"/>
              <a:ext cx="26988" cy="57150"/>
            </a:xfrm>
            <a:custGeom>
              <a:avLst/>
              <a:gdLst/>
              <a:ahLst/>
              <a:cxnLst>
                <a:cxn ang="0">
                  <a:pos x="42" y="4"/>
                </a:cxn>
                <a:cxn ang="0">
                  <a:pos x="42" y="4"/>
                </a:cxn>
                <a:cxn ang="0">
                  <a:pos x="41" y="10"/>
                </a:cxn>
                <a:cxn ang="0">
                  <a:pos x="40" y="15"/>
                </a:cxn>
                <a:cxn ang="0">
                  <a:pos x="35" y="26"/>
                </a:cxn>
                <a:cxn ang="0">
                  <a:pos x="24" y="44"/>
                </a:cxn>
                <a:cxn ang="0">
                  <a:pos x="24" y="44"/>
                </a:cxn>
                <a:cxn ang="0">
                  <a:pos x="22" y="49"/>
                </a:cxn>
                <a:cxn ang="0">
                  <a:pos x="20" y="56"/>
                </a:cxn>
                <a:cxn ang="0">
                  <a:pos x="16" y="67"/>
                </a:cxn>
                <a:cxn ang="0">
                  <a:pos x="16" y="67"/>
                </a:cxn>
                <a:cxn ang="0">
                  <a:pos x="9" y="84"/>
                </a:cxn>
                <a:cxn ang="0">
                  <a:pos x="0" y="101"/>
                </a:cxn>
                <a:cxn ang="0">
                  <a:pos x="0" y="101"/>
                </a:cxn>
                <a:cxn ang="0">
                  <a:pos x="0" y="103"/>
                </a:cxn>
                <a:cxn ang="0">
                  <a:pos x="0" y="105"/>
                </a:cxn>
                <a:cxn ang="0">
                  <a:pos x="1" y="107"/>
                </a:cxn>
                <a:cxn ang="0">
                  <a:pos x="2" y="108"/>
                </a:cxn>
                <a:cxn ang="0">
                  <a:pos x="4" y="108"/>
                </a:cxn>
                <a:cxn ang="0">
                  <a:pos x="6" y="108"/>
                </a:cxn>
                <a:cxn ang="0">
                  <a:pos x="7" y="108"/>
                </a:cxn>
                <a:cxn ang="0">
                  <a:pos x="8" y="106"/>
                </a:cxn>
                <a:cxn ang="0">
                  <a:pos x="8" y="106"/>
                </a:cxn>
                <a:cxn ang="0">
                  <a:pos x="22" y="77"/>
                </a:cxn>
                <a:cxn ang="0">
                  <a:pos x="22" y="77"/>
                </a:cxn>
                <a:cxn ang="0">
                  <a:pos x="25" y="70"/>
                </a:cxn>
                <a:cxn ang="0">
                  <a:pos x="28" y="62"/>
                </a:cxn>
                <a:cxn ang="0">
                  <a:pos x="31" y="53"/>
                </a:cxn>
                <a:cxn ang="0">
                  <a:pos x="34" y="46"/>
                </a:cxn>
                <a:cxn ang="0">
                  <a:pos x="34" y="46"/>
                </a:cxn>
                <a:cxn ang="0">
                  <a:pos x="45" y="26"/>
                </a:cxn>
                <a:cxn ang="0">
                  <a:pos x="49" y="15"/>
                </a:cxn>
                <a:cxn ang="0">
                  <a:pos x="51" y="10"/>
                </a:cxn>
                <a:cxn ang="0">
                  <a:pos x="52" y="4"/>
                </a:cxn>
                <a:cxn ang="0">
                  <a:pos x="52" y="4"/>
                </a:cxn>
                <a:cxn ang="0">
                  <a:pos x="52" y="2"/>
                </a:cxn>
                <a:cxn ang="0">
                  <a:pos x="51" y="1"/>
                </a:cxn>
                <a:cxn ang="0">
                  <a:pos x="49" y="0"/>
                </a:cxn>
                <a:cxn ang="0">
                  <a:pos x="47" y="0"/>
                </a:cxn>
                <a:cxn ang="0">
                  <a:pos x="44" y="1"/>
                </a:cxn>
                <a:cxn ang="0">
                  <a:pos x="43" y="2"/>
                </a:cxn>
                <a:cxn ang="0">
                  <a:pos x="42" y="4"/>
                </a:cxn>
                <a:cxn ang="0">
                  <a:pos x="42" y="4"/>
                </a:cxn>
              </a:cxnLst>
              <a:rect l="0" t="0" r="r" b="b"/>
              <a:pathLst>
                <a:path w="52" h="108">
                  <a:moveTo>
                    <a:pt x="42" y="4"/>
                  </a:moveTo>
                  <a:lnTo>
                    <a:pt x="42" y="4"/>
                  </a:lnTo>
                  <a:lnTo>
                    <a:pt x="41" y="10"/>
                  </a:lnTo>
                  <a:lnTo>
                    <a:pt x="40" y="15"/>
                  </a:lnTo>
                  <a:lnTo>
                    <a:pt x="35" y="26"/>
                  </a:lnTo>
                  <a:lnTo>
                    <a:pt x="24" y="44"/>
                  </a:lnTo>
                  <a:lnTo>
                    <a:pt x="24" y="44"/>
                  </a:lnTo>
                  <a:lnTo>
                    <a:pt x="22" y="49"/>
                  </a:lnTo>
                  <a:lnTo>
                    <a:pt x="20" y="56"/>
                  </a:lnTo>
                  <a:lnTo>
                    <a:pt x="16" y="67"/>
                  </a:lnTo>
                  <a:lnTo>
                    <a:pt x="16" y="67"/>
                  </a:lnTo>
                  <a:lnTo>
                    <a:pt x="9" y="84"/>
                  </a:lnTo>
                  <a:lnTo>
                    <a:pt x="0" y="101"/>
                  </a:lnTo>
                  <a:lnTo>
                    <a:pt x="0" y="101"/>
                  </a:lnTo>
                  <a:lnTo>
                    <a:pt x="0" y="103"/>
                  </a:lnTo>
                  <a:lnTo>
                    <a:pt x="0" y="105"/>
                  </a:lnTo>
                  <a:lnTo>
                    <a:pt x="1" y="107"/>
                  </a:lnTo>
                  <a:lnTo>
                    <a:pt x="2" y="108"/>
                  </a:lnTo>
                  <a:lnTo>
                    <a:pt x="4" y="108"/>
                  </a:lnTo>
                  <a:lnTo>
                    <a:pt x="6" y="108"/>
                  </a:lnTo>
                  <a:lnTo>
                    <a:pt x="7" y="108"/>
                  </a:lnTo>
                  <a:lnTo>
                    <a:pt x="8" y="106"/>
                  </a:lnTo>
                  <a:lnTo>
                    <a:pt x="8" y="106"/>
                  </a:lnTo>
                  <a:lnTo>
                    <a:pt x="22" y="77"/>
                  </a:lnTo>
                  <a:lnTo>
                    <a:pt x="22" y="77"/>
                  </a:lnTo>
                  <a:lnTo>
                    <a:pt x="25" y="70"/>
                  </a:lnTo>
                  <a:lnTo>
                    <a:pt x="28" y="62"/>
                  </a:lnTo>
                  <a:lnTo>
                    <a:pt x="31" y="53"/>
                  </a:lnTo>
                  <a:lnTo>
                    <a:pt x="34" y="46"/>
                  </a:lnTo>
                  <a:lnTo>
                    <a:pt x="34" y="46"/>
                  </a:lnTo>
                  <a:lnTo>
                    <a:pt x="45" y="26"/>
                  </a:lnTo>
                  <a:lnTo>
                    <a:pt x="49" y="15"/>
                  </a:lnTo>
                  <a:lnTo>
                    <a:pt x="51" y="10"/>
                  </a:lnTo>
                  <a:lnTo>
                    <a:pt x="52" y="4"/>
                  </a:lnTo>
                  <a:lnTo>
                    <a:pt x="52" y="4"/>
                  </a:lnTo>
                  <a:lnTo>
                    <a:pt x="52" y="2"/>
                  </a:lnTo>
                  <a:lnTo>
                    <a:pt x="51" y="1"/>
                  </a:lnTo>
                  <a:lnTo>
                    <a:pt x="49" y="0"/>
                  </a:lnTo>
                  <a:lnTo>
                    <a:pt x="47" y="0"/>
                  </a:lnTo>
                  <a:lnTo>
                    <a:pt x="44" y="1"/>
                  </a:lnTo>
                  <a:lnTo>
                    <a:pt x="43" y="2"/>
                  </a:lnTo>
                  <a:lnTo>
                    <a:pt x="42" y="4"/>
                  </a:lnTo>
                  <a:lnTo>
                    <a:pt x="42" y="4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744" name="Freeform 360"/>
            <p:cNvSpPr/>
            <p:nvPr>
              <p:custDataLst>
                <p:tags r:id="rId9"/>
              </p:custDataLst>
            </p:nvPr>
          </p:nvSpPr>
          <p:spPr bwMode="auto">
            <a:xfrm>
              <a:off x="4438650" y="3730625"/>
              <a:ext cx="23813" cy="55563"/>
            </a:xfrm>
            <a:custGeom>
              <a:avLst/>
              <a:gdLst/>
              <a:ahLst/>
              <a:cxnLst>
                <a:cxn ang="0">
                  <a:pos x="37" y="5"/>
                </a:cxn>
                <a:cxn ang="0">
                  <a:pos x="37" y="5"/>
                </a:cxn>
                <a:cxn ang="0">
                  <a:pos x="35" y="17"/>
                </a:cxn>
                <a:cxn ang="0">
                  <a:pos x="32" y="29"/>
                </a:cxn>
                <a:cxn ang="0">
                  <a:pos x="27" y="41"/>
                </a:cxn>
                <a:cxn ang="0">
                  <a:pos x="21" y="53"/>
                </a:cxn>
                <a:cxn ang="0">
                  <a:pos x="8" y="75"/>
                </a:cxn>
                <a:cxn ang="0">
                  <a:pos x="3" y="87"/>
                </a:cxn>
                <a:cxn ang="0">
                  <a:pos x="0" y="99"/>
                </a:cxn>
                <a:cxn ang="0">
                  <a:pos x="0" y="99"/>
                </a:cxn>
                <a:cxn ang="0">
                  <a:pos x="0" y="100"/>
                </a:cxn>
                <a:cxn ang="0">
                  <a:pos x="0" y="102"/>
                </a:cxn>
                <a:cxn ang="0">
                  <a:pos x="2" y="103"/>
                </a:cxn>
                <a:cxn ang="0">
                  <a:pos x="3" y="104"/>
                </a:cxn>
                <a:cxn ang="0">
                  <a:pos x="5" y="104"/>
                </a:cxn>
                <a:cxn ang="0">
                  <a:pos x="6" y="104"/>
                </a:cxn>
                <a:cxn ang="0">
                  <a:pos x="8" y="103"/>
                </a:cxn>
                <a:cxn ang="0">
                  <a:pos x="9" y="101"/>
                </a:cxn>
                <a:cxn ang="0">
                  <a:pos x="9" y="101"/>
                </a:cxn>
                <a:cxn ang="0">
                  <a:pos x="12" y="89"/>
                </a:cxn>
                <a:cxn ang="0">
                  <a:pos x="17" y="76"/>
                </a:cxn>
                <a:cxn ang="0">
                  <a:pos x="30" y="54"/>
                </a:cxn>
                <a:cxn ang="0">
                  <a:pos x="36" y="42"/>
                </a:cxn>
                <a:cxn ang="0">
                  <a:pos x="41" y="30"/>
                </a:cxn>
                <a:cxn ang="0">
                  <a:pos x="45" y="17"/>
                </a:cxn>
                <a:cxn ang="0">
                  <a:pos x="46" y="5"/>
                </a:cxn>
                <a:cxn ang="0">
                  <a:pos x="46" y="5"/>
                </a:cxn>
                <a:cxn ang="0">
                  <a:pos x="46" y="3"/>
                </a:cxn>
                <a:cxn ang="0">
                  <a:pos x="45" y="2"/>
                </a:cxn>
                <a:cxn ang="0">
                  <a:pos x="44" y="1"/>
                </a:cxn>
                <a:cxn ang="0">
                  <a:pos x="42" y="0"/>
                </a:cxn>
                <a:cxn ang="0">
                  <a:pos x="40" y="1"/>
                </a:cxn>
                <a:cxn ang="0">
                  <a:pos x="39" y="2"/>
                </a:cxn>
                <a:cxn ang="0">
                  <a:pos x="38" y="3"/>
                </a:cxn>
                <a:cxn ang="0">
                  <a:pos x="37" y="5"/>
                </a:cxn>
                <a:cxn ang="0">
                  <a:pos x="37" y="5"/>
                </a:cxn>
              </a:cxnLst>
              <a:rect l="0" t="0" r="r" b="b"/>
              <a:pathLst>
                <a:path w="46" h="104">
                  <a:moveTo>
                    <a:pt x="37" y="5"/>
                  </a:moveTo>
                  <a:lnTo>
                    <a:pt x="37" y="5"/>
                  </a:lnTo>
                  <a:lnTo>
                    <a:pt x="35" y="17"/>
                  </a:lnTo>
                  <a:lnTo>
                    <a:pt x="32" y="29"/>
                  </a:lnTo>
                  <a:lnTo>
                    <a:pt x="27" y="41"/>
                  </a:lnTo>
                  <a:lnTo>
                    <a:pt x="21" y="53"/>
                  </a:lnTo>
                  <a:lnTo>
                    <a:pt x="8" y="75"/>
                  </a:lnTo>
                  <a:lnTo>
                    <a:pt x="3" y="87"/>
                  </a:lnTo>
                  <a:lnTo>
                    <a:pt x="0" y="99"/>
                  </a:lnTo>
                  <a:lnTo>
                    <a:pt x="0" y="99"/>
                  </a:lnTo>
                  <a:lnTo>
                    <a:pt x="0" y="100"/>
                  </a:lnTo>
                  <a:lnTo>
                    <a:pt x="0" y="102"/>
                  </a:lnTo>
                  <a:lnTo>
                    <a:pt x="2" y="103"/>
                  </a:lnTo>
                  <a:lnTo>
                    <a:pt x="3" y="104"/>
                  </a:lnTo>
                  <a:lnTo>
                    <a:pt x="5" y="104"/>
                  </a:lnTo>
                  <a:lnTo>
                    <a:pt x="6" y="104"/>
                  </a:lnTo>
                  <a:lnTo>
                    <a:pt x="8" y="103"/>
                  </a:lnTo>
                  <a:lnTo>
                    <a:pt x="9" y="101"/>
                  </a:lnTo>
                  <a:lnTo>
                    <a:pt x="9" y="101"/>
                  </a:lnTo>
                  <a:lnTo>
                    <a:pt x="12" y="89"/>
                  </a:lnTo>
                  <a:lnTo>
                    <a:pt x="17" y="76"/>
                  </a:lnTo>
                  <a:lnTo>
                    <a:pt x="30" y="54"/>
                  </a:lnTo>
                  <a:lnTo>
                    <a:pt x="36" y="42"/>
                  </a:lnTo>
                  <a:lnTo>
                    <a:pt x="41" y="30"/>
                  </a:lnTo>
                  <a:lnTo>
                    <a:pt x="45" y="17"/>
                  </a:lnTo>
                  <a:lnTo>
                    <a:pt x="46" y="5"/>
                  </a:lnTo>
                  <a:lnTo>
                    <a:pt x="46" y="5"/>
                  </a:lnTo>
                  <a:lnTo>
                    <a:pt x="46" y="3"/>
                  </a:lnTo>
                  <a:lnTo>
                    <a:pt x="45" y="2"/>
                  </a:lnTo>
                  <a:lnTo>
                    <a:pt x="44" y="1"/>
                  </a:lnTo>
                  <a:lnTo>
                    <a:pt x="42" y="0"/>
                  </a:lnTo>
                  <a:lnTo>
                    <a:pt x="40" y="1"/>
                  </a:lnTo>
                  <a:lnTo>
                    <a:pt x="39" y="2"/>
                  </a:lnTo>
                  <a:lnTo>
                    <a:pt x="38" y="3"/>
                  </a:lnTo>
                  <a:lnTo>
                    <a:pt x="37" y="5"/>
                  </a:lnTo>
                  <a:lnTo>
                    <a:pt x="37" y="5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745" name="Freeform 361"/>
            <p:cNvSpPr/>
            <p:nvPr>
              <p:custDataLst>
                <p:tags r:id="rId10"/>
              </p:custDataLst>
            </p:nvPr>
          </p:nvSpPr>
          <p:spPr bwMode="auto">
            <a:xfrm>
              <a:off x="4478338" y="3732213"/>
              <a:ext cx="25400" cy="52388"/>
            </a:xfrm>
            <a:custGeom>
              <a:avLst/>
              <a:gdLst/>
              <a:ahLst/>
              <a:cxnLst>
                <a:cxn ang="0">
                  <a:pos x="39" y="3"/>
                </a:cxn>
                <a:cxn ang="0">
                  <a:pos x="39" y="3"/>
                </a:cxn>
                <a:cxn ang="0">
                  <a:pos x="34" y="14"/>
                </a:cxn>
                <a:cxn ang="0">
                  <a:pos x="29" y="26"/>
                </a:cxn>
                <a:cxn ang="0">
                  <a:pos x="18" y="47"/>
                </a:cxn>
                <a:cxn ang="0">
                  <a:pos x="13" y="58"/>
                </a:cxn>
                <a:cxn ang="0">
                  <a:pos x="8" y="69"/>
                </a:cxn>
                <a:cxn ang="0">
                  <a:pos x="3" y="80"/>
                </a:cxn>
                <a:cxn ang="0">
                  <a:pos x="0" y="93"/>
                </a:cxn>
                <a:cxn ang="0">
                  <a:pos x="0" y="93"/>
                </a:cxn>
                <a:cxn ang="0">
                  <a:pos x="0" y="95"/>
                </a:cxn>
                <a:cxn ang="0">
                  <a:pos x="1" y="97"/>
                </a:cxn>
                <a:cxn ang="0">
                  <a:pos x="4" y="98"/>
                </a:cxn>
                <a:cxn ang="0">
                  <a:pos x="6" y="99"/>
                </a:cxn>
                <a:cxn ang="0">
                  <a:pos x="8" y="98"/>
                </a:cxn>
                <a:cxn ang="0">
                  <a:pos x="9" y="97"/>
                </a:cxn>
                <a:cxn ang="0">
                  <a:pos x="10" y="95"/>
                </a:cxn>
                <a:cxn ang="0">
                  <a:pos x="10" y="95"/>
                </a:cxn>
                <a:cxn ang="0">
                  <a:pos x="13" y="84"/>
                </a:cxn>
                <a:cxn ang="0">
                  <a:pos x="17" y="72"/>
                </a:cxn>
                <a:cxn ang="0">
                  <a:pos x="22" y="61"/>
                </a:cxn>
                <a:cxn ang="0">
                  <a:pos x="27" y="49"/>
                </a:cxn>
                <a:cxn ang="0">
                  <a:pos x="39" y="28"/>
                </a:cxn>
                <a:cxn ang="0">
                  <a:pos x="44" y="16"/>
                </a:cxn>
                <a:cxn ang="0">
                  <a:pos x="48" y="5"/>
                </a:cxn>
                <a:cxn ang="0">
                  <a:pos x="48" y="5"/>
                </a:cxn>
                <a:cxn ang="0">
                  <a:pos x="48" y="3"/>
                </a:cxn>
                <a:cxn ang="0">
                  <a:pos x="47" y="2"/>
                </a:cxn>
                <a:cxn ang="0">
                  <a:pos x="46" y="0"/>
                </a:cxn>
                <a:cxn ang="0">
                  <a:pos x="45" y="0"/>
                </a:cxn>
                <a:cxn ang="0">
                  <a:pos x="43" y="0"/>
                </a:cxn>
                <a:cxn ang="0">
                  <a:pos x="41" y="0"/>
                </a:cxn>
                <a:cxn ang="0">
                  <a:pos x="40" y="1"/>
                </a:cxn>
                <a:cxn ang="0">
                  <a:pos x="39" y="3"/>
                </a:cxn>
                <a:cxn ang="0">
                  <a:pos x="39" y="3"/>
                </a:cxn>
              </a:cxnLst>
              <a:rect l="0" t="0" r="r" b="b"/>
              <a:pathLst>
                <a:path w="48" h="99">
                  <a:moveTo>
                    <a:pt x="39" y="3"/>
                  </a:moveTo>
                  <a:lnTo>
                    <a:pt x="39" y="3"/>
                  </a:lnTo>
                  <a:lnTo>
                    <a:pt x="34" y="14"/>
                  </a:lnTo>
                  <a:lnTo>
                    <a:pt x="29" y="26"/>
                  </a:lnTo>
                  <a:lnTo>
                    <a:pt x="18" y="47"/>
                  </a:lnTo>
                  <a:lnTo>
                    <a:pt x="13" y="58"/>
                  </a:lnTo>
                  <a:lnTo>
                    <a:pt x="8" y="69"/>
                  </a:lnTo>
                  <a:lnTo>
                    <a:pt x="3" y="80"/>
                  </a:lnTo>
                  <a:lnTo>
                    <a:pt x="0" y="93"/>
                  </a:lnTo>
                  <a:lnTo>
                    <a:pt x="0" y="93"/>
                  </a:lnTo>
                  <a:lnTo>
                    <a:pt x="0" y="95"/>
                  </a:lnTo>
                  <a:lnTo>
                    <a:pt x="1" y="97"/>
                  </a:lnTo>
                  <a:lnTo>
                    <a:pt x="4" y="98"/>
                  </a:lnTo>
                  <a:lnTo>
                    <a:pt x="6" y="99"/>
                  </a:lnTo>
                  <a:lnTo>
                    <a:pt x="8" y="98"/>
                  </a:lnTo>
                  <a:lnTo>
                    <a:pt x="9" y="97"/>
                  </a:lnTo>
                  <a:lnTo>
                    <a:pt x="10" y="95"/>
                  </a:lnTo>
                  <a:lnTo>
                    <a:pt x="10" y="95"/>
                  </a:lnTo>
                  <a:lnTo>
                    <a:pt x="13" y="84"/>
                  </a:lnTo>
                  <a:lnTo>
                    <a:pt x="17" y="72"/>
                  </a:lnTo>
                  <a:lnTo>
                    <a:pt x="22" y="61"/>
                  </a:lnTo>
                  <a:lnTo>
                    <a:pt x="27" y="49"/>
                  </a:lnTo>
                  <a:lnTo>
                    <a:pt x="39" y="28"/>
                  </a:lnTo>
                  <a:lnTo>
                    <a:pt x="44" y="16"/>
                  </a:lnTo>
                  <a:lnTo>
                    <a:pt x="48" y="5"/>
                  </a:lnTo>
                  <a:lnTo>
                    <a:pt x="48" y="5"/>
                  </a:lnTo>
                  <a:lnTo>
                    <a:pt x="48" y="3"/>
                  </a:lnTo>
                  <a:lnTo>
                    <a:pt x="47" y="2"/>
                  </a:lnTo>
                  <a:lnTo>
                    <a:pt x="46" y="0"/>
                  </a:lnTo>
                  <a:lnTo>
                    <a:pt x="45" y="0"/>
                  </a:lnTo>
                  <a:lnTo>
                    <a:pt x="43" y="0"/>
                  </a:lnTo>
                  <a:lnTo>
                    <a:pt x="41" y="0"/>
                  </a:lnTo>
                  <a:lnTo>
                    <a:pt x="40" y="1"/>
                  </a:lnTo>
                  <a:lnTo>
                    <a:pt x="39" y="3"/>
                  </a:lnTo>
                  <a:lnTo>
                    <a:pt x="39" y="3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746" name="Freeform 362"/>
            <p:cNvSpPr/>
            <p:nvPr>
              <p:custDataLst>
                <p:tags r:id="rId11"/>
              </p:custDataLst>
            </p:nvPr>
          </p:nvSpPr>
          <p:spPr bwMode="auto">
            <a:xfrm>
              <a:off x="4508500" y="3738563"/>
              <a:ext cx="19050" cy="55563"/>
            </a:xfrm>
            <a:custGeom>
              <a:avLst/>
              <a:gdLst/>
              <a:ahLst/>
              <a:cxnLst>
                <a:cxn ang="0">
                  <a:pos x="29" y="5"/>
                </a:cxn>
                <a:cxn ang="0">
                  <a:pos x="29" y="5"/>
                </a:cxn>
                <a:cxn ang="0">
                  <a:pos x="27" y="17"/>
                </a:cxn>
                <a:cxn ang="0">
                  <a:pos x="24" y="29"/>
                </a:cxn>
                <a:cxn ang="0">
                  <a:pos x="15" y="51"/>
                </a:cxn>
                <a:cxn ang="0">
                  <a:pos x="15" y="51"/>
                </a:cxn>
                <a:cxn ang="0">
                  <a:pos x="14" y="56"/>
                </a:cxn>
                <a:cxn ang="0">
                  <a:pos x="13" y="61"/>
                </a:cxn>
                <a:cxn ang="0">
                  <a:pos x="12" y="73"/>
                </a:cxn>
                <a:cxn ang="0">
                  <a:pos x="12" y="73"/>
                </a:cxn>
                <a:cxn ang="0">
                  <a:pos x="9" y="79"/>
                </a:cxn>
                <a:cxn ang="0">
                  <a:pos x="7" y="85"/>
                </a:cxn>
                <a:cxn ang="0">
                  <a:pos x="1" y="97"/>
                </a:cxn>
                <a:cxn ang="0">
                  <a:pos x="1" y="97"/>
                </a:cxn>
                <a:cxn ang="0">
                  <a:pos x="0" y="99"/>
                </a:cxn>
                <a:cxn ang="0">
                  <a:pos x="0" y="102"/>
                </a:cxn>
                <a:cxn ang="0">
                  <a:pos x="1" y="103"/>
                </a:cxn>
                <a:cxn ang="0">
                  <a:pos x="2" y="104"/>
                </a:cxn>
                <a:cxn ang="0">
                  <a:pos x="4" y="105"/>
                </a:cxn>
                <a:cxn ang="0">
                  <a:pos x="6" y="105"/>
                </a:cxn>
                <a:cxn ang="0">
                  <a:pos x="7" y="104"/>
                </a:cxn>
                <a:cxn ang="0">
                  <a:pos x="9" y="103"/>
                </a:cxn>
                <a:cxn ang="0">
                  <a:pos x="9" y="103"/>
                </a:cxn>
                <a:cxn ang="0">
                  <a:pos x="15" y="92"/>
                </a:cxn>
                <a:cxn ang="0">
                  <a:pos x="19" y="81"/>
                </a:cxn>
                <a:cxn ang="0">
                  <a:pos x="22" y="70"/>
                </a:cxn>
                <a:cxn ang="0">
                  <a:pos x="24" y="57"/>
                </a:cxn>
                <a:cxn ang="0">
                  <a:pos x="24" y="57"/>
                </a:cxn>
                <a:cxn ang="0">
                  <a:pos x="25" y="51"/>
                </a:cxn>
                <a:cxn ang="0">
                  <a:pos x="27" y="45"/>
                </a:cxn>
                <a:cxn ang="0">
                  <a:pos x="31" y="31"/>
                </a:cxn>
                <a:cxn ang="0">
                  <a:pos x="35" y="19"/>
                </a:cxn>
                <a:cxn ang="0">
                  <a:pos x="37" y="12"/>
                </a:cxn>
                <a:cxn ang="0">
                  <a:pos x="38" y="5"/>
                </a:cxn>
                <a:cxn ang="0">
                  <a:pos x="38" y="5"/>
                </a:cxn>
                <a:cxn ang="0">
                  <a:pos x="37" y="3"/>
                </a:cxn>
                <a:cxn ang="0">
                  <a:pos x="37" y="1"/>
                </a:cxn>
                <a:cxn ang="0">
                  <a:pos x="35" y="1"/>
                </a:cxn>
                <a:cxn ang="0">
                  <a:pos x="33" y="0"/>
                </a:cxn>
                <a:cxn ang="0">
                  <a:pos x="32" y="1"/>
                </a:cxn>
                <a:cxn ang="0">
                  <a:pos x="30" y="1"/>
                </a:cxn>
                <a:cxn ang="0">
                  <a:pos x="29" y="3"/>
                </a:cxn>
                <a:cxn ang="0">
                  <a:pos x="29" y="5"/>
                </a:cxn>
                <a:cxn ang="0">
                  <a:pos x="29" y="5"/>
                </a:cxn>
              </a:cxnLst>
              <a:rect l="0" t="0" r="r" b="b"/>
              <a:pathLst>
                <a:path w="38" h="105">
                  <a:moveTo>
                    <a:pt x="29" y="5"/>
                  </a:moveTo>
                  <a:lnTo>
                    <a:pt x="29" y="5"/>
                  </a:lnTo>
                  <a:lnTo>
                    <a:pt x="27" y="17"/>
                  </a:lnTo>
                  <a:lnTo>
                    <a:pt x="24" y="29"/>
                  </a:lnTo>
                  <a:lnTo>
                    <a:pt x="15" y="51"/>
                  </a:lnTo>
                  <a:lnTo>
                    <a:pt x="15" y="51"/>
                  </a:lnTo>
                  <a:lnTo>
                    <a:pt x="14" y="56"/>
                  </a:lnTo>
                  <a:lnTo>
                    <a:pt x="13" y="61"/>
                  </a:lnTo>
                  <a:lnTo>
                    <a:pt x="12" y="73"/>
                  </a:lnTo>
                  <a:lnTo>
                    <a:pt x="12" y="73"/>
                  </a:lnTo>
                  <a:lnTo>
                    <a:pt x="9" y="79"/>
                  </a:lnTo>
                  <a:lnTo>
                    <a:pt x="7" y="85"/>
                  </a:lnTo>
                  <a:lnTo>
                    <a:pt x="1" y="97"/>
                  </a:lnTo>
                  <a:lnTo>
                    <a:pt x="1" y="97"/>
                  </a:lnTo>
                  <a:lnTo>
                    <a:pt x="0" y="99"/>
                  </a:lnTo>
                  <a:lnTo>
                    <a:pt x="0" y="102"/>
                  </a:lnTo>
                  <a:lnTo>
                    <a:pt x="1" y="103"/>
                  </a:lnTo>
                  <a:lnTo>
                    <a:pt x="2" y="104"/>
                  </a:lnTo>
                  <a:lnTo>
                    <a:pt x="4" y="105"/>
                  </a:lnTo>
                  <a:lnTo>
                    <a:pt x="6" y="105"/>
                  </a:lnTo>
                  <a:lnTo>
                    <a:pt x="7" y="104"/>
                  </a:lnTo>
                  <a:lnTo>
                    <a:pt x="9" y="103"/>
                  </a:lnTo>
                  <a:lnTo>
                    <a:pt x="9" y="103"/>
                  </a:lnTo>
                  <a:lnTo>
                    <a:pt x="15" y="92"/>
                  </a:lnTo>
                  <a:lnTo>
                    <a:pt x="19" y="81"/>
                  </a:lnTo>
                  <a:lnTo>
                    <a:pt x="22" y="70"/>
                  </a:lnTo>
                  <a:lnTo>
                    <a:pt x="24" y="57"/>
                  </a:lnTo>
                  <a:lnTo>
                    <a:pt x="24" y="57"/>
                  </a:lnTo>
                  <a:lnTo>
                    <a:pt x="25" y="51"/>
                  </a:lnTo>
                  <a:lnTo>
                    <a:pt x="27" y="45"/>
                  </a:lnTo>
                  <a:lnTo>
                    <a:pt x="31" y="31"/>
                  </a:lnTo>
                  <a:lnTo>
                    <a:pt x="35" y="19"/>
                  </a:lnTo>
                  <a:lnTo>
                    <a:pt x="37" y="12"/>
                  </a:lnTo>
                  <a:lnTo>
                    <a:pt x="38" y="5"/>
                  </a:lnTo>
                  <a:lnTo>
                    <a:pt x="38" y="5"/>
                  </a:lnTo>
                  <a:lnTo>
                    <a:pt x="37" y="3"/>
                  </a:lnTo>
                  <a:lnTo>
                    <a:pt x="37" y="1"/>
                  </a:lnTo>
                  <a:lnTo>
                    <a:pt x="35" y="1"/>
                  </a:lnTo>
                  <a:lnTo>
                    <a:pt x="33" y="0"/>
                  </a:lnTo>
                  <a:lnTo>
                    <a:pt x="32" y="1"/>
                  </a:lnTo>
                  <a:lnTo>
                    <a:pt x="30" y="1"/>
                  </a:lnTo>
                  <a:lnTo>
                    <a:pt x="29" y="3"/>
                  </a:lnTo>
                  <a:lnTo>
                    <a:pt x="29" y="5"/>
                  </a:lnTo>
                  <a:lnTo>
                    <a:pt x="29" y="5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747" name="Freeform 363"/>
            <p:cNvSpPr/>
            <p:nvPr>
              <p:custDataLst>
                <p:tags r:id="rId12"/>
              </p:custDataLst>
            </p:nvPr>
          </p:nvSpPr>
          <p:spPr bwMode="auto">
            <a:xfrm>
              <a:off x="4545013" y="3736975"/>
              <a:ext cx="15875" cy="49213"/>
            </a:xfrm>
            <a:custGeom>
              <a:avLst/>
              <a:gdLst/>
              <a:ahLst/>
              <a:cxnLst>
                <a:cxn ang="0">
                  <a:pos x="19" y="4"/>
                </a:cxn>
                <a:cxn ang="0">
                  <a:pos x="19" y="4"/>
                </a:cxn>
                <a:cxn ang="0">
                  <a:pos x="19" y="16"/>
                </a:cxn>
                <a:cxn ang="0">
                  <a:pos x="17" y="26"/>
                </a:cxn>
                <a:cxn ang="0">
                  <a:pos x="13" y="47"/>
                </a:cxn>
                <a:cxn ang="0">
                  <a:pos x="8" y="68"/>
                </a:cxn>
                <a:cxn ang="0">
                  <a:pos x="0" y="89"/>
                </a:cxn>
                <a:cxn ang="0">
                  <a:pos x="0" y="89"/>
                </a:cxn>
                <a:cxn ang="0">
                  <a:pos x="0" y="90"/>
                </a:cxn>
                <a:cxn ang="0">
                  <a:pos x="0" y="92"/>
                </a:cxn>
                <a:cxn ang="0">
                  <a:pos x="2" y="93"/>
                </a:cxn>
                <a:cxn ang="0">
                  <a:pos x="4" y="94"/>
                </a:cxn>
                <a:cxn ang="0">
                  <a:pos x="6" y="94"/>
                </a:cxn>
                <a:cxn ang="0">
                  <a:pos x="7" y="94"/>
                </a:cxn>
                <a:cxn ang="0">
                  <a:pos x="9" y="93"/>
                </a:cxn>
                <a:cxn ang="0">
                  <a:pos x="10" y="91"/>
                </a:cxn>
                <a:cxn ang="0">
                  <a:pos x="10" y="91"/>
                </a:cxn>
                <a:cxn ang="0">
                  <a:pos x="17" y="69"/>
                </a:cxn>
                <a:cxn ang="0">
                  <a:pos x="22" y="49"/>
                </a:cxn>
                <a:cxn ang="0">
                  <a:pos x="27" y="27"/>
                </a:cxn>
                <a:cxn ang="0">
                  <a:pos x="28" y="16"/>
                </a:cxn>
                <a:cxn ang="0">
                  <a:pos x="28" y="4"/>
                </a:cxn>
                <a:cxn ang="0">
                  <a:pos x="28" y="4"/>
                </a:cxn>
                <a:cxn ang="0">
                  <a:pos x="28" y="2"/>
                </a:cxn>
                <a:cxn ang="0">
                  <a:pos x="27" y="1"/>
                </a:cxn>
                <a:cxn ang="0">
                  <a:pos x="26" y="0"/>
                </a:cxn>
                <a:cxn ang="0">
                  <a:pos x="24" y="0"/>
                </a:cxn>
                <a:cxn ang="0">
                  <a:pos x="22" y="0"/>
                </a:cxn>
                <a:cxn ang="0">
                  <a:pos x="21" y="1"/>
                </a:cxn>
                <a:cxn ang="0">
                  <a:pos x="20" y="2"/>
                </a:cxn>
                <a:cxn ang="0">
                  <a:pos x="19" y="4"/>
                </a:cxn>
                <a:cxn ang="0">
                  <a:pos x="19" y="4"/>
                </a:cxn>
              </a:cxnLst>
              <a:rect l="0" t="0" r="r" b="b"/>
              <a:pathLst>
                <a:path w="28" h="94">
                  <a:moveTo>
                    <a:pt x="19" y="4"/>
                  </a:moveTo>
                  <a:lnTo>
                    <a:pt x="19" y="4"/>
                  </a:lnTo>
                  <a:lnTo>
                    <a:pt x="19" y="16"/>
                  </a:lnTo>
                  <a:lnTo>
                    <a:pt x="17" y="26"/>
                  </a:lnTo>
                  <a:lnTo>
                    <a:pt x="13" y="47"/>
                  </a:lnTo>
                  <a:lnTo>
                    <a:pt x="8" y="68"/>
                  </a:lnTo>
                  <a:lnTo>
                    <a:pt x="0" y="89"/>
                  </a:lnTo>
                  <a:lnTo>
                    <a:pt x="0" y="89"/>
                  </a:lnTo>
                  <a:lnTo>
                    <a:pt x="0" y="90"/>
                  </a:lnTo>
                  <a:lnTo>
                    <a:pt x="0" y="92"/>
                  </a:lnTo>
                  <a:lnTo>
                    <a:pt x="2" y="93"/>
                  </a:lnTo>
                  <a:lnTo>
                    <a:pt x="4" y="94"/>
                  </a:lnTo>
                  <a:lnTo>
                    <a:pt x="6" y="94"/>
                  </a:lnTo>
                  <a:lnTo>
                    <a:pt x="7" y="94"/>
                  </a:lnTo>
                  <a:lnTo>
                    <a:pt x="9" y="93"/>
                  </a:lnTo>
                  <a:lnTo>
                    <a:pt x="10" y="91"/>
                  </a:lnTo>
                  <a:lnTo>
                    <a:pt x="10" y="91"/>
                  </a:lnTo>
                  <a:lnTo>
                    <a:pt x="17" y="69"/>
                  </a:lnTo>
                  <a:lnTo>
                    <a:pt x="22" y="49"/>
                  </a:lnTo>
                  <a:lnTo>
                    <a:pt x="27" y="27"/>
                  </a:lnTo>
                  <a:lnTo>
                    <a:pt x="28" y="16"/>
                  </a:lnTo>
                  <a:lnTo>
                    <a:pt x="28" y="4"/>
                  </a:lnTo>
                  <a:lnTo>
                    <a:pt x="28" y="4"/>
                  </a:lnTo>
                  <a:lnTo>
                    <a:pt x="28" y="2"/>
                  </a:lnTo>
                  <a:lnTo>
                    <a:pt x="27" y="1"/>
                  </a:lnTo>
                  <a:lnTo>
                    <a:pt x="26" y="0"/>
                  </a:lnTo>
                  <a:lnTo>
                    <a:pt x="24" y="0"/>
                  </a:lnTo>
                  <a:lnTo>
                    <a:pt x="22" y="0"/>
                  </a:lnTo>
                  <a:lnTo>
                    <a:pt x="21" y="1"/>
                  </a:lnTo>
                  <a:lnTo>
                    <a:pt x="20" y="2"/>
                  </a:lnTo>
                  <a:lnTo>
                    <a:pt x="19" y="4"/>
                  </a:lnTo>
                  <a:lnTo>
                    <a:pt x="19" y="4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748" name="Freeform 364"/>
            <p:cNvSpPr/>
            <p:nvPr>
              <p:custDataLst>
                <p:tags r:id="rId13"/>
              </p:custDataLst>
            </p:nvPr>
          </p:nvSpPr>
          <p:spPr bwMode="auto">
            <a:xfrm>
              <a:off x="4605338" y="3643313"/>
              <a:ext cx="47625" cy="82550"/>
            </a:xfrm>
            <a:custGeom>
              <a:avLst/>
              <a:gdLst/>
              <a:ahLst/>
              <a:cxnLst>
                <a:cxn ang="0">
                  <a:pos x="81" y="3"/>
                </a:cxn>
                <a:cxn ang="0">
                  <a:pos x="79" y="12"/>
                </a:cxn>
                <a:cxn ang="0">
                  <a:pos x="74" y="16"/>
                </a:cxn>
                <a:cxn ang="0">
                  <a:pos x="63" y="24"/>
                </a:cxn>
                <a:cxn ang="0">
                  <a:pos x="61" y="27"/>
                </a:cxn>
                <a:cxn ang="0">
                  <a:pos x="56" y="41"/>
                </a:cxn>
                <a:cxn ang="0">
                  <a:pos x="50" y="50"/>
                </a:cxn>
                <a:cxn ang="0">
                  <a:pos x="37" y="68"/>
                </a:cxn>
                <a:cxn ang="0">
                  <a:pos x="31" y="77"/>
                </a:cxn>
                <a:cxn ang="0">
                  <a:pos x="12" y="109"/>
                </a:cxn>
                <a:cxn ang="0">
                  <a:pos x="4" y="127"/>
                </a:cxn>
                <a:cxn ang="0">
                  <a:pos x="1" y="144"/>
                </a:cxn>
                <a:cxn ang="0">
                  <a:pos x="0" y="146"/>
                </a:cxn>
                <a:cxn ang="0">
                  <a:pos x="0" y="149"/>
                </a:cxn>
                <a:cxn ang="0">
                  <a:pos x="2" y="154"/>
                </a:cxn>
                <a:cxn ang="0">
                  <a:pos x="5" y="155"/>
                </a:cxn>
                <a:cxn ang="0">
                  <a:pos x="8" y="154"/>
                </a:cxn>
                <a:cxn ang="0">
                  <a:pos x="9" y="149"/>
                </a:cxn>
                <a:cxn ang="0">
                  <a:pos x="10" y="143"/>
                </a:cxn>
                <a:cxn ang="0">
                  <a:pos x="15" y="125"/>
                </a:cxn>
                <a:cxn ang="0">
                  <a:pos x="26" y="101"/>
                </a:cxn>
                <a:cxn ang="0">
                  <a:pos x="41" y="78"/>
                </a:cxn>
                <a:cxn ang="0">
                  <a:pos x="56" y="57"/>
                </a:cxn>
                <a:cxn ang="0">
                  <a:pos x="65" y="42"/>
                </a:cxn>
                <a:cxn ang="0">
                  <a:pos x="75" y="27"/>
                </a:cxn>
                <a:cxn ang="0">
                  <a:pos x="81" y="23"/>
                </a:cxn>
                <a:cxn ang="0">
                  <a:pos x="88" y="12"/>
                </a:cxn>
                <a:cxn ang="0">
                  <a:pos x="90" y="5"/>
                </a:cxn>
                <a:cxn ang="0">
                  <a:pos x="89" y="2"/>
                </a:cxn>
                <a:cxn ang="0">
                  <a:pos x="85" y="0"/>
                </a:cxn>
                <a:cxn ang="0">
                  <a:pos x="82" y="1"/>
                </a:cxn>
                <a:cxn ang="0">
                  <a:pos x="81" y="3"/>
                </a:cxn>
              </a:cxnLst>
              <a:rect l="0" t="0" r="r" b="b"/>
              <a:pathLst>
                <a:path w="90" h="155">
                  <a:moveTo>
                    <a:pt x="81" y="3"/>
                  </a:moveTo>
                  <a:lnTo>
                    <a:pt x="81" y="3"/>
                  </a:lnTo>
                  <a:lnTo>
                    <a:pt x="80" y="8"/>
                  </a:lnTo>
                  <a:lnTo>
                    <a:pt x="79" y="12"/>
                  </a:lnTo>
                  <a:lnTo>
                    <a:pt x="76" y="14"/>
                  </a:lnTo>
                  <a:lnTo>
                    <a:pt x="74" y="16"/>
                  </a:lnTo>
                  <a:lnTo>
                    <a:pt x="69" y="19"/>
                  </a:lnTo>
                  <a:lnTo>
                    <a:pt x="63" y="24"/>
                  </a:lnTo>
                  <a:lnTo>
                    <a:pt x="63" y="24"/>
                  </a:lnTo>
                  <a:lnTo>
                    <a:pt x="61" y="27"/>
                  </a:lnTo>
                  <a:lnTo>
                    <a:pt x="59" y="33"/>
                  </a:lnTo>
                  <a:lnTo>
                    <a:pt x="56" y="41"/>
                  </a:lnTo>
                  <a:lnTo>
                    <a:pt x="56" y="41"/>
                  </a:lnTo>
                  <a:lnTo>
                    <a:pt x="50" y="50"/>
                  </a:lnTo>
                  <a:lnTo>
                    <a:pt x="43" y="58"/>
                  </a:lnTo>
                  <a:lnTo>
                    <a:pt x="37" y="68"/>
                  </a:lnTo>
                  <a:lnTo>
                    <a:pt x="31" y="77"/>
                  </a:lnTo>
                  <a:lnTo>
                    <a:pt x="31" y="77"/>
                  </a:lnTo>
                  <a:lnTo>
                    <a:pt x="22" y="92"/>
                  </a:lnTo>
                  <a:lnTo>
                    <a:pt x="12" y="109"/>
                  </a:lnTo>
                  <a:lnTo>
                    <a:pt x="8" y="117"/>
                  </a:lnTo>
                  <a:lnTo>
                    <a:pt x="4" y="127"/>
                  </a:lnTo>
                  <a:lnTo>
                    <a:pt x="2" y="135"/>
                  </a:lnTo>
                  <a:lnTo>
                    <a:pt x="1" y="144"/>
                  </a:lnTo>
                  <a:lnTo>
                    <a:pt x="1" y="144"/>
                  </a:lnTo>
                  <a:lnTo>
                    <a:pt x="0" y="146"/>
                  </a:lnTo>
                  <a:lnTo>
                    <a:pt x="0" y="149"/>
                  </a:lnTo>
                  <a:lnTo>
                    <a:pt x="0" y="149"/>
                  </a:lnTo>
                  <a:lnTo>
                    <a:pt x="0" y="151"/>
                  </a:lnTo>
                  <a:lnTo>
                    <a:pt x="2" y="154"/>
                  </a:lnTo>
                  <a:lnTo>
                    <a:pt x="3" y="155"/>
                  </a:lnTo>
                  <a:lnTo>
                    <a:pt x="5" y="155"/>
                  </a:lnTo>
                  <a:lnTo>
                    <a:pt x="6" y="155"/>
                  </a:lnTo>
                  <a:lnTo>
                    <a:pt x="8" y="154"/>
                  </a:lnTo>
                  <a:lnTo>
                    <a:pt x="9" y="151"/>
                  </a:lnTo>
                  <a:lnTo>
                    <a:pt x="9" y="149"/>
                  </a:lnTo>
                  <a:lnTo>
                    <a:pt x="9" y="149"/>
                  </a:lnTo>
                  <a:lnTo>
                    <a:pt x="10" y="143"/>
                  </a:lnTo>
                  <a:lnTo>
                    <a:pt x="10" y="137"/>
                  </a:lnTo>
                  <a:lnTo>
                    <a:pt x="15" y="125"/>
                  </a:lnTo>
                  <a:lnTo>
                    <a:pt x="20" y="112"/>
                  </a:lnTo>
                  <a:lnTo>
                    <a:pt x="26" y="101"/>
                  </a:lnTo>
                  <a:lnTo>
                    <a:pt x="34" y="89"/>
                  </a:lnTo>
                  <a:lnTo>
                    <a:pt x="41" y="78"/>
                  </a:lnTo>
                  <a:lnTo>
                    <a:pt x="56" y="57"/>
                  </a:lnTo>
                  <a:lnTo>
                    <a:pt x="56" y="57"/>
                  </a:lnTo>
                  <a:lnTo>
                    <a:pt x="61" y="49"/>
                  </a:lnTo>
                  <a:lnTo>
                    <a:pt x="65" y="42"/>
                  </a:lnTo>
                  <a:lnTo>
                    <a:pt x="69" y="34"/>
                  </a:lnTo>
                  <a:lnTo>
                    <a:pt x="75" y="27"/>
                  </a:lnTo>
                  <a:lnTo>
                    <a:pt x="75" y="27"/>
                  </a:lnTo>
                  <a:lnTo>
                    <a:pt x="81" y="23"/>
                  </a:lnTo>
                  <a:lnTo>
                    <a:pt x="85" y="18"/>
                  </a:lnTo>
                  <a:lnTo>
                    <a:pt x="88" y="12"/>
                  </a:lnTo>
                  <a:lnTo>
                    <a:pt x="90" y="5"/>
                  </a:lnTo>
                  <a:lnTo>
                    <a:pt x="90" y="5"/>
                  </a:lnTo>
                  <a:lnTo>
                    <a:pt x="90" y="3"/>
                  </a:lnTo>
                  <a:lnTo>
                    <a:pt x="89" y="2"/>
                  </a:lnTo>
                  <a:lnTo>
                    <a:pt x="87" y="0"/>
                  </a:lnTo>
                  <a:lnTo>
                    <a:pt x="85" y="0"/>
                  </a:lnTo>
                  <a:lnTo>
                    <a:pt x="83" y="0"/>
                  </a:lnTo>
                  <a:lnTo>
                    <a:pt x="82" y="1"/>
                  </a:lnTo>
                  <a:lnTo>
                    <a:pt x="81" y="3"/>
                  </a:lnTo>
                  <a:lnTo>
                    <a:pt x="81" y="3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749" name="Freeform 365"/>
            <p:cNvSpPr/>
            <p:nvPr>
              <p:custDataLst>
                <p:tags r:id="rId14"/>
              </p:custDataLst>
            </p:nvPr>
          </p:nvSpPr>
          <p:spPr bwMode="auto">
            <a:xfrm>
              <a:off x="4610100" y="3646488"/>
              <a:ext cx="71438" cy="104775"/>
            </a:xfrm>
            <a:custGeom>
              <a:avLst/>
              <a:gdLst/>
              <a:ahLst/>
              <a:cxnLst>
                <a:cxn ang="0">
                  <a:pos x="126" y="1"/>
                </a:cxn>
                <a:cxn ang="0">
                  <a:pos x="126" y="1"/>
                </a:cxn>
                <a:cxn ang="0">
                  <a:pos x="115" y="9"/>
                </a:cxn>
                <a:cxn ang="0">
                  <a:pos x="105" y="17"/>
                </a:cxn>
                <a:cxn ang="0">
                  <a:pos x="96" y="27"/>
                </a:cxn>
                <a:cxn ang="0">
                  <a:pos x="87" y="37"/>
                </a:cxn>
                <a:cxn ang="0">
                  <a:pos x="80" y="47"/>
                </a:cxn>
                <a:cxn ang="0">
                  <a:pos x="73" y="59"/>
                </a:cxn>
                <a:cxn ang="0">
                  <a:pos x="59" y="82"/>
                </a:cxn>
                <a:cxn ang="0">
                  <a:pos x="59" y="82"/>
                </a:cxn>
                <a:cxn ang="0">
                  <a:pos x="44" y="109"/>
                </a:cxn>
                <a:cxn ang="0">
                  <a:pos x="28" y="136"/>
                </a:cxn>
                <a:cxn ang="0">
                  <a:pos x="13" y="164"/>
                </a:cxn>
                <a:cxn ang="0">
                  <a:pos x="7" y="178"/>
                </a:cxn>
                <a:cxn ang="0">
                  <a:pos x="0" y="193"/>
                </a:cxn>
                <a:cxn ang="0">
                  <a:pos x="0" y="193"/>
                </a:cxn>
                <a:cxn ang="0">
                  <a:pos x="0" y="195"/>
                </a:cxn>
                <a:cxn ang="0">
                  <a:pos x="1" y="197"/>
                </a:cxn>
                <a:cxn ang="0">
                  <a:pos x="2" y="198"/>
                </a:cxn>
                <a:cxn ang="0">
                  <a:pos x="3" y="199"/>
                </a:cxn>
                <a:cxn ang="0">
                  <a:pos x="6" y="199"/>
                </a:cxn>
                <a:cxn ang="0">
                  <a:pos x="8" y="198"/>
                </a:cxn>
                <a:cxn ang="0">
                  <a:pos x="9" y="197"/>
                </a:cxn>
                <a:cxn ang="0">
                  <a:pos x="10" y="196"/>
                </a:cxn>
                <a:cxn ang="0">
                  <a:pos x="10" y="196"/>
                </a:cxn>
                <a:cxn ang="0">
                  <a:pos x="15" y="183"/>
                </a:cxn>
                <a:cxn ang="0">
                  <a:pos x="21" y="170"/>
                </a:cxn>
                <a:cxn ang="0">
                  <a:pos x="33" y="147"/>
                </a:cxn>
                <a:cxn ang="0">
                  <a:pos x="47" y="124"/>
                </a:cxn>
                <a:cxn ang="0">
                  <a:pos x="60" y="100"/>
                </a:cxn>
                <a:cxn ang="0">
                  <a:pos x="60" y="100"/>
                </a:cxn>
                <a:cxn ang="0">
                  <a:pos x="74" y="74"/>
                </a:cxn>
                <a:cxn ang="0">
                  <a:pos x="82" y="62"/>
                </a:cxn>
                <a:cxn ang="0">
                  <a:pos x="89" y="49"/>
                </a:cxn>
                <a:cxn ang="0">
                  <a:pos x="98" y="38"/>
                </a:cxn>
                <a:cxn ang="0">
                  <a:pos x="108" y="28"/>
                </a:cxn>
                <a:cxn ang="0">
                  <a:pos x="119" y="17"/>
                </a:cxn>
                <a:cxn ang="0">
                  <a:pos x="130" y="9"/>
                </a:cxn>
                <a:cxn ang="0">
                  <a:pos x="130" y="9"/>
                </a:cxn>
                <a:cxn ang="0">
                  <a:pos x="133" y="7"/>
                </a:cxn>
                <a:cxn ang="0">
                  <a:pos x="134" y="6"/>
                </a:cxn>
                <a:cxn ang="0">
                  <a:pos x="133" y="4"/>
                </a:cxn>
                <a:cxn ang="0">
                  <a:pos x="133" y="2"/>
                </a:cxn>
                <a:cxn ang="0">
                  <a:pos x="132" y="1"/>
                </a:cxn>
                <a:cxn ang="0">
                  <a:pos x="129" y="0"/>
                </a:cxn>
                <a:cxn ang="0">
                  <a:pos x="128" y="0"/>
                </a:cxn>
                <a:cxn ang="0">
                  <a:pos x="126" y="1"/>
                </a:cxn>
                <a:cxn ang="0">
                  <a:pos x="126" y="1"/>
                </a:cxn>
              </a:cxnLst>
              <a:rect l="0" t="0" r="r" b="b"/>
              <a:pathLst>
                <a:path w="134" h="199">
                  <a:moveTo>
                    <a:pt x="126" y="1"/>
                  </a:moveTo>
                  <a:lnTo>
                    <a:pt x="126" y="1"/>
                  </a:lnTo>
                  <a:lnTo>
                    <a:pt x="115" y="9"/>
                  </a:lnTo>
                  <a:lnTo>
                    <a:pt x="105" y="17"/>
                  </a:lnTo>
                  <a:lnTo>
                    <a:pt x="96" y="27"/>
                  </a:lnTo>
                  <a:lnTo>
                    <a:pt x="87" y="37"/>
                  </a:lnTo>
                  <a:lnTo>
                    <a:pt x="80" y="47"/>
                  </a:lnTo>
                  <a:lnTo>
                    <a:pt x="73" y="59"/>
                  </a:lnTo>
                  <a:lnTo>
                    <a:pt x="59" y="82"/>
                  </a:lnTo>
                  <a:lnTo>
                    <a:pt x="59" y="82"/>
                  </a:lnTo>
                  <a:lnTo>
                    <a:pt x="44" y="109"/>
                  </a:lnTo>
                  <a:lnTo>
                    <a:pt x="28" y="136"/>
                  </a:lnTo>
                  <a:lnTo>
                    <a:pt x="13" y="164"/>
                  </a:lnTo>
                  <a:lnTo>
                    <a:pt x="7" y="178"/>
                  </a:lnTo>
                  <a:lnTo>
                    <a:pt x="0" y="193"/>
                  </a:lnTo>
                  <a:lnTo>
                    <a:pt x="0" y="193"/>
                  </a:lnTo>
                  <a:lnTo>
                    <a:pt x="0" y="195"/>
                  </a:lnTo>
                  <a:lnTo>
                    <a:pt x="1" y="197"/>
                  </a:lnTo>
                  <a:lnTo>
                    <a:pt x="2" y="198"/>
                  </a:lnTo>
                  <a:lnTo>
                    <a:pt x="3" y="199"/>
                  </a:lnTo>
                  <a:lnTo>
                    <a:pt x="6" y="199"/>
                  </a:lnTo>
                  <a:lnTo>
                    <a:pt x="8" y="198"/>
                  </a:lnTo>
                  <a:lnTo>
                    <a:pt x="9" y="197"/>
                  </a:lnTo>
                  <a:lnTo>
                    <a:pt x="10" y="196"/>
                  </a:lnTo>
                  <a:lnTo>
                    <a:pt x="10" y="196"/>
                  </a:lnTo>
                  <a:lnTo>
                    <a:pt x="15" y="183"/>
                  </a:lnTo>
                  <a:lnTo>
                    <a:pt x="21" y="170"/>
                  </a:lnTo>
                  <a:lnTo>
                    <a:pt x="33" y="147"/>
                  </a:lnTo>
                  <a:lnTo>
                    <a:pt x="47" y="124"/>
                  </a:lnTo>
                  <a:lnTo>
                    <a:pt x="60" y="100"/>
                  </a:lnTo>
                  <a:lnTo>
                    <a:pt x="60" y="100"/>
                  </a:lnTo>
                  <a:lnTo>
                    <a:pt x="74" y="74"/>
                  </a:lnTo>
                  <a:lnTo>
                    <a:pt x="82" y="62"/>
                  </a:lnTo>
                  <a:lnTo>
                    <a:pt x="89" y="49"/>
                  </a:lnTo>
                  <a:lnTo>
                    <a:pt x="98" y="38"/>
                  </a:lnTo>
                  <a:lnTo>
                    <a:pt x="108" y="28"/>
                  </a:lnTo>
                  <a:lnTo>
                    <a:pt x="119" y="17"/>
                  </a:lnTo>
                  <a:lnTo>
                    <a:pt x="130" y="9"/>
                  </a:lnTo>
                  <a:lnTo>
                    <a:pt x="130" y="9"/>
                  </a:lnTo>
                  <a:lnTo>
                    <a:pt x="133" y="7"/>
                  </a:lnTo>
                  <a:lnTo>
                    <a:pt x="134" y="6"/>
                  </a:lnTo>
                  <a:lnTo>
                    <a:pt x="133" y="4"/>
                  </a:lnTo>
                  <a:lnTo>
                    <a:pt x="133" y="2"/>
                  </a:lnTo>
                  <a:lnTo>
                    <a:pt x="132" y="1"/>
                  </a:lnTo>
                  <a:lnTo>
                    <a:pt x="129" y="0"/>
                  </a:lnTo>
                  <a:lnTo>
                    <a:pt x="128" y="0"/>
                  </a:lnTo>
                  <a:lnTo>
                    <a:pt x="126" y="1"/>
                  </a:lnTo>
                  <a:lnTo>
                    <a:pt x="126" y="1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750" name="Freeform 366"/>
            <p:cNvSpPr/>
            <p:nvPr>
              <p:custDataLst>
                <p:tags r:id="rId15"/>
              </p:custDataLst>
            </p:nvPr>
          </p:nvSpPr>
          <p:spPr bwMode="auto">
            <a:xfrm>
              <a:off x="4624388" y="3638550"/>
              <a:ext cx="84138" cy="130175"/>
            </a:xfrm>
            <a:custGeom>
              <a:avLst/>
              <a:gdLst/>
              <a:ahLst/>
              <a:cxnLst>
                <a:cxn ang="0">
                  <a:pos x="152" y="1"/>
                </a:cxn>
                <a:cxn ang="0">
                  <a:pos x="137" y="15"/>
                </a:cxn>
                <a:cxn ang="0">
                  <a:pos x="123" y="30"/>
                </a:cxn>
                <a:cxn ang="0">
                  <a:pos x="99" y="66"/>
                </a:cxn>
                <a:cxn ang="0">
                  <a:pos x="67" y="121"/>
                </a:cxn>
                <a:cxn ang="0">
                  <a:pos x="56" y="138"/>
                </a:cxn>
                <a:cxn ang="0">
                  <a:pos x="32" y="174"/>
                </a:cxn>
                <a:cxn ang="0">
                  <a:pos x="12" y="211"/>
                </a:cxn>
                <a:cxn ang="0">
                  <a:pos x="1" y="229"/>
                </a:cxn>
                <a:cxn ang="0">
                  <a:pos x="0" y="238"/>
                </a:cxn>
                <a:cxn ang="0">
                  <a:pos x="4" y="246"/>
                </a:cxn>
                <a:cxn ang="0">
                  <a:pos x="6" y="247"/>
                </a:cxn>
                <a:cxn ang="0">
                  <a:pos x="12" y="246"/>
                </a:cxn>
                <a:cxn ang="0">
                  <a:pos x="14" y="242"/>
                </a:cxn>
                <a:cxn ang="0">
                  <a:pos x="16" y="241"/>
                </a:cxn>
                <a:cxn ang="0">
                  <a:pos x="17" y="236"/>
                </a:cxn>
                <a:cxn ang="0">
                  <a:pos x="15" y="234"/>
                </a:cxn>
                <a:cxn ang="0">
                  <a:pos x="12" y="234"/>
                </a:cxn>
                <a:cxn ang="0">
                  <a:pos x="10" y="234"/>
                </a:cxn>
                <a:cxn ang="0">
                  <a:pos x="12" y="229"/>
                </a:cxn>
                <a:cxn ang="0">
                  <a:pos x="22" y="210"/>
                </a:cxn>
                <a:cxn ang="0">
                  <a:pos x="33" y="191"/>
                </a:cxn>
                <a:cxn ang="0">
                  <a:pos x="53" y="160"/>
                </a:cxn>
                <a:cxn ang="0">
                  <a:pos x="73" y="129"/>
                </a:cxn>
                <a:cxn ang="0">
                  <a:pos x="92" y="98"/>
                </a:cxn>
                <a:cxn ang="0">
                  <a:pos x="121" y="50"/>
                </a:cxn>
                <a:cxn ang="0">
                  <a:pos x="144" y="21"/>
                </a:cxn>
                <a:cxn ang="0">
                  <a:pos x="157" y="10"/>
                </a:cxn>
                <a:cxn ang="0">
                  <a:pos x="158" y="9"/>
                </a:cxn>
                <a:cxn ang="0">
                  <a:pos x="158" y="2"/>
                </a:cxn>
                <a:cxn ang="0">
                  <a:pos x="156" y="0"/>
                </a:cxn>
                <a:cxn ang="0">
                  <a:pos x="152" y="1"/>
                </a:cxn>
              </a:cxnLst>
              <a:rect l="0" t="0" r="r" b="b"/>
              <a:pathLst>
                <a:path w="159" h="247">
                  <a:moveTo>
                    <a:pt x="152" y="1"/>
                  </a:moveTo>
                  <a:lnTo>
                    <a:pt x="152" y="1"/>
                  </a:lnTo>
                  <a:lnTo>
                    <a:pt x="145" y="8"/>
                  </a:lnTo>
                  <a:lnTo>
                    <a:pt x="137" y="15"/>
                  </a:lnTo>
                  <a:lnTo>
                    <a:pt x="129" y="23"/>
                  </a:lnTo>
                  <a:lnTo>
                    <a:pt x="123" y="30"/>
                  </a:lnTo>
                  <a:lnTo>
                    <a:pt x="111" y="48"/>
                  </a:lnTo>
                  <a:lnTo>
                    <a:pt x="99" y="66"/>
                  </a:lnTo>
                  <a:lnTo>
                    <a:pt x="79" y="103"/>
                  </a:lnTo>
                  <a:lnTo>
                    <a:pt x="67" y="121"/>
                  </a:lnTo>
                  <a:lnTo>
                    <a:pt x="56" y="138"/>
                  </a:lnTo>
                  <a:lnTo>
                    <a:pt x="56" y="138"/>
                  </a:lnTo>
                  <a:lnTo>
                    <a:pt x="44" y="155"/>
                  </a:lnTo>
                  <a:lnTo>
                    <a:pt x="32" y="174"/>
                  </a:lnTo>
                  <a:lnTo>
                    <a:pt x="12" y="211"/>
                  </a:lnTo>
                  <a:lnTo>
                    <a:pt x="12" y="211"/>
                  </a:lnTo>
                  <a:lnTo>
                    <a:pt x="6" y="219"/>
                  </a:lnTo>
                  <a:lnTo>
                    <a:pt x="1" y="229"/>
                  </a:lnTo>
                  <a:lnTo>
                    <a:pt x="0" y="233"/>
                  </a:lnTo>
                  <a:lnTo>
                    <a:pt x="0" y="238"/>
                  </a:lnTo>
                  <a:lnTo>
                    <a:pt x="1" y="242"/>
                  </a:lnTo>
                  <a:lnTo>
                    <a:pt x="4" y="246"/>
                  </a:lnTo>
                  <a:lnTo>
                    <a:pt x="4" y="246"/>
                  </a:lnTo>
                  <a:lnTo>
                    <a:pt x="6" y="247"/>
                  </a:lnTo>
                  <a:lnTo>
                    <a:pt x="9" y="247"/>
                  </a:lnTo>
                  <a:lnTo>
                    <a:pt x="12" y="246"/>
                  </a:lnTo>
                  <a:lnTo>
                    <a:pt x="13" y="244"/>
                  </a:lnTo>
                  <a:lnTo>
                    <a:pt x="14" y="242"/>
                  </a:lnTo>
                  <a:lnTo>
                    <a:pt x="14" y="242"/>
                  </a:lnTo>
                  <a:lnTo>
                    <a:pt x="16" y="241"/>
                  </a:lnTo>
                  <a:lnTo>
                    <a:pt x="17" y="240"/>
                  </a:lnTo>
                  <a:lnTo>
                    <a:pt x="17" y="236"/>
                  </a:lnTo>
                  <a:lnTo>
                    <a:pt x="16" y="235"/>
                  </a:lnTo>
                  <a:lnTo>
                    <a:pt x="15" y="234"/>
                  </a:lnTo>
                  <a:lnTo>
                    <a:pt x="14" y="233"/>
                  </a:lnTo>
                  <a:lnTo>
                    <a:pt x="12" y="234"/>
                  </a:lnTo>
                  <a:lnTo>
                    <a:pt x="12" y="234"/>
                  </a:lnTo>
                  <a:lnTo>
                    <a:pt x="10" y="234"/>
                  </a:lnTo>
                  <a:lnTo>
                    <a:pt x="10" y="234"/>
                  </a:lnTo>
                  <a:lnTo>
                    <a:pt x="12" y="229"/>
                  </a:lnTo>
                  <a:lnTo>
                    <a:pt x="15" y="222"/>
                  </a:lnTo>
                  <a:lnTo>
                    <a:pt x="22" y="210"/>
                  </a:lnTo>
                  <a:lnTo>
                    <a:pt x="33" y="191"/>
                  </a:lnTo>
                  <a:lnTo>
                    <a:pt x="33" y="191"/>
                  </a:lnTo>
                  <a:lnTo>
                    <a:pt x="43" y="176"/>
                  </a:lnTo>
                  <a:lnTo>
                    <a:pt x="53" y="160"/>
                  </a:lnTo>
                  <a:lnTo>
                    <a:pt x="73" y="129"/>
                  </a:lnTo>
                  <a:lnTo>
                    <a:pt x="73" y="129"/>
                  </a:lnTo>
                  <a:lnTo>
                    <a:pt x="83" y="114"/>
                  </a:lnTo>
                  <a:lnTo>
                    <a:pt x="92" y="98"/>
                  </a:lnTo>
                  <a:lnTo>
                    <a:pt x="111" y="65"/>
                  </a:lnTo>
                  <a:lnTo>
                    <a:pt x="121" y="50"/>
                  </a:lnTo>
                  <a:lnTo>
                    <a:pt x="131" y="34"/>
                  </a:lnTo>
                  <a:lnTo>
                    <a:pt x="144" y="21"/>
                  </a:lnTo>
                  <a:lnTo>
                    <a:pt x="150" y="15"/>
                  </a:lnTo>
                  <a:lnTo>
                    <a:pt x="157" y="10"/>
                  </a:lnTo>
                  <a:lnTo>
                    <a:pt x="157" y="10"/>
                  </a:lnTo>
                  <a:lnTo>
                    <a:pt x="158" y="9"/>
                  </a:lnTo>
                  <a:lnTo>
                    <a:pt x="159" y="6"/>
                  </a:lnTo>
                  <a:lnTo>
                    <a:pt x="158" y="2"/>
                  </a:lnTo>
                  <a:lnTo>
                    <a:pt x="157" y="1"/>
                  </a:lnTo>
                  <a:lnTo>
                    <a:pt x="156" y="0"/>
                  </a:lnTo>
                  <a:lnTo>
                    <a:pt x="154" y="0"/>
                  </a:lnTo>
                  <a:lnTo>
                    <a:pt x="152" y="1"/>
                  </a:lnTo>
                  <a:lnTo>
                    <a:pt x="152" y="1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751" name="Freeform 367"/>
            <p:cNvSpPr/>
            <p:nvPr>
              <p:custDataLst>
                <p:tags r:id="rId16"/>
              </p:custDataLst>
            </p:nvPr>
          </p:nvSpPr>
          <p:spPr bwMode="auto">
            <a:xfrm>
              <a:off x="4648200" y="3646488"/>
              <a:ext cx="80963" cy="120650"/>
            </a:xfrm>
            <a:custGeom>
              <a:avLst/>
              <a:gdLst/>
              <a:ahLst/>
              <a:cxnLst>
                <a:cxn ang="0">
                  <a:pos x="143" y="2"/>
                </a:cxn>
                <a:cxn ang="0">
                  <a:pos x="143" y="2"/>
                </a:cxn>
                <a:cxn ang="0">
                  <a:pos x="132" y="14"/>
                </a:cxn>
                <a:cxn ang="0">
                  <a:pos x="120" y="28"/>
                </a:cxn>
                <a:cxn ang="0">
                  <a:pos x="110" y="41"/>
                </a:cxn>
                <a:cxn ang="0">
                  <a:pos x="100" y="54"/>
                </a:cxn>
                <a:cxn ang="0">
                  <a:pos x="81" y="83"/>
                </a:cxn>
                <a:cxn ang="0">
                  <a:pos x="63" y="113"/>
                </a:cxn>
                <a:cxn ang="0">
                  <a:pos x="63" y="113"/>
                </a:cxn>
                <a:cxn ang="0">
                  <a:pos x="47" y="141"/>
                </a:cxn>
                <a:cxn ang="0">
                  <a:pos x="32" y="169"/>
                </a:cxn>
                <a:cxn ang="0">
                  <a:pos x="32" y="169"/>
                </a:cxn>
                <a:cxn ang="0">
                  <a:pos x="24" y="182"/>
                </a:cxn>
                <a:cxn ang="0">
                  <a:pos x="15" y="195"/>
                </a:cxn>
                <a:cxn ang="0">
                  <a:pos x="7" y="207"/>
                </a:cxn>
                <a:cxn ang="0">
                  <a:pos x="1" y="221"/>
                </a:cxn>
                <a:cxn ang="0">
                  <a:pos x="1" y="221"/>
                </a:cxn>
                <a:cxn ang="0">
                  <a:pos x="0" y="223"/>
                </a:cxn>
                <a:cxn ang="0">
                  <a:pos x="1" y="225"/>
                </a:cxn>
                <a:cxn ang="0">
                  <a:pos x="2" y="227"/>
                </a:cxn>
                <a:cxn ang="0">
                  <a:pos x="5" y="228"/>
                </a:cxn>
                <a:cxn ang="0">
                  <a:pos x="9" y="228"/>
                </a:cxn>
                <a:cxn ang="0">
                  <a:pos x="9" y="228"/>
                </a:cxn>
                <a:cxn ang="0">
                  <a:pos x="12" y="227"/>
                </a:cxn>
                <a:cxn ang="0">
                  <a:pos x="14" y="224"/>
                </a:cxn>
                <a:cxn ang="0">
                  <a:pos x="13" y="221"/>
                </a:cxn>
                <a:cxn ang="0">
                  <a:pos x="12" y="219"/>
                </a:cxn>
                <a:cxn ang="0">
                  <a:pos x="12" y="219"/>
                </a:cxn>
                <a:cxn ang="0">
                  <a:pos x="17" y="209"/>
                </a:cxn>
                <a:cxn ang="0">
                  <a:pos x="23" y="200"/>
                </a:cxn>
                <a:cxn ang="0">
                  <a:pos x="36" y="180"/>
                </a:cxn>
                <a:cxn ang="0">
                  <a:pos x="36" y="180"/>
                </a:cxn>
                <a:cxn ang="0">
                  <a:pos x="52" y="153"/>
                </a:cxn>
                <a:cxn ang="0">
                  <a:pos x="67" y="125"/>
                </a:cxn>
                <a:cxn ang="0">
                  <a:pos x="67" y="125"/>
                </a:cxn>
                <a:cxn ang="0">
                  <a:pos x="85" y="94"/>
                </a:cxn>
                <a:cxn ang="0">
                  <a:pos x="105" y="64"/>
                </a:cxn>
                <a:cxn ang="0">
                  <a:pos x="115" y="49"/>
                </a:cxn>
                <a:cxn ang="0">
                  <a:pos x="127" y="35"/>
                </a:cxn>
                <a:cxn ang="0">
                  <a:pos x="138" y="21"/>
                </a:cxn>
                <a:cxn ang="0">
                  <a:pos x="150" y="8"/>
                </a:cxn>
                <a:cxn ang="0">
                  <a:pos x="150" y="8"/>
                </a:cxn>
                <a:cxn ang="0">
                  <a:pos x="151" y="6"/>
                </a:cxn>
                <a:cxn ang="0">
                  <a:pos x="151" y="5"/>
                </a:cxn>
                <a:cxn ang="0">
                  <a:pos x="150" y="3"/>
                </a:cxn>
                <a:cxn ang="0">
                  <a:pos x="149" y="2"/>
                </a:cxn>
                <a:cxn ang="0">
                  <a:pos x="148" y="1"/>
                </a:cxn>
                <a:cxn ang="0">
                  <a:pos x="146" y="0"/>
                </a:cxn>
                <a:cxn ang="0">
                  <a:pos x="145" y="0"/>
                </a:cxn>
                <a:cxn ang="0">
                  <a:pos x="143" y="2"/>
                </a:cxn>
                <a:cxn ang="0">
                  <a:pos x="143" y="2"/>
                </a:cxn>
              </a:cxnLst>
              <a:rect l="0" t="0" r="r" b="b"/>
              <a:pathLst>
                <a:path w="151" h="228">
                  <a:moveTo>
                    <a:pt x="143" y="2"/>
                  </a:moveTo>
                  <a:lnTo>
                    <a:pt x="143" y="2"/>
                  </a:lnTo>
                  <a:lnTo>
                    <a:pt x="132" y="14"/>
                  </a:lnTo>
                  <a:lnTo>
                    <a:pt x="120" y="28"/>
                  </a:lnTo>
                  <a:lnTo>
                    <a:pt x="110" y="41"/>
                  </a:lnTo>
                  <a:lnTo>
                    <a:pt x="100" y="54"/>
                  </a:lnTo>
                  <a:lnTo>
                    <a:pt x="81" y="83"/>
                  </a:lnTo>
                  <a:lnTo>
                    <a:pt x="63" y="113"/>
                  </a:lnTo>
                  <a:lnTo>
                    <a:pt x="63" y="113"/>
                  </a:lnTo>
                  <a:lnTo>
                    <a:pt x="47" y="141"/>
                  </a:lnTo>
                  <a:lnTo>
                    <a:pt x="32" y="169"/>
                  </a:lnTo>
                  <a:lnTo>
                    <a:pt x="32" y="169"/>
                  </a:lnTo>
                  <a:lnTo>
                    <a:pt x="24" y="182"/>
                  </a:lnTo>
                  <a:lnTo>
                    <a:pt x="15" y="195"/>
                  </a:lnTo>
                  <a:lnTo>
                    <a:pt x="7" y="207"/>
                  </a:lnTo>
                  <a:lnTo>
                    <a:pt x="1" y="221"/>
                  </a:lnTo>
                  <a:lnTo>
                    <a:pt x="1" y="221"/>
                  </a:lnTo>
                  <a:lnTo>
                    <a:pt x="0" y="223"/>
                  </a:lnTo>
                  <a:lnTo>
                    <a:pt x="1" y="225"/>
                  </a:lnTo>
                  <a:lnTo>
                    <a:pt x="2" y="227"/>
                  </a:lnTo>
                  <a:lnTo>
                    <a:pt x="5" y="228"/>
                  </a:lnTo>
                  <a:lnTo>
                    <a:pt x="9" y="228"/>
                  </a:lnTo>
                  <a:lnTo>
                    <a:pt x="9" y="228"/>
                  </a:lnTo>
                  <a:lnTo>
                    <a:pt x="12" y="227"/>
                  </a:lnTo>
                  <a:lnTo>
                    <a:pt x="14" y="224"/>
                  </a:lnTo>
                  <a:lnTo>
                    <a:pt x="13" y="221"/>
                  </a:lnTo>
                  <a:lnTo>
                    <a:pt x="12" y="219"/>
                  </a:lnTo>
                  <a:lnTo>
                    <a:pt x="12" y="219"/>
                  </a:lnTo>
                  <a:lnTo>
                    <a:pt x="17" y="209"/>
                  </a:lnTo>
                  <a:lnTo>
                    <a:pt x="23" y="200"/>
                  </a:lnTo>
                  <a:lnTo>
                    <a:pt x="36" y="180"/>
                  </a:lnTo>
                  <a:lnTo>
                    <a:pt x="36" y="180"/>
                  </a:lnTo>
                  <a:lnTo>
                    <a:pt x="52" y="153"/>
                  </a:lnTo>
                  <a:lnTo>
                    <a:pt x="67" y="125"/>
                  </a:lnTo>
                  <a:lnTo>
                    <a:pt x="67" y="125"/>
                  </a:lnTo>
                  <a:lnTo>
                    <a:pt x="85" y="94"/>
                  </a:lnTo>
                  <a:lnTo>
                    <a:pt x="105" y="64"/>
                  </a:lnTo>
                  <a:lnTo>
                    <a:pt x="115" y="49"/>
                  </a:lnTo>
                  <a:lnTo>
                    <a:pt x="127" y="35"/>
                  </a:lnTo>
                  <a:lnTo>
                    <a:pt x="138" y="21"/>
                  </a:lnTo>
                  <a:lnTo>
                    <a:pt x="150" y="8"/>
                  </a:lnTo>
                  <a:lnTo>
                    <a:pt x="150" y="8"/>
                  </a:lnTo>
                  <a:lnTo>
                    <a:pt x="151" y="6"/>
                  </a:lnTo>
                  <a:lnTo>
                    <a:pt x="151" y="5"/>
                  </a:lnTo>
                  <a:lnTo>
                    <a:pt x="150" y="3"/>
                  </a:lnTo>
                  <a:lnTo>
                    <a:pt x="149" y="2"/>
                  </a:lnTo>
                  <a:lnTo>
                    <a:pt x="148" y="1"/>
                  </a:lnTo>
                  <a:lnTo>
                    <a:pt x="146" y="0"/>
                  </a:lnTo>
                  <a:lnTo>
                    <a:pt x="145" y="0"/>
                  </a:lnTo>
                  <a:lnTo>
                    <a:pt x="143" y="2"/>
                  </a:lnTo>
                  <a:lnTo>
                    <a:pt x="143" y="2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752" name="Freeform 368"/>
            <p:cNvSpPr/>
            <p:nvPr>
              <p:custDataLst>
                <p:tags r:id="rId17"/>
              </p:custDataLst>
            </p:nvPr>
          </p:nvSpPr>
          <p:spPr bwMode="auto">
            <a:xfrm>
              <a:off x="4708525" y="3648075"/>
              <a:ext cx="52388" cy="69850"/>
            </a:xfrm>
            <a:custGeom>
              <a:avLst/>
              <a:gdLst/>
              <a:ahLst/>
              <a:cxnLst>
                <a:cxn ang="0">
                  <a:pos x="92" y="1"/>
                </a:cxn>
                <a:cxn ang="0">
                  <a:pos x="92" y="1"/>
                </a:cxn>
                <a:cxn ang="0">
                  <a:pos x="79" y="15"/>
                </a:cxn>
                <a:cxn ang="0">
                  <a:pos x="66" y="30"/>
                </a:cxn>
                <a:cxn ang="0">
                  <a:pos x="54" y="44"/>
                </a:cxn>
                <a:cxn ang="0">
                  <a:pos x="43" y="60"/>
                </a:cxn>
                <a:cxn ang="0">
                  <a:pos x="21" y="92"/>
                </a:cxn>
                <a:cxn ang="0">
                  <a:pos x="1" y="125"/>
                </a:cxn>
                <a:cxn ang="0">
                  <a:pos x="1" y="125"/>
                </a:cxn>
                <a:cxn ang="0">
                  <a:pos x="0" y="127"/>
                </a:cxn>
                <a:cxn ang="0">
                  <a:pos x="1" y="129"/>
                </a:cxn>
                <a:cxn ang="0">
                  <a:pos x="1" y="131"/>
                </a:cxn>
                <a:cxn ang="0">
                  <a:pos x="3" y="132"/>
                </a:cxn>
                <a:cxn ang="0">
                  <a:pos x="4" y="132"/>
                </a:cxn>
                <a:cxn ang="0">
                  <a:pos x="6" y="132"/>
                </a:cxn>
                <a:cxn ang="0">
                  <a:pos x="8" y="132"/>
                </a:cxn>
                <a:cxn ang="0">
                  <a:pos x="10" y="130"/>
                </a:cxn>
                <a:cxn ang="0">
                  <a:pos x="10" y="130"/>
                </a:cxn>
                <a:cxn ang="0">
                  <a:pos x="29" y="97"/>
                </a:cxn>
                <a:cxn ang="0">
                  <a:pos x="50" y="66"/>
                </a:cxn>
                <a:cxn ang="0">
                  <a:pos x="61" y="51"/>
                </a:cxn>
                <a:cxn ang="0">
                  <a:pos x="74" y="36"/>
                </a:cxn>
                <a:cxn ang="0">
                  <a:pos x="86" y="22"/>
                </a:cxn>
                <a:cxn ang="0">
                  <a:pos x="98" y="8"/>
                </a:cxn>
                <a:cxn ang="0">
                  <a:pos x="98" y="8"/>
                </a:cxn>
                <a:cxn ang="0">
                  <a:pos x="99" y="6"/>
                </a:cxn>
                <a:cxn ang="0">
                  <a:pos x="100" y="4"/>
                </a:cxn>
                <a:cxn ang="0">
                  <a:pos x="99" y="3"/>
                </a:cxn>
                <a:cxn ang="0">
                  <a:pos x="98" y="1"/>
                </a:cxn>
                <a:cxn ang="0">
                  <a:pos x="97" y="0"/>
                </a:cxn>
                <a:cxn ang="0">
                  <a:pos x="95" y="0"/>
                </a:cxn>
                <a:cxn ang="0">
                  <a:pos x="93" y="0"/>
                </a:cxn>
                <a:cxn ang="0">
                  <a:pos x="92" y="1"/>
                </a:cxn>
                <a:cxn ang="0">
                  <a:pos x="92" y="1"/>
                </a:cxn>
              </a:cxnLst>
              <a:rect l="0" t="0" r="r" b="b"/>
              <a:pathLst>
                <a:path w="100" h="132">
                  <a:moveTo>
                    <a:pt x="92" y="1"/>
                  </a:moveTo>
                  <a:lnTo>
                    <a:pt x="92" y="1"/>
                  </a:lnTo>
                  <a:lnTo>
                    <a:pt x="79" y="15"/>
                  </a:lnTo>
                  <a:lnTo>
                    <a:pt x="66" y="30"/>
                  </a:lnTo>
                  <a:lnTo>
                    <a:pt x="54" y="44"/>
                  </a:lnTo>
                  <a:lnTo>
                    <a:pt x="43" y="60"/>
                  </a:lnTo>
                  <a:lnTo>
                    <a:pt x="21" y="92"/>
                  </a:lnTo>
                  <a:lnTo>
                    <a:pt x="1" y="125"/>
                  </a:lnTo>
                  <a:lnTo>
                    <a:pt x="1" y="125"/>
                  </a:lnTo>
                  <a:lnTo>
                    <a:pt x="0" y="127"/>
                  </a:lnTo>
                  <a:lnTo>
                    <a:pt x="1" y="129"/>
                  </a:lnTo>
                  <a:lnTo>
                    <a:pt x="1" y="131"/>
                  </a:lnTo>
                  <a:lnTo>
                    <a:pt x="3" y="132"/>
                  </a:lnTo>
                  <a:lnTo>
                    <a:pt x="4" y="132"/>
                  </a:lnTo>
                  <a:lnTo>
                    <a:pt x="6" y="132"/>
                  </a:lnTo>
                  <a:lnTo>
                    <a:pt x="8" y="132"/>
                  </a:lnTo>
                  <a:lnTo>
                    <a:pt x="10" y="130"/>
                  </a:lnTo>
                  <a:lnTo>
                    <a:pt x="10" y="130"/>
                  </a:lnTo>
                  <a:lnTo>
                    <a:pt x="29" y="97"/>
                  </a:lnTo>
                  <a:lnTo>
                    <a:pt x="50" y="66"/>
                  </a:lnTo>
                  <a:lnTo>
                    <a:pt x="61" y="51"/>
                  </a:lnTo>
                  <a:lnTo>
                    <a:pt x="74" y="36"/>
                  </a:lnTo>
                  <a:lnTo>
                    <a:pt x="86" y="22"/>
                  </a:lnTo>
                  <a:lnTo>
                    <a:pt x="98" y="8"/>
                  </a:lnTo>
                  <a:lnTo>
                    <a:pt x="98" y="8"/>
                  </a:lnTo>
                  <a:lnTo>
                    <a:pt x="99" y="6"/>
                  </a:lnTo>
                  <a:lnTo>
                    <a:pt x="100" y="4"/>
                  </a:lnTo>
                  <a:lnTo>
                    <a:pt x="99" y="3"/>
                  </a:lnTo>
                  <a:lnTo>
                    <a:pt x="98" y="1"/>
                  </a:lnTo>
                  <a:lnTo>
                    <a:pt x="97" y="0"/>
                  </a:lnTo>
                  <a:lnTo>
                    <a:pt x="95" y="0"/>
                  </a:lnTo>
                  <a:lnTo>
                    <a:pt x="93" y="0"/>
                  </a:lnTo>
                  <a:lnTo>
                    <a:pt x="92" y="1"/>
                  </a:lnTo>
                  <a:lnTo>
                    <a:pt x="92" y="1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753" name="Freeform 369"/>
            <p:cNvSpPr/>
            <p:nvPr>
              <p:custDataLst>
                <p:tags r:id="rId18"/>
              </p:custDataLst>
            </p:nvPr>
          </p:nvSpPr>
          <p:spPr bwMode="auto">
            <a:xfrm>
              <a:off x="4749800" y="3648075"/>
              <a:ext cx="39688" cy="52388"/>
            </a:xfrm>
            <a:custGeom>
              <a:avLst/>
              <a:gdLst/>
              <a:ahLst/>
              <a:cxnLst>
                <a:cxn ang="0">
                  <a:pos x="66" y="4"/>
                </a:cxn>
                <a:cxn ang="0">
                  <a:pos x="66" y="4"/>
                </a:cxn>
                <a:cxn ang="0">
                  <a:pos x="65" y="10"/>
                </a:cxn>
                <a:cxn ang="0">
                  <a:pos x="62" y="14"/>
                </a:cxn>
                <a:cxn ang="0">
                  <a:pos x="59" y="20"/>
                </a:cxn>
                <a:cxn ang="0">
                  <a:pos x="54" y="24"/>
                </a:cxn>
                <a:cxn ang="0">
                  <a:pos x="45" y="32"/>
                </a:cxn>
                <a:cxn ang="0">
                  <a:pos x="41" y="36"/>
                </a:cxn>
                <a:cxn ang="0">
                  <a:pos x="38" y="40"/>
                </a:cxn>
                <a:cxn ang="0">
                  <a:pos x="38" y="40"/>
                </a:cxn>
                <a:cxn ang="0">
                  <a:pos x="29" y="54"/>
                </a:cxn>
                <a:cxn ang="0">
                  <a:pos x="18" y="66"/>
                </a:cxn>
                <a:cxn ang="0">
                  <a:pos x="9" y="78"/>
                </a:cxn>
                <a:cxn ang="0">
                  <a:pos x="0" y="92"/>
                </a:cxn>
                <a:cxn ang="0">
                  <a:pos x="0" y="92"/>
                </a:cxn>
                <a:cxn ang="0">
                  <a:pos x="0" y="94"/>
                </a:cxn>
                <a:cxn ang="0">
                  <a:pos x="0" y="96"/>
                </a:cxn>
                <a:cxn ang="0">
                  <a:pos x="1" y="97"/>
                </a:cxn>
                <a:cxn ang="0">
                  <a:pos x="2" y="99"/>
                </a:cxn>
                <a:cxn ang="0">
                  <a:pos x="4" y="99"/>
                </a:cxn>
                <a:cxn ang="0">
                  <a:pos x="5" y="99"/>
                </a:cxn>
                <a:cxn ang="0">
                  <a:pos x="7" y="98"/>
                </a:cxn>
                <a:cxn ang="0">
                  <a:pos x="8" y="97"/>
                </a:cxn>
                <a:cxn ang="0">
                  <a:pos x="8" y="97"/>
                </a:cxn>
                <a:cxn ang="0">
                  <a:pos x="17" y="82"/>
                </a:cxn>
                <a:cxn ang="0">
                  <a:pos x="28" y="66"/>
                </a:cxn>
                <a:cxn ang="0">
                  <a:pos x="40" y="52"/>
                </a:cxn>
                <a:cxn ang="0">
                  <a:pos x="52" y="38"/>
                </a:cxn>
                <a:cxn ang="0">
                  <a:pos x="52" y="38"/>
                </a:cxn>
                <a:cxn ang="0">
                  <a:pos x="60" y="31"/>
                </a:cxn>
                <a:cxn ang="0">
                  <a:pos x="67" y="23"/>
                </a:cxn>
                <a:cxn ang="0">
                  <a:pos x="70" y="18"/>
                </a:cxn>
                <a:cxn ang="0">
                  <a:pos x="72" y="14"/>
                </a:cxn>
                <a:cxn ang="0">
                  <a:pos x="74" y="10"/>
                </a:cxn>
                <a:cxn ang="0">
                  <a:pos x="75" y="4"/>
                </a:cxn>
                <a:cxn ang="0">
                  <a:pos x="75" y="4"/>
                </a:cxn>
                <a:cxn ang="0">
                  <a:pos x="75" y="3"/>
                </a:cxn>
                <a:cxn ang="0">
                  <a:pos x="74" y="1"/>
                </a:cxn>
                <a:cxn ang="0">
                  <a:pos x="73" y="0"/>
                </a:cxn>
                <a:cxn ang="0">
                  <a:pos x="71" y="0"/>
                </a:cxn>
                <a:cxn ang="0">
                  <a:pos x="68" y="1"/>
                </a:cxn>
                <a:cxn ang="0">
                  <a:pos x="67" y="3"/>
                </a:cxn>
                <a:cxn ang="0">
                  <a:pos x="66" y="4"/>
                </a:cxn>
                <a:cxn ang="0">
                  <a:pos x="66" y="4"/>
                </a:cxn>
              </a:cxnLst>
              <a:rect l="0" t="0" r="r" b="b"/>
              <a:pathLst>
                <a:path w="75" h="99">
                  <a:moveTo>
                    <a:pt x="66" y="4"/>
                  </a:moveTo>
                  <a:lnTo>
                    <a:pt x="66" y="4"/>
                  </a:lnTo>
                  <a:lnTo>
                    <a:pt x="65" y="10"/>
                  </a:lnTo>
                  <a:lnTo>
                    <a:pt x="62" y="14"/>
                  </a:lnTo>
                  <a:lnTo>
                    <a:pt x="59" y="20"/>
                  </a:lnTo>
                  <a:lnTo>
                    <a:pt x="54" y="24"/>
                  </a:lnTo>
                  <a:lnTo>
                    <a:pt x="45" y="32"/>
                  </a:lnTo>
                  <a:lnTo>
                    <a:pt x="41" y="36"/>
                  </a:lnTo>
                  <a:lnTo>
                    <a:pt x="38" y="40"/>
                  </a:lnTo>
                  <a:lnTo>
                    <a:pt x="38" y="40"/>
                  </a:lnTo>
                  <a:lnTo>
                    <a:pt x="29" y="54"/>
                  </a:lnTo>
                  <a:lnTo>
                    <a:pt x="18" y="66"/>
                  </a:lnTo>
                  <a:lnTo>
                    <a:pt x="9" y="78"/>
                  </a:lnTo>
                  <a:lnTo>
                    <a:pt x="0" y="92"/>
                  </a:lnTo>
                  <a:lnTo>
                    <a:pt x="0" y="92"/>
                  </a:lnTo>
                  <a:lnTo>
                    <a:pt x="0" y="94"/>
                  </a:lnTo>
                  <a:lnTo>
                    <a:pt x="0" y="96"/>
                  </a:lnTo>
                  <a:lnTo>
                    <a:pt x="1" y="97"/>
                  </a:lnTo>
                  <a:lnTo>
                    <a:pt x="2" y="99"/>
                  </a:lnTo>
                  <a:lnTo>
                    <a:pt x="4" y="99"/>
                  </a:lnTo>
                  <a:lnTo>
                    <a:pt x="5" y="99"/>
                  </a:lnTo>
                  <a:lnTo>
                    <a:pt x="7" y="98"/>
                  </a:lnTo>
                  <a:lnTo>
                    <a:pt x="8" y="97"/>
                  </a:lnTo>
                  <a:lnTo>
                    <a:pt x="8" y="97"/>
                  </a:lnTo>
                  <a:lnTo>
                    <a:pt x="17" y="82"/>
                  </a:lnTo>
                  <a:lnTo>
                    <a:pt x="28" y="66"/>
                  </a:lnTo>
                  <a:lnTo>
                    <a:pt x="40" y="52"/>
                  </a:lnTo>
                  <a:lnTo>
                    <a:pt x="52" y="38"/>
                  </a:lnTo>
                  <a:lnTo>
                    <a:pt x="52" y="38"/>
                  </a:lnTo>
                  <a:lnTo>
                    <a:pt x="60" y="31"/>
                  </a:lnTo>
                  <a:lnTo>
                    <a:pt x="67" y="23"/>
                  </a:lnTo>
                  <a:lnTo>
                    <a:pt x="70" y="18"/>
                  </a:lnTo>
                  <a:lnTo>
                    <a:pt x="72" y="14"/>
                  </a:lnTo>
                  <a:lnTo>
                    <a:pt x="74" y="10"/>
                  </a:lnTo>
                  <a:lnTo>
                    <a:pt x="75" y="4"/>
                  </a:lnTo>
                  <a:lnTo>
                    <a:pt x="75" y="4"/>
                  </a:lnTo>
                  <a:lnTo>
                    <a:pt x="75" y="3"/>
                  </a:lnTo>
                  <a:lnTo>
                    <a:pt x="74" y="1"/>
                  </a:lnTo>
                  <a:lnTo>
                    <a:pt x="73" y="0"/>
                  </a:lnTo>
                  <a:lnTo>
                    <a:pt x="71" y="0"/>
                  </a:lnTo>
                  <a:lnTo>
                    <a:pt x="68" y="1"/>
                  </a:lnTo>
                  <a:lnTo>
                    <a:pt x="67" y="3"/>
                  </a:lnTo>
                  <a:lnTo>
                    <a:pt x="66" y="4"/>
                  </a:lnTo>
                  <a:lnTo>
                    <a:pt x="66" y="4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754" name="Freeform 370"/>
            <p:cNvSpPr/>
            <p:nvPr>
              <p:custDataLst>
                <p:tags r:id="rId19"/>
              </p:custDataLst>
            </p:nvPr>
          </p:nvSpPr>
          <p:spPr bwMode="auto">
            <a:xfrm>
              <a:off x="4384675" y="3116263"/>
              <a:ext cx="22225" cy="38100"/>
            </a:xfrm>
            <a:custGeom>
              <a:avLst/>
              <a:gdLst/>
              <a:ahLst/>
              <a:cxnLst>
                <a:cxn ang="0">
                  <a:pos x="38" y="0"/>
                </a:cxn>
                <a:cxn ang="0">
                  <a:pos x="33" y="0"/>
                </a:cxn>
                <a:cxn ang="0">
                  <a:pos x="33" y="0"/>
                </a:cxn>
                <a:cxn ang="0">
                  <a:pos x="31" y="0"/>
                </a:cxn>
                <a:cxn ang="0">
                  <a:pos x="29" y="2"/>
                </a:cxn>
                <a:cxn ang="0">
                  <a:pos x="29" y="2"/>
                </a:cxn>
                <a:cxn ang="0">
                  <a:pos x="19" y="18"/>
                </a:cxn>
                <a:cxn ang="0">
                  <a:pos x="10" y="35"/>
                </a:cxn>
                <a:cxn ang="0">
                  <a:pos x="10" y="35"/>
                </a:cxn>
                <a:cxn ang="0">
                  <a:pos x="6" y="42"/>
                </a:cxn>
                <a:cxn ang="0">
                  <a:pos x="2" y="50"/>
                </a:cxn>
                <a:cxn ang="0">
                  <a:pos x="0" y="59"/>
                </a:cxn>
                <a:cxn ang="0">
                  <a:pos x="0" y="63"/>
                </a:cxn>
                <a:cxn ang="0">
                  <a:pos x="0" y="67"/>
                </a:cxn>
                <a:cxn ang="0">
                  <a:pos x="0" y="67"/>
                </a:cxn>
                <a:cxn ang="0">
                  <a:pos x="1" y="69"/>
                </a:cxn>
                <a:cxn ang="0">
                  <a:pos x="3" y="70"/>
                </a:cxn>
                <a:cxn ang="0">
                  <a:pos x="4" y="70"/>
                </a:cxn>
                <a:cxn ang="0">
                  <a:pos x="6" y="70"/>
                </a:cxn>
                <a:cxn ang="0">
                  <a:pos x="8" y="69"/>
                </a:cxn>
                <a:cxn ang="0">
                  <a:pos x="9" y="68"/>
                </a:cxn>
                <a:cxn ang="0">
                  <a:pos x="9" y="67"/>
                </a:cxn>
                <a:cxn ang="0">
                  <a:pos x="9" y="65"/>
                </a:cxn>
                <a:cxn ang="0">
                  <a:pos x="9" y="65"/>
                </a:cxn>
                <a:cxn ang="0">
                  <a:pos x="9" y="61"/>
                </a:cxn>
                <a:cxn ang="0">
                  <a:pos x="9" y="57"/>
                </a:cxn>
                <a:cxn ang="0">
                  <a:pos x="13" y="48"/>
                </a:cxn>
                <a:cxn ang="0">
                  <a:pos x="22" y="33"/>
                </a:cxn>
                <a:cxn ang="0">
                  <a:pos x="22" y="33"/>
                </a:cxn>
                <a:cxn ang="0">
                  <a:pos x="33" y="15"/>
                </a:cxn>
                <a:cxn ang="0">
                  <a:pos x="33" y="15"/>
                </a:cxn>
                <a:cxn ang="0">
                  <a:pos x="36" y="9"/>
                </a:cxn>
                <a:cxn ang="0">
                  <a:pos x="36" y="9"/>
                </a:cxn>
                <a:cxn ang="0">
                  <a:pos x="38" y="9"/>
                </a:cxn>
                <a:cxn ang="0">
                  <a:pos x="38" y="9"/>
                </a:cxn>
                <a:cxn ang="0">
                  <a:pos x="40" y="9"/>
                </a:cxn>
                <a:cxn ang="0">
                  <a:pos x="41" y="8"/>
                </a:cxn>
                <a:cxn ang="0">
                  <a:pos x="42" y="6"/>
                </a:cxn>
                <a:cxn ang="0">
                  <a:pos x="42" y="4"/>
                </a:cxn>
                <a:cxn ang="0">
                  <a:pos x="42" y="3"/>
                </a:cxn>
                <a:cxn ang="0">
                  <a:pos x="41" y="1"/>
                </a:cxn>
                <a:cxn ang="0">
                  <a:pos x="40" y="0"/>
                </a:cxn>
                <a:cxn ang="0">
                  <a:pos x="38" y="0"/>
                </a:cxn>
                <a:cxn ang="0">
                  <a:pos x="38" y="0"/>
                </a:cxn>
              </a:cxnLst>
              <a:rect l="0" t="0" r="r" b="b"/>
              <a:pathLst>
                <a:path w="42" h="70">
                  <a:moveTo>
                    <a:pt x="38" y="0"/>
                  </a:moveTo>
                  <a:lnTo>
                    <a:pt x="33" y="0"/>
                  </a:lnTo>
                  <a:lnTo>
                    <a:pt x="33" y="0"/>
                  </a:lnTo>
                  <a:lnTo>
                    <a:pt x="31" y="0"/>
                  </a:lnTo>
                  <a:lnTo>
                    <a:pt x="29" y="2"/>
                  </a:lnTo>
                  <a:lnTo>
                    <a:pt x="29" y="2"/>
                  </a:lnTo>
                  <a:lnTo>
                    <a:pt x="19" y="18"/>
                  </a:lnTo>
                  <a:lnTo>
                    <a:pt x="10" y="35"/>
                  </a:lnTo>
                  <a:lnTo>
                    <a:pt x="10" y="35"/>
                  </a:lnTo>
                  <a:lnTo>
                    <a:pt x="6" y="42"/>
                  </a:lnTo>
                  <a:lnTo>
                    <a:pt x="2" y="50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7"/>
                  </a:lnTo>
                  <a:lnTo>
                    <a:pt x="0" y="67"/>
                  </a:lnTo>
                  <a:lnTo>
                    <a:pt x="1" y="69"/>
                  </a:lnTo>
                  <a:lnTo>
                    <a:pt x="3" y="70"/>
                  </a:lnTo>
                  <a:lnTo>
                    <a:pt x="4" y="70"/>
                  </a:lnTo>
                  <a:lnTo>
                    <a:pt x="6" y="70"/>
                  </a:lnTo>
                  <a:lnTo>
                    <a:pt x="8" y="69"/>
                  </a:lnTo>
                  <a:lnTo>
                    <a:pt x="9" y="68"/>
                  </a:lnTo>
                  <a:lnTo>
                    <a:pt x="9" y="67"/>
                  </a:lnTo>
                  <a:lnTo>
                    <a:pt x="9" y="65"/>
                  </a:lnTo>
                  <a:lnTo>
                    <a:pt x="9" y="65"/>
                  </a:lnTo>
                  <a:lnTo>
                    <a:pt x="9" y="61"/>
                  </a:lnTo>
                  <a:lnTo>
                    <a:pt x="9" y="57"/>
                  </a:lnTo>
                  <a:lnTo>
                    <a:pt x="13" y="48"/>
                  </a:lnTo>
                  <a:lnTo>
                    <a:pt x="22" y="33"/>
                  </a:lnTo>
                  <a:lnTo>
                    <a:pt x="22" y="33"/>
                  </a:lnTo>
                  <a:lnTo>
                    <a:pt x="33" y="15"/>
                  </a:lnTo>
                  <a:lnTo>
                    <a:pt x="33" y="15"/>
                  </a:lnTo>
                  <a:lnTo>
                    <a:pt x="36" y="9"/>
                  </a:lnTo>
                  <a:lnTo>
                    <a:pt x="36" y="9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40" y="9"/>
                  </a:lnTo>
                  <a:lnTo>
                    <a:pt x="41" y="8"/>
                  </a:lnTo>
                  <a:lnTo>
                    <a:pt x="42" y="6"/>
                  </a:lnTo>
                  <a:lnTo>
                    <a:pt x="42" y="4"/>
                  </a:lnTo>
                  <a:lnTo>
                    <a:pt x="42" y="3"/>
                  </a:lnTo>
                  <a:lnTo>
                    <a:pt x="41" y="1"/>
                  </a:lnTo>
                  <a:lnTo>
                    <a:pt x="40" y="0"/>
                  </a:lnTo>
                  <a:lnTo>
                    <a:pt x="38" y="0"/>
                  </a:lnTo>
                  <a:lnTo>
                    <a:pt x="38" y="0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755" name="Freeform 371"/>
            <p:cNvSpPr/>
            <p:nvPr>
              <p:custDataLst>
                <p:tags r:id="rId20"/>
              </p:custDataLst>
            </p:nvPr>
          </p:nvSpPr>
          <p:spPr bwMode="auto">
            <a:xfrm>
              <a:off x="4446588" y="3108325"/>
              <a:ext cx="34925" cy="47625"/>
            </a:xfrm>
            <a:custGeom>
              <a:avLst/>
              <a:gdLst/>
              <a:ahLst/>
              <a:cxnLst>
                <a:cxn ang="0">
                  <a:pos x="55" y="2"/>
                </a:cxn>
                <a:cxn ang="0">
                  <a:pos x="55" y="2"/>
                </a:cxn>
                <a:cxn ang="0">
                  <a:pos x="46" y="15"/>
                </a:cxn>
                <a:cxn ang="0">
                  <a:pos x="36" y="26"/>
                </a:cxn>
                <a:cxn ang="0">
                  <a:pos x="26" y="39"/>
                </a:cxn>
                <a:cxn ang="0">
                  <a:pos x="16" y="50"/>
                </a:cxn>
                <a:cxn ang="0">
                  <a:pos x="16" y="50"/>
                </a:cxn>
                <a:cxn ang="0">
                  <a:pos x="10" y="58"/>
                </a:cxn>
                <a:cxn ang="0">
                  <a:pos x="4" y="69"/>
                </a:cxn>
                <a:cxn ang="0">
                  <a:pos x="1" y="75"/>
                </a:cxn>
                <a:cxn ang="0">
                  <a:pos x="0" y="80"/>
                </a:cxn>
                <a:cxn ang="0">
                  <a:pos x="0" y="85"/>
                </a:cxn>
                <a:cxn ang="0">
                  <a:pos x="1" y="87"/>
                </a:cxn>
                <a:cxn ang="0">
                  <a:pos x="4" y="89"/>
                </a:cxn>
                <a:cxn ang="0">
                  <a:pos x="4" y="89"/>
                </a:cxn>
                <a:cxn ang="0">
                  <a:pos x="6" y="90"/>
                </a:cxn>
                <a:cxn ang="0">
                  <a:pos x="8" y="90"/>
                </a:cxn>
                <a:cxn ang="0">
                  <a:pos x="9" y="90"/>
                </a:cxn>
                <a:cxn ang="0">
                  <a:pos x="11" y="89"/>
                </a:cxn>
                <a:cxn ang="0">
                  <a:pos x="12" y="87"/>
                </a:cxn>
                <a:cxn ang="0">
                  <a:pos x="12" y="86"/>
                </a:cxn>
                <a:cxn ang="0">
                  <a:pos x="12" y="84"/>
                </a:cxn>
                <a:cxn ang="0">
                  <a:pos x="11" y="82"/>
                </a:cxn>
                <a:cxn ang="0">
                  <a:pos x="11" y="82"/>
                </a:cxn>
                <a:cxn ang="0">
                  <a:pos x="10" y="80"/>
                </a:cxn>
                <a:cxn ang="0">
                  <a:pos x="10" y="77"/>
                </a:cxn>
                <a:cxn ang="0">
                  <a:pos x="12" y="74"/>
                </a:cxn>
                <a:cxn ang="0">
                  <a:pos x="14" y="69"/>
                </a:cxn>
                <a:cxn ang="0">
                  <a:pos x="21" y="57"/>
                </a:cxn>
                <a:cxn ang="0">
                  <a:pos x="31" y="46"/>
                </a:cxn>
                <a:cxn ang="0">
                  <a:pos x="51" y="22"/>
                </a:cxn>
                <a:cxn ang="0">
                  <a:pos x="63" y="8"/>
                </a:cxn>
                <a:cxn ang="0">
                  <a:pos x="63" y="8"/>
                </a:cxn>
                <a:cxn ang="0">
                  <a:pos x="65" y="6"/>
                </a:cxn>
                <a:cxn ang="0">
                  <a:pos x="65" y="3"/>
                </a:cxn>
                <a:cxn ang="0">
                  <a:pos x="63" y="2"/>
                </a:cxn>
                <a:cxn ang="0">
                  <a:pos x="62" y="1"/>
                </a:cxn>
                <a:cxn ang="0">
                  <a:pos x="58" y="0"/>
                </a:cxn>
                <a:cxn ang="0">
                  <a:pos x="56" y="1"/>
                </a:cxn>
                <a:cxn ang="0">
                  <a:pos x="55" y="2"/>
                </a:cxn>
                <a:cxn ang="0">
                  <a:pos x="55" y="2"/>
                </a:cxn>
              </a:cxnLst>
              <a:rect l="0" t="0" r="r" b="b"/>
              <a:pathLst>
                <a:path w="65" h="90">
                  <a:moveTo>
                    <a:pt x="55" y="2"/>
                  </a:moveTo>
                  <a:lnTo>
                    <a:pt x="55" y="2"/>
                  </a:lnTo>
                  <a:lnTo>
                    <a:pt x="46" y="15"/>
                  </a:lnTo>
                  <a:lnTo>
                    <a:pt x="36" y="26"/>
                  </a:lnTo>
                  <a:lnTo>
                    <a:pt x="26" y="39"/>
                  </a:lnTo>
                  <a:lnTo>
                    <a:pt x="16" y="50"/>
                  </a:lnTo>
                  <a:lnTo>
                    <a:pt x="16" y="50"/>
                  </a:lnTo>
                  <a:lnTo>
                    <a:pt x="10" y="58"/>
                  </a:lnTo>
                  <a:lnTo>
                    <a:pt x="4" y="69"/>
                  </a:lnTo>
                  <a:lnTo>
                    <a:pt x="1" y="75"/>
                  </a:lnTo>
                  <a:lnTo>
                    <a:pt x="0" y="80"/>
                  </a:lnTo>
                  <a:lnTo>
                    <a:pt x="0" y="85"/>
                  </a:lnTo>
                  <a:lnTo>
                    <a:pt x="1" y="87"/>
                  </a:lnTo>
                  <a:lnTo>
                    <a:pt x="4" y="89"/>
                  </a:lnTo>
                  <a:lnTo>
                    <a:pt x="4" y="89"/>
                  </a:lnTo>
                  <a:lnTo>
                    <a:pt x="6" y="90"/>
                  </a:lnTo>
                  <a:lnTo>
                    <a:pt x="8" y="90"/>
                  </a:lnTo>
                  <a:lnTo>
                    <a:pt x="9" y="90"/>
                  </a:lnTo>
                  <a:lnTo>
                    <a:pt x="11" y="89"/>
                  </a:lnTo>
                  <a:lnTo>
                    <a:pt x="12" y="87"/>
                  </a:lnTo>
                  <a:lnTo>
                    <a:pt x="12" y="86"/>
                  </a:lnTo>
                  <a:lnTo>
                    <a:pt x="12" y="84"/>
                  </a:lnTo>
                  <a:lnTo>
                    <a:pt x="11" y="82"/>
                  </a:lnTo>
                  <a:lnTo>
                    <a:pt x="11" y="82"/>
                  </a:lnTo>
                  <a:lnTo>
                    <a:pt x="10" y="80"/>
                  </a:lnTo>
                  <a:lnTo>
                    <a:pt x="10" y="77"/>
                  </a:lnTo>
                  <a:lnTo>
                    <a:pt x="12" y="74"/>
                  </a:lnTo>
                  <a:lnTo>
                    <a:pt x="14" y="69"/>
                  </a:lnTo>
                  <a:lnTo>
                    <a:pt x="21" y="57"/>
                  </a:lnTo>
                  <a:lnTo>
                    <a:pt x="31" y="46"/>
                  </a:lnTo>
                  <a:lnTo>
                    <a:pt x="51" y="22"/>
                  </a:lnTo>
                  <a:lnTo>
                    <a:pt x="63" y="8"/>
                  </a:lnTo>
                  <a:lnTo>
                    <a:pt x="63" y="8"/>
                  </a:lnTo>
                  <a:lnTo>
                    <a:pt x="65" y="6"/>
                  </a:lnTo>
                  <a:lnTo>
                    <a:pt x="65" y="3"/>
                  </a:lnTo>
                  <a:lnTo>
                    <a:pt x="63" y="2"/>
                  </a:lnTo>
                  <a:lnTo>
                    <a:pt x="62" y="1"/>
                  </a:lnTo>
                  <a:lnTo>
                    <a:pt x="58" y="0"/>
                  </a:lnTo>
                  <a:lnTo>
                    <a:pt x="56" y="1"/>
                  </a:lnTo>
                  <a:lnTo>
                    <a:pt x="55" y="2"/>
                  </a:lnTo>
                  <a:lnTo>
                    <a:pt x="55" y="2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756" name="Freeform 372"/>
            <p:cNvSpPr/>
            <p:nvPr>
              <p:custDataLst>
                <p:tags r:id="rId21"/>
              </p:custDataLst>
            </p:nvPr>
          </p:nvSpPr>
          <p:spPr bwMode="auto">
            <a:xfrm>
              <a:off x="4516438" y="3119438"/>
              <a:ext cx="22225" cy="39688"/>
            </a:xfrm>
            <a:custGeom>
              <a:avLst/>
              <a:gdLst/>
              <a:ahLst/>
              <a:cxnLst>
                <a:cxn ang="0">
                  <a:pos x="34" y="1"/>
                </a:cxn>
                <a:cxn ang="0">
                  <a:pos x="34" y="1"/>
                </a:cxn>
                <a:cxn ang="0">
                  <a:pos x="29" y="5"/>
                </a:cxn>
                <a:cxn ang="0">
                  <a:pos x="24" y="10"/>
                </a:cxn>
                <a:cxn ang="0">
                  <a:pos x="16" y="21"/>
                </a:cxn>
                <a:cxn ang="0">
                  <a:pos x="10" y="33"/>
                </a:cxn>
                <a:cxn ang="0">
                  <a:pos x="5" y="45"/>
                </a:cxn>
                <a:cxn ang="0">
                  <a:pos x="5" y="45"/>
                </a:cxn>
                <a:cxn ang="0">
                  <a:pos x="3" y="54"/>
                </a:cxn>
                <a:cxn ang="0">
                  <a:pos x="0" y="63"/>
                </a:cxn>
                <a:cxn ang="0">
                  <a:pos x="0" y="67"/>
                </a:cxn>
                <a:cxn ang="0">
                  <a:pos x="2" y="71"/>
                </a:cxn>
                <a:cxn ang="0">
                  <a:pos x="4" y="73"/>
                </a:cxn>
                <a:cxn ang="0">
                  <a:pos x="9" y="75"/>
                </a:cxn>
                <a:cxn ang="0">
                  <a:pos x="9" y="75"/>
                </a:cxn>
                <a:cxn ang="0">
                  <a:pos x="11" y="75"/>
                </a:cxn>
                <a:cxn ang="0">
                  <a:pos x="12" y="74"/>
                </a:cxn>
                <a:cxn ang="0">
                  <a:pos x="13" y="72"/>
                </a:cxn>
                <a:cxn ang="0">
                  <a:pos x="13" y="71"/>
                </a:cxn>
                <a:cxn ang="0">
                  <a:pos x="12" y="67"/>
                </a:cxn>
                <a:cxn ang="0">
                  <a:pos x="11" y="66"/>
                </a:cxn>
                <a:cxn ang="0">
                  <a:pos x="9" y="66"/>
                </a:cxn>
                <a:cxn ang="0">
                  <a:pos x="9" y="66"/>
                </a:cxn>
                <a:cxn ang="0">
                  <a:pos x="19" y="35"/>
                </a:cxn>
                <a:cxn ang="0">
                  <a:pos x="19" y="35"/>
                </a:cxn>
                <a:cxn ang="0">
                  <a:pos x="23" y="28"/>
                </a:cxn>
                <a:cxn ang="0">
                  <a:pos x="29" y="21"/>
                </a:cxn>
                <a:cxn ang="0">
                  <a:pos x="34" y="13"/>
                </a:cxn>
                <a:cxn ang="0">
                  <a:pos x="41" y="7"/>
                </a:cxn>
                <a:cxn ang="0">
                  <a:pos x="41" y="7"/>
                </a:cxn>
                <a:cxn ang="0">
                  <a:pos x="42" y="6"/>
                </a:cxn>
                <a:cxn ang="0">
                  <a:pos x="42" y="4"/>
                </a:cxn>
                <a:cxn ang="0">
                  <a:pos x="42" y="3"/>
                </a:cxn>
                <a:cxn ang="0">
                  <a:pos x="41" y="1"/>
                </a:cxn>
                <a:cxn ang="0">
                  <a:pos x="38" y="0"/>
                </a:cxn>
                <a:cxn ang="0">
                  <a:pos x="36" y="0"/>
                </a:cxn>
                <a:cxn ang="0">
                  <a:pos x="34" y="1"/>
                </a:cxn>
                <a:cxn ang="0">
                  <a:pos x="34" y="1"/>
                </a:cxn>
              </a:cxnLst>
              <a:rect l="0" t="0" r="r" b="b"/>
              <a:pathLst>
                <a:path w="42" h="75">
                  <a:moveTo>
                    <a:pt x="34" y="1"/>
                  </a:moveTo>
                  <a:lnTo>
                    <a:pt x="34" y="1"/>
                  </a:lnTo>
                  <a:lnTo>
                    <a:pt x="29" y="5"/>
                  </a:lnTo>
                  <a:lnTo>
                    <a:pt x="24" y="10"/>
                  </a:lnTo>
                  <a:lnTo>
                    <a:pt x="16" y="21"/>
                  </a:lnTo>
                  <a:lnTo>
                    <a:pt x="10" y="33"/>
                  </a:lnTo>
                  <a:lnTo>
                    <a:pt x="5" y="45"/>
                  </a:lnTo>
                  <a:lnTo>
                    <a:pt x="5" y="45"/>
                  </a:lnTo>
                  <a:lnTo>
                    <a:pt x="3" y="54"/>
                  </a:lnTo>
                  <a:lnTo>
                    <a:pt x="0" y="63"/>
                  </a:lnTo>
                  <a:lnTo>
                    <a:pt x="0" y="67"/>
                  </a:lnTo>
                  <a:lnTo>
                    <a:pt x="2" y="71"/>
                  </a:lnTo>
                  <a:lnTo>
                    <a:pt x="4" y="73"/>
                  </a:lnTo>
                  <a:lnTo>
                    <a:pt x="9" y="75"/>
                  </a:lnTo>
                  <a:lnTo>
                    <a:pt x="9" y="75"/>
                  </a:lnTo>
                  <a:lnTo>
                    <a:pt x="11" y="75"/>
                  </a:lnTo>
                  <a:lnTo>
                    <a:pt x="12" y="74"/>
                  </a:lnTo>
                  <a:lnTo>
                    <a:pt x="13" y="72"/>
                  </a:lnTo>
                  <a:lnTo>
                    <a:pt x="13" y="71"/>
                  </a:lnTo>
                  <a:lnTo>
                    <a:pt x="12" y="67"/>
                  </a:lnTo>
                  <a:lnTo>
                    <a:pt x="11" y="66"/>
                  </a:lnTo>
                  <a:lnTo>
                    <a:pt x="9" y="66"/>
                  </a:lnTo>
                  <a:lnTo>
                    <a:pt x="9" y="66"/>
                  </a:lnTo>
                  <a:lnTo>
                    <a:pt x="19" y="35"/>
                  </a:lnTo>
                  <a:lnTo>
                    <a:pt x="19" y="35"/>
                  </a:lnTo>
                  <a:lnTo>
                    <a:pt x="23" y="28"/>
                  </a:lnTo>
                  <a:lnTo>
                    <a:pt x="29" y="21"/>
                  </a:lnTo>
                  <a:lnTo>
                    <a:pt x="34" y="13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2" y="6"/>
                  </a:lnTo>
                  <a:lnTo>
                    <a:pt x="42" y="4"/>
                  </a:lnTo>
                  <a:lnTo>
                    <a:pt x="42" y="3"/>
                  </a:lnTo>
                  <a:lnTo>
                    <a:pt x="41" y="1"/>
                  </a:lnTo>
                  <a:lnTo>
                    <a:pt x="38" y="0"/>
                  </a:lnTo>
                  <a:lnTo>
                    <a:pt x="36" y="0"/>
                  </a:lnTo>
                  <a:lnTo>
                    <a:pt x="34" y="1"/>
                  </a:lnTo>
                  <a:lnTo>
                    <a:pt x="34" y="1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757" name="Freeform 373"/>
            <p:cNvSpPr/>
            <p:nvPr>
              <p:custDataLst>
                <p:tags r:id="rId22"/>
              </p:custDataLst>
            </p:nvPr>
          </p:nvSpPr>
          <p:spPr bwMode="auto">
            <a:xfrm>
              <a:off x="4583113" y="3121025"/>
              <a:ext cx="26988" cy="34925"/>
            </a:xfrm>
            <a:custGeom>
              <a:avLst/>
              <a:gdLst/>
              <a:ahLst/>
              <a:cxnLst>
                <a:cxn ang="0">
                  <a:pos x="43" y="1"/>
                </a:cxn>
                <a:cxn ang="0">
                  <a:pos x="43" y="1"/>
                </a:cxn>
                <a:cxn ang="0">
                  <a:pos x="37" y="7"/>
                </a:cxn>
                <a:cxn ang="0">
                  <a:pos x="31" y="15"/>
                </a:cxn>
                <a:cxn ang="0">
                  <a:pos x="21" y="29"/>
                </a:cxn>
                <a:cxn ang="0">
                  <a:pos x="12" y="45"/>
                </a:cxn>
                <a:cxn ang="0">
                  <a:pos x="7" y="52"/>
                </a:cxn>
                <a:cxn ang="0">
                  <a:pos x="1" y="58"/>
                </a:cxn>
                <a:cxn ang="0">
                  <a:pos x="1" y="58"/>
                </a:cxn>
                <a:cxn ang="0">
                  <a:pos x="0" y="60"/>
                </a:cxn>
                <a:cxn ang="0">
                  <a:pos x="0" y="62"/>
                </a:cxn>
                <a:cxn ang="0">
                  <a:pos x="0" y="63"/>
                </a:cxn>
                <a:cxn ang="0">
                  <a:pos x="1" y="65"/>
                </a:cxn>
                <a:cxn ang="0">
                  <a:pos x="3" y="66"/>
                </a:cxn>
                <a:cxn ang="0">
                  <a:pos x="4" y="66"/>
                </a:cxn>
                <a:cxn ang="0">
                  <a:pos x="6" y="66"/>
                </a:cxn>
                <a:cxn ang="0">
                  <a:pos x="8" y="65"/>
                </a:cxn>
                <a:cxn ang="0">
                  <a:pos x="8" y="65"/>
                </a:cxn>
                <a:cxn ang="0">
                  <a:pos x="13" y="58"/>
                </a:cxn>
                <a:cxn ang="0">
                  <a:pos x="18" y="51"/>
                </a:cxn>
                <a:cxn ang="0">
                  <a:pos x="28" y="36"/>
                </a:cxn>
                <a:cxn ang="0">
                  <a:pos x="38" y="21"/>
                </a:cxn>
                <a:cxn ang="0">
                  <a:pos x="44" y="15"/>
                </a:cxn>
                <a:cxn ang="0">
                  <a:pos x="50" y="8"/>
                </a:cxn>
                <a:cxn ang="0">
                  <a:pos x="50" y="8"/>
                </a:cxn>
                <a:cxn ang="0">
                  <a:pos x="51" y="6"/>
                </a:cxn>
                <a:cxn ang="0">
                  <a:pos x="51" y="5"/>
                </a:cxn>
                <a:cxn ang="0">
                  <a:pos x="51" y="3"/>
                </a:cxn>
                <a:cxn ang="0">
                  <a:pos x="50" y="2"/>
                </a:cxn>
                <a:cxn ang="0">
                  <a:pos x="47" y="0"/>
                </a:cxn>
                <a:cxn ang="0">
                  <a:pos x="45" y="0"/>
                </a:cxn>
                <a:cxn ang="0">
                  <a:pos x="43" y="1"/>
                </a:cxn>
                <a:cxn ang="0">
                  <a:pos x="43" y="1"/>
                </a:cxn>
              </a:cxnLst>
              <a:rect l="0" t="0" r="r" b="b"/>
              <a:pathLst>
                <a:path w="51" h="66">
                  <a:moveTo>
                    <a:pt x="43" y="1"/>
                  </a:moveTo>
                  <a:lnTo>
                    <a:pt x="43" y="1"/>
                  </a:lnTo>
                  <a:lnTo>
                    <a:pt x="37" y="7"/>
                  </a:lnTo>
                  <a:lnTo>
                    <a:pt x="31" y="15"/>
                  </a:lnTo>
                  <a:lnTo>
                    <a:pt x="21" y="29"/>
                  </a:lnTo>
                  <a:lnTo>
                    <a:pt x="12" y="45"/>
                  </a:lnTo>
                  <a:lnTo>
                    <a:pt x="7" y="52"/>
                  </a:lnTo>
                  <a:lnTo>
                    <a:pt x="1" y="58"/>
                  </a:lnTo>
                  <a:lnTo>
                    <a:pt x="1" y="58"/>
                  </a:lnTo>
                  <a:lnTo>
                    <a:pt x="0" y="60"/>
                  </a:lnTo>
                  <a:lnTo>
                    <a:pt x="0" y="62"/>
                  </a:lnTo>
                  <a:lnTo>
                    <a:pt x="0" y="63"/>
                  </a:lnTo>
                  <a:lnTo>
                    <a:pt x="1" y="65"/>
                  </a:lnTo>
                  <a:lnTo>
                    <a:pt x="3" y="66"/>
                  </a:lnTo>
                  <a:lnTo>
                    <a:pt x="4" y="66"/>
                  </a:lnTo>
                  <a:lnTo>
                    <a:pt x="6" y="66"/>
                  </a:lnTo>
                  <a:lnTo>
                    <a:pt x="8" y="65"/>
                  </a:lnTo>
                  <a:lnTo>
                    <a:pt x="8" y="65"/>
                  </a:lnTo>
                  <a:lnTo>
                    <a:pt x="13" y="58"/>
                  </a:lnTo>
                  <a:lnTo>
                    <a:pt x="18" y="51"/>
                  </a:lnTo>
                  <a:lnTo>
                    <a:pt x="28" y="36"/>
                  </a:lnTo>
                  <a:lnTo>
                    <a:pt x="38" y="21"/>
                  </a:lnTo>
                  <a:lnTo>
                    <a:pt x="44" y="15"/>
                  </a:lnTo>
                  <a:lnTo>
                    <a:pt x="50" y="8"/>
                  </a:lnTo>
                  <a:lnTo>
                    <a:pt x="50" y="8"/>
                  </a:lnTo>
                  <a:lnTo>
                    <a:pt x="51" y="6"/>
                  </a:lnTo>
                  <a:lnTo>
                    <a:pt x="51" y="5"/>
                  </a:lnTo>
                  <a:lnTo>
                    <a:pt x="51" y="3"/>
                  </a:lnTo>
                  <a:lnTo>
                    <a:pt x="50" y="2"/>
                  </a:lnTo>
                  <a:lnTo>
                    <a:pt x="47" y="0"/>
                  </a:lnTo>
                  <a:lnTo>
                    <a:pt x="45" y="0"/>
                  </a:lnTo>
                  <a:lnTo>
                    <a:pt x="43" y="1"/>
                  </a:lnTo>
                  <a:lnTo>
                    <a:pt x="43" y="1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758" name="Freeform 374"/>
            <p:cNvSpPr/>
            <p:nvPr>
              <p:custDataLst>
                <p:tags r:id="rId23"/>
              </p:custDataLst>
            </p:nvPr>
          </p:nvSpPr>
          <p:spPr bwMode="auto">
            <a:xfrm>
              <a:off x="4638675" y="3114675"/>
              <a:ext cx="26988" cy="44450"/>
            </a:xfrm>
            <a:custGeom>
              <a:avLst/>
              <a:gdLst/>
              <a:ahLst/>
              <a:cxnLst>
                <a:cxn ang="0">
                  <a:pos x="42" y="3"/>
                </a:cxn>
                <a:cxn ang="0">
                  <a:pos x="42" y="3"/>
                </a:cxn>
                <a:cxn ang="0">
                  <a:pos x="40" y="8"/>
                </a:cxn>
                <a:cxn ang="0">
                  <a:pos x="37" y="12"/>
                </a:cxn>
                <a:cxn ang="0">
                  <a:pos x="30" y="22"/>
                </a:cxn>
                <a:cxn ang="0">
                  <a:pos x="14" y="40"/>
                </a:cxn>
                <a:cxn ang="0">
                  <a:pos x="14" y="40"/>
                </a:cxn>
                <a:cxn ang="0">
                  <a:pos x="8" y="49"/>
                </a:cxn>
                <a:cxn ang="0">
                  <a:pos x="4" y="59"/>
                </a:cxn>
                <a:cxn ang="0">
                  <a:pos x="1" y="69"/>
                </a:cxn>
                <a:cxn ang="0">
                  <a:pos x="0" y="79"/>
                </a:cxn>
                <a:cxn ang="0">
                  <a:pos x="0" y="79"/>
                </a:cxn>
                <a:cxn ang="0">
                  <a:pos x="0" y="81"/>
                </a:cxn>
                <a:cxn ang="0">
                  <a:pos x="1" y="83"/>
                </a:cxn>
                <a:cxn ang="0">
                  <a:pos x="2" y="83"/>
                </a:cxn>
                <a:cxn ang="0">
                  <a:pos x="4" y="84"/>
                </a:cxn>
                <a:cxn ang="0">
                  <a:pos x="6" y="83"/>
                </a:cxn>
                <a:cxn ang="0">
                  <a:pos x="7" y="83"/>
                </a:cxn>
                <a:cxn ang="0">
                  <a:pos x="8" y="81"/>
                </a:cxn>
                <a:cxn ang="0">
                  <a:pos x="9" y="79"/>
                </a:cxn>
                <a:cxn ang="0">
                  <a:pos x="9" y="79"/>
                </a:cxn>
                <a:cxn ang="0">
                  <a:pos x="10" y="74"/>
                </a:cxn>
                <a:cxn ang="0">
                  <a:pos x="11" y="68"/>
                </a:cxn>
                <a:cxn ang="0">
                  <a:pos x="14" y="58"/>
                </a:cxn>
                <a:cxn ang="0">
                  <a:pos x="21" y="49"/>
                </a:cxn>
                <a:cxn ang="0">
                  <a:pos x="27" y="40"/>
                </a:cxn>
                <a:cxn ang="0">
                  <a:pos x="40" y="23"/>
                </a:cxn>
                <a:cxn ang="0">
                  <a:pos x="46" y="14"/>
                </a:cxn>
                <a:cxn ang="0">
                  <a:pos x="52" y="5"/>
                </a:cxn>
                <a:cxn ang="0">
                  <a:pos x="52" y="5"/>
                </a:cxn>
                <a:cxn ang="0">
                  <a:pos x="52" y="3"/>
                </a:cxn>
                <a:cxn ang="0">
                  <a:pos x="52" y="2"/>
                </a:cxn>
                <a:cxn ang="0">
                  <a:pos x="51" y="0"/>
                </a:cxn>
                <a:cxn ang="0">
                  <a:pos x="49" y="0"/>
                </a:cxn>
                <a:cxn ang="0">
                  <a:pos x="45" y="0"/>
                </a:cxn>
                <a:cxn ang="0">
                  <a:pos x="43" y="1"/>
                </a:cxn>
                <a:cxn ang="0">
                  <a:pos x="42" y="3"/>
                </a:cxn>
                <a:cxn ang="0">
                  <a:pos x="42" y="3"/>
                </a:cxn>
              </a:cxnLst>
              <a:rect l="0" t="0" r="r" b="b"/>
              <a:pathLst>
                <a:path w="52" h="84">
                  <a:moveTo>
                    <a:pt x="42" y="3"/>
                  </a:moveTo>
                  <a:lnTo>
                    <a:pt x="42" y="3"/>
                  </a:lnTo>
                  <a:lnTo>
                    <a:pt x="40" y="8"/>
                  </a:lnTo>
                  <a:lnTo>
                    <a:pt x="37" y="12"/>
                  </a:lnTo>
                  <a:lnTo>
                    <a:pt x="30" y="22"/>
                  </a:lnTo>
                  <a:lnTo>
                    <a:pt x="14" y="40"/>
                  </a:lnTo>
                  <a:lnTo>
                    <a:pt x="14" y="40"/>
                  </a:lnTo>
                  <a:lnTo>
                    <a:pt x="8" y="49"/>
                  </a:lnTo>
                  <a:lnTo>
                    <a:pt x="4" y="59"/>
                  </a:lnTo>
                  <a:lnTo>
                    <a:pt x="1" y="69"/>
                  </a:lnTo>
                  <a:lnTo>
                    <a:pt x="0" y="79"/>
                  </a:lnTo>
                  <a:lnTo>
                    <a:pt x="0" y="79"/>
                  </a:lnTo>
                  <a:lnTo>
                    <a:pt x="0" y="81"/>
                  </a:lnTo>
                  <a:lnTo>
                    <a:pt x="1" y="83"/>
                  </a:lnTo>
                  <a:lnTo>
                    <a:pt x="2" y="83"/>
                  </a:lnTo>
                  <a:lnTo>
                    <a:pt x="4" y="84"/>
                  </a:lnTo>
                  <a:lnTo>
                    <a:pt x="6" y="83"/>
                  </a:lnTo>
                  <a:lnTo>
                    <a:pt x="7" y="83"/>
                  </a:lnTo>
                  <a:lnTo>
                    <a:pt x="8" y="81"/>
                  </a:lnTo>
                  <a:lnTo>
                    <a:pt x="9" y="79"/>
                  </a:lnTo>
                  <a:lnTo>
                    <a:pt x="9" y="79"/>
                  </a:lnTo>
                  <a:lnTo>
                    <a:pt x="10" y="74"/>
                  </a:lnTo>
                  <a:lnTo>
                    <a:pt x="11" y="68"/>
                  </a:lnTo>
                  <a:lnTo>
                    <a:pt x="14" y="58"/>
                  </a:lnTo>
                  <a:lnTo>
                    <a:pt x="21" y="49"/>
                  </a:lnTo>
                  <a:lnTo>
                    <a:pt x="27" y="40"/>
                  </a:lnTo>
                  <a:lnTo>
                    <a:pt x="40" y="23"/>
                  </a:lnTo>
                  <a:lnTo>
                    <a:pt x="46" y="14"/>
                  </a:lnTo>
                  <a:lnTo>
                    <a:pt x="52" y="5"/>
                  </a:lnTo>
                  <a:lnTo>
                    <a:pt x="52" y="5"/>
                  </a:lnTo>
                  <a:lnTo>
                    <a:pt x="52" y="3"/>
                  </a:lnTo>
                  <a:lnTo>
                    <a:pt x="52" y="2"/>
                  </a:lnTo>
                  <a:lnTo>
                    <a:pt x="51" y="0"/>
                  </a:lnTo>
                  <a:lnTo>
                    <a:pt x="49" y="0"/>
                  </a:lnTo>
                  <a:lnTo>
                    <a:pt x="45" y="0"/>
                  </a:lnTo>
                  <a:lnTo>
                    <a:pt x="43" y="1"/>
                  </a:lnTo>
                  <a:lnTo>
                    <a:pt x="42" y="3"/>
                  </a:lnTo>
                  <a:lnTo>
                    <a:pt x="42" y="3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759" name="Freeform 375"/>
            <p:cNvSpPr/>
            <p:nvPr>
              <p:custDataLst>
                <p:tags r:id="rId24"/>
              </p:custDataLst>
            </p:nvPr>
          </p:nvSpPr>
          <p:spPr bwMode="auto">
            <a:xfrm>
              <a:off x="4686300" y="3121025"/>
              <a:ext cx="25400" cy="38100"/>
            </a:xfrm>
            <a:custGeom>
              <a:avLst/>
              <a:gdLst/>
              <a:ahLst/>
              <a:cxnLst>
                <a:cxn ang="0">
                  <a:pos x="38" y="2"/>
                </a:cxn>
                <a:cxn ang="0">
                  <a:pos x="38" y="2"/>
                </a:cxn>
                <a:cxn ang="0">
                  <a:pos x="34" y="10"/>
                </a:cxn>
                <a:cxn ang="0">
                  <a:pos x="29" y="19"/>
                </a:cxn>
                <a:cxn ang="0">
                  <a:pos x="17" y="33"/>
                </a:cxn>
                <a:cxn ang="0">
                  <a:pos x="12" y="40"/>
                </a:cxn>
                <a:cxn ang="0">
                  <a:pos x="7" y="48"/>
                </a:cxn>
                <a:cxn ang="0">
                  <a:pos x="3" y="56"/>
                </a:cxn>
                <a:cxn ang="0">
                  <a:pos x="0" y="65"/>
                </a:cxn>
                <a:cxn ang="0">
                  <a:pos x="0" y="65"/>
                </a:cxn>
                <a:cxn ang="0">
                  <a:pos x="0" y="67"/>
                </a:cxn>
                <a:cxn ang="0">
                  <a:pos x="1" y="69"/>
                </a:cxn>
                <a:cxn ang="0">
                  <a:pos x="2" y="70"/>
                </a:cxn>
                <a:cxn ang="0">
                  <a:pos x="4" y="71"/>
                </a:cxn>
                <a:cxn ang="0">
                  <a:pos x="5" y="71"/>
                </a:cxn>
                <a:cxn ang="0">
                  <a:pos x="7" y="70"/>
                </a:cxn>
                <a:cxn ang="0">
                  <a:pos x="8" y="69"/>
                </a:cxn>
                <a:cxn ang="0">
                  <a:pos x="9" y="67"/>
                </a:cxn>
                <a:cxn ang="0">
                  <a:pos x="9" y="67"/>
                </a:cxn>
                <a:cxn ang="0">
                  <a:pos x="12" y="59"/>
                </a:cxn>
                <a:cxn ang="0">
                  <a:pos x="16" y="52"/>
                </a:cxn>
                <a:cxn ang="0">
                  <a:pos x="21" y="44"/>
                </a:cxn>
                <a:cxn ang="0">
                  <a:pos x="27" y="37"/>
                </a:cxn>
                <a:cxn ang="0">
                  <a:pos x="37" y="23"/>
                </a:cxn>
                <a:cxn ang="0">
                  <a:pos x="42" y="16"/>
                </a:cxn>
                <a:cxn ang="0">
                  <a:pos x="46" y="7"/>
                </a:cxn>
                <a:cxn ang="0">
                  <a:pos x="46" y="7"/>
                </a:cxn>
                <a:cxn ang="0">
                  <a:pos x="47" y="5"/>
                </a:cxn>
                <a:cxn ang="0">
                  <a:pos x="46" y="3"/>
                </a:cxn>
                <a:cxn ang="0">
                  <a:pos x="44" y="0"/>
                </a:cxn>
                <a:cxn ang="0">
                  <a:pos x="42" y="0"/>
                </a:cxn>
                <a:cxn ang="0">
                  <a:pos x="41" y="0"/>
                </a:cxn>
                <a:cxn ang="0">
                  <a:pos x="39" y="1"/>
                </a:cxn>
                <a:cxn ang="0">
                  <a:pos x="38" y="2"/>
                </a:cxn>
                <a:cxn ang="0">
                  <a:pos x="38" y="2"/>
                </a:cxn>
              </a:cxnLst>
              <a:rect l="0" t="0" r="r" b="b"/>
              <a:pathLst>
                <a:path w="47" h="71">
                  <a:moveTo>
                    <a:pt x="38" y="2"/>
                  </a:moveTo>
                  <a:lnTo>
                    <a:pt x="38" y="2"/>
                  </a:lnTo>
                  <a:lnTo>
                    <a:pt x="34" y="10"/>
                  </a:lnTo>
                  <a:lnTo>
                    <a:pt x="29" y="19"/>
                  </a:lnTo>
                  <a:lnTo>
                    <a:pt x="17" y="33"/>
                  </a:lnTo>
                  <a:lnTo>
                    <a:pt x="12" y="40"/>
                  </a:lnTo>
                  <a:lnTo>
                    <a:pt x="7" y="48"/>
                  </a:lnTo>
                  <a:lnTo>
                    <a:pt x="3" y="56"/>
                  </a:lnTo>
                  <a:lnTo>
                    <a:pt x="0" y="65"/>
                  </a:lnTo>
                  <a:lnTo>
                    <a:pt x="0" y="65"/>
                  </a:lnTo>
                  <a:lnTo>
                    <a:pt x="0" y="67"/>
                  </a:lnTo>
                  <a:lnTo>
                    <a:pt x="1" y="69"/>
                  </a:lnTo>
                  <a:lnTo>
                    <a:pt x="2" y="70"/>
                  </a:lnTo>
                  <a:lnTo>
                    <a:pt x="4" y="71"/>
                  </a:lnTo>
                  <a:lnTo>
                    <a:pt x="5" y="71"/>
                  </a:lnTo>
                  <a:lnTo>
                    <a:pt x="7" y="70"/>
                  </a:lnTo>
                  <a:lnTo>
                    <a:pt x="8" y="69"/>
                  </a:lnTo>
                  <a:lnTo>
                    <a:pt x="9" y="67"/>
                  </a:lnTo>
                  <a:lnTo>
                    <a:pt x="9" y="67"/>
                  </a:lnTo>
                  <a:lnTo>
                    <a:pt x="12" y="59"/>
                  </a:lnTo>
                  <a:lnTo>
                    <a:pt x="16" y="52"/>
                  </a:lnTo>
                  <a:lnTo>
                    <a:pt x="21" y="44"/>
                  </a:lnTo>
                  <a:lnTo>
                    <a:pt x="27" y="37"/>
                  </a:lnTo>
                  <a:lnTo>
                    <a:pt x="37" y="23"/>
                  </a:lnTo>
                  <a:lnTo>
                    <a:pt x="42" y="16"/>
                  </a:lnTo>
                  <a:lnTo>
                    <a:pt x="46" y="7"/>
                  </a:lnTo>
                  <a:lnTo>
                    <a:pt x="46" y="7"/>
                  </a:lnTo>
                  <a:lnTo>
                    <a:pt x="47" y="5"/>
                  </a:lnTo>
                  <a:lnTo>
                    <a:pt x="46" y="3"/>
                  </a:lnTo>
                  <a:lnTo>
                    <a:pt x="44" y="0"/>
                  </a:lnTo>
                  <a:lnTo>
                    <a:pt x="42" y="0"/>
                  </a:lnTo>
                  <a:lnTo>
                    <a:pt x="41" y="0"/>
                  </a:lnTo>
                  <a:lnTo>
                    <a:pt x="39" y="1"/>
                  </a:lnTo>
                  <a:lnTo>
                    <a:pt x="38" y="2"/>
                  </a:lnTo>
                  <a:lnTo>
                    <a:pt x="38" y="2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760" name="Freeform 376"/>
            <p:cNvSpPr/>
            <p:nvPr>
              <p:custDataLst>
                <p:tags r:id="rId25"/>
              </p:custDataLst>
            </p:nvPr>
          </p:nvSpPr>
          <p:spPr bwMode="auto">
            <a:xfrm>
              <a:off x="4721225" y="3125788"/>
              <a:ext cx="33338" cy="38100"/>
            </a:xfrm>
            <a:custGeom>
              <a:avLst/>
              <a:gdLst/>
              <a:ahLst/>
              <a:cxnLst>
                <a:cxn ang="0">
                  <a:pos x="54" y="1"/>
                </a:cxn>
                <a:cxn ang="0">
                  <a:pos x="54" y="1"/>
                </a:cxn>
                <a:cxn ang="0">
                  <a:pos x="40" y="17"/>
                </a:cxn>
                <a:cxn ang="0">
                  <a:pos x="28" y="32"/>
                </a:cxn>
                <a:cxn ang="0">
                  <a:pos x="15" y="49"/>
                </a:cxn>
                <a:cxn ang="0">
                  <a:pos x="2" y="63"/>
                </a:cxn>
                <a:cxn ang="0">
                  <a:pos x="2" y="63"/>
                </a:cxn>
                <a:cxn ang="0">
                  <a:pos x="0" y="66"/>
                </a:cxn>
                <a:cxn ang="0">
                  <a:pos x="0" y="68"/>
                </a:cxn>
                <a:cxn ang="0">
                  <a:pos x="1" y="69"/>
                </a:cxn>
                <a:cxn ang="0">
                  <a:pos x="2" y="71"/>
                </a:cxn>
                <a:cxn ang="0">
                  <a:pos x="3" y="72"/>
                </a:cxn>
                <a:cxn ang="0">
                  <a:pos x="5" y="72"/>
                </a:cxn>
                <a:cxn ang="0">
                  <a:pos x="6" y="72"/>
                </a:cxn>
                <a:cxn ang="0">
                  <a:pos x="8" y="71"/>
                </a:cxn>
                <a:cxn ang="0">
                  <a:pos x="8" y="71"/>
                </a:cxn>
                <a:cxn ang="0">
                  <a:pos x="22" y="55"/>
                </a:cxn>
                <a:cxn ang="0">
                  <a:pos x="34" y="40"/>
                </a:cxn>
                <a:cxn ang="0">
                  <a:pos x="47" y="24"/>
                </a:cxn>
                <a:cxn ang="0">
                  <a:pos x="61" y="9"/>
                </a:cxn>
                <a:cxn ang="0">
                  <a:pos x="61" y="9"/>
                </a:cxn>
                <a:cxn ang="0">
                  <a:pos x="62" y="7"/>
                </a:cxn>
                <a:cxn ang="0">
                  <a:pos x="62" y="6"/>
                </a:cxn>
                <a:cxn ang="0">
                  <a:pos x="61" y="4"/>
                </a:cxn>
                <a:cxn ang="0">
                  <a:pos x="60" y="3"/>
                </a:cxn>
                <a:cxn ang="0">
                  <a:pos x="59" y="1"/>
                </a:cxn>
                <a:cxn ang="0">
                  <a:pos x="57" y="0"/>
                </a:cxn>
                <a:cxn ang="0">
                  <a:pos x="56" y="0"/>
                </a:cxn>
                <a:cxn ang="0">
                  <a:pos x="54" y="1"/>
                </a:cxn>
                <a:cxn ang="0">
                  <a:pos x="54" y="1"/>
                </a:cxn>
              </a:cxnLst>
              <a:rect l="0" t="0" r="r" b="b"/>
              <a:pathLst>
                <a:path w="62" h="72">
                  <a:moveTo>
                    <a:pt x="54" y="1"/>
                  </a:moveTo>
                  <a:lnTo>
                    <a:pt x="54" y="1"/>
                  </a:lnTo>
                  <a:lnTo>
                    <a:pt x="40" y="17"/>
                  </a:lnTo>
                  <a:lnTo>
                    <a:pt x="28" y="32"/>
                  </a:lnTo>
                  <a:lnTo>
                    <a:pt x="15" y="49"/>
                  </a:lnTo>
                  <a:lnTo>
                    <a:pt x="2" y="63"/>
                  </a:lnTo>
                  <a:lnTo>
                    <a:pt x="2" y="63"/>
                  </a:lnTo>
                  <a:lnTo>
                    <a:pt x="0" y="66"/>
                  </a:lnTo>
                  <a:lnTo>
                    <a:pt x="0" y="68"/>
                  </a:lnTo>
                  <a:lnTo>
                    <a:pt x="1" y="69"/>
                  </a:lnTo>
                  <a:lnTo>
                    <a:pt x="2" y="71"/>
                  </a:lnTo>
                  <a:lnTo>
                    <a:pt x="3" y="72"/>
                  </a:lnTo>
                  <a:lnTo>
                    <a:pt x="5" y="72"/>
                  </a:lnTo>
                  <a:lnTo>
                    <a:pt x="6" y="72"/>
                  </a:lnTo>
                  <a:lnTo>
                    <a:pt x="8" y="71"/>
                  </a:lnTo>
                  <a:lnTo>
                    <a:pt x="8" y="71"/>
                  </a:lnTo>
                  <a:lnTo>
                    <a:pt x="22" y="55"/>
                  </a:lnTo>
                  <a:lnTo>
                    <a:pt x="34" y="40"/>
                  </a:lnTo>
                  <a:lnTo>
                    <a:pt x="47" y="24"/>
                  </a:lnTo>
                  <a:lnTo>
                    <a:pt x="61" y="9"/>
                  </a:lnTo>
                  <a:lnTo>
                    <a:pt x="61" y="9"/>
                  </a:lnTo>
                  <a:lnTo>
                    <a:pt x="62" y="7"/>
                  </a:lnTo>
                  <a:lnTo>
                    <a:pt x="62" y="6"/>
                  </a:lnTo>
                  <a:lnTo>
                    <a:pt x="61" y="4"/>
                  </a:lnTo>
                  <a:lnTo>
                    <a:pt x="60" y="3"/>
                  </a:lnTo>
                  <a:lnTo>
                    <a:pt x="59" y="1"/>
                  </a:lnTo>
                  <a:lnTo>
                    <a:pt x="57" y="0"/>
                  </a:lnTo>
                  <a:lnTo>
                    <a:pt x="56" y="0"/>
                  </a:lnTo>
                  <a:lnTo>
                    <a:pt x="54" y="1"/>
                  </a:lnTo>
                  <a:lnTo>
                    <a:pt x="54" y="1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761" name="Freeform 377"/>
            <p:cNvSpPr/>
            <p:nvPr>
              <p:custDataLst>
                <p:tags r:id="rId26"/>
              </p:custDataLst>
            </p:nvPr>
          </p:nvSpPr>
          <p:spPr bwMode="auto">
            <a:xfrm>
              <a:off x="4311650" y="3119438"/>
              <a:ext cx="20638" cy="39688"/>
            </a:xfrm>
            <a:custGeom>
              <a:avLst/>
              <a:gdLst/>
              <a:ahLst/>
              <a:cxnLst>
                <a:cxn ang="0">
                  <a:pos x="39" y="4"/>
                </a:cxn>
                <a:cxn ang="0">
                  <a:pos x="39" y="4"/>
                </a:cxn>
                <a:cxn ang="0">
                  <a:pos x="38" y="2"/>
                </a:cxn>
                <a:cxn ang="0">
                  <a:pos x="37" y="1"/>
                </a:cxn>
                <a:cxn ang="0">
                  <a:pos x="35" y="0"/>
                </a:cxn>
                <a:cxn ang="0">
                  <a:pos x="33" y="0"/>
                </a:cxn>
                <a:cxn ang="0">
                  <a:pos x="31" y="0"/>
                </a:cxn>
                <a:cxn ang="0">
                  <a:pos x="30" y="1"/>
                </a:cxn>
                <a:cxn ang="0">
                  <a:pos x="29" y="2"/>
                </a:cxn>
                <a:cxn ang="0">
                  <a:pos x="29" y="4"/>
                </a:cxn>
                <a:cxn ang="0">
                  <a:pos x="29" y="4"/>
                </a:cxn>
                <a:cxn ang="0">
                  <a:pos x="29" y="14"/>
                </a:cxn>
                <a:cxn ang="0">
                  <a:pos x="28" y="24"/>
                </a:cxn>
                <a:cxn ang="0">
                  <a:pos x="26" y="33"/>
                </a:cxn>
                <a:cxn ang="0">
                  <a:pos x="24" y="38"/>
                </a:cxn>
                <a:cxn ang="0">
                  <a:pos x="21" y="42"/>
                </a:cxn>
                <a:cxn ang="0">
                  <a:pos x="21" y="42"/>
                </a:cxn>
                <a:cxn ang="0">
                  <a:pos x="17" y="50"/>
                </a:cxn>
                <a:cxn ang="0">
                  <a:pos x="12" y="56"/>
                </a:cxn>
                <a:cxn ang="0">
                  <a:pos x="1" y="68"/>
                </a:cxn>
                <a:cxn ang="0">
                  <a:pos x="1" y="68"/>
                </a:cxn>
                <a:cxn ang="0">
                  <a:pos x="0" y="70"/>
                </a:cxn>
                <a:cxn ang="0">
                  <a:pos x="0" y="71"/>
                </a:cxn>
                <a:cxn ang="0">
                  <a:pos x="1" y="73"/>
                </a:cxn>
                <a:cxn ang="0">
                  <a:pos x="2" y="74"/>
                </a:cxn>
                <a:cxn ang="0">
                  <a:pos x="6" y="75"/>
                </a:cxn>
                <a:cxn ang="0">
                  <a:pos x="8" y="74"/>
                </a:cxn>
                <a:cxn ang="0">
                  <a:pos x="10" y="73"/>
                </a:cxn>
                <a:cxn ang="0">
                  <a:pos x="10" y="73"/>
                </a:cxn>
                <a:cxn ang="0">
                  <a:pos x="15" y="65"/>
                </a:cxn>
                <a:cxn ang="0">
                  <a:pos x="22" y="57"/>
                </a:cxn>
                <a:cxn ang="0">
                  <a:pos x="28" y="50"/>
                </a:cxn>
                <a:cxn ang="0">
                  <a:pos x="33" y="41"/>
                </a:cxn>
                <a:cxn ang="0">
                  <a:pos x="33" y="41"/>
                </a:cxn>
                <a:cxn ang="0">
                  <a:pos x="35" y="37"/>
                </a:cxn>
                <a:cxn ang="0">
                  <a:pos x="37" y="32"/>
                </a:cxn>
                <a:cxn ang="0">
                  <a:pos x="39" y="23"/>
                </a:cxn>
                <a:cxn ang="0">
                  <a:pos x="39" y="4"/>
                </a:cxn>
                <a:cxn ang="0">
                  <a:pos x="39" y="4"/>
                </a:cxn>
              </a:cxnLst>
              <a:rect l="0" t="0" r="r" b="b"/>
              <a:pathLst>
                <a:path w="39" h="75">
                  <a:moveTo>
                    <a:pt x="39" y="4"/>
                  </a:moveTo>
                  <a:lnTo>
                    <a:pt x="39" y="4"/>
                  </a:lnTo>
                  <a:lnTo>
                    <a:pt x="38" y="2"/>
                  </a:lnTo>
                  <a:lnTo>
                    <a:pt x="37" y="1"/>
                  </a:lnTo>
                  <a:lnTo>
                    <a:pt x="35" y="0"/>
                  </a:lnTo>
                  <a:lnTo>
                    <a:pt x="33" y="0"/>
                  </a:lnTo>
                  <a:lnTo>
                    <a:pt x="31" y="0"/>
                  </a:lnTo>
                  <a:lnTo>
                    <a:pt x="30" y="1"/>
                  </a:lnTo>
                  <a:lnTo>
                    <a:pt x="29" y="2"/>
                  </a:lnTo>
                  <a:lnTo>
                    <a:pt x="29" y="4"/>
                  </a:lnTo>
                  <a:lnTo>
                    <a:pt x="29" y="4"/>
                  </a:lnTo>
                  <a:lnTo>
                    <a:pt x="29" y="14"/>
                  </a:lnTo>
                  <a:lnTo>
                    <a:pt x="28" y="24"/>
                  </a:lnTo>
                  <a:lnTo>
                    <a:pt x="26" y="33"/>
                  </a:lnTo>
                  <a:lnTo>
                    <a:pt x="24" y="38"/>
                  </a:lnTo>
                  <a:lnTo>
                    <a:pt x="21" y="42"/>
                  </a:lnTo>
                  <a:lnTo>
                    <a:pt x="21" y="42"/>
                  </a:lnTo>
                  <a:lnTo>
                    <a:pt x="17" y="50"/>
                  </a:lnTo>
                  <a:lnTo>
                    <a:pt x="12" y="56"/>
                  </a:lnTo>
                  <a:lnTo>
                    <a:pt x="1" y="68"/>
                  </a:lnTo>
                  <a:lnTo>
                    <a:pt x="1" y="68"/>
                  </a:lnTo>
                  <a:lnTo>
                    <a:pt x="0" y="70"/>
                  </a:lnTo>
                  <a:lnTo>
                    <a:pt x="0" y="71"/>
                  </a:lnTo>
                  <a:lnTo>
                    <a:pt x="1" y="73"/>
                  </a:lnTo>
                  <a:lnTo>
                    <a:pt x="2" y="74"/>
                  </a:lnTo>
                  <a:lnTo>
                    <a:pt x="6" y="75"/>
                  </a:lnTo>
                  <a:lnTo>
                    <a:pt x="8" y="74"/>
                  </a:lnTo>
                  <a:lnTo>
                    <a:pt x="10" y="73"/>
                  </a:lnTo>
                  <a:lnTo>
                    <a:pt x="10" y="73"/>
                  </a:lnTo>
                  <a:lnTo>
                    <a:pt x="15" y="65"/>
                  </a:lnTo>
                  <a:lnTo>
                    <a:pt x="22" y="57"/>
                  </a:lnTo>
                  <a:lnTo>
                    <a:pt x="28" y="50"/>
                  </a:lnTo>
                  <a:lnTo>
                    <a:pt x="33" y="41"/>
                  </a:lnTo>
                  <a:lnTo>
                    <a:pt x="33" y="41"/>
                  </a:lnTo>
                  <a:lnTo>
                    <a:pt x="35" y="37"/>
                  </a:lnTo>
                  <a:lnTo>
                    <a:pt x="37" y="32"/>
                  </a:lnTo>
                  <a:lnTo>
                    <a:pt x="39" y="23"/>
                  </a:lnTo>
                  <a:lnTo>
                    <a:pt x="39" y="4"/>
                  </a:lnTo>
                  <a:lnTo>
                    <a:pt x="39" y="4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762" name="Freeform 378"/>
            <p:cNvSpPr/>
            <p:nvPr>
              <p:custDataLst>
                <p:tags r:id="rId27"/>
              </p:custDataLst>
            </p:nvPr>
          </p:nvSpPr>
          <p:spPr bwMode="auto">
            <a:xfrm>
              <a:off x="4568825" y="3319463"/>
              <a:ext cx="41275" cy="146050"/>
            </a:xfrm>
            <a:custGeom>
              <a:avLst/>
              <a:gdLst/>
              <a:ahLst/>
              <a:cxnLst>
                <a:cxn ang="0">
                  <a:pos x="72" y="2"/>
                </a:cxn>
                <a:cxn ang="0">
                  <a:pos x="72" y="2"/>
                </a:cxn>
                <a:cxn ang="0">
                  <a:pos x="64" y="16"/>
                </a:cxn>
                <a:cxn ang="0">
                  <a:pos x="58" y="30"/>
                </a:cxn>
                <a:cxn ang="0">
                  <a:pos x="51" y="45"/>
                </a:cxn>
                <a:cxn ang="0">
                  <a:pos x="47" y="60"/>
                </a:cxn>
                <a:cxn ang="0">
                  <a:pos x="40" y="91"/>
                </a:cxn>
                <a:cxn ang="0">
                  <a:pos x="34" y="122"/>
                </a:cxn>
                <a:cxn ang="0">
                  <a:pos x="34" y="122"/>
                </a:cxn>
                <a:cxn ang="0">
                  <a:pos x="26" y="158"/>
                </a:cxn>
                <a:cxn ang="0">
                  <a:pos x="17" y="195"/>
                </a:cxn>
                <a:cxn ang="0">
                  <a:pos x="17" y="195"/>
                </a:cxn>
                <a:cxn ang="0">
                  <a:pos x="12" y="214"/>
                </a:cxn>
                <a:cxn ang="0">
                  <a:pos x="7" y="233"/>
                </a:cxn>
                <a:cxn ang="0">
                  <a:pos x="3" y="251"/>
                </a:cxn>
                <a:cxn ang="0">
                  <a:pos x="1" y="260"/>
                </a:cxn>
                <a:cxn ang="0">
                  <a:pos x="0" y="270"/>
                </a:cxn>
                <a:cxn ang="0">
                  <a:pos x="0" y="270"/>
                </a:cxn>
                <a:cxn ang="0">
                  <a:pos x="0" y="272"/>
                </a:cxn>
                <a:cxn ang="0">
                  <a:pos x="1" y="274"/>
                </a:cxn>
                <a:cxn ang="0">
                  <a:pos x="3" y="274"/>
                </a:cxn>
                <a:cxn ang="0">
                  <a:pos x="5" y="275"/>
                </a:cxn>
                <a:cxn ang="0">
                  <a:pos x="6" y="274"/>
                </a:cxn>
                <a:cxn ang="0">
                  <a:pos x="8" y="274"/>
                </a:cxn>
                <a:cxn ang="0">
                  <a:pos x="9" y="272"/>
                </a:cxn>
                <a:cxn ang="0">
                  <a:pos x="9" y="270"/>
                </a:cxn>
                <a:cxn ang="0">
                  <a:pos x="9" y="270"/>
                </a:cxn>
                <a:cxn ang="0">
                  <a:pos x="10" y="260"/>
                </a:cxn>
                <a:cxn ang="0">
                  <a:pos x="12" y="251"/>
                </a:cxn>
                <a:cxn ang="0">
                  <a:pos x="16" y="234"/>
                </a:cxn>
                <a:cxn ang="0">
                  <a:pos x="21" y="216"/>
                </a:cxn>
                <a:cxn ang="0">
                  <a:pos x="27" y="197"/>
                </a:cxn>
                <a:cxn ang="0">
                  <a:pos x="27" y="197"/>
                </a:cxn>
                <a:cxn ang="0">
                  <a:pos x="40" y="133"/>
                </a:cxn>
                <a:cxn ang="0">
                  <a:pos x="40" y="133"/>
                </a:cxn>
                <a:cxn ang="0">
                  <a:pos x="47" y="100"/>
                </a:cxn>
                <a:cxn ang="0">
                  <a:pos x="55" y="68"/>
                </a:cxn>
                <a:cxn ang="0">
                  <a:pos x="60" y="52"/>
                </a:cxn>
                <a:cxn ang="0">
                  <a:pos x="65" y="36"/>
                </a:cxn>
                <a:cxn ang="0">
                  <a:pos x="72" y="21"/>
                </a:cxn>
                <a:cxn ang="0">
                  <a:pos x="80" y="6"/>
                </a:cxn>
                <a:cxn ang="0">
                  <a:pos x="80" y="6"/>
                </a:cxn>
                <a:cxn ang="0">
                  <a:pos x="80" y="5"/>
                </a:cxn>
                <a:cxn ang="0">
                  <a:pos x="80" y="3"/>
                </a:cxn>
                <a:cxn ang="0">
                  <a:pos x="79" y="2"/>
                </a:cxn>
                <a:cxn ang="0">
                  <a:pos x="78" y="0"/>
                </a:cxn>
                <a:cxn ang="0">
                  <a:pos x="77" y="0"/>
                </a:cxn>
                <a:cxn ang="0">
                  <a:pos x="75" y="0"/>
                </a:cxn>
                <a:cxn ang="0">
                  <a:pos x="73" y="0"/>
                </a:cxn>
                <a:cxn ang="0">
                  <a:pos x="72" y="2"/>
                </a:cxn>
                <a:cxn ang="0">
                  <a:pos x="72" y="2"/>
                </a:cxn>
              </a:cxnLst>
              <a:rect l="0" t="0" r="r" b="b"/>
              <a:pathLst>
                <a:path w="80" h="275">
                  <a:moveTo>
                    <a:pt x="72" y="2"/>
                  </a:moveTo>
                  <a:lnTo>
                    <a:pt x="72" y="2"/>
                  </a:lnTo>
                  <a:lnTo>
                    <a:pt x="64" y="16"/>
                  </a:lnTo>
                  <a:lnTo>
                    <a:pt x="58" y="30"/>
                  </a:lnTo>
                  <a:lnTo>
                    <a:pt x="51" y="45"/>
                  </a:lnTo>
                  <a:lnTo>
                    <a:pt x="47" y="60"/>
                  </a:lnTo>
                  <a:lnTo>
                    <a:pt x="40" y="91"/>
                  </a:lnTo>
                  <a:lnTo>
                    <a:pt x="34" y="122"/>
                  </a:lnTo>
                  <a:lnTo>
                    <a:pt x="34" y="122"/>
                  </a:lnTo>
                  <a:lnTo>
                    <a:pt x="26" y="158"/>
                  </a:lnTo>
                  <a:lnTo>
                    <a:pt x="17" y="195"/>
                  </a:lnTo>
                  <a:lnTo>
                    <a:pt x="17" y="195"/>
                  </a:lnTo>
                  <a:lnTo>
                    <a:pt x="12" y="214"/>
                  </a:lnTo>
                  <a:lnTo>
                    <a:pt x="7" y="233"/>
                  </a:lnTo>
                  <a:lnTo>
                    <a:pt x="3" y="251"/>
                  </a:lnTo>
                  <a:lnTo>
                    <a:pt x="1" y="260"/>
                  </a:lnTo>
                  <a:lnTo>
                    <a:pt x="0" y="270"/>
                  </a:lnTo>
                  <a:lnTo>
                    <a:pt x="0" y="270"/>
                  </a:lnTo>
                  <a:lnTo>
                    <a:pt x="0" y="272"/>
                  </a:lnTo>
                  <a:lnTo>
                    <a:pt x="1" y="274"/>
                  </a:lnTo>
                  <a:lnTo>
                    <a:pt x="3" y="274"/>
                  </a:lnTo>
                  <a:lnTo>
                    <a:pt x="5" y="275"/>
                  </a:lnTo>
                  <a:lnTo>
                    <a:pt x="6" y="274"/>
                  </a:lnTo>
                  <a:lnTo>
                    <a:pt x="8" y="274"/>
                  </a:lnTo>
                  <a:lnTo>
                    <a:pt x="9" y="272"/>
                  </a:lnTo>
                  <a:lnTo>
                    <a:pt x="9" y="270"/>
                  </a:lnTo>
                  <a:lnTo>
                    <a:pt x="9" y="270"/>
                  </a:lnTo>
                  <a:lnTo>
                    <a:pt x="10" y="260"/>
                  </a:lnTo>
                  <a:lnTo>
                    <a:pt x="12" y="251"/>
                  </a:lnTo>
                  <a:lnTo>
                    <a:pt x="16" y="234"/>
                  </a:lnTo>
                  <a:lnTo>
                    <a:pt x="21" y="216"/>
                  </a:lnTo>
                  <a:lnTo>
                    <a:pt x="27" y="197"/>
                  </a:lnTo>
                  <a:lnTo>
                    <a:pt x="27" y="197"/>
                  </a:lnTo>
                  <a:lnTo>
                    <a:pt x="40" y="133"/>
                  </a:lnTo>
                  <a:lnTo>
                    <a:pt x="40" y="133"/>
                  </a:lnTo>
                  <a:lnTo>
                    <a:pt x="47" y="100"/>
                  </a:lnTo>
                  <a:lnTo>
                    <a:pt x="55" y="68"/>
                  </a:lnTo>
                  <a:lnTo>
                    <a:pt x="60" y="52"/>
                  </a:lnTo>
                  <a:lnTo>
                    <a:pt x="65" y="36"/>
                  </a:lnTo>
                  <a:lnTo>
                    <a:pt x="72" y="21"/>
                  </a:lnTo>
                  <a:lnTo>
                    <a:pt x="80" y="6"/>
                  </a:lnTo>
                  <a:lnTo>
                    <a:pt x="80" y="6"/>
                  </a:lnTo>
                  <a:lnTo>
                    <a:pt x="80" y="5"/>
                  </a:lnTo>
                  <a:lnTo>
                    <a:pt x="80" y="3"/>
                  </a:lnTo>
                  <a:lnTo>
                    <a:pt x="79" y="2"/>
                  </a:lnTo>
                  <a:lnTo>
                    <a:pt x="78" y="0"/>
                  </a:lnTo>
                  <a:lnTo>
                    <a:pt x="77" y="0"/>
                  </a:lnTo>
                  <a:lnTo>
                    <a:pt x="75" y="0"/>
                  </a:lnTo>
                  <a:lnTo>
                    <a:pt x="73" y="0"/>
                  </a:lnTo>
                  <a:lnTo>
                    <a:pt x="72" y="2"/>
                  </a:lnTo>
                  <a:lnTo>
                    <a:pt x="72" y="2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763" name="Freeform 379"/>
            <p:cNvSpPr/>
            <p:nvPr>
              <p:custDataLst>
                <p:tags r:id="rId28"/>
              </p:custDataLst>
            </p:nvPr>
          </p:nvSpPr>
          <p:spPr bwMode="auto">
            <a:xfrm>
              <a:off x="4610100" y="3270250"/>
              <a:ext cx="46038" cy="166688"/>
            </a:xfrm>
            <a:custGeom>
              <a:avLst/>
              <a:gdLst/>
              <a:ahLst/>
              <a:cxnLst>
                <a:cxn ang="0">
                  <a:pos x="77" y="3"/>
                </a:cxn>
                <a:cxn ang="0">
                  <a:pos x="77" y="3"/>
                </a:cxn>
                <a:cxn ang="0">
                  <a:pos x="72" y="21"/>
                </a:cxn>
                <a:cxn ang="0">
                  <a:pos x="65" y="38"/>
                </a:cxn>
                <a:cxn ang="0">
                  <a:pos x="58" y="55"/>
                </a:cxn>
                <a:cxn ang="0">
                  <a:pos x="53" y="72"/>
                </a:cxn>
                <a:cxn ang="0">
                  <a:pos x="53" y="72"/>
                </a:cxn>
                <a:cxn ang="0">
                  <a:pos x="31" y="156"/>
                </a:cxn>
                <a:cxn ang="0">
                  <a:pos x="31" y="156"/>
                </a:cxn>
                <a:cxn ang="0">
                  <a:pos x="27" y="177"/>
                </a:cxn>
                <a:cxn ang="0">
                  <a:pos x="24" y="197"/>
                </a:cxn>
                <a:cxn ang="0">
                  <a:pos x="20" y="219"/>
                </a:cxn>
                <a:cxn ang="0">
                  <a:pos x="16" y="240"/>
                </a:cxn>
                <a:cxn ang="0">
                  <a:pos x="16" y="240"/>
                </a:cxn>
                <a:cxn ang="0">
                  <a:pos x="7" y="276"/>
                </a:cxn>
                <a:cxn ang="0">
                  <a:pos x="2" y="293"/>
                </a:cxn>
                <a:cxn ang="0">
                  <a:pos x="0" y="313"/>
                </a:cxn>
                <a:cxn ang="0">
                  <a:pos x="0" y="313"/>
                </a:cxn>
                <a:cxn ang="0">
                  <a:pos x="1" y="315"/>
                </a:cxn>
                <a:cxn ang="0">
                  <a:pos x="1" y="316"/>
                </a:cxn>
                <a:cxn ang="0">
                  <a:pos x="3" y="317"/>
                </a:cxn>
                <a:cxn ang="0">
                  <a:pos x="6" y="317"/>
                </a:cxn>
                <a:cxn ang="0">
                  <a:pos x="7" y="317"/>
                </a:cxn>
                <a:cxn ang="0">
                  <a:pos x="9" y="316"/>
                </a:cxn>
                <a:cxn ang="0">
                  <a:pos x="10" y="315"/>
                </a:cxn>
                <a:cxn ang="0">
                  <a:pos x="10" y="313"/>
                </a:cxn>
                <a:cxn ang="0">
                  <a:pos x="10" y="313"/>
                </a:cxn>
                <a:cxn ang="0">
                  <a:pos x="11" y="303"/>
                </a:cxn>
                <a:cxn ang="0">
                  <a:pos x="13" y="292"/>
                </a:cxn>
                <a:cxn ang="0">
                  <a:pos x="17" y="273"/>
                </a:cxn>
                <a:cxn ang="0">
                  <a:pos x="27" y="234"/>
                </a:cxn>
                <a:cxn ang="0">
                  <a:pos x="27" y="234"/>
                </a:cxn>
                <a:cxn ang="0">
                  <a:pos x="31" y="215"/>
                </a:cxn>
                <a:cxn ang="0">
                  <a:pos x="34" y="196"/>
                </a:cxn>
                <a:cxn ang="0">
                  <a:pos x="36" y="177"/>
                </a:cxn>
                <a:cxn ang="0">
                  <a:pos x="41" y="158"/>
                </a:cxn>
                <a:cxn ang="0">
                  <a:pos x="41" y="158"/>
                </a:cxn>
                <a:cxn ang="0">
                  <a:pos x="60" y="84"/>
                </a:cxn>
                <a:cxn ang="0">
                  <a:pos x="60" y="84"/>
                </a:cxn>
                <a:cxn ang="0">
                  <a:pos x="66" y="64"/>
                </a:cxn>
                <a:cxn ang="0">
                  <a:pos x="73" y="44"/>
                </a:cxn>
                <a:cxn ang="0">
                  <a:pos x="80" y="26"/>
                </a:cxn>
                <a:cxn ang="0">
                  <a:pos x="86" y="6"/>
                </a:cxn>
                <a:cxn ang="0">
                  <a:pos x="86" y="6"/>
                </a:cxn>
                <a:cxn ang="0">
                  <a:pos x="86" y="4"/>
                </a:cxn>
                <a:cxn ang="0">
                  <a:pos x="85" y="2"/>
                </a:cxn>
                <a:cxn ang="0">
                  <a:pos x="84" y="1"/>
                </a:cxn>
                <a:cxn ang="0">
                  <a:pos x="82" y="0"/>
                </a:cxn>
                <a:cxn ang="0">
                  <a:pos x="81" y="0"/>
                </a:cxn>
                <a:cxn ang="0">
                  <a:pos x="79" y="0"/>
                </a:cxn>
                <a:cxn ang="0">
                  <a:pos x="78" y="1"/>
                </a:cxn>
                <a:cxn ang="0">
                  <a:pos x="77" y="3"/>
                </a:cxn>
                <a:cxn ang="0">
                  <a:pos x="77" y="3"/>
                </a:cxn>
              </a:cxnLst>
              <a:rect l="0" t="0" r="r" b="b"/>
              <a:pathLst>
                <a:path w="86" h="317">
                  <a:moveTo>
                    <a:pt x="77" y="3"/>
                  </a:moveTo>
                  <a:lnTo>
                    <a:pt x="77" y="3"/>
                  </a:lnTo>
                  <a:lnTo>
                    <a:pt x="72" y="21"/>
                  </a:lnTo>
                  <a:lnTo>
                    <a:pt x="65" y="38"/>
                  </a:lnTo>
                  <a:lnTo>
                    <a:pt x="58" y="55"/>
                  </a:lnTo>
                  <a:lnTo>
                    <a:pt x="53" y="72"/>
                  </a:lnTo>
                  <a:lnTo>
                    <a:pt x="53" y="72"/>
                  </a:lnTo>
                  <a:lnTo>
                    <a:pt x="31" y="156"/>
                  </a:lnTo>
                  <a:lnTo>
                    <a:pt x="31" y="156"/>
                  </a:lnTo>
                  <a:lnTo>
                    <a:pt x="27" y="177"/>
                  </a:lnTo>
                  <a:lnTo>
                    <a:pt x="24" y="197"/>
                  </a:lnTo>
                  <a:lnTo>
                    <a:pt x="20" y="219"/>
                  </a:lnTo>
                  <a:lnTo>
                    <a:pt x="16" y="240"/>
                  </a:lnTo>
                  <a:lnTo>
                    <a:pt x="16" y="240"/>
                  </a:lnTo>
                  <a:lnTo>
                    <a:pt x="7" y="276"/>
                  </a:lnTo>
                  <a:lnTo>
                    <a:pt x="2" y="293"/>
                  </a:lnTo>
                  <a:lnTo>
                    <a:pt x="0" y="313"/>
                  </a:lnTo>
                  <a:lnTo>
                    <a:pt x="0" y="313"/>
                  </a:lnTo>
                  <a:lnTo>
                    <a:pt x="1" y="315"/>
                  </a:lnTo>
                  <a:lnTo>
                    <a:pt x="1" y="316"/>
                  </a:lnTo>
                  <a:lnTo>
                    <a:pt x="3" y="317"/>
                  </a:lnTo>
                  <a:lnTo>
                    <a:pt x="6" y="317"/>
                  </a:lnTo>
                  <a:lnTo>
                    <a:pt x="7" y="317"/>
                  </a:lnTo>
                  <a:lnTo>
                    <a:pt x="9" y="316"/>
                  </a:lnTo>
                  <a:lnTo>
                    <a:pt x="10" y="315"/>
                  </a:lnTo>
                  <a:lnTo>
                    <a:pt x="10" y="313"/>
                  </a:lnTo>
                  <a:lnTo>
                    <a:pt x="10" y="313"/>
                  </a:lnTo>
                  <a:lnTo>
                    <a:pt x="11" y="303"/>
                  </a:lnTo>
                  <a:lnTo>
                    <a:pt x="13" y="292"/>
                  </a:lnTo>
                  <a:lnTo>
                    <a:pt x="17" y="273"/>
                  </a:lnTo>
                  <a:lnTo>
                    <a:pt x="27" y="234"/>
                  </a:lnTo>
                  <a:lnTo>
                    <a:pt x="27" y="234"/>
                  </a:lnTo>
                  <a:lnTo>
                    <a:pt x="31" y="215"/>
                  </a:lnTo>
                  <a:lnTo>
                    <a:pt x="34" y="196"/>
                  </a:lnTo>
                  <a:lnTo>
                    <a:pt x="36" y="177"/>
                  </a:lnTo>
                  <a:lnTo>
                    <a:pt x="41" y="158"/>
                  </a:lnTo>
                  <a:lnTo>
                    <a:pt x="41" y="158"/>
                  </a:lnTo>
                  <a:lnTo>
                    <a:pt x="60" y="84"/>
                  </a:lnTo>
                  <a:lnTo>
                    <a:pt x="60" y="84"/>
                  </a:lnTo>
                  <a:lnTo>
                    <a:pt x="66" y="64"/>
                  </a:lnTo>
                  <a:lnTo>
                    <a:pt x="73" y="44"/>
                  </a:lnTo>
                  <a:lnTo>
                    <a:pt x="80" y="26"/>
                  </a:lnTo>
                  <a:lnTo>
                    <a:pt x="86" y="6"/>
                  </a:lnTo>
                  <a:lnTo>
                    <a:pt x="86" y="6"/>
                  </a:lnTo>
                  <a:lnTo>
                    <a:pt x="86" y="4"/>
                  </a:lnTo>
                  <a:lnTo>
                    <a:pt x="85" y="2"/>
                  </a:lnTo>
                  <a:lnTo>
                    <a:pt x="84" y="1"/>
                  </a:lnTo>
                  <a:lnTo>
                    <a:pt x="82" y="0"/>
                  </a:lnTo>
                  <a:lnTo>
                    <a:pt x="81" y="0"/>
                  </a:lnTo>
                  <a:lnTo>
                    <a:pt x="79" y="0"/>
                  </a:lnTo>
                  <a:lnTo>
                    <a:pt x="78" y="1"/>
                  </a:lnTo>
                  <a:lnTo>
                    <a:pt x="77" y="3"/>
                  </a:lnTo>
                  <a:lnTo>
                    <a:pt x="77" y="3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764" name="Freeform 380"/>
            <p:cNvSpPr/>
            <p:nvPr>
              <p:custDataLst>
                <p:tags r:id="rId29"/>
              </p:custDataLst>
            </p:nvPr>
          </p:nvSpPr>
          <p:spPr bwMode="auto">
            <a:xfrm>
              <a:off x="4660900" y="3228975"/>
              <a:ext cx="38100" cy="158750"/>
            </a:xfrm>
            <a:custGeom>
              <a:avLst/>
              <a:gdLst/>
              <a:ahLst/>
              <a:cxnLst>
                <a:cxn ang="0">
                  <a:pos x="62" y="5"/>
                </a:cxn>
                <a:cxn ang="0">
                  <a:pos x="62" y="5"/>
                </a:cxn>
                <a:cxn ang="0">
                  <a:pos x="59" y="23"/>
                </a:cxn>
                <a:cxn ang="0">
                  <a:pos x="56" y="43"/>
                </a:cxn>
                <a:cxn ang="0">
                  <a:pos x="46" y="80"/>
                </a:cxn>
                <a:cxn ang="0">
                  <a:pos x="46" y="80"/>
                </a:cxn>
                <a:cxn ang="0">
                  <a:pos x="35" y="117"/>
                </a:cxn>
                <a:cxn ang="0">
                  <a:pos x="31" y="136"/>
                </a:cxn>
                <a:cxn ang="0">
                  <a:pos x="27" y="155"/>
                </a:cxn>
                <a:cxn ang="0">
                  <a:pos x="27" y="155"/>
                </a:cxn>
                <a:cxn ang="0">
                  <a:pos x="20" y="189"/>
                </a:cxn>
                <a:cxn ang="0">
                  <a:pos x="13" y="224"/>
                </a:cxn>
                <a:cxn ang="0">
                  <a:pos x="6" y="259"/>
                </a:cxn>
                <a:cxn ang="0">
                  <a:pos x="2" y="276"/>
                </a:cxn>
                <a:cxn ang="0">
                  <a:pos x="0" y="294"/>
                </a:cxn>
                <a:cxn ang="0">
                  <a:pos x="0" y="294"/>
                </a:cxn>
                <a:cxn ang="0">
                  <a:pos x="0" y="296"/>
                </a:cxn>
                <a:cxn ang="0">
                  <a:pos x="1" y="297"/>
                </a:cxn>
                <a:cxn ang="0">
                  <a:pos x="3" y="298"/>
                </a:cxn>
                <a:cxn ang="0">
                  <a:pos x="4" y="298"/>
                </a:cxn>
                <a:cxn ang="0">
                  <a:pos x="8" y="297"/>
                </a:cxn>
                <a:cxn ang="0">
                  <a:pos x="10" y="296"/>
                </a:cxn>
                <a:cxn ang="0">
                  <a:pos x="10" y="294"/>
                </a:cxn>
                <a:cxn ang="0">
                  <a:pos x="10" y="294"/>
                </a:cxn>
                <a:cxn ang="0">
                  <a:pos x="13" y="274"/>
                </a:cxn>
                <a:cxn ang="0">
                  <a:pos x="16" y="255"/>
                </a:cxn>
                <a:cxn ang="0">
                  <a:pos x="24" y="216"/>
                </a:cxn>
                <a:cxn ang="0">
                  <a:pos x="24" y="216"/>
                </a:cxn>
                <a:cxn ang="0">
                  <a:pos x="31" y="177"/>
                </a:cxn>
                <a:cxn ang="0">
                  <a:pos x="35" y="159"/>
                </a:cxn>
                <a:cxn ang="0">
                  <a:pos x="41" y="140"/>
                </a:cxn>
                <a:cxn ang="0">
                  <a:pos x="41" y="140"/>
                </a:cxn>
                <a:cxn ang="0">
                  <a:pos x="46" y="122"/>
                </a:cxn>
                <a:cxn ang="0">
                  <a:pos x="50" y="103"/>
                </a:cxn>
                <a:cxn ang="0">
                  <a:pos x="55" y="84"/>
                </a:cxn>
                <a:cxn ang="0">
                  <a:pos x="59" y="66"/>
                </a:cxn>
                <a:cxn ang="0">
                  <a:pos x="59" y="66"/>
                </a:cxn>
                <a:cxn ang="0">
                  <a:pos x="63" y="51"/>
                </a:cxn>
                <a:cxn ang="0">
                  <a:pos x="68" y="36"/>
                </a:cxn>
                <a:cxn ang="0">
                  <a:pos x="70" y="20"/>
                </a:cxn>
                <a:cxn ang="0">
                  <a:pos x="72" y="5"/>
                </a:cxn>
                <a:cxn ang="0">
                  <a:pos x="72" y="5"/>
                </a:cxn>
                <a:cxn ang="0">
                  <a:pos x="72" y="3"/>
                </a:cxn>
                <a:cxn ang="0">
                  <a:pos x="71" y="2"/>
                </a:cxn>
                <a:cxn ang="0">
                  <a:pos x="69" y="1"/>
                </a:cxn>
                <a:cxn ang="0">
                  <a:pos x="68" y="0"/>
                </a:cxn>
                <a:cxn ang="0">
                  <a:pos x="65" y="1"/>
                </a:cxn>
                <a:cxn ang="0">
                  <a:pos x="63" y="2"/>
                </a:cxn>
                <a:cxn ang="0">
                  <a:pos x="62" y="3"/>
                </a:cxn>
                <a:cxn ang="0">
                  <a:pos x="62" y="5"/>
                </a:cxn>
                <a:cxn ang="0">
                  <a:pos x="62" y="5"/>
                </a:cxn>
              </a:cxnLst>
              <a:rect l="0" t="0" r="r" b="b"/>
              <a:pathLst>
                <a:path w="72" h="298">
                  <a:moveTo>
                    <a:pt x="62" y="5"/>
                  </a:moveTo>
                  <a:lnTo>
                    <a:pt x="62" y="5"/>
                  </a:lnTo>
                  <a:lnTo>
                    <a:pt x="59" y="23"/>
                  </a:lnTo>
                  <a:lnTo>
                    <a:pt x="56" y="43"/>
                  </a:lnTo>
                  <a:lnTo>
                    <a:pt x="46" y="80"/>
                  </a:lnTo>
                  <a:lnTo>
                    <a:pt x="46" y="80"/>
                  </a:lnTo>
                  <a:lnTo>
                    <a:pt x="35" y="117"/>
                  </a:lnTo>
                  <a:lnTo>
                    <a:pt x="31" y="136"/>
                  </a:lnTo>
                  <a:lnTo>
                    <a:pt x="27" y="155"/>
                  </a:lnTo>
                  <a:lnTo>
                    <a:pt x="27" y="155"/>
                  </a:lnTo>
                  <a:lnTo>
                    <a:pt x="20" y="189"/>
                  </a:lnTo>
                  <a:lnTo>
                    <a:pt x="13" y="224"/>
                  </a:lnTo>
                  <a:lnTo>
                    <a:pt x="6" y="259"/>
                  </a:lnTo>
                  <a:lnTo>
                    <a:pt x="2" y="276"/>
                  </a:lnTo>
                  <a:lnTo>
                    <a:pt x="0" y="294"/>
                  </a:lnTo>
                  <a:lnTo>
                    <a:pt x="0" y="294"/>
                  </a:lnTo>
                  <a:lnTo>
                    <a:pt x="0" y="296"/>
                  </a:lnTo>
                  <a:lnTo>
                    <a:pt x="1" y="297"/>
                  </a:lnTo>
                  <a:lnTo>
                    <a:pt x="3" y="298"/>
                  </a:lnTo>
                  <a:lnTo>
                    <a:pt x="4" y="298"/>
                  </a:lnTo>
                  <a:lnTo>
                    <a:pt x="8" y="297"/>
                  </a:lnTo>
                  <a:lnTo>
                    <a:pt x="10" y="296"/>
                  </a:lnTo>
                  <a:lnTo>
                    <a:pt x="10" y="294"/>
                  </a:lnTo>
                  <a:lnTo>
                    <a:pt x="10" y="294"/>
                  </a:lnTo>
                  <a:lnTo>
                    <a:pt x="13" y="274"/>
                  </a:lnTo>
                  <a:lnTo>
                    <a:pt x="16" y="255"/>
                  </a:lnTo>
                  <a:lnTo>
                    <a:pt x="24" y="216"/>
                  </a:lnTo>
                  <a:lnTo>
                    <a:pt x="24" y="216"/>
                  </a:lnTo>
                  <a:lnTo>
                    <a:pt x="31" y="177"/>
                  </a:lnTo>
                  <a:lnTo>
                    <a:pt x="35" y="159"/>
                  </a:lnTo>
                  <a:lnTo>
                    <a:pt x="41" y="140"/>
                  </a:lnTo>
                  <a:lnTo>
                    <a:pt x="41" y="140"/>
                  </a:lnTo>
                  <a:lnTo>
                    <a:pt x="46" y="122"/>
                  </a:lnTo>
                  <a:lnTo>
                    <a:pt x="50" y="103"/>
                  </a:lnTo>
                  <a:lnTo>
                    <a:pt x="55" y="84"/>
                  </a:lnTo>
                  <a:lnTo>
                    <a:pt x="59" y="66"/>
                  </a:lnTo>
                  <a:lnTo>
                    <a:pt x="59" y="66"/>
                  </a:lnTo>
                  <a:lnTo>
                    <a:pt x="63" y="51"/>
                  </a:lnTo>
                  <a:lnTo>
                    <a:pt x="68" y="36"/>
                  </a:lnTo>
                  <a:lnTo>
                    <a:pt x="70" y="20"/>
                  </a:lnTo>
                  <a:lnTo>
                    <a:pt x="72" y="5"/>
                  </a:lnTo>
                  <a:lnTo>
                    <a:pt x="72" y="5"/>
                  </a:lnTo>
                  <a:lnTo>
                    <a:pt x="72" y="3"/>
                  </a:lnTo>
                  <a:lnTo>
                    <a:pt x="71" y="2"/>
                  </a:lnTo>
                  <a:lnTo>
                    <a:pt x="69" y="1"/>
                  </a:lnTo>
                  <a:lnTo>
                    <a:pt x="68" y="0"/>
                  </a:lnTo>
                  <a:lnTo>
                    <a:pt x="65" y="1"/>
                  </a:lnTo>
                  <a:lnTo>
                    <a:pt x="63" y="2"/>
                  </a:lnTo>
                  <a:lnTo>
                    <a:pt x="62" y="3"/>
                  </a:lnTo>
                  <a:lnTo>
                    <a:pt x="62" y="5"/>
                  </a:lnTo>
                  <a:lnTo>
                    <a:pt x="62" y="5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765" name="Freeform 381"/>
            <p:cNvSpPr/>
            <p:nvPr>
              <p:custDataLst>
                <p:tags r:id="rId30"/>
              </p:custDataLst>
            </p:nvPr>
          </p:nvSpPr>
          <p:spPr bwMode="auto">
            <a:xfrm>
              <a:off x="4719638" y="3197225"/>
              <a:ext cx="39688" cy="139700"/>
            </a:xfrm>
            <a:custGeom>
              <a:avLst/>
              <a:gdLst/>
              <a:ahLst/>
              <a:cxnLst>
                <a:cxn ang="0">
                  <a:pos x="66" y="3"/>
                </a:cxn>
                <a:cxn ang="0">
                  <a:pos x="66" y="3"/>
                </a:cxn>
                <a:cxn ang="0">
                  <a:pos x="55" y="28"/>
                </a:cxn>
                <a:cxn ang="0">
                  <a:pos x="49" y="40"/>
                </a:cxn>
                <a:cxn ang="0">
                  <a:pos x="44" y="53"/>
                </a:cxn>
                <a:cxn ang="0">
                  <a:pos x="44" y="53"/>
                </a:cxn>
                <a:cxn ang="0">
                  <a:pos x="39" y="72"/>
                </a:cxn>
                <a:cxn ang="0">
                  <a:pos x="35" y="91"/>
                </a:cxn>
                <a:cxn ang="0">
                  <a:pos x="31" y="109"/>
                </a:cxn>
                <a:cxn ang="0">
                  <a:pos x="26" y="128"/>
                </a:cxn>
                <a:cxn ang="0">
                  <a:pos x="26" y="128"/>
                </a:cxn>
                <a:cxn ang="0">
                  <a:pos x="22" y="144"/>
                </a:cxn>
                <a:cxn ang="0">
                  <a:pos x="18" y="160"/>
                </a:cxn>
                <a:cxn ang="0">
                  <a:pos x="15" y="176"/>
                </a:cxn>
                <a:cxn ang="0">
                  <a:pos x="12" y="193"/>
                </a:cxn>
                <a:cxn ang="0">
                  <a:pos x="12" y="193"/>
                </a:cxn>
                <a:cxn ang="0">
                  <a:pos x="5" y="227"/>
                </a:cxn>
                <a:cxn ang="0">
                  <a:pos x="2" y="243"/>
                </a:cxn>
                <a:cxn ang="0">
                  <a:pos x="0" y="260"/>
                </a:cxn>
                <a:cxn ang="0">
                  <a:pos x="0" y="260"/>
                </a:cxn>
                <a:cxn ang="0">
                  <a:pos x="0" y="262"/>
                </a:cxn>
                <a:cxn ang="0">
                  <a:pos x="1" y="263"/>
                </a:cxn>
                <a:cxn ang="0">
                  <a:pos x="2" y="264"/>
                </a:cxn>
                <a:cxn ang="0">
                  <a:pos x="4" y="264"/>
                </a:cxn>
                <a:cxn ang="0">
                  <a:pos x="7" y="263"/>
                </a:cxn>
                <a:cxn ang="0">
                  <a:pos x="8" y="262"/>
                </a:cxn>
                <a:cxn ang="0">
                  <a:pos x="9" y="260"/>
                </a:cxn>
                <a:cxn ang="0">
                  <a:pos x="9" y="260"/>
                </a:cxn>
                <a:cxn ang="0">
                  <a:pos x="12" y="241"/>
                </a:cxn>
                <a:cxn ang="0">
                  <a:pos x="15" y="224"/>
                </a:cxn>
                <a:cxn ang="0">
                  <a:pos x="24" y="188"/>
                </a:cxn>
                <a:cxn ang="0">
                  <a:pos x="24" y="188"/>
                </a:cxn>
                <a:cxn ang="0">
                  <a:pos x="30" y="155"/>
                </a:cxn>
                <a:cxn ang="0">
                  <a:pos x="33" y="138"/>
                </a:cxn>
                <a:cxn ang="0">
                  <a:pos x="37" y="123"/>
                </a:cxn>
                <a:cxn ang="0">
                  <a:pos x="37" y="123"/>
                </a:cxn>
                <a:cxn ang="0">
                  <a:pos x="45" y="89"/>
                </a:cxn>
                <a:cxn ang="0">
                  <a:pos x="54" y="55"/>
                </a:cxn>
                <a:cxn ang="0">
                  <a:pos x="54" y="55"/>
                </a:cxn>
                <a:cxn ang="0">
                  <a:pos x="59" y="43"/>
                </a:cxn>
                <a:cxn ang="0">
                  <a:pos x="64" y="31"/>
                </a:cxn>
                <a:cxn ang="0">
                  <a:pos x="75" y="5"/>
                </a:cxn>
                <a:cxn ang="0">
                  <a:pos x="75" y="5"/>
                </a:cxn>
                <a:cxn ang="0">
                  <a:pos x="75" y="4"/>
                </a:cxn>
                <a:cxn ang="0">
                  <a:pos x="75" y="2"/>
                </a:cxn>
                <a:cxn ang="0">
                  <a:pos x="74" y="1"/>
                </a:cxn>
                <a:cxn ang="0">
                  <a:pos x="72" y="0"/>
                </a:cxn>
                <a:cxn ang="0">
                  <a:pos x="69" y="0"/>
                </a:cxn>
                <a:cxn ang="0">
                  <a:pos x="67" y="1"/>
                </a:cxn>
                <a:cxn ang="0">
                  <a:pos x="66" y="3"/>
                </a:cxn>
                <a:cxn ang="0">
                  <a:pos x="66" y="3"/>
                </a:cxn>
              </a:cxnLst>
              <a:rect l="0" t="0" r="r" b="b"/>
              <a:pathLst>
                <a:path w="75" h="264">
                  <a:moveTo>
                    <a:pt x="66" y="3"/>
                  </a:moveTo>
                  <a:lnTo>
                    <a:pt x="66" y="3"/>
                  </a:lnTo>
                  <a:lnTo>
                    <a:pt x="55" y="28"/>
                  </a:lnTo>
                  <a:lnTo>
                    <a:pt x="49" y="40"/>
                  </a:lnTo>
                  <a:lnTo>
                    <a:pt x="44" y="53"/>
                  </a:lnTo>
                  <a:lnTo>
                    <a:pt x="44" y="53"/>
                  </a:lnTo>
                  <a:lnTo>
                    <a:pt x="39" y="72"/>
                  </a:lnTo>
                  <a:lnTo>
                    <a:pt x="35" y="91"/>
                  </a:lnTo>
                  <a:lnTo>
                    <a:pt x="31" y="109"/>
                  </a:lnTo>
                  <a:lnTo>
                    <a:pt x="26" y="128"/>
                  </a:lnTo>
                  <a:lnTo>
                    <a:pt x="26" y="128"/>
                  </a:lnTo>
                  <a:lnTo>
                    <a:pt x="22" y="144"/>
                  </a:lnTo>
                  <a:lnTo>
                    <a:pt x="18" y="160"/>
                  </a:lnTo>
                  <a:lnTo>
                    <a:pt x="15" y="176"/>
                  </a:lnTo>
                  <a:lnTo>
                    <a:pt x="12" y="193"/>
                  </a:lnTo>
                  <a:lnTo>
                    <a:pt x="12" y="193"/>
                  </a:lnTo>
                  <a:lnTo>
                    <a:pt x="5" y="227"/>
                  </a:lnTo>
                  <a:lnTo>
                    <a:pt x="2" y="243"/>
                  </a:lnTo>
                  <a:lnTo>
                    <a:pt x="0" y="260"/>
                  </a:lnTo>
                  <a:lnTo>
                    <a:pt x="0" y="260"/>
                  </a:lnTo>
                  <a:lnTo>
                    <a:pt x="0" y="262"/>
                  </a:lnTo>
                  <a:lnTo>
                    <a:pt x="1" y="263"/>
                  </a:lnTo>
                  <a:lnTo>
                    <a:pt x="2" y="264"/>
                  </a:lnTo>
                  <a:lnTo>
                    <a:pt x="4" y="264"/>
                  </a:lnTo>
                  <a:lnTo>
                    <a:pt x="7" y="263"/>
                  </a:lnTo>
                  <a:lnTo>
                    <a:pt x="8" y="262"/>
                  </a:lnTo>
                  <a:lnTo>
                    <a:pt x="9" y="260"/>
                  </a:lnTo>
                  <a:lnTo>
                    <a:pt x="9" y="260"/>
                  </a:lnTo>
                  <a:lnTo>
                    <a:pt x="12" y="241"/>
                  </a:lnTo>
                  <a:lnTo>
                    <a:pt x="15" y="224"/>
                  </a:lnTo>
                  <a:lnTo>
                    <a:pt x="24" y="188"/>
                  </a:lnTo>
                  <a:lnTo>
                    <a:pt x="24" y="188"/>
                  </a:lnTo>
                  <a:lnTo>
                    <a:pt x="30" y="155"/>
                  </a:lnTo>
                  <a:lnTo>
                    <a:pt x="33" y="138"/>
                  </a:lnTo>
                  <a:lnTo>
                    <a:pt x="37" y="123"/>
                  </a:lnTo>
                  <a:lnTo>
                    <a:pt x="37" y="123"/>
                  </a:lnTo>
                  <a:lnTo>
                    <a:pt x="45" y="89"/>
                  </a:lnTo>
                  <a:lnTo>
                    <a:pt x="54" y="55"/>
                  </a:lnTo>
                  <a:lnTo>
                    <a:pt x="54" y="55"/>
                  </a:lnTo>
                  <a:lnTo>
                    <a:pt x="59" y="43"/>
                  </a:lnTo>
                  <a:lnTo>
                    <a:pt x="64" y="31"/>
                  </a:lnTo>
                  <a:lnTo>
                    <a:pt x="75" y="5"/>
                  </a:lnTo>
                  <a:lnTo>
                    <a:pt x="75" y="5"/>
                  </a:lnTo>
                  <a:lnTo>
                    <a:pt x="75" y="4"/>
                  </a:lnTo>
                  <a:lnTo>
                    <a:pt x="75" y="2"/>
                  </a:lnTo>
                  <a:lnTo>
                    <a:pt x="74" y="1"/>
                  </a:lnTo>
                  <a:lnTo>
                    <a:pt x="72" y="0"/>
                  </a:lnTo>
                  <a:lnTo>
                    <a:pt x="69" y="0"/>
                  </a:lnTo>
                  <a:lnTo>
                    <a:pt x="67" y="1"/>
                  </a:lnTo>
                  <a:lnTo>
                    <a:pt x="66" y="3"/>
                  </a:lnTo>
                  <a:lnTo>
                    <a:pt x="66" y="3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766" name="Freeform 382"/>
            <p:cNvSpPr/>
            <p:nvPr>
              <p:custDataLst>
                <p:tags r:id="rId31"/>
              </p:custDataLst>
            </p:nvPr>
          </p:nvSpPr>
          <p:spPr bwMode="auto">
            <a:xfrm>
              <a:off x="4773613" y="3186113"/>
              <a:ext cx="34925" cy="101600"/>
            </a:xfrm>
            <a:custGeom>
              <a:avLst/>
              <a:gdLst/>
              <a:ahLst/>
              <a:cxnLst>
                <a:cxn ang="0">
                  <a:pos x="59" y="4"/>
                </a:cxn>
                <a:cxn ang="0">
                  <a:pos x="59" y="4"/>
                </a:cxn>
                <a:cxn ang="0">
                  <a:pos x="57" y="11"/>
                </a:cxn>
                <a:cxn ang="0">
                  <a:pos x="53" y="18"/>
                </a:cxn>
                <a:cxn ang="0">
                  <a:pos x="46" y="31"/>
                </a:cxn>
                <a:cxn ang="0">
                  <a:pos x="46" y="31"/>
                </a:cxn>
                <a:cxn ang="0">
                  <a:pos x="42" y="36"/>
                </a:cxn>
                <a:cxn ang="0">
                  <a:pos x="41" y="42"/>
                </a:cxn>
                <a:cxn ang="0">
                  <a:pos x="40" y="54"/>
                </a:cxn>
                <a:cxn ang="0">
                  <a:pos x="40" y="54"/>
                </a:cxn>
                <a:cxn ang="0">
                  <a:pos x="36" y="74"/>
                </a:cxn>
                <a:cxn ang="0">
                  <a:pos x="31" y="93"/>
                </a:cxn>
                <a:cxn ang="0">
                  <a:pos x="18" y="132"/>
                </a:cxn>
                <a:cxn ang="0">
                  <a:pos x="18" y="132"/>
                </a:cxn>
                <a:cxn ang="0">
                  <a:pos x="10" y="153"/>
                </a:cxn>
                <a:cxn ang="0">
                  <a:pos x="2" y="174"/>
                </a:cxn>
                <a:cxn ang="0">
                  <a:pos x="2" y="174"/>
                </a:cxn>
                <a:cxn ang="0">
                  <a:pos x="1" y="178"/>
                </a:cxn>
                <a:cxn ang="0">
                  <a:pos x="0" y="182"/>
                </a:cxn>
                <a:cxn ang="0">
                  <a:pos x="1" y="186"/>
                </a:cxn>
                <a:cxn ang="0">
                  <a:pos x="4" y="189"/>
                </a:cxn>
                <a:cxn ang="0">
                  <a:pos x="4" y="189"/>
                </a:cxn>
                <a:cxn ang="0">
                  <a:pos x="6" y="190"/>
                </a:cxn>
                <a:cxn ang="0">
                  <a:pos x="7" y="190"/>
                </a:cxn>
                <a:cxn ang="0">
                  <a:pos x="9" y="189"/>
                </a:cxn>
                <a:cxn ang="0">
                  <a:pos x="10" y="188"/>
                </a:cxn>
                <a:cxn ang="0">
                  <a:pos x="10" y="185"/>
                </a:cxn>
                <a:cxn ang="0">
                  <a:pos x="10" y="183"/>
                </a:cxn>
                <a:cxn ang="0">
                  <a:pos x="9" y="181"/>
                </a:cxn>
                <a:cxn ang="0">
                  <a:pos x="9" y="181"/>
                </a:cxn>
                <a:cxn ang="0">
                  <a:pos x="9" y="180"/>
                </a:cxn>
                <a:cxn ang="0">
                  <a:pos x="10" y="178"/>
                </a:cxn>
                <a:cxn ang="0">
                  <a:pos x="14" y="170"/>
                </a:cxn>
                <a:cxn ang="0">
                  <a:pos x="19" y="163"/>
                </a:cxn>
                <a:cxn ang="0">
                  <a:pos x="21" y="158"/>
                </a:cxn>
                <a:cxn ang="0">
                  <a:pos x="21" y="158"/>
                </a:cxn>
                <a:cxn ang="0">
                  <a:pos x="24" y="144"/>
                </a:cxn>
                <a:cxn ang="0">
                  <a:pos x="28" y="130"/>
                </a:cxn>
                <a:cxn ang="0">
                  <a:pos x="38" y="102"/>
                </a:cxn>
                <a:cxn ang="0">
                  <a:pos x="38" y="102"/>
                </a:cxn>
                <a:cxn ang="0">
                  <a:pos x="42" y="89"/>
                </a:cxn>
                <a:cxn ang="0">
                  <a:pos x="46" y="75"/>
                </a:cxn>
                <a:cxn ang="0">
                  <a:pos x="51" y="48"/>
                </a:cxn>
                <a:cxn ang="0">
                  <a:pos x="51" y="48"/>
                </a:cxn>
                <a:cxn ang="0">
                  <a:pos x="52" y="42"/>
                </a:cxn>
                <a:cxn ang="0">
                  <a:pos x="54" y="37"/>
                </a:cxn>
                <a:cxn ang="0">
                  <a:pos x="59" y="27"/>
                </a:cxn>
                <a:cxn ang="0">
                  <a:pos x="64" y="18"/>
                </a:cxn>
                <a:cxn ang="0">
                  <a:pos x="66" y="11"/>
                </a:cxn>
                <a:cxn ang="0">
                  <a:pos x="68" y="6"/>
                </a:cxn>
                <a:cxn ang="0">
                  <a:pos x="68" y="6"/>
                </a:cxn>
                <a:cxn ang="0">
                  <a:pos x="68" y="4"/>
                </a:cxn>
                <a:cxn ang="0">
                  <a:pos x="67" y="2"/>
                </a:cxn>
                <a:cxn ang="0">
                  <a:pos x="64" y="1"/>
                </a:cxn>
                <a:cxn ang="0">
                  <a:pos x="62" y="0"/>
                </a:cxn>
                <a:cxn ang="0">
                  <a:pos x="61" y="1"/>
                </a:cxn>
                <a:cxn ang="0">
                  <a:pos x="60" y="2"/>
                </a:cxn>
                <a:cxn ang="0">
                  <a:pos x="59" y="4"/>
                </a:cxn>
                <a:cxn ang="0">
                  <a:pos x="59" y="4"/>
                </a:cxn>
              </a:cxnLst>
              <a:rect l="0" t="0" r="r" b="b"/>
              <a:pathLst>
                <a:path w="68" h="190">
                  <a:moveTo>
                    <a:pt x="59" y="4"/>
                  </a:moveTo>
                  <a:lnTo>
                    <a:pt x="59" y="4"/>
                  </a:lnTo>
                  <a:lnTo>
                    <a:pt x="57" y="11"/>
                  </a:lnTo>
                  <a:lnTo>
                    <a:pt x="53" y="18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2" y="36"/>
                  </a:lnTo>
                  <a:lnTo>
                    <a:pt x="41" y="42"/>
                  </a:lnTo>
                  <a:lnTo>
                    <a:pt x="40" y="54"/>
                  </a:lnTo>
                  <a:lnTo>
                    <a:pt x="40" y="54"/>
                  </a:lnTo>
                  <a:lnTo>
                    <a:pt x="36" y="74"/>
                  </a:lnTo>
                  <a:lnTo>
                    <a:pt x="31" y="93"/>
                  </a:lnTo>
                  <a:lnTo>
                    <a:pt x="18" y="132"/>
                  </a:lnTo>
                  <a:lnTo>
                    <a:pt x="18" y="132"/>
                  </a:lnTo>
                  <a:lnTo>
                    <a:pt x="10" y="153"/>
                  </a:lnTo>
                  <a:lnTo>
                    <a:pt x="2" y="174"/>
                  </a:lnTo>
                  <a:lnTo>
                    <a:pt x="2" y="174"/>
                  </a:lnTo>
                  <a:lnTo>
                    <a:pt x="1" y="178"/>
                  </a:lnTo>
                  <a:lnTo>
                    <a:pt x="0" y="182"/>
                  </a:lnTo>
                  <a:lnTo>
                    <a:pt x="1" y="186"/>
                  </a:lnTo>
                  <a:lnTo>
                    <a:pt x="4" y="189"/>
                  </a:lnTo>
                  <a:lnTo>
                    <a:pt x="4" y="189"/>
                  </a:lnTo>
                  <a:lnTo>
                    <a:pt x="6" y="190"/>
                  </a:lnTo>
                  <a:lnTo>
                    <a:pt x="7" y="190"/>
                  </a:lnTo>
                  <a:lnTo>
                    <a:pt x="9" y="189"/>
                  </a:lnTo>
                  <a:lnTo>
                    <a:pt x="10" y="188"/>
                  </a:lnTo>
                  <a:lnTo>
                    <a:pt x="10" y="185"/>
                  </a:lnTo>
                  <a:lnTo>
                    <a:pt x="10" y="183"/>
                  </a:lnTo>
                  <a:lnTo>
                    <a:pt x="9" y="181"/>
                  </a:lnTo>
                  <a:lnTo>
                    <a:pt x="9" y="181"/>
                  </a:lnTo>
                  <a:lnTo>
                    <a:pt x="9" y="180"/>
                  </a:lnTo>
                  <a:lnTo>
                    <a:pt x="10" y="178"/>
                  </a:lnTo>
                  <a:lnTo>
                    <a:pt x="14" y="170"/>
                  </a:lnTo>
                  <a:lnTo>
                    <a:pt x="19" y="163"/>
                  </a:lnTo>
                  <a:lnTo>
                    <a:pt x="21" y="158"/>
                  </a:lnTo>
                  <a:lnTo>
                    <a:pt x="21" y="158"/>
                  </a:lnTo>
                  <a:lnTo>
                    <a:pt x="24" y="144"/>
                  </a:lnTo>
                  <a:lnTo>
                    <a:pt x="28" y="130"/>
                  </a:lnTo>
                  <a:lnTo>
                    <a:pt x="38" y="102"/>
                  </a:lnTo>
                  <a:lnTo>
                    <a:pt x="38" y="102"/>
                  </a:lnTo>
                  <a:lnTo>
                    <a:pt x="42" y="89"/>
                  </a:lnTo>
                  <a:lnTo>
                    <a:pt x="46" y="75"/>
                  </a:lnTo>
                  <a:lnTo>
                    <a:pt x="51" y="48"/>
                  </a:lnTo>
                  <a:lnTo>
                    <a:pt x="51" y="48"/>
                  </a:lnTo>
                  <a:lnTo>
                    <a:pt x="52" y="42"/>
                  </a:lnTo>
                  <a:lnTo>
                    <a:pt x="54" y="37"/>
                  </a:lnTo>
                  <a:lnTo>
                    <a:pt x="59" y="27"/>
                  </a:lnTo>
                  <a:lnTo>
                    <a:pt x="64" y="18"/>
                  </a:lnTo>
                  <a:lnTo>
                    <a:pt x="66" y="11"/>
                  </a:lnTo>
                  <a:lnTo>
                    <a:pt x="68" y="6"/>
                  </a:lnTo>
                  <a:lnTo>
                    <a:pt x="68" y="6"/>
                  </a:lnTo>
                  <a:lnTo>
                    <a:pt x="68" y="4"/>
                  </a:lnTo>
                  <a:lnTo>
                    <a:pt x="67" y="2"/>
                  </a:lnTo>
                  <a:lnTo>
                    <a:pt x="64" y="1"/>
                  </a:lnTo>
                  <a:lnTo>
                    <a:pt x="62" y="0"/>
                  </a:lnTo>
                  <a:lnTo>
                    <a:pt x="61" y="1"/>
                  </a:lnTo>
                  <a:lnTo>
                    <a:pt x="60" y="2"/>
                  </a:lnTo>
                  <a:lnTo>
                    <a:pt x="59" y="4"/>
                  </a:lnTo>
                  <a:lnTo>
                    <a:pt x="59" y="4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767" name="Freeform 383"/>
            <p:cNvSpPr/>
            <p:nvPr>
              <p:custDataLst>
                <p:tags r:id="rId32"/>
              </p:custDataLst>
            </p:nvPr>
          </p:nvSpPr>
          <p:spPr bwMode="auto">
            <a:xfrm>
              <a:off x="4829175" y="3186113"/>
              <a:ext cx="22225" cy="73025"/>
            </a:xfrm>
            <a:custGeom>
              <a:avLst/>
              <a:gdLst/>
              <a:ahLst/>
              <a:cxnLst>
                <a:cxn ang="0">
                  <a:pos x="35" y="5"/>
                </a:cxn>
                <a:cxn ang="0">
                  <a:pos x="35" y="5"/>
                </a:cxn>
                <a:cxn ang="0">
                  <a:pos x="32" y="21"/>
                </a:cxn>
                <a:cxn ang="0">
                  <a:pos x="29" y="37"/>
                </a:cxn>
                <a:cxn ang="0">
                  <a:pos x="21" y="68"/>
                </a:cxn>
                <a:cxn ang="0">
                  <a:pos x="21" y="68"/>
                </a:cxn>
                <a:cxn ang="0">
                  <a:pos x="18" y="85"/>
                </a:cxn>
                <a:cxn ang="0">
                  <a:pos x="13" y="100"/>
                </a:cxn>
                <a:cxn ang="0">
                  <a:pos x="2" y="132"/>
                </a:cxn>
                <a:cxn ang="0">
                  <a:pos x="2" y="132"/>
                </a:cxn>
                <a:cxn ang="0">
                  <a:pos x="0" y="134"/>
                </a:cxn>
                <a:cxn ang="0">
                  <a:pos x="2" y="135"/>
                </a:cxn>
                <a:cxn ang="0">
                  <a:pos x="3" y="136"/>
                </a:cxn>
                <a:cxn ang="0">
                  <a:pos x="5" y="137"/>
                </a:cxn>
                <a:cxn ang="0">
                  <a:pos x="8" y="137"/>
                </a:cxn>
                <a:cxn ang="0">
                  <a:pos x="10" y="136"/>
                </a:cxn>
                <a:cxn ang="0">
                  <a:pos x="11" y="134"/>
                </a:cxn>
                <a:cxn ang="0">
                  <a:pos x="11" y="134"/>
                </a:cxn>
                <a:cxn ang="0">
                  <a:pos x="17" y="117"/>
                </a:cxn>
                <a:cxn ang="0">
                  <a:pos x="23" y="99"/>
                </a:cxn>
                <a:cxn ang="0">
                  <a:pos x="28" y="81"/>
                </a:cxn>
                <a:cxn ang="0">
                  <a:pos x="32" y="62"/>
                </a:cxn>
                <a:cxn ang="0">
                  <a:pos x="32" y="62"/>
                </a:cxn>
                <a:cxn ang="0">
                  <a:pos x="40" y="34"/>
                </a:cxn>
                <a:cxn ang="0">
                  <a:pos x="42" y="20"/>
                </a:cxn>
                <a:cxn ang="0">
                  <a:pos x="44" y="5"/>
                </a:cxn>
                <a:cxn ang="0">
                  <a:pos x="44" y="5"/>
                </a:cxn>
                <a:cxn ang="0">
                  <a:pos x="44" y="3"/>
                </a:cxn>
                <a:cxn ang="0">
                  <a:pos x="43" y="2"/>
                </a:cxn>
                <a:cxn ang="0">
                  <a:pos x="41" y="1"/>
                </a:cxn>
                <a:cxn ang="0">
                  <a:pos x="40" y="0"/>
                </a:cxn>
                <a:cxn ang="0">
                  <a:pos x="38" y="1"/>
                </a:cxn>
                <a:cxn ang="0">
                  <a:pos x="36" y="2"/>
                </a:cxn>
                <a:cxn ang="0">
                  <a:pos x="35" y="3"/>
                </a:cxn>
                <a:cxn ang="0">
                  <a:pos x="35" y="5"/>
                </a:cxn>
                <a:cxn ang="0">
                  <a:pos x="35" y="5"/>
                </a:cxn>
              </a:cxnLst>
              <a:rect l="0" t="0" r="r" b="b"/>
              <a:pathLst>
                <a:path w="44" h="137">
                  <a:moveTo>
                    <a:pt x="35" y="5"/>
                  </a:moveTo>
                  <a:lnTo>
                    <a:pt x="35" y="5"/>
                  </a:lnTo>
                  <a:lnTo>
                    <a:pt x="32" y="21"/>
                  </a:lnTo>
                  <a:lnTo>
                    <a:pt x="29" y="37"/>
                  </a:lnTo>
                  <a:lnTo>
                    <a:pt x="21" y="68"/>
                  </a:lnTo>
                  <a:lnTo>
                    <a:pt x="21" y="68"/>
                  </a:lnTo>
                  <a:lnTo>
                    <a:pt x="18" y="85"/>
                  </a:lnTo>
                  <a:lnTo>
                    <a:pt x="13" y="100"/>
                  </a:lnTo>
                  <a:lnTo>
                    <a:pt x="2" y="132"/>
                  </a:lnTo>
                  <a:lnTo>
                    <a:pt x="2" y="132"/>
                  </a:lnTo>
                  <a:lnTo>
                    <a:pt x="0" y="134"/>
                  </a:lnTo>
                  <a:lnTo>
                    <a:pt x="2" y="135"/>
                  </a:lnTo>
                  <a:lnTo>
                    <a:pt x="3" y="136"/>
                  </a:lnTo>
                  <a:lnTo>
                    <a:pt x="5" y="137"/>
                  </a:lnTo>
                  <a:lnTo>
                    <a:pt x="8" y="137"/>
                  </a:lnTo>
                  <a:lnTo>
                    <a:pt x="10" y="136"/>
                  </a:lnTo>
                  <a:lnTo>
                    <a:pt x="11" y="134"/>
                  </a:lnTo>
                  <a:lnTo>
                    <a:pt x="11" y="134"/>
                  </a:lnTo>
                  <a:lnTo>
                    <a:pt x="17" y="117"/>
                  </a:lnTo>
                  <a:lnTo>
                    <a:pt x="23" y="99"/>
                  </a:lnTo>
                  <a:lnTo>
                    <a:pt x="28" y="81"/>
                  </a:lnTo>
                  <a:lnTo>
                    <a:pt x="32" y="62"/>
                  </a:lnTo>
                  <a:lnTo>
                    <a:pt x="32" y="62"/>
                  </a:lnTo>
                  <a:lnTo>
                    <a:pt x="40" y="34"/>
                  </a:lnTo>
                  <a:lnTo>
                    <a:pt x="42" y="20"/>
                  </a:lnTo>
                  <a:lnTo>
                    <a:pt x="44" y="5"/>
                  </a:lnTo>
                  <a:lnTo>
                    <a:pt x="44" y="5"/>
                  </a:lnTo>
                  <a:lnTo>
                    <a:pt x="44" y="3"/>
                  </a:lnTo>
                  <a:lnTo>
                    <a:pt x="43" y="2"/>
                  </a:lnTo>
                  <a:lnTo>
                    <a:pt x="41" y="1"/>
                  </a:lnTo>
                  <a:lnTo>
                    <a:pt x="40" y="0"/>
                  </a:lnTo>
                  <a:lnTo>
                    <a:pt x="38" y="1"/>
                  </a:lnTo>
                  <a:lnTo>
                    <a:pt x="36" y="2"/>
                  </a:lnTo>
                  <a:lnTo>
                    <a:pt x="35" y="3"/>
                  </a:lnTo>
                  <a:lnTo>
                    <a:pt x="35" y="5"/>
                  </a:lnTo>
                  <a:lnTo>
                    <a:pt x="35" y="5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768" name="Freeform 384"/>
            <p:cNvSpPr/>
            <p:nvPr>
              <p:custDataLst>
                <p:tags r:id="rId33"/>
              </p:custDataLst>
            </p:nvPr>
          </p:nvSpPr>
          <p:spPr bwMode="auto">
            <a:xfrm>
              <a:off x="4884738" y="3184525"/>
              <a:ext cx="9525" cy="12700"/>
            </a:xfrm>
            <a:custGeom>
              <a:avLst/>
              <a:gdLst/>
              <a:ahLst/>
              <a:cxnLst>
                <a:cxn ang="0">
                  <a:pos x="10" y="1"/>
                </a:cxn>
                <a:cxn ang="0">
                  <a:pos x="10" y="1"/>
                </a:cxn>
                <a:cxn ang="0">
                  <a:pos x="3" y="9"/>
                </a:cxn>
                <a:cxn ang="0">
                  <a:pos x="1" y="13"/>
                </a:cxn>
                <a:cxn ang="0">
                  <a:pos x="0" y="19"/>
                </a:cxn>
                <a:cxn ang="0">
                  <a:pos x="0" y="19"/>
                </a:cxn>
                <a:cxn ang="0">
                  <a:pos x="0" y="21"/>
                </a:cxn>
                <a:cxn ang="0">
                  <a:pos x="1" y="22"/>
                </a:cxn>
                <a:cxn ang="0">
                  <a:pos x="2" y="23"/>
                </a:cxn>
                <a:cxn ang="0">
                  <a:pos x="4" y="23"/>
                </a:cxn>
                <a:cxn ang="0">
                  <a:pos x="7" y="22"/>
                </a:cxn>
                <a:cxn ang="0">
                  <a:pos x="8" y="21"/>
                </a:cxn>
                <a:cxn ang="0">
                  <a:pos x="9" y="19"/>
                </a:cxn>
                <a:cxn ang="0">
                  <a:pos x="9" y="19"/>
                </a:cxn>
                <a:cxn ang="0">
                  <a:pos x="10" y="15"/>
                </a:cxn>
                <a:cxn ang="0">
                  <a:pos x="12" y="12"/>
                </a:cxn>
                <a:cxn ang="0">
                  <a:pos x="17" y="8"/>
                </a:cxn>
                <a:cxn ang="0">
                  <a:pos x="17" y="8"/>
                </a:cxn>
                <a:cxn ang="0">
                  <a:pos x="18" y="6"/>
                </a:cxn>
                <a:cxn ang="0">
                  <a:pos x="18" y="4"/>
                </a:cxn>
                <a:cxn ang="0">
                  <a:pos x="17" y="3"/>
                </a:cxn>
                <a:cxn ang="0">
                  <a:pos x="16" y="1"/>
                </a:cxn>
                <a:cxn ang="0">
                  <a:pos x="15" y="0"/>
                </a:cxn>
                <a:cxn ang="0">
                  <a:pos x="13" y="0"/>
                </a:cxn>
                <a:cxn ang="0">
                  <a:pos x="12" y="0"/>
                </a:cxn>
                <a:cxn ang="0">
                  <a:pos x="10" y="1"/>
                </a:cxn>
                <a:cxn ang="0">
                  <a:pos x="10" y="1"/>
                </a:cxn>
              </a:cxnLst>
              <a:rect l="0" t="0" r="r" b="b"/>
              <a:pathLst>
                <a:path w="18" h="23">
                  <a:moveTo>
                    <a:pt x="10" y="1"/>
                  </a:moveTo>
                  <a:lnTo>
                    <a:pt x="10" y="1"/>
                  </a:lnTo>
                  <a:lnTo>
                    <a:pt x="3" y="9"/>
                  </a:lnTo>
                  <a:lnTo>
                    <a:pt x="1" y="13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0" y="21"/>
                  </a:lnTo>
                  <a:lnTo>
                    <a:pt x="1" y="22"/>
                  </a:lnTo>
                  <a:lnTo>
                    <a:pt x="2" y="23"/>
                  </a:lnTo>
                  <a:lnTo>
                    <a:pt x="4" y="23"/>
                  </a:lnTo>
                  <a:lnTo>
                    <a:pt x="7" y="22"/>
                  </a:lnTo>
                  <a:lnTo>
                    <a:pt x="8" y="21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10" y="15"/>
                  </a:lnTo>
                  <a:lnTo>
                    <a:pt x="12" y="12"/>
                  </a:lnTo>
                  <a:lnTo>
                    <a:pt x="17" y="8"/>
                  </a:lnTo>
                  <a:lnTo>
                    <a:pt x="17" y="8"/>
                  </a:lnTo>
                  <a:lnTo>
                    <a:pt x="18" y="6"/>
                  </a:lnTo>
                  <a:lnTo>
                    <a:pt x="18" y="4"/>
                  </a:lnTo>
                  <a:lnTo>
                    <a:pt x="17" y="3"/>
                  </a:lnTo>
                  <a:lnTo>
                    <a:pt x="16" y="1"/>
                  </a:lnTo>
                  <a:lnTo>
                    <a:pt x="15" y="0"/>
                  </a:lnTo>
                  <a:lnTo>
                    <a:pt x="13" y="0"/>
                  </a:lnTo>
                  <a:lnTo>
                    <a:pt x="12" y="0"/>
                  </a:lnTo>
                  <a:lnTo>
                    <a:pt x="10" y="1"/>
                  </a:lnTo>
                  <a:lnTo>
                    <a:pt x="10" y="1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769" name="Freeform 385"/>
            <p:cNvSpPr/>
            <p:nvPr>
              <p:custDataLst>
                <p:tags r:id="rId34"/>
              </p:custDataLst>
            </p:nvPr>
          </p:nvSpPr>
          <p:spPr bwMode="auto">
            <a:xfrm>
              <a:off x="4586288" y="3460750"/>
              <a:ext cx="165100" cy="39688"/>
            </a:xfrm>
            <a:custGeom>
              <a:avLst/>
              <a:gdLst/>
              <a:ahLst/>
              <a:cxnLst>
                <a:cxn ang="0">
                  <a:pos x="306" y="66"/>
                </a:cxn>
                <a:cxn ang="0">
                  <a:pos x="306" y="66"/>
                </a:cxn>
                <a:cxn ang="0">
                  <a:pos x="297" y="67"/>
                </a:cxn>
                <a:cxn ang="0">
                  <a:pos x="288" y="66"/>
                </a:cxn>
                <a:cxn ang="0">
                  <a:pos x="279" y="63"/>
                </a:cxn>
                <a:cxn ang="0">
                  <a:pos x="268" y="59"/>
                </a:cxn>
                <a:cxn ang="0">
                  <a:pos x="249" y="51"/>
                </a:cxn>
                <a:cxn ang="0">
                  <a:pos x="232" y="45"/>
                </a:cxn>
                <a:cxn ang="0">
                  <a:pos x="232" y="45"/>
                </a:cxn>
                <a:cxn ang="0">
                  <a:pos x="194" y="35"/>
                </a:cxn>
                <a:cxn ang="0">
                  <a:pos x="157" y="24"/>
                </a:cxn>
                <a:cxn ang="0">
                  <a:pos x="157" y="24"/>
                </a:cxn>
                <a:cxn ang="0">
                  <a:pos x="139" y="20"/>
                </a:cxn>
                <a:cxn ang="0">
                  <a:pos x="121" y="17"/>
                </a:cxn>
                <a:cxn ang="0">
                  <a:pos x="102" y="14"/>
                </a:cxn>
                <a:cxn ang="0">
                  <a:pos x="85" y="11"/>
                </a:cxn>
                <a:cxn ang="0">
                  <a:pos x="85" y="11"/>
                </a:cxn>
                <a:cxn ang="0">
                  <a:pos x="64" y="7"/>
                </a:cxn>
                <a:cxn ang="0">
                  <a:pos x="44" y="3"/>
                </a:cxn>
                <a:cxn ang="0">
                  <a:pos x="25" y="1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2" y="0"/>
                </a:cxn>
                <a:cxn ang="0">
                  <a:pos x="1" y="1"/>
                </a:cxn>
                <a:cxn ang="0">
                  <a:pos x="0" y="2"/>
                </a:cxn>
                <a:cxn ang="0">
                  <a:pos x="0" y="4"/>
                </a:cxn>
                <a:cxn ang="0">
                  <a:pos x="0" y="6"/>
                </a:cxn>
                <a:cxn ang="0">
                  <a:pos x="1" y="7"/>
                </a:cxn>
                <a:cxn ang="0">
                  <a:pos x="2" y="8"/>
                </a:cxn>
                <a:cxn ang="0">
                  <a:pos x="4" y="9"/>
                </a:cxn>
                <a:cxn ang="0">
                  <a:pos x="4" y="9"/>
                </a:cxn>
                <a:cxn ang="0">
                  <a:pos x="26" y="10"/>
                </a:cxn>
                <a:cxn ang="0">
                  <a:pos x="47" y="13"/>
                </a:cxn>
                <a:cxn ang="0">
                  <a:pos x="68" y="17"/>
                </a:cxn>
                <a:cxn ang="0">
                  <a:pos x="90" y="21"/>
                </a:cxn>
                <a:cxn ang="0">
                  <a:pos x="90" y="21"/>
                </a:cxn>
                <a:cxn ang="0">
                  <a:pos x="109" y="25"/>
                </a:cxn>
                <a:cxn ang="0">
                  <a:pos x="130" y="30"/>
                </a:cxn>
                <a:cxn ang="0">
                  <a:pos x="151" y="34"/>
                </a:cxn>
                <a:cxn ang="0">
                  <a:pos x="170" y="39"/>
                </a:cxn>
                <a:cxn ang="0">
                  <a:pos x="170" y="39"/>
                </a:cxn>
                <a:cxn ang="0">
                  <a:pos x="191" y="45"/>
                </a:cxn>
                <a:cxn ang="0">
                  <a:pos x="213" y="50"/>
                </a:cxn>
                <a:cxn ang="0">
                  <a:pos x="234" y="56"/>
                </a:cxn>
                <a:cxn ang="0">
                  <a:pos x="255" y="63"/>
                </a:cxn>
                <a:cxn ang="0">
                  <a:pos x="255" y="63"/>
                </a:cxn>
                <a:cxn ang="0">
                  <a:pos x="281" y="73"/>
                </a:cxn>
                <a:cxn ang="0">
                  <a:pos x="288" y="74"/>
                </a:cxn>
                <a:cxn ang="0">
                  <a:pos x="294" y="75"/>
                </a:cxn>
                <a:cxn ang="0">
                  <a:pos x="301" y="76"/>
                </a:cxn>
                <a:cxn ang="0">
                  <a:pos x="309" y="75"/>
                </a:cxn>
                <a:cxn ang="0">
                  <a:pos x="309" y="75"/>
                </a:cxn>
                <a:cxn ang="0">
                  <a:pos x="311" y="74"/>
                </a:cxn>
                <a:cxn ang="0">
                  <a:pos x="312" y="73"/>
                </a:cxn>
                <a:cxn ang="0">
                  <a:pos x="312" y="71"/>
                </a:cxn>
                <a:cxn ang="0">
                  <a:pos x="312" y="70"/>
                </a:cxn>
                <a:cxn ang="0">
                  <a:pos x="310" y="67"/>
                </a:cxn>
                <a:cxn ang="0">
                  <a:pos x="308" y="66"/>
                </a:cxn>
                <a:cxn ang="0">
                  <a:pos x="306" y="66"/>
                </a:cxn>
                <a:cxn ang="0">
                  <a:pos x="306" y="66"/>
                </a:cxn>
              </a:cxnLst>
              <a:rect l="0" t="0" r="r" b="b"/>
              <a:pathLst>
                <a:path w="312" h="76">
                  <a:moveTo>
                    <a:pt x="306" y="66"/>
                  </a:moveTo>
                  <a:lnTo>
                    <a:pt x="306" y="66"/>
                  </a:lnTo>
                  <a:lnTo>
                    <a:pt x="297" y="67"/>
                  </a:lnTo>
                  <a:lnTo>
                    <a:pt x="288" y="66"/>
                  </a:lnTo>
                  <a:lnTo>
                    <a:pt x="279" y="63"/>
                  </a:lnTo>
                  <a:lnTo>
                    <a:pt x="268" y="59"/>
                  </a:lnTo>
                  <a:lnTo>
                    <a:pt x="249" y="51"/>
                  </a:lnTo>
                  <a:lnTo>
                    <a:pt x="232" y="45"/>
                  </a:lnTo>
                  <a:lnTo>
                    <a:pt x="232" y="45"/>
                  </a:lnTo>
                  <a:lnTo>
                    <a:pt x="194" y="35"/>
                  </a:lnTo>
                  <a:lnTo>
                    <a:pt x="157" y="24"/>
                  </a:lnTo>
                  <a:lnTo>
                    <a:pt x="157" y="24"/>
                  </a:lnTo>
                  <a:lnTo>
                    <a:pt x="139" y="20"/>
                  </a:lnTo>
                  <a:lnTo>
                    <a:pt x="121" y="17"/>
                  </a:lnTo>
                  <a:lnTo>
                    <a:pt x="102" y="14"/>
                  </a:lnTo>
                  <a:lnTo>
                    <a:pt x="85" y="11"/>
                  </a:lnTo>
                  <a:lnTo>
                    <a:pt x="85" y="11"/>
                  </a:lnTo>
                  <a:lnTo>
                    <a:pt x="64" y="7"/>
                  </a:lnTo>
                  <a:lnTo>
                    <a:pt x="44" y="3"/>
                  </a:lnTo>
                  <a:lnTo>
                    <a:pt x="25" y="1"/>
                  </a:lnTo>
                  <a:lnTo>
                    <a:pt x="4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1" y="1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6"/>
                  </a:lnTo>
                  <a:lnTo>
                    <a:pt x="1" y="7"/>
                  </a:lnTo>
                  <a:lnTo>
                    <a:pt x="2" y="8"/>
                  </a:lnTo>
                  <a:lnTo>
                    <a:pt x="4" y="9"/>
                  </a:lnTo>
                  <a:lnTo>
                    <a:pt x="4" y="9"/>
                  </a:lnTo>
                  <a:lnTo>
                    <a:pt x="26" y="10"/>
                  </a:lnTo>
                  <a:lnTo>
                    <a:pt x="47" y="13"/>
                  </a:lnTo>
                  <a:lnTo>
                    <a:pt x="68" y="17"/>
                  </a:lnTo>
                  <a:lnTo>
                    <a:pt x="90" y="21"/>
                  </a:lnTo>
                  <a:lnTo>
                    <a:pt x="90" y="21"/>
                  </a:lnTo>
                  <a:lnTo>
                    <a:pt x="109" y="25"/>
                  </a:lnTo>
                  <a:lnTo>
                    <a:pt x="130" y="30"/>
                  </a:lnTo>
                  <a:lnTo>
                    <a:pt x="151" y="34"/>
                  </a:lnTo>
                  <a:lnTo>
                    <a:pt x="170" y="39"/>
                  </a:lnTo>
                  <a:lnTo>
                    <a:pt x="170" y="39"/>
                  </a:lnTo>
                  <a:lnTo>
                    <a:pt x="191" y="45"/>
                  </a:lnTo>
                  <a:lnTo>
                    <a:pt x="213" y="50"/>
                  </a:lnTo>
                  <a:lnTo>
                    <a:pt x="234" y="56"/>
                  </a:lnTo>
                  <a:lnTo>
                    <a:pt x="255" y="63"/>
                  </a:lnTo>
                  <a:lnTo>
                    <a:pt x="255" y="63"/>
                  </a:lnTo>
                  <a:lnTo>
                    <a:pt x="281" y="73"/>
                  </a:lnTo>
                  <a:lnTo>
                    <a:pt x="288" y="74"/>
                  </a:lnTo>
                  <a:lnTo>
                    <a:pt x="294" y="75"/>
                  </a:lnTo>
                  <a:lnTo>
                    <a:pt x="301" y="76"/>
                  </a:lnTo>
                  <a:lnTo>
                    <a:pt x="309" y="75"/>
                  </a:lnTo>
                  <a:lnTo>
                    <a:pt x="309" y="75"/>
                  </a:lnTo>
                  <a:lnTo>
                    <a:pt x="311" y="74"/>
                  </a:lnTo>
                  <a:lnTo>
                    <a:pt x="312" y="73"/>
                  </a:lnTo>
                  <a:lnTo>
                    <a:pt x="312" y="71"/>
                  </a:lnTo>
                  <a:lnTo>
                    <a:pt x="312" y="70"/>
                  </a:lnTo>
                  <a:lnTo>
                    <a:pt x="310" y="67"/>
                  </a:lnTo>
                  <a:lnTo>
                    <a:pt x="308" y="66"/>
                  </a:lnTo>
                  <a:lnTo>
                    <a:pt x="306" y="66"/>
                  </a:lnTo>
                  <a:lnTo>
                    <a:pt x="306" y="66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770" name="Freeform 386"/>
            <p:cNvSpPr/>
            <p:nvPr>
              <p:custDataLst>
                <p:tags r:id="rId35"/>
              </p:custDataLst>
            </p:nvPr>
          </p:nvSpPr>
          <p:spPr bwMode="auto">
            <a:xfrm>
              <a:off x="4660900" y="3400425"/>
              <a:ext cx="171450" cy="47625"/>
            </a:xfrm>
            <a:custGeom>
              <a:avLst/>
              <a:gdLst/>
              <a:ahLst/>
              <a:cxnLst>
                <a:cxn ang="0">
                  <a:pos x="319" y="80"/>
                </a:cxn>
                <a:cxn ang="0">
                  <a:pos x="319" y="80"/>
                </a:cxn>
                <a:cxn ang="0">
                  <a:pos x="278" y="76"/>
                </a:cxn>
                <a:cxn ang="0">
                  <a:pos x="239" y="71"/>
                </a:cxn>
                <a:cxn ang="0">
                  <a:pos x="199" y="63"/>
                </a:cxn>
                <a:cxn ang="0">
                  <a:pos x="160" y="54"/>
                </a:cxn>
                <a:cxn ang="0">
                  <a:pos x="160" y="54"/>
                </a:cxn>
                <a:cxn ang="0">
                  <a:pos x="121" y="42"/>
                </a:cxn>
                <a:cxn ang="0">
                  <a:pos x="83" y="31"/>
                </a:cxn>
                <a:cxn ang="0">
                  <a:pos x="63" y="25"/>
                </a:cxn>
                <a:cxn ang="0">
                  <a:pos x="45" y="19"/>
                </a:cxn>
                <a:cxn ang="0">
                  <a:pos x="26" y="10"/>
                </a:cxn>
                <a:cxn ang="0">
                  <a:pos x="8" y="1"/>
                </a:cxn>
                <a:cxn ang="0">
                  <a:pos x="8" y="1"/>
                </a:cxn>
                <a:cxn ang="0">
                  <a:pos x="6" y="0"/>
                </a:cxn>
                <a:cxn ang="0">
                  <a:pos x="3" y="1"/>
                </a:cxn>
                <a:cxn ang="0">
                  <a:pos x="2" y="2"/>
                </a:cxn>
                <a:cxn ang="0">
                  <a:pos x="1" y="3"/>
                </a:cxn>
                <a:cxn ang="0">
                  <a:pos x="0" y="5"/>
                </a:cxn>
                <a:cxn ang="0">
                  <a:pos x="0" y="6"/>
                </a:cxn>
                <a:cxn ang="0">
                  <a:pos x="1" y="8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21" y="19"/>
                </a:cxn>
                <a:cxn ang="0">
                  <a:pos x="41" y="27"/>
                </a:cxn>
                <a:cxn ang="0">
                  <a:pos x="59" y="33"/>
                </a:cxn>
                <a:cxn ang="0">
                  <a:pos x="79" y="39"/>
                </a:cxn>
                <a:cxn ang="0">
                  <a:pos x="118" y="51"/>
                </a:cxn>
                <a:cxn ang="0">
                  <a:pos x="157" y="62"/>
                </a:cxn>
                <a:cxn ang="0">
                  <a:pos x="157" y="62"/>
                </a:cxn>
                <a:cxn ang="0">
                  <a:pos x="177" y="68"/>
                </a:cxn>
                <a:cxn ang="0">
                  <a:pos x="197" y="72"/>
                </a:cxn>
                <a:cxn ang="0">
                  <a:pos x="217" y="77"/>
                </a:cxn>
                <a:cxn ang="0">
                  <a:pos x="237" y="80"/>
                </a:cxn>
                <a:cxn ang="0">
                  <a:pos x="277" y="87"/>
                </a:cxn>
                <a:cxn ang="0">
                  <a:pos x="319" y="91"/>
                </a:cxn>
                <a:cxn ang="0">
                  <a:pos x="319" y="91"/>
                </a:cxn>
                <a:cxn ang="0">
                  <a:pos x="321" y="90"/>
                </a:cxn>
                <a:cxn ang="0">
                  <a:pos x="322" y="90"/>
                </a:cxn>
                <a:cxn ang="0">
                  <a:pos x="323" y="88"/>
                </a:cxn>
                <a:cxn ang="0">
                  <a:pos x="323" y="86"/>
                </a:cxn>
                <a:cxn ang="0">
                  <a:pos x="322" y="83"/>
                </a:cxn>
                <a:cxn ang="0">
                  <a:pos x="321" y="82"/>
                </a:cxn>
                <a:cxn ang="0">
                  <a:pos x="319" y="80"/>
                </a:cxn>
                <a:cxn ang="0">
                  <a:pos x="319" y="80"/>
                </a:cxn>
              </a:cxnLst>
              <a:rect l="0" t="0" r="r" b="b"/>
              <a:pathLst>
                <a:path w="323" h="91">
                  <a:moveTo>
                    <a:pt x="319" y="80"/>
                  </a:moveTo>
                  <a:lnTo>
                    <a:pt x="319" y="80"/>
                  </a:lnTo>
                  <a:lnTo>
                    <a:pt x="278" y="76"/>
                  </a:lnTo>
                  <a:lnTo>
                    <a:pt x="239" y="71"/>
                  </a:lnTo>
                  <a:lnTo>
                    <a:pt x="199" y="63"/>
                  </a:lnTo>
                  <a:lnTo>
                    <a:pt x="160" y="54"/>
                  </a:lnTo>
                  <a:lnTo>
                    <a:pt x="160" y="54"/>
                  </a:lnTo>
                  <a:lnTo>
                    <a:pt x="121" y="42"/>
                  </a:lnTo>
                  <a:lnTo>
                    <a:pt x="83" y="31"/>
                  </a:lnTo>
                  <a:lnTo>
                    <a:pt x="63" y="25"/>
                  </a:lnTo>
                  <a:lnTo>
                    <a:pt x="45" y="19"/>
                  </a:lnTo>
                  <a:lnTo>
                    <a:pt x="26" y="10"/>
                  </a:lnTo>
                  <a:lnTo>
                    <a:pt x="8" y="1"/>
                  </a:lnTo>
                  <a:lnTo>
                    <a:pt x="8" y="1"/>
                  </a:lnTo>
                  <a:lnTo>
                    <a:pt x="6" y="0"/>
                  </a:lnTo>
                  <a:lnTo>
                    <a:pt x="3" y="1"/>
                  </a:lnTo>
                  <a:lnTo>
                    <a:pt x="2" y="2"/>
                  </a:lnTo>
                  <a:lnTo>
                    <a:pt x="1" y="3"/>
                  </a:lnTo>
                  <a:lnTo>
                    <a:pt x="0" y="5"/>
                  </a:lnTo>
                  <a:lnTo>
                    <a:pt x="0" y="6"/>
                  </a:lnTo>
                  <a:lnTo>
                    <a:pt x="1" y="8"/>
                  </a:lnTo>
                  <a:lnTo>
                    <a:pt x="2" y="9"/>
                  </a:lnTo>
                  <a:lnTo>
                    <a:pt x="2" y="9"/>
                  </a:lnTo>
                  <a:lnTo>
                    <a:pt x="21" y="19"/>
                  </a:lnTo>
                  <a:lnTo>
                    <a:pt x="41" y="27"/>
                  </a:lnTo>
                  <a:lnTo>
                    <a:pt x="59" y="33"/>
                  </a:lnTo>
                  <a:lnTo>
                    <a:pt x="79" y="39"/>
                  </a:lnTo>
                  <a:lnTo>
                    <a:pt x="118" y="51"/>
                  </a:lnTo>
                  <a:lnTo>
                    <a:pt x="157" y="62"/>
                  </a:lnTo>
                  <a:lnTo>
                    <a:pt x="157" y="62"/>
                  </a:lnTo>
                  <a:lnTo>
                    <a:pt x="177" y="68"/>
                  </a:lnTo>
                  <a:lnTo>
                    <a:pt x="197" y="72"/>
                  </a:lnTo>
                  <a:lnTo>
                    <a:pt x="217" y="77"/>
                  </a:lnTo>
                  <a:lnTo>
                    <a:pt x="237" y="80"/>
                  </a:lnTo>
                  <a:lnTo>
                    <a:pt x="277" y="87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21" y="90"/>
                  </a:lnTo>
                  <a:lnTo>
                    <a:pt x="322" y="90"/>
                  </a:lnTo>
                  <a:lnTo>
                    <a:pt x="323" y="88"/>
                  </a:lnTo>
                  <a:lnTo>
                    <a:pt x="323" y="86"/>
                  </a:lnTo>
                  <a:lnTo>
                    <a:pt x="322" y="83"/>
                  </a:lnTo>
                  <a:lnTo>
                    <a:pt x="321" y="82"/>
                  </a:lnTo>
                  <a:lnTo>
                    <a:pt x="319" y="80"/>
                  </a:lnTo>
                  <a:lnTo>
                    <a:pt x="319" y="80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771" name="Freeform 387"/>
            <p:cNvSpPr/>
            <p:nvPr>
              <p:custDataLst>
                <p:tags r:id="rId36"/>
              </p:custDataLst>
            </p:nvPr>
          </p:nvSpPr>
          <p:spPr bwMode="auto">
            <a:xfrm>
              <a:off x="4708525" y="3362325"/>
              <a:ext cx="158750" cy="50800"/>
            </a:xfrm>
            <a:custGeom>
              <a:avLst/>
              <a:gdLst/>
              <a:ahLst/>
              <a:cxnLst>
                <a:cxn ang="0">
                  <a:pos x="294" y="84"/>
                </a:cxn>
                <a:cxn ang="0">
                  <a:pos x="294" y="84"/>
                </a:cxn>
                <a:cxn ang="0">
                  <a:pos x="290" y="85"/>
                </a:cxn>
                <a:cxn ang="0">
                  <a:pos x="287" y="85"/>
                </a:cxn>
                <a:cxn ang="0">
                  <a:pos x="282" y="83"/>
                </a:cxn>
                <a:cxn ang="0">
                  <a:pos x="278" y="79"/>
                </a:cxn>
                <a:cxn ang="0">
                  <a:pos x="273" y="76"/>
                </a:cxn>
                <a:cxn ang="0">
                  <a:pos x="273" y="76"/>
                </a:cxn>
                <a:cxn ang="0">
                  <a:pos x="266" y="72"/>
                </a:cxn>
                <a:cxn ang="0">
                  <a:pos x="257" y="69"/>
                </a:cxn>
                <a:cxn ang="0">
                  <a:pos x="240" y="63"/>
                </a:cxn>
                <a:cxn ang="0">
                  <a:pos x="240" y="63"/>
                </a:cxn>
                <a:cxn ang="0">
                  <a:pos x="222" y="58"/>
                </a:cxn>
                <a:cxn ang="0">
                  <a:pos x="205" y="52"/>
                </a:cxn>
                <a:cxn ang="0">
                  <a:pos x="169" y="45"/>
                </a:cxn>
                <a:cxn ang="0">
                  <a:pos x="169" y="45"/>
                </a:cxn>
                <a:cxn ang="0">
                  <a:pos x="128" y="36"/>
                </a:cxn>
                <a:cxn ang="0">
                  <a:pos x="87" y="25"/>
                </a:cxn>
                <a:cxn ang="0">
                  <a:pos x="67" y="20"/>
                </a:cxn>
                <a:cxn ang="0">
                  <a:pos x="47" y="14"/>
                </a:cxn>
                <a:cxn ang="0">
                  <a:pos x="27" y="8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5" y="0"/>
                </a:cxn>
                <a:cxn ang="0">
                  <a:pos x="3" y="0"/>
                </a:cxn>
                <a:cxn ang="0">
                  <a:pos x="1" y="2"/>
                </a:cxn>
                <a:cxn ang="0">
                  <a:pos x="0" y="4"/>
                </a:cxn>
                <a:cxn ang="0">
                  <a:pos x="0" y="6"/>
                </a:cxn>
                <a:cxn ang="0">
                  <a:pos x="1" y="7"/>
                </a:cxn>
                <a:cxn ang="0">
                  <a:pos x="3" y="8"/>
                </a:cxn>
                <a:cxn ang="0">
                  <a:pos x="3" y="8"/>
                </a:cxn>
                <a:cxn ang="0">
                  <a:pos x="23" y="16"/>
                </a:cxn>
                <a:cxn ang="0">
                  <a:pos x="43" y="23"/>
                </a:cxn>
                <a:cxn ang="0">
                  <a:pos x="63" y="30"/>
                </a:cxn>
                <a:cxn ang="0">
                  <a:pos x="84" y="35"/>
                </a:cxn>
                <a:cxn ang="0">
                  <a:pos x="125" y="44"/>
                </a:cxn>
                <a:cxn ang="0">
                  <a:pos x="167" y="54"/>
                </a:cxn>
                <a:cxn ang="0">
                  <a:pos x="167" y="54"/>
                </a:cxn>
                <a:cxn ang="0">
                  <a:pos x="210" y="65"/>
                </a:cxn>
                <a:cxn ang="0">
                  <a:pos x="232" y="70"/>
                </a:cxn>
                <a:cxn ang="0">
                  <a:pos x="253" y="78"/>
                </a:cxn>
                <a:cxn ang="0">
                  <a:pos x="253" y="78"/>
                </a:cxn>
                <a:cxn ang="0">
                  <a:pos x="263" y="83"/>
                </a:cxn>
                <a:cxn ang="0">
                  <a:pos x="274" y="90"/>
                </a:cxn>
                <a:cxn ang="0">
                  <a:pos x="279" y="93"/>
                </a:cxn>
                <a:cxn ang="0">
                  <a:pos x="285" y="95"/>
                </a:cxn>
                <a:cxn ang="0">
                  <a:pos x="290" y="95"/>
                </a:cxn>
                <a:cxn ang="0">
                  <a:pos x="296" y="94"/>
                </a:cxn>
                <a:cxn ang="0">
                  <a:pos x="296" y="94"/>
                </a:cxn>
                <a:cxn ang="0">
                  <a:pos x="298" y="93"/>
                </a:cxn>
                <a:cxn ang="0">
                  <a:pos x="299" y="92"/>
                </a:cxn>
                <a:cxn ang="0">
                  <a:pos x="299" y="87"/>
                </a:cxn>
                <a:cxn ang="0">
                  <a:pos x="298" y="86"/>
                </a:cxn>
                <a:cxn ang="0">
                  <a:pos x="297" y="84"/>
                </a:cxn>
                <a:cxn ang="0">
                  <a:pos x="296" y="84"/>
                </a:cxn>
                <a:cxn ang="0">
                  <a:pos x="294" y="84"/>
                </a:cxn>
                <a:cxn ang="0">
                  <a:pos x="294" y="84"/>
                </a:cxn>
              </a:cxnLst>
              <a:rect l="0" t="0" r="r" b="b"/>
              <a:pathLst>
                <a:path w="299" h="95">
                  <a:moveTo>
                    <a:pt x="294" y="84"/>
                  </a:moveTo>
                  <a:lnTo>
                    <a:pt x="294" y="84"/>
                  </a:lnTo>
                  <a:lnTo>
                    <a:pt x="290" y="85"/>
                  </a:lnTo>
                  <a:lnTo>
                    <a:pt x="287" y="85"/>
                  </a:lnTo>
                  <a:lnTo>
                    <a:pt x="282" y="83"/>
                  </a:lnTo>
                  <a:lnTo>
                    <a:pt x="278" y="79"/>
                  </a:lnTo>
                  <a:lnTo>
                    <a:pt x="273" y="76"/>
                  </a:lnTo>
                  <a:lnTo>
                    <a:pt x="273" y="76"/>
                  </a:lnTo>
                  <a:lnTo>
                    <a:pt x="266" y="72"/>
                  </a:lnTo>
                  <a:lnTo>
                    <a:pt x="257" y="69"/>
                  </a:lnTo>
                  <a:lnTo>
                    <a:pt x="240" y="63"/>
                  </a:lnTo>
                  <a:lnTo>
                    <a:pt x="240" y="63"/>
                  </a:lnTo>
                  <a:lnTo>
                    <a:pt x="222" y="58"/>
                  </a:lnTo>
                  <a:lnTo>
                    <a:pt x="205" y="52"/>
                  </a:lnTo>
                  <a:lnTo>
                    <a:pt x="169" y="45"/>
                  </a:lnTo>
                  <a:lnTo>
                    <a:pt x="169" y="45"/>
                  </a:lnTo>
                  <a:lnTo>
                    <a:pt x="128" y="36"/>
                  </a:lnTo>
                  <a:lnTo>
                    <a:pt x="87" y="25"/>
                  </a:lnTo>
                  <a:lnTo>
                    <a:pt x="67" y="20"/>
                  </a:lnTo>
                  <a:lnTo>
                    <a:pt x="47" y="14"/>
                  </a:lnTo>
                  <a:lnTo>
                    <a:pt x="27" y="8"/>
                  </a:lnTo>
                  <a:lnTo>
                    <a:pt x="7" y="0"/>
                  </a:lnTo>
                  <a:lnTo>
                    <a:pt x="7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6"/>
                  </a:lnTo>
                  <a:lnTo>
                    <a:pt x="1" y="7"/>
                  </a:lnTo>
                  <a:lnTo>
                    <a:pt x="3" y="8"/>
                  </a:lnTo>
                  <a:lnTo>
                    <a:pt x="3" y="8"/>
                  </a:lnTo>
                  <a:lnTo>
                    <a:pt x="23" y="16"/>
                  </a:lnTo>
                  <a:lnTo>
                    <a:pt x="43" y="23"/>
                  </a:lnTo>
                  <a:lnTo>
                    <a:pt x="63" y="30"/>
                  </a:lnTo>
                  <a:lnTo>
                    <a:pt x="84" y="35"/>
                  </a:lnTo>
                  <a:lnTo>
                    <a:pt x="125" y="44"/>
                  </a:lnTo>
                  <a:lnTo>
                    <a:pt x="167" y="54"/>
                  </a:lnTo>
                  <a:lnTo>
                    <a:pt x="167" y="54"/>
                  </a:lnTo>
                  <a:lnTo>
                    <a:pt x="210" y="65"/>
                  </a:lnTo>
                  <a:lnTo>
                    <a:pt x="232" y="70"/>
                  </a:lnTo>
                  <a:lnTo>
                    <a:pt x="253" y="78"/>
                  </a:lnTo>
                  <a:lnTo>
                    <a:pt x="253" y="78"/>
                  </a:lnTo>
                  <a:lnTo>
                    <a:pt x="263" y="83"/>
                  </a:lnTo>
                  <a:lnTo>
                    <a:pt x="274" y="90"/>
                  </a:lnTo>
                  <a:lnTo>
                    <a:pt x="279" y="93"/>
                  </a:lnTo>
                  <a:lnTo>
                    <a:pt x="285" y="95"/>
                  </a:lnTo>
                  <a:lnTo>
                    <a:pt x="290" y="95"/>
                  </a:lnTo>
                  <a:lnTo>
                    <a:pt x="296" y="94"/>
                  </a:lnTo>
                  <a:lnTo>
                    <a:pt x="296" y="94"/>
                  </a:lnTo>
                  <a:lnTo>
                    <a:pt x="298" y="93"/>
                  </a:lnTo>
                  <a:lnTo>
                    <a:pt x="299" y="92"/>
                  </a:lnTo>
                  <a:lnTo>
                    <a:pt x="299" y="87"/>
                  </a:lnTo>
                  <a:lnTo>
                    <a:pt x="298" y="86"/>
                  </a:lnTo>
                  <a:lnTo>
                    <a:pt x="297" y="84"/>
                  </a:lnTo>
                  <a:lnTo>
                    <a:pt x="296" y="84"/>
                  </a:lnTo>
                  <a:lnTo>
                    <a:pt x="294" y="84"/>
                  </a:lnTo>
                  <a:lnTo>
                    <a:pt x="294" y="84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772" name="Freeform 388"/>
            <p:cNvSpPr/>
            <p:nvPr>
              <p:custDataLst>
                <p:tags r:id="rId37"/>
              </p:custDataLst>
            </p:nvPr>
          </p:nvSpPr>
          <p:spPr bwMode="auto">
            <a:xfrm>
              <a:off x="4737100" y="3335338"/>
              <a:ext cx="131763" cy="30163"/>
            </a:xfrm>
            <a:custGeom>
              <a:avLst/>
              <a:gdLst/>
              <a:ahLst/>
              <a:cxnLst>
                <a:cxn ang="0">
                  <a:pos x="246" y="48"/>
                </a:cxn>
                <a:cxn ang="0">
                  <a:pos x="214" y="44"/>
                </a:cxn>
                <a:cxn ang="0">
                  <a:pos x="148" y="32"/>
                </a:cxn>
                <a:cxn ang="0">
                  <a:pos x="116" y="25"/>
                </a:cxn>
                <a:cxn ang="0">
                  <a:pos x="88" y="20"/>
                </a:cxn>
                <a:cxn ang="0">
                  <a:pos x="60" y="18"/>
                </a:cxn>
                <a:cxn ang="0">
                  <a:pos x="36" y="12"/>
                </a:cxn>
                <a:cxn ang="0">
                  <a:pos x="13" y="6"/>
                </a:cxn>
                <a:cxn ang="0">
                  <a:pos x="14" y="5"/>
                </a:cxn>
                <a:cxn ang="0">
                  <a:pos x="13" y="3"/>
                </a:cxn>
                <a:cxn ang="0">
                  <a:pos x="11" y="1"/>
                </a:cxn>
                <a:cxn ang="0">
                  <a:pos x="7" y="1"/>
                </a:cxn>
                <a:cxn ang="0">
                  <a:pos x="5" y="3"/>
                </a:cxn>
                <a:cxn ang="0">
                  <a:pos x="4" y="5"/>
                </a:cxn>
                <a:cxn ang="0">
                  <a:pos x="1" y="6"/>
                </a:cxn>
                <a:cxn ang="0">
                  <a:pos x="0" y="9"/>
                </a:cxn>
                <a:cxn ang="0">
                  <a:pos x="2" y="13"/>
                </a:cxn>
                <a:cxn ang="0">
                  <a:pos x="4" y="14"/>
                </a:cxn>
                <a:cxn ang="0">
                  <a:pos x="21" y="19"/>
                </a:cxn>
                <a:cxn ang="0">
                  <a:pos x="32" y="24"/>
                </a:cxn>
                <a:cxn ang="0">
                  <a:pos x="38" y="25"/>
                </a:cxn>
                <a:cxn ang="0">
                  <a:pos x="60" y="27"/>
                </a:cxn>
                <a:cxn ang="0">
                  <a:pos x="96" y="31"/>
                </a:cxn>
                <a:cxn ang="0">
                  <a:pos x="131" y="38"/>
                </a:cxn>
                <a:cxn ang="0">
                  <a:pos x="159" y="44"/>
                </a:cxn>
                <a:cxn ang="0">
                  <a:pos x="218" y="55"/>
                </a:cxn>
                <a:cxn ang="0">
                  <a:pos x="246" y="57"/>
                </a:cxn>
                <a:cxn ang="0">
                  <a:pos x="248" y="57"/>
                </a:cxn>
                <a:cxn ang="0">
                  <a:pos x="251" y="54"/>
                </a:cxn>
                <a:cxn ang="0">
                  <a:pos x="251" y="51"/>
                </a:cxn>
                <a:cxn ang="0">
                  <a:pos x="248" y="48"/>
                </a:cxn>
                <a:cxn ang="0">
                  <a:pos x="246" y="48"/>
                </a:cxn>
              </a:cxnLst>
              <a:rect l="0" t="0" r="r" b="b"/>
              <a:pathLst>
                <a:path w="251" h="57">
                  <a:moveTo>
                    <a:pt x="246" y="48"/>
                  </a:moveTo>
                  <a:lnTo>
                    <a:pt x="246" y="48"/>
                  </a:lnTo>
                  <a:lnTo>
                    <a:pt x="230" y="46"/>
                  </a:lnTo>
                  <a:lnTo>
                    <a:pt x="214" y="44"/>
                  </a:lnTo>
                  <a:lnTo>
                    <a:pt x="181" y="39"/>
                  </a:lnTo>
                  <a:lnTo>
                    <a:pt x="148" y="32"/>
                  </a:lnTo>
                  <a:lnTo>
                    <a:pt x="116" y="25"/>
                  </a:lnTo>
                  <a:lnTo>
                    <a:pt x="116" y="25"/>
                  </a:lnTo>
                  <a:lnTo>
                    <a:pt x="102" y="22"/>
                  </a:lnTo>
                  <a:lnTo>
                    <a:pt x="88" y="20"/>
                  </a:lnTo>
                  <a:lnTo>
                    <a:pt x="60" y="18"/>
                  </a:lnTo>
                  <a:lnTo>
                    <a:pt x="60" y="18"/>
                  </a:lnTo>
                  <a:lnTo>
                    <a:pt x="48" y="15"/>
                  </a:lnTo>
                  <a:lnTo>
                    <a:pt x="36" y="12"/>
                  </a:lnTo>
                  <a:lnTo>
                    <a:pt x="25" y="9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3" y="3"/>
                  </a:lnTo>
                  <a:lnTo>
                    <a:pt x="12" y="1"/>
                  </a:lnTo>
                  <a:lnTo>
                    <a:pt x="11" y="1"/>
                  </a:lnTo>
                  <a:lnTo>
                    <a:pt x="9" y="0"/>
                  </a:lnTo>
                  <a:lnTo>
                    <a:pt x="7" y="1"/>
                  </a:lnTo>
                  <a:lnTo>
                    <a:pt x="6" y="1"/>
                  </a:lnTo>
                  <a:lnTo>
                    <a:pt x="5" y="3"/>
                  </a:lnTo>
                  <a:lnTo>
                    <a:pt x="4" y="5"/>
                  </a:lnTo>
                  <a:lnTo>
                    <a:pt x="4" y="5"/>
                  </a:lnTo>
                  <a:lnTo>
                    <a:pt x="2" y="5"/>
                  </a:lnTo>
                  <a:lnTo>
                    <a:pt x="1" y="6"/>
                  </a:lnTo>
                  <a:lnTo>
                    <a:pt x="0" y="8"/>
                  </a:lnTo>
                  <a:lnTo>
                    <a:pt x="0" y="9"/>
                  </a:lnTo>
                  <a:lnTo>
                    <a:pt x="1" y="12"/>
                  </a:lnTo>
                  <a:lnTo>
                    <a:pt x="2" y="13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14" y="17"/>
                  </a:lnTo>
                  <a:lnTo>
                    <a:pt x="21" y="19"/>
                  </a:lnTo>
                  <a:lnTo>
                    <a:pt x="25" y="21"/>
                  </a:lnTo>
                  <a:lnTo>
                    <a:pt x="32" y="24"/>
                  </a:lnTo>
                  <a:lnTo>
                    <a:pt x="32" y="24"/>
                  </a:lnTo>
                  <a:lnTo>
                    <a:pt x="38" y="25"/>
                  </a:lnTo>
                  <a:lnTo>
                    <a:pt x="45" y="26"/>
                  </a:lnTo>
                  <a:lnTo>
                    <a:pt x="60" y="27"/>
                  </a:lnTo>
                  <a:lnTo>
                    <a:pt x="60" y="27"/>
                  </a:lnTo>
                  <a:lnTo>
                    <a:pt x="96" y="31"/>
                  </a:lnTo>
                  <a:lnTo>
                    <a:pt x="114" y="34"/>
                  </a:lnTo>
                  <a:lnTo>
                    <a:pt x="131" y="38"/>
                  </a:lnTo>
                  <a:lnTo>
                    <a:pt x="131" y="38"/>
                  </a:lnTo>
                  <a:lnTo>
                    <a:pt x="159" y="44"/>
                  </a:lnTo>
                  <a:lnTo>
                    <a:pt x="188" y="51"/>
                  </a:lnTo>
                  <a:lnTo>
                    <a:pt x="218" y="55"/>
                  </a:lnTo>
                  <a:lnTo>
                    <a:pt x="232" y="56"/>
                  </a:lnTo>
                  <a:lnTo>
                    <a:pt x="246" y="57"/>
                  </a:lnTo>
                  <a:lnTo>
                    <a:pt x="246" y="57"/>
                  </a:lnTo>
                  <a:lnTo>
                    <a:pt x="248" y="57"/>
                  </a:lnTo>
                  <a:lnTo>
                    <a:pt x="250" y="56"/>
                  </a:lnTo>
                  <a:lnTo>
                    <a:pt x="251" y="54"/>
                  </a:lnTo>
                  <a:lnTo>
                    <a:pt x="251" y="53"/>
                  </a:lnTo>
                  <a:lnTo>
                    <a:pt x="251" y="51"/>
                  </a:lnTo>
                  <a:lnTo>
                    <a:pt x="250" y="50"/>
                  </a:lnTo>
                  <a:lnTo>
                    <a:pt x="248" y="48"/>
                  </a:lnTo>
                  <a:lnTo>
                    <a:pt x="246" y="48"/>
                  </a:lnTo>
                  <a:lnTo>
                    <a:pt x="246" y="48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773" name="Freeform 389"/>
            <p:cNvSpPr/>
            <p:nvPr>
              <p:custDataLst>
                <p:tags r:id="rId38"/>
              </p:custDataLst>
            </p:nvPr>
          </p:nvSpPr>
          <p:spPr bwMode="auto">
            <a:xfrm>
              <a:off x="4838700" y="3271838"/>
              <a:ext cx="112713" cy="6350"/>
            </a:xfrm>
            <a:custGeom>
              <a:avLst/>
              <a:gdLst/>
              <a:ahLst/>
              <a:cxnLst>
                <a:cxn ang="0">
                  <a:pos x="209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3" y="1"/>
                </a:cxn>
                <a:cxn ang="0">
                  <a:pos x="1" y="2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7"/>
                </a:cxn>
                <a:cxn ang="0">
                  <a:pos x="1" y="8"/>
                </a:cxn>
                <a:cxn ang="0">
                  <a:pos x="3" y="9"/>
                </a:cxn>
                <a:cxn ang="0">
                  <a:pos x="5" y="11"/>
                </a:cxn>
                <a:cxn ang="0">
                  <a:pos x="209" y="11"/>
                </a:cxn>
                <a:cxn ang="0">
                  <a:pos x="209" y="11"/>
                </a:cxn>
                <a:cxn ang="0">
                  <a:pos x="211" y="9"/>
                </a:cxn>
                <a:cxn ang="0">
                  <a:pos x="212" y="8"/>
                </a:cxn>
                <a:cxn ang="0">
                  <a:pos x="213" y="7"/>
                </a:cxn>
                <a:cxn ang="0">
                  <a:pos x="213" y="5"/>
                </a:cxn>
                <a:cxn ang="0">
                  <a:pos x="213" y="3"/>
                </a:cxn>
                <a:cxn ang="0">
                  <a:pos x="212" y="2"/>
                </a:cxn>
                <a:cxn ang="0">
                  <a:pos x="211" y="1"/>
                </a:cxn>
                <a:cxn ang="0">
                  <a:pos x="209" y="0"/>
                </a:cxn>
                <a:cxn ang="0">
                  <a:pos x="209" y="0"/>
                </a:cxn>
              </a:cxnLst>
              <a:rect l="0" t="0" r="r" b="b"/>
              <a:pathLst>
                <a:path w="213" h="11">
                  <a:moveTo>
                    <a:pt x="209" y="0"/>
                  </a:moveTo>
                  <a:lnTo>
                    <a:pt x="5" y="0"/>
                  </a:lnTo>
                  <a:lnTo>
                    <a:pt x="5" y="0"/>
                  </a:lnTo>
                  <a:lnTo>
                    <a:pt x="3" y="1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7"/>
                  </a:lnTo>
                  <a:lnTo>
                    <a:pt x="1" y="8"/>
                  </a:lnTo>
                  <a:lnTo>
                    <a:pt x="3" y="9"/>
                  </a:lnTo>
                  <a:lnTo>
                    <a:pt x="5" y="11"/>
                  </a:lnTo>
                  <a:lnTo>
                    <a:pt x="209" y="11"/>
                  </a:lnTo>
                  <a:lnTo>
                    <a:pt x="209" y="11"/>
                  </a:lnTo>
                  <a:lnTo>
                    <a:pt x="211" y="9"/>
                  </a:lnTo>
                  <a:lnTo>
                    <a:pt x="212" y="8"/>
                  </a:lnTo>
                  <a:lnTo>
                    <a:pt x="213" y="7"/>
                  </a:lnTo>
                  <a:lnTo>
                    <a:pt x="213" y="5"/>
                  </a:lnTo>
                  <a:lnTo>
                    <a:pt x="213" y="3"/>
                  </a:lnTo>
                  <a:lnTo>
                    <a:pt x="212" y="2"/>
                  </a:lnTo>
                  <a:lnTo>
                    <a:pt x="211" y="1"/>
                  </a:lnTo>
                  <a:lnTo>
                    <a:pt x="209" y="0"/>
                  </a:lnTo>
                  <a:lnTo>
                    <a:pt x="209" y="0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774" name="Freeform 390"/>
            <p:cNvSpPr/>
            <p:nvPr>
              <p:custDataLst>
                <p:tags r:id="rId39"/>
              </p:custDataLst>
            </p:nvPr>
          </p:nvSpPr>
          <p:spPr bwMode="auto">
            <a:xfrm>
              <a:off x="4260850" y="3252788"/>
              <a:ext cx="73025" cy="128588"/>
            </a:xfrm>
            <a:custGeom>
              <a:avLst/>
              <a:gdLst/>
              <a:ahLst/>
              <a:cxnLst>
                <a:cxn ang="0">
                  <a:pos x="127" y="2"/>
                </a:cxn>
                <a:cxn ang="0">
                  <a:pos x="127" y="2"/>
                </a:cxn>
                <a:cxn ang="0">
                  <a:pos x="93" y="60"/>
                </a:cxn>
                <a:cxn ang="0">
                  <a:pos x="61" y="118"/>
                </a:cxn>
                <a:cxn ang="0">
                  <a:pos x="30" y="177"/>
                </a:cxn>
                <a:cxn ang="0">
                  <a:pos x="15" y="207"/>
                </a:cxn>
                <a:cxn ang="0">
                  <a:pos x="0" y="237"/>
                </a:cxn>
                <a:cxn ang="0">
                  <a:pos x="0" y="237"/>
                </a:cxn>
                <a:cxn ang="0">
                  <a:pos x="0" y="239"/>
                </a:cxn>
                <a:cxn ang="0">
                  <a:pos x="0" y="241"/>
                </a:cxn>
                <a:cxn ang="0">
                  <a:pos x="2" y="243"/>
                </a:cxn>
                <a:cxn ang="0">
                  <a:pos x="4" y="244"/>
                </a:cxn>
                <a:cxn ang="0">
                  <a:pos x="7" y="244"/>
                </a:cxn>
                <a:cxn ang="0">
                  <a:pos x="8" y="243"/>
                </a:cxn>
                <a:cxn ang="0">
                  <a:pos x="9" y="242"/>
                </a:cxn>
                <a:cxn ang="0">
                  <a:pos x="9" y="242"/>
                </a:cxn>
                <a:cxn ang="0">
                  <a:pos x="23" y="211"/>
                </a:cxn>
                <a:cxn ang="0">
                  <a:pos x="39" y="182"/>
                </a:cxn>
                <a:cxn ang="0">
                  <a:pos x="70" y="123"/>
                </a:cxn>
                <a:cxn ang="0">
                  <a:pos x="102" y="65"/>
                </a:cxn>
                <a:cxn ang="0">
                  <a:pos x="136" y="7"/>
                </a:cxn>
                <a:cxn ang="0">
                  <a:pos x="136" y="7"/>
                </a:cxn>
                <a:cxn ang="0">
                  <a:pos x="136" y="5"/>
                </a:cxn>
                <a:cxn ang="0">
                  <a:pos x="136" y="3"/>
                </a:cxn>
                <a:cxn ang="0">
                  <a:pos x="135" y="2"/>
                </a:cxn>
                <a:cxn ang="0">
                  <a:pos x="134" y="1"/>
                </a:cxn>
                <a:cxn ang="0">
                  <a:pos x="131" y="0"/>
                </a:cxn>
                <a:cxn ang="0">
                  <a:pos x="130" y="0"/>
                </a:cxn>
                <a:cxn ang="0">
                  <a:pos x="128" y="1"/>
                </a:cxn>
                <a:cxn ang="0">
                  <a:pos x="127" y="2"/>
                </a:cxn>
                <a:cxn ang="0">
                  <a:pos x="127" y="2"/>
                </a:cxn>
              </a:cxnLst>
              <a:rect l="0" t="0" r="r" b="b"/>
              <a:pathLst>
                <a:path w="136" h="244">
                  <a:moveTo>
                    <a:pt x="127" y="2"/>
                  </a:moveTo>
                  <a:lnTo>
                    <a:pt x="127" y="2"/>
                  </a:lnTo>
                  <a:lnTo>
                    <a:pt x="93" y="60"/>
                  </a:lnTo>
                  <a:lnTo>
                    <a:pt x="61" y="118"/>
                  </a:lnTo>
                  <a:lnTo>
                    <a:pt x="30" y="177"/>
                  </a:lnTo>
                  <a:lnTo>
                    <a:pt x="15" y="207"/>
                  </a:lnTo>
                  <a:lnTo>
                    <a:pt x="0" y="237"/>
                  </a:lnTo>
                  <a:lnTo>
                    <a:pt x="0" y="237"/>
                  </a:lnTo>
                  <a:lnTo>
                    <a:pt x="0" y="239"/>
                  </a:lnTo>
                  <a:lnTo>
                    <a:pt x="0" y="241"/>
                  </a:lnTo>
                  <a:lnTo>
                    <a:pt x="2" y="243"/>
                  </a:lnTo>
                  <a:lnTo>
                    <a:pt x="4" y="244"/>
                  </a:lnTo>
                  <a:lnTo>
                    <a:pt x="7" y="244"/>
                  </a:lnTo>
                  <a:lnTo>
                    <a:pt x="8" y="243"/>
                  </a:lnTo>
                  <a:lnTo>
                    <a:pt x="9" y="242"/>
                  </a:lnTo>
                  <a:lnTo>
                    <a:pt x="9" y="242"/>
                  </a:lnTo>
                  <a:lnTo>
                    <a:pt x="23" y="211"/>
                  </a:lnTo>
                  <a:lnTo>
                    <a:pt x="39" y="182"/>
                  </a:lnTo>
                  <a:lnTo>
                    <a:pt x="70" y="123"/>
                  </a:lnTo>
                  <a:lnTo>
                    <a:pt x="102" y="65"/>
                  </a:lnTo>
                  <a:lnTo>
                    <a:pt x="136" y="7"/>
                  </a:lnTo>
                  <a:lnTo>
                    <a:pt x="136" y="7"/>
                  </a:lnTo>
                  <a:lnTo>
                    <a:pt x="136" y="5"/>
                  </a:lnTo>
                  <a:lnTo>
                    <a:pt x="136" y="3"/>
                  </a:lnTo>
                  <a:lnTo>
                    <a:pt x="135" y="2"/>
                  </a:lnTo>
                  <a:lnTo>
                    <a:pt x="134" y="1"/>
                  </a:lnTo>
                  <a:lnTo>
                    <a:pt x="131" y="0"/>
                  </a:lnTo>
                  <a:lnTo>
                    <a:pt x="130" y="0"/>
                  </a:lnTo>
                  <a:lnTo>
                    <a:pt x="128" y="1"/>
                  </a:lnTo>
                  <a:lnTo>
                    <a:pt x="127" y="2"/>
                  </a:lnTo>
                  <a:lnTo>
                    <a:pt x="127" y="2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775" name="Freeform 391"/>
            <p:cNvSpPr/>
            <p:nvPr>
              <p:custDataLst>
                <p:tags r:id="rId40"/>
              </p:custDataLst>
            </p:nvPr>
          </p:nvSpPr>
          <p:spPr bwMode="auto">
            <a:xfrm>
              <a:off x="4311650" y="3292475"/>
              <a:ext cx="50800" cy="82550"/>
            </a:xfrm>
            <a:custGeom>
              <a:avLst/>
              <a:gdLst/>
              <a:ahLst/>
              <a:cxnLst>
                <a:cxn ang="0">
                  <a:pos x="90" y="3"/>
                </a:cxn>
                <a:cxn ang="0">
                  <a:pos x="90" y="3"/>
                </a:cxn>
                <a:cxn ang="0">
                  <a:pos x="45" y="75"/>
                </a:cxn>
                <a:cxn ang="0">
                  <a:pos x="23" y="111"/>
                </a:cxn>
                <a:cxn ang="0">
                  <a:pos x="1" y="148"/>
                </a:cxn>
                <a:cxn ang="0">
                  <a:pos x="1" y="148"/>
                </a:cxn>
                <a:cxn ang="0">
                  <a:pos x="0" y="150"/>
                </a:cxn>
                <a:cxn ang="0">
                  <a:pos x="1" y="151"/>
                </a:cxn>
                <a:cxn ang="0">
                  <a:pos x="2" y="153"/>
                </a:cxn>
                <a:cxn ang="0">
                  <a:pos x="3" y="154"/>
                </a:cxn>
                <a:cxn ang="0">
                  <a:pos x="4" y="154"/>
                </a:cxn>
                <a:cxn ang="0">
                  <a:pos x="6" y="154"/>
                </a:cxn>
                <a:cxn ang="0">
                  <a:pos x="9" y="154"/>
                </a:cxn>
                <a:cxn ang="0">
                  <a:pos x="10" y="152"/>
                </a:cxn>
                <a:cxn ang="0">
                  <a:pos x="10" y="152"/>
                </a:cxn>
                <a:cxn ang="0">
                  <a:pos x="31" y="116"/>
                </a:cxn>
                <a:cxn ang="0">
                  <a:pos x="53" y="80"/>
                </a:cxn>
                <a:cxn ang="0">
                  <a:pos x="98" y="8"/>
                </a:cxn>
                <a:cxn ang="0">
                  <a:pos x="98" y="8"/>
                </a:cxn>
                <a:cxn ang="0">
                  <a:pos x="98" y="6"/>
                </a:cxn>
                <a:cxn ang="0">
                  <a:pos x="98" y="4"/>
                </a:cxn>
                <a:cxn ang="0">
                  <a:pos x="97" y="3"/>
                </a:cxn>
                <a:cxn ang="0">
                  <a:pos x="96" y="0"/>
                </a:cxn>
                <a:cxn ang="0">
                  <a:pos x="94" y="0"/>
                </a:cxn>
                <a:cxn ang="0">
                  <a:pos x="93" y="0"/>
                </a:cxn>
                <a:cxn ang="0">
                  <a:pos x="91" y="0"/>
                </a:cxn>
                <a:cxn ang="0">
                  <a:pos x="90" y="3"/>
                </a:cxn>
                <a:cxn ang="0">
                  <a:pos x="90" y="3"/>
                </a:cxn>
              </a:cxnLst>
              <a:rect l="0" t="0" r="r" b="b"/>
              <a:pathLst>
                <a:path w="98" h="154">
                  <a:moveTo>
                    <a:pt x="90" y="3"/>
                  </a:moveTo>
                  <a:lnTo>
                    <a:pt x="90" y="3"/>
                  </a:lnTo>
                  <a:lnTo>
                    <a:pt x="45" y="75"/>
                  </a:lnTo>
                  <a:lnTo>
                    <a:pt x="23" y="111"/>
                  </a:lnTo>
                  <a:lnTo>
                    <a:pt x="1" y="148"/>
                  </a:lnTo>
                  <a:lnTo>
                    <a:pt x="1" y="148"/>
                  </a:lnTo>
                  <a:lnTo>
                    <a:pt x="0" y="150"/>
                  </a:lnTo>
                  <a:lnTo>
                    <a:pt x="1" y="151"/>
                  </a:lnTo>
                  <a:lnTo>
                    <a:pt x="2" y="153"/>
                  </a:lnTo>
                  <a:lnTo>
                    <a:pt x="3" y="154"/>
                  </a:lnTo>
                  <a:lnTo>
                    <a:pt x="4" y="154"/>
                  </a:lnTo>
                  <a:lnTo>
                    <a:pt x="6" y="154"/>
                  </a:lnTo>
                  <a:lnTo>
                    <a:pt x="9" y="154"/>
                  </a:lnTo>
                  <a:lnTo>
                    <a:pt x="10" y="152"/>
                  </a:lnTo>
                  <a:lnTo>
                    <a:pt x="10" y="152"/>
                  </a:lnTo>
                  <a:lnTo>
                    <a:pt x="31" y="116"/>
                  </a:lnTo>
                  <a:lnTo>
                    <a:pt x="53" y="80"/>
                  </a:lnTo>
                  <a:lnTo>
                    <a:pt x="98" y="8"/>
                  </a:lnTo>
                  <a:lnTo>
                    <a:pt x="98" y="8"/>
                  </a:lnTo>
                  <a:lnTo>
                    <a:pt x="98" y="6"/>
                  </a:lnTo>
                  <a:lnTo>
                    <a:pt x="98" y="4"/>
                  </a:lnTo>
                  <a:lnTo>
                    <a:pt x="97" y="3"/>
                  </a:lnTo>
                  <a:lnTo>
                    <a:pt x="96" y="0"/>
                  </a:lnTo>
                  <a:lnTo>
                    <a:pt x="94" y="0"/>
                  </a:lnTo>
                  <a:lnTo>
                    <a:pt x="93" y="0"/>
                  </a:lnTo>
                  <a:lnTo>
                    <a:pt x="91" y="0"/>
                  </a:lnTo>
                  <a:lnTo>
                    <a:pt x="90" y="3"/>
                  </a:lnTo>
                  <a:lnTo>
                    <a:pt x="90" y="3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776" name="Freeform 392"/>
            <p:cNvSpPr/>
            <p:nvPr>
              <p:custDataLst>
                <p:tags r:id="rId41"/>
              </p:custDataLst>
            </p:nvPr>
          </p:nvSpPr>
          <p:spPr bwMode="auto">
            <a:xfrm>
              <a:off x="4529138" y="3536950"/>
              <a:ext cx="41275" cy="85725"/>
            </a:xfrm>
            <a:custGeom>
              <a:avLst/>
              <a:gdLst/>
              <a:ahLst/>
              <a:cxnLst>
                <a:cxn ang="0">
                  <a:pos x="71" y="3"/>
                </a:cxn>
                <a:cxn ang="0">
                  <a:pos x="71" y="3"/>
                </a:cxn>
                <a:cxn ang="0">
                  <a:pos x="52" y="40"/>
                </a:cxn>
                <a:cxn ang="0">
                  <a:pos x="33" y="79"/>
                </a:cxn>
                <a:cxn ang="0">
                  <a:pos x="17" y="117"/>
                </a:cxn>
                <a:cxn ang="0">
                  <a:pos x="0" y="156"/>
                </a:cxn>
                <a:cxn ang="0">
                  <a:pos x="0" y="156"/>
                </a:cxn>
                <a:cxn ang="0">
                  <a:pos x="0" y="158"/>
                </a:cxn>
                <a:cxn ang="0">
                  <a:pos x="1" y="159"/>
                </a:cxn>
                <a:cxn ang="0">
                  <a:pos x="2" y="160"/>
                </a:cxn>
                <a:cxn ang="0">
                  <a:pos x="3" y="161"/>
                </a:cxn>
                <a:cxn ang="0">
                  <a:pos x="8" y="161"/>
                </a:cxn>
                <a:cxn ang="0">
                  <a:pos x="9" y="160"/>
                </a:cxn>
                <a:cxn ang="0">
                  <a:pos x="10" y="158"/>
                </a:cxn>
                <a:cxn ang="0">
                  <a:pos x="10" y="158"/>
                </a:cxn>
                <a:cxn ang="0">
                  <a:pos x="25" y="120"/>
                </a:cxn>
                <a:cxn ang="0">
                  <a:pos x="43" y="82"/>
                </a:cxn>
                <a:cxn ang="0">
                  <a:pos x="60" y="45"/>
                </a:cxn>
                <a:cxn ang="0">
                  <a:pos x="79" y="7"/>
                </a:cxn>
                <a:cxn ang="0">
                  <a:pos x="79" y="7"/>
                </a:cxn>
                <a:cxn ang="0">
                  <a:pos x="80" y="5"/>
                </a:cxn>
                <a:cxn ang="0">
                  <a:pos x="79" y="4"/>
                </a:cxn>
                <a:cxn ang="0">
                  <a:pos x="78" y="2"/>
                </a:cxn>
                <a:cxn ang="0">
                  <a:pos x="77" y="1"/>
                </a:cxn>
                <a:cxn ang="0">
                  <a:pos x="76" y="0"/>
                </a:cxn>
                <a:cxn ang="0">
                  <a:pos x="74" y="0"/>
                </a:cxn>
                <a:cxn ang="0">
                  <a:pos x="72" y="1"/>
                </a:cxn>
                <a:cxn ang="0">
                  <a:pos x="71" y="3"/>
                </a:cxn>
                <a:cxn ang="0">
                  <a:pos x="71" y="3"/>
                </a:cxn>
              </a:cxnLst>
              <a:rect l="0" t="0" r="r" b="b"/>
              <a:pathLst>
                <a:path w="80" h="161">
                  <a:moveTo>
                    <a:pt x="71" y="3"/>
                  </a:moveTo>
                  <a:lnTo>
                    <a:pt x="71" y="3"/>
                  </a:lnTo>
                  <a:lnTo>
                    <a:pt x="52" y="40"/>
                  </a:lnTo>
                  <a:lnTo>
                    <a:pt x="33" y="79"/>
                  </a:lnTo>
                  <a:lnTo>
                    <a:pt x="17" y="117"/>
                  </a:lnTo>
                  <a:lnTo>
                    <a:pt x="0" y="156"/>
                  </a:lnTo>
                  <a:lnTo>
                    <a:pt x="0" y="156"/>
                  </a:lnTo>
                  <a:lnTo>
                    <a:pt x="0" y="158"/>
                  </a:lnTo>
                  <a:lnTo>
                    <a:pt x="1" y="159"/>
                  </a:lnTo>
                  <a:lnTo>
                    <a:pt x="2" y="160"/>
                  </a:lnTo>
                  <a:lnTo>
                    <a:pt x="3" y="161"/>
                  </a:lnTo>
                  <a:lnTo>
                    <a:pt x="8" y="161"/>
                  </a:lnTo>
                  <a:lnTo>
                    <a:pt x="9" y="160"/>
                  </a:lnTo>
                  <a:lnTo>
                    <a:pt x="10" y="158"/>
                  </a:lnTo>
                  <a:lnTo>
                    <a:pt x="10" y="158"/>
                  </a:lnTo>
                  <a:lnTo>
                    <a:pt x="25" y="120"/>
                  </a:lnTo>
                  <a:lnTo>
                    <a:pt x="43" y="82"/>
                  </a:lnTo>
                  <a:lnTo>
                    <a:pt x="60" y="45"/>
                  </a:lnTo>
                  <a:lnTo>
                    <a:pt x="79" y="7"/>
                  </a:lnTo>
                  <a:lnTo>
                    <a:pt x="79" y="7"/>
                  </a:lnTo>
                  <a:lnTo>
                    <a:pt x="80" y="5"/>
                  </a:lnTo>
                  <a:lnTo>
                    <a:pt x="79" y="4"/>
                  </a:lnTo>
                  <a:lnTo>
                    <a:pt x="78" y="2"/>
                  </a:lnTo>
                  <a:lnTo>
                    <a:pt x="77" y="1"/>
                  </a:lnTo>
                  <a:lnTo>
                    <a:pt x="76" y="0"/>
                  </a:lnTo>
                  <a:lnTo>
                    <a:pt x="74" y="0"/>
                  </a:lnTo>
                  <a:lnTo>
                    <a:pt x="72" y="1"/>
                  </a:lnTo>
                  <a:lnTo>
                    <a:pt x="71" y="3"/>
                  </a:lnTo>
                  <a:lnTo>
                    <a:pt x="71" y="3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777" name="Freeform 393"/>
            <p:cNvSpPr/>
            <p:nvPr>
              <p:custDataLst>
                <p:tags r:id="rId42"/>
              </p:custDataLst>
            </p:nvPr>
          </p:nvSpPr>
          <p:spPr bwMode="auto">
            <a:xfrm>
              <a:off x="4592638" y="3511550"/>
              <a:ext cx="31750" cy="57150"/>
            </a:xfrm>
            <a:custGeom>
              <a:avLst/>
              <a:gdLst/>
              <a:ahLst/>
              <a:cxnLst>
                <a:cxn ang="0">
                  <a:pos x="51" y="4"/>
                </a:cxn>
                <a:cxn ang="0">
                  <a:pos x="51" y="4"/>
                </a:cxn>
                <a:cxn ang="0">
                  <a:pos x="50" y="10"/>
                </a:cxn>
                <a:cxn ang="0">
                  <a:pos x="49" y="17"/>
                </a:cxn>
                <a:cxn ang="0">
                  <a:pos x="43" y="30"/>
                </a:cxn>
                <a:cxn ang="0">
                  <a:pos x="29" y="53"/>
                </a:cxn>
                <a:cxn ang="0">
                  <a:pos x="29" y="53"/>
                </a:cxn>
                <a:cxn ang="0">
                  <a:pos x="16" y="78"/>
                </a:cxn>
                <a:cxn ang="0">
                  <a:pos x="1" y="103"/>
                </a:cxn>
                <a:cxn ang="0">
                  <a:pos x="1" y="103"/>
                </a:cxn>
                <a:cxn ang="0">
                  <a:pos x="0" y="104"/>
                </a:cxn>
                <a:cxn ang="0">
                  <a:pos x="1" y="106"/>
                </a:cxn>
                <a:cxn ang="0">
                  <a:pos x="1" y="108"/>
                </a:cxn>
                <a:cxn ang="0">
                  <a:pos x="3" y="109"/>
                </a:cxn>
                <a:cxn ang="0">
                  <a:pos x="4" y="109"/>
                </a:cxn>
                <a:cxn ang="0">
                  <a:pos x="6" y="109"/>
                </a:cxn>
                <a:cxn ang="0">
                  <a:pos x="8" y="109"/>
                </a:cxn>
                <a:cxn ang="0">
                  <a:pos x="10" y="107"/>
                </a:cxn>
                <a:cxn ang="0">
                  <a:pos x="10" y="107"/>
                </a:cxn>
                <a:cxn ang="0">
                  <a:pos x="18" y="94"/>
                </a:cxn>
                <a:cxn ang="0">
                  <a:pos x="26" y="80"/>
                </a:cxn>
                <a:cxn ang="0">
                  <a:pos x="41" y="51"/>
                </a:cxn>
                <a:cxn ang="0">
                  <a:pos x="41" y="51"/>
                </a:cxn>
                <a:cxn ang="0">
                  <a:pos x="53" y="29"/>
                </a:cxn>
                <a:cxn ang="0">
                  <a:pos x="58" y="17"/>
                </a:cxn>
                <a:cxn ang="0">
                  <a:pos x="60" y="11"/>
                </a:cxn>
                <a:cxn ang="0">
                  <a:pos x="61" y="4"/>
                </a:cxn>
                <a:cxn ang="0">
                  <a:pos x="61" y="4"/>
                </a:cxn>
                <a:cxn ang="0">
                  <a:pos x="60" y="2"/>
                </a:cxn>
                <a:cxn ang="0">
                  <a:pos x="60" y="1"/>
                </a:cxn>
                <a:cxn ang="0">
                  <a:pos x="58" y="0"/>
                </a:cxn>
                <a:cxn ang="0">
                  <a:pos x="56" y="0"/>
                </a:cxn>
                <a:cxn ang="0">
                  <a:pos x="53" y="1"/>
                </a:cxn>
                <a:cxn ang="0">
                  <a:pos x="52" y="2"/>
                </a:cxn>
                <a:cxn ang="0">
                  <a:pos x="51" y="4"/>
                </a:cxn>
                <a:cxn ang="0">
                  <a:pos x="51" y="4"/>
                </a:cxn>
              </a:cxnLst>
              <a:rect l="0" t="0" r="r" b="b"/>
              <a:pathLst>
                <a:path w="61" h="109">
                  <a:moveTo>
                    <a:pt x="51" y="4"/>
                  </a:moveTo>
                  <a:lnTo>
                    <a:pt x="51" y="4"/>
                  </a:lnTo>
                  <a:lnTo>
                    <a:pt x="50" y="10"/>
                  </a:lnTo>
                  <a:lnTo>
                    <a:pt x="49" y="17"/>
                  </a:lnTo>
                  <a:lnTo>
                    <a:pt x="43" y="30"/>
                  </a:lnTo>
                  <a:lnTo>
                    <a:pt x="29" y="53"/>
                  </a:lnTo>
                  <a:lnTo>
                    <a:pt x="29" y="53"/>
                  </a:lnTo>
                  <a:lnTo>
                    <a:pt x="16" y="78"/>
                  </a:lnTo>
                  <a:lnTo>
                    <a:pt x="1" y="103"/>
                  </a:lnTo>
                  <a:lnTo>
                    <a:pt x="1" y="103"/>
                  </a:lnTo>
                  <a:lnTo>
                    <a:pt x="0" y="104"/>
                  </a:lnTo>
                  <a:lnTo>
                    <a:pt x="1" y="106"/>
                  </a:lnTo>
                  <a:lnTo>
                    <a:pt x="1" y="108"/>
                  </a:lnTo>
                  <a:lnTo>
                    <a:pt x="3" y="109"/>
                  </a:lnTo>
                  <a:lnTo>
                    <a:pt x="4" y="109"/>
                  </a:lnTo>
                  <a:lnTo>
                    <a:pt x="6" y="109"/>
                  </a:lnTo>
                  <a:lnTo>
                    <a:pt x="8" y="109"/>
                  </a:lnTo>
                  <a:lnTo>
                    <a:pt x="10" y="107"/>
                  </a:lnTo>
                  <a:lnTo>
                    <a:pt x="10" y="107"/>
                  </a:lnTo>
                  <a:lnTo>
                    <a:pt x="18" y="94"/>
                  </a:lnTo>
                  <a:lnTo>
                    <a:pt x="26" y="80"/>
                  </a:lnTo>
                  <a:lnTo>
                    <a:pt x="41" y="51"/>
                  </a:lnTo>
                  <a:lnTo>
                    <a:pt x="41" y="51"/>
                  </a:lnTo>
                  <a:lnTo>
                    <a:pt x="53" y="29"/>
                  </a:lnTo>
                  <a:lnTo>
                    <a:pt x="58" y="17"/>
                  </a:lnTo>
                  <a:lnTo>
                    <a:pt x="60" y="11"/>
                  </a:lnTo>
                  <a:lnTo>
                    <a:pt x="61" y="4"/>
                  </a:lnTo>
                  <a:lnTo>
                    <a:pt x="61" y="4"/>
                  </a:lnTo>
                  <a:lnTo>
                    <a:pt x="60" y="2"/>
                  </a:lnTo>
                  <a:lnTo>
                    <a:pt x="60" y="1"/>
                  </a:lnTo>
                  <a:lnTo>
                    <a:pt x="58" y="0"/>
                  </a:lnTo>
                  <a:lnTo>
                    <a:pt x="56" y="0"/>
                  </a:lnTo>
                  <a:lnTo>
                    <a:pt x="53" y="1"/>
                  </a:lnTo>
                  <a:lnTo>
                    <a:pt x="52" y="2"/>
                  </a:lnTo>
                  <a:lnTo>
                    <a:pt x="51" y="4"/>
                  </a:lnTo>
                  <a:lnTo>
                    <a:pt x="51" y="4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778" name="Freeform 394"/>
            <p:cNvSpPr/>
            <p:nvPr>
              <p:custDataLst>
                <p:tags r:id="rId43"/>
              </p:custDataLst>
            </p:nvPr>
          </p:nvSpPr>
          <p:spPr bwMode="auto">
            <a:xfrm>
              <a:off x="4638675" y="3521075"/>
              <a:ext cx="22225" cy="50800"/>
            </a:xfrm>
            <a:custGeom>
              <a:avLst/>
              <a:gdLst/>
              <a:ahLst/>
              <a:cxnLst>
                <a:cxn ang="0">
                  <a:pos x="32" y="4"/>
                </a:cxn>
                <a:cxn ang="0">
                  <a:pos x="32" y="4"/>
                </a:cxn>
                <a:cxn ang="0">
                  <a:pos x="31" y="17"/>
                </a:cxn>
                <a:cxn ang="0">
                  <a:pos x="28" y="28"/>
                </a:cxn>
                <a:cxn ang="0">
                  <a:pos x="25" y="38"/>
                </a:cxn>
                <a:cxn ang="0">
                  <a:pos x="20" y="50"/>
                </a:cxn>
                <a:cxn ang="0">
                  <a:pos x="10" y="70"/>
                </a:cxn>
                <a:cxn ang="0">
                  <a:pos x="0" y="92"/>
                </a:cxn>
                <a:cxn ang="0">
                  <a:pos x="0" y="92"/>
                </a:cxn>
                <a:cxn ang="0">
                  <a:pos x="0" y="94"/>
                </a:cxn>
                <a:cxn ang="0">
                  <a:pos x="0" y="95"/>
                </a:cxn>
                <a:cxn ang="0">
                  <a:pos x="2" y="96"/>
                </a:cxn>
                <a:cxn ang="0">
                  <a:pos x="3" y="97"/>
                </a:cxn>
                <a:cxn ang="0">
                  <a:pos x="7" y="97"/>
                </a:cxn>
                <a:cxn ang="0">
                  <a:pos x="8" y="96"/>
                </a:cxn>
                <a:cxn ang="0">
                  <a:pos x="9" y="94"/>
                </a:cxn>
                <a:cxn ang="0">
                  <a:pos x="9" y="94"/>
                </a:cxn>
                <a:cxn ang="0">
                  <a:pos x="20" y="72"/>
                </a:cxn>
                <a:cxn ang="0">
                  <a:pos x="30" y="51"/>
                </a:cxn>
                <a:cxn ang="0">
                  <a:pos x="34" y="39"/>
                </a:cxn>
                <a:cxn ang="0">
                  <a:pos x="37" y="28"/>
                </a:cxn>
                <a:cxn ang="0">
                  <a:pos x="40" y="17"/>
                </a:cxn>
                <a:cxn ang="0">
                  <a:pos x="41" y="4"/>
                </a:cxn>
                <a:cxn ang="0">
                  <a:pos x="41" y="4"/>
                </a:cxn>
                <a:cxn ang="0">
                  <a:pos x="41" y="2"/>
                </a:cxn>
                <a:cxn ang="0">
                  <a:pos x="40" y="1"/>
                </a:cxn>
                <a:cxn ang="0">
                  <a:pos x="38" y="0"/>
                </a:cxn>
                <a:cxn ang="0">
                  <a:pos x="37" y="0"/>
                </a:cxn>
                <a:cxn ang="0">
                  <a:pos x="35" y="0"/>
                </a:cxn>
                <a:cxn ang="0">
                  <a:pos x="33" y="1"/>
                </a:cxn>
                <a:cxn ang="0">
                  <a:pos x="32" y="2"/>
                </a:cxn>
                <a:cxn ang="0">
                  <a:pos x="32" y="4"/>
                </a:cxn>
                <a:cxn ang="0">
                  <a:pos x="32" y="4"/>
                </a:cxn>
              </a:cxnLst>
              <a:rect l="0" t="0" r="r" b="b"/>
              <a:pathLst>
                <a:path w="41" h="97">
                  <a:moveTo>
                    <a:pt x="32" y="4"/>
                  </a:moveTo>
                  <a:lnTo>
                    <a:pt x="32" y="4"/>
                  </a:lnTo>
                  <a:lnTo>
                    <a:pt x="31" y="17"/>
                  </a:lnTo>
                  <a:lnTo>
                    <a:pt x="28" y="28"/>
                  </a:lnTo>
                  <a:lnTo>
                    <a:pt x="25" y="38"/>
                  </a:lnTo>
                  <a:lnTo>
                    <a:pt x="20" y="50"/>
                  </a:lnTo>
                  <a:lnTo>
                    <a:pt x="10" y="70"/>
                  </a:lnTo>
                  <a:lnTo>
                    <a:pt x="0" y="92"/>
                  </a:lnTo>
                  <a:lnTo>
                    <a:pt x="0" y="92"/>
                  </a:lnTo>
                  <a:lnTo>
                    <a:pt x="0" y="94"/>
                  </a:lnTo>
                  <a:lnTo>
                    <a:pt x="0" y="95"/>
                  </a:lnTo>
                  <a:lnTo>
                    <a:pt x="2" y="96"/>
                  </a:lnTo>
                  <a:lnTo>
                    <a:pt x="3" y="97"/>
                  </a:lnTo>
                  <a:lnTo>
                    <a:pt x="7" y="97"/>
                  </a:lnTo>
                  <a:lnTo>
                    <a:pt x="8" y="96"/>
                  </a:lnTo>
                  <a:lnTo>
                    <a:pt x="9" y="94"/>
                  </a:lnTo>
                  <a:lnTo>
                    <a:pt x="9" y="94"/>
                  </a:lnTo>
                  <a:lnTo>
                    <a:pt x="20" y="72"/>
                  </a:lnTo>
                  <a:lnTo>
                    <a:pt x="30" y="51"/>
                  </a:lnTo>
                  <a:lnTo>
                    <a:pt x="34" y="39"/>
                  </a:lnTo>
                  <a:lnTo>
                    <a:pt x="37" y="28"/>
                  </a:lnTo>
                  <a:lnTo>
                    <a:pt x="40" y="17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2"/>
                  </a:lnTo>
                  <a:lnTo>
                    <a:pt x="40" y="1"/>
                  </a:lnTo>
                  <a:lnTo>
                    <a:pt x="38" y="0"/>
                  </a:lnTo>
                  <a:lnTo>
                    <a:pt x="37" y="0"/>
                  </a:lnTo>
                  <a:lnTo>
                    <a:pt x="35" y="0"/>
                  </a:lnTo>
                  <a:lnTo>
                    <a:pt x="33" y="1"/>
                  </a:lnTo>
                  <a:lnTo>
                    <a:pt x="32" y="2"/>
                  </a:lnTo>
                  <a:lnTo>
                    <a:pt x="32" y="4"/>
                  </a:lnTo>
                  <a:lnTo>
                    <a:pt x="32" y="4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779" name="Freeform 395"/>
            <p:cNvSpPr/>
            <p:nvPr>
              <p:custDataLst>
                <p:tags r:id="rId44"/>
              </p:custDataLst>
            </p:nvPr>
          </p:nvSpPr>
          <p:spPr bwMode="auto">
            <a:xfrm>
              <a:off x="4719638" y="3544888"/>
              <a:ext cx="55563" cy="80963"/>
            </a:xfrm>
            <a:custGeom>
              <a:avLst/>
              <a:gdLst/>
              <a:ahLst/>
              <a:cxnLst>
                <a:cxn ang="0">
                  <a:pos x="96" y="1"/>
                </a:cxn>
                <a:cxn ang="0">
                  <a:pos x="96" y="1"/>
                </a:cxn>
                <a:cxn ang="0">
                  <a:pos x="81" y="16"/>
                </a:cxn>
                <a:cxn ang="0">
                  <a:pos x="68" y="32"/>
                </a:cxn>
                <a:cxn ang="0">
                  <a:pos x="42" y="65"/>
                </a:cxn>
                <a:cxn ang="0">
                  <a:pos x="42" y="65"/>
                </a:cxn>
                <a:cxn ang="0">
                  <a:pos x="35" y="74"/>
                </a:cxn>
                <a:cxn ang="0">
                  <a:pos x="30" y="84"/>
                </a:cxn>
                <a:cxn ang="0">
                  <a:pos x="20" y="105"/>
                </a:cxn>
                <a:cxn ang="0">
                  <a:pos x="10" y="126"/>
                </a:cxn>
                <a:cxn ang="0">
                  <a:pos x="1" y="147"/>
                </a:cxn>
                <a:cxn ang="0">
                  <a:pos x="1" y="147"/>
                </a:cxn>
                <a:cxn ang="0">
                  <a:pos x="0" y="149"/>
                </a:cxn>
                <a:cxn ang="0">
                  <a:pos x="1" y="150"/>
                </a:cxn>
                <a:cxn ang="0">
                  <a:pos x="1" y="152"/>
                </a:cxn>
                <a:cxn ang="0">
                  <a:pos x="3" y="154"/>
                </a:cxn>
                <a:cxn ang="0">
                  <a:pos x="4" y="155"/>
                </a:cxn>
                <a:cxn ang="0">
                  <a:pos x="6" y="155"/>
                </a:cxn>
                <a:cxn ang="0">
                  <a:pos x="7" y="154"/>
                </a:cxn>
                <a:cxn ang="0">
                  <a:pos x="9" y="151"/>
                </a:cxn>
                <a:cxn ang="0">
                  <a:pos x="9" y="151"/>
                </a:cxn>
                <a:cxn ang="0">
                  <a:pos x="17" y="133"/>
                </a:cxn>
                <a:cxn ang="0">
                  <a:pos x="26" y="113"/>
                </a:cxn>
                <a:cxn ang="0">
                  <a:pos x="34" y="94"/>
                </a:cxn>
                <a:cxn ang="0">
                  <a:pos x="39" y="84"/>
                </a:cxn>
                <a:cxn ang="0">
                  <a:pos x="45" y="76"/>
                </a:cxn>
                <a:cxn ang="0">
                  <a:pos x="45" y="76"/>
                </a:cxn>
                <a:cxn ang="0">
                  <a:pos x="59" y="58"/>
                </a:cxn>
                <a:cxn ang="0">
                  <a:pos x="73" y="41"/>
                </a:cxn>
                <a:cxn ang="0">
                  <a:pos x="88" y="23"/>
                </a:cxn>
                <a:cxn ang="0">
                  <a:pos x="103" y="7"/>
                </a:cxn>
                <a:cxn ang="0">
                  <a:pos x="103" y="7"/>
                </a:cxn>
                <a:cxn ang="0">
                  <a:pos x="104" y="6"/>
                </a:cxn>
                <a:cxn ang="0">
                  <a:pos x="104" y="4"/>
                </a:cxn>
                <a:cxn ang="0">
                  <a:pos x="104" y="2"/>
                </a:cxn>
                <a:cxn ang="0">
                  <a:pos x="103" y="1"/>
                </a:cxn>
                <a:cxn ang="0">
                  <a:pos x="101" y="0"/>
                </a:cxn>
                <a:cxn ang="0">
                  <a:pos x="100" y="0"/>
                </a:cxn>
                <a:cxn ang="0">
                  <a:pos x="98" y="0"/>
                </a:cxn>
                <a:cxn ang="0">
                  <a:pos x="96" y="1"/>
                </a:cxn>
                <a:cxn ang="0">
                  <a:pos x="96" y="1"/>
                </a:cxn>
              </a:cxnLst>
              <a:rect l="0" t="0" r="r" b="b"/>
              <a:pathLst>
                <a:path w="104" h="155">
                  <a:moveTo>
                    <a:pt x="96" y="1"/>
                  </a:moveTo>
                  <a:lnTo>
                    <a:pt x="96" y="1"/>
                  </a:lnTo>
                  <a:lnTo>
                    <a:pt x="81" y="16"/>
                  </a:lnTo>
                  <a:lnTo>
                    <a:pt x="68" y="32"/>
                  </a:lnTo>
                  <a:lnTo>
                    <a:pt x="42" y="65"/>
                  </a:lnTo>
                  <a:lnTo>
                    <a:pt x="42" y="65"/>
                  </a:lnTo>
                  <a:lnTo>
                    <a:pt x="35" y="74"/>
                  </a:lnTo>
                  <a:lnTo>
                    <a:pt x="30" y="84"/>
                  </a:lnTo>
                  <a:lnTo>
                    <a:pt x="20" y="105"/>
                  </a:lnTo>
                  <a:lnTo>
                    <a:pt x="10" y="126"/>
                  </a:lnTo>
                  <a:lnTo>
                    <a:pt x="1" y="147"/>
                  </a:lnTo>
                  <a:lnTo>
                    <a:pt x="1" y="147"/>
                  </a:lnTo>
                  <a:lnTo>
                    <a:pt x="0" y="149"/>
                  </a:lnTo>
                  <a:lnTo>
                    <a:pt x="1" y="150"/>
                  </a:lnTo>
                  <a:lnTo>
                    <a:pt x="1" y="152"/>
                  </a:lnTo>
                  <a:lnTo>
                    <a:pt x="3" y="154"/>
                  </a:lnTo>
                  <a:lnTo>
                    <a:pt x="4" y="155"/>
                  </a:lnTo>
                  <a:lnTo>
                    <a:pt x="6" y="155"/>
                  </a:lnTo>
                  <a:lnTo>
                    <a:pt x="7" y="154"/>
                  </a:lnTo>
                  <a:lnTo>
                    <a:pt x="9" y="151"/>
                  </a:lnTo>
                  <a:lnTo>
                    <a:pt x="9" y="151"/>
                  </a:lnTo>
                  <a:lnTo>
                    <a:pt x="17" y="133"/>
                  </a:lnTo>
                  <a:lnTo>
                    <a:pt x="26" y="113"/>
                  </a:lnTo>
                  <a:lnTo>
                    <a:pt x="34" y="94"/>
                  </a:lnTo>
                  <a:lnTo>
                    <a:pt x="39" y="84"/>
                  </a:lnTo>
                  <a:lnTo>
                    <a:pt x="45" y="76"/>
                  </a:lnTo>
                  <a:lnTo>
                    <a:pt x="45" y="76"/>
                  </a:lnTo>
                  <a:lnTo>
                    <a:pt x="59" y="58"/>
                  </a:lnTo>
                  <a:lnTo>
                    <a:pt x="73" y="41"/>
                  </a:lnTo>
                  <a:lnTo>
                    <a:pt x="88" y="23"/>
                  </a:lnTo>
                  <a:lnTo>
                    <a:pt x="103" y="7"/>
                  </a:lnTo>
                  <a:lnTo>
                    <a:pt x="103" y="7"/>
                  </a:lnTo>
                  <a:lnTo>
                    <a:pt x="104" y="6"/>
                  </a:lnTo>
                  <a:lnTo>
                    <a:pt x="104" y="4"/>
                  </a:lnTo>
                  <a:lnTo>
                    <a:pt x="104" y="2"/>
                  </a:lnTo>
                  <a:lnTo>
                    <a:pt x="103" y="1"/>
                  </a:lnTo>
                  <a:lnTo>
                    <a:pt x="101" y="0"/>
                  </a:lnTo>
                  <a:lnTo>
                    <a:pt x="100" y="0"/>
                  </a:lnTo>
                  <a:lnTo>
                    <a:pt x="98" y="0"/>
                  </a:lnTo>
                  <a:lnTo>
                    <a:pt x="96" y="1"/>
                  </a:lnTo>
                  <a:lnTo>
                    <a:pt x="96" y="1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780" name="Freeform 396"/>
            <p:cNvSpPr/>
            <p:nvPr>
              <p:custDataLst>
                <p:tags r:id="rId45"/>
              </p:custDataLst>
            </p:nvPr>
          </p:nvSpPr>
          <p:spPr bwMode="auto">
            <a:xfrm>
              <a:off x="4219575" y="3103563"/>
              <a:ext cx="604838" cy="708025"/>
            </a:xfrm>
            <a:custGeom>
              <a:avLst/>
              <a:gdLst/>
              <a:ahLst/>
              <a:cxnLst>
                <a:cxn ang="0">
                  <a:pos x="691" y="1338"/>
                </a:cxn>
                <a:cxn ang="0">
                  <a:pos x="661" y="1332"/>
                </a:cxn>
                <a:cxn ang="0">
                  <a:pos x="581" y="1332"/>
                </a:cxn>
                <a:cxn ang="0">
                  <a:pos x="509" y="1331"/>
                </a:cxn>
                <a:cxn ang="0">
                  <a:pos x="487" y="1329"/>
                </a:cxn>
                <a:cxn ang="0">
                  <a:pos x="346" y="1332"/>
                </a:cxn>
                <a:cxn ang="0">
                  <a:pos x="227" y="1324"/>
                </a:cxn>
                <a:cxn ang="0">
                  <a:pos x="107" y="1276"/>
                </a:cxn>
                <a:cxn ang="0">
                  <a:pos x="26" y="1174"/>
                </a:cxn>
                <a:cxn ang="0">
                  <a:pos x="14" y="1125"/>
                </a:cxn>
                <a:cxn ang="0">
                  <a:pos x="14" y="1040"/>
                </a:cxn>
                <a:cxn ang="0">
                  <a:pos x="11" y="848"/>
                </a:cxn>
                <a:cxn ang="0">
                  <a:pos x="5" y="639"/>
                </a:cxn>
                <a:cxn ang="0">
                  <a:pos x="0" y="262"/>
                </a:cxn>
                <a:cxn ang="0">
                  <a:pos x="4" y="169"/>
                </a:cxn>
                <a:cxn ang="0">
                  <a:pos x="43" y="68"/>
                </a:cxn>
                <a:cxn ang="0">
                  <a:pos x="174" y="11"/>
                </a:cxn>
                <a:cxn ang="0">
                  <a:pos x="398" y="2"/>
                </a:cxn>
                <a:cxn ang="0">
                  <a:pos x="580" y="8"/>
                </a:cxn>
                <a:cxn ang="0">
                  <a:pos x="893" y="18"/>
                </a:cxn>
                <a:cxn ang="0">
                  <a:pos x="1050" y="43"/>
                </a:cxn>
                <a:cxn ang="0">
                  <a:pos x="1101" y="104"/>
                </a:cxn>
                <a:cxn ang="0">
                  <a:pos x="1104" y="157"/>
                </a:cxn>
                <a:cxn ang="0">
                  <a:pos x="1081" y="159"/>
                </a:cxn>
                <a:cxn ang="0">
                  <a:pos x="1069" y="123"/>
                </a:cxn>
                <a:cxn ang="0">
                  <a:pos x="1017" y="66"/>
                </a:cxn>
                <a:cxn ang="0">
                  <a:pos x="935" y="54"/>
                </a:cxn>
                <a:cxn ang="0">
                  <a:pos x="613" y="49"/>
                </a:cxn>
                <a:cxn ang="0">
                  <a:pos x="445" y="38"/>
                </a:cxn>
                <a:cxn ang="0">
                  <a:pos x="247" y="35"/>
                </a:cxn>
                <a:cxn ang="0">
                  <a:pos x="128" y="61"/>
                </a:cxn>
                <a:cxn ang="0">
                  <a:pos x="59" y="111"/>
                </a:cxn>
                <a:cxn ang="0">
                  <a:pos x="41" y="193"/>
                </a:cxn>
                <a:cxn ang="0">
                  <a:pos x="35" y="262"/>
                </a:cxn>
                <a:cxn ang="0">
                  <a:pos x="39" y="299"/>
                </a:cxn>
                <a:cxn ang="0">
                  <a:pos x="45" y="732"/>
                </a:cxn>
                <a:cxn ang="0">
                  <a:pos x="50" y="996"/>
                </a:cxn>
                <a:cxn ang="0">
                  <a:pos x="49" y="1106"/>
                </a:cxn>
                <a:cxn ang="0">
                  <a:pos x="52" y="1136"/>
                </a:cxn>
                <a:cxn ang="0">
                  <a:pos x="85" y="1207"/>
                </a:cxn>
                <a:cxn ang="0">
                  <a:pos x="189" y="1281"/>
                </a:cxn>
                <a:cxn ang="0">
                  <a:pos x="259" y="1287"/>
                </a:cxn>
                <a:cxn ang="0">
                  <a:pos x="384" y="1298"/>
                </a:cxn>
                <a:cxn ang="0">
                  <a:pos x="466" y="1292"/>
                </a:cxn>
                <a:cxn ang="0">
                  <a:pos x="602" y="1297"/>
                </a:cxn>
                <a:cxn ang="0">
                  <a:pos x="682" y="1297"/>
                </a:cxn>
                <a:cxn ang="0">
                  <a:pos x="713" y="1294"/>
                </a:cxn>
                <a:cxn ang="0">
                  <a:pos x="781" y="1271"/>
                </a:cxn>
                <a:cxn ang="0">
                  <a:pos x="969" y="1143"/>
                </a:cxn>
                <a:cxn ang="0">
                  <a:pos x="1093" y="1056"/>
                </a:cxn>
                <a:cxn ang="0">
                  <a:pos x="1108" y="1031"/>
                </a:cxn>
                <a:cxn ang="0">
                  <a:pos x="1096" y="668"/>
                </a:cxn>
                <a:cxn ang="0">
                  <a:pos x="1112" y="658"/>
                </a:cxn>
                <a:cxn ang="0">
                  <a:pos x="1132" y="676"/>
                </a:cxn>
                <a:cxn ang="0">
                  <a:pos x="1135" y="1062"/>
                </a:cxn>
                <a:cxn ang="0">
                  <a:pos x="1074" y="1111"/>
                </a:cxn>
                <a:cxn ang="0">
                  <a:pos x="931" y="1212"/>
                </a:cxn>
                <a:cxn ang="0">
                  <a:pos x="765" y="1319"/>
                </a:cxn>
                <a:cxn ang="0">
                  <a:pos x="719" y="1332"/>
                </a:cxn>
              </a:cxnLst>
              <a:rect l="0" t="0" r="r" b="b"/>
              <a:pathLst>
                <a:path w="1145" h="1338">
                  <a:moveTo>
                    <a:pt x="707" y="1338"/>
                  </a:moveTo>
                  <a:lnTo>
                    <a:pt x="707" y="1338"/>
                  </a:lnTo>
                  <a:lnTo>
                    <a:pt x="703" y="1338"/>
                  </a:lnTo>
                  <a:lnTo>
                    <a:pt x="700" y="1337"/>
                  </a:lnTo>
                  <a:lnTo>
                    <a:pt x="698" y="1336"/>
                  </a:lnTo>
                  <a:lnTo>
                    <a:pt x="696" y="1337"/>
                  </a:lnTo>
                  <a:lnTo>
                    <a:pt x="696" y="1337"/>
                  </a:lnTo>
                  <a:lnTo>
                    <a:pt x="691" y="1338"/>
                  </a:lnTo>
                  <a:lnTo>
                    <a:pt x="691" y="1338"/>
                  </a:lnTo>
                  <a:lnTo>
                    <a:pt x="685" y="1337"/>
                  </a:lnTo>
                  <a:lnTo>
                    <a:pt x="678" y="1333"/>
                  </a:lnTo>
                  <a:lnTo>
                    <a:pt x="678" y="1333"/>
                  </a:lnTo>
                  <a:lnTo>
                    <a:pt x="675" y="1332"/>
                  </a:lnTo>
                  <a:lnTo>
                    <a:pt x="671" y="1332"/>
                  </a:lnTo>
                  <a:lnTo>
                    <a:pt x="671" y="1332"/>
                  </a:lnTo>
                  <a:lnTo>
                    <a:pt x="661" y="1332"/>
                  </a:lnTo>
                  <a:lnTo>
                    <a:pt x="648" y="1333"/>
                  </a:lnTo>
                  <a:lnTo>
                    <a:pt x="648" y="1333"/>
                  </a:lnTo>
                  <a:lnTo>
                    <a:pt x="638" y="1334"/>
                  </a:lnTo>
                  <a:lnTo>
                    <a:pt x="638" y="1334"/>
                  </a:lnTo>
                  <a:lnTo>
                    <a:pt x="615" y="1334"/>
                  </a:lnTo>
                  <a:lnTo>
                    <a:pt x="615" y="1334"/>
                  </a:lnTo>
                  <a:lnTo>
                    <a:pt x="600" y="1334"/>
                  </a:lnTo>
                  <a:lnTo>
                    <a:pt x="581" y="1332"/>
                  </a:lnTo>
                  <a:lnTo>
                    <a:pt x="581" y="1332"/>
                  </a:lnTo>
                  <a:lnTo>
                    <a:pt x="569" y="1331"/>
                  </a:lnTo>
                  <a:lnTo>
                    <a:pt x="554" y="1329"/>
                  </a:lnTo>
                  <a:lnTo>
                    <a:pt x="554" y="1329"/>
                  </a:lnTo>
                  <a:lnTo>
                    <a:pt x="534" y="1331"/>
                  </a:lnTo>
                  <a:lnTo>
                    <a:pt x="534" y="1331"/>
                  </a:lnTo>
                  <a:lnTo>
                    <a:pt x="513" y="1331"/>
                  </a:lnTo>
                  <a:lnTo>
                    <a:pt x="509" y="1331"/>
                  </a:lnTo>
                  <a:lnTo>
                    <a:pt x="509" y="1331"/>
                  </a:lnTo>
                  <a:lnTo>
                    <a:pt x="503" y="1329"/>
                  </a:lnTo>
                  <a:lnTo>
                    <a:pt x="496" y="1328"/>
                  </a:lnTo>
                  <a:lnTo>
                    <a:pt x="495" y="1327"/>
                  </a:lnTo>
                  <a:lnTo>
                    <a:pt x="492" y="1328"/>
                  </a:lnTo>
                  <a:lnTo>
                    <a:pt x="492" y="1328"/>
                  </a:lnTo>
                  <a:lnTo>
                    <a:pt x="487" y="1329"/>
                  </a:lnTo>
                  <a:lnTo>
                    <a:pt x="487" y="1329"/>
                  </a:lnTo>
                  <a:lnTo>
                    <a:pt x="461" y="1329"/>
                  </a:lnTo>
                  <a:lnTo>
                    <a:pt x="436" y="1332"/>
                  </a:lnTo>
                  <a:lnTo>
                    <a:pt x="436" y="1332"/>
                  </a:lnTo>
                  <a:lnTo>
                    <a:pt x="410" y="1333"/>
                  </a:lnTo>
                  <a:lnTo>
                    <a:pt x="384" y="1334"/>
                  </a:lnTo>
                  <a:lnTo>
                    <a:pt x="384" y="1334"/>
                  </a:lnTo>
                  <a:lnTo>
                    <a:pt x="364" y="1333"/>
                  </a:lnTo>
                  <a:lnTo>
                    <a:pt x="346" y="1332"/>
                  </a:lnTo>
                  <a:lnTo>
                    <a:pt x="346" y="1332"/>
                  </a:lnTo>
                  <a:lnTo>
                    <a:pt x="327" y="1329"/>
                  </a:lnTo>
                  <a:lnTo>
                    <a:pt x="308" y="1329"/>
                  </a:lnTo>
                  <a:lnTo>
                    <a:pt x="308" y="1329"/>
                  </a:lnTo>
                  <a:lnTo>
                    <a:pt x="274" y="1327"/>
                  </a:lnTo>
                  <a:lnTo>
                    <a:pt x="240" y="1325"/>
                  </a:lnTo>
                  <a:lnTo>
                    <a:pt x="227" y="1324"/>
                  </a:lnTo>
                  <a:lnTo>
                    <a:pt x="227" y="1324"/>
                  </a:lnTo>
                  <a:lnTo>
                    <a:pt x="208" y="1322"/>
                  </a:lnTo>
                  <a:lnTo>
                    <a:pt x="191" y="1318"/>
                  </a:lnTo>
                  <a:lnTo>
                    <a:pt x="174" y="1313"/>
                  </a:lnTo>
                  <a:lnTo>
                    <a:pt x="159" y="1307"/>
                  </a:lnTo>
                  <a:lnTo>
                    <a:pt x="159" y="1307"/>
                  </a:lnTo>
                  <a:lnTo>
                    <a:pt x="140" y="1297"/>
                  </a:lnTo>
                  <a:lnTo>
                    <a:pt x="124" y="1287"/>
                  </a:lnTo>
                  <a:lnTo>
                    <a:pt x="107" y="1276"/>
                  </a:lnTo>
                  <a:lnTo>
                    <a:pt x="93" y="1263"/>
                  </a:lnTo>
                  <a:lnTo>
                    <a:pt x="78" y="1249"/>
                  </a:lnTo>
                  <a:lnTo>
                    <a:pt x="65" y="1234"/>
                  </a:lnTo>
                  <a:lnTo>
                    <a:pt x="52" y="1219"/>
                  </a:lnTo>
                  <a:lnTo>
                    <a:pt x="40" y="1201"/>
                  </a:lnTo>
                  <a:lnTo>
                    <a:pt x="40" y="1201"/>
                  </a:lnTo>
                  <a:lnTo>
                    <a:pt x="30" y="1183"/>
                  </a:lnTo>
                  <a:lnTo>
                    <a:pt x="26" y="1174"/>
                  </a:lnTo>
                  <a:lnTo>
                    <a:pt x="22" y="1164"/>
                  </a:lnTo>
                  <a:lnTo>
                    <a:pt x="19" y="1155"/>
                  </a:lnTo>
                  <a:lnTo>
                    <a:pt x="17" y="1146"/>
                  </a:lnTo>
                  <a:lnTo>
                    <a:pt x="15" y="1136"/>
                  </a:lnTo>
                  <a:lnTo>
                    <a:pt x="14" y="1126"/>
                  </a:lnTo>
                  <a:lnTo>
                    <a:pt x="14" y="1125"/>
                  </a:lnTo>
                  <a:lnTo>
                    <a:pt x="14" y="1125"/>
                  </a:lnTo>
                  <a:lnTo>
                    <a:pt x="14" y="1125"/>
                  </a:lnTo>
                  <a:lnTo>
                    <a:pt x="13" y="1118"/>
                  </a:lnTo>
                  <a:lnTo>
                    <a:pt x="12" y="1111"/>
                  </a:lnTo>
                  <a:lnTo>
                    <a:pt x="11" y="1096"/>
                  </a:lnTo>
                  <a:lnTo>
                    <a:pt x="12" y="1081"/>
                  </a:lnTo>
                  <a:lnTo>
                    <a:pt x="13" y="1065"/>
                  </a:lnTo>
                  <a:lnTo>
                    <a:pt x="13" y="1065"/>
                  </a:lnTo>
                  <a:lnTo>
                    <a:pt x="14" y="1040"/>
                  </a:lnTo>
                  <a:lnTo>
                    <a:pt x="14" y="1040"/>
                  </a:lnTo>
                  <a:lnTo>
                    <a:pt x="14" y="997"/>
                  </a:lnTo>
                  <a:lnTo>
                    <a:pt x="14" y="997"/>
                  </a:lnTo>
                  <a:lnTo>
                    <a:pt x="14" y="945"/>
                  </a:lnTo>
                  <a:lnTo>
                    <a:pt x="14" y="895"/>
                  </a:lnTo>
                  <a:lnTo>
                    <a:pt x="14" y="895"/>
                  </a:lnTo>
                  <a:lnTo>
                    <a:pt x="13" y="871"/>
                  </a:lnTo>
                  <a:lnTo>
                    <a:pt x="11" y="848"/>
                  </a:lnTo>
                  <a:lnTo>
                    <a:pt x="11" y="848"/>
                  </a:lnTo>
                  <a:lnTo>
                    <a:pt x="8" y="815"/>
                  </a:lnTo>
                  <a:lnTo>
                    <a:pt x="7" y="799"/>
                  </a:lnTo>
                  <a:lnTo>
                    <a:pt x="8" y="782"/>
                  </a:lnTo>
                  <a:lnTo>
                    <a:pt x="8" y="782"/>
                  </a:lnTo>
                  <a:lnTo>
                    <a:pt x="9" y="747"/>
                  </a:lnTo>
                  <a:lnTo>
                    <a:pt x="9" y="711"/>
                  </a:lnTo>
                  <a:lnTo>
                    <a:pt x="7" y="675"/>
                  </a:lnTo>
                  <a:lnTo>
                    <a:pt x="5" y="639"/>
                  </a:lnTo>
                  <a:lnTo>
                    <a:pt x="5" y="639"/>
                  </a:lnTo>
                  <a:lnTo>
                    <a:pt x="2" y="589"/>
                  </a:lnTo>
                  <a:lnTo>
                    <a:pt x="1" y="564"/>
                  </a:lnTo>
                  <a:lnTo>
                    <a:pt x="0" y="539"/>
                  </a:lnTo>
                  <a:lnTo>
                    <a:pt x="0" y="280"/>
                  </a:lnTo>
                  <a:lnTo>
                    <a:pt x="0" y="280"/>
                  </a:lnTo>
                  <a:lnTo>
                    <a:pt x="0" y="272"/>
                  </a:lnTo>
                  <a:lnTo>
                    <a:pt x="0" y="262"/>
                  </a:lnTo>
                  <a:lnTo>
                    <a:pt x="3" y="243"/>
                  </a:lnTo>
                  <a:lnTo>
                    <a:pt x="3" y="243"/>
                  </a:lnTo>
                  <a:lnTo>
                    <a:pt x="4" y="230"/>
                  </a:lnTo>
                  <a:lnTo>
                    <a:pt x="5" y="219"/>
                  </a:lnTo>
                  <a:lnTo>
                    <a:pt x="4" y="196"/>
                  </a:lnTo>
                  <a:lnTo>
                    <a:pt x="4" y="196"/>
                  </a:lnTo>
                  <a:lnTo>
                    <a:pt x="4" y="183"/>
                  </a:lnTo>
                  <a:lnTo>
                    <a:pt x="4" y="169"/>
                  </a:lnTo>
                  <a:lnTo>
                    <a:pt x="5" y="157"/>
                  </a:lnTo>
                  <a:lnTo>
                    <a:pt x="7" y="145"/>
                  </a:lnTo>
                  <a:lnTo>
                    <a:pt x="7" y="145"/>
                  </a:lnTo>
                  <a:lnTo>
                    <a:pt x="12" y="126"/>
                  </a:lnTo>
                  <a:lnTo>
                    <a:pt x="18" y="109"/>
                  </a:lnTo>
                  <a:lnTo>
                    <a:pt x="26" y="93"/>
                  </a:lnTo>
                  <a:lnTo>
                    <a:pt x="34" y="80"/>
                  </a:lnTo>
                  <a:lnTo>
                    <a:pt x="43" y="68"/>
                  </a:lnTo>
                  <a:lnTo>
                    <a:pt x="54" y="58"/>
                  </a:lnTo>
                  <a:lnTo>
                    <a:pt x="68" y="48"/>
                  </a:lnTo>
                  <a:lnTo>
                    <a:pt x="84" y="39"/>
                  </a:lnTo>
                  <a:lnTo>
                    <a:pt x="84" y="39"/>
                  </a:lnTo>
                  <a:lnTo>
                    <a:pt x="100" y="33"/>
                  </a:lnTo>
                  <a:lnTo>
                    <a:pt x="114" y="28"/>
                  </a:lnTo>
                  <a:lnTo>
                    <a:pt x="144" y="19"/>
                  </a:lnTo>
                  <a:lnTo>
                    <a:pt x="174" y="11"/>
                  </a:lnTo>
                  <a:lnTo>
                    <a:pt x="204" y="6"/>
                  </a:lnTo>
                  <a:lnTo>
                    <a:pt x="233" y="3"/>
                  </a:lnTo>
                  <a:lnTo>
                    <a:pt x="262" y="1"/>
                  </a:lnTo>
                  <a:lnTo>
                    <a:pt x="290" y="0"/>
                  </a:lnTo>
                  <a:lnTo>
                    <a:pt x="317" y="0"/>
                  </a:lnTo>
                  <a:lnTo>
                    <a:pt x="317" y="0"/>
                  </a:lnTo>
                  <a:lnTo>
                    <a:pt x="358" y="0"/>
                  </a:lnTo>
                  <a:lnTo>
                    <a:pt x="398" y="2"/>
                  </a:lnTo>
                  <a:lnTo>
                    <a:pt x="398" y="2"/>
                  </a:lnTo>
                  <a:lnTo>
                    <a:pt x="441" y="3"/>
                  </a:lnTo>
                  <a:lnTo>
                    <a:pt x="483" y="3"/>
                  </a:lnTo>
                  <a:lnTo>
                    <a:pt x="483" y="3"/>
                  </a:lnTo>
                  <a:lnTo>
                    <a:pt x="507" y="4"/>
                  </a:lnTo>
                  <a:lnTo>
                    <a:pt x="532" y="5"/>
                  </a:lnTo>
                  <a:lnTo>
                    <a:pt x="580" y="8"/>
                  </a:lnTo>
                  <a:lnTo>
                    <a:pt x="580" y="8"/>
                  </a:lnTo>
                  <a:lnTo>
                    <a:pt x="629" y="11"/>
                  </a:lnTo>
                  <a:lnTo>
                    <a:pt x="654" y="12"/>
                  </a:lnTo>
                  <a:lnTo>
                    <a:pt x="678" y="12"/>
                  </a:lnTo>
                  <a:lnTo>
                    <a:pt x="678" y="12"/>
                  </a:lnTo>
                  <a:lnTo>
                    <a:pt x="730" y="14"/>
                  </a:lnTo>
                  <a:lnTo>
                    <a:pt x="783" y="15"/>
                  </a:lnTo>
                  <a:lnTo>
                    <a:pt x="881" y="17"/>
                  </a:lnTo>
                  <a:lnTo>
                    <a:pt x="893" y="18"/>
                  </a:lnTo>
                  <a:lnTo>
                    <a:pt x="893" y="18"/>
                  </a:lnTo>
                  <a:lnTo>
                    <a:pt x="930" y="19"/>
                  </a:lnTo>
                  <a:lnTo>
                    <a:pt x="968" y="22"/>
                  </a:lnTo>
                  <a:lnTo>
                    <a:pt x="985" y="24"/>
                  </a:lnTo>
                  <a:lnTo>
                    <a:pt x="1003" y="27"/>
                  </a:lnTo>
                  <a:lnTo>
                    <a:pt x="1019" y="31"/>
                  </a:lnTo>
                  <a:lnTo>
                    <a:pt x="1035" y="37"/>
                  </a:lnTo>
                  <a:lnTo>
                    <a:pt x="1050" y="43"/>
                  </a:lnTo>
                  <a:lnTo>
                    <a:pt x="1064" y="52"/>
                  </a:lnTo>
                  <a:lnTo>
                    <a:pt x="1075" y="62"/>
                  </a:lnTo>
                  <a:lnTo>
                    <a:pt x="1081" y="68"/>
                  </a:lnTo>
                  <a:lnTo>
                    <a:pt x="1085" y="74"/>
                  </a:lnTo>
                  <a:lnTo>
                    <a:pt x="1090" y="81"/>
                  </a:lnTo>
                  <a:lnTo>
                    <a:pt x="1095" y="89"/>
                  </a:lnTo>
                  <a:lnTo>
                    <a:pt x="1098" y="96"/>
                  </a:lnTo>
                  <a:lnTo>
                    <a:pt x="1101" y="104"/>
                  </a:lnTo>
                  <a:lnTo>
                    <a:pt x="1104" y="114"/>
                  </a:lnTo>
                  <a:lnTo>
                    <a:pt x="1106" y="124"/>
                  </a:lnTo>
                  <a:lnTo>
                    <a:pt x="1107" y="134"/>
                  </a:lnTo>
                  <a:lnTo>
                    <a:pt x="1108" y="145"/>
                  </a:lnTo>
                  <a:lnTo>
                    <a:pt x="1108" y="145"/>
                  </a:lnTo>
                  <a:lnTo>
                    <a:pt x="1107" y="152"/>
                  </a:lnTo>
                  <a:lnTo>
                    <a:pt x="1106" y="154"/>
                  </a:lnTo>
                  <a:lnTo>
                    <a:pt x="1104" y="157"/>
                  </a:lnTo>
                  <a:lnTo>
                    <a:pt x="1104" y="157"/>
                  </a:lnTo>
                  <a:lnTo>
                    <a:pt x="1101" y="159"/>
                  </a:lnTo>
                  <a:lnTo>
                    <a:pt x="1098" y="160"/>
                  </a:lnTo>
                  <a:lnTo>
                    <a:pt x="1095" y="161"/>
                  </a:lnTo>
                  <a:lnTo>
                    <a:pt x="1090" y="162"/>
                  </a:lnTo>
                  <a:lnTo>
                    <a:pt x="1090" y="162"/>
                  </a:lnTo>
                  <a:lnTo>
                    <a:pt x="1084" y="161"/>
                  </a:lnTo>
                  <a:lnTo>
                    <a:pt x="1081" y="159"/>
                  </a:lnTo>
                  <a:lnTo>
                    <a:pt x="1078" y="157"/>
                  </a:lnTo>
                  <a:lnTo>
                    <a:pt x="1076" y="155"/>
                  </a:lnTo>
                  <a:lnTo>
                    <a:pt x="1074" y="152"/>
                  </a:lnTo>
                  <a:lnTo>
                    <a:pt x="1072" y="149"/>
                  </a:lnTo>
                  <a:lnTo>
                    <a:pt x="1072" y="145"/>
                  </a:lnTo>
                  <a:lnTo>
                    <a:pt x="1072" y="145"/>
                  </a:lnTo>
                  <a:lnTo>
                    <a:pt x="1071" y="133"/>
                  </a:lnTo>
                  <a:lnTo>
                    <a:pt x="1069" y="123"/>
                  </a:lnTo>
                  <a:lnTo>
                    <a:pt x="1066" y="114"/>
                  </a:lnTo>
                  <a:lnTo>
                    <a:pt x="1062" y="104"/>
                  </a:lnTo>
                  <a:lnTo>
                    <a:pt x="1056" y="96"/>
                  </a:lnTo>
                  <a:lnTo>
                    <a:pt x="1050" y="89"/>
                  </a:lnTo>
                  <a:lnTo>
                    <a:pt x="1044" y="83"/>
                  </a:lnTo>
                  <a:lnTo>
                    <a:pt x="1036" y="77"/>
                  </a:lnTo>
                  <a:lnTo>
                    <a:pt x="1026" y="71"/>
                  </a:lnTo>
                  <a:lnTo>
                    <a:pt x="1017" y="66"/>
                  </a:lnTo>
                  <a:lnTo>
                    <a:pt x="1006" y="62"/>
                  </a:lnTo>
                  <a:lnTo>
                    <a:pt x="994" y="59"/>
                  </a:lnTo>
                  <a:lnTo>
                    <a:pt x="981" y="57"/>
                  </a:lnTo>
                  <a:lnTo>
                    <a:pt x="968" y="55"/>
                  </a:lnTo>
                  <a:lnTo>
                    <a:pt x="952" y="54"/>
                  </a:lnTo>
                  <a:lnTo>
                    <a:pt x="937" y="54"/>
                  </a:lnTo>
                  <a:lnTo>
                    <a:pt x="935" y="54"/>
                  </a:lnTo>
                  <a:lnTo>
                    <a:pt x="935" y="54"/>
                  </a:lnTo>
                  <a:lnTo>
                    <a:pt x="897" y="53"/>
                  </a:lnTo>
                  <a:lnTo>
                    <a:pt x="861" y="51"/>
                  </a:lnTo>
                  <a:lnTo>
                    <a:pt x="861" y="51"/>
                  </a:lnTo>
                  <a:lnTo>
                    <a:pt x="825" y="50"/>
                  </a:lnTo>
                  <a:lnTo>
                    <a:pt x="788" y="49"/>
                  </a:lnTo>
                  <a:lnTo>
                    <a:pt x="630" y="49"/>
                  </a:lnTo>
                  <a:lnTo>
                    <a:pt x="630" y="49"/>
                  </a:lnTo>
                  <a:lnTo>
                    <a:pt x="613" y="49"/>
                  </a:lnTo>
                  <a:lnTo>
                    <a:pt x="597" y="48"/>
                  </a:lnTo>
                  <a:lnTo>
                    <a:pt x="564" y="45"/>
                  </a:lnTo>
                  <a:lnTo>
                    <a:pt x="564" y="45"/>
                  </a:lnTo>
                  <a:lnTo>
                    <a:pt x="531" y="40"/>
                  </a:lnTo>
                  <a:lnTo>
                    <a:pt x="514" y="39"/>
                  </a:lnTo>
                  <a:lnTo>
                    <a:pt x="497" y="39"/>
                  </a:lnTo>
                  <a:lnTo>
                    <a:pt x="497" y="39"/>
                  </a:lnTo>
                  <a:lnTo>
                    <a:pt x="445" y="38"/>
                  </a:lnTo>
                  <a:lnTo>
                    <a:pt x="392" y="35"/>
                  </a:lnTo>
                  <a:lnTo>
                    <a:pt x="392" y="35"/>
                  </a:lnTo>
                  <a:lnTo>
                    <a:pt x="344" y="33"/>
                  </a:lnTo>
                  <a:lnTo>
                    <a:pt x="344" y="33"/>
                  </a:lnTo>
                  <a:lnTo>
                    <a:pt x="311" y="32"/>
                  </a:lnTo>
                  <a:lnTo>
                    <a:pt x="311" y="32"/>
                  </a:lnTo>
                  <a:lnTo>
                    <a:pt x="283" y="33"/>
                  </a:lnTo>
                  <a:lnTo>
                    <a:pt x="247" y="35"/>
                  </a:lnTo>
                  <a:lnTo>
                    <a:pt x="227" y="37"/>
                  </a:lnTo>
                  <a:lnTo>
                    <a:pt x="207" y="40"/>
                  </a:lnTo>
                  <a:lnTo>
                    <a:pt x="188" y="43"/>
                  </a:lnTo>
                  <a:lnTo>
                    <a:pt x="169" y="49"/>
                  </a:lnTo>
                  <a:lnTo>
                    <a:pt x="168" y="49"/>
                  </a:lnTo>
                  <a:lnTo>
                    <a:pt x="168" y="49"/>
                  </a:lnTo>
                  <a:lnTo>
                    <a:pt x="147" y="55"/>
                  </a:lnTo>
                  <a:lnTo>
                    <a:pt x="128" y="61"/>
                  </a:lnTo>
                  <a:lnTo>
                    <a:pt x="109" y="68"/>
                  </a:lnTo>
                  <a:lnTo>
                    <a:pt x="101" y="72"/>
                  </a:lnTo>
                  <a:lnTo>
                    <a:pt x="93" y="78"/>
                  </a:lnTo>
                  <a:lnTo>
                    <a:pt x="84" y="83"/>
                  </a:lnTo>
                  <a:lnTo>
                    <a:pt x="77" y="89"/>
                  </a:lnTo>
                  <a:lnTo>
                    <a:pt x="70" y="95"/>
                  </a:lnTo>
                  <a:lnTo>
                    <a:pt x="64" y="102"/>
                  </a:lnTo>
                  <a:lnTo>
                    <a:pt x="59" y="111"/>
                  </a:lnTo>
                  <a:lnTo>
                    <a:pt x="53" y="120"/>
                  </a:lnTo>
                  <a:lnTo>
                    <a:pt x="49" y="130"/>
                  </a:lnTo>
                  <a:lnTo>
                    <a:pt x="45" y="142"/>
                  </a:lnTo>
                  <a:lnTo>
                    <a:pt x="45" y="142"/>
                  </a:lnTo>
                  <a:lnTo>
                    <a:pt x="42" y="155"/>
                  </a:lnTo>
                  <a:lnTo>
                    <a:pt x="41" y="167"/>
                  </a:lnTo>
                  <a:lnTo>
                    <a:pt x="41" y="181"/>
                  </a:lnTo>
                  <a:lnTo>
                    <a:pt x="41" y="193"/>
                  </a:lnTo>
                  <a:lnTo>
                    <a:pt x="41" y="193"/>
                  </a:lnTo>
                  <a:lnTo>
                    <a:pt x="42" y="209"/>
                  </a:lnTo>
                  <a:lnTo>
                    <a:pt x="41" y="224"/>
                  </a:lnTo>
                  <a:lnTo>
                    <a:pt x="41" y="224"/>
                  </a:lnTo>
                  <a:lnTo>
                    <a:pt x="38" y="240"/>
                  </a:lnTo>
                  <a:lnTo>
                    <a:pt x="38" y="240"/>
                  </a:lnTo>
                  <a:lnTo>
                    <a:pt x="36" y="251"/>
                  </a:lnTo>
                  <a:lnTo>
                    <a:pt x="35" y="262"/>
                  </a:lnTo>
                  <a:lnTo>
                    <a:pt x="35" y="268"/>
                  </a:lnTo>
                  <a:lnTo>
                    <a:pt x="35" y="273"/>
                  </a:lnTo>
                  <a:lnTo>
                    <a:pt x="37" y="278"/>
                  </a:lnTo>
                  <a:lnTo>
                    <a:pt x="39" y="282"/>
                  </a:lnTo>
                  <a:lnTo>
                    <a:pt x="39" y="282"/>
                  </a:lnTo>
                  <a:lnTo>
                    <a:pt x="41" y="288"/>
                  </a:lnTo>
                  <a:lnTo>
                    <a:pt x="41" y="294"/>
                  </a:lnTo>
                  <a:lnTo>
                    <a:pt x="39" y="299"/>
                  </a:lnTo>
                  <a:lnTo>
                    <a:pt x="38" y="302"/>
                  </a:lnTo>
                  <a:lnTo>
                    <a:pt x="36" y="303"/>
                  </a:lnTo>
                  <a:lnTo>
                    <a:pt x="36" y="305"/>
                  </a:lnTo>
                  <a:lnTo>
                    <a:pt x="36" y="305"/>
                  </a:lnTo>
                  <a:lnTo>
                    <a:pt x="37" y="404"/>
                  </a:lnTo>
                  <a:lnTo>
                    <a:pt x="38" y="509"/>
                  </a:lnTo>
                  <a:lnTo>
                    <a:pt x="40" y="620"/>
                  </a:lnTo>
                  <a:lnTo>
                    <a:pt x="45" y="732"/>
                  </a:lnTo>
                  <a:lnTo>
                    <a:pt x="45" y="732"/>
                  </a:lnTo>
                  <a:lnTo>
                    <a:pt x="47" y="788"/>
                  </a:lnTo>
                  <a:lnTo>
                    <a:pt x="49" y="845"/>
                  </a:lnTo>
                  <a:lnTo>
                    <a:pt x="50" y="905"/>
                  </a:lnTo>
                  <a:lnTo>
                    <a:pt x="50" y="965"/>
                  </a:lnTo>
                  <a:lnTo>
                    <a:pt x="50" y="965"/>
                  </a:lnTo>
                  <a:lnTo>
                    <a:pt x="50" y="996"/>
                  </a:lnTo>
                  <a:lnTo>
                    <a:pt x="50" y="996"/>
                  </a:lnTo>
                  <a:lnTo>
                    <a:pt x="50" y="1033"/>
                  </a:lnTo>
                  <a:lnTo>
                    <a:pt x="50" y="1070"/>
                  </a:lnTo>
                  <a:lnTo>
                    <a:pt x="50" y="1075"/>
                  </a:lnTo>
                  <a:lnTo>
                    <a:pt x="50" y="1075"/>
                  </a:lnTo>
                  <a:lnTo>
                    <a:pt x="49" y="1099"/>
                  </a:lnTo>
                  <a:lnTo>
                    <a:pt x="49" y="1099"/>
                  </a:lnTo>
                  <a:lnTo>
                    <a:pt x="50" y="1106"/>
                  </a:lnTo>
                  <a:lnTo>
                    <a:pt x="49" y="1106"/>
                  </a:lnTo>
                  <a:lnTo>
                    <a:pt x="50" y="1116"/>
                  </a:lnTo>
                  <a:lnTo>
                    <a:pt x="50" y="1119"/>
                  </a:lnTo>
                  <a:lnTo>
                    <a:pt x="51" y="1121"/>
                  </a:lnTo>
                  <a:lnTo>
                    <a:pt x="51" y="1121"/>
                  </a:lnTo>
                  <a:lnTo>
                    <a:pt x="52" y="1124"/>
                  </a:lnTo>
                  <a:lnTo>
                    <a:pt x="53" y="1128"/>
                  </a:lnTo>
                  <a:lnTo>
                    <a:pt x="53" y="1132"/>
                  </a:lnTo>
                  <a:lnTo>
                    <a:pt x="52" y="1136"/>
                  </a:lnTo>
                  <a:lnTo>
                    <a:pt x="52" y="1137"/>
                  </a:lnTo>
                  <a:lnTo>
                    <a:pt x="52" y="1138"/>
                  </a:lnTo>
                  <a:lnTo>
                    <a:pt x="52" y="1138"/>
                  </a:lnTo>
                  <a:lnTo>
                    <a:pt x="57" y="1153"/>
                  </a:lnTo>
                  <a:lnTo>
                    <a:pt x="62" y="1167"/>
                  </a:lnTo>
                  <a:lnTo>
                    <a:pt x="69" y="1181"/>
                  </a:lnTo>
                  <a:lnTo>
                    <a:pt x="76" y="1194"/>
                  </a:lnTo>
                  <a:lnTo>
                    <a:pt x="85" y="1207"/>
                  </a:lnTo>
                  <a:lnTo>
                    <a:pt x="96" y="1219"/>
                  </a:lnTo>
                  <a:lnTo>
                    <a:pt x="107" y="1230"/>
                  </a:lnTo>
                  <a:lnTo>
                    <a:pt x="120" y="1242"/>
                  </a:lnTo>
                  <a:lnTo>
                    <a:pt x="133" y="1252"/>
                  </a:lnTo>
                  <a:lnTo>
                    <a:pt x="146" y="1260"/>
                  </a:lnTo>
                  <a:lnTo>
                    <a:pt x="160" y="1269"/>
                  </a:lnTo>
                  <a:lnTo>
                    <a:pt x="174" y="1275"/>
                  </a:lnTo>
                  <a:lnTo>
                    <a:pt x="189" y="1281"/>
                  </a:lnTo>
                  <a:lnTo>
                    <a:pt x="202" y="1285"/>
                  </a:lnTo>
                  <a:lnTo>
                    <a:pt x="217" y="1287"/>
                  </a:lnTo>
                  <a:lnTo>
                    <a:pt x="231" y="1288"/>
                  </a:lnTo>
                  <a:lnTo>
                    <a:pt x="231" y="1288"/>
                  </a:lnTo>
                  <a:lnTo>
                    <a:pt x="240" y="1287"/>
                  </a:lnTo>
                  <a:lnTo>
                    <a:pt x="240" y="1287"/>
                  </a:lnTo>
                  <a:lnTo>
                    <a:pt x="259" y="1287"/>
                  </a:lnTo>
                  <a:lnTo>
                    <a:pt x="259" y="1287"/>
                  </a:lnTo>
                  <a:lnTo>
                    <a:pt x="278" y="1287"/>
                  </a:lnTo>
                  <a:lnTo>
                    <a:pt x="296" y="1289"/>
                  </a:lnTo>
                  <a:lnTo>
                    <a:pt x="332" y="1293"/>
                  </a:lnTo>
                  <a:lnTo>
                    <a:pt x="332" y="1293"/>
                  </a:lnTo>
                  <a:lnTo>
                    <a:pt x="349" y="1296"/>
                  </a:lnTo>
                  <a:lnTo>
                    <a:pt x="349" y="1296"/>
                  </a:lnTo>
                  <a:lnTo>
                    <a:pt x="366" y="1297"/>
                  </a:lnTo>
                  <a:lnTo>
                    <a:pt x="384" y="1298"/>
                  </a:lnTo>
                  <a:lnTo>
                    <a:pt x="384" y="1298"/>
                  </a:lnTo>
                  <a:lnTo>
                    <a:pt x="411" y="1297"/>
                  </a:lnTo>
                  <a:lnTo>
                    <a:pt x="437" y="1295"/>
                  </a:lnTo>
                  <a:lnTo>
                    <a:pt x="437" y="1295"/>
                  </a:lnTo>
                  <a:lnTo>
                    <a:pt x="462" y="1293"/>
                  </a:lnTo>
                  <a:lnTo>
                    <a:pt x="465" y="1293"/>
                  </a:lnTo>
                  <a:lnTo>
                    <a:pt x="466" y="1292"/>
                  </a:lnTo>
                  <a:lnTo>
                    <a:pt x="466" y="1292"/>
                  </a:lnTo>
                  <a:lnTo>
                    <a:pt x="471" y="1289"/>
                  </a:lnTo>
                  <a:lnTo>
                    <a:pt x="476" y="1288"/>
                  </a:lnTo>
                  <a:lnTo>
                    <a:pt x="478" y="1288"/>
                  </a:lnTo>
                  <a:lnTo>
                    <a:pt x="478" y="1288"/>
                  </a:lnTo>
                  <a:lnTo>
                    <a:pt x="528" y="1292"/>
                  </a:lnTo>
                  <a:lnTo>
                    <a:pt x="528" y="1292"/>
                  </a:lnTo>
                  <a:lnTo>
                    <a:pt x="577" y="1295"/>
                  </a:lnTo>
                  <a:lnTo>
                    <a:pt x="602" y="1297"/>
                  </a:lnTo>
                  <a:lnTo>
                    <a:pt x="627" y="1297"/>
                  </a:lnTo>
                  <a:lnTo>
                    <a:pt x="627" y="1297"/>
                  </a:lnTo>
                  <a:lnTo>
                    <a:pt x="645" y="1296"/>
                  </a:lnTo>
                  <a:lnTo>
                    <a:pt x="645" y="1296"/>
                  </a:lnTo>
                  <a:lnTo>
                    <a:pt x="665" y="1296"/>
                  </a:lnTo>
                  <a:lnTo>
                    <a:pt x="665" y="1296"/>
                  </a:lnTo>
                  <a:lnTo>
                    <a:pt x="674" y="1296"/>
                  </a:lnTo>
                  <a:lnTo>
                    <a:pt x="682" y="1297"/>
                  </a:lnTo>
                  <a:lnTo>
                    <a:pt x="690" y="1300"/>
                  </a:lnTo>
                  <a:lnTo>
                    <a:pt x="697" y="1303"/>
                  </a:lnTo>
                  <a:lnTo>
                    <a:pt x="699" y="1304"/>
                  </a:lnTo>
                  <a:lnTo>
                    <a:pt x="703" y="1303"/>
                  </a:lnTo>
                  <a:lnTo>
                    <a:pt x="704" y="1302"/>
                  </a:lnTo>
                  <a:lnTo>
                    <a:pt x="704" y="1302"/>
                  </a:lnTo>
                  <a:lnTo>
                    <a:pt x="708" y="1297"/>
                  </a:lnTo>
                  <a:lnTo>
                    <a:pt x="713" y="1294"/>
                  </a:lnTo>
                  <a:lnTo>
                    <a:pt x="725" y="1289"/>
                  </a:lnTo>
                  <a:lnTo>
                    <a:pt x="736" y="1285"/>
                  </a:lnTo>
                  <a:lnTo>
                    <a:pt x="749" y="1281"/>
                  </a:lnTo>
                  <a:lnTo>
                    <a:pt x="749" y="1281"/>
                  </a:lnTo>
                  <a:lnTo>
                    <a:pt x="765" y="1277"/>
                  </a:lnTo>
                  <a:lnTo>
                    <a:pt x="772" y="1274"/>
                  </a:lnTo>
                  <a:lnTo>
                    <a:pt x="781" y="1271"/>
                  </a:lnTo>
                  <a:lnTo>
                    <a:pt x="781" y="1271"/>
                  </a:lnTo>
                  <a:lnTo>
                    <a:pt x="812" y="1254"/>
                  </a:lnTo>
                  <a:lnTo>
                    <a:pt x="843" y="1233"/>
                  </a:lnTo>
                  <a:lnTo>
                    <a:pt x="875" y="1211"/>
                  </a:lnTo>
                  <a:lnTo>
                    <a:pt x="908" y="1185"/>
                  </a:lnTo>
                  <a:lnTo>
                    <a:pt x="908" y="1185"/>
                  </a:lnTo>
                  <a:lnTo>
                    <a:pt x="922" y="1174"/>
                  </a:lnTo>
                  <a:lnTo>
                    <a:pt x="938" y="1162"/>
                  </a:lnTo>
                  <a:lnTo>
                    <a:pt x="969" y="1143"/>
                  </a:lnTo>
                  <a:lnTo>
                    <a:pt x="969" y="1143"/>
                  </a:lnTo>
                  <a:lnTo>
                    <a:pt x="992" y="1127"/>
                  </a:lnTo>
                  <a:lnTo>
                    <a:pt x="1016" y="1111"/>
                  </a:lnTo>
                  <a:lnTo>
                    <a:pt x="1016" y="1111"/>
                  </a:lnTo>
                  <a:lnTo>
                    <a:pt x="1029" y="1101"/>
                  </a:lnTo>
                  <a:lnTo>
                    <a:pt x="1029" y="1101"/>
                  </a:lnTo>
                  <a:lnTo>
                    <a:pt x="1070" y="1073"/>
                  </a:lnTo>
                  <a:lnTo>
                    <a:pt x="1093" y="1056"/>
                  </a:lnTo>
                  <a:lnTo>
                    <a:pt x="1099" y="1051"/>
                  </a:lnTo>
                  <a:lnTo>
                    <a:pt x="1103" y="1046"/>
                  </a:lnTo>
                  <a:lnTo>
                    <a:pt x="1104" y="1043"/>
                  </a:lnTo>
                  <a:lnTo>
                    <a:pt x="1105" y="1041"/>
                  </a:lnTo>
                  <a:lnTo>
                    <a:pt x="1105" y="1041"/>
                  </a:lnTo>
                  <a:lnTo>
                    <a:pt x="1106" y="1036"/>
                  </a:lnTo>
                  <a:lnTo>
                    <a:pt x="1107" y="1032"/>
                  </a:lnTo>
                  <a:lnTo>
                    <a:pt x="1108" y="1031"/>
                  </a:lnTo>
                  <a:lnTo>
                    <a:pt x="1108" y="1029"/>
                  </a:lnTo>
                  <a:lnTo>
                    <a:pt x="1108" y="1029"/>
                  </a:lnTo>
                  <a:lnTo>
                    <a:pt x="1106" y="946"/>
                  </a:lnTo>
                  <a:lnTo>
                    <a:pt x="1104" y="859"/>
                  </a:lnTo>
                  <a:lnTo>
                    <a:pt x="1100" y="770"/>
                  </a:lnTo>
                  <a:lnTo>
                    <a:pt x="1096" y="676"/>
                  </a:lnTo>
                  <a:lnTo>
                    <a:pt x="1096" y="676"/>
                  </a:lnTo>
                  <a:lnTo>
                    <a:pt x="1096" y="668"/>
                  </a:lnTo>
                  <a:lnTo>
                    <a:pt x="1098" y="666"/>
                  </a:lnTo>
                  <a:lnTo>
                    <a:pt x="1099" y="663"/>
                  </a:lnTo>
                  <a:lnTo>
                    <a:pt x="1099" y="663"/>
                  </a:lnTo>
                  <a:lnTo>
                    <a:pt x="1102" y="661"/>
                  </a:lnTo>
                  <a:lnTo>
                    <a:pt x="1105" y="660"/>
                  </a:lnTo>
                  <a:lnTo>
                    <a:pt x="1108" y="659"/>
                  </a:lnTo>
                  <a:lnTo>
                    <a:pt x="1112" y="658"/>
                  </a:lnTo>
                  <a:lnTo>
                    <a:pt x="1112" y="658"/>
                  </a:lnTo>
                  <a:lnTo>
                    <a:pt x="1118" y="659"/>
                  </a:lnTo>
                  <a:lnTo>
                    <a:pt x="1123" y="661"/>
                  </a:lnTo>
                  <a:lnTo>
                    <a:pt x="1125" y="662"/>
                  </a:lnTo>
                  <a:lnTo>
                    <a:pt x="1128" y="665"/>
                  </a:lnTo>
                  <a:lnTo>
                    <a:pt x="1130" y="668"/>
                  </a:lnTo>
                  <a:lnTo>
                    <a:pt x="1131" y="672"/>
                  </a:lnTo>
                  <a:lnTo>
                    <a:pt x="1132" y="676"/>
                  </a:lnTo>
                  <a:lnTo>
                    <a:pt x="1132" y="676"/>
                  </a:lnTo>
                  <a:lnTo>
                    <a:pt x="1137" y="780"/>
                  </a:lnTo>
                  <a:lnTo>
                    <a:pt x="1140" y="877"/>
                  </a:lnTo>
                  <a:lnTo>
                    <a:pt x="1143" y="967"/>
                  </a:lnTo>
                  <a:lnTo>
                    <a:pt x="1145" y="1053"/>
                  </a:lnTo>
                  <a:lnTo>
                    <a:pt x="1139" y="1053"/>
                  </a:lnTo>
                  <a:lnTo>
                    <a:pt x="1137" y="1057"/>
                  </a:lnTo>
                  <a:lnTo>
                    <a:pt x="1137" y="1057"/>
                  </a:lnTo>
                  <a:lnTo>
                    <a:pt x="1135" y="1062"/>
                  </a:lnTo>
                  <a:lnTo>
                    <a:pt x="1131" y="1067"/>
                  </a:lnTo>
                  <a:lnTo>
                    <a:pt x="1127" y="1072"/>
                  </a:lnTo>
                  <a:lnTo>
                    <a:pt x="1121" y="1076"/>
                  </a:lnTo>
                  <a:lnTo>
                    <a:pt x="1110" y="1085"/>
                  </a:lnTo>
                  <a:lnTo>
                    <a:pt x="1098" y="1093"/>
                  </a:lnTo>
                  <a:lnTo>
                    <a:pt x="1098" y="1093"/>
                  </a:lnTo>
                  <a:lnTo>
                    <a:pt x="1085" y="1101"/>
                  </a:lnTo>
                  <a:lnTo>
                    <a:pt x="1074" y="1111"/>
                  </a:lnTo>
                  <a:lnTo>
                    <a:pt x="1074" y="1111"/>
                  </a:lnTo>
                  <a:lnTo>
                    <a:pt x="1054" y="1125"/>
                  </a:lnTo>
                  <a:lnTo>
                    <a:pt x="1035" y="1139"/>
                  </a:lnTo>
                  <a:lnTo>
                    <a:pt x="995" y="1166"/>
                  </a:lnTo>
                  <a:lnTo>
                    <a:pt x="995" y="1166"/>
                  </a:lnTo>
                  <a:lnTo>
                    <a:pt x="954" y="1194"/>
                  </a:lnTo>
                  <a:lnTo>
                    <a:pt x="954" y="1194"/>
                  </a:lnTo>
                  <a:lnTo>
                    <a:pt x="931" y="1212"/>
                  </a:lnTo>
                  <a:lnTo>
                    <a:pt x="908" y="1229"/>
                  </a:lnTo>
                  <a:lnTo>
                    <a:pt x="908" y="1229"/>
                  </a:lnTo>
                  <a:lnTo>
                    <a:pt x="865" y="1262"/>
                  </a:lnTo>
                  <a:lnTo>
                    <a:pt x="844" y="1277"/>
                  </a:lnTo>
                  <a:lnTo>
                    <a:pt x="822" y="1291"/>
                  </a:lnTo>
                  <a:lnTo>
                    <a:pt x="799" y="1304"/>
                  </a:lnTo>
                  <a:lnTo>
                    <a:pt x="776" y="1315"/>
                  </a:lnTo>
                  <a:lnTo>
                    <a:pt x="765" y="1319"/>
                  </a:lnTo>
                  <a:lnTo>
                    <a:pt x="753" y="1322"/>
                  </a:lnTo>
                  <a:lnTo>
                    <a:pt x="740" y="1325"/>
                  </a:lnTo>
                  <a:lnTo>
                    <a:pt x="729" y="1328"/>
                  </a:lnTo>
                  <a:lnTo>
                    <a:pt x="727" y="1328"/>
                  </a:lnTo>
                  <a:lnTo>
                    <a:pt x="726" y="1329"/>
                  </a:lnTo>
                  <a:lnTo>
                    <a:pt x="726" y="1329"/>
                  </a:lnTo>
                  <a:lnTo>
                    <a:pt x="723" y="1331"/>
                  </a:lnTo>
                  <a:lnTo>
                    <a:pt x="719" y="1332"/>
                  </a:lnTo>
                  <a:lnTo>
                    <a:pt x="712" y="1334"/>
                  </a:lnTo>
                  <a:lnTo>
                    <a:pt x="713" y="1337"/>
                  </a:lnTo>
                  <a:lnTo>
                    <a:pt x="713" y="1337"/>
                  </a:lnTo>
                  <a:lnTo>
                    <a:pt x="710" y="1338"/>
                  </a:lnTo>
                  <a:lnTo>
                    <a:pt x="710" y="1338"/>
                  </a:lnTo>
                  <a:lnTo>
                    <a:pt x="707" y="1338"/>
                  </a:lnTo>
                  <a:lnTo>
                    <a:pt x="707" y="1338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781" name="Freeform 397"/>
            <p:cNvSpPr>
              <a:spLocks noEditPoints="1"/>
            </p:cNvSpPr>
            <p:nvPr>
              <p:custDataLst>
                <p:tags r:id="rId46"/>
              </p:custDataLst>
            </p:nvPr>
          </p:nvSpPr>
          <p:spPr bwMode="auto">
            <a:xfrm>
              <a:off x="4422775" y="3170238"/>
              <a:ext cx="542925" cy="473075"/>
            </a:xfrm>
            <a:custGeom>
              <a:avLst/>
              <a:gdLst/>
              <a:ahLst/>
              <a:cxnLst>
                <a:cxn ang="0">
                  <a:pos x="2" y="884"/>
                </a:cxn>
                <a:cxn ang="0">
                  <a:pos x="4" y="861"/>
                </a:cxn>
                <a:cxn ang="0">
                  <a:pos x="45" y="818"/>
                </a:cxn>
                <a:cxn ang="0">
                  <a:pos x="132" y="715"/>
                </a:cxn>
                <a:cxn ang="0">
                  <a:pos x="182" y="635"/>
                </a:cxn>
                <a:cxn ang="0">
                  <a:pos x="192" y="564"/>
                </a:cxn>
                <a:cxn ang="0">
                  <a:pos x="207" y="470"/>
                </a:cxn>
                <a:cxn ang="0">
                  <a:pos x="253" y="351"/>
                </a:cxn>
                <a:cxn ang="0">
                  <a:pos x="358" y="215"/>
                </a:cxn>
                <a:cxn ang="0">
                  <a:pos x="517" y="90"/>
                </a:cxn>
                <a:cxn ang="0">
                  <a:pos x="663" y="24"/>
                </a:cxn>
                <a:cxn ang="0">
                  <a:pos x="817" y="2"/>
                </a:cxn>
                <a:cxn ang="0">
                  <a:pos x="943" y="2"/>
                </a:cxn>
                <a:cxn ang="0">
                  <a:pos x="1002" y="16"/>
                </a:cxn>
                <a:cxn ang="0">
                  <a:pos x="1020" y="26"/>
                </a:cxn>
                <a:cxn ang="0">
                  <a:pos x="1022" y="133"/>
                </a:cxn>
                <a:cxn ang="0">
                  <a:pos x="979" y="246"/>
                </a:cxn>
                <a:cxn ang="0">
                  <a:pos x="962" y="260"/>
                </a:cxn>
                <a:cxn ang="0">
                  <a:pos x="893" y="274"/>
                </a:cxn>
                <a:cxn ang="0">
                  <a:pos x="808" y="306"/>
                </a:cxn>
                <a:cxn ang="0">
                  <a:pos x="918" y="339"/>
                </a:cxn>
                <a:cxn ang="0">
                  <a:pos x="927" y="359"/>
                </a:cxn>
                <a:cxn ang="0">
                  <a:pos x="913" y="390"/>
                </a:cxn>
                <a:cxn ang="0">
                  <a:pos x="814" y="507"/>
                </a:cxn>
                <a:cxn ang="0">
                  <a:pos x="649" y="614"/>
                </a:cxn>
                <a:cxn ang="0">
                  <a:pos x="475" y="674"/>
                </a:cxn>
                <a:cxn ang="0">
                  <a:pos x="252" y="686"/>
                </a:cxn>
                <a:cxn ang="0">
                  <a:pos x="211" y="689"/>
                </a:cxn>
                <a:cxn ang="0">
                  <a:pos x="126" y="777"/>
                </a:cxn>
                <a:cxn ang="0">
                  <a:pos x="53" y="863"/>
                </a:cxn>
                <a:cxn ang="0">
                  <a:pos x="17" y="894"/>
                </a:cxn>
                <a:cxn ang="0">
                  <a:pos x="745" y="48"/>
                </a:cxn>
                <a:cxn ang="0">
                  <a:pos x="624" y="74"/>
                </a:cxn>
                <a:cxn ang="0">
                  <a:pos x="505" y="137"/>
                </a:cxn>
                <a:cxn ang="0">
                  <a:pos x="419" y="211"/>
                </a:cxn>
                <a:cxn ang="0">
                  <a:pos x="291" y="355"/>
                </a:cxn>
                <a:cxn ang="0">
                  <a:pos x="241" y="484"/>
                </a:cxn>
                <a:cxn ang="0">
                  <a:pos x="228" y="573"/>
                </a:cxn>
                <a:cxn ang="0">
                  <a:pos x="224" y="646"/>
                </a:cxn>
                <a:cxn ang="0">
                  <a:pos x="307" y="651"/>
                </a:cxn>
                <a:cxn ang="0">
                  <a:pos x="441" y="639"/>
                </a:cxn>
                <a:cxn ang="0">
                  <a:pos x="535" y="627"/>
                </a:cxn>
                <a:cxn ang="0">
                  <a:pos x="630" y="583"/>
                </a:cxn>
                <a:cxn ang="0">
                  <a:pos x="705" y="540"/>
                </a:cxn>
                <a:cxn ang="0">
                  <a:pos x="803" y="471"/>
                </a:cxn>
                <a:cxn ang="0">
                  <a:pos x="872" y="385"/>
                </a:cxn>
                <a:cxn ang="0">
                  <a:pos x="826" y="349"/>
                </a:cxn>
                <a:cxn ang="0">
                  <a:pos x="717" y="321"/>
                </a:cxn>
                <a:cxn ang="0">
                  <a:pos x="657" y="300"/>
                </a:cxn>
                <a:cxn ang="0">
                  <a:pos x="647" y="280"/>
                </a:cxn>
                <a:cxn ang="0">
                  <a:pos x="659" y="257"/>
                </a:cxn>
                <a:cxn ang="0">
                  <a:pos x="843" y="243"/>
                </a:cxn>
                <a:cxn ang="0">
                  <a:pos x="959" y="205"/>
                </a:cxn>
                <a:cxn ang="0">
                  <a:pos x="990" y="94"/>
                </a:cxn>
                <a:cxn ang="0">
                  <a:pos x="979" y="41"/>
                </a:cxn>
                <a:cxn ang="0">
                  <a:pos x="974" y="45"/>
                </a:cxn>
                <a:cxn ang="0">
                  <a:pos x="957" y="41"/>
                </a:cxn>
              </a:cxnLst>
              <a:rect l="0" t="0" r="r" b="b"/>
              <a:pathLst>
                <a:path w="1026" h="894">
                  <a:moveTo>
                    <a:pt x="17" y="894"/>
                  </a:moveTo>
                  <a:lnTo>
                    <a:pt x="17" y="894"/>
                  </a:lnTo>
                  <a:lnTo>
                    <a:pt x="11" y="893"/>
                  </a:lnTo>
                  <a:lnTo>
                    <a:pt x="8" y="892"/>
                  </a:lnTo>
                  <a:lnTo>
                    <a:pt x="6" y="891"/>
                  </a:lnTo>
                  <a:lnTo>
                    <a:pt x="3" y="887"/>
                  </a:lnTo>
                  <a:lnTo>
                    <a:pt x="2" y="884"/>
                  </a:lnTo>
                  <a:lnTo>
                    <a:pt x="1" y="881"/>
                  </a:lnTo>
                  <a:lnTo>
                    <a:pt x="0" y="877"/>
                  </a:lnTo>
                  <a:lnTo>
                    <a:pt x="0" y="872"/>
                  </a:lnTo>
                  <a:lnTo>
                    <a:pt x="0" y="872"/>
                  </a:lnTo>
                  <a:lnTo>
                    <a:pt x="1" y="869"/>
                  </a:lnTo>
                  <a:lnTo>
                    <a:pt x="1" y="866"/>
                  </a:lnTo>
                  <a:lnTo>
                    <a:pt x="4" y="861"/>
                  </a:lnTo>
                  <a:lnTo>
                    <a:pt x="7" y="857"/>
                  </a:lnTo>
                  <a:lnTo>
                    <a:pt x="10" y="856"/>
                  </a:lnTo>
                  <a:lnTo>
                    <a:pt x="12" y="855"/>
                  </a:lnTo>
                  <a:lnTo>
                    <a:pt x="13" y="854"/>
                  </a:lnTo>
                  <a:lnTo>
                    <a:pt x="13" y="854"/>
                  </a:lnTo>
                  <a:lnTo>
                    <a:pt x="29" y="836"/>
                  </a:lnTo>
                  <a:lnTo>
                    <a:pt x="45" y="818"/>
                  </a:lnTo>
                  <a:lnTo>
                    <a:pt x="45" y="818"/>
                  </a:lnTo>
                  <a:lnTo>
                    <a:pt x="69" y="791"/>
                  </a:lnTo>
                  <a:lnTo>
                    <a:pt x="82" y="777"/>
                  </a:lnTo>
                  <a:lnTo>
                    <a:pt x="93" y="761"/>
                  </a:lnTo>
                  <a:lnTo>
                    <a:pt x="93" y="761"/>
                  </a:lnTo>
                  <a:lnTo>
                    <a:pt x="112" y="738"/>
                  </a:lnTo>
                  <a:lnTo>
                    <a:pt x="132" y="715"/>
                  </a:lnTo>
                  <a:lnTo>
                    <a:pt x="153" y="692"/>
                  </a:lnTo>
                  <a:lnTo>
                    <a:pt x="176" y="670"/>
                  </a:lnTo>
                  <a:lnTo>
                    <a:pt x="188" y="658"/>
                  </a:lnTo>
                  <a:lnTo>
                    <a:pt x="187" y="655"/>
                  </a:lnTo>
                  <a:lnTo>
                    <a:pt x="187" y="655"/>
                  </a:lnTo>
                  <a:lnTo>
                    <a:pt x="184" y="645"/>
                  </a:lnTo>
                  <a:lnTo>
                    <a:pt x="182" y="635"/>
                  </a:lnTo>
                  <a:lnTo>
                    <a:pt x="181" y="627"/>
                  </a:lnTo>
                  <a:lnTo>
                    <a:pt x="181" y="621"/>
                  </a:lnTo>
                  <a:lnTo>
                    <a:pt x="181" y="621"/>
                  </a:lnTo>
                  <a:lnTo>
                    <a:pt x="183" y="603"/>
                  </a:lnTo>
                  <a:lnTo>
                    <a:pt x="187" y="586"/>
                  </a:lnTo>
                  <a:lnTo>
                    <a:pt x="187" y="586"/>
                  </a:lnTo>
                  <a:lnTo>
                    <a:pt x="192" y="564"/>
                  </a:lnTo>
                  <a:lnTo>
                    <a:pt x="193" y="553"/>
                  </a:lnTo>
                  <a:lnTo>
                    <a:pt x="194" y="540"/>
                  </a:lnTo>
                  <a:lnTo>
                    <a:pt x="194" y="540"/>
                  </a:lnTo>
                  <a:lnTo>
                    <a:pt x="196" y="524"/>
                  </a:lnTo>
                  <a:lnTo>
                    <a:pt x="198" y="506"/>
                  </a:lnTo>
                  <a:lnTo>
                    <a:pt x="202" y="489"/>
                  </a:lnTo>
                  <a:lnTo>
                    <a:pt x="207" y="470"/>
                  </a:lnTo>
                  <a:lnTo>
                    <a:pt x="212" y="452"/>
                  </a:lnTo>
                  <a:lnTo>
                    <a:pt x="218" y="432"/>
                  </a:lnTo>
                  <a:lnTo>
                    <a:pt x="225" y="412"/>
                  </a:lnTo>
                  <a:lnTo>
                    <a:pt x="233" y="392"/>
                  </a:lnTo>
                  <a:lnTo>
                    <a:pt x="233" y="392"/>
                  </a:lnTo>
                  <a:lnTo>
                    <a:pt x="243" y="371"/>
                  </a:lnTo>
                  <a:lnTo>
                    <a:pt x="253" y="351"/>
                  </a:lnTo>
                  <a:lnTo>
                    <a:pt x="264" y="332"/>
                  </a:lnTo>
                  <a:lnTo>
                    <a:pt x="276" y="313"/>
                  </a:lnTo>
                  <a:lnTo>
                    <a:pt x="289" y="296"/>
                  </a:lnTo>
                  <a:lnTo>
                    <a:pt x="302" y="278"/>
                  </a:lnTo>
                  <a:lnTo>
                    <a:pt x="315" y="261"/>
                  </a:lnTo>
                  <a:lnTo>
                    <a:pt x="329" y="245"/>
                  </a:lnTo>
                  <a:lnTo>
                    <a:pt x="358" y="215"/>
                  </a:lnTo>
                  <a:lnTo>
                    <a:pt x="388" y="188"/>
                  </a:lnTo>
                  <a:lnTo>
                    <a:pt x="417" y="162"/>
                  </a:lnTo>
                  <a:lnTo>
                    <a:pt x="446" y="140"/>
                  </a:lnTo>
                  <a:lnTo>
                    <a:pt x="446" y="140"/>
                  </a:lnTo>
                  <a:lnTo>
                    <a:pt x="464" y="126"/>
                  </a:lnTo>
                  <a:lnTo>
                    <a:pt x="481" y="114"/>
                  </a:lnTo>
                  <a:lnTo>
                    <a:pt x="517" y="90"/>
                  </a:lnTo>
                  <a:lnTo>
                    <a:pt x="555" y="69"/>
                  </a:lnTo>
                  <a:lnTo>
                    <a:pt x="592" y="49"/>
                  </a:lnTo>
                  <a:lnTo>
                    <a:pt x="592" y="49"/>
                  </a:lnTo>
                  <a:lnTo>
                    <a:pt x="609" y="40"/>
                  </a:lnTo>
                  <a:lnTo>
                    <a:pt x="627" y="34"/>
                  </a:lnTo>
                  <a:lnTo>
                    <a:pt x="645" y="28"/>
                  </a:lnTo>
                  <a:lnTo>
                    <a:pt x="663" y="24"/>
                  </a:lnTo>
                  <a:lnTo>
                    <a:pt x="681" y="20"/>
                  </a:lnTo>
                  <a:lnTo>
                    <a:pt x="699" y="17"/>
                  </a:lnTo>
                  <a:lnTo>
                    <a:pt x="737" y="11"/>
                  </a:lnTo>
                  <a:lnTo>
                    <a:pt x="745" y="10"/>
                  </a:lnTo>
                  <a:lnTo>
                    <a:pt x="745" y="10"/>
                  </a:lnTo>
                  <a:lnTo>
                    <a:pt x="782" y="5"/>
                  </a:lnTo>
                  <a:lnTo>
                    <a:pt x="817" y="2"/>
                  </a:lnTo>
                  <a:lnTo>
                    <a:pt x="848" y="0"/>
                  </a:lnTo>
                  <a:lnTo>
                    <a:pt x="878" y="0"/>
                  </a:lnTo>
                  <a:lnTo>
                    <a:pt x="878" y="0"/>
                  </a:lnTo>
                  <a:lnTo>
                    <a:pt x="902" y="0"/>
                  </a:lnTo>
                  <a:lnTo>
                    <a:pt x="924" y="1"/>
                  </a:lnTo>
                  <a:lnTo>
                    <a:pt x="924" y="1"/>
                  </a:lnTo>
                  <a:lnTo>
                    <a:pt x="943" y="2"/>
                  </a:lnTo>
                  <a:lnTo>
                    <a:pt x="943" y="2"/>
                  </a:lnTo>
                  <a:lnTo>
                    <a:pt x="959" y="3"/>
                  </a:lnTo>
                  <a:lnTo>
                    <a:pt x="975" y="5"/>
                  </a:lnTo>
                  <a:lnTo>
                    <a:pt x="982" y="6"/>
                  </a:lnTo>
                  <a:lnTo>
                    <a:pt x="990" y="8"/>
                  </a:lnTo>
                  <a:lnTo>
                    <a:pt x="997" y="11"/>
                  </a:lnTo>
                  <a:lnTo>
                    <a:pt x="1002" y="16"/>
                  </a:lnTo>
                  <a:lnTo>
                    <a:pt x="1003" y="16"/>
                  </a:lnTo>
                  <a:lnTo>
                    <a:pt x="1005" y="17"/>
                  </a:lnTo>
                  <a:lnTo>
                    <a:pt x="1005" y="17"/>
                  </a:lnTo>
                  <a:lnTo>
                    <a:pt x="1010" y="18"/>
                  </a:lnTo>
                  <a:lnTo>
                    <a:pt x="1016" y="21"/>
                  </a:lnTo>
                  <a:lnTo>
                    <a:pt x="1018" y="24"/>
                  </a:lnTo>
                  <a:lnTo>
                    <a:pt x="1020" y="26"/>
                  </a:lnTo>
                  <a:lnTo>
                    <a:pt x="1022" y="30"/>
                  </a:lnTo>
                  <a:lnTo>
                    <a:pt x="1023" y="33"/>
                  </a:lnTo>
                  <a:lnTo>
                    <a:pt x="1023" y="33"/>
                  </a:lnTo>
                  <a:lnTo>
                    <a:pt x="1026" y="61"/>
                  </a:lnTo>
                  <a:lnTo>
                    <a:pt x="1026" y="86"/>
                  </a:lnTo>
                  <a:lnTo>
                    <a:pt x="1025" y="110"/>
                  </a:lnTo>
                  <a:lnTo>
                    <a:pt x="1022" y="133"/>
                  </a:lnTo>
                  <a:lnTo>
                    <a:pt x="1022" y="133"/>
                  </a:lnTo>
                  <a:lnTo>
                    <a:pt x="1016" y="154"/>
                  </a:lnTo>
                  <a:lnTo>
                    <a:pt x="1010" y="174"/>
                  </a:lnTo>
                  <a:lnTo>
                    <a:pt x="1002" y="193"/>
                  </a:lnTo>
                  <a:lnTo>
                    <a:pt x="994" y="213"/>
                  </a:lnTo>
                  <a:lnTo>
                    <a:pt x="994" y="213"/>
                  </a:lnTo>
                  <a:lnTo>
                    <a:pt x="979" y="246"/>
                  </a:lnTo>
                  <a:lnTo>
                    <a:pt x="979" y="246"/>
                  </a:lnTo>
                  <a:lnTo>
                    <a:pt x="976" y="251"/>
                  </a:lnTo>
                  <a:lnTo>
                    <a:pt x="973" y="254"/>
                  </a:lnTo>
                  <a:lnTo>
                    <a:pt x="969" y="256"/>
                  </a:lnTo>
                  <a:lnTo>
                    <a:pt x="966" y="257"/>
                  </a:lnTo>
                  <a:lnTo>
                    <a:pt x="963" y="258"/>
                  </a:lnTo>
                  <a:lnTo>
                    <a:pt x="962" y="260"/>
                  </a:lnTo>
                  <a:lnTo>
                    <a:pt x="962" y="260"/>
                  </a:lnTo>
                  <a:lnTo>
                    <a:pt x="960" y="262"/>
                  </a:lnTo>
                  <a:lnTo>
                    <a:pt x="956" y="266"/>
                  </a:lnTo>
                  <a:lnTo>
                    <a:pt x="952" y="268"/>
                  </a:lnTo>
                  <a:lnTo>
                    <a:pt x="947" y="269"/>
                  </a:lnTo>
                  <a:lnTo>
                    <a:pt x="947" y="269"/>
                  </a:lnTo>
                  <a:lnTo>
                    <a:pt x="893" y="274"/>
                  </a:lnTo>
                  <a:lnTo>
                    <a:pt x="841" y="279"/>
                  </a:lnTo>
                  <a:lnTo>
                    <a:pt x="841" y="279"/>
                  </a:lnTo>
                  <a:lnTo>
                    <a:pt x="780" y="286"/>
                  </a:lnTo>
                  <a:lnTo>
                    <a:pt x="779" y="298"/>
                  </a:lnTo>
                  <a:lnTo>
                    <a:pt x="779" y="298"/>
                  </a:lnTo>
                  <a:lnTo>
                    <a:pt x="795" y="302"/>
                  </a:lnTo>
                  <a:lnTo>
                    <a:pt x="808" y="306"/>
                  </a:lnTo>
                  <a:lnTo>
                    <a:pt x="808" y="306"/>
                  </a:lnTo>
                  <a:lnTo>
                    <a:pt x="833" y="316"/>
                  </a:lnTo>
                  <a:lnTo>
                    <a:pt x="858" y="324"/>
                  </a:lnTo>
                  <a:lnTo>
                    <a:pt x="887" y="333"/>
                  </a:lnTo>
                  <a:lnTo>
                    <a:pt x="915" y="338"/>
                  </a:lnTo>
                  <a:lnTo>
                    <a:pt x="915" y="338"/>
                  </a:lnTo>
                  <a:lnTo>
                    <a:pt x="918" y="339"/>
                  </a:lnTo>
                  <a:lnTo>
                    <a:pt x="921" y="341"/>
                  </a:lnTo>
                  <a:lnTo>
                    <a:pt x="924" y="343"/>
                  </a:lnTo>
                  <a:lnTo>
                    <a:pt x="925" y="345"/>
                  </a:lnTo>
                  <a:lnTo>
                    <a:pt x="925" y="345"/>
                  </a:lnTo>
                  <a:lnTo>
                    <a:pt x="928" y="349"/>
                  </a:lnTo>
                  <a:lnTo>
                    <a:pt x="928" y="353"/>
                  </a:lnTo>
                  <a:lnTo>
                    <a:pt x="927" y="359"/>
                  </a:lnTo>
                  <a:lnTo>
                    <a:pt x="924" y="363"/>
                  </a:lnTo>
                  <a:lnTo>
                    <a:pt x="923" y="364"/>
                  </a:lnTo>
                  <a:lnTo>
                    <a:pt x="923" y="365"/>
                  </a:lnTo>
                  <a:lnTo>
                    <a:pt x="923" y="365"/>
                  </a:lnTo>
                  <a:lnTo>
                    <a:pt x="922" y="369"/>
                  </a:lnTo>
                  <a:lnTo>
                    <a:pt x="922" y="369"/>
                  </a:lnTo>
                  <a:lnTo>
                    <a:pt x="913" y="390"/>
                  </a:lnTo>
                  <a:lnTo>
                    <a:pt x="902" y="409"/>
                  </a:lnTo>
                  <a:lnTo>
                    <a:pt x="889" y="428"/>
                  </a:lnTo>
                  <a:lnTo>
                    <a:pt x="877" y="445"/>
                  </a:lnTo>
                  <a:lnTo>
                    <a:pt x="862" y="462"/>
                  </a:lnTo>
                  <a:lnTo>
                    <a:pt x="847" y="478"/>
                  </a:lnTo>
                  <a:lnTo>
                    <a:pt x="831" y="493"/>
                  </a:lnTo>
                  <a:lnTo>
                    <a:pt x="814" y="507"/>
                  </a:lnTo>
                  <a:lnTo>
                    <a:pt x="796" y="521"/>
                  </a:lnTo>
                  <a:lnTo>
                    <a:pt x="779" y="534"/>
                  </a:lnTo>
                  <a:lnTo>
                    <a:pt x="742" y="559"/>
                  </a:lnTo>
                  <a:lnTo>
                    <a:pt x="703" y="583"/>
                  </a:lnTo>
                  <a:lnTo>
                    <a:pt x="664" y="605"/>
                  </a:lnTo>
                  <a:lnTo>
                    <a:pt x="649" y="614"/>
                  </a:lnTo>
                  <a:lnTo>
                    <a:pt x="649" y="614"/>
                  </a:lnTo>
                  <a:lnTo>
                    <a:pt x="625" y="627"/>
                  </a:lnTo>
                  <a:lnTo>
                    <a:pt x="601" y="637"/>
                  </a:lnTo>
                  <a:lnTo>
                    <a:pt x="576" y="648"/>
                  </a:lnTo>
                  <a:lnTo>
                    <a:pt x="552" y="656"/>
                  </a:lnTo>
                  <a:lnTo>
                    <a:pt x="526" y="662"/>
                  </a:lnTo>
                  <a:lnTo>
                    <a:pt x="501" y="668"/>
                  </a:lnTo>
                  <a:lnTo>
                    <a:pt x="475" y="674"/>
                  </a:lnTo>
                  <a:lnTo>
                    <a:pt x="449" y="677"/>
                  </a:lnTo>
                  <a:lnTo>
                    <a:pt x="423" y="680"/>
                  </a:lnTo>
                  <a:lnTo>
                    <a:pt x="398" y="682"/>
                  </a:lnTo>
                  <a:lnTo>
                    <a:pt x="348" y="685"/>
                  </a:lnTo>
                  <a:lnTo>
                    <a:pt x="298" y="686"/>
                  </a:lnTo>
                  <a:lnTo>
                    <a:pt x="252" y="686"/>
                  </a:lnTo>
                  <a:lnTo>
                    <a:pt x="252" y="686"/>
                  </a:lnTo>
                  <a:lnTo>
                    <a:pt x="225" y="686"/>
                  </a:lnTo>
                  <a:lnTo>
                    <a:pt x="224" y="687"/>
                  </a:lnTo>
                  <a:lnTo>
                    <a:pt x="224" y="687"/>
                  </a:lnTo>
                  <a:lnTo>
                    <a:pt x="220" y="689"/>
                  </a:lnTo>
                  <a:lnTo>
                    <a:pt x="215" y="690"/>
                  </a:lnTo>
                  <a:lnTo>
                    <a:pt x="215" y="690"/>
                  </a:lnTo>
                  <a:lnTo>
                    <a:pt x="211" y="689"/>
                  </a:lnTo>
                  <a:lnTo>
                    <a:pt x="208" y="689"/>
                  </a:lnTo>
                  <a:lnTo>
                    <a:pt x="199" y="697"/>
                  </a:lnTo>
                  <a:lnTo>
                    <a:pt x="199" y="697"/>
                  </a:lnTo>
                  <a:lnTo>
                    <a:pt x="178" y="719"/>
                  </a:lnTo>
                  <a:lnTo>
                    <a:pt x="156" y="742"/>
                  </a:lnTo>
                  <a:lnTo>
                    <a:pt x="135" y="766"/>
                  </a:lnTo>
                  <a:lnTo>
                    <a:pt x="126" y="777"/>
                  </a:lnTo>
                  <a:lnTo>
                    <a:pt x="117" y="789"/>
                  </a:lnTo>
                  <a:lnTo>
                    <a:pt x="117" y="789"/>
                  </a:lnTo>
                  <a:lnTo>
                    <a:pt x="106" y="804"/>
                  </a:lnTo>
                  <a:lnTo>
                    <a:pt x="96" y="817"/>
                  </a:lnTo>
                  <a:lnTo>
                    <a:pt x="72" y="842"/>
                  </a:lnTo>
                  <a:lnTo>
                    <a:pt x="72" y="842"/>
                  </a:lnTo>
                  <a:lnTo>
                    <a:pt x="53" y="863"/>
                  </a:lnTo>
                  <a:lnTo>
                    <a:pt x="43" y="874"/>
                  </a:lnTo>
                  <a:lnTo>
                    <a:pt x="34" y="885"/>
                  </a:lnTo>
                  <a:lnTo>
                    <a:pt x="34" y="885"/>
                  </a:lnTo>
                  <a:lnTo>
                    <a:pt x="31" y="888"/>
                  </a:lnTo>
                  <a:lnTo>
                    <a:pt x="27" y="892"/>
                  </a:lnTo>
                  <a:lnTo>
                    <a:pt x="22" y="894"/>
                  </a:lnTo>
                  <a:lnTo>
                    <a:pt x="17" y="894"/>
                  </a:lnTo>
                  <a:lnTo>
                    <a:pt x="17" y="894"/>
                  </a:lnTo>
                  <a:close/>
                  <a:moveTo>
                    <a:pt x="884" y="36"/>
                  </a:moveTo>
                  <a:lnTo>
                    <a:pt x="884" y="36"/>
                  </a:lnTo>
                  <a:lnTo>
                    <a:pt x="861" y="37"/>
                  </a:lnTo>
                  <a:lnTo>
                    <a:pt x="861" y="37"/>
                  </a:lnTo>
                  <a:lnTo>
                    <a:pt x="782" y="43"/>
                  </a:lnTo>
                  <a:lnTo>
                    <a:pt x="745" y="48"/>
                  </a:lnTo>
                  <a:lnTo>
                    <a:pt x="709" y="53"/>
                  </a:lnTo>
                  <a:lnTo>
                    <a:pt x="709" y="53"/>
                  </a:lnTo>
                  <a:lnTo>
                    <a:pt x="692" y="55"/>
                  </a:lnTo>
                  <a:lnTo>
                    <a:pt x="676" y="59"/>
                  </a:lnTo>
                  <a:lnTo>
                    <a:pt x="658" y="63"/>
                  </a:lnTo>
                  <a:lnTo>
                    <a:pt x="640" y="68"/>
                  </a:lnTo>
                  <a:lnTo>
                    <a:pt x="624" y="74"/>
                  </a:lnTo>
                  <a:lnTo>
                    <a:pt x="606" y="82"/>
                  </a:lnTo>
                  <a:lnTo>
                    <a:pt x="589" y="90"/>
                  </a:lnTo>
                  <a:lnTo>
                    <a:pt x="571" y="98"/>
                  </a:lnTo>
                  <a:lnTo>
                    <a:pt x="555" y="106"/>
                  </a:lnTo>
                  <a:lnTo>
                    <a:pt x="538" y="117"/>
                  </a:lnTo>
                  <a:lnTo>
                    <a:pt x="522" y="127"/>
                  </a:lnTo>
                  <a:lnTo>
                    <a:pt x="505" y="137"/>
                  </a:lnTo>
                  <a:lnTo>
                    <a:pt x="490" y="149"/>
                  </a:lnTo>
                  <a:lnTo>
                    <a:pt x="474" y="161"/>
                  </a:lnTo>
                  <a:lnTo>
                    <a:pt x="460" y="174"/>
                  </a:lnTo>
                  <a:lnTo>
                    <a:pt x="446" y="186"/>
                  </a:lnTo>
                  <a:lnTo>
                    <a:pt x="446" y="186"/>
                  </a:lnTo>
                  <a:lnTo>
                    <a:pt x="419" y="211"/>
                  </a:lnTo>
                  <a:lnTo>
                    <a:pt x="419" y="211"/>
                  </a:lnTo>
                  <a:lnTo>
                    <a:pt x="396" y="234"/>
                  </a:lnTo>
                  <a:lnTo>
                    <a:pt x="372" y="256"/>
                  </a:lnTo>
                  <a:lnTo>
                    <a:pt x="349" y="279"/>
                  </a:lnTo>
                  <a:lnTo>
                    <a:pt x="328" y="304"/>
                  </a:lnTo>
                  <a:lnTo>
                    <a:pt x="309" y="329"/>
                  </a:lnTo>
                  <a:lnTo>
                    <a:pt x="300" y="342"/>
                  </a:lnTo>
                  <a:lnTo>
                    <a:pt x="291" y="355"/>
                  </a:lnTo>
                  <a:lnTo>
                    <a:pt x="283" y="370"/>
                  </a:lnTo>
                  <a:lnTo>
                    <a:pt x="276" y="384"/>
                  </a:lnTo>
                  <a:lnTo>
                    <a:pt x="269" y="400"/>
                  </a:lnTo>
                  <a:lnTo>
                    <a:pt x="262" y="415"/>
                  </a:lnTo>
                  <a:lnTo>
                    <a:pt x="262" y="415"/>
                  </a:lnTo>
                  <a:lnTo>
                    <a:pt x="251" y="449"/>
                  </a:lnTo>
                  <a:lnTo>
                    <a:pt x="241" y="484"/>
                  </a:lnTo>
                  <a:lnTo>
                    <a:pt x="237" y="501"/>
                  </a:lnTo>
                  <a:lnTo>
                    <a:pt x="233" y="519"/>
                  </a:lnTo>
                  <a:lnTo>
                    <a:pt x="231" y="536"/>
                  </a:lnTo>
                  <a:lnTo>
                    <a:pt x="230" y="555"/>
                  </a:lnTo>
                  <a:lnTo>
                    <a:pt x="230" y="555"/>
                  </a:lnTo>
                  <a:lnTo>
                    <a:pt x="230" y="564"/>
                  </a:lnTo>
                  <a:lnTo>
                    <a:pt x="228" y="573"/>
                  </a:lnTo>
                  <a:lnTo>
                    <a:pt x="223" y="592"/>
                  </a:lnTo>
                  <a:lnTo>
                    <a:pt x="221" y="599"/>
                  </a:lnTo>
                  <a:lnTo>
                    <a:pt x="221" y="599"/>
                  </a:lnTo>
                  <a:lnTo>
                    <a:pt x="220" y="609"/>
                  </a:lnTo>
                  <a:lnTo>
                    <a:pt x="221" y="620"/>
                  </a:lnTo>
                  <a:lnTo>
                    <a:pt x="224" y="645"/>
                  </a:lnTo>
                  <a:lnTo>
                    <a:pt x="224" y="646"/>
                  </a:lnTo>
                  <a:lnTo>
                    <a:pt x="226" y="648"/>
                  </a:lnTo>
                  <a:lnTo>
                    <a:pt x="228" y="650"/>
                  </a:lnTo>
                  <a:lnTo>
                    <a:pt x="230" y="650"/>
                  </a:lnTo>
                  <a:lnTo>
                    <a:pt x="230" y="650"/>
                  </a:lnTo>
                  <a:lnTo>
                    <a:pt x="262" y="651"/>
                  </a:lnTo>
                  <a:lnTo>
                    <a:pt x="262" y="651"/>
                  </a:lnTo>
                  <a:lnTo>
                    <a:pt x="307" y="651"/>
                  </a:lnTo>
                  <a:lnTo>
                    <a:pt x="307" y="651"/>
                  </a:lnTo>
                  <a:lnTo>
                    <a:pt x="339" y="651"/>
                  </a:lnTo>
                  <a:lnTo>
                    <a:pt x="372" y="649"/>
                  </a:lnTo>
                  <a:lnTo>
                    <a:pt x="406" y="646"/>
                  </a:lnTo>
                  <a:lnTo>
                    <a:pt x="423" y="644"/>
                  </a:lnTo>
                  <a:lnTo>
                    <a:pt x="441" y="639"/>
                  </a:lnTo>
                  <a:lnTo>
                    <a:pt x="441" y="639"/>
                  </a:lnTo>
                  <a:lnTo>
                    <a:pt x="461" y="636"/>
                  </a:lnTo>
                  <a:lnTo>
                    <a:pt x="481" y="635"/>
                  </a:lnTo>
                  <a:lnTo>
                    <a:pt x="481" y="635"/>
                  </a:lnTo>
                  <a:lnTo>
                    <a:pt x="509" y="632"/>
                  </a:lnTo>
                  <a:lnTo>
                    <a:pt x="523" y="630"/>
                  </a:lnTo>
                  <a:lnTo>
                    <a:pt x="535" y="627"/>
                  </a:lnTo>
                  <a:lnTo>
                    <a:pt x="535" y="627"/>
                  </a:lnTo>
                  <a:lnTo>
                    <a:pt x="551" y="621"/>
                  </a:lnTo>
                  <a:lnTo>
                    <a:pt x="565" y="615"/>
                  </a:lnTo>
                  <a:lnTo>
                    <a:pt x="594" y="601"/>
                  </a:lnTo>
                  <a:lnTo>
                    <a:pt x="594" y="601"/>
                  </a:lnTo>
                  <a:lnTo>
                    <a:pt x="611" y="592"/>
                  </a:lnTo>
                  <a:lnTo>
                    <a:pt x="630" y="583"/>
                  </a:lnTo>
                  <a:lnTo>
                    <a:pt x="630" y="583"/>
                  </a:lnTo>
                  <a:lnTo>
                    <a:pt x="640" y="578"/>
                  </a:lnTo>
                  <a:lnTo>
                    <a:pt x="652" y="572"/>
                  </a:lnTo>
                  <a:lnTo>
                    <a:pt x="674" y="559"/>
                  </a:lnTo>
                  <a:lnTo>
                    <a:pt x="674" y="559"/>
                  </a:lnTo>
                  <a:lnTo>
                    <a:pt x="692" y="549"/>
                  </a:lnTo>
                  <a:lnTo>
                    <a:pt x="692" y="549"/>
                  </a:lnTo>
                  <a:lnTo>
                    <a:pt x="705" y="540"/>
                  </a:lnTo>
                  <a:lnTo>
                    <a:pt x="705" y="540"/>
                  </a:lnTo>
                  <a:lnTo>
                    <a:pt x="726" y="529"/>
                  </a:lnTo>
                  <a:lnTo>
                    <a:pt x="746" y="517"/>
                  </a:lnTo>
                  <a:lnTo>
                    <a:pt x="764" y="504"/>
                  </a:lnTo>
                  <a:lnTo>
                    <a:pt x="783" y="490"/>
                  </a:lnTo>
                  <a:lnTo>
                    <a:pt x="783" y="490"/>
                  </a:lnTo>
                  <a:lnTo>
                    <a:pt x="803" y="471"/>
                  </a:lnTo>
                  <a:lnTo>
                    <a:pt x="820" y="453"/>
                  </a:lnTo>
                  <a:lnTo>
                    <a:pt x="837" y="433"/>
                  </a:lnTo>
                  <a:lnTo>
                    <a:pt x="851" y="413"/>
                  </a:lnTo>
                  <a:lnTo>
                    <a:pt x="851" y="413"/>
                  </a:lnTo>
                  <a:lnTo>
                    <a:pt x="865" y="396"/>
                  </a:lnTo>
                  <a:lnTo>
                    <a:pt x="865" y="396"/>
                  </a:lnTo>
                  <a:lnTo>
                    <a:pt x="872" y="385"/>
                  </a:lnTo>
                  <a:lnTo>
                    <a:pt x="880" y="375"/>
                  </a:lnTo>
                  <a:lnTo>
                    <a:pt x="884" y="368"/>
                  </a:lnTo>
                  <a:lnTo>
                    <a:pt x="876" y="366"/>
                  </a:lnTo>
                  <a:lnTo>
                    <a:pt x="876" y="366"/>
                  </a:lnTo>
                  <a:lnTo>
                    <a:pt x="851" y="359"/>
                  </a:lnTo>
                  <a:lnTo>
                    <a:pt x="826" y="349"/>
                  </a:lnTo>
                  <a:lnTo>
                    <a:pt x="826" y="349"/>
                  </a:lnTo>
                  <a:lnTo>
                    <a:pt x="805" y="342"/>
                  </a:lnTo>
                  <a:lnTo>
                    <a:pt x="782" y="335"/>
                  </a:lnTo>
                  <a:lnTo>
                    <a:pt x="782" y="335"/>
                  </a:lnTo>
                  <a:lnTo>
                    <a:pt x="759" y="330"/>
                  </a:lnTo>
                  <a:lnTo>
                    <a:pt x="736" y="324"/>
                  </a:lnTo>
                  <a:lnTo>
                    <a:pt x="736" y="324"/>
                  </a:lnTo>
                  <a:lnTo>
                    <a:pt x="717" y="321"/>
                  </a:lnTo>
                  <a:lnTo>
                    <a:pt x="698" y="317"/>
                  </a:lnTo>
                  <a:lnTo>
                    <a:pt x="681" y="312"/>
                  </a:lnTo>
                  <a:lnTo>
                    <a:pt x="671" y="308"/>
                  </a:lnTo>
                  <a:lnTo>
                    <a:pt x="663" y="305"/>
                  </a:lnTo>
                  <a:lnTo>
                    <a:pt x="663" y="305"/>
                  </a:lnTo>
                  <a:lnTo>
                    <a:pt x="660" y="302"/>
                  </a:lnTo>
                  <a:lnTo>
                    <a:pt x="657" y="300"/>
                  </a:lnTo>
                  <a:lnTo>
                    <a:pt x="656" y="297"/>
                  </a:lnTo>
                  <a:lnTo>
                    <a:pt x="655" y="293"/>
                  </a:lnTo>
                  <a:lnTo>
                    <a:pt x="655" y="290"/>
                  </a:lnTo>
                  <a:lnTo>
                    <a:pt x="653" y="289"/>
                  </a:lnTo>
                  <a:lnTo>
                    <a:pt x="653" y="289"/>
                  </a:lnTo>
                  <a:lnTo>
                    <a:pt x="649" y="285"/>
                  </a:lnTo>
                  <a:lnTo>
                    <a:pt x="647" y="280"/>
                  </a:lnTo>
                  <a:lnTo>
                    <a:pt x="646" y="274"/>
                  </a:lnTo>
                  <a:lnTo>
                    <a:pt x="647" y="268"/>
                  </a:lnTo>
                  <a:lnTo>
                    <a:pt x="647" y="268"/>
                  </a:lnTo>
                  <a:lnTo>
                    <a:pt x="649" y="265"/>
                  </a:lnTo>
                  <a:lnTo>
                    <a:pt x="652" y="260"/>
                  </a:lnTo>
                  <a:lnTo>
                    <a:pt x="656" y="257"/>
                  </a:lnTo>
                  <a:lnTo>
                    <a:pt x="659" y="257"/>
                  </a:lnTo>
                  <a:lnTo>
                    <a:pt x="663" y="256"/>
                  </a:lnTo>
                  <a:lnTo>
                    <a:pt x="663" y="256"/>
                  </a:lnTo>
                  <a:lnTo>
                    <a:pt x="709" y="255"/>
                  </a:lnTo>
                  <a:lnTo>
                    <a:pt x="753" y="252"/>
                  </a:lnTo>
                  <a:lnTo>
                    <a:pt x="798" y="248"/>
                  </a:lnTo>
                  <a:lnTo>
                    <a:pt x="843" y="243"/>
                  </a:lnTo>
                  <a:lnTo>
                    <a:pt x="843" y="243"/>
                  </a:lnTo>
                  <a:lnTo>
                    <a:pt x="892" y="238"/>
                  </a:lnTo>
                  <a:lnTo>
                    <a:pt x="942" y="234"/>
                  </a:lnTo>
                  <a:lnTo>
                    <a:pt x="946" y="234"/>
                  </a:lnTo>
                  <a:lnTo>
                    <a:pt x="947" y="229"/>
                  </a:lnTo>
                  <a:lnTo>
                    <a:pt x="947" y="229"/>
                  </a:lnTo>
                  <a:lnTo>
                    <a:pt x="959" y="205"/>
                  </a:lnTo>
                  <a:lnTo>
                    <a:pt x="959" y="205"/>
                  </a:lnTo>
                  <a:lnTo>
                    <a:pt x="967" y="188"/>
                  </a:lnTo>
                  <a:lnTo>
                    <a:pt x="974" y="171"/>
                  </a:lnTo>
                  <a:lnTo>
                    <a:pt x="980" y="153"/>
                  </a:lnTo>
                  <a:lnTo>
                    <a:pt x="985" y="135"/>
                  </a:lnTo>
                  <a:lnTo>
                    <a:pt x="985" y="135"/>
                  </a:lnTo>
                  <a:lnTo>
                    <a:pt x="987" y="115"/>
                  </a:lnTo>
                  <a:lnTo>
                    <a:pt x="990" y="94"/>
                  </a:lnTo>
                  <a:lnTo>
                    <a:pt x="990" y="73"/>
                  </a:lnTo>
                  <a:lnTo>
                    <a:pt x="988" y="52"/>
                  </a:lnTo>
                  <a:lnTo>
                    <a:pt x="988" y="50"/>
                  </a:lnTo>
                  <a:lnTo>
                    <a:pt x="985" y="48"/>
                  </a:lnTo>
                  <a:lnTo>
                    <a:pt x="985" y="48"/>
                  </a:lnTo>
                  <a:lnTo>
                    <a:pt x="982" y="46"/>
                  </a:lnTo>
                  <a:lnTo>
                    <a:pt x="979" y="41"/>
                  </a:lnTo>
                  <a:lnTo>
                    <a:pt x="971" y="48"/>
                  </a:lnTo>
                  <a:lnTo>
                    <a:pt x="971" y="48"/>
                  </a:lnTo>
                  <a:lnTo>
                    <a:pt x="971" y="47"/>
                  </a:lnTo>
                  <a:lnTo>
                    <a:pt x="971" y="47"/>
                  </a:lnTo>
                  <a:lnTo>
                    <a:pt x="973" y="45"/>
                  </a:lnTo>
                  <a:lnTo>
                    <a:pt x="974" y="45"/>
                  </a:lnTo>
                  <a:lnTo>
                    <a:pt x="974" y="45"/>
                  </a:lnTo>
                  <a:lnTo>
                    <a:pt x="974" y="45"/>
                  </a:lnTo>
                  <a:lnTo>
                    <a:pt x="974" y="45"/>
                  </a:lnTo>
                  <a:lnTo>
                    <a:pt x="967" y="43"/>
                  </a:lnTo>
                  <a:lnTo>
                    <a:pt x="967" y="43"/>
                  </a:lnTo>
                  <a:lnTo>
                    <a:pt x="962" y="41"/>
                  </a:lnTo>
                  <a:lnTo>
                    <a:pt x="957" y="41"/>
                  </a:lnTo>
                  <a:lnTo>
                    <a:pt x="957" y="41"/>
                  </a:lnTo>
                  <a:lnTo>
                    <a:pt x="925" y="37"/>
                  </a:lnTo>
                  <a:lnTo>
                    <a:pt x="921" y="37"/>
                  </a:lnTo>
                  <a:lnTo>
                    <a:pt x="921" y="37"/>
                  </a:lnTo>
                  <a:lnTo>
                    <a:pt x="884" y="36"/>
                  </a:lnTo>
                  <a:lnTo>
                    <a:pt x="884" y="36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782" name="Freeform 398"/>
            <p:cNvSpPr/>
            <p:nvPr>
              <p:custDataLst>
                <p:tags r:id="rId47"/>
              </p:custDataLst>
            </p:nvPr>
          </p:nvSpPr>
          <p:spPr bwMode="auto">
            <a:xfrm>
              <a:off x="4587875" y="3630613"/>
              <a:ext cx="239713" cy="161925"/>
            </a:xfrm>
            <a:custGeom>
              <a:avLst/>
              <a:gdLst/>
              <a:ahLst/>
              <a:cxnLst>
                <a:cxn ang="0">
                  <a:pos x="19" y="306"/>
                </a:cxn>
                <a:cxn ang="0">
                  <a:pos x="9" y="303"/>
                </a:cxn>
                <a:cxn ang="0">
                  <a:pos x="4" y="299"/>
                </a:cxn>
                <a:cxn ang="0">
                  <a:pos x="1" y="292"/>
                </a:cxn>
                <a:cxn ang="0">
                  <a:pos x="0" y="288"/>
                </a:cxn>
                <a:cxn ang="0">
                  <a:pos x="1" y="227"/>
                </a:cxn>
                <a:cxn ang="0">
                  <a:pos x="4" y="165"/>
                </a:cxn>
                <a:cxn ang="0">
                  <a:pos x="8" y="89"/>
                </a:cxn>
                <a:cxn ang="0">
                  <a:pos x="8" y="63"/>
                </a:cxn>
                <a:cxn ang="0">
                  <a:pos x="11" y="34"/>
                </a:cxn>
                <a:cxn ang="0">
                  <a:pos x="19" y="18"/>
                </a:cxn>
                <a:cxn ang="0">
                  <a:pos x="25" y="11"/>
                </a:cxn>
                <a:cxn ang="0">
                  <a:pos x="34" y="6"/>
                </a:cxn>
                <a:cxn ang="0">
                  <a:pos x="51" y="1"/>
                </a:cxn>
                <a:cxn ang="0">
                  <a:pos x="64" y="0"/>
                </a:cxn>
                <a:cxn ang="0">
                  <a:pos x="70" y="0"/>
                </a:cxn>
                <a:cxn ang="0">
                  <a:pos x="153" y="7"/>
                </a:cxn>
                <a:cxn ang="0">
                  <a:pos x="234" y="18"/>
                </a:cxn>
                <a:cxn ang="0">
                  <a:pos x="284" y="26"/>
                </a:cxn>
                <a:cxn ang="0">
                  <a:pos x="385" y="37"/>
                </a:cxn>
                <a:cxn ang="0">
                  <a:pos x="436" y="38"/>
                </a:cxn>
                <a:cxn ang="0">
                  <a:pos x="440" y="39"/>
                </a:cxn>
                <a:cxn ang="0">
                  <a:pos x="446" y="41"/>
                </a:cxn>
                <a:cxn ang="0">
                  <a:pos x="450" y="46"/>
                </a:cxn>
                <a:cxn ang="0">
                  <a:pos x="452" y="57"/>
                </a:cxn>
                <a:cxn ang="0">
                  <a:pos x="451" y="63"/>
                </a:cxn>
                <a:cxn ang="0">
                  <a:pos x="448" y="69"/>
                </a:cxn>
                <a:cxn ang="0">
                  <a:pos x="443" y="73"/>
                </a:cxn>
                <a:cxn ang="0">
                  <a:pos x="436" y="74"/>
                </a:cxn>
                <a:cxn ang="0">
                  <a:pos x="410" y="73"/>
                </a:cxn>
                <a:cxn ang="0">
                  <a:pos x="335" y="67"/>
                </a:cxn>
                <a:cxn ang="0">
                  <a:pos x="293" y="64"/>
                </a:cxn>
                <a:cxn ang="0">
                  <a:pos x="249" y="59"/>
                </a:cxn>
                <a:cxn ang="0">
                  <a:pos x="167" y="49"/>
                </a:cxn>
                <a:cxn ang="0">
                  <a:pos x="131" y="43"/>
                </a:cxn>
                <a:cxn ang="0">
                  <a:pos x="77" y="37"/>
                </a:cxn>
                <a:cxn ang="0">
                  <a:pos x="59" y="36"/>
                </a:cxn>
                <a:cxn ang="0">
                  <a:pos x="54" y="37"/>
                </a:cxn>
                <a:cxn ang="0">
                  <a:pos x="49" y="40"/>
                </a:cxn>
                <a:cxn ang="0">
                  <a:pos x="45" y="47"/>
                </a:cxn>
                <a:cxn ang="0">
                  <a:pos x="43" y="66"/>
                </a:cxn>
                <a:cxn ang="0">
                  <a:pos x="44" y="76"/>
                </a:cxn>
                <a:cxn ang="0">
                  <a:pos x="45" y="90"/>
                </a:cxn>
                <a:cxn ang="0">
                  <a:pos x="42" y="113"/>
                </a:cxn>
                <a:cxn ang="0">
                  <a:pos x="40" y="161"/>
                </a:cxn>
                <a:cxn ang="0">
                  <a:pos x="41" y="184"/>
                </a:cxn>
                <a:cxn ang="0">
                  <a:pos x="41" y="207"/>
                </a:cxn>
                <a:cxn ang="0">
                  <a:pos x="38" y="245"/>
                </a:cxn>
                <a:cxn ang="0">
                  <a:pos x="37" y="266"/>
                </a:cxn>
                <a:cxn ang="0">
                  <a:pos x="36" y="289"/>
                </a:cxn>
                <a:cxn ang="0">
                  <a:pos x="35" y="295"/>
                </a:cxn>
                <a:cxn ang="0">
                  <a:pos x="32" y="300"/>
                </a:cxn>
                <a:cxn ang="0">
                  <a:pos x="29" y="302"/>
                </a:cxn>
                <a:cxn ang="0">
                  <a:pos x="23" y="306"/>
                </a:cxn>
                <a:cxn ang="0">
                  <a:pos x="19" y="306"/>
                </a:cxn>
              </a:cxnLst>
              <a:rect l="0" t="0" r="r" b="b"/>
              <a:pathLst>
                <a:path w="452" h="306">
                  <a:moveTo>
                    <a:pt x="19" y="306"/>
                  </a:moveTo>
                  <a:lnTo>
                    <a:pt x="19" y="306"/>
                  </a:lnTo>
                  <a:lnTo>
                    <a:pt x="12" y="304"/>
                  </a:lnTo>
                  <a:lnTo>
                    <a:pt x="9" y="303"/>
                  </a:lnTo>
                  <a:lnTo>
                    <a:pt x="6" y="301"/>
                  </a:lnTo>
                  <a:lnTo>
                    <a:pt x="4" y="299"/>
                  </a:lnTo>
                  <a:lnTo>
                    <a:pt x="2" y="296"/>
                  </a:lnTo>
                  <a:lnTo>
                    <a:pt x="1" y="292"/>
                  </a:lnTo>
                  <a:lnTo>
                    <a:pt x="0" y="288"/>
                  </a:lnTo>
                  <a:lnTo>
                    <a:pt x="0" y="288"/>
                  </a:lnTo>
                  <a:lnTo>
                    <a:pt x="0" y="257"/>
                  </a:lnTo>
                  <a:lnTo>
                    <a:pt x="1" y="227"/>
                  </a:lnTo>
                  <a:lnTo>
                    <a:pt x="4" y="165"/>
                  </a:lnTo>
                  <a:lnTo>
                    <a:pt x="4" y="165"/>
                  </a:lnTo>
                  <a:lnTo>
                    <a:pt x="7" y="114"/>
                  </a:lnTo>
                  <a:lnTo>
                    <a:pt x="8" y="89"/>
                  </a:lnTo>
                  <a:lnTo>
                    <a:pt x="8" y="63"/>
                  </a:lnTo>
                  <a:lnTo>
                    <a:pt x="8" y="63"/>
                  </a:lnTo>
                  <a:lnTo>
                    <a:pt x="9" y="47"/>
                  </a:lnTo>
                  <a:lnTo>
                    <a:pt x="11" y="34"/>
                  </a:lnTo>
                  <a:lnTo>
                    <a:pt x="15" y="24"/>
                  </a:lnTo>
                  <a:lnTo>
                    <a:pt x="19" y="18"/>
                  </a:lnTo>
                  <a:lnTo>
                    <a:pt x="22" y="14"/>
                  </a:lnTo>
                  <a:lnTo>
                    <a:pt x="25" y="11"/>
                  </a:lnTo>
                  <a:lnTo>
                    <a:pt x="29" y="8"/>
                  </a:lnTo>
                  <a:lnTo>
                    <a:pt x="34" y="6"/>
                  </a:lnTo>
                  <a:lnTo>
                    <a:pt x="39" y="4"/>
                  </a:lnTo>
                  <a:lnTo>
                    <a:pt x="51" y="1"/>
                  </a:lnTo>
                  <a:lnTo>
                    <a:pt x="64" y="0"/>
                  </a:lnTo>
                  <a:lnTo>
                    <a:pt x="64" y="0"/>
                  </a:lnTo>
                  <a:lnTo>
                    <a:pt x="70" y="0"/>
                  </a:lnTo>
                  <a:lnTo>
                    <a:pt x="70" y="0"/>
                  </a:lnTo>
                  <a:lnTo>
                    <a:pt x="112" y="3"/>
                  </a:lnTo>
                  <a:lnTo>
                    <a:pt x="153" y="7"/>
                  </a:lnTo>
                  <a:lnTo>
                    <a:pt x="193" y="13"/>
                  </a:lnTo>
                  <a:lnTo>
                    <a:pt x="234" y="18"/>
                  </a:lnTo>
                  <a:lnTo>
                    <a:pt x="234" y="18"/>
                  </a:lnTo>
                  <a:lnTo>
                    <a:pt x="284" y="26"/>
                  </a:lnTo>
                  <a:lnTo>
                    <a:pt x="335" y="32"/>
                  </a:lnTo>
                  <a:lnTo>
                    <a:pt x="385" y="37"/>
                  </a:lnTo>
                  <a:lnTo>
                    <a:pt x="410" y="38"/>
                  </a:lnTo>
                  <a:lnTo>
                    <a:pt x="436" y="38"/>
                  </a:lnTo>
                  <a:lnTo>
                    <a:pt x="436" y="38"/>
                  </a:lnTo>
                  <a:lnTo>
                    <a:pt x="440" y="39"/>
                  </a:lnTo>
                  <a:lnTo>
                    <a:pt x="443" y="40"/>
                  </a:lnTo>
                  <a:lnTo>
                    <a:pt x="446" y="41"/>
                  </a:lnTo>
                  <a:lnTo>
                    <a:pt x="448" y="44"/>
                  </a:lnTo>
                  <a:lnTo>
                    <a:pt x="450" y="46"/>
                  </a:lnTo>
                  <a:lnTo>
                    <a:pt x="451" y="49"/>
                  </a:lnTo>
                  <a:lnTo>
                    <a:pt x="452" y="57"/>
                  </a:lnTo>
                  <a:lnTo>
                    <a:pt x="452" y="57"/>
                  </a:lnTo>
                  <a:lnTo>
                    <a:pt x="451" y="63"/>
                  </a:lnTo>
                  <a:lnTo>
                    <a:pt x="450" y="66"/>
                  </a:lnTo>
                  <a:lnTo>
                    <a:pt x="448" y="69"/>
                  </a:lnTo>
                  <a:lnTo>
                    <a:pt x="446" y="71"/>
                  </a:lnTo>
                  <a:lnTo>
                    <a:pt x="443" y="73"/>
                  </a:lnTo>
                  <a:lnTo>
                    <a:pt x="440" y="74"/>
                  </a:lnTo>
                  <a:lnTo>
                    <a:pt x="436" y="74"/>
                  </a:lnTo>
                  <a:lnTo>
                    <a:pt x="436" y="74"/>
                  </a:lnTo>
                  <a:lnTo>
                    <a:pt x="410" y="73"/>
                  </a:lnTo>
                  <a:lnTo>
                    <a:pt x="384" y="72"/>
                  </a:lnTo>
                  <a:lnTo>
                    <a:pt x="335" y="67"/>
                  </a:lnTo>
                  <a:lnTo>
                    <a:pt x="335" y="67"/>
                  </a:lnTo>
                  <a:lnTo>
                    <a:pt x="293" y="64"/>
                  </a:lnTo>
                  <a:lnTo>
                    <a:pt x="293" y="64"/>
                  </a:lnTo>
                  <a:lnTo>
                    <a:pt x="249" y="59"/>
                  </a:lnTo>
                  <a:lnTo>
                    <a:pt x="207" y="55"/>
                  </a:lnTo>
                  <a:lnTo>
                    <a:pt x="167" y="49"/>
                  </a:lnTo>
                  <a:lnTo>
                    <a:pt x="131" y="43"/>
                  </a:lnTo>
                  <a:lnTo>
                    <a:pt x="131" y="43"/>
                  </a:lnTo>
                  <a:lnTo>
                    <a:pt x="97" y="38"/>
                  </a:lnTo>
                  <a:lnTo>
                    <a:pt x="77" y="37"/>
                  </a:lnTo>
                  <a:lnTo>
                    <a:pt x="59" y="36"/>
                  </a:lnTo>
                  <a:lnTo>
                    <a:pt x="59" y="36"/>
                  </a:lnTo>
                  <a:lnTo>
                    <a:pt x="59" y="36"/>
                  </a:lnTo>
                  <a:lnTo>
                    <a:pt x="54" y="37"/>
                  </a:lnTo>
                  <a:lnTo>
                    <a:pt x="49" y="40"/>
                  </a:lnTo>
                  <a:lnTo>
                    <a:pt x="49" y="40"/>
                  </a:lnTo>
                  <a:lnTo>
                    <a:pt x="46" y="43"/>
                  </a:lnTo>
                  <a:lnTo>
                    <a:pt x="45" y="47"/>
                  </a:lnTo>
                  <a:lnTo>
                    <a:pt x="43" y="56"/>
                  </a:lnTo>
                  <a:lnTo>
                    <a:pt x="43" y="66"/>
                  </a:lnTo>
                  <a:lnTo>
                    <a:pt x="44" y="76"/>
                  </a:lnTo>
                  <a:lnTo>
                    <a:pt x="44" y="76"/>
                  </a:lnTo>
                  <a:lnTo>
                    <a:pt x="45" y="84"/>
                  </a:lnTo>
                  <a:lnTo>
                    <a:pt x="45" y="90"/>
                  </a:lnTo>
                  <a:lnTo>
                    <a:pt x="45" y="90"/>
                  </a:lnTo>
                  <a:lnTo>
                    <a:pt x="42" y="113"/>
                  </a:lnTo>
                  <a:lnTo>
                    <a:pt x="41" y="137"/>
                  </a:lnTo>
                  <a:lnTo>
                    <a:pt x="40" y="161"/>
                  </a:lnTo>
                  <a:lnTo>
                    <a:pt x="41" y="184"/>
                  </a:lnTo>
                  <a:lnTo>
                    <a:pt x="41" y="184"/>
                  </a:lnTo>
                  <a:lnTo>
                    <a:pt x="41" y="207"/>
                  </a:lnTo>
                  <a:lnTo>
                    <a:pt x="41" y="207"/>
                  </a:lnTo>
                  <a:lnTo>
                    <a:pt x="40" y="226"/>
                  </a:lnTo>
                  <a:lnTo>
                    <a:pt x="38" y="245"/>
                  </a:lnTo>
                  <a:lnTo>
                    <a:pt x="38" y="245"/>
                  </a:lnTo>
                  <a:lnTo>
                    <a:pt x="37" y="266"/>
                  </a:lnTo>
                  <a:lnTo>
                    <a:pt x="36" y="289"/>
                  </a:lnTo>
                  <a:lnTo>
                    <a:pt x="36" y="289"/>
                  </a:lnTo>
                  <a:lnTo>
                    <a:pt x="36" y="292"/>
                  </a:lnTo>
                  <a:lnTo>
                    <a:pt x="35" y="295"/>
                  </a:lnTo>
                  <a:lnTo>
                    <a:pt x="34" y="298"/>
                  </a:lnTo>
                  <a:lnTo>
                    <a:pt x="32" y="300"/>
                  </a:lnTo>
                  <a:lnTo>
                    <a:pt x="32" y="300"/>
                  </a:lnTo>
                  <a:lnTo>
                    <a:pt x="29" y="302"/>
                  </a:lnTo>
                  <a:lnTo>
                    <a:pt x="26" y="304"/>
                  </a:lnTo>
                  <a:lnTo>
                    <a:pt x="23" y="306"/>
                  </a:lnTo>
                  <a:lnTo>
                    <a:pt x="19" y="306"/>
                  </a:lnTo>
                  <a:lnTo>
                    <a:pt x="19" y="306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783" name="Freeform 399"/>
            <p:cNvSpPr/>
            <p:nvPr>
              <p:custDataLst>
                <p:tags r:id="rId48"/>
              </p:custDataLst>
            </p:nvPr>
          </p:nvSpPr>
          <p:spPr bwMode="auto">
            <a:xfrm>
              <a:off x="4329113" y="3263900"/>
              <a:ext cx="242888" cy="22225"/>
            </a:xfrm>
            <a:custGeom>
              <a:avLst/>
              <a:gdLst/>
              <a:ahLst/>
              <a:cxnLst>
                <a:cxn ang="0">
                  <a:pos x="189" y="42"/>
                </a:cxn>
                <a:cxn ang="0">
                  <a:pos x="174" y="42"/>
                </a:cxn>
                <a:cxn ang="0">
                  <a:pos x="116" y="40"/>
                </a:cxn>
                <a:cxn ang="0">
                  <a:pos x="43" y="38"/>
                </a:cxn>
                <a:cxn ang="0">
                  <a:pos x="18" y="36"/>
                </a:cxn>
                <a:cxn ang="0">
                  <a:pos x="11" y="34"/>
                </a:cxn>
                <a:cxn ang="0">
                  <a:pos x="5" y="29"/>
                </a:cxn>
                <a:cxn ang="0">
                  <a:pos x="1" y="22"/>
                </a:cxn>
                <a:cxn ang="0">
                  <a:pos x="0" y="15"/>
                </a:cxn>
                <a:cxn ang="0">
                  <a:pos x="5" y="5"/>
                </a:cxn>
                <a:cxn ang="0">
                  <a:pos x="9" y="1"/>
                </a:cxn>
                <a:cxn ang="0">
                  <a:pos x="16" y="0"/>
                </a:cxn>
                <a:cxn ang="0">
                  <a:pos x="17" y="0"/>
                </a:cxn>
                <a:cxn ang="0">
                  <a:pos x="61" y="3"/>
                </a:cxn>
                <a:cxn ang="0">
                  <a:pos x="106" y="4"/>
                </a:cxn>
                <a:cxn ang="0">
                  <a:pos x="189" y="7"/>
                </a:cxn>
                <a:cxn ang="0">
                  <a:pos x="218" y="8"/>
                </a:cxn>
                <a:cxn ang="0">
                  <a:pos x="257" y="7"/>
                </a:cxn>
                <a:cxn ang="0">
                  <a:pos x="300" y="6"/>
                </a:cxn>
                <a:cxn ang="0">
                  <a:pos x="393" y="4"/>
                </a:cxn>
                <a:cxn ang="0">
                  <a:pos x="424" y="4"/>
                </a:cxn>
                <a:cxn ang="0">
                  <a:pos x="447" y="6"/>
                </a:cxn>
                <a:cxn ang="0">
                  <a:pos x="454" y="9"/>
                </a:cxn>
                <a:cxn ang="0">
                  <a:pos x="458" y="13"/>
                </a:cxn>
                <a:cxn ang="0">
                  <a:pos x="459" y="22"/>
                </a:cxn>
                <a:cxn ang="0">
                  <a:pos x="457" y="29"/>
                </a:cxn>
                <a:cxn ang="0">
                  <a:pos x="453" y="35"/>
                </a:cxn>
                <a:cxn ang="0">
                  <a:pos x="448" y="40"/>
                </a:cxn>
                <a:cxn ang="0">
                  <a:pos x="439" y="41"/>
                </a:cxn>
                <a:cxn ang="0">
                  <a:pos x="439" y="41"/>
                </a:cxn>
                <a:cxn ang="0">
                  <a:pos x="436" y="41"/>
                </a:cxn>
                <a:cxn ang="0">
                  <a:pos x="424" y="39"/>
                </a:cxn>
                <a:cxn ang="0">
                  <a:pos x="372" y="38"/>
                </a:cxn>
                <a:cxn ang="0">
                  <a:pos x="322" y="38"/>
                </a:cxn>
                <a:cxn ang="0">
                  <a:pos x="268" y="40"/>
                </a:cxn>
                <a:cxn ang="0">
                  <a:pos x="189" y="42"/>
                </a:cxn>
              </a:cxnLst>
              <a:rect l="0" t="0" r="r" b="b"/>
              <a:pathLst>
                <a:path w="459" h="42">
                  <a:moveTo>
                    <a:pt x="189" y="42"/>
                  </a:moveTo>
                  <a:lnTo>
                    <a:pt x="189" y="42"/>
                  </a:lnTo>
                  <a:lnTo>
                    <a:pt x="174" y="42"/>
                  </a:lnTo>
                  <a:lnTo>
                    <a:pt x="174" y="42"/>
                  </a:lnTo>
                  <a:lnTo>
                    <a:pt x="116" y="40"/>
                  </a:lnTo>
                  <a:lnTo>
                    <a:pt x="116" y="40"/>
                  </a:lnTo>
                  <a:lnTo>
                    <a:pt x="68" y="39"/>
                  </a:lnTo>
                  <a:lnTo>
                    <a:pt x="43" y="38"/>
                  </a:lnTo>
                  <a:lnTo>
                    <a:pt x="18" y="36"/>
                  </a:lnTo>
                  <a:lnTo>
                    <a:pt x="18" y="36"/>
                  </a:lnTo>
                  <a:lnTo>
                    <a:pt x="14" y="35"/>
                  </a:lnTo>
                  <a:lnTo>
                    <a:pt x="11" y="34"/>
                  </a:lnTo>
                  <a:lnTo>
                    <a:pt x="8" y="32"/>
                  </a:lnTo>
                  <a:lnTo>
                    <a:pt x="5" y="29"/>
                  </a:lnTo>
                  <a:lnTo>
                    <a:pt x="2" y="26"/>
                  </a:lnTo>
                  <a:lnTo>
                    <a:pt x="1" y="22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1" y="10"/>
                  </a:lnTo>
                  <a:lnTo>
                    <a:pt x="5" y="5"/>
                  </a:lnTo>
                  <a:lnTo>
                    <a:pt x="7" y="3"/>
                  </a:lnTo>
                  <a:lnTo>
                    <a:pt x="9" y="1"/>
                  </a:lnTo>
                  <a:lnTo>
                    <a:pt x="12" y="1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7" y="0"/>
                  </a:lnTo>
                  <a:lnTo>
                    <a:pt x="17" y="0"/>
                  </a:lnTo>
                  <a:lnTo>
                    <a:pt x="61" y="3"/>
                  </a:lnTo>
                  <a:lnTo>
                    <a:pt x="106" y="4"/>
                  </a:lnTo>
                  <a:lnTo>
                    <a:pt x="106" y="4"/>
                  </a:lnTo>
                  <a:lnTo>
                    <a:pt x="147" y="5"/>
                  </a:lnTo>
                  <a:lnTo>
                    <a:pt x="189" y="7"/>
                  </a:lnTo>
                  <a:lnTo>
                    <a:pt x="189" y="7"/>
                  </a:lnTo>
                  <a:lnTo>
                    <a:pt x="218" y="8"/>
                  </a:lnTo>
                  <a:lnTo>
                    <a:pt x="218" y="8"/>
                  </a:lnTo>
                  <a:lnTo>
                    <a:pt x="257" y="7"/>
                  </a:lnTo>
                  <a:lnTo>
                    <a:pt x="300" y="6"/>
                  </a:lnTo>
                  <a:lnTo>
                    <a:pt x="300" y="6"/>
                  </a:lnTo>
                  <a:lnTo>
                    <a:pt x="347" y="4"/>
                  </a:lnTo>
                  <a:lnTo>
                    <a:pt x="393" y="4"/>
                  </a:lnTo>
                  <a:lnTo>
                    <a:pt x="393" y="4"/>
                  </a:lnTo>
                  <a:lnTo>
                    <a:pt x="424" y="4"/>
                  </a:lnTo>
                  <a:lnTo>
                    <a:pt x="447" y="6"/>
                  </a:lnTo>
                  <a:lnTo>
                    <a:pt x="447" y="6"/>
                  </a:lnTo>
                  <a:lnTo>
                    <a:pt x="451" y="7"/>
                  </a:lnTo>
                  <a:lnTo>
                    <a:pt x="454" y="9"/>
                  </a:lnTo>
                  <a:lnTo>
                    <a:pt x="456" y="11"/>
                  </a:lnTo>
                  <a:lnTo>
                    <a:pt x="458" y="13"/>
                  </a:lnTo>
                  <a:lnTo>
                    <a:pt x="459" y="18"/>
                  </a:lnTo>
                  <a:lnTo>
                    <a:pt x="459" y="22"/>
                  </a:lnTo>
                  <a:lnTo>
                    <a:pt x="459" y="22"/>
                  </a:lnTo>
                  <a:lnTo>
                    <a:pt x="457" y="29"/>
                  </a:lnTo>
                  <a:lnTo>
                    <a:pt x="456" y="32"/>
                  </a:lnTo>
                  <a:lnTo>
                    <a:pt x="453" y="35"/>
                  </a:lnTo>
                  <a:lnTo>
                    <a:pt x="451" y="38"/>
                  </a:lnTo>
                  <a:lnTo>
                    <a:pt x="448" y="40"/>
                  </a:lnTo>
                  <a:lnTo>
                    <a:pt x="444" y="41"/>
                  </a:lnTo>
                  <a:lnTo>
                    <a:pt x="439" y="41"/>
                  </a:lnTo>
                  <a:lnTo>
                    <a:pt x="439" y="41"/>
                  </a:lnTo>
                  <a:lnTo>
                    <a:pt x="439" y="41"/>
                  </a:lnTo>
                  <a:lnTo>
                    <a:pt x="439" y="41"/>
                  </a:lnTo>
                  <a:lnTo>
                    <a:pt x="436" y="41"/>
                  </a:lnTo>
                  <a:lnTo>
                    <a:pt x="436" y="41"/>
                  </a:lnTo>
                  <a:lnTo>
                    <a:pt x="424" y="39"/>
                  </a:lnTo>
                  <a:lnTo>
                    <a:pt x="410" y="38"/>
                  </a:lnTo>
                  <a:lnTo>
                    <a:pt x="372" y="38"/>
                  </a:lnTo>
                  <a:lnTo>
                    <a:pt x="372" y="38"/>
                  </a:lnTo>
                  <a:lnTo>
                    <a:pt x="322" y="38"/>
                  </a:lnTo>
                  <a:lnTo>
                    <a:pt x="268" y="40"/>
                  </a:lnTo>
                  <a:lnTo>
                    <a:pt x="268" y="40"/>
                  </a:lnTo>
                  <a:lnTo>
                    <a:pt x="226" y="41"/>
                  </a:lnTo>
                  <a:lnTo>
                    <a:pt x="189" y="42"/>
                  </a:lnTo>
                  <a:lnTo>
                    <a:pt x="189" y="42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784" name="Freeform 400"/>
            <p:cNvSpPr/>
            <p:nvPr>
              <p:custDataLst>
                <p:tags r:id="rId49"/>
              </p:custDataLst>
            </p:nvPr>
          </p:nvSpPr>
          <p:spPr bwMode="auto">
            <a:xfrm>
              <a:off x="4335463" y="3346450"/>
              <a:ext cx="173038" cy="19050"/>
            </a:xfrm>
            <a:custGeom>
              <a:avLst/>
              <a:gdLst/>
              <a:ahLst/>
              <a:cxnLst>
                <a:cxn ang="0">
                  <a:pos x="17" y="36"/>
                </a:cxn>
                <a:cxn ang="0">
                  <a:pos x="17" y="36"/>
                </a:cxn>
                <a:cxn ang="0">
                  <a:pos x="13" y="35"/>
                </a:cxn>
                <a:cxn ang="0">
                  <a:pos x="10" y="34"/>
                </a:cxn>
                <a:cxn ang="0">
                  <a:pos x="7" y="32"/>
                </a:cxn>
                <a:cxn ang="0">
                  <a:pos x="4" y="30"/>
                </a:cxn>
                <a:cxn ang="0">
                  <a:pos x="3" y="28"/>
                </a:cxn>
                <a:cxn ang="0">
                  <a:pos x="1" y="25"/>
                </a:cxn>
                <a:cxn ang="0">
                  <a:pos x="0" y="17"/>
                </a:cxn>
                <a:cxn ang="0">
                  <a:pos x="0" y="17"/>
                </a:cxn>
                <a:cxn ang="0">
                  <a:pos x="1" y="11"/>
                </a:cxn>
                <a:cxn ang="0">
                  <a:pos x="3" y="8"/>
                </a:cxn>
                <a:cxn ang="0">
                  <a:pos x="4" y="5"/>
                </a:cxn>
                <a:cxn ang="0">
                  <a:pos x="7" y="3"/>
                </a:cxn>
                <a:cxn ang="0">
                  <a:pos x="10" y="1"/>
                </a:cxn>
                <a:cxn ang="0">
                  <a:pos x="13" y="0"/>
                </a:cxn>
                <a:cxn ang="0">
                  <a:pos x="17" y="0"/>
                </a:cxn>
                <a:cxn ang="0">
                  <a:pos x="312" y="0"/>
                </a:cxn>
                <a:cxn ang="0">
                  <a:pos x="312" y="0"/>
                </a:cxn>
                <a:cxn ang="0">
                  <a:pos x="316" y="0"/>
                </a:cxn>
                <a:cxn ang="0">
                  <a:pos x="319" y="1"/>
                </a:cxn>
                <a:cxn ang="0">
                  <a:pos x="322" y="3"/>
                </a:cxn>
                <a:cxn ang="0">
                  <a:pos x="324" y="5"/>
                </a:cxn>
                <a:cxn ang="0">
                  <a:pos x="326" y="8"/>
                </a:cxn>
                <a:cxn ang="0">
                  <a:pos x="327" y="11"/>
                </a:cxn>
                <a:cxn ang="0">
                  <a:pos x="328" y="17"/>
                </a:cxn>
                <a:cxn ang="0">
                  <a:pos x="328" y="17"/>
                </a:cxn>
                <a:cxn ang="0">
                  <a:pos x="327" y="25"/>
                </a:cxn>
                <a:cxn ang="0">
                  <a:pos x="326" y="28"/>
                </a:cxn>
                <a:cxn ang="0">
                  <a:pos x="324" y="30"/>
                </a:cxn>
                <a:cxn ang="0">
                  <a:pos x="322" y="32"/>
                </a:cxn>
                <a:cxn ang="0">
                  <a:pos x="319" y="34"/>
                </a:cxn>
                <a:cxn ang="0">
                  <a:pos x="316" y="35"/>
                </a:cxn>
                <a:cxn ang="0">
                  <a:pos x="312" y="36"/>
                </a:cxn>
                <a:cxn ang="0">
                  <a:pos x="17" y="36"/>
                </a:cxn>
              </a:cxnLst>
              <a:rect l="0" t="0" r="r" b="b"/>
              <a:pathLst>
                <a:path w="328" h="36">
                  <a:moveTo>
                    <a:pt x="17" y="36"/>
                  </a:moveTo>
                  <a:lnTo>
                    <a:pt x="17" y="36"/>
                  </a:lnTo>
                  <a:lnTo>
                    <a:pt x="13" y="35"/>
                  </a:lnTo>
                  <a:lnTo>
                    <a:pt x="10" y="34"/>
                  </a:lnTo>
                  <a:lnTo>
                    <a:pt x="7" y="32"/>
                  </a:lnTo>
                  <a:lnTo>
                    <a:pt x="4" y="30"/>
                  </a:lnTo>
                  <a:lnTo>
                    <a:pt x="3" y="28"/>
                  </a:lnTo>
                  <a:lnTo>
                    <a:pt x="1" y="25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1" y="11"/>
                  </a:lnTo>
                  <a:lnTo>
                    <a:pt x="3" y="8"/>
                  </a:lnTo>
                  <a:lnTo>
                    <a:pt x="4" y="5"/>
                  </a:lnTo>
                  <a:lnTo>
                    <a:pt x="7" y="3"/>
                  </a:lnTo>
                  <a:lnTo>
                    <a:pt x="10" y="1"/>
                  </a:lnTo>
                  <a:lnTo>
                    <a:pt x="13" y="0"/>
                  </a:lnTo>
                  <a:lnTo>
                    <a:pt x="17" y="0"/>
                  </a:lnTo>
                  <a:lnTo>
                    <a:pt x="312" y="0"/>
                  </a:lnTo>
                  <a:lnTo>
                    <a:pt x="312" y="0"/>
                  </a:lnTo>
                  <a:lnTo>
                    <a:pt x="316" y="0"/>
                  </a:lnTo>
                  <a:lnTo>
                    <a:pt x="319" y="1"/>
                  </a:lnTo>
                  <a:lnTo>
                    <a:pt x="322" y="3"/>
                  </a:lnTo>
                  <a:lnTo>
                    <a:pt x="324" y="5"/>
                  </a:lnTo>
                  <a:lnTo>
                    <a:pt x="326" y="8"/>
                  </a:lnTo>
                  <a:lnTo>
                    <a:pt x="327" y="11"/>
                  </a:lnTo>
                  <a:lnTo>
                    <a:pt x="328" y="17"/>
                  </a:lnTo>
                  <a:lnTo>
                    <a:pt x="328" y="17"/>
                  </a:lnTo>
                  <a:lnTo>
                    <a:pt x="327" y="25"/>
                  </a:lnTo>
                  <a:lnTo>
                    <a:pt x="326" y="28"/>
                  </a:lnTo>
                  <a:lnTo>
                    <a:pt x="324" y="30"/>
                  </a:lnTo>
                  <a:lnTo>
                    <a:pt x="322" y="32"/>
                  </a:lnTo>
                  <a:lnTo>
                    <a:pt x="319" y="34"/>
                  </a:lnTo>
                  <a:lnTo>
                    <a:pt x="316" y="35"/>
                  </a:lnTo>
                  <a:lnTo>
                    <a:pt x="312" y="36"/>
                  </a:lnTo>
                  <a:lnTo>
                    <a:pt x="17" y="36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785" name="Freeform 401"/>
            <p:cNvSpPr/>
            <p:nvPr>
              <p:custDataLst>
                <p:tags r:id="rId50"/>
              </p:custDataLst>
            </p:nvPr>
          </p:nvSpPr>
          <p:spPr bwMode="auto">
            <a:xfrm>
              <a:off x="4332288" y="3421063"/>
              <a:ext cx="63500" cy="23813"/>
            </a:xfrm>
            <a:custGeom>
              <a:avLst/>
              <a:gdLst/>
              <a:ahLst/>
              <a:cxnLst>
                <a:cxn ang="0">
                  <a:pos x="79" y="44"/>
                </a:cxn>
                <a:cxn ang="0">
                  <a:pos x="61" y="40"/>
                </a:cxn>
                <a:cxn ang="0">
                  <a:pos x="57" y="39"/>
                </a:cxn>
                <a:cxn ang="0">
                  <a:pos x="54" y="37"/>
                </a:cxn>
                <a:cxn ang="0">
                  <a:pos x="53" y="36"/>
                </a:cxn>
                <a:cxn ang="0">
                  <a:pos x="44" y="35"/>
                </a:cxn>
                <a:cxn ang="0">
                  <a:pos x="40" y="35"/>
                </a:cxn>
                <a:cxn ang="0">
                  <a:pos x="33" y="36"/>
                </a:cxn>
                <a:cxn ang="0">
                  <a:pos x="16" y="37"/>
                </a:cxn>
                <a:cxn ang="0">
                  <a:pos x="16" y="37"/>
                </a:cxn>
                <a:cxn ang="0">
                  <a:pos x="9" y="36"/>
                </a:cxn>
                <a:cxn ang="0">
                  <a:pos x="4" y="32"/>
                </a:cxn>
                <a:cxn ang="0">
                  <a:pos x="0" y="21"/>
                </a:cxn>
                <a:cxn ang="0">
                  <a:pos x="1" y="15"/>
                </a:cxn>
                <a:cxn ang="0">
                  <a:pos x="4" y="8"/>
                </a:cxn>
                <a:cxn ang="0">
                  <a:pos x="9" y="3"/>
                </a:cxn>
                <a:cxn ang="0">
                  <a:pos x="17" y="1"/>
                </a:cxn>
                <a:cxn ang="0">
                  <a:pos x="29" y="1"/>
                </a:cxn>
                <a:cxn ang="0">
                  <a:pos x="45" y="0"/>
                </a:cxn>
                <a:cxn ang="0">
                  <a:pos x="57" y="1"/>
                </a:cxn>
                <a:cxn ang="0">
                  <a:pos x="67" y="3"/>
                </a:cxn>
                <a:cxn ang="0">
                  <a:pos x="74" y="6"/>
                </a:cxn>
                <a:cxn ang="0">
                  <a:pos x="102" y="6"/>
                </a:cxn>
                <a:cxn ang="0">
                  <a:pos x="110" y="8"/>
                </a:cxn>
                <a:cxn ang="0">
                  <a:pos x="115" y="13"/>
                </a:cxn>
                <a:cxn ang="0">
                  <a:pos x="118" y="18"/>
                </a:cxn>
                <a:cxn ang="0">
                  <a:pos x="119" y="25"/>
                </a:cxn>
                <a:cxn ang="0">
                  <a:pos x="117" y="34"/>
                </a:cxn>
                <a:cxn ang="0">
                  <a:pos x="112" y="39"/>
                </a:cxn>
                <a:cxn ang="0">
                  <a:pos x="106" y="43"/>
                </a:cxn>
                <a:cxn ang="0">
                  <a:pos x="102" y="43"/>
                </a:cxn>
                <a:cxn ang="0">
                  <a:pos x="90" y="43"/>
                </a:cxn>
                <a:cxn ang="0">
                  <a:pos x="79" y="44"/>
                </a:cxn>
              </a:cxnLst>
              <a:rect l="0" t="0" r="r" b="b"/>
              <a:pathLst>
                <a:path w="119" h="44">
                  <a:moveTo>
                    <a:pt x="79" y="44"/>
                  </a:moveTo>
                  <a:lnTo>
                    <a:pt x="79" y="44"/>
                  </a:lnTo>
                  <a:lnTo>
                    <a:pt x="69" y="43"/>
                  </a:lnTo>
                  <a:lnTo>
                    <a:pt x="61" y="40"/>
                  </a:lnTo>
                  <a:lnTo>
                    <a:pt x="61" y="40"/>
                  </a:lnTo>
                  <a:lnTo>
                    <a:pt x="57" y="39"/>
                  </a:lnTo>
                  <a:lnTo>
                    <a:pt x="54" y="37"/>
                  </a:lnTo>
                  <a:lnTo>
                    <a:pt x="54" y="37"/>
                  </a:lnTo>
                  <a:lnTo>
                    <a:pt x="53" y="36"/>
                  </a:lnTo>
                  <a:lnTo>
                    <a:pt x="53" y="36"/>
                  </a:lnTo>
                  <a:lnTo>
                    <a:pt x="44" y="35"/>
                  </a:lnTo>
                  <a:lnTo>
                    <a:pt x="44" y="35"/>
                  </a:lnTo>
                  <a:lnTo>
                    <a:pt x="40" y="35"/>
                  </a:lnTo>
                  <a:lnTo>
                    <a:pt x="40" y="35"/>
                  </a:lnTo>
                  <a:lnTo>
                    <a:pt x="33" y="36"/>
                  </a:lnTo>
                  <a:lnTo>
                    <a:pt x="33" y="36"/>
                  </a:lnTo>
                  <a:lnTo>
                    <a:pt x="16" y="37"/>
                  </a:lnTo>
                  <a:lnTo>
                    <a:pt x="16" y="37"/>
                  </a:lnTo>
                  <a:lnTo>
                    <a:pt x="16" y="37"/>
                  </a:lnTo>
                  <a:lnTo>
                    <a:pt x="16" y="37"/>
                  </a:lnTo>
                  <a:lnTo>
                    <a:pt x="12" y="37"/>
                  </a:lnTo>
                  <a:lnTo>
                    <a:pt x="9" y="36"/>
                  </a:lnTo>
                  <a:lnTo>
                    <a:pt x="6" y="34"/>
                  </a:lnTo>
                  <a:lnTo>
                    <a:pt x="4" y="32"/>
                  </a:lnTo>
                  <a:lnTo>
                    <a:pt x="1" y="27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1" y="15"/>
                  </a:lnTo>
                  <a:lnTo>
                    <a:pt x="2" y="12"/>
                  </a:lnTo>
                  <a:lnTo>
                    <a:pt x="4" y="8"/>
                  </a:lnTo>
                  <a:lnTo>
                    <a:pt x="6" y="5"/>
                  </a:lnTo>
                  <a:lnTo>
                    <a:pt x="9" y="3"/>
                  </a:lnTo>
                  <a:lnTo>
                    <a:pt x="13" y="2"/>
                  </a:lnTo>
                  <a:lnTo>
                    <a:pt x="17" y="1"/>
                  </a:lnTo>
                  <a:lnTo>
                    <a:pt x="17" y="1"/>
                  </a:lnTo>
                  <a:lnTo>
                    <a:pt x="29" y="1"/>
                  </a:lnTo>
                  <a:lnTo>
                    <a:pt x="29" y="1"/>
                  </a:lnTo>
                  <a:lnTo>
                    <a:pt x="45" y="0"/>
                  </a:lnTo>
                  <a:lnTo>
                    <a:pt x="45" y="0"/>
                  </a:lnTo>
                  <a:lnTo>
                    <a:pt x="57" y="1"/>
                  </a:lnTo>
                  <a:lnTo>
                    <a:pt x="67" y="3"/>
                  </a:lnTo>
                  <a:lnTo>
                    <a:pt x="67" y="3"/>
                  </a:lnTo>
                  <a:lnTo>
                    <a:pt x="72" y="5"/>
                  </a:lnTo>
                  <a:lnTo>
                    <a:pt x="74" y="6"/>
                  </a:lnTo>
                  <a:lnTo>
                    <a:pt x="102" y="6"/>
                  </a:lnTo>
                  <a:lnTo>
                    <a:pt x="102" y="6"/>
                  </a:lnTo>
                  <a:lnTo>
                    <a:pt x="106" y="6"/>
                  </a:lnTo>
                  <a:lnTo>
                    <a:pt x="110" y="8"/>
                  </a:lnTo>
                  <a:lnTo>
                    <a:pt x="112" y="9"/>
                  </a:lnTo>
                  <a:lnTo>
                    <a:pt x="115" y="13"/>
                  </a:lnTo>
                  <a:lnTo>
                    <a:pt x="117" y="15"/>
                  </a:lnTo>
                  <a:lnTo>
                    <a:pt x="118" y="18"/>
                  </a:lnTo>
                  <a:lnTo>
                    <a:pt x="119" y="25"/>
                  </a:lnTo>
                  <a:lnTo>
                    <a:pt x="119" y="25"/>
                  </a:lnTo>
                  <a:lnTo>
                    <a:pt x="118" y="31"/>
                  </a:lnTo>
                  <a:lnTo>
                    <a:pt x="117" y="34"/>
                  </a:lnTo>
                  <a:lnTo>
                    <a:pt x="115" y="36"/>
                  </a:lnTo>
                  <a:lnTo>
                    <a:pt x="112" y="39"/>
                  </a:lnTo>
                  <a:lnTo>
                    <a:pt x="110" y="40"/>
                  </a:lnTo>
                  <a:lnTo>
                    <a:pt x="106" y="43"/>
                  </a:lnTo>
                  <a:lnTo>
                    <a:pt x="102" y="43"/>
                  </a:lnTo>
                  <a:lnTo>
                    <a:pt x="102" y="43"/>
                  </a:lnTo>
                  <a:lnTo>
                    <a:pt x="90" y="43"/>
                  </a:lnTo>
                  <a:lnTo>
                    <a:pt x="90" y="43"/>
                  </a:lnTo>
                  <a:lnTo>
                    <a:pt x="79" y="44"/>
                  </a:lnTo>
                  <a:lnTo>
                    <a:pt x="79" y="44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786" name="Freeform 402"/>
            <p:cNvSpPr/>
            <p:nvPr>
              <p:custDataLst>
                <p:tags r:id="rId51"/>
              </p:custDataLst>
            </p:nvPr>
          </p:nvSpPr>
          <p:spPr bwMode="auto">
            <a:xfrm>
              <a:off x="4427538" y="3421063"/>
              <a:ext cx="68263" cy="22225"/>
            </a:xfrm>
            <a:custGeom>
              <a:avLst/>
              <a:gdLst/>
              <a:ahLst/>
              <a:cxnLst>
                <a:cxn ang="0">
                  <a:pos x="18" y="42"/>
                </a:cxn>
                <a:cxn ang="0">
                  <a:pos x="18" y="42"/>
                </a:cxn>
                <a:cxn ang="0">
                  <a:pos x="14" y="42"/>
                </a:cxn>
                <a:cxn ang="0">
                  <a:pos x="10" y="39"/>
                </a:cxn>
                <a:cxn ang="0">
                  <a:pos x="7" y="38"/>
                </a:cxn>
                <a:cxn ang="0">
                  <a:pos x="4" y="36"/>
                </a:cxn>
                <a:cxn ang="0">
                  <a:pos x="2" y="33"/>
                </a:cxn>
                <a:cxn ang="0">
                  <a:pos x="1" y="30"/>
                </a:cxn>
                <a:cxn ang="0">
                  <a:pos x="0" y="24"/>
                </a:cxn>
                <a:cxn ang="0">
                  <a:pos x="0" y="24"/>
                </a:cxn>
                <a:cxn ang="0">
                  <a:pos x="1" y="17"/>
                </a:cxn>
                <a:cxn ang="0">
                  <a:pos x="2" y="14"/>
                </a:cxn>
                <a:cxn ang="0">
                  <a:pos x="4" y="12"/>
                </a:cxn>
                <a:cxn ang="0">
                  <a:pos x="8" y="8"/>
                </a:cxn>
                <a:cxn ang="0">
                  <a:pos x="10" y="7"/>
                </a:cxn>
                <a:cxn ang="0">
                  <a:pos x="14" y="5"/>
                </a:cxn>
                <a:cxn ang="0">
                  <a:pos x="18" y="5"/>
                </a:cxn>
                <a:cxn ang="0">
                  <a:pos x="18" y="5"/>
                </a:cxn>
                <a:cxn ang="0">
                  <a:pos x="42" y="4"/>
                </a:cxn>
                <a:cxn ang="0">
                  <a:pos x="65" y="3"/>
                </a:cxn>
                <a:cxn ang="0">
                  <a:pos x="65" y="3"/>
                </a:cxn>
                <a:cxn ang="0">
                  <a:pos x="89" y="1"/>
                </a:cxn>
                <a:cxn ang="0">
                  <a:pos x="113" y="0"/>
                </a:cxn>
                <a:cxn ang="0">
                  <a:pos x="113" y="0"/>
                </a:cxn>
                <a:cxn ang="0">
                  <a:pos x="117" y="1"/>
                </a:cxn>
                <a:cxn ang="0">
                  <a:pos x="120" y="2"/>
                </a:cxn>
                <a:cxn ang="0">
                  <a:pos x="123" y="4"/>
                </a:cxn>
                <a:cxn ang="0">
                  <a:pos x="125" y="6"/>
                </a:cxn>
                <a:cxn ang="0">
                  <a:pos x="127" y="8"/>
                </a:cxn>
                <a:cxn ang="0">
                  <a:pos x="128" y="12"/>
                </a:cxn>
                <a:cxn ang="0">
                  <a:pos x="129" y="19"/>
                </a:cxn>
                <a:cxn ang="0">
                  <a:pos x="129" y="19"/>
                </a:cxn>
                <a:cxn ang="0">
                  <a:pos x="128" y="25"/>
                </a:cxn>
                <a:cxn ang="0">
                  <a:pos x="127" y="28"/>
                </a:cxn>
                <a:cxn ang="0">
                  <a:pos x="125" y="31"/>
                </a:cxn>
                <a:cxn ang="0">
                  <a:pos x="123" y="33"/>
                </a:cxn>
                <a:cxn ang="0">
                  <a:pos x="120" y="35"/>
                </a:cxn>
                <a:cxn ang="0">
                  <a:pos x="117" y="36"/>
                </a:cxn>
                <a:cxn ang="0">
                  <a:pos x="113" y="36"/>
                </a:cxn>
                <a:cxn ang="0">
                  <a:pos x="113" y="36"/>
                </a:cxn>
                <a:cxn ang="0">
                  <a:pos x="88" y="37"/>
                </a:cxn>
                <a:cxn ang="0">
                  <a:pos x="64" y="39"/>
                </a:cxn>
                <a:cxn ang="0">
                  <a:pos x="64" y="39"/>
                </a:cxn>
                <a:cxn ang="0">
                  <a:pos x="42" y="41"/>
                </a:cxn>
                <a:cxn ang="0">
                  <a:pos x="18" y="42"/>
                </a:cxn>
                <a:cxn ang="0">
                  <a:pos x="18" y="42"/>
                </a:cxn>
              </a:cxnLst>
              <a:rect l="0" t="0" r="r" b="b"/>
              <a:pathLst>
                <a:path w="129" h="42">
                  <a:moveTo>
                    <a:pt x="18" y="42"/>
                  </a:moveTo>
                  <a:lnTo>
                    <a:pt x="18" y="42"/>
                  </a:lnTo>
                  <a:lnTo>
                    <a:pt x="14" y="42"/>
                  </a:lnTo>
                  <a:lnTo>
                    <a:pt x="10" y="39"/>
                  </a:lnTo>
                  <a:lnTo>
                    <a:pt x="7" y="38"/>
                  </a:lnTo>
                  <a:lnTo>
                    <a:pt x="4" y="36"/>
                  </a:lnTo>
                  <a:lnTo>
                    <a:pt x="2" y="33"/>
                  </a:lnTo>
                  <a:lnTo>
                    <a:pt x="1" y="30"/>
                  </a:lnTo>
                  <a:lnTo>
                    <a:pt x="0" y="24"/>
                  </a:lnTo>
                  <a:lnTo>
                    <a:pt x="0" y="24"/>
                  </a:lnTo>
                  <a:lnTo>
                    <a:pt x="1" y="17"/>
                  </a:lnTo>
                  <a:lnTo>
                    <a:pt x="2" y="14"/>
                  </a:lnTo>
                  <a:lnTo>
                    <a:pt x="4" y="12"/>
                  </a:lnTo>
                  <a:lnTo>
                    <a:pt x="8" y="8"/>
                  </a:lnTo>
                  <a:lnTo>
                    <a:pt x="10" y="7"/>
                  </a:lnTo>
                  <a:lnTo>
                    <a:pt x="14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42" y="4"/>
                  </a:lnTo>
                  <a:lnTo>
                    <a:pt x="65" y="3"/>
                  </a:lnTo>
                  <a:lnTo>
                    <a:pt x="65" y="3"/>
                  </a:lnTo>
                  <a:lnTo>
                    <a:pt x="89" y="1"/>
                  </a:lnTo>
                  <a:lnTo>
                    <a:pt x="113" y="0"/>
                  </a:lnTo>
                  <a:lnTo>
                    <a:pt x="113" y="0"/>
                  </a:lnTo>
                  <a:lnTo>
                    <a:pt x="117" y="1"/>
                  </a:lnTo>
                  <a:lnTo>
                    <a:pt x="120" y="2"/>
                  </a:lnTo>
                  <a:lnTo>
                    <a:pt x="123" y="4"/>
                  </a:lnTo>
                  <a:lnTo>
                    <a:pt x="125" y="6"/>
                  </a:lnTo>
                  <a:lnTo>
                    <a:pt x="127" y="8"/>
                  </a:lnTo>
                  <a:lnTo>
                    <a:pt x="128" y="12"/>
                  </a:lnTo>
                  <a:lnTo>
                    <a:pt x="129" y="19"/>
                  </a:lnTo>
                  <a:lnTo>
                    <a:pt x="129" y="19"/>
                  </a:lnTo>
                  <a:lnTo>
                    <a:pt x="128" y="25"/>
                  </a:lnTo>
                  <a:lnTo>
                    <a:pt x="127" y="28"/>
                  </a:lnTo>
                  <a:lnTo>
                    <a:pt x="125" y="31"/>
                  </a:lnTo>
                  <a:lnTo>
                    <a:pt x="123" y="33"/>
                  </a:lnTo>
                  <a:lnTo>
                    <a:pt x="120" y="35"/>
                  </a:lnTo>
                  <a:lnTo>
                    <a:pt x="117" y="36"/>
                  </a:lnTo>
                  <a:lnTo>
                    <a:pt x="113" y="36"/>
                  </a:lnTo>
                  <a:lnTo>
                    <a:pt x="113" y="36"/>
                  </a:lnTo>
                  <a:lnTo>
                    <a:pt x="88" y="37"/>
                  </a:lnTo>
                  <a:lnTo>
                    <a:pt x="64" y="39"/>
                  </a:lnTo>
                  <a:lnTo>
                    <a:pt x="64" y="39"/>
                  </a:lnTo>
                  <a:lnTo>
                    <a:pt x="42" y="41"/>
                  </a:lnTo>
                  <a:lnTo>
                    <a:pt x="18" y="42"/>
                  </a:lnTo>
                  <a:lnTo>
                    <a:pt x="18" y="42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787" name="Freeform 403"/>
            <p:cNvSpPr/>
            <p:nvPr>
              <p:custDataLst>
                <p:tags r:id="rId52"/>
              </p:custDataLst>
            </p:nvPr>
          </p:nvSpPr>
          <p:spPr bwMode="auto">
            <a:xfrm>
              <a:off x="4335463" y="3495675"/>
              <a:ext cx="128588" cy="20638"/>
            </a:xfrm>
            <a:custGeom>
              <a:avLst/>
              <a:gdLst/>
              <a:ahLst/>
              <a:cxnLst>
                <a:cxn ang="0">
                  <a:pos x="226" y="40"/>
                </a:cxn>
                <a:cxn ang="0">
                  <a:pos x="226" y="40"/>
                </a:cxn>
                <a:cxn ang="0">
                  <a:pos x="173" y="39"/>
                </a:cxn>
                <a:cxn ang="0">
                  <a:pos x="122" y="38"/>
                </a:cxn>
                <a:cxn ang="0">
                  <a:pos x="122" y="38"/>
                </a:cxn>
                <a:cxn ang="0">
                  <a:pos x="70" y="36"/>
                </a:cxn>
                <a:cxn ang="0">
                  <a:pos x="17" y="35"/>
                </a:cxn>
                <a:cxn ang="0">
                  <a:pos x="17" y="35"/>
                </a:cxn>
                <a:cxn ang="0">
                  <a:pos x="13" y="35"/>
                </a:cxn>
                <a:cxn ang="0">
                  <a:pos x="10" y="34"/>
                </a:cxn>
                <a:cxn ang="0">
                  <a:pos x="7" y="32"/>
                </a:cxn>
                <a:cxn ang="0">
                  <a:pos x="4" y="30"/>
                </a:cxn>
                <a:cxn ang="0">
                  <a:pos x="3" y="26"/>
                </a:cxn>
                <a:cxn ang="0">
                  <a:pos x="1" y="23"/>
                </a:cxn>
                <a:cxn ang="0">
                  <a:pos x="0" y="17"/>
                </a:cxn>
                <a:cxn ang="0">
                  <a:pos x="0" y="17"/>
                </a:cxn>
                <a:cxn ang="0">
                  <a:pos x="1" y="11"/>
                </a:cxn>
                <a:cxn ang="0">
                  <a:pos x="3" y="8"/>
                </a:cxn>
                <a:cxn ang="0">
                  <a:pos x="4" y="5"/>
                </a:cxn>
                <a:cxn ang="0">
                  <a:pos x="7" y="3"/>
                </a:cxn>
                <a:cxn ang="0">
                  <a:pos x="10" y="1"/>
                </a:cxn>
                <a:cxn ang="0">
                  <a:pos x="13" y="0"/>
                </a:cxn>
                <a:cxn ang="0">
                  <a:pos x="17" y="0"/>
                </a:cxn>
                <a:cxn ang="0">
                  <a:pos x="17" y="0"/>
                </a:cxn>
                <a:cxn ang="0">
                  <a:pos x="70" y="0"/>
                </a:cxn>
                <a:cxn ang="0">
                  <a:pos x="122" y="2"/>
                </a:cxn>
                <a:cxn ang="0">
                  <a:pos x="122" y="2"/>
                </a:cxn>
                <a:cxn ang="0">
                  <a:pos x="173" y="3"/>
                </a:cxn>
                <a:cxn ang="0">
                  <a:pos x="226" y="4"/>
                </a:cxn>
                <a:cxn ang="0">
                  <a:pos x="226" y="4"/>
                </a:cxn>
                <a:cxn ang="0">
                  <a:pos x="230" y="5"/>
                </a:cxn>
                <a:cxn ang="0">
                  <a:pos x="233" y="6"/>
                </a:cxn>
                <a:cxn ang="0">
                  <a:pos x="236" y="7"/>
                </a:cxn>
                <a:cxn ang="0">
                  <a:pos x="239" y="10"/>
                </a:cxn>
                <a:cxn ang="0">
                  <a:pos x="240" y="12"/>
                </a:cxn>
                <a:cxn ang="0">
                  <a:pos x="242" y="15"/>
                </a:cxn>
                <a:cxn ang="0">
                  <a:pos x="243" y="22"/>
                </a:cxn>
                <a:cxn ang="0">
                  <a:pos x="243" y="22"/>
                </a:cxn>
                <a:cxn ang="0">
                  <a:pos x="242" y="29"/>
                </a:cxn>
                <a:cxn ang="0">
                  <a:pos x="240" y="32"/>
                </a:cxn>
                <a:cxn ang="0">
                  <a:pos x="239" y="35"/>
                </a:cxn>
                <a:cxn ang="0">
                  <a:pos x="236" y="37"/>
                </a:cxn>
                <a:cxn ang="0">
                  <a:pos x="233" y="39"/>
                </a:cxn>
                <a:cxn ang="0">
                  <a:pos x="230" y="40"/>
                </a:cxn>
                <a:cxn ang="0">
                  <a:pos x="226" y="40"/>
                </a:cxn>
                <a:cxn ang="0">
                  <a:pos x="226" y="40"/>
                </a:cxn>
              </a:cxnLst>
              <a:rect l="0" t="0" r="r" b="b"/>
              <a:pathLst>
                <a:path w="243" h="40">
                  <a:moveTo>
                    <a:pt x="226" y="40"/>
                  </a:moveTo>
                  <a:lnTo>
                    <a:pt x="226" y="40"/>
                  </a:lnTo>
                  <a:lnTo>
                    <a:pt x="173" y="39"/>
                  </a:lnTo>
                  <a:lnTo>
                    <a:pt x="122" y="38"/>
                  </a:lnTo>
                  <a:lnTo>
                    <a:pt x="122" y="38"/>
                  </a:lnTo>
                  <a:lnTo>
                    <a:pt x="70" y="36"/>
                  </a:lnTo>
                  <a:lnTo>
                    <a:pt x="17" y="35"/>
                  </a:lnTo>
                  <a:lnTo>
                    <a:pt x="17" y="35"/>
                  </a:lnTo>
                  <a:lnTo>
                    <a:pt x="13" y="35"/>
                  </a:lnTo>
                  <a:lnTo>
                    <a:pt x="10" y="34"/>
                  </a:lnTo>
                  <a:lnTo>
                    <a:pt x="7" y="32"/>
                  </a:lnTo>
                  <a:lnTo>
                    <a:pt x="4" y="30"/>
                  </a:lnTo>
                  <a:lnTo>
                    <a:pt x="3" y="26"/>
                  </a:lnTo>
                  <a:lnTo>
                    <a:pt x="1" y="23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1" y="11"/>
                  </a:lnTo>
                  <a:lnTo>
                    <a:pt x="3" y="8"/>
                  </a:lnTo>
                  <a:lnTo>
                    <a:pt x="4" y="5"/>
                  </a:lnTo>
                  <a:lnTo>
                    <a:pt x="7" y="3"/>
                  </a:lnTo>
                  <a:lnTo>
                    <a:pt x="10" y="1"/>
                  </a:lnTo>
                  <a:lnTo>
                    <a:pt x="13" y="0"/>
                  </a:lnTo>
                  <a:lnTo>
                    <a:pt x="17" y="0"/>
                  </a:lnTo>
                  <a:lnTo>
                    <a:pt x="17" y="0"/>
                  </a:lnTo>
                  <a:lnTo>
                    <a:pt x="70" y="0"/>
                  </a:lnTo>
                  <a:lnTo>
                    <a:pt x="122" y="2"/>
                  </a:lnTo>
                  <a:lnTo>
                    <a:pt x="122" y="2"/>
                  </a:lnTo>
                  <a:lnTo>
                    <a:pt x="173" y="3"/>
                  </a:lnTo>
                  <a:lnTo>
                    <a:pt x="226" y="4"/>
                  </a:lnTo>
                  <a:lnTo>
                    <a:pt x="226" y="4"/>
                  </a:lnTo>
                  <a:lnTo>
                    <a:pt x="230" y="5"/>
                  </a:lnTo>
                  <a:lnTo>
                    <a:pt x="233" y="6"/>
                  </a:lnTo>
                  <a:lnTo>
                    <a:pt x="236" y="7"/>
                  </a:lnTo>
                  <a:lnTo>
                    <a:pt x="239" y="10"/>
                  </a:lnTo>
                  <a:lnTo>
                    <a:pt x="240" y="12"/>
                  </a:lnTo>
                  <a:lnTo>
                    <a:pt x="242" y="15"/>
                  </a:lnTo>
                  <a:lnTo>
                    <a:pt x="243" y="22"/>
                  </a:lnTo>
                  <a:lnTo>
                    <a:pt x="243" y="22"/>
                  </a:lnTo>
                  <a:lnTo>
                    <a:pt x="242" y="29"/>
                  </a:lnTo>
                  <a:lnTo>
                    <a:pt x="240" y="32"/>
                  </a:lnTo>
                  <a:lnTo>
                    <a:pt x="239" y="35"/>
                  </a:lnTo>
                  <a:lnTo>
                    <a:pt x="236" y="37"/>
                  </a:lnTo>
                  <a:lnTo>
                    <a:pt x="233" y="39"/>
                  </a:lnTo>
                  <a:lnTo>
                    <a:pt x="230" y="40"/>
                  </a:lnTo>
                  <a:lnTo>
                    <a:pt x="226" y="40"/>
                  </a:lnTo>
                  <a:lnTo>
                    <a:pt x="226" y="40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788" name="Freeform 404"/>
            <p:cNvSpPr/>
            <p:nvPr>
              <p:custDataLst>
                <p:tags r:id="rId53"/>
              </p:custDataLst>
            </p:nvPr>
          </p:nvSpPr>
          <p:spPr bwMode="auto">
            <a:xfrm>
              <a:off x="4332288" y="3560763"/>
              <a:ext cx="77788" cy="19050"/>
            </a:xfrm>
            <a:custGeom>
              <a:avLst/>
              <a:gdLst/>
              <a:ahLst/>
              <a:cxnLst>
                <a:cxn ang="0">
                  <a:pos x="16" y="36"/>
                </a:cxn>
                <a:cxn ang="0">
                  <a:pos x="16" y="36"/>
                </a:cxn>
                <a:cxn ang="0">
                  <a:pos x="12" y="35"/>
                </a:cxn>
                <a:cxn ang="0">
                  <a:pos x="9" y="34"/>
                </a:cxn>
                <a:cxn ang="0">
                  <a:pos x="6" y="33"/>
                </a:cxn>
                <a:cxn ang="0">
                  <a:pos x="4" y="30"/>
                </a:cxn>
                <a:cxn ang="0">
                  <a:pos x="2" y="27"/>
                </a:cxn>
                <a:cxn ang="0">
                  <a:pos x="1" y="24"/>
                </a:cxn>
                <a:cxn ang="0">
                  <a:pos x="0" y="17"/>
                </a:cxn>
                <a:cxn ang="0">
                  <a:pos x="0" y="17"/>
                </a:cxn>
                <a:cxn ang="0">
                  <a:pos x="1" y="11"/>
                </a:cxn>
                <a:cxn ang="0">
                  <a:pos x="2" y="8"/>
                </a:cxn>
                <a:cxn ang="0">
                  <a:pos x="4" y="5"/>
                </a:cxn>
                <a:cxn ang="0">
                  <a:pos x="6" y="3"/>
                </a:cxn>
                <a:cxn ang="0">
                  <a:pos x="9" y="1"/>
                </a:cxn>
                <a:cxn ang="0">
                  <a:pos x="12" y="0"/>
                </a:cxn>
                <a:cxn ang="0">
                  <a:pos x="16" y="0"/>
                </a:cxn>
                <a:cxn ang="0">
                  <a:pos x="131" y="0"/>
                </a:cxn>
                <a:cxn ang="0">
                  <a:pos x="131" y="0"/>
                </a:cxn>
                <a:cxn ang="0">
                  <a:pos x="135" y="0"/>
                </a:cxn>
                <a:cxn ang="0">
                  <a:pos x="138" y="1"/>
                </a:cxn>
                <a:cxn ang="0">
                  <a:pos x="141" y="3"/>
                </a:cxn>
                <a:cxn ang="0">
                  <a:pos x="143" y="5"/>
                </a:cxn>
                <a:cxn ang="0">
                  <a:pos x="145" y="8"/>
                </a:cxn>
                <a:cxn ang="0">
                  <a:pos x="146" y="11"/>
                </a:cxn>
                <a:cxn ang="0">
                  <a:pos x="147" y="17"/>
                </a:cxn>
                <a:cxn ang="0">
                  <a:pos x="147" y="17"/>
                </a:cxn>
                <a:cxn ang="0">
                  <a:pos x="146" y="24"/>
                </a:cxn>
                <a:cxn ang="0">
                  <a:pos x="145" y="27"/>
                </a:cxn>
                <a:cxn ang="0">
                  <a:pos x="143" y="30"/>
                </a:cxn>
                <a:cxn ang="0">
                  <a:pos x="141" y="33"/>
                </a:cxn>
                <a:cxn ang="0">
                  <a:pos x="138" y="34"/>
                </a:cxn>
                <a:cxn ang="0">
                  <a:pos x="135" y="35"/>
                </a:cxn>
                <a:cxn ang="0">
                  <a:pos x="131" y="36"/>
                </a:cxn>
                <a:cxn ang="0">
                  <a:pos x="16" y="36"/>
                </a:cxn>
              </a:cxnLst>
              <a:rect l="0" t="0" r="r" b="b"/>
              <a:pathLst>
                <a:path w="147" h="36">
                  <a:moveTo>
                    <a:pt x="16" y="36"/>
                  </a:moveTo>
                  <a:lnTo>
                    <a:pt x="16" y="36"/>
                  </a:lnTo>
                  <a:lnTo>
                    <a:pt x="12" y="35"/>
                  </a:lnTo>
                  <a:lnTo>
                    <a:pt x="9" y="34"/>
                  </a:lnTo>
                  <a:lnTo>
                    <a:pt x="6" y="33"/>
                  </a:lnTo>
                  <a:lnTo>
                    <a:pt x="4" y="30"/>
                  </a:lnTo>
                  <a:lnTo>
                    <a:pt x="2" y="27"/>
                  </a:lnTo>
                  <a:lnTo>
                    <a:pt x="1" y="24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1" y="11"/>
                  </a:lnTo>
                  <a:lnTo>
                    <a:pt x="2" y="8"/>
                  </a:lnTo>
                  <a:lnTo>
                    <a:pt x="4" y="5"/>
                  </a:lnTo>
                  <a:lnTo>
                    <a:pt x="6" y="3"/>
                  </a:lnTo>
                  <a:lnTo>
                    <a:pt x="9" y="1"/>
                  </a:lnTo>
                  <a:lnTo>
                    <a:pt x="12" y="0"/>
                  </a:lnTo>
                  <a:lnTo>
                    <a:pt x="16" y="0"/>
                  </a:lnTo>
                  <a:lnTo>
                    <a:pt x="131" y="0"/>
                  </a:lnTo>
                  <a:lnTo>
                    <a:pt x="131" y="0"/>
                  </a:lnTo>
                  <a:lnTo>
                    <a:pt x="135" y="0"/>
                  </a:lnTo>
                  <a:lnTo>
                    <a:pt x="138" y="1"/>
                  </a:lnTo>
                  <a:lnTo>
                    <a:pt x="141" y="3"/>
                  </a:lnTo>
                  <a:lnTo>
                    <a:pt x="143" y="5"/>
                  </a:lnTo>
                  <a:lnTo>
                    <a:pt x="145" y="8"/>
                  </a:lnTo>
                  <a:lnTo>
                    <a:pt x="146" y="11"/>
                  </a:lnTo>
                  <a:lnTo>
                    <a:pt x="147" y="17"/>
                  </a:lnTo>
                  <a:lnTo>
                    <a:pt x="147" y="17"/>
                  </a:lnTo>
                  <a:lnTo>
                    <a:pt x="146" y="24"/>
                  </a:lnTo>
                  <a:lnTo>
                    <a:pt x="145" y="27"/>
                  </a:lnTo>
                  <a:lnTo>
                    <a:pt x="143" y="30"/>
                  </a:lnTo>
                  <a:lnTo>
                    <a:pt x="141" y="33"/>
                  </a:lnTo>
                  <a:lnTo>
                    <a:pt x="138" y="34"/>
                  </a:lnTo>
                  <a:lnTo>
                    <a:pt x="135" y="35"/>
                  </a:lnTo>
                  <a:lnTo>
                    <a:pt x="131" y="36"/>
                  </a:lnTo>
                  <a:lnTo>
                    <a:pt x="16" y="36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789" name="Freeform 405"/>
            <p:cNvSpPr/>
            <p:nvPr>
              <p:custDataLst>
                <p:tags r:id="rId54"/>
              </p:custDataLst>
            </p:nvPr>
          </p:nvSpPr>
          <p:spPr bwMode="auto">
            <a:xfrm>
              <a:off x="4329113" y="3621088"/>
              <a:ext cx="66675" cy="20638"/>
            </a:xfrm>
            <a:custGeom>
              <a:avLst/>
              <a:gdLst/>
              <a:ahLst/>
              <a:cxnLst>
                <a:cxn ang="0">
                  <a:pos x="19" y="41"/>
                </a:cxn>
                <a:cxn ang="0">
                  <a:pos x="19" y="41"/>
                </a:cxn>
                <a:cxn ang="0">
                  <a:pos x="15" y="39"/>
                </a:cxn>
                <a:cxn ang="0">
                  <a:pos x="12" y="38"/>
                </a:cxn>
                <a:cxn ang="0">
                  <a:pos x="9" y="37"/>
                </a:cxn>
                <a:cxn ang="0">
                  <a:pos x="7" y="34"/>
                </a:cxn>
                <a:cxn ang="0">
                  <a:pos x="3" y="32"/>
                </a:cxn>
                <a:cxn ang="0">
                  <a:pos x="2" y="29"/>
                </a:cxn>
                <a:cxn ang="0">
                  <a:pos x="1" y="26"/>
                </a:cxn>
                <a:cxn ang="0">
                  <a:pos x="0" y="22"/>
                </a:cxn>
                <a:cxn ang="0">
                  <a:pos x="0" y="18"/>
                </a:cxn>
                <a:cxn ang="0">
                  <a:pos x="0" y="18"/>
                </a:cxn>
                <a:cxn ang="0">
                  <a:pos x="1" y="14"/>
                </a:cxn>
                <a:cxn ang="0">
                  <a:pos x="2" y="10"/>
                </a:cxn>
                <a:cxn ang="0">
                  <a:pos x="5" y="6"/>
                </a:cxn>
                <a:cxn ang="0">
                  <a:pos x="7" y="4"/>
                </a:cxn>
                <a:cxn ang="0">
                  <a:pos x="9" y="2"/>
                </a:cxn>
                <a:cxn ang="0">
                  <a:pos x="12" y="1"/>
                </a:cxn>
                <a:cxn ang="0">
                  <a:pos x="19" y="0"/>
                </a:cxn>
                <a:cxn ang="0">
                  <a:pos x="19" y="0"/>
                </a:cxn>
                <a:cxn ang="0">
                  <a:pos x="24" y="1"/>
                </a:cxn>
                <a:cxn ang="0">
                  <a:pos x="29" y="3"/>
                </a:cxn>
                <a:cxn ang="0">
                  <a:pos x="31" y="4"/>
                </a:cxn>
                <a:cxn ang="0">
                  <a:pos x="109" y="4"/>
                </a:cxn>
                <a:cxn ang="0">
                  <a:pos x="109" y="4"/>
                </a:cxn>
                <a:cxn ang="0">
                  <a:pos x="113" y="4"/>
                </a:cxn>
                <a:cxn ang="0">
                  <a:pos x="117" y="5"/>
                </a:cxn>
                <a:cxn ang="0">
                  <a:pos x="119" y="7"/>
                </a:cxn>
                <a:cxn ang="0">
                  <a:pos x="122" y="10"/>
                </a:cxn>
                <a:cxn ang="0">
                  <a:pos x="124" y="13"/>
                </a:cxn>
                <a:cxn ang="0">
                  <a:pos x="125" y="16"/>
                </a:cxn>
                <a:cxn ang="0">
                  <a:pos x="126" y="22"/>
                </a:cxn>
                <a:cxn ang="0">
                  <a:pos x="126" y="22"/>
                </a:cxn>
                <a:cxn ang="0">
                  <a:pos x="125" y="29"/>
                </a:cxn>
                <a:cxn ang="0">
                  <a:pos x="124" y="31"/>
                </a:cxn>
                <a:cxn ang="0">
                  <a:pos x="122" y="34"/>
                </a:cxn>
                <a:cxn ang="0">
                  <a:pos x="119" y="36"/>
                </a:cxn>
                <a:cxn ang="0">
                  <a:pos x="117" y="38"/>
                </a:cxn>
                <a:cxn ang="0">
                  <a:pos x="113" y="39"/>
                </a:cxn>
                <a:cxn ang="0">
                  <a:pos x="109" y="41"/>
                </a:cxn>
                <a:cxn ang="0">
                  <a:pos x="19" y="41"/>
                </a:cxn>
              </a:cxnLst>
              <a:rect l="0" t="0" r="r" b="b"/>
              <a:pathLst>
                <a:path w="126" h="41">
                  <a:moveTo>
                    <a:pt x="19" y="41"/>
                  </a:moveTo>
                  <a:lnTo>
                    <a:pt x="19" y="41"/>
                  </a:lnTo>
                  <a:lnTo>
                    <a:pt x="15" y="39"/>
                  </a:lnTo>
                  <a:lnTo>
                    <a:pt x="12" y="38"/>
                  </a:lnTo>
                  <a:lnTo>
                    <a:pt x="9" y="37"/>
                  </a:lnTo>
                  <a:lnTo>
                    <a:pt x="7" y="34"/>
                  </a:lnTo>
                  <a:lnTo>
                    <a:pt x="3" y="32"/>
                  </a:lnTo>
                  <a:lnTo>
                    <a:pt x="2" y="29"/>
                  </a:lnTo>
                  <a:lnTo>
                    <a:pt x="1" y="26"/>
                  </a:lnTo>
                  <a:lnTo>
                    <a:pt x="0" y="22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1" y="14"/>
                  </a:lnTo>
                  <a:lnTo>
                    <a:pt x="2" y="10"/>
                  </a:lnTo>
                  <a:lnTo>
                    <a:pt x="5" y="6"/>
                  </a:lnTo>
                  <a:lnTo>
                    <a:pt x="7" y="4"/>
                  </a:lnTo>
                  <a:lnTo>
                    <a:pt x="9" y="2"/>
                  </a:lnTo>
                  <a:lnTo>
                    <a:pt x="12" y="1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24" y="1"/>
                  </a:lnTo>
                  <a:lnTo>
                    <a:pt x="29" y="3"/>
                  </a:lnTo>
                  <a:lnTo>
                    <a:pt x="31" y="4"/>
                  </a:lnTo>
                  <a:lnTo>
                    <a:pt x="109" y="4"/>
                  </a:lnTo>
                  <a:lnTo>
                    <a:pt x="109" y="4"/>
                  </a:lnTo>
                  <a:lnTo>
                    <a:pt x="113" y="4"/>
                  </a:lnTo>
                  <a:lnTo>
                    <a:pt x="117" y="5"/>
                  </a:lnTo>
                  <a:lnTo>
                    <a:pt x="119" y="7"/>
                  </a:lnTo>
                  <a:lnTo>
                    <a:pt x="122" y="10"/>
                  </a:lnTo>
                  <a:lnTo>
                    <a:pt x="124" y="13"/>
                  </a:lnTo>
                  <a:lnTo>
                    <a:pt x="125" y="16"/>
                  </a:lnTo>
                  <a:lnTo>
                    <a:pt x="126" y="22"/>
                  </a:lnTo>
                  <a:lnTo>
                    <a:pt x="126" y="22"/>
                  </a:lnTo>
                  <a:lnTo>
                    <a:pt x="125" y="29"/>
                  </a:lnTo>
                  <a:lnTo>
                    <a:pt x="124" y="31"/>
                  </a:lnTo>
                  <a:lnTo>
                    <a:pt x="122" y="34"/>
                  </a:lnTo>
                  <a:lnTo>
                    <a:pt x="119" y="36"/>
                  </a:lnTo>
                  <a:lnTo>
                    <a:pt x="117" y="38"/>
                  </a:lnTo>
                  <a:lnTo>
                    <a:pt x="113" y="39"/>
                  </a:lnTo>
                  <a:lnTo>
                    <a:pt x="109" y="41"/>
                  </a:lnTo>
                  <a:lnTo>
                    <a:pt x="19" y="41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791" name="Freeform 407"/>
            <p:cNvSpPr/>
            <p:nvPr>
              <p:custDataLst>
                <p:tags r:id="rId55"/>
              </p:custDataLst>
            </p:nvPr>
          </p:nvSpPr>
          <p:spPr bwMode="auto">
            <a:xfrm>
              <a:off x="4535488" y="3187700"/>
              <a:ext cx="396875" cy="330200"/>
            </a:xfrm>
            <a:custGeom>
              <a:avLst/>
              <a:gdLst/>
              <a:ahLst/>
              <a:cxnLst>
                <a:cxn ang="0">
                  <a:pos x="12" y="623"/>
                </a:cxn>
                <a:cxn ang="0">
                  <a:pos x="2" y="616"/>
                </a:cxn>
                <a:cxn ang="0">
                  <a:pos x="0" y="610"/>
                </a:cxn>
                <a:cxn ang="0">
                  <a:pos x="1" y="602"/>
                </a:cxn>
                <a:cxn ang="0">
                  <a:pos x="16" y="580"/>
                </a:cxn>
                <a:cxn ang="0">
                  <a:pos x="37" y="561"/>
                </a:cxn>
                <a:cxn ang="0">
                  <a:pos x="58" y="541"/>
                </a:cxn>
                <a:cxn ang="0">
                  <a:pos x="137" y="452"/>
                </a:cxn>
                <a:cxn ang="0">
                  <a:pos x="181" y="404"/>
                </a:cxn>
                <a:cxn ang="0">
                  <a:pos x="252" y="340"/>
                </a:cxn>
                <a:cxn ang="0">
                  <a:pos x="328" y="280"/>
                </a:cxn>
                <a:cxn ang="0">
                  <a:pos x="479" y="173"/>
                </a:cxn>
                <a:cxn ang="0">
                  <a:pos x="552" y="122"/>
                </a:cxn>
                <a:cxn ang="0">
                  <a:pos x="606" y="80"/>
                </a:cxn>
                <a:cxn ang="0">
                  <a:pos x="636" y="59"/>
                </a:cxn>
                <a:cxn ang="0">
                  <a:pos x="657" y="45"/>
                </a:cxn>
                <a:cxn ang="0">
                  <a:pos x="692" y="23"/>
                </a:cxn>
                <a:cxn ang="0">
                  <a:pos x="697" y="21"/>
                </a:cxn>
                <a:cxn ang="0">
                  <a:pos x="722" y="6"/>
                </a:cxn>
                <a:cxn ang="0">
                  <a:pos x="727" y="2"/>
                </a:cxn>
                <a:cxn ang="0">
                  <a:pos x="733" y="0"/>
                </a:cxn>
                <a:cxn ang="0">
                  <a:pos x="748" y="7"/>
                </a:cxn>
                <a:cxn ang="0">
                  <a:pos x="752" y="16"/>
                </a:cxn>
                <a:cxn ang="0">
                  <a:pos x="748" y="32"/>
                </a:cxn>
                <a:cxn ang="0">
                  <a:pos x="736" y="41"/>
                </a:cxn>
                <a:cxn ang="0">
                  <a:pos x="694" y="67"/>
                </a:cxn>
                <a:cxn ang="0">
                  <a:pos x="668" y="82"/>
                </a:cxn>
                <a:cxn ang="0">
                  <a:pos x="639" y="101"/>
                </a:cxn>
                <a:cxn ang="0">
                  <a:pos x="593" y="139"/>
                </a:cxn>
                <a:cxn ang="0">
                  <a:pos x="539" y="176"/>
                </a:cxn>
                <a:cxn ang="0">
                  <a:pos x="472" y="218"/>
                </a:cxn>
                <a:cxn ang="0">
                  <a:pos x="392" y="275"/>
                </a:cxn>
                <a:cxn ang="0">
                  <a:pos x="358" y="305"/>
                </a:cxn>
                <a:cxn ang="0">
                  <a:pos x="296" y="354"/>
                </a:cxn>
                <a:cxn ang="0">
                  <a:pos x="209" y="427"/>
                </a:cxn>
                <a:cxn ang="0">
                  <a:pos x="183" y="454"/>
                </a:cxn>
                <a:cxn ang="0">
                  <a:pos x="140" y="502"/>
                </a:cxn>
                <a:cxn ang="0">
                  <a:pos x="100" y="550"/>
                </a:cxn>
                <a:cxn ang="0">
                  <a:pos x="65" y="586"/>
                </a:cxn>
                <a:cxn ang="0">
                  <a:pos x="56" y="592"/>
                </a:cxn>
                <a:cxn ang="0">
                  <a:pos x="40" y="604"/>
                </a:cxn>
                <a:cxn ang="0">
                  <a:pos x="33" y="616"/>
                </a:cxn>
                <a:cxn ang="0">
                  <a:pos x="17" y="623"/>
                </a:cxn>
              </a:cxnLst>
              <a:rect l="0" t="0" r="r" b="b"/>
              <a:pathLst>
                <a:path w="752" h="623">
                  <a:moveTo>
                    <a:pt x="17" y="623"/>
                  </a:moveTo>
                  <a:lnTo>
                    <a:pt x="17" y="623"/>
                  </a:lnTo>
                  <a:lnTo>
                    <a:pt x="12" y="623"/>
                  </a:lnTo>
                  <a:lnTo>
                    <a:pt x="8" y="621"/>
                  </a:lnTo>
                  <a:lnTo>
                    <a:pt x="4" y="619"/>
                  </a:lnTo>
                  <a:lnTo>
                    <a:pt x="2" y="616"/>
                  </a:lnTo>
                  <a:lnTo>
                    <a:pt x="2" y="616"/>
                  </a:lnTo>
                  <a:lnTo>
                    <a:pt x="0" y="613"/>
                  </a:lnTo>
                  <a:lnTo>
                    <a:pt x="0" y="610"/>
                  </a:lnTo>
                  <a:lnTo>
                    <a:pt x="0" y="606"/>
                  </a:lnTo>
                  <a:lnTo>
                    <a:pt x="1" y="602"/>
                  </a:lnTo>
                  <a:lnTo>
                    <a:pt x="1" y="602"/>
                  </a:lnTo>
                  <a:lnTo>
                    <a:pt x="4" y="596"/>
                  </a:lnTo>
                  <a:lnTo>
                    <a:pt x="8" y="590"/>
                  </a:lnTo>
                  <a:lnTo>
                    <a:pt x="16" y="580"/>
                  </a:lnTo>
                  <a:lnTo>
                    <a:pt x="26" y="570"/>
                  </a:lnTo>
                  <a:lnTo>
                    <a:pt x="37" y="561"/>
                  </a:lnTo>
                  <a:lnTo>
                    <a:pt x="37" y="561"/>
                  </a:lnTo>
                  <a:lnTo>
                    <a:pt x="47" y="552"/>
                  </a:lnTo>
                  <a:lnTo>
                    <a:pt x="58" y="541"/>
                  </a:lnTo>
                  <a:lnTo>
                    <a:pt x="58" y="541"/>
                  </a:lnTo>
                  <a:lnTo>
                    <a:pt x="78" y="520"/>
                  </a:lnTo>
                  <a:lnTo>
                    <a:pt x="98" y="498"/>
                  </a:lnTo>
                  <a:lnTo>
                    <a:pt x="137" y="452"/>
                  </a:lnTo>
                  <a:lnTo>
                    <a:pt x="137" y="452"/>
                  </a:lnTo>
                  <a:lnTo>
                    <a:pt x="158" y="428"/>
                  </a:lnTo>
                  <a:lnTo>
                    <a:pt x="181" y="404"/>
                  </a:lnTo>
                  <a:lnTo>
                    <a:pt x="203" y="381"/>
                  </a:lnTo>
                  <a:lnTo>
                    <a:pt x="228" y="361"/>
                  </a:lnTo>
                  <a:lnTo>
                    <a:pt x="252" y="340"/>
                  </a:lnTo>
                  <a:lnTo>
                    <a:pt x="278" y="319"/>
                  </a:lnTo>
                  <a:lnTo>
                    <a:pt x="328" y="280"/>
                  </a:lnTo>
                  <a:lnTo>
                    <a:pt x="328" y="280"/>
                  </a:lnTo>
                  <a:lnTo>
                    <a:pt x="378" y="243"/>
                  </a:lnTo>
                  <a:lnTo>
                    <a:pt x="428" y="207"/>
                  </a:lnTo>
                  <a:lnTo>
                    <a:pt x="479" y="173"/>
                  </a:lnTo>
                  <a:lnTo>
                    <a:pt x="527" y="141"/>
                  </a:lnTo>
                  <a:lnTo>
                    <a:pt x="527" y="141"/>
                  </a:lnTo>
                  <a:lnTo>
                    <a:pt x="552" y="122"/>
                  </a:lnTo>
                  <a:lnTo>
                    <a:pt x="577" y="102"/>
                  </a:lnTo>
                  <a:lnTo>
                    <a:pt x="577" y="102"/>
                  </a:lnTo>
                  <a:lnTo>
                    <a:pt x="606" y="80"/>
                  </a:lnTo>
                  <a:lnTo>
                    <a:pt x="621" y="69"/>
                  </a:lnTo>
                  <a:lnTo>
                    <a:pt x="636" y="59"/>
                  </a:lnTo>
                  <a:lnTo>
                    <a:pt x="636" y="59"/>
                  </a:lnTo>
                  <a:lnTo>
                    <a:pt x="646" y="52"/>
                  </a:lnTo>
                  <a:lnTo>
                    <a:pt x="657" y="45"/>
                  </a:lnTo>
                  <a:lnTo>
                    <a:pt x="657" y="45"/>
                  </a:lnTo>
                  <a:lnTo>
                    <a:pt x="674" y="32"/>
                  </a:lnTo>
                  <a:lnTo>
                    <a:pt x="683" y="27"/>
                  </a:lnTo>
                  <a:lnTo>
                    <a:pt x="692" y="23"/>
                  </a:lnTo>
                  <a:lnTo>
                    <a:pt x="692" y="23"/>
                  </a:lnTo>
                  <a:lnTo>
                    <a:pt x="697" y="21"/>
                  </a:lnTo>
                  <a:lnTo>
                    <a:pt x="697" y="21"/>
                  </a:lnTo>
                  <a:lnTo>
                    <a:pt x="710" y="15"/>
                  </a:lnTo>
                  <a:lnTo>
                    <a:pt x="717" y="10"/>
                  </a:lnTo>
                  <a:lnTo>
                    <a:pt x="722" y="6"/>
                  </a:lnTo>
                  <a:lnTo>
                    <a:pt x="722" y="6"/>
                  </a:lnTo>
                  <a:lnTo>
                    <a:pt x="725" y="3"/>
                  </a:lnTo>
                  <a:lnTo>
                    <a:pt x="727" y="2"/>
                  </a:lnTo>
                  <a:lnTo>
                    <a:pt x="730" y="0"/>
                  </a:lnTo>
                  <a:lnTo>
                    <a:pt x="733" y="0"/>
                  </a:lnTo>
                  <a:lnTo>
                    <a:pt x="733" y="0"/>
                  </a:lnTo>
                  <a:lnTo>
                    <a:pt x="738" y="1"/>
                  </a:lnTo>
                  <a:lnTo>
                    <a:pt x="743" y="3"/>
                  </a:lnTo>
                  <a:lnTo>
                    <a:pt x="748" y="7"/>
                  </a:lnTo>
                  <a:lnTo>
                    <a:pt x="751" y="13"/>
                  </a:lnTo>
                  <a:lnTo>
                    <a:pt x="751" y="13"/>
                  </a:lnTo>
                  <a:lnTo>
                    <a:pt x="752" y="16"/>
                  </a:lnTo>
                  <a:lnTo>
                    <a:pt x="752" y="21"/>
                  </a:lnTo>
                  <a:lnTo>
                    <a:pt x="751" y="26"/>
                  </a:lnTo>
                  <a:lnTo>
                    <a:pt x="748" y="32"/>
                  </a:lnTo>
                  <a:lnTo>
                    <a:pt x="748" y="32"/>
                  </a:lnTo>
                  <a:lnTo>
                    <a:pt x="741" y="37"/>
                  </a:lnTo>
                  <a:lnTo>
                    <a:pt x="736" y="41"/>
                  </a:lnTo>
                  <a:lnTo>
                    <a:pt x="723" y="51"/>
                  </a:lnTo>
                  <a:lnTo>
                    <a:pt x="708" y="59"/>
                  </a:lnTo>
                  <a:lnTo>
                    <a:pt x="694" y="67"/>
                  </a:lnTo>
                  <a:lnTo>
                    <a:pt x="694" y="67"/>
                  </a:lnTo>
                  <a:lnTo>
                    <a:pt x="680" y="75"/>
                  </a:lnTo>
                  <a:lnTo>
                    <a:pt x="668" y="82"/>
                  </a:lnTo>
                  <a:lnTo>
                    <a:pt x="668" y="82"/>
                  </a:lnTo>
                  <a:lnTo>
                    <a:pt x="654" y="91"/>
                  </a:lnTo>
                  <a:lnTo>
                    <a:pt x="639" y="101"/>
                  </a:lnTo>
                  <a:lnTo>
                    <a:pt x="612" y="122"/>
                  </a:lnTo>
                  <a:lnTo>
                    <a:pt x="612" y="122"/>
                  </a:lnTo>
                  <a:lnTo>
                    <a:pt x="593" y="139"/>
                  </a:lnTo>
                  <a:lnTo>
                    <a:pt x="573" y="153"/>
                  </a:lnTo>
                  <a:lnTo>
                    <a:pt x="573" y="153"/>
                  </a:lnTo>
                  <a:lnTo>
                    <a:pt x="539" y="176"/>
                  </a:lnTo>
                  <a:lnTo>
                    <a:pt x="505" y="196"/>
                  </a:lnTo>
                  <a:lnTo>
                    <a:pt x="505" y="196"/>
                  </a:lnTo>
                  <a:lnTo>
                    <a:pt x="472" y="218"/>
                  </a:lnTo>
                  <a:lnTo>
                    <a:pt x="439" y="239"/>
                  </a:lnTo>
                  <a:lnTo>
                    <a:pt x="408" y="263"/>
                  </a:lnTo>
                  <a:lnTo>
                    <a:pt x="392" y="275"/>
                  </a:lnTo>
                  <a:lnTo>
                    <a:pt x="378" y="287"/>
                  </a:lnTo>
                  <a:lnTo>
                    <a:pt x="378" y="287"/>
                  </a:lnTo>
                  <a:lnTo>
                    <a:pt x="358" y="305"/>
                  </a:lnTo>
                  <a:lnTo>
                    <a:pt x="338" y="322"/>
                  </a:lnTo>
                  <a:lnTo>
                    <a:pt x="296" y="354"/>
                  </a:lnTo>
                  <a:lnTo>
                    <a:pt x="296" y="354"/>
                  </a:lnTo>
                  <a:lnTo>
                    <a:pt x="267" y="377"/>
                  </a:lnTo>
                  <a:lnTo>
                    <a:pt x="238" y="401"/>
                  </a:lnTo>
                  <a:lnTo>
                    <a:pt x="209" y="427"/>
                  </a:lnTo>
                  <a:lnTo>
                    <a:pt x="196" y="440"/>
                  </a:lnTo>
                  <a:lnTo>
                    <a:pt x="183" y="454"/>
                  </a:lnTo>
                  <a:lnTo>
                    <a:pt x="183" y="454"/>
                  </a:lnTo>
                  <a:lnTo>
                    <a:pt x="161" y="478"/>
                  </a:lnTo>
                  <a:lnTo>
                    <a:pt x="140" y="502"/>
                  </a:lnTo>
                  <a:lnTo>
                    <a:pt x="140" y="502"/>
                  </a:lnTo>
                  <a:lnTo>
                    <a:pt x="104" y="545"/>
                  </a:lnTo>
                  <a:lnTo>
                    <a:pt x="100" y="550"/>
                  </a:lnTo>
                  <a:lnTo>
                    <a:pt x="100" y="550"/>
                  </a:lnTo>
                  <a:lnTo>
                    <a:pt x="82" y="568"/>
                  </a:lnTo>
                  <a:lnTo>
                    <a:pt x="74" y="578"/>
                  </a:lnTo>
                  <a:lnTo>
                    <a:pt x="65" y="586"/>
                  </a:lnTo>
                  <a:lnTo>
                    <a:pt x="65" y="586"/>
                  </a:lnTo>
                  <a:lnTo>
                    <a:pt x="56" y="592"/>
                  </a:lnTo>
                  <a:lnTo>
                    <a:pt x="56" y="592"/>
                  </a:lnTo>
                  <a:lnTo>
                    <a:pt x="50" y="596"/>
                  </a:lnTo>
                  <a:lnTo>
                    <a:pt x="44" y="600"/>
                  </a:lnTo>
                  <a:lnTo>
                    <a:pt x="40" y="604"/>
                  </a:lnTo>
                  <a:lnTo>
                    <a:pt x="36" y="611"/>
                  </a:lnTo>
                  <a:lnTo>
                    <a:pt x="36" y="611"/>
                  </a:lnTo>
                  <a:lnTo>
                    <a:pt x="33" y="616"/>
                  </a:lnTo>
                  <a:lnTo>
                    <a:pt x="29" y="620"/>
                  </a:lnTo>
                  <a:lnTo>
                    <a:pt x="24" y="622"/>
                  </a:lnTo>
                  <a:lnTo>
                    <a:pt x="17" y="623"/>
                  </a:lnTo>
                  <a:lnTo>
                    <a:pt x="17" y="623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</p:spTree>
  </p:cSld>
  <p:clrMapOvr>
    <a:masterClrMapping/>
  </p:clrMapOvr>
  <p:transition spd="slow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80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80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80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图片 5"/>
          <p:cNvPicPr>
            <a:picLocks noChangeAspect="1"/>
          </p:cNvPicPr>
          <p:nvPr/>
        </p:nvPicPr>
        <p:blipFill>
          <a:blip r:embed="rId17" cstate="print"/>
          <a:stretch>
            <a:fillRect/>
          </a:stretch>
        </p:blipFill>
        <p:spPr>
          <a:xfrm>
            <a:off x="4464050" y="1394460"/>
            <a:ext cx="2297430" cy="3445510"/>
          </a:xfrm>
          <a:prstGeom prst="rect">
            <a:avLst/>
          </a:prstGeom>
        </p:spPr>
      </p:pic>
      <p:sp>
        <p:nvSpPr>
          <p:cNvPr id="253" name="Freeform 66"/>
          <p:cNvSpPr>
            <a:spLocks noEditPoints="1"/>
          </p:cNvSpPr>
          <p:nvPr>
            <p:custDataLst>
              <p:tags r:id="rId1"/>
            </p:custDataLst>
          </p:nvPr>
        </p:nvSpPr>
        <p:spPr bwMode="auto">
          <a:xfrm rot="218059">
            <a:off x="3651197" y="2147875"/>
            <a:ext cx="481676" cy="486694"/>
          </a:xfrm>
          <a:custGeom>
            <a:avLst/>
            <a:gdLst/>
            <a:ahLst/>
            <a:cxnLst>
              <a:cxn ang="0">
                <a:pos x="166" y="76"/>
              </a:cxn>
              <a:cxn ang="0">
                <a:pos x="287" y="94"/>
              </a:cxn>
              <a:cxn ang="0">
                <a:pos x="168" y="226"/>
              </a:cxn>
              <a:cxn ang="0">
                <a:pos x="69" y="274"/>
              </a:cxn>
              <a:cxn ang="0">
                <a:pos x="0" y="122"/>
              </a:cxn>
              <a:cxn ang="0">
                <a:pos x="107" y="99"/>
              </a:cxn>
              <a:cxn ang="0">
                <a:pos x="102" y="177"/>
              </a:cxn>
              <a:cxn ang="0">
                <a:pos x="99" y="173"/>
              </a:cxn>
              <a:cxn ang="0">
                <a:pos x="132" y="154"/>
              </a:cxn>
              <a:cxn ang="0">
                <a:pos x="217" y="111"/>
              </a:cxn>
              <a:cxn ang="0">
                <a:pos x="234" y="109"/>
              </a:cxn>
              <a:cxn ang="0">
                <a:pos x="197" y="101"/>
              </a:cxn>
              <a:cxn ang="0">
                <a:pos x="172" y="132"/>
              </a:cxn>
              <a:cxn ang="0">
                <a:pos x="184" y="137"/>
              </a:cxn>
              <a:cxn ang="0">
                <a:pos x="215" y="122"/>
              </a:cxn>
              <a:cxn ang="0">
                <a:pos x="131" y="212"/>
              </a:cxn>
              <a:cxn ang="0">
                <a:pos x="83" y="267"/>
              </a:cxn>
              <a:cxn ang="0">
                <a:pos x="83" y="254"/>
              </a:cxn>
              <a:cxn ang="0">
                <a:pos x="79" y="257"/>
              </a:cxn>
              <a:cxn ang="0">
                <a:pos x="159" y="105"/>
              </a:cxn>
              <a:cxn ang="0">
                <a:pos x="147" y="90"/>
              </a:cxn>
              <a:cxn ang="0">
                <a:pos x="149" y="97"/>
              </a:cxn>
              <a:cxn ang="0">
                <a:pos x="85" y="156"/>
              </a:cxn>
              <a:cxn ang="0">
                <a:pos x="166" y="208"/>
              </a:cxn>
              <a:cxn ang="0">
                <a:pos x="184" y="195"/>
              </a:cxn>
              <a:cxn ang="0">
                <a:pos x="189" y="170"/>
              </a:cxn>
              <a:cxn ang="0">
                <a:pos x="203" y="202"/>
              </a:cxn>
              <a:cxn ang="0">
                <a:pos x="204" y="215"/>
              </a:cxn>
              <a:cxn ang="0">
                <a:pos x="211" y="240"/>
              </a:cxn>
              <a:cxn ang="0">
                <a:pos x="203" y="187"/>
              </a:cxn>
              <a:cxn ang="0">
                <a:pos x="253" y="106"/>
              </a:cxn>
              <a:cxn ang="0">
                <a:pos x="183" y="101"/>
              </a:cxn>
              <a:cxn ang="0">
                <a:pos x="183" y="101"/>
              </a:cxn>
              <a:cxn ang="0">
                <a:pos x="132" y="47"/>
              </a:cxn>
              <a:cxn ang="0">
                <a:pos x="137" y="53"/>
              </a:cxn>
              <a:cxn ang="0">
                <a:pos x="201" y="173"/>
              </a:cxn>
              <a:cxn ang="0">
                <a:pos x="183" y="191"/>
              </a:cxn>
              <a:cxn ang="0">
                <a:pos x="71" y="144"/>
              </a:cxn>
              <a:cxn ang="0">
                <a:pos x="180" y="223"/>
              </a:cxn>
              <a:cxn ang="0">
                <a:pos x="184" y="212"/>
              </a:cxn>
              <a:cxn ang="0">
                <a:pos x="123" y="88"/>
              </a:cxn>
              <a:cxn ang="0">
                <a:pos x="135" y="76"/>
              </a:cxn>
              <a:cxn ang="0">
                <a:pos x="59" y="133"/>
              </a:cxn>
              <a:cxn ang="0">
                <a:pos x="58" y="126"/>
              </a:cxn>
              <a:cxn ang="0">
                <a:pos x="75" y="112"/>
              </a:cxn>
              <a:cxn ang="0">
                <a:pos x="82" y="109"/>
              </a:cxn>
              <a:cxn ang="0">
                <a:pos x="97" y="109"/>
              </a:cxn>
              <a:cxn ang="0">
                <a:pos x="194" y="234"/>
              </a:cxn>
              <a:cxn ang="0">
                <a:pos x="197" y="226"/>
              </a:cxn>
              <a:cxn ang="0">
                <a:pos x="71" y="128"/>
              </a:cxn>
              <a:cxn ang="0">
                <a:pos x="131" y="216"/>
              </a:cxn>
              <a:cxn ang="0">
                <a:pos x="149" y="94"/>
              </a:cxn>
              <a:cxn ang="0">
                <a:pos x="106" y="118"/>
              </a:cxn>
              <a:cxn ang="0">
                <a:pos x="109" y="114"/>
              </a:cxn>
              <a:cxn ang="0">
                <a:pos x="40" y="130"/>
              </a:cxn>
              <a:cxn ang="0">
                <a:pos x="110" y="227"/>
              </a:cxn>
              <a:cxn ang="0">
                <a:pos x="127" y="102"/>
              </a:cxn>
              <a:cxn ang="0">
                <a:pos x="155" y="71"/>
              </a:cxn>
              <a:cxn ang="0">
                <a:pos x="154" y="73"/>
              </a:cxn>
            </a:cxnLst>
            <a:rect l="0" t="0" r="r" b="b"/>
            <a:pathLst>
              <a:path w="287" h="289">
                <a:moveTo>
                  <a:pt x="130" y="0"/>
                </a:moveTo>
                <a:lnTo>
                  <a:pt x="130" y="0"/>
                </a:lnTo>
                <a:lnTo>
                  <a:pt x="138" y="7"/>
                </a:lnTo>
                <a:lnTo>
                  <a:pt x="144" y="15"/>
                </a:lnTo>
                <a:lnTo>
                  <a:pt x="149" y="24"/>
                </a:lnTo>
                <a:lnTo>
                  <a:pt x="154" y="33"/>
                </a:lnTo>
                <a:lnTo>
                  <a:pt x="161" y="53"/>
                </a:lnTo>
                <a:lnTo>
                  <a:pt x="166" y="76"/>
                </a:lnTo>
                <a:lnTo>
                  <a:pt x="166" y="76"/>
                </a:lnTo>
                <a:lnTo>
                  <a:pt x="168" y="84"/>
                </a:lnTo>
                <a:lnTo>
                  <a:pt x="170" y="91"/>
                </a:lnTo>
                <a:lnTo>
                  <a:pt x="170" y="91"/>
                </a:lnTo>
                <a:lnTo>
                  <a:pt x="183" y="90"/>
                </a:lnTo>
                <a:lnTo>
                  <a:pt x="197" y="87"/>
                </a:lnTo>
                <a:lnTo>
                  <a:pt x="213" y="87"/>
                </a:lnTo>
                <a:lnTo>
                  <a:pt x="228" y="87"/>
                </a:lnTo>
                <a:lnTo>
                  <a:pt x="258" y="90"/>
                </a:lnTo>
                <a:lnTo>
                  <a:pt x="287" y="94"/>
                </a:lnTo>
                <a:lnTo>
                  <a:pt x="287" y="94"/>
                </a:lnTo>
                <a:lnTo>
                  <a:pt x="249" y="125"/>
                </a:lnTo>
                <a:lnTo>
                  <a:pt x="229" y="140"/>
                </a:lnTo>
                <a:lnTo>
                  <a:pt x="211" y="154"/>
                </a:lnTo>
                <a:lnTo>
                  <a:pt x="229" y="267"/>
                </a:lnTo>
                <a:lnTo>
                  <a:pt x="229" y="267"/>
                </a:lnTo>
                <a:lnTo>
                  <a:pt x="208" y="255"/>
                </a:lnTo>
                <a:lnTo>
                  <a:pt x="187" y="241"/>
                </a:lnTo>
                <a:lnTo>
                  <a:pt x="168" y="226"/>
                </a:lnTo>
                <a:lnTo>
                  <a:pt x="148" y="209"/>
                </a:lnTo>
                <a:lnTo>
                  <a:pt x="148" y="209"/>
                </a:lnTo>
                <a:lnTo>
                  <a:pt x="130" y="232"/>
                </a:lnTo>
                <a:lnTo>
                  <a:pt x="111" y="253"/>
                </a:lnTo>
                <a:lnTo>
                  <a:pt x="90" y="272"/>
                </a:lnTo>
                <a:lnTo>
                  <a:pt x="80" y="281"/>
                </a:lnTo>
                <a:lnTo>
                  <a:pt x="68" y="289"/>
                </a:lnTo>
                <a:lnTo>
                  <a:pt x="68" y="289"/>
                </a:lnTo>
                <a:lnTo>
                  <a:pt x="69" y="274"/>
                </a:lnTo>
                <a:lnTo>
                  <a:pt x="72" y="258"/>
                </a:lnTo>
                <a:lnTo>
                  <a:pt x="78" y="229"/>
                </a:lnTo>
                <a:lnTo>
                  <a:pt x="85" y="201"/>
                </a:lnTo>
                <a:lnTo>
                  <a:pt x="89" y="173"/>
                </a:lnTo>
                <a:lnTo>
                  <a:pt x="89" y="173"/>
                </a:lnTo>
                <a:lnTo>
                  <a:pt x="68" y="158"/>
                </a:lnTo>
                <a:lnTo>
                  <a:pt x="45" y="146"/>
                </a:lnTo>
                <a:lnTo>
                  <a:pt x="0" y="122"/>
                </a:lnTo>
                <a:lnTo>
                  <a:pt x="0" y="122"/>
                </a:lnTo>
                <a:lnTo>
                  <a:pt x="0" y="122"/>
                </a:lnTo>
                <a:lnTo>
                  <a:pt x="0" y="121"/>
                </a:lnTo>
                <a:lnTo>
                  <a:pt x="3" y="118"/>
                </a:lnTo>
                <a:lnTo>
                  <a:pt x="12" y="114"/>
                </a:lnTo>
                <a:lnTo>
                  <a:pt x="12" y="114"/>
                </a:lnTo>
                <a:lnTo>
                  <a:pt x="34" y="109"/>
                </a:lnTo>
                <a:lnTo>
                  <a:pt x="57" y="105"/>
                </a:lnTo>
                <a:lnTo>
                  <a:pt x="82" y="101"/>
                </a:lnTo>
                <a:lnTo>
                  <a:pt x="107" y="99"/>
                </a:lnTo>
                <a:lnTo>
                  <a:pt x="130" y="0"/>
                </a:lnTo>
                <a:close/>
                <a:moveTo>
                  <a:pt x="103" y="187"/>
                </a:moveTo>
                <a:lnTo>
                  <a:pt x="103" y="187"/>
                </a:lnTo>
                <a:lnTo>
                  <a:pt x="102" y="187"/>
                </a:lnTo>
                <a:lnTo>
                  <a:pt x="102" y="187"/>
                </a:lnTo>
                <a:lnTo>
                  <a:pt x="100" y="184"/>
                </a:lnTo>
                <a:lnTo>
                  <a:pt x="102" y="180"/>
                </a:lnTo>
                <a:lnTo>
                  <a:pt x="102" y="177"/>
                </a:lnTo>
                <a:lnTo>
                  <a:pt x="102" y="177"/>
                </a:lnTo>
                <a:lnTo>
                  <a:pt x="113" y="163"/>
                </a:lnTo>
                <a:lnTo>
                  <a:pt x="124" y="149"/>
                </a:lnTo>
                <a:lnTo>
                  <a:pt x="147" y="123"/>
                </a:lnTo>
                <a:lnTo>
                  <a:pt x="147" y="123"/>
                </a:lnTo>
                <a:lnTo>
                  <a:pt x="134" y="132"/>
                </a:lnTo>
                <a:lnTo>
                  <a:pt x="123" y="140"/>
                </a:lnTo>
                <a:lnTo>
                  <a:pt x="100" y="160"/>
                </a:lnTo>
                <a:lnTo>
                  <a:pt x="100" y="160"/>
                </a:lnTo>
                <a:lnTo>
                  <a:pt x="99" y="173"/>
                </a:lnTo>
                <a:lnTo>
                  <a:pt x="96" y="187"/>
                </a:lnTo>
                <a:lnTo>
                  <a:pt x="92" y="213"/>
                </a:lnTo>
                <a:lnTo>
                  <a:pt x="165" y="128"/>
                </a:lnTo>
                <a:lnTo>
                  <a:pt x="165" y="128"/>
                </a:lnTo>
                <a:lnTo>
                  <a:pt x="158" y="133"/>
                </a:lnTo>
                <a:lnTo>
                  <a:pt x="148" y="143"/>
                </a:lnTo>
                <a:lnTo>
                  <a:pt x="140" y="151"/>
                </a:lnTo>
                <a:lnTo>
                  <a:pt x="132" y="158"/>
                </a:lnTo>
                <a:lnTo>
                  <a:pt x="132" y="154"/>
                </a:lnTo>
                <a:lnTo>
                  <a:pt x="132" y="154"/>
                </a:lnTo>
                <a:lnTo>
                  <a:pt x="127" y="164"/>
                </a:lnTo>
                <a:lnTo>
                  <a:pt x="120" y="173"/>
                </a:lnTo>
                <a:lnTo>
                  <a:pt x="113" y="180"/>
                </a:lnTo>
                <a:lnTo>
                  <a:pt x="103" y="187"/>
                </a:lnTo>
                <a:lnTo>
                  <a:pt x="103" y="187"/>
                </a:lnTo>
                <a:close/>
                <a:moveTo>
                  <a:pt x="214" y="112"/>
                </a:moveTo>
                <a:lnTo>
                  <a:pt x="214" y="112"/>
                </a:lnTo>
                <a:lnTo>
                  <a:pt x="217" y="111"/>
                </a:lnTo>
                <a:lnTo>
                  <a:pt x="218" y="109"/>
                </a:lnTo>
                <a:lnTo>
                  <a:pt x="218" y="106"/>
                </a:lnTo>
                <a:lnTo>
                  <a:pt x="221" y="105"/>
                </a:lnTo>
                <a:lnTo>
                  <a:pt x="224" y="106"/>
                </a:lnTo>
                <a:lnTo>
                  <a:pt x="231" y="101"/>
                </a:lnTo>
                <a:lnTo>
                  <a:pt x="231" y="101"/>
                </a:lnTo>
                <a:lnTo>
                  <a:pt x="232" y="104"/>
                </a:lnTo>
                <a:lnTo>
                  <a:pt x="234" y="108"/>
                </a:lnTo>
                <a:lnTo>
                  <a:pt x="234" y="109"/>
                </a:lnTo>
                <a:lnTo>
                  <a:pt x="235" y="111"/>
                </a:lnTo>
                <a:lnTo>
                  <a:pt x="235" y="111"/>
                </a:lnTo>
                <a:lnTo>
                  <a:pt x="241" y="108"/>
                </a:lnTo>
                <a:lnTo>
                  <a:pt x="245" y="105"/>
                </a:lnTo>
                <a:lnTo>
                  <a:pt x="255" y="99"/>
                </a:lnTo>
                <a:lnTo>
                  <a:pt x="255" y="99"/>
                </a:lnTo>
                <a:lnTo>
                  <a:pt x="239" y="98"/>
                </a:lnTo>
                <a:lnTo>
                  <a:pt x="225" y="98"/>
                </a:lnTo>
                <a:lnTo>
                  <a:pt x="197" y="101"/>
                </a:lnTo>
                <a:lnTo>
                  <a:pt x="197" y="101"/>
                </a:lnTo>
                <a:lnTo>
                  <a:pt x="194" y="101"/>
                </a:lnTo>
                <a:lnTo>
                  <a:pt x="192" y="104"/>
                </a:lnTo>
                <a:lnTo>
                  <a:pt x="186" y="111"/>
                </a:lnTo>
                <a:lnTo>
                  <a:pt x="180" y="119"/>
                </a:lnTo>
                <a:lnTo>
                  <a:pt x="175" y="125"/>
                </a:lnTo>
                <a:lnTo>
                  <a:pt x="175" y="125"/>
                </a:lnTo>
                <a:lnTo>
                  <a:pt x="172" y="129"/>
                </a:lnTo>
                <a:lnTo>
                  <a:pt x="172" y="132"/>
                </a:lnTo>
                <a:lnTo>
                  <a:pt x="176" y="139"/>
                </a:lnTo>
                <a:lnTo>
                  <a:pt x="176" y="139"/>
                </a:lnTo>
                <a:lnTo>
                  <a:pt x="182" y="132"/>
                </a:lnTo>
                <a:lnTo>
                  <a:pt x="187" y="122"/>
                </a:lnTo>
                <a:lnTo>
                  <a:pt x="194" y="114"/>
                </a:lnTo>
                <a:lnTo>
                  <a:pt x="199" y="111"/>
                </a:lnTo>
                <a:lnTo>
                  <a:pt x="204" y="108"/>
                </a:lnTo>
                <a:lnTo>
                  <a:pt x="184" y="137"/>
                </a:lnTo>
                <a:lnTo>
                  <a:pt x="184" y="137"/>
                </a:lnTo>
                <a:lnTo>
                  <a:pt x="192" y="132"/>
                </a:lnTo>
                <a:lnTo>
                  <a:pt x="199" y="125"/>
                </a:lnTo>
                <a:lnTo>
                  <a:pt x="207" y="118"/>
                </a:lnTo>
                <a:lnTo>
                  <a:pt x="214" y="112"/>
                </a:lnTo>
                <a:lnTo>
                  <a:pt x="214" y="112"/>
                </a:lnTo>
                <a:close/>
                <a:moveTo>
                  <a:pt x="211" y="123"/>
                </a:moveTo>
                <a:lnTo>
                  <a:pt x="211" y="123"/>
                </a:lnTo>
                <a:lnTo>
                  <a:pt x="214" y="123"/>
                </a:lnTo>
                <a:lnTo>
                  <a:pt x="215" y="122"/>
                </a:lnTo>
                <a:lnTo>
                  <a:pt x="217" y="115"/>
                </a:lnTo>
                <a:lnTo>
                  <a:pt x="217" y="115"/>
                </a:lnTo>
                <a:lnTo>
                  <a:pt x="193" y="136"/>
                </a:lnTo>
                <a:lnTo>
                  <a:pt x="170" y="158"/>
                </a:lnTo>
                <a:lnTo>
                  <a:pt x="151" y="182"/>
                </a:lnTo>
                <a:lnTo>
                  <a:pt x="132" y="209"/>
                </a:lnTo>
                <a:lnTo>
                  <a:pt x="132" y="209"/>
                </a:lnTo>
                <a:lnTo>
                  <a:pt x="131" y="212"/>
                </a:lnTo>
                <a:lnTo>
                  <a:pt x="131" y="212"/>
                </a:lnTo>
                <a:lnTo>
                  <a:pt x="131" y="212"/>
                </a:lnTo>
                <a:lnTo>
                  <a:pt x="154" y="192"/>
                </a:lnTo>
                <a:lnTo>
                  <a:pt x="175" y="171"/>
                </a:lnTo>
                <a:lnTo>
                  <a:pt x="193" y="149"/>
                </a:lnTo>
                <a:lnTo>
                  <a:pt x="211" y="123"/>
                </a:lnTo>
                <a:lnTo>
                  <a:pt x="211" y="123"/>
                </a:lnTo>
                <a:close/>
                <a:moveTo>
                  <a:pt x="78" y="271"/>
                </a:moveTo>
                <a:lnTo>
                  <a:pt x="78" y="271"/>
                </a:lnTo>
                <a:lnTo>
                  <a:pt x="83" y="267"/>
                </a:lnTo>
                <a:lnTo>
                  <a:pt x="89" y="262"/>
                </a:lnTo>
                <a:lnTo>
                  <a:pt x="93" y="257"/>
                </a:lnTo>
                <a:lnTo>
                  <a:pt x="96" y="250"/>
                </a:lnTo>
                <a:lnTo>
                  <a:pt x="96" y="250"/>
                </a:lnTo>
                <a:lnTo>
                  <a:pt x="90" y="255"/>
                </a:lnTo>
                <a:lnTo>
                  <a:pt x="86" y="257"/>
                </a:lnTo>
                <a:lnTo>
                  <a:pt x="85" y="255"/>
                </a:lnTo>
                <a:lnTo>
                  <a:pt x="83" y="254"/>
                </a:lnTo>
                <a:lnTo>
                  <a:pt x="83" y="254"/>
                </a:lnTo>
                <a:lnTo>
                  <a:pt x="106" y="220"/>
                </a:lnTo>
                <a:lnTo>
                  <a:pt x="128" y="188"/>
                </a:lnTo>
                <a:lnTo>
                  <a:pt x="128" y="188"/>
                </a:lnTo>
                <a:lnTo>
                  <a:pt x="111" y="203"/>
                </a:lnTo>
                <a:lnTo>
                  <a:pt x="103" y="212"/>
                </a:lnTo>
                <a:lnTo>
                  <a:pt x="96" y="222"/>
                </a:lnTo>
                <a:lnTo>
                  <a:pt x="89" y="233"/>
                </a:lnTo>
                <a:lnTo>
                  <a:pt x="83" y="244"/>
                </a:lnTo>
                <a:lnTo>
                  <a:pt x="79" y="257"/>
                </a:lnTo>
                <a:lnTo>
                  <a:pt x="78" y="271"/>
                </a:lnTo>
                <a:lnTo>
                  <a:pt x="78" y="271"/>
                </a:lnTo>
                <a:close/>
                <a:moveTo>
                  <a:pt x="149" y="98"/>
                </a:moveTo>
                <a:lnTo>
                  <a:pt x="123" y="132"/>
                </a:lnTo>
                <a:lnTo>
                  <a:pt x="123" y="132"/>
                </a:lnTo>
                <a:lnTo>
                  <a:pt x="141" y="118"/>
                </a:lnTo>
                <a:lnTo>
                  <a:pt x="151" y="111"/>
                </a:lnTo>
                <a:lnTo>
                  <a:pt x="159" y="105"/>
                </a:lnTo>
                <a:lnTo>
                  <a:pt x="159" y="105"/>
                </a:lnTo>
                <a:lnTo>
                  <a:pt x="162" y="102"/>
                </a:lnTo>
                <a:lnTo>
                  <a:pt x="163" y="99"/>
                </a:lnTo>
                <a:lnTo>
                  <a:pt x="163" y="97"/>
                </a:lnTo>
                <a:lnTo>
                  <a:pt x="162" y="92"/>
                </a:lnTo>
                <a:lnTo>
                  <a:pt x="159" y="84"/>
                </a:lnTo>
                <a:lnTo>
                  <a:pt x="156" y="77"/>
                </a:lnTo>
                <a:lnTo>
                  <a:pt x="156" y="77"/>
                </a:lnTo>
                <a:lnTo>
                  <a:pt x="152" y="84"/>
                </a:lnTo>
                <a:lnTo>
                  <a:pt x="147" y="90"/>
                </a:lnTo>
                <a:lnTo>
                  <a:pt x="140" y="94"/>
                </a:lnTo>
                <a:lnTo>
                  <a:pt x="134" y="99"/>
                </a:lnTo>
                <a:lnTo>
                  <a:pt x="134" y="99"/>
                </a:lnTo>
                <a:lnTo>
                  <a:pt x="138" y="98"/>
                </a:lnTo>
                <a:lnTo>
                  <a:pt x="142" y="97"/>
                </a:lnTo>
                <a:lnTo>
                  <a:pt x="145" y="97"/>
                </a:lnTo>
                <a:lnTo>
                  <a:pt x="149" y="94"/>
                </a:lnTo>
                <a:lnTo>
                  <a:pt x="149" y="94"/>
                </a:lnTo>
                <a:lnTo>
                  <a:pt x="149" y="97"/>
                </a:lnTo>
                <a:lnTo>
                  <a:pt x="149" y="98"/>
                </a:lnTo>
                <a:lnTo>
                  <a:pt x="149" y="98"/>
                </a:lnTo>
                <a:close/>
                <a:moveTo>
                  <a:pt x="117" y="119"/>
                </a:moveTo>
                <a:lnTo>
                  <a:pt x="117" y="119"/>
                </a:lnTo>
                <a:lnTo>
                  <a:pt x="99" y="135"/>
                </a:lnTo>
                <a:lnTo>
                  <a:pt x="80" y="150"/>
                </a:lnTo>
                <a:lnTo>
                  <a:pt x="80" y="150"/>
                </a:lnTo>
                <a:lnTo>
                  <a:pt x="82" y="153"/>
                </a:lnTo>
                <a:lnTo>
                  <a:pt x="85" y="156"/>
                </a:lnTo>
                <a:lnTo>
                  <a:pt x="88" y="157"/>
                </a:lnTo>
                <a:lnTo>
                  <a:pt x="89" y="158"/>
                </a:lnTo>
                <a:lnTo>
                  <a:pt x="127" y="115"/>
                </a:lnTo>
                <a:lnTo>
                  <a:pt x="127" y="115"/>
                </a:lnTo>
                <a:lnTo>
                  <a:pt x="117" y="119"/>
                </a:lnTo>
                <a:lnTo>
                  <a:pt x="117" y="119"/>
                </a:lnTo>
                <a:close/>
                <a:moveTo>
                  <a:pt x="161" y="199"/>
                </a:moveTo>
                <a:lnTo>
                  <a:pt x="161" y="199"/>
                </a:lnTo>
                <a:lnTo>
                  <a:pt x="166" y="208"/>
                </a:lnTo>
                <a:lnTo>
                  <a:pt x="169" y="212"/>
                </a:lnTo>
                <a:lnTo>
                  <a:pt x="173" y="216"/>
                </a:lnTo>
                <a:lnTo>
                  <a:pt x="173" y="216"/>
                </a:lnTo>
                <a:lnTo>
                  <a:pt x="179" y="208"/>
                </a:lnTo>
                <a:lnTo>
                  <a:pt x="184" y="201"/>
                </a:lnTo>
                <a:lnTo>
                  <a:pt x="192" y="194"/>
                </a:lnTo>
                <a:lnTo>
                  <a:pt x="196" y="185"/>
                </a:lnTo>
                <a:lnTo>
                  <a:pt x="196" y="185"/>
                </a:lnTo>
                <a:lnTo>
                  <a:pt x="184" y="195"/>
                </a:lnTo>
                <a:lnTo>
                  <a:pt x="177" y="201"/>
                </a:lnTo>
                <a:lnTo>
                  <a:pt x="170" y="205"/>
                </a:lnTo>
                <a:lnTo>
                  <a:pt x="170" y="205"/>
                </a:lnTo>
                <a:lnTo>
                  <a:pt x="170" y="199"/>
                </a:lnTo>
                <a:lnTo>
                  <a:pt x="170" y="195"/>
                </a:lnTo>
                <a:lnTo>
                  <a:pt x="176" y="185"/>
                </a:lnTo>
                <a:lnTo>
                  <a:pt x="182" y="177"/>
                </a:lnTo>
                <a:lnTo>
                  <a:pt x="189" y="170"/>
                </a:lnTo>
                <a:lnTo>
                  <a:pt x="189" y="170"/>
                </a:lnTo>
                <a:lnTo>
                  <a:pt x="190" y="168"/>
                </a:lnTo>
                <a:lnTo>
                  <a:pt x="189" y="164"/>
                </a:lnTo>
                <a:lnTo>
                  <a:pt x="161" y="199"/>
                </a:lnTo>
                <a:close/>
                <a:moveTo>
                  <a:pt x="199" y="191"/>
                </a:moveTo>
                <a:lnTo>
                  <a:pt x="199" y="191"/>
                </a:lnTo>
                <a:lnTo>
                  <a:pt x="201" y="192"/>
                </a:lnTo>
                <a:lnTo>
                  <a:pt x="203" y="194"/>
                </a:lnTo>
                <a:lnTo>
                  <a:pt x="203" y="196"/>
                </a:lnTo>
                <a:lnTo>
                  <a:pt x="203" y="202"/>
                </a:lnTo>
                <a:lnTo>
                  <a:pt x="200" y="208"/>
                </a:lnTo>
                <a:lnTo>
                  <a:pt x="196" y="218"/>
                </a:lnTo>
                <a:lnTo>
                  <a:pt x="194" y="222"/>
                </a:lnTo>
                <a:lnTo>
                  <a:pt x="194" y="223"/>
                </a:lnTo>
                <a:lnTo>
                  <a:pt x="194" y="223"/>
                </a:lnTo>
                <a:lnTo>
                  <a:pt x="197" y="220"/>
                </a:lnTo>
                <a:lnTo>
                  <a:pt x="200" y="218"/>
                </a:lnTo>
                <a:lnTo>
                  <a:pt x="203" y="215"/>
                </a:lnTo>
                <a:lnTo>
                  <a:pt x="204" y="215"/>
                </a:lnTo>
                <a:lnTo>
                  <a:pt x="207" y="215"/>
                </a:lnTo>
                <a:lnTo>
                  <a:pt x="207" y="215"/>
                </a:lnTo>
                <a:lnTo>
                  <a:pt x="208" y="220"/>
                </a:lnTo>
                <a:lnTo>
                  <a:pt x="207" y="226"/>
                </a:lnTo>
                <a:lnTo>
                  <a:pt x="206" y="237"/>
                </a:lnTo>
                <a:lnTo>
                  <a:pt x="206" y="237"/>
                </a:lnTo>
                <a:lnTo>
                  <a:pt x="206" y="240"/>
                </a:lnTo>
                <a:lnTo>
                  <a:pt x="208" y="240"/>
                </a:lnTo>
                <a:lnTo>
                  <a:pt x="211" y="240"/>
                </a:lnTo>
                <a:lnTo>
                  <a:pt x="213" y="239"/>
                </a:lnTo>
                <a:lnTo>
                  <a:pt x="213" y="239"/>
                </a:lnTo>
                <a:lnTo>
                  <a:pt x="211" y="213"/>
                </a:lnTo>
                <a:lnTo>
                  <a:pt x="207" y="188"/>
                </a:lnTo>
                <a:lnTo>
                  <a:pt x="207" y="188"/>
                </a:lnTo>
                <a:lnTo>
                  <a:pt x="206" y="184"/>
                </a:lnTo>
                <a:lnTo>
                  <a:pt x="204" y="184"/>
                </a:lnTo>
                <a:lnTo>
                  <a:pt x="203" y="187"/>
                </a:lnTo>
                <a:lnTo>
                  <a:pt x="203" y="187"/>
                </a:lnTo>
                <a:lnTo>
                  <a:pt x="200" y="189"/>
                </a:lnTo>
                <a:lnTo>
                  <a:pt x="199" y="191"/>
                </a:lnTo>
                <a:lnTo>
                  <a:pt x="199" y="191"/>
                </a:lnTo>
                <a:close/>
                <a:moveTo>
                  <a:pt x="206" y="143"/>
                </a:moveTo>
                <a:lnTo>
                  <a:pt x="206" y="143"/>
                </a:lnTo>
                <a:lnTo>
                  <a:pt x="218" y="136"/>
                </a:lnTo>
                <a:lnTo>
                  <a:pt x="232" y="128"/>
                </a:lnTo>
                <a:lnTo>
                  <a:pt x="244" y="116"/>
                </a:lnTo>
                <a:lnTo>
                  <a:pt x="253" y="106"/>
                </a:lnTo>
                <a:lnTo>
                  <a:pt x="253" y="106"/>
                </a:lnTo>
                <a:lnTo>
                  <a:pt x="238" y="112"/>
                </a:lnTo>
                <a:lnTo>
                  <a:pt x="224" y="121"/>
                </a:lnTo>
                <a:lnTo>
                  <a:pt x="218" y="126"/>
                </a:lnTo>
                <a:lnTo>
                  <a:pt x="213" y="132"/>
                </a:lnTo>
                <a:lnTo>
                  <a:pt x="208" y="137"/>
                </a:lnTo>
                <a:lnTo>
                  <a:pt x="206" y="143"/>
                </a:lnTo>
                <a:lnTo>
                  <a:pt x="206" y="143"/>
                </a:lnTo>
                <a:close/>
                <a:moveTo>
                  <a:pt x="183" y="101"/>
                </a:moveTo>
                <a:lnTo>
                  <a:pt x="175" y="105"/>
                </a:lnTo>
                <a:lnTo>
                  <a:pt x="175" y="105"/>
                </a:lnTo>
                <a:lnTo>
                  <a:pt x="165" y="111"/>
                </a:lnTo>
                <a:lnTo>
                  <a:pt x="158" y="119"/>
                </a:lnTo>
                <a:lnTo>
                  <a:pt x="145" y="137"/>
                </a:lnTo>
                <a:lnTo>
                  <a:pt x="145" y="137"/>
                </a:lnTo>
                <a:lnTo>
                  <a:pt x="163" y="119"/>
                </a:lnTo>
                <a:lnTo>
                  <a:pt x="183" y="101"/>
                </a:lnTo>
                <a:lnTo>
                  <a:pt x="183" y="101"/>
                </a:lnTo>
                <a:close/>
                <a:moveTo>
                  <a:pt x="138" y="50"/>
                </a:moveTo>
                <a:lnTo>
                  <a:pt x="138" y="50"/>
                </a:lnTo>
                <a:lnTo>
                  <a:pt x="145" y="45"/>
                </a:lnTo>
                <a:lnTo>
                  <a:pt x="147" y="40"/>
                </a:lnTo>
                <a:lnTo>
                  <a:pt x="145" y="38"/>
                </a:lnTo>
                <a:lnTo>
                  <a:pt x="144" y="36"/>
                </a:lnTo>
                <a:lnTo>
                  <a:pt x="144" y="36"/>
                </a:lnTo>
                <a:lnTo>
                  <a:pt x="138" y="40"/>
                </a:lnTo>
                <a:lnTo>
                  <a:pt x="132" y="47"/>
                </a:lnTo>
                <a:lnTo>
                  <a:pt x="130" y="55"/>
                </a:lnTo>
                <a:lnTo>
                  <a:pt x="128" y="62"/>
                </a:lnTo>
                <a:lnTo>
                  <a:pt x="137" y="56"/>
                </a:lnTo>
                <a:lnTo>
                  <a:pt x="137" y="56"/>
                </a:lnTo>
                <a:lnTo>
                  <a:pt x="135" y="56"/>
                </a:lnTo>
                <a:lnTo>
                  <a:pt x="135" y="55"/>
                </a:lnTo>
                <a:lnTo>
                  <a:pt x="135" y="53"/>
                </a:lnTo>
                <a:lnTo>
                  <a:pt x="137" y="53"/>
                </a:lnTo>
                <a:lnTo>
                  <a:pt x="137" y="53"/>
                </a:lnTo>
                <a:lnTo>
                  <a:pt x="138" y="52"/>
                </a:lnTo>
                <a:lnTo>
                  <a:pt x="138" y="50"/>
                </a:lnTo>
                <a:lnTo>
                  <a:pt x="138" y="50"/>
                </a:lnTo>
                <a:close/>
                <a:moveTo>
                  <a:pt x="183" y="191"/>
                </a:moveTo>
                <a:lnTo>
                  <a:pt x="183" y="191"/>
                </a:lnTo>
                <a:lnTo>
                  <a:pt x="192" y="181"/>
                </a:lnTo>
                <a:lnTo>
                  <a:pt x="196" y="177"/>
                </a:lnTo>
                <a:lnTo>
                  <a:pt x="201" y="173"/>
                </a:lnTo>
                <a:lnTo>
                  <a:pt x="201" y="173"/>
                </a:lnTo>
                <a:lnTo>
                  <a:pt x="204" y="170"/>
                </a:lnTo>
                <a:lnTo>
                  <a:pt x="204" y="166"/>
                </a:lnTo>
                <a:lnTo>
                  <a:pt x="204" y="161"/>
                </a:lnTo>
                <a:lnTo>
                  <a:pt x="203" y="161"/>
                </a:lnTo>
                <a:lnTo>
                  <a:pt x="203" y="161"/>
                </a:lnTo>
                <a:lnTo>
                  <a:pt x="203" y="161"/>
                </a:lnTo>
                <a:lnTo>
                  <a:pt x="190" y="177"/>
                </a:lnTo>
                <a:lnTo>
                  <a:pt x="186" y="184"/>
                </a:lnTo>
                <a:lnTo>
                  <a:pt x="183" y="191"/>
                </a:lnTo>
                <a:lnTo>
                  <a:pt x="183" y="191"/>
                </a:lnTo>
                <a:close/>
                <a:moveTo>
                  <a:pt x="69" y="137"/>
                </a:moveTo>
                <a:lnTo>
                  <a:pt x="69" y="137"/>
                </a:lnTo>
                <a:lnTo>
                  <a:pt x="68" y="140"/>
                </a:lnTo>
                <a:lnTo>
                  <a:pt x="66" y="144"/>
                </a:lnTo>
                <a:lnTo>
                  <a:pt x="66" y="146"/>
                </a:lnTo>
                <a:lnTo>
                  <a:pt x="68" y="146"/>
                </a:lnTo>
                <a:lnTo>
                  <a:pt x="71" y="144"/>
                </a:lnTo>
                <a:lnTo>
                  <a:pt x="71" y="144"/>
                </a:lnTo>
                <a:lnTo>
                  <a:pt x="75" y="140"/>
                </a:lnTo>
                <a:lnTo>
                  <a:pt x="80" y="135"/>
                </a:lnTo>
                <a:lnTo>
                  <a:pt x="85" y="130"/>
                </a:lnTo>
                <a:lnTo>
                  <a:pt x="86" y="126"/>
                </a:lnTo>
                <a:lnTo>
                  <a:pt x="86" y="126"/>
                </a:lnTo>
                <a:lnTo>
                  <a:pt x="78" y="132"/>
                </a:lnTo>
                <a:lnTo>
                  <a:pt x="69" y="137"/>
                </a:lnTo>
                <a:lnTo>
                  <a:pt x="69" y="137"/>
                </a:lnTo>
                <a:close/>
                <a:moveTo>
                  <a:pt x="180" y="223"/>
                </a:moveTo>
                <a:lnTo>
                  <a:pt x="180" y="223"/>
                </a:lnTo>
                <a:lnTo>
                  <a:pt x="184" y="222"/>
                </a:lnTo>
                <a:lnTo>
                  <a:pt x="190" y="218"/>
                </a:lnTo>
                <a:lnTo>
                  <a:pt x="193" y="212"/>
                </a:lnTo>
                <a:lnTo>
                  <a:pt x="194" y="209"/>
                </a:lnTo>
                <a:lnTo>
                  <a:pt x="193" y="206"/>
                </a:lnTo>
                <a:lnTo>
                  <a:pt x="193" y="206"/>
                </a:lnTo>
                <a:lnTo>
                  <a:pt x="189" y="209"/>
                </a:lnTo>
                <a:lnTo>
                  <a:pt x="184" y="212"/>
                </a:lnTo>
                <a:lnTo>
                  <a:pt x="182" y="218"/>
                </a:lnTo>
                <a:lnTo>
                  <a:pt x="180" y="223"/>
                </a:lnTo>
                <a:lnTo>
                  <a:pt x="180" y="223"/>
                </a:lnTo>
                <a:close/>
                <a:moveTo>
                  <a:pt x="131" y="77"/>
                </a:moveTo>
                <a:lnTo>
                  <a:pt x="131" y="77"/>
                </a:lnTo>
                <a:lnTo>
                  <a:pt x="128" y="78"/>
                </a:lnTo>
                <a:lnTo>
                  <a:pt x="125" y="80"/>
                </a:lnTo>
                <a:lnTo>
                  <a:pt x="124" y="84"/>
                </a:lnTo>
                <a:lnTo>
                  <a:pt x="123" y="88"/>
                </a:lnTo>
                <a:lnTo>
                  <a:pt x="121" y="94"/>
                </a:lnTo>
                <a:lnTo>
                  <a:pt x="121" y="94"/>
                </a:lnTo>
                <a:lnTo>
                  <a:pt x="124" y="92"/>
                </a:lnTo>
                <a:lnTo>
                  <a:pt x="128" y="90"/>
                </a:lnTo>
                <a:lnTo>
                  <a:pt x="134" y="81"/>
                </a:lnTo>
                <a:lnTo>
                  <a:pt x="138" y="74"/>
                </a:lnTo>
                <a:lnTo>
                  <a:pt x="140" y="70"/>
                </a:lnTo>
                <a:lnTo>
                  <a:pt x="140" y="70"/>
                </a:lnTo>
                <a:lnTo>
                  <a:pt x="135" y="76"/>
                </a:lnTo>
                <a:lnTo>
                  <a:pt x="131" y="77"/>
                </a:lnTo>
                <a:lnTo>
                  <a:pt x="131" y="77"/>
                </a:lnTo>
                <a:close/>
                <a:moveTo>
                  <a:pt x="47" y="136"/>
                </a:moveTo>
                <a:lnTo>
                  <a:pt x="47" y="136"/>
                </a:lnTo>
                <a:lnTo>
                  <a:pt x="50" y="139"/>
                </a:lnTo>
                <a:lnTo>
                  <a:pt x="51" y="139"/>
                </a:lnTo>
                <a:lnTo>
                  <a:pt x="55" y="137"/>
                </a:lnTo>
                <a:lnTo>
                  <a:pt x="58" y="135"/>
                </a:lnTo>
                <a:lnTo>
                  <a:pt x="59" y="133"/>
                </a:lnTo>
                <a:lnTo>
                  <a:pt x="62" y="133"/>
                </a:lnTo>
                <a:lnTo>
                  <a:pt x="62" y="133"/>
                </a:lnTo>
                <a:lnTo>
                  <a:pt x="62" y="130"/>
                </a:lnTo>
                <a:lnTo>
                  <a:pt x="64" y="128"/>
                </a:lnTo>
                <a:lnTo>
                  <a:pt x="65" y="125"/>
                </a:lnTo>
                <a:lnTo>
                  <a:pt x="64" y="125"/>
                </a:lnTo>
                <a:lnTo>
                  <a:pt x="61" y="125"/>
                </a:lnTo>
                <a:lnTo>
                  <a:pt x="61" y="125"/>
                </a:lnTo>
                <a:lnTo>
                  <a:pt x="58" y="126"/>
                </a:lnTo>
                <a:lnTo>
                  <a:pt x="54" y="130"/>
                </a:lnTo>
                <a:lnTo>
                  <a:pt x="47" y="136"/>
                </a:lnTo>
                <a:lnTo>
                  <a:pt x="47" y="136"/>
                </a:lnTo>
                <a:close/>
                <a:moveTo>
                  <a:pt x="36" y="119"/>
                </a:moveTo>
                <a:lnTo>
                  <a:pt x="36" y="119"/>
                </a:lnTo>
                <a:lnTo>
                  <a:pt x="57" y="116"/>
                </a:lnTo>
                <a:lnTo>
                  <a:pt x="66" y="115"/>
                </a:lnTo>
                <a:lnTo>
                  <a:pt x="75" y="112"/>
                </a:lnTo>
                <a:lnTo>
                  <a:pt x="75" y="112"/>
                </a:lnTo>
                <a:lnTo>
                  <a:pt x="68" y="112"/>
                </a:lnTo>
                <a:lnTo>
                  <a:pt x="61" y="112"/>
                </a:lnTo>
                <a:lnTo>
                  <a:pt x="61" y="112"/>
                </a:lnTo>
                <a:lnTo>
                  <a:pt x="48" y="115"/>
                </a:lnTo>
                <a:lnTo>
                  <a:pt x="36" y="119"/>
                </a:lnTo>
                <a:lnTo>
                  <a:pt x="36" y="119"/>
                </a:lnTo>
                <a:close/>
                <a:moveTo>
                  <a:pt x="89" y="111"/>
                </a:moveTo>
                <a:lnTo>
                  <a:pt x="89" y="111"/>
                </a:lnTo>
                <a:lnTo>
                  <a:pt x="82" y="109"/>
                </a:lnTo>
                <a:lnTo>
                  <a:pt x="80" y="111"/>
                </a:lnTo>
                <a:lnTo>
                  <a:pt x="79" y="111"/>
                </a:lnTo>
                <a:lnTo>
                  <a:pt x="79" y="112"/>
                </a:lnTo>
                <a:lnTo>
                  <a:pt x="82" y="115"/>
                </a:lnTo>
                <a:lnTo>
                  <a:pt x="82" y="115"/>
                </a:lnTo>
                <a:lnTo>
                  <a:pt x="83" y="116"/>
                </a:lnTo>
                <a:lnTo>
                  <a:pt x="86" y="116"/>
                </a:lnTo>
                <a:lnTo>
                  <a:pt x="92" y="114"/>
                </a:lnTo>
                <a:lnTo>
                  <a:pt x="97" y="109"/>
                </a:lnTo>
                <a:lnTo>
                  <a:pt x="99" y="108"/>
                </a:lnTo>
                <a:lnTo>
                  <a:pt x="99" y="108"/>
                </a:lnTo>
                <a:lnTo>
                  <a:pt x="89" y="111"/>
                </a:lnTo>
                <a:lnTo>
                  <a:pt x="89" y="111"/>
                </a:lnTo>
                <a:close/>
                <a:moveTo>
                  <a:pt x="197" y="226"/>
                </a:moveTo>
                <a:lnTo>
                  <a:pt x="197" y="226"/>
                </a:lnTo>
                <a:lnTo>
                  <a:pt x="194" y="227"/>
                </a:lnTo>
                <a:lnTo>
                  <a:pt x="193" y="232"/>
                </a:lnTo>
                <a:lnTo>
                  <a:pt x="194" y="234"/>
                </a:lnTo>
                <a:lnTo>
                  <a:pt x="199" y="236"/>
                </a:lnTo>
                <a:lnTo>
                  <a:pt x="199" y="236"/>
                </a:lnTo>
                <a:lnTo>
                  <a:pt x="200" y="234"/>
                </a:lnTo>
                <a:lnTo>
                  <a:pt x="201" y="230"/>
                </a:lnTo>
                <a:lnTo>
                  <a:pt x="201" y="222"/>
                </a:lnTo>
                <a:lnTo>
                  <a:pt x="201" y="222"/>
                </a:lnTo>
                <a:lnTo>
                  <a:pt x="200" y="225"/>
                </a:lnTo>
                <a:lnTo>
                  <a:pt x="197" y="226"/>
                </a:lnTo>
                <a:lnTo>
                  <a:pt x="197" y="226"/>
                </a:lnTo>
                <a:close/>
                <a:moveTo>
                  <a:pt x="64" y="137"/>
                </a:moveTo>
                <a:lnTo>
                  <a:pt x="64" y="137"/>
                </a:lnTo>
                <a:lnTo>
                  <a:pt x="69" y="135"/>
                </a:lnTo>
                <a:lnTo>
                  <a:pt x="72" y="130"/>
                </a:lnTo>
                <a:lnTo>
                  <a:pt x="75" y="126"/>
                </a:lnTo>
                <a:lnTo>
                  <a:pt x="75" y="126"/>
                </a:lnTo>
                <a:lnTo>
                  <a:pt x="73" y="126"/>
                </a:lnTo>
                <a:lnTo>
                  <a:pt x="73" y="126"/>
                </a:lnTo>
                <a:lnTo>
                  <a:pt x="71" y="128"/>
                </a:lnTo>
                <a:lnTo>
                  <a:pt x="68" y="130"/>
                </a:lnTo>
                <a:lnTo>
                  <a:pt x="64" y="137"/>
                </a:lnTo>
                <a:lnTo>
                  <a:pt x="64" y="137"/>
                </a:lnTo>
                <a:close/>
                <a:moveTo>
                  <a:pt x="123" y="225"/>
                </a:moveTo>
                <a:lnTo>
                  <a:pt x="123" y="225"/>
                </a:lnTo>
                <a:lnTo>
                  <a:pt x="123" y="226"/>
                </a:lnTo>
                <a:lnTo>
                  <a:pt x="125" y="223"/>
                </a:lnTo>
                <a:lnTo>
                  <a:pt x="131" y="216"/>
                </a:lnTo>
                <a:lnTo>
                  <a:pt x="131" y="216"/>
                </a:lnTo>
                <a:lnTo>
                  <a:pt x="131" y="215"/>
                </a:lnTo>
                <a:lnTo>
                  <a:pt x="131" y="212"/>
                </a:lnTo>
                <a:lnTo>
                  <a:pt x="131" y="212"/>
                </a:lnTo>
                <a:lnTo>
                  <a:pt x="125" y="219"/>
                </a:lnTo>
                <a:lnTo>
                  <a:pt x="123" y="225"/>
                </a:lnTo>
                <a:lnTo>
                  <a:pt x="123" y="225"/>
                </a:lnTo>
                <a:close/>
                <a:moveTo>
                  <a:pt x="156" y="88"/>
                </a:moveTo>
                <a:lnTo>
                  <a:pt x="149" y="94"/>
                </a:lnTo>
                <a:lnTo>
                  <a:pt x="149" y="94"/>
                </a:lnTo>
                <a:lnTo>
                  <a:pt x="152" y="95"/>
                </a:lnTo>
                <a:lnTo>
                  <a:pt x="155" y="94"/>
                </a:lnTo>
                <a:lnTo>
                  <a:pt x="158" y="92"/>
                </a:lnTo>
                <a:lnTo>
                  <a:pt x="158" y="91"/>
                </a:lnTo>
                <a:lnTo>
                  <a:pt x="156" y="88"/>
                </a:lnTo>
                <a:lnTo>
                  <a:pt x="156" y="88"/>
                </a:lnTo>
                <a:close/>
                <a:moveTo>
                  <a:pt x="106" y="116"/>
                </a:moveTo>
                <a:lnTo>
                  <a:pt x="106" y="116"/>
                </a:lnTo>
                <a:lnTo>
                  <a:pt x="106" y="118"/>
                </a:lnTo>
                <a:lnTo>
                  <a:pt x="109" y="118"/>
                </a:lnTo>
                <a:lnTo>
                  <a:pt x="113" y="115"/>
                </a:lnTo>
                <a:lnTo>
                  <a:pt x="113" y="115"/>
                </a:lnTo>
                <a:lnTo>
                  <a:pt x="114" y="112"/>
                </a:lnTo>
                <a:lnTo>
                  <a:pt x="114" y="111"/>
                </a:lnTo>
                <a:lnTo>
                  <a:pt x="113" y="111"/>
                </a:lnTo>
                <a:lnTo>
                  <a:pt x="110" y="112"/>
                </a:lnTo>
                <a:lnTo>
                  <a:pt x="110" y="112"/>
                </a:lnTo>
                <a:lnTo>
                  <a:pt x="109" y="114"/>
                </a:lnTo>
                <a:lnTo>
                  <a:pt x="106" y="116"/>
                </a:lnTo>
                <a:lnTo>
                  <a:pt x="106" y="116"/>
                </a:lnTo>
                <a:close/>
                <a:moveTo>
                  <a:pt x="43" y="128"/>
                </a:moveTo>
                <a:lnTo>
                  <a:pt x="43" y="128"/>
                </a:lnTo>
                <a:lnTo>
                  <a:pt x="31" y="128"/>
                </a:lnTo>
                <a:lnTo>
                  <a:pt x="31" y="128"/>
                </a:lnTo>
                <a:lnTo>
                  <a:pt x="33" y="129"/>
                </a:lnTo>
                <a:lnTo>
                  <a:pt x="36" y="130"/>
                </a:lnTo>
                <a:lnTo>
                  <a:pt x="40" y="130"/>
                </a:lnTo>
                <a:lnTo>
                  <a:pt x="43" y="128"/>
                </a:lnTo>
                <a:lnTo>
                  <a:pt x="43" y="128"/>
                </a:lnTo>
                <a:close/>
                <a:moveTo>
                  <a:pt x="106" y="234"/>
                </a:moveTo>
                <a:lnTo>
                  <a:pt x="106" y="234"/>
                </a:lnTo>
                <a:lnTo>
                  <a:pt x="111" y="229"/>
                </a:lnTo>
                <a:lnTo>
                  <a:pt x="114" y="225"/>
                </a:lnTo>
                <a:lnTo>
                  <a:pt x="116" y="220"/>
                </a:lnTo>
                <a:lnTo>
                  <a:pt x="116" y="220"/>
                </a:lnTo>
                <a:lnTo>
                  <a:pt x="110" y="227"/>
                </a:lnTo>
                <a:lnTo>
                  <a:pt x="106" y="234"/>
                </a:lnTo>
                <a:lnTo>
                  <a:pt x="106" y="234"/>
                </a:lnTo>
                <a:close/>
                <a:moveTo>
                  <a:pt x="117" y="105"/>
                </a:moveTo>
                <a:lnTo>
                  <a:pt x="117" y="105"/>
                </a:lnTo>
                <a:lnTo>
                  <a:pt x="118" y="108"/>
                </a:lnTo>
                <a:lnTo>
                  <a:pt x="118" y="109"/>
                </a:lnTo>
                <a:lnTo>
                  <a:pt x="123" y="108"/>
                </a:lnTo>
                <a:lnTo>
                  <a:pt x="125" y="105"/>
                </a:lnTo>
                <a:lnTo>
                  <a:pt x="127" y="102"/>
                </a:lnTo>
                <a:lnTo>
                  <a:pt x="127" y="102"/>
                </a:lnTo>
                <a:lnTo>
                  <a:pt x="121" y="101"/>
                </a:lnTo>
                <a:lnTo>
                  <a:pt x="118" y="102"/>
                </a:lnTo>
                <a:lnTo>
                  <a:pt x="117" y="104"/>
                </a:lnTo>
                <a:lnTo>
                  <a:pt x="117" y="105"/>
                </a:lnTo>
                <a:lnTo>
                  <a:pt x="117" y="105"/>
                </a:lnTo>
                <a:close/>
                <a:moveTo>
                  <a:pt x="154" y="73"/>
                </a:moveTo>
                <a:lnTo>
                  <a:pt x="154" y="73"/>
                </a:lnTo>
                <a:lnTo>
                  <a:pt x="155" y="71"/>
                </a:lnTo>
                <a:lnTo>
                  <a:pt x="155" y="70"/>
                </a:lnTo>
                <a:lnTo>
                  <a:pt x="154" y="69"/>
                </a:lnTo>
                <a:lnTo>
                  <a:pt x="151" y="69"/>
                </a:lnTo>
                <a:lnTo>
                  <a:pt x="151" y="69"/>
                </a:lnTo>
                <a:lnTo>
                  <a:pt x="148" y="70"/>
                </a:lnTo>
                <a:lnTo>
                  <a:pt x="149" y="73"/>
                </a:lnTo>
                <a:lnTo>
                  <a:pt x="151" y="73"/>
                </a:lnTo>
                <a:lnTo>
                  <a:pt x="154" y="73"/>
                </a:lnTo>
                <a:lnTo>
                  <a:pt x="154" y="73"/>
                </a:lnTo>
                <a:close/>
              </a:path>
            </a:pathLst>
          </a:custGeom>
          <a:solidFill>
            <a:srgbClr val="FFC000"/>
          </a:solidFill>
          <a:ln w="9525">
            <a:noFill/>
            <a:round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54" name="Freeform 21"/>
          <p:cNvSpPr/>
          <p:nvPr>
            <p:custDataLst>
              <p:tags r:id="rId2"/>
            </p:custDataLst>
          </p:nvPr>
        </p:nvSpPr>
        <p:spPr bwMode="auto">
          <a:xfrm>
            <a:off x="1820137" y="4724638"/>
            <a:ext cx="5716934" cy="236783"/>
          </a:xfrm>
          <a:custGeom>
            <a:avLst/>
            <a:gdLst>
              <a:gd name="T0" fmla="*/ 3 w 764"/>
              <a:gd name="T1" fmla="*/ 1 h 70"/>
              <a:gd name="T2" fmla="*/ 0 w 764"/>
              <a:gd name="T3" fmla="*/ 4 h 70"/>
              <a:gd name="T4" fmla="*/ 3 w 764"/>
              <a:gd name="T5" fmla="*/ 8 h 70"/>
              <a:gd name="T6" fmla="*/ 183 w 764"/>
              <a:gd name="T7" fmla="*/ 7 h 70"/>
              <a:gd name="T8" fmla="*/ 625 w 764"/>
              <a:gd name="T9" fmla="*/ 9 h 70"/>
              <a:gd name="T10" fmla="*/ 638 w 764"/>
              <a:gd name="T11" fmla="*/ 9 h 70"/>
              <a:gd name="T12" fmla="*/ 517 w 764"/>
              <a:gd name="T13" fmla="*/ 13 h 70"/>
              <a:gd name="T14" fmla="*/ 241 w 764"/>
              <a:gd name="T15" fmla="*/ 22 h 70"/>
              <a:gd name="T16" fmla="*/ 47 w 764"/>
              <a:gd name="T17" fmla="*/ 33 h 70"/>
              <a:gd name="T18" fmla="*/ 47 w 764"/>
              <a:gd name="T19" fmla="*/ 39 h 70"/>
              <a:gd name="T20" fmla="*/ 215 w 764"/>
              <a:gd name="T21" fmla="*/ 33 h 70"/>
              <a:gd name="T22" fmla="*/ 539 w 764"/>
              <a:gd name="T23" fmla="*/ 40 h 70"/>
              <a:gd name="T24" fmla="*/ 530 w 764"/>
              <a:gd name="T25" fmla="*/ 40 h 70"/>
              <a:gd name="T26" fmla="*/ 236 w 764"/>
              <a:gd name="T27" fmla="*/ 60 h 70"/>
              <a:gd name="T28" fmla="*/ 217 w 764"/>
              <a:gd name="T29" fmla="*/ 63 h 70"/>
              <a:gd name="T30" fmla="*/ 215 w 764"/>
              <a:gd name="T31" fmla="*/ 67 h 70"/>
              <a:gd name="T32" fmla="*/ 218 w 764"/>
              <a:gd name="T33" fmla="*/ 70 h 70"/>
              <a:gd name="T34" fmla="*/ 237 w 764"/>
              <a:gd name="T35" fmla="*/ 67 h 70"/>
              <a:gd name="T36" fmla="*/ 530 w 764"/>
              <a:gd name="T37" fmla="*/ 47 h 70"/>
              <a:gd name="T38" fmla="*/ 575 w 764"/>
              <a:gd name="T39" fmla="*/ 47 h 70"/>
              <a:gd name="T40" fmla="*/ 575 w 764"/>
              <a:gd name="T41" fmla="*/ 41 h 70"/>
              <a:gd name="T42" fmla="*/ 573 w 764"/>
              <a:gd name="T43" fmla="*/ 40 h 70"/>
              <a:gd name="T44" fmla="*/ 560 w 764"/>
              <a:gd name="T45" fmla="*/ 37 h 70"/>
              <a:gd name="T46" fmla="*/ 321 w 764"/>
              <a:gd name="T47" fmla="*/ 22 h 70"/>
              <a:gd name="T48" fmla="*/ 517 w 764"/>
              <a:gd name="T49" fmla="*/ 19 h 70"/>
              <a:gd name="T50" fmla="*/ 668 w 764"/>
              <a:gd name="T51" fmla="*/ 14 h 70"/>
              <a:gd name="T52" fmla="*/ 761 w 764"/>
              <a:gd name="T53" fmla="*/ 8 h 70"/>
              <a:gd name="T54" fmla="*/ 763 w 764"/>
              <a:gd name="T55" fmla="*/ 7 h 70"/>
              <a:gd name="T56" fmla="*/ 763 w 764"/>
              <a:gd name="T57" fmla="*/ 2 h 70"/>
              <a:gd name="T58" fmla="*/ 763 w 764"/>
              <a:gd name="T59" fmla="*/ 2 h 70"/>
              <a:gd name="T60" fmla="*/ 759 w 764"/>
              <a:gd name="T61" fmla="*/ 2 h 70"/>
              <a:gd name="T62" fmla="*/ 759 w 764"/>
              <a:gd name="T63" fmla="*/ 2 h 70"/>
              <a:gd name="T64" fmla="*/ 759 w 764"/>
              <a:gd name="T65" fmla="*/ 2 h 70"/>
              <a:gd name="T66" fmla="*/ 682 w 764"/>
              <a:gd name="T67" fmla="*/ 2 h 70"/>
              <a:gd name="T68" fmla="*/ 625 w 764"/>
              <a:gd name="T69" fmla="*/ 2 h 70"/>
              <a:gd name="T70" fmla="*/ 183 w 764"/>
              <a:gd name="T71" fmla="*/ 1 h 70"/>
              <a:gd name="T72" fmla="*/ 3 w 764"/>
              <a:gd name="T73" fmla="*/ 1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764" h="70">
                <a:moveTo>
                  <a:pt x="3" y="1"/>
                </a:moveTo>
                <a:cubicBezTo>
                  <a:pt x="1" y="1"/>
                  <a:pt x="0" y="3"/>
                  <a:pt x="0" y="4"/>
                </a:cubicBezTo>
                <a:cubicBezTo>
                  <a:pt x="0" y="6"/>
                  <a:pt x="1" y="8"/>
                  <a:pt x="3" y="8"/>
                </a:cubicBezTo>
                <a:cubicBezTo>
                  <a:pt x="59" y="8"/>
                  <a:pt x="121" y="8"/>
                  <a:pt x="183" y="7"/>
                </a:cubicBezTo>
                <a:cubicBezTo>
                  <a:pt x="330" y="7"/>
                  <a:pt x="473" y="7"/>
                  <a:pt x="625" y="9"/>
                </a:cubicBezTo>
                <a:cubicBezTo>
                  <a:pt x="627" y="9"/>
                  <a:pt x="632" y="9"/>
                  <a:pt x="638" y="9"/>
                </a:cubicBezTo>
                <a:cubicBezTo>
                  <a:pt x="581" y="11"/>
                  <a:pt x="523" y="13"/>
                  <a:pt x="517" y="13"/>
                </a:cubicBezTo>
                <a:cubicBezTo>
                  <a:pt x="414" y="7"/>
                  <a:pt x="327" y="15"/>
                  <a:pt x="241" y="22"/>
                </a:cubicBezTo>
                <a:cubicBezTo>
                  <a:pt x="178" y="28"/>
                  <a:pt x="115" y="33"/>
                  <a:pt x="47" y="33"/>
                </a:cubicBezTo>
                <a:cubicBezTo>
                  <a:pt x="47" y="39"/>
                  <a:pt x="47" y="39"/>
                  <a:pt x="47" y="39"/>
                </a:cubicBezTo>
                <a:cubicBezTo>
                  <a:pt x="108" y="39"/>
                  <a:pt x="162" y="36"/>
                  <a:pt x="215" y="33"/>
                </a:cubicBezTo>
                <a:cubicBezTo>
                  <a:pt x="316" y="28"/>
                  <a:pt x="411" y="22"/>
                  <a:pt x="539" y="40"/>
                </a:cubicBezTo>
                <a:cubicBezTo>
                  <a:pt x="530" y="40"/>
                  <a:pt x="530" y="40"/>
                  <a:pt x="530" y="40"/>
                </a:cubicBezTo>
                <a:cubicBezTo>
                  <a:pt x="427" y="40"/>
                  <a:pt x="355" y="40"/>
                  <a:pt x="236" y="60"/>
                </a:cubicBezTo>
                <a:cubicBezTo>
                  <a:pt x="217" y="63"/>
                  <a:pt x="217" y="63"/>
                  <a:pt x="217" y="63"/>
                </a:cubicBezTo>
                <a:cubicBezTo>
                  <a:pt x="216" y="64"/>
                  <a:pt x="214" y="65"/>
                  <a:pt x="215" y="67"/>
                </a:cubicBezTo>
                <a:cubicBezTo>
                  <a:pt x="215" y="69"/>
                  <a:pt x="217" y="70"/>
                  <a:pt x="218" y="70"/>
                </a:cubicBezTo>
                <a:cubicBezTo>
                  <a:pt x="237" y="67"/>
                  <a:pt x="237" y="67"/>
                  <a:pt x="237" y="67"/>
                </a:cubicBezTo>
                <a:cubicBezTo>
                  <a:pt x="356" y="46"/>
                  <a:pt x="427" y="47"/>
                  <a:pt x="530" y="47"/>
                </a:cubicBezTo>
                <a:cubicBezTo>
                  <a:pt x="546" y="47"/>
                  <a:pt x="563" y="47"/>
                  <a:pt x="575" y="47"/>
                </a:cubicBezTo>
                <a:cubicBezTo>
                  <a:pt x="575" y="41"/>
                  <a:pt x="575" y="41"/>
                  <a:pt x="575" y="41"/>
                </a:cubicBezTo>
                <a:cubicBezTo>
                  <a:pt x="574" y="41"/>
                  <a:pt x="574" y="40"/>
                  <a:pt x="573" y="40"/>
                </a:cubicBezTo>
                <a:cubicBezTo>
                  <a:pt x="569" y="39"/>
                  <a:pt x="561" y="37"/>
                  <a:pt x="560" y="37"/>
                </a:cubicBezTo>
                <a:cubicBezTo>
                  <a:pt x="467" y="23"/>
                  <a:pt x="392" y="20"/>
                  <a:pt x="321" y="22"/>
                </a:cubicBezTo>
                <a:cubicBezTo>
                  <a:pt x="382" y="18"/>
                  <a:pt x="446" y="15"/>
                  <a:pt x="517" y="19"/>
                </a:cubicBezTo>
                <a:cubicBezTo>
                  <a:pt x="524" y="20"/>
                  <a:pt x="602" y="17"/>
                  <a:pt x="668" y="14"/>
                </a:cubicBezTo>
                <a:cubicBezTo>
                  <a:pt x="713" y="12"/>
                  <a:pt x="753" y="10"/>
                  <a:pt x="761" y="8"/>
                </a:cubicBezTo>
                <a:cubicBezTo>
                  <a:pt x="762" y="8"/>
                  <a:pt x="763" y="8"/>
                  <a:pt x="763" y="7"/>
                </a:cubicBezTo>
                <a:cubicBezTo>
                  <a:pt x="764" y="6"/>
                  <a:pt x="764" y="4"/>
                  <a:pt x="763" y="2"/>
                </a:cubicBezTo>
                <a:cubicBezTo>
                  <a:pt x="763" y="2"/>
                  <a:pt x="763" y="2"/>
                  <a:pt x="763" y="2"/>
                </a:cubicBezTo>
                <a:cubicBezTo>
                  <a:pt x="763" y="2"/>
                  <a:pt x="761" y="2"/>
                  <a:pt x="759" y="2"/>
                </a:cubicBezTo>
                <a:cubicBezTo>
                  <a:pt x="759" y="2"/>
                  <a:pt x="759" y="2"/>
                  <a:pt x="759" y="2"/>
                </a:cubicBezTo>
                <a:cubicBezTo>
                  <a:pt x="759" y="2"/>
                  <a:pt x="759" y="2"/>
                  <a:pt x="759" y="2"/>
                </a:cubicBezTo>
                <a:cubicBezTo>
                  <a:pt x="748" y="2"/>
                  <a:pt x="713" y="2"/>
                  <a:pt x="682" y="2"/>
                </a:cubicBezTo>
                <a:cubicBezTo>
                  <a:pt x="655" y="2"/>
                  <a:pt x="631" y="2"/>
                  <a:pt x="625" y="2"/>
                </a:cubicBezTo>
                <a:cubicBezTo>
                  <a:pt x="474" y="0"/>
                  <a:pt x="330" y="1"/>
                  <a:pt x="183" y="1"/>
                </a:cubicBezTo>
                <a:cubicBezTo>
                  <a:pt x="126" y="1"/>
                  <a:pt x="68" y="1"/>
                  <a:pt x="3" y="1"/>
                </a:cubicBezTo>
                <a:close/>
              </a:path>
            </a:pathLst>
          </a:custGeom>
          <a:solidFill>
            <a:srgbClr val="1F4E79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56" name="Freeform 66"/>
          <p:cNvSpPr>
            <a:spLocks noEditPoints="1"/>
          </p:cNvSpPr>
          <p:nvPr>
            <p:custDataLst>
              <p:tags r:id="rId3"/>
            </p:custDataLst>
          </p:nvPr>
        </p:nvSpPr>
        <p:spPr bwMode="auto">
          <a:xfrm rot="218059">
            <a:off x="7683330" y="4236389"/>
            <a:ext cx="481676" cy="486694"/>
          </a:xfrm>
          <a:custGeom>
            <a:avLst/>
            <a:gdLst/>
            <a:ahLst/>
            <a:cxnLst>
              <a:cxn ang="0">
                <a:pos x="166" y="76"/>
              </a:cxn>
              <a:cxn ang="0">
                <a:pos x="287" y="94"/>
              </a:cxn>
              <a:cxn ang="0">
                <a:pos x="168" y="226"/>
              </a:cxn>
              <a:cxn ang="0">
                <a:pos x="69" y="274"/>
              </a:cxn>
              <a:cxn ang="0">
                <a:pos x="0" y="122"/>
              </a:cxn>
              <a:cxn ang="0">
                <a:pos x="107" y="99"/>
              </a:cxn>
              <a:cxn ang="0">
                <a:pos x="102" y="177"/>
              </a:cxn>
              <a:cxn ang="0">
                <a:pos x="99" y="173"/>
              </a:cxn>
              <a:cxn ang="0">
                <a:pos x="132" y="154"/>
              </a:cxn>
              <a:cxn ang="0">
                <a:pos x="217" y="111"/>
              </a:cxn>
              <a:cxn ang="0">
                <a:pos x="234" y="109"/>
              </a:cxn>
              <a:cxn ang="0">
                <a:pos x="197" y="101"/>
              </a:cxn>
              <a:cxn ang="0">
                <a:pos x="172" y="132"/>
              </a:cxn>
              <a:cxn ang="0">
                <a:pos x="184" y="137"/>
              </a:cxn>
              <a:cxn ang="0">
                <a:pos x="215" y="122"/>
              </a:cxn>
              <a:cxn ang="0">
                <a:pos x="131" y="212"/>
              </a:cxn>
              <a:cxn ang="0">
                <a:pos x="83" y="267"/>
              </a:cxn>
              <a:cxn ang="0">
                <a:pos x="83" y="254"/>
              </a:cxn>
              <a:cxn ang="0">
                <a:pos x="79" y="257"/>
              </a:cxn>
              <a:cxn ang="0">
                <a:pos x="159" y="105"/>
              </a:cxn>
              <a:cxn ang="0">
                <a:pos x="147" y="90"/>
              </a:cxn>
              <a:cxn ang="0">
                <a:pos x="149" y="97"/>
              </a:cxn>
              <a:cxn ang="0">
                <a:pos x="85" y="156"/>
              </a:cxn>
              <a:cxn ang="0">
                <a:pos x="166" y="208"/>
              </a:cxn>
              <a:cxn ang="0">
                <a:pos x="184" y="195"/>
              </a:cxn>
              <a:cxn ang="0">
                <a:pos x="189" y="170"/>
              </a:cxn>
              <a:cxn ang="0">
                <a:pos x="203" y="202"/>
              </a:cxn>
              <a:cxn ang="0">
                <a:pos x="204" y="215"/>
              </a:cxn>
              <a:cxn ang="0">
                <a:pos x="211" y="240"/>
              </a:cxn>
              <a:cxn ang="0">
                <a:pos x="203" y="187"/>
              </a:cxn>
              <a:cxn ang="0">
                <a:pos x="253" y="106"/>
              </a:cxn>
              <a:cxn ang="0">
                <a:pos x="183" y="101"/>
              </a:cxn>
              <a:cxn ang="0">
                <a:pos x="183" y="101"/>
              </a:cxn>
              <a:cxn ang="0">
                <a:pos x="132" y="47"/>
              </a:cxn>
              <a:cxn ang="0">
                <a:pos x="137" y="53"/>
              </a:cxn>
              <a:cxn ang="0">
                <a:pos x="201" y="173"/>
              </a:cxn>
              <a:cxn ang="0">
                <a:pos x="183" y="191"/>
              </a:cxn>
              <a:cxn ang="0">
                <a:pos x="71" y="144"/>
              </a:cxn>
              <a:cxn ang="0">
                <a:pos x="180" y="223"/>
              </a:cxn>
              <a:cxn ang="0">
                <a:pos x="184" y="212"/>
              </a:cxn>
              <a:cxn ang="0">
                <a:pos x="123" y="88"/>
              </a:cxn>
              <a:cxn ang="0">
                <a:pos x="135" y="76"/>
              </a:cxn>
              <a:cxn ang="0">
                <a:pos x="59" y="133"/>
              </a:cxn>
              <a:cxn ang="0">
                <a:pos x="58" y="126"/>
              </a:cxn>
              <a:cxn ang="0">
                <a:pos x="75" y="112"/>
              </a:cxn>
              <a:cxn ang="0">
                <a:pos x="82" y="109"/>
              </a:cxn>
              <a:cxn ang="0">
                <a:pos x="97" y="109"/>
              </a:cxn>
              <a:cxn ang="0">
                <a:pos x="194" y="234"/>
              </a:cxn>
              <a:cxn ang="0">
                <a:pos x="197" y="226"/>
              </a:cxn>
              <a:cxn ang="0">
                <a:pos x="71" y="128"/>
              </a:cxn>
              <a:cxn ang="0">
                <a:pos x="131" y="216"/>
              </a:cxn>
              <a:cxn ang="0">
                <a:pos x="149" y="94"/>
              </a:cxn>
              <a:cxn ang="0">
                <a:pos x="106" y="118"/>
              </a:cxn>
              <a:cxn ang="0">
                <a:pos x="109" y="114"/>
              </a:cxn>
              <a:cxn ang="0">
                <a:pos x="40" y="130"/>
              </a:cxn>
              <a:cxn ang="0">
                <a:pos x="110" y="227"/>
              </a:cxn>
              <a:cxn ang="0">
                <a:pos x="127" y="102"/>
              </a:cxn>
              <a:cxn ang="0">
                <a:pos x="155" y="71"/>
              </a:cxn>
              <a:cxn ang="0">
                <a:pos x="154" y="73"/>
              </a:cxn>
            </a:cxnLst>
            <a:rect l="0" t="0" r="r" b="b"/>
            <a:pathLst>
              <a:path w="287" h="289">
                <a:moveTo>
                  <a:pt x="130" y="0"/>
                </a:moveTo>
                <a:lnTo>
                  <a:pt x="130" y="0"/>
                </a:lnTo>
                <a:lnTo>
                  <a:pt x="138" y="7"/>
                </a:lnTo>
                <a:lnTo>
                  <a:pt x="144" y="15"/>
                </a:lnTo>
                <a:lnTo>
                  <a:pt x="149" y="24"/>
                </a:lnTo>
                <a:lnTo>
                  <a:pt x="154" y="33"/>
                </a:lnTo>
                <a:lnTo>
                  <a:pt x="161" y="53"/>
                </a:lnTo>
                <a:lnTo>
                  <a:pt x="166" y="76"/>
                </a:lnTo>
                <a:lnTo>
                  <a:pt x="166" y="76"/>
                </a:lnTo>
                <a:lnTo>
                  <a:pt x="168" y="84"/>
                </a:lnTo>
                <a:lnTo>
                  <a:pt x="170" y="91"/>
                </a:lnTo>
                <a:lnTo>
                  <a:pt x="170" y="91"/>
                </a:lnTo>
                <a:lnTo>
                  <a:pt x="183" y="90"/>
                </a:lnTo>
                <a:lnTo>
                  <a:pt x="197" y="87"/>
                </a:lnTo>
                <a:lnTo>
                  <a:pt x="213" y="87"/>
                </a:lnTo>
                <a:lnTo>
                  <a:pt x="228" y="87"/>
                </a:lnTo>
                <a:lnTo>
                  <a:pt x="258" y="90"/>
                </a:lnTo>
                <a:lnTo>
                  <a:pt x="287" y="94"/>
                </a:lnTo>
                <a:lnTo>
                  <a:pt x="287" y="94"/>
                </a:lnTo>
                <a:lnTo>
                  <a:pt x="249" y="125"/>
                </a:lnTo>
                <a:lnTo>
                  <a:pt x="229" y="140"/>
                </a:lnTo>
                <a:lnTo>
                  <a:pt x="211" y="154"/>
                </a:lnTo>
                <a:lnTo>
                  <a:pt x="229" y="267"/>
                </a:lnTo>
                <a:lnTo>
                  <a:pt x="229" y="267"/>
                </a:lnTo>
                <a:lnTo>
                  <a:pt x="208" y="255"/>
                </a:lnTo>
                <a:lnTo>
                  <a:pt x="187" y="241"/>
                </a:lnTo>
                <a:lnTo>
                  <a:pt x="168" y="226"/>
                </a:lnTo>
                <a:lnTo>
                  <a:pt x="148" y="209"/>
                </a:lnTo>
                <a:lnTo>
                  <a:pt x="148" y="209"/>
                </a:lnTo>
                <a:lnTo>
                  <a:pt x="130" y="232"/>
                </a:lnTo>
                <a:lnTo>
                  <a:pt x="111" y="253"/>
                </a:lnTo>
                <a:lnTo>
                  <a:pt x="90" y="272"/>
                </a:lnTo>
                <a:lnTo>
                  <a:pt x="80" y="281"/>
                </a:lnTo>
                <a:lnTo>
                  <a:pt x="68" y="289"/>
                </a:lnTo>
                <a:lnTo>
                  <a:pt x="68" y="289"/>
                </a:lnTo>
                <a:lnTo>
                  <a:pt x="69" y="274"/>
                </a:lnTo>
                <a:lnTo>
                  <a:pt x="72" y="258"/>
                </a:lnTo>
                <a:lnTo>
                  <a:pt x="78" y="229"/>
                </a:lnTo>
                <a:lnTo>
                  <a:pt x="85" y="201"/>
                </a:lnTo>
                <a:lnTo>
                  <a:pt x="89" y="173"/>
                </a:lnTo>
                <a:lnTo>
                  <a:pt x="89" y="173"/>
                </a:lnTo>
                <a:lnTo>
                  <a:pt x="68" y="158"/>
                </a:lnTo>
                <a:lnTo>
                  <a:pt x="45" y="146"/>
                </a:lnTo>
                <a:lnTo>
                  <a:pt x="0" y="122"/>
                </a:lnTo>
                <a:lnTo>
                  <a:pt x="0" y="122"/>
                </a:lnTo>
                <a:lnTo>
                  <a:pt x="0" y="122"/>
                </a:lnTo>
                <a:lnTo>
                  <a:pt x="0" y="121"/>
                </a:lnTo>
                <a:lnTo>
                  <a:pt x="3" y="118"/>
                </a:lnTo>
                <a:lnTo>
                  <a:pt x="12" y="114"/>
                </a:lnTo>
                <a:lnTo>
                  <a:pt x="12" y="114"/>
                </a:lnTo>
                <a:lnTo>
                  <a:pt x="34" y="109"/>
                </a:lnTo>
                <a:lnTo>
                  <a:pt x="57" y="105"/>
                </a:lnTo>
                <a:lnTo>
                  <a:pt x="82" y="101"/>
                </a:lnTo>
                <a:lnTo>
                  <a:pt x="107" y="99"/>
                </a:lnTo>
                <a:lnTo>
                  <a:pt x="130" y="0"/>
                </a:lnTo>
                <a:close/>
                <a:moveTo>
                  <a:pt x="103" y="187"/>
                </a:moveTo>
                <a:lnTo>
                  <a:pt x="103" y="187"/>
                </a:lnTo>
                <a:lnTo>
                  <a:pt x="102" y="187"/>
                </a:lnTo>
                <a:lnTo>
                  <a:pt x="102" y="187"/>
                </a:lnTo>
                <a:lnTo>
                  <a:pt x="100" y="184"/>
                </a:lnTo>
                <a:lnTo>
                  <a:pt x="102" y="180"/>
                </a:lnTo>
                <a:lnTo>
                  <a:pt x="102" y="177"/>
                </a:lnTo>
                <a:lnTo>
                  <a:pt x="102" y="177"/>
                </a:lnTo>
                <a:lnTo>
                  <a:pt x="113" y="163"/>
                </a:lnTo>
                <a:lnTo>
                  <a:pt x="124" y="149"/>
                </a:lnTo>
                <a:lnTo>
                  <a:pt x="147" y="123"/>
                </a:lnTo>
                <a:lnTo>
                  <a:pt x="147" y="123"/>
                </a:lnTo>
                <a:lnTo>
                  <a:pt x="134" y="132"/>
                </a:lnTo>
                <a:lnTo>
                  <a:pt x="123" y="140"/>
                </a:lnTo>
                <a:lnTo>
                  <a:pt x="100" y="160"/>
                </a:lnTo>
                <a:lnTo>
                  <a:pt x="100" y="160"/>
                </a:lnTo>
                <a:lnTo>
                  <a:pt x="99" y="173"/>
                </a:lnTo>
                <a:lnTo>
                  <a:pt x="96" y="187"/>
                </a:lnTo>
                <a:lnTo>
                  <a:pt x="92" y="213"/>
                </a:lnTo>
                <a:lnTo>
                  <a:pt x="165" y="128"/>
                </a:lnTo>
                <a:lnTo>
                  <a:pt x="165" y="128"/>
                </a:lnTo>
                <a:lnTo>
                  <a:pt x="158" y="133"/>
                </a:lnTo>
                <a:lnTo>
                  <a:pt x="148" y="143"/>
                </a:lnTo>
                <a:lnTo>
                  <a:pt x="140" y="151"/>
                </a:lnTo>
                <a:lnTo>
                  <a:pt x="132" y="158"/>
                </a:lnTo>
                <a:lnTo>
                  <a:pt x="132" y="154"/>
                </a:lnTo>
                <a:lnTo>
                  <a:pt x="132" y="154"/>
                </a:lnTo>
                <a:lnTo>
                  <a:pt x="127" y="164"/>
                </a:lnTo>
                <a:lnTo>
                  <a:pt x="120" y="173"/>
                </a:lnTo>
                <a:lnTo>
                  <a:pt x="113" y="180"/>
                </a:lnTo>
                <a:lnTo>
                  <a:pt x="103" y="187"/>
                </a:lnTo>
                <a:lnTo>
                  <a:pt x="103" y="187"/>
                </a:lnTo>
                <a:close/>
                <a:moveTo>
                  <a:pt x="214" y="112"/>
                </a:moveTo>
                <a:lnTo>
                  <a:pt x="214" y="112"/>
                </a:lnTo>
                <a:lnTo>
                  <a:pt x="217" y="111"/>
                </a:lnTo>
                <a:lnTo>
                  <a:pt x="218" y="109"/>
                </a:lnTo>
                <a:lnTo>
                  <a:pt x="218" y="106"/>
                </a:lnTo>
                <a:lnTo>
                  <a:pt x="221" y="105"/>
                </a:lnTo>
                <a:lnTo>
                  <a:pt x="224" y="106"/>
                </a:lnTo>
                <a:lnTo>
                  <a:pt x="231" y="101"/>
                </a:lnTo>
                <a:lnTo>
                  <a:pt x="231" y="101"/>
                </a:lnTo>
                <a:lnTo>
                  <a:pt x="232" y="104"/>
                </a:lnTo>
                <a:lnTo>
                  <a:pt x="234" y="108"/>
                </a:lnTo>
                <a:lnTo>
                  <a:pt x="234" y="109"/>
                </a:lnTo>
                <a:lnTo>
                  <a:pt x="235" y="111"/>
                </a:lnTo>
                <a:lnTo>
                  <a:pt x="235" y="111"/>
                </a:lnTo>
                <a:lnTo>
                  <a:pt x="241" y="108"/>
                </a:lnTo>
                <a:lnTo>
                  <a:pt x="245" y="105"/>
                </a:lnTo>
                <a:lnTo>
                  <a:pt x="255" y="99"/>
                </a:lnTo>
                <a:lnTo>
                  <a:pt x="255" y="99"/>
                </a:lnTo>
                <a:lnTo>
                  <a:pt x="239" y="98"/>
                </a:lnTo>
                <a:lnTo>
                  <a:pt x="225" y="98"/>
                </a:lnTo>
                <a:lnTo>
                  <a:pt x="197" y="101"/>
                </a:lnTo>
                <a:lnTo>
                  <a:pt x="197" y="101"/>
                </a:lnTo>
                <a:lnTo>
                  <a:pt x="194" y="101"/>
                </a:lnTo>
                <a:lnTo>
                  <a:pt x="192" y="104"/>
                </a:lnTo>
                <a:lnTo>
                  <a:pt x="186" y="111"/>
                </a:lnTo>
                <a:lnTo>
                  <a:pt x="180" y="119"/>
                </a:lnTo>
                <a:lnTo>
                  <a:pt x="175" y="125"/>
                </a:lnTo>
                <a:lnTo>
                  <a:pt x="175" y="125"/>
                </a:lnTo>
                <a:lnTo>
                  <a:pt x="172" y="129"/>
                </a:lnTo>
                <a:lnTo>
                  <a:pt x="172" y="132"/>
                </a:lnTo>
                <a:lnTo>
                  <a:pt x="176" y="139"/>
                </a:lnTo>
                <a:lnTo>
                  <a:pt x="176" y="139"/>
                </a:lnTo>
                <a:lnTo>
                  <a:pt x="182" y="132"/>
                </a:lnTo>
                <a:lnTo>
                  <a:pt x="187" y="122"/>
                </a:lnTo>
                <a:lnTo>
                  <a:pt x="194" y="114"/>
                </a:lnTo>
                <a:lnTo>
                  <a:pt x="199" y="111"/>
                </a:lnTo>
                <a:lnTo>
                  <a:pt x="204" y="108"/>
                </a:lnTo>
                <a:lnTo>
                  <a:pt x="184" y="137"/>
                </a:lnTo>
                <a:lnTo>
                  <a:pt x="184" y="137"/>
                </a:lnTo>
                <a:lnTo>
                  <a:pt x="192" y="132"/>
                </a:lnTo>
                <a:lnTo>
                  <a:pt x="199" y="125"/>
                </a:lnTo>
                <a:lnTo>
                  <a:pt x="207" y="118"/>
                </a:lnTo>
                <a:lnTo>
                  <a:pt x="214" y="112"/>
                </a:lnTo>
                <a:lnTo>
                  <a:pt x="214" y="112"/>
                </a:lnTo>
                <a:close/>
                <a:moveTo>
                  <a:pt x="211" y="123"/>
                </a:moveTo>
                <a:lnTo>
                  <a:pt x="211" y="123"/>
                </a:lnTo>
                <a:lnTo>
                  <a:pt x="214" y="123"/>
                </a:lnTo>
                <a:lnTo>
                  <a:pt x="215" y="122"/>
                </a:lnTo>
                <a:lnTo>
                  <a:pt x="217" y="115"/>
                </a:lnTo>
                <a:lnTo>
                  <a:pt x="217" y="115"/>
                </a:lnTo>
                <a:lnTo>
                  <a:pt x="193" y="136"/>
                </a:lnTo>
                <a:lnTo>
                  <a:pt x="170" y="158"/>
                </a:lnTo>
                <a:lnTo>
                  <a:pt x="151" y="182"/>
                </a:lnTo>
                <a:lnTo>
                  <a:pt x="132" y="209"/>
                </a:lnTo>
                <a:lnTo>
                  <a:pt x="132" y="209"/>
                </a:lnTo>
                <a:lnTo>
                  <a:pt x="131" y="212"/>
                </a:lnTo>
                <a:lnTo>
                  <a:pt x="131" y="212"/>
                </a:lnTo>
                <a:lnTo>
                  <a:pt x="131" y="212"/>
                </a:lnTo>
                <a:lnTo>
                  <a:pt x="154" y="192"/>
                </a:lnTo>
                <a:lnTo>
                  <a:pt x="175" y="171"/>
                </a:lnTo>
                <a:lnTo>
                  <a:pt x="193" y="149"/>
                </a:lnTo>
                <a:lnTo>
                  <a:pt x="211" y="123"/>
                </a:lnTo>
                <a:lnTo>
                  <a:pt x="211" y="123"/>
                </a:lnTo>
                <a:close/>
                <a:moveTo>
                  <a:pt x="78" y="271"/>
                </a:moveTo>
                <a:lnTo>
                  <a:pt x="78" y="271"/>
                </a:lnTo>
                <a:lnTo>
                  <a:pt x="83" y="267"/>
                </a:lnTo>
                <a:lnTo>
                  <a:pt x="89" y="262"/>
                </a:lnTo>
                <a:lnTo>
                  <a:pt x="93" y="257"/>
                </a:lnTo>
                <a:lnTo>
                  <a:pt x="96" y="250"/>
                </a:lnTo>
                <a:lnTo>
                  <a:pt x="96" y="250"/>
                </a:lnTo>
                <a:lnTo>
                  <a:pt x="90" y="255"/>
                </a:lnTo>
                <a:lnTo>
                  <a:pt x="86" y="257"/>
                </a:lnTo>
                <a:lnTo>
                  <a:pt x="85" y="255"/>
                </a:lnTo>
                <a:lnTo>
                  <a:pt x="83" y="254"/>
                </a:lnTo>
                <a:lnTo>
                  <a:pt x="83" y="254"/>
                </a:lnTo>
                <a:lnTo>
                  <a:pt x="106" y="220"/>
                </a:lnTo>
                <a:lnTo>
                  <a:pt x="128" y="188"/>
                </a:lnTo>
                <a:lnTo>
                  <a:pt x="128" y="188"/>
                </a:lnTo>
                <a:lnTo>
                  <a:pt x="111" y="203"/>
                </a:lnTo>
                <a:lnTo>
                  <a:pt x="103" y="212"/>
                </a:lnTo>
                <a:lnTo>
                  <a:pt x="96" y="222"/>
                </a:lnTo>
                <a:lnTo>
                  <a:pt x="89" y="233"/>
                </a:lnTo>
                <a:lnTo>
                  <a:pt x="83" y="244"/>
                </a:lnTo>
                <a:lnTo>
                  <a:pt x="79" y="257"/>
                </a:lnTo>
                <a:lnTo>
                  <a:pt x="78" y="271"/>
                </a:lnTo>
                <a:lnTo>
                  <a:pt x="78" y="271"/>
                </a:lnTo>
                <a:close/>
                <a:moveTo>
                  <a:pt x="149" y="98"/>
                </a:moveTo>
                <a:lnTo>
                  <a:pt x="123" y="132"/>
                </a:lnTo>
                <a:lnTo>
                  <a:pt x="123" y="132"/>
                </a:lnTo>
                <a:lnTo>
                  <a:pt x="141" y="118"/>
                </a:lnTo>
                <a:lnTo>
                  <a:pt x="151" y="111"/>
                </a:lnTo>
                <a:lnTo>
                  <a:pt x="159" y="105"/>
                </a:lnTo>
                <a:lnTo>
                  <a:pt x="159" y="105"/>
                </a:lnTo>
                <a:lnTo>
                  <a:pt x="162" y="102"/>
                </a:lnTo>
                <a:lnTo>
                  <a:pt x="163" y="99"/>
                </a:lnTo>
                <a:lnTo>
                  <a:pt x="163" y="97"/>
                </a:lnTo>
                <a:lnTo>
                  <a:pt x="162" y="92"/>
                </a:lnTo>
                <a:lnTo>
                  <a:pt x="159" y="84"/>
                </a:lnTo>
                <a:lnTo>
                  <a:pt x="156" y="77"/>
                </a:lnTo>
                <a:lnTo>
                  <a:pt x="156" y="77"/>
                </a:lnTo>
                <a:lnTo>
                  <a:pt x="152" y="84"/>
                </a:lnTo>
                <a:lnTo>
                  <a:pt x="147" y="90"/>
                </a:lnTo>
                <a:lnTo>
                  <a:pt x="140" y="94"/>
                </a:lnTo>
                <a:lnTo>
                  <a:pt x="134" y="99"/>
                </a:lnTo>
                <a:lnTo>
                  <a:pt x="134" y="99"/>
                </a:lnTo>
                <a:lnTo>
                  <a:pt x="138" y="98"/>
                </a:lnTo>
                <a:lnTo>
                  <a:pt x="142" y="97"/>
                </a:lnTo>
                <a:lnTo>
                  <a:pt x="145" y="97"/>
                </a:lnTo>
                <a:lnTo>
                  <a:pt x="149" y="94"/>
                </a:lnTo>
                <a:lnTo>
                  <a:pt x="149" y="94"/>
                </a:lnTo>
                <a:lnTo>
                  <a:pt x="149" y="97"/>
                </a:lnTo>
                <a:lnTo>
                  <a:pt x="149" y="98"/>
                </a:lnTo>
                <a:lnTo>
                  <a:pt x="149" y="98"/>
                </a:lnTo>
                <a:close/>
                <a:moveTo>
                  <a:pt x="117" y="119"/>
                </a:moveTo>
                <a:lnTo>
                  <a:pt x="117" y="119"/>
                </a:lnTo>
                <a:lnTo>
                  <a:pt x="99" y="135"/>
                </a:lnTo>
                <a:lnTo>
                  <a:pt x="80" y="150"/>
                </a:lnTo>
                <a:lnTo>
                  <a:pt x="80" y="150"/>
                </a:lnTo>
                <a:lnTo>
                  <a:pt x="82" y="153"/>
                </a:lnTo>
                <a:lnTo>
                  <a:pt x="85" y="156"/>
                </a:lnTo>
                <a:lnTo>
                  <a:pt x="88" y="157"/>
                </a:lnTo>
                <a:lnTo>
                  <a:pt x="89" y="158"/>
                </a:lnTo>
                <a:lnTo>
                  <a:pt x="127" y="115"/>
                </a:lnTo>
                <a:lnTo>
                  <a:pt x="127" y="115"/>
                </a:lnTo>
                <a:lnTo>
                  <a:pt x="117" y="119"/>
                </a:lnTo>
                <a:lnTo>
                  <a:pt x="117" y="119"/>
                </a:lnTo>
                <a:close/>
                <a:moveTo>
                  <a:pt x="161" y="199"/>
                </a:moveTo>
                <a:lnTo>
                  <a:pt x="161" y="199"/>
                </a:lnTo>
                <a:lnTo>
                  <a:pt x="166" y="208"/>
                </a:lnTo>
                <a:lnTo>
                  <a:pt x="169" y="212"/>
                </a:lnTo>
                <a:lnTo>
                  <a:pt x="173" y="216"/>
                </a:lnTo>
                <a:lnTo>
                  <a:pt x="173" y="216"/>
                </a:lnTo>
                <a:lnTo>
                  <a:pt x="179" y="208"/>
                </a:lnTo>
                <a:lnTo>
                  <a:pt x="184" y="201"/>
                </a:lnTo>
                <a:lnTo>
                  <a:pt x="192" y="194"/>
                </a:lnTo>
                <a:lnTo>
                  <a:pt x="196" y="185"/>
                </a:lnTo>
                <a:lnTo>
                  <a:pt x="196" y="185"/>
                </a:lnTo>
                <a:lnTo>
                  <a:pt x="184" y="195"/>
                </a:lnTo>
                <a:lnTo>
                  <a:pt x="177" y="201"/>
                </a:lnTo>
                <a:lnTo>
                  <a:pt x="170" y="205"/>
                </a:lnTo>
                <a:lnTo>
                  <a:pt x="170" y="205"/>
                </a:lnTo>
                <a:lnTo>
                  <a:pt x="170" y="199"/>
                </a:lnTo>
                <a:lnTo>
                  <a:pt x="170" y="195"/>
                </a:lnTo>
                <a:lnTo>
                  <a:pt x="176" y="185"/>
                </a:lnTo>
                <a:lnTo>
                  <a:pt x="182" y="177"/>
                </a:lnTo>
                <a:lnTo>
                  <a:pt x="189" y="170"/>
                </a:lnTo>
                <a:lnTo>
                  <a:pt x="189" y="170"/>
                </a:lnTo>
                <a:lnTo>
                  <a:pt x="190" y="168"/>
                </a:lnTo>
                <a:lnTo>
                  <a:pt x="189" y="164"/>
                </a:lnTo>
                <a:lnTo>
                  <a:pt x="161" y="199"/>
                </a:lnTo>
                <a:close/>
                <a:moveTo>
                  <a:pt x="199" y="191"/>
                </a:moveTo>
                <a:lnTo>
                  <a:pt x="199" y="191"/>
                </a:lnTo>
                <a:lnTo>
                  <a:pt x="201" y="192"/>
                </a:lnTo>
                <a:lnTo>
                  <a:pt x="203" y="194"/>
                </a:lnTo>
                <a:lnTo>
                  <a:pt x="203" y="196"/>
                </a:lnTo>
                <a:lnTo>
                  <a:pt x="203" y="202"/>
                </a:lnTo>
                <a:lnTo>
                  <a:pt x="200" y="208"/>
                </a:lnTo>
                <a:lnTo>
                  <a:pt x="196" y="218"/>
                </a:lnTo>
                <a:lnTo>
                  <a:pt x="194" y="222"/>
                </a:lnTo>
                <a:lnTo>
                  <a:pt x="194" y="223"/>
                </a:lnTo>
                <a:lnTo>
                  <a:pt x="194" y="223"/>
                </a:lnTo>
                <a:lnTo>
                  <a:pt x="197" y="220"/>
                </a:lnTo>
                <a:lnTo>
                  <a:pt x="200" y="218"/>
                </a:lnTo>
                <a:lnTo>
                  <a:pt x="203" y="215"/>
                </a:lnTo>
                <a:lnTo>
                  <a:pt x="204" y="215"/>
                </a:lnTo>
                <a:lnTo>
                  <a:pt x="207" y="215"/>
                </a:lnTo>
                <a:lnTo>
                  <a:pt x="207" y="215"/>
                </a:lnTo>
                <a:lnTo>
                  <a:pt x="208" y="220"/>
                </a:lnTo>
                <a:lnTo>
                  <a:pt x="207" y="226"/>
                </a:lnTo>
                <a:lnTo>
                  <a:pt x="206" y="237"/>
                </a:lnTo>
                <a:lnTo>
                  <a:pt x="206" y="237"/>
                </a:lnTo>
                <a:lnTo>
                  <a:pt x="206" y="240"/>
                </a:lnTo>
                <a:lnTo>
                  <a:pt x="208" y="240"/>
                </a:lnTo>
                <a:lnTo>
                  <a:pt x="211" y="240"/>
                </a:lnTo>
                <a:lnTo>
                  <a:pt x="213" y="239"/>
                </a:lnTo>
                <a:lnTo>
                  <a:pt x="213" y="239"/>
                </a:lnTo>
                <a:lnTo>
                  <a:pt x="211" y="213"/>
                </a:lnTo>
                <a:lnTo>
                  <a:pt x="207" y="188"/>
                </a:lnTo>
                <a:lnTo>
                  <a:pt x="207" y="188"/>
                </a:lnTo>
                <a:lnTo>
                  <a:pt x="206" y="184"/>
                </a:lnTo>
                <a:lnTo>
                  <a:pt x="204" y="184"/>
                </a:lnTo>
                <a:lnTo>
                  <a:pt x="203" y="187"/>
                </a:lnTo>
                <a:lnTo>
                  <a:pt x="203" y="187"/>
                </a:lnTo>
                <a:lnTo>
                  <a:pt x="200" y="189"/>
                </a:lnTo>
                <a:lnTo>
                  <a:pt x="199" y="191"/>
                </a:lnTo>
                <a:lnTo>
                  <a:pt x="199" y="191"/>
                </a:lnTo>
                <a:close/>
                <a:moveTo>
                  <a:pt x="206" y="143"/>
                </a:moveTo>
                <a:lnTo>
                  <a:pt x="206" y="143"/>
                </a:lnTo>
                <a:lnTo>
                  <a:pt x="218" y="136"/>
                </a:lnTo>
                <a:lnTo>
                  <a:pt x="232" y="128"/>
                </a:lnTo>
                <a:lnTo>
                  <a:pt x="244" y="116"/>
                </a:lnTo>
                <a:lnTo>
                  <a:pt x="253" y="106"/>
                </a:lnTo>
                <a:lnTo>
                  <a:pt x="253" y="106"/>
                </a:lnTo>
                <a:lnTo>
                  <a:pt x="238" y="112"/>
                </a:lnTo>
                <a:lnTo>
                  <a:pt x="224" y="121"/>
                </a:lnTo>
                <a:lnTo>
                  <a:pt x="218" y="126"/>
                </a:lnTo>
                <a:lnTo>
                  <a:pt x="213" y="132"/>
                </a:lnTo>
                <a:lnTo>
                  <a:pt x="208" y="137"/>
                </a:lnTo>
                <a:lnTo>
                  <a:pt x="206" y="143"/>
                </a:lnTo>
                <a:lnTo>
                  <a:pt x="206" y="143"/>
                </a:lnTo>
                <a:close/>
                <a:moveTo>
                  <a:pt x="183" y="101"/>
                </a:moveTo>
                <a:lnTo>
                  <a:pt x="175" y="105"/>
                </a:lnTo>
                <a:lnTo>
                  <a:pt x="175" y="105"/>
                </a:lnTo>
                <a:lnTo>
                  <a:pt x="165" y="111"/>
                </a:lnTo>
                <a:lnTo>
                  <a:pt x="158" y="119"/>
                </a:lnTo>
                <a:lnTo>
                  <a:pt x="145" y="137"/>
                </a:lnTo>
                <a:lnTo>
                  <a:pt x="145" y="137"/>
                </a:lnTo>
                <a:lnTo>
                  <a:pt x="163" y="119"/>
                </a:lnTo>
                <a:lnTo>
                  <a:pt x="183" y="101"/>
                </a:lnTo>
                <a:lnTo>
                  <a:pt x="183" y="101"/>
                </a:lnTo>
                <a:close/>
                <a:moveTo>
                  <a:pt x="138" y="50"/>
                </a:moveTo>
                <a:lnTo>
                  <a:pt x="138" y="50"/>
                </a:lnTo>
                <a:lnTo>
                  <a:pt x="145" y="45"/>
                </a:lnTo>
                <a:lnTo>
                  <a:pt x="147" y="40"/>
                </a:lnTo>
                <a:lnTo>
                  <a:pt x="145" y="38"/>
                </a:lnTo>
                <a:lnTo>
                  <a:pt x="144" y="36"/>
                </a:lnTo>
                <a:lnTo>
                  <a:pt x="144" y="36"/>
                </a:lnTo>
                <a:lnTo>
                  <a:pt x="138" y="40"/>
                </a:lnTo>
                <a:lnTo>
                  <a:pt x="132" y="47"/>
                </a:lnTo>
                <a:lnTo>
                  <a:pt x="130" y="55"/>
                </a:lnTo>
                <a:lnTo>
                  <a:pt x="128" y="62"/>
                </a:lnTo>
                <a:lnTo>
                  <a:pt x="137" y="56"/>
                </a:lnTo>
                <a:lnTo>
                  <a:pt x="137" y="56"/>
                </a:lnTo>
                <a:lnTo>
                  <a:pt x="135" y="56"/>
                </a:lnTo>
                <a:lnTo>
                  <a:pt x="135" y="55"/>
                </a:lnTo>
                <a:lnTo>
                  <a:pt x="135" y="53"/>
                </a:lnTo>
                <a:lnTo>
                  <a:pt x="137" y="53"/>
                </a:lnTo>
                <a:lnTo>
                  <a:pt x="137" y="53"/>
                </a:lnTo>
                <a:lnTo>
                  <a:pt x="138" y="52"/>
                </a:lnTo>
                <a:lnTo>
                  <a:pt x="138" y="50"/>
                </a:lnTo>
                <a:lnTo>
                  <a:pt x="138" y="50"/>
                </a:lnTo>
                <a:close/>
                <a:moveTo>
                  <a:pt x="183" y="191"/>
                </a:moveTo>
                <a:lnTo>
                  <a:pt x="183" y="191"/>
                </a:lnTo>
                <a:lnTo>
                  <a:pt x="192" y="181"/>
                </a:lnTo>
                <a:lnTo>
                  <a:pt x="196" y="177"/>
                </a:lnTo>
                <a:lnTo>
                  <a:pt x="201" y="173"/>
                </a:lnTo>
                <a:lnTo>
                  <a:pt x="201" y="173"/>
                </a:lnTo>
                <a:lnTo>
                  <a:pt x="204" y="170"/>
                </a:lnTo>
                <a:lnTo>
                  <a:pt x="204" y="166"/>
                </a:lnTo>
                <a:lnTo>
                  <a:pt x="204" y="161"/>
                </a:lnTo>
                <a:lnTo>
                  <a:pt x="203" y="161"/>
                </a:lnTo>
                <a:lnTo>
                  <a:pt x="203" y="161"/>
                </a:lnTo>
                <a:lnTo>
                  <a:pt x="203" y="161"/>
                </a:lnTo>
                <a:lnTo>
                  <a:pt x="190" y="177"/>
                </a:lnTo>
                <a:lnTo>
                  <a:pt x="186" y="184"/>
                </a:lnTo>
                <a:lnTo>
                  <a:pt x="183" y="191"/>
                </a:lnTo>
                <a:lnTo>
                  <a:pt x="183" y="191"/>
                </a:lnTo>
                <a:close/>
                <a:moveTo>
                  <a:pt x="69" y="137"/>
                </a:moveTo>
                <a:lnTo>
                  <a:pt x="69" y="137"/>
                </a:lnTo>
                <a:lnTo>
                  <a:pt x="68" y="140"/>
                </a:lnTo>
                <a:lnTo>
                  <a:pt x="66" y="144"/>
                </a:lnTo>
                <a:lnTo>
                  <a:pt x="66" y="146"/>
                </a:lnTo>
                <a:lnTo>
                  <a:pt x="68" y="146"/>
                </a:lnTo>
                <a:lnTo>
                  <a:pt x="71" y="144"/>
                </a:lnTo>
                <a:lnTo>
                  <a:pt x="71" y="144"/>
                </a:lnTo>
                <a:lnTo>
                  <a:pt x="75" y="140"/>
                </a:lnTo>
                <a:lnTo>
                  <a:pt x="80" y="135"/>
                </a:lnTo>
                <a:lnTo>
                  <a:pt x="85" y="130"/>
                </a:lnTo>
                <a:lnTo>
                  <a:pt x="86" y="126"/>
                </a:lnTo>
                <a:lnTo>
                  <a:pt x="86" y="126"/>
                </a:lnTo>
                <a:lnTo>
                  <a:pt x="78" y="132"/>
                </a:lnTo>
                <a:lnTo>
                  <a:pt x="69" y="137"/>
                </a:lnTo>
                <a:lnTo>
                  <a:pt x="69" y="137"/>
                </a:lnTo>
                <a:close/>
                <a:moveTo>
                  <a:pt x="180" y="223"/>
                </a:moveTo>
                <a:lnTo>
                  <a:pt x="180" y="223"/>
                </a:lnTo>
                <a:lnTo>
                  <a:pt x="184" y="222"/>
                </a:lnTo>
                <a:lnTo>
                  <a:pt x="190" y="218"/>
                </a:lnTo>
                <a:lnTo>
                  <a:pt x="193" y="212"/>
                </a:lnTo>
                <a:lnTo>
                  <a:pt x="194" y="209"/>
                </a:lnTo>
                <a:lnTo>
                  <a:pt x="193" y="206"/>
                </a:lnTo>
                <a:lnTo>
                  <a:pt x="193" y="206"/>
                </a:lnTo>
                <a:lnTo>
                  <a:pt x="189" y="209"/>
                </a:lnTo>
                <a:lnTo>
                  <a:pt x="184" y="212"/>
                </a:lnTo>
                <a:lnTo>
                  <a:pt x="182" y="218"/>
                </a:lnTo>
                <a:lnTo>
                  <a:pt x="180" y="223"/>
                </a:lnTo>
                <a:lnTo>
                  <a:pt x="180" y="223"/>
                </a:lnTo>
                <a:close/>
                <a:moveTo>
                  <a:pt x="131" y="77"/>
                </a:moveTo>
                <a:lnTo>
                  <a:pt x="131" y="77"/>
                </a:lnTo>
                <a:lnTo>
                  <a:pt x="128" y="78"/>
                </a:lnTo>
                <a:lnTo>
                  <a:pt x="125" y="80"/>
                </a:lnTo>
                <a:lnTo>
                  <a:pt x="124" y="84"/>
                </a:lnTo>
                <a:lnTo>
                  <a:pt x="123" y="88"/>
                </a:lnTo>
                <a:lnTo>
                  <a:pt x="121" y="94"/>
                </a:lnTo>
                <a:lnTo>
                  <a:pt x="121" y="94"/>
                </a:lnTo>
                <a:lnTo>
                  <a:pt x="124" y="92"/>
                </a:lnTo>
                <a:lnTo>
                  <a:pt x="128" y="90"/>
                </a:lnTo>
                <a:lnTo>
                  <a:pt x="134" y="81"/>
                </a:lnTo>
                <a:lnTo>
                  <a:pt x="138" y="74"/>
                </a:lnTo>
                <a:lnTo>
                  <a:pt x="140" y="70"/>
                </a:lnTo>
                <a:lnTo>
                  <a:pt x="140" y="70"/>
                </a:lnTo>
                <a:lnTo>
                  <a:pt x="135" y="76"/>
                </a:lnTo>
                <a:lnTo>
                  <a:pt x="131" y="77"/>
                </a:lnTo>
                <a:lnTo>
                  <a:pt x="131" y="77"/>
                </a:lnTo>
                <a:close/>
                <a:moveTo>
                  <a:pt x="47" y="136"/>
                </a:moveTo>
                <a:lnTo>
                  <a:pt x="47" y="136"/>
                </a:lnTo>
                <a:lnTo>
                  <a:pt x="50" y="139"/>
                </a:lnTo>
                <a:lnTo>
                  <a:pt x="51" y="139"/>
                </a:lnTo>
                <a:lnTo>
                  <a:pt x="55" y="137"/>
                </a:lnTo>
                <a:lnTo>
                  <a:pt x="58" y="135"/>
                </a:lnTo>
                <a:lnTo>
                  <a:pt x="59" y="133"/>
                </a:lnTo>
                <a:lnTo>
                  <a:pt x="62" y="133"/>
                </a:lnTo>
                <a:lnTo>
                  <a:pt x="62" y="133"/>
                </a:lnTo>
                <a:lnTo>
                  <a:pt x="62" y="130"/>
                </a:lnTo>
                <a:lnTo>
                  <a:pt x="64" y="128"/>
                </a:lnTo>
                <a:lnTo>
                  <a:pt x="65" y="125"/>
                </a:lnTo>
                <a:lnTo>
                  <a:pt x="64" y="125"/>
                </a:lnTo>
                <a:lnTo>
                  <a:pt x="61" y="125"/>
                </a:lnTo>
                <a:lnTo>
                  <a:pt x="61" y="125"/>
                </a:lnTo>
                <a:lnTo>
                  <a:pt x="58" y="126"/>
                </a:lnTo>
                <a:lnTo>
                  <a:pt x="54" y="130"/>
                </a:lnTo>
                <a:lnTo>
                  <a:pt x="47" y="136"/>
                </a:lnTo>
                <a:lnTo>
                  <a:pt x="47" y="136"/>
                </a:lnTo>
                <a:close/>
                <a:moveTo>
                  <a:pt x="36" y="119"/>
                </a:moveTo>
                <a:lnTo>
                  <a:pt x="36" y="119"/>
                </a:lnTo>
                <a:lnTo>
                  <a:pt x="57" y="116"/>
                </a:lnTo>
                <a:lnTo>
                  <a:pt x="66" y="115"/>
                </a:lnTo>
                <a:lnTo>
                  <a:pt x="75" y="112"/>
                </a:lnTo>
                <a:lnTo>
                  <a:pt x="75" y="112"/>
                </a:lnTo>
                <a:lnTo>
                  <a:pt x="68" y="112"/>
                </a:lnTo>
                <a:lnTo>
                  <a:pt x="61" y="112"/>
                </a:lnTo>
                <a:lnTo>
                  <a:pt x="61" y="112"/>
                </a:lnTo>
                <a:lnTo>
                  <a:pt x="48" y="115"/>
                </a:lnTo>
                <a:lnTo>
                  <a:pt x="36" y="119"/>
                </a:lnTo>
                <a:lnTo>
                  <a:pt x="36" y="119"/>
                </a:lnTo>
                <a:close/>
                <a:moveTo>
                  <a:pt x="89" y="111"/>
                </a:moveTo>
                <a:lnTo>
                  <a:pt x="89" y="111"/>
                </a:lnTo>
                <a:lnTo>
                  <a:pt x="82" y="109"/>
                </a:lnTo>
                <a:lnTo>
                  <a:pt x="80" y="111"/>
                </a:lnTo>
                <a:lnTo>
                  <a:pt x="79" y="111"/>
                </a:lnTo>
                <a:lnTo>
                  <a:pt x="79" y="112"/>
                </a:lnTo>
                <a:lnTo>
                  <a:pt x="82" y="115"/>
                </a:lnTo>
                <a:lnTo>
                  <a:pt x="82" y="115"/>
                </a:lnTo>
                <a:lnTo>
                  <a:pt x="83" y="116"/>
                </a:lnTo>
                <a:lnTo>
                  <a:pt x="86" y="116"/>
                </a:lnTo>
                <a:lnTo>
                  <a:pt x="92" y="114"/>
                </a:lnTo>
                <a:lnTo>
                  <a:pt x="97" y="109"/>
                </a:lnTo>
                <a:lnTo>
                  <a:pt x="99" y="108"/>
                </a:lnTo>
                <a:lnTo>
                  <a:pt x="99" y="108"/>
                </a:lnTo>
                <a:lnTo>
                  <a:pt x="89" y="111"/>
                </a:lnTo>
                <a:lnTo>
                  <a:pt x="89" y="111"/>
                </a:lnTo>
                <a:close/>
                <a:moveTo>
                  <a:pt x="197" y="226"/>
                </a:moveTo>
                <a:lnTo>
                  <a:pt x="197" y="226"/>
                </a:lnTo>
                <a:lnTo>
                  <a:pt x="194" y="227"/>
                </a:lnTo>
                <a:lnTo>
                  <a:pt x="193" y="232"/>
                </a:lnTo>
                <a:lnTo>
                  <a:pt x="194" y="234"/>
                </a:lnTo>
                <a:lnTo>
                  <a:pt x="199" y="236"/>
                </a:lnTo>
                <a:lnTo>
                  <a:pt x="199" y="236"/>
                </a:lnTo>
                <a:lnTo>
                  <a:pt x="200" y="234"/>
                </a:lnTo>
                <a:lnTo>
                  <a:pt x="201" y="230"/>
                </a:lnTo>
                <a:lnTo>
                  <a:pt x="201" y="222"/>
                </a:lnTo>
                <a:lnTo>
                  <a:pt x="201" y="222"/>
                </a:lnTo>
                <a:lnTo>
                  <a:pt x="200" y="225"/>
                </a:lnTo>
                <a:lnTo>
                  <a:pt x="197" y="226"/>
                </a:lnTo>
                <a:lnTo>
                  <a:pt x="197" y="226"/>
                </a:lnTo>
                <a:close/>
                <a:moveTo>
                  <a:pt x="64" y="137"/>
                </a:moveTo>
                <a:lnTo>
                  <a:pt x="64" y="137"/>
                </a:lnTo>
                <a:lnTo>
                  <a:pt x="69" y="135"/>
                </a:lnTo>
                <a:lnTo>
                  <a:pt x="72" y="130"/>
                </a:lnTo>
                <a:lnTo>
                  <a:pt x="75" y="126"/>
                </a:lnTo>
                <a:lnTo>
                  <a:pt x="75" y="126"/>
                </a:lnTo>
                <a:lnTo>
                  <a:pt x="73" y="126"/>
                </a:lnTo>
                <a:lnTo>
                  <a:pt x="73" y="126"/>
                </a:lnTo>
                <a:lnTo>
                  <a:pt x="71" y="128"/>
                </a:lnTo>
                <a:lnTo>
                  <a:pt x="68" y="130"/>
                </a:lnTo>
                <a:lnTo>
                  <a:pt x="64" y="137"/>
                </a:lnTo>
                <a:lnTo>
                  <a:pt x="64" y="137"/>
                </a:lnTo>
                <a:close/>
                <a:moveTo>
                  <a:pt x="123" y="225"/>
                </a:moveTo>
                <a:lnTo>
                  <a:pt x="123" y="225"/>
                </a:lnTo>
                <a:lnTo>
                  <a:pt x="123" y="226"/>
                </a:lnTo>
                <a:lnTo>
                  <a:pt x="125" y="223"/>
                </a:lnTo>
                <a:lnTo>
                  <a:pt x="131" y="216"/>
                </a:lnTo>
                <a:lnTo>
                  <a:pt x="131" y="216"/>
                </a:lnTo>
                <a:lnTo>
                  <a:pt x="131" y="215"/>
                </a:lnTo>
                <a:lnTo>
                  <a:pt x="131" y="212"/>
                </a:lnTo>
                <a:lnTo>
                  <a:pt x="131" y="212"/>
                </a:lnTo>
                <a:lnTo>
                  <a:pt x="125" y="219"/>
                </a:lnTo>
                <a:lnTo>
                  <a:pt x="123" y="225"/>
                </a:lnTo>
                <a:lnTo>
                  <a:pt x="123" y="225"/>
                </a:lnTo>
                <a:close/>
                <a:moveTo>
                  <a:pt x="156" y="88"/>
                </a:moveTo>
                <a:lnTo>
                  <a:pt x="149" y="94"/>
                </a:lnTo>
                <a:lnTo>
                  <a:pt x="149" y="94"/>
                </a:lnTo>
                <a:lnTo>
                  <a:pt x="152" y="95"/>
                </a:lnTo>
                <a:lnTo>
                  <a:pt x="155" y="94"/>
                </a:lnTo>
                <a:lnTo>
                  <a:pt x="158" y="92"/>
                </a:lnTo>
                <a:lnTo>
                  <a:pt x="158" y="91"/>
                </a:lnTo>
                <a:lnTo>
                  <a:pt x="156" y="88"/>
                </a:lnTo>
                <a:lnTo>
                  <a:pt x="156" y="88"/>
                </a:lnTo>
                <a:close/>
                <a:moveTo>
                  <a:pt x="106" y="116"/>
                </a:moveTo>
                <a:lnTo>
                  <a:pt x="106" y="116"/>
                </a:lnTo>
                <a:lnTo>
                  <a:pt x="106" y="118"/>
                </a:lnTo>
                <a:lnTo>
                  <a:pt x="109" y="118"/>
                </a:lnTo>
                <a:lnTo>
                  <a:pt x="113" y="115"/>
                </a:lnTo>
                <a:lnTo>
                  <a:pt x="113" y="115"/>
                </a:lnTo>
                <a:lnTo>
                  <a:pt x="114" y="112"/>
                </a:lnTo>
                <a:lnTo>
                  <a:pt x="114" y="111"/>
                </a:lnTo>
                <a:lnTo>
                  <a:pt x="113" y="111"/>
                </a:lnTo>
                <a:lnTo>
                  <a:pt x="110" y="112"/>
                </a:lnTo>
                <a:lnTo>
                  <a:pt x="110" y="112"/>
                </a:lnTo>
                <a:lnTo>
                  <a:pt x="109" y="114"/>
                </a:lnTo>
                <a:lnTo>
                  <a:pt x="106" y="116"/>
                </a:lnTo>
                <a:lnTo>
                  <a:pt x="106" y="116"/>
                </a:lnTo>
                <a:close/>
                <a:moveTo>
                  <a:pt x="43" y="128"/>
                </a:moveTo>
                <a:lnTo>
                  <a:pt x="43" y="128"/>
                </a:lnTo>
                <a:lnTo>
                  <a:pt x="31" y="128"/>
                </a:lnTo>
                <a:lnTo>
                  <a:pt x="31" y="128"/>
                </a:lnTo>
                <a:lnTo>
                  <a:pt x="33" y="129"/>
                </a:lnTo>
                <a:lnTo>
                  <a:pt x="36" y="130"/>
                </a:lnTo>
                <a:lnTo>
                  <a:pt x="40" y="130"/>
                </a:lnTo>
                <a:lnTo>
                  <a:pt x="43" y="128"/>
                </a:lnTo>
                <a:lnTo>
                  <a:pt x="43" y="128"/>
                </a:lnTo>
                <a:close/>
                <a:moveTo>
                  <a:pt x="106" y="234"/>
                </a:moveTo>
                <a:lnTo>
                  <a:pt x="106" y="234"/>
                </a:lnTo>
                <a:lnTo>
                  <a:pt x="111" y="229"/>
                </a:lnTo>
                <a:lnTo>
                  <a:pt x="114" y="225"/>
                </a:lnTo>
                <a:lnTo>
                  <a:pt x="116" y="220"/>
                </a:lnTo>
                <a:lnTo>
                  <a:pt x="116" y="220"/>
                </a:lnTo>
                <a:lnTo>
                  <a:pt x="110" y="227"/>
                </a:lnTo>
                <a:lnTo>
                  <a:pt x="106" y="234"/>
                </a:lnTo>
                <a:lnTo>
                  <a:pt x="106" y="234"/>
                </a:lnTo>
                <a:close/>
                <a:moveTo>
                  <a:pt x="117" y="105"/>
                </a:moveTo>
                <a:lnTo>
                  <a:pt x="117" y="105"/>
                </a:lnTo>
                <a:lnTo>
                  <a:pt x="118" y="108"/>
                </a:lnTo>
                <a:lnTo>
                  <a:pt x="118" y="109"/>
                </a:lnTo>
                <a:lnTo>
                  <a:pt x="123" y="108"/>
                </a:lnTo>
                <a:lnTo>
                  <a:pt x="125" y="105"/>
                </a:lnTo>
                <a:lnTo>
                  <a:pt x="127" y="102"/>
                </a:lnTo>
                <a:lnTo>
                  <a:pt x="127" y="102"/>
                </a:lnTo>
                <a:lnTo>
                  <a:pt x="121" y="101"/>
                </a:lnTo>
                <a:lnTo>
                  <a:pt x="118" y="102"/>
                </a:lnTo>
                <a:lnTo>
                  <a:pt x="117" y="104"/>
                </a:lnTo>
                <a:lnTo>
                  <a:pt x="117" y="105"/>
                </a:lnTo>
                <a:lnTo>
                  <a:pt x="117" y="105"/>
                </a:lnTo>
                <a:close/>
                <a:moveTo>
                  <a:pt x="154" y="73"/>
                </a:moveTo>
                <a:lnTo>
                  <a:pt x="154" y="73"/>
                </a:lnTo>
                <a:lnTo>
                  <a:pt x="155" y="71"/>
                </a:lnTo>
                <a:lnTo>
                  <a:pt x="155" y="70"/>
                </a:lnTo>
                <a:lnTo>
                  <a:pt x="154" y="69"/>
                </a:lnTo>
                <a:lnTo>
                  <a:pt x="151" y="69"/>
                </a:lnTo>
                <a:lnTo>
                  <a:pt x="151" y="69"/>
                </a:lnTo>
                <a:lnTo>
                  <a:pt x="148" y="70"/>
                </a:lnTo>
                <a:lnTo>
                  <a:pt x="149" y="73"/>
                </a:lnTo>
                <a:lnTo>
                  <a:pt x="151" y="73"/>
                </a:lnTo>
                <a:lnTo>
                  <a:pt x="154" y="73"/>
                </a:lnTo>
                <a:lnTo>
                  <a:pt x="154" y="73"/>
                </a:lnTo>
                <a:close/>
              </a:path>
            </a:pathLst>
          </a:custGeom>
          <a:solidFill>
            <a:srgbClr val="FFC000"/>
          </a:solidFill>
          <a:ln w="9525">
            <a:noFill/>
            <a:round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grpSp>
        <p:nvGrpSpPr>
          <p:cNvPr id="257" name="组合 256"/>
          <p:cNvGrpSpPr/>
          <p:nvPr/>
        </p:nvGrpSpPr>
        <p:grpSpPr>
          <a:xfrm>
            <a:off x="6737626" y="1341250"/>
            <a:ext cx="1341837" cy="428035"/>
            <a:chOff x="1499734" y="1836011"/>
            <a:chExt cx="1723530" cy="785645"/>
          </a:xfrm>
        </p:grpSpPr>
        <p:sp>
          <p:nvSpPr>
            <p:cNvPr id="258" name="任意多边形 257"/>
            <p:cNvSpPr/>
            <p:nvPr>
              <p:custDataLst>
                <p:tags r:id="rId14"/>
              </p:custDataLst>
            </p:nvPr>
          </p:nvSpPr>
          <p:spPr>
            <a:xfrm>
              <a:off x="1862723" y="1836011"/>
              <a:ext cx="1360541" cy="764760"/>
            </a:xfrm>
            <a:custGeom>
              <a:avLst/>
              <a:gdLst>
                <a:gd name="connsiteX0" fmla="*/ 3108161 w 5108590"/>
                <a:gd name="connsiteY0" fmla="*/ 0 h 2871537"/>
                <a:gd name="connsiteX1" fmla="*/ 3989444 w 5108590"/>
                <a:gd name="connsiteY1" fmla="*/ 400035 h 2871537"/>
                <a:gd name="connsiteX2" fmla="*/ 4086693 w 5108590"/>
                <a:gd name="connsiteY2" fmla="*/ 563266 h 2871537"/>
                <a:gd name="connsiteX3" fmla="*/ 4131348 w 5108590"/>
                <a:gd name="connsiteY3" fmla="*/ 534900 h 2871537"/>
                <a:gd name="connsiteX4" fmla="*/ 4405156 w 5108590"/>
                <a:gd name="connsiteY4" fmla="*/ 465220 h 2871537"/>
                <a:gd name="connsiteX5" fmla="*/ 5108590 w 5108590"/>
                <a:gd name="connsiteY5" fmla="*/ 1102292 h 2871537"/>
                <a:gd name="connsiteX6" fmla="*/ 4798453 w 5108590"/>
                <a:gd name="connsiteY6" fmla="*/ 1640226 h 2871537"/>
                <a:gd name="connsiteX7" fmla="*/ 4794480 w 5108590"/>
                <a:gd name="connsiteY7" fmla="*/ 1642029 h 2871537"/>
                <a:gd name="connsiteX8" fmla="*/ 4815013 w 5108590"/>
                <a:gd name="connsiteY8" fmla="*/ 1704408 h 2871537"/>
                <a:gd name="connsiteX9" fmla="*/ 4832286 w 5108590"/>
                <a:gd name="connsiteY9" fmla="*/ 1872313 h 2871537"/>
                <a:gd name="connsiteX10" fmla="*/ 3982054 w 5108590"/>
                <a:gd name="connsiteY10" fmla="*/ 2642334 h 2871537"/>
                <a:gd name="connsiteX11" fmla="*/ 3380849 w 5108590"/>
                <a:gd name="connsiteY11" fmla="*/ 2353576 h 2871537"/>
                <a:gd name="connsiteX12" fmla="*/ 3379137 w 5108590"/>
                <a:gd name="connsiteY12" fmla="*/ 2351518 h 2871537"/>
                <a:gd name="connsiteX13" fmla="*/ 3307654 w 5108590"/>
                <a:gd name="connsiteY13" fmla="*/ 2471502 h 2871537"/>
                <a:gd name="connsiteX14" fmla="*/ 2426371 w 5108590"/>
                <a:gd name="connsiteY14" fmla="*/ 2871537 h 2871537"/>
                <a:gd name="connsiteX15" fmla="*/ 1447099 w 5108590"/>
                <a:gd name="connsiteY15" fmla="*/ 2194760 h 2871537"/>
                <a:gd name="connsiteX16" fmla="*/ 1418508 w 5108590"/>
                <a:gd name="connsiteY16" fmla="*/ 2124456 h 2871537"/>
                <a:gd name="connsiteX17" fmla="*/ 1325605 w 5108590"/>
                <a:gd name="connsiteY17" fmla="*/ 2190236 h 2871537"/>
                <a:gd name="connsiteX18" fmla="*/ 850232 w 5108590"/>
                <a:gd name="connsiteY18" fmla="*/ 2310063 h 2871537"/>
                <a:gd name="connsiteX19" fmla="*/ 0 w 5108590"/>
                <a:gd name="connsiteY19" fmla="*/ 1540042 h 2871537"/>
                <a:gd name="connsiteX20" fmla="*/ 850232 w 5108590"/>
                <a:gd name="connsiteY20" fmla="*/ 770021 h 2871537"/>
                <a:gd name="connsiteX21" fmla="*/ 1021583 w 5108590"/>
                <a:gd name="connsiteY21" fmla="*/ 783848 h 2871537"/>
                <a:gd name="connsiteX22" fmla="*/ 1029246 w 5108590"/>
                <a:gd name="connsiteY22" fmla="*/ 785791 h 2871537"/>
                <a:gd name="connsiteX23" fmla="*/ 1026695 w 5108590"/>
                <a:gd name="connsiteY23" fmla="*/ 770021 h 2871537"/>
                <a:gd name="connsiteX24" fmla="*/ 1876927 w 5108590"/>
                <a:gd name="connsiteY24" fmla="*/ 0 h 2871537"/>
                <a:gd name="connsiteX25" fmla="*/ 2478132 w 5108590"/>
                <a:gd name="connsiteY25" fmla="*/ 208922 h 2871537"/>
                <a:gd name="connsiteX26" fmla="*/ 2500065 w 5108590"/>
                <a:gd name="connsiteY26" fmla="*/ 232394 h 2871537"/>
                <a:gd name="connsiteX27" fmla="*/ 2513944 w 5108590"/>
                <a:gd name="connsiteY27" fmla="*/ 219952 h 2871537"/>
                <a:gd name="connsiteX28" fmla="*/ 3108161 w 5108590"/>
                <a:gd name="connsiteY28" fmla="*/ 0 h 28715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5108590" h="2871537">
                  <a:moveTo>
                    <a:pt x="3108161" y="0"/>
                  </a:moveTo>
                  <a:cubicBezTo>
                    <a:pt x="3475013" y="0"/>
                    <a:pt x="3798453" y="146705"/>
                    <a:pt x="3989444" y="400035"/>
                  </a:cubicBezTo>
                  <a:lnTo>
                    <a:pt x="4086693" y="563266"/>
                  </a:lnTo>
                  <a:lnTo>
                    <a:pt x="4131348" y="534900"/>
                  </a:lnTo>
                  <a:cubicBezTo>
                    <a:pt x="4215506" y="491765"/>
                    <a:pt x="4308032" y="465220"/>
                    <a:pt x="4405156" y="465220"/>
                  </a:cubicBezTo>
                  <a:cubicBezTo>
                    <a:pt x="4793652" y="465220"/>
                    <a:pt x="5108590" y="713796"/>
                    <a:pt x="5108590" y="1102292"/>
                  </a:cubicBezTo>
                  <a:cubicBezTo>
                    <a:pt x="5108590" y="1345102"/>
                    <a:pt x="4985568" y="1533256"/>
                    <a:pt x="4798453" y="1640226"/>
                  </a:cubicBezTo>
                  <a:lnTo>
                    <a:pt x="4794480" y="1642029"/>
                  </a:lnTo>
                  <a:lnTo>
                    <a:pt x="4815013" y="1704408"/>
                  </a:lnTo>
                  <a:cubicBezTo>
                    <a:pt x="4826338" y="1757563"/>
                    <a:pt x="4832286" y="1813617"/>
                    <a:pt x="4832286" y="1872313"/>
                  </a:cubicBezTo>
                  <a:cubicBezTo>
                    <a:pt x="4832286" y="2341883"/>
                    <a:pt x="4451624" y="2642334"/>
                    <a:pt x="3982054" y="2642334"/>
                  </a:cubicBezTo>
                  <a:cubicBezTo>
                    <a:pt x="3747269" y="2642334"/>
                    <a:pt x="3534711" y="2513997"/>
                    <a:pt x="3380849" y="2353576"/>
                  </a:cubicBezTo>
                  <a:lnTo>
                    <a:pt x="3379137" y="2351518"/>
                  </a:lnTo>
                  <a:lnTo>
                    <a:pt x="3307654" y="2471502"/>
                  </a:lnTo>
                  <a:cubicBezTo>
                    <a:pt x="3116662" y="2724832"/>
                    <a:pt x="2793223" y="2871537"/>
                    <a:pt x="2426371" y="2871537"/>
                  </a:cubicBezTo>
                  <a:cubicBezTo>
                    <a:pt x="1986149" y="2871537"/>
                    <a:pt x="1608440" y="2510590"/>
                    <a:pt x="1447099" y="2194760"/>
                  </a:cubicBezTo>
                  <a:lnTo>
                    <a:pt x="1418508" y="2124456"/>
                  </a:lnTo>
                  <a:lnTo>
                    <a:pt x="1325605" y="2190236"/>
                  </a:lnTo>
                  <a:cubicBezTo>
                    <a:pt x="1189907" y="2267812"/>
                    <a:pt x="1026321" y="2310063"/>
                    <a:pt x="850232" y="2310063"/>
                  </a:cubicBezTo>
                  <a:cubicBezTo>
                    <a:pt x="380662" y="2310063"/>
                    <a:pt x="0" y="1796716"/>
                    <a:pt x="0" y="1540042"/>
                  </a:cubicBezTo>
                  <a:cubicBezTo>
                    <a:pt x="0" y="1283368"/>
                    <a:pt x="380662" y="770021"/>
                    <a:pt x="850232" y="770021"/>
                  </a:cubicBezTo>
                  <a:cubicBezTo>
                    <a:pt x="908928" y="770021"/>
                    <a:pt x="966235" y="774716"/>
                    <a:pt x="1021583" y="783848"/>
                  </a:cubicBezTo>
                  <a:lnTo>
                    <a:pt x="1029246" y="785791"/>
                  </a:lnTo>
                  <a:lnTo>
                    <a:pt x="1026695" y="770021"/>
                  </a:lnTo>
                  <a:cubicBezTo>
                    <a:pt x="1026695" y="513347"/>
                    <a:pt x="1407357" y="0"/>
                    <a:pt x="1876927" y="0"/>
                  </a:cubicBezTo>
                  <a:cubicBezTo>
                    <a:pt x="2111712" y="0"/>
                    <a:pt x="2324270" y="75113"/>
                    <a:pt x="2478132" y="208922"/>
                  </a:cubicBezTo>
                  <a:lnTo>
                    <a:pt x="2500065" y="232394"/>
                  </a:lnTo>
                  <a:lnTo>
                    <a:pt x="2513944" y="219952"/>
                  </a:lnTo>
                  <a:cubicBezTo>
                    <a:pt x="2683567" y="90237"/>
                    <a:pt x="2888050" y="0"/>
                    <a:pt x="3108161" y="0"/>
                  </a:cubicBezTo>
                  <a:close/>
                </a:path>
              </a:pathLst>
            </a:custGeom>
            <a:solidFill>
              <a:schemeClr val="bg1"/>
            </a:solidFill>
            <a:ln w="19050">
              <a:solidFill>
                <a:srgbClr val="1F4E79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noAutofit/>
            </a:bodyPr>
            <a:lstStyle/>
            <a:p>
              <a:pPr algn="ctr"/>
              <a:endParaRPr lang="zh-CN" altLang="en-US"/>
            </a:p>
          </p:txBody>
        </p:sp>
        <p:sp>
          <p:nvSpPr>
            <p:cNvPr id="259" name="任意多边形 258"/>
            <p:cNvSpPr/>
            <p:nvPr>
              <p:custDataLst>
                <p:tags r:id="rId15"/>
              </p:custDataLst>
            </p:nvPr>
          </p:nvSpPr>
          <p:spPr>
            <a:xfrm>
              <a:off x="1499734" y="2157271"/>
              <a:ext cx="770022" cy="464385"/>
            </a:xfrm>
            <a:custGeom>
              <a:avLst/>
              <a:gdLst>
                <a:gd name="connsiteX0" fmla="*/ 3108161 w 5108590"/>
                <a:gd name="connsiteY0" fmla="*/ 0 h 2871537"/>
                <a:gd name="connsiteX1" fmla="*/ 3989444 w 5108590"/>
                <a:gd name="connsiteY1" fmla="*/ 400035 h 2871537"/>
                <a:gd name="connsiteX2" fmla="*/ 4086693 w 5108590"/>
                <a:gd name="connsiteY2" fmla="*/ 563266 h 2871537"/>
                <a:gd name="connsiteX3" fmla="*/ 4131348 w 5108590"/>
                <a:gd name="connsiteY3" fmla="*/ 534900 h 2871537"/>
                <a:gd name="connsiteX4" fmla="*/ 4405156 w 5108590"/>
                <a:gd name="connsiteY4" fmla="*/ 465220 h 2871537"/>
                <a:gd name="connsiteX5" fmla="*/ 5108590 w 5108590"/>
                <a:gd name="connsiteY5" fmla="*/ 1102292 h 2871537"/>
                <a:gd name="connsiteX6" fmla="*/ 4798453 w 5108590"/>
                <a:gd name="connsiteY6" fmla="*/ 1640226 h 2871537"/>
                <a:gd name="connsiteX7" fmla="*/ 4794480 w 5108590"/>
                <a:gd name="connsiteY7" fmla="*/ 1642029 h 2871537"/>
                <a:gd name="connsiteX8" fmla="*/ 4815013 w 5108590"/>
                <a:gd name="connsiteY8" fmla="*/ 1704408 h 2871537"/>
                <a:gd name="connsiteX9" fmla="*/ 4832286 w 5108590"/>
                <a:gd name="connsiteY9" fmla="*/ 1872313 h 2871537"/>
                <a:gd name="connsiteX10" fmla="*/ 3982054 w 5108590"/>
                <a:gd name="connsiteY10" fmla="*/ 2642334 h 2871537"/>
                <a:gd name="connsiteX11" fmla="*/ 3380849 w 5108590"/>
                <a:gd name="connsiteY11" fmla="*/ 2353576 h 2871537"/>
                <a:gd name="connsiteX12" fmla="*/ 3379137 w 5108590"/>
                <a:gd name="connsiteY12" fmla="*/ 2351518 h 2871537"/>
                <a:gd name="connsiteX13" fmla="*/ 3307654 w 5108590"/>
                <a:gd name="connsiteY13" fmla="*/ 2471502 h 2871537"/>
                <a:gd name="connsiteX14" fmla="*/ 2426371 w 5108590"/>
                <a:gd name="connsiteY14" fmla="*/ 2871537 h 2871537"/>
                <a:gd name="connsiteX15" fmla="*/ 1447099 w 5108590"/>
                <a:gd name="connsiteY15" fmla="*/ 2194760 h 2871537"/>
                <a:gd name="connsiteX16" fmla="*/ 1418508 w 5108590"/>
                <a:gd name="connsiteY16" fmla="*/ 2124456 h 2871537"/>
                <a:gd name="connsiteX17" fmla="*/ 1325605 w 5108590"/>
                <a:gd name="connsiteY17" fmla="*/ 2190236 h 2871537"/>
                <a:gd name="connsiteX18" fmla="*/ 850232 w 5108590"/>
                <a:gd name="connsiteY18" fmla="*/ 2310063 h 2871537"/>
                <a:gd name="connsiteX19" fmla="*/ 0 w 5108590"/>
                <a:gd name="connsiteY19" fmla="*/ 1540042 h 2871537"/>
                <a:gd name="connsiteX20" fmla="*/ 850232 w 5108590"/>
                <a:gd name="connsiteY20" fmla="*/ 770021 h 2871537"/>
                <a:gd name="connsiteX21" fmla="*/ 1021583 w 5108590"/>
                <a:gd name="connsiteY21" fmla="*/ 783848 h 2871537"/>
                <a:gd name="connsiteX22" fmla="*/ 1029246 w 5108590"/>
                <a:gd name="connsiteY22" fmla="*/ 785791 h 2871537"/>
                <a:gd name="connsiteX23" fmla="*/ 1026695 w 5108590"/>
                <a:gd name="connsiteY23" fmla="*/ 770021 h 2871537"/>
                <a:gd name="connsiteX24" fmla="*/ 1876927 w 5108590"/>
                <a:gd name="connsiteY24" fmla="*/ 0 h 2871537"/>
                <a:gd name="connsiteX25" fmla="*/ 2478132 w 5108590"/>
                <a:gd name="connsiteY25" fmla="*/ 208922 h 2871537"/>
                <a:gd name="connsiteX26" fmla="*/ 2500065 w 5108590"/>
                <a:gd name="connsiteY26" fmla="*/ 232394 h 2871537"/>
                <a:gd name="connsiteX27" fmla="*/ 2513944 w 5108590"/>
                <a:gd name="connsiteY27" fmla="*/ 219952 h 2871537"/>
                <a:gd name="connsiteX28" fmla="*/ 3108161 w 5108590"/>
                <a:gd name="connsiteY28" fmla="*/ 0 h 28715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5108590" h="2871537">
                  <a:moveTo>
                    <a:pt x="3108161" y="0"/>
                  </a:moveTo>
                  <a:cubicBezTo>
                    <a:pt x="3475013" y="0"/>
                    <a:pt x="3798453" y="146705"/>
                    <a:pt x="3989444" y="400035"/>
                  </a:cubicBezTo>
                  <a:lnTo>
                    <a:pt x="4086693" y="563266"/>
                  </a:lnTo>
                  <a:lnTo>
                    <a:pt x="4131348" y="534900"/>
                  </a:lnTo>
                  <a:cubicBezTo>
                    <a:pt x="4215506" y="491765"/>
                    <a:pt x="4308032" y="465220"/>
                    <a:pt x="4405156" y="465220"/>
                  </a:cubicBezTo>
                  <a:cubicBezTo>
                    <a:pt x="4793652" y="465220"/>
                    <a:pt x="5108590" y="713796"/>
                    <a:pt x="5108590" y="1102292"/>
                  </a:cubicBezTo>
                  <a:cubicBezTo>
                    <a:pt x="5108590" y="1345102"/>
                    <a:pt x="4985568" y="1533256"/>
                    <a:pt x="4798453" y="1640226"/>
                  </a:cubicBezTo>
                  <a:lnTo>
                    <a:pt x="4794480" y="1642029"/>
                  </a:lnTo>
                  <a:lnTo>
                    <a:pt x="4815013" y="1704408"/>
                  </a:lnTo>
                  <a:cubicBezTo>
                    <a:pt x="4826338" y="1757563"/>
                    <a:pt x="4832286" y="1813617"/>
                    <a:pt x="4832286" y="1872313"/>
                  </a:cubicBezTo>
                  <a:cubicBezTo>
                    <a:pt x="4832286" y="2341883"/>
                    <a:pt x="4451624" y="2642334"/>
                    <a:pt x="3982054" y="2642334"/>
                  </a:cubicBezTo>
                  <a:cubicBezTo>
                    <a:pt x="3747269" y="2642334"/>
                    <a:pt x="3534711" y="2513997"/>
                    <a:pt x="3380849" y="2353576"/>
                  </a:cubicBezTo>
                  <a:lnTo>
                    <a:pt x="3379137" y="2351518"/>
                  </a:lnTo>
                  <a:lnTo>
                    <a:pt x="3307654" y="2471502"/>
                  </a:lnTo>
                  <a:cubicBezTo>
                    <a:pt x="3116662" y="2724832"/>
                    <a:pt x="2793223" y="2871537"/>
                    <a:pt x="2426371" y="2871537"/>
                  </a:cubicBezTo>
                  <a:cubicBezTo>
                    <a:pt x="1986149" y="2871537"/>
                    <a:pt x="1608440" y="2510590"/>
                    <a:pt x="1447099" y="2194760"/>
                  </a:cubicBezTo>
                  <a:lnTo>
                    <a:pt x="1418508" y="2124456"/>
                  </a:lnTo>
                  <a:lnTo>
                    <a:pt x="1325605" y="2190236"/>
                  </a:lnTo>
                  <a:cubicBezTo>
                    <a:pt x="1189907" y="2267812"/>
                    <a:pt x="1026321" y="2310063"/>
                    <a:pt x="850232" y="2310063"/>
                  </a:cubicBezTo>
                  <a:cubicBezTo>
                    <a:pt x="380662" y="2310063"/>
                    <a:pt x="0" y="1796716"/>
                    <a:pt x="0" y="1540042"/>
                  </a:cubicBezTo>
                  <a:cubicBezTo>
                    <a:pt x="0" y="1283368"/>
                    <a:pt x="380662" y="770021"/>
                    <a:pt x="850232" y="770021"/>
                  </a:cubicBezTo>
                  <a:cubicBezTo>
                    <a:pt x="908928" y="770021"/>
                    <a:pt x="966235" y="774716"/>
                    <a:pt x="1021583" y="783848"/>
                  </a:cubicBezTo>
                  <a:lnTo>
                    <a:pt x="1029246" y="785791"/>
                  </a:lnTo>
                  <a:lnTo>
                    <a:pt x="1026695" y="770021"/>
                  </a:lnTo>
                  <a:cubicBezTo>
                    <a:pt x="1026695" y="513347"/>
                    <a:pt x="1407357" y="0"/>
                    <a:pt x="1876927" y="0"/>
                  </a:cubicBezTo>
                  <a:cubicBezTo>
                    <a:pt x="2111712" y="0"/>
                    <a:pt x="2324270" y="75113"/>
                    <a:pt x="2478132" y="208922"/>
                  </a:cubicBezTo>
                  <a:lnTo>
                    <a:pt x="2500065" y="232394"/>
                  </a:lnTo>
                  <a:lnTo>
                    <a:pt x="2513944" y="219952"/>
                  </a:lnTo>
                  <a:cubicBezTo>
                    <a:pt x="2683567" y="90237"/>
                    <a:pt x="2888050" y="0"/>
                    <a:pt x="3108161" y="0"/>
                  </a:cubicBezTo>
                  <a:close/>
                </a:path>
              </a:pathLst>
            </a:custGeom>
            <a:solidFill>
              <a:schemeClr val="bg1"/>
            </a:solidFill>
            <a:ln w="19050">
              <a:solidFill>
                <a:srgbClr val="1F4E79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noAutofit/>
            </a:bodyPr>
            <a:lstStyle/>
            <a:p>
              <a:pPr algn="ctr"/>
              <a:endParaRPr lang="zh-CN" altLang="en-US"/>
            </a:p>
          </p:txBody>
        </p:sp>
      </p:grpSp>
      <p:grpSp>
        <p:nvGrpSpPr>
          <p:cNvPr id="260" name="Group 22"/>
          <p:cNvGrpSpPr/>
          <p:nvPr/>
        </p:nvGrpSpPr>
        <p:grpSpPr>
          <a:xfrm>
            <a:off x="395576" y="4067441"/>
            <a:ext cx="953802" cy="435606"/>
            <a:chOff x="0" y="-1"/>
            <a:chExt cx="1887191" cy="861891"/>
          </a:xfrm>
        </p:grpSpPr>
        <p:sp>
          <p:nvSpPr>
            <p:cNvPr id="261" name="Shape 20"/>
            <p:cNvSpPr/>
            <p:nvPr>
              <p:custDataLst>
                <p:tags r:id="rId12"/>
              </p:custDataLst>
            </p:nvPr>
          </p:nvSpPr>
          <p:spPr>
            <a:xfrm>
              <a:off x="279400" y="406400"/>
              <a:ext cx="1606206" cy="45549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74" h="20451" extrusionOk="0">
                  <a:moveTo>
                    <a:pt x="0" y="19208"/>
                  </a:moveTo>
                  <a:cubicBezTo>
                    <a:pt x="4851" y="18183"/>
                    <a:pt x="8348" y="15830"/>
                    <a:pt x="11759" y="14762"/>
                  </a:cubicBezTo>
                  <a:cubicBezTo>
                    <a:pt x="14906" y="13777"/>
                    <a:pt x="17829" y="8081"/>
                    <a:pt x="19986" y="0"/>
                  </a:cubicBezTo>
                  <a:cubicBezTo>
                    <a:pt x="21056" y="3168"/>
                    <a:pt x="21600" y="19813"/>
                    <a:pt x="21573" y="19813"/>
                  </a:cubicBezTo>
                  <a:cubicBezTo>
                    <a:pt x="17828" y="19813"/>
                    <a:pt x="14082" y="19819"/>
                    <a:pt x="10337" y="19818"/>
                  </a:cubicBezTo>
                  <a:cubicBezTo>
                    <a:pt x="8484" y="19817"/>
                    <a:pt x="6631" y="19817"/>
                    <a:pt x="4779" y="19809"/>
                  </a:cubicBezTo>
                  <a:cubicBezTo>
                    <a:pt x="3446" y="19802"/>
                    <a:pt x="1189" y="21600"/>
                    <a:pt x="0" y="19208"/>
                  </a:cubicBezTo>
                  <a:close/>
                </a:path>
              </a:pathLst>
            </a:custGeom>
            <a:solidFill>
              <a:srgbClr val="E7E4EA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457200">
                <a:defRPr sz="3000">
                  <a:solidFill>
                    <a:srgbClr val="FFFFFF"/>
                  </a:solidFill>
                  <a:effectLst>
                    <a:outerShdw blurRad="38100" dist="12700" dir="5400000" rotWithShape="0">
                      <a:srgbClr val="000000">
                        <a:alpha val="50000"/>
                      </a:srgbClr>
                    </a:outerShdw>
                  </a:effectLst>
                </a:defRPr>
              </a:pPr>
              <a:endParaRPr/>
            </a:p>
          </p:txBody>
        </p:sp>
        <p:sp>
          <p:nvSpPr>
            <p:cNvPr id="262" name="Shape 21"/>
            <p:cNvSpPr/>
            <p:nvPr>
              <p:custDataLst>
                <p:tags r:id="rId13"/>
              </p:custDataLst>
            </p:nvPr>
          </p:nvSpPr>
          <p:spPr>
            <a:xfrm>
              <a:off x="0" y="-1"/>
              <a:ext cx="1887191" cy="848841"/>
            </a:xfrm>
            <a:custGeom>
              <a:avLst/>
              <a:gdLst>
                <a:gd name="connsiteX0" fmla="*/ 7770 w 21600"/>
                <a:gd name="connsiteY0" fmla="*/ 21519 h 23557"/>
                <a:gd name="connsiteX1" fmla="*/ 0 w 21600"/>
                <a:gd name="connsiteY1" fmla="*/ 21519 h 23557"/>
                <a:gd name="connsiteX2" fmla="*/ 745 w 21600"/>
                <a:gd name="connsiteY2" fmla="*/ 12132 h 23557"/>
                <a:gd name="connsiteX3" fmla="*/ 4557 w 21600"/>
                <a:gd name="connsiteY3" fmla="*/ 10885 h 23557"/>
                <a:gd name="connsiteX4" fmla="*/ 8782 w 21600"/>
                <a:gd name="connsiteY4" fmla="*/ 1 h 23557"/>
                <a:gd name="connsiteX5" fmla="*/ 13726 w 21600"/>
                <a:gd name="connsiteY5" fmla="*/ 11178 h 23557"/>
                <a:gd name="connsiteX6" fmla="*/ 19043 w 21600"/>
                <a:gd name="connsiteY6" fmla="*/ 7147 h 23557"/>
                <a:gd name="connsiteX7" fmla="*/ 21600 w 21600"/>
                <a:gd name="connsiteY7" fmla="*/ 21519 h 23557"/>
                <a:gd name="connsiteX8" fmla="*/ 8690 w 21600"/>
                <a:gd name="connsiteY8" fmla="*/ 23557 h 23557"/>
                <a:gd name="connsiteX0-1" fmla="*/ 7770 w 21600"/>
                <a:gd name="connsiteY0-2" fmla="*/ 21519 h 21519"/>
                <a:gd name="connsiteX1-3" fmla="*/ 0 w 21600"/>
                <a:gd name="connsiteY1-4" fmla="*/ 21519 h 21519"/>
                <a:gd name="connsiteX2-5" fmla="*/ 745 w 21600"/>
                <a:gd name="connsiteY2-6" fmla="*/ 12132 h 21519"/>
                <a:gd name="connsiteX3-7" fmla="*/ 4557 w 21600"/>
                <a:gd name="connsiteY3-8" fmla="*/ 10885 h 21519"/>
                <a:gd name="connsiteX4-9" fmla="*/ 8782 w 21600"/>
                <a:gd name="connsiteY4-10" fmla="*/ 1 h 21519"/>
                <a:gd name="connsiteX5-11" fmla="*/ 13726 w 21600"/>
                <a:gd name="connsiteY5-12" fmla="*/ 11178 h 21519"/>
                <a:gd name="connsiteX6-13" fmla="*/ 19043 w 21600"/>
                <a:gd name="connsiteY6-14" fmla="*/ 7147 h 21519"/>
                <a:gd name="connsiteX7-15" fmla="*/ 21600 w 21600"/>
                <a:gd name="connsiteY7-16" fmla="*/ 21519 h 21519"/>
                <a:gd name="connsiteX0-17" fmla="*/ 0 w 21600"/>
                <a:gd name="connsiteY0-18" fmla="*/ 21519 h 21519"/>
                <a:gd name="connsiteX1-19" fmla="*/ 745 w 21600"/>
                <a:gd name="connsiteY1-20" fmla="*/ 12132 h 21519"/>
                <a:gd name="connsiteX2-21" fmla="*/ 4557 w 21600"/>
                <a:gd name="connsiteY2-22" fmla="*/ 10885 h 21519"/>
                <a:gd name="connsiteX3-23" fmla="*/ 8782 w 21600"/>
                <a:gd name="connsiteY3-24" fmla="*/ 1 h 21519"/>
                <a:gd name="connsiteX4-25" fmla="*/ 13726 w 21600"/>
                <a:gd name="connsiteY4-26" fmla="*/ 11178 h 21519"/>
                <a:gd name="connsiteX5-27" fmla="*/ 19043 w 21600"/>
                <a:gd name="connsiteY5-28" fmla="*/ 7147 h 21519"/>
                <a:gd name="connsiteX6-29" fmla="*/ 21600 w 21600"/>
                <a:gd name="connsiteY6-30" fmla="*/ 21519 h 21519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21600" h="21519" extrusionOk="0">
                  <a:moveTo>
                    <a:pt x="0" y="21519"/>
                  </a:moveTo>
                  <a:cubicBezTo>
                    <a:pt x="53" y="17915"/>
                    <a:pt x="143" y="14345"/>
                    <a:pt x="745" y="12132"/>
                  </a:cubicBezTo>
                  <a:cubicBezTo>
                    <a:pt x="1347" y="9920"/>
                    <a:pt x="2460" y="9063"/>
                    <a:pt x="4557" y="10885"/>
                  </a:cubicBezTo>
                  <a:cubicBezTo>
                    <a:pt x="4266" y="3514"/>
                    <a:pt x="6464" y="-81"/>
                    <a:pt x="8782" y="1"/>
                  </a:cubicBezTo>
                  <a:cubicBezTo>
                    <a:pt x="11100" y="83"/>
                    <a:pt x="13537" y="3842"/>
                    <a:pt x="13726" y="11178"/>
                  </a:cubicBezTo>
                  <a:cubicBezTo>
                    <a:pt x="14814" y="7849"/>
                    <a:pt x="17234" y="5175"/>
                    <a:pt x="19043" y="7147"/>
                  </a:cubicBezTo>
                  <a:cubicBezTo>
                    <a:pt x="21193" y="9491"/>
                    <a:pt x="21277" y="16976"/>
                    <a:pt x="21600" y="21519"/>
                  </a:cubicBezTo>
                </a:path>
              </a:pathLst>
            </a:custGeom>
            <a:noFill/>
            <a:ln w="38100" cap="flat">
              <a:solidFill>
                <a:srgbClr val="1F4E79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457200">
                <a:defRPr sz="3000">
                  <a:solidFill>
                    <a:srgbClr val="FFFFFF"/>
                  </a:solidFill>
                  <a:effectLst>
                    <a:outerShdw blurRad="38100" dist="12700" dir="5400000" rotWithShape="0">
                      <a:srgbClr val="000000">
                        <a:alpha val="50000"/>
                      </a:srgbClr>
                    </a:outerShdw>
                  </a:effectLst>
                </a:defRPr>
              </a:pPr>
              <a:endParaRPr/>
            </a:p>
          </p:txBody>
        </p:sp>
      </p:grpSp>
      <p:grpSp>
        <p:nvGrpSpPr>
          <p:cNvPr id="264" name="Group 98"/>
          <p:cNvGrpSpPr/>
          <p:nvPr/>
        </p:nvGrpSpPr>
        <p:grpSpPr>
          <a:xfrm rot="1262012">
            <a:off x="1397198" y="1449667"/>
            <a:ext cx="673320" cy="842234"/>
            <a:chOff x="0" y="0"/>
            <a:chExt cx="1561716" cy="1953500"/>
          </a:xfrm>
        </p:grpSpPr>
        <p:grpSp>
          <p:nvGrpSpPr>
            <p:cNvPr id="265" name="Group 90"/>
            <p:cNvGrpSpPr/>
            <p:nvPr/>
          </p:nvGrpSpPr>
          <p:grpSpPr>
            <a:xfrm>
              <a:off x="622299" y="723900"/>
              <a:ext cx="539187" cy="576209"/>
              <a:chOff x="0" y="0"/>
              <a:chExt cx="539185" cy="576208"/>
            </a:xfrm>
          </p:grpSpPr>
          <p:sp>
            <p:nvSpPr>
              <p:cNvPr id="273" name="Shape 88"/>
              <p:cNvSpPr/>
              <p:nvPr>
                <p:custDataLst>
                  <p:tags r:id="rId10"/>
                </p:custDataLst>
              </p:nvPr>
            </p:nvSpPr>
            <p:spPr>
              <a:xfrm>
                <a:off x="-1" y="0"/>
                <a:ext cx="539187" cy="576209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124" h="17472" extrusionOk="0">
                    <a:moveTo>
                      <a:pt x="17716" y="14514"/>
                    </a:moveTo>
                    <a:cubicBezTo>
                      <a:pt x="20957" y="10991"/>
                      <a:pt x="21156" y="5148"/>
                      <a:pt x="16903" y="2098"/>
                    </a:cubicBezTo>
                    <a:cubicBezTo>
                      <a:pt x="10629" y="-2401"/>
                      <a:pt x="569" y="729"/>
                      <a:pt x="21" y="7726"/>
                    </a:cubicBezTo>
                    <a:cubicBezTo>
                      <a:pt x="-444" y="13669"/>
                      <a:pt x="6904" y="19199"/>
                      <a:pt x="13877" y="16965"/>
                    </a:cubicBezTo>
                    <a:cubicBezTo>
                      <a:pt x="15420" y="16471"/>
                      <a:pt x="16714" y="15603"/>
                      <a:pt x="17716" y="14514"/>
                    </a:cubicBezTo>
                    <a:close/>
                  </a:path>
                </a:pathLst>
              </a:custGeom>
              <a:solidFill>
                <a:srgbClr val="E7E4EA"/>
              </a:solidFill>
              <a:ln w="28575" cap="flat">
                <a:solidFill>
                  <a:srgbClr val="1F4E79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defTabSz="457200">
                  <a:defRPr sz="3000">
                    <a:solidFill>
                      <a:srgbClr val="FFFFFF"/>
                    </a:solidFill>
                    <a:effectLst>
                      <a:outerShdw blurRad="38100" dist="12700" dir="5400000" rotWithShape="0">
                        <a:srgbClr val="000000">
                          <a:alpha val="50000"/>
                        </a:srgbClr>
                      </a:outerShdw>
                    </a:effectLst>
                  </a:defRPr>
                </a:pPr>
                <a:endParaRPr/>
              </a:p>
            </p:txBody>
          </p:sp>
          <p:sp>
            <p:nvSpPr>
              <p:cNvPr id="274" name="Shape 89"/>
              <p:cNvSpPr/>
              <p:nvPr>
                <p:custDataLst>
                  <p:tags r:id="rId11"/>
                </p:custDataLst>
              </p:nvPr>
            </p:nvSpPr>
            <p:spPr>
              <a:xfrm>
                <a:off x="114300" y="114300"/>
                <a:ext cx="320568" cy="34257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125" h="17472" extrusionOk="0">
                    <a:moveTo>
                      <a:pt x="17716" y="14515"/>
                    </a:moveTo>
                    <a:cubicBezTo>
                      <a:pt x="20957" y="10992"/>
                      <a:pt x="21156" y="5149"/>
                      <a:pt x="16903" y="2099"/>
                    </a:cubicBezTo>
                    <a:cubicBezTo>
                      <a:pt x="10629" y="-2400"/>
                      <a:pt x="569" y="730"/>
                      <a:pt x="21" y="7727"/>
                    </a:cubicBezTo>
                    <a:cubicBezTo>
                      <a:pt x="-444" y="13670"/>
                      <a:pt x="6904" y="19200"/>
                      <a:pt x="13878" y="16966"/>
                    </a:cubicBezTo>
                    <a:cubicBezTo>
                      <a:pt x="15420" y="16471"/>
                      <a:pt x="16714" y="15604"/>
                      <a:pt x="17716" y="14515"/>
                    </a:cubicBezTo>
                    <a:close/>
                  </a:path>
                </a:pathLst>
              </a:custGeom>
              <a:solidFill>
                <a:srgbClr val="FDD67A"/>
              </a:solidFill>
              <a:ln w="28575" cap="flat">
                <a:solidFill>
                  <a:srgbClr val="1F4E79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defTabSz="457200">
                  <a:defRPr sz="3000">
                    <a:solidFill>
                      <a:srgbClr val="FFFFFF"/>
                    </a:solidFill>
                    <a:effectLst>
                      <a:outerShdw blurRad="38100" dist="12700" dir="5400000" rotWithShape="0">
                        <a:srgbClr val="000000">
                          <a:alpha val="50000"/>
                        </a:srgbClr>
                      </a:outerShdw>
                    </a:effectLst>
                  </a:defRPr>
                </a:pPr>
                <a:endParaRPr/>
              </a:p>
            </p:txBody>
          </p:sp>
        </p:grpSp>
        <p:grpSp>
          <p:nvGrpSpPr>
            <p:cNvPr id="266" name="Group 97"/>
            <p:cNvGrpSpPr/>
            <p:nvPr/>
          </p:nvGrpSpPr>
          <p:grpSpPr>
            <a:xfrm>
              <a:off x="0" y="-1"/>
              <a:ext cx="1561717" cy="1953502"/>
              <a:chOff x="0" y="0"/>
              <a:chExt cx="1561716" cy="1953500"/>
            </a:xfrm>
          </p:grpSpPr>
          <p:sp>
            <p:nvSpPr>
              <p:cNvPr id="267" name="Shape 91"/>
              <p:cNvSpPr/>
              <p:nvPr>
                <p:custDataLst>
                  <p:tags r:id="rId4"/>
                </p:custDataLst>
              </p:nvPr>
            </p:nvSpPr>
            <p:spPr>
              <a:xfrm>
                <a:off x="-1" y="0"/>
                <a:ext cx="1561718" cy="1953501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113" h="21575" extrusionOk="0">
                    <a:moveTo>
                      <a:pt x="4422" y="10273"/>
                    </a:moveTo>
                    <a:cubicBezTo>
                      <a:pt x="4988" y="10128"/>
                      <a:pt x="5596" y="10037"/>
                      <a:pt x="6024" y="10128"/>
                    </a:cubicBezTo>
                    <a:cubicBezTo>
                      <a:pt x="7105" y="8239"/>
                      <a:pt x="8932" y="6998"/>
                      <a:pt x="10714" y="5587"/>
                    </a:cubicBezTo>
                    <a:cubicBezTo>
                      <a:pt x="12697" y="4016"/>
                      <a:pt x="14777" y="2735"/>
                      <a:pt x="17151" y="1581"/>
                    </a:cubicBezTo>
                    <a:cubicBezTo>
                      <a:pt x="18423" y="962"/>
                      <a:pt x="19735" y="449"/>
                      <a:pt x="21109" y="0"/>
                    </a:cubicBezTo>
                    <a:cubicBezTo>
                      <a:pt x="21057" y="17"/>
                      <a:pt x="21261" y="2955"/>
                      <a:pt x="20839" y="4745"/>
                    </a:cubicBezTo>
                    <a:cubicBezTo>
                      <a:pt x="20497" y="6196"/>
                      <a:pt x="20104" y="7587"/>
                      <a:pt x="19402" y="8948"/>
                    </a:cubicBezTo>
                    <a:cubicBezTo>
                      <a:pt x="18832" y="10055"/>
                      <a:pt x="18455" y="11150"/>
                      <a:pt x="17794" y="12230"/>
                    </a:cubicBezTo>
                    <a:cubicBezTo>
                      <a:pt x="17708" y="12371"/>
                      <a:pt x="16484" y="14383"/>
                      <a:pt x="16436" y="14360"/>
                    </a:cubicBezTo>
                    <a:cubicBezTo>
                      <a:pt x="16949" y="14631"/>
                      <a:pt x="17118" y="15843"/>
                      <a:pt x="17101" y="16284"/>
                    </a:cubicBezTo>
                    <a:cubicBezTo>
                      <a:pt x="17074" y="17045"/>
                      <a:pt x="16801" y="18083"/>
                      <a:pt x="16459" y="18783"/>
                    </a:cubicBezTo>
                    <a:cubicBezTo>
                      <a:pt x="15792" y="20152"/>
                      <a:pt x="14589" y="21319"/>
                      <a:pt x="12593" y="21505"/>
                    </a:cubicBezTo>
                    <a:cubicBezTo>
                      <a:pt x="12169" y="21545"/>
                      <a:pt x="11727" y="21600"/>
                      <a:pt x="11302" y="21562"/>
                    </a:cubicBezTo>
                    <a:cubicBezTo>
                      <a:pt x="11902" y="21366"/>
                      <a:pt x="12300" y="20667"/>
                      <a:pt x="12472" y="20196"/>
                    </a:cubicBezTo>
                    <a:cubicBezTo>
                      <a:pt x="12593" y="19865"/>
                      <a:pt x="12628" y="19516"/>
                      <a:pt x="12567" y="19173"/>
                    </a:cubicBezTo>
                    <a:cubicBezTo>
                      <a:pt x="12547" y="19061"/>
                      <a:pt x="12120" y="18241"/>
                      <a:pt x="12133" y="18225"/>
                    </a:cubicBezTo>
                    <a:cubicBezTo>
                      <a:pt x="11577" y="18901"/>
                      <a:pt x="10529" y="19406"/>
                      <a:pt x="9649" y="19755"/>
                    </a:cubicBezTo>
                    <a:cubicBezTo>
                      <a:pt x="9055" y="19528"/>
                      <a:pt x="7992" y="18910"/>
                      <a:pt x="7621" y="18704"/>
                    </a:cubicBezTo>
                    <a:cubicBezTo>
                      <a:pt x="6788" y="18241"/>
                      <a:pt x="5993" y="17735"/>
                      <a:pt x="5229" y="17198"/>
                    </a:cubicBezTo>
                    <a:cubicBezTo>
                      <a:pt x="4963" y="17011"/>
                      <a:pt x="4136" y="16487"/>
                      <a:pt x="4026" y="16251"/>
                    </a:cubicBezTo>
                    <a:cubicBezTo>
                      <a:pt x="3931" y="16045"/>
                      <a:pt x="4554" y="14389"/>
                      <a:pt x="4437" y="14350"/>
                    </a:cubicBezTo>
                    <a:cubicBezTo>
                      <a:pt x="3946" y="14185"/>
                      <a:pt x="3105" y="14445"/>
                      <a:pt x="2643" y="14602"/>
                    </a:cubicBezTo>
                    <a:cubicBezTo>
                      <a:pt x="2110" y="14785"/>
                      <a:pt x="835" y="15557"/>
                      <a:pt x="800" y="16582"/>
                    </a:cubicBezTo>
                    <a:cubicBezTo>
                      <a:pt x="-339" y="15137"/>
                      <a:pt x="-266" y="13495"/>
                      <a:pt x="1050" y="12196"/>
                    </a:cubicBezTo>
                    <a:cubicBezTo>
                      <a:pt x="1672" y="11583"/>
                      <a:pt x="2430" y="11014"/>
                      <a:pt x="3301" y="10647"/>
                    </a:cubicBezTo>
                    <a:cubicBezTo>
                      <a:pt x="3585" y="10527"/>
                      <a:pt x="3992" y="10384"/>
                      <a:pt x="4422" y="10273"/>
                    </a:cubicBezTo>
                    <a:close/>
                  </a:path>
                </a:pathLst>
              </a:custGeom>
              <a:noFill/>
              <a:ln w="28575" cap="flat">
                <a:solidFill>
                  <a:srgbClr val="1F4E79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defTabSz="457200">
                  <a:defRPr sz="3000">
                    <a:solidFill>
                      <a:srgbClr val="FFFFFF"/>
                    </a:solidFill>
                    <a:effectLst>
                      <a:outerShdw blurRad="38100" dist="12700" dir="5400000" rotWithShape="0">
                        <a:srgbClr val="000000">
                          <a:alpha val="50000"/>
                        </a:srgbClr>
                      </a:outerShdw>
                    </a:effectLst>
                  </a:defRPr>
                </a:pPr>
                <a:endParaRPr/>
              </a:p>
            </p:txBody>
          </p:sp>
          <p:sp>
            <p:nvSpPr>
              <p:cNvPr id="268" name="Shape 92"/>
              <p:cNvSpPr/>
              <p:nvPr>
                <p:custDataLst>
                  <p:tags r:id="rId5"/>
                </p:custDataLst>
              </p:nvPr>
            </p:nvSpPr>
            <p:spPr>
              <a:xfrm>
                <a:off x="1066800" y="266700"/>
                <a:ext cx="431366" cy="289037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0" y="0"/>
                    </a:moveTo>
                    <a:cubicBezTo>
                      <a:pt x="2379" y="6426"/>
                      <a:pt x="7227" y="11376"/>
                      <a:pt x="11452" y="14964"/>
                    </a:cubicBezTo>
                    <a:cubicBezTo>
                      <a:pt x="13898" y="17041"/>
                      <a:pt x="19295" y="20423"/>
                      <a:pt x="21600" y="21600"/>
                    </a:cubicBezTo>
                  </a:path>
                </a:pathLst>
              </a:custGeom>
              <a:noFill/>
              <a:ln w="28575" cap="flat">
                <a:solidFill>
                  <a:srgbClr val="1F4E79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defTabSz="457200">
                  <a:defRPr sz="3000">
                    <a:solidFill>
                      <a:srgbClr val="FFFFFF"/>
                    </a:solidFill>
                    <a:effectLst>
                      <a:outerShdw blurRad="38100" dist="12700" dir="5400000" rotWithShape="0">
                        <a:srgbClr val="000000">
                          <a:alpha val="50000"/>
                        </a:srgbClr>
                      </a:outerShdw>
                    </a:effectLst>
                  </a:defRPr>
                </a:pPr>
                <a:endParaRPr/>
              </a:p>
            </p:txBody>
          </p:sp>
          <p:sp>
            <p:nvSpPr>
              <p:cNvPr id="269" name="Shape 93"/>
              <p:cNvSpPr/>
              <p:nvPr>
                <p:custDataLst>
                  <p:tags r:id="rId6"/>
                </p:custDataLst>
              </p:nvPr>
            </p:nvSpPr>
            <p:spPr>
              <a:xfrm>
                <a:off x="1003300" y="317500"/>
                <a:ext cx="479079" cy="32755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0" y="0"/>
                    </a:moveTo>
                    <a:cubicBezTo>
                      <a:pt x="2142" y="5671"/>
                      <a:pt x="7183" y="11692"/>
                      <a:pt x="10987" y="14858"/>
                    </a:cubicBezTo>
                    <a:cubicBezTo>
                      <a:pt x="13189" y="16691"/>
                      <a:pt x="19525" y="20561"/>
                      <a:pt x="21600" y="21600"/>
                    </a:cubicBezTo>
                  </a:path>
                </a:pathLst>
              </a:custGeom>
              <a:noFill/>
              <a:ln w="28575" cap="flat">
                <a:solidFill>
                  <a:srgbClr val="1F4E79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defTabSz="457200">
                  <a:defRPr sz="3000">
                    <a:solidFill>
                      <a:srgbClr val="FFFFFF"/>
                    </a:solidFill>
                    <a:effectLst>
                      <a:outerShdw blurRad="38100" dist="12700" dir="5400000" rotWithShape="0">
                        <a:srgbClr val="000000">
                          <a:alpha val="50000"/>
                        </a:srgbClr>
                      </a:outerShdw>
                    </a:effectLst>
                  </a:defRPr>
                </a:pPr>
                <a:endParaRPr/>
              </a:p>
            </p:txBody>
          </p:sp>
          <p:sp>
            <p:nvSpPr>
              <p:cNvPr id="270" name="Shape 94"/>
              <p:cNvSpPr/>
              <p:nvPr>
                <p:custDataLst>
                  <p:tags r:id="rId7"/>
                </p:custDataLst>
              </p:nvPr>
            </p:nvSpPr>
            <p:spPr>
              <a:xfrm>
                <a:off x="317500" y="1028700"/>
                <a:ext cx="84374" cy="267501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0" y="21600"/>
                    </a:moveTo>
                    <a:cubicBezTo>
                      <a:pt x="4016" y="15315"/>
                      <a:pt x="14405" y="5985"/>
                      <a:pt x="21600" y="0"/>
                    </a:cubicBezTo>
                  </a:path>
                </a:pathLst>
              </a:custGeom>
              <a:noFill/>
              <a:ln w="28575" cap="flat">
                <a:solidFill>
                  <a:srgbClr val="1F4E79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defTabSz="457200">
                  <a:defRPr sz="3000">
                    <a:solidFill>
                      <a:srgbClr val="FFFFFF"/>
                    </a:solidFill>
                    <a:effectLst>
                      <a:outerShdw blurRad="38100" dist="12700" dir="5400000" rotWithShape="0">
                        <a:srgbClr val="000000">
                          <a:alpha val="50000"/>
                        </a:srgbClr>
                      </a:outerShdw>
                    </a:effectLst>
                  </a:defRPr>
                </a:pPr>
                <a:endParaRPr/>
              </a:p>
            </p:txBody>
          </p:sp>
          <p:sp>
            <p:nvSpPr>
              <p:cNvPr id="271" name="Shape 95"/>
              <p:cNvSpPr/>
              <p:nvPr>
                <p:custDataLst>
                  <p:tags r:id="rId8"/>
                </p:custDataLst>
              </p:nvPr>
            </p:nvSpPr>
            <p:spPr>
              <a:xfrm>
                <a:off x="889000" y="1409700"/>
                <a:ext cx="194631" cy="241629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0" y="21600"/>
                    </a:moveTo>
                    <a:cubicBezTo>
                      <a:pt x="8151" y="14365"/>
                      <a:pt x="14301" y="8151"/>
                      <a:pt x="21600" y="0"/>
                    </a:cubicBezTo>
                  </a:path>
                </a:pathLst>
              </a:custGeom>
              <a:noFill/>
              <a:ln w="28575" cap="flat">
                <a:solidFill>
                  <a:srgbClr val="1F4E79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defTabSz="457200">
                  <a:defRPr sz="3000">
                    <a:solidFill>
                      <a:srgbClr val="FFFFFF"/>
                    </a:solidFill>
                    <a:effectLst>
                      <a:outerShdw blurRad="38100" dist="12700" dir="5400000" rotWithShape="0">
                        <a:srgbClr val="000000">
                          <a:alpha val="50000"/>
                        </a:srgbClr>
                      </a:outerShdw>
                    </a:effectLst>
                  </a:defRPr>
                </a:pPr>
                <a:endParaRPr/>
              </a:p>
            </p:txBody>
          </p:sp>
          <p:sp>
            <p:nvSpPr>
              <p:cNvPr id="272" name="Shape 96"/>
              <p:cNvSpPr/>
              <p:nvPr>
                <p:custDataLst>
                  <p:tags r:id="rId9"/>
                </p:custDataLst>
              </p:nvPr>
            </p:nvSpPr>
            <p:spPr>
              <a:xfrm>
                <a:off x="304800" y="1358900"/>
                <a:ext cx="514350" cy="34925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0" y="0"/>
                    </a:moveTo>
                    <a:cubicBezTo>
                      <a:pt x="2445" y="1850"/>
                      <a:pt x="4122" y="5622"/>
                      <a:pt x="6224" y="8181"/>
                    </a:cubicBezTo>
                    <a:cubicBezTo>
                      <a:pt x="8411" y="10843"/>
                      <a:pt x="10777" y="13242"/>
                      <a:pt x="13131" y="15565"/>
                    </a:cubicBezTo>
                    <a:cubicBezTo>
                      <a:pt x="15743" y="18141"/>
                      <a:pt x="18474" y="20652"/>
                      <a:pt x="21600" y="21600"/>
                    </a:cubicBezTo>
                  </a:path>
                </a:pathLst>
              </a:custGeom>
              <a:noFill/>
              <a:ln w="28575" cap="flat">
                <a:solidFill>
                  <a:srgbClr val="1F4E79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defTabSz="457200">
                  <a:defRPr sz="3000">
                    <a:solidFill>
                      <a:srgbClr val="FFFFFF"/>
                    </a:solidFill>
                    <a:effectLst>
                      <a:outerShdw blurRad="38100" dist="12700" dir="5400000" rotWithShape="0">
                        <a:srgbClr val="000000">
                          <a:alpha val="50000"/>
                        </a:srgbClr>
                      </a:outerShdw>
                    </a:effectLst>
                  </a:defRPr>
                </a:pPr>
                <a:endParaRPr/>
              </a:p>
            </p:txBody>
          </p:sp>
        </p:grpSp>
      </p:grpSp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2394011" y="1210140"/>
            <a:ext cx="4321691" cy="2851208"/>
          </a:xfrm>
        </p:spPr>
        <p:txBody>
          <a:bodyPr>
            <a:normAutofit/>
          </a:bodyPr>
          <a:lstStyle/>
          <a:p>
            <a:r>
              <a:rPr lang="en-US" altLang="zh-CN" sz="5400" dirty="0"/>
              <a:t>Stack</a:t>
            </a: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FD752B5B-A998-4951-B51D-36F673174679}" type="slidenum">
              <a:rPr lang="zh-CN" altLang="en-US" sz="465" smtClean="0"/>
              <a:pPr>
                <a:defRPr/>
              </a:pPr>
              <a:t>28</a:t>
            </a:fld>
            <a:endParaRPr lang="zh-CN" altLang="en-US" sz="465"/>
          </a:p>
        </p:txBody>
      </p:sp>
      <p:sp>
        <p:nvSpPr>
          <p:cNvPr id="3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fld id="{EE071124-8146-4972-8DF9-5D50CD7241CE}" type="datetime1">
              <a:rPr lang="zh-CN" altLang="en-US" sz="465" smtClean="0"/>
              <a:pPr>
                <a:defRPr/>
              </a:pPr>
              <a:t>2025/12/16</a:t>
            </a:fld>
            <a:endParaRPr lang="zh-CN" altLang="en-US" sz="465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altLang="zh-CN" sz="465" dirty="0"/>
              <a:t>Stacks and Queues - Lecture 6</a:t>
            </a:r>
            <a:endParaRPr lang="zh-CN" altLang="en-US" sz="465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500"/>
                            </p:stCondLst>
                            <p:childTnLst>
                              <p:par>
                                <p:cTn id="1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2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32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5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6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26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7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26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8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6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9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26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矩形 4"/>
          <p:cNvSpPr/>
          <p:nvPr>
            <p:custDataLst>
              <p:tags r:id="rId1"/>
            </p:custDataLst>
          </p:nvPr>
        </p:nvSpPr>
        <p:spPr>
          <a:xfrm>
            <a:off x="207010" y="708025"/>
            <a:ext cx="3023235" cy="1530350"/>
          </a:xfrm>
          <a:prstGeom prst="rect">
            <a:avLst/>
          </a:prstGeom>
          <a:solidFill>
            <a:srgbClr val="1E7AB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350">
              <a:latin typeface="Noto Serif CJK SC" panose="02020400000000000000" pitchFamily="18" charset="-122"/>
              <a:ea typeface="FZHei-B01S" panose="02010601030101010101" pitchFamily="2" charset="-122"/>
              <a:sym typeface="Noto Serif CJK SC" panose="02020400000000000000" pitchFamily="18" charset="-122"/>
            </a:endParaRPr>
          </a:p>
        </p:txBody>
      </p:sp>
      <p:sp>
        <p:nvSpPr>
          <p:cNvPr id="6" name="矩形 5"/>
          <p:cNvSpPr/>
          <p:nvPr>
            <p:custDataLst>
              <p:tags r:id="rId2"/>
            </p:custDataLst>
          </p:nvPr>
        </p:nvSpPr>
        <p:spPr>
          <a:xfrm>
            <a:off x="207010" y="1406525"/>
            <a:ext cx="5513070" cy="489521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350">
              <a:latin typeface="Noto Serif CJK SC" panose="02020400000000000000" pitchFamily="18" charset="-122"/>
              <a:ea typeface="FZHei-B01S" panose="02010601030101010101" pitchFamily="2" charset="-122"/>
              <a:sym typeface="Noto Serif CJK SC" panose="02020400000000000000" pitchFamily="18" charset="-122"/>
            </a:endParaRPr>
          </a:p>
        </p:txBody>
      </p:sp>
      <p:sp>
        <p:nvSpPr>
          <p:cNvPr id="7" name="Title 1"/>
          <p:cNvSpPr>
            <a:spLocks noGrp="1"/>
          </p:cNvSpPr>
          <p:nvPr>
            <p:custDataLst>
              <p:tags r:id="rId3"/>
            </p:custDataLst>
          </p:nvPr>
        </p:nvSpPr>
        <p:spPr>
          <a:xfrm>
            <a:off x="368935" y="751840"/>
            <a:ext cx="2773045" cy="72136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5335" kern="120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+mj-ea"/>
                <a:cs typeface="Times New Roman" panose="02020603050405020304" pitchFamily="18" charset="0"/>
              </a:defRPr>
            </a:lvl1pPr>
          </a:lstStyle>
          <a:p>
            <a:r>
              <a:rPr lang="en-US" altLang="zh-CN" sz="3600" dirty="0">
                <a:solidFill>
                  <a:schemeClr val="bg1"/>
                </a:solidFill>
              </a:rPr>
              <a:t>What is Stack</a:t>
            </a:r>
          </a:p>
        </p:txBody>
      </p:sp>
      <p:pic>
        <p:nvPicPr>
          <p:cNvPr id="16" name="图片 15" descr="华工标志（透明版"/>
          <p:cNvPicPr>
            <a:picLocks noChangeAspect="1"/>
          </p:cNvPicPr>
          <p:nvPr>
            <p:custDataLst>
              <p:tags r:id="rId4"/>
            </p:custDataLst>
          </p:nvPr>
        </p:nvPicPr>
        <p:blipFill>
          <a:blip r:embed="rId6" cstate="print"/>
          <a:stretch>
            <a:fillRect/>
          </a:stretch>
        </p:blipFill>
        <p:spPr>
          <a:xfrm>
            <a:off x="7740015" y="116205"/>
            <a:ext cx="1230630" cy="1230630"/>
          </a:xfrm>
          <a:prstGeom prst="rect">
            <a:avLst/>
          </a:prstGeom>
        </p:spPr>
      </p:pic>
      <p:sp>
        <p:nvSpPr>
          <p:cNvPr id="67587" name="内容占位符 4"/>
          <p:cNvSpPr>
            <a:spLocks noGrp="1"/>
          </p:cNvSpPr>
          <p:nvPr>
            <p:ph idx="1"/>
          </p:nvPr>
        </p:nvSpPr>
        <p:spPr>
          <a:xfrm>
            <a:off x="274955" y="1613535"/>
            <a:ext cx="5252720" cy="4351020"/>
          </a:xfrm>
        </p:spPr>
        <p:txBody>
          <a:bodyPr>
            <a:noAutofit/>
          </a:bodyPr>
          <a:lstStyle/>
          <a:p>
            <a:pPr fontAlgn="auto">
              <a:lnSpc>
                <a:spcPct val="150000"/>
              </a:lnSpc>
              <a:spcBef>
                <a:spcPts val="600"/>
              </a:spcBef>
            </a:pPr>
            <a:r>
              <a:rPr lang="en-US" altLang="zh-CN" sz="2000" dirty="0"/>
              <a:t>A list for which Insert and Delete are allowed only at one end of the list (the top)</a:t>
            </a:r>
          </a:p>
          <a:p>
            <a:pPr lvl="1" fontAlgn="auto">
              <a:lnSpc>
                <a:spcPct val="150000"/>
              </a:lnSpc>
              <a:spcBef>
                <a:spcPts val="600"/>
              </a:spcBef>
            </a:pPr>
            <a:r>
              <a:rPr lang="en-US" altLang="zh-CN" sz="1800" dirty="0"/>
              <a:t>the implementation defines which end is the "top"</a:t>
            </a:r>
          </a:p>
          <a:p>
            <a:pPr lvl="1" fontAlgn="auto">
              <a:lnSpc>
                <a:spcPct val="150000"/>
              </a:lnSpc>
              <a:spcBef>
                <a:spcPts val="600"/>
              </a:spcBef>
            </a:pPr>
            <a:r>
              <a:rPr lang="en-US" altLang="zh-CN" sz="1800" dirty="0"/>
              <a:t>LIFO – Last in, First out</a:t>
            </a:r>
          </a:p>
          <a:p>
            <a:pPr fontAlgn="auto">
              <a:lnSpc>
                <a:spcPct val="150000"/>
              </a:lnSpc>
              <a:spcBef>
                <a:spcPts val="600"/>
              </a:spcBef>
            </a:pPr>
            <a:r>
              <a:rPr lang="en-US" altLang="zh-CN" sz="2000" dirty="0">
                <a:solidFill>
                  <a:srgbClr val="008000"/>
                </a:solidFill>
              </a:rPr>
              <a:t>Push</a:t>
            </a:r>
            <a:r>
              <a:rPr lang="en-US" altLang="zh-CN" sz="2000" dirty="0"/>
              <a:t>: Insert element at top</a:t>
            </a:r>
          </a:p>
          <a:p>
            <a:pPr fontAlgn="auto">
              <a:lnSpc>
                <a:spcPct val="150000"/>
              </a:lnSpc>
              <a:spcBef>
                <a:spcPts val="600"/>
              </a:spcBef>
            </a:pPr>
            <a:r>
              <a:rPr lang="en-US" altLang="zh-CN" sz="2000" dirty="0">
                <a:solidFill>
                  <a:srgbClr val="FF0000"/>
                </a:solidFill>
              </a:rPr>
              <a:t>Pop</a:t>
            </a:r>
            <a:r>
              <a:rPr lang="en-US" altLang="zh-CN" sz="2000" dirty="0"/>
              <a:t>: Remove and return top element (aka </a:t>
            </a:r>
            <a:r>
              <a:rPr lang="en-US" altLang="zh-CN" sz="2000" dirty="0" err="1"/>
              <a:t>TopAndPop</a:t>
            </a:r>
            <a:r>
              <a:rPr lang="en-US" altLang="zh-CN" sz="2000" dirty="0"/>
              <a:t>)</a:t>
            </a:r>
          </a:p>
          <a:p>
            <a:pPr fontAlgn="auto">
              <a:lnSpc>
                <a:spcPct val="150000"/>
              </a:lnSpc>
              <a:spcBef>
                <a:spcPts val="600"/>
              </a:spcBef>
            </a:pPr>
            <a:r>
              <a:rPr lang="en-US" altLang="zh-CN" sz="2000" dirty="0" err="1">
                <a:solidFill>
                  <a:srgbClr val="3A3AB9"/>
                </a:solidFill>
                <a:ea typeface="宋体" panose="02010600030101010101" pitchFamily="2" charset="-122"/>
              </a:rPr>
              <a:t>IsEmpty</a:t>
            </a:r>
            <a:r>
              <a:rPr lang="en-US" altLang="zh-CN" sz="2000" dirty="0"/>
              <a:t>: test for </a:t>
            </a:r>
            <a:r>
              <a:rPr lang="en-US" altLang="zh-CN" sz="2000" dirty="0" err="1"/>
              <a:t>emptyness</a:t>
            </a:r>
            <a:endParaRPr lang="en-US" altLang="zh-CN" sz="2000" dirty="0" err="1">
              <a:solidFill>
                <a:srgbClr val="FF0000"/>
              </a:solidFill>
            </a:endParaRPr>
          </a:p>
        </p:txBody>
      </p:sp>
      <p:sp>
        <p:nvSpPr>
          <p:cNvPr id="67588" name="Slide Number Placeholder 3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556895" indent="-213995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857250" indent="-1714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200150" indent="-1714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1543050" indent="-1714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1885950" indent="-1714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228850" indent="-1714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2571750" indent="-1714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2914650" indent="-1714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fld id="{39F7EE10-1D8A-4DF4-8EB3-C1D00618FA23}" type="slidenum">
              <a:rPr lang="zh-CN" altLang="en-US" sz="465" smtClean="0"/>
              <a:pPr/>
              <a:t>29</a:t>
            </a:fld>
            <a:endParaRPr lang="zh-CN" altLang="en-US" sz="465"/>
          </a:p>
        </p:txBody>
      </p:sp>
      <p:pic>
        <p:nvPicPr>
          <p:cNvPr id="3" name="图片 2"/>
          <p:cNvPicPr>
            <a:picLocks noChangeAspect="1"/>
          </p:cNvPicPr>
          <p:nvPr/>
        </p:nvPicPr>
        <p:blipFill>
          <a:blip r:embed="rId7" cstate="print"/>
          <a:stretch>
            <a:fillRect/>
          </a:stretch>
        </p:blipFill>
        <p:spPr>
          <a:xfrm>
            <a:off x="5814695" y="2565400"/>
            <a:ext cx="3166745" cy="2882900"/>
          </a:xfrm>
          <a:prstGeom prst="rect">
            <a:avLst/>
          </a:prstGeom>
        </p:spPr>
      </p:pic>
      <p:sp>
        <p:nvSpPr>
          <p:cNvPr id="2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fld id="{72BB793D-D92A-4DB6-8ED1-6648E2CA9696}" type="datetime1">
              <a:rPr lang="zh-CN" altLang="en-US" sz="465" smtClean="0"/>
              <a:pPr>
                <a:defRPr/>
              </a:pPr>
              <a:t>2025/12/16</a:t>
            </a:fld>
            <a:endParaRPr lang="zh-CN" altLang="en-US" sz="465" dirty="0"/>
          </a:p>
        </p:txBody>
      </p:sp>
      <p:sp>
        <p:nvSpPr>
          <p:cNvPr id="4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altLang="zh-CN" sz="465"/>
              <a:t>Stacks and Queues - Lecture 6</a:t>
            </a:r>
            <a:endParaRPr lang="zh-CN" altLang="en-US" sz="465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矩形 4"/>
          <p:cNvSpPr/>
          <p:nvPr>
            <p:custDataLst>
              <p:tags r:id="rId1"/>
            </p:custDataLst>
          </p:nvPr>
        </p:nvSpPr>
        <p:spPr>
          <a:xfrm>
            <a:off x="207010" y="708025"/>
            <a:ext cx="6644005" cy="1530350"/>
          </a:xfrm>
          <a:prstGeom prst="rect">
            <a:avLst/>
          </a:prstGeom>
          <a:solidFill>
            <a:srgbClr val="1E7AB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350">
              <a:latin typeface="Noto Serif CJK SC" panose="02020400000000000000" pitchFamily="18" charset="-122"/>
              <a:ea typeface="FZHei-B01S" panose="02010601030101010101" pitchFamily="2" charset="-122"/>
              <a:sym typeface="Noto Serif CJK SC" panose="02020400000000000000" pitchFamily="18" charset="-122"/>
            </a:endParaRPr>
          </a:p>
        </p:txBody>
      </p:sp>
      <p:sp>
        <p:nvSpPr>
          <p:cNvPr id="9" name="矩形 8"/>
          <p:cNvSpPr/>
          <p:nvPr>
            <p:custDataLst>
              <p:tags r:id="rId2"/>
            </p:custDataLst>
          </p:nvPr>
        </p:nvSpPr>
        <p:spPr>
          <a:xfrm>
            <a:off x="207010" y="1406525"/>
            <a:ext cx="8709660" cy="460184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350">
              <a:latin typeface="Noto Serif CJK SC" panose="02020400000000000000" pitchFamily="18" charset="-122"/>
              <a:ea typeface="FZHei-B01S" panose="02010601030101010101" pitchFamily="2" charset="-122"/>
              <a:sym typeface="Noto Serif CJK SC" panose="02020400000000000000" pitchFamily="18" charset="-122"/>
            </a:endParaRPr>
          </a:p>
        </p:txBody>
      </p:sp>
      <p:sp>
        <p:nvSpPr>
          <p:cNvPr id="11" name="Title 1"/>
          <p:cNvSpPr>
            <a:spLocks noGrp="1"/>
          </p:cNvSpPr>
          <p:nvPr>
            <p:custDataLst>
              <p:tags r:id="rId3"/>
            </p:custDataLst>
          </p:nvPr>
        </p:nvSpPr>
        <p:spPr>
          <a:xfrm>
            <a:off x="368935" y="751840"/>
            <a:ext cx="6528435" cy="72136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5335" kern="120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+mj-ea"/>
                <a:cs typeface="Times New Roman" panose="02020603050405020304" pitchFamily="18" charset="0"/>
              </a:defRPr>
            </a:lvl1pPr>
          </a:lstStyle>
          <a:p>
            <a:r>
              <a:rPr lang="en-US" altLang="zh-CN" sz="3200" dirty="0">
                <a:solidFill>
                  <a:schemeClr val="bg1"/>
                </a:solidFill>
              </a:rPr>
              <a:t>Two Basic Implementations of Stacks</a:t>
            </a:r>
          </a:p>
        </p:txBody>
      </p:sp>
      <p:pic>
        <p:nvPicPr>
          <p:cNvPr id="13" name="图片 12" descr="华工标志（透明版"/>
          <p:cNvPicPr>
            <a:picLocks noChangeAspect="1"/>
          </p:cNvPicPr>
          <p:nvPr>
            <p:custDataLst>
              <p:tags r:id="rId4"/>
            </p:custDataLst>
          </p:nvPr>
        </p:nvPicPr>
        <p:blipFill>
          <a:blip r:embed="rId40" cstate="print"/>
          <a:stretch>
            <a:fillRect/>
          </a:stretch>
        </p:blipFill>
        <p:spPr>
          <a:xfrm>
            <a:off x="7740015" y="116205"/>
            <a:ext cx="1230630" cy="1230630"/>
          </a:xfrm>
          <a:prstGeom prst="rect">
            <a:avLst/>
          </a:prstGeom>
        </p:spPr>
      </p:pic>
      <p:sp>
        <p:nvSpPr>
          <p:cNvPr id="36867" name="Rectangle 1027"/>
          <p:cNvSpPr>
            <a:spLocks noGrp="1" noChangeArrowheads="1"/>
          </p:cNvSpPr>
          <p:nvPr>
            <p:ph idx="1"/>
          </p:nvPr>
        </p:nvSpPr>
        <p:spPr bwMode="auto">
          <a:xfrm>
            <a:off x="633730" y="2187575"/>
            <a:ext cx="7886700" cy="3580130"/>
          </a:xfrm>
        </p:spPr>
        <p:txBody>
          <a:bodyPr wrap="square" numCol="1" anchor="t" anchorCtr="0" compatLnSpc="1"/>
          <a:lstStyle/>
          <a:p>
            <a:r>
              <a:rPr lang="en-US" altLang="zh-CN" dirty="0">
                <a:solidFill>
                  <a:srgbClr val="C00000"/>
                </a:solidFill>
                <a:ea typeface="宋体" panose="02010600030101010101" pitchFamily="2" charset="-122"/>
              </a:rPr>
              <a:t>Linked List</a:t>
            </a:r>
            <a:endParaRPr lang="en-US" altLang="zh-CN" dirty="0">
              <a:solidFill>
                <a:srgbClr val="5252D4"/>
              </a:solidFill>
              <a:ea typeface="宋体" panose="02010600030101010101" pitchFamily="2" charset="-122"/>
            </a:endParaRPr>
          </a:p>
          <a:p>
            <a:r>
              <a:rPr lang="en-US" altLang="zh-CN" dirty="0">
                <a:solidFill>
                  <a:srgbClr val="5252D4"/>
                </a:solidFill>
                <a:ea typeface="宋体" panose="02010600030101010101" pitchFamily="2" charset="-122"/>
              </a:rPr>
              <a:t>Array-based</a:t>
            </a:r>
          </a:p>
          <a:p>
            <a:pPr lvl="1"/>
            <a:r>
              <a:rPr lang="en-US" altLang="zh-CN" dirty="0">
                <a:ea typeface="宋体" panose="02010600030101010101" pitchFamily="2" charset="-122"/>
              </a:rPr>
              <a:t>The k items in the stack are the first k items in the array.</a:t>
            </a:r>
          </a:p>
        </p:txBody>
      </p:sp>
      <p:sp>
        <p:nvSpPr>
          <p:cNvPr id="2" name="日期占位符 3"/>
          <p:cNvSpPr>
            <a:spLocks noGrp="1"/>
          </p:cNvSpPr>
          <p:nvPr>
            <p:ph type="dt" sz="quarter" idx="10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lvl1pP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557530" indent="-214630"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857250" indent="-171450"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200150" indent="-171450"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543050" indent="-171450"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1885950" indent="-171450" eaLnBrk="0" fontAlgn="base" hangingPunct="0">
              <a:spcBef>
                <a:spcPct val="0"/>
              </a:spcBef>
              <a:spcAft>
                <a:spcPct val="0"/>
              </a:spcAf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228850" indent="-171450" eaLnBrk="0" fontAlgn="base" hangingPunct="0">
              <a:spcBef>
                <a:spcPct val="0"/>
              </a:spcBef>
              <a:spcAft>
                <a:spcPct val="0"/>
              </a:spcAf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2571750" indent="-171450" eaLnBrk="0" fontAlgn="base" hangingPunct="0">
              <a:spcBef>
                <a:spcPct val="0"/>
              </a:spcBef>
              <a:spcAft>
                <a:spcPct val="0"/>
              </a:spcAf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2914650" indent="-171450" eaLnBrk="0" fontAlgn="base" hangingPunct="0">
              <a:spcBef>
                <a:spcPct val="0"/>
              </a:spcBef>
              <a:spcAft>
                <a:spcPct val="0"/>
              </a:spcAf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defRPr/>
            </a:pPr>
            <a:fld id="{AF1CB27E-7EA2-440E-A628-A30E069853D8}" type="datetime1">
              <a:rPr lang="zh-CN" altLang="en-US" sz="790" smtClean="0"/>
              <a:pPr>
                <a:defRPr/>
              </a:pPr>
              <a:t>2025/12/16</a:t>
            </a:fld>
            <a:endParaRPr lang="en-US" altLang="zh-CN" sz="790"/>
          </a:p>
        </p:txBody>
      </p:sp>
      <p:sp>
        <p:nvSpPr>
          <p:cNvPr id="3" name="页脚占位符 4"/>
          <p:cNvSpPr>
            <a:spLocks noGrp="1"/>
          </p:cNvSpPr>
          <p:nvPr>
            <p:ph type="ftr" sz="quarter" idx="11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lvl1pP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557530" indent="-214630"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857250" indent="-171450"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200150" indent="-171450"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543050" indent="-171450"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1885950" indent="-171450" eaLnBrk="0" fontAlgn="base" hangingPunct="0">
              <a:spcBef>
                <a:spcPct val="0"/>
              </a:spcBef>
              <a:spcAft>
                <a:spcPct val="0"/>
              </a:spcAf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228850" indent="-171450" eaLnBrk="0" fontAlgn="base" hangingPunct="0">
              <a:spcBef>
                <a:spcPct val="0"/>
              </a:spcBef>
              <a:spcAft>
                <a:spcPct val="0"/>
              </a:spcAf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2571750" indent="-171450" eaLnBrk="0" fontAlgn="base" hangingPunct="0">
              <a:spcBef>
                <a:spcPct val="0"/>
              </a:spcBef>
              <a:spcAft>
                <a:spcPct val="0"/>
              </a:spcAf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2914650" indent="-171450" eaLnBrk="0" fontAlgn="base" hangingPunct="0">
              <a:spcBef>
                <a:spcPct val="0"/>
              </a:spcBef>
              <a:spcAft>
                <a:spcPct val="0"/>
              </a:spcAf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defRPr/>
            </a:pPr>
            <a:r>
              <a:rPr lang="en-US" altLang="zh-CN" sz="790"/>
              <a:t>Stacks and Queues - Lecture 6</a:t>
            </a:r>
          </a:p>
        </p:txBody>
      </p:sp>
      <p:sp>
        <p:nvSpPr>
          <p:cNvPr id="36868" name="灯片编号占位符 5"/>
          <p:cNvSpPr>
            <a:spLocks noGrp="1"/>
          </p:cNvSpPr>
          <p:nvPr>
            <p:ph type="sldNum" sz="quarter" idx="12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lvl1pP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557530" indent="-214630"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857250" indent="-171450"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200150" indent="-171450"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543050" indent="-171450"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1885950" indent="-171450" eaLnBrk="0" fontAlgn="base" hangingPunct="0">
              <a:spcBef>
                <a:spcPct val="0"/>
              </a:spcBef>
              <a:spcAft>
                <a:spcPct val="0"/>
              </a:spcAf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228850" indent="-171450" eaLnBrk="0" fontAlgn="base" hangingPunct="0">
              <a:spcBef>
                <a:spcPct val="0"/>
              </a:spcBef>
              <a:spcAft>
                <a:spcPct val="0"/>
              </a:spcAf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2571750" indent="-171450" eaLnBrk="0" fontAlgn="base" hangingPunct="0">
              <a:spcBef>
                <a:spcPct val="0"/>
              </a:spcBef>
              <a:spcAft>
                <a:spcPct val="0"/>
              </a:spcAf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2914650" indent="-171450" eaLnBrk="0" fontAlgn="base" hangingPunct="0">
              <a:spcBef>
                <a:spcPct val="0"/>
              </a:spcBef>
              <a:spcAft>
                <a:spcPct val="0"/>
              </a:spcAf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defRPr/>
            </a:pPr>
            <a:fld id="{B93AA191-82FB-4D34-A536-34EE6DB31045}" type="slidenum">
              <a:rPr lang="en-US" altLang="zh-CN" sz="790">
                <a:latin typeface="Times New Roman" panose="02020603050405020304" pitchFamily="18" charset="0"/>
              </a:rPr>
              <a:pPr>
                <a:defRPr/>
              </a:pPr>
              <a:t>30</a:t>
            </a:fld>
            <a:endParaRPr lang="en-US" altLang="zh-CN" sz="790">
              <a:latin typeface="Times New Roman" panose="02020603050405020304" pitchFamily="18" charset="0"/>
            </a:endParaRPr>
          </a:p>
        </p:txBody>
      </p:sp>
      <p:grpSp>
        <p:nvGrpSpPr>
          <p:cNvPr id="1425" name="组合 1424"/>
          <p:cNvGrpSpPr/>
          <p:nvPr/>
        </p:nvGrpSpPr>
        <p:grpSpPr>
          <a:xfrm rot="21000000">
            <a:off x="7730490" y="4954270"/>
            <a:ext cx="914400" cy="935355"/>
            <a:chOff x="6108700" y="2038350"/>
            <a:chExt cx="787400" cy="804863"/>
          </a:xfrm>
          <a:solidFill>
            <a:schemeClr val="accent1">
              <a:lumMod val="75000"/>
              <a:alpha val="36000"/>
            </a:schemeClr>
          </a:solidFill>
        </p:grpSpPr>
        <p:sp>
          <p:nvSpPr>
            <p:cNvPr id="1426" name="Freeform 757"/>
            <p:cNvSpPr/>
            <p:nvPr>
              <p:custDataLst>
                <p:tags r:id="rId5"/>
              </p:custDataLst>
            </p:nvPr>
          </p:nvSpPr>
          <p:spPr bwMode="auto">
            <a:xfrm>
              <a:off x="6137275" y="2403475"/>
              <a:ext cx="25400" cy="46038"/>
            </a:xfrm>
            <a:custGeom>
              <a:avLst/>
              <a:gdLst/>
              <a:ahLst/>
              <a:cxnLst>
                <a:cxn ang="0">
                  <a:pos x="38" y="4"/>
                </a:cxn>
                <a:cxn ang="0">
                  <a:pos x="38" y="4"/>
                </a:cxn>
                <a:cxn ang="0">
                  <a:pos x="37" y="9"/>
                </a:cxn>
                <a:cxn ang="0">
                  <a:pos x="35" y="14"/>
                </a:cxn>
                <a:cxn ang="0">
                  <a:pos x="31" y="24"/>
                </a:cxn>
                <a:cxn ang="0">
                  <a:pos x="20" y="43"/>
                </a:cxn>
                <a:cxn ang="0">
                  <a:pos x="20" y="43"/>
                </a:cxn>
                <a:cxn ang="0">
                  <a:pos x="9" y="60"/>
                </a:cxn>
                <a:cxn ang="0">
                  <a:pos x="5" y="68"/>
                </a:cxn>
                <a:cxn ang="0">
                  <a:pos x="0" y="78"/>
                </a:cxn>
                <a:cxn ang="0">
                  <a:pos x="0" y="78"/>
                </a:cxn>
                <a:cxn ang="0">
                  <a:pos x="0" y="80"/>
                </a:cxn>
                <a:cxn ang="0">
                  <a:pos x="0" y="82"/>
                </a:cxn>
                <a:cxn ang="0">
                  <a:pos x="3" y="84"/>
                </a:cxn>
                <a:cxn ang="0">
                  <a:pos x="4" y="85"/>
                </a:cxn>
                <a:cxn ang="0">
                  <a:pos x="6" y="85"/>
                </a:cxn>
                <a:cxn ang="0">
                  <a:pos x="7" y="84"/>
                </a:cxn>
                <a:cxn ang="0">
                  <a:pos x="8" y="83"/>
                </a:cxn>
                <a:cxn ang="0">
                  <a:pos x="8" y="83"/>
                </a:cxn>
                <a:cxn ang="0">
                  <a:pos x="14" y="71"/>
                </a:cxn>
                <a:cxn ang="0">
                  <a:pos x="20" y="61"/>
                </a:cxn>
                <a:cxn ang="0">
                  <a:pos x="26" y="50"/>
                </a:cxn>
                <a:cxn ang="0">
                  <a:pos x="32" y="39"/>
                </a:cxn>
                <a:cxn ang="0">
                  <a:pos x="32" y="39"/>
                </a:cxn>
                <a:cxn ang="0">
                  <a:pos x="41" y="23"/>
                </a:cxn>
                <a:cxn ang="0">
                  <a:pos x="46" y="13"/>
                </a:cxn>
                <a:cxn ang="0">
                  <a:pos x="47" y="9"/>
                </a:cxn>
                <a:cxn ang="0">
                  <a:pos x="48" y="4"/>
                </a:cxn>
                <a:cxn ang="0">
                  <a:pos x="48" y="4"/>
                </a:cxn>
                <a:cxn ang="0">
                  <a:pos x="48" y="2"/>
                </a:cxn>
                <a:cxn ang="0">
                  <a:pos x="47" y="1"/>
                </a:cxn>
                <a:cxn ang="0">
                  <a:pos x="45" y="0"/>
                </a:cxn>
                <a:cxn ang="0">
                  <a:pos x="43" y="0"/>
                </a:cxn>
                <a:cxn ang="0">
                  <a:pos x="39" y="1"/>
                </a:cxn>
                <a:cxn ang="0">
                  <a:pos x="38" y="2"/>
                </a:cxn>
                <a:cxn ang="0">
                  <a:pos x="38" y="4"/>
                </a:cxn>
                <a:cxn ang="0">
                  <a:pos x="38" y="4"/>
                </a:cxn>
              </a:cxnLst>
              <a:rect l="0" t="0" r="r" b="b"/>
              <a:pathLst>
                <a:path w="48" h="85">
                  <a:moveTo>
                    <a:pt x="38" y="4"/>
                  </a:moveTo>
                  <a:lnTo>
                    <a:pt x="38" y="4"/>
                  </a:lnTo>
                  <a:lnTo>
                    <a:pt x="37" y="9"/>
                  </a:lnTo>
                  <a:lnTo>
                    <a:pt x="35" y="14"/>
                  </a:lnTo>
                  <a:lnTo>
                    <a:pt x="31" y="24"/>
                  </a:lnTo>
                  <a:lnTo>
                    <a:pt x="20" y="43"/>
                  </a:lnTo>
                  <a:lnTo>
                    <a:pt x="20" y="43"/>
                  </a:lnTo>
                  <a:lnTo>
                    <a:pt x="9" y="60"/>
                  </a:lnTo>
                  <a:lnTo>
                    <a:pt x="5" y="68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80"/>
                  </a:lnTo>
                  <a:lnTo>
                    <a:pt x="0" y="82"/>
                  </a:lnTo>
                  <a:lnTo>
                    <a:pt x="3" y="84"/>
                  </a:lnTo>
                  <a:lnTo>
                    <a:pt x="4" y="85"/>
                  </a:lnTo>
                  <a:lnTo>
                    <a:pt x="6" y="85"/>
                  </a:lnTo>
                  <a:lnTo>
                    <a:pt x="7" y="84"/>
                  </a:lnTo>
                  <a:lnTo>
                    <a:pt x="8" y="83"/>
                  </a:lnTo>
                  <a:lnTo>
                    <a:pt x="8" y="83"/>
                  </a:lnTo>
                  <a:lnTo>
                    <a:pt x="14" y="71"/>
                  </a:lnTo>
                  <a:lnTo>
                    <a:pt x="20" y="61"/>
                  </a:lnTo>
                  <a:lnTo>
                    <a:pt x="26" y="50"/>
                  </a:lnTo>
                  <a:lnTo>
                    <a:pt x="32" y="39"/>
                  </a:lnTo>
                  <a:lnTo>
                    <a:pt x="32" y="39"/>
                  </a:lnTo>
                  <a:lnTo>
                    <a:pt x="41" y="23"/>
                  </a:lnTo>
                  <a:lnTo>
                    <a:pt x="46" y="13"/>
                  </a:lnTo>
                  <a:lnTo>
                    <a:pt x="47" y="9"/>
                  </a:lnTo>
                  <a:lnTo>
                    <a:pt x="48" y="4"/>
                  </a:lnTo>
                  <a:lnTo>
                    <a:pt x="48" y="4"/>
                  </a:lnTo>
                  <a:lnTo>
                    <a:pt x="48" y="2"/>
                  </a:lnTo>
                  <a:lnTo>
                    <a:pt x="47" y="1"/>
                  </a:lnTo>
                  <a:lnTo>
                    <a:pt x="45" y="0"/>
                  </a:lnTo>
                  <a:lnTo>
                    <a:pt x="43" y="0"/>
                  </a:lnTo>
                  <a:lnTo>
                    <a:pt x="39" y="1"/>
                  </a:lnTo>
                  <a:lnTo>
                    <a:pt x="38" y="2"/>
                  </a:lnTo>
                  <a:lnTo>
                    <a:pt x="38" y="4"/>
                  </a:lnTo>
                  <a:lnTo>
                    <a:pt x="38" y="4"/>
                  </a:lnTo>
                  <a:close/>
                </a:path>
              </a:pathLst>
            </a:custGeom>
            <a:grpFill/>
            <a:ln w="6350">
              <a:solidFill>
                <a:schemeClr val="accent1">
                  <a:lumMod val="75000"/>
                  <a:alpha val="16000"/>
                </a:schemeClr>
              </a:solidFill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427" name="Freeform 758"/>
            <p:cNvSpPr/>
            <p:nvPr>
              <p:custDataLst>
                <p:tags r:id="rId6"/>
              </p:custDataLst>
            </p:nvPr>
          </p:nvSpPr>
          <p:spPr bwMode="auto">
            <a:xfrm>
              <a:off x="6156325" y="2433638"/>
              <a:ext cx="25400" cy="57150"/>
            </a:xfrm>
            <a:custGeom>
              <a:avLst/>
              <a:gdLst/>
              <a:ahLst/>
              <a:cxnLst>
                <a:cxn ang="0">
                  <a:pos x="38" y="3"/>
                </a:cxn>
                <a:cxn ang="0">
                  <a:pos x="38" y="3"/>
                </a:cxn>
                <a:cxn ang="0">
                  <a:pos x="27" y="27"/>
                </a:cxn>
                <a:cxn ang="0">
                  <a:pos x="17" y="51"/>
                </a:cxn>
                <a:cxn ang="0">
                  <a:pos x="7" y="76"/>
                </a:cxn>
                <a:cxn ang="0">
                  <a:pos x="3" y="88"/>
                </a:cxn>
                <a:cxn ang="0">
                  <a:pos x="0" y="101"/>
                </a:cxn>
                <a:cxn ang="0">
                  <a:pos x="0" y="101"/>
                </a:cxn>
                <a:cxn ang="0">
                  <a:pos x="0" y="103"/>
                </a:cxn>
                <a:cxn ang="0">
                  <a:pos x="0" y="105"/>
                </a:cxn>
                <a:cxn ang="0">
                  <a:pos x="2" y="106"/>
                </a:cxn>
                <a:cxn ang="0">
                  <a:pos x="3" y="107"/>
                </a:cxn>
                <a:cxn ang="0">
                  <a:pos x="5" y="107"/>
                </a:cxn>
                <a:cxn ang="0">
                  <a:pos x="6" y="107"/>
                </a:cxn>
                <a:cxn ang="0">
                  <a:pos x="8" y="106"/>
                </a:cxn>
                <a:cxn ang="0">
                  <a:pos x="10" y="103"/>
                </a:cxn>
                <a:cxn ang="0">
                  <a:pos x="10" y="103"/>
                </a:cxn>
                <a:cxn ang="0">
                  <a:pos x="13" y="91"/>
                </a:cxn>
                <a:cxn ang="0">
                  <a:pos x="16" y="79"/>
                </a:cxn>
                <a:cxn ang="0">
                  <a:pos x="26" y="54"/>
                </a:cxn>
                <a:cxn ang="0">
                  <a:pos x="36" y="30"/>
                </a:cxn>
                <a:cxn ang="0">
                  <a:pos x="47" y="5"/>
                </a:cxn>
                <a:cxn ang="0">
                  <a:pos x="47" y="5"/>
                </a:cxn>
                <a:cxn ang="0">
                  <a:pos x="48" y="3"/>
                </a:cxn>
                <a:cxn ang="0">
                  <a:pos x="47" y="2"/>
                </a:cxn>
                <a:cxn ang="0">
                  <a:pos x="46" y="1"/>
                </a:cxn>
                <a:cxn ang="0">
                  <a:pos x="45" y="0"/>
                </a:cxn>
                <a:cxn ang="0">
                  <a:pos x="41" y="0"/>
                </a:cxn>
                <a:cxn ang="0">
                  <a:pos x="40" y="1"/>
                </a:cxn>
                <a:cxn ang="0">
                  <a:pos x="38" y="3"/>
                </a:cxn>
                <a:cxn ang="0">
                  <a:pos x="38" y="3"/>
                </a:cxn>
              </a:cxnLst>
              <a:rect l="0" t="0" r="r" b="b"/>
              <a:pathLst>
                <a:path w="48" h="107">
                  <a:moveTo>
                    <a:pt x="38" y="3"/>
                  </a:moveTo>
                  <a:lnTo>
                    <a:pt x="38" y="3"/>
                  </a:lnTo>
                  <a:lnTo>
                    <a:pt x="27" y="27"/>
                  </a:lnTo>
                  <a:lnTo>
                    <a:pt x="17" y="51"/>
                  </a:lnTo>
                  <a:lnTo>
                    <a:pt x="7" y="76"/>
                  </a:lnTo>
                  <a:lnTo>
                    <a:pt x="3" y="88"/>
                  </a:lnTo>
                  <a:lnTo>
                    <a:pt x="0" y="101"/>
                  </a:lnTo>
                  <a:lnTo>
                    <a:pt x="0" y="101"/>
                  </a:lnTo>
                  <a:lnTo>
                    <a:pt x="0" y="103"/>
                  </a:lnTo>
                  <a:lnTo>
                    <a:pt x="0" y="105"/>
                  </a:lnTo>
                  <a:lnTo>
                    <a:pt x="2" y="106"/>
                  </a:lnTo>
                  <a:lnTo>
                    <a:pt x="3" y="107"/>
                  </a:lnTo>
                  <a:lnTo>
                    <a:pt x="5" y="107"/>
                  </a:lnTo>
                  <a:lnTo>
                    <a:pt x="6" y="107"/>
                  </a:lnTo>
                  <a:lnTo>
                    <a:pt x="8" y="106"/>
                  </a:lnTo>
                  <a:lnTo>
                    <a:pt x="10" y="103"/>
                  </a:lnTo>
                  <a:lnTo>
                    <a:pt x="10" y="103"/>
                  </a:lnTo>
                  <a:lnTo>
                    <a:pt x="13" y="91"/>
                  </a:lnTo>
                  <a:lnTo>
                    <a:pt x="16" y="79"/>
                  </a:lnTo>
                  <a:lnTo>
                    <a:pt x="26" y="54"/>
                  </a:lnTo>
                  <a:lnTo>
                    <a:pt x="36" y="30"/>
                  </a:lnTo>
                  <a:lnTo>
                    <a:pt x="47" y="5"/>
                  </a:lnTo>
                  <a:lnTo>
                    <a:pt x="47" y="5"/>
                  </a:lnTo>
                  <a:lnTo>
                    <a:pt x="48" y="3"/>
                  </a:lnTo>
                  <a:lnTo>
                    <a:pt x="47" y="2"/>
                  </a:lnTo>
                  <a:lnTo>
                    <a:pt x="46" y="1"/>
                  </a:lnTo>
                  <a:lnTo>
                    <a:pt x="45" y="0"/>
                  </a:lnTo>
                  <a:lnTo>
                    <a:pt x="41" y="0"/>
                  </a:lnTo>
                  <a:lnTo>
                    <a:pt x="40" y="1"/>
                  </a:lnTo>
                  <a:lnTo>
                    <a:pt x="38" y="3"/>
                  </a:lnTo>
                  <a:lnTo>
                    <a:pt x="38" y="3"/>
                  </a:lnTo>
                  <a:close/>
                </a:path>
              </a:pathLst>
            </a:custGeom>
            <a:grpFill/>
            <a:ln w="6350">
              <a:solidFill>
                <a:schemeClr val="accent1">
                  <a:lumMod val="75000"/>
                  <a:alpha val="16000"/>
                </a:schemeClr>
              </a:solidFill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428" name="Freeform 759"/>
            <p:cNvSpPr/>
            <p:nvPr>
              <p:custDataLst>
                <p:tags r:id="rId7"/>
              </p:custDataLst>
            </p:nvPr>
          </p:nvSpPr>
          <p:spPr bwMode="auto">
            <a:xfrm>
              <a:off x="6183313" y="2476500"/>
              <a:ext cx="17463" cy="42863"/>
            </a:xfrm>
            <a:custGeom>
              <a:avLst/>
              <a:gdLst/>
              <a:ahLst/>
              <a:cxnLst>
                <a:cxn ang="0">
                  <a:pos x="26" y="2"/>
                </a:cxn>
                <a:cxn ang="0">
                  <a:pos x="26" y="2"/>
                </a:cxn>
                <a:cxn ang="0">
                  <a:pos x="18" y="20"/>
                </a:cxn>
                <a:cxn ang="0">
                  <a:pos x="10" y="38"/>
                </a:cxn>
                <a:cxn ang="0">
                  <a:pos x="5" y="57"/>
                </a:cxn>
                <a:cxn ang="0">
                  <a:pos x="0" y="76"/>
                </a:cxn>
                <a:cxn ang="0">
                  <a:pos x="0" y="76"/>
                </a:cxn>
                <a:cxn ang="0">
                  <a:pos x="0" y="78"/>
                </a:cxn>
                <a:cxn ang="0">
                  <a:pos x="0" y="79"/>
                </a:cxn>
                <a:cxn ang="0">
                  <a:pos x="1" y="80"/>
                </a:cxn>
                <a:cxn ang="0">
                  <a:pos x="3" y="81"/>
                </a:cxn>
                <a:cxn ang="0">
                  <a:pos x="5" y="81"/>
                </a:cxn>
                <a:cxn ang="0">
                  <a:pos x="6" y="81"/>
                </a:cxn>
                <a:cxn ang="0">
                  <a:pos x="8" y="80"/>
                </a:cxn>
                <a:cxn ang="0">
                  <a:pos x="8" y="78"/>
                </a:cxn>
                <a:cxn ang="0">
                  <a:pos x="8" y="78"/>
                </a:cxn>
                <a:cxn ang="0">
                  <a:pos x="13" y="60"/>
                </a:cxn>
                <a:cxn ang="0">
                  <a:pos x="20" y="42"/>
                </a:cxn>
                <a:cxn ang="0">
                  <a:pos x="26" y="24"/>
                </a:cxn>
                <a:cxn ang="0">
                  <a:pos x="34" y="7"/>
                </a:cxn>
                <a:cxn ang="0">
                  <a:pos x="34" y="7"/>
                </a:cxn>
                <a:cxn ang="0">
                  <a:pos x="34" y="5"/>
                </a:cxn>
                <a:cxn ang="0">
                  <a:pos x="34" y="3"/>
                </a:cxn>
                <a:cxn ang="0">
                  <a:pos x="33" y="2"/>
                </a:cxn>
                <a:cxn ang="0">
                  <a:pos x="31" y="1"/>
                </a:cxn>
                <a:cxn ang="0">
                  <a:pos x="30" y="0"/>
                </a:cxn>
                <a:cxn ang="0">
                  <a:pos x="28" y="0"/>
                </a:cxn>
                <a:cxn ang="0">
                  <a:pos x="27" y="1"/>
                </a:cxn>
                <a:cxn ang="0">
                  <a:pos x="26" y="2"/>
                </a:cxn>
                <a:cxn ang="0">
                  <a:pos x="26" y="2"/>
                </a:cxn>
              </a:cxnLst>
              <a:rect l="0" t="0" r="r" b="b"/>
              <a:pathLst>
                <a:path w="34" h="81">
                  <a:moveTo>
                    <a:pt x="26" y="2"/>
                  </a:moveTo>
                  <a:lnTo>
                    <a:pt x="26" y="2"/>
                  </a:lnTo>
                  <a:lnTo>
                    <a:pt x="18" y="20"/>
                  </a:lnTo>
                  <a:lnTo>
                    <a:pt x="10" y="38"/>
                  </a:lnTo>
                  <a:lnTo>
                    <a:pt x="5" y="57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8"/>
                  </a:lnTo>
                  <a:lnTo>
                    <a:pt x="0" y="79"/>
                  </a:lnTo>
                  <a:lnTo>
                    <a:pt x="1" y="80"/>
                  </a:lnTo>
                  <a:lnTo>
                    <a:pt x="3" y="81"/>
                  </a:lnTo>
                  <a:lnTo>
                    <a:pt x="5" y="81"/>
                  </a:lnTo>
                  <a:lnTo>
                    <a:pt x="6" y="81"/>
                  </a:lnTo>
                  <a:lnTo>
                    <a:pt x="8" y="80"/>
                  </a:lnTo>
                  <a:lnTo>
                    <a:pt x="8" y="78"/>
                  </a:lnTo>
                  <a:lnTo>
                    <a:pt x="8" y="78"/>
                  </a:lnTo>
                  <a:lnTo>
                    <a:pt x="13" y="60"/>
                  </a:lnTo>
                  <a:lnTo>
                    <a:pt x="20" y="42"/>
                  </a:lnTo>
                  <a:lnTo>
                    <a:pt x="26" y="24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4" y="5"/>
                  </a:lnTo>
                  <a:lnTo>
                    <a:pt x="34" y="3"/>
                  </a:lnTo>
                  <a:lnTo>
                    <a:pt x="33" y="2"/>
                  </a:lnTo>
                  <a:lnTo>
                    <a:pt x="31" y="1"/>
                  </a:lnTo>
                  <a:lnTo>
                    <a:pt x="30" y="0"/>
                  </a:lnTo>
                  <a:lnTo>
                    <a:pt x="28" y="0"/>
                  </a:lnTo>
                  <a:lnTo>
                    <a:pt x="27" y="1"/>
                  </a:lnTo>
                  <a:lnTo>
                    <a:pt x="26" y="2"/>
                  </a:lnTo>
                  <a:lnTo>
                    <a:pt x="26" y="2"/>
                  </a:lnTo>
                  <a:close/>
                </a:path>
              </a:pathLst>
            </a:custGeom>
            <a:grpFill/>
            <a:ln w="6350">
              <a:solidFill>
                <a:schemeClr val="accent1">
                  <a:lumMod val="75000"/>
                  <a:alpha val="16000"/>
                </a:schemeClr>
              </a:solidFill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429" name="Freeform 760"/>
            <p:cNvSpPr/>
            <p:nvPr>
              <p:custDataLst>
                <p:tags r:id="rId8"/>
              </p:custDataLst>
            </p:nvPr>
          </p:nvSpPr>
          <p:spPr bwMode="auto">
            <a:xfrm>
              <a:off x="6203950" y="2500313"/>
              <a:ext cx="20638" cy="41275"/>
            </a:xfrm>
            <a:custGeom>
              <a:avLst/>
              <a:gdLst/>
              <a:ahLst/>
              <a:cxnLst>
                <a:cxn ang="0">
                  <a:pos x="29" y="3"/>
                </a:cxn>
                <a:cxn ang="0">
                  <a:pos x="29" y="3"/>
                </a:cxn>
                <a:cxn ang="0">
                  <a:pos x="23" y="20"/>
                </a:cxn>
                <a:cxn ang="0">
                  <a:pos x="17" y="37"/>
                </a:cxn>
                <a:cxn ang="0">
                  <a:pos x="1" y="69"/>
                </a:cxn>
                <a:cxn ang="0">
                  <a:pos x="1" y="69"/>
                </a:cxn>
                <a:cxn ang="0">
                  <a:pos x="0" y="71"/>
                </a:cxn>
                <a:cxn ang="0">
                  <a:pos x="1" y="73"/>
                </a:cxn>
                <a:cxn ang="0">
                  <a:pos x="2" y="75"/>
                </a:cxn>
                <a:cxn ang="0">
                  <a:pos x="4" y="76"/>
                </a:cxn>
                <a:cxn ang="0">
                  <a:pos x="5" y="76"/>
                </a:cxn>
                <a:cxn ang="0">
                  <a:pos x="7" y="76"/>
                </a:cxn>
                <a:cxn ang="0">
                  <a:pos x="9" y="76"/>
                </a:cxn>
                <a:cxn ang="0">
                  <a:pos x="10" y="74"/>
                </a:cxn>
                <a:cxn ang="0">
                  <a:pos x="10" y="74"/>
                </a:cxn>
                <a:cxn ang="0">
                  <a:pos x="25" y="41"/>
                </a:cxn>
                <a:cxn ang="0">
                  <a:pos x="33" y="23"/>
                </a:cxn>
                <a:cxn ang="0">
                  <a:pos x="39" y="7"/>
                </a:cxn>
                <a:cxn ang="0">
                  <a:pos x="39" y="7"/>
                </a:cxn>
                <a:cxn ang="0">
                  <a:pos x="39" y="4"/>
                </a:cxn>
                <a:cxn ang="0">
                  <a:pos x="38" y="2"/>
                </a:cxn>
                <a:cxn ang="0">
                  <a:pos x="37" y="1"/>
                </a:cxn>
                <a:cxn ang="0">
                  <a:pos x="36" y="0"/>
                </a:cxn>
                <a:cxn ang="0">
                  <a:pos x="34" y="0"/>
                </a:cxn>
                <a:cxn ang="0">
                  <a:pos x="32" y="0"/>
                </a:cxn>
                <a:cxn ang="0">
                  <a:pos x="30" y="1"/>
                </a:cxn>
                <a:cxn ang="0">
                  <a:pos x="29" y="3"/>
                </a:cxn>
                <a:cxn ang="0">
                  <a:pos x="29" y="3"/>
                </a:cxn>
              </a:cxnLst>
              <a:rect l="0" t="0" r="r" b="b"/>
              <a:pathLst>
                <a:path w="39" h="76">
                  <a:moveTo>
                    <a:pt x="29" y="3"/>
                  </a:moveTo>
                  <a:lnTo>
                    <a:pt x="29" y="3"/>
                  </a:lnTo>
                  <a:lnTo>
                    <a:pt x="23" y="20"/>
                  </a:lnTo>
                  <a:lnTo>
                    <a:pt x="17" y="37"/>
                  </a:lnTo>
                  <a:lnTo>
                    <a:pt x="1" y="69"/>
                  </a:lnTo>
                  <a:lnTo>
                    <a:pt x="1" y="69"/>
                  </a:lnTo>
                  <a:lnTo>
                    <a:pt x="0" y="71"/>
                  </a:lnTo>
                  <a:lnTo>
                    <a:pt x="1" y="73"/>
                  </a:lnTo>
                  <a:lnTo>
                    <a:pt x="2" y="75"/>
                  </a:lnTo>
                  <a:lnTo>
                    <a:pt x="4" y="76"/>
                  </a:lnTo>
                  <a:lnTo>
                    <a:pt x="5" y="76"/>
                  </a:lnTo>
                  <a:lnTo>
                    <a:pt x="7" y="76"/>
                  </a:lnTo>
                  <a:lnTo>
                    <a:pt x="9" y="76"/>
                  </a:lnTo>
                  <a:lnTo>
                    <a:pt x="10" y="74"/>
                  </a:lnTo>
                  <a:lnTo>
                    <a:pt x="10" y="74"/>
                  </a:lnTo>
                  <a:lnTo>
                    <a:pt x="25" y="41"/>
                  </a:lnTo>
                  <a:lnTo>
                    <a:pt x="33" y="23"/>
                  </a:lnTo>
                  <a:lnTo>
                    <a:pt x="39" y="7"/>
                  </a:lnTo>
                  <a:lnTo>
                    <a:pt x="39" y="7"/>
                  </a:lnTo>
                  <a:lnTo>
                    <a:pt x="39" y="4"/>
                  </a:lnTo>
                  <a:lnTo>
                    <a:pt x="38" y="2"/>
                  </a:lnTo>
                  <a:lnTo>
                    <a:pt x="37" y="1"/>
                  </a:lnTo>
                  <a:lnTo>
                    <a:pt x="36" y="0"/>
                  </a:lnTo>
                  <a:lnTo>
                    <a:pt x="34" y="0"/>
                  </a:lnTo>
                  <a:lnTo>
                    <a:pt x="32" y="0"/>
                  </a:lnTo>
                  <a:lnTo>
                    <a:pt x="30" y="1"/>
                  </a:lnTo>
                  <a:lnTo>
                    <a:pt x="29" y="3"/>
                  </a:lnTo>
                  <a:lnTo>
                    <a:pt x="29" y="3"/>
                  </a:lnTo>
                  <a:close/>
                </a:path>
              </a:pathLst>
            </a:custGeom>
            <a:grpFill/>
            <a:ln w="6350">
              <a:solidFill>
                <a:schemeClr val="accent1">
                  <a:lumMod val="75000"/>
                  <a:alpha val="16000"/>
                </a:schemeClr>
              </a:solidFill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430" name="Freeform 761"/>
            <p:cNvSpPr/>
            <p:nvPr>
              <p:custDataLst>
                <p:tags r:id="rId9"/>
              </p:custDataLst>
            </p:nvPr>
          </p:nvSpPr>
          <p:spPr bwMode="auto">
            <a:xfrm>
              <a:off x="6373813" y="2681288"/>
              <a:ext cx="12700" cy="38100"/>
            </a:xfrm>
            <a:custGeom>
              <a:avLst/>
              <a:gdLst/>
              <a:ahLst/>
              <a:cxnLst>
                <a:cxn ang="0">
                  <a:pos x="13" y="6"/>
                </a:cxn>
                <a:cxn ang="0">
                  <a:pos x="13" y="6"/>
                </a:cxn>
                <a:cxn ang="0">
                  <a:pos x="12" y="13"/>
                </a:cxn>
                <a:cxn ang="0">
                  <a:pos x="10" y="21"/>
                </a:cxn>
                <a:cxn ang="0">
                  <a:pos x="6" y="36"/>
                </a:cxn>
                <a:cxn ang="0">
                  <a:pos x="2" y="50"/>
                </a:cxn>
                <a:cxn ang="0">
                  <a:pos x="1" y="58"/>
                </a:cxn>
                <a:cxn ang="0">
                  <a:pos x="0" y="66"/>
                </a:cxn>
                <a:cxn ang="0">
                  <a:pos x="0" y="66"/>
                </a:cxn>
                <a:cxn ang="0">
                  <a:pos x="1" y="68"/>
                </a:cxn>
                <a:cxn ang="0">
                  <a:pos x="2" y="69"/>
                </a:cxn>
                <a:cxn ang="0">
                  <a:pos x="3" y="70"/>
                </a:cxn>
                <a:cxn ang="0">
                  <a:pos x="5" y="70"/>
                </a:cxn>
                <a:cxn ang="0">
                  <a:pos x="6" y="70"/>
                </a:cxn>
                <a:cxn ang="0">
                  <a:pos x="8" y="69"/>
                </a:cxn>
                <a:cxn ang="0">
                  <a:pos x="9" y="68"/>
                </a:cxn>
                <a:cxn ang="0">
                  <a:pos x="10" y="66"/>
                </a:cxn>
                <a:cxn ang="0">
                  <a:pos x="10" y="66"/>
                </a:cxn>
                <a:cxn ang="0">
                  <a:pos x="10" y="58"/>
                </a:cxn>
                <a:cxn ang="0">
                  <a:pos x="12" y="50"/>
                </a:cxn>
                <a:cxn ang="0">
                  <a:pos x="16" y="36"/>
                </a:cxn>
                <a:cxn ang="0">
                  <a:pos x="20" y="21"/>
                </a:cxn>
                <a:cxn ang="0">
                  <a:pos x="21" y="13"/>
                </a:cxn>
                <a:cxn ang="0">
                  <a:pos x="22" y="6"/>
                </a:cxn>
                <a:cxn ang="0">
                  <a:pos x="22" y="6"/>
                </a:cxn>
                <a:cxn ang="0">
                  <a:pos x="21" y="3"/>
                </a:cxn>
                <a:cxn ang="0">
                  <a:pos x="20" y="2"/>
                </a:cxn>
                <a:cxn ang="0">
                  <a:pos x="19" y="1"/>
                </a:cxn>
                <a:cxn ang="0">
                  <a:pos x="17" y="0"/>
                </a:cxn>
                <a:cxn ang="0">
                  <a:pos x="16" y="1"/>
                </a:cxn>
                <a:cxn ang="0">
                  <a:pos x="14" y="2"/>
                </a:cxn>
                <a:cxn ang="0">
                  <a:pos x="13" y="3"/>
                </a:cxn>
                <a:cxn ang="0">
                  <a:pos x="13" y="6"/>
                </a:cxn>
                <a:cxn ang="0">
                  <a:pos x="13" y="6"/>
                </a:cxn>
              </a:cxnLst>
              <a:rect l="0" t="0" r="r" b="b"/>
              <a:pathLst>
                <a:path w="22" h="70">
                  <a:moveTo>
                    <a:pt x="13" y="6"/>
                  </a:moveTo>
                  <a:lnTo>
                    <a:pt x="13" y="6"/>
                  </a:lnTo>
                  <a:lnTo>
                    <a:pt x="12" y="13"/>
                  </a:lnTo>
                  <a:lnTo>
                    <a:pt x="10" y="21"/>
                  </a:lnTo>
                  <a:lnTo>
                    <a:pt x="6" y="36"/>
                  </a:lnTo>
                  <a:lnTo>
                    <a:pt x="2" y="50"/>
                  </a:lnTo>
                  <a:lnTo>
                    <a:pt x="1" y="58"/>
                  </a:lnTo>
                  <a:lnTo>
                    <a:pt x="0" y="66"/>
                  </a:lnTo>
                  <a:lnTo>
                    <a:pt x="0" y="66"/>
                  </a:lnTo>
                  <a:lnTo>
                    <a:pt x="1" y="68"/>
                  </a:lnTo>
                  <a:lnTo>
                    <a:pt x="2" y="69"/>
                  </a:lnTo>
                  <a:lnTo>
                    <a:pt x="3" y="70"/>
                  </a:lnTo>
                  <a:lnTo>
                    <a:pt x="5" y="70"/>
                  </a:lnTo>
                  <a:lnTo>
                    <a:pt x="6" y="70"/>
                  </a:lnTo>
                  <a:lnTo>
                    <a:pt x="8" y="69"/>
                  </a:lnTo>
                  <a:lnTo>
                    <a:pt x="9" y="68"/>
                  </a:lnTo>
                  <a:lnTo>
                    <a:pt x="10" y="66"/>
                  </a:lnTo>
                  <a:lnTo>
                    <a:pt x="10" y="66"/>
                  </a:lnTo>
                  <a:lnTo>
                    <a:pt x="10" y="58"/>
                  </a:lnTo>
                  <a:lnTo>
                    <a:pt x="12" y="50"/>
                  </a:lnTo>
                  <a:lnTo>
                    <a:pt x="16" y="36"/>
                  </a:lnTo>
                  <a:lnTo>
                    <a:pt x="20" y="21"/>
                  </a:lnTo>
                  <a:lnTo>
                    <a:pt x="21" y="13"/>
                  </a:lnTo>
                  <a:lnTo>
                    <a:pt x="22" y="6"/>
                  </a:lnTo>
                  <a:lnTo>
                    <a:pt x="22" y="6"/>
                  </a:lnTo>
                  <a:lnTo>
                    <a:pt x="21" y="3"/>
                  </a:lnTo>
                  <a:lnTo>
                    <a:pt x="20" y="2"/>
                  </a:lnTo>
                  <a:lnTo>
                    <a:pt x="19" y="1"/>
                  </a:lnTo>
                  <a:lnTo>
                    <a:pt x="17" y="0"/>
                  </a:lnTo>
                  <a:lnTo>
                    <a:pt x="16" y="1"/>
                  </a:lnTo>
                  <a:lnTo>
                    <a:pt x="14" y="2"/>
                  </a:lnTo>
                  <a:lnTo>
                    <a:pt x="13" y="3"/>
                  </a:lnTo>
                  <a:lnTo>
                    <a:pt x="13" y="6"/>
                  </a:lnTo>
                  <a:lnTo>
                    <a:pt x="13" y="6"/>
                  </a:lnTo>
                  <a:close/>
                </a:path>
              </a:pathLst>
            </a:custGeom>
            <a:grpFill/>
            <a:ln w="6350">
              <a:solidFill>
                <a:schemeClr val="accent1">
                  <a:lumMod val="75000"/>
                  <a:alpha val="16000"/>
                </a:schemeClr>
              </a:solidFill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431" name="Freeform 762"/>
            <p:cNvSpPr/>
            <p:nvPr>
              <p:custDataLst>
                <p:tags r:id="rId10"/>
              </p:custDataLst>
            </p:nvPr>
          </p:nvSpPr>
          <p:spPr bwMode="auto">
            <a:xfrm>
              <a:off x="6407150" y="2698750"/>
              <a:ext cx="30163" cy="42863"/>
            </a:xfrm>
            <a:custGeom>
              <a:avLst/>
              <a:gdLst/>
              <a:ahLst/>
              <a:cxnLst>
                <a:cxn ang="0">
                  <a:pos x="45" y="3"/>
                </a:cxn>
                <a:cxn ang="0">
                  <a:pos x="45" y="3"/>
                </a:cxn>
                <a:cxn ang="0">
                  <a:pos x="39" y="11"/>
                </a:cxn>
                <a:cxn ang="0">
                  <a:pos x="33" y="19"/>
                </a:cxn>
                <a:cxn ang="0">
                  <a:pos x="26" y="26"/>
                </a:cxn>
                <a:cxn ang="0">
                  <a:pos x="19" y="35"/>
                </a:cxn>
                <a:cxn ang="0">
                  <a:pos x="19" y="35"/>
                </a:cxn>
                <a:cxn ang="0">
                  <a:pos x="16" y="39"/>
                </a:cxn>
                <a:cxn ang="0">
                  <a:pos x="14" y="44"/>
                </a:cxn>
                <a:cxn ang="0">
                  <a:pos x="10" y="54"/>
                </a:cxn>
                <a:cxn ang="0">
                  <a:pos x="10" y="54"/>
                </a:cxn>
                <a:cxn ang="0">
                  <a:pos x="5" y="66"/>
                </a:cxn>
                <a:cxn ang="0">
                  <a:pos x="1" y="77"/>
                </a:cxn>
                <a:cxn ang="0">
                  <a:pos x="1" y="77"/>
                </a:cxn>
                <a:cxn ang="0">
                  <a:pos x="0" y="79"/>
                </a:cxn>
                <a:cxn ang="0">
                  <a:pos x="1" y="80"/>
                </a:cxn>
                <a:cxn ang="0">
                  <a:pos x="2" y="81"/>
                </a:cxn>
                <a:cxn ang="0">
                  <a:pos x="4" y="82"/>
                </a:cxn>
                <a:cxn ang="0">
                  <a:pos x="6" y="82"/>
                </a:cxn>
                <a:cxn ang="0">
                  <a:pos x="7" y="82"/>
                </a:cxn>
                <a:cxn ang="0">
                  <a:pos x="9" y="81"/>
                </a:cxn>
                <a:cxn ang="0">
                  <a:pos x="10" y="79"/>
                </a:cxn>
                <a:cxn ang="0">
                  <a:pos x="10" y="79"/>
                </a:cxn>
                <a:cxn ang="0">
                  <a:pos x="18" y="59"/>
                </a:cxn>
                <a:cxn ang="0">
                  <a:pos x="22" y="48"/>
                </a:cxn>
                <a:cxn ang="0">
                  <a:pos x="27" y="39"/>
                </a:cxn>
                <a:cxn ang="0">
                  <a:pos x="27" y="39"/>
                </a:cxn>
                <a:cxn ang="0">
                  <a:pos x="33" y="31"/>
                </a:cxn>
                <a:cxn ang="0">
                  <a:pos x="40" y="23"/>
                </a:cxn>
                <a:cxn ang="0">
                  <a:pos x="48" y="16"/>
                </a:cxn>
                <a:cxn ang="0">
                  <a:pos x="54" y="8"/>
                </a:cxn>
                <a:cxn ang="0">
                  <a:pos x="54" y="8"/>
                </a:cxn>
                <a:cxn ang="0">
                  <a:pos x="55" y="6"/>
                </a:cxn>
                <a:cxn ang="0">
                  <a:pos x="54" y="4"/>
                </a:cxn>
                <a:cxn ang="0">
                  <a:pos x="53" y="3"/>
                </a:cxn>
                <a:cxn ang="0">
                  <a:pos x="52" y="1"/>
                </a:cxn>
                <a:cxn ang="0">
                  <a:pos x="51" y="0"/>
                </a:cxn>
                <a:cxn ang="0">
                  <a:pos x="49" y="0"/>
                </a:cxn>
                <a:cxn ang="0">
                  <a:pos x="47" y="1"/>
                </a:cxn>
                <a:cxn ang="0">
                  <a:pos x="45" y="3"/>
                </a:cxn>
                <a:cxn ang="0">
                  <a:pos x="45" y="3"/>
                </a:cxn>
              </a:cxnLst>
              <a:rect l="0" t="0" r="r" b="b"/>
              <a:pathLst>
                <a:path w="55" h="82">
                  <a:moveTo>
                    <a:pt x="45" y="3"/>
                  </a:moveTo>
                  <a:lnTo>
                    <a:pt x="45" y="3"/>
                  </a:lnTo>
                  <a:lnTo>
                    <a:pt x="39" y="11"/>
                  </a:lnTo>
                  <a:lnTo>
                    <a:pt x="33" y="19"/>
                  </a:lnTo>
                  <a:lnTo>
                    <a:pt x="26" y="26"/>
                  </a:lnTo>
                  <a:lnTo>
                    <a:pt x="19" y="35"/>
                  </a:lnTo>
                  <a:lnTo>
                    <a:pt x="19" y="35"/>
                  </a:lnTo>
                  <a:lnTo>
                    <a:pt x="16" y="39"/>
                  </a:lnTo>
                  <a:lnTo>
                    <a:pt x="14" y="44"/>
                  </a:lnTo>
                  <a:lnTo>
                    <a:pt x="10" y="54"/>
                  </a:lnTo>
                  <a:lnTo>
                    <a:pt x="10" y="54"/>
                  </a:lnTo>
                  <a:lnTo>
                    <a:pt x="5" y="66"/>
                  </a:lnTo>
                  <a:lnTo>
                    <a:pt x="1" y="77"/>
                  </a:lnTo>
                  <a:lnTo>
                    <a:pt x="1" y="77"/>
                  </a:lnTo>
                  <a:lnTo>
                    <a:pt x="0" y="79"/>
                  </a:lnTo>
                  <a:lnTo>
                    <a:pt x="1" y="80"/>
                  </a:lnTo>
                  <a:lnTo>
                    <a:pt x="2" y="81"/>
                  </a:lnTo>
                  <a:lnTo>
                    <a:pt x="4" y="82"/>
                  </a:lnTo>
                  <a:lnTo>
                    <a:pt x="6" y="82"/>
                  </a:lnTo>
                  <a:lnTo>
                    <a:pt x="7" y="82"/>
                  </a:lnTo>
                  <a:lnTo>
                    <a:pt x="9" y="81"/>
                  </a:lnTo>
                  <a:lnTo>
                    <a:pt x="10" y="79"/>
                  </a:lnTo>
                  <a:lnTo>
                    <a:pt x="10" y="79"/>
                  </a:lnTo>
                  <a:lnTo>
                    <a:pt x="18" y="59"/>
                  </a:lnTo>
                  <a:lnTo>
                    <a:pt x="22" y="48"/>
                  </a:lnTo>
                  <a:lnTo>
                    <a:pt x="27" y="39"/>
                  </a:lnTo>
                  <a:lnTo>
                    <a:pt x="27" y="39"/>
                  </a:lnTo>
                  <a:lnTo>
                    <a:pt x="33" y="31"/>
                  </a:lnTo>
                  <a:lnTo>
                    <a:pt x="40" y="23"/>
                  </a:lnTo>
                  <a:lnTo>
                    <a:pt x="48" y="16"/>
                  </a:lnTo>
                  <a:lnTo>
                    <a:pt x="54" y="8"/>
                  </a:lnTo>
                  <a:lnTo>
                    <a:pt x="54" y="8"/>
                  </a:lnTo>
                  <a:lnTo>
                    <a:pt x="55" y="6"/>
                  </a:lnTo>
                  <a:lnTo>
                    <a:pt x="54" y="4"/>
                  </a:lnTo>
                  <a:lnTo>
                    <a:pt x="53" y="3"/>
                  </a:lnTo>
                  <a:lnTo>
                    <a:pt x="52" y="1"/>
                  </a:lnTo>
                  <a:lnTo>
                    <a:pt x="51" y="0"/>
                  </a:lnTo>
                  <a:lnTo>
                    <a:pt x="49" y="0"/>
                  </a:lnTo>
                  <a:lnTo>
                    <a:pt x="47" y="1"/>
                  </a:lnTo>
                  <a:lnTo>
                    <a:pt x="45" y="3"/>
                  </a:lnTo>
                  <a:lnTo>
                    <a:pt x="45" y="3"/>
                  </a:lnTo>
                  <a:close/>
                </a:path>
              </a:pathLst>
            </a:custGeom>
            <a:grpFill/>
            <a:ln w="6350">
              <a:solidFill>
                <a:schemeClr val="accent1">
                  <a:lumMod val="75000"/>
                  <a:alpha val="16000"/>
                </a:schemeClr>
              </a:solidFill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432" name="Freeform 763"/>
            <p:cNvSpPr/>
            <p:nvPr>
              <p:custDataLst>
                <p:tags r:id="rId11"/>
              </p:custDataLst>
            </p:nvPr>
          </p:nvSpPr>
          <p:spPr bwMode="auto">
            <a:xfrm>
              <a:off x="6430963" y="2728913"/>
              <a:ext cx="26988" cy="50800"/>
            </a:xfrm>
            <a:custGeom>
              <a:avLst/>
              <a:gdLst/>
              <a:ahLst/>
              <a:cxnLst>
                <a:cxn ang="0">
                  <a:pos x="43" y="3"/>
                </a:cxn>
                <a:cxn ang="0">
                  <a:pos x="43" y="3"/>
                </a:cxn>
                <a:cxn ang="0">
                  <a:pos x="32" y="22"/>
                </a:cxn>
                <a:cxn ang="0">
                  <a:pos x="22" y="43"/>
                </a:cxn>
                <a:cxn ang="0">
                  <a:pos x="22" y="43"/>
                </a:cxn>
                <a:cxn ang="0">
                  <a:pos x="17" y="54"/>
                </a:cxn>
                <a:cxn ang="0">
                  <a:pos x="11" y="66"/>
                </a:cxn>
                <a:cxn ang="0">
                  <a:pos x="6" y="77"/>
                </a:cxn>
                <a:cxn ang="0">
                  <a:pos x="1" y="90"/>
                </a:cxn>
                <a:cxn ang="0">
                  <a:pos x="1" y="90"/>
                </a:cxn>
                <a:cxn ang="0">
                  <a:pos x="0" y="92"/>
                </a:cxn>
                <a:cxn ang="0">
                  <a:pos x="1" y="94"/>
                </a:cxn>
                <a:cxn ang="0">
                  <a:pos x="3" y="95"/>
                </a:cxn>
                <a:cxn ang="0">
                  <a:pos x="5" y="95"/>
                </a:cxn>
                <a:cxn ang="0">
                  <a:pos x="6" y="96"/>
                </a:cxn>
                <a:cxn ang="0">
                  <a:pos x="8" y="95"/>
                </a:cxn>
                <a:cxn ang="0">
                  <a:pos x="9" y="94"/>
                </a:cxn>
                <a:cxn ang="0">
                  <a:pos x="10" y="92"/>
                </a:cxn>
                <a:cxn ang="0">
                  <a:pos x="10" y="92"/>
                </a:cxn>
                <a:cxn ang="0">
                  <a:pos x="14" y="81"/>
                </a:cxn>
                <a:cxn ang="0">
                  <a:pos x="18" y="71"/>
                </a:cxn>
                <a:cxn ang="0">
                  <a:pos x="22" y="62"/>
                </a:cxn>
                <a:cxn ang="0">
                  <a:pos x="28" y="52"/>
                </a:cxn>
                <a:cxn ang="0">
                  <a:pos x="28" y="52"/>
                </a:cxn>
                <a:cxn ang="0">
                  <a:pos x="32" y="47"/>
                </a:cxn>
                <a:cxn ang="0">
                  <a:pos x="34" y="42"/>
                </a:cxn>
                <a:cxn ang="0">
                  <a:pos x="38" y="33"/>
                </a:cxn>
                <a:cxn ang="0">
                  <a:pos x="38" y="33"/>
                </a:cxn>
                <a:cxn ang="0">
                  <a:pos x="44" y="20"/>
                </a:cxn>
                <a:cxn ang="0">
                  <a:pos x="51" y="8"/>
                </a:cxn>
                <a:cxn ang="0">
                  <a:pos x="51" y="8"/>
                </a:cxn>
                <a:cxn ang="0">
                  <a:pos x="51" y="6"/>
                </a:cxn>
                <a:cxn ang="0">
                  <a:pos x="51" y="4"/>
                </a:cxn>
                <a:cxn ang="0">
                  <a:pos x="50" y="3"/>
                </a:cxn>
                <a:cxn ang="0">
                  <a:pos x="49" y="2"/>
                </a:cxn>
                <a:cxn ang="0">
                  <a:pos x="47" y="0"/>
                </a:cxn>
                <a:cxn ang="0">
                  <a:pos x="46" y="0"/>
                </a:cxn>
                <a:cxn ang="0">
                  <a:pos x="44" y="2"/>
                </a:cxn>
                <a:cxn ang="0">
                  <a:pos x="43" y="3"/>
                </a:cxn>
                <a:cxn ang="0">
                  <a:pos x="43" y="3"/>
                </a:cxn>
              </a:cxnLst>
              <a:rect l="0" t="0" r="r" b="b"/>
              <a:pathLst>
                <a:path w="51" h="96">
                  <a:moveTo>
                    <a:pt x="43" y="3"/>
                  </a:moveTo>
                  <a:lnTo>
                    <a:pt x="43" y="3"/>
                  </a:lnTo>
                  <a:lnTo>
                    <a:pt x="32" y="22"/>
                  </a:lnTo>
                  <a:lnTo>
                    <a:pt x="22" y="43"/>
                  </a:lnTo>
                  <a:lnTo>
                    <a:pt x="22" y="43"/>
                  </a:lnTo>
                  <a:lnTo>
                    <a:pt x="17" y="54"/>
                  </a:lnTo>
                  <a:lnTo>
                    <a:pt x="11" y="66"/>
                  </a:lnTo>
                  <a:lnTo>
                    <a:pt x="6" y="77"/>
                  </a:lnTo>
                  <a:lnTo>
                    <a:pt x="1" y="90"/>
                  </a:lnTo>
                  <a:lnTo>
                    <a:pt x="1" y="90"/>
                  </a:lnTo>
                  <a:lnTo>
                    <a:pt x="0" y="92"/>
                  </a:lnTo>
                  <a:lnTo>
                    <a:pt x="1" y="94"/>
                  </a:lnTo>
                  <a:lnTo>
                    <a:pt x="3" y="95"/>
                  </a:lnTo>
                  <a:lnTo>
                    <a:pt x="5" y="95"/>
                  </a:lnTo>
                  <a:lnTo>
                    <a:pt x="6" y="96"/>
                  </a:lnTo>
                  <a:lnTo>
                    <a:pt x="8" y="95"/>
                  </a:lnTo>
                  <a:lnTo>
                    <a:pt x="9" y="94"/>
                  </a:lnTo>
                  <a:lnTo>
                    <a:pt x="10" y="92"/>
                  </a:lnTo>
                  <a:lnTo>
                    <a:pt x="10" y="92"/>
                  </a:lnTo>
                  <a:lnTo>
                    <a:pt x="14" y="81"/>
                  </a:lnTo>
                  <a:lnTo>
                    <a:pt x="18" y="71"/>
                  </a:lnTo>
                  <a:lnTo>
                    <a:pt x="22" y="62"/>
                  </a:lnTo>
                  <a:lnTo>
                    <a:pt x="28" y="52"/>
                  </a:lnTo>
                  <a:lnTo>
                    <a:pt x="28" y="52"/>
                  </a:lnTo>
                  <a:lnTo>
                    <a:pt x="32" y="47"/>
                  </a:lnTo>
                  <a:lnTo>
                    <a:pt x="34" y="42"/>
                  </a:lnTo>
                  <a:lnTo>
                    <a:pt x="38" y="33"/>
                  </a:lnTo>
                  <a:lnTo>
                    <a:pt x="38" y="33"/>
                  </a:lnTo>
                  <a:lnTo>
                    <a:pt x="44" y="20"/>
                  </a:lnTo>
                  <a:lnTo>
                    <a:pt x="51" y="8"/>
                  </a:lnTo>
                  <a:lnTo>
                    <a:pt x="51" y="8"/>
                  </a:lnTo>
                  <a:lnTo>
                    <a:pt x="51" y="6"/>
                  </a:lnTo>
                  <a:lnTo>
                    <a:pt x="51" y="4"/>
                  </a:lnTo>
                  <a:lnTo>
                    <a:pt x="50" y="3"/>
                  </a:lnTo>
                  <a:lnTo>
                    <a:pt x="49" y="2"/>
                  </a:lnTo>
                  <a:lnTo>
                    <a:pt x="47" y="0"/>
                  </a:lnTo>
                  <a:lnTo>
                    <a:pt x="46" y="0"/>
                  </a:lnTo>
                  <a:lnTo>
                    <a:pt x="44" y="2"/>
                  </a:lnTo>
                  <a:lnTo>
                    <a:pt x="43" y="3"/>
                  </a:lnTo>
                  <a:lnTo>
                    <a:pt x="43" y="3"/>
                  </a:lnTo>
                  <a:close/>
                </a:path>
              </a:pathLst>
            </a:custGeom>
            <a:grpFill/>
            <a:ln w="6350">
              <a:solidFill>
                <a:schemeClr val="accent1">
                  <a:lumMod val="75000"/>
                  <a:alpha val="16000"/>
                </a:schemeClr>
              </a:solidFill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433" name="Freeform 764"/>
            <p:cNvSpPr/>
            <p:nvPr>
              <p:custDataLst>
                <p:tags r:id="rId12"/>
              </p:custDataLst>
            </p:nvPr>
          </p:nvSpPr>
          <p:spPr bwMode="auto">
            <a:xfrm>
              <a:off x="6461125" y="2754313"/>
              <a:ext cx="25400" cy="49213"/>
            </a:xfrm>
            <a:custGeom>
              <a:avLst/>
              <a:gdLst/>
              <a:ahLst/>
              <a:cxnLst>
                <a:cxn ang="0">
                  <a:pos x="39" y="2"/>
                </a:cxn>
                <a:cxn ang="0">
                  <a:pos x="39" y="2"/>
                </a:cxn>
                <a:cxn ang="0">
                  <a:pos x="26" y="22"/>
                </a:cxn>
                <a:cxn ang="0">
                  <a:pos x="15" y="43"/>
                </a:cxn>
                <a:cxn ang="0">
                  <a:pos x="7" y="64"/>
                </a:cxn>
                <a:cxn ang="0">
                  <a:pos x="3" y="75"/>
                </a:cxn>
                <a:cxn ang="0">
                  <a:pos x="0" y="86"/>
                </a:cxn>
                <a:cxn ang="0">
                  <a:pos x="0" y="86"/>
                </a:cxn>
                <a:cxn ang="0">
                  <a:pos x="0" y="88"/>
                </a:cxn>
                <a:cxn ang="0">
                  <a:pos x="0" y="89"/>
                </a:cxn>
                <a:cxn ang="0">
                  <a:pos x="2" y="91"/>
                </a:cxn>
                <a:cxn ang="0">
                  <a:pos x="4" y="91"/>
                </a:cxn>
                <a:cxn ang="0">
                  <a:pos x="6" y="92"/>
                </a:cxn>
                <a:cxn ang="0">
                  <a:pos x="7" y="91"/>
                </a:cxn>
                <a:cxn ang="0">
                  <a:pos x="9" y="90"/>
                </a:cxn>
                <a:cxn ang="0">
                  <a:pos x="9" y="88"/>
                </a:cxn>
                <a:cxn ang="0">
                  <a:pos x="9" y="88"/>
                </a:cxn>
                <a:cxn ang="0">
                  <a:pos x="12" y="78"/>
                </a:cxn>
                <a:cxn ang="0">
                  <a:pos x="15" y="66"/>
                </a:cxn>
                <a:cxn ang="0">
                  <a:pos x="24" y="46"/>
                </a:cxn>
                <a:cxn ang="0">
                  <a:pos x="35" y="26"/>
                </a:cxn>
                <a:cxn ang="0">
                  <a:pos x="47" y="7"/>
                </a:cxn>
                <a:cxn ang="0">
                  <a:pos x="47" y="7"/>
                </a:cxn>
                <a:cxn ang="0">
                  <a:pos x="48" y="5"/>
                </a:cxn>
                <a:cxn ang="0">
                  <a:pos x="47" y="3"/>
                </a:cxn>
                <a:cxn ang="0">
                  <a:pos x="47" y="2"/>
                </a:cxn>
                <a:cxn ang="0">
                  <a:pos x="45" y="1"/>
                </a:cxn>
                <a:cxn ang="0">
                  <a:pos x="42" y="0"/>
                </a:cxn>
                <a:cxn ang="0">
                  <a:pos x="40" y="1"/>
                </a:cxn>
                <a:cxn ang="0">
                  <a:pos x="39" y="2"/>
                </a:cxn>
                <a:cxn ang="0">
                  <a:pos x="39" y="2"/>
                </a:cxn>
              </a:cxnLst>
              <a:rect l="0" t="0" r="r" b="b"/>
              <a:pathLst>
                <a:path w="48" h="92">
                  <a:moveTo>
                    <a:pt x="39" y="2"/>
                  </a:moveTo>
                  <a:lnTo>
                    <a:pt x="39" y="2"/>
                  </a:lnTo>
                  <a:lnTo>
                    <a:pt x="26" y="22"/>
                  </a:lnTo>
                  <a:lnTo>
                    <a:pt x="15" y="43"/>
                  </a:lnTo>
                  <a:lnTo>
                    <a:pt x="7" y="64"/>
                  </a:lnTo>
                  <a:lnTo>
                    <a:pt x="3" y="75"/>
                  </a:lnTo>
                  <a:lnTo>
                    <a:pt x="0" y="86"/>
                  </a:lnTo>
                  <a:lnTo>
                    <a:pt x="0" y="86"/>
                  </a:lnTo>
                  <a:lnTo>
                    <a:pt x="0" y="88"/>
                  </a:lnTo>
                  <a:lnTo>
                    <a:pt x="0" y="89"/>
                  </a:lnTo>
                  <a:lnTo>
                    <a:pt x="2" y="91"/>
                  </a:lnTo>
                  <a:lnTo>
                    <a:pt x="4" y="91"/>
                  </a:lnTo>
                  <a:lnTo>
                    <a:pt x="6" y="92"/>
                  </a:lnTo>
                  <a:lnTo>
                    <a:pt x="7" y="91"/>
                  </a:lnTo>
                  <a:lnTo>
                    <a:pt x="9" y="90"/>
                  </a:lnTo>
                  <a:lnTo>
                    <a:pt x="9" y="88"/>
                  </a:lnTo>
                  <a:lnTo>
                    <a:pt x="9" y="88"/>
                  </a:lnTo>
                  <a:lnTo>
                    <a:pt x="12" y="78"/>
                  </a:lnTo>
                  <a:lnTo>
                    <a:pt x="15" y="66"/>
                  </a:lnTo>
                  <a:lnTo>
                    <a:pt x="24" y="46"/>
                  </a:lnTo>
                  <a:lnTo>
                    <a:pt x="35" y="26"/>
                  </a:lnTo>
                  <a:lnTo>
                    <a:pt x="47" y="7"/>
                  </a:lnTo>
                  <a:lnTo>
                    <a:pt x="47" y="7"/>
                  </a:lnTo>
                  <a:lnTo>
                    <a:pt x="48" y="5"/>
                  </a:lnTo>
                  <a:lnTo>
                    <a:pt x="47" y="3"/>
                  </a:lnTo>
                  <a:lnTo>
                    <a:pt x="47" y="2"/>
                  </a:lnTo>
                  <a:lnTo>
                    <a:pt x="45" y="1"/>
                  </a:lnTo>
                  <a:lnTo>
                    <a:pt x="42" y="0"/>
                  </a:lnTo>
                  <a:lnTo>
                    <a:pt x="40" y="1"/>
                  </a:lnTo>
                  <a:lnTo>
                    <a:pt x="39" y="2"/>
                  </a:lnTo>
                  <a:lnTo>
                    <a:pt x="39" y="2"/>
                  </a:lnTo>
                  <a:close/>
                </a:path>
              </a:pathLst>
            </a:custGeom>
            <a:grpFill/>
            <a:ln w="6350">
              <a:solidFill>
                <a:schemeClr val="accent1">
                  <a:lumMod val="75000"/>
                  <a:alpha val="16000"/>
                </a:schemeClr>
              </a:solidFill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434" name="Freeform 765"/>
            <p:cNvSpPr/>
            <p:nvPr>
              <p:custDataLst>
                <p:tags r:id="rId13"/>
              </p:custDataLst>
            </p:nvPr>
          </p:nvSpPr>
          <p:spPr bwMode="auto">
            <a:xfrm>
              <a:off x="6499225" y="2765425"/>
              <a:ext cx="22225" cy="53975"/>
            </a:xfrm>
            <a:custGeom>
              <a:avLst/>
              <a:gdLst/>
              <a:ahLst/>
              <a:cxnLst>
                <a:cxn ang="0">
                  <a:pos x="35" y="3"/>
                </a:cxn>
                <a:cxn ang="0">
                  <a:pos x="35" y="3"/>
                </a:cxn>
                <a:cxn ang="0">
                  <a:pos x="29" y="13"/>
                </a:cxn>
                <a:cxn ang="0">
                  <a:pos x="24" y="25"/>
                </a:cxn>
                <a:cxn ang="0">
                  <a:pos x="20" y="36"/>
                </a:cxn>
                <a:cxn ang="0">
                  <a:pos x="15" y="49"/>
                </a:cxn>
                <a:cxn ang="0">
                  <a:pos x="8" y="72"/>
                </a:cxn>
                <a:cxn ang="0">
                  <a:pos x="0" y="95"/>
                </a:cxn>
                <a:cxn ang="0">
                  <a:pos x="0" y="95"/>
                </a:cxn>
                <a:cxn ang="0">
                  <a:pos x="0" y="97"/>
                </a:cxn>
                <a:cxn ang="0">
                  <a:pos x="0" y="99"/>
                </a:cxn>
                <a:cxn ang="0">
                  <a:pos x="1" y="100"/>
                </a:cxn>
                <a:cxn ang="0">
                  <a:pos x="3" y="101"/>
                </a:cxn>
                <a:cxn ang="0">
                  <a:pos x="6" y="101"/>
                </a:cxn>
                <a:cxn ang="0">
                  <a:pos x="8" y="100"/>
                </a:cxn>
                <a:cxn ang="0">
                  <a:pos x="9" y="98"/>
                </a:cxn>
                <a:cxn ang="0">
                  <a:pos x="9" y="98"/>
                </a:cxn>
                <a:cxn ang="0">
                  <a:pos x="17" y="76"/>
                </a:cxn>
                <a:cxn ang="0">
                  <a:pos x="24" y="52"/>
                </a:cxn>
                <a:cxn ang="0">
                  <a:pos x="32" y="29"/>
                </a:cxn>
                <a:cxn ang="0">
                  <a:pos x="37" y="19"/>
                </a:cxn>
                <a:cxn ang="0">
                  <a:pos x="43" y="7"/>
                </a:cxn>
                <a:cxn ang="0">
                  <a:pos x="43" y="7"/>
                </a:cxn>
                <a:cxn ang="0">
                  <a:pos x="44" y="5"/>
                </a:cxn>
                <a:cxn ang="0">
                  <a:pos x="44" y="4"/>
                </a:cxn>
                <a:cxn ang="0">
                  <a:pos x="43" y="2"/>
                </a:cxn>
                <a:cxn ang="0">
                  <a:pos x="41" y="1"/>
                </a:cxn>
                <a:cxn ang="0">
                  <a:pos x="40" y="1"/>
                </a:cxn>
                <a:cxn ang="0">
                  <a:pos x="38" y="0"/>
                </a:cxn>
                <a:cxn ang="0">
                  <a:pos x="36" y="1"/>
                </a:cxn>
                <a:cxn ang="0">
                  <a:pos x="35" y="3"/>
                </a:cxn>
                <a:cxn ang="0">
                  <a:pos x="35" y="3"/>
                </a:cxn>
              </a:cxnLst>
              <a:rect l="0" t="0" r="r" b="b"/>
              <a:pathLst>
                <a:path w="44" h="101">
                  <a:moveTo>
                    <a:pt x="35" y="3"/>
                  </a:moveTo>
                  <a:lnTo>
                    <a:pt x="35" y="3"/>
                  </a:lnTo>
                  <a:lnTo>
                    <a:pt x="29" y="13"/>
                  </a:lnTo>
                  <a:lnTo>
                    <a:pt x="24" y="25"/>
                  </a:lnTo>
                  <a:lnTo>
                    <a:pt x="20" y="36"/>
                  </a:lnTo>
                  <a:lnTo>
                    <a:pt x="15" y="49"/>
                  </a:lnTo>
                  <a:lnTo>
                    <a:pt x="8" y="72"/>
                  </a:lnTo>
                  <a:lnTo>
                    <a:pt x="0" y="95"/>
                  </a:lnTo>
                  <a:lnTo>
                    <a:pt x="0" y="95"/>
                  </a:lnTo>
                  <a:lnTo>
                    <a:pt x="0" y="97"/>
                  </a:lnTo>
                  <a:lnTo>
                    <a:pt x="0" y="99"/>
                  </a:lnTo>
                  <a:lnTo>
                    <a:pt x="1" y="100"/>
                  </a:lnTo>
                  <a:lnTo>
                    <a:pt x="3" y="101"/>
                  </a:lnTo>
                  <a:lnTo>
                    <a:pt x="6" y="101"/>
                  </a:lnTo>
                  <a:lnTo>
                    <a:pt x="8" y="100"/>
                  </a:lnTo>
                  <a:lnTo>
                    <a:pt x="9" y="98"/>
                  </a:lnTo>
                  <a:lnTo>
                    <a:pt x="9" y="98"/>
                  </a:lnTo>
                  <a:lnTo>
                    <a:pt x="17" y="76"/>
                  </a:lnTo>
                  <a:lnTo>
                    <a:pt x="24" y="52"/>
                  </a:lnTo>
                  <a:lnTo>
                    <a:pt x="32" y="29"/>
                  </a:lnTo>
                  <a:lnTo>
                    <a:pt x="37" y="19"/>
                  </a:lnTo>
                  <a:lnTo>
                    <a:pt x="43" y="7"/>
                  </a:lnTo>
                  <a:lnTo>
                    <a:pt x="43" y="7"/>
                  </a:lnTo>
                  <a:lnTo>
                    <a:pt x="44" y="5"/>
                  </a:lnTo>
                  <a:lnTo>
                    <a:pt x="44" y="4"/>
                  </a:lnTo>
                  <a:lnTo>
                    <a:pt x="43" y="2"/>
                  </a:lnTo>
                  <a:lnTo>
                    <a:pt x="41" y="1"/>
                  </a:lnTo>
                  <a:lnTo>
                    <a:pt x="40" y="1"/>
                  </a:lnTo>
                  <a:lnTo>
                    <a:pt x="38" y="0"/>
                  </a:lnTo>
                  <a:lnTo>
                    <a:pt x="36" y="1"/>
                  </a:lnTo>
                  <a:lnTo>
                    <a:pt x="35" y="3"/>
                  </a:lnTo>
                  <a:lnTo>
                    <a:pt x="35" y="3"/>
                  </a:lnTo>
                  <a:close/>
                </a:path>
              </a:pathLst>
            </a:custGeom>
            <a:grpFill/>
            <a:ln w="6350">
              <a:solidFill>
                <a:schemeClr val="accent1">
                  <a:lumMod val="75000"/>
                  <a:alpha val="16000"/>
                </a:schemeClr>
              </a:solidFill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435" name="Freeform 766"/>
            <p:cNvSpPr/>
            <p:nvPr>
              <p:custDataLst>
                <p:tags r:id="rId14"/>
              </p:custDataLst>
            </p:nvPr>
          </p:nvSpPr>
          <p:spPr bwMode="auto">
            <a:xfrm>
              <a:off x="6540500" y="2767013"/>
              <a:ext cx="23813" cy="53975"/>
            </a:xfrm>
            <a:custGeom>
              <a:avLst/>
              <a:gdLst/>
              <a:ahLst/>
              <a:cxnLst>
                <a:cxn ang="0">
                  <a:pos x="35" y="4"/>
                </a:cxn>
                <a:cxn ang="0">
                  <a:pos x="35" y="4"/>
                </a:cxn>
                <a:cxn ang="0">
                  <a:pos x="29" y="27"/>
                </a:cxn>
                <a:cxn ang="0">
                  <a:pos x="20" y="50"/>
                </a:cxn>
                <a:cxn ang="0">
                  <a:pos x="11" y="73"/>
                </a:cxn>
                <a:cxn ang="0">
                  <a:pos x="1" y="94"/>
                </a:cxn>
                <a:cxn ang="0">
                  <a:pos x="1" y="94"/>
                </a:cxn>
                <a:cxn ang="0">
                  <a:pos x="0" y="96"/>
                </a:cxn>
                <a:cxn ang="0">
                  <a:pos x="1" y="98"/>
                </a:cxn>
                <a:cxn ang="0">
                  <a:pos x="2" y="101"/>
                </a:cxn>
                <a:cxn ang="0">
                  <a:pos x="3" y="102"/>
                </a:cxn>
                <a:cxn ang="0">
                  <a:pos x="4" y="102"/>
                </a:cxn>
                <a:cxn ang="0">
                  <a:pos x="6" y="102"/>
                </a:cxn>
                <a:cxn ang="0">
                  <a:pos x="8" y="102"/>
                </a:cxn>
                <a:cxn ang="0">
                  <a:pos x="9" y="100"/>
                </a:cxn>
                <a:cxn ang="0">
                  <a:pos x="9" y="100"/>
                </a:cxn>
                <a:cxn ang="0">
                  <a:pos x="19" y="77"/>
                </a:cxn>
                <a:cxn ang="0">
                  <a:pos x="29" y="54"/>
                </a:cxn>
                <a:cxn ang="0">
                  <a:pos x="37" y="30"/>
                </a:cxn>
                <a:cxn ang="0">
                  <a:pos x="44" y="6"/>
                </a:cxn>
                <a:cxn ang="0">
                  <a:pos x="44" y="6"/>
                </a:cxn>
                <a:cxn ang="0">
                  <a:pos x="44" y="4"/>
                </a:cxn>
                <a:cxn ang="0">
                  <a:pos x="43" y="3"/>
                </a:cxn>
                <a:cxn ang="0">
                  <a:pos x="42" y="1"/>
                </a:cxn>
                <a:cxn ang="0">
                  <a:pos x="41" y="1"/>
                </a:cxn>
                <a:cxn ang="0">
                  <a:pos x="39" y="0"/>
                </a:cxn>
                <a:cxn ang="0">
                  <a:pos x="37" y="1"/>
                </a:cxn>
                <a:cxn ang="0">
                  <a:pos x="36" y="2"/>
                </a:cxn>
                <a:cxn ang="0">
                  <a:pos x="35" y="4"/>
                </a:cxn>
                <a:cxn ang="0">
                  <a:pos x="35" y="4"/>
                </a:cxn>
              </a:cxnLst>
              <a:rect l="0" t="0" r="r" b="b"/>
              <a:pathLst>
                <a:path w="44" h="102">
                  <a:moveTo>
                    <a:pt x="35" y="4"/>
                  </a:moveTo>
                  <a:lnTo>
                    <a:pt x="35" y="4"/>
                  </a:lnTo>
                  <a:lnTo>
                    <a:pt x="29" y="27"/>
                  </a:lnTo>
                  <a:lnTo>
                    <a:pt x="20" y="50"/>
                  </a:lnTo>
                  <a:lnTo>
                    <a:pt x="11" y="73"/>
                  </a:lnTo>
                  <a:lnTo>
                    <a:pt x="1" y="94"/>
                  </a:lnTo>
                  <a:lnTo>
                    <a:pt x="1" y="94"/>
                  </a:lnTo>
                  <a:lnTo>
                    <a:pt x="0" y="96"/>
                  </a:lnTo>
                  <a:lnTo>
                    <a:pt x="1" y="98"/>
                  </a:lnTo>
                  <a:lnTo>
                    <a:pt x="2" y="101"/>
                  </a:lnTo>
                  <a:lnTo>
                    <a:pt x="3" y="102"/>
                  </a:lnTo>
                  <a:lnTo>
                    <a:pt x="4" y="102"/>
                  </a:lnTo>
                  <a:lnTo>
                    <a:pt x="6" y="102"/>
                  </a:lnTo>
                  <a:lnTo>
                    <a:pt x="8" y="102"/>
                  </a:lnTo>
                  <a:lnTo>
                    <a:pt x="9" y="100"/>
                  </a:lnTo>
                  <a:lnTo>
                    <a:pt x="9" y="100"/>
                  </a:lnTo>
                  <a:lnTo>
                    <a:pt x="19" y="77"/>
                  </a:lnTo>
                  <a:lnTo>
                    <a:pt x="29" y="54"/>
                  </a:lnTo>
                  <a:lnTo>
                    <a:pt x="37" y="30"/>
                  </a:lnTo>
                  <a:lnTo>
                    <a:pt x="44" y="6"/>
                  </a:lnTo>
                  <a:lnTo>
                    <a:pt x="44" y="6"/>
                  </a:lnTo>
                  <a:lnTo>
                    <a:pt x="44" y="4"/>
                  </a:lnTo>
                  <a:lnTo>
                    <a:pt x="43" y="3"/>
                  </a:lnTo>
                  <a:lnTo>
                    <a:pt x="42" y="1"/>
                  </a:lnTo>
                  <a:lnTo>
                    <a:pt x="41" y="1"/>
                  </a:lnTo>
                  <a:lnTo>
                    <a:pt x="39" y="0"/>
                  </a:lnTo>
                  <a:lnTo>
                    <a:pt x="37" y="1"/>
                  </a:lnTo>
                  <a:lnTo>
                    <a:pt x="36" y="2"/>
                  </a:lnTo>
                  <a:lnTo>
                    <a:pt x="35" y="4"/>
                  </a:lnTo>
                  <a:lnTo>
                    <a:pt x="35" y="4"/>
                  </a:lnTo>
                  <a:close/>
                </a:path>
              </a:pathLst>
            </a:custGeom>
            <a:grpFill/>
            <a:ln w="6350">
              <a:solidFill>
                <a:schemeClr val="accent1">
                  <a:lumMod val="75000"/>
                  <a:alpha val="16000"/>
                </a:schemeClr>
              </a:solidFill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436" name="Freeform 767"/>
            <p:cNvSpPr/>
            <p:nvPr>
              <p:custDataLst>
                <p:tags r:id="rId15"/>
              </p:custDataLst>
            </p:nvPr>
          </p:nvSpPr>
          <p:spPr bwMode="auto">
            <a:xfrm>
              <a:off x="6386513" y="2139950"/>
              <a:ext cx="15875" cy="36513"/>
            </a:xfrm>
            <a:custGeom>
              <a:avLst/>
              <a:gdLst/>
              <a:ahLst/>
              <a:cxnLst>
                <a:cxn ang="0">
                  <a:pos x="22" y="4"/>
                </a:cxn>
                <a:cxn ang="0">
                  <a:pos x="22" y="4"/>
                </a:cxn>
                <a:cxn ang="0">
                  <a:pos x="21" y="12"/>
                </a:cxn>
                <a:cxn ang="0">
                  <a:pos x="19" y="19"/>
                </a:cxn>
                <a:cxn ang="0">
                  <a:pos x="14" y="32"/>
                </a:cxn>
                <a:cxn ang="0">
                  <a:pos x="14" y="32"/>
                </a:cxn>
                <a:cxn ang="0">
                  <a:pos x="9" y="48"/>
                </a:cxn>
                <a:cxn ang="0">
                  <a:pos x="5" y="55"/>
                </a:cxn>
                <a:cxn ang="0">
                  <a:pos x="0" y="62"/>
                </a:cxn>
                <a:cxn ang="0">
                  <a:pos x="0" y="62"/>
                </a:cxn>
                <a:cxn ang="0">
                  <a:pos x="0" y="65"/>
                </a:cxn>
                <a:cxn ang="0">
                  <a:pos x="0" y="67"/>
                </a:cxn>
                <a:cxn ang="0">
                  <a:pos x="2" y="68"/>
                </a:cxn>
                <a:cxn ang="0">
                  <a:pos x="3" y="69"/>
                </a:cxn>
                <a:cxn ang="0">
                  <a:pos x="5" y="70"/>
                </a:cxn>
                <a:cxn ang="0">
                  <a:pos x="6" y="70"/>
                </a:cxn>
                <a:cxn ang="0">
                  <a:pos x="8" y="69"/>
                </a:cxn>
                <a:cxn ang="0">
                  <a:pos x="9" y="68"/>
                </a:cxn>
                <a:cxn ang="0">
                  <a:pos x="9" y="68"/>
                </a:cxn>
                <a:cxn ang="0">
                  <a:pos x="13" y="60"/>
                </a:cxn>
                <a:cxn ang="0">
                  <a:pos x="16" y="53"/>
                </a:cxn>
                <a:cxn ang="0">
                  <a:pos x="22" y="38"/>
                </a:cxn>
                <a:cxn ang="0">
                  <a:pos x="22" y="38"/>
                </a:cxn>
                <a:cxn ang="0">
                  <a:pos x="28" y="22"/>
                </a:cxn>
                <a:cxn ang="0">
                  <a:pos x="31" y="14"/>
                </a:cxn>
                <a:cxn ang="0">
                  <a:pos x="32" y="4"/>
                </a:cxn>
                <a:cxn ang="0">
                  <a:pos x="32" y="4"/>
                </a:cxn>
                <a:cxn ang="0">
                  <a:pos x="32" y="3"/>
                </a:cxn>
                <a:cxn ang="0">
                  <a:pos x="31" y="1"/>
                </a:cxn>
                <a:cxn ang="0">
                  <a:pos x="29" y="0"/>
                </a:cxn>
                <a:cxn ang="0">
                  <a:pos x="27" y="0"/>
                </a:cxn>
                <a:cxn ang="0">
                  <a:pos x="25" y="0"/>
                </a:cxn>
                <a:cxn ang="0">
                  <a:pos x="24" y="1"/>
                </a:cxn>
                <a:cxn ang="0">
                  <a:pos x="23" y="3"/>
                </a:cxn>
                <a:cxn ang="0">
                  <a:pos x="22" y="4"/>
                </a:cxn>
                <a:cxn ang="0">
                  <a:pos x="22" y="4"/>
                </a:cxn>
              </a:cxnLst>
              <a:rect l="0" t="0" r="r" b="b"/>
              <a:pathLst>
                <a:path w="32" h="70">
                  <a:moveTo>
                    <a:pt x="22" y="4"/>
                  </a:moveTo>
                  <a:lnTo>
                    <a:pt x="22" y="4"/>
                  </a:lnTo>
                  <a:lnTo>
                    <a:pt x="21" y="12"/>
                  </a:lnTo>
                  <a:lnTo>
                    <a:pt x="19" y="19"/>
                  </a:lnTo>
                  <a:lnTo>
                    <a:pt x="14" y="32"/>
                  </a:lnTo>
                  <a:lnTo>
                    <a:pt x="14" y="32"/>
                  </a:lnTo>
                  <a:lnTo>
                    <a:pt x="9" y="48"/>
                  </a:lnTo>
                  <a:lnTo>
                    <a:pt x="5" y="55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0" y="65"/>
                  </a:lnTo>
                  <a:lnTo>
                    <a:pt x="0" y="67"/>
                  </a:lnTo>
                  <a:lnTo>
                    <a:pt x="2" y="68"/>
                  </a:lnTo>
                  <a:lnTo>
                    <a:pt x="3" y="69"/>
                  </a:lnTo>
                  <a:lnTo>
                    <a:pt x="5" y="70"/>
                  </a:lnTo>
                  <a:lnTo>
                    <a:pt x="6" y="70"/>
                  </a:lnTo>
                  <a:lnTo>
                    <a:pt x="8" y="69"/>
                  </a:lnTo>
                  <a:lnTo>
                    <a:pt x="9" y="68"/>
                  </a:lnTo>
                  <a:lnTo>
                    <a:pt x="9" y="68"/>
                  </a:lnTo>
                  <a:lnTo>
                    <a:pt x="13" y="60"/>
                  </a:lnTo>
                  <a:lnTo>
                    <a:pt x="16" y="53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8" y="22"/>
                  </a:lnTo>
                  <a:lnTo>
                    <a:pt x="31" y="14"/>
                  </a:lnTo>
                  <a:lnTo>
                    <a:pt x="32" y="4"/>
                  </a:lnTo>
                  <a:lnTo>
                    <a:pt x="32" y="4"/>
                  </a:lnTo>
                  <a:lnTo>
                    <a:pt x="32" y="3"/>
                  </a:lnTo>
                  <a:lnTo>
                    <a:pt x="31" y="1"/>
                  </a:lnTo>
                  <a:lnTo>
                    <a:pt x="29" y="0"/>
                  </a:lnTo>
                  <a:lnTo>
                    <a:pt x="27" y="0"/>
                  </a:lnTo>
                  <a:lnTo>
                    <a:pt x="25" y="0"/>
                  </a:lnTo>
                  <a:lnTo>
                    <a:pt x="24" y="1"/>
                  </a:lnTo>
                  <a:lnTo>
                    <a:pt x="23" y="3"/>
                  </a:lnTo>
                  <a:lnTo>
                    <a:pt x="22" y="4"/>
                  </a:lnTo>
                  <a:lnTo>
                    <a:pt x="22" y="4"/>
                  </a:lnTo>
                  <a:close/>
                </a:path>
              </a:pathLst>
            </a:custGeom>
            <a:grpFill/>
            <a:ln w="6350">
              <a:solidFill>
                <a:schemeClr val="accent1">
                  <a:lumMod val="75000"/>
                  <a:alpha val="16000"/>
                </a:schemeClr>
              </a:solidFill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437" name="Freeform 768"/>
            <p:cNvSpPr/>
            <p:nvPr>
              <p:custDataLst>
                <p:tags r:id="rId16"/>
              </p:custDataLst>
            </p:nvPr>
          </p:nvSpPr>
          <p:spPr bwMode="auto">
            <a:xfrm>
              <a:off x="6429375" y="2155825"/>
              <a:ext cx="9525" cy="33338"/>
            </a:xfrm>
            <a:custGeom>
              <a:avLst/>
              <a:gdLst/>
              <a:ahLst/>
              <a:cxnLst>
                <a:cxn ang="0">
                  <a:pos x="7" y="4"/>
                </a:cxn>
                <a:cxn ang="0">
                  <a:pos x="7" y="4"/>
                </a:cxn>
                <a:cxn ang="0">
                  <a:pos x="6" y="18"/>
                </a:cxn>
                <a:cxn ang="0">
                  <a:pos x="3" y="31"/>
                </a:cxn>
                <a:cxn ang="0">
                  <a:pos x="1" y="45"/>
                </a:cxn>
                <a:cxn ang="0">
                  <a:pos x="0" y="58"/>
                </a:cxn>
                <a:cxn ang="0">
                  <a:pos x="0" y="58"/>
                </a:cxn>
                <a:cxn ang="0">
                  <a:pos x="1" y="60"/>
                </a:cxn>
                <a:cxn ang="0">
                  <a:pos x="2" y="61"/>
                </a:cxn>
                <a:cxn ang="0">
                  <a:pos x="3" y="63"/>
                </a:cxn>
                <a:cxn ang="0">
                  <a:pos x="6" y="63"/>
                </a:cxn>
                <a:cxn ang="0">
                  <a:pos x="7" y="63"/>
                </a:cxn>
                <a:cxn ang="0">
                  <a:pos x="9" y="61"/>
                </a:cxn>
                <a:cxn ang="0">
                  <a:pos x="10" y="60"/>
                </a:cxn>
                <a:cxn ang="0">
                  <a:pos x="10" y="58"/>
                </a:cxn>
                <a:cxn ang="0">
                  <a:pos x="10" y="58"/>
                </a:cxn>
                <a:cxn ang="0">
                  <a:pos x="12" y="45"/>
                </a:cxn>
                <a:cxn ang="0">
                  <a:pos x="14" y="31"/>
                </a:cxn>
                <a:cxn ang="0">
                  <a:pos x="16" y="18"/>
                </a:cxn>
                <a:cxn ang="0">
                  <a:pos x="17" y="4"/>
                </a:cxn>
                <a:cxn ang="0">
                  <a:pos x="17" y="4"/>
                </a:cxn>
                <a:cxn ang="0">
                  <a:pos x="16" y="2"/>
                </a:cxn>
                <a:cxn ang="0">
                  <a:pos x="15" y="1"/>
                </a:cxn>
                <a:cxn ang="0">
                  <a:pos x="14" y="0"/>
                </a:cxn>
                <a:cxn ang="0">
                  <a:pos x="12" y="0"/>
                </a:cxn>
                <a:cxn ang="0">
                  <a:pos x="10" y="0"/>
                </a:cxn>
                <a:cxn ang="0">
                  <a:pos x="9" y="1"/>
                </a:cxn>
                <a:cxn ang="0">
                  <a:pos x="8" y="2"/>
                </a:cxn>
                <a:cxn ang="0">
                  <a:pos x="7" y="4"/>
                </a:cxn>
                <a:cxn ang="0">
                  <a:pos x="7" y="4"/>
                </a:cxn>
              </a:cxnLst>
              <a:rect l="0" t="0" r="r" b="b"/>
              <a:pathLst>
                <a:path w="17" h="63">
                  <a:moveTo>
                    <a:pt x="7" y="4"/>
                  </a:moveTo>
                  <a:lnTo>
                    <a:pt x="7" y="4"/>
                  </a:lnTo>
                  <a:lnTo>
                    <a:pt x="6" y="18"/>
                  </a:lnTo>
                  <a:lnTo>
                    <a:pt x="3" y="31"/>
                  </a:lnTo>
                  <a:lnTo>
                    <a:pt x="1" y="45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1" y="60"/>
                  </a:lnTo>
                  <a:lnTo>
                    <a:pt x="2" y="61"/>
                  </a:lnTo>
                  <a:lnTo>
                    <a:pt x="3" y="63"/>
                  </a:lnTo>
                  <a:lnTo>
                    <a:pt x="6" y="63"/>
                  </a:lnTo>
                  <a:lnTo>
                    <a:pt x="7" y="63"/>
                  </a:lnTo>
                  <a:lnTo>
                    <a:pt x="9" y="61"/>
                  </a:lnTo>
                  <a:lnTo>
                    <a:pt x="10" y="60"/>
                  </a:lnTo>
                  <a:lnTo>
                    <a:pt x="10" y="58"/>
                  </a:lnTo>
                  <a:lnTo>
                    <a:pt x="10" y="58"/>
                  </a:lnTo>
                  <a:lnTo>
                    <a:pt x="12" y="45"/>
                  </a:lnTo>
                  <a:lnTo>
                    <a:pt x="14" y="31"/>
                  </a:lnTo>
                  <a:lnTo>
                    <a:pt x="16" y="18"/>
                  </a:lnTo>
                  <a:lnTo>
                    <a:pt x="17" y="4"/>
                  </a:lnTo>
                  <a:lnTo>
                    <a:pt x="17" y="4"/>
                  </a:lnTo>
                  <a:lnTo>
                    <a:pt x="16" y="2"/>
                  </a:lnTo>
                  <a:lnTo>
                    <a:pt x="15" y="1"/>
                  </a:lnTo>
                  <a:lnTo>
                    <a:pt x="14" y="0"/>
                  </a:lnTo>
                  <a:lnTo>
                    <a:pt x="12" y="0"/>
                  </a:lnTo>
                  <a:lnTo>
                    <a:pt x="10" y="0"/>
                  </a:lnTo>
                  <a:lnTo>
                    <a:pt x="9" y="1"/>
                  </a:lnTo>
                  <a:lnTo>
                    <a:pt x="8" y="2"/>
                  </a:lnTo>
                  <a:lnTo>
                    <a:pt x="7" y="4"/>
                  </a:lnTo>
                  <a:lnTo>
                    <a:pt x="7" y="4"/>
                  </a:lnTo>
                  <a:close/>
                </a:path>
              </a:pathLst>
            </a:custGeom>
            <a:grpFill/>
            <a:ln w="6350">
              <a:solidFill>
                <a:schemeClr val="accent1">
                  <a:lumMod val="75000"/>
                  <a:alpha val="16000"/>
                </a:schemeClr>
              </a:solidFill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438" name="Freeform 769"/>
            <p:cNvSpPr/>
            <p:nvPr>
              <p:custDataLst>
                <p:tags r:id="rId17"/>
              </p:custDataLst>
            </p:nvPr>
          </p:nvSpPr>
          <p:spPr bwMode="auto">
            <a:xfrm>
              <a:off x="6461125" y="2173288"/>
              <a:ext cx="14288" cy="36513"/>
            </a:xfrm>
            <a:custGeom>
              <a:avLst/>
              <a:gdLst/>
              <a:ahLst/>
              <a:cxnLst>
                <a:cxn ang="0">
                  <a:pos x="17" y="2"/>
                </a:cxn>
                <a:cxn ang="0">
                  <a:pos x="17" y="2"/>
                </a:cxn>
                <a:cxn ang="0">
                  <a:pos x="14" y="9"/>
                </a:cxn>
                <a:cxn ang="0">
                  <a:pos x="11" y="17"/>
                </a:cxn>
                <a:cxn ang="0">
                  <a:pos x="7" y="32"/>
                </a:cxn>
                <a:cxn ang="0">
                  <a:pos x="5" y="47"/>
                </a:cxn>
                <a:cxn ang="0">
                  <a:pos x="1" y="64"/>
                </a:cxn>
                <a:cxn ang="0">
                  <a:pos x="1" y="64"/>
                </a:cxn>
                <a:cxn ang="0">
                  <a:pos x="0" y="66"/>
                </a:cxn>
                <a:cxn ang="0">
                  <a:pos x="1" y="67"/>
                </a:cxn>
                <a:cxn ang="0">
                  <a:pos x="3" y="68"/>
                </a:cxn>
                <a:cxn ang="0">
                  <a:pos x="5" y="69"/>
                </a:cxn>
                <a:cxn ang="0">
                  <a:pos x="7" y="69"/>
                </a:cxn>
                <a:cxn ang="0">
                  <a:pos x="8" y="69"/>
                </a:cxn>
                <a:cxn ang="0">
                  <a:pos x="10" y="68"/>
                </a:cxn>
                <a:cxn ang="0">
                  <a:pos x="10" y="66"/>
                </a:cxn>
                <a:cxn ang="0">
                  <a:pos x="10" y="66"/>
                </a:cxn>
                <a:cxn ang="0">
                  <a:pos x="14" y="51"/>
                </a:cxn>
                <a:cxn ang="0">
                  <a:pos x="16" y="36"/>
                </a:cxn>
                <a:cxn ang="0">
                  <a:pos x="19" y="21"/>
                </a:cxn>
                <a:cxn ang="0">
                  <a:pos x="22" y="14"/>
                </a:cxn>
                <a:cxn ang="0">
                  <a:pos x="25" y="7"/>
                </a:cxn>
                <a:cxn ang="0">
                  <a:pos x="25" y="7"/>
                </a:cxn>
                <a:cxn ang="0">
                  <a:pos x="26" y="5"/>
                </a:cxn>
                <a:cxn ang="0">
                  <a:pos x="26" y="3"/>
                </a:cxn>
                <a:cxn ang="0">
                  <a:pos x="25" y="2"/>
                </a:cxn>
                <a:cxn ang="0">
                  <a:pos x="24" y="1"/>
                </a:cxn>
                <a:cxn ang="0">
                  <a:pos x="22" y="0"/>
                </a:cxn>
                <a:cxn ang="0">
                  <a:pos x="20" y="0"/>
                </a:cxn>
                <a:cxn ang="0">
                  <a:pos x="19" y="1"/>
                </a:cxn>
                <a:cxn ang="0">
                  <a:pos x="17" y="2"/>
                </a:cxn>
                <a:cxn ang="0">
                  <a:pos x="17" y="2"/>
                </a:cxn>
              </a:cxnLst>
              <a:rect l="0" t="0" r="r" b="b"/>
              <a:pathLst>
                <a:path w="26" h="69">
                  <a:moveTo>
                    <a:pt x="17" y="2"/>
                  </a:moveTo>
                  <a:lnTo>
                    <a:pt x="17" y="2"/>
                  </a:lnTo>
                  <a:lnTo>
                    <a:pt x="14" y="9"/>
                  </a:lnTo>
                  <a:lnTo>
                    <a:pt x="11" y="17"/>
                  </a:lnTo>
                  <a:lnTo>
                    <a:pt x="7" y="32"/>
                  </a:lnTo>
                  <a:lnTo>
                    <a:pt x="5" y="47"/>
                  </a:lnTo>
                  <a:lnTo>
                    <a:pt x="1" y="64"/>
                  </a:lnTo>
                  <a:lnTo>
                    <a:pt x="1" y="64"/>
                  </a:lnTo>
                  <a:lnTo>
                    <a:pt x="0" y="66"/>
                  </a:lnTo>
                  <a:lnTo>
                    <a:pt x="1" y="67"/>
                  </a:lnTo>
                  <a:lnTo>
                    <a:pt x="3" y="68"/>
                  </a:lnTo>
                  <a:lnTo>
                    <a:pt x="5" y="69"/>
                  </a:lnTo>
                  <a:lnTo>
                    <a:pt x="7" y="69"/>
                  </a:lnTo>
                  <a:lnTo>
                    <a:pt x="8" y="69"/>
                  </a:lnTo>
                  <a:lnTo>
                    <a:pt x="10" y="68"/>
                  </a:lnTo>
                  <a:lnTo>
                    <a:pt x="10" y="66"/>
                  </a:lnTo>
                  <a:lnTo>
                    <a:pt x="10" y="66"/>
                  </a:lnTo>
                  <a:lnTo>
                    <a:pt x="14" y="51"/>
                  </a:lnTo>
                  <a:lnTo>
                    <a:pt x="16" y="36"/>
                  </a:lnTo>
                  <a:lnTo>
                    <a:pt x="19" y="21"/>
                  </a:lnTo>
                  <a:lnTo>
                    <a:pt x="22" y="14"/>
                  </a:lnTo>
                  <a:lnTo>
                    <a:pt x="25" y="7"/>
                  </a:lnTo>
                  <a:lnTo>
                    <a:pt x="25" y="7"/>
                  </a:lnTo>
                  <a:lnTo>
                    <a:pt x="26" y="5"/>
                  </a:lnTo>
                  <a:lnTo>
                    <a:pt x="26" y="3"/>
                  </a:lnTo>
                  <a:lnTo>
                    <a:pt x="25" y="2"/>
                  </a:lnTo>
                  <a:lnTo>
                    <a:pt x="24" y="1"/>
                  </a:lnTo>
                  <a:lnTo>
                    <a:pt x="22" y="0"/>
                  </a:lnTo>
                  <a:lnTo>
                    <a:pt x="20" y="0"/>
                  </a:lnTo>
                  <a:lnTo>
                    <a:pt x="19" y="1"/>
                  </a:lnTo>
                  <a:lnTo>
                    <a:pt x="17" y="2"/>
                  </a:lnTo>
                  <a:lnTo>
                    <a:pt x="17" y="2"/>
                  </a:lnTo>
                  <a:close/>
                </a:path>
              </a:pathLst>
            </a:custGeom>
            <a:grpFill/>
            <a:ln w="6350">
              <a:solidFill>
                <a:schemeClr val="accent1">
                  <a:lumMod val="75000"/>
                  <a:alpha val="16000"/>
                </a:schemeClr>
              </a:solidFill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439" name="Freeform 770"/>
            <p:cNvSpPr/>
            <p:nvPr>
              <p:custDataLst>
                <p:tags r:id="rId18"/>
              </p:custDataLst>
            </p:nvPr>
          </p:nvSpPr>
          <p:spPr bwMode="auto">
            <a:xfrm>
              <a:off x="6475413" y="2203450"/>
              <a:ext cx="19050" cy="50800"/>
            </a:xfrm>
            <a:custGeom>
              <a:avLst/>
              <a:gdLst/>
              <a:ahLst/>
              <a:cxnLst>
                <a:cxn ang="0">
                  <a:pos x="30" y="2"/>
                </a:cxn>
                <a:cxn ang="0">
                  <a:pos x="30" y="2"/>
                </a:cxn>
                <a:cxn ang="0">
                  <a:pos x="23" y="11"/>
                </a:cxn>
                <a:cxn ang="0">
                  <a:pos x="18" y="21"/>
                </a:cxn>
                <a:cxn ang="0">
                  <a:pos x="13" y="32"/>
                </a:cxn>
                <a:cxn ang="0">
                  <a:pos x="9" y="43"/>
                </a:cxn>
                <a:cxn ang="0">
                  <a:pos x="6" y="54"/>
                </a:cxn>
                <a:cxn ang="0">
                  <a:pos x="3" y="67"/>
                </a:cxn>
                <a:cxn ang="0">
                  <a:pos x="0" y="90"/>
                </a:cxn>
                <a:cxn ang="0">
                  <a:pos x="0" y="90"/>
                </a:cxn>
                <a:cxn ang="0">
                  <a:pos x="0" y="92"/>
                </a:cxn>
                <a:cxn ang="0">
                  <a:pos x="1" y="94"/>
                </a:cxn>
                <a:cxn ang="0">
                  <a:pos x="2" y="95"/>
                </a:cxn>
                <a:cxn ang="0">
                  <a:pos x="5" y="95"/>
                </a:cxn>
                <a:cxn ang="0">
                  <a:pos x="8" y="94"/>
                </a:cxn>
                <a:cxn ang="0">
                  <a:pos x="9" y="92"/>
                </a:cxn>
                <a:cxn ang="0">
                  <a:pos x="10" y="90"/>
                </a:cxn>
                <a:cxn ang="0">
                  <a:pos x="10" y="90"/>
                </a:cxn>
                <a:cxn ang="0">
                  <a:pos x="13" y="68"/>
                </a:cxn>
                <a:cxn ang="0">
                  <a:pos x="15" y="58"/>
                </a:cxn>
                <a:cxn ang="0">
                  <a:pos x="18" y="47"/>
                </a:cxn>
                <a:cxn ang="0">
                  <a:pos x="21" y="37"/>
                </a:cxn>
                <a:cxn ang="0">
                  <a:pos x="25" y="26"/>
                </a:cxn>
                <a:cxn ang="0">
                  <a:pos x="30" y="17"/>
                </a:cxn>
                <a:cxn ang="0">
                  <a:pos x="37" y="8"/>
                </a:cxn>
                <a:cxn ang="0">
                  <a:pos x="37" y="8"/>
                </a:cxn>
                <a:cxn ang="0">
                  <a:pos x="38" y="6"/>
                </a:cxn>
                <a:cxn ang="0">
                  <a:pos x="38" y="4"/>
                </a:cxn>
                <a:cxn ang="0">
                  <a:pos x="37" y="1"/>
                </a:cxn>
                <a:cxn ang="0">
                  <a:pos x="35" y="0"/>
                </a:cxn>
                <a:cxn ang="0">
                  <a:pos x="34" y="0"/>
                </a:cxn>
                <a:cxn ang="0">
                  <a:pos x="31" y="0"/>
                </a:cxn>
                <a:cxn ang="0">
                  <a:pos x="30" y="2"/>
                </a:cxn>
                <a:cxn ang="0">
                  <a:pos x="30" y="2"/>
                </a:cxn>
              </a:cxnLst>
              <a:rect l="0" t="0" r="r" b="b"/>
              <a:pathLst>
                <a:path w="38" h="95">
                  <a:moveTo>
                    <a:pt x="30" y="2"/>
                  </a:moveTo>
                  <a:lnTo>
                    <a:pt x="30" y="2"/>
                  </a:lnTo>
                  <a:lnTo>
                    <a:pt x="23" y="11"/>
                  </a:lnTo>
                  <a:lnTo>
                    <a:pt x="18" y="21"/>
                  </a:lnTo>
                  <a:lnTo>
                    <a:pt x="13" y="32"/>
                  </a:lnTo>
                  <a:lnTo>
                    <a:pt x="9" y="43"/>
                  </a:lnTo>
                  <a:lnTo>
                    <a:pt x="6" y="54"/>
                  </a:lnTo>
                  <a:lnTo>
                    <a:pt x="3" y="67"/>
                  </a:lnTo>
                  <a:lnTo>
                    <a:pt x="0" y="90"/>
                  </a:lnTo>
                  <a:lnTo>
                    <a:pt x="0" y="90"/>
                  </a:lnTo>
                  <a:lnTo>
                    <a:pt x="0" y="92"/>
                  </a:lnTo>
                  <a:lnTo>
                    <a:pt x="1" y="94"/>
                  </a:lnTo>
                  <a:lnTo>
                    <a:pt x="2" y="95"/>
                  </a:lnTo>
                  <a:lnTo>
                    <a:pt x="5" y="95"/>
                  </a:lnTo>
                  <a:lnTo>
                    <a:pt x="8" y="94"/>
                  </a:lnTo>
                  <a:lnTo>
                    <a:pt x="9" y="92"/>
                  </a:lnTo>
                  <a:lnTo>
                    <a:pt x="10" y="90"/>
                  </a:lnTo>
                  <a:lnTo>
                    <a:pt x="10" y="90"/>
                  </a:lnTo>
                  <a:lnTo>
                    <a:pt x="13" y="68"/>
                  </a:lnTo>
                  <a:lnTo>
                    <a:pt x="15" y="58"/>
                  </a:lnTo>
                  <a:lnTo>
                    <a:pt x="18" y="47"/>
                  </a:lnTo>
                  <a:lnTo>
                    <a:pt x="21" y="37"/>
                  </a:lnTo>
                  <a:lnTo>
                    <a:pt x="25" y="26"/>
                  </a:lnTo>
                  <a:lnTo>
                    <a:pt x="30" y="17"/>
                  </a:lnTo>
                  <a:lnTo>
                    <a:pt x="37" y="8"/>
                  </a:lnTo>
                  <a:lnTo>
                    <a:pt x="37" y="8"/>
                  </a:lnTo>
                  <a:lnTo>
                    <a:pt x="38" y="6"/>
                  </a:lnTo>
                  <a:lnTo>
                    <a:pt x="38" y="4"/>
                  </a:lnTo>
                  <a:lnTo>
                    <a:pt x="37" y="1"/>
                  </a:lnTo>
                  <a:lnTo>
                    <a:pt x="35" y="0"/>
                  </a:lnTo>
                  <a:lnTo>
                    <a:pt x="34" y="0"/>
                  </a:lnTo>
                  <a:lnTo>
                    <a:pt x="31" y="0"/>
                  </a:lnTo>
                  <a:lnTo>
                    <a:pt x="30" y="2"/>
                  </a:lnTo>
                  <a:lnTo>
                    <a:pt x="30" y="2"/>
                  </a:lnTo>
                  <a:close/>
                </a:path>
              </a:pathLst>
            </a:custGeom>
            <a:grpFill/>
            <a:ln w="6350">
              <a:solidFill>
                <a:schemeClr val="accent1">
                  <a:lumMod val="75000"/>
                  <a:alpha val="16000"/>
                </a:schemeClr>
              </a:solidFill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440" name="Freeform 771"/>
            <p:cNvSpPr/>
            <p:nvPr>
              <p:custDataLst>
                <p:tags r:id="rId19"/>
              </p:custDataLst>
            </p:nvPr>
          </p:nvSpPr>
          <p:spPr bwMode="auto">
            <a:xfrm>
              <a:off x="6481763" y="2241550"/>
              <a:ext cx="26988" cy="55563"/>
            </a:xfrm>
            <a:custGeom>
              <a:avLst/>
              <a:gdLst/>
              <a:ahLst/>
              <a:cxnLst>
                <a:cxn ang="0">
                  <a:pos x="42" y="2"/>
                </a:cxn>
                <a:cxn ang="0">
                  <a:pos x="42" y="2"/>
                </a:cxn>
                <a:cxn ang="0">
                  <a:pos x="34" y="13"/>
                </a:cxn>
                <a:cxn ang="0">
                  <a:pos x="28" y="25"/>
                </a:cxn>
                <a:cxn ang="0">
                  <a:pos x="23" y="37"/>
                </a:cxn>
                <a:cxn ang="0">
                  <a:pos x="17" y="50"/>
                </a:cxn>
                <a:cxn ang="0">
                  <a:pos x="8" y="76"/>
                </a:cxn>
                <a:cxn ang="0">
                  <a:pos x="0" y="102"/>
                </a:cxn>
                <a:cxn ang="0">
                  <a:pos x="0" y="102"/>
                </a:cxn>
                <a:cxn ang="0">
                  <a:pos x="0" y="104"/>
                </a:cxn>
                <a:cxn ang="0">
                  <a:pos x="1" y="105"/>
                </a:cxn>
                <a:cxn ang="0">
                  <a:pos x="2" y="106"/>
                </a:cxn>
                <a:cxn ang="0">
                  <a:pos x="3" y="107"/>
                </a:cxn>
                <a:cxn ang="0">
                  <a:pos x="5" y="107"/>
                </a:cxn>
                <a:cxn ang="0">
                  <a:pos x="7" y="107"/>
                </a:cxn>
                <a:cxn ang="0">
                  <a:pos x="8" y="106"/>
                </a:cxn>
                <a:cxn ang="0">
                  <a:pos x="9" y="104"/>
                </a:cxn>
                <a:cxn ang="0">
                  <a:pos x="9" y="104"/>
                </a:cxn>
                <a:cxn ang="0">
                  <a:pos x="17" y="79"/>
                </a:cxn>
                <a:cxn ang="0">
                  <a:pos x="26" y="54"/>
                </a:cxn>
                <a:cxn ang="0">
                  <a:pos x="31" y="41"/>
                </a:cxn>
                <a:cxn ang="0">
                  <a:pos x="36" y="29"/>
                </a:cxn>
                <a:cxn ang="0">
                  <a:pos x="42" y="18"/>
                </a:cxn>
                <a:cxn ang="0">
                  <a:pos x="50" y="6"/>
                </a:cxn>
                <a:cxn ang="0">
                  <a:pos x="50" y="6"/>
                </a:cxn>
                <a:cxn ang="0">
                  <a:pos x="51" y="5"/>
                </a:cxn>
                <a:cxn ang="0">
                  <a:pos x="51" y="3"/>
                </a:cxn>
                <a:cxn ang="0">
                  <a:pos x="50" y="2"/>
                </a:cxn>
                <a:cxn ang="0">
                  <a:pos x="49" y="1"/>
                </a:cxn>
                <a:cxn ang="0">
                  <a:pos x="45" y="0"/>
                </a:cxn>
                <a:cxn ang="0">
                  <a:pos x="43" y="0"/>
                </a:cxn>
                <a:cxn ang="0">
                  <a:pos x="42" y="2"/>
                </a:cxn>
                <a:cxn ang="0">
                  <a:pos x="42" y="2"/>
                </a:cxn>
              </a:cxnLst>
              <a:rect l="0" t="0" r="r" b="b"/>
              <a:pathLst>
                <a:path w="51" h="107">
                  <a:moveTo>
                    <a:pt x="42" y="2"/>
                  </a:moveTo>
                  <a:lnTo>
                    <a:pt x="42" y="2"/>
                  </a:lnTo>
                  <a:lnTo>
                    <a:pt x="34" y="13"/>
                  </a:lnTo>
                  <a:lnTo>
                    <a:pt x="28" y="25"/>
                  </a:lnTo>
                  <a:lnTo>
                    <a:pt x="23" y="37"/>
                  </a:lnTo>
                  <a:lnTo>
                    <a:pt x="17" y="50"/>
                  </a:lnTo>
                  <a:lnTo>
                    <a:pt x="8" y="76"/>
                  </a:lnTo>
                  <a:lnTo>
                    <a:pt x="0" y="102"/>
                  </a:lnTo>
                  <a:lnTo>
                    <a:pt x="0" y="102"/>
                  </a:lnTo>
                  <a:lnTo>
                    <a:pt x="0" y="104"/>
                  </a:lnTo>
                  <a:lnTo>
                    <a:pt x="1" y="105"/>
                  </a:lnTo>
                  <a:lnTo>
                    <a:pt x="2" y="106"/>
                  </a:lnTo>
                  <a:lnTo>
                    <a:pt x="3" y="107"/>
                  </a:lnTo>
                  <a:lnTo>
                    <a:pt x="5" y="107"/>
                  </a:lnTo>
                  <a:lnTo>
                    <a:pt x="7" y="107"/>
                  </a:lnTo>
                  <a:lnTo>
                    <a:pt x="8" y="106"/>
                  </a:lnTo>
                  <a:lnTo>
                    <a:pt x="9" y="104"/>
                  </a:lnTo>
                  <a:lnTo>
                    <a:pt x="9" y="104"/>
                  </a:lnTo>
                  <a:lnTo>
                    <a:pt x="17" y="79"/>
                  </a:lnTo>
                  <a:lnTo>
                    <a:pt x="26" y="54"/>
                  </a:lnTo>
                  <a:lnTo>
                    <a:pt x="31" y="41"/>
                  </a:lnTo>
                  <a:lnTo>
                    <a:pt x="36" y="29"/>
                  </a:lnTo>
                  <a:lnTo>
                    <a:pt x="42" y="18"/>
                  </a:lnTo>
                  <a:lnTo>
                    <a:pt x="50" y="6"/>
                  </a:lnTo>
                  <a:lnTo>
                    <a:pt x="50" y="6"/>
                  </a:lnTo>
                  <a:lnTo>
                    <a:pt x="51" y="5"/>
                  </a:lnTo>
                  <a:lnTo>
                    <a:pt x="51" y="3"/>
                  </a:lnTo>
                  <a:lnTo>
                    <a:pt x="50" y="2"/>
                  </a:lnTo>
                  <a:lnTo>
                    <a:pt x="49" y="1"/>
                  </a:lnTo>
                  <a:lnTo>
                    <a:pt x="45" y="0"/>
                  </a:lnTo>
                  <a:lnTo>
                    <a:pt x="43" y="0"/>
                  </a:lnTo>
                  <a:lnTo>
                    <a:pt x="42" y="2"/>
                  </a:lnTo>
                  <a:lnTo>
                    <a:pt x="42" y="2"/>
                  </a:lnTo>
                  <a:close/>
                </a:path>
              </a:pathLst>
            </a:custGeom>
            <a:grpFill/>
            <a:ln w="6350">
              <a:solidFill>
                <a:schemeClr val="accent1">
                  <a:lumMod val="75000"/>
                  <a:alpha val="16000"/>
                </a:schemeClr>
              </a:solidFill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441" name="Freeform 772"/>
            <p:cNvSpPr/>
            <p:nvPr>
              <p:custDataLst>
                <p:tags r:id="rId20"/>
              </p:custDataLst>
            </p:nvPr>
          </p:nvSpPr>
          <p:spPr bwMode="auto">
            <a:xfrm>
              <a:off x="6770688" y="2238375"/>
              <a:ext cx="12700" cy="47625"/>
            </a:xfrm>
            <a:custGeom>
              <a:avLst/>
              <a:gdLst/>
              <a:ahLst/>
              <a:cxnLst>
                <a:cxn ang="0">
                  <a:pos x="17" y="4"/>
                </a:cxn>
                <a:cxn ang="0">
                  <a:pos x="17" y="4"/>
                </a:cxn>
                <a:cxn ang="0">
                  <a:pos x="12" y="25"/>
                </a:cxn>
                <a:cxn ang="0">
                  <a:pos x="7" y="45"/>
                </a:cxn>
                <a:cxn ang="0">
                  <a:pos x="3" y="65"/>
                </a:cxn>
                <a:cxn ang="0">
                  <a:pos x="1" y="75"/>
                </a:cxn>
                <a:cxn ang="0">
                  <a:pos x="0" y="87"/>
                </a:cxn>
                <a:cxn ang="0">
                  <a:pos x="0" y="87"/>
                </a:cxn>
                <a:cxn ang="0">
                  <a:pos x="1" y="88"/>
                </a:cxn>
                <a:cxn ang="0">
                  <a:pos x="2" y="90"/>
                </a:cxn>
                <a:cxn ang="0">
                  <a:pos x="3" y="91"/>
                </a:cxn>
                <a:cxn ang="0">
                  <a:pos x="5" y="91"/>
                </a:cxn>
                <a:cxn ang="0">
                  <a:pos x="7" y="91"/>
                </a:cxn>
                <a:cxn ang="0">
                  <a:pos x="8" y="90"/>
                </a:cxn>
                <a:cxn ang="0">
                  <a:pos x="9" y="88"/>
                </a:cxn>
                <a:cxn ang="0">
                  <a:pos x="10" y="87"/>
                </a:cxn>
                <a:cxn ang="0">
                  <a:pos x="10" y="87"/>
                </a:cxn>
                <a:cxn ang="0">
                  <a:pos x="10" y="75"/>
                </a:cxn>
                <a:cxn ang="0">
                  <a:pos x="12" y="65"/>
                </a:cxn>
                <a:cxn ang="0">
                  <a:pos x="17" y="45"/>
                </a:cxn>
                <a:cxn ang="0">
                  <a:pos x="22" y="25"/>
                </a:cxn>
                <a:cxn ang="0">
                  <a:pos x="26" y="4"/>
                </a:cxn>
                <a:cxn ang="0">
                  <a:pos x="26" y="4"/>
                </a:cxn>
                <a:cxn ang="0">
                  <a:pos x="26" y="2"/>
                </a:cxn>
                <a:cxn ang="0">
                  <a:pos x="25" y="1"/>
                </a:cxn>
                <a:cxn ang="0">
                  <a:pos x="24" y="0"/>
                </a:cxn>
                <a:cxn ang="0">
                  <a:pos x="22" y="0"/>
                </a:cxn>
                <a:cxn ang="0">
                  <a:pos x="19" y="1"/>
                </a:cxn>
                <a:cxn ang="0">
                  <a:pos x="17" y="2"/>
                </a:cxn>
                <a:cxn ang="0">
                  <a:pos x="17" y="4"/>
                </a:cxn>
                <a:cxn ang="0">
                  <a:pos x="17" y="4"/>
                </a:cxn>
              </a:cxnLst>
              <a:rect l="0" t="0" r="r" b="b"/>
              <a:pathLst>
                <a:path w="26" h="91">
                  <a:moveTo>
                    <a:pt x="17" y="4"/>
                  </a:moveTo>
                  <a:lnTo>
                    <a:pt x="17" y="4"/>
                  </a:lnTo>
                  <a:lnTo>
                    <a:pt x="12" y="25"/>
                  </a:lnTo>
                  <a:lnTo>
                    <a:pt x="7" y="45"/>
                  </a:lnTo>
                  <a:lnTo>
                    <a:pt x="3" y="65"/>
                  </a:lnTo>
                  <a:lnTo>
                    <a:pt x="1" y="75"/>
                  </a:lnTo>
                  <a:lnTo>
                    <a:pt x="0" y="87"/>
                  </a:lnTo>
                  <a:lnTo>
                    <a:pt x="0" y="87"/>
                  </a:lnTo>
                  <a:lnTo>
                    <a:pt x="1" y="88"/>
                  </a:lnTo>
                  <a:lnTo>
                    <a:pt x="2" y="90"/>
                  </a:lnTo>
                  <a:lnTo>
                    <a:pt x="3" y="91"/>
                  </a:lnTo>
                  <a:lnTo>
                    <a:pt x="5" y="91"/>
                  </a:lnTo>
                  <a:lnTo>
                    <a:pt x="7" y="91"/>
                  </a:lnTo>
                  <a:lnTo>
                    <a:pt x="8" y="90"/>
                  </a:lnTo>
                  <a:lnTo>
                    <a:pt x="9" y="88"/>
                  </a:lnTo>
                  <a:lnTo>
                    <a:pt x="10" y="87"/>
                  </a:lnTo>
                  <a:lnTo>
                    <a:pt x="10" y="87"/>
                  </a:lnTo>
                  <a:lnTo>
                    <a:pt x="10" y="75"/>
                  </a:lnTo>
                  <a:lnTo>
                    <a:pt x="12" y="65"/>
                  </a:lnTo>
                  <a:lnTo>
                    <a:pt x="17" y="45"/>
                  </a:lnTo>
                  <a:lnTo>
                    <a:pt x="22" y="25"/>
                  </a:lnTo>
                  <a:lnTo>
                    <a:pt x="26" y="4"/>
                  </a:lnTo>
                  <a:lnTo>
                    <a:pt x="26" y="4"/>
                  </a:lnTo>
                  <a:lnTo>
                    <a:pt x="26" y="2"/>
                  </a:lnTo>
                  <a:lnTo>
                    <a:pt x="25" y="1"/>
                  </a:lnTo>
                  <a:lnTo>
                    <a:pt x="24" y="0"/>
                  </a:lnTo>
                  <a:lnTo>
                    <a:pt x="22" y="0"/>
                  </a:lnTo>
                  <a:lnTo>
                    <a:pt x="19" y="1"/>
                  </a:lnTo>
                  <a:lnTo>
                    <a:pt x="17" y="2"/>
                  </a:lnTo>
                  <a:lnTo>
                    <a:pt x="17" y="4"/>
                  </a:lnTo>
                  <a:lnTo>
                    <a:pt x="17" y="4"/>
                  </a:lnTo>
                  <a:close/>
                </a:path>
              </a:pathLst>
            </a:custGeom>
            <a:grpFill/>
            <a:ln w="6350">
              <a:solidFill>
                <a:schemeClr val="accent1">
                  <a:lumMod val="75000"/>
                  <a:alpha val="16000"/>
                </a:schemeClr>
              </a:solidFill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442" name="Freeform 773"/>
            <p:cNvSpPr/>
            <p:nvPr>
              <p:custDataLst>
                <p:tags r:id="rId21"/>
              </p:custDataLst>
            </p:nvPr>
          </p:nvSpPr>
          <p:spPr bwMode="auto">
            <a:xfrm>
              <a:off x="6811963" y="2214563"/>
              <a:ext cx="17463" cy="50800"/>
            </a:xfrm>
            <a:custGeom>
              <a:avLst/>
              <a:gdLst/>
              <a:ahLst/>
              <a:cxnLst>
                <a:cxn ang="0">
                  <a:pos x="23" y="3"/>
                </a:cxn>
                <a:cxn ang="0">
                  <a:pos x="23" y="3"/>
                </a:cxn>
                <a:cxn ang="0">
                  <a:pos x="14" y="25"/>
                </a:cxn>
                <a:cxn ang="0">
                  <a:pos x="9" y="47"/>
                </a:cxn>
                <a:cxn ang="0">
                  <a:pos x="4" y="70"/>
                </a:cxn>
                <a:cxn ang="0">
                  <a:pos x="0" y="92"/>
                </a:cxn>
                <a:cxn ang="0">
                  <a:pos x="0" y="92"/>
                </a:cxn>
                <a:cxn ang="0">
                  <a:pos x="0" y="94"/>
                </a:cxn>
                <a:cxn ang="0">
                  <a:pos x="1" y="96"/>
                </a:cxn>
                <a:cxn ang="0">
                  <a:pos x="3" y="98"/>
                </a:cxn>
                <a:cxn ang="0">
                  <a:pos x="6" y="98"/>
                </a:cxn>
                <a:cxn ang="0">
                  <a:pos x="7" y="98"/>
                </a:cxn>
                <a:cxn ang="0">
                  <a:pos x="9" y="96"/>
                </a:cxn>
                <a:cxn ang="0">
                  <a:pos x="9" y="96"/>
                </a:cxn>
                <a:cxn ang="0">
                  <a:pos x="9" y="95"/>
                </a:cxn>
                <a:cxn ang="0">
                  <a:pos x="9" y="95"/>
                </a:cxn>
                <a:cxn ang="0">
                  <a:pos x="11" y="94"/>
                </a:cxn>
                <a:cxn ang="0">
                  <a:pos x="12" y="91"/>
                </a:cxn>
                <a:cxn ang="0">
                  <a:pos x="12" y="88"/>
                </a:cxn>
                <a:cxn ang="0">
                  <a:pos x="10" y="86"/>
                </a:cxn>
                <a:cxn ang="0">
                  <a:pos x="10" y="86"/>
                </a:cxn>
                <a:cxn ang="0">
                  <a:pos x="14" y="66"/>
                </a:cxn>
                <a:cxn ang="0">
                  <a:pos x="18" y="46"/>
                </a:cxn>
                <a:cxn ang="0">
                  <a:pos x="25" y="25"/>
                </a:cxn>
                <a:cxn ang="0">
                  <a:pos x="31" y="5"/>
                </a:cxn>
                <a:cxn ang="0">
                  <a:pos x="31" y="5"/>
                </a:cxn>
                <a:cxn ang="0">
                  <a:pos x="32" y="3"/>
                </a:cxn>
                <a:cxn ang="0">
                  <a:pos x="31" y="2"/>
                </a:cxn>
                <a:cxn ang="0">
                  <a:pos x="30" y="1"/>
                </a:cxn>
                <a:cxn ang="0">
                  <a:pos x="29" y="0"/>
                </a:cxn>
                <a:cxn ang="0">
                  <a:pos x="25" y="0"/>
                </a:cxn>
                <a:cxn ang="0">
                  <a:pos x="24" y="1"/>
                </a:cxn>
                <a:cxn ang="0">
                  <a:pos x="23" y="3"/>
                </a:cxn>
                <a:cxn ang="0">
                  <a:pos x="23" y="3"/>
                </a:cxn>
              </a:cxnLst>
              <a:rect l="0" t="0" r="r" b="b"/>
              <a:pathLst>
                <a:path w="32" h="98">
                  <a:moveTo>
                    <a:pt x="23" y="3"/>
                  </a:moveTo>
                  <a:lnTo>
                    <a:pt x="23" y="3"/>
                  </a:lnTo>
                  <a:lnTo>
                    <a:pt x="14" y="25"/>
                  </a:lnTo>
                  <a:lnTo>
                    <a:pt x="9" y="47"/>
                  </a:lnTo>
                  <a:lnTo>
                    <a:pt x="4" y="70"/>
                  </a:lnTo>
                  <a:lnTo>
                    <a:pt x="0" y="92"/>
                  </a:lnTo>
                  <a:lnTo>
                    <a:pt x="0" y="92"/>
                  </a:lnTo>
                  <a:lnTo>
                    <a:pt x="0" y="94"/>
                  </a:lnTo>
                  <a:lnTo>
                    <a:pt x="1" y="96"/>
                  </a:lnTo>
                  <a:lnTo>
                    <a:pt x="3" y="98"/>
                  </a:lnTo>
                  <a:lnTo>
                    <a:pt x="6" y="98"/>
                  </a:lnTo>
                  <a:lnTo>
                    <a:pt x="7" y="98"/>
                  </a:lnTo>
                  <a:lnTo>
                    <a:pt x="9" y="96"/>
                  </a:lnTo>
                  <a:lnTo>
                    <a:pt x="9" y="96"/>
                  </a:lnTo>
                  <a:lnTo>
                    <a:pt x="9" y="95"/>
                  </a:lnTo>
                  <a:lnTo>
                    <a:pt x="9" y="95"/>
                  </a:lnTo>
                  <a:lnTo>
                    <a:pt x="11" y="94"/>
                  </a:lnTo>
                  <a:lnTo>
                    <a:pt x="12" y="91"/>
                  </a:lnTo>
                  <a:lnTo>
                    <a:pt x="12" y="88"/>
                  </a:lnTo>
                  <a:lnTo>
                    <a:pt x="10" y="86"/>
                  </a:lnTo>
                  <a:lnTo>
                    <a:pt x="10" y="86"/>
                  </a:lnTo>
                  <a:lnTo>
                    <a:pt x="14" y="66"/>
                  </a:lnTo>
                  <a:lnTo>
                    <a:pt x="18" y="46"/>
                  </a:lnTo>
                  <a:lnTo>
                    <a:pt x="25" y="25"/>
                  </a:lnTo>
                  <a:lnTo>
                    <a:pt x="31" y="5"/>
                  </a:lnTo>
                  <a:lnTo>
                    <a:pt x="31" y="5"/>
                  </a:lnTo>
                  <a:lnTo>
                    <a:pt x="32" y="3"/>
                  </a:lnTo>
                  <a:lnTo>
                    <a:pt x="31" y="2"/>
                  </a:lnTo>
                  <a:lnTo>
                    <a:pt x="30" y="1"/>
                  </a:lnTo>
                  <a:lnTo>
                    <a:pt x="29" y="0"/>
                  </a:lnTo>
                  <a:lnTo>
                    <a:pt x="25" y="0"/>
                  </a:lnTo>
                  <a:lnTo>
                    <a:pt x="24" y="1"/>
                  </a:lnTo>
                  <a:lnTo>
                    <a:pt x="23" y="3"/>
                  </a:lnTo>
                  <a:lnTo>
                    <a:pt x="23" y="3"/>
                  </a:lnTo>
                  <a:close/>
                </a:path>
              </a:pathLst>
            </a:custGeom>
            <a:grpFill/>
            <a:ln w="6350">
              <a:solidFill>
                <a:schemeClr val="accent1">
                  <a:lumMod val="75000"/>
                  <a:alpha val="16000"/>
                </a:schemeClr>
              </a:solidFill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443" name="Freeform 774"/>
            <p:cNvSpPr/>
            <p:nvPr>
              <p:custDataLst>
                <p:tags r:id="rId22"/>
              </p:custDataLst>
            </p:nvPr>
          </p:nvSpPr>
          <p:spPr bwMode="auto">
            <a:xfrm>
              <a:off x="6848475" y="2211388"/>
              <a:ext cx="19050" cy="46038"/>
            </a:xfrm>
            <a:custGeom>
              <a:avLst/>
              <a:gdLst/>
              <a:ahLst/>
              <a:cxnLst>
                <a:cxn ang="0">
                  <a:pos x="26" y="3"/>
                </a:cxn>
                <a:cxn ang="0">
                  <a:pos x="26" y="3"/>
                </a:cxn>
                <a:cxn ang="0">
                  <a:pos x="22" y="23"/>
                </a:cxn>
                <a:cxn ang="0">
                  <a:pos x="17" y="44"/>
                </a:cxn>
                <a:cxn ang="0">
                  <a:pos x="11" y="62"/>
                </a:cxn>
                <a:cxn ang="0">
                  <a:pos x="6" y="72"/>
                </a:cxn>
                <a:cxn ang="0">
                  <a:pos x="1" y="81"/>
                </a:cxn>
                <a:cxn ang="0">
                  <a:pos x="1" y="81"/>
                </a:cxn>
                <a:cxn ang="0">
                  <a:pos x="0" y="83"/>
                </a:cxn>
                <a:cxn ang="0">
                  <a:pos x="0" y="85"/>
                </a:cxn>
                <a:cxn ang="0">
                  <a:pos x="1" y="86"/>
                </a:cxn>
                <a:cxn ang="0">
                  <a:pos x="3" y="87"/>
                </a:cxn>
                <a:cxn ang="0">
                  <a:pos x="4" y="88"/>
                </a:cxn>
                <a:cxn ang="0">
                  <a:pos x="6" y="88"/>
                </a:cxn>
                <a:cxn ang="0">
                  <a:pos x="8" y="87"/>
                </a:cxn>
                <a:cxn ang="0">
                  <a:pos x="10" y="86"/>
                </a:cxn>
                <a:cxn ang="0">
                  <a:pos x="10" y="86"/>
                </a:cxn>
                <a:cxn ang="0">
                  <a:pos x="15" y="77"/>
                </a:cxn>
                <a:cxn ang="0">
                  <a:pos x="19" y="66"/>
                </a:cxn>
                <a:cxn ang="0">
                  <a:pos x="25" y="47"/>
                </a:cxn>
                <a:cxn ang="0">
                  <a:pos x="30" y="26"/>
                </a:cxn>
                <a:cxn ang="0">
                  <a:pos x="35" y="5"/>
                </a:cxn>
                <a:cxn ang="0">
                  <a:pos x="35" y="5"/>
                </a:cxn>
                <a:cxn ang="0">
                  <a:pos x="35" y="3"/>
                </a:cxn>
                <a:cxn ang="0">
                  <a:pos x="34" y="2"/>
                </a:cxn>
                <a:cxn ang="0">
                  <a:pos x="33" y="0"/>
                </a:cxn>
                <a:cxn ang="0">
                  <a:pos x="31" y="0"/>
                </a:cxn>
                <a:cxn ang="0">
                  <a:pos x="30" y="0"/>
                </a:cxn>
                <a:cxn ang="0">
                  <a:pos x="28" y="0"/>
                </a:cxn>
                <a:cxn ang="0">
                  <a:pos x="27" y="1"/>
                </a:cxn>
                <a:cxn ang="0">
                  <a:pos x="26" y="3"/>
                </a:cxn>
                <a:cxn ang="0">
                  <a:pos x="26" y="3"/>
                </a:cxn>
              </a:cxnLst>
              <a:rect l="0" t="0" r="r" b="b"/>
              <a:pathLst>
                <a:path w="35" h="88">
                  <a:moveTo>
                    <a:pt x="26" y="3"/>
                  </a:moveTo>
                  <a:lnTo>
                    <a:pt x="26" y="3"/>
                  </a:lnTo>
                  <a:lnTo>
                    <a:pt x="22" y="23"/>
                  </a:lnTo>
                  <a:lnTo>
                    <a:pt x="17" y="44"/>
                  </a:lnTo>
                  <a:lnTo>
                    <a:pt x="11" y="62"/>
                  </a:lnTo>
                  <a:lnTo>
                    <a:pt x="6" y="72"/>
                  </a:lnTo>
                  <a:lnTo>
                    <a:pt x="1" y="81"/>
                  </a:lnTo>
                  <a:lnTo>
                    <a:pt x="1" y="81"/>
                  </a:lnTo>
                  <a:lnTo>
                    <a:pt x="0" y="83"/>
                  </a:lnTo>
                  <a:lnTo>
                    <a:pt x="0" y="85"/>
                  </a:lnTo>
                  <a:lnTo>
                    <a:pt x="1" y="86"/>
                  </a:lnTo>
                  <a:lnTo>
                    <a:pt x="3" y="87"/>
                  </a:lnTo>
                  <a:lnTo>
                    <a:pt x="4" y="88"/>
                  </a:lnTo>
                  <a:lnTo>
                    <a:pt x="6" y="88"/>
                  </a:lnTo>
                  <a:lnTo>
                    <a:pt x="8" y="87"/>
                  </a:lnTo>
                  <a:lnTo>
                    <a:pt x="10" y="86"/>
                  </a:lnTo>
                  <a:lnTo>
                    <a:pt x="10" y="86"/>
                  </a:lnTo>
                  <a:lnTo>
                    <a:pt x="15" y="77"/>
                  </a:lnTo>
                  <a:lnTo>
                    <a:pt x="19" y="66"/>
                  </a:lnTo>
                  <a:lnTo>
                    <a:pt x="25" y="47"/>
                  </a:lnTo>
                  <a:lnTo>
                    <a:pt x="30" y="26"/>
                  </a:lnTo>
                  <a:lnTo>
                    <a:pt x="35" y="5"/>
                  </a:lnTo>
                  <a:lnTo>
                    <a:pt x="35" y="5"/>
                  </a:lnTo>
                  <a:lnTo>
                    <a:pt x="35" y="3"/>
                  </a:lnTo>
                  <a:lnTo>
                    <a:pt x="34" y="2"/>
                  </a:lnTo>
                  <a:lnTo>
                    <a:pt x="33" y="0"/>
                  </a:lnTo>
                  <a:lnTo>
                    <a:pt x="31" y="0"/>
                  </a:lnTo>
                  <a:lnTo>
                    <a:pt x="30" y="0"/>
                  </a:lnTo>
                  <a:lnTo>
                    <a:pt x="28" y="0"/>
                  </a:lnTo>
                  <a:lnTo>
                    <a:pt x="27" y="1"/>
                  </a:lnTo>
                  <a:lnTo>
                    <a:pt x="26" y="3"/>
                  </a:lnTo>
                  <a:lnTo>
                    <a:pt x="26" y="3"/>
                  </a:lnTo>
                  <a:close/>
                </a:path>
              </a:pathLst>
            </a:custGeom>
            <a:grpFill/>
            <a:ln w="6350">
              <a:solidFill>
                <a:schemeClr val="accent1">
                  <a:lumMod val="75000"/>
                  <a:alpha val="16000"/>
                </a:schemeClr>
              </a:solidFill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444" name="Freeform 775"/>
            <p:cNvSpPr/>
            <p:nvPr>
              <p:custDataLst>
                <p:tags r:id="rId23"/>
              </p:custDataLst>
            </p:nvPr>
          </p:nvSpPr>
          <p:spPr bwMode="auto">
            <a:xfrm>
              <a:off x="6586538" y="2754313"/>
              <a:ext cx="7938" cy="46038"/>
            </a:xfrm>
            <a:custGeom>
              <a:avLst/>
              <a:gdLst/>
              <a:ahLst/>
              <a:cxnLst>
                <a:cxn ang="0">
                  <a:pos x="6" y="4"/>
                </a:cxn>
                <a:cxn ang="0">
                  <a:pos x="6" y="4"/>
                </a:cxn>
                <a:cxn ang="0">
                  <a:pos x="6" y="24"/>
                </a:cxn>
                <a:cxn ang="0">
                  <a:pos x="5" y="44"/>
                </a:cxn>
                <a:cxn ang="0">
                  <a:pos x="3" y="63"/>
                </a:cxn>
                <a:cxn ang="0">
                  <a:pos x="0" y="83"/>
                </a:cxn>
                <a:cxn ang="0">
                  <a:pos x="0" y="83"/>
                </a:cxn>
                <a:cxn ang="0">
                  <a:pos x="0" y="85"/>
                </a:cxn>
                <a:cxn ang="0">
                  <a:pos x="1" y="86"/>
                </a:cxn>
                <a:cxn ang="0">
                  <a:pos x="2" y="88"/>
                </a:cxn>
                <a:cxn ang="0">
                  <a:pos x="3" y="88"/>
                </a:cxn>
                <a:cxn ang="0">
                  <a:pos x="5" y="88"/>
                </a:cxn>
                <a:cxn ang="0">
                  <a:pos x="7" y="88"/>
                </a:cxn>
                <a:cxn ang="0">
                  <a:pos x="8" y="87"/>
                </a:cxn>
                <a:cxn ang="0">
                  <a:pos x="9" y="85"/>
                </a:cxn>
                <a:cxn ang="0">
                  <a:pos x="9" y="85"/>
                </a:cxn>
                <a:cxn ang="0">
                  <a:pos x="12" y="65"/>
                </a:cxn>
                <a:cxn ang="0">
                  <a:pos x="14" y="46"/>
                </a:cxn>
                <a:cxn ang="0">
                  <a:pos x="15" y="25"/>
                </a:cxn>
                <a:cxn ang="0">
                  <a:pos x="15" y="4"/>
                </a:cxn>
                <a:cxn ang="0">
                  <a:pos x="15" y="4"/>
                </a:cxn>
                <a:cxn ang="0">
                  <a:pos x="15" y="3"/>
                </a:cxn>
                <a:cxn ang="0">
                  <a:pos x="14" y="1"/>
                </a:cxn>
                <a:cxn ang="0">
                  <a:pos x="12" y="0"/>
                </a:cxn>
                <a:cxn ang="0">
                  <a:pos x="11" y="0"/>
                </a:cxn>
                <a:cxn ang="0">
                  <a:pos x="9" y="0"/>
                </a:cxn>
                <a:cxn ang="0">
                  <a:pos x="7" y="1"/>
                </a:cxn>
                <a:cxn ang="0">
                  <a:pos x="6" y="3"/>
                </a:cxn>
                <a:cxn ang="0">
                  <a:pos x="6" y="4"/>
                </a:cxn>
                <a:cxn ang="0">
                  <a:pos x="6" y="4"/>
                </a:cxn>
              </a:cxnLst>
              <a:rect l="0" t="0" r="r" b="b"/>
              <a:pathLst>
                <a:path w="15" h="88">
                  <a:moveTo>
                    <a:pt x="6" y="4"/>
                  </a:moveTo>
                  <a:lnTo>
                    <a:pt x="6" y="4"/>
                  </a:lnTo>
                  <a:lnTo>
                    <a:pt x="6" y="24"/>
                  </a:lnTo>
                  <a:lnTo>
                    <a:pt x="5" y="44"/>
                  </a:lnTo>
                  <a:lnTo>
                    <a:pt x="3" y="63"/>
                  </a:lnTo>
                  <a:lnTo>
                    <a:pt x="0" y="83"/>
                  </a:lnTo>
                  <a:lnTo>
                    <a:pt x="0" y="83"/>
                  </a:lnTo>
                  <a:lnTo>
                    <a:pt x="0" y="85"/>
                  </a:lnTo>
                  <a:lnTo>
                    <a:pt x="1" y="86"/>
                  </a:lnTo>
                  <a:lnTo>
                    <a:pt x="2" y="88"/>
                  </a:lnTo>
                  <a:lnTo>
                    <a:pt x="3" y="88"/>
                  </a:lnTo>
                  <a:lnTo>
                    <a:pt x="5" y="88"/>
                  </a:lnTo>
                  <a:lnTo>
                    <a:pt x="7" y="88"/>
                  </a:lnTo>
                  <a:lnTo>
                    <a:pt x="8" y="87"/>
                  </a:lnTo>
                  <a:lnTo>
                    <a:pt x="9" y="85"/>
                  </a:lnTo>
                  <a:lnTo>
                    <a:pt x="9" y="85"/>
                  </a:lnTo>
                  <a:lnTo>
                    <a:pt x="12" y="65"/>
                  </a:lnTo>
                  <a:lnTo>
                    <a:pt x="14" y="46"/>
                  </a:lnTo>
                  <a:lnTo>
                    <a:pt x="15" y="25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5" y="3"/>
                  </a:lnTo>
                  <a:lnTo>
                    <a:pt x="14" y="1"/>
                  </a:lnTo>
                  <a:lnTo>
                    <a:pt x="12" y="0"/>
                  </a:lnTo>
                  <a:lnTo>
                    <a:pt x="11" y="0"/>
                  </a:lnTo>
                  <a:lnTo>
                    <a:pt x="9" y="0"/>
                  </a:lnTo>
                  <a:lnTo>
                    <a:pt x="7" y="1"/>
                  </a:lnTo>
                  <a:lnTo>
                    <a:pt x="6" y="3"/>
                  </a:lnTo>
                  <a:lnTo>
                    <a:pt x="6" y="4"/>
                  </a:lnTo>
                  <a:lnTo>
                    <a:pt x="6" y="4"/>
                  </a:lnTo>
                  <a:close/>
                </a:path>
              </a:pathLst>
            </a:custGeom>
            <a:grpFill/>
            <a:ln w="6350">
              <a:solidFill>
                <a:schemeClr val="accent1">
                  <a:lumMod val="75000"/>
                  <a:alpha val="16000"/>
                </a:schemeClr>
              </a:solidFill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445" name="Freeform 776"/>
            <p:cNvSpPr/>
            <p:nvPr>
              <p:custDataLst>
                <p:tags r:id="rId24"/>
              </p:custDataLst>
            </p:nvPr>
          </p:nvSpPr>
          <p:spPr bwMode="auto">
            <a:xfrm>
              <a:off x="6623050" y="2711450"/>
              <a:ext cx="12700" cy="47625"/>
            </a:xfrm>
            <a:custGeom>
              <a:avLst/>
              <a:gdLst/>
              <a:ahLst/>
              <a:cxnLst>
                <a:cxn ang="0">
                  <a:pos x="20" y="1"/>
                </a:cxn>
                <a:cxn ang="0">
                  <a:pos x="20" y="1"/>
                </a:cxn>
                <a:cxn ang="0">
                  <a:pos x="16" y="2"/>
                </a:cxn>
                <a:cxn ang="0">
                  <a:pos x="13" y="4"/>
                </a:cxn>
                <a:cxn ang="0">
                  <a:pos x="9" y="8"/>
                </a:cxn>
                <a:cxn ang="0">
                  <a:pos x="8" y="11"/>
                </a:cxn>
                <a:cxn ang="0">
                  <a:pos x="6" y="19"/>
                </a:cxn>
                <a:cxn ang="0">
                  <a:pos x="5" y="27"/>
                </a:cxn>
                <a:cxn ang="0">
                  <a:pos x="5" y="27"/>
                </a:cxn>
                <a:cxn ang="0">
                  <a:pos x="6" y="55"/>
                </a:cxn>
                <a:cxn ang="0">
                  <a:pos x="6" y="63"/>
                </a:cxn>
                <a:cxn ang="0">
                  <a:pos x="5" y="69"/>
                </a:cxn>
                <a:cxn ang="0">
                  <a:pos x="4" y="76"/>
                </a:cxn>
                <a:cxn ang="0">
                  <a:pos x="1" y="82"/>
                </a:cxn>
                <a:cxn ang="0">
                  <a:pos x="1" y="82"/>
                </a:cxn>
                <a:cxn ang="0">
                  <a:pos x="0" y="84"/>
                </a:cxn>
                <a:cxn ang="0">
                  <a:pos x="0" y="86"/>
                </a:cxn>
                <a:cxn ang="0">
                  <a:pos x="1" y="87"/>
                </a:cxn>
                <a:cxn ang="0">
                  <a:pos x="3" y="88"/>
                </a:cxn>
                <a:cxn ang="0">
                  <a:pos x="4" y="89"/>
                </a:cxn>
                <a:cxn ang="0">
                  <a:pos x="6" y="89"/>
                </a:cxn>
                <a:cxn ang="0">
                  <a:pos x="7" y="88"/>
                </a:cxn>
                <a:cxn ang="0">
                  <a:pos x="9" y="87"/>
                </a:cxn>
                <a:cxn ang="0">
                  <a:pos x="9" y="87"/>
                </a:cxn>
                <a:cxn ang="0">
                  <a:pos x="13" y="78"/>
                </a:cxn>
                <a:cxn ang="0">
                  <a:pos x="15" y="68"/>
                </a:cxn>
                <a:cxn ang="0">
                  <a:pos x="16" y="57"/>
                </a:cxn>
                <a:cxn ang="0">
                  <a:pos x="17" y="48"/>
                </a:cxn>
                <a:cxn ang="0">
                  <a:pos x="17" y="48"/>
                </a:cxn>
                <a:cxn ang="0">
                  <a:pos x="16" y="39"/>
                </a:cxn>
                <a:cxn ang="0">
                  <a:pos x="15" y="26"/>
                </a:cxn>
                <a:cxn ang="0">
                  <a:pos x="15" y="21"/>
                </a:cxn>
                <a:cxn ang="0">
                  <a:pos x="16" y="16"/>
                </a:cxn>
                <a:cxn ang="0">
                  <a:pos x="19" y="13"/>
                </a:cxn>
                <a:cxn ang="0">
                  <a:pos x="22" y="10"/>
                </a:cxn>
                <a:cxn ang="0">
                  <a:pos x="22" y="10"/>
                </a:cxn>
                <a:cxn ang="0">
                  <a:pos x="24" y="9"/>
                </a:cxn>
                <a:cxn ang="0">
                  <a:pos x="25" y="8"/>
                </a:cxn>
                <a:cxn ang="0">
                  <a:pos x="26" y="6"/>
                </a:cxn>
                <a:cxn ang="0">
                  <a:pos x="25" y="4"/>
                </a:cxn>
                <a:cxn ang="0">
                  <a:pos x="25" y="2"/>
                </a:cxn>
                <a:cxn ang="0">
                  <a:pos x="23" y="1"/>
                </a:cxn>
                <a:cxn ang="0">
                  <a:pos x="22" y="0"/>
                </a:cxn>
                <a:cxn ang="0">
                  <a:pos x="20" y="1"/>
                </a:cxn>
                <a:cxn ang="0">
                  <a:pos x="20" y="1"/>
                </a:cxn>
              </a:cxnLst>
              <a:rect l="0" t="0" r="r" b="b"/>
              <a:pathLst>
                <a:path w="26" h="89">
                  <a:moveTo>
                    <a:pt x="20" y="1"/>
                  </a:moveTo>
                  <a:lnTo>
                    <a:pt x="20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9" y="8"/>
                  </a:lnTo>
                  <a:lnTo>
                    <a:pt x="8" y="11"/>
                  </a:lnTo>
                  <a:lnTo>
                    <a:pt x="6" y="19"/>
                  </a:lnTo>
                  <a:lnTo>
                    <a:pt x="5" y="27"/>
                  </a:lnTo>
                  <a:lnTo>
                    <a:pt x="5" y="27"/>
                  </a:lnTo>
                  <a:lnTo>
                    <a:pt x="6" y="55"/>
                  </a:lnTo>
                  <a:lnTo>
                    <a:pt x="6" y="63"/>
                  </a:lnTo>
                  <a:lnTo>
                    <a:pt x="5" y="69"/>
                  </a:lnTo>
                  <a:lnTo>
                    <a:pt x="4" y="76"/>
                  </a:lnTo>
                  <a:lnTo>
                    <a:pt x="1" y="82"/>
                  </a:lnTo>
                  <a:lnTo>
                    <a:pt x="1" y="82"/>
                  </a:lnTo>
                  <a:lnTo>
                    <a:pt x="0" y="84"/>
                  </a:lnTo>
                  <a:lnTo>
                    <a:pt x="0" y="86"/>
                  </a:lnTo>
                  <a:lnTo>
                    <a:pt x="1" y="87"/>
                  </a:lnTo>
                  <a:lnTo>
                    <a:pt x="3" y="88"/>
                  </a:lnTo>
                  <a:lnTo>
                    <a:pt x="4" y="89"/>
                  </a:lnTo>
                  <a:lnTo>
                    <a:pt x="6" y="89"/>
                  </a:lnTo>
                  <a:lnTo>
                    <a:pt x="7" y="88"/>
                  </a:lnTo>
                  <a:lnTo>
                    <a:pt x="9" y="87"/>
                  </a:lnTo>
                  <a:lnTo>
                    <a:pt x="9" y="87"/>
                  </a:lnTo>
                  <a:lnTo>
                    <a:pt x="13" y="78"/>
                  </a:lnTo>
                  <a:lnTo>
                    <a:pt x="15" y="68"/>
                  </a:lnTo>
                  <a:lnTo>
                    <a:pt x="16" y="57"/>
                  </a:lnTo>
                  <a:lnTo>
                    <a:pt x="17" y="48"/>
                  </a:lnTo>
                  <a:lnTo>
                    <a:pt x="17" y="48"/>
                  </a:lnTo>
                  <a:lnTo>
                    <a:pt x="16" y="39"/>
                  </a:lnTo>
                  <a:lnTo>
                    <a:pt x="15" y="26"/>
                  </a:lnTo>
                  <a:lnTo>
                    <a:pt x="15" y="21"/>
                  </a:lnTo>
                  <a:lnTo>
                    <a:pt x="16" y="16"/>
                  </a:lnTo>
                  <a:lnTo>
                    <a:pt x="19" y="13"/>
                  </a:lnTo>
                  <a:lnTo>
                    <a:pt x="22" y="10"/>
                  </a:lnTo>
                  <a:lnTo>
                    <a:pt x="22" y="10"/>
                  </a:lnTo>
                  <a:lnTo>
                    <a:pt x="24" y="9"/>
                  </a:lnTo>
                  <a:lnTo>
                    <a:pt x="25" y="8"/>
                  </a:lnTo>
                  <a:lnTo>
                    <a:pt x="26" y="6"/>
                  </a:lnTo>
                  <a:lnTo>
                    <a:pt x="25" y="4"/>
                  </a:lnTo>
                  <a:lnTo>
                    <a:pt x="25" y="2"/>
                  </a:lnTo>
                  <a:lnTo>
                    <a:pt x="23" y="1"/>
                  </a:lnTo>
                  <a:lnTo>
                    <a:pt x="22" y="0"/>
                  </a:lnTo>
                  <a:lnTo>
                    <a:pt x="20" y="1"/>
                  </a:lnTo>
                  <a:lnTo>
                    <a:pt x="20" y="1"/>
                  </a:lnTo>
                  <a:close/>
                </a:path>
              </a:pathLst>
            </a:custGeom>
            <a:grpFill/>
            <a:ln w="6350">
              <a:solidFill>
                <a:schemeClr val="accent1">
                  <a:lumMod val="75000"/>
                  <a:alpha val="16000"/>
                </a:schemeClr>
              </a:solidFill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446" name="Freeform 777"/>
            <p:cNvSpPr/>
            <p:nvPr>
              <p:custDataLst>
                <p:tags r:id="rId25"/>
              </p:custDataLst>
            </p:nvPr>
          </p:nvSpPr>
          <p:spPr bwMode="auto">
            <a:xfrm>
              <a:off x="6661150" y="2678113"/>
              <a:ext cx="23813" cy="50800"/>
            </a:xfrm>
            <a:custGeom>
              <a:avLst/>
              <a:gdLst/>
              <a:ahLst/>
              <a:cxnLst>
                <a:cxn ang="0">
                  <a:pos x="35" y="2"/>
                </a:cxn>
                <a:cxn ang="0">
                  <a:pos x="35" y="2"/>
                </a:cxn>
                <a:cxn ang="0">
                  <a:pos x="29" y="13"/>
                </a:cxn>
                <a:cxn ang="0">
                  <a:pos x="23" y="23"/>
                </a:cxn>
                <a:cxn ang="0">
                  <a:pos x="18" y="33"/>
                </a:cxn>
                <a:cxn ang="0">
                  <a:pos x="13" y="45"/>
                </a:cxn>
                <a:cxn ang="0">
                  <a:pos x="6" y="66"/>
                </a:cxn>
                <a:cxn ang="0">
                  <a:pos x="0" y="89"/>
                </a:cxn>
                <a:cxn ang="0">
                  <a:pos x="0" y="89"/>
                </a:cxn>
                <a:cxn ang="0">
                  <a:pos x="0" y="91"/>
                </a:cxn>
                <a:cxn ang="0">
                  <a:pos x="0" y="93"/>
                </a:cxn>
                <a:cxn ang="0">
                  <a:pos x="1" y="94"/>
                </a:cxn>
                <a:cxn ang="0">
                  <a:pos x="3" y="95"/>
                </a:cxn>
                <a:cxn ang="0">
                  <a:pos x="5" y="95"/>
                </a:cxn>
                <a:cxn ang="0">
                  <a:pos x="6" y="94"/>
                </a:cxn>
                <a:cxn ang="0">
                  <a:pos x="8" y="93"/>
                </a:cxn>
                <a:cxn ang="0">
                  <a:pos x="9" y="92"/>
                </a:cxn>
                <a:cxn ang="0">
                  <a:pos x="9" y="92"/>
                </a:cxn>
                <a:cxn ang="0">
                  <a:pos x="15" y="70"/>
                </a:cxn>
                <a:cxn ang="0">
                  <a:pos x="23" y="48"/>
                </a:cxn>
                <a:cxn ang="0">
                  <a:pos x="27" y="37"/>
                </a:cxn>
                <a:cxn ang="0">
                  <a:pos x="32" y="27"/>
                </a:cxn>
                <a:cxn ang="0">
                  <a:pos x="37" y="17"/>
                </a:cxn>
                <a:cxn ang="0">
                  <a:pos x="43" y="7"/>
                </a:cxn>
                <a:cxn ang="0">
                  <a:pos x="43" y="7"/>
                </a:cxn>
                <a:cxn ang="0">
                  <a:pos x="44" y="5"/>
                </a:cxn>
                <a:cxn ang="0">
                  <a:pos x="43" y="4"/>
                </a:cxn>
                <a:cxn ang="0">
                  <a:pos x="43" y="2"/>
                </a:cxn>
                <a:cxn ang="0">
                  <a:pos x="41" y="1"/>
                </a:cxn>
                <a:cxn ang="0">
                  <a:pos x="38" y="0"/>
                </a:cxn>
                <a:cxn ang="0">
                  <a:pos x="36" y="1"/>
                </a:cxn>
                <a:cxn ang="0">
                  <a:pos x="35" y="2"/>
                </a:cxn>
                <a:cxn ang="0">
                  <a:pos x="35" y="2"/>
                </a:cxn>
              </a:cxnLst>
              <a:rect l="0" t="0" r="r" b="b"/>
              <a:pathLst>
                <a:path w="44" h="95">
                  <a:moveTo>
                    <a:pt x="35" y="2"/>
                  </a:moveTo>
                  <a:lnTo>
                    <a:pt x="35" y="2"/>
                  </a:lnTo>
                  <a:lnTo>
                    <a:pt x="29" y="13"/>
                  </a:lnTo>
                  <a:lnTo>
                    <a:pt x="23" y="23"/>
                  </a:lnTo>
                  <a:lnTo>
                    <a:pt x="18" y="33"/>
                  </a:lnTo>
                  <a:lnTo>
                    <a:pt x="13" y="45"/>
                  </a:lnTo>
                  <a:lnTo>
                    <a:pt x="6" y="66"/>
                  </a:lnTo>
                  <a:lnTo>
                    <a:pt x="0" y="89"/>
                  </a:lnTo>
                  <a:lnTo>
                    <a:pt x="0" y="89"/>
                  </a:lnTo>
                  <a:lnTo>
                    <a:pt x="0" y="91"/>
                  </a:lnTo>
                  <a:lnTo>
                    <a:pt x="0" y="93"/>
                  </a:lnTo>
                  <a:lnTo>
                    <a:pt x="1" y="94"/>
                  </a:lnTo>
                  <a:lnTo>
                    <a:pt x="3" y="95"/>
                  </a:lnTo>
                  <a:lnTo>
                    <a:pt x="5" y="95"/>
                  </a:lnTo>
                  <a:lnTo>
                    <a:pt x="6" y="94"/>
                  </a:lnTo>
                  <a:lnTo>
                    <a:pt x="8" y="93"/>
                  </a:lnTo>
                  <a:lnTo>
                    <a:pt x="9" y="92"/>
                  </a:lnTo>
                  <a:lnTo>
                    <a:pt x="9" y="92"/>
                  </a:lnTo>
                  <a:lnTo>
                    <a:pt x="15" y="70"/>
                  </a:lnTo>
                  <a:lnTo>
                    <a:pt x="23" y="48"/>
                  </a:lnTo>
                  <a:lnTo>
                    <a:pt x="27" y="37"/>
                  </a:lnTo>
                  <a:lnTo>
                    <a:pt x="32" y="27"/>
                  </a:lnTo>
                  <a:lnTo>
                    <a:pt x="37" y="17"/>
                  </a:lnTo>
                  <a:lnTo>
                    <a:pt x="43" y="7"/>
                  </a:lnTo>
                  <a:lnTo>
                    <a:pt x="43" y="7"/>
                  </a:lnTo>
                  <a:lnTo>
                    <a:pt x="44" y="5"/>
                  </a:lnTo>
                  <a:lnTo>
                    <a:pt x="43" y="4"/>
                  </a:lnTo>
                  <a:lnTo>
                    <a:pt x="43" y="2"/>
                  </a:lnTo>
                  <a:lnTo>
                    <a:pt x="41" y="1"/>
                  </a:lnTo>
                  <a:lnTo>
                    <a:pt x="38" y="0"/>
                  </a:lnTo>
                  <a:lnTo>
                    <a:pt x="36" y="1"/>
                  </a:lnTo>
                  <a:lnTo>
                    <a:pt x="35" y="2"/>
                  </a:lnTo>
                  <a:lnTo>
                    <a:pt x="35" y="2"/>
                  </a:lnTo>
                  <a:close/>
                </a:path>
              </a:pathLst>
            </a:custGeom>
            <a:grpFill/>
            <a:ln w="6350">
              <a:solidFill>
                <a:schemeClr val="accent1">
                  <a:lumMod val="75000"/>
                  <a:alpha val="16000"/>
                </a:schemeClr>
              </a:solidFill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447" name="Freeform 778"/>
            <p:cNvSpPr/>
            <p:nvPr>
              <p:custDataLst>
                <p:tags r:id="rId26"/>
              </p:custDataLst>
            </p:nvPr>
          </p:nvSpPr>
          <p:spPr bwMode="auto">
            <a:xfrm>
              <a:off x="6719888" y="2638425"/>
              <a:ext cx="15875" cy="53975"/>
            </a:xfrm>
            <a:custGeom>
              <a:avLst/>
              <a:gdLst/>
              <a:ahLst/>
              <a:cxnLst>
                <a:cxn ang="0">
                  <a:pos x="19" y="3"/>
                </a:cxn>
                <a:cxn ang="0">
                  <a:pos x="19" y="3"/>
                </a:cxn>
                <a:cxn ang="0">
                  <a:pos x="15" y="14"/>
                </a:cxn>
                <a:cxn ang="0">
                  <a:pos x="12" y="25"/>
                </a:cxn>
                <a:cxn ang="0">
                  <a:pos x="9" y="49"/>
                </a:cxn>
                <a:cxn ang="0">
                  <a:pos x="6" y="73"/>
                </a:cxn>
                <a:cxn ang="0">
                  <a:pos x="3" y="84"/>
                </a:cxn>
                <a:cxn ang="0">
                  <a:pos x="0" y="96"/>
                </a:cxn>
                <a:cxn ang="0">
                  <a:pos x="0" y="96"/>
                </a:cxn>
                <a:cxn ang="0">
                  <a:pos x="0" y="98"/>
                </a:cxn>
                <a:cxn ang="0">
                  <a:pos x="0" y="99"/>
                </a:cxn>
                <a:cxn ang="0">
                  <a:pos x="1" y="101"/>
                </a:cxn>
                <a:cxn ang="0">
                  <a:pos x="3" y="101"/>
                </a:cxn>
                <a:cxn ang="0">
                  <a:pos x="6" y="101"/>
                </a:cxn>
                <a:cxn ang="0">
                  <a:pos x="8" y="100"/>
                </a:cxn>
                <a:cxn ang="0">
                  <a:pos x="9" y="98"/>
                </a:cxn>
                <a:cxn ang="0">
                  <a:pos x="9" y="98"/>
                </a:cxn>
                <a:cxn ang="0">
                  <a:pos x="12" y="88"/>
                </a:cxn>
                <a:cxn ang="0">
                  <a:pos x="14" y="76"/>
                </a:cxn>
                <a:cxn ang="0">
                  <a:pos x="17" y="52"/>
                </a:cxn>
                <a:cxn ang="0">
                  <a:pos x="20" y="29"/>
                </a:cxn>
                <a:cxn ang="0">
                  <a:pos x="23" y="18"/>
                </a:cxn>
                <a:cxn ang="0">
                  <a:pos x="28" y="8"/>
                </a:cxn>
                <a:cxn ang="0">
                  <a:pos x="28" y="8"/>
                </a:cxn>
                <a:cxn ang="0">
                  <a:pos x="28" y="6"/>
                </a:cxn>
                <a:cxn ang="0">
                  <a:pos x="28" y="4"/>
                </a:cxn>
                <a:cxn ang="0">
                  <a:pos x="25" y="0"/>
                </a:cxn>
                <a:cxn ang="0">
                  <a:pos x="23" y="0"/>
                </a:cxn>
                <a:cxn ang="0">
                  <a:pos x="21" y="0"/>
                </a:cxn>
                <a:cxn ang="0">
                  <a:pos x="20" y="0"/>
                </a:cxn>
                <a:cxn ang="0">
                  <a:pos x="19" y="3"/>
                </a:cxn>
                <a:cxn ang="0">
                  <a:pos x="19" y="3"/>
                </a:cxn>
              </a:cxnLst>
              <a:rect l="0" t="0" r="r" b="b"/>
              <a:pathLst>
                <a:path w="28" h="101">
                  <a:moveTo>
                    <a:pt x="19" y="3"/>
                  </a:moveTo>
                  <a:lnTo>
                    <a:pt x="19" y="3"/>
                  </a:lnTo>
                  <a:lnTo>
                    <a:pt x="15" y="14"/>
                  </a:lnTo>
                  <a:lnTo>
                    <a:pt x="12" y="25"/>
                  </a:lnTo>
                  <a:lnTo>
                    <a:pt x="9" y="49"/>
                  </a:lnTo>
                  <a:lnTo>
                    <a:pt x="6" y="73"/>
                  </a:lnTo>
                  <a:lnTo>
                    <a:pt x="3" y="84"/>
                  </a:lnTo>
                  <a:lnTo>
                    <a:pt x="0" y="96"/>
                  </a:lnTo>
                  <a:lnTo>
                    <a:pt x="0" y="96"/>
                  </a:lnTo>
                  <a:lnTo>
                    <a:pt x="0" y="98"/>
                  </a:lnTo>
                  <a:lnTo>
                    <a:pt x="0" y="99"/>
                  </a:lnTo>
                  <a:lnTo>
                    <a:pt x="1" y="101"/>
                  </a:lnTo>
                  <a:lnTo>
                    <a:pt x="3" y="101"/>
                  </a:lnTo>
                  <a:lnTo>
                    <a:pt x="6" y="101"/>
                  </a:lnTo>
                  <a:lnTo>
                    <a:pt x="8" y="100"/>
                  </a:lnTo>
                  <a:lnTo>
                    <a:pt x="9" y="98"/>
                  </a:lnTo>
                  <a:lnTo>
                    <a:pt x="9" y="98"/>
                  </a:lnTo>
                  <a:lnTo>
                    <a:pt x="12" y="88"/>
                  </a:lnTo>
                  <a:lnTo>
                    <a:pt x="14" y="76"/>
                  </a:lnTo>
                  <a:lnTo>
                    <a:pt x="17" y="52"/>
                  </a:lnTo>
                  <a:lnTo>
                    <a:pt x="20" y="29"/>
                  </a:lnTo>
                  <a:lnTo>
                    <a:pt x="23" y="18"/>
                  </a:lnTo>
                  <a:lnTo>
                    <a:pt x="28" y="8"/>
                  </a:lnTo>
                  <a:lnTo>
                    <a:pt x="28" y="8"/>
                  </a:lnTo>
                  <a:lnTo>
                    <a:pt x="28" y="6"/>
                  </a:lnTo>
                  <a:lnTo>
                    <a:pt x="28" y="4"/>
                  </a:lnTo>
                  <a:lnTo>
                    <a:pt x="25" y="0"/>
                  </a:lnTo>
                  <a:lnTo>
                    <a:pt x="23" y="0"/>
                  </a:lnTo>
                  <a:lnTo>
                    <a:pt x="21" y="0"/>
                  </a:lnTo>
                  <a:lnTo>
                    <a:pt x="20" y="0"/>
                  </a:lnTo>
                  <a:lnTo>
                    <a:pt x="19" y="3"/>
                  </a:lnTo>
                  <a:lnTo>
                    <a:pt x="19" y="3"/>
                  </a:lnTo>
                  <a:close/>
                </a:path>
              </a:pathLst>
            </a:custGeom>
            <a:grpFill/>
            <a:ln w="6350">
              <a:solidFill>
                <a:schemeClr val="accent1">
                  <a:lumMod val="75000"/>
                  <a:alpha val="16000"/>
                </a:schemeClr>
              </a:solidFill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448" name="Freeform 779"/>
            <p:cNvSpPr/>
            <p:nvPr>
              <p:custDataLst>
                <p:tags r:id="rId27"/>
              </p:custDataLst>
            </p:nvPr>
          </p:nvSpPr>
          <p:spPr bwMode="auto">
            <a:xfrm>
              <a:off x="6767513" y="2584450"/>
              <a:ext cx="15875" cy="57150"/>
            </a:xfrm>
            <a:custGeom>
              <a:avLst/>
              <a:gdLst/>
              <a:ahLst/>
              <a:cxnLst>
                <a:cxn ang="0">
                  <a:pos x="29" y="4"/>
                </a:cxn>
                <a:cxn ang="0">
                  <a:pos x="29" y="4"/>
                </a:cxn>
                <a:cxn ang="0">
                  <a:pos x="28" y="2"/>
                </a:cxn>
                <a:cxn ang="0">
                  <a:pos x="27" y="1"/>
                </a:cxn>
                <a:cxn ang="0">
                  <a:pos x="26" y="0"/>
                </a:cxn>
                <a:cxn ang="0">
                  <a:pos x="24" y="0"/>
                </a:cxn>
                <a:cxn ang="0">
                  <a:pos x="23" y="0"/>
                </a:cxn>
                <a:cxn ang="0">
                  <a:pos x="20" y="1"/>
                </a:cxn>
                <a:cxn ang="0">
                  <a:pos x="19" y="2"/>
                </a:cxn>
                <a:cxn ang="0">
                  <a:pos x="19" y="4"/>
                </a:cxn>
                <a:cxn ang="0">
                  <a:pos x="19" y="4"/>
                </a:cxn>
                <a:cxn ang="0">
                  <a:pos x="19" y="31"/>
                </a:cxn>
                <a:cxn ang="0">
                  <a:pos x="18" y="44"/>
                </a:cxn>
                <a:cxn ang="0">
                  <a:pos x="16" y="57"/>
                </a:cxn>
                <a:cxn ang="0">
                  <a:pos x="16" y="57"/>
                </a:cxn>
                <a:cxn ang="0">
                  <a:pos x="9" y="80"/>
                </a:cxn>
                <a:cxn ang="0">
                  <a:pos x="1" y="101"/>
                </a:cxn>
                <a:cxn ang="0">
                  <a:pos x="1" y="101"/>
                </a:cxn>
                <a:cxn ang="0">
                  <a:pos x="0" y="104"/>
                </a:cxn>
                <a:cxn ang="0">
                  <a:pos x="1" y="105"/>
                </a:cxn>
                <a:cxn ang="0">
                  <a:pos x="2" y="107"/>
                </a:cxn>
                <a:cxn ang="0">
                  <a:pos x="3" y="107"/>
                </a:cxn>
                <a:cxn ang="0">
                  <a:pos x="7" y="107"/>
                </a:cxn>
                <a:cxn ang="0">
                  <a:pos x="8" y="106"/>
                </a:cxn>
                <a:cxn ang="0">
                  <a:pos x="9" y="104"/>
                </a:cxn>
                <a:cxn ang="0">
                  <a:pos x="9" y="104"/>
                </a:cxn>
                <a:cxn ang="0">
                  <a:pos x="19" y="79"/>
                </a:cxn>
                <a:cxn ang="0">
                  <a:pos x="28" y="53"/>
                </a:cxn>
                <a:cxn ang="0">
                  <a:pos x="28" y="53"/>
                </a:cxn>
                <a:cxn ang="0">
                  <a:pos x="30" y="40"/>
                </a:cxn>
                <a:cxn ang="0">
                  <a:pos x="30" y="29"/>
                </a:cxn>
                <a:cxn ang="0">
                  <a:pos x="29" y="4"/>
                </a:cxn>
                <a:cxn ang="0">
                  <a:pos x="29" y="4"/>
                </a:cxn>
              </a:cxnLst>
              <a:rect l="0" t="0" r="r" b="b"/>
              <a:pathLst>
                <a:path w="30" h="107">
                  <a:moveTo>
                    <a:pt x="29" y="4"/>
                  </a:moveTo>
                  <a:lnTo>
                    <a:pt x="29" y="4"/>
                  </a:lnTo>
                  <a:lnTo>
                    <a:pt x="28" y="2"/>
                  </a:lnTo>
                  <a:lnTo>
                    <a:pt x="27" y="1"/>
                  </a:lnTo>
                  <a:lnTo>
                    <a:pt x="26" y="0"/>
                  </a:lnTo>
                  <a:lnTo>
                    <a:pt x="24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9" y="2"/>
                  </a:lnTo>
                  <a:lnTo>
                    <a:pt x="19" y="4"/>
                  </a:lnTo>
                  <a:lnTo>
                    <a:pt x="19" y="4"/>
                  </a:lnTo>
                  <a:lnTo>
                    <a:pt x="19" y="31"/>
                  </a:lnTo>
                  <a:lnTo>
                    <a:pt x="18" y="44"/>
                  </a:lnTo>
                  <a:lnTo>
                    <a:pt x="16" y="57"/>
                  </a:lnTo>
                  <a:lnTo>
                    <a:pt x="16" y="57"/>
                  </a:lnTo>
                  <a:lnTo>
                    <a:pt x="9" y="80"/>
                  </a:lnTo>
                  <a:lnTo>
                    <a:pt x="1" y="101"/>
                  </a:lnTo>
                  <a:lnTo>
                    <a:pt x="1" y="101"/>
                  </a:lnTo>
                  <a:lnTo>
                    <a:pt x="0" y="104"/>
                  </a:lnTo>
                  <a:lnTo>
                    <a:pt x="1" y="105"/>
                  </a:lnTo>
                  <a:lnTo>
                    <a:pt x="2" y="107"/>
                  </a:lnTo>
                  <a:lnTo>
                    <a:pt x="3" y="107"/>
                  </a:lnTo>
                  <a:lnTo>
                    <a:pt x="7" y="107"/>
                  </a:lnTo>
                  <a:lnTo>
                    <a:pt x="8" y="106"/>
                  </a:lnTo>
                  <a:lnTo>
                    <a:pt x="9" y="104"/>
                  </a:lnTo>
                  <a:lnTo>
                    <a:pt x="9" y="104"/>
                  </a:lnTo>
                  <a:lnTo>
                    <a:pt x="19" y="79"/>
                  </a:lnTo>
                  <a:lnTo>
                    <a:pt x="28" y="53"/>
                  </a:lnTo>
                  <a:lnTo>
                    <a:pt x="28" y="53"/>
                  </a:lnTo>
                  <a:lnTo>
                    <a:pt x="30" y="40"/>
                  </a:lnTo>
                  <a:lnTo>
                    <a:pt x="30" y="29"/>
                  </a:lnTo>
                  <a:lnTo>
                    <a:pt x="29" y="4"/>
                  </a:lnTo>
                  <a:lnTo>
                    <a:pt x="29" y="4"/>
                  </a:lnTo>
                  <a:close/>
                </a:path>
              </a:pathLst>
            </a:custGeom>
            <a:grpFill/>
            <a:ln w="6350">
              <a:solidFill>
                <a:schemeClr val="accent1">
                  <a:lumMod val="75000"/>
                  <a:alpha val="16000"/>
                </a:schemeClr>
              </a:solidFill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449" name="Freeform 780"/>
            <p:cNvSpPr/>
            <p:nvPr>
              <p:custDataLst>
                <p:tags r:id="rId28"/>
              </p:custDataLst>
            </p:nvPr>
          </p:nvSpPr>
          <p:spPr bwMode="auto">
            <a:xfrm>
              <a:off x="6805613" y="2538413"/>
              <a:ext cx="15875" cy="63500"/>
            </a:xfrm>
            <a:custGeom>
              <a:avLst/>
              <a:gdLst/>
              <a:ahLst/>
              <a:cxnLst>
                <a:cxn ang="0">
                  <a:pos x="22" y="5"/>
                </a:cxn>
                <a:cxn ang="0">
                  <a:pos x="22" y="5"/>
                </a:cxn>
                <a:cxn ang="0">
                  <a:pos x="21" y="19"/>
                </a:cxn>
                <a:cxn ang="0">
                  <a:pos x="20" y="33"/>
                </a:cxn>
                <a:cxn ang="0">
                  <a:pos x="15" y="62"/>
                </a:cxn>
                <a:cxn ang="0">
                  <a:pos x="15" y="62"/>
                </a:cxn>
                <a:cxn ang="0">
                  <a:pos x="14" y="75"/>
                </a:cxn>
                <a:cxn ang="0">
                  <a:pos x="12" y="88"/>
                </a:cxn>
                <a:cxn ang="0">
                  <a:pos x="11" y="95"/>
                </a:cxn>
                <a:cxn ang="0">
                  <a:pos x="9" y="101"/>
                </a:cxn>
                <a:cxn ang="0">
                  <a:pos x="6" y="106"/>
                </a:cxn>
                <a:cxn ang="0">
                  <a:pos x="1" y="113"/>
                </a:cxn>
                <a:cxn ang="0">
                  <a:pos x="1" y="113"/>
                </a:cxn>
                <a:cxn ang="0">
                  <a:pos x="0" y="114"/>
                </a:cxn>
                <a:cxn ang="0">
                  <a:pos x="0" y="116"/>
                </a:cxn>
                <a:cxn ang="0">
                  <a:pos x="2" y="119"/>
                </a:cxn>
                <a:cxn ang="0">
                  <a:pos x="3" y="120"/>
                </a:cxn>
                <a:cxn ang="0">
                  <a:pos x="4" y="121"/>
                </a:cxn>
                <a:cxn ang="0">
                  <a:pos x="7" y="120"/>
                </a:cxn>
                <a:cxn ang="0">
                  <a:pos x="9" y="119"/>
                </a:cxn>
                <a:cxn ang="0">
                  <a:pos x="9" y="119"/>
                </a:cxn>
                <a:cxn ang="0">
                  <a:pos x="14" y="110"/>
                </a:cxn>
                <a:cxn ang="0">
                  <a:pos x="18" y="100"/>
                </a:cxn>
                <a:cxn ang="0">
                  <a:pos x="21" y="90"/>
                </a:cxn>
                <a:cxn ang="0">
                  <a:pos x="22" y="80"/>
                </a:cxn>
                <a:cxn ang="0">
                  <a:pos x="22" y="80"/>
                </a:cxn>
                <a:cxn ang="0">
                  <a:pos x="28" y="42"/>
                </a:cxn>
                <a:cxn ang="0">
                  <a:pos x="30" y="24"/>
                </a:cxn>
                <a:cxn ang="0">
                  <a:pos x="31" y="5"/>
                </a:cxn>
                <a:cxn ang="0">
                  <a:pos x="31" y="5"/>
                </a:cxn>
                <a:cxn ang="0">
                  <a:pos x="31" y="3"/>
                </a:cxn>
                <a:cxn ang="0">
                  <a:pos x="30" y="1"/>
                </a:cxn>
                <a:cxn ang="0">
                  <a:pos x="29" y="1"/>
                </a:cxn>
                <a:cxn ang="0">
                  <a:pos x="27" y="0"/>
                </a:cxn>
                <a:cxn ang="0">
                  <a:pos x="25" y="1"/>
                </a:cxn>
                <a:cxn ang="0">
                  <a:pos x="24" y="1"/>
                </a:cxn>
                <a:cxn ang="0">
                  <a:pos x="23" y="3"/>
                </a:cxn>
                <a:cxn ang="0">
                  <a:pos x="22" y="5"/>
                </a:cxn>
                <a:cxn ang="0">
                  <a:pos x="22" y="5"/>
                </a:cxn>
              </a:cxnLst>
              <a:rect l="0" t="0" r="r" b="b"/>
              <a:pathLst>
                <a:path w="31" h="121">
                  <a:moveTo>
                    <a:pt x="22" y="5"/>
                  </a:moveTo>
                  <a:lnTo>
                    <a:pt x="22" y="5"/>
                  </a:lnTo>
                  <a:lnTo>
                    <a:pt x="21" y="19"/>
                  </a:lnTo>
                  <a:lnTo>
                    <a:pt x="20" y="33"/>
                  </a:lnTo>
                  <a:lnTo>
                    <a:pt x="15" y="62"/>
                  </a:lnTo>
                  <a:lnTo>
                    <a:pt x="15" y="62"/>
                  </a:lnTo>
                  <a:lnTo>
                    <a:pt x="14" y="75"/>
                  </a:lnTo>
                  <a:lnTo>
                    <a:pt x="12" y="88"/>
                  </a:lnTo>
                  <a:lnTo>
                    <a:pt x="11" y="95"/>
                  </a:lnTo>
                  <a:lnTo>
                    <a:pt x="9" y="101"/>
                  </a:lnTo>
                  <a:lnTo>
                    <a:pt x="6" y="106"/>
                  </a:lnTo>
                  <a:lnTo>
                    <a:pt x="1" y="113"/>
                  </a:lnTo>
                  <a:lnTo>
                    <a:pt x="1" y="113"/>
                  </a:lnTo>
                  <a:lnTo>
                    <a:pt x="0" y="114"/>
                  </a:lnTo>
                  <a:lnTo>
                    <a:pt x="0" y="116"/>
                  </a:lnTo>
                  <a:lnTo>
                    <a:pt x="2" y="119"/>
                  </a:lnTo>
                  <a:lnTo>
                    <a:pt x="3" y="120"/>
                  </a:lnTo>
                  <a:lnTo>
                    <a:pt x="4" y="121"/>
                  </a:lnTo>
                  <a:lnTo>
                    <a:pt x="7" y="120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14" y="110"/>
                  </a:lnTo>
                  <a:lnTo>
                    <a:pt x="18" y="100"/>
                  </a:lnTo>
                  <a:lnTo>
                    <a:pt x="21" y="90"/>
                  </a:lnTo>
                  <a:lnTo>
                    <a:pt x="22" y="80"/>
                  </a:lnTo>
                  <a:lnTo>
                    <a:pt x="22" y="80"/>
                  </a:lnTo>
                  <a:lnTo>
                    <a:pt x="28" y="42"/>
                  </a:lnTo>
                  <a:lnTo>
                    <a:pt x="30" y="24"/>
                  </a:lnTo>
                  <a:lnTo>
                    <a:pt x="31" y="5"/>
                  </a:lnTo>
                  <a:lnTo>
                    <a:pt x="31" y="5"/>
                  </a:lnTo>
                  <a:lnTo>
                    <a:pt x="31" y="3"/>
                  </a:lnTo>
                  <a:lnTo>
                    <a:pt x="30" y="1"/>
                  </a:lnTo>
                  <a:lnTo>
                    <a:pt x="29" y="1"/>
                  </a:lnTo>
                  <a:lnTo>
                    <a:pt x="27" y="0"/>
                  </a:lnTo>
                  <a:lnTo>
                    <a:pt x="25" y="1"/>
                  </a:lnTo>
                  <a:lnTo>
                    <a:pt x="24" y="1"/>
                  </a:lnTo>
                  <a:lnTo>
                    <a:pt x="23" y="3"/>
                  </a:lnTo>
                  <a:lnTo>
                    <a:pt x="22" y="5"/>
                  </a:lnTo>
                  <a:lnTo>
                    <a:pt x="22" y="5"/>
                  </a:lnTo>
                  <a:close/>
                </a:path>
              </a:pathLst>
            </a:custGeom>
            <a:grpFill/>
            <a:ln w="6350">
              <a:solidFill>
                <a:schemeClr val="accent1">
                  <a:lumMod val="75000"/>
                  <a:alpha val="16000"/>
                </a:schemeClr>
              </a:solidFill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450" name="Freeform 781"/>
            <p:cNvSpPr/>
            <p:nvPr>
              <p:custDataLst>
                <p:tags r:id="rId29"/>
              </p:custDataLst>
            </p:nvPr>
          </p:nvSpPr>
          <p:spPr bwMode="auto">
            <a:xfrm>
              <a:off x="6854825" y="2497138"/>
              <a:ext cx="6350" cy="44450"/>
            </a:xfrm>
            <a:custGeom>
              <a:avLst/>
              <a:gdLst/>
              <a:ahLst/>
              <a:cxnLst>
                <a:cxn ang="0">
                  <a:pos x="4" y="4"/>
                </a:cxn>
                <a:cxn ang="0">
                  <a:pos x="4" y="4"/>
                </a:cxn>
                <a:cxn ang="0">
                  <a:pos x="3" y="23"/>
                </a:cxn>
                <a:cxn ang="0">
                  <a:pos x="2" y="40"/>
                </a:cxn>
                <a:cxn ang="0">
                  <a:pos x="1" y="59"/>
                </a:cxn>
                <a:cxn ang="0">
                  <a:pos x="0" y="78"/>
                </a:cxn>
                <a:cxn ang="0">
                  <a:pos x="0" y="78"/>
                </a:cxn>
                <a:cxn ang="0">
                  <a:pos x="1" y="80"/>
                </a:cxn>
                <a:cxn ang="0">
                  <a:pos x="2" y="81"/>
                </a:cxn>
                <a:cxn ang="0">
                  <a:pos x="3" y="82"/>
                </a:cxn>
                <a:cxn ang="0">
                  <a:pos x="5" y="82"/>
                </a:cxn>
                <a:cxn ang="0">
                  <a:pos x="7" y="82"/>
                </a:cxn>
                <a:cxn ang="0">
                  <a:pos x="8" y="81"/>
                </a:cxn>
                <a:cxn ang="0">
                  <a:pos x="9" y="80"/>
                </a:cxn>
                <a:cxn ang="0">
                  <a:pos x="10" y="78"/>
                </a:cxn>
                <a:cxn ang="0">
                  <a:pos x="10" y="78"/>
                </a:cxn>
                <a:cxn ang="0">
                  <a:pos x="10" y="59"/>
                </a:cxn>
                <a:cxn ang="0">
                  <a:pos x="11" y="40"/>
                </a:cxn>
                <a:cxn ang="0">
                  <a:pos x="12" y="23"/>
                </a:cxn>
                <a:cxn ang="0">
                  <a:pos x="13" y="4"/>
                </a:cxn>
                <a:cxn ang="0">
                  <a:pos x="13" y="4"/>
                </a:cxn>
                <a:cxn ang="0">
                  <a:pos x="12" y="2"/>
                </a:cxn>
                <a:cxn ang="0">
                  <a:pos x="11" y="1"/>
                </a:cxn>
                <a:cxn ang="0">
                  <a:pos x="10" y="0"/>
                </a:cxn>
                <a:cxn ang="0">
                  <a:pos x="8" y="0"/>
                </a:cxn>
                <a:cxn ang="0">
                  <a:pos x="6" y="0"/>
                </a:cxn>
                <a:cxn ang="0">
                  <a:pos x="5" y="1"/>
                </a:cxn>
                <a:cxn ang="0">
                  <a:pos x="4" y="2"/>
                </a:cxn>
                <a:cxn ang="0">
                  <a:pos x="4" y="4"/>
                </a:cxn>
                <a:cxn ang="0">
                  <a:pos x="4" y="4"/>
                </a:cxn>
              </a:cxnLst>
              <a:rect l="0" t="0" r="r" b="b"/>
              <a:pathLst>
                <a:path w="13" h="82">
                  <a:moveTo>
                    <a:pt x="4" y="4"/>
                  </a:moveTo>
                  <a:lnTo>
                    <a:pt x="4" y="4"/>
                  </a:lnTo>
                  <a:lnTo>
                    <a:pt x="3" y="23"/>
                  </a:lnTo>
                  <a:lnTo>
                    <a:pt x="2" y="40"/>
                  </a:lnTo>
                  <a:lnTo>
                    <a:pt x="1" y="59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80"/>
                  </a:lnTo>
                  <a:lnTo>
                    <a:pt x="2" y="81"/>
                  </a:lnTo>
                  <a:lnTo>
                    <a:pt x="3" y="82"/>
                  </a:lnTo>
                  <a:lnTo>
                    <a:pt x="5" y="82"/>
                  </a:lnTo>
                  <a:lnTo>
                    <a:pt x="7" y="82"/>
                  </a:lnTo>
                  <a:lnTo>
                    <a:pt x="8" y="81"/>
                  </a:lnTo>
                  <a:lnTo>
                    <a:pt x="9" y="80"/>
                  </a:lnTo>
                  <a:lnTo>
                    <a:pt x="10" y="78"/>
                  </a:lnTo>
                  <a:lnTo>
                    <a:pt x="10" y="78"/>
                  </a:lnTo>
                  <a:lnTo>
                    <a:pt x="10" y="59"/>
                  </a:lnTo>
                  <a:lnTo>
                    <a:pt x="11" y="40"/>
                  </a:lnTo>
                  <a:lnTo>
                    <a:pt x="12" y="23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2" y="2"/>
                  </a:lnTo>
                  <a:lnTo>
                    <a:pt x="11" y="1"/>
                  </a:lnTo>
                  <a:lnTo>
                    <a:pt x="10" y="0"/>
                  </a:lnTo>
                  <a:lnTo>
                    <a:pt x="8" y="0"/>
                  </a:lnTo>
                  <a:lnTo>
                    <a:pt x="6" y="0"/>
                  </a:lnTo>
                  <a:lnTo>
                    <a:pt x="5" y="1"/>
                  </a:lnTo>
                  <a:lnTo>
                    <a:pt x="4" y="2"/>
                  </a:lnTo>
                  <a:lnTo>
                    <a:pt x="4" y="4"/>
                  </a:lnTo>
                  <a:lnTo>
                    <a:pt x="4" y="4"/>
                  </a:lnTo>
                  <a:close/>
                </a:path>
              </a:pathLst>
            </a:custGeom>
            <a:grpFill/>
            <a:ln w="6350">
              <a:solidFill>
                <a:schemeClr val="accent1">
                  <a:lumMod val="75000"/>
                  <a:alpha val="16000"/>
                </a:schemeClr>
              </a:solidFill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451" name="Freeform 782"/>
            <p:cNvSpPr/>
            <p:nvPr>
              <p:custDataLst>
                <p:tags r:id="rId30"/>
              </p:custDataLst>
            </p:nvPr>
          </p:nvSpPr>
          <p:spPr bwMode="auto">
            <a:xfrm>
              <a:off x="6578600" y="2328863"/>
              <a:ext cx="12700" cy="52388"/>
            </a:xfrm>
            <a:custGeom>
              <a:avLst/>
              <a:gdLst/>
              <a:ahLst/>
              <a:cxnLst>
                <a:cxn ang="0">
                  <a:pos x="22" y="5"/>
                </a:cxn>
                <a:cxn ang="0">
                  <a:pos x="22" y="5"/>
                </a:cxn>
                <a:cxn ang="0">
                  <a:pos x="22" y="3"/>
                </a:cxn>
                <a:cxn ang="0">
                  <a:pos x="21" y="1"/>
                </a:cxn>
                <a:cxn ang="0">
                  <a:pos x="19" y="1"/>
                </a:cxn>
                <a:cxn ang="0">
                  <a:pos x="18" y="0"/>
                </a:cxn>
                <a:cxn ang="0">
                  <a:pos x="16" y="1"/>
                </a:cxn>
                <a:cxn ang="0">
                  <a:pos x="14" y="1"/>
                </a:cxn>
                <a:cxn ang="0">
                  <a:pos x="13" y="3"/>
                </a:cxn>
                <a:cxn ang="0">
                  <a:pos x="13" y="5"/>
                </a:cxn>
                <a:cxn ang="0">
                  <a:pos x="13" y="5"/>
                </a:cxn>
                <a:cxn ang="0">
                  <a:pos x="12" y="17"/>
                </a:cxn>
                <a:cxn ang="0">
                  <a:pos x="8" y="31"/>
                </a:cxn>
                <a:cxn ang="0">
                  <a:pos x="8" y="31"/>
                </a:cxn>
                <a:cxn ang="0">
                  <a:pos x="3" y="39"/>
                </a:cxn>
                <a:cxn ang="0">
                  <a:pos x="1" y="44"/>
                </a:cxn>
                <a:cxn ang="0">
                  <a:pos x="0" y="50"/>
                </a:cxn>
                <a:cxn ang="0">
                  <a:pos x="0" y="93"/>
                </a:cxn>
                <a:cxn ang="0">
                  <a:pos x="0" y="93"/>
                </a:cxn>
                <a:cxn ang="0">
                  <a:pos x="0" y="95"/>
                </a:cxn>
                <a:cxn ang="0">
                  <a:pos x="1" y="97"/>
                </a:cxn>
                <a:cxn ang="0">
                  <a:pos x="3" y="98"/>
                </a:cxn>
                <a:cxn ang="0">
                  <a:pos x="4" y="98"/>
                </a:cxn>
                <a:cxn ang="0">
                  <a:pos x="7" y="98"/>
                </a:cxn>
                <a:cxn ang="0">
                  <a:pos x="8" y="97"/>
                </a:cxn>
                <a:cxn ang="0">
                  <a:pos x="9" y="95"/>
                </a:cxn>
                <a:cxn ang="0">
                  <a:pos x="10" y="93"/>
                </a:cxn>
                <a:cxn ang="0">
                  <a:pos x="10" y="93"/>
                </a:cxn>
                <a:cxn ang="0">
                  <a:pos x="8" y="70"/>
                </a:cxn>
                <a:cxn ang="0">
                  <a:pos x="9" y="58"/>
                </a:cxn>
                <a:cxn ang="0">
                  <a:pos x="10" y="52"/>
                </a:cxn>
                <a:cxn ang="0">
                  <a:pos x="11" y="48"/>
                </a:cxn>
                <a:cxn ang="0">
                  <a:pos x="11" y="48"/>
                </a:cxn>
                <a:cxn ang="0">
                  <a:pos x="16" y="37"/>
                </a:cxn>
                <a:cxn ang="0">
                  <a:pos x="19" y="27"/>
                </a:cxn>
                <a:cxn ang="0">
                  <a:pos x="21" y="16"/>
                </a:cxn>
                <a:cxn ang="0">
                  <a:pos x="22" y="5"/>
                </a:cxn>
                <a:cxn ang="0">
                  <a:pos x="22" y="5"/>
                </a:cxn>
              </a:cxnLst>
              <a:rect l="0" t="0" r="r" b="b"/>
              <a:pathLst>
                <a:path w="22" h="98">
                  <a:moveTo>
                    <a:pt x="22" y="5"/>
                  </a:moveTo>
                  <a:lnTo>
                    <a:pt x="22" y="5"/>
                  </a:lnTo>
                  <a:lnTo>
                    <a:pt x="22" y="3"/>
                  </a:lnTo>
                  <a:lnTo>
                    <a:pt x="21" y="1"/>
                  </a:lnTo>
                  <a:lnTo>
                    <a:pt x="19" y="1"/>
                  </a:lnTo>
                  <a:lnTo>
                    <a:pt x="18" y="0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3" y="3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2" y="17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3" y="39"/>
                  </a:lnTo>
                  <a:lnTo>
                    <a:pt x="1" y="44"/>
                  </a:lnTo>
                  <a:lnTo>
                    <a:pt x="0" y="50"/>
                  </a:lnTo>
                  <a:lnTo>
                    <a:pt x="0" y="93"/>
                  </a:lnTo>
                  <a:lnTo>
                    <a:pt x="0" y="93"/>
                  </a:lnTo>
                  <a:lnTo>
                    <a:pt x="0" y="95"/>
                  </a:lnTo>
                  <a:lnTo>
                    <a:pt x="1" y="97"/>
                  </a:lnTo>
                  <a:lnTo>
                    <a:pt x="3" y="98"/>
                  </a:lnTo>
                  <a:lnTo>
                    <a:pt x="4" y="98"/>
                  </a:lnTo>
                  <a:lnTo>
                    <a:pt x="7" y="98"/>
                  </a:lnTo>
                  <a:lnTo>
                    <a:pt x="8" y="97"/>
                  </a:lnTo>
                  <a:lnTo>
                    <a:pt x="9" y="95"/>
                  </a:lnTo>
                  <a:lnTo>
                    <a:pt x="10" y="93"/>
                  </a:lnTo>
                  <a:lnTo>
                    <a:pt x="10" y="93"/>
                  </a:lnTo>
                  <a:lnTo>
                    <a:pt x="8" y="70"/>
                  </a:lnTo>
                  <a:lnTo>
                    <a:pt x="9" y="58"/>
                  </a:lnTo>
                  <a:lnTo>
                    <a:pt x="10" y="52"/>
                  </a:lnTo>
                  <a:lnTo>
                    <a:pt x="11" y="48"/>
                  </a:lnTo>
                  <a:lnTo>
                    <a:pt x="11" y="48"/>
                  </a:lnTo>
                  <a:lnTo>
                    <a:pt x="16" y="37"/>
                  </a:lnTo>
                  <a:lnTo>
                    <a:pt x="19" y="27"/>
                  </a:lnTo>
                  <a:lnTo>
                    <a:pt x="21" y="16"/>
                  </a:lnTo>
                  <a:lnTo>
                    <a:pt x="22" y="5"/>
                  </a:lnTo>
                  <a:lnTo>
                    <a:pt x="22" y="5"/>
                  </a:lnTo>
                  <a:close/>
                </a:path>
              </a:pathLst>
            </a:custGeom>
            <a:grpFill/>
            <a:ln w="6350">
              <a:solidFill>
                <a:schemeClr val="accent1">
                  <a:lumMod val="75000"/>
                  <a:alpha val="16000"/>
                </a:schemeClr>
              </a:solidFill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452" name="Freeform 783"/>
            <p:cNvSpPr/>
            <p:nvPr>
              <p:custDataLst>
                <p:tags r:id="rId31"/>
              </p:custDataLst>
            </p:nvPr>
          </p:nvSpPr>
          <p:spPr bwMode="auto">
            <a:xfrm>
              <a:off x="6613525" y="2352675"/>
              <a:ext cx="14288" cy="44450"/>
            </a:xfrm>
            <a:custGeom>
              <a:avLst/>
              <a:gdLst/>
              <a:ahLst/>
              <a:cxnLst>
                <a:cxn ang="0">
                  <a:pos x="18" y="6"/>
                </a:cxn>
                <a:cxn ang="0">
                  <a:pos x="18" y="6"/>
                </a:cxn>
                <a:cxn ang="0">
                  <a:pos x="17" y="15"/>
                </a:cxn>
                <a:cxn ang="0">
                  <a:pos x="16" y="24"/>
                </a:cxn>
                <a:cxn ang="0">
                  <a:pos x="11" y="43"/>
                </a:cxn>
                <a:cxn ang="0">
                  <a:pos x="5" y="62"/>
                </a:cxn>
                <a:cxn ang="0">
                  <a:pos x="0" y="80"/>
                </a:cxn>
                <a:cxn ang="0">
                  <a:pos x="0" y="80"/>
                </a:cxn>
                <a:cxn ang="0">
                  <a:pos x="0" y="82"/>
                </a:cxn>
                <a:cxn ang="0">
                  <a:pos x="1" y="83"/>
                </a:cxn>
                <a:cxn ang="0">
                  <a:pos x="2" y="85"/>
                </a:cxn>
                <a:cxn ang="0">
                  <a:pos x="3" y="85"/>
                </a:cxn>
                <a:cxn ang="0">
                  <a:pos x="5" y="86"/>
                </a:cxn>
                <a:cxn ang="0">
                  <a:pos x="7" y="85"/>
                </a:cxn>
                <a:cxn ang="0">
                  <a:pos x="8" y="84"/>
                </a:cxn>
                <a:cxn ang="0">
                  <a:pos x="9" y="82"/>
                </a:cxn>
                <a:cxn ang="0">
                  <a:pos x="9" y="82"/>
                </a:cxn>
                <a:cxn ang="0">
                  <a:pos x="14" y="64"/>
                </a:cxn>
                <a:cxn ang="0">
                  <a:pos x="20" y="44"/>
                </a:cxn>
                <a:cxn ang="0">
                  <a:pos x="25" y="25"/>
                </a:cxn>
                <a:cxn ang="0">
                  <a:pos x="27" y="15"/>
                </a:cxn>
                <a:cxn ang="0">
                  <a:pos x="27" y="6"/>
                </a:cxn>
                <a:cxn ang="0">
                  <a:pos x="27" y="6"/>
                </a:cxn>
                <a:cxn ang="0">
                  <a:pos x="27" y="4"/>
                </a:cxn>
                <a:cxn ang="0">
                  <a:pos x="26" y="1"/>
                </a:cxn>
                <a:cxn ang="0">
                  <a:pos x="25" y="0"/>
                </a:cxn>
                <a:cxn ang="0">
                  <a:pos x="23" y="0"/>
                </a:cxn>
                <a:cxn ang="0">
                  <a:pos x="21" y="0"/>
                </a:cxn>
                <a:cxn ang="0">
                  <a:pos x="20" y="1"/>
                </a:cxn>
                <a:cxn ang="0">
                  <a:pos x="19" y="4"/>
                </a:cxn>
                <a:cxn ang="0">
                  <a:pos x="18" y="6"/>
                </a:cxn>
                <a:cxn ang="0">
                  <a:pos x="18" y="6"/>
                </a:cxn>
              </a:cxnLst>
              <a:rect l="0" t="0" r="r" b="b"/>
              <a:pathLst>
                <a:path w="27" h="86">
                  <a:moveTo>
                    <a:pt x="18" y="6"/>
                  </a:moveTo>
                  <a:lnTo>
                    <a:pt x="18" y="6"/>
                  </a:lnTo>
                  <a:lnTo>
                    <a:pt x="17" y="15"/>
                  </a:lnTo>
                  <a:lnTo>
                    <a:pt x="16" y="24"/>
                  </a:lnTo>
                  <a:lnTo>
                    <a:pt x="11" y="43"/>
                  </a:lnTo>
                  <a:lnTo>
                    <a:pt x="5" y="62"/>
                  </a:lnTo>
                  <a:lnTo>
                    <a:pt x="0" y="80"/>
                  </a:lnTo>
                  <a:lnTo>
                    <a:pt x="0" y="80"/>
                  </a:lnTo>
                  <a:lnTo>
                    <a:pt x="0" y="82"/>
                  </a:lnTo>
                  <a:lnTo>
                    <a:pt x="1" y="83"/>
                  </a:lnTo>
                  <a:lnTo>
                    <a:pt x="2" y="85"/>
                  </a:lnTo>
                  <a:lnTo>
                    <a:pt x="3" y="85"/>
                  </a:lnTo>
                  <a:lnTo>
                    <a:pt x="5" y="86"/>
                  </a:lnTo>
                  <a:lnTo>
                    <a:pt x="7" y="85"/>
                  </a:lnTo>
                  <a:lnTo>
                    <a:pt x="8" y="84"/>
                  </a:lnTo>
                  <a:lnTo>
                    <a:pt x="9" y="82"/>
                  </a:lnTo>
                  <a:lnTo>
                    <a:pt x="9" y="82"/>
                  </a:lnTo>
                  <a:lnTo>
                    <a:pt x="14" y="64"/>
                  </a:lnTo>
                  <a:lnTo>
                    <a:pt x="20" y="44"/>
                  </a:lnTo>
                  <a:lnTo>
                    <a:pt x="25" y="25"/>
                  </a:lnTo>
                  <a:lnTo>
                    <a:pt x="27" y="15"/>
                  </a:lnTo>
                  <a:lnTo>
                    <a:pt x="27" y="6"/>
                  </a:lnTo>
                  <a:lnTo>
                    <a:pt x="27" y="6"/>
                  </a:lnTo>
                  <a:lnTo>
                    <a:pt x="27" y="4"/>
                  </a:lnTo>
                  <a:lnTo>
                    <a:pt x="26" y="1"/>
                  </a:lnTo>
                  <a:lnTo>
                    <a:pt x="25" y="0"/>
                  </a:lnTo>
                  <a:lnTo>
                    <a:pt x="23" y="0"/>
                  </a:lnTo>
                  <a:lnTo>
                    <a:pt x="21" y="0"/>
                  </a:lnTo>
                  <a:lnTo>
                    <a:pt x="20" y="1"/>
                  </a:lnTo>
                  <a:lnTo>
                    <a:pt x="19" y="4"/>
                  </a:lnTo>
                  <a:lnTo>
                    <a:pt x="18" y="6"/>
                  </a:lnTo>
                  <a:lnTo>
                    <a:pt x="18" y="6"/>
                  </a:lnTo>
                  <a:close/>
                </a:path>
              </a:pathLst>
            </a:custGeom>
            <a:grpFill/>
            <a:ln w="6350">
              <a:solidFill>
                <a:schemeClr val="accent1">
                  <a:lumMod val="75000"/>
                  <a:alpha val="16000"/>
                </a:schemeClr>
              </a:solidFill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453" name="Freeform 784"/>
            <p:cNvSpPr/>
            <p:nvPr>
              <p:custDataLst>
                <p:tags r:id="rId32"/>
              </p:custDataLst>
            </p:nvPr>
          </p:nvSpPr>
          <p:spPr bwMode="auto">
            <a:xfrm>
              <a:off x="6656388" y="2373313"/>
              <a:ext cx="38100" cy="58738"/>
            </a:xfrm>
            <a:custGeom>
              <a:avLst/>
              <a:gdLst/>
              <a:ahLst/>
              <a:cxnLst>
                <a:cxn ang="0">
                  <a:pos x="64" y="2"/>
                </a:cxn>
                <a:cxn ang="0">
                  <a:pos x="64" y="2"/>
                </a:cxn>
                <a:cxn ang="0">
                  <a:pos x="56" y="14"/>
                </a:cxn>
                <a:cxn ang="0">
                  <a:pos x="48" y="26"/>
                </a:cxn>
                <a:cxn ang="0">
                  <a:pos x="32" y="48"/>
                </a:cxn>
                <a:cxn ang="0">
                  <a:pos x="32" y="48"/>
                </a:cxn>
                <a:cxn ang="0">
                  <a:pos x="23" y="62"/>
                </a:cxn>
                <a:cxn ang="0">
                  <a:pos x="15" y="75"/>
                </a:cxn>
                <a:cxn ang="0">
                  <a:pos x="0" y="103"/>
                </a:cxn>
                <a:cxn ang="0">
                  <a:pos x="0" y="103"/>
                </a:cxn>
                <a:cxn ang="0">
                  <a:pos x="0" y="105"/>
                </a:cxn>
                <a:cxn ang="0">
                  <a:pos x="0" y="108"/>
                </a:cxn>
                <a:cxn ang="0">
                  <a:pos x="1" y="109"/>
                </a:cxn>
                <a:cxn ang="0">
                  <a:pos x="2" y="110"/>
                </a:cxn>
                <a:cxn ang="0">
                  <a:pos x="5" y="111"/>
                </a:cxn>
                <a:cxn ang="0">
                  <a:pos x="6" y="111"/>
                </a:cxn>
                <a:cxn ang="0">
                  <a:pos x="8" y="110"/>
                </a:cxn>
                <a:cxn ang="0">
                  <a:pos x="9" y="109"/>
                </a:cxn>
                <a:cxn ang="0">
                  <a:pos x="9" y="109"/>
                </a:cxn>
                <a:cxn ang="0">
                  <a:pos x="24" y="77"/>
                </a:cxn>
                <a:cxn ang="0">
                  <a:pos x="34" y="63"/>
                </a:cxn>
                <a:cxn ang="0">
                  <a:pos x="43" y="50"/>
                </a:cxn>
                <a:cxn ang="0">
                  <a:pos x="43" y="50"/>
                </a:cxn>
                <a:cxn ang="0">
                  <a:pos x="58" y="29"/>
                </a:cxn>
                <a:cxn ang="0">
                  <a:pos x="66" y="18"/>
                </a:cxn>
                <a:cxn ang="0">
                  <a:pos x="72" y="7"/>
                </a:cxn>
                <a:cxn ang="0">
                  <a:pos x="72" y="7"/>
                </a:cxn>
                <a:cxn ang="0">
                  <a:pos x="73" y="5"/>
                </a:cxn>
                <a:cxn ang="0">
                  <a:pos x="73" y="3"/>
                </a:cxn>
                <a:cxn ang="0">
                  <a:pos x="72" y="2"/>
                </a:cxn>
                <a:cxn ang="0">
                  <a:pos x="70" y="0"/>
                </a:cxn>
                <a:cxn ang="0">
                  <a:pos x="69" y="0"/>
                </a:cxn>
                <a:cxn ang="0">
                  <a:pos x="67" y="0"/>
                </a:cxn>
                <a:cxn ang="0">
                  <a:pos x="65" y="1"/>
                </a:cxn>
                <a:cxn ang="0">
                  <a:pos x="64" y="2"/>
                </a:cxn>
                <a:cxn ang="0">
                  <a:pos x="64" y="2"/>
                </a:cxn>
              </a:cxnLst>
              <a:rect l="0" t="0" r="r" b="b"/>
              <a:pathLst>
                <a:path w="73" h="111">
                  <a:moveTo>
                    <a:pt x="64" y="2"/>
                  </a:moveTo>
                  <a:lnTo>
                    <a:pt x="64" y="2"/>
                  </a:lnTo>
                  <a:lnTo>
                    <a:pt x="56" y="14"/>
                  </a:lnTo>
                  <a:lnTo>
                    <a:pt x="48" y="26"/>
                  </a:lnTo>
                  <a:lnTo>
                    <a:pt x="32" y="48"/>
                  </a:lnTo>
                  <a:lnTo>
                    <a:pt x="32" y="48"/>
                  </a:lnTo>
                  <a:lnTo>
                    <a:pt x="23" y="62"/>
                  </a:lnTo>
                  <a:lnTo>
                    <a:pt x="15" y="75"/>
                  </a:lnTo>
                  <a:lnTo>
                    <a:pt x="0" y="103"/>
                  </a:lnTo>
                  <a:lnTo>
                    <a:pt x="0" y="103"/>
                  </a:lnTo>
                  <a:lnTo>
                    <a:pt x="0" y="105"/>
                  </a:lnTo>
                  <a:lnTo>
                    <a:pt x="0" y="108"/>
                  </a:lnTo>
                  <a:lnTo>
                    <a:pt x="1" y="109"/>
                  </a:lnTo>
                  <a:lnTo>
                    <a:pt x="2" y="110"/>
                  </a:lnTo>
                  <a:lnTo>
                    <a:pt x="5" y="111"/>
                  </a:lnTo>
                  <a:lnTo>
                    <a:pt x="6" y="111"/>
                  </a:lnTo>
                  <a:lnTo>
                    <a:pt x="8" y="110"/>
                  </a:lnTo>
                  <a:lnTo>
                    <a:pt x="9" y="109"/>
                  </a:lnTo>
                  <a:lnTo>
                    <a:pt x="9" y="109"/>
                  </a:lnTo>
                  <a:lnTo>
                    <a:pt x="24" y="77"/>
                  </a:lnTo>
                  <a:lnTo>
                    <a:pt x="34" y="63"/>
                  </a:lnTo>
                  <a:lnTo>
                    <a:pt x="43" y="50"/>
                  </a:lnTo>
                  <a:lnTo>
                    <a:pt x="43" y="50"/>
                  </a:lnTo>
                  <a:lnTo>
                    <a:pt x="58" y="29"/>
                  </a:lnTo>
                  <a:lnTo>
                    <a:pt x="66" y="18"/>
                  </a:lnTo>
                  <a:lnTo>
                    <a:pt x="72" y="7"/>
                  </a:lnTo>
                  <a:lnTo>
                    <a:pt x="72" y="7"/>
                  </a:lnTo>
                  <a:lnTo>
                    <a:pt x="73" y="5"/>
                  </a:lnTo>
                  <a:lnTo>
                    <a:pt x="73" y="3"/>
                  </a:lnTo>
                  <a:lnTo>
                    <a:pt x="72" y="2"/>
                  </a:lnTo>
                  <a:lnTo>
                    <a:pt x="70" y="0"/>
                  </a:lnTo>
                  <a:lnTo>
                    <a:pt x="69" y="0"/>
                  </a:lnTo>
                  <a:lnTo>
                    <a:pt x="67" y="0"/>
                  </a:lnTo>
                  <a:lnTo>
                    <a:pt x="65" y="1"/>
                  </a:lnTo>
                  <a:lnTo>
                    <a:pt x="64" y="2"/>
                  </a:lnTo>
                  <a:lnTo>
                    <a:pt x="64" y="2"/>
                  </a:lnTo>
                  <a:close/>
                </a:path>
              </a:pathLst>
            </a:custGeom>
            <a:grpFill/>
            <a:ln w="6350">
              <a:solidFill>
                <a:schemeClr val="accent1">
                  <a:lumMod val="75000"/>
                  <a:alpha val="16000"/>
                </a:schemeClr>
              </a:solidFill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454" name="Freeform 785"/>
            <p:cNvSpPr/>
            <p:nvPr>
              <p:custDataLst>
                <p:tags r:id="rId33"/>
              </p:custDataLst>
            </p:nvPr>
          </p:nvSpPr>
          <p:spPr bwMode="auto">
            <a:xfrm>
              <a:off x="6532563" y="2520950"/>
              <a:ext cx="17463" cy="47625"/>
            </a:xfrm>
            <a:custGeom>
              <a:avLst/>
              <a:gdLst/>
              <a:ahLst/>
              <a:cxnLst>
                <a:cxn ang="0">
                  <a:pos x="26" y="3"/>
                </a:cxn>
                <a:cxn ang="0">
                  <a:pos x="26" y="3"/>
                </a:cxn>
                <a:cxn ang="0">
                  <a:pos x="20" y="23"/>
                </a:cxn>
                <a:cxn ang="0">
                  <a:pos x="13" y="44"/>
                </a:cxn>
                <a:cxn ang="0">
                  <a:pos x="5" y="65"/>
                </a:cxn>
                <a:cxn ang="0">
                  <a:pos x="0" y="86"/>
                </a:cxn>
                <a:cxn ang="0">
                  <a:pos x="0" y="86"/>
                </a:cxn>
                <a:cxn ang="0">
                  <a:pos x="0" y="88"/>
                </a:cxn>
                <a:cxn ang="0">
                  <a:pos x="1" y="90"/>
                </a:cxn>
                <a:cxn ang="0">
                  <a:pos x="2" y="91"/>
                </a:cxn>
                <a:cxn ang="0">
                  <a:pos x="4" y="92"/>
                </a:cxn>
                <a:cxn ang="0">
                  <a:pos x="5" y="92"/>
                </a:cxn>
                <a:cxn ang="0">
                  <a:pos x="7" y="91"/>
                </a:cxn>
                <a:cxn ang="0">
                  <a:pos x="8" y="90"/>
                </a:cxn>
                <a:cxn ang="0">
                  <a:pos x="9" y="88"/>
                </a:cxn>
                <a:cxn ang="0">
                  <a:pos x="9" y="88"/>
                </a:cxn>
                <a:cxn ang="0">
                  <a:pos x="15" y="67"/>
                </a:cxn>
                <a:cxn ang="0">
                  <a:pos x="22" y="46"/>
                </a:cxn>
                <a:cxn ang="0">
                  <a:pos x="28" y="27"/>
                </a:cxn>
                <a:cxn ang="0">
                  <a:pos x="34" y="6"/>
                </a:cxn>
                <a:cxn ang="0">
                  <a:pos x="34" y="6"/>
                </a:cxn>
                <a:cxn ang="0">
                  <a:pos x="35" y="4"/>
                </a:cxn>
                <a:cxn ang="0">
                  <a:pos x="34" y="2"/>
                </a:cxn>
                <a:cxn ang="0">
                  <a:pos x="33" y="1"/>
                </a:cxn>
                <a:cxn ang="0">
                  <a:pos x="31" y="0"/>
                </a:cxn>
                <a:cxn ang="0">
                  <a:pos x="29" y="0"/>
                </a:cxn>
                <a:cxn ang="0">
                  <a:pos x="28" y="1"/>
                </a:cxn>
                <a:cxn ang="0">
                  <a:pos x="26" y="2"/>
                </a:cxn>
                <a:cxn ang="0">
                  <a:pos x="26" y="3"/>
                </a:cxn>
                <a:cxn ang="0">
                  <a:pos x="26" y="3"/>
                </a:cxn>
              </a:cxnLst>
              <a:rect l="0" t="0" r="r" b="b"/>
              <a:pathLst>
                <a:path w="35" h="92">
                  <a:moveTo>
                    <a:pt x="26" y="3"/>
                  </a:moveTo>
                  <a:lnTo>
                    <a:pt x="26" y="3"/>
                  </a:lnTo>
                  <a:lnTo>
                    <a:pt x="20" y="23"/>
                  </a:lnTo>
                  <a:lnTo>
                    <a:pt x="13" y="44"/>
                  </a:lnTo>
                  <a:lnTo>
                    <a:pt x="5" y="65"/>
                  </a:lnTo>
                  <a:lnTo>
                    <a:pt x="0" y="86"/>
                  </a:lnTo>
                  <a:lnTo>
                    <a:pt x="0" y="86"/>
                  </a:lnTo>
                  <a:lnTo>
                    <a:pt x="0" y="88"/>
                  </a:lnTo>
                  <a:lnTo>
                    <a:pt x="1" y="90"/>
                  </a:lnTo>
                  <a:lnTo>
                    <a:pt x="2" y="91"/>
                  </a:lnTo>
                  <a:lnTo>
                    <a:pt x="4" y="92"/>
                  </a:lnTo>
                  <a:lnTo>
                    <a:pt x="5" y="92"/>
                  </a:lnTo>
                  <a:lnTo>
                    <a:pt x="7" y="91"/>
                  </a:lnTo>
                  <a:lnTo>
                    <a:pt x="8" y="90"/>
                  </a:lnTo>
                  <a:lnTo>
                    <a:pt x="9" y="88"/>
                  </a:lnTo>
                  <a:lnTo>
                    <a:pt x="9" y="88"/>
                  </a:lnTo>
                  <a:lnTo>
                    <a:pt x="15" y="67"/>
                  </a:lnTo>
                  <a:lnTo>
                    <a:pt x="22" y="46"/>
                  </a:lnTo>
                  <a:lnTo>
                    <a:pt x="28" y="27"/>
                  </a:lnTo>
                  <a:lnTo>
                    <a:pt x="34" y="6"/>
                  </a:lnTo>
                  <a:lnTo>
                    <a:pt x="34" y="6"/>
                  </a:lnTo>
                  <a:lnTo>
                    <a:pt x="35" y="4"/>
                  </a:lnTo>
                  <a:lnTo>
                    <a:pt x="34" y="2"/>
                  </a:lnTo>
                  <a:lnTo>
                    <a:pt x="33" y="1"/>
                  </a:lnTo>
                  <a:lnTo>
                    <a:pt x="31" y="0"/>
                  </a:lnTo>
                  <a:lnTo>
                    <a:pt x="29" y="0"/>
                  </a:lnTo>
                  <a:lnTo>
                    <a:pt x="28" y="1"/>
                  </a:lnTo>
                  <a:lnTo>
                    <a:pt x="26" y="2"/>
                  </a:lnTo>
                  <a:lnTo>
                    <a:pt x="26" y="3"/>
                  </a:lnTo>
                  <a:lnTo>
                    <a:pt x="26" y="3"/>
                  </a:lnTo>
                  <a:close/>
                </a:path>
              </a:pathLst>
            </a:custGeom>
            <a:grpFill/>
            <a:ln w="6350">
              <a:solidFill>
                <a:schemeClr val="accent1">
                  <a:lumMod val="75000"/>
                  <a:alpha val="16000"/>
                </a:schemeClr>
              </a:solidFill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455" name="Freeform 786"/>
            <p:cNvSpPr/>
            <p:nvPr>
              <p:custDataLst>
                <p:tags r:id="rId34"/>
              </p:custDataLst>
            </p:nvPr>
          </p:nvSpPr>
          <p:spPr bwMode="auto">
            <a:xfrm>
              <a:off x="6569075" y="2543175"/>
              <a:ext cx="11113" cy="25400"/>
            </a:xfrm>
            <a:custGeom>
              <a:avLst/>
              <a:gdLst/>
              <a:ahLst/>
              <a:cxnLst>
                <a:cxn ang="0">
                  <a:pos x="14" y="1"/>
                </a:cxn>
                <a:cxn ang="0">
                  <a:pos x="14" y="1"/>
                </a:cxn>
                <a:cxn ang="0">
                  <a:pos x="11" y="5"/>
                </a:cxn>
                <a:cxn ang="0">
                  <a:pos x="8" y="11"/>
                </a:cxn>
                <a:cxn ang="0">
                  <a:pos x="4" y="21"/>
                </a:cxn>
                <a:cxn ang="0">
                  <a:pos x="1" y="32"/>
                </a:cxn>
                <a:cxn ang="0">
                  <a:pos x="0" y="43"/>
                </a:cxn>
                <a:cxn ang="0">
                  <a:pos x="0" y="43"/>
                </a:cxn>
                <a:cxn ang="0">
                  <a:pos x="1" y="45"/>
                </a:cxn>
                <a:cxn ang="0">
                  <a:pos x="2" y="47"/>
                </a:cxn>
                <a:cxn ang="0">
                  <a:pos x="3" y="47"/>
                </a:cxn>
                <a:cxn ang="0">
                  <a:pos x="5" y="48"/>
                </a:cxn>
                <a:cxn ang="0">
                  <a:pos x="6" y="47"/>
                </a:cxn>
                <a:cxn ang="0">
                  <a:pos x="8" y="47"/>
                </a:cxn>
                <a:cxn ang="0">
                  <a:pos x="9" y="45"/>
                </a:cxn>
                <a:cxn ang="0">
                  <a:pos x="9" y="43"/>
                </a:cxn>
                <a:cxn ang="0">
                  <a:pos x="9" y="43"/>
                </a:cxn>
                <a:cxn ang="0">
                  <a:pos x="10" y="34"/>
                </a:cxn>
                <a:cxn ang="0">
                  <a:pos x="12" y="24"/>
                </a:cxn>
                <a:cxn ang="0">
                  <a:pos x="16" y="16"/>
                </a:cxn>
                <a:cxn ang="0">
                  <a:pos x="18" y="12"/>
                </a:cxn>
                <a:cxn ang="0">
                  <a:pos x="20" y="8"/>
                </a:cxn>
                <a:cxn ang="0">
                  <a:pos x="20" y="8"/>
                </a:cxn>
                <a:cxn ang="0">
                  <a:pos x="21" y="6"/>
                </a:cxn>
                <a:cxn ang="0">
                  <a:pos x="22" y="4"/>
                </a:cxn>
                <a:cxn ang="0">
                  <a:pos x="21" y="3"/>
                </a:cxn>
                <a:cxn ang="0">
                  <a:pos x="20" y="1"/>
                </a:cxn>
                <a:cxn ang="0">
                  <a:pos x="19" y="0"/>
                </a:cxn>
                <a:cxn ang="0">
                  <a:pos x="17" y="0"/>
                </a:cxn>
                <a:cxn ang="0">
                  <a:pos x="15" y="0"/>
                </a:cxn>
                <a:cxn ang="0">
                  <a:pos x="14" y="1"/>
                </a:cxn>
                <a:cxn ang="0">
                  <a:pos x="14" y="1"/>
                </a:cxn>
              </a:cxnLst>
              <a:rect l="0" t="0" r="r" b="b"/>
              <a:pathLst>
                <a:path w="22" h="48">
                  <a:moveTo>
                    <a:pt x="14" y="1"/>
                  </a:moveTo>
                  <a:lnTo>
                    <a:pt x="14" y="1"/>
                  </a:lnTo>
                  <a:lnTo>
                    <a:pt x="11" y="5"/>
                  </a:lnTo>
                  <a:lnTo>
                    <a:pt x="8" y="11"/>
                  </a:lnTo>
                  <a:lnTo>
                    <a:pt x="4" y="21"/>
                  </a:lnTo>
                  <a:lnTo>
                    <a:pt x="1" y="32"/>
                  </a:lnTo>
                  <a:lnTo>
                    <a:pt x="0" y="43"/>
                  </a:lnTo>
                  <a:lnTo>
                    <a:pt x="0" y="43"/>
                  </a:lnTo>
                  <a:lnTo>
                    <a:pt x="1" y="45"/>
                  </a:lnTo>
                  <a:lnTo>
                    <a:pt x="2" y="47"/>
                  </a:lnTo>
                  <a:lnTo>
                    <a:pt x="3" y="47"/>
                  </a:lnTo>
                  <a:lnTo>
                    <a:pt x="5" y="48"/>
                  </a:lnTo>
                  <a:lnTo>
                    <a:pt x="6" y="47"/>
                  </a:lnTo>
                  <a:lnTo>
                    <a:pt x="8" y="47"/>
                  </a:lnTo>
                  <a:lnTo>
                    <a:pt x="9" y="45"/>
                  </a:lnTo>
                  <a:lnTo>
                    <a:pt x="9" y="43"/>
                  </a:lnTo>
                  <a:lnTo>
                    <a:pt x="9" y="43"/>
                  </a:lnTo>
                  <a:lnTo>
                    <a:pt x="10" y="34"/>
                  </a:lnTo>
                  <a:lnTo>
                    <a:pt x="12" y="24"/>
                  </a:lnTo>
                  <a:lnTo>
                    <a:pt x="16" y="16"/>
                  </a:lnTo>
                  <a:lnTo>
                    <a:pt x="18" y="12"/>
                  </a:lnTo>
                  <a:lnTo>
                    <a:pt x="20" y="8"/>
                  </a:lnTo>
                  <a:lnTo>
                    <a:pt x="20" y="8"/>
                  </a:lnTo>
                  <a:lnTo>
                    <a:pt x="21" y="6"/>
                  </a:lnTo>
                  <a:lnTo>
                    <a:pt x="22" y="4"/>
                  </a:lnTo>
                  <a:lnTo>
                    <a:pt x="21" y="3"/>
                  </a:lnTo>
                  <a:lnTo>
                    <a:pt x="20" y="1"/>
                  </a:lnTo>
                  <a:lnTo>
                    <a:pt x="19" y="0"/>
                  </a:lnTo>
                  <a:lnTo>
                    <a:pt x="17" y="0"/>
                  </a:lnTo>
                  <a:lnTo>
                    <a:pt x="15" y="0"/>
                  </a:lnTo>
                  <a:lnTo>
                    <a:pt x="14" y="1"/>
                  </a:lnTo>
                  <a:lnTo>
                    <a:pt x="14" y="1"/>
                  </a:lnTo>
                  <a:close/>
                </a:path>
              </a:pathLst>
            </a:custGeom>
            <a:grpFill/>
            <a:ln w="6350">
              <a:solidFill>
                <a:schemeClr val="accent1">
                  <a:lumMod val="75000"/>
                  <a:alpha val="16000"/>
                </a:schemeClr>
              </a:solidFill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456" name="Freeform 787"/>
            <p:cNvSpPr/>
            <p:nvPr>
              <p:custDataLst>
                <p:tags r:id="rId35"/>
              </p:custDataLst>
            </p:nvPr>
          </p:nvSpPr>
          <p:spPr bwMode="auto">
            <a:xfrm>
              <a:off x="6665913" y="2536825"/>
              <a:ext cx="9525" cy="34925"/>
            </a:xfrm>
            <a:custGeom>
              <a:avLst/>
              <a:gdLst/>
              <a:ahLst/>
              <a:cxnLst>
                <a:cxn ang="0">
                  <a:pos x="8" y="2"/>
                </a:cxn>
                <a:cxn ang="0">
                  <a:pos x="8" y="2"/>
                </a:cxn>
                <a:cxn ang="0">
                  <a:pos x="4" y="9"/>
                </a:cxn>
                <a:cxn ang="0">
                  <a:pos x="2" y="16"/>
                </a:cxn>
                <a:cxn ang="0">
                  <a:pos x="0" y="24"/>
                </a:cxn>
                <a:cxn ang="0">
                  <a:pos x="0" y="31"/>
                </a:cxn>
                <a:cxn ang="0">
                  <a:pos x="0" y="45"/>
                </a:cxn>
                <a:cxn ang="0">
                  <a:pos x="1" y="61"/>
                </a:cxn>
                <a:cxn ang="0">
                  <a:pos x="1" y="61"/>
                </a:cxn>
                <a:cxn ang="0">
                  <a:pos x="1" y="63"/>
                </a:cxn>
                <a:cxn ang="0">
                  <a:pos x="2" y="65"/>
                </a:cxn>
                <a:cxn ang="0">
                  <a:pos x="4" y="65"/>
                </a:cxn>
                <a:cxn ang="0">
                  <a:pos x="5" y="66"/>
                </a:cxn>
                <a:cxn ang="0">
                  <a:pos x="7" y="65"/>
                </a:cxn>
                <a:cxn ang="0">
                  <a:pos x="9" y="65"/>
                </a:cxn>
                <a:cxn ang="0">
                  <a:pos x="10" y="63"/>
                </a:cxn>
                <a:cxn ang="0">
                  <a:pos x="10" y="61"/>
                </a:cxn>
                <a:cxn ang="0">
                  <a:pos x="10" y="61"/>
                </a:cxn>
                <a:cxn ang="0">
                  <a:pos x="9" y="47"/>
                </a:cxn>
                <a:cxn ang="0">
                  <a:pos x="9" y="33"/>
                </a:cxn>
                <a:cxn ang="0">
                  <a:pos x="9" y="27"/>
                </a:cxn>
                <a:cxn ang="0">
                  <a:pos x="10" y="19"/>
                </a:cxn>
                <a:cxn ang="0">
                  <a:pos x="12" y="13"/>
                </a:cxn>
                <a:cxn ang="0">
                  <a:pos x="16" y="7"/>
                </a:cxn>
                <a:cxn ang="0">
                  <a:pos x="16" y="7"/>
                </a:cxn>
                <a:cxn ang="0">
                  <a:pos x="17" y="5"/>
                </a:cxn>
                <a:cxn ang="0">
                  <a:pos x="17" y="3"/>
                </a:cxn>
                <a:cxn ang="0">
                  <a:pos x="16" y="2"/>
                </a:cxn>
                <a:cxn ang="0">
                  <a:pos x="15" y="0"/>
                </a:cxn>
                <a:cxn ang="0">
                  <a:pos x="12" y="0"/>
                </a:cxn>
                <a:cxn ang="0">
                  <a:pos x="10" y="0"/>
                </a:cxn>
                <a:cxn ang="0">
                  <a:pos x="9" y="0"/>
                </a:cxn>
                <a:cxn ang="0">
                  <a:pos x="8" y="2"/>
                </a:cxn>
                <a:cxn ang="0">
                  <a:pos x="8" y="2"/>
                </a:cxn>
              </a:cxnLst>
              <a:rect l="0" t="0" r="r" b="b"/>
              <a:pathLst>
                <a:path w="17" h="66">
                  <a:moveTo>
                    <a:pt x="8" y="2"/>
                  </a:moveTo>
                  <a:lnTo>
                    <a:pt x="8" y="2"/>
                  </a:lnTo>
                  <a:lnTo>
                    <a:pt x="4" y="9"/>
                  </a:lnTo>
                  <a:lnTo>
                    <a:pt x="2" y="16"/>
                  </a:lnTo>
                  <a:lnTo>
                    <a:pt x="0" y="24"/>
                  </a:lnTo>
                  <a:lnTo>
                    <a:pt x="0" y="31"/>
                  </a:lnTo>
                  <a:lnTo>
                    <a:pt x="0" y="45"/>
                  </a:lnTo>
                  <a:lnTo>
                    <a:pt x="1" y="61"/>
                  </a:lnTo>
                  <a:lnTo>
                    <a:pt x="1" y="61"/>
                  </a:lnTo>
                  <a:lnTo>
                    <a:pt x="1" y="63"/>
                  </a:lnTo>
                  <a:lnTo>
                    <a:pt x="2" y="65"/>
                  </a:lnTo>
                  <a:lnTo>
                    <a:pt x="4" y="65"/>
                  </a:lnTo>
                  <a:lnTo>
                    <a:pt x="5" y="66"/>
                  </a:lnTo>
                  <a:lnTo>
                    <a:pt x="7" y="65"/>
                  </a:lnTo>
                  <a:lnTo>
                    <a:pt x="9" y="65"/>
                  </a:lnTo>
                  <a:lnTo>
                    <a:pt x="10" y="63"/>
                  </a:lnTo>
                  <a:lnTo>
                    <a:pt x="10" y="61"/>
                  </a:lnTo>
                  <a:lnTo>
                    <a:pt x="10" y="61"/>
                  </a:lnTo>
                  <a:lnTo>
                    <a:pt x="9" y="47"/>
                  </a:lnTo>
                  <a:lnTo>
                    <a:pt x="9" y="33"/>
                  </a:lnTo>
                  <a:lnTo>
                    <a:pt x="9" y="27"/>
                  </a:lnTo>
                  <a:lnTo>
                    <a:pt x="10" y="19"/>
                  </a:lnTo>
                  <a:lnTo>
                    <a:pt x="12" y="13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7" y="5"/>
                  </a:lnTo>
                  <a:lnTo>
                    <a:pt x="17" y="3"/>
                  </a:lnTo>
                  <a:lnTo>
                    <a:pt x="16" y="2"/>
                  </a:lnTo>
                  <a:lnTo>
                    <a:pt x="15" y="0"/>
                  </a:lnTo>
                  <a:lnTo>
                    <a:pt x="12" y="0"/>
                  </a:lnTo>
                  <a:lnTo>
                    <a:pt x="10" y="0"/>
                  </a:lnTo>
                  <a:lnTo>
                    <a:pt x="9" y="0"/>
                  </a:lnTo>
                  <a:lnTo>
                    <a:pt x="8" y="2"/>
                  </a:lnTo>
                  <a:lnTo>
                    <a:pt x="8" y="2"/>
                  </a:lnTo>
                  <a:close/>
                </a:path>
              </a:pathLst>
            </a:custGeom>
            <a:grpFill/>
            <a:ln w="6350">
              <a:solidFill>
                <a:schemeClr val="accent1">
                  <a:lumMod val="75000"/>
                  <a:alpha val="16000"/>
                </a:schemeClr>
              </a:solidFill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457" name="Freeform 788"/>
            <p:cNvSpPr/>
            <p:nvPr>
              <p:custDataLst>
                <p:tags r:id="rId36"/>
              </p:custDataLst>
            </p:nvPr>
          </p:nvSpPr>
          <p:spPr bwMode="auto">
            <a:xfrm>
              <a:off x="6735763" y="2103438"/>
              <a:ext cx="9525" cy="49213"/>
            </a:xfrm>
            <a:custGeom>
              <a:avLst/>
              <a:gdLst/>
              <a:ahLst/>
              <a:cxnLst>
                <a:cxn ang="0">
                  <a:pos x="16" y="85"/>
                </a:cxn>
                <a:cxn ang="0">
                  <a:pos x="16" y="85"/>
                </a:cxn>
                <a:cxn ang="0">
                  <a:pos x="13" y="76"/>
                </a:cxn>
                <a:cxn ang="0">
                  <a:pos x="10" y="65"/>
                </a:cxn>
                <a:cxn ang="0">
                  <a:pos x="9" y="56"/>
                </a:cxn>
                <a:cxn ang="0">
                  <a:pos x="9" y="45"/>
                </a:cxn>
                <a:cxn ang="0">
                  <a:pos x="10" y="25"/>
                </a:cxn>
                <a:cxn ang="0">
                  <a:pos x="10" y="5"/>
                </a:cxn>
                <a:cxn ang="0">
                  <a:pos x="10" y="5"/>
                </a:cxn>
                <a:cxn ang="0">
                  <a:pos x="10" y="3"/>
                </a:cxn>
                <a:cxn ang="0">
                  <a:pos x="9" y="1"/>
                </a:cxn>
                <a:cxn ang="0">
                  <a:pos x="8" y="1"/>
                </a:cxn>
                <a:cxn ang="0">
                  <a:pos x="6" y="0"/>
                </a:cxn>
                <a:cxn ang="0">
                  <a:pos x="4" y="1"/>
                </a:cxn>
                <a:cxn ang="0">
                  <a:pos x="3" y="1"/>
                </a:cxn>
                <a:cxn ang="0">
                  <a:pos x="2" y="3"/>
                </a:cxn>
                <a:cxn ang="0">
                  <a:pos x="1" y="5"/>
                </a:cxn>
                <a:cxn ang="0">
                  <a:pos x="1" y="5"/>
                </a:cxn>
                <a:cxn ang="0">
                  <a:pos x="1" y="27"/>
                </a:cxn>
                <a:cxn ang="0">
                  <a:pos x="0" y="48"/>
                </a:cxn>
                <a:cxn ang="0">
                  <a:pos x="1" y="58"/>
                </a:cxn>
                <a:cxn ang="0">
                  <a:pos x="2" y="69"/>
                </a:cxn>
                <a:cxn ang="0">
                  <a:pos x="4" y="80"/>
                </a:cxn>
                <a:cxn ang="0">
                  <a:pos x="8" y="90"/>
                </a:cxn>
                <a:cxn ang="0">
                  <a:pos x="8" y="90"/>
                </a:cxn>
                <a:cxn ang="0">
                  <a:pos x="9" y="91"/>
                </a:cxn>
                <a:cxn ang="0">
                  <a:pos x="11" y="92"/>
                </a:cxn>
                <a:cxn ang="0">
                  <a:pos x="12" y="92"/>
                </a:cxn>
                <a:cxn ang="0">
                  <a:pos x="14" y="91"/>
                </a:cxn>
                <a:cxn ang="0">
                  <a:pos x="16" y="89"/>
                </a:cxn>
                <a:cxn ang="0">
                  <a:pos x="16" y="87"/>
                </a:cxn>
                <a:cxn ang="0">
                  <a:pos x="16" y="85"/>
                </a:cxn>
                <a:cxn ang="0">
                  <a:pos x="16" y="85"/>
                </a:cxn>
              </a:cxnLst>
              <a:rect l="0" t="0" r="r" b="b"/>
              <a:pathLst>
                <a:path w="16" h="92">
                  <a:moveTo>
                    <a:pt x="16" y="85"/>
                  </a:moveTo>
                  <a:lnTo>
                    <a:pt x="16" y="85"/>
                  </a:lnTo>
                  <a:lnTo>
                    <a:pt x="13" y="76"/>
                  </a:lnTo>
                  <a:lnTo>
                    <a:pt x="10" y="65"/>
                  </a:lnTo>
                  <a:lnTo>
                    <a:pt x="9" y="56"/>
                  </a:lnTo>
                  <a:lnTo>
                    <a:pt x="9" y="45"/>
                  </a:lnTo>
                  <a:lnTo>
                    <a:pt x="10" y="25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0" y="3"/>
                  </a:lnTo>
                  <a:lnTo>
                    <a:pt x="9" y="1"/>
                  </a:lnTo>
                  <a:lnTo>
                    <a:pt x="8" y="1"/>
                  </a:lnTo>
                  <a:lnTo>
                    <a:pt x="6" y="0"/>
                  </a:lnTo>
                  <a:lnTo>
                    <a:pt x="4" y="1"/>
                  </a:lnTo>
                  <a:lnTo>
                    <a:pt x="3" y="1"/>
                  </a:lnTo>
                  <a:lnTo>
                    <a:pt x="2" y="3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27"/>
                  </a:lnTo>
                  <a:lnTo>
                    <a:pt x="0" y="48"/>
                  </a:lnTo>
                  <a:lnTo>
                    <a:pt x="1" y="58"/>
                  </a:lnTo>
                  <a:lnTo>
                    <a:pt x="2" y="69"/>
                  </a:lnTo>
                  <a:lnTo>
                    <a:pt x="4" y="80"/>
                  </a:lnTo>
                  <a:lnTo>
                    <a:pt x="8" y="90"/>
                  </a:lnTo>
                  <a:lnTo>
                    <a:pt x="8" y="90"/>
                  </a:lnTo>
                  <a:lnTo>
                    <a:pt x="9" y="91"/>
                  </a:lnTo>
                  <a:lnTo>
                    <a:pt x="11" y="92"/>
                  </a:lnTo>
                  <a:lnTo>
                    <a:pt x="12" y="92"/>
                  </a:lnTo>
                  <a:lnTo>
                    <a:pt x="14" y="91"/>
                  </a:lnTo>
                  <a:lnTo>
                    <a:pt x="16" y="89"/>
                  </a:lnTo>
                  <a:lnTo>
                    <a:pt x="16" y="87"/>
                  </a:lnTo>
                  <a:lnTo>
                    <a:pt x="16" y="85"/>
                  </a:lnTo>
                  <a:lnTo>
                    <a:pt x="16" y="85"/>
                  </a:lnTo>
                  <a:close/>
                </a:path>
              </a:pathLst>
            </a:custGeom>
            <a:grpFill/>
            <a:ln w="6350">
              <a:solidFill>
                <a:schemeClr val="accent1">
                  <a:lumMod val="75000"/>
                  <a:alpha val="16000"/>
                </a:schemeClr>
              </a:solidFill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458" name="Freeform 789"/>
            <p:cNvSpPr/>
            <p:nvPr>
              <p:custDataLst>
                <p:tags r:id="rId37"/>
              </p:custDataLst>
            </p:nvPr>
          </p:nvSpPr>
          <p:spPr bwMode="auto">
            <a:xfrm>
              <a:off x="6777038" y="2109788"/>
              <a:ext cx="14288" cy="36513"/>
            </a:xfrm>
            <a:custGeom>
              <a:avLst/>
              <a:gdLst/>
              <a:ahLst/>
              <a:cxnLst>
                <a:cxn ang="0">
                  <a:pos x="20" y="1"/>
                </a:cxn>
                <a:cxn ang="0">
                  <a:pos x="20" y="1"/>
                </a:cxn>
                <a:cxn ang="0">
                  <a:pos x="18" y="0"/>
                </a:cxn>
                <a:cxn ang="0">
                  <a:pos x="16" y="0"/>
                </a:cxn>
                <a:cxn ang="0">
                  <a:pos x="15" y="1"/>
                </a:cxn>
                <a:cxn ang="0">
                  <a:pos x="14" y="3"/>
                </a:cxn>
                <a:cxn ang="0">
                  <a:pos x="13" y="4"/>
                </a:cxn>
                <a:cxn ang="0">
                  <a:pos x="13" y="7"/>
                </a:cxn>
                <a:cxn ang="0">
                  <a:pos x="14" y="9"/>
                </a:cxn>
                <a:cxn ang="0">
                  <a:pos x="15" y="10"/>
                </a:cxn>
                <a:cxn ang="0">
                  <a:pos x="15" y="10"/>
                </a:cxn>
                <a:cxn ang="0">
                  <a:pos x="17" y="11"/>
                </a:cxn>
                <a:cxn ang="0">
                  <a:pos x="18" y="14"/>
                </a:cxn>
                <a:cxn ang="0">
                  <a:pos x="18" y="19"/>
                </a:cxn>
                <a:cxn ang="0">
                  <a:pos x="16" y="26"/>
                </a:cxn>
                <a:cxn ang="0">
                  <a:pos x="13" y="35"/>
                </a:cxn>
                <a:cxn ang="0">
                  <a:pos x="6" y="50"/>
                </a:cxn>
                <a:cxn ang="0">
                  <a:pos x="0" y="60"/>
                </a:cxn>
                <a:cxn ang="0">
                  <a:pos x="0" y="60"/>
                </a:cxn>
                <a:cxn ang="0">
                  <a:pos x="0" y="63"/>
                </a:cxn>
                <a:cxn ang="0">
                  <a:pos x="0" y="64"/>
                </a:cxn>
                <a:cxn ang="0">
                  <a:pos x="1" y="66"/>
                </a:cxn>
                <a:cxn ang="0">
                  <a:pos x="3" y="67"/>
                </a:cxn>
                <a:cxn ang="0">
                  <a:pos x="5" y="68"/>
                </a:cxn>
                <a:cxn ang="0">
                  <a:pos x="7" y="68"/>
                </a:cxn>
                <a:cxn ang="0">
                  <a:pos x="8" y="67"/>
                </a:cxn>
                <a:cxn ang="0">
                  <a:pos x="9" y="65"/>
                </a:cxn>
                <a:cxn ang="0">
                  <a:pos x="9" y="65"/>
                </a:cxn>
                <a:cxn ang="0">
                  <a:pos x="16" y="51"/>
                </a:cxn>
                <a:cxn ang="0">
                  <a:pos x="20" y="42"/>
                </a:cxn>
                <a:cxn ang="0">
                  <a:pos x="24" y="32"/>
                </a:cxn>
                <a:cxn ang="0">
                  <a:pos x="26" y="23"/>
                </a:cxn>
                <a:cxn ang="0">
                  <a:pos x="27" y="15"/>
                </a:cxn>
                <a:cxn ang="0">
                  <a:pos x="26" y="11"/>
                </a:cxn>
                <a:cxn ang="0">
                  <a:pos x="25" y="7"/>
                </a:cxn>
                <a:cxn ang="0">
                  <a:pos x="23" y="3"/>
                </a:cxn>
                <a:cxn ang="0">
                  <a:pos x="20" y="1"/>
                </a:cxn>
                <a:cxn ang="0">
                  <a:pos x="20" y="1"/>
                </a:cxn>
              </a:cxnLst>
              <a:rect l="0" t="0" r="r" b="b"/>
              <a:pathLst>
                <a:path w="27" h="68">
                  <a:moveTo>
                    <a:pt x="20" y="1"/>
                  </a:moveTo>
                  <a:lnTo>
                    <a:pt x="20" y="1"/>
                  </a:lnTo>
                  <a:lnTo>
                    <a:pt x="18" y="0"/>
                  </a:lnTo>
                  <a:lnTo>
                    <a:pt x="16" y="0"/>
                  </a:lnTo>
                  <a:lnTo>
                    <a:pt x="15" y="1"/>
                  </a:lnTo>
                  <a:lnTo>
                    <a:pt x="14" y="3"/>
                  </a:lnTo>
                  <a:lnTo>
                    <a:pt x="13" y="4"/>
                  </a:lnTo>
                  <a:lnTo>
                    <a:pt x="13" y="7"/>
                  </a:lnTo>
                  <a:lnTo>
                    <a:pt x="14" y="9"/>
                  </a:lnTo>
                  <a:lnTo>
                    <a:pt x="15" y="10"/>
                  </a:lnTo>
                  <a:lnTo>
                    <a:pt x="15" y="10"/>
                  </a:lnTo>
                  <a:lnTo>
                    <a:pt x="17" y="11"/>
                  </a:lnTo>
                  <a:lnTo>
                    <a:pt x="18" y="14"/>
                  </a:lnTo>
                  <a:lnTo>
                    <a:pt x="18" y="19"/>
                  </a:lnTo>
                  <a:lnTo>
                    <a:pt x="16" y="26"/>
                  </a:lnTo>
                  <a:lnTo>
                    <a:pt x="13" y="35"/>
                  </a:lnTo>
                  <a:lnTo>
                    <a:pt x="6" y="50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0" y="63"/>
                  </a:lnTo>
                  <a:lnTo>
                    <a:pt x="0" y="64"/>
                  </a:lnTo>
                  <a:lnTo>
                    <a:pt x="1" y="66"/>
                  </a:lnTo>
                  <a:lnTo>
                    <a:pt x="3" y="67"/>
                  </a:lnTo>
                  <a:lnTo>
                    <a:pt x="5" y="68"/>
                  </a:lnTo>
                  <a:lnTo>
                    <a:pt x="7" y="68"/>
                  </a:lnTo>
                  <a:lnTo>
                    <a:pt x="8" y="67"/>
                  </a:lnTo>
                  <a:lnTo>
                    <a:pt x="9" y="65"/>
                  </a:lnTo>
                  <a:lnTo>
                    <a:pt x="9" y="65"/>
                  </a:lnTo>
                  <a:lnTo>
                    <a:pt x="16" y="51"/>
                  </a:lnTo>
                  <a:lnTo>
                    <a:pt x="20" y="42"/>
                  </a:lnTo>
                  <a:lnTo>
                    <a:pt x="24" y="32"/>
                  </a:lnTo>
                  <a:lnTo>
                    <a:pt x="26" y="23"/>
                  </a:lnTo>
                  <a:lnTo>
                    <a:pt x="27" y="15"/>
                  </a:lnTo>
                  <a:lnTo>
                    <a:pt x="26" y="11"/>
                  </a:lnTo>
                  <a:lnTo>
                    <a:pt x="25" y="7"/>
                  </a:lnTo>
                  <a:lnTo>
                    <a:pt x="23" y="3"/>
                  </a:lnTo>
                  <a:lnTo>
                    <a:pt x="20" y="1"/>
                  </a:lnTo>
                  <a:lnTo>
                    <a:pt x="20" y="1"/>
                  </a:lnTo>
                  <a:close/>
                </a:path>
              </a:pathLst>
            </a:custGeom>
            <a:grpFill/>
            <a:ln w="6350">
              <a:solidFill>
                <a:schemeClr val="accent1">
                  <a:lumMod val="75000"/>
                  <a:alpha val="16000"/>
                </a:schemeClr>
              </a:solidFill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459" name="Freeform 790"/>
            <p:cNvSpPr>
              <a:spLocks noEditPoints="1"/>
            </p:cNvSpPr>
            <p:nvPr>
              <p:custDataLst>
                <p:tags r:id="rId38"/>
              </p:custDataLst>
            </p:nvPr>
          </p:nvSpPr>
          <p:spPr bwMode="auto">
            <a:xfrm>
              <a:off x="6108700" y="2038350"/>
              <a:ext cx="787400" cy="804863"/>
            </a:xfrm>
            <a:custGeom>
              <a:avLst/>
              <a:gdLst/>
              <a:ahLst/>
              <a:cxnLst>
                <a:cxn ang="0">
                  <a:pos x="578" y="1404"/>
                </a:cxn>
                <a:cxn ang="0">
                  <a:pos x="407" y="1195"/>
                </a:cxn>
                <a:cxn ang="0">
                  <a:pos x="531" y="1138"/>
                </a:cxn>
                <a:cxn ang="0">
                  <a:pos x="680" y="1150"/>
                </a:cxn>
                <a:cxn ang="0">
                  <a:pos x="645" y="932"/>
                </a:cxn>
                <a:cxn ang="0">
                  <a:pos x="408" y="748"/>
                </a:cxn>
                <a:cxn ang="0">
                  <a:pos x="309" y="884"/>
                </a:cxn>
                <a:cxn ang="0">
                  <a:pos x="256" y="1027"/>
                </a:cxn>
                <a:cxn ang="0">
                  <a:pos x="27" y="808"/>
                </a:cxn>
                <a:cxn ang="0">
                  <a:pos x="28" y="580"/>
                </a:cxn>
                <a:cxn ang="0">
                  <a:pos x="237" y="380"/>
                </a:cxn>
                <a:cxn ang="0">
                  <a:pos x="342" y="519"/>
                </a:cxn>
                <a:cxn ang="0">
                  <a:pos x="488" y="635"/>
                </a:cxn>
                <a:cxn ang="0">
                  <a:pos x="644" y="548"/>
                </a:cxn>
                <a:cxn ang="0">
                  <a:pos x="628" y="366"/>
                </a:cxn>
                <a:cxn ang="0">
                  <a:pos x="492" y="300"/>
                </a:cxn>
                <a:cxn ang="0">
                  <a:pos x="415" y="290"/>
                </a:cxn>
                <a:cxn ang="0">
                  <a:pos x="435" y="200"/>
                </a:cxn>
                <a:cxn ang="0">
                  <a:pos x="676" y="5"/>
                </a:cxn>
                <a:cxn ang="0">
                  <a:pos x="880" y="97"/>
                </a:cxn>
                <a:cxn ang="0">
                  <a:pos x="996" y="212"/>
                </a:cxn>
                <a:cxn ang="0">
                  <a:pos x="1057" y="40"/>
                </a:cxn>
                <a:cxn ang="0">
                  <a:pos x="1286" y="30"/>
                </a:cxn>
                <a:cxn ang="0">
                  <a:pos x="1459" y="212"/>
                </a:cxn>
                <a:cxn ang="0">
                  <a:pos x="1441" y="427"/>
                </a:cxn>
                <a:cxn ang="0">
                  <a:pos x="1284" y="473"/>
                </a:cxn>
                <a:cxn ang="0">
                  <a:pos x="1353" y="601"/>
                </a:cxn>
                <a:cxn ang="0">
                  <a:pos x="1487" y="856"/>
                </a:cxn>
                <a:cxn ang="0">
                  <a:pos x="1299" y="1117"/>
                </a:cxn>
                <a:cxn ang="0">
                  <a:pos x="1017" y="1376"/>
                </a:cxn>
                <a:cxn ang="0">
                  <a:pos x="789" y="1521"/>
                </a:cxn>
                <a:cxn ang="0">
                  <a:pos x="453" y="1210"/>
                </a:cxn>
                <a:cxn ang="0">
                  <a:pos x="633" y="1401"/>
                </a:cxn>
                <a:cxn ang="0">
                  <a:pos x="800" y="1483"/>
                </a:cxn>
                <a:cxn ang="0">
                  <a:pos x="1004" y="1338"/>
                </a:cxn>
                <a:cxn ang="0">
                  <a:pos x="1270" y="1096"/>
                </a:cxn>
                <a:cxn ang="0">
                  <a:pos x="1454" y="851"/>
                </a:cxn>
                <a:cxn ang="0">
                  <a:pos x="1336" y="635"/>
                </a:cxn>
                <a:cxn ang="0">
                  <a:pos x="1274" y="564"/>
                </a:cxn>
                <a:cxn ang="0">
                  <a:pos x="1278" y="427"/>
                </a:cxn>
                <a:cxn ang="0">
                  <a:pos x="1442" y="370"/>
                </a:cxn>
                <a:cxn ang="0">
                  <a:pos x="1397" y="175"/>
                </a:cxn>
                <a:cxn ang="0">
                  <a:pos x="1211" y="37"/>
                </a:cxn>
                <a:cxn ang="0">
                  <a:pos x="1064" y="102"/>
                </a:cxn>
                <a:cxn ang="0">
                  <a:pos x="999" y="246"/>
                </a:cxn>
                <a:cxn ang="0">
                  <a:pos x="939" y="213"/>
                </a:cxn>
                <a:cxn ang="0">
                  <a:pos x="716" y="34"/>
                </a:cxn>
                <a:cxn ang="0">
                  <a:pos x="480" y="208"/>
                </a:cxn>
                <a:cxn ang="0">
                  <a:pos x="502" y="262"/>
                </a:cxn>
                <a:cxn ang="0">
                  <a:pos x="695" y="412"/>
                </a:cxn>
                <a:cxn ang="0">
                  <a:pos x="640" y="610"/>
                </a:cxn>
                <a:cxn ang="0">
                  <a:pos x="420" y="655"/>
                </a:cxn>
                <a:cxn ang="0">
                  <a:pos x="277" y="462"/>
                </a:cxn>
                <a:cxn ang="0">
                  <a:pos x="213" y="447"/>
                </a:cxn>
                <a:cxn ang="0">
                  <a:pos x="43" y="639"/>
                </a:cxn>
                <a:cxn ang="0">
                  <a:pos x="210" y="963"/>
                </a:cxn>
                <a:cxn ang="0">
                  <a:pos x="265" y="982"/>
                </a:cxn>
                <a:cxn ang="0">
                  <a:pos x="280" y="792"/>
                </a:cxn>
                <a:cxn ang="0">
                  <a:pos x="469" y="724"/>
                </a:cxn>
                <a:cxn ang="0">
                  <a:pos x="730" y="1027"/>
                </a:cxn>
                <a:cxn ang="0">
                  <a:pos x="672" y="1200"/>
                </a:cxn>
                <a:cxn ang="0">
                  <a:pos x="499" y="1166"/>
                </a:cxn>
              </a:cxnLst>
              <a:rect l="0" t="0" r="r" b="b"/>
              <a:pathLst>
                <a:path w="1489" h="1521">
                  <a:moveTo>
                    <a:pt x="789" y="1521"/>
                  </a:moveTo>
                  <a:lnTo>
                    <a:pt x="789" y="1521"/>
                  </a:lnTo>
                  <a:lnTo>
                    <a:pt x="778" y="1521"/>
                  </a:lnTo>
                  <a:lnTo>
                    <a:pt x="778" y="1521"/>
                  </a:lnTo>
                  <a:lnTo>
                    <a:pt x="762" y="1519"/>
                  </a:lnTo>
                  <a:lnTo>
                    <a:pt x="747" y="1516"/>
                  </a:lnTo>
                  <a:lnTo>
                    <a:pt x="733" y="1512"/>
                  </a:lnTo>
                  <a:lnTo>
                    <a:pt x="718" y="1507"/>
                  </a:lnTo>
                  <a:lnTo>
                    <a:pt x="705" y="1501"/>
                  </a:lnTo>
                  <a:lnTo>
                    <a:pt x="691" y="1494"/>
                  </a:lnTo>
                  <a:lnTo>
                    <a:pt x="678" y="1486"/>
                  </a:lnTo>
                  <a:lnTo>
                    <a:pt x="663" y="1476"/>
                  </a:lnTo>
                  <a:lnTo>
                    <a:pt x="663" y="1476"/>
                  </a:lnTo>
                  <a:lnTo>
                    <a:pt x="643" y="1461"/>
                  </a:lnTo>
                  <a:lnTo>
                    <a:pt x="621" y="1444"/>
                  </a:lnTo>
                  <a:lnTo>
                    <a:pt x="599" y="1425"/>
                  </a:lnTo>
                  <a:lnTo>
                    <a:pt x="578" y="1404"/>
                  </a:lnTo>
                  <a:lnTo>
                    <a:pt x="578" y="1404"/>
                  </a:lnTo>
                  <a:lnTo>
                    <a:pt x="552" y="1378"/>
                  </a:lnTo>
                  <a:lnTo>
                    <a:pt x="529" y="1352"/>
                  </a:lnTo>
                  <a:lnTo>
                    <a:pt x="505" y="1326"/>
                  </a:lnTo>
                  <a:lnTo>
                    <a:pt x="484" y="1300"/>
                  </a:lnTo>
                  <a:lnTo>
                    <a:pt x="484" y="1300"/>
                  </a:lnTo>
                  <a:lnTo>
                    <a:pt x="475" y="1289"/>
                  </a:lnTo>
                  <a:lnTo>
                    <a:pt x="463" y="1277"/>
                  </a:lnTo>
                  <a:lnTo>
                    <a:pt x="442" y="1256"/>
                  </a:lnTo>
                  <a:lnTo>
                    <a:pt x="442" y="1256"/>
                  </a:lnTo>
                  <a:lnTo>
                    <a:pt x="436" y="1251"/>
                  </a:lnTo>
                  <a:lnTo>
                    <a:pt x="439" y="1249"/>
                  </a:lnTo>
                  <a:lnTo>
                    <a:pt x="434" y="1244"/>
                  </a:lnTo>
                  <a:lnTo>
                    <a:pt x="434" y="1244"/>
                  </a:lnTo>
                  <a:lnTo>
                    <a:pt x="426" y="1233"/>
                  </a:lnTo>
                  <a:lnTo>
                    <a:pt x="419" y="1223"/>
                  </a:lnTo>
                  <a:lnTo>
                    <a:pt x="414" y="1213"/>
                  </a:lnTo>
                  <a:lnTo>
                    <a:pt x="409" y="1204"/>
                  </a:lnTo>
                  <a:lnTo>
                    <a:pt x="407" y="1195"/>
                  </a:lnTo>
                  <a:lnTo>
                    <a:pt x="407" y="1186"/>
                  </a:lnTo>
                  <a:lnTo>
                    <a:pt x="409" y="1178"/>
                  </a:lnTo>
                  <a:lnTo>
                    <a:pt x="413" y="1171"/>
                  </a:lnTo>
                  <a:lnTo>
                    <a:pt x="413" y="1171"/>
                  </a:lnTo>
                  <a:lnTo>
                    <a:pt x="419" y="1161"/>
                  </a:lnTo>
                  <a:lnTo>
                    <a:pt x="426" y="1153"/>
                  </a:lnTo>
                  <a:lnTo>
                    <a:pt x="434" y="1147"/>
                  </a:lnTo>
                  <a:lnTo>
                    <a:pt x="444" y="1141"/>
                  </a:lnTo>
                  <a:lnTo>
                    <a:pt x="454" y="1135"/>
                  </a:lnTo>
                  <a:lnTo>
                    <a:pt x="465" y="1132"/>
                  </a:lnTo>
                  <a:lnTo>
                    <a:pt x="477" y="1130"/>
                  </a:lnTo>
                  <a:lnTo>
                    <a:pt x="489" y="1129"/>
                  </a:lnTo>
                  <a:lnTo>
                    <a:pt x="489" y="1129"/>
                  </a:lnTo>
                  <a:lnTo>
                    <a:pt x="501" y="1130"/>
                  </a:lnTo>
                  <a:lnTo>
                    <a:pt x="511" y="1131"/>
                  </a:lnTo>
                  <a:lnTo>
                    <a:pt x="521" y="1134"/>
                  </a:lnTo>
                  <a:lnTo>
                    <a:pt x="531" y="1138"/>
                  </a:lnTo>
                  <a:lnTo>
                    <a:pt x="531" y="1138"/>
                  </a:lnTo>
                  <a:lnTo>
                    <a:pt x="553" y="1148"/>
                  </a:lnTo>
                  <a:lnTo>
                    <a:pt x="553" y="1148"/>
                  </a:lnTo>
                  <a:lnTo>
                    <a:pt x="571" y="1156"/>
                  </a:lnTo>
                  <a:lnTo>
                    <a:pt x="591" y="1165"/>
                  </a:lnTo>
                  <a:lnTo>
                    <a:pt x="600" y="1168"/>
                  </a:lnTo>
                  <a:lnTo>
                    <a:pt x="609" y="1170"/>
                  </a:lnTo>
                  <a:lnTo>
                    <a:pt x="619" y="1171"/>
                  </a:lnTo>
                  <a:lnTo>
                    <a:pt x="629" y="1172"/>
                  </a:lnTo>
                  <a:lnTo>
                    <a:pt x="631" y="1172"/>
                  </a:lnTo>
                  <a:lnTo>
                    <a:pt x="631" y="1172"/>
                  </a:lnTo>
                  <a:lnTo>
                    <a:pt x="638" y="1171"/>
                  </a:lnTo>
                  <a:lnTo>
                    <a:pt x="646" y="1170"/>
                  </a:lnTo>
                  <a:lnTo>
                    <a:pt x="652" y="1168"/>
                  </a:lnTo>
                  <a:lnTo>
                    <a:pt x="658" y="1166"/>
                  </a:lnTo>
                  <a:lnTo>
                    <a:pt x="664" y="1162"/>
                  </a:lnTo>
                  <a:lnTo>
                    <a:pt x="671" y="1158"/>
                  </a:lnTo>
                  <a:lnTo>
                    <a:pt x="676" y="1154"/>
                  </a:lnTo>
                  <a:lnTo>
                    <a:pt x="680" y="1150"/>
                  </a:lnTo>
                  <a:lnTo>
                    <a:pt x="680" y="1150"/>
                  </a:lnTo>
                  <a:lnTo>
                    <a:pt x="686" y="1143"/>
                  </a:lnTo>
                  <a:lnTo>
                    <a:pt x="690" y="1134"/>
                  </a:lnTo>
                  <a:lnTo>
                    <a:pt x="694" y="1125"/>
                  </a:lnTo>
                  <a:lnTo>
                    <a:pt x="698" y="1116"/>
                  </a:lnTo>
                  <a:lnTo>
                    <a:pt x="700" y="1105"/>
                  </a:lnTo>
                  <a:lnTo>
                    <a:pt x="702" y="1095"/>
                  </a:lnTo>
                  <a:lnTo>
                    <a:pt x="702" y="1085"/>
                  </a:lnTo>
                  <a:lnTo>
                    <a:pt x="702" y="1073"/>
                  </a:lnTo>
                  <a:lnTo>
                    <a:pt x="702" y="1073"/>
                  </a:lnTo>
                  <a:lnTo>
                    <a:pt x="700" y="1061"/>
                  </a:lnTo>
                  <a:lnTo>
                    <a:pt x="698" y="1048"/>
                  </a:lnTo>
                  <a:lnTo>
                    <a:pt x="694" y="1036"/>
                  </a:lnTo>
                  <a:lnTo>
                    <a:pt x="690" y="1024"/>
                  </a:lnTo>
                  <a:lnTo>
                    <a:pt x="682" y="1000"/>
                  </a:lnTo>
                  <a:lnTo>
                    <a:pt x="671" y="976"/>
                  </a:lnTo>
                  <a:lnTo>
                    <a:pt x="658" y="954"/>
                  </a:lnTo>
                  <a:lnTo>
                    <a:pt x="645" y="932"/>
                  </a:lnTo>
                  <a:lnTo>
                    <a:pt x="630" y="911"/>
                  </a:lnTo>
                  <a:lnTo>
                    <a:pt x="616" y="891"/>
                  </a:lnTo>
                  <a:lnTo>
                    <a:pt x="616" y="891"/>
                  </a:lnTo>
                  <a:lnTo>
                    <a:pt x="596" y="865"/>
                  </a:lnTo>
                  <a:lnTo>
                    <a:pt x="574" y="840"/>
                  </a:lnTo>
                  <a:lnTo>
                    <a:pt x="562" y="828"/>
                  </a:lnTo>
                  <a:lnTo>
                    <a:pt x="549" y="816"/>
                  </a:lnTo>
                  <a:lnTo>
                    <a:pt x="537" y="805"/>
                  </a:lnTo>
                  <a:lnTo>
                    <a:pt x="523" y="794"/>
                  </a:lnTo>
                  <a:lnTo>
                    <a:pt x="510" y="785"/>
                  </a:lnTo>
                  <a:lnTo>
                    <a:pt x="495" y="776"/>
                  </a:lnTo>
                  <a:lnTo>
                    <a:pt x="481" y="768"/>
                  </a:lnTo>
                  <a:lnTo>
                    <a:pt x="467" y="761"/>
                  </a:lnTo>
                  <a:lnTo>
                    <a:pt x="453" y="755"/>
                  </a:lnTo>
                  <a:lnTo>
                    <a:pt x="438" y="751"/>
                  </a:lnTo>
                  <a:lnTo>
                    <a:pt x="423" y="749"/>
                  </a:lnTo>
                  <a:lnTo>
                    <a:pt x="408" y="748"/>
                  </a:lnTo>
                  <a:lnTo>
                    <a:pt x="408" y="748"/>
                  </a:lnTo>
                  <a:lnTo>
                    <a:pt x="404" y="748"/>
                  </a:lnTo>
                  <a:lnTo>
                    <a:pt x="404" y="748"/>
                  </a:lnTo>
                  <a:lnTo>
                    <a:pt x="393" y="748"/>
                  </a:lnTo>
                  <a:lnTo>
                    <a:pt x="382" y="749"/>
                  </a:lnTo>
                  <a:lnTo>
                    <a:pt x="372" y="751"/>
                  </a:lnTo>
                  <a:lnTo>
                    <a:pt x="363" y="754"/>
                  </a:lnTo>
                  <a:lnTo>
                    <a:pt x="354" y="758"/>
                  </a:lnTo>
                  <a:lnTo>
                    <a:pt x="346" y="763"/>
                  </a:lnTo>
                  <a:lnTo>
                    <a:pt x="339" y="770"/>
                  </a:lnTo>
                  <a:lnTo>
                    <a:pt x="333" y="776"/>
                  </a:lnTo>
                  <a:lnTo>
                    <a:pt x="333" y="776"/>
                  </a:lnTo>
                  <a:lnTo>
                    <a:pt x="324" y="786"/>
                  </a:lnTo>
                  <a:lnTo>
                    <a:pt x="318" y="799"/>
                  </a:lnTo>
                  <a:lnTo>
                    <a:pt x="313" y="813"/>
                  </a:lnTo>
                  <a:lnTo>
                    <a:pt x="310" y="829"/>
                  </a:lnTo>
                  <a:lnTo>
                    <a:pt x="308" y="845"/>
                  </a:lnTo>
                  <a:lnTo>
                    <a:pt x="308" y="864"/>
                  </a:lnTo>
                  <a:lnTo>
                    <a:pt x="309" y="884"/>
                  </a:lnTo>
                  <a:lnTo>
                    <a:pt x="311" y="905"/>
                  </a:lnTo>
                  <a:lnTo>
                    <a:pt x="311" y="905"/>
                  </a:lnTo>
                  <a:lnTo>
                    <a:pt x="313" y="922"/>
                  </a:lnTo>
                  <a:lnTo>
                    <a:pt x="315" y="938"/>
                  </a:lnTo>
                  <a:lnTo>
                    <a:pt x="315" y="952"/>
                  </a:lnTo>
                  <a:lnTo>
                    <a:pt x="313" y="966"/>
                  </a:lnTo>
                  <a:lnTo>
                    <a:pt x="312" y="972"/>
                  </a:lnTo>
                  <a:lnTo>
                    <a:pt x="310" y="978"/>
                  </a:lnTo>
                  <a:lnTo>
                    <a:pt x="307" y="984"/>
                  </a:lnTo>
                  <a:lnTo>
                    <a:pt x="303" y="990"/>
                  </a:lnTo>
                  <a:lnTo>
                    <a:pt x="299" y="997"/>
                  </a:lnTo>
                  <a:lnTo>
                    <a:pt x="294" y="1002"/>
                  </a:lnTo>
                  <a:lnTo>
                    <a:pt x="288" y="1008"/>
                  </a:lnTo>
                  <a:lnTo>
                    <a:pt x="281" y="1013"/>
                  </a:lnTo>
                  <a:lnTo>
                    <a:pt x="281" y="1013"/>
                  </a:lnTo>
                  <a:lnTo>
                    <a:pt x="273" y="1019"/>
                  </a:lnTo>
                  <a:lnTo>
                    <a:pt x="264" y="1024"/>
                  </a:lnTo>
                  <a:lnTo>
                    <a:pt x="256" y="1027"/>
                  </a:lnTo>
                  <a:lnTo>
                    <a:pt x="248" y="1028"/>
                  </a:lnTo>
                  <a:lnTo>
                    <a:pt x="248" y="1028"/>
                  </a:lnTo>
                  <a:lnTo>
                    <a:pt x="239" y="1027"/>
                  </a:lnTo>
                  <a:lnTo>
                    <a:pt x="232" y="1024"/>
                  </a:lnTo>
                  <a:lnTo>
                    <a:pt x="224" y="1019"/>
                  </a:lnTo>
                  <a:lnTo>
                    <a:pt x="216" y="1014"/>
                  </a:lnTo>
                  <a:lnTo>
                    <a:pt x="213" y="1010"/>
                  </a:lnTo>
                  <a:lnTo>
                    <a:pt x="209" y="1013"/>
                  </a:lnTo>
                  <a:lnTo>
                    <a:pt x="164" y="968"/>
                  </a:lnTo>
                  <a:lnTo>
                    <a:pt x="164" y="968"/>
                  </a:lnTo>
                  <a:lnTo>
                    <a:pt x="125" y="929"/>
                  </a:lnTo>
                  <a:lnTo>
                    <a:pt x="108" y="911"/>
                  </a:lnTo>
                  <a:lnTo>
                    <a:pt x="90" y="891"/>
                  </a:lnTo>
                  <a:lnTo>
                    <a:pt x="73" y="871"/>
                  </a:lnTo>
                  <a:lnTo>
                    <a:pt x="57" y="851"/>
                  </a:lnTo>
                  <a:lnTo>
                    <a:pt x="41" y="830"/>
                  </a:lnTo>
                  <a:lnTo>
                    <a:pt x="27" y="808"/>
                  </a:lnTo>
                  <a:lnTo>
                    <a:pt x="27" y="808"/>
                  </a:lnTo>
                  <a:lnTo>
                    <a:pt x="22" y="798"/>
                  </a:lnTo>
                  <a:lnTo>
                    <a:pt x="17" y="786"/>
                  </a:lnTo>
                  <a:lnTo>
                    <a:pt x="11" y="776"/>
                  </a:lnTo>
                  <a:lnTo>
                    <a:pt x="8" y="764"/>
                  </a:lnTo>
                  <a:lnTo>
                    <a:pt x="5" y="752"/>
                  </a:lnTo>
                  <a:lnTo>
                    <a:pt x="2" y="741"/>
                  </a:lnTo>
                  <a:lnTo>
                    <a:pt x="1" y="728"/>
                  </a:lnTo>
                  <a:lnTo>
                    <a:pt x="0" y="716"/>
                  </a:lnTo>
                  <a:lnTo>
                    <a:pt x="0" y="702"/>
                  </a:lnTo>
                  <a:lnTo>
                    <a:pt x="0" y="689"/>
                  </a:lnTo>
                  <a:lnTo>
                    <a:pt x="2" y="675"/>
                  </a:lnTo>
                  <a:lnTo>
                    <a:pt x="4" y="662"/>
                  </a:lnTo>
                  <a:lnTo>
                    <a:pt x="6" y="647"/>
                  </a:lnTo>
                  <a:lnTo>
                    <a:pt x="9" y="633"/>
                  </a:lnTo>
                  <a:lnTo>
                    <a:pt x="19" y="602"/>
                  </a:lnTo>
                  <a:lnTo>
                    <a:pt x="19" y="602"/>
                  </a:lnTo>
                  <a:lnTo>
                    <a:pt x="23" y="590"/>
                  </a:lnTo>
                  <a:lnTo>
                    <a:pt x="28" y="580"/>
                  </a:lnTo>
                  <a:lnTo>
                    <a:pt x="33" y="570"/>
                  </a:lnTo>
                  <a:lnTo>
                    <a:pt x="39" y="560"/>
                  </a:lnTo>
                  <a:lnTo>
                    <a:pt x="53" y="541"/>
                  </a:lnTo>
                  <a:lnTo>
                    <a:pt x="68" y="523"/>
                  </a:lnTo>
                  <a:lnTo>
                    <a:pt x="85" y="506"/>
                  </a:lnTo>
                  <a:lnTo>
                    <a:pt x="104" y="490"/>
                  </a:lnTo>
                  <a:lnTo>
                    <a:pt x="141" y="459"/>
                  </a:lnTo>
                  <a:lnTo>
                    <a:pt x="141" y="459"/>
                  </a:lnTo>
                  <a:lnTo>
                    <a:pt x="156" y="446"/>
                  </a:lnTo>
                  <a:lnTo>
                    <a:pt x="156" y="446"/>
                  </a:lnTo>
                  <a:lnTo>
                    <a:pt x="178" y="428"/>
                  </a:lnTo>
                  <a:lnTo>
                    <a:pt x="202" y="405"/>
                  </a:lnTo>
                  <a:lnTo>
                    <a:pt x="205" y="408"/>
                  </a:lnTo>
                  <a:lnTo>
                    <a:pt x="209" y="404"/>
                  </a:lnTo>
                  <a:lnTo>
                    <a:pt x="209" y="404"/>
                  </a:lnTo>
                  <a:lnTo>
                    <a:pt x="220" y="393"/>
                  </a:lnTo>
                  <a:lnTo>
                    <a:pt x="231" y="384"/>
                  </a:lnTo>
                  <a:lnTo>
                    <a:pt x="237" y="380"/>
                  </a:lnTo>
                  <a:lnTo>
                    <a:pt x="244" y="377"/>
                  </a:lnTo>
                  <a:lnTo>
                    <a:pt x="249" y="375"/>
                  </a:lnTo>
                  <a:lnTo>
                    <a:pt x="255" y="375"/>
                  </a:lnTo>
                  <a:lnTo>
                    <a:pt x="255" y="375"/>
                  </a:lnTo>
                  <a:lnTo>
                    <a:pt x="261" y="376"/>
                  </a:lnTo>
                  <a:lnTo>
                    <a:pt x="267" y="378"/>
                  </a:lnTo>
                  <a:lnTo>
                    <a:pt x="274" y="381"/>
                  </a:lnTo>
                  <a:lnTo>
                    <a:pt x="280" y="386"/>
                  </a:lnTo>
                  <a:lnTo>
                    <a:pt x="280" y="386"/>
                  </a:lnTo>
                  <a:lnTo>
                    <a:pt x="290" y="399"/>
                  </a:lnTo>
                  <a:lnTo>
                    <a:pt x="300" y="411"/>
                  </a:lnTo>
                  <a:lnTo>
                    <a:pt x="307" y="422"/>
                  </a:lnTo>
                  <a:lnTo>
                    <a:pt x="314" y="435"/>
                  </a:lnTo>
                  <a:lnTo>
                    <a:pt x="319" y="447"/>
                  </a:lnTo>
                  <a:lnTo>
                    <a:pt x="324" y="461"/>
                  </a:lnTo>
                  <a:lnTo>
                    <a:pt x="333" y="489"/>
                  </a:lnTo>
                  <a:lnTo>
                    <a:pt x="333" y="489"/>
                  </a:lnTo>
                  <a:lnTo>
                    <a:pt x="342" y="519"/>
                  </a:lnTo>
                  <a:lnTo>
                    <a:pt x="345" y="527"/>
                  </a:lnTo>
                  <a:lnTo>
                    <a:pt x="345" y="527"/>
                  </a:lnTo>
                  <a:lnTo>
                    <a:pt x="352" y="549"/>
                  </a:lnTo>
                  <a:lnTo>
                    <a:pt x="357" y="559"/>
                  </a:lnTo>
                  <a:lnTo>
                    <a:pt x="362" y="570"/>
                  </a:lnTo>
                  <a:lnTo>
                    <a:pt x="368" y="580"/>
                  </a:lnTo>
                  <a:lnTo>
                    <a:pt x="375" y="588"/>
                  </a:lnTo>
                  <a:lnTo>
                    <a:pt x="385" y="595"/>
                  </a:lnTo>
                  <a:lnTo>
                    <a:pt x="395" y="602"/>
                  </a:lnTo>
                  <a:lnTo>
                    <a:pt x="395" y="602"/>
                  </a:lnTo>
                  <a:lnTo>
                    <a:pt x="411" y="610"/>
                  </a:lnTo>
                  <a:lnTo>
                    <a:pt x="411" y="610"/>
                  </a:lnTo>
                  <a:lnTo>
                    <a:pt x="428" y="617"/>
                  </a:lnTo>
                  <a:lnTo>
                    <a:pt x="446" y="625"/>
                  </a:lnTo>
                  <a:lnTo>
                    <a:pt x="462" y="631"/>
                  </a:lnTo>
                  <a:lnTo>
                    <a:pt x="480" y="635"/>
                  </a:lnTo>
                  <a:lnTo>
                    <a:pt x="480" y="635"/>
                  </a:lnTo>
                  <a:lnTo>
                    <a:pt x="488" y="635"/>
                  </a:lnTo>
                  <a:lnTo>
                    <a:pt x="488" y="635"/>
                  </a:lnTo>
                  <a:lnTo>
                    <a:pt x="498" y="635"/>
                  </a:lnTo>
                  <a:lnTo>
                    <a:pt x="507" y="633"/>
                  </a:lnTo>
                  <a:lnTo>
                    <a:pt x="517" y="631"/>
                  </a:lnTo>
                  <a:lnTo>
                    <a:pt x="528" y="627"/>
                  </a:lnTo>
                  <a:lnTo>
                    <a:pt x="547" y="619"/>
                  </a:lnTo>
                  <a:lnTo>
                    <a:pt x="566" y="611"/>
                  </a:lnTo>
                  <a:lnTo>
                    <a:pt x="574" y="607"/>
                  </a:lnTo>
                  <a:lnTo>
                    <a:pt x="574" y="607"/>
                  </a:lnTo>
                  <a:lnTo>
                    <a:pt x="584" y="603"/>
                  </a:lnTo>
                  <a:lnTo>
                    <a:pt x="592" y="598"/>
                  </a:lnTo>
                  <a:lnTo>
                    <a:pt x="599" y="593"/>
                  </a:lnTo>
                  <a:lnTo>
                    <a:pt x="605" y="588"/>
                  </a:lnTo>
                  <a:lnTo>
                    <a:pt x="618" y="577"/>
                  </a:lnTo>
                  <a:lnTo>
                    <a:pt x="629" y="564"/>
                  </a:lnTo>
                  <a:lnTo>
                    <a:pt x="629" y="564"/>
                  </a:lnTo>
                  <a:lnTo>
                    <a:pt x="644" y="548"/>
                  </a:lnTo>
                  <a:lnTo>
                    <a:pt x="644" y="548"/>
                  </a:lnTo>
                  <a:lnTo>
                    <a:pt x="652" y="538"/>
                  </a:lnTo>
                  <a:lnTo>
                    <a:pt x="659" y="529"/>
                  </a:lnTo>
                  <a:lnTo>
                    <a:pt x="664" y="519"/>
                  </a:lnTo>
                  <a:lnTo>
                    <a:pt x="667" y="508"/>
                  </a:lnTo>
                  <a:lnTo>
                    <a:pt x="671" y="497"/>
                  </a:lnTo>
                  <a:lnTo>
                    <a:pt x="673" y="486"/>
                  </a:lnTo>
                  <a:lnTo>
                    <a:pt x="673" y="474"/>
                  </a:lnTo>
                  <a:lnTo>
                    <a:pt x="673" y="463"/>
                  </a:lnTo>
                  <a:lnTo>
                    <a:pt x="671" y="451"/>
                  </a:lnTo>
                  <a:lnTo>
                    <a:pt x="669" y="440"/>
                  </a:lnTo>
                  <a:lnTo>
                    <a:pt x="665" y="430"/>
                  </a:lnTo>
                  <a:lnTo>
                    <a:pt x="661" y="418"/>
                  </a:lnTo>
                  <a:lnTo>
                    <a:pt x="656" y="408"/>
                  </a:lnTo>
                  <a:lnTo>
                    <a:pt x="651" y="398"/>
                  </a:lnTo>
                  <a:lnTo>
                    <a:pt x="645" y="388"/>
                  </a:lnTo>
                  <a:lnTo>
                    <a:pt x="637" y="379"/>
                  </a:lnTo>
                  <a:lnTo>
                    <a:pt x="637" y="379"/>
                  </a:lnTo>
                  <a:lnTo>
                    <a:pt x="628" y="366"/>
                  </a:lnTo>
                  <a:lnTo>
                    <a:pt x="628" y="366"/>
                  </a:lnTo>
                  <a:lnTo>
                    <a:pt x="619" y="355"/>
                  </a:lnTo>
                  <a:lnTo>
                    <a:pt x="609" y="344"/>
                  </a:lnTo>
                  <a:lnTo>
                    <a:pt x="597" y="332"/>
                  </a:lnTo>
                  <a:lnTo>
                    <a:pt x="591" y="328"/>
                  </a:lnTo>
                  <a:lnTo>
                    <a:pt x="584" y="324"/>
                  </a:lnTo>
                  <a:lnTo>
                    <a:pt x="584" y="324"/>
                  </a:lnTo>
                  <a:lnTo>
                    <a:pt x="570" y="316"/>
                  </a:lnTo>
                  <a:lnTo>
                    <a:pt x="570" y="316"/>
                  </a:lnTo>
                  <a:lnTo>
                    <a:pt x="563" y="311"/>
                  </a:lnTo>
                  <a:lnTo>
                    <a:pt x="555" y="307"/>
                  </a:lnTo>
                  <a:lnTo>
                    <a:pt x="546" y="304"/>
                  </a:lnTo>
                  <a:lnTo>
                    <a:pt x="537" y="301"/>
                  </a:lnTo>
                  <a:lnTo>
                    <a:pt x="537" y="301"/>
                  </a:lnTo>
                  <a:lnTo>
                    <a:pt x="520" y="300"/>
                  </a:lnTo>
                  <a:lnTo>
                    <a:pt x="506" y="300"/>
                  </a:lnTo>
                  <a:lnTo>
                    <a:pt x="492" y="300"/>
                  </a:lnTo>
                  <a:lnTo>
                    <a:pt x="492" y="300"/>
                  </a:lnTo>
                  <a:lnTo>
                    <a:pt x="483" y="298"/>
                  </a:lnTo>
                  <a:lnTo>
                    <a:pt x="483" y="298"/>
                  </a:lnTo>
                  <a:lnTo>
                    <a:pt x="473" y="296"/>
                  </a:lnTo>
                  <a:lnTo>
                    <a:pt x="471" y="296"/>
                  </a:lnTo>
                  <a:lnTo>
                    <a:pt x="469" y="297"/>
                  </a:lnTo>
                  <a:lnTo>
                    <a:pt x="469" y="297"/>
                  </a:lnTo>
                  <a:lnTo>
                    <a:pt x="464" y="300"/>
                  </a:lnTo>
                  <a:lnTo>
                    <a:pt x="460" y="302"/>
                  </a:lnTo>
                  <a:lnTo>
                    <a:pt x="451" y="303"/>
                  </a:lnTo>
                  <a:lnTo>
                    <a:pt x="450" y="303"/>
                  </a:lnTo>
                  <a:lnTo>
                    <a:pt x="450" y="303"/>
                  </a:lnTo>
                  <a:lnTo>
                    <a:pt x="445" y="304"/>
                  </a:lnTo>
                  <a:lnTo>
                    <a:pt x="445" y="304"/>
                  </a:lnTo>
                  <a:lnTo>
                    <a:pt x="437" y="303"/>
                  </a:lnTo>
                  <a:lnTo>
                    <a:pt x="429" y="300"/>
                  </a:lnTo>
                  <a:lnTo>
                    <a:pt x="422" y="296"/>
                  </a:lnTo>
                  <a:lnTo>
                    <a:pt x="415" y="290"/>
                  </a:lnTo>
                  <a:lnTo>
                    <a:pt x="415" y="290"/>
                  </a:lnTo>
                  <a:lnTo>
                    <a:pt x="408" y="282"/>
                  </a:lnTo>
                  <a:lnTo>
                    <a:pt x="403" y="275"/>
                  </a:lnTo>
                  <a:lnTo>
                    <a:pt x="400" y="268"/>
                  </a:lnTo>
                  <a:lnTo>
                    <a:pt x="400" y="261"/>
                  </a:lnTo>
                  <a:lnTo>
                    <a:pt x="400" y="252"/>
                  </a:lnTo>
                  <a:lnTo>
                    <a:pt x="402" y="244"/>
                  </a:lnTo>
                  <a:lnTo>
                    <a:pt x="406" y="235"/>
                  </a:lnTo>
                  <a:lnTo>
                    <a:pt x="410" y="225"/>
                  </a:lnTo>
                  <a:lnTo>
                    <a:pt x="413" y="220"/>
                  </a:lnTo>
                  <a:lnTo>
                    <a:pt x="411" y="220"/>
                  </a:lnTo>
                  <a:lnTo>
                    <a:pt x="415" y="218"/>
                  </a:lnTo>
                  <a:lnTo>
                    <a:pt x="419" y="209"/>
                  </a:lnTo>
                  <a:lnTo>
                    <a:pt x="419" y="209"/>
                  </a:lnTo>
                  <a:lnTo>
                    <a:pt x="423" y="204"/>
                  </a:lnTo>
                  <a:lnTo>
                    <a:pt x="426" y="202"/>
                  </a:lnTo>
                  <a:lnTo>
                    <a:pt x="430" y="200"/>
                  </a:lnTo>
                  <a:lnTo>
                    <a:pt x="433" y="200"/>
                  </a:lnTo>
                  <a:lnTo>
                    <a:pt x="435" y="200"/>
                  </a:lnTo>
                  <a:lnTo>
                    <a:pt x="438" y="199"/>
                  </a:lnTo>
                  <a:lnTo>
                    <a:pt x="438" y="199"/>
                  </a:lnTo>
                  <a:lnTo>
                    <a:pt x="459" y="180"/>
                  </a:lnTo>
                  <a:lnTo>
                    <a:pt x="479" y="163"/>
                  </a:lnTo>
                  <a:lnTo>
                    <a:pt x="495" y="147"/>
                  </a:lnTo>
                  <a:lnTo>
                    <a:pt x="511" y="131"/>
                  </a:lnTo>
                  <a:lnTo>
                    <a:pt x="522" y="119"/>
                  </a:lnTo>
                  <a:lnTo>
                    <a:pt x="522" y="119"/>
                  </a:lnTo>
                  <a:lnTo>
                    <a:pt x="541" y="99"/>
                  </a:lnTo>
                  <a:lnTo>
                    <a:pt x="560" y="80"/>
                  </a:lnTo>
                  <a:lnTo>
                    <a:pt x="578" y="63"/>
                  </a:lnTo>
                  <a:lnTo>
                    <a:pt x="597" y="47"/>
                  </a:lnTo>
                  <a:lnTo>
                    <a:pt x="618" y="32"/>
                  </a:lnTo>
                  <a:lnTo>
                    <a:pt x="629" y="25"/>
                  </a:lnTo>
                  <a:lnTo>
                    <a:pt x="640" y="19"/>
                  </a:lnTo>
                  <a:lnTo>
                    <a:pt x="651" y="14"/>
                  </a:lnTo>
                  <a:lnTo>
                    <a:pt x="663" y="9"/>
                  </a:lnTo>
                  <a:lnTo>
                    <a:pt x="676" y="5"/>
                  </a:lnTo>
                  <a:lnTo>
                    <a:pt x="689" y="2"/>
                  </a:lnTo>
                  <a:lnTo>
                    <a:pt x="689" y="2"/>
                  </a:lnTo>
                  <a:lnTo>
                    <a:pt x="701" y="0"/>
                  </a:lnTo>
                  <a:lnTo>
                    <a:pt x="713" y="0"/>
                  </a:lnTo>
                  <a:lnTo>
                    <a:pt x="713" y="0"/>
                  </a:lnTo>
                  <a:lnTo>
                    <a:pt x="723" y="0"/>
                  </a:lnTo>
                  <a:lnTo>
                    <a:pt x="734" y="1"/>
                  </a:lnTo>
                  <a:lnTo>
                    <a:pt x="744" y="3"/>
                  </a:lnTo>
                  <a:lnTo>
                    <a:pt x="755" y="6"/>
                  </a:lnTo>
                  <a:lnTo>
                    <a:pt x="765" y="10"/>
                  </a:lnTo>
                  <a:lnTo>
                    <a:pt x="775" y="14"/>
                  </a:lnTo>
                  <a:lnTo>
                    <a:pt x="795" y="23"/>
                  </a:lnTo>
                  <a:lnTo>
                    <a:pt x="813" y="35"/>
                  </a:lnTo>
                  <a:lnTo>
                    <a:pt x="829" y="47"/>
                  </a:lnTo>
                  <a:lnTo>
                    <a:pt x="845" y="61"/>
                  </a:lnTo>
                  <a:lnTo>
                    <a:pt x="857" y="73"/>
                  </a:lnTo>
                  <a:lnTo>
                    <a:pt x="857" y="73"/>
                  </a:lnTo>
                  <a:lnTo>
                    <a:pt x="880" y="97"/>
                  </a:lnTo>
                  <a:lnTo>
                    <a:pt x="903" y="120"/>
                  </a:lnTo>
                  <a:lnTo>
                    <a:pt x="903" y="120"/>
                  </a:lnTo>
                  <a:lnTo>
                    <a:pt x="923" y="142"/>
                  </a:lnTo>
                  <a:lnTo>
                    <a:pt x="945" y="164"/>
                  </a:lnTo>
                  <a:lnTo>
                    <a:pt x="945" y="164"/>
                  </a:lnTo>
                  <a:lnTo>
                    <a:pt x="956" y="177"/>
                  </a:lnTo>
                  <a:lnTo>
                    <a:pt x="966" y="188"/>
                  </a:lnTo>
                  <a:lnTo>
                    <a:pt x="966" y="188"/>
                  </a:lnTo>
                  <a:lnTo>
                    <a:pt x="978" y="204"/>
                  </a:lnTo>
                  <a:lnTo>
                    <a:pt x="978" y="205"/>
                  </a:lnTo>
                  <a:lnTo>
                    <a:pt x="979" y="205"/>
                  </a:lnTo>
                  <a:lnTo>
                    <a:pt x="979" y="205"/>
                  </a:lnTo>
                  <a:lnTo>
                    <a:pt x="983" y="208"/>
                  </a:lnTo>
                  <a:lnTo>
                    <a:pt x="986" y="210"/>
                  </a:lnTo>
                  <a:lnTo>
                    <a:pt x="990" y="212"/>
                  </a:lnTo>
                  <a:lnTo>
                    <a:pt x="993" y="212"/>
                  </a:lnTo>
                  <a:lnTo>
                    <a:pt x="993" y="212"/>
                  </a:lnTo>
                  <a:lnTo>
                    <a:pt x="996" y="212"/>
                  </a:lnTo>
                  <a:lnTo>
                    <a:pt x="999" y="210"/>
                  </a:lnTo>
                  <a:lnTo>
                    <a:pt x="1002" y="209"/>
                  </a:lnTo>
                  <a:lnTo>
                    <a:pt x="1004" y="206"/>
                  </a:lnTo>
                  <a:lnTo>
                    <a:pt x="1008" y="200"/>
                  </a:lnTo>
                  <a:lnTo>
                    <a:pt x="1013" y="190"/>
                  </a:lnTo>
                  <a:lnTo>
                    <a:pt x="1015" y="181"/>
                  </a:lnTo>
                  <a:lnTo>
                    <a:pt x="1017" y="169"/>
                  </a:lnTo>
                  <a:lnTo>
                    <a:pt x="1019" y="147"/>
                  </a:lnTo>
                  <a:lnTo>
                    <a:pt x="1019" y="147"/>
                  </a:lnTo>
                  <a:lnTo>
                    <a:pt x="1021" y="130"/>
                  </a:lnTo>
                  <a:lnTo>
                    <a:pt x="1023" y="114"/>
                  </a:lnTo>
                  <a:lnTo>
                    <a:pt x="1027" y="97"/>
                  </a:lnTo>
                  <a:lnTo>
                    <a:pt x="1032" y="80"/>
                  </a:lnTo>
                  <a:lnTo>
                    <a:pt x="1032" y="80"/>
                  </a:lnTo>
                  <a:lnTo>
                    <a:pt x="1034" y="73"/>
                  </a:lnTo>
                  <a:lnTo>
                    <a:pt x="1037" y="66"/>
                  </a:lnTo>
                  <a:lnTo>
                    <a:pt x="1047" y="52"/>
                  </a:lnTo>
                  <a:lnTo>
                    <a:pt x="1057" y="40"/>
                  </a:lnTo>
                  <a:lnTo>
                    <a:pt x="1069" y="30"/>
                  </a:lnTo>
                  <a:lnTo>
                    <a:pt x="1082" y="20"/>
                  </a:lnTo>
                  <a:lnTo>
                    <a:pt x="1097" y="12"/>
                  </a:lnTo>
                  <a:lnTo>
                    <a:pt x="1112" y="7"/>
                  </a:lnTo>
                  <a:lnTo>
                    <a:pt x="1128" y="4"/>
                  </a:lnTo>
                  <a:lnTo>
                    <a:pt x="1128" y="4"/>
                  </a:lnTo>
                  <a:lnTo>
                    <a:pt x="1153" y="1"/>
                  </a:lnTo>
                  <a:lnTo>
                    <a:pt x="1176" y="1"/>
                  </a:lnTo>
                  <a:lnTo>
                    <a:pt x="1176" y="1"/>
                  </a:lnTo>
                  <a:lnTo>
                    <a:pt x="1192" y="1"/>
                  </a:lnTo>
                  <a:lnTo>
                    <a:pt x="1207" y="2"/>
                  </a:lnTo>
                  <a:lnTo>
                    <a:pt x="1222" y="5"/>
                  </a:lnTo>
                  <a:lnTo>
                    <a:pt x="1235" y="8"/>
                  </a:lnTo>
                  <a:lnTo>
                    <a:pt x="1249" y="12"/>
                  </a:lnTo>
                  <a:lnTo>
                    <a:pt x="1262" y="17"/>
                  </a:lnTo>
                  <a:lnTo>
                    <a:pt x="1274" y="22"/>
                  </a:lnTo>
                  <a:lnTo>
                    <a:pt x="1286" y="30"/>
                  </a:lnTo>
                  <a:lnTo>
                    <a:pt x="1286" y="30"/>
                  </a:lnTo>
                  <a:lnTo>
                    <a:pt x="1298" y="38"/>
                  </a:lnTo>
                  <a:lnTo>
                    <a:pt x="1309" y="47"/>
                  </a:lnTo>
                  <a:lnTo>
                    <a:pt x="1331" y="67"/>
                  </a:lnTo>
                  <a:lnTo>
                    <a:pt x="1331" y="67"/>
                  </a:lnTo>
                  <a:lnTo>
                    <a:pt x="1343" y="79"/>
                  </a:lnTo>
                  <a:lnTo>
                    <a:pt x="1357" y="91"/>
                  </a:lnTo>
                  <a:lnTo>
                    <a:pt x="1357" y="91"/>
                  </a:lnTo>
                  <a:lnTo>
                    <a:pt x="1373" y="104"/>
                  </a:lnTo>
                  <a:lnTo>
                    <a:pt x="1373" y="104"/>
                  </a:lnTo>
                  <a:lnTo>
                    <a:pt x="1387" y="116"/>
                  </a:lnTo>
                  <a:lnTo>
                    <a:pt x="1400" y="128"/>
                  </a:lnTo>
                  <a:lnTo>
                    <a:pt x="1413" y="140"/>
                  </a:lnTo>
                  <a:lnTo>
                    <a:pt x="1425" y="154"/>
                  </a:lnTo>
                  <a:lnTo>
                    <a:pt x="1425" y="154"/>
                  </a:lnTo>
                  <a:lnTo>
                    <a:pt x="1433" y="166"/>
                  </a:lnTo>
                  <a:lnTo>
                    <a:pt x="1443" y="180"/>
                  </a:lnTo>
                  <a:lnTo>
                    <a:pt x="1451" y="195"/>
                  </a:lnTo>
                  <a:lnTo>
                    <a:pt x="1459" y="212"/>
                  </a:lnTo>
                  <a:lnTo>
                    <a:pt x="1468" y="230"/>
                  </a:lnTo>
                  <a:lnTo>
                    <a:pt x="1474" y="248"/>
                  </a:lnTo>
                  <a:lnTo>
                    <a:pt x="1480" y="267"/>
                  </a:lnTo>
                  <a:lnTo>
                    <a:pt x="1484" y="286"/>
                  </a:lnTo>
                  <a:lnTo>
                    <a:pt x="1487" y="305"/>
                  </a:lnTo>
                  <a:lnTo>
                    <a:pt x="1488" y="324"/>
                  </a:lnTo>
                  <a:lnTo>
                    <a:pt x="1487" y="343"/>
                  </a:lnTo>
                  <a:lnTo>
                    <a:pt x="1484" y="360"/>
                  </a:lnTo>
                  <a:lnTo>
                    <a:pt x="1482" y="368"/>
                  </a:lnTo>
                  <a:lnTo>
                    <a:pt x="1479" y="378"/>
                  </a:lnTo>
                  <a:lnTo>
                    <a:pt x="1476" y="386"/>
                  </a:lnTo>
                  <a:lnTo>
                    <a:pt x="1472" y="393"/>
                  </a:lnTo>
                  <a:lnTo>
                    <a:pt x="1467" y="401"/>
                  </a:lnTo>
                  <a:lnTo>
                    <a:pt x="1461" y="408"/>
                  </a:lnTo>
                  <a:lnTo>
                    <a:pt x="1455" y="415"/>
                  </a:lnTo>
                  <a:lnTo>
                    <a:pt x="1448" y="421"/>
                  </a:lnTo>
                  <a:lnTo>
                    <a:pt x="1448" y="421"/>
                  </a:lnTo>
                  <a:lnTo>
                    <a:pt x="1441" y="427"/>
                  </a:lnTo>
                  <a:lnTo>
                    <a:pt x="1432" y="431"/>
                  </a:lnTo>
                  <a:lnTo>
                    <a:pt x="1424" y="433"/>
                  </a:lnTo>
                  <a:lnTo>
                    <a:pt x="1416" y="435"/>
                  </a:lnTo>
                  <a:lnTo>
                    <a:pt x="1406" y="436"/>
                  </a:lnTo>
                  <a:lnTo>
                    <a:pt x="1397" y="437"/>
                  </a:lnTo>
                  <a:lnTo>
                    <a:pt x="1377" y="437"/>
                  </a:lnTo>
                  <a:lnTo>
                    <a:pt x="1377" y="437"/>
                  </a:lnTo>
                  <a:lnTo>
                    <a:pt x="1359" y="437"/>
                  </a:lnTo>
                  <a:lnTo>
                    <a:pt x="1339" y="439"/>
                  </a:lnTo>
                  <a:lnTo>
                    <a:pt x="1331" y="441"/>
                  </a:lnTo>
                  <a:lnTo>
                    <a:pt x="1321" y="443"/>
                  </a:lnTo>
                  <a:lnTo>
                    <a:pt x="1313" y="447"/>
                  </a:lnTo>
                  <a:lnTo>
                    <a:pt x="1305" y="452"/>
                  </a:lnTo>
                  <a:lnTo>
                    <a:pt x="1305" y="452"/>
                  </a:lnTo>
                  <a:lnTo>
                    <a:pt x="1298" y="458"/>
                  </a:lnTo>
                  <a:lnTo>
                    <a:pt x="1292" y="463"/>
                  </a:lnTo>
                  <a:lnTo>
                    <a:pt x="1287" y="468"/>
                  </a:lnTo>
                  <a:lnTo>
                    <a:pt x="1284" y="473"/>
                  </a:lnTo>
                  <a:lnTo>
                    <a:pt x="1281" y="478"/>
                  </a:lnTo>
                  <a:lnTo>
                    <a:pt x="1280" y="484"/>
                  </a:lnTo>
                  <a:lnTo>
                    <a:pt x="1279" y="488"/>
                  </a:lnTo>
                  <a:lnTo>
                    <a:pt x="1279" y="493"/>
                  </a:lnTo>
                  <a:lnTo>
                    <a:pt x="1281" y="501"/>
                  </a:lnTo>
                  <a:lnTo>
                    <a:pt x="1284" y="510"/>
                  </a:lnTo>
                  <a:lnTo>
                    <a:pt x="1289" y="518"/>
                  </a:lnTo>
                  <a:lnTo>
                    <a:pt x="1295" y="526"/>
                  </a:lnTo>
                  <a:lnTo>
                    <a:pt x="1295" y="526"/>
                  </a:lnTo>
                  <a:lnTo>
                    <a:pt x="1302" y="537"/>
                  </a:lnTo>
                  <a:lnTo>
                    <a:pt x="1308" y="549"/>
                  </a:lnTo>
                  <a:lnTo>
                    <a:pt x="1308" y="549"/>
                  </a:lnTo>
                  <a:lnTo>
                    <a:pt x="1308" y="549"/>
                  </a:lnTo>
                  <a:lnTo>
                    <a:pt x="1316" y="559"/>
                  </a:lnTo>
                  <a:lnTo>
                    <a:pt x="1316" y="559"/>
                  </a:lnTo>
                  <a:lnTo>
                    <a:pt x="1333" y="581"/>
                  </a:lnTo>
                  <a:lnTo>
                    <a:pt x="1342" y="591"/>
                  </a:lnTo>
                  <a:lnTo>
                    <a:pt x="1353" y="601"/>
                  </a:lnTo>
                  <a:lnTo>
                    <a:pt x="1353" y="601"/>
                  </a:lnTo>
                  <a:lnTo>
                    <a:pt x="1367" y="614"/>
                  </a:lnTo>
                  <a:lnTo>
                    <a:pt x="1367" y="614"/>
                  </a:lnTo>
                  <a:lnTo>
                    <a:pt x="1400" y="644"/>
                  </a:lnTo>
                  <a:lnTo>
                    <a:pt x="1416" y="660"/>
                  </a:lnTo>
                  <a:lnTo>
                    <a:pt x="1431" y="677"/>
                  </a:lnTo>
                  <a:lnTo>
                    <a:pt x="1446" y="694"/>
                  </a:lnTo>
                  <a:lnTo>
                    <a:pt x="1459" y="713"/>
                  </a:lnTo>
                  <a:lnTo>
                    <a:pt x="1464" y="721"/>
                  </a:lnTo>
                  <a:lnTo>
                    <a:pt x="1470" y="730"/>
                  </a:lnTo>
                  <a:lnTo>
                    <a:pt x="1474" y="741"/>
                  </a:lnTo>
                  <a:lnTo>
                    <a:pt x="1477" y="750"/>
                  </a:lnTo>
                  <a:lnTo>
                    <a:pt x="1477" y="750"/>
                  </a:lnTo>
                  <a:lnTo>
                    <a:pt x="1483" y="773"/>
                  </a:lnTo>
                  <a:lnTo>
                    <a:pt x="1487" y="794"/>
                  </a:lnTo>
                  <a:lnTo>
                    <a:pt x="1489" y="816"/>
                  </a:lnTo>
                  <a:lnTo>
                    <a:pt x="1489" y="836"/>
                  </a:lnTo>
                  <a:lnTo>
                    <a:pt x="1487" y="856"/>
                  </a:lnTo>
                  <a:lnTo>
                    <a:pt x="1483" y="876"/>
                  </a:lnTo>
                  <a:lnTo>
                    <a:pt x="1476" y="896"/>
                  </a:lnTo>
                  <a:lnTo>
                    <a:pt x="1467" y="918"/>
                  </a:lnTo>
                  <a:lnTo>
                    <a:pt x="1467" y="918"/>
                  </a:lnTo>
                  <a:lnTo>
                    <a:pt x="1458" y="933"/>
                  </a:lnTo>
                  <a:lnTo>
                    <a:pt x="1448" y="949"/>
                  </a:lnTo>
                  <a:lnTo>
                    <a:pt x="1437" y="963"/>
                  </a:lnTo>
                  <a:lnTo>
                    <a:pt x="1425" y="978"/>
                  </a:lnTo>
                  <a:lnTo>
                    <a:pt x="1425" y="978"/>
                  </a:lnTo>
                  <a:lnTo>
                    <a:pt x="1404" y="1004"/>
                  </a:lnTo>
                  <a:lnTo>
                    <a:pt x="1404" y="1004"/>
                  </a:lnTo>
                  <a:lnTo>
                    <a:pt x="1389" y="1024"/>
                  </a:lnTo>
                  <a:lnTo>
                    <a:pt x="1373" y="1041"/>
                  </a:lnTo>
                  <a:lnTo>
                    <a:pt x="1340" y="1075"/>
                  </a:lnTo>
                  <a:lnTo>
                    <a:pt x="1340" y="1075"/>
                  </a:lnTo>
                  <a:lnTo>
                    <a:pt x="1320" y="1096"/>
                  </a:lnTo>
                  <a:lnTo>
                    <a:pt x="1320" y="1096"/>
                  </a:lnTo>
                  <a:lnTo>
                    <a:pt x="1299" y="1117"/>
                  </a:lnTo>
                  <a:lnTo>
                    <a:pt x="1278" y="1137"/>
                  </a:lnTo>
                  <a:lnTo>
                    <a:pt x="1233" y="1175"/>
                  </a:lnTo>
                  <a:lnTo>
                    <a:pt x="1233" y="1175"/>
                  </a:lnTo>
                  <a:lnTo>
                    <a:pt x="1194" y="1209"/>
                  </a:lnTo>
                  <a:lnTo>
                    <a:pt x="1174" y="1227"/>
                  </a:lnTo>
                  <a:lnTo>
                    <a:pt x="1155" y="1245"/>
                  </a:lnTo>
                  <a:lnTo>
                    <a:pt x="1155" y="1245"/>
                  </a:lnTo>
                  <a:lnTo>
                    <a:pt x="1134" y="1266"/>
                  </a:lnTo>
                  <a:lnTo>
                    <a:pt x="1112" y="1286"/>
                  </a:lnTo>
                  <a:lnTo>
                    <a:pt x="1112" y="1286"/>
                  </a:lnTo>
                  <a:lnTo>
                    <a:pt x="1089" y="1305"/>
                  </a:lnTo>
                  <a:lnTo>
                    <a:pt x="1068" y="1326"/>
                  </a:lnTo>
                  <a:lnTo>
                    <a:pt x="1063" y="1330"/>
                  </a:lnTo>
                  <a:lnTo>
                    <a:pt x="1063" y="1330"/>
                  </a:lnTo>
                  <a:lnTo>
                    <a:pt x="1041" y="1352"/>
                  </a:lnTo>
                  <a:lnTo>
                    <a:pt x="1018" y="1374"/>
                  </a:lnTo>
                  <a:lnTo>
                    <a:pt x="1017" y="1375"/>
                  </a:lnTo>
                  <a:lnTo>
                    <a:pt x="1017" y="1376"/>
                  </a:lnTo>
                  <a:lnTo>
                    <a:pt x="1017" y="1376"/>
                  </a:lnTo>
                  <a:lnTo>
                    <a:pt x="1013" y="1381"/>
                  </a:lnTo>
                  <a:lnTo>
                    <a:pt x="1013" y="1381"/>
                  </a:lnTo>
                  <a:lnTo>
                    <a:pt x="988" y="1404"/>
                  </a:lnTo>
                  <a:lnTo>
                    <a:pt x="962" y="1427"/>
                  </a:lnTo>
                  <a:lnTo>
                    <a:pt x="935" y="1447"/>
                  </a:lnTo>
                  <a:lnTo>
                    <a:pt x="909" y="1468"/>
                  </a:lnTo>
                  <a:lnTo>
                    <a:pt x="909" y="1468"/>
                  </a:lnTo>
                  <a:lnTo>
                    <a:pt x="883" y="1489"/>
                  </a:lnTo>
                  <a:lnTo>
                    <a:pt x="883" y="1489"/>
                  </a:lnTo>
                  <a:lnTo>
                    <a:pt x="873" y="1496"/>
                  </a:lnTo>
                  <a:lnTo>
                    <a:pt x="861" y="1502"/>
                  </a:lnTo>
                  <a:lnTo>
                    <a:pt x="850" y="1509"/>
                  </a:lnTo>
                  <a:lnTo>
                    <a:pt x="839" y="1513"/>
                  </a:lnTo>
                  <a:lnTo>
                    <a:pt x="826" y="1517"/>
                  </a:lnTo>
                  <a:lnTo>
                    <a:pt x="814" y="1519"/>
                  </a:lnTo>
                  <a:lnTo>
                    <a:pt x="801" y="1521"/>
                  </a:lnTo>
                  <a:lnTo>
                    <a:pt x="789" y="1521"/>
                  </a:lnTo>
                  <a:lnTo>
                    <a:pt x="789" y="1521"/>
                  </a:lnTo>
                  <a:lnTo>
                    <a:pt x="789" y="1521"/>
                  </a:lnTo>
                  <a:lnTo>
                    <a:pt x="789" y="1521"/>
                  </a:lnTo>
                  <a:close/>
                  <a:moveTo>
                    <a:pt x="490" y="1165"/>
                  </a:moveTo>
                  <a:lnTo>
                    <a:pt x="490" y="1165"/>
                  </a:lnTo>
                  <a:lnTo>
                    <a:pt x="484" y="1165"/>
                  </a:lnTo>
                  <a:lnTo>
                    <a:pt x="478" y="1166"/>
                  </a:lnTo>
                  <a:lnTo>
                    <a:pt x="473" y="1168"/>
                  </a:lnTo>
                  <a:lnTo>
                    <a:pt x="467" y="1171"/>
                  </a:lnTo>
                  <a:lnTo>
                    <a:pt x="467" y="1171"/>
                  </a:lnTo>
                  <a:lnTo>
                    <a:pt x="460" y="1176"/>
                  </a:lnTo>
                  <a:lnTo>
                    <a:pt x="454" y="1181"/>
                  </a:lnTo>
                  <a:lnTo>
                    <a:pt x="450" y="1187"/>
                  </a:lnTo>
                  <a:lnTo>
                    <a:pt x="449" y="1194"/>
                  </a:lnTo>
                  <a:lnTo>
                    <a:pt x="449" y="1194"/>
                  </a:lnTo>
                  <a:lnTo>
                    <a:pt x="449" y="1200"/>
                  </a:lnTo>
                  <a:lnTo>
                    <a:pt x="450" y="1205"/>
                  </a:lnTo>
                  <a:lnTo>
                    <a:pt x="453" y="1210"/>
                  </a:lnTo>
                  <a:lnTo>
                    <a:pt x="456" y="1215"/>
                  </a:lnTo>
                  <a:lnTo>
                    <a:pt x="465" y="1226"/>
                  </a:lnTo>
                  <a:lnTo>
                    <a:pt x="476" y="1236"/>
                  </a:lnTo>
                  <a:lnTo>
                    <a:pt x="476" y="1236"/>
                  </a:lnTo>
                  <a:lnTo>
                    <a:pt x="485" y="1244"/>
                  </a:lnTo>
                  <a:lnTo>
                    <a:pt x="485" y="1244"/>
                  </a:lnTo>
                  <a:lnTo>
                    <a:pt x="487" y="1247"/>
                  </a:lnTo>
                  <a:lnTo>
                    <a:pt x="489" y="1252"/>
                  </a:lnTo>
                  <a:lnTo>
                    <a:pt x="489" y="1253"/>
                  </a:lnTo>
                  <a:lnTo>
                    <a:pt x="504" y="1268"/>
                  </a:lnTo>
                  <a:lnTo>
                    <a:pt x="504" y="1268"/>
                  </a:lnTo>
                  <a:lnTo>
                    <a:pt x="545" y="1312"/>
                  </a:lnTo>
                  <a:lnTo>
                    <a:pt x="545" y="1312"/>
                  </a:lnTo>
                  <a:lnTo>
                    <a:pt x="567" y="1334"/>
                  </a:lnTo>
                  <a:lnTo>
                    <a:pt x="567" y="1334"/>
                  </a:lnTo>
                  <a:lnTo>
                    <a:pt x="598" y="1369"/>
                  </a:lnTo>
                  <a:lnTo>
                    <a:pt x="615" y="1385"/>
                  </a:lnTo>
                  <a:lnTo>
                    <a:pt x="633" y="1401"/>
                  </a:lnTo>
                  <a:lnTo>
                    <a:pt x="633" y="1401"/>
                  </a:lnTo>
                  <a:lnTo>
                    <a:pt x="646" y="1412"/>
                  </a:lnTo>
                  <a:lnTo>
                    <a:pt x="658" y="1424"/>
                  </a:lnTo>
                  <a:lnTo>
                    <a:pt x="658" y="1424"/>
                  </a:lnTo>
                  <a:lnTo>
                    <a:pt x="676" y="1440"/>
                  </a:lnTo>
                  <a:lnTo>
                    <a:pt x="685" y="1447"/>
                  </a:lnTo>
                  <a:lnTo>
                    <a:pt x="694" y="1455"/>
                  </a:lnTo>
                  <a:lnTo>
                    <a:pt x="705" y="1462"/>
                  </a:lnTo>
                  <a:lnTo>
                    <a:pt x="715" y="1468"/>
                  </a:lnTo>
                  <a:lnTo>
                    <a:pt x="727" y="1472"/>
                  </a:lnTo>
                  <a:lnTo>
                    <a:pt x="739" y="1476"/>
                  </a:lnTo>
                  <a:lnTo>
                    <a:pt x="739" y="1476"/>
                  </a:lnTo>
                  <a:lnTo>
                    <a:pt x="752" y="1480"/>
                  </a:lnTo>
                  <a:lnTo>
                    <a:pt x="765" y="1482"/>
                  </a:lnTo>
                  <a:lnTo>
                    <a:pt x="776" y="1483"/>
                  </a:lnTo>
                  <a:lnTo>
                    <a:pt x="787" y="1483"/>
                  </a:lnTo>
                  <a:lnTo>
                    <a:pt x="787" y="1483"/>
                  </a:lnTo>
                  <a:lnTo>
                    <a:pt x="800" y="1483"/>
                  </a:lnTo>
                  <a:lnTo>
                    <a:pt x="813" y="1481"/>
                  </a:lnTo>
                  <a:lnTo>
                    <a:pt x="824" y="1478"/>
                  </a:lnTo>
                  <a:lnTo>
                    <a:pt x="836" y="1473"/>
                  </a:lnTo>
                  <a:lnTo>
                    <a:pt x="848" y="1467"/>
                  </a:lnTo>
                  <a:lnTo>
                    <a:pt x="859" y="1460"/>
                  </a:lnTo>
                  <a:lnTo>
                    <a:pt x="872" y="1452"/>
                  </a:lnTo>
                  <a:lnTo>
                    <a:pt x="883" y="1442"/>
                  </a:lnTo>
                  <a:lnTo>
                    <a:pt x="883" y="1442"/>
                  </a:lnTo>
                  <a:lnTo>
                    <a:pt x="905" y="1424"/>
                  </a:lnTo>
                  <a:lnTo>
                    <a:pt x="928" y="1405"/>
                  </a:lnTo>
                  <a:lnTo>
                    <a:pt x="928" y="1405"/>
                  </a:lnTo>
                  <a:lnTo>
                    <a:pt x="945" y="1391"/>
                  </a:lnTo>
                  <a:lnTo>
                    <a:pt x="949" y="1388"/>
                  </a:lnTo>
                  <a:lnTo>
                    <a:pt x="946" y="1384"/>
                  </a:lnTo>
                  <a:lnTo>
                    <a:pt x="959" y="1376"/>
                  </a:lnTo>
                  <a:lnTo>
                    <a:pt x="959" y="1376"/>
                  </a:lnTo>
                  <a:lnTo>
                    <a:pt x="982" y="1357"/>
                  </a:lnTo>
                  <a:lnTo>
                    <a:pt x="1004" y="1338"/>
                  </a:lnTo>
                  <a:lnTo>
                    <a:pt x="1025" y="1317"/>
                  </a:lnTo>
                  <a:lnTo>
                    <a:pt x="1047" y="1296"/>
                  </a:lnTo>
                  <a:lnTo>
                    <a:pt x="1053" y="1289"/>
                  </a:lnTo>
                  <a:lnTo>
                    <a:pt x="1053" y="1289"/>
                  </a:lnTo>
                  <a:lnTo>
                    <a:pt x="1070" y="1274"/>
                  </a:lnTo>
                  <a:lnTo>
                    <a:pt x="1086" y="1260"/>
                  </a:lnTo>
                  <a:lnTo>
                    <a:pt x="1086" y="1260"/>
                  </a:lnTo>
                  <a:lnTo>
                    <a:pt x="1102" y="1246"/>
                  </a:lnTo>
                  <a:lnTo>
                    <a:pt x="1118" y="1231"/>
                  </a:lnTo>
                  <a:lnTo>
                    <a:pt x="1118" y="1231"/>
                  </a:lnTo>
                  <a:lnTo>
                    <a:pt x="1136" y="1214"/>
                  </a:lnTo>
                  <a:lnTo>
                    <a:pt x="1155" y="1198"/>
                  </a:lnTo>
                  <a:lnTo>
                    <a:pt x="1192" y="1166"/>
                  </a:lnTo>
                  <a:lnTo>
                    <a:pt x="1192" y="1166"/>
                  </a:lnTo>
                  <a:lnTo>
                    <a:pt x="1231" y="1132"/>
                  </a:lnTo>
                  <a:lnTo>
                    <a:pt x="1251" y="1115"/>
                  </a:lnTo>
                  <a:lnTo>
                    <a:pt x="1270" y="1096"/>
                  </a:lnTo>
                  <a:lnTo>
                    <a:pt x="1270" y="1096"/>
                  </a:lnTo>
                  <a:lnTo>
                    <a:pt x="1307" y="1057"/>
                  </a:lnTo>
                  <a:lnTo>
                    <a:pt x="1343" y="1017"/>
                  </a:lnTo>
                  <a:lnTo>
                    <a:pt x="1377" y="977"/>
                  </a:lnTo>
                  <a:lnTo>
                    <a:pt x="1410" y="936"/>
                  </a:lnTo>
                  <a:lnTo>
                    <a:pt x="1410" y="936"/>
                  </a:lnTo>
                  <a:lnTo>
                    <a:pt x="1419" y="924"/>
                  </a:lnTo>
                  <a:lnTo>
                    <a:pt x="1427" y="911"/>
                  </a:lnTo>
                  <a:lnTo>
                    <a:pt x="1431" y="903"/>
                  </a:lnTo>
                  <a:lnTo>
                    <a:pt x="1434" y="896"/>
                  </a:lnTo>
                  <a:lnTo>
                    <a:pt x="1438" y="888"/>
                  </a:lnTo>
                  <a:lnTo>
                    <a:pt x="1440" y="878"/>
                  </a:lnTo>
                  <a:lnTo>
                    <a:pt x="1440" y="878"/>
                  </a:lnTo>
                  <a:lnTo>
                    <a:pt x="1442" y="874"/>
                  </a:lnTo>
                  <a:lnTo>
                    <a:pt x="1443" y="871"/>
                  </a:lnTo>
                  <a:lnTo>
                    <a:pt x="1448" y="864"/>
                  </a:lnTo>
                  <a:lnTo>
                    <a:pt x="1448" y="864"/>
                  </a:lnTo>
                  <a:lnTo>
                    <a:pt x="1451" y="858"/>
                  </a:lnTo>
                  <a:lnTo>
                    <a:pt x="1454" y="851"/>
                  </a:lnTo>
                  <a:lnTo>
                    <a:pt x="1456" y="843"/>
                  </a:lnTo>
                  <a:lnTo>
                    <a:pt x="1457" y="834"/>
                  </a:lnTo>
                  <a:lnTo>
                    <a:pt x="1457" y="834"/>
                  </a:lnTo>
                  <a:lnTo>
                    <a:pt x="1455" y="816"/>
                  </a:lnTo>
                  <a:lnTo>
                    <a:pt x="1452" y="800"/>
                  </a:lnTo>
                  <a:lnTo>
                    <a:pt x="1449" y="783"/>
                  </a:lnTo>
                  <a:lnTo>
                    <a:pt x="1444" y="769"/>
                  </a:lnTo>
                  <a:lnTo>
                    <a:pt x="1439" y="755"/>
                  </a:lnTo>
                  <a:lnTo>
                    <a:pt x="1431" y="743"/>
                  </a:lnTo>
                  <a:lnTo>
                    <a:pt x="1424" y="730"/>
                  </a:lnTo>
                  <a:lnTo>
                    <a:pt x="1415" y="719"/>
                  </a:lnTo>
                  <a:lnTo>
                    <a:pt x="1410" y="713"/>
                  </a:lnTo>
                  <a:lnTo>
                    <a:pt x="1410" y="713"/>
                  </a:lnTo>
                  <a:lnTo>
                    <a:pt x="1381" y="678"/>
                  </a:lnTo>
                  <a:lnTo>
                    <a:pt x="1366" y="663"/>
                  </a:lnTo>
                  <a:lnTo>
                    <a:pt x="1349" y="647"/>
                  </a:lnTo>
                  <a:lnTo>
                    <a:pt x="1349" y="647"/>
                  </a:lnTo>
                  <a:lnTo>
                    <a:pt x="1336" y="635"/>
                  </a:lnTo>
                  <a:lnTo>
                    <a:pt x="1336" y="635"/>
                  </a:lnTo>
                  <a:lnTo>
                    <a:pt x="1323" y="623"/>
                  </a:lnTo>
                  <a:lnTo>
                    <a:pt x="1310" y="612"/>
                  </a:lnTo>
                  <a:lnTo>
                    <a:pt x="1300" y="600"/>
                  </a:lnTo>
                  <a:lnTo>
                    <a:pt x="1295" y="593"/>
                  </a:lnTo>
                  <a:lnTo>
                    <a:pt x="1290" y="586"/>
                  </a:lnTo>
                  <a:lnTo>
                    <a:pt x="1290" y="586"/>
                  </a:lnTo>
                  <a:lnTo>
                    <a:pt x="1288" y="582"/>
                  </a:lnTo>
                  <a:lnTo>
                    <a:pt x="1286" y="580"/>
                  </a:lnTo>
                  <a:lnTo>
                    <a:pt x="1285" y="579"/>
                  </a:lnTo>
                  <a:lnTo>
                    <a:pt x="1285" y="579"/>
                  </a:lnTo>
                  <a:lnTo>
                    <a:pt x="1281" y="577"/>
                  </a:lnTo>
                  <a:lnTo>
                    <a:pt x="1279" y="574"/>
                  </a:lnTo>
                  <a:lnTo>
                    <a:pt x="1277" y="571"/>
                  </a:lnTo>
                  <a:lnTo>
                    <a:pt x="1276" y="566"/>
                  </a:lnTo>
                  <a:lnTo>
                    <a:pt x="1275" y="565"/>
                  </a:lnTo>
                  <a:lnTo>
                    <a:pt x="1274" y="564"/>
                  </a:lnTo>
                  <a:lnTo>
                    <a:pt x="1274" y="564"/>
                  </a:lnTo>
                  <a:lnTo>
                    <a:pt x="1263" y="552"/>
                  </a:lnTo>
                  <a:lnTo>
                    <a:pt x="1263" y="552"/>
                  </a:lnTo>
                  <a:lnTo>
                    <a:pt x="1259" y="547"/>
                  </a:lnTo>
                  <a:lnTo>
                    <a:pt x="1257" y="543"/>
                  </a:lnTo>
                  <a:lnTo>
                    <a:pt x="1257" y="543"/>
                  </a:lnTo>
                  <a:lnTo>
                    <a:pt x="1248" y="527"/>
                  </a:lnTo>
                  <a:lnTo>
                    <a:pt x="1244" y="520"/>
                  </a:lnTo>
                  <a:lnTo>
                    <a:pt x="1242" y="514"/>
                  </a:lnTo>
                  <a:lnTo>
                    <a:pt x="1240" y="506"/>
                  </a:lnTo>
                  <a:lnTo>
                    <a:pt x="1239" y="500"/>
                  </a:lnTo>
                  <a:lnTo>
                    <a:pt x="1239" y="493"/>
                  </a:lnTo>
                  <a:lnTo>
                    <a:pt x="1240" y="487"/>
                  </a:lnTo>
                  <a:lnTo>
                    <a:pt x="1240" y="487"/>
                  </a:lnTo>
                  <a:lnTo>
                    <a:pt x="1244" y="473"/>
                  </a:lnTo>
                  <a:lnTo>
                    <a:pt x="1250" y="460"/>
                  </a:lnTo>
                  <a:lnTo>
                    <a:pt x="1257" y="447"/>
                  </a:lnTo>
                  <a:lnTo>
                    <a:pt x="1267" y="436"/>
                  </a:lnTo>
                  <a:lnTo>
                    <a:pt x="1278" y="427"/>
                  </a:lnTo>
                  <a:lnTo>
                    <a:pt x="1289" y="418"/>
                  </a:lnTo>
                  <a:lnTo>
                    <a:pt x="1302" y="412"/>
                  </a:lnTo>
                  <a:lnTo>
                    <a:pt x="1315" y="408"/>
                  </a:lnTo>
                  <a:lnTo>
                    <a:pt x="1315" y="408"/>
                  </a:lnTo>
                  <a:lnTo>
                    <a:pt x="1324" y="407"/>
                  </a:lnTo>
                  <a:lnTo>
                    <a:pt x="1333" y="406"/>
                  </a:lnTo>
                  <a:lnTo>
                    <a:pt x="1353" y="405"/>
                  </a:lnTo>
                  <a:lnTo>
                    <a:pt x="1353" y="405"/>
                  </a:lnTo>
                  <a:lnTo>
                    <a:pt x="1368" y="404"/>
                  </a:lnTo>
                  <a:lnTo>
                    <a:pt x="1383" y="403"/>
                  </a:lnTo>
                  <a:lnTo>
                    <a:pt x="1397" y="401"/>
                  </a:lnTo>
                  <a:lnTo>
                    <a:pt x="1412" y="396"/>
                  </a:lnTo>
                  <a:lnTo>
                    <a:pt x="1418" y="393"/>
                  </a:lnTo>
                  <a:lnTo>
                    <a:pt x="1423" y="390"/>
                  </a:lnTo>
                  <a:lnTo>
                    <a:pt x="1429" y="386"/>
                  </a:lnTo>
                  <a:lnTo>
                    <a:pt x="1433" y="382"/>
                  </a:lnTo>
                  <a:lnTo>
                    <a:pt x="1439" y="376"/>
                  </a:lnTo>
                  <a:lnTo>
                    <a:pt x="1442" y="370"/>
                  </a:lnTo>
                  <a:lnTo>
                    <a:pt x="1445" y="362"/>
                  </a:lnTo>
                  <a:lnTo>
                    <a:pt x="1447" y="354"/>
                  </a:lnTo>
                  <a:lnTo>
                    <a:pt x="1447" y="354"/>
                  </a:lnTo>
                  <a:lnTo>
                    <a:pt x="1449" y="343"/>
                  </a:lnTo>
                  <a:lnTo>
                    <a:pt x="1449" y="331"/>
                  </a:lnTo>
                  <a:lnTo>
                    <a:pt x="1449" y="319"/>
                  </a:lnTo>
                  <a:lnTo>
                    <a:pt x="1449" y="306"/>
                  </a:lnTo>
                  <a:lnTo>
                    <a:pt x="1447" y="294"/>
                  </a:lnTo>
                  <a:lnTo>
                    <a:pt x="1445" y="280"/>
                  </a:lnTo>
                  <a:lnTo>
                    <a:pt x="1442" y="268"/>
                  </a:lnTo>
                  <a:lnTo>
                    <a:pt x="1438" y="254"/>
                  </a:lnTo>
                  <a:lnTo>
                    <a:pt x="1433" y="242"/>
                  </a:lnTo>
                  <a:lnTo>
                    <a:pt x="1429" y="230"/>
                  </a:lnTo>
                  <a:lnTo>
                    <a:pt x="1424" y="217"/>
                  </a:lnTo>
                  <a:lnTo>
                    <a:pt x="1418" y="206"/>
                  </a:lnTo>
                  <a:lnTo>
                    <a:pt x="1412" y="194"/>
                  </a:lnTo>
                  <a:lnTo>
                    <a:pt x="1404" y="184"/>
                  </a:lnTo>
                  <a:lnTo>
                    <a:pt x="1397" y="175"/>
                  </a:lnTo>
                  <a:lnTo>
                    <a:pt x="1389" y="166"/>
                  </a:lnTo>
                  <a:lnTo>
                    <a:pt x="1389" y="166"/>
                  </a:lnTo>
                  <a:lnTo>
                    <a:pt x="1381" y="158"/>
                  </a:lnTo>
                  <a:lnTo>
                    <a:pt x="1371" y="150"/>
                  </a:lnTo>
                  <a:lnTo>
                    <a:pt x="1354" y="134"/>
                  </a:lnTo>
                  <a:lnTo>
                    <a:pt x="1354" y="134"/>
                  </a:lnTo>
                  <a:lnTo>
                    <a:pt x="1336" y="121"/>
                  </a:lnTo>
                  <a:lnTo>
                    <a:pt x="1320" y="106"/>
                  </a:lnTo>
                  <a:lnTo>
                    <a:pt x="1320" y="106"/>
                  </a:lnTo>
                  <a:lnTo>
                    <a:pt x="1302" y="88"/>
                  </a:lnTo>
                  <a:lnTo>
                    <a:pt x="1282" y="72"/>
                  </a:lnTo>
                  <a:lnTo>
                    <a:pt x="1273" y="65"/>
                  </a:lnTo>
                  <a:lnTo>
                    <a:pt x="1263" y="59"/>
                  </a:lnTo>
                  <a:lnTo>
                    <a:pt x="1253" y="52"/>
                  </a:lnTo>
                  <a:lnTo>
                    <a:pt x="1242" y="47"/>
                  </a:lnTo>
                  <a:lnTo>
                    <a:pt x="1242" y="47"/>
                  </a:lnTo>
                  <a:lnTo>
                    <a:pt x="1227" y="41"/>
                  </a:lnTo>
                  <a:lnTo>
                    <a:pt x="1211" y="37"/>
                  </a:lnTo>
                  <a:lnTo>
                    <a:pt x="1195" y="35"/>
                  </a:lnTo>
                  <a:lnTo>
                    <a:pt x="1177" y="34"/>
                  </a:lnTo>
                  <a:lnTo>
                    <a:pt x="1177" y="34"/>
                  </a:lnTo>
                  <a:lnTo>
                    <a:pt x="1167" y="34"/>
                  </a:lnTo>
                  <a:lnTo>
                    <a:pt x="1157" y="35"/>
                  </a:lnTo>
                  <a:lnTo>
                    <a:pt x="1146" y="37"/>
                  </a:lnTo>
                  <a:lnTo>
                    <a:pt x="1137" y="39"/>
                  </a:lnTo>
                  <a:lnTo>
                    <a:pt x="1128" y="42"/>
                  </a:lnTo>
                  <a:lnTo>
                    <a:pt x="1119" y="45"/>
                  </a:lnTo>
                  <a:lnTo>
                    <a:pt x="1111" y="49"/>
                  </a:lnTo>
                  <a:lnTo>
                    <a:pt x="1103" y="54"/>
                  </a:lnTo>
                  <a:lnTo>
                    <a:pt x="1096" y="60"/>
                  </a:lnTo>
                  <a:lnTo>
                    <a:pt x="1088" y="66"/>
                  </a:lnTo>
                  <a:lnTo>
                    <a:pt x="1082" y="72"/>
                  </a:lnTo>
                  <a:lnTo>
                    <a:pt x="1077" y="79"/>
                  </a:lnTo>
                  <a:lnTo>
                    <a:pt x="1072" y="87"/>
                  </a:lnTo>
                  <a:lnTo>
                    <a:pt x="1068" y="94"/>
                  </a:lnTo>
                  <a:lnTo>
                    <a:pt x="1064" y="102"/>
                  </a:lnTo>
                  <a:lnTo>
                    <a:pt x="1061" y="111"/>
                  </a:lnTo>
                  <a:lnTo>
                    <a:pt x="1061" y="111"/>
                  </a:lnTo>
                  <a:lnTo>
                    <a:pt x="1058" y="123"/>
                  </a:lnTo>
                  <a:lnTo>
                    <a:pt x="1057" y="134"/>
                  </a:lnTo>
                  <a:lnTo>
                    <a:pt x="1055" y="157"/>
                  </a:lnTo>
                  <a:lnTo>
                    <a:pt x="1055" y="157"/>
                  </a:lnTo>
                  <a:lnTo>
                    <a:pt x="1054" y="175"/>
                  </a:lnTo>
                  <a:lnTo>
                    <a:pt x="1053" y="184"/>
                  </a:lnTo>
                  <a:lnTo>
                    <a:pt x="1051" y="192"/>
                  </a:lnTo>
                  <a:lnTo>
                    <a:pt x="1049" y="201"/>
                  </a:lnTo>
                  <a:lnTo>
                    <a:pt x="1045" y="209"/>
                  </a:lnTo>
                  <a:lnTo>
                    <a:pt x="1040" y="216"/>
                  </a:lnTo>
                  <a:lnTo>
                    <a:pt x="1032" y="224"/>
                  </a:lnTo>
                  <a:lnTo>
                    <a:pt x="1032" y="224"/>
                  </a:lnTo>
                  <a:lnTo>
                    <a:pt x="1021" y="235"/>
                  </a:lnTo>
                  <a:lnTo>
                    <a:pt x="1011" y="242"/>
                  </a:lnTo>
                  <a:lnTo>
                    <a:pt x="1004" y="244"/>
                  </a:lnTo>
                  <a:lnTo>
                    <a:pt x="999" y="246"/>
                  </a:lnTo>
                  <a:lnTo>
                    <a:pt x="994" y="247"/>
                  </a:lnTo>
                  <a:lnTo>
                    <a:pt x="989" y="248"/>
                  </a:lnTo>
                  <a:lnTo>
                    <a:pt x="989" y="248"/>
                  </a:lnTo>
                  <a:lnTo>
                    <a:pt x="984" y="247"/>
                  </a:lnTo>
                  <a:lnTo>
                    <a:pt x="978" y="246"/>
                  </a:lnTo>
                  <a:lnTo>
                    <a:pt x="973" y="244"/>
                  </a:lnTo>
                  <a:lnTo>
                    <a:pt x="968" y="242"/>
                  </a:lnTo>
                  <a:lnTo>
                    <a:pt x="964" y="239"/>
                  </a:lnTo>
                  <a:lnTo>
                    <a:pt x="963" y="240"/>
                  </a:lnTo>
                  <a:lnTo>
                    <a:pt x="963" y="240"/>
                  </a:lnTo>
                  <a:lnTo>
                    <a:pt x="959" y="235"/>
                  </a:lnTo>
                  <a:lnTo>
                    <a:pt x="959" y="235"/>
                  </a:lnTo>
                  <a:lnTo>
                    <a:pt x="954" y="231"/>
                  </a:lnTo>
                  <a:lnTo>
                    <a:pt x="954" y="231"/>
                  </a:lnTo>
                  <a:lnTo>
                    <a:pt x="950" y="225"/>
                  </a:lnTo>
                  <a:lnTo>
                    <a:pt x="949" y="224"/>
                  </a:lnTo>
                  <a:lnTo>
                    <a:pt x="939" y="213"/>
                  </a:lnTo>
                  <a:lnTo>
                    <a:pt x="939" y="213"/>
                  </a:lnTo>
                  <a:lnTo>
                    <a:pt x="927" y="199"/>
                  </a:lnTo>
                  <a:lnTo>
                    <a:pt x="914" y="184"/>
                  </a:lnTo>
                  <a:lnTo>
                    <a:pt x="887" y="157"/>
                  </a:lnTo>
                  <a:lnTo>
                    <a:pt x="887" y="157"/>
                  </a:lnTo>
                  <a:lnTo>
                    <a:pt x="875" y="145"/>
                  </a:lnTo>
                  <a:lnTo>
                    <a:pt x="875" y="145"/>
                  </a:lnTo>
                  <a:lnTo>
                    <a:pt x="854" y="124"/>
                  </a:lnTo>
                  <a:lnTo>
                    <a:pt x="854" y="124"/>
                  </a:lnTo>
                  <a:lnTo>
                    <a:pt x="825" y="93"/>
                  </a:lnTo>
                  <a:lnTo>
                    <a:pt x="808" y="78"/>
                  </a:lnTo>
                  <a:lnTo>
                    <a:pt x="792" y="64"/>
                  </a:lnTo>
                  <a:lnTo>
                    <a:pt x="774" y="52"/>
                  </a:lnTo>
                  <a:lnTo>
                    <a:pt x="765" y="47"/>
                  </a:lnTo>
                  <a:lnTo>
                    <a:pt x="756" y="43"/>
                  </a:lnTo>
                  <a:lnTo>
                    <a:pt x="745" y="39"/>
                  </a:lnTo>
                  <a:lnTo>
                    <a:pt x="736" y="37"/>
                  </a:lnTo>
                  <a:lnTo>
                    <a:pt x="726" y="35"/>
                  </a:lnTo>
                  <a:lnTo>
                    <a:pt x="716" y="34"/>
                  </a:lnTo>
                  <a:lnTo>
                    <a:pt x="716" y="34"/>
                  </a:lnTo>
                  <a:lnTo>
                    <a:pt x="708" y="35"/>
                  </a:lnTo>
                  <a:lnTo>
                    <a:pt x="700" y="36"/>
                  </a:lnTo>
                  <a:lnTo>
                    <a:pt x="692" y="38"/>
                  </a:lnTo>
                  <a:lnTo>
                    <a:pt x="684" y="40"/>
                  </a:lnTo>
                  <a:lnTo>
                    <a:pt x="684" y="40"/>
                  </a:lnTo>
                  <a:lnTo>
                    <a:pt x="664" y="48"/>
                  </a:lnTo>
                  <a:lnTo>
                    <a:pt x="646" y="59"/>
                  </a:lnTo>
                  <a:lnTo>
                    <a:pt x="628" y="70"/>
                  </a:lnTo>
                  <a:lnTo>
                    <a:pt x="612" y="82"/>
                  </a:lnTo>
                  <a:lnTo>
                    <a:pt x="597" y="95"/>
                  </a:lnTo>
                  <a:lnTo>
                    <a:pt x="581" y="109"/>
                  </a:lnTo>
                  <a:lnTo>
                    <a:pt x="552" y="138"/>
                  </a:lnTo>
                  <a:lnTo>
                    <a:pt x="552" y="138"/>
                  </a:lnTo>
                  <a:lnTo>
                    <a:pt x="535" y="158"/>
                  </a:lnTo>
                  <a:lnTo>
                    <a:pt x="515" y="177"/>
                  </a:lnTo>
                  <a:lnTo>
                    <a:pt x="515" y="177"/>
                  </a:lnTo>
                  <a:lnTo>
                    <a:pt x="480" y="208"/>
                  </a:lnTo>
                  <a:lnTo>
                    <a:pt x="448" y="235"/>
                  </a:lnTo>
                  <a:lnTo>
                    <a:pt x="447" y="236"/>
                  </a:lnTo>
                  <a:lnTo>
                    <a:pt x="447" y="236"/>
                  </a:lnTo>
                  <a:lnTo>
                    <a:pt x="444" y="247"/>
                  </a:lnTo>
                  <a:lnTo>
                    <a:pt x="444" y="247"/>
                  </a:lnTo>
                  <a:lnTo>
                    <a:pt x="438" y="261"/>
                  </a:lnTo>
                  <a:lnTo>
                    <a:pt x="439" y="259"/>
                  </a:lnTo>
                  <a:lnTo>
                    <a:pt x="448" y="268"/>
                  </a:lnTo>
                  <a:lnTo>
                    <a:pt x="448" y="268"/>
                  </a:lnTo>
                  <a:lnTo>
                    <a:pt x="451" y="265"/>
                  </a:lnTo>
                  <a:lnTo>
                    <a:pt x="455" y="264"/>
                  </a:lnTo>
                  <a:lnTo>
                    <a:pt x="463" y="261"/>
                  </a:lnTo>
                  <a:lnTo>
                    <a:pt x="463" y="261"/>
                  </a:lnTo>
                  <a:lnTo>
                    <a:pt x="470" y="260"/>
                  </a:lnTo>
                  <a:lnTo>
                    <a:pt x="477" y="260"/>
                  </a:lnTo>
                  <a:lnTo>
                    <a:pt x="477" y="260"/>
                  </a:lnTo>
                  <a:lnTo>
                    <a:pt x="489" y="260"/>
                  </a:lnTo>
                  <a:lnTo>
                    <a:pt x="502" y="262"/>
                  </a:lnTo>
                  <a:lnTo>
                    <a:pt x="502" y="262"/>
                  </a:lnTo>
                  <a:lnTo>
                    <a:pt x="514" y="263"/>
                  </a:lnTo>
                  <a:lnTo>
                    <a:pt x="526" y="264"/>
                  </a:lnTo>
                  <a:lnTo>
                    <a:pt x="526" y="264"/>
                  </a:lnTo>
                  <a:lnTo>
                    <a:pt x="541" y="265"/>
                  </a:lnTo>
                  <a:lnTo>
                    <a:pt x="557" y="268"/>
                  </a:lnTo>
                  <a:lnTo>
                    <a:pt x="572" y="273"/>
                  </a:lnTo>
                  <a:lnTo>
                    <a:pt x="588" y="280"/>
                  </a:lnTo>
                  <a:lnTo>
                    <a:pt x="603" y="291"/>
                  </a:lnTo>
                  <a:lnTo>
                    <a:pt x="618" y="301"/>
                  </a:lnTo>
                  <a:lnTo>
                    <a:pt x="632" y="315"/>
                  </a:lnTo>
                  <a:lnTo>
                    <a:pt x="646" y="329"/>
                  </a:lnTo>
                  <a:lnTo>
                    <a:pt x="646" y="329"/>
                  </a:lnTo>
                  <a:lnTo>
                    <a:pt x="658" y="345"/>
                  </a:lnTo>
                  <a:lnTo>
                    <a:pt x="670" y="361"/>
                  </a:lnTo>
                  <a:lnTo>
                    <a:pt x="679" y="378"/>
                  </a:lnTo>
                  <a:lnTo>
                    <a:pt x="687" y="394"/>
                  </a:lnTo>
                  <a:lnTo>
                    <a:pt x="695" y="412"/>
                  </a:lnTo>
                  <a:lnTo>
                    <a:pt x="702" y="431"/>
                  </a:lnTo>
                  <a:lnTo>
                    <a:pt x="706" y="449"/>
                  </a:lnTo>
                  <a:lnTo>
                    <a:pt x="710" y="469"/>
                  </a:lnTo>
                  <a:lnTo>
                    <a:pt x="710" y="469"/>
                  </a:lnTo>
                  <a:lnTo>
                    <a:pt x="711" y="484"/>
                  </a:lnTo>
                  <a:lnTo>
                    <a:pt x="710" y="497"/>
                  </a:lnTo>
                  <a:lnTo>
                    <a:pt x="708" y="508"/>
                  </a:lnTo>
                  <a:lnTo>
                    <a:pt x="704" y="521"/>
                  </a:lnTo>
                  <a:lnTo>
                    <a:pt x="698" y="532"/>
                  </a:lnTo>
                  <a:lnTo>
                    <a:pt x="691" y="543"/>
                  </a:lnTo>
                  <a:lnTo>
                    <a:pt x="676" y="565"/>
                  </a:lnTo>
                  <a:lnTo>
                    <a:pt x="676" y="565"/>
                  </a:lnTo>
                  <a:lnTo>
                    <a:pt x="664" y="581"/>
                  </a:lnTo>
                  <a:lnTo>
                    <a:pt x="664" y="581"/>
                  </a:lnTo>
                  <a:lnTo>
                    <a:pt x="659" y="589"/>
                  </a:lnTo>
                  <a:lnTo>
                    <a:pt x="653" y="597"/>
                  </a:lnTo>
                  <a:lnTo>
                    <a:pt x="646" y="604"/>
                  </a:lnTo>
                  <a:lnTo>
                    <a:pt x="640" y="610"/>
                  </a:lnTo>
                  <a:lnTo>
                    <a:pt x="624" y="621"/>
                  </a:lnTo>
                  <a:lnTo>
                    <a:pt x="608" y="631"/>
                  </a:lnTo>
                  <a:lnTo>
                    <a:pt x="592" y="639"/>
                  </a:lnTo>
                  <a:lnTo>
                    <a:pt x="574" y="645"/>
                  </a:lnTo>
                  <a:lnTo>
                    <a:pt x="538" y="659"/>
                  </a:lnTo>
                  <a:lnTo>
                    <a:pt x="535" y="660"/>
                  </a:lnTo>
                  <a:lnTo>
                    <a:pt x="535" y="660"/>
                  </a:lnTo>
                  <a:lnTo>
                    <a:pt x="521" y="663"/>
                  </a:lnTo>
                  <a:lnTo>
                    <a:pt x="508" y="666"/>
                  </a:lnTo>
                  <a:lnTo>
                    <a:pt x="495" y="668"/>
                  </a:lnTo>
                  <a:lnTo>
                    <a:pt x="482" y="668"/>
                  </a:lnTo>
                  <a:lnTo>
                    <a:pt x="482" y="668"/>
                  </a:lnTo>
                  <a:lnTo>
                    <a:pt x="472" y="668"/>
                  </a:lnTo>
                  <a:lnTo>
                    <a:pt x="461" y="667"/>
                  </a:lnTo>
                  <a:lnTo>
                    <a:pt x="451" y="665"/>
                  </a:lnTo>
                  <a:lnTo>
                    <a:pt x="441" y="663"/>
                  </a:lnTo>
                  <a:lnTo>
                    <a:pt x="430" y="659"/>
                  </a:lnTo>
                  <a:lnTo>
                    <a:pt x="420" y="655"/>
                  </a:lnTo>
                  <a:lnTo>
                    <a:pt x="409" y="649"/>
                  </a:lnTo>
                  <a:lnTo>
                    <a:pt x="398" y="644"/>
                  </a:lnTo>
                  <a:lnTo>
                    <a:pt x="398" y="644"/>
                  </a:lnTo>
                  <a:lnTo>
                    <a:pt x="381" y="634"/>
                  </a:lnTo>
                  <a:lnTo>
                    <a:pt x="367" y="623"/>
                  </a:lnTo>
                  <a:lnTo>
                    <a:pt x="354" y="613"/>
                  </a:lnTo>
                  <a:lnTo>
                    <a:pt x="343" y="602"/>
                  </a:lnTo>
                  <a:lnTo>
                    <a:pt x="334" y="589"/>
                  </a:lnTo>
                  <a:lnTo>
                    <a:pt x="325" y="575"/>
                  </a:lnTo>
                  <a:lnTo>
                    <a:pt x="318" y="559"/>
                  </a:lnTo>
                  <a:lnTo>
                    <a:pt x="312" y="543"/>
                  </a:lnTo>
                  <a:lnTo>
                    <a:pt x="312" y="543"/>
                  </a:lnTo>
                  <a:lnTo>
                    <a:pt x="306" y="521"/>
                  </a:lnTo>
                  <a:lnTo>
                    <a:pt x="300" y="499"/>
                  </a:lnTo>
                  <a:lnTo>
                    <a:pt x="300" y="499"/>
                  </a:lnTo>
                  <a:lnTo>
                    <a:pt x="294" y="478"/>
                  </a:lnTo>
                  <a:lnTo>
                    <a:pt x="288" y="459"/>
                  </a:lnTo>
                  <a:lnTo>
                    <a:pt x="277" y="462"/>
                  </a:lnTo>
                  <a:lnTo>
                    <a:pt x="278" y="457"/>
                  </a:lnTo>
                  <a:lnTo>
                    <a:pt x="282" y="455"/>
                  </a:lnTo>
                  <a:lnTo>
                    <a:pt x="287" y="457"/>
                  </a:lnTo>
                  <a:lnTo>
                    <a:pt x="287" y="457"/>
                  </a:lnTo>
                  <a:lnTo>
                    <a:pt x="283" y="450"/>
                  </a:lnTo>
                  <a:lnTo>
                    <a:pt x="283" y="450"/>
                  </a:lnTo>
                  <a:lnTo>
                    <a:pt x="273" y="433"/>
                  </a:lnTo>
                  <a:lnTo>
                    <a:pt x="265" y="421"/>
                  </a:lnTo>
                  <a:lnTo>
                    <a:pt x="259" y="415"/>
                  </a:lnTo>
                  <a:lnTo>
                    <a:pt x="256" y="414"/>
                  </a:lnTo>
                  <a:lnTo>
                    <a:pt x="254" y="413"/>
                  </a:lnTo>
                  <a:lnTo>
                    <a:pt x="254" y="413"/>
                  </a:lnTo>
                  <a:lnTo>
                    <a:pt x="252" y="414"/>
                  </a:lnTo>
                  <a:lnTo>
                    <a:pt x="249" y="415"/>
                  </a:lnTo>
                  <a:lnTo>
                    <a:pt x="222" y="442"/>
                  </a:lnTo>
                  <a:lnTo>
                    <a:pt x="222" y="442"/>
                  </a:lnTo>
                  <a:lnTo>
                    <a:pt x="218" y="446"/>
                  </a:lnTo>
                  <a:lnTo>
                    <a:pt x="213" y="447"/>
                  </a:lnTo>
                  <a:lnTo>
                    <a:pt x="210" y="447"/>
                  </a:lnTo>
                  <a:lnTo>
                    <a:pt x="208" y="449"/>
                  </a:lnTo>
                  <a:lnTo>
                    <a:pt x="208" y="449"/>
                  </a:lnTo>
                  <a:lnTo>
                    <a:pt x="196" y="461"/>
                  </a:lnTo>
                  <a:lnTo>
                    <a:pt x="182" y="472"/>
                  </a:lnTo>
                  <a:lnTo>
                    <a:pt x="157" y="494"/>
                  </a:lnTo>
                  <a:lnTo>
                    <a:pt x="157" y="494"/>
                  </a:lnTo>
                  <a:lnTo>
                    <a:pt x="136" y="510"/>
                  </a:lnTo>
                  <a:lnTo>
                    <a:pt x="115" y="528"/>
                  </a:lnTo>
                  <a:lnTo>
                    <a:pt x="95" y="548"/>
                  </a:lnTo>
                  <a:lnTo>
                    <a:pt x="86" y="558"/>
                  </a:lnTo>
                  <a:lnTo>
                    <a:pt x="77" y="569"/>
                  </a:lnTo>
                  <a:lnTo>
                    <a:pt x="77" y="569"/>
                  </a:lnTo>
                  <a:lnTo>
                    <a:pt x="68" y="581"/>
                  </a:lnTo>
                  <a:lnTo>
                    <a:pt x="60" y="594"/>
                  </a:lnTo>
                  <a:lnTo>
                    <a:pt x="53" y="609"/>
                  </a:lnTo>
                  <a:lnTo>
                    <a:pt x="48" y="623"/>
                  </a:lnTo>
                  <a:lnTo>
                    <a:pt x="43" y="639"/>
                  </a:lnTo>
                  <a:lnTo>
                    <a:pt x="39" y="655"/>
                  </a:lnTo>
                  <a:lnTo>
                    <a:pt x="36" y="670"/>
                  </a:lnTo>
                  <a:lnTo>
                    <a:pt x="35" y="687"/>
                  </a:lnTo>
                  <a:lnTo>
                    <a:pt x="35" y="702"/>
                  </a:lnTo>
                  <a:lnTo>
                    <a:pt x="36" y="718"/>
                  </a:lnTo>
                  <a:lnTo>
                    <a:pt x="38" y="733"/>
                  </a:lnTo>
                  <a:lnTo>
                    <a:pt x="41" y="748"/>
                  </a:lnTo>
                  <a:lnTo>
                    <a:pt x="47" y="762"/>
                  </a:lnTo>
                  <a:lnTo>
                    <a:pt x="52" y="776"/>
                  </a:lnTo>
                  <a:lnTo>
                    <a:pt x="59" y="789"/>
                  </a:lnTo>
                  <a:lnTo>
                    <a:pt x="66" y="801"/>
                  </a:lnTo>
                  <a:lnTo>
                    <a:pt x="66" y="801"/>
                  </a:lnTo>
                  <a:lnTo>
                    <a:pt x="94" y="837"/>
                  </a:lnTo>
                  <a:lnTo>
                    <a:pt x="124" y="873"/>
                  </a:lnTo>
                  <a:lnTo>
                    <a:pt x="159" y="911"/>
                  </a:lnTo>
                  <a:lnTo>
                    <a:pt x="199" y="952"/>
                  </a:lnTo>
                  <a:lnTo>
                    <a:pt x="199" y="952"/>
                  </a:lnTo>
                  <a:lnTo>
                    <a:pt x="210" y="963"/>
                  </a:lnTo>
                  <a:lnTo>
                    <a:pt x="216" y="969"/>
                  </a:lnTo>
                  <a:lnTo>
                    <a:pt x="218" y="969"/>
                  </a:lnTo>
                  <a:lnTo>
                    <a:pt x="218" y="969"/>
                  </a:lnTo>
                  <a:lnTo>
                    <a:pt x="221" y="970"/>
                  </a:lnTo>
                  <a:lnTo>
                    <a:pt x="224" y="971"/>
                  </a:lnTo>
                  <a:lnTo>
                    <a:pt x="226" y="973"/>
                  </a:lnTo>
                  <a:lnTo>
                    <a:pt x="229" y="975"/>
                  </a:lnTo>
                  <a:lnTo>
                    <a:pt x="229" y="975"/>
                  </a:lnTo>
                  <a:lnTo>
                    <a:pt x="234" y="981"/>
                  </a:lnTo>
                  <a:lnTo>
                    <a:pt x="240" y="985"/>
                  </a:lnTo>
                  <a:lnTo>
                    <a:pt x="246" y="988"/>
                  </a:lnTo>
                  <a:lnTo>
                    <a:pt x="251" y="989"/>
                  </a:lnTo>
                  <a:lnTo>
                    <a:pt x="251" y="989"/>
                  </a:lnTo>
                  <a:lnTo>
                    <a:pt x="254" y="988"/>
                  </a:lnTo>
                  <a:lnTo>
                    <a:pt x="257" y="987"/>
                  </a:lnTo>
                  <a:lnTo>
                    <a:pt x="261" y="985"/>
                  </a:lnTo>
                  <a:lnTo>
                    <a:pt x="265" y="982"/>
                  </a:lnTo>
                  <a:lnTo>
                    <a:pt x="265" y="982"/>
                  </a:lnTo>
                  <a:lnTo>
                    <a:pt x="268" y="977"/>
                  </a:lnTo>
                  <a:lnTo>
                    <a:pt x="272" y="971"/>
                  </a:lnTo>
                  <a:lnTo>
                    <a:pt x="275" y="963"/>
                  </a:lnTo>
                  <a:lnTo>
                    <a:pt x="276" y="956"/>
                  </a:lnTo>
                  <a:lnTo>
                    <a:pt x="278" y="942"/>
                  </a:lnTo>
                  <a:lnTo>
                    <a:pt x="277" y="928"/>
                  </a:lnTo>
                  <a:lnTo>
                    <a:pt x="277" y="928"/>
                  </a:lnTo>
                  <a:lnTo>
                    <a:pt x="275" y="915"/>
                  </a:lnTo>
                  <a:lnTo>
                    <a:pt x="275" y="915"/>
                  </a:lnTo>
                  <a:lnTo>
                    <a:pt x="271" y="882"/>
                  </a:lnTo>
                  <a:lnTo>
                    <a:pt x="270" y="865"/>
                  </a:lnTo>
                  <a:lnTo>
                    <a:pt x="268" y="848"/>
                  </a:lnTo>
                  <a:lnTo>
                    <a:pt x="268" y="848"/>
                  </a:lnTo>
                  <a:lnTo>
                    <a:pt x="270" y="838"/>
                  </a:lnTo>
                  <a:lnTo>
                    <a:pt x="271" y="828"/>
                  </a:lnTo>
                  <a:lnTo>
                    <a:pt x="273" y="818"/>
                  </a:lnTo>
                  <a:lnTo>
                    <a:pt x="275" y="809"/>
                  </a:lnTo>
                  <a:lnTo>
                    <a:pt x="280" y="792"/>
                  </a:lnTo>
                  <a:lnTo>
                    <a:pt x="288" y="777"/>
                  </a:lnTo>
                  <a:lnTo>
                    <a:pt x="297" y="762"/>
                  </a:lnTo>
                  <a:lnTo>
                    <a:pt x="309" y="748"/>
                  </a:lnTo>
                  <a:lnTo>
                    <a:pt x="322" y="735"/>
                  </a:lnTo>
                  <a:lnTo>
                    <a:pt x="337" y="722"/>
                  </a:lnTo>
                  <a:lnTo>
                    <a:pt x="337" y="722"/>
                  </a:lnTo>
                  <a:lnTo>
                    <a:pt x="341" y="719"/>
                  </a:lnTo>
                  <a:lnTo>
                    <a:pt x="346" y="716"/>
                  </a:lnTo>
                  <a:lnTo>
                    <a:pt x="352" y="714"/>
                  </a:lnTo>
                  <a:lnTo>
                    <a:pt x="359" y="712"/>
                  </a:lnTo>
                  <a:lnTo>
                    <a:pt x="373" y="708"/>
                  </a:lnTo>
                  <a:lnTo>
                    <a:pt x="391" y="707"/>
                  </a:lnTo>
                  <a:lnTo>
                    <a:pt x="391" y="707"/>
                  </a:lnTo>
                  <a:lnTo>
                    <a:pt x="402" y="708"/>
                  </a:lnTo>
                  <a:lnTo>
                    <a:pt x="414" y="709"/>
                  </a:lnTo>
                  <a:lnTo>
                    <a:pt x="434" y="713"/>
                  </a:lnTo>
                  <a:lnTo>
                    <a:pt x="453" y="718"/>
                  </a:lnTo>
                  <a:lnTo>
                    <a:pt x="469" y="724"/>
                  </a:lnTo>
                  <a:lnTo>
                    <a:pt x="469" y="724"/>
                  </a:lnTo>
                  <a:lnTo>
                    <a:pt x="495" y="737"/>
                  </a:lnTo>
                  <a:lnTo>
                    <a:pt x="520" y="752"/>
                  </a:lnTo>
                  <a:lnTo>
                    <a:pt x="543" y="767"/>
                  </a:lnTo>
                  <a:lnTo>
                    <a:pt x="564" y="782"/>
                  </a:lnTo>
                  <a:lnTo>
                    <a:pt x="584" y="799"/>
                  </a:lnTo>
                  <a:lnTo>
                    <a:pt x="601" y="815"/>
                  </a:lnTo>
                  <a:lnTo>
                    <a:pt x="617" y="833"/>
                  </a:lnTo>
                  <a:lnTo>
                    <a:pt x="631" y="850"/>
                  </a:lnTo>
                  <a:lnTo>
                    <a:pt x="642" y="865"/>
                  </a:lnTo>
                  <a:lnTo>
                    <a:pt x="642" y="865"/>
                  </a:lnTo>
                  <a:lnTo>
                    <a:pt x="669" y="902"/>
                  </a:lnTo>
                  <a:lnTo>
                    <a:pt x="681" y="922"/>
                  </a:lnTo>
                  <a:lnTo>
                    <a:pt x="693" y="942"/>
                  </a:lnTo>
                  <a:lnTo>
                    <a:pt x="705" y="962"/>
                  </a:lnTo>
                  <a:lnTo>
                    <a:pt x="715" y="983"/>
                  </a:lnTo>
                  <a:lnTo>
                    <a:pt x="723" y="1005"/>
                  </a:lnTo>
                  <a:lnTo>
                    <a:pt x="730" y="1027"/>
                  </a:lnTo>
                  <a:lnTo>
                    <a:pt x="730" y="1027"/>
                  </a:lnTo>
                  <a:lnTo>
                    <a:pt x="733" y="1040"/>
                  </a:lnTo>
                  <a:lnTo>
                    <a:pt x="735" y="1057"/>
                  </a:lnTo>
                  <a:lnTo>
                    <a:pt x="737" y="1076"/>
                  </a:lnTo>
                  <a:lnTo>
                    <a:pt x="737" y="1097"/>
                  </a:lnTo>
                  <a:lnTo>
                    <a:pt x="736" y="1108"/>
                  </a:lnTo>
                  <a:lnTo>
                    <a:pt x="735" y="1118"/>
                  </a:lnTo>
                  <a:lnTo>
                    <a:pt x="733" y="1129"/>
                  </a:lnTo>
                  <a:lnTo>
                    <a:pt x="730" y="1140"/>
                  </a:lnTo>
                  <a:lnTo>
                    <a:pt x="726" y="1149"/>
                  </a:lnTo>
                  <a:lnTo>
                    <a:pt x="720" y="1158"/>
                  </a:lnTo>
                  <a:lnTo>
                    <a:pt x="714" y="1168"/>
                  </a:lnTo>
                  <a:lnTo>
                    <a:pt x="707" y="1176"/>
                  </a:lnTo>
                  <a:lnTo>
                    <a:pt x="707" y="1176"/>
                  </a:lnTo>
                  <a:lnTo>
                    <a:pt x="699" y="1183"/>
                  </a:lnTo>
                  <a:lnTo>
                    <a:pt x="689" y="1189"/>
                  </a:lnTo>
                  <a:lnTo>
                    <a:pt x="681" y="1196"/>
                  </a:lnTo>
                  <a:lnTo>
                    <a:pt x="672" y="1200"/>
                  </a:lnTo>
                  <a:lnTo>
                    <a:pt x="662" y="1203"/>
                  </a:lnTo>
                  <a:lnTo>
                    <a:pt x="653" y="1206"/>
                  </a:lnTo>
                  <a:lnTo>
                    <a:pt x="643" y="1207"/>
                  </a:lnTo>
                  <a:lnTo>
                    <a:pt x="633" y="1208"/>
                  </a:lnTo>
                  <a:lnTo>
                    <a:pt x="633" y="1208"/>
                  </a:lnTo>
                  <a:lnTo>
                    <a:pt x="620" y="1207"/>
                  </a:lnTo>
                  <a:lnTo>
                    <a:pt x="607" y="1205"/>
                  </a:lnTo>
                  <a:lnTo>
                    <a:pt x="593" y="1202"/>
                  </a:lnTo>
                  <a:lnTo>
                    <a:pt x="578" y="1197"/>
                  </a:lnTo>
                  <a:lnTo>
                    <a:pt x="578" y="1197"/>
                  </a:lnTo>
                  <a:lnTo>
                    <a:pt x="568" y="1192"/>
                  </a:lnTo>
                  <a:lnTo>
                    <a:pt x="557" y="1186"/>
                  </a:lnTo>
                  <a:lnTo>
                    <a:pt x="557" y="1186"/>
                  </a:lnTo>
                  <a:lnTo>
                    <a:pt x="540" y="1179"/>
                  </a:lnTo>
                  <a:lnTo>
                    <a:pt x="523" y="1172"/>
                  </a:lnTo>
                  <a:lnTo>
                    <a:pt x="515" y="1169"/>
                  </a:lnTo>
                  <a:lnTo>
                    <a:pt x="507" y="1167"/>
                  </a:lnTo>
                  <a:lnTo>
                    <a:pt x="499" y="1166"/>
                  </a:lnTo>
                  <a:lnTo>
                    <a:pt x="490" y="1165"/>
                  </a:lnTo>
                  <a:lnTo>
                    <a:pt x="490" y="1165"/>
                  </a:lnTo>
                  <a:close/>
                </a:path>
              </a:pathLst>
            </a:custGeom>
            <a:grpFill/>
            <a:ln w="6350">
              <a:solidFill>
                <a:schemeClr val="accent1">
                  <a:lumMod val="75000"/>
                  <a:alpha val="16000"/>
                </a:schemeClr>
              </a:solidFill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</p:grp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矩形 4"/>
          <p:cNvSpPr/>
          <p:nvPr>
            <p:custDataLst>
              <p:tags r:id="rId1"/>
            </p:custDataLst>
          </p:nvPr>
        </p:nvSpPr>
        <p:spPr>
          <a:xfrm>
            <a:off x="207010" y="708025"/>
            <a:ext cx="2585720" cy="1530350"/>
          </a:xfrm>
          <a:prstGeom prst="rect">
            <a:avLst/>
          </a:prstGeom>
          <a:solidFill>
            <a:srgbClr val="1E7AB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350">
              <a:latin typeface="Noto Serif CJK SC" panose="02020400000000000000" pitchFamily="18" charset="-122"/>
              <a:ea typeface="FZHei-B01S" panose="02010601030101010101" pitchFamily="2" charset="-122"/>
              <a:sym typeface="Noto Serif CJK SC" panose="02020400000000000000" pitchFamily="18" charset="-122"/>
            </a:endParaRPr>
          </a:p>
        </p:txBody>
      </p:sp>
      <p:sp>
        <p:nvSpPr>
          <p:cNvPr id="9" name="矩形 8"/>
          <p:cNvSpPr/>
          <p:nvPr>
            <p:custDataLst>
              <p:tags r:id="rId2"/>
            </p:custDataLst>
          </p:nvPr>
        </p:nvSpPr>
        <p:spPr>
          <a:xfrm>
            <a:off x="207010" y="1406525"/>
            <a:ext cx="8709660" cy="497459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350">
              <a:latin typeface="Noto Serif CJK SC" panose="02020400000000000000" pitchFamily="18" charset="-122"/>
              <a:ea typeface="FZHei-B01S" panose="02010601030101010101" pitchFamily="2" charset="-122"/>
              <a:sym typeface="Noto Serif CJK SC" panose="02020400000000000000" pitchFamily="18" charset="-122"/>
            </a:endParaRPr>
          </a:p>
        </p:txBody>
      </p:sp>
      <p:sp>
        <p:nvSpPr>
          <p:cNvPr id="11" name="Title 1"/>
          <p:cNvSpPr>
            <a:spLocks noGrp="1"/>
          </p:cNvSpPr>
          <p:nvPr>
            <p:custDataLst>
              <p:tags r:id="rId3"/>
            </p:custDataLst>
          </p:nvPr>
        </p:nvSpPr>
        <p:spPr>
          <a:xfrm>
            <a:off x="368935" y="751840"/>
            <a:ext cx="5574665" cy="72136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5335" kern="120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+mj-ea"/>
                <a:cs typeface="Times New Roman" panose="02020603050405020304" pitchFamily="18" charset="0"/>
              </a:defRPr>
            </a:lvl1pPr>
          </a:lstStyle>
          <a:p>
            <a:r>
              <a:rPr lang="en-US" altLang="zh-CN" sz="3600" dirty="0">
                <a:solidFill>
                  <a:schemeClr val="bg1"/>
                </a:solidFill>
              </a:rPr>
              <a:t>Stack ADT</a:t>
            </a:r>
          </a:p>
        </p:txBody>
      </p:sp>
      <p:pic>
        <p:nvPicPr>
          <p:cNvPr id="13" name="图片 12" descr="华工标志（透明版"/>
          <p:cNvPicPr>
            <a:picLocks noChangeAspect="1"/>
          </p:cNvPicPr>
          <p:nvPr>
            <p:custDataLst>
              <p:tags r:id="rId4"/>
            </p:custDataLst>
          </p:nvPr>
        </p:nvPicPr>
        <p:blipFill>
          <a:blip r:embed="rId452" cstate="print"/>
          <a:stretch>
            <a:fillRect/>
          </a:stretch>
        </p:blipFill>
        <p:spPr>
          <a:xfrm>
            <a:off x="7740015" y="116205"/>
            <a:ext cx="1230630" cy="1230630"/>
          </a:xfrm>
          <a:prstGeom prst="rect">
            <a:avLst/>
          </a:prstGeom>
        </p:spPr>
      </p:pic>
      <p:sp>
        <p:nvSpPr>
          <p:cNvPr id="47107" name="Content Placeholder 2"/>
          <p:cNvSpPr>
            <a:spLocks noGrp="1"/>
          </p:cNvSpPr>
          <p:nvPr>
            <p:ph idx="1"/>
          </p:nvPr>
        </p:nvSpPr>
        <p:spPr>
          <a:xfrm>
            <a:off x="539750" y="1414145"/>
            <a:ext cx="8012430" cy="4212590"/>
          </a:xfrm>
        </p:spPr>
        <p:txBody>
          <a:bodyPr vert="horz" lIns="68580" tIns="34290" rIns="68580" bIns="34290" rtlCol="0">
            <a:noAutofit/>
          </a:bodyPr>
          <a:lstStyle/>
          <a:p>
            <a:pPr marL="0" fontAlgn="auto">
              <a:lnSpc>
                <a:spcPct val="100000"/>
              </a:lnSpc>
              <a:spcBef>
                <a:spcPts val="0"/>
              </a:spcBef>
              <a:buNone/>
            </a:pPr>
            <a:r>
              <a:rPr lang="en-US" altLang="zh-CN" sz="2000" dirty="0">
                <a:solidFill>
                  <a:srgbClr val="008000"/>
                </a:solidFill>
                <a:ea typeface="宋体" panose="02010600030101010101" pitchFamily="2" charset="-122"/>
              </a:rPr>
              <a:t>// The stack ADT</a:t>
            </a:r>
          </a:p>
          <a:p>
            <a:pPr marL="0" fontAlgn="auto">
              <a:lnSpc>
                <a:spcPct val="100000"/>
              </a:lnSpc>
              <a:spcBef>
                <a:spcPts val="0"/>
              </a:spcBef>
              <a:buNone/>
            </a:pPr>
            <a:r>
              <a:rPr lang="en-US" altLang="zh-CN" sz="2000" dirty="0">
                <a:ea typeface="宋体" panose="02010600030101010101" pitchFamily="2" charset="-122"/>
              </a:rPr>
              <a:t>template &lt;</a:t>
            </a:r>
            <a:r>
              <a:rPr lang="en-US" altLang="zh-CN" sz="2000" dirty="0" err="1">
                <a:ea typeface="宋体" panose="02010600030101010101" pitchFamily="2" charset="-122"/>
              </a:rPr>
              <a:t>typename</a:t>
            </a:r>
            <a:r>
              <a:rPr lang="en-US" altLang="zh-CN" sz="2000" dirty="0">
                <a:ea typeface="宋体" panose="02010600030101010101" pitchFamily="2" charset="-122"/>
              </a:rPr>
              <a:t> E&gt; class Stack {</a:t>
            </a:r>
          </a:p>
          <a:p>
            <a:pPr marL="0" fontAlgn="auto">
              <a:lnSpc>
                <a:spcPct val="100000"/>
              </a:lnSpc>
              <a:spcBef>
                <a:spcPts val="0"/>
              </a:spcBef>
              <a:buNone/>
            </a:pPr>
            <a:r>
              <a:rPr lang="en-US" altLang="zh-CN" sz="2000" dirty="0">
                <a:ea typeface="宋体" panose="02010600030101010101" pitchFamily="2" charset="-122"/>
              </a:rPr>
              <a:t>private:</a:t>
            </a:r>
          </a:p>
          <a:p>
            <a:pPr marL="0" fontAlgn="auto">
              <a:lnSpc>
                <a:spcPct val="100000"/>
              </a:lnSpc>
              <a:spcBef>
                <a:spcPts val="0"/>
              </a:spcBef>
              <a:buNone/>
            </a:pPr>
            <a:r>
              <a:rPr lang="en-US" altLang="zh-CN" sz="2000" dirty="0">
                <a:ea typeface="宋体" panose="02010600030101010101" pitchFamily="2" charset="-122"/>
              </a:rPr>
              <a:t>    void operator=(</a:t>
            </a:r>
            <a:r>
              <a:rPr lang="en-US" altLang="zh-CN" sz="2000" dirty="0" err="1">
                <a:ea typeface="宋体" panose="02010600030101010101" pitchFamily="2" charset="-122"/>
              </a:rPr>
              <a:t>const</a:t>
            </a:r>
            <a:r>
              <a:rPr lang="en-US" altLang="zh-CN" sz="2000" dirty="0">
                <a:ea typeface="宋体" panose="02010600030101010101" pitchFamily="2" charset="-122"/>
              </a:rPr>
              <a:t> Stack&amp;) {} </a:t>
            </a:r>
            <a:r>
              <a:rPr lang="en-US" altLang="zh-CN" sz="2000" dirty="0">
                <a:solidFill>
                  <a:srgbClr val="008000"/>
                </a:solidFill>
                <a:ea typeface="宋体" panose="02010600030101010101" pitchFamily="2" charset="-122"/>
              </a:rPr>
              <a:t>//Protect assignment</a:t>
            </a:r>
          </a:p>
          <a:p>
            <a:pPr marL="0" fontAlgn="auto">
              <a:lnSpc>
                <a:spcPct val="100000"/>
              </a:lnSpc>
              <a:spcBef>
                <a:spcPts val="0"/>
              </a:spcBef>
              <a:buNone/>
            </a:pPr>
            <a:r>
              <a:rPr lang="en-US" altLang="zh-CN" sz="2000" dirty="0">
                <a:ea typeface="宋体" panose="02010600030101010101" pitchFamily="2" charset="-122"/>
              </a:rPr>
              <a:t>    Stack(</a:t>
            </a:r>
            <a:r>
              <a:rPr lang="en-US" altLang="zh-CN" sz="2000" dirty="0" err="1">
                <a:ea typeface="宋体" panose="02010600030101010101" pitchFamily="2" charset="-122"/>
              </a:rPr>
              <a:t>const</a:t>
            </a:r>
            <a:r>
              <a:rPr lang="en-US" altLang="zh-CN" sz="2000" dirty="0">
                <a:ea typeface="宋体" panose="02010600030101010101" pitchFamily="2" charset="-122"/>
              </a:rPr>
              <a:t> Stack&amp;) {} </a:t>
            </a:r>
            <a:r>
              <a:rPr lang="en-US" altLang="zh-CN" sz="2000" dirty="0">
                <a:solidFill>
                  <a:srgbClr val="008000"/>
                </a:solidFill>
                <a:ea typeface="宋体" panose="02010600030101010101" pitchFamily="2" charset="-122"/>
              </a:rPr>
              <a:t>//Protect copy assignment</a:t>
            </a:r>
          </a:p>
          <a:p>
            <a:pPr marL="0" fontAlgn="auto">
              <a:lnSpc>
                <a:spcPct val="100000"/>
              </a:lnSpc>
              <a:spcBef>
                <a:spcPts val="0"/>
              </a:spcBef>
              <a:buNone/>
            </a:pPr>
            <a:endParaRPr lang="en-US" altLang="zh-CN" sz="2000" dirty="0">
              <a:ea typeface="宋体" panose="02010600030101010101" pitchFamily="2" charset="-122"/>
            </a:endParaRPr>
          </a:p>
          <a:p>
            <a:pPr marL="0" fontAlgn="auto">
              <a:lnSpc>
                <a:spcPct val="100000"/>
              </a:lnSpc>
              <a:spcBef>
                <a:spcPts val="0"/>
              </a:spcBef>
              <a:buNone/>
            </a:pPr>
            <a:r>
              <a:rPr lang="en-US" altLang="zh-CN" sz="2000" dirty="0">
                <a:ea typeface="宋体" panose="02010600030101010101" pitchFamily="2" charset="-122"/>
              </a:rPr>
              <a:t>public:</a:t>
            </a:r>
          </a:p>
          <a:p>
            <a:pPr marL="0" fontAlgn="auto">
              <a:lnSpc>
                <a:spcPct val="100000"/>
              </a:lnSpc>
              <a:spcBef>
                <a:spcPts val="0"/>
              </a:spcBef>
              <a:buNone/>
            </a:pPr>
            <a:r>
              <a:rPr lang="en-US" altLang="zh-CN" sz="2000" dirty="0">
                <a:ea typeface="宋体" panose="02010600030101010101" pitchFamily="2" charset="-122"/>
              </a:rPr>
              <a:t>     </a:t>
            </a:r>
            <a:r>
              <a:rPr lang="en-US" altLang="zh-CN" sz="2000" dirty="0">
                <a:solidFill>
                  <a:srgbClr val="008000"/>
                </a:solidFill>
              </a:rPr>
              <a:t> // Push an element onto the top of the stack.</a:t>
            </a:r>
          </a:p>
          <a:p>
            <a:pPr marL="0" fontAlgn="auto">
              <a:lnSpc>
                <a:spcPct val="100000"/>
              </a:lnSpc>
              <a:spcBef>
                <a:spcPts val="0"/>
              </a:spcBef>
              <a:buNone/>
            </a:pPr>
            <a:r>
              <a:rPr lang="en-US" altLang="zh-CN" sz="2000" dirty="0">
                <a:solidFill>
                  <a:srgbClr val="008000"/>
                </a:solidFill>
              </a:rPr>
              <a:t>      </a:t>
            </a:r>
            <a:r>
              <a:rPr lang="en-US" altLang="zh-CN" sz="2000" dirty="0"/>
              <a:t>virtual bool push(</a:t>
            </a:r>
            <a:r>
              <a:rPr lang="en-US" altLang="zh-CN" sz="2000" dirty="0" err="1"/>
              <a:t>const</a:t>
            </a:r>
            <a:r>
              <a:rPr lang="en-US" altLang="zh-CN" sz="2000" dirty="0"/>
              <a:t> E&amp; it) = 0;</a:t>
            </a:r>
          </a:p>
          <a:p>
            <a:pPr marL="0" fontAlgn="auto">
              <a:lnSpc>
                <a:spcPct val="100000"/>
              </a:lnSpc>
              <a:spcBef>
                <a:spcPts val="0"/>
              </a:spcBef>
              <a:buNone/>
            </a:pPr>
            <a:endParaRPr lang="en-US" altLang="zh-CN" sz="2000" dirty="0">
              <a:solidFill>
                <a:srgbClr val="008000"/>
              </a:solidFill>
            </a:endParaRPr>
          </a:p>
          <a:p>
            <a:pPr marL="0" fontAlgn="auto">
              <a:lnSpc>
                <a:spcPct val="100000"/>
              </a:lnSpc>
              <a:spcBef>
                <a:spcPts val="0"/>
              </a:spcBef>
              <a:buNone/>
            </a:pPr>
            <a:r>
              <a:rPr lang="en-US" altLang="zh-CN" sz="2000" dirty="0">
                <a:solidFill>
                  <a:srgbClr val="008000"/>
                </a:solidFill>
              </a:rPr>
              <a:t>     // Remove the element at the top of the stack. </a:t>
            </a:r>
          </a:p>
          <a:p>
            <a:pPr marL="0" fontAlgn="auto">
              <a:lnSpc>
                <a:spcPct val="100000"/>
              </a:lnSpc>
              <a:spcBef>
                <a:spcPts val="0"/>
              </a:spcBef>
              <a:buNone/>
            </a:pPr>
            <a:r>
              <a:rPr lang="en-US" altLang="zh-CN" sz="2000" dirty="0">
                <a:solidFill>
                  <a:srgbClr val="008000"/>
                </a:solidFill>
              </a:rPr>
              <a:t>     </a:t>
            </a:r>
            <a:r>
              <a:rPr lang="en-US" altLang="zh-CN" sz="2000" dirty="0"/>
              <a:t>virtual E pop() = 0;</a:t>
            </a:r>
          </a:p>
          <a:p>
            <a:pPr marL="0" fontAlgn="auto">
              <a:lnSpc>
                <a:spcPct val="100000"/>
              </a:lnSpc>
              <a:spcBef>
                <a:spcPts val="0"/>
              </a:spcBef>
              <a:buNone/>
            </a:pPr>
            <a:endParaRPr lang="en-US" altLang="zh-CN" sz="2000" dirty="0">
              <a:solidFill>
                <a:srgbClr val="008000"/>
              </a:solidFill>
            </a:endParaRPr>
          </a:p>
          <a:p>
            <a:pPr marL="0" fontAlgn="auto">
              <a:lnSpc>
                <a:spcPct val="100000"/>
              </a:lnSpc>
              <a:spcBef>
                <a:spcPts val="0"/>
              </a:spcBef>
              <a:buNone/>
            </a:pPr>
            <a:r>
              <a:rPr lang="en-US" altLang="zh-CN" sz="2000" dirty="0">
                <a:solidFill>
                  <a:srgbClr val="008000"/>
                </a:solidFill>
              </a:rPr>
              <a:t>    // Return a copy of the top element</a:t>
            </a:r>
          </a:p>
          <a:p>
            <a:pPr marL="0" fontAlgn="auto">
              <a:lnSpc>
                <a:spcPct val="100000"/>
              </a:lnSpc>
              <a:spcBef>
                <a:spcPts val="0"/>
              </a:spcBef>
              <a:buNone/>
            </a:pPr>
            <a:r>
              <a:rPr lang="en-US" altLang="zh-CN" sz="2000" dirty="0">
                <a:solidFill>
                  <a:srgbClr val="008000"/>
                </a:solidFill>
              </a:rPr>
              <a:t>    </a:t>
            </a:r>
            <a:r>
              <a:rPr lang="en-US" altLang="zh-CN" sz="2000" dirty="0"/>
              <a:t>virtual </a:t>
            </a:r>
            <a:r>
              <a:rPr lang="en-US" altLang="zh-CN" sz="2000" dirty="0" err="1"/>
              <a:t>const</a:t>
            </a:r>
            <a:r>
              <a:rPr lang="en-US" altLang="zh-CN" sz="2000" dirty="0"/>
              <a:t> E&amp; </a:t>
            </a:r>
            <a:r>
              <a:rPr lang="en-US" altLang="zh-CN" sz="2000" dirty="0" err="1"/>
              <a:t>topValue</a:t>
            </a:r>
            <a:r>
              <a:rPr lang="en-US" altLang="zh-CN" sz="2000" dirty="0"/>
              <a:t>() </a:t>
            </a:r>
            <a:r>
              <a:rPr lang="en-US" altLang="zh-CN" sz="2000" dirty="0" err="1"/>
              <a:t>const</a:t>
            </a:r>
            <a:r>
              <a:rPr lang="en-US" altLang="zh-CN" sz="2000" dirty="0"/>
              <a:t> = 0;</a:t>
            </a:r>
          </a:p>
          <a:p>
            <a:pPr marL="0" fontAlgn="auto">
              <a:lnSpc>
                <a:spcPct val="100000"/>
              </a:lnSpc>
              <a:spcBef>
                <a:spcPts val="0"/>
              </a:spcBef>
              <a:buNone/>
            </a:pPr>
            <a:r>
              <a:rPr lang="en-US" altLang="zh-CN" sz="2000" dirty="0">
                <a:ea typeface="宋体" panose="02010600030101010101" pitchFamily="2" charset="-122"/>
              </a:rPr>
              <a:t>};</a:t>
            </a:r>
          </a:p>
        </p:txBody>
      </p:sp>
      <p:sp>
        <p:nvSpPr>
          <p:cNvPr id="51204" name="Slide Number Placeholder 3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557530" indent="-21463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857250" indent="-1714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200150" indent="-1714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1543050" indent="-1714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1885950" indent="-1714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228850" indent="-1714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2571750" indent="-1714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2914650" indent="-1714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fld id="{8EDA742C-461A-458B-92C9-12F2AE38EF95}" type="slidenum">
              <a:rPr lang="en-US" altLang="zh-CN" sz="465" smtClean="0"/>
              <a:pPr/>
              <a:t>31</a:t>
            </a:fld>
            <a:endParaRPr lang="en-US" altLang="zh-CN" sz="465"/>
          </a:p>
        </p:txBody>
      </p:sp>
      <p:sp>
        <p:nvSpPr>
          <p:cNvPr id="2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fld id="{C86FD7CE-2F37-455E-B53C-54D033BAE68C}" type="datetime1">
              <a:rPr lang="zh-CN" altLang="en-US" sz="465" smtClean="0"/>
              <a:pPr>
                <a:defRPr/>
              </a:pPr>
              <a:t>2025/12/16</a:t>
            </a:fld>
            <a:endParaRPr lang="zh-CN" altLang="en-US" sz="465"/>
          </a:p>
        </p:txBody>
      </p:sp>
      <p:sp>
        <p:nvSpPr>
          <p:cNvPr id="3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altLang="zh-CN" sz="465"/>
              <a:t>Stacks and Queues - Lecture 6</a:t>
            </a:r>
            <a:endParaRPr lang="zh-CN" altLang="en-US" sz="465"/>
          </a:p>
        </p:txBody>
      </p:sp>
      <p:grpSp>
        <p:nvGrpSpPr>
          <p:cNvPr id="56" name="Group 4"/>
          <p:cNvGrpSpPr>
            <a:grpSpLocks noChangeAspect="1"/>
          </p:cNvGrpSpPr>
          <p:nvPr/>
        </p:nvGrpSpPr>
        <p:grpSpPr bwMode="auto">
          <a:xfrm rot="960000">
            <a:off x="7845425" y="5057140"/>
            <a:ext cx="780415" cy="911860"/>
            <a:chOff x="3082" y="1214"/>
            <a:chExt cx="1623" cy="1896"/>
          </a:xfrm>
          <a:solidFill>
            <a:srgbClr val="345F86">
              <a:alpha val="57000"/>
            </a:srgbClr>
          </a:solidFill>
        </p:grpSpPr>
        <p:grpSp>
          <p:nvGrpSpPr>
            <p:cNvPr id="57" name="Group 205"/>
            <p:cNvGrpSpPr/>
            <p:nvPr/>
          </p:nvGrpSpPr>
          <p:grpSpPr bwMode="auto">
            <a:xfrm>
              <a:off x="3082" y="1214"/>
              <a:ext cx="1623" cy="1603"/>
              <a:chOff x="3082" y="1214"/>
              <a:chExt cx="1623" cy="1603"/>
            </a:xfrm>
            <a:grpFill/>
          </p:grpSpPr>
          <p:sp>
            <p:nvSpPr>
              <p:cNvPr id="330" name="Freeform 5"/>
              <p:cNvSpPr/>
              <p:nvPr>
                <p:custDataLst>
                  <p:tags r:id="rId251"/>
                </p:custDataLst>
              </p:nvPr>
            </p:nvSpPr>
            <p:spPr bwMode="auto">
              <a:xfrm>
                <a:off x="3608" y="2103"/>
                <a:ext cx="13" cy="0"/>
              </a:xfrm>
              <a:custGeom>
                <a:avLst/>
                <a:gdLst>
                  <a:gd name="T0" fmla="*/ 0 w 6"/>
                  <a:gd name="T1" fmla="*/ 6 w 6"/>
                  <a:gd name="T2" fmla="*/ 0 w 6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6">
                    <a:moveTo>
                      <a:pt x="0" y="0"/>
                    </a:moveTo>
                    <a:cubicBezTo>
                      <a:pt x="1" y="0"/>
                      <a:pt x="3" y="0"/>
                      <a:pt x="6" y="0"/>
                    </a:cubicBezTo>
                    <a:cubicBezTo>
                      <a:pt x="3" y="0"/>
                      <a:pt x="2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31" name="Freeform 6"/>
              <p:cNvSpPr/>
              <p:nvPr>
                <p:custDataLst>
                  <p:tags r:id="rId252"/>
                </p:custDataLst>
              </p:nvPr>
            </p:nvSpPr>
            <p:spPr bwMode="auto">
              <a:xfrm>
                <a:off x="3576" y="1893"/>
                <a:ext cx="5" cy="0"/>
              </a:xfrm>
              <a:custGeom>
                <a:avLst/>
                <a:gdLst>
                  <a:gd name="T0" fmla="*/ 0 w 2"/>
                  <a:gd name="T1" fmla="*/ 0 w 2"/>
                  <a:gd name="T2" fmla="*/ 0 w 2"/>
                  <a:gd name="T3" fmla="*/ 0 w 2"/>
                  <a:gd name="T4" fmla="*/ 2 w 2"/>
                  <a:gd name="T5" fmla="*/ 2 w 2"/>
                  <a:gd name="T6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32" name="Freeform 7"/>
              <p:cNvSpPr/>
              <p:nvPr>
                <p:custDataLst>
                  <p:tags r:id="rId253"/>
                </p:custDataLst>
              </p:nvPr>
            </p:nvSpPr>
            <p:spPr bwMode="auto">
              <a:xfrm>
                <a:off x="3615" y="1903"/>
                <a:ext cx="0" cy="5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33" name="Freeform 8"/>
              <p:cNvSpPr/>
              <p:nvPr>
                <p:custDataLst>
                  <p:tags r:id="rId254"/>
                </p:custDataLst>
              </p:nvPr>
            </p:nvSpPr>
            <p:spPr bwMode="auto">
              <a:xfrm>
                <a:off x="3566" y="1893"/>
                <a:ext cx="6" cy="0"/>
              </a:xfrm>
              <a:custGeom>
                <a:avLst/>
                <a:gdLst>
                  <a:gd name="T0" fmla="*/ 3 w 3"/>
                  <a:gd name="T1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cubicBezTo>
                      <a:pt x="0" y="0"/>
                      <a:pt x="1" y="0"/>
                      <a:pt x="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34" name="Freeform 9"/>
              <p:cNvSpPr/>
              <p:nvPr>
                <p:custDataLst>
                  <p:tags r:id="rId255"/>
                </p:custDataLst>
              </p:nvPr>
            </p:nvSpPr>
            <p:spPr bwMode="auto">
              <a:xfrm>
                <a:off x="3820" y="2304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35" name="Freeform 10"/>
              <p:cNvSpPr/>
              <p:nvPr>
                <p:custDataLst>
                  <p:tags r:id="rId256"/>
                </p:custDataLst>
              </p:nvPr>
            </p:nvSpPr>
            <p:spPr bwMode="auto">
              <a:xfrm>
                <a:off x="3642" y="2209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1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36" name="Freeform 11"/>
              <p:cNvSpPr/>
              <p:nvPr>
                <p:custDataLst>
                  <p:tags r:id="rId257"/>
                </p:custDataLst>
              </p:nvPr>
            </p:nvSpPr>
            <p:spPr bwMode="auto">
              <a:xfrm>
                <a:off x="3549" y="2154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37" name="Freeform 12"/>
              <p:cNvSpPr/>
              <p:nvPr>
                <p:custDataLst>
                  <p:tags r:id="rId258"/>
                </p:custDataLst>
              </p:nvPr>
            </p:nvSpPr>
            <p:spPr bwMode="auto">
              <a:xfrm>
                <a:off x="3610" y="1895"/>
                <a:ext cx="9" cy="8"/>
              </a:xfrm>
              <a:custGeom>
                <a:avLst/>
                <a:gdLst>
                  <a:gd name="T0" fmla="*/ 1 w 4"/>
                  <a:gd name="T1" fmla="*/ 1 h 4"/>
                  <a:gd name="T2" fmla="*/ 1 w 4"/>
                  <a:gd name="T3" fmla="*/ 2 h 4"/>
                  <a:gd name="T4" fmla="*/ 0 w 4"/>
                  <a:gd name="T5" fmla="*/ 2 h 4"/>
                  <a:gd name="T6" fmla="*/ 2 w 4"/>
                  <a:gd name="T7" fmla="*/ 4 h 4"/>
                  <a:gd name="T8" fmla="*/ 2 w 4"/>
                  <a:gd name="T9" fmla="*/ 2 h 4"/>
                  <a:gd name="T10" fmla="*/ 3 w 4"/>
                  <a:gd name="T11" fmla="*/ 1 h 4"/>
                  <a:gd name="T12" fmla="*/ 4 w 4"/>
                  <a:gd name="T13" fmla="*/ 0 h 4"/>
                  <a:gd name="T14" fmla="*/ 4 w 4"/>
                  <a:gd name="T15" fmla="*/ 0 h 4"/>
                  <a:gd name="T16" fmla="*/ 4 w 4"/>
                  <a:gd name="T17" fmla="*/ 0 h 4"/>
                  <a:gd name="T18" fmla="*/ 2 w 4"/>
                  <a:gd name="T19" fmla="*/ 0 h 4"/>
                  <a:gd name="T20" fmla="*/ 2 w 4"/>
                  <a:gd name="T21" fmla="*/ 0 h 4"/>
                  <a:gd name="T22" fmla="*/ 1 w 4"/>
                  <a:gd name="T23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1" y="2"/>
                      <a:pt x="2" y="3"/>
                      <a:pt x="2" y="4"/>
                    </a:cubicBezTo>
                    <a:cubicBezTo>
                      <a:pt x="2" y="3"/>
                      <a:pt x="2" y="3"/>
                      <a:pt x="2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1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38" name="Freeform 13"/>
              <p:cNvSpPr/>
              <p:nvPr>
                <p:custDataLst>
                  <p:tags r:id="rId259"/>
                </p:custDataLst>
              </p:nvPr>
            </p:nvSpPr>
            <p:spPr bwMode="auto">
              <a:xfrm>
                <a:off x="3926" y="1914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39" name="Freeform 14"/>
              <p:cNvSpPr/>
              <p:nvPr>
                <p:custDataLst>
                  <p:tags r:id="rId260"/>
                </p:custDataLst>
              </p:nvPr>
            </p:nvSpPr>
            <p:spPr bwMode="auto">
              <a:xfrm>
                <a:off x="3810" y="1774"/>
                <a:ext cx="2" cy="4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0 h 2"/>
                  <a:gd name="T4" fmla="*/ 1 w 1"/>
                  <a:gd name="T5" fmla="*/ 2 h 2"/>
                  <a:gd name="T6" fmla="*/ 0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40" name="Freeform 15"/>
              <p:cNvSpPr/>
              <p:nvPr>
                <p:custDataLst>
                  <p:tags r:id="rId261"/>
                </p:custDataLst>
              </p:nvPr>
            </p:nvSpPr>
            <p:spPr bwMode="auto">
              <a:xfrm>
                <a:off x="3846" y="2474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41" name="Freeform 16"/>
              <p:cNvSpPr/>
              <p:nvPr>
                <p:custDataLst>
                  <p:tags r:id="rId262"/>
                </p:custDataLst>
              </p:nvPr>
            </p:nvSpPr>
            <p:spPr bwMode="auto">
              <a:xfrm>
                <a:off x="3943" y="2546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42" name="Freeform 17"/>
              <p:cNvSpPr/>
              <p:nvPr>
                <p:custDataLst>
                  <p:tags r:id="rId263"/>
                </p:custDataLst>
              </p:nvPr>
            </p:nvSpPr>
            <p:spPr bwMode="auto">
              <a:xfrm>
                <a:off x="3846" y="2474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43" name="Freeform 18"/>
              <p:cNvSpPr/>
              <p:nvPr>
                <p:custDataLst>
                  <p:tags r:id="rId264"/>
                </p:custDataLst>
              </p:nvPr>
            </p:nvSpPr>
            <p:spPr bwMode="auto">
              <a:xfrm>
                <a:off x="4156" y="220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44" name="Freeform 19"/>
              <p:cNvSpPr/>
              <p:nvPr>
                <p:custDataLst>
                  <p:tags r:id="rId265"/>
                </p:custDataLst>
              </p:nvPr>
            </p:nvSpPr>
            <p:spPr bwMode="auto">
              <a:xfrm>
                <a:off x="4056" y="2213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1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45" name="Freeform 20"/>
              <p:cNvSpPr/>
              <p:nvPr>
                <p:custDataLst>
                  <p:tags r:id="rId266"/>
                </p:custDataLst>
              </p:nvPr>
            </p:nvSpPr>
            <p:spPr bwMode="auto">
              <a:xfrm>
                <a:off x="3837" y="2470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46" name="Freeform 21"/>
              <p:cNvSpPr/>
              <p:nvPr>
                <p:custDataLst>
                  <p:tags r:id="rId267"/>
                </p:custDataLst>
              </p:nvPr>
            </p:nvSpPr>
            <p:spPr bwMode="auto">
              <a:xfrm>
                <a:off x="3954" y="2311"/>
                <a:ext cx="0" cy="2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47" name="Freeform 22"/>
              <p:cNvSpPr/>
              <p:nvPr>
                <p:custDataLst>
                  <p:tags r:id="rId268"/>
                </p:custDataLst>
              </p:nvPr>
            </p:nvSpPr>
            <p:spPr bwMode="auto">
              <a:xfrm>
                <a:off x="3576" y="189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48" name="Freeform 23"/>
              <p:cNvSpPr/>
              <p:nvPr>
                <p:custDataLst>
                  <p:tags r:id="rId269"/>
                </p:custDataLst>
              </p:nvPr>
            </p:nvSpPr>
            <p:spPr bwMode="auto">
              <a:xfrm>
                <a:off x="3281" y="254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49" name="Freeform 24"/>
              <p:cNvSpPr/>
              <p:nvPr>
                <p:custDataLst>
                  <p:tags r:id="rId270"/>
                </p:custDataLst>
              </p:nvPr>
            </p:nvSpPr>
            <p:spPr bwMode="auto">
              <a:xfrm>
                <a:off x="3364" y="2470"/>
                <a:ext cx="2" cy="4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1 h 2"/>
                  <a:gd name="T4" fmla="*/ 1 w 1"/>
                  <a:gd name="T5" fmla="*/ 1 h 2"/>
                  <a:gd name="T6" fmla="*/ 1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50" name="Freeform 25"/>
              <p:cNvSpPr/>
              <p:nvPr>
                <p:custDataLst>
                  <p:tags r:id="rId271"/>
                </p:custDataLst>
              </p:nvPr>
            </p:nvSpPr>
            <p:spPr bwMode="auto">
              <a:xfrm>
                <a:off x="3360" y="2470"/>
                <a:ext cx="2" cy="4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2 h 2"/>
                  <a:gd name="T4" fmla="*/ 0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1"/>
                      <a:pt x="1" y="2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51" name="Freeform 26"/>
              <p:cNvSpPr/>
              <p:nvPr>
                <p:custDataLst>
                  <p:tags r:id="rId272"/>
                </p:custDataLst>
              </p:nvPr>
            </p:nvSpPr>
            <p:spPr bwMode="auto">
              <a:xfrm>
                <a:off x="3353" y="2470"/>
                <a:ext cx="3" cy="4"/>
              </a:xfrm>
              <a:custGeom>
                <a:avLst/>
                <a:gdLst>
                  <a:gd name="T0" fmla="*/ 1 w 1"/>
                  <a:gd name="T1" fmla="*/ 2 h 2"/>
                  <a:gd name="T2" fmla="*/ 0 w 1"/>
                  <a:gd name="T3" fmla="*/ 1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0"/>
                      <a:pt x="1" y="1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52" name="Freeform 27"/>
              <p:cNvSpPr/>
              <p:nvPr>
                <p:custDataLst>
                  <p:tags r:id="rId273"/>
                </p:custDataLst>
              </p:nvPr>
            </p:nvSpPr>
            <p:spPr bwMode="auto">
              <a:xfrm>
                <a:off x="3392" y="2482"/>
                <a:ext cx="2" cy="5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1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2"/>
                      <a:pt x="1" y="1"/>
                      <a:pt x="1" y="1"/>
                    </a:cubicBezTo>
                    <a:cubicBezTo>
                      <a:pt x="0" y="0"/>
                      <a:pt x="1" y="1"/>
                      <a:pt x="1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53" name="Freeform 28"/>
              <p:cNvSpPr/>
              <p:nvPr>
                <p:custDataLst>
                  <p:tags r:id="rId274"/>
                </p:custDataLst>
              </p:nvPr>
            </p:nvSpPr>
            <p:spPr bwMode="auto">
              <a:xfrm>
                <a:off x="3390" y="2480"/>
                <a:ext cx="2" cy="7"/>
              </a:xfrm>
              <a:custGeom>
                <a:avLst/>
                <a:gdLst>
                  <a:gd name="T0" fmla="*/ 1 w 1"/>
                  <a:gd name="T1" fmla="*/ 3 h 3"/>
                  <a:gd name="T2" fmla="*/ 0 w 1"/>
                  <a:gd name="T3" fmla="*/ 0 h 3"/>
                  <a:gd name="T4" fmla="*/ 1 w 1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2"/>
                      <a:pt x="1" y="2"/>
                      <a:pt x="1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54" name="Freeform 29"/>
              <p:cNvSpPr/>
              <p:nvPr>
                <p:custDataLst>
                  <p:tags r:id="rId275"/>
                </p:custDataLst>
              </p:nvPr>
            </p:nvSpPr>
            <p:spPr bwMode="auto">
              <a:xfrm>
                <a:off x="3341" y="2474"/>
                <a:ext cx="2" cy="4"/>
              </a:xfrm>
              <a:custGeom>
                <a:avLst/>
                <a:gdLst>
                  <a:gd name="T0" fmla="*/ 1 w 1"/>
                  <a:gd name="T1" fmla="*/ 1 h 2"/>
                  <a:gd name="T2" fmla="*/ 0 w 1"/>
                  <a:gd name="T3" fmla="*/ 0 h 2"/>
                  <a:gd name="T4" fmla="*/ 1 w 1"/>
                  <a:gd name="T5" fmla="*/ 2 h 2"/>
                  <a:gd name="T6" fmla="*/ 1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lnTo>
                      <a:pt x="1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55" name="Freeform 30"/>
              <p:cNvSpPr/>
              <p:nvPr>
                <p:custDataLst>
                  <p:tags r:id="rId276"/>
                </p:custDataLst>
              </p:nvPr>
            </p:nvSpPr>
            <p:spPr bwMode="auto">
              <a:xfrm>
                <a:off x="3822" y="2279"/>
                <a:ext cx="5" cy="4"/>
              </a:xfrm>
              <a:custGeom>
                <a:avLst/>
                <a:gdLst>
                  <a:gd name="T0" fmla="*/ 1 w 2"/>
                  <a:gd name="T1" fmla="*/ 0 h 2"/>
                  <a:gd name="T2" fmla="*/ 0 w 2"/>
                  <a:gd name="T3" fmla="*/ 1 h 2"/>
                  <a:gd name="T4" fmla="*/ 0 w 2"/>
                  <a:gd name="T5" fmla="*/ 2 h 2"/>
                  <a:gd name="T6" fmla="*/ 1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1"/>
                      <a:pt x="2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56" name="Freeform 31"/>
              <p:cNvSpPr/>
              <p:nvPr>
                <p:custDataLst>
                  <p:tags r:id="rId277"/>
                </p:custDataLst>
              </p:nvPr>
            </p:nvSpPr>
            <p:spPr bwMode="auto">
              <a:xfrm>
                <a:off x="3292" y="2529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0 w 2"/>
                  <a:gd name="T5" fmla="*/ 0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57" name="Freeform 32"/>
              <p:cNvSpPr/>
              <p:nvPr>
                <p:custDataLst>
                  <p:tags r:id="rId278"/>
                </p:custDataLst>
              </p:nvPr>
            </p:nvSpPr>
            <p:spPr bwMode="auto">
              <a:xfrm>
                <a:off x="3699" y="2796"/>
                <a:ext cx="7" cy="5"/>
              </a:xfrm>
              <a:custGeom>
                <a:avLst/>
                <a:gdLst>
                  <a:gd name="T0" fmla="*/ 2 w 3"/>
                  <a:gd name="T1" fmla="*/ 2 h 2"/>
                  <a:gd name="T2" fmla="*/ 2 w 3"/>
                  <a:gd name="T3" fmla="*/ 0 h 2"/>
                  <a:gd name="T4" fmla="*/ 2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3" y="1"/>
                      <a:pt x="2" y="0"/>
                      <a:pt x="2" y="0"/>
                    </a:cubicBezTo>
                    <a:cubicBezTo>
                      <a:pt x="0" y="0"/>
                      <a:pt x="3" y="1"/>
                      <a:pt x="2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58" name="Freeform 33"/>
              <p:cNvSpPr/>
              <p:nvPr>
                <p:custDataLst>
                  <p:tags r:id="rId279"/>
                </p:custDataLst>
              </p:nvPr>
            </p:nvSpPr>
            <p:spPr bwMode="auto">
              <a:xfrm>
                <a:off x="4616" y="1870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1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59" name="Freeform 34"/>
              <p:cNvSpPr/>
              <p:nvPr>
                <p:custDataLst>
                  <p:tags r:id="rId280"/>
                </p:custDataLst>
              </p:nvPr>
            </p:nvSpPr>
            <p:spPr bwMode="auto">
              <a:xfrm>
                <a:off x="3262" y="2567"/>
                <a:ext cx="4" cy="4"/>
              </a:xfrm>
              <a:custGeom>
                <a:avLst/>
                <a:gdLst>
                  <a:gd name="T0" fmla="*/ 0 w 4"/>
                  <a:gd name="T1" fmla="*/ 2 h 4"/>
                  <a:gd name="T2" fmla="*/ 4 w 4"/>
                  <a:gd name="T3" fmla="*/ 4 h 4"/>
                  <a:gd name="T4" fmla="*/ 0 w 4"/>
                  <a:gd name="T5" fmla="*/ 0 h 4"/>
                  <a:gd name="T6" fmla="*/ 0 w 4"/>
                  <a:gd name="T7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0" y="2"/>
                    </a:moveTo>
                    <a:lnTo>
                      <a:pt x="4" y="4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60" name="Freeform 35"/>
              <p:cNvSpPr/>
              <p:nvPr>
                <p:custDataLst>
                  <p:tags r:id="rId281"/>
                </p:custDataLst>
              </p:nvPr>
            </p:nvSpPr>
            <p:spPr bwMode="auto">
              <a:xfrm>
                <a:off x="3570" y="1893"/>
                <a:ext cx="6" cy="6"/>
              </a:xfrm>
              <a:custGeom>
                <a:avLst/>
                <a:gdLst>
                  <a:gd name="T0" fmla="*/ 1 w 3"/>
                  <a:gd name="T1" fmla="*/ 0 h 3"/>
                  <a:gd name="T2" fmla="*/ 1 w 3"/>
                  <a:gd name="T3" fmla="*/ 0 h 3"/>
                  <a:gd name="T4" fmla="*/ 1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2 w 3"/>
                  <a:gd name="T11" fmla="*/ 1 h 3"/>
                  <a:gd name="T12" fmla="*/ 0 w 3"/>
                  <a:gd name="T13" fmla="*/ 2 h 3"/>
                  <a:gd name="T14" fmla="*/ 2 w 3"/>
                  <a:gd name="T15" fmla="*/ 2 h 3"/>
                  <a:gd name="T16" fmla="*/ 3 w 3"/>
                  <a:gd name="T17" fmla="*/ 0 h 3"/>
                  <a:gd name="T18" fmla="*/ 1 w 3"/>
                  <a:gd name="T1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0" y="0"/>
                      <a:pt x="0" y="2"/>
                    </a:cubicBezTo>
                    <a:cubicBezTo>
                      <a:pt x="0" y="3"/>
                      <a:pt x="1" y="3"/>
                      <a:pt x="2" y="2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2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61" name="Freeform 36"/>
              <p:cNvSpPr/>
              <p:nvPr>
                <p:custDataLst>
                  <p:tags r:id="rId282"/>
                </p:custDataLst>
              </p:nvPr>
            </p:nvSpPr>
            <p:spPr bwMode="auto">
              <a:xfrm>
                <a:off x="3207" y="2465"/>
                <a:ext cx="183" cy="174"/>
              </a:xfrm>
              <a:custGeom>
                <a:avLst/>
                <a:gdLst>
                  <a:gd name="T0" fmla="*/ 83 w 86"/>
                  <a:gd name="T1" fmla="*/ 5 h 82"/>
                  <a:gd name="T2" fmla="*/ 80 w 86"/>
                  <a:gd name="T3" fmla="*/ 4 h 82"/>
                  <a:gd name="T4" fmla="*/ 77 w 86"/>
                  <a:gd name="T5" fmla="*/ 8 h 82"/>
                  <a:gd name="T6" fmla="*/ 76 w 86"/>
                  <a:gd name="T7" fmla="*/ 6 h 82"/>
                  <a:gd name="T8" fmla="*/ 72 w 86"/>
                  <a:gd name="T9" fmla="*/ 7 h 82"/>
                  <a:gd name="T10" fmla="*/ 70 w 86"/>
                  <a:gd name="T11" fmla="*/ 4 h 82"/>
                  <a:gd name="T12" fmla="*/ 67 w 86"/>
                  <a:gd name="T13" fmla="*/ 1 h 82"/>
                  <a:gd name="T14" fmla="*/ 68 w 86"/>
                  <a:gd name="T15" fmla="*/ 6 h 82"/>
                  <a:gd name="T16" fmla="*/ 70 w 86"/>
                  <a:gd name="T17" fmla="*/ 10 h 82"/>
                  <a:gd name="T18" fmla="*/ 65 w 86"/>
                  <a:gd name="T19" fmla="*/ 6 h 82"/>
                  <a:gd name="T20" fmla="*/ 65 w 86"/>
                  <a:gd name="T21" fmla="*/ 8 h 82"/>
                  <a:gd name="T22" fmla="*/ 62 w 86"/>
                  <a:gd name="T23" fmla="*/ 6 h 82"/>
                  <a:gd name="T24" fmla="*/ 61 w 86"/>
                  <a:gd name="T25" fmla="*/ 8 h 82"/>
                  <a:gd name="T26" fmla="*/ 59 w 86"/>
                  <a:gd name="T27" fmla="*/ 9 h 82"/>
                  <a:gd name="T28" fmla="*/ 62 w 86"/>
                  <a:gd name="T29" fmla="*/ 15 h 82"/>
                  <a:gd name="T30" fmla="*/ 58 w 86"/>
                  <a:gd name="T31" fmla="*/ 10 h 82"/>
                  <a:gd name="T32" fmla="*/ 57 w 86"/>
                  <a:gd name="T33" fmla="*/ 12 h 82"/>
                  <a:gd name="T34" fmla="*/ 53 w 86"/>
                  <a:gd name="T35" fmla="*/ 17 h 82"/>
                  <a:gd name="T36" fmla="*/ 51 w 86"/>
                  <a:gd name="T37" fmla="*/ 19 h 82"/>
                  <a:gd name="T38" fmla="*/ 48 w 86"/>
                  <a:gd name="T39" fmla="*/ 22 h 82"/>
                  <a:gd name="T40" fmla="*/ 48 w 86"/>
                  <a:gd name="T41" fmla="*/ 24 h 82"/>
                  <a:gd name="T42" fmla="*/ 46 w 86"/>
                  <a:gd name="T43" fmla="*/ 24 h 82"/>
                  <a:gd name="T44" fmla="*/ 45 w 86"/>
                  <a:gd name="T45" fmla="*/ 25 h 82"/>
                  <a:gd name="T46" fmla="*/ 46 w 86"/>
                  <a:gd name="T47" fmla="*/ 27 h 82"/>
                  <a:gd name="T48" fmla="*/ 43 w 86"/>
                  <a:gd name="T49" fmla="*/ 28 h 82"/>
                  <a:gd name="T50" fmla="*/ 40 w 86"/>
                  <a:gd name="T51" fmla="*/ 30 h 82"/>
                  <a:gd name="T52" fmla="*/ 38 w 86"/>
                  <a:gd name="T53" fmla="*/ 32 h 82"/>
                  <a:gd name="T54" fmla="*/ 36 w 86"/>
                  <a:gd name="T55" fmla="*/ 34 h 82"/>
                  <a:gd name="T56" fmla="*/ 36 w 86"/>
                  <a:gd name="T57" fmla="*/ 37 h 82"/>
                  <a:gd name="T58" fmla="*/ 34 w 86"/>
                  <a:gd name="T59" fmla="*/ 36 h 82"/>
                  <a:gd name="T60" fmla="*/ 34 w 86"/>
                  <a:gd name="T61" fmla="*/ 37 h 82"/>
                  <a:gd name="T62" fmla="*/ 31 w 86"/>
                  <a:gd name="T63" fmla="*/ 41 h 82"/>
                  <a:gd name="T64" fmla="*/ 32 w 86"/>
                  <a:gd name="T65" fmla="*/ 45 h 82"/>
                  <a:gd name="T66" fmla="*/ 31 w 86"/>
                  <a:gd name="T67" fmla="*/ 48 h 82"/>
                  <a:gd name="T68" fmla="*/ 28 w 86"/>
                  <a:gd name="T69" fmla="*/ 47 h 82"/>
                  <a:gd name="T70" fmla="*/ 25 w 86"/>
                  <a:gd name="T71" fmla="*/ 53 h 82"/>
                  <a:gd name="T72" fmla="*/ 24 w 86"/>
                  <a:gd name="T73" fmla="*/ 55 h 82"/>
                  <a:gd name="T74" fmla="*/ 18 w 86"/>
                  <a:gd name="T75" fmla="*/ 59 h 82"/>
                  <a:gd name="T76" fmla="*/ 15 w 86"/>
                  <a:gd name="T77" fmla="*/ 59 h 82"/>
                  <a:gd name="T78" fmla="*/ 14 w 86"/>
                  <a:gd name="T79" fmla="*/ 60 h 82"/>
                  <a:gd name="T80" fmla="*/ 11 w 86"/>
                  <a:gd name="T81" fmla="*/ 69 h 82"/>
                  <a:gd name="T82" fmla="*/ 2 w 86"/>
                  <a:gd name="T83" fmla="*/ 75 h 82"/>
                  <a:gd name="T84" fmla="*/ 23 w 86"/>
                  <a:gd name="T85" fmla="*/ 72 h 82"/>
                  <a:gd name="T86" fmla="*/ 28 w 86"/>
                  <a:gd name="T87" fmla="*/ 68 h 82"/>
                  <a:gd name="T88" fmla="*/ 42 w 86"/>
                  <a:gd name="T89" fmla="*/ 48 h 82"/>
                  <a:gd name="T90" fmla="*/ 49 w 86"/>
                  <a:gd name="T91" fmla="*/ 45 h 82"/>
                  <a:gd name="T92" fmla="*/ 55 w 86"/>
                  <a:gd name="T93" fmla="*/ 43 h 82"/>
                  <a:gd name="T94" fmla="*/ 63 w 86"/>
                  <a:gd name="T95" fmla="*/ 35 h 82"/>
                  <a:gd name="T96" fmla="*/ 68 w 86"/>
                  <a:gd name="T97" fmla="*/ 31 h 82"/>
                  <a:gd name="T98" fmla="*/ 74 w 86"/>
                  <a:gd name="T99" fmla="*/ 23 h 82"/>
                  <a:gd name="T100" fmla="*/ 75 w 86"/>
                  <a:gd name="T101" fmla="*/ 16 h 82"/>
                  <a:gd name="T102" fmla="*/ 82 w 86"/>
                  <a:gd name="T103" fmla="*/ 14 h 82"/>
                  <a:gd name="T104" fmla="*/ 84 w 86"/>
                  <a:gd name="T105" fmla="*/ 13 h 82"/>
                  <a:gd name="T106" fmla="*/ 84 w 86"/>
                  <a:gd name="T107" fmla="*/ 7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86" h="82">
                    <a:moveTo>
                      <a:pt x="84" y="7"/>
                    </a:moveTo>
                    <a:cubicBezTo>
                      <a:pt x="85" y="8"/>
                      <a:pt x="85" y="9"/>
                      <a:pt x="86" y="10"/>
                    </a:cubicBezTo>
                    <a:cubicBezTo>
                      <a:pt x="85" y="6"/>
                      <a:pt x="85" y="6"/>
                      <a:pt x="85" y="6"/>
                    </a:cubicBezTo>
                    <a:cubicBezTo>
                      <a:pt x="85" y="7"/>
                      <a:pt x="85" y="6"/>
                      <a:pt x="84" y="5"/>
                    </a:cubicBezTo>
                    <a:cubicBezTo>
                      <a:pt x="84" y="6"/>
                      <a:pt x="84" y="6"/>
                      <a:pt x="84" y="6"/>
                    </a:cubicBezTo>
                    <a:cubicBezTo>
                      <a:pt x="83" y="5"/>
                      <a:pt x="83" y="5"/>
                      <a:pt x="83" y="5"/>
                    </a:cubicBezTo>
                    <a:cubicBezTo>
                      <a:pt x="83" y="5"/>
                      <a:pt x="82" y="4"/>
                      <a:pt x="82" y="6"/>
                    </a:cubicBezTo>
                    <a:cubicBezTo>
                      <a:pt x="83" y="7"/>
                      <a:pt x="83" y="7"/>
                      <a:pt x="83" y="7"/>
                    </a:cubicBezTo>
                    <a:cubicBezTo>
                      <a:pt x="83" y="7"/>
                      <a:pt x="84" y="9"/>
                      <a:pt x="83" y="8"/>
                    </a:cubicBezTo>
                    <a:cubicBezTo>
                      <a:pt x="82" y="6"/>
                      <a:pt x="82" y="6"/>
                      <a:pt x="82" y="6"/>
                    </a:cubicBezTo>
                    <a:cubicBezTo>
                      <a:pt x="82" y="6"/>
                      <a:pt x="82" y="6"/>
                      <a:pt x="82" y="6"/>
                    </a:cubicBezTo>
                    <a:cubicBezTo>
                      <a:pt x="80" y="4"/>
                      <a:pt x="80" y="4"/>
                      <a:pt x="80" y="4"/>
                    </a:cubicBezTo>
                    <a:cubicBezTo>
                      <a:pt x="82" y="7"/>
                      <a:pt x="80" y="5"/>
                      <a:pt x="81" y="6"/>
                    </a:cubicBezTo>
                    <a:cubicBezTo>
                      <a:pt x="80" y="6"/>
                      <a:pt x="80" y="6"/>
                      <a:pt x="80" y="6"/>
                    </a:cubicBezTo>
                    <a:cubicBezTo>
                      <a:pt x="79" y="5"/>
                      <a:pt x="81" y="7"/>
                      <a:pt x="81" y="7"/>
                    </a:cubicBezTo>
                    <a:cubicBezTo>
                      <a:pt x="80" y="7"/>
                      <a:pt x="79" y="5"/>
                      <a:pt x="79" y="4"/>
                    </a:cubicBezTo>
                    <a:cubicBezTo>
                      <a:pt x="78" y="4"/>
                      <a:pt x="79" y="6"/>
                      <a:pt x="77" y="5"/>
                    </a:cubicBezTo>
                    <a:cubicBezTo>
                      <a:pt x="77" y="5"/>
                      <a:pt x="77" y="6"/>
                      <a:pt x="77" y="8"/>
                    </a:cubicBezTo>
                    <a:cubicBezTo>
                      <a:pt x="77" y="8"/>
                      <a:pt x="76" y="5"/>
                      <a:pt x="76" y="6"/>
                    </a:cubicBezTo>
                    <a:cubicBezTo>
                      <a:pt x="75" y="5"/>
                      <a:pt x="74" y="3"/>
                      <a:pt x="74" y="2"/>
                    </a:cubicBezTo>
                    <a:cubicBezTo>
                      <a:pt x="74" y="2"/>
                      <a:pt x="73" y="1"/>
                      <a:pt x="73" y="2"/>
                    </a:cubicBezTo>
                    <a:cubicBezTo>
                      <a:pt x="73" y="1"/>
                      <a:pt x="72" y="0"/>
                      <a:pt x="72" y="0"/>
                    </a:cubicBezTo>
                    <a:cubicBezTo>
                      <a:pt x="73" y="1"/>
                      <a:pt x="74" y="3"/>
                      <a:pt x="74" y="3"/>
                    </a:cubicBezTo>
                    <a:cubicBezTo>
                      <a:pt x="76" y="5"/>
                      <a:pt x="74" y="4"/>
                      <a:pt x="76" y="6"/>
                    </a:cubicBezTo>
                    <a:cubicBezTo>
                      <a:pt x="75" y="6"/>
                      <a:pt x="74" y="6"/>
                      <a:pt x="74" y="7"/>
                    </a:cubicBezTo>
                    <a:cubicBezTo>
                      <a:pt x="74" y="7"/>
                      <a:pt x="73" y="5"/>
                      <a:pt x="73" y="4"/>
                    </a:cubicBezTo>
                    <a:cubicBezTo>
                      <a:pt x="73" y="6"/>
                      <a:pt x="73" y="7"/>
                      <a:pt x="73" y="7"/>
                    </a:cubicBezTo>
                    <a:cubicBezTo>
                      <a:pt x="74" y="8"/>
                      <a:pt x="74" y="8"/>
                      <a:pt x="75" y="10"/>
                    </a:cubicBezTo>
                    <a:cubicBezTo>
                      <a:pt x="75" y="10"/>
                      <a:pt x="75" y="11"/>
                      <a:pt x="75" y="11"/>
                    </a:cubicBezTo>
                    <a:cubicBezTo>
                      <a:pt x="74" y="9"/>
                      <a:pt x="72" y="7"/>
                      <a:pt x="72" y="7"/>
                    </a:cubicBezTo>
                    <a:cubicBezTo>
                      <a:pt x="71" y="5"/>
                      <a:pt x="73" y="7"/>
                      <a:pt x="71" y="5"/>
                    </a:cubicBezTo>
                    <a:cubicBezTo>
                      <a:pt x="70" y="3"/>
                      <a:pt x="71" y="2"/>
                      <a:pt x="72" y="3"/>
                    </a:cubicBezTo>
                    <a:cubicBezTo>
                      <a:pt x="71" y="1"/>
                      <a:pt x="71" y="3"/>
                      <a:pt x="70" y="1"/>
                    </a:cubicBezTo>
                    <a:cubicBezTo>
                      <a:pt x="70" y="1"/>
                      <a:pt x="70" y="3"/>
                      <a:pt x="70" y="3"/>
                    </a:cubicBezTo>
                    <a:cubicBezTo>
                      <a:pt x="71" y="4"/>
                      <a:pt x="71" y="4"/>
                      <a:pt x="71" y="5"/>
                    </a:cubicBezTo>
                    <a:cubicBezTo>
                      <a:pt x="72" y="8"/>
                      <a:pt x="70" y="4"/>
                      <a:pt x="70" y="4"/>
                    </a:cubicBezTo>
                    <a:cubicBezTo>
                      <a:pt x="69" y="3"/>
                      <a:pt x="69" y="3"/>
                      <a:pt x="69" y="3"/>
                    </a:cubicBezTo>
                    <a:cubicBezTo>
                      <a:pt x="69" y="3"/>
                      <a:pt x="69" y="4"/>
                      <a:pt x="69" y="4"/>
                    </a:cubicBezTo>
                    <a:cubicBezTo>
                      <a:pt x="67" y="2"/>
                      <a:pt x="69" y="4"/>
                      <a:pt x="68" y="2"/>
                    </a:cubicBezTo>
                    <a:cubicBezTo>
                      <a:pt x="67" y="0"/>
                      <a:pt x="67" y="0"/>
                      <a:pt x="67" y="0"/>
                    </a:cubicBezTo>
                    <a:cubicBezTo>
                      <a:pt x="66" y="0"/>
                      <a:pt x="68" y="2"/>
                      <a:pt x="67" y="2"/>
                    </a:cubicBezTo>
                    <a:cubicBezTo>
                      <a:pt x="67" y="1"/>
                      <a:pt x="67" y="1"/>
                      <a:pt x="67" y="1"/>
                    </a:cubicBezTo>
                    <a:cubicBezTo>
                      <a:pt x="67" y="2"/>
                      <a:pt x="67" y="2"/>
                      <a:pt x="67" y="2"/>
                    </a:cubicBezTo>
                    <a:cubicBezTo>
                      <a:pt x="68" y="3"/>
                      <a:pt x="69" y="4"/>
                      <a:pt x="69" y="4"/>
                    </a:cubicBezTo>
                    <a:cubicBezTo>
                      <a:pt x="70" y="7"/>
                      <a:pt x="69" y="4"/>
                      <a:pt x="69" y="5"/>
                    </a:cubicBezTo>
                    <a:cubicBezTo>
                      <a:pt x="69" y="7"/>
                      <a:pt x="69" y="5"/>
                      <a:pt x="70" y="6"/>
                    </a:cubicBezTo>
                    <a:cubicBezTo>
                      <a:pt x="71" y="8"/>
                      <a:pt x="70" y="8"/>
                      <a:pt x="70" y="8"/>
                    </a:cubicBezTo>
                    <a:cubicBezTo>
                      <a:pt x="70" y="9"/>
                      <a:pt x="69" y="7"/>
                      <a:pt x="68" y="6"/>
                    </a:cubicBezTo>
                    <a:cubicBezTo>
                      <a:pt x="68" y="6"/>
                      <a:pt x="68" y="5"/>
                      <a:pt x="69" y="6"/>
                    </a:cubicBezTo>
                    <a:cubicBezTo>
                      <a:pt x="68" y="4"/>
                      <a:pt x="67" y="3"/>
                      <a:pt x="66" y="2"/>
                    </a:cubicBezTo>
                    <a:cubicBezTo>
                      <a:pt x="65" y="1"/>
                      <a:pt x="67" y="4"/>
                      <a:pt x="67" y="4"/>
                    </a:cubicBezTo>
                    <a:cubicBezTo>
                      <a:pt x="67" y="3"/>
                      <a:pt x="68" y="5"/>
                      <a:pt x="68" y="6"/>
                    </a:cubicBezTo>
                    <a:cubicBezTo>
                      <a:pt x="70" y="10"/>
                      <a:pt x="66" y="3"/>
                      <a:pt x="66" y="4"/>
                    </a:cubicBezTo>
                    <a:cubicBezTo>
                      <a:pt x="68" y="6"/>
                      <a:pt x="67" y="8"/>
                      <a:pt x="70" y="10"/>
                    </a:cubicBezTo>
                    <a:cubicBezTo>
                      <a:pt x="70" y="11"/>
                      <a:pt x="70" y="12"/>
                      <a:pt x="70" y="12"/>
                    </a:cubicBezTo>
                    <a:cubicBezTo>
                      <a:pt x="69" y="10"/>
                      <a:pt x="69" y="10"/>
                      <a:pt x="68" y="8"/>
                    </a:cubicBezTo>
                    <a:cubicBezTo>
                      <a:pt x="68" y="9"/>
                      <a:pt x="68" y="9"/>
                      <a:pt x="68" y="9"/>
                    </a:cubicBezTo>
                    <a:cubicBezTo>
                      <a:pt x="66" y="6"/>
                      <a:pt x="66" y="6"/>
                      <a:pt x="66" y="6"/>
                    </a:cubicBezTo>
                    <a:cubicBezTo>
                      <a:pt x="64" y="3"/>
                      <a:pt x="64" y="3"/>
                      <a:pt x="64" y="3"/>
                    </a:cubicBezTo>
                    <a:cubicBezTo>
                      <a:pt x="64" y="4"/>
                      <a:pt x="65" y="5"/>
                      <a:pt x="65" y="6"/>
                    </a:cubicBezTo>
                    <a:cubicBezTo>
                      <a:pt x="64" y="5"/>
                      <a:pt x="64" y="4"/>
                      <a:pt x="64" y="4"/>
                    </a:cubicBezTo>
                    <a:cubicBezTo>
                      <a:pt x="64" y="5"/>
                      <a:pt x="65" y="7"/>
                      <a:pt x="65" y="7"/>
                    </a:cubicBezTo>
                    <a:cubicBezTo>
                      <a:pt x="65" y="7"/>
                      <a:pt x="64" y="6"/>
                      <a:pt x="63" y="5"/>
                    </a:cubicBezTo>
                    <a:cubicBezTo>
                      <a:pt x="63" y="4"/>
                      <a:pt x="63" y="4"/>
                      <a:pt x="63" y="4"/>
                    </a:cubicBezTo>
                    <a:cubicBezTo>
                      <a:pt x="63" y="5"/>
                      <a:pt x="62" y="3"/>
                      <a:pt x="62" y="4"/>
                    </a:cubicBezTo>
                    <a:cubicBezTo>
                      <a:pt x="63" y="5"/>
                      <a:pt x="64" y="6"/>
                      <a:pt x="65" y="8"/>
                    </a:cubicBezTo>
                    <a:cubicBezTo>
                      <a:pt x="65" y="8"/>
                      <a:pt x="64" y="7"/>
                      <a:pt x="64" y="7"/>
                    </a:cubicBezTo>
                    <a:cubicBezTo>
                      <a:pt x="63" y="6"/>
                      <a:pt x="63" y="6"/>
                      <a:pt x="63" y="6"/>
                    </a:cubicBezTo>
                    <a:cubicBezTo>
                      <a:pt x="63" y="7"/>
                      <a:pt x="62" y="4"/>
                      <a:pt x="62" y="5"/>
                    </a:cubicBezTo>
                    <a:cubicBezTo>
                      <a:pt x="62" y="6"/>
                      <a:pt x="62" y="6"/>
                      <a:pt x="62" y="6"/>
                    </a:cubicBezTo>
                    <a:cubicBezTo>
                      <a:pt x="62" y="6"/>
                      <a:pt x="62" y="5"/>
                      <a:pt x="61" y="5"/>
                    </a:cubicBezTo>
                    <a:cubicBezTo>
                      <a:pt x="62" y="6"/>
                      <a:pt x="62" y="6"/>
                      <a:pt x="62" y="6"/>
                    </a:cubicBezTo>
                    <a:cubicBezTo>
                      <a:pt x="61" y="5"/>
                      <a:pt x="61" y="5"/>
                      <a:pt x="61" y="5"/>
                    </a:cubicBezTo>
                    <a:cubicBezTo>
                      <a:pt x="62" y="6"/>
                      <a:pt x="63" y="8"/>
                      <a:pt x="61" y="6"/>
                    </a:cubicBezTo>
                    <a:cubicBezTo>
                      <a:pt x="63" y="8"/>
                      <a:pt x="61" y="6"/>
                      <a:pt x="62" y="7"/>
                    </a:cubicBezTo>
                    <a:cubicBezTo>
                      <a:pt x="64" y="9"/>
                      <a:pt x="63" y="9"/>
                      <a:pt x="63" y="9"/>
                    </a:cubicBezTo>
                    <a:cubicBezTo>
                      <a:pt x="62" y="7"/>
                      <a:pt x="63" y="9"/>
                      <a:pt x="63" y="9"/>
                    </a:cubicBezTo>
                    <a:cubicBezTo>
                      <a:pt x="61" y="8"/>
                      <a:pt x="61" y="8"/>
                      <a:pt x="61" y="8"/>
                    </a:cubicBezTo>
                    <a:cubicBezTo>
                      <a:pt x="62" y="9"/>
                      <a:pt x="62" y="9"/>
                      <a:pt x="62" y="9"/>
                    </a:cubicBezTo>
                    <a:cubicBezTo>
                      <a:pt x="60" y="6"/>
                      <a:pt x="62" y="10"/>
                      <a:pt x="61" y="10"/>
                    </a:cubicBezTo>
                    <a:cubicBezTo>
                      <a:pt x="61" y="9"/>
                      <a:pt x="60" y="7"/>
                      <a:pt x="60" y="7"/>
                    </a:cubicBezTo>
                    <a:cubicBezTo>
                      <a:pt x="61" y="9"/>
                      <a:pt x="61" y="10"/>
                      <a:pt x="62" y="11"/>
                    </a:cubicBezTo>
                    <a:cubicBezTo>
                      <a:pt x="61" y="11"/>
                      <a:pt x="60" y="9"/>
                      <a:pt x="59" y="7"/>
                    </a:cubicBezTo>
                    <a:cubicBezTo>
                      <a:pt x="60" y="9"/>
                      <a:pt x="58" y="7"/>
                      <a:pt x="59" y="9"/>
                    </a:cubicBezTo>
                    <a:cubicBezTo>
                      <a:pt x="60" y="9"/>
                      <a:pt x="60" y="10"/>
                      <a:pt x="61" y="11"/>
                    </a:cubicBezTo>
                    <a:cubicBezTo>
                      <a:pt x="61" y="11"/>
                      <a:pt x="60" y="10"/>
                      <a:pt x="60" y="10"/>
                    </a:cubicBezTo>
                    <a:cubicBezTo>
                      <a:pt x="60" y="10"/>
                      <a:pt x="61" y="12"/>
                      <a:pt x="61" y="12"/>
                    </a:cubicBezTo>
                    <a:cubicBezTo>
                      <a:pt x="61" y="12"/>
                      <a:pt x="62" y="14"/>
                      <a:pt x="61" y="13"/>
                    </a:cubicBezTo>
                    <a:cubicBezTo>
                      <a:pt x="60" y="12"/>
                      <a:pt x="61" y="12"/>
                      <a:pt x="60" y="11"/>
                    </a:cubicBezTo>
                    <a:cubicBezTo>
                      <a:pt x="60" y="11"/>
                      <a:pt x="62" y="15"/>
                      <a:pt x="62" y="15"/>
                    </a:cubicBezTo>
                    <a:cubicBezTo>
                      <a:pt x="63" y="16"/>
                      <a:pt x="65" y="18"/>
                      <a:pt x="65" y="19"/>
                    </a:cubicBezTo>
                    <a:cubicBezTo>
                      <a:pt x="64" y="19"/>
                      <a:pt x="65" y="18"/>
                      <a:pt x="63" y="17"/>
                    </a:cubicBezTo>
                    <a:cubicBezTo>
                      <a:pt x="63" y="17"/>
                      <a:pt x="63" y="17"/>
                      <a:pt x="63" y="17"/>
                    </a:cubicBezTo>
                    <a:cubicBezTo>
                      <a:pt x="61" y="15"/>
                      <a:pt x="61" y="13"/>
                      <a:pt x="59" y="11"/>
                    </a:cubicBezTo>
                    <a:cubicBezTo>
                      <a:pt x="60" y="12"/>
                      <a:pt x="60" y="12"/>
                      <a:pt x="60" y="12"/>
                    </a:cubicBezTo>
                    <a:cubicBezTo>
                      <a:pt x="59" y="12"/>
                      <a:pt x="58" y="10"/>
                      <a:pt x="58" y="10"/>
                    </a:cubicBezTo>
                    <a:cubicBezTo>
                      <a:pt x="59" y="12"/>
                      <a:pt x="57" y="11"/>
                      <a:pt x="58" y="11"/>
                    </a:cubicBezTo>
                    <a:cubicBezTo>
                      <a:pt x="59" y="12"/>
                      <a:pt x="58" y="11"/>
                      <a:pt x="58" y="12"/>
                    </a:cubicBezTo>
                    <a:cubicBezTo>
                      <a:pt x="58" y="12"/>
                      <a:pt x="60" y="14"/>
                      <a:pt x="59" y="14"/>
                    </a:cubicBezTo>
                    <a:cubicBezTo>
                      <a:pt x="57" y="11"/>
                      <a:pt x="57" y="11"/>
                      <a:pt x="57" y="11"/>
                    </a:cubicBezTo>
                    <a:cubicBezTo>
                      <a:pt x="56" y="11"/>
                      <a:pt x="58" y="13"/>
                      <a:pt x="57" y="12"/>
                    </a:cubicBezTo>
                    <a:cubicBezTo>
                      <a:pt x="57" y="12"/>
                      <a:pt x="57" y="12"/>
                      <a:pt x="57" y="12"/>
                    </a:cubicBezTo>
                    <a:cubicBezTo>
                      <a:pt x="56" y="12"/>
                      <a:pt x="55" y="13"/>
                      <a:pt x="57" y="17"/>
                    </a:cubicBezTo>
                    <a:cubicBezTo>
                      <a:pt x="56" y="16"/>
                      <a:pt x="55" y="16"/>
                      <a:pt x="54" y="15"/>
                    </a:cubicBezTo>
                    <a:cubicBezTo>
                      <a:pt x="55" y="16"/>
                      <a:pt x="55" y="17"/>
                      <a:pt x="55" y="17"/>
                    </a:cubicBezTo>
                    <a:cubicBezTo>
                      <a:pt x="54" y="16"/>
                      <a:pt x="54" y="16"/>
                      <a:pt x="54" y="16"/>
                    </a:cubicBezTo>
                    <a:cubicBezTo>
                      <a:pt x="53" y="15"/>
                      <a:pt x="54" y="17"/>
                      <a:pt x="54" y="18"/>
                    </a:cubicBezTo>
                    <a:cubicBezTo>
                      <a:pt x="53" y="17"/>
                      <a:pt x="53" y="17"/>
                      <a:pt x="53" y="17"/>
                    </a:cubicBezTo>
                    <a:cubicBezTo>
                      <a:pt x="52" y="16"/>
                      <a:pt x="54" y="18"/>
                      <a:pt x="54" y="18"/>
                    </a:cubicBezTo>
                    <a:cubicBezTo>
                      <a:pt x="53" y="17"/>
                      <a:pt x="53" y="17"/>
                      <a:pt x="53" y="17"/>
                    </a:cubicBezTo>
                    <a:cubicBezTo>
                      <a:pt x="54" y="18"/>
                      <a:pt x="54" y="18"/>
                      <a:pt x="54" y="18"/>
                    </a:cubicBezTo>
                    <a:cubicBezTo>
                      <a:pt x="54" y="19"/>
                      <a:pt x="53" y="19"/>
                      <a:pt x="52" y="17"/>
                    </a:cubicBezTo>
                    <a:cubicBezTo>
                      <a:pt x="53" y="18"/>
                      <a:pt x="53" y="18"/>
                      <a:pt x="53" y="18"/>
                    </a:cubicBezTo>
                    <a:cubicBezTo>
                      <a:pt x="52" y="18"/>
                      <a:pt x="51" y="18"/>
                      <a:pt x="51" y="19"/>
                    </a:cubicBezTo>
                    <a:cubicBezTo>
                      <a:pt x="52" y="19"/>
                      <a:pt x="52" y="20"/>
                      <a:pt x="53" y="21"/>
                    </a:cubicBezTo>
                    <a:cubicBezTo>
                      <a:pt x="55" y="22"/>
                      <a:pt x="53" y="20"/>
                      <a:pt x="54" y="22"/>
                    </a:cubicBezTo>
                    <a:cubicBezTo>
                      <a:pt x="53" y="21"/>
                      <a:pt x="52" y="20"/>
                      <a:pt x="52" y="20"/>
                    </a:cubicBezTo>
                    <a:cubicBezTo>
                      <a:pt x="49" y="18"/>
                      <a:pt x="50" y="21"/>
                      <a:pt x="50" y="20"/>
                    </a:cubicBezTo>
                    <a:cubicBezTo>
                      <a:pt x="50" y="21"/>
                      <a:pt x="50" y="21"/>
                      <a:pt x="50" y="21"/>
                    </a:cubicBezTo>
                    <a:cubicBezTo>
                      <a:pt x="48" y="20"/>
                      <a:pt x="50" y="22"/>
                      <a:pt x="48" y="22"/>
                    </a:cubicBezTo>
                    <a:cubicBezTo>
                      <a:pt x="49" y="22"/>
                      <a:pt x="51" y="25"/>
                      <a:pt x="51" y="25"/>
                    </a:cubicBezTo>
                    <a:cubicBezTo>
                      <a:pt x="52" y="26"/>
                      <a:pt x="49" y="23"/>
                      <a:pt x="48" y="22"/>
                    </a:cubicBezTo>
                    <a:cubicBezTo>
                      <a:pt x="48" y="23"/>
                      <a:pt x="48" y="23"/>
                      <a:pt x="48" y="23"/>
                    </a:cubicBezTo>
                    <a:cubicBezTo>
                      <a:pt x="48" y="23"/>
                      <a:pt x="48" y="23"/>
                      <a:pt x="48" y="23"/>
                    </a:cubicBezTo>
                    <a:cubicBezTo>
                      <a:pt x="48" y="24"/>
                      <a:pt x="49" y="25"/>
                      <a:pt x="48" y="24"/>
                    </a:cubicBezTo>
                    <a:cubicBezTo>
                      <a:pt x="48" y="24"/>
                      <a:pt x="48" y="24"/>
                      <a:pt x="48" y="24"/>
                    </a:cubicBezTo>
                    <a:cubicBezTo>
                      <a:pt x="48" y="24"/>
                      <a:pt x="47" y="23"/>
                      <a:pt x="47" y="23"/>
                    </a:cubicBezTo>
                    <a:cubicBezTo>
                      <a:pt x="48" y="25"/>
                      <a:pt x="47" y="24"/>
                      <a:pt x="48" y="25"/>
                    </a:cubicBezTo>
                    <a:cubicBezTo>
                      <a:pt x="47" y="25"/>
                      <a:pt x="47" y="25"/>
                      <a:pt x="47" y="25"/>
                    </a:cubicBezTo>
                    <a:cubicBezTo>
                      <a:pt x="48" y="26"/>
                      <a:pt x="48" y="26"/>
                      <a:pt x="48" y="26"/>
                    </a:cubicBezTo>
                    <a:cubicBezTo>
                      <a:pt x="47" y="26"/>
                      <a:pt x="47" y="26"/>
                      <a:pt x="47" y="26"/>
                    </a:cubicBezTo>
                    <a:cubicBezTo>
                      <a:pt x="46" y="24"/>
                      <a:pt x="46" y="24"/>
                      <a:pt x="46" y="24"/>
                    </a:cubicBezTo>
                    <a:cubicBezTo>
                      <a:pt x="45" y="24"/>
                      <a:pt x="47" y="25"/>
                      <a:pt x="47" y="26"/>
                    </a:cubicBezTo>
                    <a:cubicBezTo>
                      <a:pt x="48" y="27"/>
                      <a:pt x="47" y="26"/>
                      <a:pt x="46" y="26"/>
                    </a:cubicBezTo>
                    <a:cubicBezTo>
                      <a:pt x="46" y="25"/>
                      <a:pt x="47" y="26"/>
                      <a:pt x="47" y="25"/>
                    </a:cubicBezTo>
                    <a:cubicBezTo>
                      <a:pt x="46" y="24"/>
                      <a:pt x="46" y="25"/>
                      <a:pt x="46" y="25"/>
                    </a:cubicBezTo>
                    <a:cubicBezTo>
                      <a:pt x="46" y="25"/>
                      <a:pt x="47" y="26"/>
                      <a:pt x="46" y="26"/>
                    </a:cubicBezTo>
                    <a:cubicBezTo>
                      <a:pt x="46" y="26"/>
                      <a:pt x="46" y="26"/>
                      <a:pt x="45" y="25"/>
                    </a:cubicBezTo>
                    <a:cubicBezTo>
                      <a:pt x="46" y="26"/>
                      <a:pt x="45" y="26"/>
                      <a:pt x="46" y="27"/>
                    </a:cubicBezTo>
                    <a:cubicBezTo>
                      <a:pt x="46" y="27"/>
                      <a:pt x="47" y="27"/>
                      <a:pt x="47" y="28"/>
                    </a:cubicBezTo>
                    <a:cubicBezTo>
                      <a:pt x="47" y="28"/>
                      <a:pt x="47" y="28"/>
                      <a:pt x="47" y="28"/>
                    </a:cubicBezTo>
                    <a:cubicBezTo>
                      <a:pt x="47" y="27"/>
                      <a:pt x="47" y="27"/>
                      <a:pt x="47" y="27"/>
                    </a:cubicBezTo>
                    <a:cubicBezTo>
                      <a:pt x="47" y="28"/>
                      <a:pt x="46" y="28"/>
                      <a:pt x="47" y="29"/>
                    </a:cubicBezTo>
                    <a:cubicBezTo>
                      <a:pt x="46" y="27"/>
                      <a:pt x="46" y="27"/>
                      <a:pt x="46" y="27"/>
                    </a:cubicBezTo>
                    <a:cubicBezTo>
                      <a:pt x="47" y="28"/>
                      <a:pt x="46" y="28"/>
                      <a:pt x="46" y="29"/>
                    </a:cubicBezTo>
                    <a:cubicBezTo>
                      <a:pt x="45" y="27"/>
                      <a:pt x="44" y="26"/>
                      <a:pt x="44" y="26"/>
                    </a:cubicBezTo>
                    <a:cubicBezTo>
                      <a:pt x="44" y="27"/>
                      <a:pt x="44" y="27"/>
                      <a:pt x="44" y="27"/>
                    </a:cubicBezTo>
                    <a:cubicBezTo>
                      <a:pt x="44" y="28"/>
                      <a:pt x="44" y="27"/>
                      <a:pt x="43" y="27"/>
                    </a:cubicBezTo>
                    <a:cubicBezTo>
                      <a:pt x="42" y="26"/>
                      <a:pt x="46" y="31"/>
                      <a:pt x="45" y="30"/>
                    </a:cubicBezTo>
                    <a:cubicBezTo>
                      <a:pt x="44" y="28"/>
                      <a:pt x="43" y="28"/>
                      <a:pt x="43" y="28"/>
                    </a:cubicBezTo>
                    <a:cubicBezTo>
                      <a:pt x="43" y="29"/>
                      <a:pt x="43" y="29"/>
                      <a:pt x="43" y="29"/>
                    </a:cubicBezTo>
                    <a:cubicBezTo>
                      <a:pt x="44" y="29"/>
                      <a:pt x="42" y="28"/>
                      <a:pt x="44" y="28"/>
                    </a:cubicBezTo>
                    <a:cubicBezTo>
                      <a:pt x="44" y="29"/>
                      <a:pt x="44" y="29"/>
                      <a:pt x="44" y="30"/>
                    </a:cubicBezTo>
                    <a:cubicBezTo>
                      <a:pt x="41" y="27"/>
                      <a:pt x="42" y="30"/>
                      <a:pt x="40" y="29"/>
                    </a:cubicBezTo>
                    <a:cubicBezTo>
                      <a:pt x="42" y="30"/>
                      <a:pt x="41" y="29"/>
                      <a:pt x="41" y="30"/>
                    </a:cubicBezTo>
                    <a:cubicBezTo>
                      <a:pt x="39" y="28"/>
                      <a:pt x="41" y="31"/>
                      <a:pt x="40" y="30"/>
                    </a:cubicBezTo>
                    <a:cubicBezTo>
                      <a:pt x="42" y="32"/>
                      <a:pt x="42" y="32"/>
                      <a:pt x="42" y="32"/>
                    </a:cubicBezTo>
                    <a:cubicBezTo>
                      <a:pt x="40" y="31"/>
                      <a:pt x="44" y="35"/>
                      <a:pt x="41" y="33"/>
                    </a:cubicBezTo>
                    <a:cubicBezTo>
                      <a:pt x="40" y="31"/>
                      <a:pt x="40" y="31"/>
                      <a:pt x="40" y="31"/>
                    </a:cubicBezTo>
                    <a:cubicBezTo>
                      <a:pt x="38" y="29"/>
                      <a:pt x="41" y="33"/>
                      <a:pt x="39" y="31"/>
                    </a:cubicBezTo>
                    <a:cubicBezTo>
                      <a:pt x="39" y="32"/>
                      <a:pt x="40" y="33"/>
                      <a:pt x="41" y="34"/>
                    </a:cubicBezTo>
                    <a:cubicBezTo>
                      <a:pt x="40" y="33"/>
                      <a:pt x="39" y="33"/>
                      <a:pt x="38" y="32"/>
                    </a:cubicBezTo>
                    <a:cubicBezTo>
                      <a:pt x="39" y="33"/>
                      <a:pt x="39" y="33"/>
                      <a:pt x="38" y="33"/>
                    </a:cubicBezTo>
                    <a:cubicBezTo>
                      <a:pt x="38" y="32"/>
                      <a:pt x="38" y="32"/>
                      <a:pt x="38" y="32"/>
                    </a:cubicBezTo>
                    <a:cubicBezTo>
                      <a:pt x="37" y="32"/>
                      <a:pt x="38" y="33"/>
                      <a:pt x="38" y="33"/>
                    </a:cubicBezTo>
                    <a:cubicBezTo>
                      <a:pt x="37" y="32"/>
                      <a:pt x="37" y="33"/>
                      <a:pt x="36" y="33"/>
                    </a:cubicBezTo>
                    <a:cubicBezTo>
                      <a:pt x="37" y="35"/>
                      <a:pt x="35" y="32"/>
                      <a:pt x="37" y="35"/>
                    </a:cubicBezTo>
                    <a:cubicBezTo>
                      <a:pt x="36" y="34"/>
                      <a:pt x="36" y="34"/>
                      <a:pt x="36" y="34"/>
                    </a:cubicBezTo>
                    <a:cubicBezTo>
                      <a:pt x="37" y="35"/>
                      <a:pt x="38" y="36"/>
                      <a:pt x="38" y="37"/>
                    </a:cubicBezTo>
                    <a:cubicBezTo>
                      <a:pt x="36" y="35"/>
                      <a:pt x="36" y="35"/>
                      <a:pt x="36" y="35"/>
                    </a:cubicBezTo>
                    <a:cubicBezTo>
                      <a:pt x="35" y="33"/>
                      <a:pt x="36" y="35"/>
                      <a:pt x="35" y="34"/>
                    </a:cubicBezTo>
                    <a:cubicBezTo>
                      <a:pt x="36" y="35"/>
                      <a:pt x="35" y="34"/>
                      <a:pt x="36" y="35"/>
                    </a:cubicBezTo>
                    <a:cubicBezTo>
                      <a:pt x="36" y="36"/>
                      <a:pt x="36" y="36"/>
                      <a:pt x="36" y="36"/>
                    </a:cubicBezTo>
                    <a:cubicBezTo>
                      <a:pt x="36" y="37"/>
                      <a:pt x="36" y="37"/>
                      <a:pt x="36" y="37"/>
                    </a:cubicBezTo>
                    <a:cubicBezTo>
                      <a:pt x="36" y="38"/>
                      <a:pt x="35" y="36"/>
                      <a:pt x="35" y="36"/>
                    </a:cubicBezTo>
                    <a:cubicBezTo>
                      <a:pt x="34" y="35"/>
                      <a:pt x="34" y="36"/>
                      <a:pt x="35" y="36"/>
                    </a:cubicBezTo>
                    <a:cubicBezTo>
                      <a:pt x="35" y="36"/>
                      <a:pt x="35" y="36"/>
                      <a:pt x="35" y="37"/>
                    </a:cubicBezTo>
                    <a:cubicBezTo>
                      <a:pt x="35" y="36"/>
                      <a:pt x="35" y="36"/>
                      <a:pt x="35" y="36"/>
                    </a:cubicBezTo>
                    <a:cubicBezTo>
                      <a:pt x="35" y="36"/>
                      <a:pt x="35" y="36"/>
                      <a:pt x="35" y="37"/>
                    </a:cubicBezTo>
                    <a:cubicBezTo>
                      <a:pt x="35" y="36"/>
                      <a:pt x="35" y="36"/>
                      <a:pt x="34" y="36"/>
                    </a:cubicBezTo>
                    <a:cubicBezTo>
                      <a:pt x="34" y="36"/>
                      <a:pt x="34" y="36"/>
                      <a:pt x="35" y="36"/>
                    </a:cubicBezTo>
                    <a:cubicBezTo>
                      <a:pt x="34" y="36"/>
                      <a:pt x="34" y="36"/>
                      <a:pt x="34" y="36"/>
                    </a:cubicBezTo>
                    <a:cubicBezTo>
                      <a:pt x="34" y="36"/>
                      <a:pt x="34" y="36"/>
                      <a:pt x="34" y="36"/>
                    </a:cubicBezTo>
                    <a:cubicBezTo>
                      <a:pt x="34" y="36"/>
                      <a:pt x="34" y="36"/>
                      <a:pt x="34" y="36"/>
                    </a:cubicBezTo>
                    <a:cubicBezTo>
                      <a:pt x="33" y="35"/>
                      <a:pt x="33" y="35"/>
                      <a:pt x="33" y="35"/>
                    </a:cubicBezTo>
                    <a:cubicBezTo>
                      <a:pt x="33" y="35"/>
                      <a:pt x="33" y="36"/>
                      <a:pt x="34" y="37"/>
                    </a:cubicBezTo>
                    <a:cubicBezTo>
                      <a:pt x="32" y="36"/>
                      <a:pt x="33" y="38"/>
                      <a:pt x="33" y="39"/>
                    </a:cubicBezTo>
                    <a:cubicBezTo>
                      <a:pt x="33" y="39"/>
                      <a:pt x="32" y="38"/>
                      <a:pt x="33" y="38"/>
                    </a:cubicBezTo>
                    <a:cubicBezTo>
                      <a:pt x="33" y="39"/>
                      <a:pt x="33" y="40"/>
                      <a:pt x="33" y="39"/>
                    </a:cubicBezTo>
                    <a:cubicBezTo>
                      <a:pt x="33" y="40"/>
                      <a:pt x="32" y="38"/>
                      <a:pt x="32" y="38"/>
                    </a:cubicBezTo>
                    <a:cubicBezTo>
                      <a:pt x="31" y="38"/>
                      <a:pt x="33" y="40"/>
                      <a:pt x="32" y="40"/>
                    </a:cubicBezTo>
                    <a:cubicBezTo>
                      <a:pt x="30" y="38"/>
                      <a:pt x="33" y="42"/>
                      <a:pt x="31" y="41"/>
                    </a:cubicBezTo>
                    <a:cubicBezTo>
                      <a:pt x="31" y="41"/>
                      <a:pt x="31" y="40"/>
                      <a:pt x="30" y="39"/>
                    </a:cubicBezTo>
                    <a:cubicBezTo>
                      <a:pt x="30" y="40"/>
                      <a:pt x="30" y="41"/>
                      <a:pt x="31" y="43"/>
                    </a:cubicBezTo>
                    <a:cubicBezTo>
                      <a:pt x="30" y="41"/>
                      <a:pt x="30" y="41"/>
                      <a:pt x="30" y="41"/>
                    </a:cubicBezTo>
                    <a:cubicBezTo>
                      <a:pt x="30" y="41"/>
                      <a:pt x="30" y="42"/>
                      <a:pt x="31" y="43"/>
                    </a:cubicBezTo>
                    <a:cubicBezTo>
                      <a:pt x="32" y="44"/>
                      <a:pt x="32" y="45"/>
                      <a:pt x="32" y="45"/>
                    </a:cubicBezTo>
                    <a:cubicBezTo>
                      <a:pt x="32" y="45"/>
                      <a:pt x="32" y="45"/>
                      <a:pt x="32" y="45"/>
                    </a:cubicBezTo>
                    <a:cubicBezTo>
                      <a:pt x="32" y="46"/>
                      <a:pt x="32" y="46"/>
                      <a:pt x="32" y="46"/>
                    </a:cubicBezTo>
                    <a:cubicBezTo>
                      <a:pt x="31" y="45"/>
                      <a:pt x="31" y="45"/>
                      <a:pt x="31" y="45"/>
                    </a:cubicBezTo>
                    <a:cubicBezTo>
                      <a:pt x="29" y="43"/>
                      <a:pt x="29" y="44"/>
                      <a:pt x="29" y="44"/>
                    </a:cubicBezTo>
                    <a:cubicBezTo>
                      <a:pt x="30" y="45"/>
                      <a:pt x="30" y="45"/>
                      <a:pt x="30" y="45"/>
                    </a:cubicBezTo>
                    <a:cubicBezTo>
                      <a:pt x="30" y="46"/>
                      <a:pt x="29" y="44"/>
                      <a:pt x="29" y="44"/>
                    </a:cubicBezTo>
                    <a:cubicBezTo>
                      <a:pt x="31" y="48"/>
                      <a:pt x="31" y="48"/>
                      <a:pt x="31" y="48"/>
                    </a:cubicBezTo>
                    <a:cubicBezTo>
                      <a:pt x="31" y="48"/>
                      <a:pt x="30" y="47"/>
                      <a:pt x="29" y="46"/>
                    </a:cubicBezTo>
                    <a:cubicBezTo>
                      <a:pt x="29" y="46"/>
                      <a:pt x="31" y="49"/>
                      <a:pt x="31" y="50"/>
                    </a:cubicBezTo>
                    <a:cubicBezTo>
                      <a:pt x="31" y="50"/>
                      <a:pt x="31" y="51"/>
                      <a:pt x="31" y="51"/>
                    </a:cubicBezTo>
                    <a:cubicBezTo>
                      <a:pt x="30" y="50"/>
                      <a:pt x="31" y="51"/>
                      <a:pt x="31" y="51"/>
                    </a:cubicBezTo>
                    <a:cubicBezTo>
                      <a:pt x="30" y="50"/>
                      <a:pt x="30" y="50"/>
                      <a:pt x="30" y="50"/>
                    </a:cubicBezTo>
                    <a:cubicBezTo>
                      <a:pt x="30" y="49"/>
                      <a:pt x="28" y="48"/>
                      <a:pt x="28" y="47"/>
                    </a:cubicBezTo>
                    <a:cubicBezTo>
                      <a:pt x="28" y="48"/>
                      <a:pt x="27" y="47"/>
                      <a:pt x="26" y="47"/>
                    </a:cubicBezTo>
                    <a:cubicBezTo>
                      <a:pt x="28" y="49"/>
                      <a:pt x="27" y="49"/>
                      <a:pt x="28" y="51"/>
                    </a:cubicBezTo>
                    <a:cubicBezTo>
                      <a:pt x="28" y="51"/>
                      <a:pt x="27" y="49"/>
                      <a:pt x="26" y="49"/>
                    </a:cubicBezTo>
                    <a:cubicBezTo>
                      <a:pt x="27" y="50"/>
                      <a:pt x="26" y="50"/>
                      <a:pt x="25" y="50"/>
                    </a:cubicBezTo>
                    <a:cubicBezTo>
                      <a:pt x="25" y="50"/>
                      <a:pt x="25" y="50"/>
                      <a:pt x="25" y="50"/>
                    </a:cubicBezTo>
                    <a:cubicBezTo>
                      <a:pt x="25" y="51"/>
                      <a:pt x="24" y="51"/>
                      <a:pt x="25" y="53"/>
                    </a:cubicBezTo>
                    <a:cubicBezTo>
                      <a:pt x="25" y="52"/>
                      <a:pt x="25" y="52"/>
                      <a:pt x="25" y="52"/>
                    </a:cubicBezTo>
                    <a:cubicBezTo>
                      <a:pt x="24" y="51"/>
                      <a:pt x="27" y="54"/>
                      <a:pt x="25" y="53"/>
                    </a:cubicBezTo>
                    <a:cubicBezTo>
                      <a:pt x="25" y="52"/>
                      <a:pt x="25" y="52"/>
                      <a:pt x="25" y="52"/>
                    </a:cubicBezTo>
                    <a:cubicBezTo>
                      <a:pt x="25" y="53"/>
                      <a:pt x="23" y="52"/>
                      <a:pt x="24" y="54"/>
                    </a:cubicBezTo>
                    <a:cubicBezTo>
                      <a:pt x="24" y="53"/>
                      <a:pt x="24" y="53"/>
                      <a:pt x="24" y="53"/>
                    </a:cubicBezTo>
                    <a:cubicBezTo>
                      <a:pt x="24" y="53"/>
                      <a:pt x="23" y="53"/>
                      <a:pt x="24" y="55"/>
                    </a:cubicBezTo>
                    <a:cubicBezTo>
                      <a:pt x="23" y="53"/>
                      <a:pt x="23" y="53"/>
                      <a:pt x="23" y="53"/>
                    </a:cubicBezTo>
                    <a:cubicBezTo>
                      <a:pt x="22" y="52"/>
                      <a:pt x="24" y="55"/>
                      <a:pt x="23" y="55"/>
                    </a:cubicBezTo>
                    <a:cubicBezTo>
                      <a:pt x="23" y="55"/>
                      <a:pt x="22" y="54"/>
                      <a:pt x="22" y="54"/>
                    </a:cubicBezTo>
                    <a:cubicBezTo>
                      <a:pt x="23" y="55"/>
                      <a:pt x="22" y="55"/>
                      <a:pt x="23" y="55"/>
                    </a:cubicBezTo>
                    <a:cubicBezTo>
                      <a:pt x="21" y="54"/>
                      <a:pt x="21" y="54"/>
                      <a:pt x="21" y="54"/>
                    </a:cubicBezTo>
                    <a:cubicBezTo>
                      <a:pt x="20" y="55"/>
                      <a:pt x="18" y="56"/>
                      <a:pt x="18" y="59"/>
                    </a:cubicBezTo>
                    <a:cubicBezTo>
                      <a:pt x="16" y="57"/>
                      <a:pt x="17" y="57"/>
                      <a:pt x="16" y="56"/>
                    </a:cubicBezTo>
                    <a:cubicBezTo>
                      <a:pt x="18" y="58"/>
                      <a:pt x="16" y="57"/>
                      <a:pt x="16" y="58"/>
                    </a:cubicBezTo>
                    <a:cubicBezTo>
                      <a:pt x="16" y="57"/>
                      <a:pt x="16" y="57"/>
                      <a:pt x="16" y="57"/>
                    </a:cubicBezTo>
                    <a:cubicBezTo>
                      <a:pt x="16" y="58"/>
                      <a:pt x="15" y="57"/>
                      <a:pt x="16" y="58"/>
                    </a:cubicBezTo>
                    <a:cubicBezTo>
                      <a:pt x="16" y="58"/>
                      <a:pt x="16" y="58"/>
                      <a:pt x="16" y="58"/>
                    </a:cubicBezTo>
                    <a:cubicBezTo>
                      <a:pt x="17" y="59"/>
                      <a:pt x="14" y="56"/>
                      <a:pt x="15" y="59"/>
                    </a:cubicBezTo>
                    <a:cubicBezTo>
                      <a:pt x="14" y="57"/>
                      <a:pt x="14" y="57"/>
                      <a:pt x="14" y="57"/>
                    </a:cubicBezTo>
                    <a:cubicBezTo>
                      <a:pt x="16" y="60"/>
                      <a:pt x="13" y="57"/>
                      <a:pt x="15" y="59"/>
                    </a:cubicBezTo>
                    <a:cubicBezTo>
                      <a:pt x="14" y="59"/>
                      <a:pt x="14" y="59"/>
                      <a:pt x="14" y="59"/>
                    </a:cubicBezTo>
                    <a:cubicBezTo>
                      <a:pt x="13" y="58"/>
                      <a:pt x="15" y="61"/>
                      <a:pt x="14" y="60"/>
                    </a:cubicBezTo>
                    <a:cubicBezTo>
                      <a:pt x="14" y="60"/>
                      <a:pt x="14" y="61"/>
                      <a:pt x="15" y="63"/>
                    </a:cubicBezTo>
                    <a:cubicBezTo>
                      <a:pt x="14" y="60"/>
                      <a:pt x="14" y="60"/>
                      <a:pt x="14" y="60"/>
                    </a:cubicBezTo>
                    <a:cubicBezTo>
                      <a:pt x="13" y="62"/>
                      <a:pt x="12" y="63"/>
                      <a:pt x="13" y="65"/>
                    </a:cubicBezTo>
                    <a:cubicBezTo>
                      <a:pt x="12" y="65"/>
                      <a:pt x="12" y="65"/>
                      <a:pt x="12" y="65"/>
                    </a:cubicBezTo>
                    <a:cubicBezTo>
                      <a:pt x="13" y="67"/>
                      <a:pt x="9" y="64"/>
                      <a:pt x="12" y="67"/>
                    </a:cubicBezTo>
                    <a:cubicBezTo>
                      <a:pt x="13" y="69"/>
                      <a:pt x="13" y="69"/>
                      <a:pt x="13" y="69"/>
                    </a:cubicBezTo>
                    <a:cubicBezTo>
                      <a:pt x="11" y="67"/>
                      <a:pt x="11" y="67"/>
                      <a:pt x="11" y="67"/>
                    </a:cubicBezTo>
                    <a:cubicBezTo>
                      <a:pt x="11" y="68"/>
                      <a:pt x="10" y="68"/>
                      <a:pt x="11" y="69"/>
                    </a:cubicBezTo>
                    <a:cubicBezTo>
                      <a:pt x="10" y="68"/>
                      <a:pt x="10" y="68"/>
                      <a:pt x="10" y="68"/>
                    </a:cubicBezTo>
                    <a:cubicBezTo>
                      <a:pt x="10" y="68"/>
                      <a:pt x="11" y="70"/>
                      <a:pt x="11" y="70"/>
                    </a:cubicBezTo>
                    <a:cubicBezTo>
                      <a:pt x="10" y="69"/>
                      <a:pt x="10" y="69"/>
                      <a:pt x="10" y="69"/>
                    </a:cubicBezTo>
                    <a:cubicBezTo>
                      <a:pt x="7" y="68"/>
                      <a:pt x="4" y="67"/>
                      <a:pt x="5" y="71"/>
                    </a:cubicBezTo>
                    <a:cubicBezTo>
                      <a:pt x="5" y="72"/>
                      <a:pt x="3" y="70"/>
                      <a:pt x="3" y="70"/>
                    </a:cubicBezTo>
                    <a:cubicBezTo>
                      <a:pt x="5" y="73"/>
                      <a:pt x="0" y="70"/>
                      <a:pt x="2" y="75"/>
                    </a:cubicBezTo>
                    <a:cubicBezTo>
                      <a:pt x="2" y="77"/>
                      <a:pt x="6" y="82"/>
                      <a:pt x="6" y="82"/>
                    </a:cubicBezTo>
                    <a:cubicBezTo>
                      <a:pt x="7" y="78"/>
                      <a:pt x="10" y="79"/>
                      <a:pt x="14" y="80"/>
                    </a:cubicBezTo>
                    <a:cubicBezTo>
                      <a:pt x="14" y="79"/>
                      <a:pt x="14" y="77"/>
                      <a:pt x="15" y="78"/>
                    </a:cubicBezTo>
                    <a:cubicBezTo>
                      <a:pt x="18" y="75"/>
                      <a:pt x="23" y="77"/>
                      <a:pt x="24" y="73"/>
                    </a:cubicBezTo>
                    <a:cubicBezTo>
                      <a:pt x="23" y="73"/>
                      <a:pt x="23" y="72"/>
                      <a:pt x="23" y="71"/>
                    </a:cubicBezTo>
                    <a:cubicBezTo>
                      <a:pt x="23" y="72"/>
                      <a:pt x="23" y="72"/>
                      <a:pt x="23" y="72"/>
                    </a:cubicBezTo>
                    <a:cubicBezTo>
                      <a:pt x="22" y="71"/>
                      <a:pt x="22" y="71"/>
                      <a:pt x="22" y="71"/>
                    </a:cubicBezTo>
                    <a:cubicBezTo>
                      <a:pt x="23" y="70"/>
                      <a:pt x="24" y="72"/>
                      <a:pt x="24" y="72"/>
                    </a:cubicBezTo>
                    <a:cubicBezTo>
                      <a:pt x="25" y="71"/>
                      <a:pt x="25" y="70"/>
                      <a:pt x="26" y="70"/>
                    </a:cubicBezTo>
                    <a:cubicBezTo>
                      <a:pt x="25" y="68"/>
                      <a:pt x="27" y="69"/>
                      <a:pt x="25" y="67"/>
                    </a:cubicBezTo>
                    <a:cubicBezTo>
                      <a:pt x="26" y="68"/>
                      <a:pt x="26" y="68"/>
                      <a:pt x="26" y="68"/>
                    </a:cubicBezTo>
                    <a:cubicBezTo>
                      <a:pt x="26" y="67"/>
                      <a:pt x="26" y="67"/>
                      <a:pt x="28" y="68"/>
                    </a:cubicBezTo>
                    <a:cubicBezTo>
                      <a:pt x="32" y="68"/>
                      <a:pt x="33" y="64"/>
                      <a:pt x="36" y="63"/>
                    </a:cubicBezTo>
                    <a:cubicBezTo>
                      <a:pt x="39" y="60"/>
                      <a:pt x="40" y="57"/>
                      <a:pt x="43" y="54"/>
                    </a:cubicBezTo>
                    <a:cubicBezTo>
                      <a:pt x="41" y="51"/>
                      <a:pt x="42" y="52"/>
                      <a:pt x="41" y="49"/>
                    </a:cubicBezTo>
                    <a:cubicBezTo>
                      <a:pt x="42" y="50"/>
                      <a:pt x="42" y="50"/>
                      <a:pt x="42" y="50"/>
                    </a:cubicBezTo>
                    <a:cubicBezTo>
                      <a:pt x="41" y="48"/>
                      <a:pt x="42" y="49"/>
                      <a:pt x="44" y="50"/>
                    </a:cubicBezTo>
                    <a:cubicBezTo>
                      <a:pt x="43" y="49"/>
                      <a:pt x="44" y="50"/>
                      <a:pt x="42" y="48"/>
                    </a:cubicBezTo>
                    <a:cubicBezTo>
                      <a:pt x="41" y="47"/>
                      <a:pt x="44" y="50"/>
                      <a:pt x="44" y="49"/>
                    </a:cubicBezTo>
                    <a:cubicBezTo>
                      <a:pt x="45" y="50"/>
                      <a:pt x="43" y="48"/>
                      <a:pt x="44" y="49"/>
                    </a:cubicBezTo>
                    <a:cubicBezTo>
                      <a:pt x="43" y="46"/>
                      <a:pt x="44" y="50"/>
                      <a:pt x="47" y="50"/>
                    </a:cubicBezTo>
                    <a:cubicBezTo>
                      <a:pt x="47" y="49"/>
                      <a:pt x="47" y="46"/>
                      <a:pt x="49" y="46"/>
                    </a:cubicBezTo>
                    <a:cubicBezTo>
                      <a:pt x="49" y="46"/>
                      <a:pt x="48" y="45"/>
                      <a:pt x="48" y="45"/>
                    </a:cubicBezTo>
                    <a:cubicBezTo>
                      <a:pt x="50" y="47"/>
                      <a:pt x="48" y="44"/>
                      <a:pt x="49" y="45"/>
                    </a:cubicBezTo>
                    <a:cubicBezTo>
                      <a:pt x="50" y="46"/>
                      <a:pt x="50" y="46"/>
                      <a:pt x="50" y="46"/>
                    </a:cubicBezTo>
                    <a:cubicBezTo>
                      <a:pt x="51" y="46"/>
                      <a:pt x="50" y="45"/>
                      <a:pt x="52" y="45"/>
                    </a:cubicBezTo>
                    <a:cubicBezTo>
                      <a:pt x="51" y="44"/>
                      <a:pt x="54" y="45"/>
                      <a:pt x="53" y="44"/>
                    </a:cubicBezTo>
                    <a:cubicBezTo>
                      <a:pt x="54" y="45"/>
                      <a:pt x="54" y="44"/>
                      <a:pt x="54" y="45"/>
                    </a:cubicBezTo>
                    <a:cubicBezTo>
                      <a:pt x="52" y="42"/>
                      <a:pt x="56" y="45"/>
                      <a:pt x="55" y="43"/>
                    </a:cubicBezTo>
                    <a:cubicBezTo>
                      <a:pt x="55" y="43"/>
                      <a:pt x="55" y="43"/>
                      <a:pt x="55" y="43"/>
                    </a:cubicBezTo>
                    <a:cubicBezTo>
                      <a:pt x="56" y="42"/>
                      <a:pt x="58" y="42"/>
                      <a:pt x="58" y="39"/>
                    </a:cubicBezTo>
                    <a:cubicBezTo>
                      <a:pt x="59" y="38"/>
                      <a:pt x="62" y="40"/>
                      <a:pt x="62" y="38"/>
                    </a:cubicBezTo>
                    <a:cubicBezTo>
                      <a:pt x="61" y="37"/>
                      <a:pt x="61" y="37"/>
                      <a:pt x="61" y="37"/>
                    </a:cubicBezTo>
                    <a:cubicBezTo>
                      <a:pt x="61" y="36"/>
                      <a:pt x="62" y="37"/>
                      <a:pt x="62" y="38"/>
                    </a:cubicBezTo>
                    <a:cubicBezTo>
                      <a:pt x="61" y="36"/>
                      <a:pt x="63" y="37"/>
                      <a:pt x="64" y="37"/>
                    </a:cubicBezTo>
                    <a:cubicBezTo>
                      <a:pt x="63" y="36"/>
                      <a:pt x="63" y="36"/>
                      <a:pt x="63" y="35"/>
                    </a:cubicBezTo>
                    <a:cubicBezTo>
                      <a:pt x="66" y="36"/>
                      <a:pt x="63" y="33"/>
                      <a:pt x="66" y="34"/>
                    </a:cubicBezTo>
                    <a:cubicBezTo>
                      <a:pt x="63" y="32"/>
                      <a:pt x="65" y="33"/>
                      <a:pt x="64" y="32"/>
                    </a:cubicBezTo>
                    <a:cubicBezTo>
                      <a:pt x="64" y="32"/>
                      <a:pt x="65" y="33"/>
                      <a:pt x="65" y="33"/>
                    </a:cubicBezTo>
                    <a:cubicBezTo>
                      <a:pt x="66" y="33"/>
                      <a:pt x="66" y="32"/>
                      <a:pt x="67" y="33"/>
                    </a:cubicBezTo>
                    <a:cubicBezTo>
                      <a:pt x="67" y="32"/>
                      <a:pt x="66" y="31"/>
                      <a:pt x="66" y="31"/>
                    </a:cubicBezTo>
                    <a:cubicBezTo>
                      <a:pt x="68" y="33"/>
                      <a:pt x="67" y="31"/>
                      <a:pt x="68" y="31"/>
                    </a:cubicBezTo>
                    <a:cubicBezTo>
                      <a:pt x="66" y="29"/>
                      <a:pt x="66" y="28"/>
                      <a:pt x="66" y="28"/>
                    </a:cubicBezTo>
                    <a:cubicBezTo>
                      <a:pt x="68" y="31"/>
                      <a:pt x="68" y="31"/>
                      <a:pt x="68" y="31"/>
                    </a:cubicBezTo>
                    <a:cubicBezTo>
                      <a:pt x="68" y="29"/>
                      <a:pt x="71" y="30"/>
                      <a:pt x="70" y="27"/>
                    </a:cubicBezTo>
                    <a:cubicBezTo>
                      <a:pt x="71" y="28"/>
                      <a:pt x="71" y="28"/>
                      <a:pt x="71" y="28"/>
                    </a:cubicBezTo>
                    <a:cubicBezTo>
                      <a:pt x="71" y="25"/>
                      <a:pt x="73" y="26"/>
                      <a:pt x="72" y="23"/>
                    </a:cubicBezTo>
                    <a:cubicBezTo>
                      <a:pt x="73" y="23"/>
                      <a:pt x="73" y="24"/>
                      <a:pt x="74" y="23"/>
                    </a:cubicBezTo>
                    <a:cubicBezTo>
                      <a:pt x="73" y="22"/>
                      <a:pt x="73" y="22"/>
                      <a:pt x="72" y="20"/>
                    </a:cubicBezTo>
                    <a:cubicBezTo>
                      <a:pt x="72" y="20"/>
                      <a:pt x="73" y="21"/>
                      <a:pt x="74" y="21"/>
                    </a:cubicBezTo>
                    <a:cubicBezTo>
                      <a:pt x="74" y="21"/>
                      <a:pt x="76" y="23"/>
                      <a:pt x="75" y="20"/>
                    </a:cubicBezTo>
                    <a:cubicBezTo>
                      <a:pt x="76" y="21"/>
                      <a:pt x="76" y="21"/>
                      <a:pt x="76" y="21"/>
                    </a:cubicBezTo>
                    <a:cubicBezTo>
                      <a:pt x="76" y="20"/>
                      <a:pt x="75" y="18"/>
                      <a:pt x="76" y="19"/>
                    </a:cubicBezTo>
                    <a:cubicBezTo>
                      <a:pt x="76" y="18"/>
                      <a:pt x="76" y="17"/>
                      <a:pt x="75" y="16"/>
                    </a:cubicBezTo>
                    <a:cubicBezTo>
                      <a:pt x="75" y="16"/>
                      <a:pt x="76" y="18"/>
                      <a:pt x="76" y="17"/>
                    </a:cubicBezTo>
                    <a:cubicBezTo>
                      <a:pt x="77" y="19"/>
                      <a:pt x="77" y="19"/>
                      <a:pt x="77" y="19"/>
                    </a:cubicBezTo>
                    <a:cubicBezTo>
                      <a:pt x="78" y="18"/>
                      <a:pt x="78" y="17"/>
                      <a:pt x="79" y="15"/>
                    </a:cubicBezTo>
                    <a:cubicBezTo>
                      <a:pt x="80" y="17"/>
                      <a:pt x="80" y="15"/>
                      <a:pt x="81" y="15"/>
                    </a:cubicBezTo>
                    <a:cubicBezTo>
                      <a:pt x="81" y="14"/>
                      <a:pt x="82" y="15"/>
                      <a:pt x="81" y="13"/>
                    </a:cubicBezTo>
                    <a:cubicBezTo>
                      <a:pt x="82" y="14"/>
                      <a:pt x="82" y="14"/>
                      <a:pt x="82" y="14"/>
                    </a:cubicBezTo>
                    <a:cubicBezTo>
                      <a:pt x="82" y="14"/>
                      <a:pt x="83" y="13"/>
                      <a:pt x="84" y="14"/>
                    </a:cubicBezTo>
                    <a:cubicBezTo>
                      <a:pt x="84" y="14"/>
                      <a:pt x="83" y="12"/>
                      <a:pt x="83" y="11"/>
                    </a:cubicBezTo>
                    <a:cubicBezTo>
                      <a:pt x="84" y="12"/>
                      <a:pt x="84" y="12"/>
                      <a:pt x="84" y="12"/>
                    </a:cubicBezTo>
                    <a:cubicBezTo>
                      <a:pt x="84" y="11"/>
                      <a:pt x="83" y="10"/>
                      <a:pt x="82" y="8"/>
                    </a:cubicBezTo>
                    <a:cubicBezTo>
                      <a:pt x="83" y="9"/>
                      <a:pt x="82" y="8"/>
                      <a:pt x="83" y="9"/>
                    </a:cubicBezTo>
                    <a:cubicBezTo>
                      <a:pt x="83" y="10"/>
                      <a:pt x="84" y="11"/>
                      <a:pt x="84" y="13"/>
                    </a:cubicBezTo>
                    <a:cubicBezTo>
                      <a:pt x="85" y="13"/>
                      <a:pt x="84" y="10"/>
                      <a:pt x="85" y="11"/>
                    </a:cubicBezTo>
                    <a:cubicBezTo>
                      <a:pt x="86" y="12"/>
                      <a:pt x="86" y="11"/>
                      <a:pt x="85" y="9"/>
                    </a:cubicBezTo>
                    <a:cubicBezTo>
                      <a:pt x="85" y="10"/>
                      <a:pt x="85" y="10"/>
                      <a:pt x="86" y="11"/>
                    </a:cubicBezTo>
                    <a:cubicBezTo>
                      <a:pt x="86" y="11"/>
                      <a:pt x="86" y="11"/>
                      <a:pt x="86" y="10"/>
                    </a:cubicBezTo>
                    <a:cubicBezTo>
                      <a:pt x="86" y="10"/>
                      <a:pt x="85" y="10"/>
                      <a:pt x="85" y="10"/>
                    </a:cubicBezTo>
                    <a:cubicBezTo>
                      <a:pt x="85" y="9"/>
                      <a:pt x="85" y="8"/>
                      <a:pt x="84" y="7"/>
                    </a:cubicBezTo>
                    <a:cubicBezTo>
                      <a:pt x="84" y="7"/>
                      <a:pt x="84" y="7"/>
                      <a:pt x="84" y="7"/>
                    </a:cubicBezTo>
                    <a:cubicBezTo>
                      <a:pt x="83" y="6"/>
                      <a:pt x="84" y="5"/>
                      <a:pt x="84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62" name="Freeform 37"/>
              <p:cNvSpPr/>
              <p:nvPr>
                <p:custDataLst>
                  <p:tags r:id="rId283"/>
                </p:custDataLst>
              </p:nvPr>
            </p:nvSpPr>
            <p:spPr bwMode="auto">
              <a:xfrm>
                <a:off x="3725" y="2268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63" name="Freeform 38"/>
              <p:cNvSpPr/>
              <p:nvPr>
                <p:custDataLst>
                  <p:tags r:id="rId284"/>
                </p:custDataLst>
              </p:nvPr>
            </p:nvSpPr>
            <p:spPr bwMode="auto">
              <a:xfrm>
                <a:off x="3474" y="207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64" name="Freeform 39"/>
              <p:cNvSpPr/>
              <p:nvPr>
                <p:custDataLst>
                  <p:tags r:id="rId285"/>
                </p:custDataLst>
              </p:nvPr>
            </p:nvSpPr>
            <p:spPr bwMode="auto">
              <a:xfrm>
                <a:off x="3799" y="2608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65" name="Freeform 40"/>
              <p:cNvSpPr/>
              <p:nvPr>
                <p:custDataLst>
                  <p:tags r:id="rId286"/>
                </p:custDataLst>
              </p:nvPr>
            </p:nvSpPr>
            <p:spPr bwMode="auto">
              <a:xfrm>
                <a:off x="3470" y="2079"/>
                <a:ext cx="2" cy="3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1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66" name="Freeform 41"/>
              <p:cNvSpPr/>
              <p:nvPr>
                <p:custDataLst>
                  <p:tags r:id="rId287"/>
                </p:custDataLst>
              </p:nvPr>
            </p:nvSpPr>
            <p:spPr bwMode="auto">
              <a:xfrm>
                <a:off x="3825" y="276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67" name="Freeform 42"/>
              <p:cNvSpPr/>
              <p:nvPr>
                <p:custDataLst>
                  <p:tags r:id="rId288"/>
                </p:custDataLst>
              </p:nvPr>
            </p:nvSpPr>
            <p:spPr bwMode="auto">
              <a:xfrm>
                <a:off x="3466" y="2152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68" name="Freeform 43"/>
              <p:cNvSpPr/>
              <p:nvPr>
                <p:custDataLst>
                  <p:tags r:id="rId289"/>
                </p:custDataLst>
              </p:nvPr>
            </p:nvSpPr>
            <p:spPr bwMode="auto">
              <a:xfrm>
                <a:off x="3916" y="2582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69" name="Freeform 44"/>
              <p:cNvSpPr/>
              <p:nvPr>
                <p:custDataLst>
                  <p:tags r:id="rId290"/>
                </p:custDataLst>
              </p:nvPr>
            </p:nvSpPr>
            <p:spPr bwMode="auto">
              <a:xfrm>
                <a:off x="3899" y="278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70" name="Freeform 45"/>
              <p:cNvSpPr/>
              <p:nvPr>
                <p:custDataLst>
                  <p:tags r:id="rId291"/>
                </p:custDataLst>
              </p:nvPr>
            </p:nvSpPr>
            <p:spPr bwMode="auto">
              <a:xfrm>
                <a:off x="3926" y="2582"/>
                <a:ext cx="3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71" name="Freeform 46"/>
              <p:cNvSpPr/>
              <p:nvPr>
                <p:custDataLst>
                  <p:tags r:id="rId292"/>
                </p:custDataLst>
              </p:nvPr>
            </p:nvSpPr>
            <p:spPr bwMode="auto">
              <a:xfrm>
                <a:off x="3850" y="268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72" name="Freeform 47"/>
              <p:cNvSpPr/>
              <p:nvPr>
                <p:custDataLst>
                  <p:tags r:id="rId293"/>
                </p:custDataLst>
              </p:nvPr>
            </p:nvSpPr>
            <p:spPr bwMode="auto">
              <a:xfrm>
                <a:off x="3926" y="258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73" name="Freeform 48"/>
              <p:cNvSpPr/>
              <p:nvPr>
                <p:custDataLst>
                  <p:tags r:id="rId294"/>
                </p:custDataLst>
              </p:nvPr>
            </p:nvSpPr>
            <p:spPr bwMode="auto">
              <a:xfrm>
                <a:off x="3810" y="278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74" name="Freeform 49"/>
              <p:cNvSpPr/>
              <p:nvPr>
                <p:custDataLst>
                  <p:tags r:id="rId295"/>
                </p:custDataLst>
              </p:nvPr>
            </p:nvSpPr>
            <p:spPr bwMode="auto">
              <a:xfrm>
                <a:off x="3827" y="2270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0"/>
                      <a:pt x="1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75" name="Freeform 50"/>
              <p:cNvSpPr/>
              <p:nvPr>
                <p:custDataLst>
                  <p:tags r:id="rId296"/>
                </p:custDataLst>
              </p:nvPr>
            </p:nvSpPr>
            <p:spPr bwMode="auto">
              <a:xfrm>
                <a:off x="3470" y="208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76" name="Freeform 51"/>
              <p:cNvSpPr/>
              <p:nvPr>
                <p:custDataLst>
                  <p:tags r:id="rId297"/>
                </p:custDataLst>
              </p:nvPr>
            </p:nvSpPr>
            <p:spPr bwMode="auto">
              <a:xfrm>
                <a:off x="4497" y="2332"/>
                <a:ext cx="2" cy="4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1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1" y="0"/>
                      <a:pt x="0" y="1"/>
                    </a:cubicBezTo>
                    <a:cubicBezTo>
                      <a:pt x="1" y="1"/>
                      <a:pt x="0" y="2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77" name="Freeform 52"/>
              <p:cNvSpPr/>
              <p:nvPr>
                <p:custDataLst>
                  <p:tags r:id="rId298"/>
                </p:custDataLst>
              </p:nvPr>
            </p:nvSpPr>
            <p:spPr bwMode="auto">
              <a:xfrm>
                <a:off x="4468" y="2319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2 w 2"/>
                  <a:gd name="T3" fmla="*/ 0 h 2"/>
                  <a:gd name="T4" fmla="*/ 0 w 2"/>
                  <a:gd name="T5" fmla="*/ 2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2" y="0"/>
                    </a:lnTo>
                    <a:lnTo>
                      <a:pt x="0" y="2"/>
                    </a:lnTo>
                    <a:lnTo>
                      <a:pt x="2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78" name="Freeform 53"/>
              <p:cNvSpPr/>
              <p:nvPr>
                <p:custDataLst>
                  <p:tags r:id="rId299"/>
                </p:custDataLst>
              </p:nvPr>
            </p:nvSpPr>
            <p:spPr bwMode="auto">
              <a:xfrm>
                <a:off x="4451" y="2270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79" name="Freeform 54"/>
              <p:cNvSpPr/>
              <p:nvPr>
                <p:custDataLst>
                  <p:tags r:id="rId300"/>
                </p:custDataLst>
              </p:nvPr>
            </p:nvSpPr>
            <p:spPr bwMode="auto">
              <a:xfrm>
                <a:off x="4385" y="2289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80" name="Freeform 55"/>
              <p:cNvSpPr/>
              <p:nvPr>
                <p:custDataLst>
                  <p:tags r:id="rId301"/>
                </p:custDataLst>
              </p:nvPr>
            </p:nvSpPr>
            <p:spPr bwMode="auto">
              <a:xfrm>
                <a:off x="4381" y="2277"/>
                <a:ext cx="4" cy="2"/>
              </a:xfrm>
              <a:custGeom>
                <a:avLst/>
                <a:gdLst>
                  <a:gd name="T0" fmla="*/ 1 w 2"/>
                  <a:gd name="T1" fmla="*/ 1 h 1"/>
                  <a:gd name="T2" fmla="*/ 1 w 2"/>
                  <a:gd name="T3" fmla="*/ 1 h 1"/>
                  <a:gd name="T4" fmla="*/ 1 w 2"/>
                  <a:gd name="T5" fmla="*/ 0 h 1"/>
                  <a:gd name="T6" fmla="*/ 1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1" y="1"/>
                      <a:pt x="1" y="1"/>
                    </a:cubicBezTo>
                    <a:cubicBezTo>
                      <a:pt x="1" y="0"/>
                      <a:pt x="2" y="0"/>
                      <a:pt x="1" y="0"/>
                    </a:cubicBezTo>
                    <a:lnTo>
                      <a:pt x="1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81" name="Freeform 56"/>
              <p:cNvSpPr/>
              <p:nvPr>
                <p:custDataLst>
                  <p:tags r:id="rId302"/>
                </p:custDataLst>
              </p:nvPr>
            </p:nvSpPr>
            <p:spPr bwMode="auto">
              <a:xfrm>
                <a:off x="4383" y="2281"/>
                <a:ext cx="4" cy="2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82" name="Freeform 57"/>
              <p:cNvSpPr/>
              <p:nvPr>
                <p:custDataLst>
                  <p:tags r:id="rId303"/>
                </p:custDataLst>
              </p:nvPr>
            </p:nvSpPr>
            <p:spPr bwMode="auto">
              <a:xfrm>
                <a:off x="4504" y="232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83" name="Freeform 58"/>
              <p:cNvSpPr/>
              <p:nvPr>
                <p:custDataLst>
                  <p:tags r:id="rId304"/>
                </p:custDataLst>
              </p:nvPr>
            </p:nvSpPr>
            <p:spPr bwMode="auto">
              <a:xfrm>
                <a:off x="3602" y="1893"/>
                <a:ext cx="27" cy="2"/>
              </a:xfrm>
              <a:custGeom>
                <a:avLst/>
                <a:gdLst>
                  <a:gd name="T0" fmla="*/ 4 w 13"/>
                  <a:gd name="T1" fmla="*/ 1 h 1"/>
                  <a:gd name="T2" fmla="*/ 6 w 13"/>
                  <a:gd name="T3" fmla="*/ 1 h 1"/>
                  <a:gd name="T4" fmla="*/ 6 w 13"/>
                  <a:gd name="T5" fmla="*/ 1 h 1"/>
                  <a:gd name="T6" fmla="*/ 6 w 13"/>
                  <a:gd name="T7" fmla="*/ 1 h 1"/>
                  <a:gd name="T8" fmla="*/ 6 w 13"/>
                  <a:gd name="T9" fmla="*/ 1 h 1"/>
                  <a:gd name="T10" fmla="*/ 6 w 13"/>
                  <a:gd name="T11" fmla="*/ 1 h 1"/>
                  <a:gd name="T12" fmla="*/ 6 w 13"/>
                  <a:gd name="T13" fmla="*/ 1 h 1"/>
                  <a:gd name="T14" fmla="*/ 6 w 13"/>
                  <a:gd name="T15" fmla="*/ 1 h 1"/>
                  <a:gd name="T16" fmla="*/ 4 w 13"/>
                  <a:gd name="T17" fmla="*/ 1 h 1"/>
                  <a:gd name="T18" fmla="*/ 4 w 13"/>
                  <a:gd name="T1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3" h="1">
                    <a:moveTo>
                      <a:pt x="4" y="1"/>
                    </a:moveTo>
                    <a:cubicBezTo>
                      <a:pt x="4" y="1"/>
                      <a:pt x="5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0" y="0"/>
                      <a:pt x="13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84" name="Freeform 59"/>
              <p:cNvSpPr/>
              <p:nvPr>
                <p:custDataLst>
                  <p:tags r:id="rId305"/>
                </p:custDataLst>
              </p:nvPr>
            </p:nvSpPr>
            <p:spPr bwMode="auto">
              <a:xfrm>
                <a:off x="4495" y="2332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85" name="Freeform 60"/>
              <p:cNvSpPr/>
              <p:nvPr>
                <p:custDataLst>
                  <p:tags r:id="rId306"/>
                </p:custDataLst>
              </p:nvPr>
            </p:nvSpPr>
            <p:spPr bwMode="auto">
              <a:xfrm>
                <a:off x="4381" y="2277"/>
                <a:ext cx="4" cy="8"/>
              </a:xfrm>
              <a:custGeom>
                <a:avLst/>
                <a:gdLst>
                  <a:gd name="T0" fmla="*/ 2 w 2"/>
                  <a:gd name="T1" fmla="*/ 1 h 4"/>
                  <a:gd name="T2" fmla="*/ 2 w 2"/>
                  <a:gd name="T3" fmla="*/ 0 h 4"/>
                  <a:gd name="T4" fmla="*/ 1 w 2"/>
                  <a:gd name="T5" fmla="*/ 2 h 4"/>
                  <a:gd name="T6" fmla="*/ 1 w 2"/>
                  <a:gd name="T7" fmla="*/ 2 h 4"/>
                  <a:gd name="T8" fmla="*/ 0 w 2"/>
                  <a:gd name="T9" fmla="*/ 4 h 4"/>
                  <a:gd name="T10" fmla="*/ 2 w 2"/>
                  <a:gd name="T11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4">
                    <a:moveTo>
                      <a:pt x="2" y="1"/>
                    </a:moveTo>
                    <a:cubicBezTo>
                      <a:pt x="2" y="1"/>
                      <a:pt x="2" y="0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0" y="3"/>
                      <a:pt x="1" y="2"/>
                    </a:cubicBezTo>
                    <a:cubicBezTo>
                      <a:pt x="0" y="3"/>
                      <a:pt x="0" y="4"/>
                      <a:pt x="0" y="4"/>
                    </a:cubicBezTo>
                    <a:cubicBezTo>
                      <a:pt x="1" y="3"/>
                      <a:pt x="1" y="1"/>
                      <a:pt x="2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86" name="Freeform 61"/>
              <p:cNvSpPr/>
              <p:nvPr>
                <p:custDataLst>
                  <p:tags r:id="rId307"/>
                </p:custDataLst>
              </p:nvPr>
            </p:nvSpPr>
            <p:spPr bwMode="auto">
              <a:xfrm>
                <a:off x="4519" y="2328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0 w 2"/>
                  <a:gd name="T3" fmla="*/ 2 h 2"/>
                  <a:gd name="T4" fmla="*/ 2 w 2"/>
                  <a:gd name="T5" fmla="*/ 0 h 2"/>
                  <a:gd name="T6" fmla="*/ 0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87" name="Freeform 62"/>
              <p:cNvSpPr/>
              <p:nvPr>
                <p:custDataLst>
                  <p:tags r:id="rId308"/>
                </p:custDataLst>
              </p:nvPr>
            </p:nvSpPr>
            <p:spPr bwMode="auto">
              <a:xfrm>
                <a:off x="4504" y="2325"/>
                <a:ext cx="0" cy="3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88" name="Freeform 63"/>
              <p:cNvSpPr/>
              <p:nvPr>
                <p:custDataLst>
                  <p:tags r:id="rId309"/>
                </p:custDataLst>
              </p:nvPr>
            </p:nvSpPr>
            <p:spPr bwMode="auto">
              <a:xfrm>
                <a:off x="4391" y="2294"/>
                <a:ext cx="4" cy="4"/>
              </a:xfrm>
              <a:custGeom>
                <a:avLst/>
                <a:gdLst>
                  <a:gd name="T0" fmla="*/ 1 w 2"/>
                  <a:gd name="T1" fmla="*/ 1 h 2"/>
                  <a:gd name="T2" fmla="*/ 1 w 2"/>
                  <a:gd name="T3" fmla="*/ 1 h 2"/>
                  <a:gd name="T4" fmla="*/ 1 w 2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89" name="Freeform 64"/>
              <p:cNvSpPr/>
              <p:nvPr>
                <p:custDataLst>
                  <p:tags r:id="rId310"/>
                </p:custDataLst>
              </p:nvPr>
            </p:nvSpPr>
            <p:spPr bwMode="auto">
              <a:xfrm>
                <a:off x="4381" y="2281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90" name="Freeform 65"/>
              <p:cNvSpPr/>
              <p:nvPr>
                <p:custDataLst>
                  <p:tags r:id="rId311"/>
                </p:custDataLst>
              </p:nvPr>
            </p:nvSpPr>
            <p:spPr bwMode="auto">
              <a:xfrm>
                <a:off x="3332" y="1903"/>
                <a:ext cx="2" cy="7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3 h 3"/>
                  <a:gd name="T4" fmla="*/ 1 w 1"/>
                  <a:gd name="T5" fmla="*/ 0 h 3"/>
                  <a:gd name="T6" fmla="*/ 0 w 1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3"/>
                      <a:pt x="0" y="3"/>
                      <a:pt x="1" y="3"/>
                    </a:cubicBezTo>
                    <a:cubicBezTo>
                      <a:pt x="1" y="2"/>
                      <a:pt x="1" y="1"/>
                      <a:pt x="1" y="0"/>
                    </a:cubicBezTo>
                    <a:lnTo>
                      <a:pt x="0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91" name="Freeform 66"/>
              <p:cNvSpPr/>
              <p:nvPr>
                <p:custDataLst>
                  <p:tags r:id="rId312"/>
                </p:custDataLst>
              </p:nvPr>
            </p:nvSpPr>
            <p:spPr bwMode="auto">
              <a:xfrm>
                <a:off x="3566" y="2372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0" y="0"/>
                    </a:cubicBezTo>
                    <a:cubicBezTo>
                      <a:pt x="0" y="1"/>
                      <a:pt x="1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92" name="Freeform 67"/>
              <p:cNvSpPr/>
              <p:nvPr>
                <p:custDataLst>
                  <p:tags r:id="rId313"/>
                </p:custDataLst>
              </p:nvPr>
            </p:nvSpPr>
            <p:spPr bwMode="auto">
              <a:xfrm>
                <a:off x="3474" y="2073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93" name="Freeform 68"/>
              <p:cNvSpPr/>
              <p:nvPr>
                <p:custDataLst>
                  <p:tags r:id="rId314"/>
                </p:custDataLst>
              </p:nvPr>
            </p:nvSpPr>
            <p:spPr bwMode="auto">
              <a:xfrm>
                <a:off x="4060" y="1568"/>
                <a:ext cx="2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1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94" name="Freeform 69"/>
              <p:cNvSpPr/>
              <p:nvPr>
                <p:custDataLst>
                  <p:tags r:id="rId315"/>
                </p:custDataLst>
              </p:nvPr>
            </p:nvSpPr>
            <p:spPr bwMode="auto">
              <a:xfrm>
                <a:off x="3472" y="2073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0 w 1"/>
                  <a:gd name="T3" fmla="*/ 1 w 1"/>
                  <a:gd name="T4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95" name="Freeform 70"/>
              <p:cNvSpPr/>
              <p:nvPr>
                <p:custDataLst>
                  <p:tags r:id="rId316"/>
                </p:custDataLst>
              </p:nvPr>
            </p:nvSpPr>
            <p:spPr bwMode="auto">
              <a:xfrm>
                <a:off x="3474" y="2073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1 h 1"/>
                  <a:gd name="T4" fmla="*/ 1 h 1"/>
                  <a:gd name="T5" fmla="*/ 1 h 1"/>
                  <a:gd name="T6" fmla="*/ 0 h 1"/>
                  <a:gd name="T7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  <a:cxn ang="0">
                    <a:pos x="0" y="T7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96" name="Freeform 71"/>
              <p:cNvSpPr/>
              <p:nvPr>
                <p:custDataLst>
                  <p:tags r:id="rId317"/>
                </p:custDataLst>
              </p:nvPr>
            </p:nvSpPr>
            <p:spPr bwMode="auto">
              <a:xfrm>
                <a:off x="3702" y="1530"/>
                <a:ext cx="4" cy="2"/>
              </a:xfrm>
              <a:custGeom>
                <a:avLst/>
                <a:gdLst>
                  <a:gd name="T0" fmla="*/ 0 w 2"/>
                  <a:gd name="T1" fmla="*/ 1 h 1"/>
                  <a:gd name="T2" fmla="*/ 0 w 2"/>
                  <a:gd name="T3" fmla="*/ 1 h 1"/>
                  <a:gd name="T4" fmla="*/ 2 w 2"/>
                  <a:gd name="T5" fmla="*/ 0 h 1"/>
                  <a:gd name="T6" fmla="*/ 0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0"/>
                      <a:pt x="2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97" name="Freeform 72"/>
              <p:cNvSpPr/>
              <p:nvPr>
                <p:custDataLst>
                  <p:tags r:id="rId318"/>
                </p:custDataLst>
              </p:nvPr>
            </p:nvSpPr>
            <p:spPr bwMode="auto">
              <a:xfrm>
                <a:off x="3421" y="2084"/>
                <a:ext cx="17" cy="15"/>
              </a:xfrm>
              <a:custGeom>
                <a:avLst/>
                <a:gdLst>
                  <a:gd name="T0" fmla="*/ 2 w 8"/>
                  <a:gd name="T1" fmla="*/ 5 h 7"/>
                  <a:gd name="T2" fmla="*/ 4 w 8"/>
                  <a:gd name="T3" fmla="*/ 2 h 7"/>
                  <a:gd name="T4" fmla="*/ 2 w 8"/>
                  <a:gd name="T5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" h="7">
                    <a:moveTo>
                      <a:pt x="2" y="5"/>
                    </a:moveTo>
                    <a:cubicBezTo>
                      <a:pt x="8" y="0"/>
                      <a:pt x="0" y="7"/>
                      <a:pt x="4" y="2"/>
                    </a:cubicBezTo>
                    <a:cubicBezTo>
                      <a:pt x="2" y="3"/>
                      <a:pt x="2" y="4"/>
                      <a:pt x="2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98" name="Freeform 73"/>
              <p:cNvSpPr/>
              <p:nvPr>
                <p:custDataLst>
                  <p:tags r:id="rId319"/>
                </p:custDataLst>
              </p:nvPr>
            </p:nvSpPr>
            <p:spPr bwMode="auto">
              <a:xfrm>
                <a:off x="4381" y="2247"/>
                <a:ext cx="2" cy="4"/>
              </a:xfrm>
              <a:custGeom>
                <a:avLst/>
                <a:gdLst>
                  <a:gd name="T0" fmla="*/ 0 w 1"/>
                  <a:gd name="T1" fmla="*/ 1 h 2"/>
                  <a:gd name="T2" fmla="*/ 1 w 1"/>
                  <a:gd name="T3" fmla="*/ 0 h 2"/>
                  <a:gd name="T4" fmla="*/ 0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2"/>
                      <a:pt x="0" y="0"/>
                      <a:pt x="1" y="0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99" name="Freeform 74"/>
              <p:cNvSpPr/>
              <p:nvPr>
                <p:custDataLst>
                  <p:tags r:id="rId320"/>
                </p:custDataLst>
              </p:nvPr>
            </p:nvSpPr>
            <p:spPr bwMode="auto">
              <a:xfrm>
                <a:off x="4381" y="2247"/>
                <a:ext cx="2" cy="6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3 h 3"/>
                  <a:gd name="T4" fmla="*/ 1 w 1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2"/>
                      <a:pt x="1" y="1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00" name="Freeform 75"/>
              <p:cNvSpPr/>
              <p:nvPr>
                <p:custDataLst>
                  <p:tags r:id="rId321"/>
                </p:custDataLst>
              </p:nvPr>
            </p:nvSpPr>
            <p:spPr bwMode="auto">
              <a:xfrm>
                <a:off x="3914" y="153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01" name="Freeform 76"/>
              <p:cNvSpPr/>
              <p:nvPr>
                <p:custDataLst>
                  <p:tags r:id="rId322"/>
                </p:custDataLst>
              </p:nvPr>
            </p:nvSpPr>
            <p:spPr bwMode="auto">
              <a:xfrm>
                <a:off x="3317" y="1492"/>
                <a:ext cx="1064" cy="1219"/>
              </a:xfrm>
              <a:custGeom>
                <a:avLst/>
                <a:gdLst>
                  <a:gd name="T0" fmla="*/ 307 w 501"/>
                  <a:gd name="T1" fmla="*/ 7 h 575"/>
                  <a:gd name="T2" fmla="*/ 204 w 501"/>
                  <a:gd name="T3" fmla="*/ 13 h 575"/>
                  <a:gd name="T4" fmla="*/ 130 w 501"/>
                  <a:gd name="T5" fmla="*/ 42 h 575"/>
                  <a:gd name="T6" fmla="*/ 23 w 501"/>
                  <a:gd name="T7" fmla="*/ 152 h 575"/>
                  <a:gd name="T8" fmla="*/ 0 w 501"/>
                  <a:gd name="T9" fmla="*/ 247 h 575"/>
                  <a:gd name="T10" fmla="*/ 50 w 501"/>
                  <a:gd name="T11" fmla="*/ 385 h 575"/>
                  <a:gd name="T12" fmla="*/ 111 w 501"/>
                  <a:gd name="T13" fmla="*/ 430 h 575"/>
                  <a:gd name="T14" fmla="*/ 184 w 501"/>
                  <a:gd name="T15" fmla="*/ 490 h 575"/>
                  <a:gd name="T16" fmla="*/ 202 w 501"/>
                  <a:gd name="T17" fmla="*/ 528 h 575"/>
                  <a:gd name="T18" fmla="*/ 213 w 501"/>
                  <a:gd name="T19" fmla="*/ 562 h 575"/>
                  <a:gd name="T20" fmla="*/ 214 w 501"/>
                  <a:gd name="T21" fmla="*/ 567 h 575"/>
                  <a:gd name="T22" fmla="*/ 211 w 501"/>
                  <a:gd name="T23" fmla="*/ 536 h 575"/>
                  <a:gd name="T24" fmla="*/ 199 w 501"/>
                  <a:gd name="T25" fmla="*/ 494 h 575"/>
                  <a:gd name="T26" fmla="*/ 165 w 501"/>
                  <a:gd name="T27" fmla="*/ 454 h 575"/>
                  <a:gd name="T28" fmla="*/ 164 w 501"/>
                  <a:gd name="T29" fmla="*/ 451 h 575"/>
                  <a:gd name="T30" fmla="*/ 135 w 501"/>
                  <a:gd name="T31" fmla="*/ 430 h 575"/>
                  <a:gd name="T32" fmla="*/ 134 w 501"/>
                  <a:gd name="T33" fmla="*/ 428 h 575"/>
                  <a:gd name="T34" fmla="*/ 125 w 501"/>
                  <a:gd name="T35" fmla="*/ 419 h 575"/>
                  <a:gd name="T36" fmla="*/ 97 w 501"/>
                  <a:gd name="T37" fmla="*/ 407 h 575"/>
                  <a:gd name="T38" fmla="*/ 85 w 501"/>
                  <a:gd name="T39" fmla="*/ 394 h 575"/>
                  <a:gd name="T40" fmla="*/ 77 w 501"/>
                  <a:gd name="T41" fmla="*/ 384 h 575"/>
                  <a:gd name="T42" fmla="*/ 63 w 501"/>
                  <a:gd name="T43" fmla="*/ 368 h 575"/>
                  <a:gd name="T44" fmla="*/ 49 w 501"/>
                  <a:gd name="T45" fmla="*/ 353 h 575"/>
                  <a:gd name="T46" fmla="*/ 40 w 501"/>
                  <a:gd name="T47" fmla="*/ 338 h 575"/>
                  <a:gd name="T48" fmla="*/ 25 w 501"/>
                  <a:gd name="T49" fmla="*/ 323 h 575"/>
                  <a:gd name="T50" fmla="*/ 29 w 501"/>
                  <a:gd name="T51" fmla="*/ 315 h 575"/>
                  <a:gd name="T52" fmla="*/ 21 w 501"/>
                  <a:gd name="T53" fmla="*/ 247 h 575"/>
                  <a:gd name="T54" fmla="*/ 23 w 501"/>
                  <a:gd name="T55" fmla="*/ 221 h 575"/>
                  <a:gd name="T56" fmla="*/ 26 w 501"/>
                  <a:gd name="T57" fmla="*/ 191 h 575"/>
                  <a:gd name="T58" fmla="*/ 56 w 501"/>
                  <a:gd name="T59" fmla="*/ 133 h 575"/>
                  <a:gd name="T60" fmla="*/ 74 w 501"/>
                  <a:gd name="T61" fmla="*/ 107 h 575"/>
                  <a:gd name="T62" fmla="*/ 84 w 501"/>
                  <a:gd name="T63" fmla="*/ 99 h 575"/>
                  <a:gd name="T64" fmla="*/ 90 w 501"/>
                  <a:gd name="T65" fmla="*/ 91 h 575"/>
                  <a:gd name="T66" fmla="*/ 110 w 501"/>
                  <a:gd name="T67" fmla="*/ 80 h 575"/>
                  <a:gd name="T68" fmla="*/ 129 w 501"/>
                  <a:gd name="T69" fmla="*/ 65 h 575"/>
                  <a:gd name="T70" fmla="*/ 182 w 501"/>
                  <a:gd name="T71" fmla="*/ 36 h 575"/>
                  <a:gd name="T72" fmla="*/ 211 w 501"/>
                  <a:gd name="T73" fmla="*/ 29 h 575"/>
                  <a:gd name="T74" fmla="*/ 253 w 501"/>
                  <a:gd name="T75" fmla="*/ 19 h 575"/>
                  <a:gd name="T76" fmla="*/ 281 w 501"/>
                  <a:gd name="T77" fmla="*/ 19 h 575"/>
                  <a:gd name="T78" fmla="*/ 284 w 501"/>
                  <a:gd name="T79" fmla="*/ 19 h 575"/>
                  <a:gd name="T80" fmla="*/ 320 w 501"/>
                  <a:gd name="T81" fmla="*/ 24 h 575"/>
                  <a:gd name="T82" fmla="*/ 369 w 501"/>
                  <a:gd name="T83" fmla="*/ 42 h 575"/>
                  <a:gd name="T84" fmla="*/ 388 w 501"/>
                  <a:gd name="T85" fmla="*/ 53 h 575"/>
                  <a:gd name="T86" fmla="*/ 407 w 501"/>
                  <a:gd name="T87" fmla="*/ 71 h 575"/>
                  <a:gd name="T88" fmla="*/ 435 w 501"/>
                  <a:gd name="T89" fmla="*/ 107 h 575"/>
                  <a:gd name="T90" fmla="*/ 462 w 501"/>
                  <a:gd name="T91" fmla="*/ 154 h 575"/>
                  <a:gd name="T92" fmla="*/ 471 w 501"/>
                  <a:gd name="T93" fmla="*/ 184 h 575"/>
                  <a:gd name="T94" fmla="*/ 464 w 501"/>
                  <a:gd name="T95" fmla="*/ 279 h 575"/>
                  <a:gd name="T96" fmla="*/ 451 w 501"/>
                  <a:gd name="T97" fmla="*/ 307 h 575"/>
                  <a:gd name="T98" fmla="*/ 395 w 501"/>
                  <a:gd name="T99" fmla="*/ 377 h 575"/>
                  <a:gd name="T100" fmla="*/ 368 w 501"/>
                  <a:gd name="T101" fmla="*/ 412 h 575"/>
                  <a:gd name="T102" fmla="*/ 363 w 501"/>
                  <a:gd name="T103" fmla="*/ 573 h 575"/>
                  <a:gd name="T104" fmla="*/ 446 w 501"/>
                  <a:gd name="T105" fmla="*/ 342 h 575"/>
                  <a:gd name="T106" fmla="*/ 463 w 501"/>
                  <a:gd name="T107" fmla="*/ 118 h 5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501" h="575">
                    <a:moveTo>
                      <a:pt x="463" y="118"/>
                    </a:moveTo>
                    <a:cubicBezTo>
                      <a:pt x="439" y="74"/>
                      <a:pt x="402" y="38"/>
                      <a:pt x="355" y="17"/>
                    </a:cubicBezTo>
                    <a:cubicBezTo>
                      <a:pt x="347" y="17"/>
                      <a:pt x="337" y="12"/>
                      <a:pt x="328" y="12"/>
                    </a:cubicBezTo>
                    <a:cubicBezTo>
                      <a:pt x="328" y="11"/>
                      <a:pt x="328" y="11"/>
                      <a:pt x="328" y="11"/>
                    </a:cubicBezTo>
                    <a:cubicBezTo>
                      <a:pt x="320" y="11"/>
                      <a:pt x="319" y="8"/>
                      <a:pt x="310" y="5"/>
                    </a:cubicBezTo>
                    <a:cubicBezTo>
                      <a:pt x="309" y="7"/>
                      <a:pt x="306" y="5"/>
                      <a:pt x="307" y="7"/>
                    </a:cubicBezTo>
                    <a:cubicBezTo>
                      <a:pt x="303" y="8"/>
                      <a:pt x="301" y="3"/>
                      <a:pt x="296" y="4"/>
                    </a:cubicBezTo>
                    <a:cubicBezTo>
                      <a:pt x="296" y="3"/>
                      <a:pt x="296" y="5"/>
                      <a:pt x="295" y="4"/>
                    </a:cubicBezTo>
                    <a:cubicBezTo>
                      <a:pt x="282" y="5"/>
                      <a:pt x="298" y="3"/>
                      <a:pt x="282" y="0"/>
                    </a:cubicBezTo>
                    <a:cubicBezTo>
                      <a:pt x="259" y="0"/>
                      <a:pt x="236" y="5"/>
                      <a:pt x="215" y="9"/>
                    </a:cubicBezTo>
                    <a:cubicBezTo>
                      <a:pt x="216" y="9"/>
                      <a:pt x="217" y="10"/>
                      <a:pt x="215" y="11"/>
                    </a:cubicBezTo>
                    <a:cubicBezTo>
                      <a:pt x="212" y="8"/>
                      <a:pt x="208" y="13"/>
                      <a:pt x="204" y="13"/>
                    </a:cubicBezTo>
                    <a:cubicBezTo>
                      <a:pt x="204" y="12"/>
                      <a:pt x="206" y="12"/>
                      <a:pt x="207" y="11"/>
                    </a:cubicBezTo>
                    <a:cubicBezTo>
                      <a:pt x="197" y="13"/>
                      <a:pt x="190" y="17"/>
                      <a:pt x="181" y="19"/>
                    </a:cubicBezTo>
                    <a:cubicBezTo>
                      <a:pt x="173" y="24"/>
                      <a:pt x="163" y="25"/>
                      <a:pt x="158" y="29"/>
                    </a:cubicBezTo>
                    <a:cubicBezTo>
                      <a:pt x="159" y="27"/>
                      <a:pt x="154" y="30"/>
                      <a:pt x="152" y="30"/>
                    </a:cubicBezTo>
                    <a:cubicBezTo>
                      <a:pt x="148" y="37"/>
                      <a:pt x="136" y="37"/>
                      <a:pt x="131" y="43"/>
                    </a:cubicBezTo>
                    <a:cubicBezTo>
                      <a:pt x="130" y="42"/>
                      <a:pt x="130" y="42"/>
                      <a:pt x="130" y="42"/>
                    </a:cubicBezTo>
                    <a:cubicBezTo>
                      <a:pt x="110" y="54"/>
                      <a:pt x="88" y="68"/>
                      <a:pt x="70" y="87"/>
                    </a:cubicBezTo>
                    <a:cubicBezTo>
                      <a:pt x="59" y="96"/>
                      <a:pt x="48" y="108"/>
                      <a:pt x="39" y="121"/>
                    </a:cubicBezTo>
                    <a:cubicBezTo>
                      <a:pt x="38" y="123"/>
                      <a:pt x="40" y="122"/>
                      <a:pt x="39" y="124"/>
                    </a:cubicBezTo>
                    <a:cubicBezTo>
                      <a:pt x="37" y="127"/>
                      <a:pt x="38" y="123"/>
                      <a:pt x="37" y="124"/>
                    </a:cubicBezTo>
                    <a:cubicBezTo>
                      <a:pt x="34" y="132"/>
                      <a:pt x="28" y="140"/>
                      <a:pt x="23" y="148"/>
                    </a:cubicBezTo>
                    <a:cubicBezTo>
                      <a:pt x="23" y="150"/>
                      <a:pt x="22" y="152"/>
                      <a:pt x="23" y="152"/>
                    </a:cubicBezTo>
                    <a:cubicBezTo>
                      <a:pt x="17" y="161"/>
                      <a:pt x="14" y="176"/>
                      <a:pt x="9" y="185"/>
                    </a:cubicBezTo>
                    <a:cubicBezTo>
                      <a:pt x="14" y="183"/>
                      <a:pt x="10" y="192"/>
                      <a:pt x="10" y="196"/>
                    </a:cubicBezTo>
                    <a:cubicBezTo>
                      <a:pt x="9" y="198"/>
                      <a:pt x="8" y="198"/>
                      <a:pt x="8" y="197"/>
                    </a:cubicBezTo>
                    <a:cubicBezTo>
                      <a:pt x="6" y="205"/>
                      <a:pt x="5" y="209"/>
                      <a:pt x="3" y="219"/>
                    </a:cubicBezTo>
                    <a:cubicBezTo>
                      <a:pt x="2" y="223"/>
                      <a:pt x="4" y="225"/>
                      <a:pt x="3" y="230"/>
                    </a:cubicBezTo>
                    <a:cubicBezTo>
                      <a:pt x="0" y="233"/>
                      <a:pt x="1" y="241"/>
                      <a:pt x="0" y="247"/>
                    </a:cubicBezTo>
                    <a:cubicBezTo>
                      <a:pt x="2" y="245"/>
                      <a:pt x="4" y="252"/>
                      <a:pt x="3" y="257"/>
                    </a:cubicBezTo>
                    <a:cubicBezTo>
                      <a:pt x="0" y="256"/>
                      <a:pt x="0" y="256"/>
                      <a:pt x="0" y="256"/>
                    </a:cubicBezTo>
                    <a:cubicBezTo>
                      <a:pt x="1" y="272"/>
                      <a:pt x="0" y="297"/>
                      <a:pt x="9" y="316"/>
                    </a:cubicBezTo>
                    <a:cubicBezTo>
                      <a:pt x="8" y="318"/>
                      <a:pt x="8" y="318"/>
                      <a:pt x="8" y="318"/>
                    </a:cubicBezTo>
                    <a:cubicBezTo>
                      <a:pt x="17" y="337"/>
                      <a:pt x="25" y="356"/>
                      <a:pt x="39" y="370"/>
                    </a:cubicBezTo>
                    <a:cubicBezTo>
                      <a:pt x="42" y="375"/>
                      <a:pt x="47" y="381"/>
                      <a:pt x="50" y="385"/>
                    </a:cubicBezTo>
                    <a:cubicBezTo>
                      <a:pt x="56" y="390"/>
                      <a:pt x="58" y="391"/>
                      <a:pt x="63" y="393"/>
                    </a:cubicBezTo>
                    <a:cubicBezTo>
                      <a:pt x="65" y="395"/>
                      <a:pt x="65" y="397"/>
                      <a:pt x="65" y="398"/>
                    </a:cubicBezTo>
                    <a:cubicBezTo>
                      <a:pt x="71" y="405"/>
                      <a:pt x="76" y="411"/>
                      <a:pt x="83" y="414"/>
                    </a:cubicBezTo>
                    <a:cubicBezTo>
                      <a:pt x="83" y="415"/>
                      <a:pt x="83" y="415"/>
                      <a:pt x="83" y="415"/>
                    </a:cubicBezTo>
                    <a:cubicBezTo>
                      <a:pt x="89" y="419"/>
                      <a:pt x="98" y="423"/>
                      <a:pt x="104" y="429"/>
                    </a:cubicBezTo>
                    <a:cubicBezTo>
                      <a:pt x="106" y="429"/>
                      <a:pt x="113" y="433"/>
                      <a:pt x="111" y="430"/>
                    </a:cubicBezTo>
                    <a:cubicBezTo>
                      <a:pt x="114" y="431"/>
                      <a:pt x="111" y="433"/>
                      <a:pt x="115" y="433"/>
                    </a:cubicBezTo>
                    <a:cubicBezTo>
                      <a:pt x="111" y="433"/>
                      <a:pt x="111" y="433"/>
                      <a:pt x="111" y="433"/>
                    </a:cubicBezTo>
                    <a:cubicBezTo>
                      <a:pt x="125" y="443"/>
                      <a:pt x="138" y="450"/>
                      <a:pt x="152" y="459"/>
                    </a:cubicBezTo>
                    <a:cubicBezTo>
                      <a:pt x="154" y="464"/>
                      <a:pt x="165" y="469"/>
                      <a:pt x="170" y="476"/>
                    </a:cubicBezTo>
                    <a:cubicBezTo>
                      <a:pt x="175" y="479"/>
                      <a:pt x="180" y="487"/>
                      <a:pt x="185" y="489"/>
                    </a:cubicBezTo>
                    <a:cubicBezTo>
                      <a:pt x="184" y="490"/>
                      <a:pt x="184" y="490"/>
                      <a:pt x="184" y="490"/>
                    </a:cubicBezTo>
                    <a:cubicBezTo>
                      <a:pt x="188" y="495"/>
                      <a:pt x="194" y="503"/>
                      <a:pt x="196" y="512"/>
                    </a:cubicBezTo>
                    <a:cubicBezTo>
                      <a:pt x="198" y="518"/>
                      <a:pt x="200" y="517"/>
                      <a:pt x="202" y="521"/>
                    </a:cubicBezTo>
                    <a:cubicBezTo>
                      <a:pt x="201" y="521"/>
                      <a:pt x="201" y="521"/>
                      <a:pt x="201" y="521"/>
                    </a:cubicBezTo>
                    <a:cubicBezTo>
                      <a:pt x="203" y="525"/>
                      <a:pt x="206" y="526"/>
                      <a:pt x="207" y="528"/>
                    </a:cubicBezTo>
                    <a:cubicBezTo>
                      <a:pt x="207" y="532"/>
                      <a:pt x="208" y="532"/>
                      <a:pt x="208" y="536"/>
                    </a:cubicBezTo>
                    <a:cubicBezTo>
                      <a:pt x="207" y="532"/>
                      <a:pt x="205" y="530"/>
                      <a:pt x="202" y="528"/>
                    </a:cubicBezTo>
                    <a:cubicBezTo>
                      <a:pt x="203" y="534"/>
                      <a:pt x="207" y="539"/>
                      <a:pt x="206" y="543"/>
                    </a:cubicBezTo>
                    <a:cubicBezTo>
                      <a:pt x="207" y="547"/>
                      <a:pt x="207" y="551"/>
                      <a:pt x="209" y="551"/>
                    </a:cubicBezTo>
                    <a:cubicBezTo>
                      <a:pt x="209" y="552"/>
                      <a:pt x="208" y="555"/>
                      <a:pt x="207" y="552"/>
                    </a:cubicBezTo>
                    <a:cubicBezTo>
                      <a:pt x="208" y="556"/>
                      <a:pt x="208" y="558"/>
                      <a:pt x="209" y="560"/>
                    </a:cubicBezTo>
                    <a:cubicBezTo>
                      <a:pt x="209" y="560"/>
                      <a:pt x="209" y="559"/>
                      <a:pt x="209" y="558"/>
                    </a:cubicBezTo>
                    <a:cubicBezTo>
                      <a:pt x="211" y="560"/>
                      <a:pt x="211" y="563"/>
                      <a:pt x="213" y="562"/>
                    </a:cubicBezTo>
                    <a:cubicBezTo>
                      <a:pt x="212" y="561"/>
                      <a:pt x="212" y="560"/>
                      <a:pt x="212" y="558"/>
                    </a:cubicBezTo>
                    <a:cubicBezTo>
                      <a:pt x="213" y="559"/>
                      <a:pt x="214" y="565"/>
                      <a:pt x="213" y="567"/>
                    </a:cubicBezTo>
                    <a:cubicBezTo>
                      <a:pt x="212" y="569"/>
                      <a:pt x="210" y="563"/>
                      <a:pt x="210" y="566"/>
                    </a:cubicBezTo>
                    <a:cubicBezTo>
                      <a:pt x="213" y="575"/>
                      <a:pt x="213" y="575"/>
                      <a:pt x="213" y="575"/>
                    </a:cubicBezTo>
                    <a:cubicBezTo>
                      <a:pt x="213" y="573"/>
                      <a:pt x="214" y="570"/>
                      <a:pt x="215" y="571"/>
                    </a:cubicBezTo>
                    <a:cubicBezTo>
                      <a:pt x="214" y="567"/>
                      <a:pt x="214" y="567"/>
                      <a:pt x="214" y="567"/>
                    </a:cubicBezTo>
                    <a:cubicBezTo>
                      <a:pt x="215" y="567"/>
                      <a:pt x="215" y="567"/>
                      <a:pt x="215" y="567"/>
                    </a:cubicBezTo>
                    <a:cubicBezTo>
                      <a:pt x="214" y="560"/>
                      <a:pt x="215" y="555"/>
                      <a:pt x="214" y="548"/>
                    </a:cubicBezTo>
                    <a:cubicBezTo>
                      <a:pt x="212" y="551"/>
                      <a:pt x="212" y="551"/>
                      <a:pt x="212" y="551"/>
                    </a:cubicBezTo>
                    <a:cubicBezTo>
                      <a:pt x="212" y="547"/>
                      <a:pt x="209" y="543"/>
                      <a:pt x="210" y="539"/>
                    </a:cubicBezTo>
                    <a:cubicBezTo>
                      <a:pt x="211" y="541"/>
                      <a:pt x="211" y="539"/>
                      <a:pt x="212" y="539"/>
                    </a:cubicBezTo>
                    <a:cubicBezTo>
                      <a:pt x="212" y="538"/>
                      <a:pt x="211" y="537"/>
                      <a:pt x="211" y="536"/>
                    </a:cubicBezTo>
                    <a:cubicBezTo>
                      <a:pt x="214" y="538"/>
                      <a:pt x="214" y="538"/>
                      <a:pt x="214" y="538"/>
                    </a:cubicBezTo>
                    <a:cubicBezTo>
                      <a:pt x="210" y="536"/>
                      <a:pt x="210" y="526"/>
                      <a:pt x="210" y="525"/>
                    </a:cubicBezTo>
                    <a:cubicBezTo>
                      <a:pt x="210" y="525"/>
                      <a:pt x="210" y="525"/>
                      <a:pt x="210" y="525"/>
                    </a:cubicBezTo>
                    <a:cubicBezTo>
                      <a:pt x="209" y="519"/>
                      <a:pt x="209" y="527"/>
                      <a:pt x="208" y="523"/>
                    </a:cubicBezTo>
                    <a:cubicBezTo>
                      <a:pt x="207" y="519"/>
                      <a:pt x="210" y="520"/>
                      <a:pt x="210" y="517"/>
                    </a:cubicBezTo>
                    <a:cubicBezTo>
                      <a:pt x="207" y="511"/>
                      <a:pt x="202" y="501"/>
                      <a:pt x="199" y="494"/>
                    </a:cubicBezTo>
                    <a:cubicBezTo>
                      <a:pt x="196" y="489"/>
                      <a:pt x="191" y="484"/>
                      <a:pt x="186" y="481"/>
                    </a:cubicBezTo>
                    <a:cubicBezTo>
                      <a:pt x="183" y="477"/>
                      <a:pt x="189" y="480"/>
                      <a:pt x="184" y="476"/>
                    </a:cubicBezTo>
                    <a:cubicBezTo>
                      <a:pt x="186" y="476"/>
                      <a:pt x="186" y="475"/>
                      <a:pt x="186" y="474"/>
                    </a:cubicBezTo>
                    <a:cubicBezTo>
                      <a:pt x="185" y="474"/>
                      <a:pt x="179" y="467"/>
                      <a:pt x="181" y="471"/>
                    </a:cubicBezTo>
                    <a:cubicBezTo>
                      <a:pt x="176" y="466"/>
                      <a:pt x="169" y="460"/>
                      <a:pt x="163" y="455"/>
                    </a:cubicBezTo>
                    <a:cubicBezTo>
                      <a:pt x="165" y="457"/>
                      <a:pt x="167" y="456"/>
                      <a:pt x="165" y="454"/>
                    </a:cubicBezTo>
                    <a:cubicBezTo>
                      <a:pt x="162" y="453"/>
                      <a:pt x="156" y="450"/>
                      <a:pt x="151" y="445"/>
                    </a:cubicBezTo>
                    <a:cubicBezTo>
                      <a:pt x="150" y="447"/>
                      <a:pt x="152" y="448"/>
                      <a:pt x="150" y="449"/>
                    </a:cubicBezTo>
                    <a:cubicBezTo>
                      <a:pt x="149" y="449"/>
                      <a:pt x="147" y="449"/>
                      <a:pt x="146" y="447"/>
                    </a:cubicBezTo>
                    <a:cubicBezTo>
                      <a:pt x="147" y="445"/>
                      <a:pt x="148" y="443"/>
                      <a:pt x="144" y="440"/>
                    </a:cubicBezTo>
                    <a:cubicBezTo>
                      <a:pt x="146" y="438"/>
                      <a:pt x="152" y="446"/>
                      <a:pt x="151" y="442"/>
                    </a:cubicBezTo>
                    <a:cubicBezTo>
                      <a:pt x="154" y="442"/>
                      <a:pt x="163" y="448"/>
                      <a:pt x="164" y="451"/>
                    </a:cubicBezTo>
                    <a:cubicBezTo>
                      <a:pt x="170" y="452"/>
                      <a:pt x="161" y="448"/>
                      <a:pt x="163" y="447"/>
                    </a:cubicBezTo>
                    <a:cubicBezTo>
                      <a:pt x="159" y="444"/>
                      <a:pt x="157" y="444"/>
                      <a:pt x="151" y="440"/>
                    </a:cubicBezTo>
                    <a:cubicBezTo>
                      <a:pt x="150" y="440"/>
                      <a:pt x="152" y="442"/>
                      <a:pt x="148" y="441"/>
                    </a:cubicBezTo>
                    <a:cubicBezTo>
                      <a:pt x="142" y="439"/>
                      <a:pt x="143" y="435"/>
                      <a:pt x="141" y="434"/>
                    </a:cubicBezTo>
                    <a:cubicBezTo>
                      <a:pt x="144" y="435"/>
                      <a:pt x="144" y="435"/>
                      <a:pt x="144" y="435"/>
                    </a:cubicBezTo>
                    <a:cubicBezTo>
                      <a:pt x="141" y="432"/>
                      <a:pt x="139" y="432"/>
                      <a:pt x="135" y="430"/>
                    </a:cubicBezTo>
                    <a:cubicBezTo>
                      <a:pt x="136" y="426"/>
                      <a:pt x="142" y="434"/>
                      <a:pt x="144" y="433"/>
                    </a:cubicBezTo>
                    <a:cubicBezTo>
                      <a:pt x="143" y="429"/>
                      <a:pt x="143" y="429"/>
                      <a:pt x="143" y="429"/>
                    </a:cubicBezTo>
                    <a:cubicBezTo>
                      <a:pt x="137" y="425"/>
                      <a:pt x="140" y="430"/>
                      <a:pt x="134" y="425"/>
                    </a:cubicBezTo>
                    <a:cubicBezTo>
                      <a:pt x="135" y="425"/>
                      <a:pt x="135" y="425"/>
                      <a:pt x="135" y="425"/>
                    </a:cubicBezTo>
                    <a:cubicBezTo>
                      <a:pt x="131" y="423"/>
                      <a:pt x="131" y="423"/>
                      <a:pt x="131" y="423"/>
                    </a:cubicBezTo>
                    <a:cubicBezTo>
                      <a:pt x="131" y="424"/>
                      <a:pt x="130" y="426"/>
                      <a:pt x="134" y="428"/>
                    </a:cubicBezTo>
                    <a:cubicBezTo>
                      <a:pt x="130" y="429"/>
                      <a:pt x="131" y="427"/>
                      <a:pt x="125" y="424"/>
                    </a:cubicBezTo>
                    <a:cubicBezTo>
                      <a:pt x="122" y="424"/>
                      <a:pt x="127" y="425"/>
                      <a:pt x="126" y="427"/>
                    </a:cubicBezTo>
                    <a:cubicBezTo>
                      <a:pt x="126" y="428"/>
                      <a:pt x="123" y="426"/>
                      <a:pt x="120" y="425"/>
                    </a:cubicBezTo>
                    <a:cubicBezTo>
                      <a:pt x="116" y="422"/>
                      <a:pt x="119" y="421"/>
                      <a:pt x="118" y="419"/>
                    </a:cubicBezTo>
                    <a:cubicBezTo>
                      <a:pt x="119" y="420"/>
                      <a:pt x="122" y="422"/>
                      <a:pt x="121" y="422"/>
                    </a:cubicBezTo>
                    <a:cubicBezTo>
                      <a:pt x="127" y="424"/>
                      <a:pt x="121" y="418"/>
                      <a:pt x="125" y="419"/>
                    </a:cubicBezTo>
                    <a:cubicBezTo>
                      <a:pt x="122" y="415"/>
                      <a:pt x="121" y="417"/>
                      <a:pt x="118" y="416"/>
                    </a:cubicBezTo>
                    <a:cubicBezTo>
                      <a:pt x="119" y="417"/>
                      <a:pt x="117" y="418"/>
                      <a:pt x="117" y="419"/>
                    </a:cubicBezTo>
                    <a:cubicBezTo>
                      <a:pt x="108" y="418"/>
                      <a:pt x="115" y="413"/>
                      <a:pt x="108" y="409"/>
                    </a:cubicBezTo>
                    <a:cubicBezTo>
                      <a:pt x="108" y="413"/>
                      <a:pt x="98" y="407"/>
                      <a:pt x="100" y="413"/>
                    </a:cubicBezTo>
                    <a:cubicBezTo>
                      <a:pt x="98" y="412"/>
                      <a:pt x="96" y="411"/>
                      <a:pt x="95" y="410"/>
                    </a:cubicBezTo>
                    <a:cubicBezTo>
                      <a:pt x="98" y="409"/>
                      <a:pt x="93" y="407"/>
                      <a:pt x="97" y="407"/>
                    </a:cubicBezTo>
                    <a:cubicBezTo>
                      <a:pt x="95" y="405"/>
                      <a:pt x="95" y="405"/>
                      <a:pt x="95" y="405"/>
                    </a:cubicBezTo>
                    <a:cubicBezTo>
                      <a:pt x="100" y="406"/>
                      <a:pt x="100" y="406"/>
                      <a:pt x="100" y="406"/>
                    </a:cubicBezTo>
                    <a:cubicBezTo>
                      <a:pt x="98" y="403"/>
                      <a:pt x="95" y="399"/>
                      <a:pt x="94" y="397"/>
                    </a:cubicBezTo>
                    <a:cubicBezTo>
                      <a:pt x="91" y="395"/>
                      <a:pt x="94" y="399"/>
                      <a:pt x="90" y="397"/>
                    </a:cubicBezTo>
                    <a:cubicBezTo>
                      <a:pt x="92" y="397"/>
                      <a:pt x="91" y="394"/>
                      <a:pt x="89" y="393"/>
                    </a:cubicBezTo>
                    <a:cubicBezTo>
                      <a:pt x="92" y="396"/>
                      <a:pt x="87" y="395"/>
                      <a:pt x="85" y="394"/>
                    </a:cubicBezTo>
                    <a:cubicBezTo>
                      <a:pt x="82" y="392"/>
                      <a:pt x="81" y="388"/>
                      <a:pt x="81" y="388"/>
                    </a:cubicBezTo>
                    <a:cubicBezTo>
                      <a:pt x="86" y="389"/>
                      <a:pt x="86" y="389"/>
                      <a:pt x="86" y="389"/>
                    </a:cubicBezTo>
                    <a:cubicBezTo>
                      <a:pt x="82" y="388"/>
                      <a:pt x="85" y="388"/>
                      <a:pt x="82" y="386"/>
                    </a:cubicBezTo>
                    <a:cubicBezTo>
                      <a:pt x="81" y="386"/>
                      <a:pt x="78" y="386"/>
                      <a:pt x="77" y="387"/>
                    </a:cubicBezTo>
                    <a:cubicBezTo>
                      <a:pt x="75" y="385"/>
                      <a:pt x="74" y="383"/>
                      <a:pt x="73" y="383"/>
                    </a:cubicBezTo>
                    <a:cubicBezTo>
                      <a:pt x="77" y="384"/>
                      <a:pt x="77" y="384"/>
                      <a:pt x="77" y="384"/>
                    </a:cubicBezTo>
                    <a:cubicBezTo>
                      <a:pt x="73" y="381"/>
                      <a:pt x="79" y="381"/>
                      <a:pt x="74" y="378"/>
                    </a:cubicBezTo>
                    <a:cubicBezTo>
                      <a:pt x="72" y="378"/>
                      <a:pt x="72" y="378"/>
                      <a:pt x="72" y="378"/>
                    </a:cubicBezTo>
                    <a:cubicBezTo>
                      <a:pt x="72" y="377"/>
                      <a:pt x="72" y="376"/>
                      <a:pt x="73" y="377"/>
                    </a:cubicBezTo>
                    <a:cubicBezTo>
                      <a:pt x="71" y="377"/>
                      <a:pt x="69" y="375"/>
                      <a:pt x="68" y="374"/>
                    </a:cubicBezTo>
                    <a:cubicBezTo>
                      <a:pt x="69" y="373"/>
                      <a:pt x="69" y="373"/>
                      <a:pt x="69" y="373"/>
                    </a:cubicBezTo>
                    <a:cubicBezTo>
                      <a:pt x="67" y="372"/>
                      <a:pt x="63" y="371"/>
                      <a:pt x="63" y="368"/>
                    </a:cubicBezTo>
                    <a:cubicBezTo>
                      <a:pt x="62" y="371"/>
                      <a:pt x="65" y="370"/>
                      <a:pt x="66" y="373"/>
                    </a:cubicBezTo>
                    <a:cubicBezTo>
                      <a:pt x="66" y="377"/>
                      <a:pt x="62" y="372"/>
                      <a:pt x="62" y="371"/>
                    </a:cubicBezTo>
                    <a:cubicBezTo>
                      <a:pt x="64" y="370"/>
                      <a:pt x="58" y="367"/>
                      <a:pt x="56" y="364"/>
                    </a:cubicBezTo>
                    <a:cubicBezTo>
                      <a:pt x="56" y="363"/>
                      <a:pt x="55" y="361"/>
                      <a:pt x="55" y="360"/>
                    </a:cubicBezTo>
                    <a:cubicBezTo>
                      <a:pt x="53" y="360"/>
                      <a:pt x="53" y="360"/>
                      <a:pt x="53" y="360"/>
                    </a:cubicBezTo>
                    <a:cubicBezTo>
                      <a:pt x="56" y="357"/>
                      <a:pt x="49" y="356"/>
                      <a:pt x="49" y="353"/>
                    </a:cubicBezTo>
                    <a:cubicBezTo>
                      <a:pt x="50" y="354"/>
                      <a:pt x="51" y="353"/>
                      <a:pt x="51" y="351"/>
                    </a:cubicBezTo>
                    <a:cubicBezTo>
                      <a:pt x="50" y="355"/>
                      <a:pt x="45" y="349"/>
                      <a:pt x="44" y="350"/>
                    </a:cubicBezTo>
                    <a:cubicBezTo>
                      <a:pt x="42" y="345"/>
                      <a:pt x="48" y="349"/>
                      <a:pt x="48" y="347"/>
                    </a:cubicBezTo>
                    <a:cubicBezTo>
                      <a:pt x="45" y="346"/>
                      <a:pt x="46" y="341"/>
                      <a:pt x="43" y="341"/>
                    </a:cubicBezTo>
                    <a:cubicBezTo>
                      <a:pt x="44" y="345"/>
                      <a:pt x="41" y="341"/>
                      <a:pt x="40" y="341"/>
                    </a:cubicBezTo>
                    <a:cubicBezTo>
                      <a:pt x="38" y="337"/>
                      <a:pt x="41" y="341"/>
                      <a:pt x="40" y="338"/>
                    </a:cubicBezTo>
                    <a:cubicBezTo>
                      <a:pt x="39" y="336"/>
                      <a:pt x="36" y="335"/>
                      <a:pt x="37" y="338"/>
                    </a:cubicBezTo>
                    <a:cubicBezTo>
                      <a:pt x="36" y="335"/>
                      <a:pt x="32" y="333"/>
                      <a:pt x="32" y="330"/>
                    </a:cubicBezTo>
                    <a:cubicBezTo>
                      <a:pt x="33" y="328"/>
                      <a:pt x="36" y="335"/>
                      <a:pt x="36" y="333"/>
                    </a:cubicBezTo>
                    <a:cubicBezTo>
                      <a:pt x="32" y="326"/>
                      <a:pt x="30" y="331"/>
                      <a:pt x="27" y="325"/>
                    </a:cubicBezTo>
                    <a:cubicBezTo>
                      <a:pt x="27" y="328"/>
                      <a:pt x="24" y="327"/>
                      <a:pt x="22" y="324"/>
                    </a:cubicBezTo>
                    <a:cubicBezTo>
                      <a:pt x="19" y="317"/>
                      <a:pt x="24" y="327"/>
                      <a:pt x="25" y="323"/>
                    </a:cubicBezTo>
                    <a:cubicBezTo>
                      <a:pt x="23" y="321"/>
                      <a:pt x="23" y="321"/>
                      <a:pt x="23" y="321"/>
                    </a:cubicBezTo>
                    <a:cubicBezTo>
                      <a:pt x="25" y="316"/>
                      <a:pt x="31" y="327"/>
                      <a:pt x="32" y="322"/>
                    </a:cubicBezTo>
                    <a:cubicBezTo>
                      <a:pt x="30" y="320"/>
                      <a:pt x="30" y="320"/>
                      <a:pt x="30" y="320"/>
                    </a:cubicBezTo>
                    <a:cubicBezTo>
                      <a:pt x="31" y="320"/>
                      <a:pt x="32" y="321"/>
                      <a:pt x="33" y="319"/>
                    </a:cubicBezTo>
                    <a:cubicBezTo>
                      <a:pt x="30" y="319"/>
                      <a:pt x="30" y="313"/>
                      <a:pt x="29" y="312"/>
                    </a:cubicBezTo>
                    <a:cubicBezTo>
                      <a:pt x="27" y="312"/>
                      <a:pt x="30" y="315"/>
                      <a:pt x="29" y="315"/>
                    </a:cubicBezTo>
                    <a:cubicBezTo>
                      <a:pt x="27" y="312"/>
                      <a:pt x="24" y="311"/>
                      <a:pt x="24" y="306"/>
                    </a:cubicBezTo>
                    <a:cubicBezTo>
                      <a:pt x="26" y="308"/>
                      <a:pt x="26" y="304"/>
                      <a:pt x="27" y="305"/>
                    </a:cubicBezTo>
                    <a:cubicBezTo>
                      <a:pt x="27" y="303"/>
                      <a:pt x="25" y="305"/>
                      <a:pt x="25" y="301"/>
                    </a:cubicBezTo>
                    <a:cubicBezTo>
                      <a:pt x="26" y="301"/>
                      <a:pt x="26" y="301"/>
                      <a:pt x="26" y="301"/>
                    </a:cubicBezTo>
                    <a:cubicBezTo>
                      <a:pt x="23" y="289"/>
                      <a:pt x="22" y="272"/>
                      <a:pt x="18" y="260"/>
                    </a:cubicBezTo>
                    <a:cubicBezTo>
                      <a:pt x="20" y="258"/>
                      <a:pt x="20" y="254"/>
                      <a:pt x="21" y="247"/>
                    </a:cubicBezTo>
                    <a:cubicBezTo>
                      <a:pt x="21" y="250"/>
                      <a:pt x="19" y="247"/>
                      <a:pt x="19" y="246"/>
                    </a:cubicBezTo>
                    <a:cubicBezTo>
                      <a:pt x="21" y="242"/>
                      <a:pt x="21" y="242"/>
                      <a:pt x="21" y="242"/>
                    </a:cubicBezTo>
                    <a:cubicBezTo>
                      <a:pt x="23" y="239"/>
                      <a:pt x="22" y="233"/>
                      <a:pt x="21" y="230"/>
                    </a:cubicBezTo>
                    <a:cubicBezTo>
                      <a:pt x="22" y="229"/>
                      <a:pt x="22" y="229"/>
                      <a:pt x="23" y="229"/>
                    </a:cubicBezTo>
                    <a:cubicBezTo>
                      <a:pt x="24" y="225"/>
                      <a:pt x="22" y="225"/>
                      <a:pt x="22" y="224"/>
                    </a:cubicBezTo>
                    <a:cubicBezTo>
                      <a:pt x="23" y="221"/>
                      <a:pt x="23" y="221"/>
                      <a:pt x="23" y="221"/>
                    </a:cubicBezTo>
                    <a:cubicBezTo>
                      <a:pt x="22" y="221"/>
                      <a:pt x="22" y="221"/>
                      <a:pt x="22" y="221"/>
                    </a:cubicBezTo>
                    <a:cubicBezTo>
                      <a:pt x="22" y="217"/>
                      <a:pt x="23" y="213"/>
                      <a:pt x="25" y="213"/>
                    </a:cubicBezTo>
                    <a:cubicBezTo>
                      <a:pt x="25" y="212"/>
                      <a:pt x="25" y="211"/>
                      <a:pt x="24" y="212"/>
                    </a:cubicBezTo>
                    <a:cubicBezTo>
                      <a:pt x="26" y="209"/>
                      <a:pt x="28" y="200"/>
                      <a:pt x="29" y="193"/>
                    </a:cubicBezTo>
                    <a:cubicBezTo>
                      <a:pt x="28" y="196"/>
                      <a:pt x="27" y="196"/>
                      <a:pt x="26" y="196"/>
                    </a:cubicBezTo>
                    <a:cubicBezTo>
                      <a:pt x="24" y="194"/>
                      <a:pt x="27" y="194"/>
                      <a:pt x="26" y="191"/>
                    </a:cubicBezTo>
                    <a:cubicBezTo>
                      <a:pt x="27" y="192"/>
                      <a:pt x="28" y="189"/>
                      <a:pt x="28" y="192"/>
                    </a:cubicBezTo>
                    <a:cubicBezTo>
                      <a:pt x="33" y="185"/>
                      <a:pt x="36" y="173"/>
                      <a:pt x="40" y="164"/>
                    </a:cubicBezTo>
                    <a:cubicBezTo>
                      <a:pt x="40" y="162"/>
                      <a:pt x="40" y="162"/>
                      <a:pt x="39" y="161"/>
                    </a:cubicBezTo>
                    <a:cubicBezTo>
                      <a:pt x="45" y="156"/>
                      <a:pt x="47" y="148"/>
                      <a:pt x="51" y="142"/>
                    </a:cubicBezTo>
                    <a:cubicBezTo>
                      <a:pt x="49" y="143"/>
                      <a:pt x="48" y="139"/>
                      <a:pt x="50" y="136"/>
                    </a:cubicBezTo>
                    <a:cubicBezTo>
                      <a:pt x="51" y="131"/>
                      <a:pt x="53" y="136"/>
                      <a:pt x="56" y="133"/>
                    </a:cubicBezTo>
                    <a:cubicBezTo>
                      <a:pt x="57" y="131"/>
                      <a:pt x="59" y="128"/>
                      <a:pt x="60" y="127"/>
                    </a:cubicBezTo>
                    <a:cubicBezTo>
                      <a:pt x="60" y="127"/>
                      <a:pt x="60" y="127"/>
                      <a:pt x="60" y="127"/>
                    </a:cubicBezTo>
                    <a:cubicBezTo>
                      <a:pt x="61" y="125"/>
                      <a:pt x="63" y="121"/>
                      <a:pt x="65" y="120"/>
                    </a:cubicBezTo>
                    <a:cubicBezTo>
                      <a:pt x="65" y="120"/>
                      <a:pt x="65" y="120"/>
                      <a:pt x="65" y="120"/>
                    </a:cubicBezTo>
                    <a:cubicBezTo>
                      <a:pt x="67" y="118"/>
                      <a:pt x="69" y="117"/>
                      <a:pt x="71" y="115"/>
                    </a:cubicBezTo>
                    <a:cubicBezTo>
                      <a:pt x="70" y="113"/>
                      <a:pt x="75" y="109"/>
                      <a:pt x="74" y="107"/>
                    </a:cubicBezTo>
                    <a:cubicBezTo>
                      <a:pt x="75" y="107"/>
                      <a:pt x="74" y="107"/>
                      <a:pt x="75" y="107"/>
                    </a:cubicBezTo>
                    <a:cubicBezTo>
                      <a:pt x="74" y="106"/>
                      <a:pt x="74" y="106"/>
                      <a:pt x="74" y="106"/>
                    </a:cubicBezTo>
                    <a:cubicBezTo>
                      <a:pt x="78" y="103"/>
                      <a:pt x="78" y="103"/>
                      <a:pt x="78" y="103"/>
                    </a:cubicBezTo>
                    <a:cubicBezTo>
                      <a:pt x="78" y="104"/>
                      <a:pt x="78" y="105"/>
                      <a:pt x="78" y="106"/>
                    </a:cubicBezTo>
                    <a:cubicBezTo>
                      <a:pt x="82" y="103"/>
                      <a:pt x="78" y="104"/>
                      <a:pt x="79" y="101"/>
                    </a:cubicBezTo>
                    <a:cubicBezTo>
                      <a:pt x="81" y="98"/>
                      <a:pt x="82" y="99"/>
                      <a:pt x="84" y="99"/>
                    </a:cubicBezTo>
                    <a:cubicBezTo>
                      <a:pt x="84" y="100"/>
                      <a:pt x="82" y="100"/>
                      <a:pt x="81" y="101"/>
                    </a:cubicBezTo>
                    <a:cubicBezTo>
                      <a:pt x="81" y="103"/>
                      <a:pt x="83" y="100"/>
                      <a:pt x="84" y="101"/>
                    </a:cubicBezTo>
                    <a:cubicBezTo>
                      <a:pt x="85" y="100"/>
                      <a:pt x="84" y="98"/>
                      <a:pt x="86" y="97"/>
                    </a:cubicBezTo>
                    <a:cubicBezTo>
                      <a:pt x="88" y="96"/>
                      <a:pt x="92" y="92"/>
                      <a:pt x="92" y="93"/>
                    </a:cubicBezTo>
                    <a:cubicBezTo>
                      <a:pt x="93" y="91"/>
                      <a:pt x="95" y="90"/>
                      <a:pt x="96" y="88"/>
                    </a:cubicBezTo>
                    <a:cubicBezTo>
                      <a:pt x="94" y="89"/>
                      <a:pt x="91" y="91"/>
                      <a:pt x="90" y="91"/>
                    </a:cubicBezTo>
                    <a:cubicBezTo>
                      <a:pt x="91" y="90"/>
                      <a:pt x="94" y="87"/>
                      <a:pt x="94" y="87"/>
                    </a:cubicBezTo>
                    <a:cubicBezTo>
                      <a:pt x="94" y="88"/>
                      <a:pt x="94" y="88"/>
                      <a:pt x="94" y="88"/>
                    </a:cubicBezTo>
                    <a:cubicBezTo>
                      <a:pt x="94" y="87"/>
                      <a:pt x="99" y="84"/>
                      <a:pt x="96" y="85"/>
                    </a:cubicBezTo>
                    <a:cubicBezTo>
                      <a:pt x="100" y="84"/>
                      <a:pt x="100" y="84"/>
                      <a:pt x="100" y="84"/>
                    </a:cubicBezTo>
                    <a:cubicBezTo>
                      <a:pt x="100" y="82"/>
                      <a:pt x="103" y="80"/>
                      <a:pt x="105" y="78"/>
                    </a:cubicBezTo>
                    <a:cubicBezTo>
                      <a:pt x="106" y="80"/>
                      <a:pt x="106" y="82"/>
                      <a:pt x="110" y="80"/>
                    </a:cubicBezTo>
                    <a:cubicBezTo>
                      <a:pt x="113" y="76"/>
                      <a:pt x="113" y="76"/>
                      <a:pt x="113" y="76"/>
                    </a:cubicBezTo>
                    <a:cubicBezTo>
                      <a:pt x="115" y="74"/>
                      <a:pt x="116" y="74"/>
                      <a:pt x="116" y="75"/>
                    </a:cubicBezTo>
                    <a:cubicBezTo>
                      <a:pt x="124" y="71"/>
                      <a:pt x="121" y="66"/>
                      <a:pt x="128" y="64"/>
                    </a:cubicBezTo>
                    <a:cubicBezTo>
                      <a:pt x="126" y="67"/>
                      <a:pt x="129" y="66"/>
                      <a:pt x="132" y="65"/>
                    </a:cubicBezTo>
                    <a:cubicBezTo>
                      <a:pt x="131" y="65"/>
                      <a:pt x="131" y="64"/>
                      <a:pt x="132" y="63"/>
                    </a:cubicBezTo>
                    <a:cubicBezTo>
                      <a:pt x="131" y="63"/>
                      <a:pt x="132" y="65"/>
                      <a:pt x="129" y="65"/>
                    </a:cubicBezTo>
                    <a:cubicBezTo>
                      <a:pt x="128" y="65"/>
                      <a:pt x="131" y="63"/>
                      <a:pt x="132" y="62"/>
                    </a:cubicBezTo>
                    <a:cubicBezTo>
                      <a:pt x="139" y="63"/>
                      <a:pt x="150" y="53"/>
                      <a:pt x="160" y="50"/>
                    </a:cubicBezTo>
                    <a:cubicBezTo>
                      <a:pt x="158" y="48"/>
                      <a:pt x="163" y="48"/>
                      <a:pt x="164" y="46"/>
                    </a:cubicBezTo>
                    <a:cubicBezTo>
                      <a:pt x="165" y="49"/>
                      <a:pt x="169" y="43"/>
                      <a:pt x="172" y="44"/>
                    </a:cubicBezTo>
                    <a:cubicBezTo>
                      <a:pt x="170" y="42"/>
                      <a:pt x="170" y="42"/>
                      <a:pt x="170" y="42"/>
                    </a:cubicBezTo>
                    <a:cubicBezTo>
                      <a:pt x="176" y="41"/>
                      <a:pt x="177" y="34"/>
                      <a:pt x="182" y="36"/>
                    </a:cubicBezTo>
                    <a:cubicBezTo>
                      <a:pt x="185" y="35"/>
                      <a:pt x="182" y="38"/>
                      <a:pt x="181" y="39"/>
                    </a:cubicBezTo>
                    <a:cubicBezTo>
                      <a:pt x="186" y="40"/>
                      <a:pt x="191" y="32"/>
                      <a:pt x="196" y="34"/>
                    </a:cubicBezTo>
                    <a:cubicBezTo>
                      <a:pt x="196" y="33"/>
                      <a:pt x="194" y="32"/>
                      <a:pt x="197" y="30"/>
                    </a:cubicBezTo>
                    <a:cubicBezTo>
                      <a:pt x="201" y="30"/>
                      <a:pt x="207" y="29"/>
                      <a:pt x="207" y="29"/>
                    </a:cubicBezTo>
                    <a:cubicBezTo>
                      <a:pt x="209" y="28"/>
                      <a:pt x="210" y="27"/>
                      <a:pt x="213" y="27"/>
                    </a:cubicBezTo>
                    <a:cubicBezTo>
                      <a:pt x="213" y="28"/>
                      <a:pt x="212" y="28"/>
                      <a:pt x="211" y="29"/>
                    </a:cubicBezTo>
                    <a:cubicBezTo>
                      <a:pt x="215" y="28"/>
                      <a:pt x="219" y="26"/>
                      <a:pt x="222" y="24"/>
                    </a:cubicBezTo>
                    <a:cubicBezTo>
                      <a:pt x="225" y="26"/>
                      <a:pt x="233" y="23"/>
                      <a:pt x="238" y="23"/>
                    </a:cubicBezTo>
                    <a:cubicBezTo>
                      <a:pt x="241" y="20"/>
                      <a:pt x="247" y="23"/>
                      <a:pt x="247" y="20"/>
                    </a:cubicBezTo>
                    <a:cubicBezTo>
                      <a:pt x="247" y="20"/>
                      <a:pt x="247" y="20"/>
                      <a:pt x="248" y="21"/>
                    </a:cubicBezTo>
                    <a:cubicBezTo>
                      <a:pt x="249" y="19"/>
                      <a:pt x="251" y="17"/>
                      <a:pt x="253" y="17"/>
                    </a:cubicBezTo>
                    <a:cubicBezTo>
                      <a:pt x="253" y="19"/>
                      <a:pt x="253" y="19"/>
                      <a:pt x="253" y="19"/>
                    </a:cubicBezTo>
                    <a:cubicBezTo>
                      <a:pt x="252" y="22"/>
                      <a:pt x="260" y="19"/>
                      <a:pt x="261" y="20"/>
                    </a:cubicBezTo>
                    <a:cubicBezTo>
                      <a:pt x="258" y="19"/>
                      <a:pt x="263" y="20"/>
                      <a:pt x="263" y="18"/>
                    </a:cubicBezTo>
                    <a:cubicBezTo>
                      <a:pt x="266" y="18"/>
                      <a:pt x="266" y="18"/>
                      <a:pt x="266" y="18"/>
                    </a:cubicBezTo>
                    <a:cubicBezTo>
                      <a:pt x="271" y="17"/>
                      <a:pt x="267" y="17"/>
                      <a:pt x="273" y="16"/>
                    </a:cubicBezTo>
                    <a:cubicBezTo>
                      <a:pt x="276" y="16"/>
                      <a:pt x="274" y="19"/>
                      <a:pt x="273" y="19"/>
                    </a:cubicBezTo>
                    <a:cubicBezTo>
                      <a:pt x="275" y="20"/>
                      <a:pt x="278" y="19"/>
                      <a:pt x="281" y="19"/>
                    </a:cubicBezTo>
                    <a:cubicBezTo>
                      <a:pt x="280" y="18"/>
                      <a:pt x="280" y="18"/>
                      <a:pt x="281" y="18"/>
                    </a:cubicBezTo>
                    <a:cubicBezTo>
                      <a:pt x="281" y="18"/>
                      <a:pt x="281" y="18"/>
                      <a:pt x="281" y="19"/>
                    </a:cubicBezTo>
                    <a:cubicBezTo>
                      <a:pt x="282" y="18"/>
                      <a:pt x="283" y="18"/>
                      <a:pt x="285" y="18"/>
                    </a:cubicBezTo>
                    <a:cubicBezTo>
                      <a:pt x="285" y="19"/>
                      <a:pt x="285" y="19"/>
                      <a:pt x="285" y="19"/>
                    </a:cubicBezTo>
                    <a:cubicBezTo>
                      <a:pt x="283" y="19"/>
                      <a:pt x="282" y="19"/>
                      <a:pt x="281" y="19"/>
                    </a:cubicBezTo>
                    <a:cubicBezTo>
                      <a:pt x="282" y="19"/>
                      <a:pt x="283" y="19"/>
                      <a:pt x="284" y="19"/>
                    </a:cubicBezTo>
                    <a:cubicBezTo>
                      <a:pt x="285" y="19"/>
                      <a:pt x="285" y="19"/>
                      <a:pt x="285" y="19"/>
                    </a:cubicBezTo>
                    <a:cubicBezTo>
                      <a:pt x="286" y="19"/>
                      <a:pt x="287" y="19"/>
                      <a:pt x="288" y="20"/>
                    </a:cubicBezTo>
                    <a:cubicBezTo>
                      <a:pt x="287" y="21"/>
                      <a:pt x="287" y="21"/>
                      <a:pt x="287" y="21"/>
                    </a:cubicBezTo>
                    <a:cubicBezTo>
                      <a:pt x="289" y="22"/>
                      <a:pt x="294" y="20"/>
                      <a:pt x="294" y="20"/>
                    </a:cubicBezTo>
                    <a:cubicBezTo>
                      <a:pt x="303" y="22"/>
                      <a:pt x="318" y="23"/>
                      <a:pt x="322" y="24"/>
                    </a:cubicBezTo>
                    <a:cubicBezTo>
                      <a:pt x="319" y="23"/>
                      <a:pt x="318" y="24"/>
                      <a:pt x="320" y="24"/>
                    </a:cubicBezTo>
                    <a:cubicBezTo>
                      <a:pt x="323" y="25"/>
                      <a:pt x="326" y="24"/>
                      <a:pt x="326" y="25"/>
                    </a:cubicBezTo>
                    <a:cubicBezTo>
                      <a:pt x="329" y="25"/>
                      <a:pt x="328" y="27"/>
                      <a:pt x="332" y="28"/>
                    </a:cubicBezTo>
                    <a:cubicBezTo>
                      <a:pt x="332" y="29"/>
                      <a:pt x="333" y="27"/>
                      <a:pt x="332" y="27"/>
                    </a:cubicBezTo>
                    <a:cubicBezTo>
                      <a:pt x="337" y="31"/>
                      <a:pt x="347" y="31"/>
                      <a:pt x="354" y="36"/>
                    </a:cubicBezTo>
                    <a:cubicBezTo>
                      <a:pt x="353" y="36"/>
                      <a:pt x="352" y="36"/>
                      <a:pt x="351" y="37"/>
                    </a:cubicBezTo>
                    <a:cubicBezTo>
                      <a:pt x="357" y="38"/>
                      <a:pt x="363" y="41"/>
                      <a:pt x="369" y="42"/>
                    </a:cubicBezTo>
                    <a:cubicBezTo>
                      <a:pt x="368" y="42"/>
                      <a:pt x="368" y="43"/>
                      <a:pt x="366" y="43"/>
                    </a:cubicBezTo>
                    <a:cubicBezTo>
                      <a:pt x="369" y="44"/>
                      <a:pt x="372" y="46"/>
                      <a:pt x="375" y="47"/>
                    </a:cubicBezTo>
                    <a:cubicBezTo>
                      <a:pt x="375" y="47"/>
                      <a:pt x="375" y="47"/>
                      <a:pt x="375" y="47"/>
                    </a:cubicBezTo>
                    <a:cubicBezTo>
                      <a:pt x="373" y="44"/>
                      <a:pt x="378" y="46"/>
                      <a:pt x="381" y="48"/>
                    </a:cubicBezTo>
                    <a:cubicBezTo>
                      <a:pt x="380" y="48"/>
                      <a:pt x="380" y="48"/>
                      <a:pt x="380" y="48"/>
                    </a:cubicBezTo>
                    <a:cubicBezTo>
                      <a:pt x="384" y="51"/>
                      <a:pt x="385" y="50"/>
                      <a:pt x="388" y="53"/>
                    </a:cubicBezTo>
                    <a:cubicBezTo>
                      <a:pt x="390" y="55"/>
                      <a:pt x="386" y="52"/>
                      <a:pt x="386" y="53"/>
                    </a:cubicBezTo>
                    <a:cubicBezTo>
                      <a:pt x="386" y="56"/>
                      <a:pt x="393" y="61"/>
                      <a:pt x="394" y="62"/>
                    </a:cubicBezTo>
                    <a:cubicBezTo>
                      <a:pt x="395" y="62"/>
                      <a:pt x="396" y="63"/>
                      <a:pt x="397" y="62"/>
                    </a:cubicBezTo>
                    <a:cubicBezTo>
                      <a:pt x="400" y="64"/>
                      <a:pt x="397" y="64"/>
                      <a:pt x="399" y="66"/>
                    </a:cubicBezTo>
                    <a:cubicBezTo>
                      <a:pt x="409" y="69"/>
                      <a:pt x="409" y="69"/>
                      <a:pt x="409" y="69"/>
                    </a:cubicBezTo>
                    <a:cubicBezTo>
                      <a:pt x="408" y="69"/>
                      <a:pt x="410" y="73"/>
                      <a:pt x="407" y="71"/>
                    </a:cubicBezTo>
                    <a:cubicBezTo>
                      <a:pt x="412" y="76"/>
                      <a:pt x="417" y="77"/>
                      <a:pt x="422" y="80"/>
                    </a:cubicBezTo>
                    <a:cubicBezTo>
                      <a:pt x="423" y="82"/>
                      <a:pt x="428" y="87"/>
                      <a:pt x="430" y="89"/>
                    </a:cubicBezTo>
                    <a:cubicBezTo>
                      <a:pt x="429" y="90"/>
                      <a:pt x="428" y="87"/>
                      <a:pt x="427" y="87"/>
                    </a:cubicBezTo>
                    <a:cubicBezTo>
                      <a:pt x="428" y="91"/>
                      <a:pt x="428" y="91"/>
                      <a:pt x="428" y="91"/>
                    </a:cubicBezTo>
                    <a:cubicBezTo>
                      <a:pt x="425" y="87"/>
                      <a:pt x="427" y="93"/>
                      <a:pt x="424" y="91"/>
                    </a:cubicBezTo>
                    <a:cubicBezTo>
                      <a:pt x="428" y="94"/>
                      <a:pt x="432" y="102"/>
                      <a:pt x="435" y="107"/>
                    </a:cubicBezTo>
                    <a:cubicBezTo>
                      <a:pt x="435" y="102"/>
                      <a:pt x="440" y="113"/>
                      <a:pt x="443" y="111"/>
                    </a:cubicBezTo>
                    <a:cubicBezTo>
                      <a:pt x="447" y="117"/>
                      <a:pt x="443" y="115"/>
                      <a:pt x="443" y="118"/>
                    </a:cubicBezTo>
                    <a:cubicBezTo>
                      <a:pt x="448" y="124"/>
                      <a:pt x="451" y="130"/>
                      <a:pt x="453" y="136"/>
                    </a:cubicBezTo>
                    <a:cubicBezTo>
                      <a:pt x="453" y="136"/>
                      <a:pt x="453" y="136"/>
                      <a:pt x="453" y="136"/>
                    </a:cubicBezTo>
                    <a:cubicBezTo>
                      <a:pt x="456" y="141"/>
                      <a:pt x="459" y="150"/>
                      <a:pt x="464" y="155"/>
                    </a:cubicBezTo>
                    <a:cubicBezTo>
                      <a:pt x="463" y="154"/>
                      <a:pt x="463" y="155"/>
                      <a:pt x="462" y="154"/>
                    </a:cubicBezTo>
                    <a:cubicBezTo>
                      <a:pt x="463" y="160"/>
                      <a:pt x="465" y="154"/>
                      <a:pt x="466" y="161"/>
                    </a:cubicBezTo>
                    <a:cubicBezTo>
                      <a:pt x="465" y="160"/>
                      <a:pt x="465" y="160"/>
                      <a:pt x="465" y="160"/>
                    </a:cubicBezTo>
                    <a:cubicBezTo>
                      <a:pt x="467" y="164"/>
                      <a:pt x="467" y="169"/>
                      <a:pt x="470" y="173"/>
                    </a:cubicBezTo>
                    <a:cubicBezTo>
                      <a:pt x="469" y="174"/>
                      <a:pt x="469" y="173"/>
                      <a:pt x="468" y="172"/>
                    </a:cubicBezTo>
                    <a:cubicBezTo>
                      <a:pt x="470" y="177"/>
                      <a:pt x="471" y="182"/>
                      <a:pt x="474" y="186"/>
                    </a:cubicBezTo>
                    <a:cubicBezTo>
                      <a:pt x="473" y="186"/>
                      <a:pt x="472" y="186"/>
                      <a:pt x="471" y="184"/>
                    </a:cubicBezTo>
                    <a:cubicBezTo>
                      <a:pt x="471" y="189"/>
                      <a:pt x="474" y="189"/>
                      <a:pt x="474" y="193"/>
                    </a:cubicBezTo>
                    <a:cubicBezTo>
                      <a:pt x="475" y="194"/>
                      <a:pt x="474" y="197"/>
                      <a:pt x="474" y="196"/>
                    </a:cubicBezTo>
                    <a:cubicBezTo>
                      <a:pt x="475" y="198"/>
                      <a:pt x="476" y="205"/>
                      <a:pt x="477" y="207"/>
                    </a:cubicBezTo>
                    <a:cubicBezTo>
                      <a:pt x="476" y="208"/>
                      <a:pt x="476" y="209"/>
                      <a:pt x="475" y="212"/>
                    </a:cubicBezTo>
                    <a:cubicBezTo>
                      <a:pt x="478" y="236"/>
                      <a:pt x="473" y="260"/>
                      <a:pt x="467" y="283"/>
                    </a:cubicBezTo>
                    <a:cubicBezTo>
                      <a:pt x="463" y="286"/>
                      <a:pt x="467" y="277"/>
                      <a:pt x="464" y="279"/>
                    </a:cubicBezTo>
                    <a:cubicBezTo>
                      <a:pt x="467" y="280"/>
                      <a:pt x="464" y="283"/>
                      <a:pt x="461" y="290"/>
                    </a:cubicBezTo>
                    <a:cubicBezTo>
                      <a:pt x="461" y="290"/>
                      <a:pt x="461" y="290"/>
                      <a:pt x="461" y="290"/>
                    </a:cubicBezTo>
                    <a:cubicBezTo>
                      <a:pt x="460" y="293"/>
                      <a:pt x="458" y="294"/>
                      <a:pt x="457" y="297"/>
                    </a:cubicBezTo>
                    <a:cubicBezTo>
                      <a:pt x="458" y="297"/>
                      <a:pt x="458" y="297"/>
                      <a:pt x="458" y="297"/>
                    </a:cubicBezTo>
                    <a:cubicBezTo>
                      <a:pt x="458" y="301"/>
                      <a:pt x="452" y="303"/>
                      <a:pt x="453" y="306"/>
                    </a:cubicBezTo>
                    <a:cubicBezTo>
                      <a:pt x="451" y="307"/>
                      <a:pt x="451" y="307"/>
                      <a:pt x="451" y="307"/>
                    </a:cubicBezTo>
                    <a:cubicBezTo>
                      <a:pt x="451" y="312"/>
                      <a:pt x="447" y="312"/>
                      <a:pt x="447" y="316"/>
                    </a:cubicBezTo>
                    <a:cubicBezTo>
                      <a:pt x="447" y="316"/>
                      <a:pt x="447" y="316"/>
                      <a:pt x="447" y="316"/>
                    </a:cubicBezTo>
                    <a:cubicBezTo>
                      <a:pt x="443" y="320"/>
                      <a:pt x="442" y="327"/>
                      <a:pt x="439" y="328"/>
                    </a:cubicBezTo>
                    <a:cubicBezTo>
                      <a:pt x="437" y="332"/>
                      <a:pt x="434" y="337"/>
                      <a:pt x="435" y="339"/>
                    </a:cubicBezTo>
                    <a:cubicBezTo>
                      <a:pt x="433" y="339"/>
                      <a:pt x="433" y="338"/>
                      <a:pt x="433" y="337"/>
                    </a:cubicBezTo>
                    <a:cubicBezTo>
                      <a:pt x="422" y="352"/>
                      <a:pt x="406" y="365"/>
                      <a:pt x="395" y="377"/>
                    </a:cubicBezTo>
                    <a:cubicBezTo>
                      <a:pt x="394" y="378"/>
                      <a:pt x="395" y="377"/>
                      <a:pt x="395" y="376"/>
                    </a:cubicBezTo>
                    <a:cubicBezTo>
                      <a:pt x="389" y="385"/>
                      <a:pt x="378" y="390"/>
                      <a:pt x="378" y="398"/>
                    </a:cubicBezTo>
                    <a:cubicBezTo>
                      <a:pt x="377" y="402"/>
                      <a:pt x="377" y="402"/>
                      <a:pt x="377" y="402"/>
                    </a:cubicBezTo>
                    <a:cubicBezTo>
                      <a:pt x="375" y="403"/>
                      <a:pt x="375" y="402"/>
                      <a:pt x="373" y="403"/>
                    </a:cubicBezTo>
                    <a:cubicBezTo>
                      <a:pt x="373" y="406"/>
                      <a:pt x="368" y="411"/>
                      <a:pt x="369" y="413"/>
                    </a:cubicBezTo>
                    <a:cubicBezTo>
                      <a:pt x="368" y="414"/>
                      <a:pt x="369" y="412"/>
                      <a:pt x="368" y="412"/>
                    </a:cubicBezTo>
                    <a:cubicBezTo>
                      <a:pt x="365" y="416"/>
                      <a:pt x="365" y="422"/>
                      <a:pt x="363" y="426"/>
                    </a:cubicBezTo>
                    <a:cubicBezTo>
                      <a:pt x="363" y="424"/>
                      <a:pt x="363" y="424"/>
                      <a:pt x="363" y="424"/>
                    </a:cubicBezTo>
                    <a:cubicBezTo>
                      <a:pt x="349" y="443"/>
                      <a:pt x="340" y="473"/>
                      <a:pt x="342" y="493"/>
                    </a:cubicBezTo>
                    <a:cubicBezTo>
                      <a:pt x="343" y="498"/>
                      <a:pt x="340" y="495"/>
                      <a:pt x="340" y="497"/>
                    </a:cubicBezTo>
                    <a:cubicBezTo>
                      <a:pt x="342" y="517"/>
                      <a:pt x="338" y="542"/>
                      <a:pt x="349" y="558"/>
                    </a:cubicBezTo>
                    <a:cubicBezTo>
                      <a:pt x="355" y="570"/>
                      <a:pt x="363" y="573"/>
                      <a:pt x="363" y="573"/>
                    </a:cubicBezTo>
                    <a:cubicBezTo>
                      <a:pt x="346" y="542"/>
                      <a:pt x="349" y="513"/>
                      <a:pt x="356" y="481"/>
                    </a:cubicBezTo>
                    <a:cubicBezTo>
                      <a:pt x="356" y="470"/>
                      <a:pt x="359" y="457"/>
                      <a:pt x="363" y="448"/>
                    </a:cubicBezTo>
                    <a:cubicBezTo>
                      <a:pt x="376" y="404"/>
                      <a:pt x="410" y="388"/>
                      <a:pt x="444" y="349"/>
                    </a:cubicBezTo>
                    <a:cubicBezTo>
                      <a:pt x="442" y="350"/>
                      <a:pt x="443" y="348"/>
                      <a:pt x="444" y="346"/>
                    </a:cubicBezTo>
                    <a:cubicBezTo>
                      <a:pt x="445" y="345"/>
                      <a:pt x="445" y="345"/>
                      <a:pt x="445" y="345"/>
                    </a:cubicBezTo>
                    <a:cubicBezTo>
                      <a:pt x="446" y="342"/>
                      <a:pt x="446" y="342"/>
                      <a:pt x="446" y="342"/>
                    </a:cubicBezTo>
                    <a:cubicBezTo>
                      <a:pt x="448" y="339"/>
                      <a:pt x="449" y="341"/>
                      <a:pt x="447" y="344"/>
                    </a:cubicBezTo>
                    <a:cubicBezTo>
                      <a:pt x="459" y="329"/>
                      <a:pt x="467" y="314"/>
                      <a:pt x="475" y="297"/>
                    </a:cubicBezTo>
                    <a:cubicBezTo>
                      <a:pt x="474" y="295"/>
                      <a:pt x="479" y="288"/>
                      <a:pt x="477" y="286"/>
                    </a:cubicBezTo>
                    <a:cubicBezTo>
                      <a:pt x="478" y="286"/>
                      <a:pt x="478" y="286"/>
                      <a:pt x="478" y="287"/>
                    </a:cubicBezTo>
                    <a:cubicBezTo>
                      <a:pt x="481" y="274"/>
                      <a:pt x="482" y="274"/>
                      <a:pt x="487" y="263"/>
                    </a:cubicBezTo>
                    <a:cubicBezTo>
                      <a:pt x="501" y="211"/>
                      <a:pt x="485" y="161"/>
                      <a:pt x="463" y="11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02" name="Rectangle 77"/>
              <p:cNvSpPr>
                <a:spLocks noChangeArrowheads="1"/>
              </p:cNvSpPr>
              <p:nvPr>
                <p:custDataLst>
                  <p:tags r:id="rId323"/>
                </p:custDataLst>
              </p:nvPr>
            </p:nvSpPr>
            <p:spPr bwMode="auto">
              <a:xfrm>
                <a:off x="4586" y="1893"/>
                <a:ext cx="1" cy="2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03" name="Freeform 78"/>
              <p:cNvSpPr/>
              <p:nvPr>
                <p:custDataLst>
                  <p:tags r:id="rId324"/>
                </p:custDataLst>
              </p:nvPr>
            </p:nvSpPr>
            <p:spPr bwMode="auto">
              <a:xfrm>
                <a:off x="3937" y="2817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04" name="Freeform 79"/>
              <p:cNvSpPr/>
              <p:nvPr>
                <p:custDataLst>
                  <p:tags r:id="rId325"/>
                </p:custDataLst>
              </p:nvPr>
            </p:nvSpPr>
            <p:spPr bwMode="auto">
              <a:xfrm>
                <a:off x="4629" y="1859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2 w 2"/>
                  <a:gd name="T3" fmla="*/ 2 h 2"/>
                  <a:gd name="T4" fmla="*/ 0 w 2"/>
                  <a:gd name="T5" fmla="*/ 0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2" y="2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05" name="Freeform 80"/>
              <p:cNvSpPr/>
              <p:nvPr>
                <p:custDataLst>
                  <p:tags r:id="rId326"/>
                </p:custDataLst>
              </p:nvPr>
            </p:nvSpPr>
            <p:spPr bwMode="auto">
              <a:xfrm>
                <a:off x="3967" y="2813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06" name="Freeform 81"/>
              <p:cNvSpPr/>
              <p:nvPr>
                <p:custDataLst>
                  <p:tags r:id="rId327"/>
                </p:custDataLst>
              </p:nvPr>
            </p:nvSpPr>
            <p:spPr bwMode="auto">
              <a:xfrm>
                <a:off x="4618" y="1878"/>
                <a:ext cx="2" cy="4"/>
              </a:xfrm>
              <a:custGeom>
                <a:avLst/>
                <a:gdLst>
                  <a:gd name="T0" fmla="*/ 0 w 1"/>
                  <a:gd name="T1" fmla="*/ 1 h 2"/>
                  <a:gd name="T2" fmla="*/ 1 w 1"/>
                  <a:gd name="T3" fmla="*/ 2 h 2"/>
                  <a:gd name="T4" fmla="*/ 0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0"/>
                      <a:pt x="1" y="2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07" name="Freeform 82"/>
              <p:cNvSpPr/>
              <p:nvPr>
                <p:custDataLst>
                  <p:tags r:id="rId328"/>
                </p:custDataLst>
              </p:nvPr>
            </p:nvSpPr>
            <p:spPr bwMode="auto">
              <a:xfrm>
                <a:off x="3814" y="226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08" name="Freeform 83"/>
              <p:cNvSpPr/>
              <p:nvPr>
                <p:custDataLst>
                  <p:tags r:id="rId329"/>
                </p:custDataLst>
              </p:nvPr>
            </p:nvSpPr>
            <p:spPr bwMode="auto">
              <a:xfrm>
                <a:off x="3876" y="2438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09" name="Freeform 84"/>
              <p:cNvSpPr/>
              <p:nvPr>
                <p:custDataLst>
                  <p:tags r:id="rId330"/>
                </p:custDataLst>
              </p:nvPr>
            </p:nvSpPr>
            <p:spPr bwMode="auto">
              <a:xfrm>
                <a:off x="4618" y="187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10" name="Freeform 85"/>
              <p:cNvSpPr/>
              <p:nvPr>
                <p:custDataLst>
                  <p:tags r:id="rId331"/>
                </p:custDataLst>
              </p:nvPr>
            </p:nvSpPr>
            <p:spPr bwMode="auto">
              <a:xfrm>
                <a:off x="3801" y="2272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11" name="Freeform 86"/>
              <p:cNvSpPr/>
              <p:nvPr>
                <p:custDataLst>
                  <p:tags r:id="rId332"/>
                </p:custDataLst>
              </p:nvPr>
            </p:nvSpPr>
            <p:spPr bwMode="auto">
              <a:xfrm>
                <a:off x="3808" y="2266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12" name="Freeform 87"/>
              <p:cNvSpPr/>
              <p:nvPr>
                <p:custDataLst>
                  <p:tags r:id="rId333"/>
                </p:custDataLst>
              </p:nvPr>
            </p:nvSpPr>
            <p:spPr bwMode="auto">
              <a:xfrm>
                <a:off x="3878" y="2393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13" name="Freeform 88"/>
              <p:cNvSpPr/>
              <p:nvPr>
                <p:custDataLst>
                  <p:tags r:id="rId334"/>
                </p:custDataLst>
              </p:nvPr>
            </p:nvSpPr>
            <p:spPr bwMode="auto">
              <a:xfrm>
                <a:off x="3810" y="2266"/>
                <a:ext cx="6" cy="0"/>
              </a:xfrm>
              <a:custGeom>
                <a:avLst/>
                <a:gdLst>
                  <a:gd name="T0" fmla="*/ 1 w 3"/>
                  <a:gd name="T1" fmla="*/ 0 w 3"/>
                  <a:gd name="T2" fmla="*/ 1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3" y="0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14" name="Freeform 89"/>
              <p:cNvSpPr/>
              <p:nvPr>
                <p:custDataLst>
                  <p:tags r:id="rId335"/>
                </p:custDataLst>
              </p:nvPr>
            </p:nvSpPr>
            <p:spPr bwMode="auto">
              <a:xfrm>
                <a:off x="3935" y="2247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15" name="Freeform 90"/>
              <p:cNvSpPr/>
              <p:nvPr>
                <p:custDataLst>
                  <p:tags r:id="rId336"/>
                </p:custDataLst>
              </p:nvPr>
            </p:nvSpPr>
            <p:spPr bwMode="auto">
              <a:xfrm>
                <a:off x="3876" y="2213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16" name="Oval 91"/>
              <p:cNvSpPr>
                <a:spLocks noChangeArrowheads="1"/>
              </p:cNvSpPr>
              <p:nvPr>
                <p:custDataLst>
                  <p:tags r:id="rId337"/>
                </p:custDataLst>
              </p:nvPr>
            </p:nvSpPr>
            <p:spPr bwMode="auto">
              <a:xfrm>
                <a:off x="3814" y="2266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17" name="Freeform 92"/>
              <p:cNvSpPr/>
              <p:nvPr>
                <p:custDataLst>
                  <p:tags r:id="rId338"/>
                </p:custDataLst>
              </p:nvPr>
            </p:nvSpPr>
            <p:spPr bwMode="auto">
              <a:xfrm>
                <a:off x="3801" y="2007"/>
                <a:ext cx="5" cy="7"/>
              </a:xfrm>
              <a:custGeom>
                <a:avLst/>
                <a:gdLst>
                  <a:gd name="T0" fmla="*/ 1 w 2"/>
                  <a:gd name="T1" fmla="*/ 0 h 3"/>
                  <a:gd name="T2" fmla="*/ 2 w 2"/>
                  <a:gd name="T3" fmla="*/ 3 h 3"/>
                  <a:gd name="T4" fmla="*/ 1 w 2"/>
                  <a:gd name="T5" fmla="*/ 2 h 3"/>
                  <a:gd name="T6" fmla="*/ 1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0" y="0"/>
                      <a:pt x="0" y="1"/>
                      <a:pt x="2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18" name="Freeform 93"/>
              <p:cNvSpPr/>
              <p:nvPr>
                <p:custDataLst>
                  <p:tags r:id="rId339"/>
                </p:custDataLst>
              </p:nvPr>
            </p:nvSpPr>
            <p:spPr bwMode="auto">
              <a:xfrm>
                <a:off x="3837" y="245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19" name="Freeform 94"/>
              <p:cNvSpPr/>
              <p:nvPr>
                <p:custDataLst>
                  <p:tags r:id="rId340"/>
                </p:custDataLst>
              </p:nvPr>
            </p:nvSpPr>
            <p:spPr bwMode="auto">
              <a:xfrm>
                <a:off x="4398" y="2296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20" name="Freeform 95"/>
              <p:cNvSpPr/>
              <p:nvPr>
                <p:custDataLst>
                  <p:tags r:id="rId341"/>
                </p:custDataLst>
              </p:nvPr>
            </p:nvSpPr>
            <p:spPr bwMode="auto">
              <a:xfrm>
                <a:off x="4376" y="2249"/>
                <a:ext cx="227" cy="119"/>
              </a:xfrm>
              <a:custGeom>
                <a:avLst/>
                <a:gdLst>
                  <a:gd name="T0" fmla="*/ 90 w 107"/>
                  <a:gd name="T1" fmla="*/ 34 h 56"/>
                  <a:gd name="T2" fmla="*/ 75 w 107"/>
                  <a:gd name="T3" fmla="*/ 23 h 56"/>
                  <a:gd name="T4" fmla="*/ 59 w 107"/>
                  <a:gd name="T5" fmla="*/ 22 h 56"/>
                  <a:gd name="T6" fmla="*/ 54 w 107"/>
                  <a:gd name="T7" fmla="*/ 18 h 56"/>
                  <a:gd name="T8" fmla="*/ 44 w 107"/>
                  <a:gd name="T9" fmla="*/ 13 h 56"/>
                  <a:gd name="T10" fmla="*/ 37 w 107"/>
                  <a:gd name="T11" fmla="*/ 9 h 56"/>
                  <a:gd name="T12" fmla="*/ 30 w 107"/>
                  <a:gd name="T13" fmla="*/ 11 h 56"/>
                  <a:gd name="T14" fmla="*/ 20 w 107"/>
                  <a:gd name="T15" fmla="*/ 8 h 56"/>
                  <a:gd name="T16" fmla="*/ 15 w 107"/>
                  <a:gd name="T17" fmla="*/ 6 h 56"/>
                  <a:gd name="T18" fmla="*/ 9 w 107"/>
                  <a:gd name="T19" fmla="*/ 1 h 56"/>
                  <a:gd name="T20" fmla="*/ 6 w 107"/>
                  <a:gd name="T21" fmla="*/ 1 h 56"/>
                  <a:gd name="T22" fmla="*/ 3 w 107"/>
                  <a:gd name="T23" fmla="*/ 3 h 56"/>
                  <a:gd name="T24" fmla="*/ 0 w 107"/>
                  <a:gd name="T25" fmla="*/ 5 h 56"/>
                  <a:gd name="T26" fmla="*/ 1 w 107"/>
                  <a:gd name="T27" fmla="*/ 8 h 56"/>
                  <a:gd name="T28" fmla="*/ 6 w 107"/>
                  <a:gd name="T29" fmla="*/ 9 h 56"/>
                  <a:gd name="T30" fmla="*/ 8 w 107"/>
                  <a:gd name="T31" fmla="*/ 14 h 56"/>
                  <a:gd name="T32" fmla="*/ 3 w 107"/>
                  <a:gd name="T33" fmla="*/ 19 h 56"/>
                  <a:gd name="T34" fmla="*/ 5 w 107"/>
                  <a:gd name="T35" fmla="*/ 20 h 56"/>
                  <a:gd name="T36" fmla="*/ 8 w 107"/>
                  <a:gd name="T37" fmla="*/ 18 h 56"/>
                  <a:gd name="T38" fmla="*/ 8 w 107"/>
                  <a:gd name="T39" fmla="*/ 20 h 56"/>
                  <a:gd name="T40" fmla="*/ 12 w 107"/>
                  <a:gd name="T41" fmla="*/ 17 h 56"/>
                  <a:gd name="T42" fmla="*/ 11 w 107"/>
                  <a:gd name="T43" fmla="*/ 22 h 56"/>
                  <a:gd name="T44" fmla="*/ 11 w 107"/>
                  <a:gd name="T45" fmla="*/ 25 h 56"/>
                  <a:gd name="T46" fmla="*/ 13 w 107"/>
                  <a:gd name="T47" fmla="*/ 23 h 56"/>
                  <a:gd name="T48" fmla="*/ 14 w 107"/>
                  <a:gd name="T49" fmla="*/ 25 h 56"/>
                  <a:gd name="T50" fmla="*/ 17 w 107"/>
                  <a:gd name="T51" fmla="*/ 22 h 56"/>
                  <a:gd name="T52" fmla="*/ 21 w 107"/>
                  <a:gd name="T53" fmla="*/ 18 h 56"/>
                  <a:gd name="T54" fmla="*/ 20 w 107"/>
                  <a:gd name="T55" fmla="*/ 23 h 56"/>
                  <a:gd name="T56" fmla="*/ 24 w 107"/>
                  <a:gd name="T57" fmla="*/ 26 h 56"/>
                  <a:gd name="T58" fmla="*/ 26 w 107"/>
                  <a:gd name="T59" fmla="*/ 27 h 56"/>
                  <a:gd name="T60" fmla="*/ 28 w 107"/>
                  <a:gd name="T61" fmla="*/ 27 h 56"/>
                  <a:gd name="T62" fmla="*/ 33 w 107"/>
                  <a:gd name="T63" fmla="*/ 29 h 56"/>
                  <a:gd name="T64" fmla="*/ 35 w 107"/>
                  <a:gd name="T65" fmla="*/ 30 h 56"/>
                  <a:gd name="T66" fmla="*/ 36 w 107"/>
                  <a:gd name="T67" fmla="*/ 30 h 56"/>
                  <a:gd name="T68" fmla="*/ 38 w 107"/>
                  <a:gd name="T69" fmla="*/ 28 h 56"/>
                  <a:gd name="T70" fmla="*/ 39 w 107"/>
                  <a:gd name="T71" fmla="*/ 31 h 56"/>
                  <a:gd name="T72" fmla="*/ 41 w 107"/>
                  <a:gd name="T73" fmla="*/ 30 h 56"/>
                  <a:gd name="T74" fmla="*/ 44 w 107"/>
                  <a:gd name="T75" fmla="*/ 33 h 56"/>
                  <a:gd name="T76" fmla="*/ 48 w 107"/>
                  <a:gd name="T77" fmla="*/ 34 h 56"/>
                  <a:gd name="T78" fmla="*/ 50 w 107"/>
                  <a:gd name="T79" fmla="*/ 37 h 56"/>
                  <a:gd name="T80" fmla="*/ 52 w 107"/>
                  <a:gd name="T81" fmla="*/ 36 h 56"/>
                  <a:gd name="T82" fmla="*/ 52 w 107"/>
                  <a:gd name="T83" fmla="*/ 37 h 56"/>
                  <a:gd name="T84" fmla="*/ 55 w 107"/>
                  <a:gd name="T85" fmla="*/ 37 h 56"/>
                  <a:gd name="T86" fmla="*/ 58 w 107"/>
                  <a:gd name="T87" fmla="*/ 38 h 56"/>
                  <a:gd name="T88" fmla="*/ 61 w 107"/>
                  <a:gd name="T89" fmla="*/ 38 h 56"/>
                  <a:gd name="T90" fmla="*/ 67 w 107"/>
                  <a:gd name="T91" fmla="*/ 33 h 56"/>
                  <a:gd name="T92" fmla="*/ 67 w 107"/>
                  <a:gd name="T93" fmla="*/ 38 h 56"/>
                  <a:gd name="T94" fmla="*/ 71 w 107"/>
                  <a:gd name="T95" fmla="*/ 39 h 56"/>
                  <a:gd name="T96" fmla="*/ 73 w 107"/>
                  <a:gd name="T97" fmla="*/ 40 h 56"/>
                  <a:gd name="T98" fmla="*/ 79 w 107"/>
                  <a:gd name="T99" fmla="*/ 44 h 56"/>
                  <a:gd name="T100" fmla="*/ 81 w 107"/>
                  <a:gd name="T101" fmla="*/ 46 h 56"/>
                  <a:gd name="T102" fmla="*/ 90 w 107"/>
                  <a:gd name="T103" fmla="*/ 46 h 56"/>
                  <a:gd name="T104" fmla="*/ 93 w 107"/>
                  <a:gd name="T105" fmla="*/ 47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07" h="56">
                    <a:moveTo>
                      <a:pt x="102" y="41"/>
                    </a:moveTo>
                    <a:cubicBezTo>
                      <a:pt x="101" y="41"/>
                      <a:pt x="100" y="41"/>
                      <a:pt x="100" y="40"/>
                    </a:cubicBezTo>
                    <a:cubicBezTo>
                      <a:pt x="96" y="38"/>
                      <a:pt x="96" y="32"/>
                      <a:pt x="92" y="32"/>
                    </a:cubicBezTo>
                    <a:cubicBezTo>
                      <a:pt x="91" y="33"/>
                      <a:pt x="91" y="34"/>
                      <a:pt x="90" y="34"/>
                    </a:cubicBezTo>
                    <a:cubicBezTo>
                      <a:pt x="91" y="33"/>
                      <a:pt x="91" y="33"/>
                      <a:pt x="91" y="33"/>
                    </a:cubicBezTo>
                    <a:cubicBezTo>
                      <a:pt x="90" y="34"/>
                      <a:pt x="90" y="34"/>
                      <a:pt x="90" y="34"/>
                    </a:cubicBezTo>
                    <a:cubicBezTo>
                      <a:pt x="89" y="34"/>
                      <a:pt x="90" y="33"/>
                      <a:pt x="91" y="33"/>
                    </a:cubicBezTo>
                    <a:cubicBezTo>
                      <a:pt x="89" y="32"/>
                      <a:pt x="88" y="32"/>
                      <a:pt x="87" y="31"/>
                    </a:cubicBezTo>
                    <a:cubicBezTo>
                      <a:pt x="86" y="32"/>
                      <a:pt x="86" y="30"/>
                      <a:pt x="85" y="32"/>
                    </a:cubicBezTo>
                    <a:cubicBezTo>
                      <a:pt x="86" y="31"/>
                      <a:pt x="86" y="31"/>
                      <a:pt x="86" y="31"/>
                    </a:cubicBezTo>
                    <a:cubicBezTo>
                      <a:pt x="84" y="32"/>
                      <a:pt x="84" y="32"/>
                      <a:pt x="85" y="29"/>
                    </a:cubicBezTo>
                    <a:cubicBezTo>
                      <a:pt x="82" y="25"/>
                      <a:pt x="78" y="26"/>
                      <a:pt x="75" y="23"/>
                    </a:cubicBezTo>
                    <a:cubicBezTo>
                      <a:pt x="72" y="22"/>
                      <a:pt x="68" y="22"/>
                      <a:pt x="64" y="21"/>
                    </a:cubicBezTo>
                    <a:cubicBezTo>
                      <a:pt x="62" y="24"/>
                      <a:pt x="62" y="23"/>
                      <a:pt x="60" y="25"/>
                    </a:cubicBezTo>
                    <a:cubicBezTo>
                      <a:pt x="61" y="24"/>
                      <a:pt x="61" y="24"/>
                      <a:pt x="61" y="24"/>
                    </a:cubicBezTo>
                    <a:cubicBezTo>
                      <a:pt x="60" y="25"/>
                      <a:pt x="60" y="24"/>
                      <a:pt x="60" y="22"/>
                    </a:cubicBezTo>
                    <a:cubicBezTo>
                      <a:pt x="60" y="23"/>
                      <a:pt x="60" y="22"/>
                      <a:pt x="59" y="24"/>
                    </a:cubicBezTo>
                    <a:cubicBezTo>
                      <a:pt x="58" y="26"/>
                      <a:pt x="60" y="21"/>
                      <a:pt x="59" y="22"/>
                    </a:cubicBezTo>
                    <a:cubicBezTo>
                      <a:pt x="60" y="21"/>
                      <a:pt x="59" y="23"/>
                      <a:pt x="59" y="22"/>
                    </a:cubicBezTo>
                    <a:cubicBezTo>
                      <a:pt x="57" y="24"/>
                      <a:pt x="60" y="22"/>
                      <a:pt x="59" y="19"/>
                    </a:cubicBezTo>
                    <a:cubicBezTo>
                      <a:pt x="57" y="19"/>
                      <a:pt x="55" y="20"/>
                      <a:pt x="54" y="19"/>
                    </a:cubicBezTo>
                    <a:cubicBezTo>
                      <a:pt x="54" y="19"/>
                      <a:pt x="54" y="20"/>
                      <a:pt x="54" y="20"/>
                    </a:cubicBezTo>
                    <a:cubicBezTo>
                      <a:pt x="55" y="17"/>
                      <a:pt x="53" y="21"/>
                      <a:pt x="53" y="19"/>
                    </a:cubicBezTo>
                    <a:cubicBezTo>
                      <a:pt x="53" y="19"/>
                      <a:pt x="53" y="19"/>
                      <a:pt x="54" y="18"/>
                    </a:cubicBezTo>
                    <a:cubicBezTo>
                      <a:pt x="54" y="17"/>
                      <a:pt x="52" y="18"/>
                      <a:pt x="52" y="17"/>
                    </a:cubicBezTo>
                    <a:cubicBezTo>
                      <a:pt x="51" y="18"/>
                      <a:pt x="52" y="15"/>
                      <a:pt x="51" y="16"/>
                    </a:cubicBezTo>
                    <a:cubicBezTo>
                      <a:pt x="51" y="15"/>
                      <a:pt x="51" y="15"/>
                      <a:pt x="51" y="15"/>
                    </a:cubicBezTo>
                    <a:cubicBezTo>
                      <a:pt x="49" y="18"/>
                      <a:pt x="50" y="13"/>
                      <a:pt x="49" y="15"/>
                    </a:cubicBezTo>
                    <a:cubicBezTo>
                      <a:pt x="49" y="14"/>
                      <a:pt x="49" y="14"/>
                      <a:pt x="49" y="14"/>
                    </a:cubicBezTo>
                    <a:cubicBezTo>
                      <a:pt x="47" y="14"/>
                      <a:pt x="46" y="12"/>
                      <a:pt x="44" y="13"/>
                    </a:cubicBezTo>
                    <a:cubicBezTo>
                      <a:pt x="43" y="13"/>
                      <a:pt x="43" y="10"/>
                      <a:pt x="41" y="11"/>
                    </a:cubicBezTo>
                    <a:cubicBezTo>
                      <a:pt x="40" y="12"/>
                      <a:pt x="40" y="12"/>
                      <a:pt x="40" y="12"/>
                    </a:cubicBezTo>
                    <a:cubicBezTo>
                      <a:pt x="40" y="12"/>
                      <a:pt x="41" y="11"/>
                      <a:pt x="41" y="11"/>
                    </a:cubicBezTo>
                    <a:cubicBezTo>
                      <a:pt x="40" y="12"/>
                      <a:pt x="40" y="10"/>
                      <a:pt x="39" y="10"/>
                    </a:cubicBezTo>
                    <a:cubicBezTo>
                      <a:pt x="39" y="10"/>
                      <a:pt x="39" y="10"/>
                      <a:pt x="39" y="11"/>
                    </a:cubicBezTo>
                    <a:cubicBezTo>
                      <a:pt x="39" y="9"/>
                      <a:pt x="37" y="11"/>
                      <a:pt x="37" y="9"/>
                    </a:cubicBezTo>
                    <a:cubicBezTo>
                      <a:pt x="35" y="12"/>
                      <a:pt x="35" y="11"/>
                      <a:pt x="35" y="11"/>
                    </a:cubicBezTo>
                    <a:cubicBezTo>
                      <a:pt x="35" y="11"/>
                      <a:pt x="35" y="10"/>
                      <a:pt x="35" y="10"/>
                    </a:cubicBezTo>
                    <a:cubicBezTo>
                      <a:pt x="35" y="10"/>
                      <a:pt x="34" y="10"/>
                      <a:pt x="34" y="9"/>
                    </a:cubicBezTo>
                    <a:cubicBezTo>
                      <a:pt x="34" y="9"/>
                      <a:pt x="33" y="11"/>
                      <a:pt x="33" y="10"/>
                    </a:cubicBezTo>
                    <a:cubicBezTo>
                      <a:pt x="34" y="8"/>
                      <a:pt x="32" y="10"/>
                      <a:pt x="32" y="9"/>
                    </a:cubicBezTo>
                    <a:cubicBezTo>
                      <a:pt x="31" y="10"/>
                      <a:pt x="30" y="12"/>
                      <a:pt x="30" y="11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0" y="9"/>
                      <a:pt x="30" y="6"/>
                      <a:pt x="27" y="8"/>
                    </a:cubicBezTo>
                    <a:cubicBezTo>
                      <a:pt x="28" y="7"/>
                      <a:pt x="28" y="7"/>
                      <a:pt x="28" y="7"/>
                    </a:cubicBezTo>
                    <a:cubicBezTo>
                      <a:pt x="26" y="8"/>
                      <a:pt x="25" y="5"/>
                      <a:pt x="23" y="7"/>
                    </a:cubicBezTo>
                    <a:cubicBezTo>
                      <a:pt x="23" y="6"/>
                      <a:pt x="23" y="6"/>
                      <a:pt x="22" y="5"/>
                    </a:cubicBezTo>
                    <a:cubicBezTo>
                      <a:pt x="21" y="7"/>
                      <a:pt x="21" y="6"/>
                      <a:pt x="20" y="8"/>
                    </a:cubicBezTo>
                    <a:cubicBezTo>
                      <a:pt x="19" y="8"/>
                      <a:pt x="20" y="7"/>
                      <a:pt x="20" y="6"/>
                    </a:cubicBezTo>
                    <a:cubicBezTo>
                      <a:pt x="20" y="6"/>
                      <a:pt x="21" y="3"/>
                      <a:pt x="19" y="5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18" y="5"/>
                      <a:pt x="17" y="6"/>
                      <a:pt x="17" y="5"/>
                    </a:cubicBezTo>
                    <a:cubicBezTo>
                      <a:pt x="16" y="6"/>
                      <a:pt x="16" y="6"/>
                      <a:pt x="15" y="7"/>
                    </a:cubicBezTo>
                    <a:cubicBezTo>
                      <a:pt x="15" y="7"/>
                      <a:pt x="16" y="5"/>
                      <a:pt x="15" y="6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6" y="4"/>
                      <a:pt x="14" y="4"/>
                      <a:pt x="13" y="4"/>
                    </a:cubicBezTo>
                    <a:cubicBezTo>
                      <a:pt x="14" y="2"/>
                      <a:pt x="11" y="4"/>
                      <a:pt x="12" y="2"/>
                    </a:cubicBezTo>
                    <a:cubicBezTo>
                      <a:pt x="11" y="3"/>
                      <a:pt x="11" y="1"/>
                      <a:pt x="9" y="4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9" y="2"/>
                      <a:pt x="9" y="2"/>
                      <a:pt x="9" y="1"/>
                    </a:cubicBezTo>
                    <a:cubicBezTo>
                      <a:pt x="8" y="0"/>
                      <a:pt x="7" y="2"/>
                      <a:pt x="7" y="3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2"/>
                      <a:pt x="5" y="4"/>
                      <a:pt x="4" y="5"/>
                    </a:cubicBezTo>
                    <a:cubicBezTo>
                      <a:pt x="5" y="4"/>
                      <a:pt x="4" y="5"/>
                      <a:pt x="4" y="4"/>
                    </a:cubicBezTo>
                    <a:cubicBezTo>
                      <a:pt x="5" y="3"/>
                      <a:pt x="6" y="2"/>
                      <a:pt x="7" y="1"/>
                    </a:cubicBezTo>
                    <a:cubicBezTo>
                      <a:pt x="7" y="0"/>
                      <a:pt x="5" y="3"/>
                      <a:pt x="6" y="1"/>
                    </a:cubicBezTo>
                    <a:cubicBezTo>
                      <a:pt x="6" y="0"/>
                      <a:pt x="5" y="0"/>
                      <a:pt x="4" y="2"/>
                    </a:cubicBezTo>
                    <a:cubicBezTo>
                      <a:pt x="5" y="1"/>
                      <a:pt x="5" y="1"/>
                      <a:pt x="5" y="0"/>
                    </a:cubicBezTo>
                    <a:cubicBezTo>
                      <a:pt x="5" y="0"/>
                      <a:pt x="5" y="0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2"/>
                      <a:pt x="3" y="2"/>
                      <a:pt x="2" y="4"/>
                    </a:cubicBezTo>
                    <a:cubicBezTo>
                      <a:pt x="2" y="3"/>
                      <a:pt x="3" y="3"/>
                      <a:pt x="3" y="3"/>
                    </a:cubicBezTo>
                    <a:cubicBezTo>
                      <a:pt x="2" y="4"/>
                      <a:pt x="1" y="5"/>
                      <a:pt x="2" y="3"/>
                    </a:cubicBezTo>
                    <a:cubicBezTo>
                      <a:pt x="2" y="2"/>
                      <a:pt x="3" y="2"/>
                      <a:pt x="4" y="1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2"/>
                      <a:pt x="1" y="3"/>
                      <a:pt x="0" y="5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5"/>
                      <a:pt x="0" y="6"/>
                      <a:pt x="2" y="6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4"/>
                      <a:pt x="4" y="3"/>
                      <a:pt x="3" y="4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3" y="6"/>
                      <a:pt x="3" y="6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3" y="5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2" y="9"/>
                      <a:pt x="3" y="6"/>
                      <a:pt x="4" y="6"/>
                    </a:cubicBezTo>
                    <a:cubicBezTo>
                      <a:pt x="4" y="7"/>
                      <a:pt x="2" y="9"/>
                      <a:pt x="2" y="10"/>
                    </a:cubicBezTo>
                    <a:cubicBezTo>
                      <a:pt x="2" y="10"/>
                      <a:pt x="4" y="9"/>
                      <a:pt x="3" y="11"/>
                    </a:cubicBezTo>
                    <a:cubicBezTo>
                      <a:pt x="4" y="10"/>
                      <a:pt x="5" y="10"/>
                      <a:pt x="6" y="9"/>
                    </a:cubicBezTo>
                    <a:cubicBezTo>
                      <a:pt x="6" y="9"/>
                      <a:pt x="4" y="11"/>
                      <a:pt x="5" y="11"/>
                    </a:cubicBezTo>
                    <a:cubicBezTo>
                      <a:pt x="5" y="11"/>
                      <a:pt x="4" y="12"/>
                      <a:pt x="4" y="13"/>
                    </a:cubicBezTo>
                    <a:cubicBezTo>
                      <a:pt x="5" y="12"/>
                      <a:pt x="4" y="13"/>
                      <a:pt x="5" y="11"/>
                    </a:cubicBezTo>
                    <a:cubicBezTo>
                      <a:pt x="6" y="12"/>
                      <a:pt x="6" y="13"/>
                      <a:pt x="7" y="12"/>
                    </a:cubicBezTo>
                    <a:cubicBezTo>
                      <a:pt x="7" y="12"/>
                      <a:pt x="6" y="14"/>
                      <a:pt x="5" y="15"/>
                    </a:cubicBezTo>
                    <a:cubicBezTo>
                      <a:pt x="6" y="13"/>
                      <a:pt x="7" y="13"/>
                      <a:pt x="8" y="14"/>
                    </a:cubicBezTo>
                    <a:cubicBezTo>
                      <a:pt x="9" y="12"/>
                      <a:pt x="8" y="12"/>
                      <a:pt x="9" y="11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9" y="11"/>
                      <a:pt x="8" y="14"/>
                      <a:pt x="8" y="14"/>
                    </a:cubicBezTo>
                    <a:cubicBezTo>
                      <a:pt x="6" y="16"/>
                      <a:pt x="8" y="13"/>
                      <a:pt x="6" y="16"/>
                    </a:cubicBezTo>
                    <a:cubicBezTo>
                      <a:pt x="5" y="18"/>
                      <a:pt x="4" y="17"/>
                      <a:pt x="5" y="16"/>
                    </a:cubicBezTo>
                    <a:cubicBezTo>
                      <a:pt x="3" y="18"/>
                      <a:pt x="5" y="17"/>
                      <a:pt x="3" y="19"/>
                    </a:cubicBezTo>
                    <a:cubicBezTo>
                      <a:pt x="4" y="19"/>
                      <a:pt x="5" y="18"/>
                      <a:pt x="5" y="18"/>
                    </a:cubicBezTo>
                    <a:cubicBezTo>
                      <a:pt x="6" y="17"/>
                      <a:pt x="6" y="16"/>
                      <a:pt x="7" y="16"/>
                    </a:cubicBezTo>
                    <a:cubicBezTo>
                      <a:pt x="8" y="14"/>
                      <a:pt x="6" y="17"/>
                      <a:pt x="6" y="18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6" y="19"/>
                      <a:pt x="7" y="18"/>
                      <a:pt x="7" y="18"/>
                    </a:cubicBezTo>
                    <a:cubicBezTo>
                      <a:pt x="5" y="21"/>
                      <a:pt x="6" y="18"/>
                      <a:pt x="5" y="20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4" y="22"/>
                      <a:pt x="6" y="19"/>
                      <a:pt x="6" y="20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6" y="21"/>
                      <a:pt x="6" y="21"/>
                      <a:pt x="6" y="21"/>
                    </a:cubicBezTo>
                    <a:cubicBezTo>
                      <a:pt x="6" y="20"/>
                      <a:pt x="7" y="18"/>
                      <a:pt x="7" y="18"/>
                    </a:cubicBezTo>
                    <a:cubicBezTo>
                      <a:pt x="9" y="16"/>
                      <a:pt x="7" y="18"/>
                      <a:pt x="8" y="18"/>
                    </a:cubicBezTo>
                    <a:cubicBezTo>
                      <a:pt x="9" y="16"/>
                      <a:pt x="8" y="18"/>
                      <a:pt x="9" y="16"/>
                    </a:cubicBezTo>
                    <a:cubicBezTo>
                      <a:pt x="9" y="15"/>
                      <a:pt x="10" y="15"/>
                      <a:pt x="10" y="15"/>
                    </a:cubicBezTo>
                    <a:cubicBezTo>
                      <a:pt x="10" y="15"/>
                      <a:pt x="9" y="17"/>
                      <a:pt x="9" y="18"/>
                    </a:cubicBezTo>
                    <a:cubicBezTo>
                      <a:pt x="9" y="18"/>
                      <a:pt x="8" y="18"/>
                      <a:pt x="9" y="17"/>
                    </a:cubicBezTo>
                    <a:cubicBezTo>
                      <a:pt x="7" y="19"/>
                      <a:pt x="7" y="21"/>
                      <a:pt x="6" y="21"/>
                    </a:cubicBezTo>
                    <a:cubicBezTo>
                      <a:pt x="6" y="23"/>
                      <a:pt x="7" y="20"/>
                      <a:pt x="8" y="20"/>
                    </a:cubicBezTo>
                    <a:cubicBezTo>
                      <a:pt x="7" y="21"/>
                      <a:pt x="8" y="19"/>
                      <a:pt x="9" y="18"/>
                    </a:cubicBezTo>
                    <a:cubicBezTo>
                      <a:pt x="12" y="14"/>
                      <a:pt x="7" y="21"/>
                      <a:pt x="8" y="21"/>
                    </a:cubicBezTo>
                    <a:cubicBezTo>
                      <a:pt x="10" y="18"/>
                      <a:pt x="11" y="18"/>
                      <a:pt x="12" y="15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2" y="16"/>
                      <a:pt x="13" y="16"/>
                      <a:pt x="11" y="17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0" y="19"/>
                      <a:pt x="10" y="19"/>
                      <a:pt x="10" y="19"/>
                    </a:cubicBezTo>
                    <a:cubicBezTo>
                      <a:pt x="10" y="21"/>
                      <a:pt x="9" y="22"/>
                      <a:pt x="9" y="23"/>
                    </a:cubicBezTo>
                    <a:cubicBezTo>
                      <a:pt x="10" y="22"/>
                      <a:pt x="10" y="21"/>
                      <a:pt x="10" y="21"/>
                    </a:cubicBezTo>
                    <a:cubicBezTo>
                      <a:pt x="10" y="22"/>
                      <a:pt x="9" y="23"/>
                      <a:pt x="10" y="23"/>
                    </a:cubicBezTo>
                    <a:cubicBezTo>
                      <a:pt x="10" y="22"/>
                      <a:pt x="11" y="20"/>
                      <a:pt x="11" y="20"/>
                    </a:cubicBezTo>
                    <a:cubicBezTo>
                      <a:pt x="12" y="20"/>
                      <a:pt x="11" y="22"/>
                      <a:pt x="11" y="22"/>
                    </a:cubicBezTo>
                    <a:cubicBezTo>
                      <a:pt x="10" y="24"/>
                      <a:pt x="10" y="24"/>
                      <a:pt x="10" y="24"/>
                    </a:cubicBezTo>
                    <a:cubicBezTo>
                      <a:pt x="11" y="23"/>
                      <a:pt x="9" y="24"/>
                      <a:pt x="10" y="24"/>
                    </a:cubicBezTo>
                    <a:cubicBezTo>
                      <a:pt x="12" y="20"/>
                      <a:pt x="12" y="20"/>
                      <a:pt x="12" y="20"/>
                    </a:cubicBezTo>
                    <a:cubicBezTo>
                      <a:pt x="13" y="20"/>
                      <a:pt x="12" y="21"/>
                      <a:pt x="12" y="21"/>
                    </a:cubicBezTo>
                    <a:cubicBezTo>
                      <a:pt x="11" y="22"/>
                      <a:pt x="11" y="22"/>
                      <a:pt x="11" y="22"/>
                    </a:cubicBezTo>
                    <a:cubicBezTo>
                      <a:pt x="12" y="22"/>
                      <a:pt x="10" y="25"/>
                      <a:pt x="11" y="25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1" y="25"/>
                      <a:pt x="11" y="25"/>
                      <a:pt x="11" y="25"/>
                    </a:cubicBezTo>
                    <a:cubicBezTo>
                      <a:pt x="11" y="24"/>
                      <a:pt x="12" y="24"/>
                      <a:pt x="12" y="24"/>
                    </a:cubicBezTo>
                    <a:cubicBezTo>
                      <a:pt x="11" y="25"/>
                      <a:pt x="11" y="25"/>
                      <a:pt x="11" y="25"/>
                    </a:cubicBezTo>
                    <a:cubicBezTo>
                      <a:pt x="12" y="24"/>
                      <a:pt x="13" y="22"/>
                      <a:pt x="12" y="24"/>
                    </a:cubicBezTo>
                    <a:cubicBezTo>
                      <a:pt x="14" y="22"/>
                      <a:pt x="12" y="24"/>
                      <a:pt x="13" y="23"/>
                    </a:cubicBezTo>
                    <a:cubicBezTo>
                      <a:pt x="13" y="21"/>
                      <a:pt x="14" y="21"/>
                      <a:pt x="14" y="21"/>
                    </a:cubicBezTo>
                    <a:cubicBezTo>
                      <a:pt x="13" y="24"/>
                      <a:pt x="14" y="22"/>
                      <a:pt x="14" y="22"/>
                    </a:cubicBezTo>
                    <a:cubicBezTo>
                      <a:pt x="14" y="23"/>
                      <a:pt x="14" y="23"/>
                      <a:pt x="14" y="24"/>
                    </a:cubicBezTo>
                    <a:cubicBezTo>
                      <a:pt x="15" y="22"/>
                      <a:pt x="15" y="22"/>
                      <a:pt x="15" y="22"/>
                    </a:cubicBezTo>
                    <a:cubicBezTo>
                      <a:pt x="13" y="25"/>
                      <a:pt x="15" y="22"/>
                      <a:pt x="15" y="23"/>
                    </a:cubicBezTo>
                    <a:cubicBezTo>
                      <a:pt x="14" y="24"/>
                      <a:pt x="14" y="25"/>
                      <a:pt x="14" y="25"/>
                    </a:cubicBezTo>
                    <a:cubicBezTo>
                      <a:pt x="15" y="23"/>
                      <a:pt x="16" y="23"/>
                      <a:pt x="16" y="21"/>
                    </a:cubicBezTo>
                    <a:cubicBezTo>
                      <a:pt x="16" y="22"/>
                      <a:pt x="15" y="24"/>
                      <a:pt x="14" y="26"/>
                    </a:cubicBezTo>
                    <a:cubicBezTo>
                      <a:pt x="15" y="24"/>
                      <a:pt x="14" y="27"/>
                      <a:pt x="15" y="25"/>
                    </a:cubicBezTo>
                    <a:cubicBezTo>
                      <a:pt x="15" y="24"/>
                      <a:pt x="16" y="23"/>
                      <a:pt x="17" y="22"/>
                    </a:cubicBezTo>
                    <a:cubicBezTo>
                      <a:pt x="17" y="23"/>
                      <a:pt x="16" y="23"/>
                      <a:pt x="16" y="24"/>
                    </a:cubicBezTo>
                    <a:cubicBezTo>
                      <a:pt x="16" y="24"/>
                      <a:pt x="17" y="23"/>
                      <a:pt x="17" y="22"/>
                    </a:cubicBezTo>
                    <a:cubicBezTo>
                      <a:pt x="17" y="22"/>
                      <a:pt x="19" y="20"/>
                      <a:pt x="18" y="22"/>
                    </a:cubicBezTo>
                    <a:cubicBezTo>
                      <a:pt x="18" y="23"/>
                      <a:pt x="17" y="22"/>
                      <a:pt x="17" y="23"/>
                    </a:cubicBezTo>
                    <a:cubicBezTo>
                      <a:pt x="17" y="24"/>
                      <a:pt x="19" y="20"/>
                      <a:pt x="20" y="20"/>
                    </a:cubicBezTo>
                    <a:cubicBezTo>
                      <a:pt x="20" y="19"/>
                      <a:pt x="22" y="16"/>
                      <a:pt x="22" y="15"/>
                    </a:cubicBezTo>
                    <a:cubicBezTo>
                      <a:pt x="23" y="16"/>
                      <a:pt x="22" y="16"/>
                      <a:pt x="21" y="18"/>
                    </a:cubicBezTo>
                    <a:cubicBezTo>
                      <a:pt x="21" y="18"/>
                      <a:pt x="21" y="18"/>
                      <a:pt x="21" y="18"/>
                    </a:cubicBezTo>
                    <a:cubicBezTo>
                      <a:pt x="20" y="21"/>
                      <a:pt x="18" y="22"/>
                      <a:pt x="18" y="24"/>
                    </a:cubicBezTo>
                    <a:cubicBezTo>
                      <a:pt x="18" y="23"/>
                      <a:pt x="18" y="23"/>
                      <a:pt x="18" y="23"/>
                    </a:cubicBezTo>
                    <a:cubicBezTo>
                      <a:pt x="17" y="26"/>
                      <a:pt x="17" y="26"/>
                      <a:pt x="17" y="26"/>
                    </a:cubicBezTo>
                    <a:cubicBezTo>
                      <a:pt x="18" y="24"/>
                      <a:pt x="18" y="26"/>
                      <a:pt x="18" y="26"/>
                    </a:cubicBezTo>
                    <a:cubicBezTo>
                      <a:pt x="19" y="24"/>
                      <a:pt x="17" y="26"/>
                      <a:pt x="18" y="25"/>
                    </a:cubicBezTo>
                    <a:cubicBezTo>
                      <a:pt x="19" y="25"/>
                      <a:pt x="20" y="22"/>
                      <a:pt x="20" y="23"/>
                    </a:cubicBezTo>
                    <a:cubicBezTo>
                      <a:pt x="18" y="26"/>
                      <a:pt x="18" y="26"/>
                      <a:pt x="18" y="26"/>
                    </a:cubicBezTo>
                    <a:cubicBezTo>
                      <a:pt x="18" y="27"/>
                      <a:pt x="19" y="24"/>
                      <a:pt x="19" y="25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19" y="27"/>
                      <a:pt x="21" y="28"/>
                      <a:pt x="23" y="24"/>
                    </a:cubicBezTo>
                    <a:cubicBezTo>
                      <a:pt x="23" y="26"/>
                      <a:pt x="23" y="26"/>
                      <a:pt x="23" y="27"/>
                    </a:cubicBezTo>
                    <a:cubicBezTo>
                      <a:pt x="23" y="27"/>
                      <a:pt x="24" y="26"/>
                      <a:pt x="24" y="26"/>
                    </a:cubicBezTo>
                    <a:cubicBezTo>
                      <a:pt x="23" y="28"/>
                      <a:pt x="23" y="28"/>
                      <a:pt x="23" y="28"/>
                    </a:cubicBezTo>
                    <a:cubicBezTo>
                      <a:pt x="23" y="29"/>
                      <a:pt x="24" y="27"/>
                      <a:pt x="25" y="26"/>
                    </a:cubicBezTo>
                    <a:cubicBezTo>
                      <a:pt x="25" y="28"/>
                      <a:pt x="25" y="28"/>
                      <a:pt x="25" y="28"/>
                    </a:cubicBezTo>
                    <a:cubicBezTo>
                      <a:pt x="24" y="29"/>
                      <a:pt x="25" y="27"/>
                      <a:pt x="26" y="26"/>
                    </a:cubicBezTo>
                    <a:cubicBezTo>
                      <a:pt x="25" y="28"/>
                      <a:pt x="25" y="28"/>
                      <a:pt x="25" y="28"/>
                    </a:cubicBezTo>
                    <a:cubicBezTo>
                      <a:pt x="26" y="27"/>
                      <a:pt x="26" y="27"/>
                      <a:pt x="26" y="27"/>
                    </a:cubicBezTo>
                    <a:cubicBezTo>
                      <a:pt x="26" y="26"/>
                      <a:pt x="27" y="26"/>
                      <a:pt x="26" y="28"/>
                    </a:cubicBezTo>
                    <a:cubicBezTo>
                      <a:pt x="26" y="27"/>
                      <a:pt x="26" y="27"/>
                      <a:pt x="26" y="27"/>
                    </a:cubicBezTo>
                    <a:cubicBezTo>
                      <a:pt x="26" y="28"/>
                      <a:pt x="27" y="29"/>
                      <a:pt x="27" y="28"/>
                    </a:cubicBezTo>
                    <a:cubicBezTo>
                      <a:pt x="28" y="28"/>
                      <a:pt x="28" y="27"/>
                      <a:pt x="28" y="26"/>
                    </a:cubicBezTo>
                    <a:cubicBezTo>
                      <a:pt x="29" y="24"/>
                      <a:pt x="28" y="26"/>
                      <a:pt x="29" y="25"/>
                    </a:cubicBezTo>
                    <a:cubicBezTo>
                      <a:pt x="28" y="27"/>
                      <a:pt x="28" y="27"/>
                      <a:pt x="28" y="27"/>
                    </a:cubicBezTo>
                    <a:cubicBezTo>
                      <a:pt x="27" y="30"/>
                      <a:pt x="29" y="28"/>
                      <a:pt x="30" y="29"/>
                    </a:cubicBezTo>
                    <a:cubicBezTo>
                      <a:pt x="31" y="28"/>
                      <a:pt x="31" y="28"/>
                      <a:pt x="31" y="28"/>
                    </a:cubicBezTo>
                    <a:cubicBezTo>
                      <a:pt x="30" y="30"/>
                      <a:pt x="32" y="28"/>
                      <a:pt x="32" y="30"/>
                    </a:cubicBezTo>
                    <a:cubicBezTo>
                      <a:pt x="32" y="29"/>
                      <a:pt x="33" y="26"/>
                      <a:pt x="34" y="26"/>
                    </a:cubicBezTo>
                    <a:cubicBezTo>
                      <a:pt x="35" y="25"/>
                      <a:pt x="33" y="29"/>
                      <a:pt x="32" y="30"/>
                    </a:cubicBezTo>
                    <a:cubicBezTo>
                      <a:pt x="33" y="29"/>
                      <a:pt x="33" y="29"/>
                      <a:pt x="33" y="29"/>
                    </a:cubicBezTo>
                    <a:cubicBezTo>
                      <a:pt x="33" y="30"/>
                      <a:pt x="33" y="30"/>
                      <a:pt x="33" y="30"/>
                    </a:cubicBezTo>
                    <a:cubicBezTo>
                      <a:pt x="34" y="29"/>
                      <a:pt x="34" y="28"/>
                      <a:pt x="34" y="29"/>
                    </a:cubicBezTo>
                    <a:cubicBezTo>
                      <a:pt x="34" y="29"/>
                      <a:pt x="34" y="29"/>
                      <a:pt x="34" y="29"/>
                    </a:cubicBezTo>
                    <a:cubicBezTo>
                      <a:pt x="34" y="30"/>
                      <a:pt x="34" y="31"/>
                      <a:pt x="34" y="31"/>
                    </a:cubicBezTo>
                    <a:cubicBezTo>
                      <a:pt x="35" y="29"/>
                      <a:pt x="35" y="30"/>
                      <a:pt x="36" y="29"/>
                    </a:cubicBezTo>
                    <a:cubicBezTo>
                      <a:pt x="35" y="30"/>
                      <a:pt x="35" y="30"/>
                      <a:pt x="35" y="30"/>
                    </a:cubicBezTo>
                    <a:cubicBezTo>
                      <a:pt x="36" y="28"/>
                      <a:pt x="36" y="28"/>
                      <a:pt x="36" y="28"/>
                    </a:cubicBezTo>
                    <a:cubicBezTo>
                      <a:pt x="36" y="29"/>
                      <a:pt x="36" y="29"/>
                      <a:pt x="36" y="29"/>
                    </a:cubicBezTo>
                    <a:cubicBezTo>
                      <a:pt x="35" y="31"/>
                      <a:pt x="35" y="31"/>
                      <a:pt x="35" y="31"/>
                    </a:cubicBezTo>
                    <a:cubicBezTo>
                      <a:pt x="35" y="32"/>
                      <a:pt x="36" y="29"/>
                      <a:pt x="36" y="29"/>
                    </a:cubicBezTo>
                    <a:cubicBezTo>
                      <a:pt x="37" y="28"/>
                      <a:pt x="37" y="29"/>
                      <a:pt x="36" y="30"/>
                    </a:cubicBezTo>
                    <a:cubicBezTo>
                      <a:pt x="36" y="30"/>
                      <a:pt x="36" y="29"/>
                      <a:pt x="36" y="30"/>
                    </a:cubicBezTo>
                    <a:cubicBezTo>
                      <a:pt x="35" y="31"/>
                      <a:pt x="36" y="30"/>
                      <a:pt x="36" y="31"/>
                    </a:cubicBezTo>
                    <a:cubicBezTo>
                      <a:pt x="36" y="31"/>
                      <a:pt x="37" y="29"/>
                      <a:pt x="37" y="30"/>
                    </a:cubicBezTo>
                    <a:cubicBezTo>
                      <a:pt x="37" y="30"/>
                      <a:pt x="37" y="30"/>
                      <a:pt x="37" y="31"/>
                    </a:cubicBezTo>
                    <a:cubicBezTo>
                      <a:pt x="37" y="30"/>
                      <a:pt x="37" y="31"/>
                      <a:pt x="38" y="30"/>
                    </a:cubicBezTo>
                    <a:cubicBezTo>
                      <a:pt x="38" y="30"/>
                      <a:pt x="38" y="29"/>
                      <a:pt x="38" y="28"/>
                    </a:cubicBezTo>
                    <a:cubicBezTo>
                      <a:pt x="38" y="28"/>
                      <a:pt x="39" y="28"/>
                      <a:pt x="38" y="28"/>
                    </a:cubicBezTo>
                    <a:cubicBezTo>
                      <a:pt x="38" y="29"/>
                      <a:pt x="38" y="29"/>
                      <a:pt x="38" y="29"/>
                    </a:cubicBezTo>
                    <a:cubicBezTo>
                      <a:pt x="38" y="28"/>
                      <a:pt x="38" y="29"/>
                      <a:pt x="39" y="28"/>
                    </a:cubicBezTo>
                    <a:cubicBezTo>
                      <a:pt x="38" y="30"/>
                      <a:pt x="38" y="30"/>
                      <a:pt x="38" y="30"/>
                    </a:cubicBezTo>
                    <a:cubicBezTo>
                      <a:pt x="39" y="29"/>
                      <a:pt x="39" y="29"/>
                      <a:pt x="39" y="29"/>
                    </a:cubicBezTo>
                    <a:cubicBezTo>
                      <a:pt x="39" y="30"/>
                      <a:pt x="38" y="32"/>
                      <a:pt x="38" y="32"/>
                    </a:cubicBezTo>
                    <a:cubicBezTo>
                      <a:pt x="39" y="31"/>
                      <a:pt x="39" y="31"/>
                      <a:pt x="39" y="31"/>
                    </a:cubicBezTo>
                    <a:cubicBezTo>
                      <a:pt x="39" y="31"/>
                      <a:pt x="39" y="31"/>
                      <a:pt x="39" y="32"/>
                    </a:cubicBezTo>
                    <a:cubicBezTo>
                      <a:pt x="39" y="33"/>
                      <a:pt x="41" y="28"/>
                      <a:pt x="41" y="30"/>
                    </a:cubicBezTo>
                    <a:cubicBezTo>
                      <a:pt x="40" y="31"/>
                      <a:pt x="40" y="32"/>
                      <a:pt x="40" y="32"/>
                    </a:cubicBezTo>
                    <a:cubicBezTo>
                      <a:pt x="40" y="32"/>
                      <a:pt x="41" y="31"/>
                      <a:pt x="41" y="31"/>
                    </a:cubicBezTo>
                    <a:cubicBezTo>
                      <a:pt x="41" y="31"/>
                      <a:pt x="40" y="33"/>
                      <a:pt x="40" y="31"/>
                    </a:cubicBezTo>
                    <a:cubicBezTo>
                      <a:pt x="41" y="30"/>
                      <a:pt x="41" y="31"/>
                      <a:pt x="41" y="30"/>
                    </a:cubicBezTo>
                    <a:cubicBezTo>
                      <a:pt x="40" y="35"/>
                      <a:pt x="42" y="32"/>
                      <a:pt x="42" y="34"/>
                    </a:cubicBezTo>
                    <a:cubicBezTo>
                      <a:pt x="43" y="32"/>
                      <a:pt x="43" y="34"/>
                      <a:pt x="43" y="33"/>
                    </a:cubicBezTo>
                    <a:cubicBezTo>
                      <a:pt x="42" y="35"/>
                      <a:pt x="44" y="33"/>
                      <a:pt x="43" y="34"/>
                    </a:cubicBezTo>
                    <a:cubicBezTo>
                      <a:pt x="44" y="32"/>
                      <a:pt x="44" y="32"/>
                      <a:pt x="44" y="32"/>
                    </a:cubicBezTo>
                    <a:cubicBezTo>
                      <a:pt x="44" y="33"/>
                      <a:pt x="46" y="29"/>
                      <a:pt x="45" y="31"/>
                    </a:cubicBezTo>
                    <a:cubicBezTo>
                      <a:pt x="45" y="32"/>
                      <a:pt x="45" y="33"/>
                      <a:pt x="44" y="33"/>
                    </a:cubicBezTo>
                    <a:cubicBezTo>
                      <a:pt x="44" y="36"/>
                      <a:pt x="46" y="32"/>
                      <a:pt x="45" y="35"/>
                    </a:cubicBezTo>
                    <a:cubicBezTo>
                      <a:pt x="46" y="34"/>
                      <a:pt x="46" y="32"/>
                      <a:pt x="47" y="31"/>
                    </a:cubicBezTo>
                    <a:cubicBezTo>
                      <a:pt x="47" y="33"/>
                      <a:pt x="47" y="34"/>
                      <a:pt x="46" y="34"/>
                    </a:cubicBezTo>
                    <a:cubicBezTo>
                      <a:pt x="47" y="34"/>
                      <a:pt x="47" y="33"/>
                      <a:pt x="47" y="34"/>
                    </a:cubicBezTo>
                    <a:cubicBezTo>
                      <a:pt x="47" y="35"/>
                      <a:pt x="47" y="35"/>
                      <a:pt x="46" y="35"/>
                    </a:cubicBezTo>
                    <a:cubicBezTo>
                      <a:pt x="46" y="36"/>
                      <a:pt x="47" y="35"/>
                      <a:pt x="48" y="34"/>
                    </a:cubicBezTo>
                    <a:cubicBezTo>
                      <a:pt x="47" y="36"/>
                      <a:pt x="48" y="35"/>
                      <a:pt x="48" y="37"/>
                    </a:cubicBezTo>
                    <a:cubicBezTo>
                      <a:pt x="49" y="35"/>
                      <a:pt x="48" y="38"/>
                      <a:pt x="49" y="35"/>
                    </a:cubicBezTo>
                    <a:cubicBezTo>
                      <a:pt x="49" y="36"/>
                      <a:pt x="49" y="36"/>
                      <a:pt x="49" y="36"/>
                    </a:cubicBezTo>
                    <a:cubicBezTo>
                      <a:pt x="50" y="35"/>
                      <a:pt x="51" y="33"/>
                      <a:pt x="51" y="33"/>
                    </a:cubicBezTo>
                    <a:cubicBezTo>
                      <a:pt x="50" y="35"/>
                      <a:pt x="50" y="35"/>
                      <a:pt x="50" y="35"/>
                    </a:cubicBezTo>
                    <a:cubicBezTo>
                      <a:pt x="49" y="37"/>
                      <a:pt x="50" y="36"/>
                      <a:pt x="50" y="37"/>
                    </a:cubicBezTo>
                    <a:cubicBezTo>
                      <a:pt x="50" y="35"/>
                      <a:pt x="50" y="37"/>
                      <a:pt x="51" y="36"/>
                    </a:cubicBezTo>
                    <a:cubicBezTo>
                      <a:pt x="51" y="35"/>
                      <a:pt x="51" y="35"/>
                      <a:pt x="51" y="35"/>
                    </a:cubicBezTo>
                    <a:cubicBezTo>
                      <a:pt x="52" y="35"/>
                      <a:pt x="52" y="34"/>
                      <a:pt x="52" y="34"/>
                    </a:cubicBezTo>
                    <a:cubicBezTo>
                      <a:pt x="52" y="34"/>
                      <a:pt x="51" y="36"/>
                      <a:pt x="51" y="36"/>
                    </a:cubicBezTo>
                    <a:cubicBezTo>
                      <a:pt x="51" y="37"/>
                      <a:pt x="51" y="37"/>
                      <a:pt x="52" y="36"/>
                    </a:cubicBezTo>
                    <a:cubicBezTo>
                      <a:pt x="52" y="36"/>
                      <a:pt x="52" y="36"/>
                      <a:pt x="52" y="36"/>
                    </a:cubicBezTo>
                    <a:cubicBezTo>
                      <a:pt x="52" y="36"/>
                      <a:pt x="52" y="36"/>
                      <a:pt x="52" y="36"/>
                    </a:cubicBezTo>
                    <a:cubicBezTo>
                      <a:pt x="52" y="36"/>
                      <a:pt x="52" y="36"/>
                      <a:pt x="52" y="36"/>
                    </a:cubicBezTo>
                    <a:cubicBezTo>
                      <a:pt x="52" y="36"/>
                      <a:pt x="52" y="36"/>
                      <a:pt x="52" y="36"/>
                    </a:cubicBezTo>
                    <a:cubicBezTo>
                      <a:pt x="52" y="36"/>
                      <a:pt x="52" y="36"/>
                      <a:pt x="52" y="36"/>
                    </a:cubicBezTo>
                    <a:cubicBezTo>
                      <a:pt x="52" y="37"/>
                      <a:pt x="52" y="37"/>
                      <a:pt x="52" y="37"/>
                    </a:cubicBezTo>
                    <a:cubicBezTo>
                      <a:pt x="52" y="37"/>
                      <a:pt x="52" y="37"/>
                      <a:pt x="52" y="37"/>
                    </a:cubicBezTo>
                    <a:cubicBezTo>
                      <a:pt x="52" y="37"/>
                      <a:pt x="52" y="37"/>
                      <a:pt x="52" y="37"/>
                    </a:cubicBezTo>
                    <a:cubicBezTo>
                      <a:pt x="51" y="39"/>
                      <a:pt x="51" y="39"/>
                      <a:pt x="51" y="39"/>
                    </a:cubicBezTo>
                    <a:cubicBezTo>
                      <a:pt x="51" y="39"/>
                      <a:pt x="52" y="37"/>
                      <a:pt x="53" y="37"/>
                    </a:cubicBezTo>
                    <a:cubicBezTo>
                      <a:pt x="53" y="38"/>
                      <a:pt x="54" y="37"/>
                      <a:pt x="55" y="37"/>
                    </a:cubicBezTo>
                    <a:cubicBezTo>
                      <a:pt x="55" y="37"/>
                      <a:pt x="54" y="38"/>
                      <a:pt x="55" y="37"/>
                    </a:cubicBezTo>
                    <a:cubicBezTo>
                      <a:pt x="55" y="37"/>
                      <a:pt x="56" y="36"/>
                      <a:pt x="55" y="37"/>
                    </a:cubicBezTo>
                    <a:cubicBezTo>
                      <a:pt x="56" y="36"/>
                      <a:pt x="55" y="38"/>
                      <a:pt x="55" y="38"/>
                    </a:cubicBezTo>
                    <a:cubicBezTo>
                      <a:pt x="55" y="38"/>
                      <a:pt x="56" y="37"/>
                      <a:pt x="56" y="37"/>
                    </a:cubicBezTo>
                    <a:cubicBezTo>
                      <a:pt x="55" y="39"/>
                      <a:pt x="58" y="36"/>
                      <a:pt x="57" y="38"/>
                    </a:cubicBezTo>
                    <a:cubicBezTo>
                      <a:pt x="58" y="37"/>
                      <a:pt x="57" y="38"/>
                      <a:pt x="57" y="39"/>
                    </a:cubicBezTo>
                    <a:cubicBezTo>
                      <a:pt x="57" y="38"/>
                      <a:pt x="58" y="38"/>
                      <a:pt x="59" y="36"/>
                    </a:cubicBezTo>
                    <a:cubicBezTo>
                      <a:pt x="58" y="38"/>
                      <a:pt x="58" y="38"/>
                      <a:pt x="58" y="38"/>
                    </a:cubicBezTo>
                    <a:cubicBezTo>
                      <a:pt x="59" y="38"/>
                      <a:pt x="59" y="38"/>
                      <a:pt x="60" y="37"/>
                    </a:cubicBezTo>
                    <a:cubicBezTo>
                      <a:pt x="60" y="36"/>
                      <a:pt x="61" y="35"/>
                      <a:pt x="61" y="35"/>
                    </a:cubicBezTo>
                    <a:cubicBezTo>
                      <a:pt x="61" y="35"/>
                      <a:pt x="61" y="35"/>
                      <a:pt x="61" y="35"/>
                    </a:cubicBezTo>
                    <a:cubicBezTo>
                      <a:pt x="61" y="36"/>
                      <a:pt x="62" y="35"/>
                      <a:pt x="62" y="35"/>
                    </a:cubicBezTo>
                    <a:cubicBezTo>
                      <a:pt x="62" y="36"/>
                      <a:pt x="62" y="35"/>
                      <a:pt x="61" y="36"/>
                    </a:cubicBezTo>
                    <a:cubicBezTo>
                      <a:pt x="60" y="39"/>
                      <a:pt x="61" y="38"/>
                      <a:pt x="61" y="38"/>
                    </a:cubicBezTo>
                    <a:cubicBezTo>
                      <a:pt x="62" y="37"/>
                      <a:pt x="62" y="37"/>
                      <a:pt x="62" y="37"/>
                    </a:cubicBezTo>
                    <a:cubicBezTo>
                      <a:pt x="63" y="36"/>
                      <a:pt x="61" y="38"/>
                      <a:pt x="62" y="38"/>
                    </a:cubicBezTo>
                    <a:cubicBezTo>
                      <a:pt x="64" y="34"/>
                      <a:pt x="64" y="34"/>
                      <a:pt x="64" y="34"/>
                    </a:cubicBezTo>
                    <a:cubicBezTo>
                      <a:pt x="64" y="34"/>
                      <a:pt x="64" y="36"/>
                      <a:pt x="63" y="37"/>
                    </a:cubicBezTo>
                    <a:cubicBezTo>
                      <a:pt x="64" y="37"/>
                      <a:pt x="65" y="34"/>
                      <a:pt x="66" y="33"/>
                    </a:cubicBezTo>
                    <a:cubicBezTo>
                      <a:pt x="66" y="34"/>
                      <a:pt x="67" y="33"/>
                      <a:pt x="67" y="33"/>
                    </a:cubicBezTo>
                    <a:cubicBezTo>
                      <a:pt x="67" y="34"/>
                      <a:pt x="67" y="33"/>
                      <a:pt x="67" y="34"/>
                    </a:cubicBezTo>
                    <a:cubicBezTo>
                      <a:pt x="66" y="35"/>
                      <a:pt x="66" y="35"/>
                      <a:pt x="66" y="35"/>
                    </a:cubicBezTo>
                    <a:cubicBezTo>
                      <a:pt x="66" y="35"/>
                      <a:pt x="65" y="37"/>
                      <a:pt x="65" y="38"/>
                    </a:cubicBezTo>
                    <a:cubicBezTo>
                      <a:pt x="65" y="37"/>
                      <a:pt x="66" y="39"/>
                      <a:pt x="66" y="39"/>
                    </a:cubicBezTo>
                    <a:cubicBezTo>
                      <a:pt x="67" y="36"/>
                      <a:pt x="67" y="38"/>
                      <a:pt x="68" y="36"/>
                    </a:cubicBezTo>
                    <a:cubicBezTo>
                      <a:pt x="69" y="36"/>
                      <a:pt x="67" y="38"/>
                      <a:pt x="67" y="38"/>
                    </a:cubicBezTo>
                    <a:cubicBezTo>
                      <a:pt x="68" y="38"/>
                      <a:pt x="68" y="39"/>
                      <a:pt x="69" y="39"/>
                    </a:cubicBezTo>
                    <a:cubicBezTo>
                      <a:pt x="69" y="39"/>
                      <a:pt x="69" y="39"/>
                      <a:pt x="69" y="39"/>
                    </a:cubicBezTo>
                    <a:cubicBezTo>
                      <a:pt x="69" y="38"/>
                      <a:pt x="70" y="39"/>
                      <a:pt x="71" y="38"/>
                    </a:cubicBezTo>
                    <a:cubicBezTo>
                      <a:pt x="70" y="39"/>
                      <a:pt x="70" y="39"/>
                      <a:pt x="70" y="39"/>
                    </a:cubicBezTo>
                    <a:cubicBezTo>
                      <a:pt x="70" y="40"/>
                      <a:pt x="72" y="36"/>
                      <a:pt x="72" y="37"/>
                    </a:cubicBezTo>
                    <a:cubicBezTo>
                      <a:pt x="71" y="39"/>
                      <a:pt x="71" y="39"/>
                      <a:pt x="71" y="39"/>
                    </a:cubicBezTo>
                    <a:cubicBezTo>
                      <a:pt x="72" y="38"/>
                      <a:pt x="71" y="40"/>
                      <a:pt x="72" y="38"/>
                    </a:cubicBezTo>
                    <a:cubicBezTo>
                      <a:pt x="72" y="39"/>
                      <a:pt x="72" y="39"/>
                      <a:pt x="72" y="39"/>
                    </a:cubicBezTo>
                    <a:cubicBezTo>
                      <a:pt x="72" y="39"/>
                      <a:pt x="73" y="39"/>
                      <a:pt x="74" y="38"/>
                    </a:cubicBezTo>
                    <a:cubicBezTo>
                      <a:pt x="73" y="40"/>
                      <a:pt x="73" y="40"/>
                      <a:pt x="73" y="40"/>
                    </a:cubicBezTo>
                    <a:cubicBezTo>
                      <a:pt x="72" y="41"/>
                      <a:pt x="74" y="38"/>
                      <a:pt x="74" y="39"/>
                    </a:cubicBezTo>
                    <a:cubicBezTo>
                      <a:pt x="74" y="39"/>
                      <a:pt x="74" y="40"/>
                      <a:pt x="73" y="40"/>
                    </a:cubicBezTo>
                    <a:cubicBezTo>
                      <a:pt x="74" y="39"/>
                      <a:pt x="75" y="39"/>
                      <a:pt x="75" y="39"/>
                    </a:cubicBezTo>
                    <a:cubicBezTo>
                      <a:pt x="74" y="41"/>
                      <a:pt x="74" y="41"/>
                      <a:pt x="74" y="41"/>
                    </a:cubicBezTo>
                    <a:cubicBezTo>
                      <a:pt x="76" y="42"/>
                      <a:pt x="77" y="43"/>
                      <a:pt x="80" y="42"/>
                    </a:cubicBezTo>
                    <a:cubicBezTo>
                      <a:pt x="79" y="44"/>
                      <a:pt x="79" y="43"/>
                      <a:pt x="78" y="45"/>
                    </a:cubicBezTo>
                    <a:cubicBezTo>
                      <a:pt x="79" y="43"/>
                      <a:pt x="79" y="44"/>
                      <a:pt x="79" y="44"/>
                    </a:cubicBezTo>
                    <a:cubicBezTo>
                      <a:pt x="79" y="44"/>
                      <a:pt x="79" y="44"/>
                      <a:pt x="79" y="44"/>
                    </a:cubicBezTo>
                    <a:cubicBezTo>
                      <a:pt x="80" y="44"/>
                      <a:pt x="79" y="45"/>
                      <a:pt x="80" y="45"/>
                    </a:cubicBezTo>
                    <a:cubicBezTo>
                      <a:pt x="80" y="44"/>
                      <a:pt x="80" y="44"/>
                      <a:pt x="80" y="44"/>
                    </a:cubicBezTo>
                    <a:cubicBezTo>
                      <a:pt x="81" y="43"/>
                      <a:pt x="79" y="47"/>
                      <a:pt x="81" y="45"/>
                    </a:cubicBezTo>
                    <a:cubicBezTo>
                      <a:pt x="80" y="46"/>
                      <a:pt x="80" y="46"/>
                      <a:pt x="80" y="46"/>
                    </a:cubicBezTo>
                    <a:cubicBezTo>
                      <a:pt x="81" y="44"/>
                      <a:pt x="80" y="47"/>
                      <a:pt x="81" y="46"/>
                    </a:cubicBezTo>
                    <a:cubicBezTo>
                      <a:pt x="81" y="46"/>
                      <a:pt x="81" y="46"/>
                      <a:pt x="81" y="46"/>
                    </a:cubicBezTo>
                    <a:cubicBezTo>
                      <a:pt x="81" y="47"/>
                      <a:pt x="83" y="44"/>
                      <a:pt x="82" y="46"/>
                    </a:cubicBezTo>
                    <a:cubicBezTo>
                      <a:pt x="83" y="46"/>
                      <a:pt x="83" y="46"/>
                      <a:pt x="84" y="44"/>
                    </a:cubicBezTo>
                    <a:cubicBezTo>
                      <a:pt x="83" y="46"/>
                      <a:pt x="83" y="46"/>
                      <a:pt x="83" y="46"/>
                    </a:cubicBezTo>
                    <a:cubicBezTo>
                      <a:pt x="85" y="46"/>
                      <a:pt x="86" y="47"/>
                      <a:pt x="88" y="46"/>
                    </a:cubicBezTo>
                    <a:cubicBezTo>
                      <a:pt x="87" y="47"/>
                      <a:pt x="87" y="47"/>
                      <a:pt x="87" y="47"/>
                    </a:cubicBezTo>
                    <a:cubicBezTo>
                      <a:pt x="89" y="45"/>
                      <a:pt x="87" y="49"/>
                      <a:pt x="90" y="46"/>
                    </a:cubicBezTo>
                    <a:cubicBezTo>
                      <a:pt x="92" y="45"/>
                      <a:pt x="92" y="45"/>
                      <a:pt x="92" y="45"/>
                    </a:cubicBezTo>
                    <a:cubicBezTo>
                      <a:pt x="90" y="47"/>
                      <a:pt x="90" y="47"/>
                      <a:pt x="90" y="47"/>
                    </a:cubicBezTo>
                    <a:cubicBezTo>
                      <a:pt x="91" y="46"/>
                      <a:pt x="91" y="47"/>
                      <a:pt x="92" y="46"/>
                    </a:cubicBezTo>
                    <a:cubicBezTo>
                      <a:pt x="91" y="47"/>
                      <a:pt x="91" y="47"/>
                      <a:pt x="91" y="47"/>
                    </a:cubicBezTo>
                    <a:cubicBezTo>
                      <a:pt x="91" y="47"/>
                      <a:pt x="93" y="45"/>
                      <a:pt x="93" y="46"/>
                    </a:cubicBezTo>
                    <a:cubicBezTo>
                      <a:pt x="93" y="47"/>
                      <a:pt x="93" y="47"/>
                      <a:pt x="93" y="47"/>
                    </a:cubicBezTo>
                    <a:cubicBezTo>
                      <a:pt x="92" y="50"/>
                      <a:pt x="93" y="54"/>
                      <a:pt x="96" y="51"/>
                    </a:cubicBezTo>
                    <a:cubicBezTo>
                      <a:pt x="97" y="51"/>
                      <a:pt x="95" y="53"/>
                      <a:pt x="95" y="53"/>
                    </a:cubicBezTo>
                    <a:cubicBezTo>
                      <a:pt x="99" y="51"/>
                      <a:pt x="97" y="56"/>
                      <a:pt x="101" y="53"/>
                    </a:cubicBezTo>
                    <a:cubicBezTo>
                      <a:pt x="103" y="52"/>
                      <a:pt x="107" y="48"/>
                      <a:pt x="107" y="48"/>
                    </a:cubicBezTo>
                    <a:cubicBezTo>
                      <a:pt x="103" y="48"/>
                      <a:pt x="103" y="45"/>
                      <a:pt x="102" y="4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21" name="Freeform 96"/>
              <p:cNvSpPr/>
              <p:nvPr>
                <p:custDataLst>
                  <p:tags r:id="rId342"/>
                </p:custDataLst>
              </p:nvPr>
            </p:nvSpPr>
            <p:spPr bwMode="auto">
              <a:xfrm>
                <a:off x="4117" y="223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22" name="Freeform 97"/>
              <p:cNvSpPr/>
              <p:nvPr>
                <p:custDataLst>
                  <p:tags r:id="rId343"/>
                </p:custDataLst>
              </p:nvPr>
            </p:nvSpPr>
            <p:spPr bwMode="auto">
              <a:xfrm>
                <a:off x="4487" y="232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23" name="Freeform 98"/>
              <p:cNvSpPr/>
              <p:nvPr>
                <p:custDataLst>
                  <p:tags r:id="rId344"/>
                </p:custDataLst>
              </p:nvPr>
            </p:nvSpPr>
            <p:spPr bwMode="auto">
              <a:xfrm>
                <a:off x="4387" y="2285"/>
                <a:ext cx="2" cy="4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1" y="1"/>
                      <a:pt x="0" y="1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24" name="Freeform 99"/>
              <p:cNvSpPr/>
              <p:nvPr>
                <p:custDataLst>
                  <p:tags r:id="rId345"/>
                </p:custDataLst>
              </p:nvPr>
            </p:nvSpPr>
            <p:spPr bwMode="auto">
              <a:xfrm>
                <a:off x="4508" y="1933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25" name="Freeform 100"/>
              <p:cNvSpPr/>
              <p:nvPr>
                <p:custDataLst>
                  <p:tags r:id="rId346"/>
                </p:custDataLst>
              </p:nvPr>
            </p:nvSpPr>
            <p:spPr bwMode="auto">
              <a:xfrm>
                <a:off x="4487" y="2285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26" name="Freeform 101"/>
              <p:cNvSpPr/>
              <p:nvPr>
                <p:custDataLst>
                  <p:tags r:id="rId347"/>
                </p:custDataLst>
              </p:nvPr>
            </p:nvSpPr>
            <p:spPr bwMode="auto">
              <a:xfrm>
                <a:off x="4514" y="1929"/>
                <a:ext cx="0" cy="4"/>
              </a:xfrm>
              <a:custGeom>
                <a:avLst/>
                <a:gdLst>
                  <a:gd name="T0" fmla="*/ 1 h 2"/>
                  <a:gd name="T1" fmla="*/ 1 h 2"/>
                  <a:gd name="T2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2"/>
                      <a:pt x="0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27" name="Freeform 102"/>
              <p:cNvSpPr/>
              <p:nvPr>
                <p:custDataLst>
                  <p:tags r:id="rId348"/>
                </p:custDataLst>
              </p:nvPr>
            </p:nvSpPr>
            <p:spPr bwMode="auto">
              <a:xfrm>
                <a:off x="4506" y="1927"/>
                <a:ext cx="0" cy="4"/>
              </a:xfrm>
              <a:custGeom>
                <a:avLst/>
                <a:gdLst>
                  <a:gd name="T0" fmla="*/ 1 h 2"/>
                  <a:gd name="T1" fmla="*/ 0 h 2"/>
                  <a:gd name="T2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28" name="Freeform 103"/>
              <p:cNvSpPr/>
              <p:nvPr>
                <p:custDataLst>
                  <p:tags r:id="rId349"/>
                </p:custDataLst>
              </p:nvPr>
            </p:nvSpPr>
            <p:spPr bwMode="auto">
              <a:xfrm>
                <a:off x="4516" y="1927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29" name="Freeform 104"/>
              <p:cNvSpPr/>
              <p:nvPr>
                <p:custDataLst>
                  <p:tags r:id="rId350"/>
                </p:custDataLst>
              </p:nvPr>
            </p:nvSpPr>
            <p:spPr bwMode="auto">
              <a:xfrm>
                <a:off x="4495" y="1925"/>
                <a:ext cx="2" cy="4"/>
              </a:xfrm>
              <a:custGeom>
                <a:avLst/>
                <a:gdLst>
                  <a:gd name="T0" fmla="*/ 1 w 1"/>
                  <a:gd name="T1" fmla="*/ 1 h 2"/>
                  <a:gd name="T2" fmla="*/ 0 w 1"/>
                  <a:gd name="T3" fmla="*/ 0 h 2"/>
                  <a:gd name="T4" fmla="*/ 1 w 1"/>
                  <a:gd name="T5" fmla="*/ 1 h 2"/>
                  <a:gd name="T6" fmla="*/ 1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30" name="Freeform 105"/>
              <p:cNvSpPr/>
              <p:nvPr>
                <p:custDataLst>
                  <p:tags r:id="rId351"/>
                </p:custDataLst>
              </p:nvPr>
            </p:nvSpPr>
            <p:spPr bwMode="auto">
              <a:xfrm>
                <a:off x="3201" y="2162"/>
                <a:ext cx="0" cy="4"/>
              </a:xfrm>
              <a:custGeom>
                <a:avLst/>
                <a:gdLst>
                  <a:gd name="T0" fmla="*/ 2 h 2"/>
                  <a:gd name="T1" fmla="*/ 1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31" name="Freeform 106"/>
              <p:cNvSpPr/>
              <p:nvPr>
                <p:custDataLst>
                  <p:tags r:id="rId352"/>
                </p:custDataLst>
              </p:nvPr>
            </p:nvSpPr>
            <p:spPr bwMode="auto">
              <a:xfrm>
                <a:off x="3544" y="1543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32" name="Freeform 107"/>
              <p:cNvSpPr/>
              <p:nvPr>
                <p:custDataLst>
                  <p:tags r:id="rId353"/>
                </p:custDataLst>
              </p:nvPr>
            </p:nvSpPr>
            <p:spPr bwMode="auto">
              <a:xfrm>
                <a:off x="3914" y="1418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33" name="Freeform 108"/>
              <p:cNvSpPr/>
              <p:nvPr>
                <p:custDataLst>
                  <p:tags r:id="rId354"/>
                </p:custDataLst>
              </p:nvPr>
            </p:nvSpPr>
            <p:spPr bwMode="auto">
              <a:xfrm>
                <a:off x="3916" y="1409"/>
                <a:ext cx="4" cy="2"/>
              </a:xfrm>
              <a:custGeom>
                <a:avLst/>
                <a:gdLst>
                  <a:gd name="T0" fmla="*/ 0 w 2"/>
                  <a:gd name="T1" fmla="*/ 1 h 1"/>
                  <a:gd name="T2" fmla="*/ 1 w 2"/>
                  <a:gd name="T3" fmla="*/ 0 h 1"/>
                  <a:gd name="T4" fmla="*/ 0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2" y="1"/>
                      <a:pt x="0" y="1"/>
                      <a:pt x="1" y="0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34" name="Freeform 109"/>
              <p:cNvSpPr/>
              <p:nvPr>
                <p:custDataLst>
                  <p:tags r:id="rId355"/>
                </p:custDataLst>
              </p:nvPr>
            </p:nvSpPr>
            <p:spPr bwMode="auto">
              <a:xfrm>
                <a:off x="3893" y="1441"/>
                <a:ext cx="4" cy="4"/>
              </a:xfrm>
              <a:custGeom>
                <a:avLst/>
                <a:gdLst>
                  <a:gd name="T0" fmla="*/ 2 w 2"/>
                  <a:gd name="T1" fmla="*/ 1 h 2"/>
                  <a:gd name="T2" fmla="*/ 1 w 2"/>
                  <a:gd name="T3" fmla="*/ 1 h 2"/>
                  <a:gd name="T4" fmla="*/ 2 w 2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0"/>
                      <a:pt x="1" y="1"/>
                      <a:pt x="1" y="1"/>
                    </a:cubicBezTo>
                    <a:cubicBezTo>
                      <a:pt x="0" y="2"/>
                      <a:pt x="1" y="1"/>
                      <a:pt x="2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35" name="Freeform 110"/>
              <p:cNvSpPr/>
              <p:nvPr>
                <p:custDataLst>
                  <p:tags r:id="rId356"/>
                </p:custDataLst>
              </p:nvPr>
            </p:nvSpPr>
            <p:spPr bwMode="auto">
              <a:xfrm>
                <a:off x="3893" y="1437"/>
                <a:ext cx="6" cy="6"/>
              </a:xfrm>
              <a:custGeom>
                <a:avLst/>
                <a:gdLst>
                  <a:gd name="T0" fmla="*/ 0 w 3"/>
                  <a:gd name="T1" fmla="*/ 3 h 3"/>
                  <a:gd name="T2" fmla="*/ 3 w 3"/>
                  <a:gd name="T3" fmla="*/ 0 h 3"/>
                  <a:gd name="T4" fmla="*/ 0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1" y="1"/>
                      <a:pt x="1" y="2"/>
                      <a:pt x="0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36" name="Freeform 111"/>
              <p:cNvSpPr/>
              <p:nvPr>
                <p:custDataLst>
                  <p:tags r:id="rId357"/>
                </p:custDataLst>
              </p:nvPr>
            </p:nvSpPr>
            <p:spPr bwMode="auto">
              <a:xfrm>
                <a:off x="3909" y="1418"/>
                <a:ext cx="5" cy="0"/>
              </a:xfrm>
              <a:custGeom>
                <a:avLst/>
                <a:gdLst>
                  <a:gd name="T0" fmla="*/ 0 w 2"/>
                  <a:gd name="T1" fmla="*/ 2 w 2"/>
                  <a:gd name="T2" fmla="*/ 1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37" name="Freeform 112"/>
              <p:cNvSpPr/>
              <p:nvPr>
                <p:custDataLst>
                  <p:tags r:id="rId358"/>
                </p:custDataLst>
              </p:nvPr>
            </p:nvSpPr>
            <p:spPr bwMode="auto">
              <a:xfrm>
                <a:off x="3912" y="1416"/>
                <a:ext cx="4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2" y="0"/>
                      <a:pt x="1" y="0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38" name="Freeform 113"/>
              <p:cNvSpPr/>
              <p:nvPr>
                <p:custDataLst>
                  <p:tags r:id="rId359"/>
                </p:custDataLst>
              </p:nvPr>
            </p:nvSpPr>
            <p:spPr bwMode="auto">
              <a:xfrm>
                <a:off x="4472" y="1804"/>
                <a:ext cx="233" cy="133"/>
              </a:xfrm>
              <a:custGeom>
                <a:avLst/>
                <a:gdLst>
                  <a:gd name="T0" fmla="*/ 86 w 110"/>
                  <a:gd name="T1" fmla="*/ 5 h 63"/>
                  <a:gd name="T2" fmla="*/ 79 w 110"/>
                  <a:gd name="T3" fmla="*/ 7 h 63"/>
                  <a:gd name="T4" fmla="*/ 58 w 110"/>
                  <a:gd name="T5" fmla="*/ 24 h 63"/>
                  <a:gd name="T6" fmla="*/ 50 w 110"/>
                  <a:gd name="T7" fmla="*/ 26 h 63"/>
                  <a:gd name="T8" fmla="*/ 44 w 110"/>
                  <a:gd name="T9" fmla="*/ 26 h 63"/>
                  <a:gd name="T10" fmla="*/ 34 w 110"/>
                  <a:gd name="T11" fmla="*/ 31 h 63"/>
                  <a:gd name="T12" fmla="*/ 28 w 110"/>
                  <a:gd name="T13" fmla="*/ 33 h 63"/>
                  <a:gd name="T14" fmla="*/ 17 w 110"/>
                  <a:gd name="T15" fmla="*/ 38 h 63"/>
                  <a:gd name="T16" fmla="*/ 13 w 110"/>
                  <a:gd name="T17" fmla="*/ 45 h 63"/>
                  <a:gd name="T18" fmla="*/ 5 w 110"/>
                  <a:gd name="T19" fmla="*/ 47 h 63"/>
                  <a:gd name="T20" fmla="*/ 1 w 110"/>
                  <a:gd name="T21" fmla="*/ 50 h 63"/>
                  <a:gd name="T22" fmla="*/ 3 w 110"/>
                  <a:gd name="T23" fmla="*/ 55 h 63"/>
                  <a:gd name="T24" fmla="*/ 3 w 110"/>
                  <a:gd name="T25" fmla="*/ 56 h 63"/>
                  <a:gd name="T26" fmla="*/ 5 w 110"/>
                  <a:gd name="T27" fmla="*/ 55 h 63"/>
                  <a:gd name="T28" fmla="*/ 9 w 110"/>
                  <a:gd name="T29" fmla="*/ 56 h 63"/>
                  <a:gd name="T30" fmla="*/ 12 w 110"/>
                  <a:gd name="T31" fmla="*/ 58 h 63"/>
                  <a:gd name="T32" fmla="*/ 12 w 110"/>
                  <a:gd name="T33" fmla="*/ 51 h 63"/>
                  <a:gd name="T34" fmla="*/ 15 w 110"/>
                  <a:gd name="T35" fmla="*/ 57 h 63"/>
                  <a:gd name="T36" fmla="*/ 18 w 110"/>
                  <a:gd name="T37" fmla="*/ 61 h 63"/>
                  <a:gd name="T38" fmla="*/ 16 w 110"/>
                  <a:gd name="T39" fmla="*/ 54 h 63"/>
                  <a:gd name="T40" fmla="*/ 19 w 110"/>
                  <a:gd name="T41" fmla="*/ 59 h 63"/>
                  <a:gd name="T42" fmla="*/ 21 w 110"/>
                  <a:gd name="T43" fmla="*/ 60 h 63"/>
                  <a:gd name="T44" fmla="*/ 22 w 110"/>
                  <a:gd name="T45" fmla="*/ 60 h 63"/>
                  <a:gd name="T46" fmla="*/ 23 w 110"/>
                  <a:gd name="T47" fmla="*/ 60 h 63"/>
                  <a:gd name="T48" fmla="*/ 23 w 110"/>
                  <a:gd name="T49" fmla="*/ 55 h 63"/>
                  <a:gd name="T50" fmla="*/ 26 w 110"/>
                  <a:gd name="T51" fmla="*/ 58 h 63"/>
                  <a:gd name="T52" fmla="*/ 26 w 110"/>
                  <a:gd name="T53" fmla="*/ 54 h 63"/>
                  <a:gd name="T54" fmla="*/ 27 w 110"/>
                  <a:gd name="T55" fmla="*/ 54 h 63"/>
                  <a:gd name="T56" fmla="*/ 29 w 110"/>
                  <a:gd name="T57" fmla="*/ 54 h 63"/>
                  <a:gd name="T58" fmla="*/ 34 w 110"/>
                  <a:gd name="T59" fmla="*/ 51 h 63"/>
                  <a:gd name="T60" fmla="*/ 36 w 110"/>
                  <a:gd name="T61" fmla="*/ 51 h 63"/>
                  <a:gd name="T62" fmla="*/ 40 w 110"/>
                  <a:gd name="T63" fmla="*/ 49 h 63"/>
                  <a:gd name="T64" fmla="*/ 44 w 110"/>
                  <a:gd name="T65" fmla="*/ 47 h 63"/>
                  <a:gd name="T66" fmla="*/ 45 w 110"/>
                  <a:gd name="T67" fmla="*/ 45 h 63"/>
                  <a:gd name="T68" fmla="*/ 46 w 110"/>
                  <a:gd name="T69" fmla="*/ 45 h 63"/>
                  <a:gd name="T70" fmla="*/ 46 w 110"/>
                  <a:gd name="T71" fmla="*/ 42 h 63"/>
                  <a:gd name="T72" fmla="*/ 49 w 110"/>
                  <a:gd name="T73" fmla="*/ 42 h 63"/>
                  <a:gd name="T74" fmla="*/ 53 w 110"/>
                  <a:gd name="T75" fmla="*/ 42 h 63"/>
                  <a:gd name="T76" fmla="*/ 55 w 110"/>
                  <a:gd name="T77" fmla="*/ 39 h 63"/>
                  <a:gd name="T78" fmla="*/ 60 w 110"/>
                  <a:gd name="T79" fmla="*/ 39 h 63"/>
                  <a:gd name="T80" fmla="*/ 61 w 110"/>
                  <a:gd name="T81" fmla="*/ 38 h 63"/>
                  <a:gd name="T82" fmla="*/ 62 w 110"/>
                  <a:gd name="T83" fmla="*/ 38 h 63"/>
                  <a:gd name="T84" fmla="*/ 64 w 110"/>
                  <a:gd name="T85" fmla="*/ 40 h 63"/>
                  <a:gd name="T86" fmla="*/ 66 w 110"/>
                  <a:gd name="T87" fmla="*/ 35 h 63"/>
                  <a:gd name="T88" fmla="*/ 68 w 110"/>
                  <a:gd name="T89" fmla="*/ 30 h 63"/>
                  <a:gd name="T90" fmla="*/ 71 w 110"/>
                  <a:gd name="T91" fmla="*/ 31 h 63"/>
                  <a:gd name="T92" fmla="*/ 72 w 110"/>
                  <a:gd name="T93" fmla="*/ 26 h 63"/>
                  <a:gd name="T94" fmla="*/ 76 w 110"/>
                  <a:gd name="T95" fmla="*/ 26 h 63"/>
                  <a:gd name="T96" fmla="*/ 79 w 110"/>
                  <a:gd name="T97" fmla="*/ 24 h 63"/>
                  <a:gd name="T98" fmla="*/ 82 w 110"/>
                  <a:gd name="T99" fmla="*/ 23 h 63"/>
                  <a:gd name="T100" fmla="*/ 88 w 110"/>
                  <a:gd name="T101" fmla="*/ 20 h 63"/>
                  <a:gd name="T102" fmla="*/ 91 w 110"/>
                  <a:gd name="T103" fmla="*/ 16 h 63"/>
                  <a:gd name="T104" fmla="*/ 97 w 110"/>
                  <a:gd name="T105" fmla="*/ 13 h 63"/>
                  <a:gd name="T106" fmla="*/ 105 w 110"/>
                  <a:gd name="T107" fmla="*/ 13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10" h="63">
                    <a:moveTo>
                      <a:pt x="108" y="1"/>
                    </a:moveTo>
                    <a:cubicBezTo>
                      <a:pt x="106" y="4"/>
                      <a:pt x="103" y="2"/>
                      <a:pt x="100" y="0"/>
                    </a:cubicBezTo>
                    <a:cubicBezTo>
                      <a:pt x="99" y="1"/>
                      <a:pt x="98" y="2"/>
                      <a:pt x="97" y="1"/>
                    </a:cubicBezTo>
                    <a:cubicBezTo>
                      <a:pt x="94" y="3"/>
                      <a:pt x="88" y="0"/>
                      <a:pt x="85" y="3"/>
                    </a:cubicBezTo>
                    <a:cubicBezTo>
                      <a:pt x="86" y="4"/>
                      <a:pt x="86" y="5"/>
                      <a:pt x="86" y="5"/>
                    </a:cubicBezTo>
                    <a:cubicBezTo>
                      <a:pt x="86" y="5"/>
                      <a:pt x="86" y="5"/>
                      <a:pt x="86" y="5"/>
                    </a:cubicBezTo>
                    <a:cubicBezTo>
                      <a:pt x="86" y="6"/>
                      <a:pt x="86" y="6"/>
                      <a:pt x="86" y="6"/>
                    </a:cubicBezTo>
                    <a:cubicBezTo>
                      <a:pt x="86" y="7"/>
                      <a:pt x="85" y="5"/>
                      <a:pt x="85" y="5"/>
                    </a:cubicBezTo>
                    <a:cubicBezTo>
                      <a:pt x="84" y="5"/>
                      <a:pt x="83" y="6"/>
                      <a:pt x="82" y="6"/>
                    </a:cubicBezTo>
                    <a:cubicBezTo>
                      <a:pt x="82" y="8"/>
                      <a:pt x="81" y="7"/>
                      <a:pt x="82" y="9"/>
                    </a:cubicBezTo>
                    <a:cubicBezTo>
                      <a:pt x="81" y="8"/>
                      <a:pt x="81" y="8"/>
                      <a:pt x="81" y="8"/>
                    </a:cubicBezTo>
                    <a:cubicBezTo>
                      <a:pt x="81" y="10"/>
                      <a:pt x="81" y="10"/>
                      <a:pt x="79" y="7"/>
                    </a:cubicBezTo>
                    <a:cubicBezTo>
                      <a:pt x="75" y="7"/>
                      <a:pt x="72" y="10"/>
                      <a:pt x="68" y="11"/>
                    </a:cubicBezTo>
                    <a:cubicBezTo>
                      <a:pt x="65" y="13"/>
                      <a:pt x="63" y="16"/>
                      <a:pt x="60" y="19"/>
                    </a:cubicBezTo>
                    <a:cubicBezTo>
                      <a:pt x="60" y="22"/>
                      <a:pt x="59" y="21"/>
                      <a:pt x="60" y="24"/>
                    </a:cubicBezTo>
                    <a:cubicBezTo>
                      <a:pt x="59" y="23"/>
                      <a:pt x="59" y="23"/>
                      <a:pt x="59" y="23"/>
                    </a:cubicBezTo>
                    <a:cubicBezTo>
                      <a:pt x="59" y="24"/>
                      <a:pt x="59" y="23"/>
                      <a:pt x="57" y="22"/>
                    </a:cubicBezTo>
                    <a:cubicBezTo>
                      <a:pt x="58" y="23"/>
                      <a:pt x="57" y="22"/>
                      <a:pt x="58" y="24"/>
                    </a:cubicBezTo>
                    <a:cubicBezTo>
                      <a:pt x="59" y="26"/>
                      <a:pt x="57" y="22"/>
                      <a:pt x="57" y="23"/>
                    </a:cubicBezTo>
                    <a:cubicBezTo>
                      <a:pt x="56" y="22"/>
                      <a:pt x="57" y="24"/>
                      <a:pt x="57" y="23"/>
                    </a:cubicBezTo>
                    <a:cubicBezTo>
                      <a:pt x="57" y="26"/>
                      <a:pt x="56" y="22"/>
                      <a:pt x="55" y="21"/>
                    </a:cubicBezTo>
                    <a:cubicBezTo>
                      <a:pt x="53" y="22"/>
                      <a:pt x="53" y="25"/>
                      <a:pt x="51" y="25"/>
                    </a:cubicBezTo>
                    <a:cubicBezTo>
                      <a:pt x="51" y="24"/>
                      <a:pt x="51" y="26"/>
                      <a:pt x="51" y="26"/>
                    </a:cubicBezTo>
                    <a:cubicBezTo>
                      <a:pt x="50" y="23"/>
                      <a:pt x="51" y="27"/>
                      <a:pt x="50" y="26"/>
                    </a:cubicBezTo>
                    <a:cubicBezTo>
                      <a:pt x="50" y="25"/>
                      <a:pt x="50" y="25"/>
                      <a:pt x="50" y="25"/>
                    </a:cubicBezTo>
                    <a:cubicBezTo>
                      <a:pt x="49" y="24"/>
                      <a:pt x="49" y="26"/>
                      <a:pt x="48" y="25"/>
                    </a:cubicBezTo>
                    <a:cubicBezTo>
                      <a:pt x="48" y="26"/>
                      <a:pt x="46" y="24"/>
                      <a:pt x="46" y="26"/>
                    </a:cubicBezTo>
                    <a:cubicBezTo>
                      <a:pt x="46" y="24"/>
                      <a:pt x="46" y="25"/>
                      <a:pt x="45" y="24"/>
                    </a:cubicBezTo>
                    <a:cubicBezTo>
                      <a:pt x="46" y="28"/>
                      <a:pt x="44" y="24"/>
                      <a:pt x="44" y="26"/>
                    </a:cubicBezTo>
                    <a:cubicBezTo>
                      <a:pt x="44" y="26"/>
                      <a:pt x="44" y="26"/>
                      <a:pt x="44" y="26"/>
                    </a:cubicBezTo>
                    <a:cubicBezTo>
                      <a:pt x="42" y="26"/>
                      <a:pt x="40" y="26"/>
                      <a:pt x="39" y="29"/>
                    </a:cubicBezTo>
                    <a:cubicBezTo>
                      <a:pt x="39" y="29"/>
                      <a:pt x="36" y="27"/>
                      <a:pt x="36" y="29"/>
                    </a:cubicBezTo>
                    <a:cubicBezTo>
                      <a:pt x="36" y="30"/>
                      <a:pt x="36" y="30"/>
                      <a:pt x="36" y="30"/>
                    </a:cubicBezTo>
                    <a:cubicBezTo>
                      <a:pt x="36" y="30"/>
                      <a:pt x="36" y="29"/>
                      <a:pt x="36" y="29"/>
                    </a:cubicBezTo>
                    <a:cubicBezTo>
                      <a:pt x="36" y="30"/>
                      <a:pt x="34" y="29"/>
                      <a:pt x="34" y="29"/>
                    </a:cubicBezTo>
                    <a:cubicBezTo>
                      <a:pt x="34" y="30"/>
                      <a:pt x="34" y="30"/>
                      <a:pt x="34" y="31"/>
                    </a:cubicBezTo>
                    <a:cubicBezTo>
                      <a:pt x="32" y="29"/>
                      <a:pt x="33" y="33"/>
                      <a:pt x="31" y="31"/>
                    </a:cubicBezTo>
                    <a:cubicBezTo>
                      <a:pt x="32" y="34"/>
                      <a:pt x="32" y="33"/>
                      <a:pt x="32" y="34"/>
                    </a:cubicBezTo>
                    <a:cubicBezTo>
                      <a:pt x="32" y="33"/>
                      <a:pt x="31" y="33"/>
                      <a:pt x="31" y="32"/>
                    </a:cubicBezTo>
                    <a:cubicBezTo>
                      <a:pt x="31" y="32"/>
                      <a:pt x="30" y="33"/>
                      <a:pt x="30" y="32"/>
                    </a:cubicBezTo>
                    <a:cubicBezTo>
                      <a:pt x="29" y="32"/>
                      <a:pt x="30" y="34"/>
                      <a:pt x="29" y="34"/>
                    </a:cubicBezTo>
                    <a:cubicBezTo>
                      <a:pt x="28" y="32"/>
                      <a:pt x="28" y="34"/>
                      <a:pt x="28" y="33"/>
                    </a:cubicBezTo>
                    <a:cubicBezTo>
                      <a:pt x="28" y="35"/>
                      <a:pt x="28" y="37"/>
                      <a:pt x="28" y="36"/>
                    </a:cubicBezTo>
                    <a:cubicBezTo>
                      <a:pt x="27" y="33"/>
                      <a:pt x="27" y="33"/>
                      <a:pt x="27" y="33"/>
                    </a:cubicBezTo>
                    <a:cubicBezTo>
                      <a:pt x="26" y="35"/>
                      <a:pt x="24" y="32"/>
                      <a:pt x="23" y="36"/>
                    </a:cubicBezTo>
                    <a:cubicBezTo>
                      <a:pt x="23" y="35"/>
                      <a:pt x="23" y="35"/>
                      <a:pt x="23" y="35"/>
                    </a:cubicBezTo>
                    <a:cubicBezTo>
                      <a:pt x="22" y="37"/>
                      <a:pt x="20" y="36"/>
                      <a:pt x="19" y="39"/>
                    </a:cubicBezTo>
                    <a:cubicBezTo>
                      <a:pt x="18" y="38"/>
                      <a:pt x="18" y="38"/>
                      <a:pt x="17" y="38"/>
                    </a:cubicBezTo>
                    <a:cubicBezTo>
                      <a:pt x="17" y="40"/>
                      <a:pt x="17" y="40"/>
                      <a:pt x="17" y="42"/>
                    </a:cubicBezTo>
                    <a:cubicBezTo>
                      <a:pt x="17" y="42"/>
                      <a:pt x="16" y="41"/>
                      <a:pt x="16" y="40"/>
                    </a:cubicBezTo>
                    <a:cubicBezTo>
                      <a:pt x="15" y="40"/>
                      <a:pt x="14" y="38"/>
                      <a:pt x="14" y="41"/>
                    </a:cubicBezTo>
                    <a:cubicBezTo>
                      <a:pt x="14" y="39"/>
                      <a:pt x="14" y="39"/>
                      <a:pt x="14" y="39"/>
                    </a:cubicBezTo>
                    <a:cubicBezTo>
                      <a:pt x="14" y="41"/>
                      <a:pt x="13" y="43"/>
                      <a:pt x="12" y="42"/>
                    </a:cubicBezTo>
                    <a:cubicBezTo>
                      <a:pt x="13" y="43"/>
                      <a:pt x="12" y="44"/>
                      <a:pt x="13" y="45"/>
                    </a:cubicBezTo>
                    <a:cubicBezTo>
                      <a:pt x="13" y="45"/>
                      <a:pt x="12" y="43"/>
                      <a:pt x="12" y="44"/>
                    </a:cubicBezTo>
                    <a:cubicBezTo>
                      <a:pt x="12" y="42"/>
                      <a:pt x="12" y="42"/>
                      <a:pt x="12" y="42"/>
                    </a:cubicBezTo>
                    <a:cubicBezTo>
                      <a:pt x="10" y="43"/>
                      <a:pt x="9" y="44"/>
                      <a:pt x="8" y="46"/>
                    </a:cubicBezTo>
                    <a:cubicBezTo>
                      <a:pt x="7" y="44"/>
                      <a:pt x="7" y="46"/>
                      <a:pt x="6" y="45"/>
                    </a:cubicBezTo>
                    <a:cubicBezTo>
                      <a:pt x="6" y="47"/>
                      <a:pt x="4" y="46"/>
                      <a:pt x="6" y="48"/>
                    </a:cubicBezTo>
                    <a:cubicBezTo>
                      <a:pt x="5" y="47"/>
                      <a:pt x="5" y="47"/>
                      <a:pt x="5" y="47"/>
                    </a:cubicBezTo>
                    <a:cubicBezTo>
                      <a:pt x="4" y="47"/>
                      <a:pt x="4" y="48"/>
                      <a:pt x="2" y="48"/>
                    </a:cubicBezTo>
                    <a:cubicBezTo>
                      <a:pt x="2" y="48"/>
                      <a:pt x="3" y="50"/>
                      <a:pt x="3" y="51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2" y="51"/>
                      <a:pt x="4" y="52"/>
                      <a:pt x="5" y="53"/>
                    </a:cubicBezTo>
                    <a:cubicBezTo>
                      <a:pt x="4" y="53"/>
                      <a:pt x="4" y="54"/>
                      <a:pt x="4" y="53"/>
                    </a:cubicBezTo>
                    <a:cubicBezTo>
                      <a:pt x="3" y="52"/>
                      <a:pt x="2" y="51"/>
                      <a:pt x="1" y="50"/>
                    </a:cubicBezTo>
                    <a:cubicBezTo>
                      <a:pt x="0" y="50"/>
                      <a:pt x="2" y="53"/>
                      <a:pt x="1" y="51"/>
                    </a:cubicBezTo>
                    <a:cubicBezTo>
                      <a:pt x="0" y="51"/>
                      <a:pt x="0" y="52"/>
                      <a:pt x="1" y="53"/>
                    </a:cubicBezTo>
                    <a:cubicBezTo>
                      <a:pt x="1" y="53"/>
                      <a:pt x="0" y="53"/>
                      <a:pt x="0" y="52"/>
                    </a:cubicBezTo>
                    <a:cubicBezTo>
                      <a:pt x="0" y="52"/>
                      <a:pt x="0" y="53"/>
                      <a:pt x="0" y="53"/>
                    </a:cubicBezTo>
                    <a:cubicBezTo>
                      <a:pt x="0" y="53"/>
                      <a:pt x="0" y="53"/>
                      <a:pt x="0" y="53"/>
                    </a:cubicBezTo>
                    <a:cubicBezTo>
                      <a:pt x="1" y="54"/>
                      <a:pt x="1" y="54"/>
                      <a:pt x="3" y="55"/>
                    </a:cubicBezTo>
                    <a:cubicBezTo>
                      <a:pt x="3" y="55"/>
                      <a:pt x="2" y="55"/>
                      <a:pt x="3" y="55"/>
                    </a:cubicBezTo>
                    <a:cubicBezTo>
                      <a:pt x="4" y="56"/>
                      <a:pt x="4" y="56"/>
                      <a:pt x="3" y="56"/>
                    </a:cubicBezTo>
                    <a:cubicBezTo>
                      <a:pt x="1" y="55"/>
                      <a:pt x="1" y="54"/>
                      <a:pt x="0" y="54"/>
                    </a:cubicBezTo>
                    <a:cubicBezTo>
                      <a:pt x="2" y="56"/>
                      <a:pt x="2" y="56"/>
                      <a:pt x="2" y="56"/>
                    </a:cubicBezTo>
                    <a:cubicBezTo>
                      <a:pt x="2" y="56"/>
                      <a:pt x="3" y="56"/>
                      <a:pt x="4" y="57"/>
                    </a:cubicBezTo>
                    <a:cubicBezTo>
                      <a:pt x="3" y="56"/>
                      <a:pt x="3" y="56"/>
                      <a:pt x="3" y="56"/>
                    </a:cubicBezTo>
                    <a:cubicBezTo>
                      <a:pt x="4" y="57"/>
                      <a:pt x="4" y="57"/>
                      <a:pt x="4" y="57"/>
                    </a:cubicBezTo>
                    <a:cubicBezTo>
                      <a:pt x="4" y="56"/>
                      <a:pt x="6" y="57"/>
                      <a:pt x="5" y="56"/>
                    </a:cubicBezTo>
                    <a:cubicBezTo>
                      <a:pt x="4" y="55"/>
                      <a:pt x="4" y="55"/>
                      <a:pt x="4" y="55"/>
                    </a:cubicBezTo>
                    <a:cubicBezTo>
                      <a:pt x="4" y="55"/>
                      <a:pt x="3" y="53"/>
                      <a:pt x="4" y="54"/>
                    </a:cubicBezTo>
                    <a:cubicBezTo>
                      <a:pt x="6" y="56"/>
                      <a:pt x="6" y="56"/>
                      <a:pt x="6" y="56"/>
                    </a:cubicBezTo>
                    <a:cubicBezTo>
                      <a:pt x="6" y="56"/>
                      <a:pt x="5" y="55"/>
                      <a:pt x="5" y="55"/>
                    </a:cubicBezTo>
                    <a:cubicBezTo>
                      <a:pt x="7" y="57"/>
                      <a:pt x="7" y="57"/>
                      <a:pt x="7" y="57"/>
                    </a:cubicBezTo>
                    <a:cubicBezTo>
                      <a:pt x="5" y="55"/>
                      <a:pt x="7" y="56"/>
                      <a:pt x="7" y="55"/>
                    </a:cubicBezTo>
                    <a:cubicBezTo>
                      <a:pt x="7" y="56"/>
                      <a:pt x="7" y="56"/>
                      <a:pt x="7" y="56"/>
                    </a:cubicBezTo>
                    <a:cubicBezTo>
                      <a:pt x="8" y="56"/>
                      <a:pt x="6" y="55"/>
                      <a:pt x="6" y="54"/>
                    </a:cubicBezTo>
                    <a:cubicBezTo>
                      <a:pt x="6" y="55"/>
                      <a:pt x="8" y="56"/>
                      <a:pt x="9" y="57"/>
                    </a:cubicBezTo>
                    <a:cubicBezTo>
                      <a:pt x="9" y="57"/>
                      <a:pt x="8" y="55"/>
                      <a:pt x="9" y="56"/>
                    </a:cubicBezTo>
                    <a:cubicBezTo>
                      <a:pt x="9" y="56"/>
                      <a:pt x="9" y="55"/>
                      <a:pt x="9" y="53"/>
                    </a:cubicBezTo>
                    <a:cubicBezTo>
                      <a:pt x="9" y="53"/>
                      <a:pt x="10" y="56"/>
                      <a:pt x="10" y="55"/>
                    </a:cubicBezTo>
                    <a:cubicBezTo>
                      <a:pt x="11" y="56"/>
                      <a:pt x="12" y="58"/>
                      <a:pt x="12" y="59"/>
                    </a:cubicBezTo>
                    <a:cubicBezTo>
                      <a:pt x="13" y="59"/>
                      <a:pt x="14" y="60"/>
                      <a:pt x="13" y="60"/>
                    </a:cubicBezTo>
                    <a:cubicBezTo>
                      <a:pt x="13" y="60"/>
                      <a:pt x="14" y="61"/>
                      <a:pt x="14" y="61"/>
                    </a:cubicBezTo>
                    <a:cubicBezTo>
                      <a:pt x="14" y="60"/>
                      <a:pt x="12" y="58"/>
                      <a:pt x="12" y="58"/>
                    </a:cubicBezTo>
                    <a:cubicBezTo>
                      <a:pt x="11" y="56"/>
                      <a:pt x="12" y="57"/>
                      <a:pt x="11" y="55"/>
                    </a:cubicBezTo>
                    <a:cubicBezTo>
                      <a:pt x="11" y="55"/>
                      <a:pt x="12" y="55"/>
                      <a:pt x="12" y="55"/>
                    </a:cubicBezTo>
                    <a:cubicBezTo>
                      <a:pt x="12" y="55"/>
                      <a:pt x="13" y="56"/>
                      <a:pt x="14" y="57"/>
                    </a:cubicBezTo>
                    <a:cubicBezTo>
                      <a:pt x="13" y="56"/>
                      <a:pt x="13" y="55"/>
                      <a:pt x="14" y="55"/>
                    </a:cubicBezTo>
                    <a:cubicBezTo>
                      <a:pt x="13" y="53"/>
                      <a:pt x="13" y="53"/>
                      <a:pt x="12" y="52"/>
                    </a:cubicBezTo>
                    <a:cubicBezTo>
                      <a:pt x="12" y="51"/>
                      <a:pt x="12" y="51"/>
                      <a:pt x="12" y="51"/>
                    </a:cubicBezTo>
                    <a:cubicBezTo>
                      <a:pt x="13" y="52"/>
                      <a:pt x="14" y="55"/>
                      <a:pt x="14" y="55"/>
                    </a:cubicBezTo>
                    <a:cubicBezTo>
                      <a:pt x="15" y="57"/>
                      <a:pt x="14" y="55"/>
                      <a:pt x="15" y="57"/>
                    </a:cubicBezTo>
                    <a:cubicBezTo>
                      <a:pt x="16" y="59"/>
                      <a:pt x="15" y="60"/>
                      <a:pt x="14" y="58"/>
                    </a:cubicBezTo>
                    <a:cubicBezTo>
                      <a:pt x="15" y="61"/>
                      <a:pt x="15" y="59"/>
                      <a:pt x="16" y="61"/>
                    </a:cubicBezTo>
                    <a:cubicBezTo>
                      <a:pt x="16" y="61"/>
                      <a:pt x="15" y="59"/>
                      <a:pt x="16" y="59"/>
                    </a:cubicBezTo>
                    <a:cubicBezTo>
                      <a:pt x="15" y="58"/>
                      <a:pt x="15" y="58"/>
                      <a:pt x="15" y="57"/>
                    </a:cubicBezTo>
                    <a:cubicBezTo>
                      <a:pt x="14" y="54"/>
                      <a:pt x="16" y="58"/>
                      <a:pt x="16" y="58"/>
                    </a:cubicBezTo>
                    <a:cubicBezTo>
                      <a:pt x="16" y="59"/>
                      <a:pt x="16" y="59"/>
                      <a:pt x="16" y="59"/>
                    </a:cubicBezTo>
                    <a:cubicBezTo>
                      <a:pt x="17" y="60"/>
                      <a:pt x="16" y="58"/>
                      <a:pt x="17" y="58"/>
                    </a:cubicBezTo>
                    <a:cubicBezTo>
                      <a:pt x="18" y="61"/>
                      <a:pt x="16" y="58"/>
                      <a:pt x="17" y="60"/>
                    </a:cubicBezTo>
                    <a:cubicBezTo>
                      <a:pt x="18" y="62"/>
                      <a:pt x="18" y="62"/>
                      <a:pt x="18" y="62"/>
                    </a:cubicBezTo>
                    <a:cubicBezTo>
                      <a:pt x="19" y="63"/>
                      <a:pt x="17" y="60"/>
                      <a:pt x="18" y="61"/>
                    </a:cubicBezTo>
                    <a:cubicBezTo>
                      <a:pt x="18" y="62"/>
                      <a:pt x="18" y="62"/>
                      <a:pt x="18" y="62"/>
                    </a:cubicBezTo>
                    <a:cubicBezTo>
                      <a:pt x="18" y="61"/>
                      <a:pt x="18" y="61"/>
                      <a:pt x="18" y="61"/>
                    </a:cubicBezTo>
                    <a:cubicBezTo>
                      <a:pt x="18" y="60"/>
                      <a:pt x="17" y="58"/>
                      <a:pt x="17" y="58"/>
                    </a:cubicBezTo>
                    <a:cubicBezTo>
                      <a:pt x="16" y="55"/>
                      <a:pt x="17" y="58"/>
                      <a:pt x="17" y="57"/>
                    </a:cubicBezTo>
                    <a:cubicBezTo>
                      <a:pt x="16" y="55"/>
                      <a:pt x="17" y="57"/>
                      <a:pt x="16" y="56"/>
                    </a:cubicBezTo>
                    <a:cubicBezTo>
                      <a:pt x="16" y="54"/>
                      <a:pt x="16" y="54"/>
                      <a:pt x="16" y="54"/>
                    </a:cubicBezTo>
                    <a:cubicBezTo>
                      <a:pt x="16" y="54"/>
                      <a:pt x="17" y="55"/>
                      <a:pt x="17" y="57"/>
                    </a:cubicBezTo>
                    <a:cubicBezTo>
                      <a:pt x="17" y="57"/>
                      <a:pt x="17" y="57"/>
                      <a:pt x="17" y="56"/>
                    </a:cubicBezTo>
                    <a:cubicBezTo>
                      <a:pt x="17" y="58"/>
                      <a:pt x="18" y="60"/>
                      <a:pt x="19" y="61"/>
                    </a:cubicBezTo>
                    <a:cubicBezTo>
                      <a:pt x="19" y="62"/>
                      <a:pt x="18" y="60"/>
                      <a:pt x="18" y="59"/>
                    </a:cubicBezTo>
                    <a:cubicBezTo>
                      <a:pt x="18" y="59"/>
                      <a:pt x="18" y="57"/>
                      <a:pt x="18" y="57"/>
                    </a:cubicBezTo>
                    <a:cubicBezTo>
                      <a:pt x="16" y="52"/>
                      <a:pt x="19" y="60"/>
                      <a:pt x="19" y="59"/>
                    </a:cubicBezTo>
                    <a:cubicBezTo>
                      <a:pt x="18" y="56"/>
                      <a:pt x="18" y="55"/>
                      <a:pt x="17" y="52"/>
                    </a:cubicBezTo>
                    <a:cubicBezTo>
                      <a:pt x="17" y="51"/>
                      <a:pt x="17" y="50"/>
                      <a:pt x="17" y="51"/>
                    </a:cubicBezTo>
                    <a:cubicBezTo>
                      <a:pt x="18" y="53"/>
                      <a:pt x="18" y="52"/>
                      <a:pt x="18" y="54"/>
                    </a:cubicBezTo>
                    <a:cubicBezTo>
                      <a:pt x="18" y="54"/>
                      <a:pt x="18" y="54"/>
                      <a:pt x="18" y="54"/>
                    </a:cubicBezTo>
                    <a:cubicBezTo>
                      <a:pt x="19" y="56"/>
                      <a:pt x="19" y="56"/>
                      <a:pt x="19" y="56"/>
                    </a:cubicBezTo>
                    <a:cubicBezTo>
                      <a:pt x="21" y="60"/>
                      <a:pt x="21" y="60"/>
                      <a:pt x="21" y="60"/>
                    </a:cubicBezTo>
                    <a:cubicBezTo>
                      <a:pt x="21" y="59"/>
                      <a:pt x="20" y="58"/>
                      <a:pt x="20" y="57"/>
                    </a:cubicBezTo>
                    <a:cubicBezTo>
                      <a:pt x="20" y="58"/>
                      <a:pt x="21" y="59"/>
                      <a:pt x="21" y="59"/>
                    </a:cubicBezTo>
                    <a:cubicBezTo>
                      <a:pt x="20" y="59"/>
                      <a:pt x="20" y="56"/>
                      <a:pt x="20" y="56"/>
                    </a:cubicBezTo>
                    <a:cubicBezTo>
                      <a:pt x="20" y="56"/>
                      <a:pt x="21" y="58"/>
                      <a:pt x="21" y="58"/>
                    </a:cubicBezTo>
                    <a:cubicBezTo>
                      <a:pt x="22" y="60"/>
                      <a:pt x="22" y="60"/>
                      <a:pt x="22" y="60"/>
                    </a:cubicBezTo>
                    <a:cubicBezTo>
                      <a:pt x="21" y="58"/>
                      <a:pt x="22" y="61"/>
                      <a:pt x="22" y="60"/>
                    </a:cubicBezTo>
                    <a:cubicBezTo>
                      <a:pt x="22" y="59"/>
                      <a:pt x="21" y="57"/>
                      <a:pt x="21" y="56"/>
                    </a:cubicBezTo>
                    <a:cubicBezTo>
                      <a:pt x="21" y="55"/>
                      <a:pt x="22" y="56"/>
                      <a:pt x="22" y="56"/>
                    </a:cubicBezTo>
                    <a:cubicBezTo>
                      <a:pt x="22" y="57"/>
                      <a:pt x="22" y="57"/>
                      <a:pt x="22" y="57"/>
                    </a:cubicBezTo>
                    <a:cubicBezTo>
                      <a:pt x="22" y="57"/>
                      <a:pt x="23" y="61"/>
                      <a:pt x="23" y="60"/>
                    </a:cubicBezTo>
                    <a:cubicBezTo>
                      <a:pt x="22" y="58"/>
                      <a:pt x="22" y="58"/>
                      <a:pt x="22" y="58"/>
                    </a:cubicBezTo>
                    <a:cubicBezTo>
                      <a:pt x="23" y="58"/>
                      <a:pt x="23" y="59"/>
                      <a:pt x="23" y="60"/>
                    </a:cubicBezTo>
                    <a:cubicBezTo>
                      <a:pt x="23" y="58"/>
                      <a:pt x="23" y="59"/>
                      <a:pt x="23" y="58"/>
                    </a:cubicBezTo>
                    <a:cubicBezTo>
                      <a:pt x="23" y="59"/>
                      <a:pt x="23" y="59"/>
                      <a:pt x="23" y="59"/>
                    </a:cubicBezTo>
                    <a:cubicBezTo>
                      <a:pt x="23" y="58"/>
                      <a:pt x="23" y="56"/>
                      <a:pt x="24" y="58"/>
                    </a:cubicBezTo>
                    <a:cubicBezTo>
                      <a:pt x="23" y="56"/>
                      <a:pt x="23" y="58"/>
                      <a:pt x="23" y="57"/>
                    </a:cubicBezTo>
                    <a:cubicBezTo>
                      <a:pt x="22" y="55"/>
                      <a:pt x="22" y="55"/>
                      <a:pt x="22" y="55"/>
                    </a:cubicBezTo>
                    <a:cubicBezTo>
                      <a:pt x="23" y="58"/>
                      <a:pt x="23" y="55"/>
                      <a:pt x="23" y="55"/>
                    </a:cubicBezTo>
                    <a:cubicBezTo>
                      <a:pt x="24" y="56"/>
                      <a:pt x="24" y="56"/>
                      <a:pt x="24" y="57"/>
                    </a:cubicBezTo>
                    <a:cubicBezTo>
                      <a:pt x="24" y="55"/>
                      <a:pt x="24" y="55"/>
                      <a:pt x="24" y="55"/>
                    </a:cubicBezTo>
                    <a:cubicBezTo>
                      <a:pt x="25" y="59"/>
                      <a:pt x="24" y="54"/>
                      <a:pt x="24" y="55"/>
                    </a:cubicBezTo>
                    <a:cubicBezTo>
                      <a:pt x="25" y="56"/>
                      <a:pt x="25" y="58"/>
                      <a:pt x="25" y="58"/>
                    </a:cubicBezTo>
                    <a:cubicBezTo>
                      <a:pt x="24" y="56"/>
                      <a:pt x="25" y="55"/>
                      <a:pt x="24" y="53"/>
                    </a:cubicBezTo>
                    <a:cubicBezTo>
                      <a:pt x="25" y="54"/>
                      <a:pt x="25" y="56"/>
                      <a:pt x="26" y="58"/>
                    </a:cubicBezTo>
                    <a:cubicBezTo>
                      <a:pt x="25" y="56"/>
                      <a:pt x="26" y="59"/>
                      <a:pt x="26" y="57"/>
                    </a:cubicBezTo>
                    <a:cubicBezTo>
                      <a:pt x="25" y="56"/>
                      <a:pt x="25" y="55"/>
                      <a:pt x="25" y="54"/>
                    </a:cubicBezTo>
                    <a:cubicBezTo>
                      <a:pt x="26" y="54"/>
                      <a:pt x="25" y="55"/>
                      <a:pt x="26" y="56"/>
                    </a:cubicBezTo>
                    <a:cubicBezTo>
                      <a:pt x="26" y="56"/>
                      <a:pt x="26" y="54"/>
                      <a:pt x="25" y="53"/>
                    </a:cubicBezTo>
                    <a:cubicBezTo>
                      <a:pt x="26" y="53"/>
                      <a:pt x="25" y="51"/>
                      <a:pt x="26" y="52"/>
                    </a:cubicBezTo>
                    <a:cubicBezTo>
                      <a:pt x="26" y="54"/>
                      <a:pt x="26" y="53"/>
                      <a:pt x="26" y="54"/>
                    </a:cubicBezTo>
                    <a:cubicBezTo>
                      <a:pt x="27" y="54"/>
                      <a:pt x="25" y="50"/>
                      <a:pt x="26" y="50"/>
                    </a:cubicBezTo>
                    <a:cubicBezTo>
                      <a:pt x="25" y="49"/>
                      <a:pt x="25" y="46"/>
                      <a:pt x="25" y="45"/>
                    </a:cubicBezTo>
                    <a:cubicBezTo>
                      <a:pt x="25" y="45"/>
                      <a:pt x="25" y="46"/>
                      <a:pt x="25" y="48"/>
                    </a:cubicBezTo>
                    <a:cubicBezTo>
                      <a:pt x="25" y="48"/>
                      <a:pt x="25" y="48"/>
                      <a:pt x="25" y="48"/>
                    </a:cubicBezTo>
                    <a:cubicBezTo>
                      <a:pt x="27" y="50"/>
                      <a:pt x="26" y="52"/>
                      <a:pt x="27" y="55"/>
                    </a:cubicBezTo>
                    <a:cubicBezTo>
                      <a:pt x="27" y="54"/>
                      <a:pt x="27" y="54"/>
                      <a:pt x="27" y="54"/>
                    </a:cubicBezTo>
                    <a:cubicBezTo>
                      <a:pt x="28" y="57"/>
                      <a:pt x="28" y="57"/>
                      <a:pt x="28" y="57"/>
                    </a:cubicBezTo>
                    <a:cubicBezTo>
                      <a:pt x="27" y="55"/>
                      <a:pt x="28" y="56"/>
                      <a:pt x="28" y="55"/>
                    </a:cubicBezTo>
                    <a:cubicBezTo>
                      <a:pt x="28" y="54"/>
                      <a:pt x="28" y="56"/>
                      <a:pt x="28" y="55"/>
                    </a:cubicBezTo>
                    <a:cubicBezTo>
                      <a:pt x="28" y="54"/>
                      <a:pt x="27" y="51"/>
                      <a:pt x="28" y="52"/>
                    </a:cubicBezTo>
                    <a:cubicBezTo>
                      <a:pt x="29" y="55"/>
                      <a:pt x="29" y="55"/>
                      <a:pt x="29" y="55"/>
                    </a:cubicBezTo>
                    <a:cubicBezTo>
                      <a:pt x="29" y="56"/>
                      <a:pt x="28" y="53"/>
                      <a:pt x="29" y="54"/>
                    </a:cubicBezTo>
                    <a:cubicBezTo>
                      <a:pt x="29" y="55"/>
                      <a:pt x="29" y="55"/>
                      <a:pt x="29" y="55"/>
                    </a:cubicBezTo>
                    <a:cubicBezTo>
                      <a:pt x="30" y="55"/>
                      <a:pt x="32" y="55"/>
                      <a:pt x="31" y="51"/>
                    </a:cubicBezTo>
                    <a:cubicBezTo>
                      <a:pt x="32" y="52"/>
                      <a:pt x="32" y="52"/>
                      <a:pt x="33" y="53"/>
                    </a:cubicBezTo>
                    <a:cubicBezTo>
                      <a:pt x="33" y="53"/>
                      <a:pt x="33" y="51"/>
                      <a:pt x="33" y="51"/>
                    </a:cubicBezTo>
                    <a:cubicBezTo>
                      <a:pt x="34" y="53"/>
                      <a:pt x="34" y="53"/>
                      <a:pt x="34" y="53"/>
                    </a:cubicBezTo>
                    <a:cubicBezTo>
                      <a:pt x="34" y="54"/>
                      <a:pt x="34" y="52"/>
                      <a:pt x="34" y="51"/>
                    </a:cubicBezTo>
                    <a:cubicBezTo>
                      <a:pt x="35" y="52"/>
                      <a:pt x="35" y="52"/>
                      <a:pt x="35" y="52"/>
                    </a:cubicBezTo>
                    <a:cubicBezTo>
                      <a:pt x="35" y="54"/>
                      <a:pt x="35" y="51"/>
                      <a:pt x="35" y="51"/>
                    </a:cubicBezTo>
                    <a:cubicBezTo>
                      <a:pt x="35" y="52"/>
                      <a:pt x="35" y="52"/>
                      <a:pt x="35" y="52"/>
                    </a:cubicBezTo>
                    <a:cubicBezTo>
                      <a:pt x="35" y="51"/>
                      <a:pt x="35" y="51"/>
                      <a:pt x="35" y="51"/>
                    </a:cubicBezTo>
                    <a:cubicBezTo>
                      <a:pt x="35" y="50"/>
                      <a:pt x="35" y="50"/>
                      <a:pt x="36" y="52"/>
                    </a:cubicBezTo>
                    <a:cubicBezTo>
                      <a:pt x="36" y="51"/>
                      <a:pt x="36" y="51"/>
                      <a:pt x="36" y="51"/>
                    </a:cubicBezTo>
                    <a:cubicBezTo>
                      <a:pt x="37" y="52"/>
                      <a:pt x="37" y="52"/>
                      <a:pt x="38" y="51"/>
                    </a:cubicBezTo>
                    <a:cubicBezTo>
                      <a:pt x="37" y="51"/>
                      <a:pt x="37" y="50"/>
                      <a:pt x="37" y="49"/>
                    </a:cubicBezTo>
                    <a:cubicBezTo>
                      <a:pt x="36" y="46"/>
                      <a:pt x="37" y="49"/>
                      <a:pt x="37" y="47"/>
                    </a:cubicBezTo>
                    <a:cubicBezTo>
                      <a:pt x="37" y="48"/>
                      <a:pt x="38" y="49"/>
                      <a:pt x="38" y="50"/>
                    </a:cubicBezTo>
                    <a:cubicBezTo>
                      <a:pt x="39" y="52"/>
                      <a:pt x="39" y="50"/>
                      <a:pt x="40" y="50"/>
                    </a:cubicBezTo>
                    <a:cubicBezTo>
                      <a:pt x="40" y="49"/>
                      <a:pt x="40" y="49"/>
                      <a:pt x="40" y="49"/>
                    </a:cubicBezTo>
                    <a:cubicBezTo>
                      <a:pt x="42" y="51"/>
                      <a:pt x="41" y="48"/>
                      <a:pt x="42" y="49"/>
                    </a:cubicBezTo>
                    <a:cubicBezTo>
                      <a:pt x="42" y="48"/>
                      <a:pt x="41" y="45"/>
                      <a:pt x="41" y="45"/>
                    </a:cubicBezTo>
                    <a:cubicBezTo>
                      <a:pt x="41" y="43"/>
                      <a:pt x="42" y="47"/>
                      <a:pt x="43" y="48"/>
                    </a:cubicBezTo>
                    <a:cubicBezTo>
                      <a:pt x="43" y="48"/>
                      <a:pt x="43" y="47"/>
                      <a:pt x="43" y="47"/>
                    </a:cubicBezTo>
                    <a:cubicBezTo>
                      <a:pt x="43" y="48"/>
                      <a:pt x="43" y="48"/>
                      <a:pt x="43" y="48"/>
                    </a:cubicBezTo>
                    <a:cubicBezTo>
                      <a:pt x="43" y="47"/>
                      <a:pt x="43" y="46"/>
                      <a:pt x="44" y="47"/>
                    </a:cubicBezTo>
                    <a:cubicBezTo>
                      <a:pt x="44" y="47"/>
                      <a:pt x="44" y="47"/>
                      <a:pt x="44" y="47"/>
                    </a:cubicBezTo>
                    <a:cubicBezTo>
                      <a:pt x="44" y="47"/>
                      <a:pt x="45" y="48"/>
                      <a:pt x="45" y="48"/>
                    </a:cubicBezTo>
                    <a:cubicBezTo>
                      <a:pt x="44" y="46"/>
                      <a:pt x="45" y="47"/>
                      <a:pt x="45" y="45"/>
                    </a:cubicBezTo>
                    <a:cubicBezTo>
                      <a:pt x="45" y="46"/>
                      <a:pt x="45" y="46"/>
                      <a:pt x="45" y="46"/>
                    </a:cubicBezTo>
                    <a:cubicBezTo>
                      <a:pt x="45" y="44"/>
                      <a:pt x="45" y="44"/>
                      <a:pt x="45" y="44"/>
                    </a:cubicBezTo>
                    <a:cubicBezTo>
                      <a:pt x="45" y="45"/>
                      <a:pt x="45" y="45"/>
                      <a:pt x="45" y="45"/>
                    </a:cubicBezTo>
                    <a:cubicBezTo>
                      <a:pt x="46" y="47"/>
                      <a:pt x="46" y="47"/>
                      <a:pt x="46" y="47"/>
                    </a:cubicBezTo>
                    <a:cubicBezTo>
                      <a:pt x="46" y="48"/>
                      <a:pt x="45" y="45"/>
                      <a:pt x="45" y="45"/>
                    </a:cubicBezTo>
                    <a:cubicBezTo>
                      <a:pt x="45" y="43"/>
                      <a:pt x="46" y="45"/>
                      <a:pt x="46" y="45"/>
                    </a:cubicBezTo>
                    <a:cubicBezTo>
                      <a:pt x="46" y="46"/>
                      <a:pt x="46" y="45"/>
                      <a:pt x="46" y="45"/>
                    </a:cubicBezTo>
                    <a:cubicBezTo>
                      <a:pt x="46" y="47"/>
                      <a:pt x="46" y="46"/>
                      <a:pt x="46" y="47"/>
                    </a:cubicBezTo>
                    <a:cubicBezTo>
                      <a:pt x="46" y="47"/>
                      <a:pt x="46" y="45"/>
                      <a:pt x="46" y="45"/>
                    </a:cubicBezTo>
                    <a:cubicBezTo>
                      <a:pt x="46" y="45"/>
                      <a:pt x="47" y="45"/>
                      <a:pt x="47" y="46"/>
                    </a:cubicBezTo>
                    <a:cubicBezTo>
                      <a:pt x="47" y="45"/>
                      <a:pt x="47" y="45"/>
                      <a:pt x="47" y="45"/>
                    </a:cubicBezTo>
                    <a:cubicBezTo>
                      <a:pt x="47" y="44"/>
                      <a:pt x="46" y="44"/>
                      <a:pt x="46" y="43"/>
                    </a:cubicBezTo>
                    <a:cubicBezTo>
                      <a:pt x="46" y="43"/>
                      <a:pt x="46" y="42"/>
                      <a:pt x="46" y="43"/>
                    </a:cubicBezTo>
                    <a:cubicBezTo>
                      <a:pt x="46" y="43"/>
                      <a:pt x="46" y="43"/>
                      <a:pt x="46" y="43"/>
                    </a:cubicBezTo>
                    <a:cubicBezTo>
                      <a:pt x="46" y="43"/>
                      <a:pt x="47" y="43"/>
                      <a:pt x="46" y="42"/>
                    </a:cubicBezTo>
                    <a:cubicBezTo>
                      <a:pt x="47" y="44"/>
                      <a:pt x="47" y="44"/>
                      <a:pt x="47" y="44"/>
                    </a:cubicBezTo>
                    <a:cubicBezTo>
                      <a:pt x="47" y="43"/>
                      <a:pt x="47" y="43"/>
                      <a:pt x="47" y="42"/>
                    </a:cubicBezTo>
                    <a:cubicBezTo>
                      <a:pt x="48" y="44"/>
                      <a:pt x="49" y="46"/>
                      <a:pt x="49" y="46"/>
                    </a:cubicBezTo>
                    <a:cubicBezTo>
                      <a:pt x="49" y="44"/>
                      <a:pt x="49" y="44"/>
                      <a:pt x="49" y="44"/>
                    </a:cubicBezTo>
                    <a:cubicBezTo>
                      <a:pt x="49" y="44"/>
                      <a:pt x="49" y="44"/>
                      <a:pt x="50" y="45"/>
                    </a:cubicBezTo>
                    <a:cubicBezTo>
                      <a:pt x="51" y="46"/>
                      <a:pt x="48" y="40"/>
                      <a:pt x="49" y="42"/>
                    </a:cubicBezTo>
                    <a:cubicBezTo>
                      <a:pt x="50" y="44"/>
                      <a:pt x="50" y="44"/>
                      <a:pt x="51" y="44"/>
                    </a:cubicBezTo>
                    <a:cubicBezTo>
                      <a:pt x="50" y="43"/>
                      <a:pt x="50" y="43"/>
                      <a:pt x="50" y="43"/>
                    </a:cubicBezTo>
                    <a:cubicBezTo>
                      <a:pt x="50" y="42"/>
                      <a:pt x="51" y="45"/>
                      <a:pt x="50" y="43"/>
                    </a:cubicBezTo>
                    <a:cubicBezTo>
                      <a:pt x="50" y="42"/>
                      <a:pt x="50" y="42"/>
                      <a:pt x="50" y="42"/>
                    </a:cubicBezTo>
                    <a:cubicBezTo>
                      <a:pt x="52" y="46"/>
                      <a:pt x="52" y="42"/>
                      <a:pt x="54" y="44"/>
                    </a:cubicBezTo>
                    <a:cubicBezTo>
                      <a:pt x="52" y="42"/>
                      <a:pt x="54" y="43"/>
                      <a:pt x="53" y="42"/>
                    </a:cubicBezTo>
                    <a:cubicBezTo>
                      <a:pt x="54" y="45"/>
                      <a:pt x="54" y="42"/>
                      <a:pt x="54" y="43"/>
                    </a:cubicBezTo>
                    <a:cubicBezTo>
                      <a:pt x="53" y="41"/>
                      <a:pt x="53" y="41"/>
                      <a:pt x="53" y="41"/>
                    </a:cubicBezTo>
                    <a:cubicBezTo>
                      <a:pt x="54" y="42"/>
                      <a:pt x="53" y="37"/>
                      <a:pt x="54" y="40"/>
                    </a:cubicBezTo>
                    <a:cubicBezTo>
                      <a:pt x="55" y="40"/>
                      <a:pt x="55" y="41"/>
                      <a:pt x="55" y="42"/>
                    </a:cubicBezTo>
                    <a:cubicBezTo>
                      <a:pt x="56" y="44"/>
                      <a:pt x="55" y="39"/>
                      <a:pt x="56" y="42"/>
                    </a:cubicBezTo>
                    <a:cubicBezTo>
                      <a:pt x="56" y="41"/>
                      <a:pt x="55" y="40"/>
                      <a:pt x="55" y="39"/>
                    </a:cubicBezTo>
                    <a:cubicBezTo>
                      <a:pt x="56" y="40"/>
                      <a:pt x="57" y="41"/>
                      <a:pt x="57" y="41"/>
                    </a:cubicBezTo>
                    <a:cubicBezTo>
                      <a:pt x="57" y="41"/>
                      <a:pt x="57" y="40"/>
                      <a:pt x="57" y="40"/>
                    </a:cubicBezTo>
                    <a:cubicBezTo>
                      <a:pt x="57" y="41"/>
                      <a:pt x="57" y="41"/>
                      <a:pt x="57" y="42"/>
                    </a:cubicBezTo>
                    <a:cubicBezTo>
                      <a:pt x="58" y="42"/>
                      <a:pt x="58" y="41"/>
                      <a:pt x="58" y="40"/>
                    </a:cubicBezTo>
                    <a:cubicBezTo>
                      <a:pt x="59" y="41"/>
                      <a:pt x="59" y="40"/>
                      <a:pt x="60" y="41"/>
                    </a:cubicBezTo>
                    <a:cubicBezTo>
                      <a:pt x="59" y="39"/>
                      <a:pt x="61" y="42"/>
                      <a:pt x="60" y="39"/>
                    </a:cubicBezTo>
                    <a:cubicBezTo>
                      <a:pt x="60" y="40"/>
                      <a:pt x="60" y="40"/>
                      <a:pt x="60" y="40"/>
                    </a:cubicBezTo>
                    <a:cubicBezTo>
                      <a:pt x="60" y="39"/>
                      <a:pt x="59" y="37"/>
                      <a:pt x="59" y="37"/>
                    </a:cubicBezTo>
                    <a:cubicBezTo>
                      <a:pt x="60" y="39"/>
                      <a:pt x="60" y="39"/>
                      <a:pt x="60" y="39"/>
                    </a:cubicBezTo>
                    <a:cubicBezTo>
                      <a:pt x="61" y="41"/>
                      <a:pt x="61" y="39"/>
                      <a:pt x="61" y="40"/>
                    </a:cubicBezTo>
                    <a:cubicBezTo>
                      <a:pt x="60" y="38"/>
                      <a:pt x="62" y="40"/>
                      <a:pt x="61" y="38"/>
                    </a:cubicBezTo>
                    <a:cubicBezTo>
                      <a:pt x="61" y="38"/>
                      <a:pt x="61" y="38"/>
                      <a:pt x="61" y="38"/>
                    </a:cubicBezTo>
                    <a:cubicBezTo>
                      <a:pt x="61" y="37"/>
                      <a:pt x="60" y="37"/>
                      <a:pt x="61" y="36"/>
                    </a:cubicBezTo>
                    <a:cubicBezTo>
                      <a:pt x="61" y="36"/>
                      <a:pt x="62" y="38"/>
                      <a:pt x="62" y="38"/>
                    </a:cubicBezTo>
                    <a:cubicBezTo>
                      <a:pt x="62" y="39"/>
                      <a:pt x="62" y="38"/>
                      <a:pt x="62" y="38"/>
                    </a:cubicBezTo>
                    <a:cubicBezTo>
                      <a:pt x="62" y="38"/>
                      <a:pt x="62" y="38"/>
                      <a:pt x="62" y="37"/>
                    </a:cubicBezTo>
                    <a:cubicBezTo>
                      <a:pt x="62" y="38"/>
                      <a:pt x="62" y="38"/>
                      <a:pt x="62" y="38"/>
                    </a:cubicBezTo>
                    <a:cubicBezTo>
                      <a:pt x="62" y="38"/>
                      <a:pt x="62" y="38"/>
                      <a:pt x="62" y="38"/>
                    </a:cubicBezTo>
                    <a:cubicBezTo>
                      <a:pt x="62" y="38"/>
                      <a:pt x="62" y="38"/>
                      <a:pt x="62" y="38"/>
                    </a:cubicBezTo>
                    <a:cubicBezTo>
                      <a:pt x="62" y="38"/>
                      <a:pt x="62" y="38"/>
                      <a:pt x="62" y="38"/>
                    </a:cubicBezTo>
                    <a:cubicBezTo>
                      <a:pt x="62" y="38"/>
                      <a:pt x="63" y="38"/>
                      <a:pt x="63" y="38"/>
                    </a:cubicBezTo>
                    <a:cubicBezTo>
                      <a:pt x="63" y="38"/>
                      <a:pt x="63" y="38"/>
                      <a:pt x="63" y="38"/>
                    </a:cubicBezTo>
                    <a:cubicBezTo>
                      <a:pt x="63" y="38"/>
                      <a:pt x="63" y="38"/>
                      <a:pt x="63" y="38"/>
                    </a:cubicBezTo>
                    <a:cubicBezTo>
                      <a:pt x="64" y="40"/>
                      <a:pt x="64" y="40"/>
                      <a:pt x="64" y="40"/>
                    </a:cubicBezTo>
                    <a:cubicBezTo>
                      <a:pt x="64" y="40"/>
                      <a:pt x="64" y="38"/>
                      <a:pt x="63" y="37"/>
                    </a:cubicBezTo>
                    <a:cubicBezTo>
                      <a:pt x="64" y="38"/>
                      <a:pt x="65" y="36"/>
                      <a:pt x="65" y="36"/>
                    </a:cubicBezTo>
                    <a:cubicBezTo>
                      <a:pt x="65" y="36"/>
                      <a:pt x="65" y="37"/>
                      <a:pt x="65" y="36"/>
                    </a:cubicBezTo>
                    <a:cubicBezTo>
                      <a:pt x="65" y="36"/>
                      <a:pt x="65" y="34"/>
                      <a:pt x="65" y="35"/>
                    </a:cubicBezTo>
                    <a:cubicBezTo>
                      <a:pt x="65" y="35"/>
                      <a:pt x="66" y="36"/>
                      <a:pt x="66" y="36"/>
                    </a:cubicBezTo>
                    <a:cubicBezTo>
                      <a:pt x="66" y="37"/>
                      <a:pt x="66" y="35"/>
                      <a:pt x="66" y="35"/>
                    </a:cubicBezTo>
                    <a:cubicBezTo>
                      <a:pt x="67" y="37"/>
                      <a:pt x="66" y="33"/>
                      <a:pt x="67" y="34"/>
                    </a:cubicBezTo>
                    <a:cubicBezTo>
                      <a:pt x="67" y="34"/>
                      <a:pt x="68" y="35"/>
                      <a:pt x="68" y="36"/>
                    </a:cubicBezTo>
                    <a:cubicBezTo>
                      <a:pt x="68" y="35"/>
                      <a:pt x="68" y="34"/>
                      <a:pt x="68" y="32"/>
                    </a:cubicBezTo>
                    <a:cubicBezTo>
                      <a:pt x="68" y="34"/>
                      <a:pt x="68" y="34"/>
                      <a:pt x="68" y="34"/>
                    </a:cubicBezTo>
                    <a:cubicBezTo>
                      <a:pt x="69" y="34"/>
                      <a:pt x="69" y="33"/>
                      <a:pt x="69" y="32"/>
                    </a:cubicBezTo>
                    <a:cubicBezTo>
                      <a:pt x="68" y="31"/>
                      <a:pt x="68" y="30"/>
                      <a:pt x="68" y="30"/>
                    </a:cubicBezTo>
                    <a:cubicBezTo>
                      <a:pt x="68" y="30"/>
                      <a:pt x="68" y="30"/>
                      <a:pt x="68" y="30"/>
                    </a:cubicBezTo>
                    <a:cubicBezTo>
                      <a:pt x="68" y="29"/>
                      <a:pt x="68" y="29"/>
                      <a:pt x="68" y="29"/>
                    </a:cubicBezTo>
                    <a:cubicBezTo>
                      <a:pt x="69" y="30"/>
                      <a:pt x="68" y="30"/>
                      <a:pt x="69" y="30"/>
                    </a:cubicBezTo>
                    <a:cubicBezTo>
                      <a:pt x="70" y="33"/>
                      <a:pt x="70" y="31"/>
                      <a:pt x="70" y="32"/>
                    </a:cubicBezTo>
                    <a:cubicBezTo>
                      <a:pt x="70" y="30"/>
                      <a:pt x="70" y="30"/>
                      <a:pt x="70" y="30"/>
                    </a:cubicBezTo>
                    <a:cubicBezTo>
                      <a:pt x="70" y="29"/>
                      <a:pt x="71" y="31"/>
                      <a:pt x="71" y="31"/>
                    </a:cubicBezTo>
                    <a:cubicBezTo>
                      <a:pt x="69" y="26"/>
                      <a:pt x="69" y="26"/>
                      <a:pt x="69" y="26"/>
                    </a:cubicBezTo>
                    <a:cubicBezTo>
                      <a:pt x="69" y="27"/>
                      <a:pt x="71" y="28"/>
                      <a:pt x="71" y="29"/>
                    </a:cubicBezTo>
                    <a:cubicBezTo>
                      <a:pt x="71" y="29"/>
                      <a:pt x="70" y="26"/>
                      <a:pt x="70" y="24"/>
                    </a:cubicBezTo>
                    <a:cubicBezTo>
                      <a:pt x="70" y="25"/>
                      <a:pt x="70" y="24"/>
                      <a:pt x="70" y="23"/>
                    </a:cubicBezTo>
                    <a:cubicBezTo>
                      <a:pt x="71" y="25"/>
                      <a:pt x="70" y="23"/>
                      <a:pt x="71" y="24"/>
                    </a:cubicBezTo>
                    <a:cubicBezTo>
                      <a:pt x="72" y="26"/>
                      <a:pt x="72" y="26"/>
                      <a:pt x="72" y="26"/>
                    </a:cubicBezTo>
                    <a:cubicBezTo>
                      <a:pt x="71" y="26"/>
                      <a:pt x="73" y="28"/>
                      <a:pt x="73" y="29"/>
                    </a:cubicBezTo>
                    <a:cubicBezTo>
                      <a:pt x="73" y="28"/>
                      <a:pt x="74" y="28"/>
                      <a:pt x="75" y="29"/>
                    </a:cubicBezTo>
                    <a:cubicBezTo>
                      <a:pt x="73" y="26"/>
                      <a:pt x="74" y="27"/>
                      <a:pt x="73" y="25"/>
                    </a:cubicBezTo>
                    <a:cubicBezTo>
                      <a:pt x="74" y="24"/>
                      <a:pt x="74" y="27"/>
                      <a:pt x="75" y="27"/>
                    </a:cubicBezTo>
                    <a:cubicBezTo>
                      <a:pt x="75" y="26"/>
                      <a:pt x="76" y="26"/>
                      <a:pt x="76" y="26"/>
                    </a:cubicBezTo>
                    <a:cubicBezTo>
                      <a:pt x="76" y="26"/>
                      <a:pt x="76" y="26"/>
                      <a:pt x="76" y="26"/>
                    </a:cubicBezTo>
                    <a:cubicBezTo>
                      <a:pt x="76" y="25"/>
                      <a:pt x="77" y="26"/>
                      <a:pt x="77" y="23"/>
                    </a:cubicBezTo>
                    <a:cubicBezTo>
                      <a:pt x="77" y="25"/>
                      <a:pt x="77" y="25"/>
                      <a:pt x="77" y="25"/>
                    </a:cubicBezTo>
                    <a:cubicBezTo>
                      <a:pt x="78" y="25"/>
                      <a:pt x="76" y="22"/>
                      <a:pt x="77" y="23"/>
                    </a:cubicBezTo>
                    <a:cubicBezTo>
                      <a:pt x="78" y="24"/>
                      <a:pt x="78" y="24"/>
                      <a:pt x="78" y="24"/>
                    </a:cubicBezTo>
                    <a:cubicBezTo>
                      <a:pt x="78" y="23"/>
                      <a:pt x="79" y="25"/>
                      <a:pt x="78" y="23"/>
                    </a:cubicBezTo>
                    <a:cubicBezTo>
                      <a:pt x="79" y="24"/>
                      <a:pt x="79" y="24"/>
                      <a:pt x="79" y="24"/>
                    </a:cubicBezTo>
                    <a:cubicBezTo>
                      <a:pt x="79" y="23"/>
                      <a:pt x="79" y="24"/>
                      <a:pt x="79" y="22"/>
                    </a:cubicBezTo>
                    <a:cubicBezTo>
                      <a:pt x="80" y="24"/>
                      <a:pt x="80" y="24"/>
                      <a:pt x="80" y="24"/>
                    </a:cubicBezTo>
                    <a:cubicBezTo>
                      <a:pt x="80" y="25"/>
                      <a:pt x="79" y="22"/>
                      <a:pt x="80" y="22"/>
                    </a:cubicBezTo>
                    <a:cubicBezTo>
                      <a:pt x="80" y="22"/>
                      <a:pt x="81" y="23"/>
                      <a:pt x="81" y="23"/>
                    </a:cubicBezTo>
                    <a:cubicBezTo>
                      <a:pt x="80" y="22"/>
                      <a:pt x="81" y="22"/>
                      <a:pt x="81" y="21"/>
                    </a:cubicBezTo>
                    <a:cubicBezTo>
                      <a:pt x="82" y="23"/>
                      <a:pt x="82" y="23"/>
                      <a:pt x="82" y="23"/>
                    </a:cubicBezTo>
                    <a:cubicBezTo>
                      <a:pt x="84" y="22"/>
                      <a:pt x="86" y="22"/>
                      <a:pt x="86" y="19"/>
                    </a:cubicBezTo>
                    <a:cubicBezTo>
                      <a:pt x="88" y="21"/>
                      <a:pt x="87" y="21"/>
                      <a:pt x="87" y="22"/>
                    </a:cubicBezTo>
                    <a:cubicBezTo>
                      <a:pt x="87" y="20"/>
                      <a:pt x="87" y="22"/>
                      <a:pt x="88" y="21"/>
                    </a:cubicBezTo>
                    <a:cubicBezTo>
                      <a:pt x="88" y="21"/>
                      <a:pt x="88" y="21"/>
                      <a:pt x="88" y="21"/>
                    </a:cubicBezTo>
                    <a:cubicBezTo>
                      <a:pt x="88" y="20"/>
                      <a:pt x="89" y="22"/>
                      <a:pt x="89" y="21"/>
                    </a:cubicBezTo>
                    <a:cubicBezTo>
                      <a:pt x="88" y="20"/>
                      <a:pt x="88" y="20"/>
                      <a:pt x="88" y="20"/>
                    </a:cubicBezTo>
                    <a:cubicBezTo>
                      <a:pt x="88" y="19"/>
                      <a:pt x="90" y="23"/>
                      <a:pt x="89" y="20"/>
                    </a:cubicBezTo>
                    <a:cubicBezTo>
                      <a:pt x="90" y="22"/>
                      <a:pt x="90" y="22"/>
                      <a:pt x="90" y="22"/>
                    </a:cubicBezTo>
                    <a:cubicBezTo>
                      <a:pt x="89" y="19"/>
                      <a:pt x="91" y="22"/>
                      <a:pt x="90" y="20"/>
                    </a:cubicBezTo>
                    <a:cubicBezTo>
                      <a:pt x="90" y="20"/>
                      <a:pt x="90" y="20"/>
                      <a:pt x="90" y="20"/>
                    </a:cubicBezTo>
                    <a:cubicBezTo>
                      <a:pt x="91" y="21"/>
                      <a:pt x="90" y="17"/>
                      <a:pt x="91" y="19"/>
                    </a:cubicBezTo>
                    <a:cubicBezTo>
                      <a:pt x="91" y="19"/>
                      <a:pt x="91" y="18"/>
                      <a:pt x="91" y="16"/>
                    </a:cubicBezTo>
                    <a:cubicBezTo>
                      <a:pt x="92" y="19"/>
                      <a:pt x="92" y="19"/>
                      <a:pt x="92" y="19"/>
                    </a:cubicBezTo>
                    <a:cubicBezTo>
                      <a:pt x="93" y="17"/>
                      <a:pt x="94" y="17"/>
                      <a:pt x="94" y="14"/>
                    </a:cubicBezTo>
                    <a:cubicBezTo>
                      <a:pt x="95" y="15"/>
                      <a:pt x="95" y="15"/>
                      <a:pt x="95" y="15"/>
                    </a:cubicBezTo>
                    <a:cubicBezTo>
                      <a:pt x="95" y="13"/>
                      <a:pt x="97" y="17"/>
                      <a:pt x="96" y="13"/>
                    </a:cubicBezTo>
                    <a:cubicBezTo>
                      <a:pt x="96" y="11"/>
                      <a:pt x="96" y="11"/>
                      <a:pt x="96" y="11"/>
                    </a:cubicBezTo>
                    <a:cubicBezTo>
                      <a:pt x="97" y="13"/>
                      <a:pt x="97" y="13"/>
                      <a:pt x="97" y="13"/>
                    </a:cubicBezTo>
                    <a:cubicBezTo>
                      <a:pt x="97" y="12"/>
                      <a:pt x="98" y="13"/>
                      <a:pt x="97" y="11"/>
                    </a:cubicBezTo>
                    <a:cubicBezTo>
                      <a:pt x="98" y="13"/>
                      <a:pt x="98" y="13"/>
                      <a:pt x="98" y="13"/>
                    </a:cubicBezTo>
                    <a:cubicBezTo>
                      <a:pt x="98" y="13"/>
                      <a:pt x="98" y="10"/>
                      <a:pt x="98" y="11"/>
                    </a:cubicBezTo>
                    <a:cubicBezTo>
                      <a:pt x="98" y="11"/>
                      <a:pt x="98" y="11"/>
                      <a:pt x="98" y="11"/>
                    </a:cubicBezTo>
                    <a:cubicBezTo>
                      <a:pt x="101" y="14"/>
                      <a:pt x="104" y="15"/>
                      <a:pt x="104" y="11"/>
                    </a:cubicBezTo>
                    <a:cubicBezTo>
                      <a:pt x="104" y="10"/>
                      <a:pt x="105" y="13"/>
                      <a:pt x="105" y="13"/>
                    </a:cubicBezTo>
                    <a:cubicBezTo>
                      <a:pt x="106" y="9"/>
                      <a:pt x="109" y="14"/>
                      <a:pt x="109" y="8"/>
                    </a:cubicBezTo>
                    <a:cubicBezTo>
                      <a:pt x="110" y="6"/>
                      <a:pt x="108" y="1"/>
                      <a:pt x="108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39" name="Freeform 114"/>
              <p:cNvSpPr/>
              <p:nvPr>
                <p:custDataLst>
                  <p:tags r:id="rId360"/>
                </p:custDataLst>
              </p:nvPr>
            </p:nvSpPr>
            <p:spPr bwMode="auto">
              <a:xfrm>
                <a:off x="3897" y="1269"/>
                <a:ext cx="6" cy="2"/>
              </a:xfrm>
              <a:custGeom>
                <a:avLst/>
                <a:gdLst>
                  <a:gd name="T0" fmla="*/ 6 w 6"/>
                  <a:gd name="T1" fmla="*/ 0 h 2"/>
                  <a:gd name="T2" fmla="*/ 6 w 6"/>
                  <a:gd name="T3" fmla="*/ 0 h 2"/>
                  <a:gd name="T4" fmla="*/ 0 w 6"/>
                  <a:gd name="T5" fmla="*/ 2 h 2"/>
                  <a:gd name="T6" fmla="*/ 6 w 6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2">
                    <a:moveTo>
                      <a:pt x="6" y="0"/>
                    </a:moveTo>
                    <a:lnTo>
                      <a:pt x="6" y="0"/>
                    </a:lnTo>
                    <a:lnTo>
                      <a:pt x="0" y="2"/>
                    </a:lnTo>
                    <a:lnTo>
                      <a:pt x="6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40" name="Freeform 115"/>
              <p:cNvSpPr/>
              <p:nvPr>
                <p:custDataLst>
                  <p:tags r:id="rId361"/>
                </p:custDataLst>
              </p:nvPr>
            </p:nvSpPr>
            <p:spPr bwMode="auto">
              <a:xfrm>
                <a:off x="3935" y="1214"/>
                <a:ext cx="78" cy="253"/>
              </a:xfrm>
              <a:custGeom>
                <a:avLst/>
                <a:gdLst>
                  <a:gd name="T0" fmla="*/ 15 w 37"/>
                  <a:gd name="T1" fmla="*/ 54 h 119"/>
                  <a:gd name="T2" fmla="*/ 12 w 37"/>
                  <a:gd name="T3" fmla="*/ 62 h 119"/>
                  <a:gd name="T4" fmla="*/ 8 w 37"/>
                  <a:gd name="T5" fmla="*/ 67 h 119"/>
                  <a:gd name="T6" fmla="*/ 6 w 37"/>
                  <a:gd name="T7" fmla="*/ 78 h 119"/>
                  <a:gd name="T8" fmla="*/ 4 w 37"/>
                  <a:gd name="T9" fmla="*/ 84 h 119"/>
                  <a:gd name="T10" fmla="*/ 2 w 37"/>
                  <a:gd name="T11" fmla="*/ 96 h 119"/>
                  <a:gd name="T12" fmla="*/ 5 w 37"/>
                  <a:gd name="T13" fmla="*/ 103 h 119"/>
                  <a:gd name="T14" fmla="*/ 2 w 37"/>
                  <a:gd name="T15" fmla="*/ 111 h 119"/>
                  <a:gd name="T16" fmla="*/ 2 w 37"/>
                  <a:gd name="T17" fmla="*/ 115 h 119"/>
                  <a:gd name="T18" fmla="*/ 7 w 37"/>
                  <a:gd name="T19" fmla="*/ 117 h 119"/>
                  <a:gd name="T20" fmla="*/ 8 w 37"/>
                  <a:gd name="T21" fmla="*/ 117 h 119"/>
                  <a:gd name="T22" fmla="*/ 9 w 37"/>
                  <a:gd name="T23" fmla="*/ 115 h 119"/>
                  <a:gd name="T24" fmla="*/ 12 w 37"/>
                  <a:gd name="T25" fmla="*/ 113 h 119"/>
                  <a:gd name="T26" fmla="*/ 15 w 37"/>
                  <a:gd name="T27" fmla="*/ 110 h 119"/>
                  <a:gd name="T28" fmla="*/ 17 w 37"/>
                  <a:gd name="T29" fmla="*/ 110 h 119"/>
                  <a:gd name="T30" fmla="*/ 17 w 37"/>
                  <a:gd name="T31" fmla="*/ 108 h 119"/>
                  <a:gd name="T32" fmla="*/ 18 w 37"/>
                  <a:gd name="T33" fmla="*/ 108 h 119"/>
                  <a:gd name="T34" fmla="*/ 21 w 37"/>
                  <a:gd name="T35" fmla="*/ 108 h 119"/>
                  <a:gd name="T36" fmla="*/ 15 w 37"/>
                  <a:gd name="T37" fmla="*/ 104 h 119"/>
                  <a:gd name="T38" fmla="*/ 18 w 37"/>
                  <a:gd name="T39" fmla="*/ 104 h 119"/>
                  <a:gd name="T40" fmla="*/ 20 w 37"/>
                  <a:gd name="T41" fmla="*/ 104 h 119"/>
                  <a:gd name="T42" fmla="*/ 22 w 37"/>
                  <a:gd name="T43" fmla="*/ 102 h 119"/>
                  <a:gd name="T44" fmla="*/ 20 w 37"/>
                  <a:gd name="T45" fmla="*/ 100 h 119"/>
                  <a:gd name="T46" fmla="*/ 22 w 37"/>
                  <a:gd name="T47" fmla="*/ 99 h 119"/>
                  <a:gd name="T48" fmla="*/ 15 w 37"/>
                  <a:gd name="T49" fmla="*/ 95 h 119"/>
                  <a:gd name="T50" fmla="*/ 21 w 37"/>
                  <a:gd name="T51" fmla="*/ 97 h 119"/>
                  <a:gd name="T52" fmla="*/ 24 w 37"/>
                  <a:gd name="T53" fmla="*/ 92 h 119"/>
                  <a:gd name="T54" fmla="*/ 24 w 37"/>
                  <a:gd name="T55" fmla="*/ 89 h 119"/>
                  <a:gd name="T56" fmla="*/ 21 w 37"/>
                  <a:gd name="T57" fmla="*/ 85 h 119"/>
                  <a:gd name="T58" fmla="*/ 26 w 37"/>
                  <a:gd name="T59" fmla="*/ 81 h 119"/>
                  <a:gd name="T60" fmla="*/ 24 w 37"/>
                  <a:gd name="T61" fmla="*/ 78 h 119"/>
                  <a:gd name="T62" fmla="*/ 25 w 37"/>
                  <a:gd name="T63" fmla="*/ 77 h 119"/>
                  <a:gd name="T64" fmla="*/ 23 w 37"/>
                  <a:gd name="T65" fmla="*/ 75 h 119"/>
                  <a:gd name="T66" fmla="*/ 27 w 37"/>
                  <a:gd name="T67" fmla="*/ 75 h 119"/>
                  <a:gd name="T68" fmla="*/ 26 w 37"/>
                  <a:gd name="T69" fmla="*/ 72 h 119"/>
                  <a:gd name="T70" fmla="*/ 25 w 37"/>
                  <a:gd name="T71" fmla="*/ 67 h 119"/>
                  <a:gd name="T72" fmla="*/ 29 w 37"/>
                  <a:gd name="T73" fmla="*/ 65 h 119"/>
                  <a:gd name="T74" fmla="*/ 28 w 37"/>
                  <a:gd name="T75" fmla="*/ 61 h 119"/>
                  <a:gd name="T76" fmla="*/ 29 w 37"/>
                  <a:gd name="T77" fmla="*/ 59 h 119"/>
                  <a:gd name="T78" fmla="*/ 29 w 37"/>
                  <a:gd name="T79" fmla="*/ 59 h 119"/>
                  <a:gd name="T80" fmla="*/ 29 w 37"/>
                  <a:gd name="T81" fmla="*/ 56 h 119"/>
                  <a:gd name="T82" fmla="*/ 27 w 37"/>
                  <a:gd name="T83" fmla="*/ 51 h 119"/>
                  <a:gd name="T84" fmla="*/ 25 w 37"/>
                  <a:gd name="T85" fmla="*/ 49 h 119"/>
                  <a:gd name="T86" fmla="*/ 27 w 37"/>
                  <a:gd name="T87" fmla="*/ 47 h 119"/>
                  <a:gd name="T88" fmla="*/ 29 w 37"/>
                  <a:gd name="T89" fmla="*/ 44 h 119"/>
                  <a:gd name="T90" fmla="*/ 27 w 37"/>
                  <a:gd name="T91" fmla="*/ 39 h 119"/>
                  <a:gd name="T92" fmla="*/ 28 w 37"/>
                  <a:gd name="T93" fmla="*/ 37 h 119"/>
                  <a:gd name="T94" fmla="*/ 31 w 37"/>
                  <a:gd name="T95" fmla="*/ 30 h 119"/>
                  <a:gd name="T96" fmla="*/ 32 w 37"/>
                  <a:gd name="T97" fmla="*/ 27 h 119"/>
                  <a:gd name="T98" fmla="*/ 29 w 37"/>
                  <a:gd name="T99" fmla="*/ 19 h 119"/>
                  <a:gd name="T100" fmla="*/ 30 w 37"/>
                  <a:gd name="T101" fmla="*/ 16 h 119"/>
                  <a:gd name="T102" fmla="*/ 26 w 37"/>
                  <a:gd name="T103" fmla="*/ 0 h 119"/>
                  <a:gd name="T104" fmla="*/ 18 w 37"/>
                  <a:gd name="T105" fmla="*/ 21 h 119"/>
                  <a:gd name="T106" fmla="*/ 11 w 37"/>
                  <a:gd name="T107" fmla="*/ 38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7" h="119">
                    <a:moveTo>
                      <a:pt x="11" y="38"/>
                    </a:moveTo>
                    <a:cubicBezTo>
                      <a:pt x="11" y="42"/>
                      <a:pt x="12" y="46"/>
                      <a:pt x="12" y="50"/>
                    </a:cubicBezTo>
                    <a:cubicBezTo>
                      <a:pt x="15" y="51"/>
                      <a:pt x="13" y="52"/>
                      <a:pt x="16" y="53"/>
                    </a:cubicBezTo>
                    <a:cubicBezTo>
                      <a:pt x="15" y="53"/>
                      <a:pt x="15" y="53"/>
                      <a:pt x="15" y="53"/>
                    </a:cubicBezTo>
                    <a:cubicBezTo>
                      <a:pt x="16" y="53"/>
                      <a:pt x="14" y="53"/>
                      <a:pt x="13" y="54"/>
                    </a:cubicBezTo>
                    <a:cubicBezTo>
                      <a:pt x="14" y="54"/>
                      <a:pt x="13" y="54"/>
                      <a:pt x="15" y="54"/>
                    </a:cubicBezTo>
                    <a:cubicBezTo>
                      <a:pt x="17" y="55"/>
                      <a:pt x="12" y="54"/>
                      <a:pt x="13" y="55"/>
                    </a:cubicBezTo>
                    <a:cubicBezTo>
                      <a:pt x="13" y="55"/>
                      <a:pt x="14" y="55"/>
                      <a:pt x="14" y="55"/>
                    </a:cubicBezTo>
                    <a:cubicBezTo>
                      <a:pt x="16" y="56"/>
                      <a:pt x="13" y="55"/>
                      <a:pt x="11" y="55"/>
                    </a:cubicBezTo>
                    <a:cubicBezTo>
                      <a:pt x="11" y="57"/>
                      <a:pt x="13" y="59"/>
                      <a:pt x="11" y="61"/>
                    </a:cubicBezTo>
                    <a:cubicBezTo>
                      <a:pt x="11" y="60"/>
                      <a:pt x="13" y="61"/>
                      <a:pt x="13" y="61"/>
                    </a:cubicBezTo>
                    <a:cubicBezTo>
                      <a:pt x="9" y="60"/>
                      <a:pt x="13" y="62"/>
                      <a:pt x="12" y="62"/>
                    </a:cubicBezTo>
                    <a:cubicBezTo>
                      <a:pt x="11" y="61"/>
                      <a:pt x="11" y="61"/>
                      <a:pt x="11" y="61"/>
                    </a:cubicBezTo>
                    <a:cubicBezTo>
                      <a:pt x="9" y="62"/>
                      <a:pt x="11" y="63"/>
                      <a:pt x="10" y="63"/>
                    </a:cubicBezTo>
                    <a:cubicBezTo>
                      <a:pt x="11" y="64"/>
                      <a:pt x="8" y="64"/>
                      <a:pt x="9" y="65"/>
                    </a:cubicBezTo>
                    <a:cubicBezTo>
                      <a:pt x="8" y="64"/>
                      <a:pt x="8" y="65"/>
                      <a:pt x="8" y="65"/>
                    </a:cubicBezTo>
                    <a:cubicBezTo>
                      <a:pt x="11" y="66"/>
                      <a:pt x="6" y="66"/>
                      <a:pt x="8" y="67"/>
                    </a:cubicBezTo>
                    <a:cubicBezTo>
                      <a:pt x="8" y="67"/>
                      <a:pt x="8" y="67"/>
                      <a:pt x="8" y="67"/>
                    </a:cubicBezTo>
                    <a:cubicBezTo>
                      <a:pt x="8" y="68"/>
                      <a:pt x="6" y="70"/>
                      <a:pt x="8" y="72"/>
                    </a:cubicBezTo>
                    <a:cubicBezTo>
                      <a:pt x="8" y="73"/>
                      <a:pt x="4" y="73"/>
                      <a:pt x="5" y="75"/>
                    </a:cubicBezTo>
                    <a:cubicBezTo>
                      <a:pt x="7" y="76"/>
                      <a:pt x="7" y="76"/>
                      <a:pt x="7" y="76"/>
                    </a:cubicBezTo>
                    <a:cubicBezTo>
                      <a:pt x="7" y="76"/>
                      <a:pt x="6" y="75"/>
                      <a:pt x="5" y="75"/>
                    </a:cubicBezTo>
                    <a:cubicBezTo>
                      <a:pt x="7" y="76"/>
                      <a:pt x="5" y="76"/>
                      <a:pt x="5" y="77"/>
                    </a:cubicBezTo>
                    <a:cubicBezTo>
                      <a:pt x="5" y="77"/>
                      <a:pt x="5" y="78"/>
                      <a:pt x="6" y="78"/>
                    </a:cubicBezTo>
                    <a:cubicBezTo>
                      <a:pt x="4" y="78"/>
                      <a:pt x="7" y="80"/>
                      <a:pt x="5" y="80"/>
                    </a:cubicBezTo>
                    <a:cubicBezTo>
                      <a:pt x="8" y="81"/>
                      <a:pt x="6" y="80"/>
                      <a:pt x="7" y="81"/>
                    </a:cubicBezTo>
                    <a:cubicBezTo>
                      <a:pt x="7" y="81"/>
                      <a:pt x="6" y="81"/>
                      <a:pt x="5" y="81"/>
                    </a:cubicBezTo>
                    <a:cubicBezTo>
                      <a:pt x="6" y="81"/>
                      <a:pt x="6" y="82"/>
                      <a:pt x="4" y="82"/>
                    </a:cubicBezTo>
                    <a:cubicBezTo>
                      <a:pt x="5" y="82"/>
                      <a:pt x="6" y="83"/>
                      <a:pt x="6" y="83"/>
                    </a:cubicBezTo>
                    <a:cubicBezTo>
                      <a:pt x="3" y="83"/>
                      <a:pt x="5" y="84"/>
                      <a:pt x="4" y="84"/>
                    </a:cubicBezTo>
                    <a:cubicBezTo>
                      <a:pt x="6" y="85"/>
                      <a:pt x="8" y="86"/>
                      <a:pt x="7" y="86"/>
                    </a:cubicBezTo>
                    <a:cubicBezTo>
                      <a:pt x="4" y="85"/>
                      <a:pt x="4" y="85"/>
                      <a:pt x="4" y="85"/>
                    </a:cubicBezTo>
                    <a:cubicBezTo>
                      <a:pt x="5" y="86"/>
                      <a:pt x="2" y="87"/>
                      <a:pt x="4" y="90"/>
                    </a:cubicBezTo>
                    <a:cubicBezTo>
                      <a:pt x="3" y="89"/>
                      <a:pt x="3" y="89"/>
                      <a:pt x="3" y="89"/>
                    </a:cubicBezTo>
                    <a:cubicBezTo>
                      <a:pt x="4" y="91"/>
                      <a:pt x="1" y="92"/>
                      <a:pt x="4" y="95"/>
                    </a:cubicBezTo>
                    <a:cubicBezTo>
                      <a:pt x="3" y="95"/>
                      <a:pt x="2" y="95"/>
                      <a:pt x="2" y="96"/>
                    </a:cubicBezTo>
                    <a:cubicBezTo>
                      <a:pt x="3" y="97"/>
                      <a:pt x="3" y="97"/>
                      <a:pt x="5" y="98"/>
                    </a:cubicBezTo>
                    <a:cubicBezTo>
                      <a:pt x="5" y="98"/>
                      <a:pt x="4" y="98"/>
                      <a:pt x="3" y="98"/>
                    </a:cubicBezTo>
                    <a:cubicBezTo>
                      <a:pt x="2" y="98"/>
                      <a:pt x="0" y="98"/>
                      <a:pt x="2" y="99"/>
                    </a:cubicBezTo>
                    <a:cubicBezTo>
                      <a:pt x="1" y="99"/>
                      <a:pt x="1" y="99"/>
                      <a:pt x="1" y="99"/>
                    </a:cubicBezTo>
                    <a:cubicBezTo>
                      <a:pt x="2" y="100"/>
                      <a:pt x="4" y="101"/>
                      <a:pt x="2" y="102"/>
                    </a:cubicBezTo>
                    <a:cubicBezTo>
                      <a:pt x="3" y="102"/>
                      <a:pt x="3" y="103"/>
                      <a:pt x="5" y="103"/>
                    </a:cubicBezTo>
                    <a:cubicBezTo>
                      <a:pt x="5" y="103"/>
                      <a:pt x="3" y="103"/>
                      <a:pt x="4" y="103"/>
                    </a:cubicBezTo>
                    <a:cubicBezTo>
                      <a:pt x="2" y="102"/>
                      <a:pt x="2" y="102"/>
                      <a:pt x="2" y="102"/>
                    </a:cubicBezTo>
                    <a:cubicBezTo>
                      <a:pt x="1" y="104"/>
                      <a:pt x="2" y="105"/>
                      <a:pt x="3" y="107"/>
                    </a:cubicBezTo>
                    <a:cubicBezTo>
                      <a:pt x="0" y="107"/>
                      <a:pt x="3" y="108"/>
                      <a:pt x="1" y="109"/>
                    </a:cubicBezTo>
                    <a:cubicBezTo>
                      <a:pt x="2" y="110"/>
                      <a:pt x="0" y="110"/>
                      <a:pt x="3" y="111"/>
                    </a:cubicBezTo>
                    <a:cubicBezTo>
                      <a:pt x="2" y="111"/>
                      <a:pt x="2" y="111"/>
                      <a:pt x="2" y="111"/>
                    </a:cubicBezTo>
                    <a:cubicBezTo>
                      <a:pt x="1" y="111"/>
                      <a:pt x="2" y="112"/>
                      <a:pt x="1" y="113"/>
                    </a:cubicBezTo>
                    <a:cubicBezTo>
                      <a:pt x="1" y="114"/>
                      <a:pt x="3" y="114"/>
                      <a:pt x="4" y="114"/>
                    </a:cubicBezTo>
                    <a:cubicBezTo>
                      <a:pt x="2" y="114"/>
                      <a:pt x="2" y="114"/>
                      <a:pt x="2" y="114"/>
                    </a:cubicBezTo>
                    <a:cubicBezTo>
                      <a:pt x="3" y="115"/>
                      <a:pt x="5" y="115"/>
                      <a:pt x="7" y="115"/>
                    </a:cubicBezTo>
                    <a:cubicBezTo>
                      <a:pt x="6" y="115"/>
                      <a:pt x="7" y="115"/>
                      <a:pt x="6" y="115"/>
                    </a:cubicBezTo>
                    <a:cubicBezTo>
                      <a:pt x="5" y="115"/>
                      <a:pt x="4" y="115"/>
                      <a:pt x="2" y="115"/>
                    </a:cubicBezTo>
                    <a:cubicBezTo>
                      <a:pt x="1" y="116"/>
                      <a:pt x="5" y="116"/>
                      <a:pt x="3" y="117"/>
                    </a:cubicBezTo>
                    <a:cubicBezTo>
                      <a:pt x="2" y="117"/>
                      <a:pt x="3" y="118"/>
                      <a:pt x="5" y="117"/>
                    </a:cubicBezTo>
                    <a:cubicBezTo>
                      <a:pt x="4" y="117"/>
                      <a:pt x="4" y="118"/>
                      <a:pt x="3" y="118"/>
                    </a:cubicBezTo>
                    <a:cubicBezTo>
                      <a:pt x="3" y="118"/>
                      <a:pt x="3" y="118"/>
                      <a:pt x="4" y="118"/>
                    </a:cubicBezTo>
                    <a:cubicBezTo>
                      <a:pt x="4" y="118"/>
                      <a:pt x="4" y="118"/>
                      <a:pt x="4" y="118"/>
                    </a:cubicBezTo>
                    <a:cubicBezTo>
                      <a:pt x="5" y="118"/>
                      <a:pt x="5" y="118"/>
                      <a:pt x="7" y="117"/>
                    </a:cubicBezTo>
                    <a:cubicBezTo>
                      <a:pt x="7" y="117"/>
                      <a:pt x="6" y="117"/>
                      <a:pt x="7" y="117"/>
                    </a:cubicBezTo>
                    <a:cubicBezTo>
                      <a:pt x="8" y="117"/>
                      <a:pt x="8" y="117"/>
                      <a:pt x="7" y="118"/>
                    </a:cubicBezTo>
                    <a:cubicBezTo>
                      <a:pt x="6" y="118"/>
                      <a:pt x="5" y="118"/>
                      <a:pt x="4" y="119"/>
                    </a:cubicBezTo>
                    <a:cubicBezTo>
                      <a:pt x="7" y="118"/>
                      <a:pt x="7" y="118"/>
                      <a:pt x="7" y="118"/>
                    </a:cubicBezTo>
                    <a:cubicBezTo>
                      <a:pt x="7" y="118"/>
                      <a:pt x="8" y="118"/>
                      <a:pt x="9" y="117"/>
                    </a:cubicBezTo>
                    <a:cubicBezTo>
                      <a:pt x="8" y="117"/>
                      <a:pt x="8" y="117"/>
                      <a:pt x="8" y="117"/>
                    </a:cubicBezTo>
                    <a:cubicBezTo>
                      <a:pt x="9" y="117"/>
                      <a:pt x="9" y="117"/>
                      <a:pt x="9" y="117"/>
                    </a:cubicBezTo>
                    <a:cubicBezTo>
                      <a:pt x="9" y="117"/>
                      <a:pt x="10" y="116"/>
                      <a:pt x="9" y="116"/>
                    </a:cubicBezTo>
                    <a:cubicBezTo>
                      <a:pt x="7" y="116"/>
                      <a:pt x="7" y="116"/>
                      <a:pt x="7" y="116"/>
                    </a:cubicBezTo>
                    <a:cubicBezTo>
                      <a:pt x="7" y="116"/>
                      <a:pt x="5" y="116"/>
                      <a:pt x="7" y="116"/>
                    </a:cubicBezTo>
                    <a:cubicBezTo>
                      <a:pt x="9" y="115"/>
                      <a:pt x="9" y="115"/>
                      <a:pt x="9" y="115"/>
                    </a:cubicBezTo>
                    <a:cubicBezTo>
                      <a:pt x="9" y="115"/>
                      <a:pt x="8" y="115"/>
                      <a:pt x="9" y="115"/>
                    </a:cubicBezTo>
                    <a:cubicBezTo>
                      <a:pt x="11" y="115"/>
                      <a:pt x="11" y="115"/>
                      <a:pt x="11" y="115"/>
                    </a:cubicBezTo>
                    <a:cubicBezTo>
                      <a:pt x="8" y="115"/>
                      <a:pt x="10" y="114"/>
                      <a:pt x="9" y="114"/>
                    </a:cubicBezTo>
                    <a:cubicBezTo>
                      <a:pt x="10" y="114"/>
                      <a:pt x="10" y="114"/>
                      <a:pt x="10" y="114"/>
                    </a:cubicBezTo>
                    <a:cubicBezTo>
                      <a:pt x="11" y="114"/>
                      <a:pt x="8" y="114"/>
                      <a:pt x="8" y="114"/>
                    </a:cubicBezTo>
                    <a:cubicBezTo>
                      <a:pt x="9" y="114"/>
                      <a:pt x="11" y="114"/>
                      <a:pt x="12" y="114"/>
                    </a:cubicBezTo>
                    <a:cubicBezTo>
                      <a:pt x="12" y="113"/>
                      <a:pt x="10" y="113"/>
                      <a:pt x="12" y="113"/>
                    </a:cubicBezTo>
                    <a:cubicBezTo>
                      <a:pt x="11" y="112"/>
                      <a:pt x="10" y="112"/>
                      <a:pt x="9" y="111"/>
                    </a:cubicBezTo>
                    <a:cubicBezTo>
                      <a:pt x="9" y="111"/>
                      <a:pt x="12" y="112"/>
                      <a:pt x="11" y="111"/>
                    </a:cubicBezTo>
                    <a:cubicBezTo>
                      <a:pt x="12" y="111"/>
                      <a:pt x="13" y="111"/>
                      <a:pt x="14" y="111"/>
                    </a:cubicBezTo>
                    <a:cubicBezTo>
                      <a:pt x="13" y="111"/>
                      <a:pt x="14" y="111"/>
                      <a:pt x="12" y="111"/>
                    </a:cubicBezTo>
                    <a:cubicBezTo>
                      <a:pt x="12" y="110"/>
                      <a:pt x="13" y="110"/>
                      <a:pt x="12" y="109"/>
                    </a:cubicBezTo>
                    <a:cubicBezTo>
                      <a:pt x="12" y="109"/>
                      <a:pt x="14" y="110"/>
                      <a:pt x="15" y="110"/>
                    </a:cubicBezTo>
                    <a:cubicBezTo>
                      <a:pt x="13" y="109"/>
                      <a:pt x="13" y="109"/>
                      <a:pt x="13" y="108"/>
                    </a:cubicBezTo>
                    <a:cubicBezTo>
                      <a:pt x="11" y="108"/>
                      <a:pt x="11" y="108"/>
                      <a:pt x="10" y="108"/>
                    </a:cubicBezTo>
                    <a:cubicBezTo>
                      <a:pt x="9" y="108"/>
                      <a:pt x="9" y="107"/>
                      <a:pt x="9" y="107"/>
                    </a:cubicBezTo>
                    <a:cubicBezTo>
                      <a:pt x="11" y="108"/>
                      <a:pt x="13" y="108"/>
                      <a:pt x="14" y="108"/>
                    </a:cubicBezTo>
                    <a:cubicBezTo>
                      <a:pt x="16" y="108"/>
                      <a:pt x="13" y="108"/>
                      <a:pt x="16" y="109"/>
                    </a:cubicBezTo>
                    <a:cubicBezTo>
                      <a:pt x="18" y="109"/>
                      <a:pt x="18" y="110"/>
                      <a:pt x="17" y="110"/>
                    </a:cubicBezTo>
                    <a:cubicBezTo>
                      <a:pt x="19" y="111"/>
                      <a:pt x="17" y="110"/>
                      <a:pt x="19" y="110"/>
                    </a:cubicBezTo>
                    <a:cubicBezTo>
                      <a:pt x="19" y="110"/>
                      <a:pt x="18" y="110"/>
                      <a:pt x="18" y="109"/>
                    </a:cubicBezTo>
                    <a:cubicBezTo>
                      <a:pt x="17" y="109"/>
                      <a:pt x="16" y="109"/>
                      <a:pt x="15" y="108"/>
                    </a:cubicBezTo>
                    <a:cubicBezTo>
                      <a:pt x="13" y="108"/>
                      <a:pt x="17" y="108"/>
                      <a:pt x="17" y="108"/>
                    </a:cubicBezTo>
                    <a:cubicBezTo>
                      <a:pt x="18" y="109"/>
                      <a:pt x="18" y="109"/>
                      <a:pt x="18" y="109"/>
                    </a:cubicBezTo>
                    <a:cubicBezTo>
                      <a:pt x="19" y="109"/>
                      <a:pt x="17" y="108"/>
                      <a:pt x="17" y="108"/>
                    </a:cubicBezTo>
                    <a:cubicBezTo>
                      <a:pt x="21" y="109"/>
                      <a:pt x="18" y="108"/>
                      <a:pt x="20" y="109"/>
                    </a:cubicBezTo>
                    <a:cubicBezTo>
                      <a:pt x="22" y="109"/>
                      <a:pt x="22" y="109"/>
                      <a:pt x="22" y="109"/>
                    </a:cubicBezTo>
                    <a:cubicBezTo>
                      <a:pt x="22" y="109"/>
                      <a:pt x="19" y="109"/>
                      <a:pt x="20" y="108"/>
                    </a:cubicBezTo>
                    <a:cubicBezTo>
                      <a:pt x="21" y="109"/>
                      <a:pt x="21" y="109"/>
                      <a:pt x="21" y="109"/>
                    </a:cubicBezTo>
                    <a:cubicBezTo>
                      <a:pt x="21" y="108"/>
                      <a:pt x="21" y="108"/>
                      <a:pt x="21" y="108"/>
                    </a:cubicBezTo>
                    <a:cubicBezTo>
                      <a:pt x="20" y="108"/>
                      <a:pt x="18" y="108"/>
                      <a:pt x="18" y="108"/>
                    </a:cubicBezTo>
                    <a:cubicBezTo>
                      <a:pt x="15" y="107"/>
                      <a:pt x="18" y="108"/>
                      <a:pt x="17" y="107"/>
                    </a:cubicBezTo>
                    <a:cubicBezTo>
                      <a:pt x="15" y="106"/>
                      <a:pt x="17" y="107"/>
                      <a:pt x="16" y="107"/>
                    </a:cubicBezTo>
                    <a:cubicBezTo>
                      <a:pt x="14" y="106"/>
                      <a:pt x="14" y="106"/>
                      <a:pt x="14" y="106"/>
                    </a:cubicBezTo>
                    <a:cubicBezTo>
                      <a:pt x="14" y="105"/>
                      <a:pt x="16" y="106"/>
                      <a:pt x="17" y="106"/>
                    </a:cubicBezTo>
                    <a:cubicBezTo>
                      <a:pt x="17" y="106"/>
                      <a:pt x="17" y="107"/>
                      <a:pt x="16" y="106"/>
                    </a:cubicBezTo>
                    <a:cubicBezTo>
                      <a:pt x="18" y="107"/>
                      <a:pt x="20" y="107"/>
                      <a:pt x="21" y="108"/>
                    </a:cubicBezTo>
                    <a:cubicBezTo>
                      <a:pt x="22" y="108"/>
                      <a:pt x="20" y="107"/>
                      <a:pt x="20" y="107"/>
                    </a:cubicBezTo>
                    <a:cubicBezTo>
                      <a:pt x="19" y="107"/>
                      <a:pt x="18" y="107"/>
                      <a:pt x="17" y="106"/>
                    </a:cubicBezTo>
                    <a:cubicBezTo>
                      <a:pt x="13" y="105"/>
                      <a:pt x="21" y="107"/>
                      <a:pt x="20" y="106"/>
                    </a:cubicBezTo>
                    <a:cubicBezTo>
                      <a:pt x="17" y="106"/>
                      <a:pt x="16" y="104"/>
                      <a:pt x="13" y="104"/>
                    </a:cubicBezTo>
                    <a:cubicBezTo>
                      <a:pt x="12" y="104"/>
                      <a:pt x="12" y="103"/>
                      <a:pt x="12" y="103"/>
                    </a:cubicBezTo>
                    <a:cubicBezTo>
                      <a:pt x="14" y="104"/>
                      <a:pt x="13" y="103"/>
                      <a:pt x="15" y="104"/>
                    </a:cubicBezTo>
                    <a:cubicBezTo>
                      <a:pt x="15" y="104"/>
                      <a:pt x="15" y="104"/>
                      <a:pt x="15" y="104"/>
                    </a:cubicBezTo>
                    <a:cubicBezTo>
                      <a:pt x="18" y="105"/>
                      <a:pt x="18" y="105"/>
                      <a:pt x="18" y="105"/>
                    </a:cubicBezTo>
                    <a:cubicBezTo>
                      <a:pt x="22" y="106"/>
                      <a:pt x="22" y="106"/>
                      <a:pt x="22" y="106"/>
                    </a:cubicBezTo>
                    <a:cubicBezTo>
                      <a:pt x="21" y="105"/>
                      <a:pt x="20" y="105"/>
                      <a:pt x="19" y="105"/>
                    </a:cubicBezTo>
                    <a:cubicBezTo>
                      <a:pt x="20" y="105"/>
                      <a:pt x="21" y="105"/>
                      <a:pt x="21" y="105"/>
                    </a:cubicBezTo>
                    <a:cubicBezTo>
                      <a:pt x="20" y="105"/>
                      <a:pt x="18" y="104"/>
                      <a:pt x="18" y="104"/>
                    </a:cubicBezTo>
                    <a:cubicBezTo>
                      <a:pt x="18" y="103"/>
                      <a:pt x="20" y="104"/>
                      <a:pt x="20" y="104"/>
                    </a:cubicBezTo>
                    <a:cubicBezTo>
                      <a:pt x="22" y="105"/>
                      <a:pt x="22" y="105"/>
                      <a:pt x="22" y="105"/>
                    </a:cubicBezTo>
                    <a:cubicBezTo>
                      <a:pt x="21" y="104"/>
                      <a:pt x="23" y="105"/>
                      <a:pt x="22" y="105"/>
                    </a:cubicBezTo>
                    <a:cubicBezTo>
                      <a:pt x="21" y="104"/>
                      <a:pt x="20" y="104"/>
                      <a:pt x="18" y="103"/>
                    </a:cubicBezTo>
                    <a:cubicBezTo>
                      <a:pt x="18" y="103"/>
                      <a:pt x="19" y="103"/>
                      <a:pt x="19" y="103"/>
                    </a:cubicBezTo>
                    <a:cubicBezTo>
                      <a:pt x="20" y="104"/>
                      <a:pt x="20" y="104"/>
                      <a:pt x="20" y="104"/>
                    </a:cubicBezTo>
                    <a:cubicBezTo>
                      <a:pt x="20" y="103"/>
                      <a:pt x="23" y="104"/>
                      <a:pt x="23" y="104"/>
                    </a:cubicBezTo>
                    <a:cubicBezTo>
                      <a:pt x="21" y="103"/>
                      <a:pt x="21" y="103"/>
                      <a:pt x="21" y="103"/>
                    </a:cubicBezTo>
                    <a:cubicBezTo>
                      <a:pt x="23" y="104"/>
                      <a:pt x="23" y="104"/>
                      <a:pt x="23" y="104"/>
                    </a:cubicBezTo>
                    <a:cubicBezTo>
                      <a:pt x="22" y="103"/>
                      <a:pt x="22" y="103"/>
                      <a:pt x="21" y="103"/>
                    </a:cubicBezTo>
                    <a:cubicBezTo>
                      <a:pt x="23" y="103"/>
                      <a:pt x="23" y="103"/>
                      <a:pt x="23" y="103"/>
                    </a:cubicBezTo>
                    <a:cubicBezTo>
                      <a:pt x="22" y="103"/>
                      <a:pt x="20" y="102"/>
                      <a:pt x="22" y="102"/>
                    </a:cubicBezTo>
                    <a:cubicBezTo>
                      <a:pt x="19" y="102"/>
                      <a:pt x="22" y="103"/>
                      <a:pt x="20" y="102"/>
                    </a:cubicBezTo>
                    <a:cubicBezTo>
                      <a:pt x="19" y="102"/>
                      <a:pt x="19" y="101"/>
                      <a:pt x="19" y="101"/>
                    </a:cubicBezTo>
                    <a:cubicBezTo>
                      <a:pt x="21" y="102"/>
                      <a:pt x="19" y="101"/>
                      <a:pt x="19" y="101"/>
                    </a:cubicBezTo>
                    <a:cubicBezTo>
                      <a:pt x="20" y="101"/>
                      <a:pt x="21" y="101"/>
                      <a:pt x="21" y="101"/>
                    </a:cubicBezTo>
                    <a:cubicBezTo>
                      <a:pt x="19" y="101"/>
                      <a:pt x="19" y="101"/>
                      <a:pt x="19" y="101"/>
                    </a:cubicBezTo>
                    <a:cubicBezTo>
                      <a:pt x="23" y="102"/>
                      <a:pt x="19" y="100"/>
                      <a:pt x="20" y="100"/>
                    </a:cubicBezTo>
                    <a:cubicBezTo>
                      <a:pt x="21" y="101"/>
                      <a:pt x="22" y="101"/>
                      <a:pt x="23" y="101"/>
                    </a:cubicBezTo>
                    <a:cubicBezTo>
                      <a:pt x="20" y="100"/>
                      <a:pt x="20" y="99"/>
                      <a:pt x="18" y="99"/>
                    </a:cubicBezTo>
                    <a:cubicBezTo>
                      <a:pt x="19" y="99"/>
                      <a:pt x="21" y="100"/>
                      <a:pt x="23" y="101"/>
                    </a:cubicBezTo>
                    <a:cubicBezTo>
                      <a:pt x="21" y="100"/>
                      <a:pt x="25" y="101"/>
                      <a:pt x="22" y="100"/>
                    </a:cubicBezTo>
                    <a:cubicBezTo>
                      <a:pt x="21" y="100"/>
                      <a:pt x="21" y="99"/>
                      <a:pt x="19" y="99"/>
                    </a:cubicBezTo>
                    <a:cubicBezTo>
                      <a:pt x="20" y="98"/>
                      <a:pt x="21" y="99"/>
                      <a:pt x="22" y="99"/>
                    </a:cubicBezTo>
                    <a:cubicBezTo>
                      <a:pt x="21" y="99"/>
                      <a:pt x="19" y="98"/>
                      <a:pt x="19" y="98"/>
                    </a:cubicBezTo>
                    <a:cubicBezTo>
                      <a:pt x="19" y="98"/>
                      <a:pt x="17" y="97"/>
                      <a:pt x="19" y="97"/>
                    </a:cubicBezTo>
                    <a:cubicBezTo>
                      <a:pt x="20" y="98"/>
                      <a:pt x="19" y="98"/>
                      <a:pt x="20" y="98"/>
                    </a:cubicBezTo>
                    <a:cubicBezTo>
                      <a:pt x="21" y="98"/>
                      <a:pt x="17" y="96"/>
                      <a:pt x="16" y="96"/>
                    </a:cubicBezTo>
                    <a:cubicBezTo>
                      <a:pt x="15" y="95"/>
                      <a:pt x="13" y="94"/>
                      <a:pt x="12" y="94"/>
                    </a:cubicBezTo>
                    <a:cubicBezTo>
                      <a:pt x="13" y="93"/>
                      <a:pt x="13" y="94"/>
                      <a:pt x="15" y="95"/>
                    </a:cubicBezTo>
                    <a:cubicBezTo>
                      <a:pt x="14" y="94"/>
                      <a:pt x="14" y="94"/>
                      <a:pt x="14" y="94"/>
                    </a:cubicBezTo>
                    <a:cubicBezTo>
                      <a:pt x="17" y="95"/>
                      <a:pt x="19" y="97"/>
                      <a:pt x="21" y="97"/>
                    </a:cubicBezTo>
                    <a:cubicBezTo>
                      <a:pt x="20" y="97"/>
                      <a:pt x="20" y="97"/>
                      <a:pt x="20" y="97"/>
                    </a:cubicBezTo>
                    <a:cubicBezTo>
                      <a:pt x="23" y="98"/>
                      <a:pt x="23" y="98"/>
                      <a:pt x="23" y="98"/>
                    </a:cubicBezTo>
                    <a:cubicBezTo>
                      <a:pt x="21" y="97"/>
                      <a:pt x="23" y="97"/>
                      <a:pt x="22" y="97"/>
                    </a:cubicBezTo>
                    <a:cubicBezTo>
                      <a:pt x="21" y="96"/>
                      <a:pt x="23" y="97"/>
                      <a:pt x="21" y="97"/>
                    </a:cubicBezTo>
                    <a:cubicBezTo>
                      <a:pt x="21" y="97"/>
                      <a:pt x="19" y="95"/>
                      <a:pt x="20" y="95"/>
                    </a:cubicBezTo>
                    <a:cubicBezTo>
                      <a:pt x="23" y="97"/>
                      <a:pt x="23" y="97"/>
                      <a:pt x="23" y="97"/>
                    </a:cubicBezTo>
                    <a:cubicBezTo>
                      <a:pt x="23" y="97"/>
                      <a:pt x="21" y="96"/>
                      <a:pt x="22" y="96"/>
                    </a:cubicBezTo>
                    <a:cubicBezTo>
                      <a:pt x="23" y="96"/>
                      <a:pt x="23" y="96"/>
                      <a:pt x="23" y="96"/>
                    </a:cubicBezTo>
                    <a:cubicBezTo>
                      <a:pt x="23" y="96"/>
                      <a:pt x="24" y="94"/>
                      <a:pt x="20" y="92"/>
                    </a:cubicBezTo>
                    <a:cubicBezTo>
                      <a:pt x="22" y="92"/>
                      <a:pt x="22" y="92"/>
                      <a:pt x="24" y="92"/>
                    </a:cubicBezTo>
                    <a:cubicBezTo>
                      <a:pt x="23" y="92"/>
                      <a:pt x="22" y="91"/>
                      <a:pt x="22" y="91"/>
                    </a:cubicBezTo>
                    <a:cubicBezTo>
                      <a:pt x="24" y="91"/>
                      <a:pt x="24" y="91"/>
                      <a:pt x="24" y="91"/>
                    </a:cubicBezTo>
                    <a:cubicBezTo>
                      <a:pt x="25" y="91"/>
                      <a:pt x="23" y="90"/>
                      <a:pt x="23" y="90"/>
                    </a:cubicBezTo>
                    <a:cubicBezTo>
                      <a:pt x="24" y="90"/>
                      <a:pt x="24" y="90"/>
                      <a:pt x="24" y="90"/>
                    </a:cubicBezTo>
                    <a:cubicBezTo>
                      <a:pt x="25" y="90"/>
                      <a:pt x="23" y="89"/>
                      <a:pt x="23" y="89"/>
                    </a:cubicBezTo>
                    <a:cubicBezTo>
                      <a:pt x="24" y="89"/>
                      <a:pt x="24" y="89"/>
                      <a:pt x="24" y="89"/>
                    </a:cubicBezTo>
                    <a:cubicBezTo>
                      <a:pt x="23" y="89"/>
                      <a:pt x="23" y="89"/>
                      <a:pt x="23" y="89"/>
                    </a:cubicBezTo>
                    <a:cubicBezTo>
                      <a:pt x="22" y="88"/>
                      <a:pt x="23" y="88"/>
                      <a:pt x="25" y="89"/>
                    </a:cubicBezTo>
                    <a:cubicBezTo>
                      <a:pt x="23" y="88"/>
                      <a:pt x="23" y="88"/>
                      <a:pt x="23" y="88"/>
                    </a:cubicBezTo>
                    <a:cubicBezTo>
                      <a:pt x="25" y="88"/>
                      <a:pt x="25" y="88"/>
                      <a:pt x="25" y="86"/>
                    </a:cubicBezTo>
                    <a:cubicBezTo>
                      <a:pt x="24" y="87"/>
                      <a:pt x="23" y="86"/>
                      <a:pt x="22" y="86"/>
                    </a:cubicBezTo>
                    <a:cubicBezTo>
                      <a:pt x="20" y="86"/>
                      <a:pt x="22" y="86"/>
                      <a:pt x="21" y="85"/>
                    </a:cubicBezTo>
                    <a:cubicBezTo>
                      <a:pt x="24" y="86"/>
                      <a:pt x="24" y="86"/>
                      <a:pt x="24" y="86"/>
                    </a:cubicBezTo>
                    <a:cubicBezTo>
                      <a:pt x="27" y="86"/>
                      <a:pt x="25" y="85"/>
                      <a:pt x="25" y="84"/>
                    </a:cubicBezTo>
                    <a:cubicBezTo>
                      <a:pt x="24" y="83"/>
                      <a:pt x="24" y="83"/>
                      <a:pt x="24" y="83"/>
                    </a:cubicBezTo>
                    <a:cubicBezTo>
                      <a:pt x="27" y="83"/>
                      <a:pt x="24" y="82"/>
                      <a:pt x="25" y="82"/>
                    </a:cubicBezTo>
                    <a:cubicBezTo>
                      <a:pt x="24" y="82"/>
                      <a:pt x="22" y="81"/>
                      <a:pt x="22" y="80"/>
                    </a:cubicBezTo>
                    <a:cubicBezTo>
                      <a:pt x="20" y="79"/>
                      <a:pt x="25" y="81"/>
                      <a:pt x="26" y="81"/>
                    </a:cubicBezTo>
                    <a:cubicBezTo>
                      <a:pt x="25" y="80"/>
                      <a:pt x="25" y="80"/>
                      <a:pt x="25" y="80"/>
                    </a:cubicBezTo>
                    <a:cubicBezTo>
                      <a:pt x="25" y="80"/>
                      <a:pt x="25" y="80"/>
                      <a:pt x="25" y="80"/>
                    </a:cubicBezTo>
                    <a:cubicBezTo>
                      <a:pt x="24" y="80"/>
                      <a:pt x="24" y="79"/>
                      <a:pt x="25" y="79"/>
                    </a:cubicBezTo>
                    <a:cubicBezTo>
                      <a:pt x="25" y="79"/>
                      <a:pt x="25" y="79"/>
                      <a:pt x="25" y="79"/>
                    </a:cubicBezTo>
                    <a:cubicBezTo>
                      <a:pt x="25" y="79"/>
                      <a:pt x="26" y="79"/>
                      <a:pt x="26" y="79"/>
                    </a:cubicBezTo>
                    <a:cubicBezTo>
                      <a:pt x="24" y="78"/>
                      <a:pt x="26" y="78"/>
                      <a:pt x="24" y="78"/>
                    </a:cubicBezTo>
                    <a:cubicBezTo>
                      <a:pt x="25" y="78"/>
                      <a:pt x="25" y="78"/>
                      <a:pt x="25" y="78"/>
                    </a:cubicBezTo>
                    <a:cubicBezTo>
                      <a:pt x="23" y="77"/>
                      <a:pt x="23" y="77"/>
                      <a:pt x="23" y="77"/>
                    </a:cubicBezTo>
                    <a:cubicBezTo>
                      <a:pt x="24" y="77"/>
                      <a:pt x="24" y="77"/>
                      <a:pt x="24" y="77"/>
                    </a:cubicBezTo>
                    <a:cubicBezTo>
                      <a:pt x="26" y="78"/>
                      <a:pt x="26" y="78"/>
                      <a:pt x="26" y="78"/>
                    </a:cubicBezTo>
                    <a:cubicBezTo>
                      <a:pt x="27" y="78"/>
                      <a:pt x="25" y="77"/>
                      <a:pt x="24" y="77"/>
                    </a:cubicBezTo>
                    <a:cubicBezTo>
                      <a:pt x="23" y="76"/>
                      <a:pt x="24" y="77"/>
                      <a:pt x="25" y="77"/>
                    </a:cubicBezTo>
                    <a:cubicBezTo>
                      <a:pt x="26" y="77"/>
                      <a:pt x="25" y="77"/>
                      <a:pt x="25" y="77"/>
                    </a:cubicBezTo>
                    <a:cubicBezTo>
                      <a:pt x="26" y="78"/>
                      <a:pt x="25" y="77"/>
                      <a:pt x="26" y="77"/>
                    </a:cubicBezTo>
                    <a:cubicBezTo>
                      <a:pt x="26" y="77"/>
                      <a:pt x="24" y="77"/>
                      <a:pt x="25" y="77"/>
                    </a:cubicBezTo>
                    <a:cubicBezTo>
                      <a:pt x="25" y="76"/>
                      <a:pt x="25" y="76"/>
                      <a:pt x="26" y="76"/>
                    </a:cubicBezTo>
                    <a:cubicBezTo>
                      <a:pt x="26" y="76"/>
                      <a:pt x="26" y="76"/>
                      <a:pt x="25" y="75"/>
                    </a:cubicBezTo>
                    <a:cubicBezTo>
                      <a:pt x="25" y="76"/>
                      <a:pt x="24" y="76"/>
                      <a:pt x="23" y="75"/>
                    </a:cubicBezTo>
                    <a:cubicBezTo>
                      <a:pt x="23" y="75"/>
                      <a:pt x="23" y="75"/>
                      <a:pt x="23" y="75"/>
                    </a:cubicBezTo>
                    <a:cubicBezTo>
                      <a:pt x="24" y="75"/>
                      <a:pt x="24" y="75"/>
                      <a:pt x="24" y="75"/>
                    </a:cubicBezTo>
                    <a:cubicBezTo>
                      <a:pt x="23" y="75"/>
                      <a:pt x="24" y="75"/>
                      <a:pt x="22" y="75"/>
                    </a:cubicBezTo>
                    <a:cubicBezTo>
                      <a:pt x="25" y="75"/>
                      <a:pt x="25" y="75"/>
                      <a:pt x="25" y="75"/>
                    </a:cubicBezTo>
                    <a:cubicBezTo>
                      <a:pt x="23" y="74"/>
                      <a:pt x="23" y="74"/>
                      <a:pt x="23" y="74"/>
                    </a:cubicBezTo>
                    <a:cubicBezTo>
                      <a:pt x="25" y="74"/>
                      <a:pt x="27" y="75"/>
                      <a:pt x="27" y="75"/>
                    </a:cubicBezTo>
                    <a:cubicBezTo>
                      <a:pt x="26" y="74"/>
                      <a:pt x="26" y="74"/>
                      <a:pt x="26" y="74"/>
                    </a:cubicBezTo>
                    <a:cubicBezTo>
                      <a:pt x="26" y="73"/>
                      <a:pt x="26" y="74"/>
                      <a:pt x="27" y="74"/>
                    </a:cubicBezTo>
                    <a:cubicBezTo>
                      <a:pt x="28" y="73"/>
                      <a:pt x="22" y="72"/>
                      <a:pt x="24" y="72"/>
                    </a:cubicBezTo>
                    <a:cubicBezTo>
                      <a:pt x="26" y="72"/>
                      <a:pt x="26" y="72"/>
                      <a:pt x="27" y="72"/>
                    </a:cubicBezTo>
                    <a:cubicBezTo>
                      <a:pt x="27" y="72"/>
                      <a:pt x="26" y="72"/>
                      <a:pt x="26" y="72"/>
                    </a:cubicBezTo>
                    <a:cubicBezTo>
                      <a:pt x="25" y="72"/>
                      <a:pt x="27" y="72"/>
                      <a:pt x="26" y="72"/>
                    </a:cubicBezTo>
                    <a:cubicBezTo>
                      <a:pt x="25" y="72"/>
                      <a:pt x="25" y="72"/>
                      <a:pt x="25" y="72"/>
                    </a:cubicBezTo>
                    <a:cubicBezTo>
                      <a:pt x="29" y="72"/>
                      <a:pt x="26" y="70"/>
                      <a:pt x="28" y="70"/>
                    </a:cubicBezTo>
                    <a:cubicBezTo>
                      <a:pt x="26" y="69"/>
                      <a:pt x="28" y="69"/>
                      <a:pt x="27" y="69"/>
                    </a:cubicBezTo>
                    <a:cubicBezTo>
                      <a:pt x="29" y="70"/>
                      <a:pt x="27" y="68"/>
                      <a:pt x="28" y="69"/>
                    </a:cubicBezTo>
                    <a:cubicBezTo>
                      <a:pt x="26" y="68"/>
                      <a:pt x="26" y="68"/>
                      <a:pt x="26" y="68"/>
                    </a:cubicBezTo>
                    <a:cubicBezTo>
                      <a:pt x="27" y="68"/>
                      <a:pt x="22" y="66"/>
                      <a:pt x="25" y="67"/>
                    </a:cubicBezTo>
                    <a:cubicBezTo>
                      <a:pt x="26" y="67"/>
                      <a:pt x="27" y="67"/>
                      <a:pt x="27" y="68"/>
                    </a:cubicBezTo>
                    <a:cubicBezTo>
                      <a:pt x="30" y="68"/>
                      <a:pt x="25" y="66"/>
                      <a:pt x="29" y="67"/>
                    </a:cubicBezTo>
                    <a:cubicBezTo>
                      <a:pt x="28" y="66"/>
                      <a:pt x="26" y="66"/>
                      <a:pt x="25" y="65"/>
                    </a:cubicBezTo>
                    <a:cubicBezTo>
                      <a:pt x="26" y="65"/>
                      <a:pt x="28" y="65"/>
                      <a:pt x="28" y="65"/>
                    </a:cubicBezTo>
                    <a:cubicBezTo>
                      <a:pt x="28" y="65"/>
                      <a:pt x="27" y="65"/>
                      <a:pt x="28" y="65"/>
                    </a:cubicBezTo>
                    <a:cubicBezTo>
                      <a:pt x="28" y="65"/>
                      <a:pt x="28" y="65"/>
                      <a:pt x="29" y="65"/>
                    </a:cubicBezTo>
                    <a:cubicBezTo>
                      <a:pt x="30" y="65"/>
                      <a:pt x="28" y="64"/>
                      <a:pt x="28" y="64"/>
                    </a:cubicBezTo>
                    <a:cubicBezTo>
                      <a:pt x="30" y="64"/>
                      <a:pt x="29" y="63"/>
                      <a:pt x="30" y="63"/>
                    </a:cubicBezTo>
                    <a:cubicBezTo>
                      <a:pt x="28" y="62"/>
                      <a:pt x="31" y="63"/>
                      <a:pt x="28" y="62"/>
                    </a:cubicBezTo>
                    <a:cubicBezTo>
                      <a:pt x="29" y="62"/>
                      <a:pt x="29" y="62"/>
                      <a:pt x="29" y="62"/>
                    </a:cubicBezTo>
                    <a:cubicBezTo>
                      <a:pt x="28" y="62"/>
                      <a:pt x="26" y="61"/>
                      <a:pt x="26" y="61"/>
                    </a:cubicBezTo>
                    <a:cubicBezTo>
                      <a:pt x="28" y="61"/>
                      <a:pt x="28" y="61"/>
                      <a:pt x="28" y="61"/>
                    </a:cubicBezTo>
                    <a:cubicBezTo>
                      <a:pt x="30" y="62"/>
                      <a:pt x="29" y="61"/>
                      <a:pt x="30" y="61"/>
                    </a:cubicBezTo>
                    <a:cubicBezTo>
                      <a:pt x="28" y="61"/>
                      <a:pt x="30" y="61"/>
                      <a:pt x="28" y="61"/>
                    </a:cubicBezTo>
                    <a:cubicBezTo>
                      <a:pt x="28" y="60"/>
                      <a:pt x="28" y="60"/>
                      <a:pt x="28" y="60"/>
                    </a:cubicBezTo>
                    <a:cubicBezTo>
                      <a:pt x="27" y="60"/>
                      <a:pt x="27" y="60"/>
                      <a:pt x="27" y="59"/>
                    </a:cubicBezTo>
                    <a:cubicBezTo>
                      <a:pt x="27" y="59"/>
                      <a:pt x="29" y="60"/>
                      <a:pt x="29" y="60"/>
                    </a:cubicBezTo>
                    <a:cubicBezTo>
                      <a:pt x="30" y="60"/>
                      <a:pt x="29" y="60"/>
                      <a:pt x="29" y="59"/>
                    </a:cubicBezTo>
                    <a:cubicBezTo>
                      <a:pt x="29" y="59"/>
                      <a:pt x="29" y="59"/>
                      <a:pt x="28" y="59"/>
                    </a:cubicBezTo>
                    <a:cubicBezTo>
                      <a:pt x="29" y="59"/>
                      <a:pt x="29" y="59"/>
                      <a:pt x="29" y="59"/>
                    </a:cubicBezTo>
                    <a:cubicBezTo>
                      <a:pt x="29" y="59"/>
                      <a:pt x="29" y="59"/>
                      <a:pt x="29" y="59"/>
                    </a:cubicBezTo>
                    <a:cubicBezTo>
                      <a:pt x="29" y="59"/>
                      <a:pt x="29" y="59"/>
                      <a:pt x="29" y="59"/>
                    </a:cubicBezTo>
                    <a:cubicBezTo>
                      <a:pt x="29" y="59"/>
                      <a:pt x="29" y="59"/>
                      <a:pt x="29" y="59"/>
                    </a:cubicBezTo>
                    <a:cubicBezTo>
                      <a:pt x="29" y="59"/>
                      <a:pt x="29" y="59"/>
                      <a:pt x="29" y="59"/>
                    </a:cubicBezTo>
                    <a:cubicBezTo>
                      <a:pt x="29" y="59"/>
                      <a:pt x="29" y="59"/>
                      <a:pt x="29" y="59"/>
                    </a:cubicBezTo>
                    <a:cubicBezTo>
                      <a:pt x="29" y="59"/>
                      <a:pt x="29" y="59"/>
                      <a:pt x="30" y="59"/>
                    </a:cubicBezTo>
                    <a:cubicBezTo>
                      <a:pt x="31" y="59"/>
                      <a:pt x="31" y="59"/>
                      <a:pt x="31" y="59"/>
                    </a:cubicBezTo>
                    <a:cubicBezTo>
                      <a:pt x="31" y="59"/>
                      <a:pt x="30" y="58"/>
                      <a:pt x="29" y="58"/>
                    </a:cubicBezTo>
                    <a:cubicBezTo>
                      <a:pt x="30" y="58"/>
                      <a:pt x="29" y="56"/>
                      <a:pt x="28" y="56"/>
                    </a:cubicBezTo>
                    <a:cubicBezTo>
                      <a:pt x="28" y="56"/>
                      <a:pt x="30" y="56"/>
                      <a:pt x="29" y="56"/>
                    </a:cubicBezTo>
                    <a:cubicBezTo>
                      <a:pt x="29" y="56"/>
                      <a:pt x="27" y="55"/>
                      <a:pt x="28" y="55"/>
                    </a:cubicBezTo>
                    <a:cubicBezTo>
                      <a:pt x="28" y="55"/>
                      <a:pt x="30" y="55"/>
                      <a:pt x="30" y="55"/>
                    </a:cubicBezTo>
                    <a:cubicBezTo>
                      <a:pt x="30" y="55"/>
                      <a:pt x="28" y="55"/>
                      <a:pt x="28" y="55"/>
                    </a:cubicBezTo>
                    <a:cubicBezTo>
                      <a:pt x="31" y="55"/>
                      <a:pt x="27" y="53"/>
                      <a:pt x="29" y="53"/>
                    </a:cubicBezTo>
                    <a:cubicBezTo>
                      <a:pt x="29" y="53"/>
                      <a:pt x="30" y="53"/>
                      <a:pt x="30" y="53"/>
                    </a:cubicBezTo>
                    <a:cubicBezTo>
                      <a:pt x="30" y="53"/>
                      <a:pt x="29" y="52"/>
                      <a:pt x="27" y="51"/>
                    </a:cubicBezTo>
                    <a:cubicBezTo>
                      <a:pt x="29" y="52"/>
                      <a:pt x="29" y="52"/>
                      <a:pt x="29" y="52"/>
                    </a:cubicBezTo>
                    <a:cubicBezTo>
                      <a:pt x="29" y="51"/>
                      <a:pt x="29" y="51"/>
                      <a:pt x="27" y="50"/>
                    </a:cubicBezTo>
                    <a:cubicBezTo>
                      <a:pt x="27" y="51"/>
                      <a:pt x="28" y="51"/>
                      <a:pt x="28" y="51"/>
                    </a:cubicBezTo>
                    <a:cubicBezTo>
                      <a:pt x="27" y="51"/>
                      <a:pt x="25" y="50"/>
                      <a:pt x="26" y="50"/>
                    </a:cubicBezTo>
                    <a:cubicBezTo>
                      <a:pt x="26" y="50"/>
                      <a:pt x="26" y="50"/>
                      <a:pt x="26" y="50"/>
                    </a:cubicBezTo>
                    <a:cubicBezTo>
                      <a:pt x="26" y="50"/>
                      <a:pt x="25" y="49"/>
                      <a:pt x="25" y="49"/>
                    </a:cubicBezTo>
                    <a:cubicBezTo>
                      <a:pt x="26" y="49"/>
                      <a:pt x="26" y="49"/>
                      <a:pt x="27" y="49"/>
                    </a:cubicBezTo>
                    <a:cubicBezTo>
                      <a:pt x="29" y="50"/>
                      <a:pt x="28" y="49"/>
                      <a:pt x="29" y="49"/>
                    </a:cubicBezTo>
                    <a:cubicBezTo>
                      <a:pt x="27" y="48"/>
                      <a:pt x="27" y="48"/>
                      <a:pt x="27" y="48"/>
                    </a:cubicBezTo>
                    <a:cubicBezTo>
                      <a:pt x="26" y="48"/>
                      <a:pt x="29" y="49"/>
                      <a:pt x="29" y="48"/>
                    </a:cubicBezTo>
                    <a:cubicBezTo>
                      <a:pt x="24" y="47"/>
                      <a:pt x="24" y="47"/>
                      <a:pt x="24" y="47"/>
                    </a:cubicBezTo>
                    <a:cubicBezTo>
                      <a:pt x="24" y="47"/>
                      <a:pt x="26" y="47"/>
                      <a:pt x="27" y="47"/>
                    </a:cubicBezTo>
                    <a:cubicBezTo>
                      <a:pt x="27" y="47"/>
                      <a:pt x="24" y="46"/>
                      <a:pt x="22" y="45"/>
                    </a:cubicBezTo>
                    <a:cubicBezTo>
                      <a:pt x="23" y="45"/>
                      <a:pt x="22" y="44"/>
                      <a:pt x="22" y="44"/>
                    </a:cubicBezTo>
                    <a:cubicBezTo>
                      <a:pt x="23" y="44"/>
                      <a:pt x="22" y="44"/>
                      <a:pt x="23" y="44"/>
                    </a:cubicBezTo>
                    <a:cubicBezTo>
                      <a:pt x="25" y="44"/>
                      <a:pt x="25" y="44"/>
                      <a:pt x="25" y="44"/>
                    </a:cubicBezTo>
                    <a:cubicBezTo>
                      <a:pt x="25" y="45"/>
                      <a:pt x="27" y="45"/>
                      <a:pt x="28" y="45"/>
                    </a:cubicBezTo>
                    <a:cubicBezTo>
                      <a:pt x="27" y="45"/>
                      <a:pt x="28" y="44"/>
                      <a:pt x="29" y="44"/>
                    </a:cubicBezTo>
                    <a:cubicBezTo>
                      <a:pt x="26" y="44"/>
                      <a:pt x="27" y="43"/>
                      <a:pt x="25" y="42"/>
                    </a:cubicBezTo>
                    <a:cubicBezTo>
                      <a:pt x="24" y="42"/>
                      <a:pt x="27" y="43"/>
                      <a:pt x="28" y="43"/>
                    </a:cubicBezTo>
                    <a:cubicBezTo>
                      <a:pt x="27" y="42"/>
                      <a:pt x="27" y="41"/>
                      <a:pt x="27" y="41"/>
                    </a:cubicBezTo>
                    <a:cubicBezTo>
                      <a:pt x="28" y="41"/>
                      <a:pt x="28" y="41"/>
                      <a:pt x="28" y="41"/>
                    </a:cubicBezTo>
                    <a:cubicBezTo>
                      <a:pt x="27" y="40"/>
                      <a:pt x="28" y="40"/>
                      <a:pt x="26" y="39"/>
                    </a:cubicBezTo>
                    <a:cubicBezTo>
                      <a:pt x="27" y="39"/>
                      <a:pt x="27" y="39"/>
                      <a:pt x="27" y="39"/>
                    </a:cubicBezTo>
                    <a:cubicBezTo>
                      <a:pt x="28" y="39"/>
                      <a:pt x="24" y="38"/>
                      <a:pt x="26" y="38"/>
                    </a:cubicBezTo>
                    <a:cubicBezTo>
                      <a:pt x="27" y="39"/>
                      <a:pt x="27" y="39"/>
                      <a:pt x="27" y="39"/>
                    </a:cubicBezTo>
                    <a:cubicBezTo>
                      <a:pt x="26" y="38"/>
                      <a:pt x="28" y="38"/>
                      <a:pt x="26" y="37"/>
                    </a:cubicBezTo>
                    <a:cubicBezTo>
                      <a:pt x="27" y="37"/>
                      <a:pt x="27" y="38"/>
                      <a:pt x="28" y="38"/>
                    </a:cubicBezTo>
                    <a:cubicBezTo>
                      <a:pt x="27" y="37"/>
                      <a:pt x="27" y="37"/>
                      <a:pt x="26" y="36"/>
                    </a:cubicBezTo>
                    <a:cubicBezTo>
                      <a:pt x="28" y="37"/>
                      <a:pt x="28" y="37"/>
                      <a:pt x="28" y="37"/>
                    </a:cubicBezTo>
                    <a:cubicBezTo>
                      <a:pt x="29" y="37"/>
                      <a:pt x="26" y="36"/>
                      <a:pt x="27" y="36"/>
                    </a:cubicBezTo>
                    <a:cubicBezTo>
                      <a:pt x="27" y="36"/>
                      <a:pt x="28" y="36"/>
                      <a:pt x="28" y="36"/>
                    </a:cubicBezTo>
                    <a:cubicBezTo>
                      <a:pt x="27" y="35"/>
                      <a:pt x="27" y="35"/>
                      <a:pt x="27" y="35"/>
                    </a:cubicBezTo>
                    <a:cubicBezTo>
                      <a:pt x="29" y="35"/>
                      <a:pt x="29" y="35"/>
                      <a:pt x="29" y="35"/>
                    </a:cubicBezTo>
                    <a:cubicBezTo>
                      <a:pt x="29" y="33"/>
                      <a:pt x="30" y="31"/>
                      <a:pt x="28" y="29"/>
                    </a:cubicBezTo>
                    <a:cubicBezTo>
                      <a:pt x="31" y="29"/>
                      <a:pt x="30" y="30"/>
                      <a:pt x="31" y="30"/>
                    </a:cubicBezTo>
                    <a:cubicBezTo>
                      <a:pt x="29" y="29"/>
                      <a:pt x="31" y="29"/>
                      <a:pt x="30" y="29"/>
                    </a:cubicBezTo>
                    <a:cubicBezTo>
                      <a:pt x="30" y="29"/>
                      <a:pt x="30" y="29"/>
                      <a:pt x="30" y="29"/>
                    </a:cubicBezTo>
                    <a:cubicBezTo>
                      <a:pt x="30" y="28"/>
                      <a:pt x="31" y="28"/>
                      <a:pt x="31" y="28"/>
                    </a:cubicBezTo>
                    <a:cubicBezTo>
                      <a:pt x="30" y="28"/>
                      <a:pt x="30" y="28"/>
                      <a:pt x="30" y="28"/>
                    </a:cubicBezTo>
                    <a:cubicBezTo>
                      <a:pt x="29" y="27"/>
                      <a:pt x="33" y="28"/>
                      <a:pt x="30" y="27"/>
                    </a:cubicBezTo>
                    <a:cubicBezTo>
                      <a:pt x="32" y="27"/>
                      <a:pt x="32" y="27"/>
                      <a:pt x="32" y="27"/>
                    </a:cubicBezTo>
                    <a:cubicBezTo>
                      <a:pt x="30" y="26"/>
                      <a:pt x="33" y="27"/>
                      <a:pt x="31" y="26"/>
                    </a:cubicBezTo>
                    <a:cubicBezTo>
                      <a:pt x="31" y="26"/>
                      <a:pt x="31" y="26"/>
                      <a:pt x="31" y="26"/>
                    </a:cubicBezTo>
                    <a:cubicBezTo>
                      <a:pt x="33" y="26"/>
                      <a:pt x="29" y="25"/>
                      <a:pt x="31" y="25"/>
                    </a:cubicBezTo>
                    <a:cubicBezTo>
                      <a:pt x="31" y="25"/>
                      <a:pt x="30" y="24"/>
                      <a:pt x="28" y="24"/>
                    </a:cubicBezTo>
                    <a:cubicBezTo>
                      <a:pt x="31" y="24"/>
                      <a:pt x="31" y="24"/>
                      <a:pt x="31" y="24"/>
                    </a:cubicBezTo>
                    <a:cubicBezTo>
                      <a:pt x="30" y="23"/>
                      <a:pt x="31" y="21"/>
                      <a:pt x="29" y="19"/>
                    </a:cubicBezTo>
                    <a:cubicBezTo>
                      <a:pt x="30" y="20"/>
                      <a:pt x="30" y="20"/>
                      <a:pt x="30" y="20"/>
                    </a:cubicBezTo>
                    <a:cubicBezTo>
                      <a:pt x="28" y="18"/>
                      <a:pt x="33" y="19"/>
                      <a:pt x="29" y="17"/>
                    </a:cubicBezTo>
                    <a:cubicBezTo>
                      <a:pt x="27" y="16"/>
                      <a:pt x="27" y="16"/>
                      <a:pt x="27" y="16"/>
                    </a:cubicBezTo>
                    <a:cubicBezTo>
                      <a:pt x="30" y="17"/>
                      <a:pt x="30" y="17"/>
                      <a:pt x="30" y="17"/>
                    </a:cubicBezTo>
                    <a:cubicBezTo>
                      <a:pt x="29" y="16"/>
                      <a:pt x="30" y="16"/>
                      <a:pt x="28" y="15"/>
                    </a:cubicBezTo>
                    <a:cubicBezTo>
                      <a:pt x="30" y="16"/>
                      <a:pt x="30" y="16"/>
                      <a:pt x="30" y="16"/>
                    </a:cubicBezTo>
                    <a:cubicBezTo>
                      <a:pt x="30" y="15"/>
                      <a:pt x="28" y="14"/>
                      <a:pt x="28" y="14"/>
                    </a:cubicBezTo>
                    <a:cubicBezTo>
                      <a:pt x="29" y="14"/>
                      <a:pt x="29" y="14"/>
                      <a:pt x="29" y="14"/>
                    </a:cubicBezTo>
                    <a:cubicBezTo>
                      <a:pt x="33" y="14"/>
                      <a:pt x="36" y="12"/>
                      <a:pt x="32" y="9"/>
                    </a:cubicBezTo>
                    <a:cubicBezTo>
                      <a:pt x="32" y="9"/>
                      <a:pt x="35" y="10"/>
                      <a:pt x="34" y="10"/>
                    </a:cubicBezTo>
                    <a:cubicBezTo>
                      <a:pt x="32" y="7"/>
                      <a:pt x="37" y="7"/>
                      <a:pt x="33" y="4"/>
                    </a:cubicBezTo>
                    <a:cubicBezTo>
                      <a:pt x="32" y="2"/>
                      <a:pt x="26" y="0"/>
                      <a:pt x="26" y="0"/>
                    </a:cubicBezTo>
                    <a:cubicBezTo>
                      <a:pt x="28" y="3"/>
                      <a:pt x="24" y="5"/>
                      <a:pt x="21" y="7"/>
                    </a:cubicBezTo>
                    <a:cubicBezTo>
                      <a:pt x="21" y="8"/>
                      <a:pt x="21" y="9"/>
                      <a:pt x="20" y="10"/>
                    </a:cubicBezTo>
                    <a:cubicBezTo>
                      <a:pt x="20" y="13"/>
                      <a:pt x="14" y="16"/>
                      <a:pt x="15" y="20"/>
                    </a:cubicBezTo>
                    <a:cubicBezTo>
                      <a:pt x="16" y="20"/>
                      <a:pt x="17" y="21"/>
                      <a:pt x="17" y="21"/>
                    </a:cubicBezTo>
                    <a:cubicBezTo>
                      <a:pt x="16" y="21"/>
                      <a:pt x="16" y="21"/>
                      <a:pt x="16" y="21"/>
                    </a:cubicBezTo>
                    <a:cubicBezTo>
                      <a:pt x="18" y="21"/>
                      <a:pt x="18" y="21"/>
                      <a:pt x="18" y="21"/>
                    </a:cubicBezTo>
                    <a:cubicBezTo>
                      <a:pt x="18" y="22"/>
                      <a:pt x="16" y="21"/>
                      <a:pt x="16" y="21"/>
                    </a:cubicBezTo>
                    <a:cubicBezTo>
                      <a:pt x="15" y="22"/>
                      <a:pt x="16" y="24"/>
                      <a:pt x="15" y="25"/>
                    </a:cubicBezTo>
                    <a:cubicBezTo>
                      <a:pt x="17" y="25"/>
                      <a:pt x="15" y="26"/>
                      <a:pt x="17" y="26"/>
                    </a:cubicBezTo>
                    <a:cubicBezTo>
                      <a:pt x="16" y="26"/>
                      <a:pt x="16" y="26"/>
                      <a:pt x="16" y="26"/>
                    </a:cubicBezTo>
                    <a:cubicBezTo>
                      <a:pt x="17" y="27"/>
                      <a:pt x="17" y="27"/>
                      <a:pt x="14" y="28"/>
                    </a:cubicBezTo>
                    <a:cubicBezTo>
                      <a:pt x="12" y="31"/>
                      <a:pt x="12" y="35"/>
                      <a:pt x="11" y="3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41" name="Freeform 116"/>
              <p:cNvSpPr/>
              <p:nvPr>
                <p:custDataLst>
                  <p:tags r:id="rId362"/>
                </p:custDataLst>
              </p:nvPr>
            </p:nvSpPr>
            <p:spPr bwMode="auto">
              <a:xfrm>
                <a:off x="3914" y="130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42" name="Freeform 117"/>
              <p:cNvSpPr/>
              <p:nvPr>
                <p:custDataLst>
                  <p:tags r:id="rId363"/>
                </p:custDataLst>
              </p:nvPr>
            </p:nvSpPr>
            <p:spPr bwMode="auto">
              <a:xfrm>
                <a:off x="3364" y="247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43" name="Freeform 118"/>
              <p:cNvSpPr/>
              <p:nvPr>
                <p:custDataLst>
                  <p:tags r:id="rId364"/>
                </p:custDataLst>
              </p:nvPr>
            </p:nvSpPr>
            <p:spPr bwMode="auto">
              <a:xfrm>
                <a:off x="3920" y="1403"/>
                <a:ext cx="4" cy="2"/>
              </a:xfrm>
              <a:custGeom>
                <a:avLst/>
                <a:gdLst>
                  <a:gd name="T0" fmla="*/ 1 w 2"/>
                  <a:gd name="T1" fmla="*/ 1 h 1"/>
                  <a:gd name="T2" fmla="*/ 1 w 2"/>
                  <a:gd name="T3" fmla="*/ 0 h 1"/>
                  <a:gd name="T4" fmla="*/ 1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2" y="1"/>
                      <a:pt x="0" y="0"/>
                      <a:pt x="1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44" name="Freeform 119"/>
              <p:cNvSpPr/>
              <p:nvPr>
                <p:custDataLst>
                  <p:tags r:id="rId365"/>
                </p:custDataLst>
              </p:nvPr>
            </p:nvSpPr>
            <p:spPr bwMode="auto">
              <a:xfrm>
                <a:off x="3918" y="1401"/>
                <a:ext cx="4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45" name="Freeform 120"/>
              <p:cNvSpPr/>
              <p:nvPr>
                <p:custDataLst>
                  <p:tags r:id="rId366"/>
                </p:custDataLst>
              </p:nvPr>
            </p:nvSpPr>
            <p:spPr bwMode="auto">
              <a:xfrm>
                <a:off x="3920" y="1411"/>
                <a:ext cx="4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2" y="0"/>
                      <a:pt x="1" y="0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46" name="Freeform 121"/>
              <p:cNvSpPr/>
              <p:nvPr>
                <p:custDataLst>
                  <p:tags r:id="rId367"/>
                </p:custDataLst>
              </p:nvPr>
            </p:nvSpPr>
            <p:spPr bwMode="auto">
              <a:xfrm>
                <a:off x="3477" y="150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47" name="Freeform 122"/>
              <p:cNvSpPr/>
              <p:nvPr>
                <p:custDataLst>
                  <p:tags r:id="rId368"/>
                </p:custDataLst>
              </p:nvPr>
            </p:nvSpPr>
            <p:spPr bwMode="auto">
              <a:xfrm>
                <a:off x="3453" y="1458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48" name="Freeform 123"/>
              <p:cNvSpPr/>
              <p:nvPr>
                <p:custDataLst>
                  <p:tags r:id="rId369"/>
                </p:custDataLst>
              </p:nvPr>
            </p:nvSpPr>
            <p:spPr bwMode="auto">
              <a:xfrm>
                <a:off x="3477" y="1422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49" name="Freeform 124"/>
              <p:cNvSpPr/>
              <p:nvPr>
                <p:custDataLst>
                  <p:tags r:id="rId370"/>
                </p:custDataLst>
              </p:nvPr>
            </p:nvSpPr>
            <p:spPr bwMode="auto">
              <a:xfrm>
                <a:off x="4603" y="188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50" name="Freeform 125"/>
              <p:cNvSpPr/>
              <p:nvPr>
                <p:custDataLst>
                  <p:tags r:id="rId371"/>
                </p:custDataLst>
              </p:nvPr>
            </p:nvSpPr>
            <p:spPr bwMode="auto">
              <a:xfrm>
                <a:off x="3540" y="1530"/>
                <a:ext cx="4" cy="2"/>
              </a:xfrm>
              <a:custGeom>
                <a:avLst/>
                <a:gdLst>
                  <a:gd name="T0" fmla="*/ 1 w 2"/>
                  <a:gd name="T1" fmla="*/ 1 h 1"/>
                  <a:gd name="T2" fmla="*/ 1 w 2"/>
                  <a:gd name="T3" fmla="*/ 0 h 1"/>
                  <a:gd name="T4" fmla="*/ 1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2" y="0"/>
                      <a:pt x="0" y="0"/>
                      <a:pt x="1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51" name="Rectangle 126"/>
              <p:cNvSpPr>
                <a:spLocks noChangeArrowheads="1"/>
              </p:cNvSpPr>
              <p:nvPr>
                <p:custDataLst>
                  <p:tags r:id="rId372"/>
                </p:custDataLst>
              </p:nvPr>
            </p:nvSpPr>
            <p:spPr bwMode="auto">
              <a:xfrm>
                <a:off x="3489" y="1441"/>
                <a:ext cx="2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52" name="Freeform 127"/>
              <p:cNvSpPr/>
              <p:nvPr>
                <p:custDataLst>
                  <p:tags r:id="rId373"/>
                </p:custDataLst>
              </p:nvPr>
            </p:nvSpPr>
            <p:spPr bwMode="auto">
              <a:xfrm>
                <a:off x="3375" y="1310"/>
                <a:ext cx="174" cy="269"/>
              </a:xfrm>
              <a:custGeom>
                <a:avLst/>
                <a:gdLst>
                  <a:gd name="T0" fmla="*/ 11 w 82"/>
                  <a:gd name="T1" fmla="*/ 27 h 127"/>
                  <a:gd name="T2" fmla="*/ 20 w 82"/>
                  <a:gd name="T3" fmla="*/ 47 h 127"/>
                  <a:gd name="T4" fmla="*/ 34 w 82"/>
                  <a:gd name="T5" fmla="*/ 60 h 127"/>
                  <a:gd name="T6" fmla="*/ 37 w 82"/>
                  <a:gd name="T7" fmla="*/ 68 h 127"/>
                  <a:gd name="T8" fmla="*/ 43 w 82"/>
                  <a:gd name="T9" fmla="*/ 80 h 127"/>
                  <a:gd name="T10" fmla="*/ 47 w 82"/>
                  <a:gd name="T11" fmla="*/ 89 h 127"/>
                  <a:gd name="T12" fmla="*/ 53 w 82"/>
                  <a:gd name="T13" fmla="*/ 94 h 127"/>
                  <a:gd name="T14" fmla="*/ 60 w 82"/>
                  <a:gd name="T15" fmla="*/ 105 h 127"/>
                  <a:gd name="T16" fmla="*/ 63 w 82"/>
                  <a:gd name="T17" fmla="*/ 111 h 127"/>
                  <a:gd name="T18" fmla="*/ 63 w 82"/>
                  <a:gd name="T19" fmla="*/ 121 h 127"/>
                  <a:gd name="T20" fmla="*/ 65 w 82"/>
                  <a:gd name="T21" fmla="*/ 124 h 127"/>
                  <a:gd name="T22" fmla="*/ 69 w 82"/>
                  <a:gd name="T23" fmla="*/ 126 h 127"/>
                  <a:gd name="T24" fmla="*/ 72 w 82"/>
                  <a:gd name="T25" fmla="*/ 126 h 127"/>
                  <a:gd name="T26" fmla="*/ 73 w 82"/>
                  <a:gd name="T27" fmla="*/ 123 h 127"/>
                  <a:gd name="T28" fmla="*/ 71 w 82"/>
                  <a:gd name="T29" fmla="*/ 118 h 127"/>
                  <a:gd name="T30" fmla="*/ 73 w 82"/>
                  <a:gd name="T31" fmla="*/ 112 h 127"/>
                  <a:gd name="T32" fmla="*/ 80 w 82"/>
                  <a:gd name="T33" fmla="*/ 112 h 127"/>
                  <a:gd name="T34" fmla="*/ 80 w 82"/>
                  <a:gd name="T35" fmla="*/ 109 h 127"/>
                  <a:gd name="T36" fmla="*/ 76 w 82"/>
                  <a:gd name="T37" fmla="*/ 108 h 127"/>
                  <a:gd name="T38" fmla="*/ 78 w 82"/>
                  <a:gd name="T39" fmla="*/ 107 h 127"/>
                  <a:gd name="T40" fmla="*/ 73 w 82"/>
                  <a:gd name="T41" fmla="*/ 105 h 127"/>
                  <a:gd name="T42" fmla="*/ 77 w 82"/>
                  <a:gd name="T43" fmla="*/ 102 h 127"/>
                  <a:gd name="T44" fmla="*/ 78 w 82"/>
                  <a:gd name="T45" fmla="*/ 100 h 127"/>
                  <a:gd name="T46" fmla="*/ 76 w 82"/>
                  <a:gd name="T47" fmla="*/ 100 h 127"/>
                  <a:gd name="T48" fmla="*/ 76 w 82"/>
                  <a:gd name="T49" fmla="*/ 96 h 127"/>
                  <a:gd name="T50" fmla="*/ 71 w 82"/>
                  <a:gd name="T51" fmla="*/ 96 h 127"/>
                  <a:gd name="T52" fmla="*/ 65 w 82"/>
                  <a:gd name="T53" fmla="*/ 95 h 127"/>
                  <a:gd name="T54" fmla="*/ 70 w 82"/>
                  <a:gd name="T55" fmla="*/ 92 h 127"/>
                  <a:gd name="T56" fmla="*/ 68 w 82"/>
                  <a:gd name="T57" fmla="*/ 86 h 127"/>
                  <a:gd name="T58" fmla="*/ 67 w 82"/>
                  <a:gd name="T59" fmla="*/ 84 h 127"/>
                  <a:gd name="T60" fmla="*/ 65 w 82"/>
                  <a:gd name="T61" fmla="*/ 81 h 127"/>
                  <a:gd name="T62" fmla="*/ 62 w 82"/>
                  <a:gd name="T63" fmla="*/ 75 h 127"/>
                  <a:gd name="T64" fmla="*/ 60 w 82"/>
                  <a:gd name="T65" fmla="*/ 73 h 127"/>
                  <a:gd name="T66" fmla="*/ 59 w 82"/>
                  <a:gd name="T67" fmla="*/ 72 h 127"/>
                  <a:gd name="T68" fmla="*/ 57 w 82"/>
                  <a:gd name="T69" fmla="*/ 71 h 127"/>
                  <a:gd name="T70" fmla="*/ 58 w 82"/>
                  <a:gd name="T71" fmla="*/ 68 h 127"/>
                  <a:gd name="T72" fmla="*/ 55 w 82"/>
                  <a:gd name="T73" fmla="*/ 67 h 127"/>
                  <a:gd name="T74" fmla="*/ 54 w 82"/>
                  <a:gd name="T75" fmla="*/ 62 h 127"/>
                  <a:gd name="T76" fmla="*/ 51 w 82"/>
                  <a:gd name="T77" fmla="*/ 58 h 127"/>
                  <a:gd name="T78" fmla="*/ 51 w 82"/>
                  <a:gd name="T79" fmla="*/ 54 h 127"/>
                  <a:gd name="T80" fmla="*/ 48 w 82"/>
                  <a:gd name="T81" fmla="*/ 53 h 127"/>
                  <a:gd name="T82" fmla="*/ 49 w 82"/>
                  <a:gd name="T83" fmla="*/ 53 h 127"/>
                  <a:gd name="T84" fmla="*/ 45 w 82"/>
                  <a:gd name="T85" fmla="*/ 50 h 127"/>
                  <a:gd name="T86" fmla="*/ 43 w 82"/>
                  <a:gd name="T87" fmla="*/ 46 h 127"/>
                  <a:gd name="T88" fmla="*/ 41 w 82"/>
                  <a:gd name="T89" fmla="*/ 44 h 127"/>
                  <a:gd name="T90" fmla="*/ 32 w 82"/>
                  <a:gd name="T91" fmla="*/ 44 h 127"/>
                  <a:gd name="T92" fmla="*/ 35 w 82"/>
                  <a:gd name="T93" fmla="*/ 39 h 127"/>
                  <a:gd name="T94" fmla="*/ 31 w 82"/>
                  <a:gd name="T95" fmla="*/ 36 h 127"/>
                  <a:gd name="T96" fmla="*/ 30 w 82"/>
                  <a:gd name="T97" fmla="*/ 32 h 127"/>
                  <a:gd name="T98" fmla="*/ 26 w 82"/>
                  <a:gd name="T99" fmla="*/ 24 h 127"/>
                  <a:gd name="T100" fmla="*/ 25 w 82"/>
                  <a:gd name="T101" fmla="*/ 21 h 127"/>
                  <a:gd name="T102" fmla="*/ 15 w 82"/>
                  <a:gd name="T103" fmla="*/ 15 h 127"/>
                  <a:gd name="T104" fmla="*/ 13 w 82"/>
                  <a:gd name="T105" fmla="*/ 13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82" h="127">
                    <a:moveTo>
                      <a:pt x="1" y="12"/>
                    </a:moveTo>
                    <a:cubicBezTo>
                      <a:pt x="2" y="13"/>
                      <a:pt x="4" y="14"/>
                      <a:pt x="3" y="15"/>
                    </a:cubicBezTo>
                    <a:cubicBezTo>
                      <a:pt x="6" y="19"/>
                      <a:pt x="4" y="25"/>
                      <a:pt x="8" y="28"/>
                    </a:cubicBezTo>
                    <a:cubicBezTo>
                      <a:pt x="9" y="27"/>
                      <a:pt x="10" y="27"/>
                      <a:pt x="10" y="27"/>
                    </a:cubicBezTo>
                    <a:cubicBezTo>
                      <a:pt x="10" y="27"/>
                      <a:pt x="10" y="27"/>
                      <a:pt x="10" y="27"/>
                    </a:cubicBezTo>
                    <a:cubicBezTo>
                      <a:pt x="11" y="27"/>
                      <a:pt x="11" y="27"/>
                      <a:pt x="11" y="27"/>
                    </a:cubicBezTo>
                    <a:cubicBezTo>
                      <a:pt x="11" y="27"/>
                      <a:pt x="10" y="28"/>
                      <a:pt x="9" y="28"/>
                    </a:cubicBezTo>
                    <a:cubicBezTo>
                      <a:pt x="10" y="29"/>
                      <a:pt x="12" y="30"/>
                      <a:pt x="12" y="32"/>
                    </a:cubicBezTo>
                    <a:cubicBezTo>
                      <a:pt x="14" y="31"/>
                      <a:pt x="13" y="33"/>
                      <a:pt x="15" y="32"/>
                    </a:cubicBezTo>
                    <a:cubicBezTo>
                      <a:pt x="14" y="32"/>
                      <a:pt x="14" y="32"/>
                      <a:pt x="14" y="32"/>
                    </a:cubicBezTo>
                    <a:cubicBezTo>
                      <a:pt x="15" y="33"/>
                      <a:pt x="15" y="33"/>
                      <a:pt x="13" y="35"/>
                    </a:cubicBezTo>
                    <a:cubicBezTo>
                      <a:pt x="14" y="40"/>
                      <a:pt x="18" y="43"/>
                      <a:pt x="20" y="47"/>
                    </a:cubicBezTo>
                    <a:cubicBezTo>
                      <a:pt x="22" y="50"/>
                      <a:pt x="26" y="53"/>
                      <a:pt x="29" y="57"/>
                    </a:cubicBezTo>
                    <a:cubicBezTo>
                      <a:pt x="32" y="56"/>
                      <a:pt x="31" y="57"/>
                      <a:pt x="34" y="56"/>
                    </a:cubicBezTo>
                    <a:cubicBezTo>
                      <a:pt x="33" y="57"/>
                      <a:pt x="33" y="57"/>
                      <a:pt x="33" y="57"/>
                    </a:cubicBezTo>
                    <a:cubicBezTo>
                      <a:pt x="35" y="57"/>
                      <a:pt x="34" y="58"/>
                      <a:pt x="33" y="59"/>
                    </a:cubicBezTo>
                    <a:cubicBezTo>
                      <a:pt x="34" y="59"/>
                      <a:pt x="33" y="59"/>
                      <a:pt x="35" y="58"/>
                    </a:cubicBezTo>
                    <a:cubicBezTo>
                      <a:pt x="37" y="58"/>
                      <a:pt x="33" y="60"/>
                      <a:pt x="34" y="60"/>
                    </a:cubicBezTo>
                    <a:cubicBezTo>
                      <a:pt x="33" y="60"/>
                      <a:pt x="35" y="59"/>
                      <a:pt x="35" y="60"/>
                    </a:cubicBezTo>
                    <a:cubicBezTo>
                      <a:pt x="37" y="60"/>
                      <a:pt x="33" y="60"/>
                      <a:pt x="32" y="62"/>
                    </a:cubicBezTo>
                    <a:cubicBezTo>
                      <a:pt x="34" y="64"/>
                      <a:pt x="37" y="65"/>
                      <a:pt x="37" y="67"/>
                    </a:cubicBezTo>
                    <a:cubicBezTo>
                      <a:pt x="37" y="67"/>
                      <a:pt x="38" y="66"/>
                      <a:pt x="38" y="66"/>
                    </a:cubicBezTo>
                    <a:cubicBezTo>
                      <a:pt x="35" y="68"/>
                      <a:pt x="39" y="66"/>
                      <a:pt x="38" y="67"/>
                    </a:cubicBezTo>
                    <a:cubicBezTo>
                      <a:pt x="37" y="68"/>
                      <a:pt x="37" y="68"/>
                      <a:pt x="37" y="68"/>
                    </a:cubicBezTo>
                    <a:cubicBezTo>
                      <a:pt x="36" y="69"/>
                      <a:pt x="39" y="69"/>
                      <a:pt x="38" y="70"/>
                    </a:cubicBezTo>
                    <a:cubicBezTo>
                      <a:pt x="39" y="70"/>
                      <a:pt x="37" y="72"/>
                      <a:pt x="39" y="72"/>
                    </a:cubicBezTo>
                    <a:cubicBezTo>
                      <a:pt x="38" y="72"/>
                      <a:pt x="38" y="73"/>
                      <a:pt x="38" y="73"/>
                    </a:cubicBezTo>
                    <a:cubicBezTo>
                      <a:pt x="41" y="72"/>
                      <a:pt x="37" y="75"/>
                      <a:pt x="40" y="74"/>
                    </a:cubicBezTo>
                    <a:cubicBezTo>
                      <a:pt x="39" y="75"/>
                      <a:pt x="39" y="75"/>
                      <a:pt x="39" y="75"/>
                    </a:cubicBezTo>
                    <a:cubicBezTo>
                      <a:pt x="41" y="76"/>
                      <a:pt x="41" y="79"/>
                      <a:pt x="43" y="80"/>
                    </a:cubicBezTo>
                    <a:cubicBezTo>
                      <a:pt x="44" y="81"/>
                      <a:pt x="42" y="84"/>
                      <a:pt x="44" y="84"/>
                    </a:cubicBezTo>
                    <a:cubicBezTo>
                      <a:pt x="46" y="84"/>
                      <a:pt x="46" y="84"/>
                      <a:pt x="46" y="84"/>
                    </a:cubicBezTo>
                    <a:cubicBezTo>
                      <a:pt x="46" y="84"/>
                      <a:pt x="45" y="84"/>
                      <a:pt x="44" y="84"/>
                    </a:cubicBezTo>
                    <a:cubicBezTo>
                      <a:pt x="46" y="84"/>
                      <a:pt x="45" y="86"/>
                      <a:pt x="45" y="87"/>
                    </a:cubicBezTo>
                    <a:cubicBezTo>
                      <a:pt x="46" y="87"/>
                      <a:pt x="46" y="87"/>
                      <a:pt x="47" y="86"/>
                    </a:cubicBezTo>
                    <a:cubicBezTo>
                      <a:pt x="45" y="88"/>
                      <a:pt x="48" y="88"/>
                      <a:pt x="47" y="89"/>
                    </a:cubicBezTo>
                    <a:cubicBezTo>
                      <a:pt x="50" y="88"/>
                      <a:pt x="49" y="89"/>
                      <a:pt x="50" y="89"/>
                    </a:cubicBezTo>
                    <a:cubicBezTo>
                      <a:pt x="50" y="89"/>
                      <a:pt x="49" y="90"/>
                      <a:pt x="48" y="90"/>
                    </a:cubicBezTo>
                    <a:cubicBezTo>
                      <a:pt x="49" y="91"/>
                      <a:pt x="49" y="91"/>
                      <a:pt x="49" y="92"/>
                    </a:cubicBezTo>
                    <a:cubicBezTo>
                      <a:pt x="49" y="92"/>
                      <a:pt x="51" y="92"/>
                      <a:pt x="51" y="92"/>
                    </a:cubicBezTo>
                    <a:cubicBezTo>
                      <a:pt x="49" y="93"/>
                      <a:pt x="51" y="93"/>
                      <a:pt x="50" y="94"/>
                    </a:cubicBezTo>
                    <a:cubicBezTo>
                      <a:pt x="52" y="93"/>
                      <a:pt x="54" y="93"/>
                      <a:pt x="53" y="94"/>
                    </a:cubicBezTo>
                    <a:cubicBezTo>
                      <a:pt x="51" y="95"/>
                      <a:pt x="51" y="95"/>
                      <a:pt x="51" y="95"/>
                    </a:cubicBezTo>
                    <a:cubicBezTo>
                      <a:pt x="53" y="95"/>
                      <a:pt x="51" y="98"/>
                      <a:pt x="55" y="99"/>
                    </a:cubicBezTo>
                    <a:cubicBezTo>
                      <a:pt x="53" y="99"/>
                      <a:pt x="53" y="99"/>
                      <a:pt x="53" y="99"/>
                    </a:cubicBezTo>
                    <a:cubicBezTo>
                      <a:pt x="56" y="100"/>
                      <a:pt x="54" y="103"/>
                      <a:pt x="58" y="103"/>
                    </a:cubicBezTo>
                    <a:cubicBezTo>
                      <a:pt x="57" y="104"/>
                      <a:pt x="56" y="105"/>
                      <a:pt x="57" y="105"/>
                    </a:cubicBezTo>
                    <a:cubicBezTo>
                      <a:pt x="58" y="105"/>
                      <a:pt x="58" y="106"/>
                      <a:pt x="60" y="105"/>
                    </a:cubicBezTo>
                    <a:cubicBezTo>
                      <a:pt x="61" y="106"/>
                      <a:pt x="59" y="106"/>
                      <a:pt x="59" y="106"/>
                    </a:cubicBezTo>
                    <a:cubicBezTo>
                      <a:pt x="59" y="107"/>
                      <a:pt x="57" y="108"/>
                      <a:pt x="59" y="108"/>
                    </a:cubicBezTo>
                    <a:cubicBezTo>
                      <a:pt x="58" y="109"/>
                      <a:pt x="58" y="109"/>
                      <a:pt x="58" y="109"/>
                    </a:cubicBezTo>
                    <a:cubicBezTo>
                      <a:pt x="59" y="109"/>
                      <a:pt x="61" y="109"/>
                      <a:pt x="60" y="110"/>
                    </a:cubicBezTo>
                    <a:cubicBezTo>
                      <a:pt x="61" y="110"/>
                      <a:pt x="62" y="111"/>
                      <a:pt x="64" y="110"/>
                    </a:cubicBezTo>
                    <a:cubicBezTo>
                      <a:pt x="64" y="110"/>
                      <a:pt x="61" y="111"/>
                      <a:pt x="63" y="111"/>
                    </a:cubicBezTo>
                    <a:cubicBezTo>
                      <a:pt x="61" y="111"/>
                      <a:pt x="61" y="111"/>
                      <a:pt x="61" y="111"/>
                    </a:cubicBezTo>
                    <a:cubicBezTo>
                      <a:pt x="61" y="113"/>
                      <a:pt x="62" y="114"/>
                      <a:pt x="63" y="115"/>
                    </a:cubicBezTo>
                    <a:cubicBezTo>
                      <a:pt x="61" y="116"/>
                      <a:pt x="64" y="116"/>
                      <a:pt x="62" y="117"/>
                    </a:cubicBezTo>
                    <a:cubicBezTo>
                      <a:pt x="64" y="118"/>
                      <a:pt x="62" y="119"/>
                      <a:pt x="65" y="119"/>
                    </a:cubicBezTo>
                    <a:cubicBezTo>
                      <a:pt x="64" y="119"/>
                      <a:pt x="64" y="119"/>
                      <a:pt x="64" y="119"/>
                    </a:cubicBezTo>
                    <a:cubicBezTo>
                      <a:pt x="64" y="120"/>
                      <a:pt x="64" y="121"/>
                      <a:pt x="63" y="121"/>
                    </a:cubicBezTo>
                    <a:cubicBezTo>
                      <a:pt x="63" y="122"/>
                      <a:pt x="65" y="122"/>
                      <a:pt x="66" y="122"/>
                    </a:cubicBezTo>
                    <a:cubicBezTo>
                      <a:pt x="64" y="122"/>
                      <a:pt x="64" y="122"/>
                      <a:pt x="64" y="122"/>
                    </a:cubicBezTo>
                    <a:cubicBezTo>
                      <a:pt x="65" y="123"/>
                      <a:pt x="67" y="123"/>
                      <a:pt x="69" y="123"/>
                    </a:cubicBezTo>
                    <a:cubicBezTo>
                      <a:pt x="68" y="123"/>
                      <a:pt x="69" y="123"/>
                      <a:pt x="68" y="124"/>
                    </a:cubicBezTo>
                    <a:cubicBezTo>
                      <a:pt x="67" y="123"/>
                      <a:pt x="66" y="123"/>
                      <a:pt x="64" y="123"/>
                    </a:cubicBezTo>
                    <a:cubicBezTo>
                      <a:pt x="63" y="123"/>
                      <a:pt x="67" y="124"/>
                      <a:pt x="65" y="124"/>
                    </a:cubicBezTo>
                    <a:cubicBezTo>
                      <a:pt x="64" y="125"/>
                      <a:pt x="65" y="125"/>
                      <a:pt x="67" y="125"/>
                    </a:cubicBezTo>
                    <a:cubicBezTo>
                      <a:pt x="66" y="125"/>
                      <a:pt x="66" y="125"/>
                      <a:pt x="65" y="125"/>
                    </a:cubicBezTo>
                    <a:cubicBezTo>
                      <a:pt x="65" y="126"/>
                      <a:pt x="65" y="126"/>
                      <a:pt x="66" y="126"/>
                    </a:cubicBezTo>
                    <a:cubicBezTo>
                      <a:pt x="66" y="126"/>
                      <a:pt x="66" y="126"/>
                      <a:pt x="66" y="126"/>
                    </a:cubicBezTo>
                    <a:cubicBezTo>
                      <a:pt x="67" y="126"/>
                      <a:pt x="67" y="126"/>
                      <a:pt x="69" y="126"/>
                    </a:cubicBezTo>
                    <a:cubicBezTo>
                      <a:pt x="69" y="126"/>
                      <a:pt x="68" y="126"/>
                      <a:pt x="69" y="126"/>
                    </a:cubicBezTo>
                    <a:cubicBezTo>
                      <a:pt x="70" y="126"/>
                      <a:pt x="71" y="126"/>
                      <a:pt x="69" y="126"/>
                    </a:cubicBezTo>
                    <a:cubicBezTo>
                      <a:pt x="68" y="127"/>
                      <a:pt x="67" y="126"/>
                      <a:pt x="66" y="126"/>
                    </a:cubicBezTo>
                    <a:cubicBezTo>
                      <a:pt x="70" y="127"/>
                      <a:pt x="70" y="127"/>
                      <a:pt x="70" y="127"/>
                    </a:cubicBezTo>
                    <a:cubicBezTo>
                      <a:pt x="69" y="127"/>
                      <a:pt x="69" y="127"/>
                      <a:pt x="71" y="127"/>
                    </a:cubicBezTo>
                    <a:cubicBezTo>
                      <a:pt x="70" y="126"/>
                      <a:pt x="70" y="126"/>
                      <a:pt x="70" y="126"/>
                    </a:cubicBezTo>
                    <a:cubicBezTo>
                      <a:pt x="72" y="126"/>
                      <a:pt x="72" y="126"/>
                      <a:pt x="72" y="126"/>
                    </a:cubicBezTo>
                    <a:cubicBezTo>
                      <a:pt x="71" y="126"/>
                      <a:pt x="72" y="125"/>
                      <a:pt x="71" y="125"/>
                    </a:cubicBezTo>
                    <a:cubicBezTo>
                      <a:pt x="70" y="125"/>
                      <a:pt x="70" y="125"/>
                      <a:pt x="70" y="125"/>
                    </a:cubicBezTo>
                    <a:cubicBezTo>
                      <a:pt x="69" y="125"/>
                      <a:pt x="67" y="124"/>
                      <a:pt x="69" y="124"/>
                    </a:cubicBezTo>
                    <a:cubicBezTo>
                      <a:pt x="71" y="124"/>
                      <a:pt x="71" y="124"/>
                      <a:pt x="71" y="124"/>
                    </a:cubicBezTo>
                    <a:cubicBezTo>
                      <a:pt x="71" y="124"/>
                      <a:pt x="70" y="124"/>
                      <a:pt x="71" y="123"/>
                    </a:cubicBezTo>
                    <a:cubicBezTo>
                      <a:pt x="73" y="123"/>
                      <a:pt x="73" y="123"/>
                      <a:pt x="73" y="123"/>
                    </a:cubicBezTo>
                    <a:cubicBezTo>
                      <a:pt x="70" y="124"/>
                      <a:pt x="72" y="122"/>
                      <a:pt x="71" y="122"/>
                    </a:cubicBezTo>
                    <a:cubicBezTo>
                      <a:pt x="72" y="122"/>
                      <a:pt x="72" y="122"/>
                      <a:pt x="72" y="122"/>
                    </a:cubicBezTo>
                    <a:cubicBezTo>
                      <a:pt x="73" y="122"/>
                      <a:pt x="70" y="123"/>
                      <a:pt x="70" y="122"/>
                    </a:cubicBezTo>
                    <a:cubicBezTo>
                      <a:pt x="71" y="122"/>
                      <a:pt x="73" y="122"/>
                      <a:pt x="74" y="121"/>
                    </a:cubicBezTo>
                    <a:cubicBezTo>
                      <a:pt x="74" y="121"/>
                      <a:pt x="72" y="120"/>
                      <a:pt x="74" y="119"/>
                    </a:cubicBezTo>
                    <a:cubicBezTo>
                      <a:pt x="73" y="118"/>
                      <a:pt x="72" y="118"/>
                      <a:pt x="71" y="118"/>
                    </a:cubicBezTo>
                    <a:cubicBezTo>
                      <a:pt x="71" y="117"/>
                      <a:pt x="74" y="117"/>
                      <a:pt x="73" y="117"/>
                    </a:cubicBezTo>
                    <a:cubicBezTo>
                      <a:pt x="74" y="117"/>
                      <a:pt x="75" y="117"/>
                      <a:pt x="75" y="116"/>
                    </a:cubicBezTo>
                    <a:cubicBezTo>
                      <a:pt x="74" y="116"/>
                      <a:pt x="75" y="115"/>
                      <a:pt x="73" y="116"/>
                    </a:cubicBezTo>
                    <a:cubicBezTo>
                      <a:pt x="74" y="115"/>
                      <a:pt x="74" y="114"/>
                      <a:pt x="73" y="114"/>
                    </a:cubicBezTo>
                    <a:cubicBezTo>
                      <a:pt x="73" y="114"/>
                      <a:pt x="75" y="114"/>
                      <a:pt x="76" y="113"/>
                    </a:cubicBezTo>
                    <a:cubicBezTo>
                      <a:pt x="74" y="113"/>
                      <a:pt x="73" y="113"/>
                      <a:pt x="73" y="112"/>
                    </a:cubicBezTo>
                    <a:cubicBezTo>
                      <a:pt x="72" y="112"/>
                      <a:pt x="72" y="113"/>
                      <a:pt x="70" y="113"/>
                    </a:cubicBezTo>
                    <a:cubicBezTo>
                      <a:pt x="70" y="113"/>
                      <a:pt x="69" y="113"/>
                      <a:pt x="69" y="113"/>
                    </a:cubicBezTo>
                    <a:cubicBezTo>
                      <a:pt x="71" y="112"/>
                      <a:pt x="74" y="112"/>
                      <a:pt x="74" y="111"/>
                    </a:cubicBezTo>
                    <a:cubicBezTo>
                      <a:pt x="77" y="111"/>
                      <a:pt x="73" y="112"/>
                      <a:pt x="76" y="111"/>
                    </a:cubicBezTo>
                    <a:cubicBezTo>
                      <a:pt x="78" y="111"/>
                      <a:pt x="79" y="112"/>
                      <a:pt x="77" y="113"/>
                    </a:cubicBezTo>
                    <a:cubicBezTo>
                      <a:pt x="80" y="113"/>
                      <a:pt x="78" y="112"/>
                      <a:pt x="80" y="112"/>
                    </a:cubicBezTo>
                    <a:cubicBezTo>
                      <a:pt x="80" y="111"/>
                      <a:pt x="78" y="111"/>
                      <a:pt x="78" y="111"/>
                    </a:cubicBezTo>
                    <a:cubicBezTo>
                      <a:pt x="77" y="111"/>
                      <a:pt x="77" y="111"/>
                      <a:pt x="76" y="111"/>
                    </a:cubicBezTo>
                    <a:cubicBezTo>
                      <a:pt x="73" y="111"/>
                      <a:pt x="77" y="110"/>
                      <a:pt x="77" y="110"/>
                    </a:cubicBezTo>
                    <a:cubicBezTo>
                      <a:pt x="78" y="110"/>
                      <a:pt x="78" y="110"/>
                      <a:pt x="78" y="110"/>
                    </a:cubicBezTo>
                    <a:cubicBezTo>
                      <a:pt x="79" y="109"/>
                      <a:pt x="77" y="110"/>
                      <a:pt x="77" y="109"/>
                    </a:cubicBezTo>
                    <a:cubicBezTo>
                      <a:pt x="80" y="108"/>
                      <a:pt x="78" y="110"/>
                      <a:pt x="80" y="109"/>
                    </a:cubicBezTo>
                    <a:cubicBezTo>
                      <a:pt x="82" y="109"/>
                      <a:pt x="82" y="109"/>
                      <a:pt x="82" y="109"/>
                    </a:cubicBezTo>
                    <a:cubicBezTo>
                      <a:pt x="82" y="108"/>
                      <a:pt x="79" y="109"/>
                      <a:pt x="80" y="108"/>
                    </a:cubicBezTo>
                    <a:cubicBezTo>
                      <a:pt x="81" y="108"/>
                      <a:pt x="81" y="108"/>
                      <a:pt x="81" y="108"/>
                    </a:cubicBezTo>
                    <a:cubicBezTo>
                      <a:pt x="80" y="108"/>
                      <a:pt x="80" y="108"/>
                      <a:pt x="80" y="108"/>
                    </a:cubicBezTo>
                    <a:cubicBezTo>
                      <a:pt x="79" y="108"/>
                      <a:pt x="77" y="108"/>
                      <a:pt x="77" y="109"/>
                    </a:cubicBezTo>
                    <a:cubicBezTo>
                      <a:pt x="74" y="109"/>
                      <a:pt x="77" y="109"/>
                      <a:pt x="76" y="108"/>
                    </a:cubicBezTo>
                    <a:cubicBezTo>
                      <a:pt x="74" y="108"/>
                      <a:pt x="76" y="108"/>
                      <a:pt x="75" y="109"/>
                    </a:cubicBezTo>
                    <a:cubicBezTo>
                      <a:pt x="73" y="109"/>
                      <a:pt x="73" y="109"/>
                      <a:pt x="73" y="108"/>
                    </a:cubicBezTo>
                    <a:cubicBezTo>
                      <a:pt x="72" y="108"/>
                      <a:pt x="74" y="108"/>
                      <a:pt x="75" y="107"/>
                    </a:cubicBezTo>
                    <a:cubicBezTo>
                      <a:pt x="76" y="107"/>
                      <a:pt x="76" y="108"/>
                      <a:pt x="75" y="108"/>
                    </a:cubicBezTo>
                    <a:cubicBezTo>
                      <a:pt x="77" y="108"/>
                      <a:pt x="79" y="107"/>
                      <a:pt x="80" y="107"/>
                    </a:cubicBezTo>
                    <a:cubicBezTo>
                      <a:pt x="81" y="106"/>
                      <a:pt x="79" y="107"/>
                      <a:pt x="78" y="107"/>
                    </a:cubicBezTo>
                    <a:cubicBezTo>
                      <a:pt x="78" y="107"/>
                      <a:pt x="76" y="107"/>
                      <a:pt x="76" y="107"/>
                    </a:cubicBezTo>
                    <a:cubicBezTo>
                      <a:pt x="71" y="107"/>
                      <a:pt x="79" y="106"/>
                      <a:pt x="78" y="105"/>
                    </a:cubicBezTo>
                    <a:cubicBezTo>
                      <a:pt x="75" y="106"/>
                      <a:pt x="74" y="105"/>
                      <a:pt x="70" y="107"/>
                    </a:cubicBezTo>
                    <a:cubicBezTo>
                      <a:pt x="70" y="107"/>
                      <a:pt x="69" y="107"/>
                      <a:pt x="69" y="106"/>
                    </a:cubicBezTo>
                    <a:cubicBezTo>
                      <a:pt x="71" y="106"/>
                      <a:pt x="71" y="106"/>
                      <a:pt x="73" y="105"/>
                    </a:cubicBezTo>
                    <a:cubicBezTo>
                      <a:pt x="73" y="105"/>
                      <a:pt x="73" y="105"/>
                      <a:pt x="73" y="105"/>
                    </a:cubicBezTo>
                    <a:cubicBezTo>
                      <a:pt x="75" y="105"/>
                      <a:pt x="75" y="105"/>
                      <a:pt x="75" y="105"/>
                    </a:cubicBezTo>
                    <a:cubicBezTo>
                      <a:pt x="79" y="103"/>
                      <a:pt x="79" y="103"/>
                      <a:pt x="79" y="103"/>
                    </a:cubicBezTo>
                    <a:cubicBezTo>
                      <a:pt x="78" y="103"/>
                      <a:pt x="77" y="104"/>
                      <a:pt x="76" y="103"/>
                    </a:cubicBezTo>
                    <a:cubicBezTo>
                      <a:pt x="77" y="103"/>
                      <a:pt x="78" y="103"/>
                      <a:pt x="78" y="102"/>
                    </a:cubicBezTo>
                    <a:cubicBezTo>
                      <a:pt x="77" y="103"/>
                      <a:pt x="75" y="103"/>
                      <a:pt x="75" y="103"/>
                    </a:cubicBezTo>
                    <a:cubicBezTo>
                      <a:pt x="74" y="103"/>
                      <a:pt x="76" y="102"/>
                      <a:pt x="77" y="102"/>
                    </a:cubicBezTo>
                    <a:cubicBezTo>
                      <a:pt x="79" y="102"/>
                      <a:pt x="79" y="102"/>
                      <a:pt x="79" y="102"/>
                    </a:cubicBezTo>
                    <a:cubicBezTo>
                      <a:pt x="77" y="102"/>
                      <a:pt x="79" y="101"/>
                      <a:pt x="79" y="101"/>
                    </a:cubicBezTo>
                    <a:cubicBezTo>
                      <a:pt x="77" y="101"/>
                      <a:pt x="76" y="102"/>
                      <a:pt x="74" y="102"/>
                    </a:cubicBezTo>
                    <a:cubicBezTo>
                      <a:pt x="74" y="102"/>
                      <a:pt x="75" y="101"/>
                      <a:pt x="75" y="101"/>
                    </a:cubicBezTo>
                    <a:cubicBezTo>
                      <a:pt x="76" y="101"/>
                      <a:pt x="76" y="101"/>
                      <a:pt x="76" y="101"/>
                    </a:cubicBezTo>
                    <a:cubicBezTo>
                      <a:pt x="76" y="101"/>
                      <a:pt x="79" y="100"/>
                      <a:pt x="78" y="100"/>
                    </a:cubicBezTo>
                    <a:cubicBezTo>
                      <a:pt x="77" y="100"/>
                      <a:pt x="77" y="100"/>
                      <a:pt x="77" y="100"/>
                    </a:cubicBezTo>
                    <a:cubicBezTo>
                      <a:pt x="77" y="100"/>
                      <a:pt x="78" y="100"/>
                      <a:pt x="78" y="100"/>
                    </a:cubicBezTo>
                    <a:cubicBezTo>
                      <a:pt x="77" y="100"/>
                      <a:pt x="77" y="99"/>
                      <a:pt x="77" y="99"/>
                    </a:cubicBezTo>
                    <a:cubicBezTo>
                      <a:pt x="78" y="99"/>
                      <a:pt x="78" y="99"/>
                      <a:pt x="78" y="99"/>
                    </a:cubicBezTo>
                    <a:cubicBezTo>
                      <a:pt x="77" y="99"/>
                      <a:pt x="75" y="99"/>
                      <a:pt x="76" y="99"/>
                    </a:cubicBezTo>
                    <a:cubicBezTo>
                      <a:pt x="74" y="100"/>
                      <a:pt x="77" y="99"/>
                      <a:pt x="76" y="100"/>
                    </a:cubicBezTo>
                    <a:cubicBezTo>
                      <a:pt x="74" y="100"/>
                      <a:pt x="74" y="100"/>
                      <a:pt x="73" y="100"/>
                    </a:cubicBezTo>
                    <a:cubicBezTo>
                      <a:pt x="76" y="99"/>
                      <a:pt x="73" y="99"/>
                      <a:pt x="73" y="99"/>
                    </a:cubicBezTo>
                    <a:cubicBezTo>
                      <a:pt x="74" y="98"/>
                      <a:pt x="75" y="98"/>
                      <a:pt x="75" y="98"/>
                    </a:cubicBezTo>
                    <a:cubicBezTo>
                      <a:pt x="73" y="98"/>
                      <a:pt x="73" y="98"/>
                      <a:pt x="73" y="98"/>
                    </a:cubicBezTo>
                    <a:cubicBezTo>
                      <a:pt x="77" y="97"/>
                      <a:pt x="73" y="98"/>
                      <a:pt x="73" y="97"/>
                    </a:cubicBezTo>
                    <a:cubicBezTo>
                      <a:pt x="75" y="97"/>
                      <a:pt x="76" y="96"/>
                      <a:pt x="76" y="96"/>
                    </a:cubicBezTo>
                    <a:cubicBezTo>
                      <a:pt x="74" y="97"/>
                      <a:pt x="73" y="97"/>
                      <a:pt x="71" y="97"/>
                    </a:cubicBezTo>
                    <a:cubicBezTo>
                      <a:pt x="72" y="96"/>
                      <a:pt x="75" y="96"/>
                      <a:pt x="76" y="96"/>
                    </a:cubicBezTo>
                    <a:cubicBezTo>
                      <a:pt x="74" y="96"/>
                      <a:pt x="77" y="94"/>
                      <a:pt x="75" y="95"/>
                    </a:cubicBezTo>
                    <a:cubicBezTo>
                      <a:pt x="74" y="96"/>
                      <a:pt x="73" y="96"/>
                      <a:pt x="72" y="96"/>
                    </a:cubicBezTo>
                    <a:cubicBezTo>
                      <a:pt x="72" y="95"/>
                      <a:pt x="73" y="96"/>
                      <a:pt x="74" y="95"/>
                    </a:cubicBezTo>
                    <a:cubicBezTo>
                      <a:pt x="74" y="95"/>
                      <a:pt x="72" y="95"/>
                      <a:pt x="71" y="96"/>
                    </a:cubicBezTo>
                    <a:cubicBezTo>
                      <a:pt x="71" y="95"/>
                      <a:pt x="69" y="96"/>
                      <a:pt x="70" y="95"/>
                    </a:cubicBezTo>
                    <a:cubicBezTo>
                      <a:pt x="72" y="94"/>
                      <a:pt x="71" y="95"/>
                      <a:pt x="72" y="95"/>
                    </a:cubicBezTo>
                    <a:cubicBezTo>
                      <a:pt x="72" y="94"/>
                      <a:pt x="68" y="96"/>
                      <a:pt x="68" y="95"/>
                    </a:cubicBezTo>
                    <a:cubicBezTo>
                      <a:pt x="67" y="96"/>
                      <a:pt x="64" y="97"/>
                      <a:pt x="63" y="97"/>
                    </a:cubicBezTo>
                    <a:cubicBezTo>
                      <a:pt x="63" y="96"/>
                      <a:pt x="64" y="97"/>
                      <a:pt x="66" y="96"/>
                    </a:cubicBezTo>
                    <a:cubicBezTo>
                      <a:pt x="65" y="95"/>
                      <a:pt x="65" y="95"/>
                      <a:pt x="65" y="95"/>
                    </a:cubicBezTo>
                    <a:cubicBezTo>
                      <a:pt x="68" y="94"/>
                      <a:pt x="70" y="95"/>
                      <a:pt x="72" y="93"/>
                    </a:cubicBezTo>
                    <a:cubicBezTo>
                      <a:pt x="71" y="93"/>
                      <a:pt x="71" y="93"/>
                      <a:pt x="71" y="93"/>
                    </a:cubicBezTo>
                    <a:cubicBezTo>
                      <a:pt x="72" y="93"/>
                      <a:pt x="74" y="93"/>
                      <a:pt x="74" y="92"/>
                    </a:cubicBezTo>
                    <a:cubicBezTo>
                      <a:pt x="72" y="93"/>
                      <a:pt x="74" y="92"/>
                      <a:pt x="73" y="92"/>
                    </a:cubicBezTo>
                    <a:cubicBezTo>
                      <a:pt x="71" y="92"/>
                      <a:pt x="74" y="92"/>
                      <a:pt x="72" y="92"/>
                    </a:cubicBezTo>
                    <a:cubicBezTo>
                      <a:pt x="72" y="92"/>
                      <a:pt x="69" y="93"/>
                      <a:pt x="70" y="92"/>
                    </a:cubicBezTo>
                    <a:cubicBezTo>
                      <a:pt x="73" y="91"/>
                      <a:pt x="73" y="91"/>
                      <a:pt x="73" y="91"/>
                    </a:cubicBezTo>
                    <a:cubicBezTo>
                      <a:pt x="74" y="91"/>
                      <a:pt x="71" y="92"/>
                      <a:pt x="72" y="91"/>
                    </a:cubicBezTo>
                    <a:cubicBezTo>
                      <a:pt x="73" y="91"/>
                      <a:pt x="73" y="91"/>
                      <a:pt x="73" y="91"/>
                    </a:cubicBezTo>
                    <a:cubicBezTo>
                      <a:pt x="72" y="89"/>
                      <a:pt x="72" y="88"/>
                      <a:pt x="67" y="88"/>
                    </a:cubicBezTo>
                    <a:cubicBezTo>
                      <a:pt x="69" y="87"/>
                      <a:pt x="69" y="87"/>
                      <a:pt x="70" y="86"/>
                    </a:cubicBezTo>
                    <a:cubicBezTo>
                      <a:pt x="69" y="86"/>
                      <a:pt x="68" y="86"/>
                      <a:pt x="68" y="86"/>
                    </a:cubicBezTo>
                    <a:cubicBezTo>
                      <a:pt x="69" y="85"/>
                      <a:pt x="69" y="85"/>
                      <a:pt x="69" y="85"/>
                    </a:cubicBezTo>
                    <a:cubicBezTo>
                      <a:pt x="70" y="84"/>
                      <a:pt x="68" y="85"/>
                      <a:pt x="67" y="85"/>
                    </a:cubicBezTo>
                    <a:cubicBezTo>
                      <a:pt x="68" y="84"/>
                      <a:pt x="68" y="84"/>
                      <a:pt x="68" y="84"/>
                    </a:cubicBezTo>
                    <a:cubicBezTo>
                      <a:pt x="69" y="83"/>
                      <a:pt x="67" y="84"/>
                      <a:pt x="67" y="84"/>
                    </a:cubicBezTo>
                    <a:cubicBezTo>
                      <a:pt x="68" y="84"/>
                      <a:pt x="68" y="84"/>
                      <a:pt x="68" y="84"/>
                    </a:cubicBezTo>
                    <a:cubicBezTo>
                      <a:pt x="67" y="84"/>
                      <a:pt x="67" y="84"/>
                      <a:pt x="67" y="84"/>
                    </a:cubicBezTo>
                    <a:cubicBezTo>
                      <a:pt x="66" y="84"/>
                      <a:pt x="66" y="83"/>
                      <a:pt x="68" y="83"/>
                    </a:cubicBezTo>
                    <a:cubicBezTo>
                      <a:pt x="67" y="83"/>
                      <a:pt x="67" y="83"/>
                      <a:pt x="67" y="83"/>
                    </a:cubicBezTo>
                    <a:cubicBezTo>
                      <a:pt x="68" y="82"/>
                      <a:pt x="67" y="81"/>
                      <a:pt x="66" y="81"/>
                    </a:cubicBezTo>
                    <a:cubicBezTo>
                      <a:pt x="66" y="82"/>
                      <a:pt x="65" y="82"/>
                      <a:pt x="64" y="82"/>
                    </a:cubicBezTo>
                    <a:cubicBezTo>
                      <a:pt x="62" y="83"/>
                      <a:pt x="64" y="82"/>
                      <a:pt x="63" y="82"/>
                    </a:cubicBezTo>
                    <a:cubicBezTo>
                      <a:pt x="64" y="82"/>
                      <a:pt x="64" y="81"/>
                      <a:pt x="65" y="81"/>
                    </a:cubicBezTo>
                    <a:cubicBezTo>
                      <a:pt x="68" y="79"/>
                      <a:pt x="65" y="79"/>
                      <a:pt x="65" y="78"/>
                    </a:cubicBezTo>
                    <a:cubicBezTo>
                      <a:pt x="64" y="78"/>
                      <a:pt x="64" y="78"/>
                      <a:pt x="64" y="78"/>
                    </a:cubicBezTo>
                    <a:cubicBezTo>
                      <a:pt x="66" y="77"/>
                      <a:pt x="63" y="77"/>
                      <a:pt x="64" y="76"/>
                    </a:cubicBezTo>
                    <a:cubicBezTo>
                      <a:pt x="63" y="76"/>
                      <a:pt x="60" y="77"/>
                      <a:pt x="60" y="77"/>
                    </a:cubicBezTo>
                    <a:cubicBezTo>
                      <a:pt x="58" y="78"/>
                      <a:pt x="62" y="76"/>
                      <a:pt x="63" y="75"/>
                    </a:cubicBezTo>
                    <a:cubicBezTo>
                      <a:pt x="62" y="75"/>
                      <a:pt x="62" y="75"/>
                      <a:pt x="62" y="75"/>
                    </a:cubicBezTo>
                    <a:cubicBezTo>
                      <a:pt x="62" y="75"/>
                      <a:pt x="62" y="75"/>
                      <a:pt x="62" y="75"/>
                    </a:cubicBezTo>
                    <a:cubicBezTo>
                      <a:pt x="61" y="75"/>
                      <a:pt x="60" y="75"/>
                      <a:pt x="61" y="74"/>
                    </a:cubicBezTo>
                    <a:cubicBezTo>
                      <a:pt x="61" y="74"/>
                      <a:pt x="61" y="74"/>
                      <a:pt x="61" y="74"/>
                    </a:cubicBezTo>
                    <a:cubicBezTo>
                      <a:pt x="61" y="74"/>
                      <a:pt x="62" y="73"/>
                      <a:pt x="62" y="73"/>
                    </a:cubicBezTo>
                    <a:cubicBezTo>
                      <a:pt x="60" y="74"/>
                      <a:pt x="61" y="72"/>
                      <a:pt x="59" y="73"/>
                    </a:cubicBezTo>
                    <a:cubicBezTo>
                      <a:pt x="60" y="73"/>
                      <a:pt x="60" y="73"/>
                      <a:pt x="60" y="73"/>
                    </a:cubicBezTo>
                    <a:cubicBezTo>
                      <a:pt x="59" y="73"/>
                      <a:pt x="59" y="73"/>
                      <a:pt x="59" y="73"/>
                    </a:cubicBezTo>
                    <a:cubicBezTo>
                      <a:pt x="59" y="73"/>
                      <a:pt x="59" y="73"/>
                      <a:pt x="59" y="73"/>
                    </a:cubicBezTo>
                    <a:cubicBezTo>
                      <a:pt x="61" y="72"/>
                      <a:pt x="61" y="72"/>
                      <a:pt x="61" y="72"/>
                    </a:cubicBezTo>
                    <a:cubicBezTo>
                      <a:pt x="62" y="71"/>
                      <a:pt x="60" y="72"/>
                      <a:pt x="59" y="73"/>
                    </a:cubicBezTo>
                    <a:cubicBezTo>
                      <a:pt x="57" y="73"/>
                      <a:pt x="59" y="72"/>
                      <a:pt x="59" y="72"/>
                    </a:cubicBezTo>
                    <a:cubicBezTo>
                      <a:pt x="60" y="71"/>
                      <a:pt x="59" y="72"/>
                      <a:pt x="59" y="72"/>
                    </a:cubicBezTo>
                    <a:cubicBezTo>
                      <a:pt x="61" y="72"/>
                      <a:pt x="60" y="72"/>
                      <a:pt x="61" y="71"/>
                    </a:cubicBezTo>
                    <a:cubicBezTo>
                      <a:pt x="61" y="71"/>
                      <a:pt x="59" y="72"/>
                      <a:pt x="59" y="72"/>
                    </a:cubicBezTo>
                    <a:cubicBezTo>
                      <a:pt x="59" y="71"/>
                      <a:pt x="58" y="71"/>
                      <a:pt x="60" y="70"/>
                    </a:cubicBezTo>
                    <a:cubicBezTo>
                      <a:pt x="59" y="71"/>
                      <a:pt x="59" y="70"/>
                      <a:pt x="58" y="70"/>
                    </a:cubicBezTo>
                    <a:cubicBezTo>
                      <a:pt x="58" y="71"/>
                      <a:pt x="58" y="71"/>
                      <a:pt x="57" y="72"/>
                    </a:cubicBezTo>
                    <a:cubicBezTo>
                      <a:pt x="57" y="72"/>
                      <a:pt x="56" y="72"/>
                      <a:pt x="57" y="71"/>
                    </a:cubicBezTo>
                    <a:cubicBezTo>
                      <a:pt x="57" y="71"/>
                      <a:pt x="57" y="71"/>
                      <a:pt x="57" y="71"/>
                    </a:cubicBezTo>
                    <a:cubicBezTo>
                      <a:pt x="57" y="71"/>
                      <a:pt x="57" y="71"/>
                      <a:pt x="56" y="72"/>
                    </a:cubicBezTo>
                    <a:cubicBezTo>
                      <a:pt x="58" y="70"/>
                      <a:pt x="58" y="70"/>
                      <a:pt x="58" y="70"/>
                    </a:cubicBezTo>
                    <a:cubicBezTo>
                      <a:pt x="56" y="71"/>
                      <a:pt x="56" y="70"/>
                      <a:pt x="56" y="70"/>
                    </a:cubicBezTo>
                    <a:cubicBezTo>
                      <a:pt x="57" y="69"/>
                      <a:pt x="59" y="69"/>
                      <a:pt x="59" y="68"/>
                    </a:cubicBezTo>
                    <a:cubicBezTo>
                      <a:pt x="58" y="68"/>
                      <a:pt x="58" y="68"/>
                      <a:pt x="58" y="68"/>
                    </a:cubicBezTo>
                    <a:cubicBezTo>
                      <a:pt x="57" y="68"/>
                      <a:pt x="58" y="68"/>
                      <a:pt x="59" y="68"/>
                    </a:cubicBezTo>
                    <a:cubicBezTo>
                      <a:pt x="59" y="66"/>
                      <a:pt x="54" y="69"/>
                      <a:pt x="55" y="68"/>
                    </a:cubicBezTo>
                    <a:cubicBezTo>
                      <a:pt x="57" y="67"/>
                      <a:pt x="57" y="67"/>
                      <a:pt x="57" y="66"/>
                    </a:cubicBezTo>
                    <a:cubicBezTo>
                      <a:pt x="56" y="67"/>
                      <a:pt x="56" y="67"/>
                      <a:pt x="56" y="67"/>
                    </a:cubicBezTo>
                    <a:cubicBezTo>
                      <a:pt x="55" y="67"/>
                      <a:pt x="58" y="66"/>
                      <a:pt x="56" y="67"/>
                    </a:cubicBezTo>
                    <a:cubicBezTo>
                      <a:pt x="55" y="68"/>
                      <a:pt x="56" y="67"/>
                      <a:pt x="55" y="67"/>
                    </a:cubicBezTo>
                    <a:cubicBezTo>
                      <a:pt x="59" y="65"/>
                      <a:pt x="55" y="65"/>
                      <a:pt x="57" y="63"/>
                    </a:cubicBezTo>
                    <a:cubicBezTo>
                      <a:pt x="54" y="64"/>
                      <a:pt x="56" y="63"/>
                      <a:pt x="55" y="63"/>
                    </a:cubicBezTo>
                    <a:cubicBezTo>
                      <a:pt x="57" y="62"/>
                      <a:pt x="54" y="63"/>
                      <a:pt x="55" y="62"/>
                    </a:cubicBezTo>
                    <a:cubicBezTo>
                      <a:pt x="53" y="63"/>
                      <a:pt x="53" y="63"/>
                      <a:pt x="53" y="63"/>
                    </a:cubicBezTo>
                    <a:cubicBezTo>
                      <a:pt x="54" y="62"/>
                      <a:pt x="49" y="64"/>
                      <a:pt x="52" y="63"/>
                    </a:cubicBezTo>
                    <a:cubicBezTo>
                      <a:pt x="52" y="62"/>
                      <a:pt x="54" y="62"/>
                      <a:pt x="54" y="62"/>
                    </a:cubicBezTo>
                    <a:cubicBezTo>
                      <a:pt x="56" y="60"/>
                      <a:pt x="51" y="62"/>
                      <a:pt x="54" y="60"/>
                    </a:cubicBezTo>
                    <a:cubicBezTo>
                      <a:pt x="53" y="60"/>
                      <a:pt x="52" y="61"/>
                      <a:pt x="51" y="61"/>
                    </a:cubicBezTo>
                    <a:cubicBezTo>
                      <a:pt x="52" y="61"/>
                      <a:pt x="52" y="59"/>
                      <a:pt x="53" y="59"/>
                    </a:cubicBezTo>
                    <a:cubicBezTo>
                      <a:pt x="52" y="59"/>
                      <a:pt x="52" y="60"/>
                      <a:pt x="52" y="59"/>
                    </a:cubicBezTo>
                    <a:cubicBezTo>
                      <a:pt x="53" y="59"/>
                      <a:pt x="53" y="59"/>
                      <a:pt x="53" y="59"/>
                    </a:cubicBezTo>
                    <a:cubicBezTo>
                      <a:pt x="54" y="58"/>
                      <a:pt x="52" y="58"/>
                      <a:pt x="51" y="58"/>
                    </a:cubicBezTo>
                    <a:cubicBezTo>
                      <a:pt x="53" y="57"/>
                      <a:pt x="52" y="57"/>
                      <a:pt x="52" y="56"/>
                    </a:cubicBezTo>
                    <a:cubicBezTo>
                      <a:pt x="50" y="57"/>
                      <a:pt x="53" y="55"/>
                      <a:pt x="50" y="56"/>
                    </a:cubicBezTo>
                    <a:cubicBezTo>
                      <a:pt x="51" y="56"/>
                      <a:pt x="51" y="56"/>
                      <a:pt x="51" y="56"/>
                    </a:cubicBezTo>
                    <a:cubicBezTo>
                      <a:pt x="50" y="56"/>
                      <a:pt x="48" y="57"/>
                      <a:pt x="48" y="57"/>
                    </a:cubicBezTo>
                    <a:cubicBezTo>
                      <a:pt x="50" y="56"/>
                      <a:pt x="50" y="56"/>
                      <a:pt x="50" y="56"/>
                    </a:cubicBezTo>
                    <a:cubicBezTo>
                      <a:pt x="52" y="54"/>
                      <a:pt x="50" y="55"/>
                      <a:pt x="51" y="54"/>
                    </a:cubicBezTo>
                    <a:cubicBezTo>
                      <a:pt x="49" y="55"/>
                      <a:pt x="51" y="54"/>
                      <a:pt x="49" y="55"/>
                    </a:cubicBezTo>
                    <a:cubicBezTo>
                      <a:pt x="49" y="55"/>
                      <a:pt x="49" y="55"/>
                      <a:pt x="49" y="55"/>
                    </a:cubicBezTo>
                    <a:cubicBezTo>
                      <a:pt x="48" y="55"/>
                      <a:pt x="48" y="55"/>
                      <a:pt x="47" y="55"/>
                    </a:cubicBezTo>
                    <a:cubicBezTo>
                      <a:pt x="47" y="55"/>
                      <a:pt x="49" y="54"/>
                      <a:pt x="49" y="54"/>
                    </a:cubicBezTo>
                    <a:cubicBezTo>
                      <a:pt x="50" y="53"/>
                      <a:pt x="49" y="53"/>
                      <a:pt x="49" y="53"/>
                    </a:cubicBezTo>
                    <a:cubicBezTo>
                      <a:pt x="49" y="53"/>
                      <a:pt x="49" y="53"/>
                      <a:pt x="48" y="53"/>
                    </a:cubicBezTo>
                    <a:cubicBezTo>
                      <a:pt x="48" y="53"/>
                      <a:pt x="48" y="53"/>
                      <a:pt x="48" y="53"/>
                    </a:cubicBezTo>
                    <a:cubicBezTo>
                      <a:pt x="48" y="53"/>
                      <a:pt x="48" y="53"/>
                      <a:pt x="48" y="53"/>
                    </a:cubicBezTo>
                    <a:cubicBezTo>
                      <a:pt x="48" y="53"/>
                      <a:pt x="48" y="53"/>
                      <a:pt x="48" y="53"/>
                    </a:cubicBezTo>
                    <a:cubicBezTo>
                      <a:pt x="48" y="53"/>
                      <a:pt x="48" y="53"/>
                      <a:pt x="49" y="53"/>
                    </a:cubicBezTo>
                    <a:cubicBezTo>
                      <a:pt x="49" y="53"/>
                      <a:pt x="49" y="53"/>
                      <a:pt x="49" y="53"/>
                    </a:cubicBezTo>
                    <a:cubicBezTo>
                      <a:pt x="49" y="53"/>
                      <a:pt x="49" y="53"/>
                      <a:pt x="49" y="53"/>
                    </a:cubicBezTo>
                    <a:cubicBezTo>
                      <a:pt x="49" y="52"/>
                      <a:pt x="49" y="52"/>
                      <a:pt x="49" y="52"/>
                    </a:cubicBezTo>
                    <a:cubicBezTo>
                      <a:pt x="50" y="51"/>
                      <a:pt x="50" y="51"/>
                      <a:pt x="50" y="51"/>
                    </a:cubicBezTo>
                    <a:cubicBezTo>
                      <a:pt x="50" y="51"/>
                      <a:pt x="48" y="52"/>
                      <a:pt x="48" y="52"/>
                    </a:cubicBezTo>
                    <a:cubicBezTo>
                      <a:pt x="49" y="50"/>
                      <a:pt x="46" y="50"/>
                      <a:pt x="46" y="50"/>
                    </a:cubicBezTo>
                    <a:cubicBezTo>
                      <a:pt x="46" y="50"/>
                      <a:pt x="47" y="50"/>
                      <a:pt x="46" y="50"/>
                    </a:cubicBezTo>
                    <a:cubicBezTo>
                      <a:pt x="46" y="50"/>
                      <a:pt x="44" y="50"/>
                      <a:pt x="45" y="50"/>
                    </a:cubicBezTo>
                    <a:cubicBezTo>
                      <a:pt x="45" y="50"/>
                      <a:pt x="46" y="49"/>
                      <a:pt x="46" y="49"/>
                    </a:cubicBezTo>
                    <a:cubicBezTo>
                      <a:pt x="46" y="48"/>
                      <a:pt x="45" y="49"/>
                      <a:pt x="45" y="49"/>
                    </a:cubicBezTo>
                    <a:cubicBezTo>
                      <a:pt x="47" y="47"/>
                      <a:pt x="43" y="49"/>
                      <a:pt x="44" y="47"/>
                    </a:cubicBezTo>
                    <a:cubicBezTo>
                      <a:pt x="44" y="47"/>
                      <a:pt x="45" y="47"/>
                      <a:pt x="45" y="47"/>
                    </a:cubicBezTo>
                    <a:cubicBezTo>
                      <a:pt x="44" y="47"/>
                      <a:pt x="43" y="46"/>
                      <a:pt x="41" y="47"/>
                    </a:cubicBezTo>
                    <a:cubicBezTo>
                      <a:pt x="43" y="46"/>
                      <a:pt x="43" y="46"/>
                      <a:pt x="43" y="46"/>
                    </a:cubicBezTo>
                    <a:cubicBezTo>
                      <a:pt x="43" y="46"/>
                      <a:pt x="42" y="46"/>
                      <a:pt x="41" y="46"/>
                    </a:cubicBezTo>
                    <a:cubicBezTo>
                      <a:pt x="40" y="47"/>
                      <a:pt x="39" y="47"/>
                      <a:pt x="39" y="47"/>
                    </a:cubicBezTo>
                    <a:cubicBezTo>
                      <a:pt x="39" y="47"/>
                      <a:pt x="39" y="47"/>
                      <a:pt x="39" y="47"/>
                    </a:cubicBezTo>
                    <a:cubicBezTo>
                      <a:pt x="38" y="46"/>
                      <a:pt x="38" y="46"/>
                      <a:pt x="38" y="46"/>
                    </a:cubicBezTo>
                    <a:cubicBezTo>
                      <a:pt x="39" y="46"/>
                      <a:pt x="39" y="46"/>
                      <a:pt x="39" y="46"/>
                    </a:cubicBezTo>
                    <a:cubicBezTo>
                      <a:pt x="42" y="44"/>
                      <a:pt x="40" y="44"/>
                      <a:pt x="41" y="44"/>
                    </a:cubicBezTo>
                    <a:cubicBezTo>
                      <a:pt x="39" y="44"/>
                      <a:pt x="39" y="44"/>
                      <a:pt x="39" y="44"/>
                    </a:cubicBezTo>
                    <a:cubicBezTo>
                      <a:pt x="38" y="44"/>
                      <a:pt x="40" y="43"/>
                      <a:pt x="40" y="43"/>
                    </a:cubicBezTo>
                    <a:cubicBezTo>
                      <a:pt x="35" y="45"/>
                      <a:pt x="35" y="45"/>
                      <a:pt x="35" y="45"/>
                    </a:cubicBezTo>
                    <a:cubicBezTo>
                      <a:pt x="36" y="45"/>
                      <a:pt x="37" y="44"/>
                      <a:pt x="38" y="43"/>
                    </a:cubicBezTo>
                    <a:cubicBezTo>
                      <a:pt x="37" y="43"/>
                      <a:pt x="35" y="44"/>
                      <a:pt x="33" y="45"/>
                    </a:cubicBezTo>
                    <a:cubicBezTo>
                      <a:pt x="33" y="44"/>
                      <a:pt x="32" y="44"/>
                      <a:pt x="32" y="44"/>
                    </a:cubicBezTo>
                    <a:cubicBezTo>
                      <a:pt x="33" y="43"/>
                      <a:pt x="32" y="44"/>
                      <a:pt x="33" y="44"/>
                    </a:cubicBezTo>
                    <a:cubicBezTo>
                      <a:pt x="34" y="43"/>
                      <a:pt x="34" y="43"/>
                      <a:pt x="34" y="43"/>
                    </a:cubicBezTo>
                    <a:cubicBezTo>
                      <a:pt x="34" y="43"/>
                      <a:pt x="36" y="41"/>
                      <a:pt x="37" y="41"/>
                    </a:cubicBezTo>
                    <a:cubicBezTo>
                      <a:pt x="36" y="41"/>
                      <a:pt x="36" y="40"/>
                      <a:pt x="36" y="39"/>
                    </a:cubicBezTo>
                    <a:cubicBezTo>
                      <a:pt x="34" y="41"/>
                      <a:pt x="35" y="39"/>
                      <a:pt x="33" y="41"/>
                    </a:cubicBezTo>
                    <a:cubicBezTo>
                      <a:pt x="32" y="40"/>
                      <a:pt x="34" y="39"/>
                      <a:pt x="35" y="39"/>
                    </a:cubicBezTo>
                    <a:cubicBezTo>
                      <a:pt x="33" y="39"/>
                      <a:pt x="34" y="38"/>
                      <a:pt x="33" y="37"/>
                    </a:cubicBezTo>
                    <a:cubicBezTo>
                      <a:pt x="34" y="37"/>
                      <a:pt x="34" y="37"/>
                      <a:pt x="34" y="37"/>
                    </a:cubicBezTo>
                    <a:cubicBezTo>
                      <a:pt x="33" y="37"/>
                      <a:pt x="33" y="36"/>
                      <a:pt x="31" y="37"/>
                    </a:cubicBezTo>
                    <a:cubicBezTo>
                      <a:pt x="32" y="36"/>
                      <a:pt x="32" y="36"/>
                      <a:pt x="32" y="36"/>
                    </a:cubicBezTo>
                    <a:cubicBezTo>
                      <a:pt x="32" y="35"/>
                      <a:pt x="29" y="38"/>
                      <a:pt x="30" y="36"/>
                    </a:cubicBezTo>
                    <a:cubicBezTo>
                      <a:pt x="31" y="36"/>
                      <a:pt x="31" y="36"/>
                      <a:pt x="31" y="36"/>
                    </a:cubicBezTo>
                    <a:cubicBezTo>
                      <a:pt x="30" y="36"/>
                      <a:pt x="32" y="34"/>
                      <a:pt x="30" y="35"/>
                    </a:cubicBezTo>
                    <a:cubicBezTo>
                      <a:pt x="31" y="34"/>
                      <a:pt x="31" y="34"/>
                      <a:pt x="31" y="34"/>
                    </a:cubicBezTo>
                    <a:cubicBezTo>
                      <a:pt x="30" y="34"/>
                      <a:pt x="30" y="34"/>
                      <a:pt x="28" y="34"/>
                    </a:cubicBezTo>
                    <a:cubicBezTo>
                      <a:pt x="30" y="33"/>
                      <a:pt x="30" y="33"/>
                      <a:pt x="30" y="33"/>
                    </a:cubicBezTo>
                    <a:cubicBezTo>
                      <a:pt x="31" y="32"/>
                      <a:pt x="28" y="34"/>
                      <a:pt x="29" y="33"/>
                    </a:cubicBezTo>
                    <a:cubicBezTo>
                      <a:pt x="29" y="33"/>
                      <a:pt x="29" y="32"/>
                      <a:pt x="30" y="32"/>
                    </a:cubicBezTo>
                    <a:cubicBezTo>
                      <a:pt x="28" y="33"/>
                      <a:pt x="28" y="32"/>
                      <a:pt x="28" y="32"/>
                    </a:cubicBezTo>
                    <a:cubicBezTo>
                      <a:pt x="29" y="31"/>
                      <a:pt x="29" y="31"/>
                      <a:pt x="29" y="31"/>
                    </a:cubicBezTo>
                    <a:cubicBezTo>
                      <a:pt x="28" y="29"/>
                      <a:pt x="27" y="27"/>
                      <a:pt x="24" y="26"/>
                    </a:cubicBezTo>
                    <a:cubicBezTo>
                      <a:pt x="26" y="24"/>
                      <a:pt x="26" y="26"/>
                      <a:pt x="27" y="24"/>
                    </a:cubicBezTo>
                    <a:cubicBezTo>
                      <a:pt x="25" y="26"/>
                      <a:pt x="26" y="24"/>
                      <a:pt x="25" y="24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5" y="24"/>
                      <a:pt x="26" y="23"/>
                      <a:pt x="25" y="23"/>
                    </a:cubicBezTo>
                    <a:cubicBezTo>
                      <a:pt x="25" y="24"/>
                      <a:pt x="25" y="24"/>
                      <a:pt x="25" y="24"/>
                    </a:cubicBezTo>
                    <a:cubicBezTo>
                      <a:pt x="24" y="24"/>
                      <a:pt x="27" y="21"/>
                      <a:pt x="25" y="23"/>
                    </a:cubicBezTo>
                    <a:cubicBezTo>
                      <a:pt x="26" y="22"/>
                      <a:pt x="26" y="22"/>
                      <a:pt x="26" y="22"/>
                    </a:cubicBezTo>
                    <a:cubicBezTo>
                      <a:pt x="23" y="23"/>
                      <a:pt x="26" y="21"/>
                      <a:pt x="24" y="22"/>
                    </a:cubicBezTo>
                    <a:cubicBezTo>
                      <a:pt x="25" y="21"/>
                      <a:pt x="25" y="21"/>
                      <a:pt x="25" y="21"/>
                    </a:cubicBezTo>
                    <a:cubicBezTo>
                      <a:pt x="25" y="20"/>
                      <a:pt x="22" y="22"/>
                      <a:pt x="23" y="21"/>
                    </a:cubicBezTo>
                    <a:cubicBezTo>
                      <a:pt x="23" y="20"/>
                      <a:pt x="22" y="20"/>
                      <a:pt x="20" y="21"/>
                    </a:cubicBezTo>
                    <a:cubicBezTo>
                      <a:pt x="23" y="20"/>
                      <a:pt x="23" y="20"/>
                      <a:pt x="23" y="20"/>
                    </a:cubicBezTo>
                    <a:cubicBezTo>
                      <a:pt x="21" y="19"/>
                      <a:pt x="20" y="17"/>
                      <a:pt x="17" y="17"/>
                    </a:cubicBezTo>
                    <a:cubicBezTo>
                      <a:pt x="18" y="16"/>
                      <a:pt x="18" y="16"/>
                      <a:pt x="18" y="16"/>
                    </a:cubicBezTo>
                    <a:cubicBezTo>
                      <a:pt x="16" y="17"/>
                      <a:pt x="19" y="13"/>
                      <a:pt x="15" y="15"/>
                    </a:cubicBezTo>
                    <a:cubicBezTo>
                      <a:pt x="13" y="16"/>
                      <a:pt x="13" y="16"/>
                      <a:pt x="13" y="16"/>
                    </a:cubicBezTo>
                    <a:cubicBezTo>
                      <a:pt x="15" y="14"/>
                      <a:pt x="15" y="14"/>
                      <a:pt x="15" y="14"/>
                    </a:cubicBezTo>
                    <a:cubicBezTo>
                      <a:pt x="14" y="14"/>
                      <a:pt x="15" y="13"/>
                      <a:pt x="13" y="14"/>
                    </a:cubicBezTo>
                    <a:cubicBezTo>
                      <a:pt x="15" y="13"/>
                      <a:pt x="15" y="13"/>
                      <a:pt x="15" y="13"/>
                    </a:cubicBezTo>
                    <a:cubicBezTo>
                      <a:pt x="15" y="13"/>
                      <a:pt x="12" y="14"/>
                      <a:pt x="12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5" y="9"/>
                      <a:pt x="16" y="6"/>
                      <a:pt x="11" y="6"/>
                    </a:cubicBezTo>
                    <a:cubicBezTo>
                      <a:pt x="11" y="6"/>
                      <a:pt x="13" y="4"/>
                      <a:pt x="13" y="4"/>
                    </a:cubicBezTo>
                    <a:cubicBezTo>
                      <a:pt x="9" y="4"/>
                      <a:pt x="13" y="0"/>
                      <a:pt x="7" y="1"/>
                    </a:cubicBezTo>
                    <a:cubicBezTo>
                      <a:pt x="6" y="0"/>
                      <a:pt x="0" y="2"/>
                      <a:pt x="0" y="2"/>
                    </a:cubicBezTo>
                    <a:cubicBezTo>
                      <a:pt x="3" y="4"/>
                      <a:pt x="3" y="8"/>
                      <a:pt x="1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53" name="Freeform 128"/>
              <p:cNvSpPr/>
              <p:nvPr>
                <p:custDataLst>
                  <p:tags r:id="rId374"/>
                </p:custDataLst>
              </p:nvPr>
            </p:nvSpPr>
            <p:spPr bwMode="auto">
              <a:xfrm>
                <a:off x="3538" y="1526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54" name="Freeform 129"/>
              <p:cNvSpPr/>
              <p:nvPr>
                <p:custDataLst>
                  <p:tags r:id="rId375"/>
                </p:custDataLst>
              </p:nvPr>
            </p:nvSpPr>
            <p:spPr bwMode="auto">
              <a:xfrm>
                <a:off x="3460" y="1407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55" name="Freeform 130"/>
              <p:cNvSpPr/>
              <p:nvPr>
                <p:custDataLst>
                  <p:tags r:id="rId376"/>
                </p:custDataLst>
              </p:nvPr>
            </p:nvSpPr>
            <p:spPr bwMode="auto">
              <a:xfrm>
                <a:off x="3445" y="1392"/>
                <a:ext cx="4" cy="2"/>
              </a:xfrm>
              <a:custGeom>
                <a:avLst/>
                <a:gdLst>
                  <a:gd name="T0" fmla="*/ 4 w 4"/>
                  <a:gd name="T1" fmla="*/ 0 h 2"/>
                  <a:gd name="T2" fmla="*/ 4 w 4"/>
                  <a:gd name="T3" fmla="*/ 0 h 2"/>
                  <a:gd name="T4" fmla="*/ 0 w 4"/>
                  <a:gd name="T5" fmla="*/ 2 h 2"/>
                  <a:gd name="T6" fmla="*/ 4 w 4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lnTo>
                      <a:pt x="4" y="0"/>
                    </a:lnTo>
                    <a:lnTo>
                      <a:pt x="0" y="2"/>
                    </a:lnTo>
                    <a:lnTo>
                      <a:pt x="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56" name="Freeform 131"/>
              <p:cNvSpPr/>
              <p:nvPr>
                <p:custDataLst>
                  <p:tags r:id="rId377"/>
                </p:custDataLst>
              </p:nvPr>
            </p:nvSpPr>
            <p:spPr bwMode="auto">
              <a:xfrm>
                <a:off x="3468" y="1405"/>
                <a:ext cx="4" cy="0"/>
              </a:xfrm>
              <a:custGeom>
                <a:avLst/>
                <a:gdLst>
                  <a:gd name="T0" fmla="*/ 2 w 2"/>
                  <a:gd name="T1" fmla="*/ 1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2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57" name="Freeform 132"/>
              <p:cNvSpPr/>
              <p:nvPr>
                <p:custDataLst>
                  <p:tags r:id="rId378"/>
                </p:custDataLst>
              </p:nvPr>
            </p:nvSpPr>
            <p:spPr bwMode="auto">
              <a:xfrm>
                <a:off x="3515" y="157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58" name="Freeform 133"/>
              <p:cNvSpPr/>
              <p:nvPr>
                <p:custDataLst>
                  <p:tags r:id="rId379"/>
                </p:custDataLst>
              </p:nvPr>
            </p:nvSpPr>
            <p:spPr bwMode="auto">
              <a:xfrm>
                <a:off x="3470" y="1407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59" name="Freeform 134"/>
              <p:cNvSpPr/>
              <p:nvPr>
                <p:custDataLst>
                  <p:tags r:id="rId380"/>
                </p:custDataLst>
              </p:nvPr>
            </p:nvSpPr>
            <p:spPr bwMode="auto">
              <a:xfrm>
                <a:off x="3462" y="1407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60" name="Freeform 135"/>
              <p:cNvSpPr/>
              <p:nvPr>
                <p:custDataLst>
                  <p:tags r:id="rId381"/>
                </p:custDataLst>
              </p:nvPr>
            </p:nvSpPr>
            <p:spPr bwMode="auto">
              <a:xfrm>
                <a:off x="3909" y="1416"/>
                <a:ext cx="11" cy="2"/>
              </a:xfrm>
              <a:custGeom>
                <a:avLst/>
                <a:gdLst>
                  <a:gd name="T0" fmla="*/ 1 w 5"/>
                  <a:gd name="T1" fmla="*/ 1 h 1"/>
                  <a:gd name="T2" fmla="*/ 0 w 5"/>
                  <a:gd name="T3" fmla="*/ 1 h 1"/>
                  <a:gd name="T4" fmla="*/ 2 w 5"/>
                  <a:gd name="T5" fmla="*/ 1 h 1"/>
                  <a:gd name="T6" fmla="*/ 3 w 5"/>
                  <a:gd name="T7" fmla="*/ 1 h 1"/>
                  <a:gd name="T8" fmla="*/ 5 w 5"/>
                  <a:gd name="T9" fmla="*/ 0 h 1"/>
                  <a:gd name="T10" fmla="*/ 1 w 5"/>
                  <a:gd name="T1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1">
                    <a:moveTo>
                      <a:pt x="1" y="1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3" y="1"/>
                      <a:pt x="4" y="1"/>
                      <a:pt x="3" y="1"/>
                    </a:cubicBezTo>
                    <a:cubicBezTo>
                      <a:pt x="4" y="0"/>
                      <a:pt x="5" y="0"/>
                      <a:pt x="5" y="0"/>
                    </a:cubicBezTo>
                    <a:cubicBezTo>
                      <a:pt x="4" y="0"/>
                      <a:pt x="2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61" name="Freeform 136"/>
              <p:cNvSpPr/>
              <p:nvPr>
                <p:custDataLst>
                  <p:tags r:id="rId382"/>
                </p:custDataLst>
              </p:nvPr>
            </p:nvSpPr>
            <p:spPr bwMode="auto">
              <a:xfrm>
                <a:off x="4491" y="1382"/>
                <a:ext cx="2" cy="4"/>
              </a:xfrm>
              <a:custGeom>
                <a:avLst/>
                <a:gdLst>
                  <a:gd name="T0" fmla="*/ 1 w 1"/>
                  <a:gd name="T1" fmla="*/ 1 h 2"/>
                  <a:gd name="T2" fmla="*/ 0 w 1"/>
                  <a:gd name="T3" fmla="*/ 1 h 2"/>
                  <a:gd name="T4" fmla="*/ 1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0" y="0"/>
                      <a:pt x="1" y="2"/>
                      <a:pt x="0" y="1"/>
                    </a:cubicBezTo>
                    <a:cubicBezTo>
                      <a:pt x="1" y="2"/>
                      <a:pt x="1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62" name="Freeform 137"/>
              <p:cNvSpPr/>
              <p:nvPr>
                <p:custDataLst>
                  <p:tags r:id="rId383"/>
                </p:custDataLst>
              </p:nvPr>
            </p:nvSpPr>
            <p:spPr bwMode="auto">
              <a:xfrm>
                <a:off x="4368" y="1484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63" name="Freeform 138"/>
              <p:cNvSpPr/>
              <p:nvPr>
                <p:custDataLst>
                  <p:tags r:id="rId384"/>
                </p:custDataLst>
              </p:nvPr>
            </p:nvSpPr>
            <p:spPr bwMode="auto">
              <a:xfrm>
                <a:off x="4504" y="1378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64" name="Freeform 139"/>
              <p:cNvSpPr/>
              <p:nvPr>
                <p:custDataLst>
                  <p:tags r:id="rId385"/>
                </p:custDataLst>
              </p:nvPr>
            </p:nvSpPr>
            <p:spPr bwMode="auto">
              <a:xfrm>
                <a:off x="4506" y="1382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65" name="Freeform 140"/>
              <p:cNvSpPr/>
              <p:nvPr>
                <p:custDataLst>
                  <p:tags r:id="rId386"/>
                </p:custDataLst>
              </p:nvPr>
            </p:nvSpPr>
            <p:spPr bwMode="auto">
              <a:xfrm>
                <a:off x="4368" y="149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66" name="Freeform 141"/>
              <p:cNvSpPr/>
              <p:nvPr>
                <p:custDataLst>
                  <p:tags r:id="rId387"/>
                </p:custDataLst>
              </p:nvPr>
            </p:nvSpPr>
            <p:spPr bwMode="auto">
              <a:xfrm>
                <a:off x="4364" y="1484"/>
                <a:ext cx="2" cy="4"/>
              </a:xfrm>
              <a:custGeom>
                <a:avLst/>
                <a:gdLst>
                  <a:gd name="T0" fmla="*/ 1 w 1"/>
                  <a:gd name="T1" fmla="*/ 1 h 2"/>
                  <a:gd name="T2" fmla="*/ 0 w 1"/>
                  <a:gd name="T3" fmla="*/ 0 h 2"/>
                  <a:gd name="T4" fmla="*/ 1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0" y="0"/>
                      <a:pt x="0" y="0"/>
                    </a:cubicBezTo>
                    <a:cubicBezTo>
                      <a:pt x="0" y="0"/>
                      <a:pt x="1" y="2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67" name="Freeform 142"/>
              <p:cNvSpPr/>
              <p:nvPr>
                <p:custDataLst>
                  <p:tags r:id="rId388"/>
                </p:custDataLst>
              </p:nvPr>
            </p:nvSpPr>
            <p:spPr bwMode="auto">
              <a:xfrm>
                <a:off x="4368" y="1492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68" name="Freeform 143"/>
              <p:cNvSpPr/>
              <p:nvPr>
                <p:custDataLst>
                  <p:tags r:id="rId389"/>
                </p:custDataLst>
              </p:nvPr>
            </p:nvSpPr>
            <p:spPr bwMode="auto">
              <a:xfrm>
                <a:off x="4487" y="1388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0 w 1"/>
                  <a:gd name="T5" fmla="*/ 1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69" name="Freeform 144"/>
              <p:cNvSpPr/>
              <p:nvPr>
                <p:custDataLst>
                  <p:tags r:id="rId390"/>
                </p:custDataLst>
              </p:nvPr>
            </p:nvSpPr>
            <p:spPr bwMode="auto">
              <a:xfrm>
                <a:off x="4514" y="1382"/>
                <a:ext cx="2" cy="4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70" name="Freeform 145"/>
              <p:cNvSpPr/>
              <p:nvPr>
                <p:custDataLst>
                  <p:tags r:id="rId391"/>
                </p:custDataLst>
              </p:nvPr>
            </p:nvSpPr>
            <p:spPr bwMode="auto">
              <a:xfrm>
                <a:off x="4548" y="1397"/>
                <a:ext cx="2" cy="6"/>
              </a:xfrm>
              <a:custGeom>
                <a:avLst/>
                <a:gdLst>
                  <a:gd name="T0" fmla="*/ 0 w 1"/>
                  <a:gd name="T1" fmla="*/ 0 h 3"/>
                  <a:gd name="T2" fmla="*/ 1 w 1"/>
                  <a:gd name="T3" fmla="*/ 3 h 3"/>
                  <a:gd name="T4" fmla="*/ 0 w 1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1" y="2"/>
                      <a:pt x="1" y="3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71" name="Freeform 146"/>
              <p:cNvSpPr/>
              <p:nvPr>
                <p:custDataLst>
                  <p:tags r:id="rId392"/>
                </p:custDataLst>
              </p:nvPr>
            </p:nvSpPr>
            <p:spPr bwMode="auto">
              <a:xfrm>
                <a:off x="4550" y="1399"/>
                <a:ext cx="3" cy="4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1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2"/>
                      <a:pt x="1" y="2"/>
                      <a:pt x="1" y="1"/>
                    </a:cubicBezTo>
                    <a:cubicBezTo>
                      <a:pt x="0" y="0"/>
                      <a:pt x="1" y="1"/>
                      <a:pt x="1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72" name="Freeform 147"/>
              <p:cNvSpPr/>
              <p:nvPr>
                <p:custDataLst>
                  <p:tags r:id="rId393"/>
                </p:custDataLst>
              </p:nvPr>
            </p:nvSpPr>
            <p:spPr bwMode="auto">
              <a:xfrm>
                <a:off x="4521" y="1382"/>
                <a:ext cx="0" cy="4"/>
              </a:xfrm>
              <a:custGeom>
                <a:avLst/>
                <a:gdLst>
                  <a:gd name="T0" fmla="*/ 2 h 2"/>
                  <a:gd name="T1" fmla="*/ 1 h 2"/>
                  <a:gd name="T2" fmla="*/ 1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73" name="Freeform 148"/>
              <p:cNvSpPr/>
              <p:nvPr>
                <p:custDataLst>
                  <p:tags r:id="rId394"/>
                </p:custDataLst>
              </p:nvPr>
            </p:nvSpPr>
            <p:spPr bwMode="auto">
              <a:xfrm>
                <a:off x="4516" y="1378"/>
                <a:ext cx="5" cy="8"/>
              </a:xfrm>
              <a:custGeom>
                <a:avLst/>
                <a:gdLst>
                  <a:gd name="T0" fmla="*/ 2 w 2"/>
                  <a:gd name="T1" fmla="*/ 4 h 4"/>
                  <a:gd name="T2" fmla="*/ 1 w 2"/>
                  <a:gd name="T3" fmla="*/ 2 h 4"/>
                  <a:gd name="T4" fmla="*/ 0 w 2"/>
                  <a:gd name="T5" fmla="*/ 2 h 4"/>
                  <a:gd name="T6" fmla="*/ 0 w 2"/>
                  <a:gd name="T7" fmla="*/ 0 h 4"/>
                  <a:gd name="T8" fmla="*/ 2 w 2"/>
                  <a:gd name="T9" fmla="*/ 4 h 4"/>
                  <a:gd name="T10" fmla="*/ 2 w 2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2" y="3"/>
                      <a:pt x="1" y="3"/>
                      <a:pt x="1" y="2"/>
                    </a:cubicBezTo>
                    <a:cubicBezTo>
                      <a:pt x="1" y="2"/>
                      <a:pt x="0" y="1"/>
                      <a:pt x="0" y="2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1"/>
                      <a:pt x="1" y="3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74" name="Freeform 149"/>
              <p:cNvSpPr/>
              <p:nvPr>
                <p:custDataLst>
                  <p:tags r:id="rId395"/>
                </p:custDataLst>
              </p:nvPr>
            </p:nvSpPr>
            <p:spPr bwMode="auto">
              <a:xfrm>
                <a:off x="4519" y="1380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75" name="Freeform 150"/>
              <p:cNvSpPr/>
              <p:nvPr>
                <p:custDataLst>
                  <p:tags r:id="rId396"/>
                </p:custDataLst>
              </p:nvPr>
            </p:nvSpPr>
            <p:spPr bwMode="auto">
              <a:xfrm>
                <a:off x="3876" y="135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76" name="Freeform 151"/>
              <p:cNvSpPr/>
              <p:nvPr>
                <p:custDataLst>
                  <p:tags r:id="rId397"/>
                </p:custDataLst>
              </p:nvPr>
            </p:nvSpPr>
            <p:spPr bwMode="auto">
              <a:xfrm>
                <a:off x="4465" y="1920"/>
                <a:ext cx="5" cy="0"/>
              </a:xfrm>
              <a:custGeom>
                <a:avLst/>
                <a:gdLst>
                  <a:gd name="T0" fmla="*/ 1 w 2"/>
                  <a:gd name="T1" fmla="*/ 1 w 2"/>
                  <a:gd name="T2" fmla="*/ 1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1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2" y="0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77" name="Freeform 152"/>
              <p:cNvSpPr/>
              <p:nvPr>
                <p:custDataLst>
                  <p:tags r:id="rId398"/>
                </p:custDataLst>
              </p:nvPr>
            </p:nvSpPr>
            <p:spPr bwMode="auto">
              <a:xfrm>
                <a:off x="4468" y="1918"/>
                <a:ext cx="6" cy="5"/>
              </a:xfrm>
              <a:custGeom>
                <a:avLst/>
                <a:gdLst>
                  <a:gd name="T0" fmla="*/ 0 w 3"/>
                  <a:gd name="T1" fmla="*/ 0 h 2"/>
                  <a:gd name="T2" fmla="*/ 3 w 3"/>
                  <a:gd name="T3" fmla="*/ 2 h 2"/>
                  <a:gd name="T4" fmla="*/ 0 w 3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1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78" name="Freeform 153"/>
              <p:cNvSpPr/>
              <p:nvPr>
                <p:custDataLst>
                  <p:tags r:id="rId399"/>
                </p:custDataLst>
              </p:nvPr>
            </p:nvSpPr>
            <p:spPr bwMode="auto">
              <a:xfrm>
                <a:off x="3912" y="1286"/>
                <a:ext cx="4" cy="2"/>
              </a:xfrm>
              <a:custGeom>
                <a:avLst/>
                <a:gdLst>
                  <a:gd name="T0" fmla="*/ 2 w 2"/>
                  <a:gd name="T1" fmla="*/ 0 h 1"/>
                  <a:gd name="T2" fmla="*/ 1 w 2"/>
                  <a:gd name="T3" fmla="*/ 1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2" y="1"/>
                      <a:pt x="0" y="1"/>
                      <a:pt x="1" y="1"/>
                    </a:cubicBezTo>
                    <a:cubicBezTo>
                      <a:pt x="1" y="0"/>
                      <a:pt x="2" y="1"/>
                      <a:pt x="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79" name="Freeform 154"/>
              <p:cNvSpPr/>
              <p:nvPr>
                <p:custDataLst>
                  <p:tags r:id="rId400"/>
                </p:custDataLst>
              </p:nvPr>
            </p:nvSpPr>
            <p:spPr bwMode="auto">
              <a:xfrm>
                <a:off x="3876" y="132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80" name="Rectangle 155"/>
              <p:cNvSpPr>
                <a:spLocks noChangeArrowheads="1"/>
              </p:cNvSpPr>
              <p:nvPr>
                <p:custDataLst>
                  <p:tags r:id="rId401"/>
                </p:custDataLst>
              </p:nvPr>
            </p:nvSpPr>
            <p:spPr bwMode="auto">
              <a:xfrm>
                <a:off x="4402" y="1454"/>
                <a:ext cx="1" cy="2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81" name="Freeform 156"/>
              <p:cNvSpPr/>
              <p:nvPr>
                <p:custDataLst>
                  <p:tags r:id="rId402"/>
                </p:custDataLst>
              </p:nvPr>
            </p:nvSpPr>
            <p:spPr bwMode="auto">
              <a:xfrm>
                <a:off x="4546" y="1401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82" name="Freeform 157"/>
              <p:cNvSpPr/>
              <p:nvPr>
                <p:custDataLst>
                  <p:tags r:id="rId403"/>
                </p:custDataLst>
              </p:nvPr>
            </p:nvSpPr>
            <p:spPr bwMode="auto">
              <a:xfrm>
                <a:off x="3914" y="129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83" name="Freeform 158"/>
              <p:cNvSpPr/>
              <p:nvPr>
                <p:custDataLst>
                  <p:tags r:id="rId404"/>
                </p:custDataLst>
              </p:nvPr>
            </p:nvSpPr>
            <p:spPr bwMode="auto">
              <a:xfrm>
                <a:off x="4423" y="148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84" name="Freeform 159"/>
              <p:cNvSpPr/>
              <p:nvPr>
                <p:custDataLst>
                  <p:tags r:id="rId405"/>
                </p:custDataLst>
              </p:nvPr>
            </p:nvSpPr>
            <p:spPr bwMode="auto">
              <a:xfrm>
                <a:off x="4465" y="1456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85" name="Freeform 160"/>
              <p:cNvSpPr/>
              <p:nvPr>
                <p:custDataLst>
                  <p:tags r:id="rId406"/>
                </p:custDataLst>
              </p:nvPr>
            </p:nvSpPr>
            <p:spPr bwMode="auto">
              <a:xfrm>
                <a:off x="4355" y="1509"/>
                <a:ext cx="4" cy="4"/>
              </a:xfrm>
              <a:custGeom>
                <a:avLst/>
                <a:gdLst>
                  <a:gd name="T0" fmla="*/ 0 w 4"/>
                  <a:gd name="T1" fmla="*/ 0 h 4"/>
                  <a:gd name="T2" fmla="*/ 0 w 4"/>
                  <a:gd name="T3" fmla="*/ 2 h 4"/>
                  <a:gd name="T4" fmla="*/ 4 w 4"/>
                  <a:gd name="T5" fmla="*/ 4 h 4"/>
                  <a:gd name="T6" fmla="*/ 0 w 4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lnTo>
                      <a:pt x="0" y="2"/>
                    </a:lnTo>
                    <a:lnTo>
                      <a:pt x="4" y="4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86" name="Freeform 161"/>
              <p:cNvSpPr/>
              <p:nvPr>
                <p:custDataLst>
                  <p:tags r:id="rId407"/>
                </p:custDataLst>
              </p:nvPr>
            </p:nvSpPr>
            <p:spPr bwMode="auto">
              <a:xfrm>
                <a:off x="4383" y="147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87" name="Freeform 162"/>
              <p:cNvSpPr/>
              <p:nvPr>
                <p:custDataLst>
                  <p:tags r:id="rId408"/>
                </p:custDataLst>
              </p:nvPr>
            </p:nvSpPr>
            <p:spPr bwMode="auto">
              <a:xfrm>
                <a:off x="4287" y="1378"/>
                <a:ext cx="261" cy="237"/>
              </a:xfrm>
              <a:custGeom>
                <a:avLst/>
                <a:gdLst>
                  <a:gd name="T0" fmla="*/ 27 w 123"/>
                  <a:gd name="T1" fmla="*/ 92 h 112"/>
                  <a:gd name="T2" fmla="*/ 33 w 123"/>
                  <a:gd name="T3" fmla="*/ 85 h 112"/>
                  <a:gd name="T4" fmla="*/ 52 w 123"/>
                  <a:gd name="T5" fmla="*/ 57 h 112"/>
                  <a:gd name="T6" fmla="*/ 61 w 123"/>
                  <a:gd name="T7" fmla="*/ 52 h 112"/>
                  <a:gd name="T8" fmla="*/ 69 w 123"/>
                  <a:gd name="T9" fmla="*/ 49 h 112"/>
                  <a:gd name="T10" fmla="*/ 81 w 123"/>
                  <a:gd name="T11" fmla="*/ 39 h 112"/>
                  <a:gd name="T12" fmla="*/ 89 w 123"/>
                  <a:gd name="T13" fmla="*/ 34 h 112"/>
                  <a:gd name="T14" fmla="*/ 100 w 123"/>
                  <a:gd name="T15" fmla="*/ 25 h 112"/>
                  <a:gd name="T16" fmla="*/ 105 w 123"/>
                  <a:gd name="T17" fmla="*/ 17 h 112"/>
                  <a:gd name="T18" fmla="*/ 115 w 123"/>
                  <a:gd name="T19" fmla="*/ 15 h 112"/>
                  <a:gd name="T20" fmla="*/ 119 w 123"/>
                  <a:gd name="T21" fmla="*/ 14 h 112"/>
                  <a:gd name="T22" fmla="*/ 121 w 123"/>
                  <a:gd name="T23" fmla="*/ 8 h 112"/>
                  <a:gd name="T24" fmla="*/ 122 w 123"/>
                  <a:gd name="T25" fmla="*/ 7 h 112"/>
                  <a:gd name="T26" fmla="*/ 118 w 123"/>
                  <a:gd name="T27" fmla="*/ 7 h 112"/>
                  <a:gd name="T28" fmla="*/ 113 w 123"/>
                  <a:gd name="T29" fmla="*/ 5 h 112"/>
                  <a:gd name="T30" fmla="*/ 107 w 123"/>
                  <a:gd name="T31" fmla="*/ 4 h 112"/>
                  <a:gd name="T32" fmla="*/ 106 w 123"/>
                  <a:gd name="T33" fmla="*/ 3 h 112"/>
                  <a:gd name="T34" fmla="*/ 102 w 123"/>
                  <a:gd name="T35" fmla="*/ 4 h 112"/>
                  <a:gd name="T36" fmla="*/ 101 w 123"/>
                  <a:gd name="T37" fmla="*/ 4 h 112"/>
                  <a:gd name="T38" fmla="*/ 99 w 123"/>
                  <a:gd name="T39" fmla="*/ 2 h 112"/>
                  <a:gd name="T40" fmla="*/ 98 w 123"/>
                  <a:gd name="T41" fmla="*/ 9 h 112"/>
                  <a:gd name="T42" fmla="*/ 96 w 123"/>
                  <a:gd name="T43" fmla="*/ 8 h 112"/>
                  <a:gd name="T44" fmla="*/ 93 w 123"/>
                  <a:gd name="T45" fmla="*/ 7 h 112"/>
                  <a:gd name="T46" fmla="*/ 91 w 123"/>
                  <a:gd name="T47" fmla="*/ 7 h 112"/>
                  <a:gd name="T48" fmla="*/ 89 w 123"/>
                  <a:gd name="T49" fmla="*/ 10 h 112"/>
                  <a:gd name="T50" fmla="*/ 87 w 123"/>
                  <a:gd name="T51" fmla="*/ 10 h 112"/>
                  <a:gd name="T52" fmla="*/ 89 w 123"/>
                  <a:gd name="T53" fmla="*/ 18 h 112"/>
                  <a:gd name="T54" fmla="*/ 85 w 123"/>
                  <a:gd name="T55" fmla="*/ 12 h 112"/>
                  <a:gd name="T56" fmla="*/ 78 w 123"/>
                  <a:gd name="T57" fmla="*/ 16 h 112"/>
                  <a:gd name="T58" fmla="*/ 75 w 123"/>
                  <a:gd name="T59" fmla="*/ 18 h 112"/>
                  <a:gd name="T60" fmla="*/ 75 w 123"/>
                  <a:gd name="T61" fmla="*/ 24 h 112"/>
                  <a:gd name="T62" fmla="*/ 67 w 123"/>
                  <a:gd name="T63" fmla="*/ 25 h 112"/>
                  <a:gd name="T64" fmla="*/ 65 w 123"/>
                  <a:gd name="T65" fmla="*/ 29 h 112"/>
                  <a:gd name="T66" fmla="*/ 64 w 123"/>
                  <a:gd name="T67" fmla="*/ 29 h 112"/>
                  <a:gd name="T68" fmla="*/ 64 w 123"/>
                  <a:gd name="T69" fmla="*/ 32 h 112"/>
                  <a:gd name="T70" fmla="*/ 60 w 123"/>
                  <a:gd name="T71" fmla="*/ 30 h 112"/>
                  <a:gd name="T72" fmla="*/ 59 w 123"/>
                  <a:gd name="T73" fmla="*/ 34 h 112"/>
                  <a:gd name="T74" fmla="*/ 55 w 123"/>
                  <a:gd name="T75" fmla="*/ 39 h 112"/>
                  <a:gd name="T76" fmla="*/ 50 w 123"/>
                  <a:gd name="T77" fmla="*/ 39 h 112"/>
                  <a:gd name="T78" fmla="*/ 47 w 123"/>
                  <a:gd name="T79" fmla="*/ 43 h 112"/>
                  <a:gd name="T80" fmla="*/ 45 w 123"/>
                  <a:gd name="T81" fmla="*/ 45 h 112"/>
                  <a:gd name="T82" fmla="*/ 44 w 123"/>
                  <a:gd name="T83" fmla="*/ 45 h 112"/>
                  <a:gd name="T84" fmla="*/ 42 w 123"/>
                  <a:gd name="T85" fmla="*/ 48 h 112"/>
                  <a:gd name="T86" fmla="*/ 39 w 123"/>
                  <a:gd name="T87" fmla="*/ 54 h 112"/>
                  <a:gd name="T88" fmla="*/ 38 w 123"/>
                  <a:gd name="T89" fmla="*/ 56 h 112"/>
                  <a:gd name="T90" fmla="*/ 38 w 123"/>
                  <a:gd name="T91" fmla="*/ 63 h 112"/>
                  <a:gd name="T92" fmla="*/ 34 w 123"/>
                  <a:gd name="T93" fmla="*/ 65 h 112"/>
                  <a:gd name="T94" fmla="*/ 30 w 123"/>
                  <a:gd name="T95" fmla="*/ 69 h 112"/>
                  <a:gd name="T96" fmla="*/ 27 w 123"/>
                  <a:gd name="T97" fmla="*/ 71 h 112"/>
                  <a:gd name="T98" fmla="*/ 19 w 123"/>
                  <a:gd name="T99" fmla="*/ 78 h 112"/>
                  <a:gd name="T100" fmla="*/ 17 w 123"/>
                  <a:gd name="T101" fmla="*/ 80 h 112"/>
                  <a:gd name="T102" fmla="*/ 13 w 123"/>
                  <a:gd name="T103" fmla="*/ 88 h 112"/>
                  <a:gd name="T104" fmla="*/ 12 w 123"/>
                  <a:gd name="T105" fmla="*/ 95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23" h="112">
                    <a:moveTo>
                      <a:pt x="9" y="112"/>
                    </a:moveTo>
                    <a:cubicBezTo>
                      <a:pt x="9" y="108"/>
                      <a:pt x="13" y="106"/>
                      <a:pt x="17" y="105"/>
                    </a:cubicBezTo>
                    <a:cubicBezTo>
                      <a:pt x="17" y="104"/>
                      <a:pt x="17" y="102"/>
                      <a:pt x="18" y="102"/>
                    </a:cubicBezTo>
                    <a:cubicBezTo>
                      <a:pt x="20" y="98"/>
                      <a:pt x="27" y="98"/>
                      <a:pt x="28" y="93"/>
                    </a:cubicBezTo>
                    <a:cubicBezTo>
                      <a:pt x="27" y="93"/>
                      <a:pt x="27" y="92"/>
                      <a:pt x="26" y="91"/>
                    </a:cubicBezTo>
                    <a:cubicBezTo>
                      <a:pt x="27" y="92"/>
                      <a:pt x="27" y="92"/>
                      <a:pt x="27" y="92"/>
                    </a:cubicBezTo>
                    <a:cubicBezTo>
                      <a:pt x="26" y="91"/>
                      <a:pt x="26" y="91"/>
                      <a:pt x="26" y="91"/>
                    </a:cubicBezTo>
                    <a:cubicBezTo>
                      <a:pt x="26" y="90"/>
                      <a:pt x="28" y="92"/>
                      <a:pt x="28" y="92"/>
                    </a:cubicBezTo>
                    <a:cubicBezTo>
                      <a:pt x="29" y="91"/>
                      <a:pt x="29" y="89"/>
                      <a:pt x="31" y="88"/>
                    </a:cubicBezTo>
                    <a:cubicBezTo>
                      <a:pt x="29" y="86"/>
                      <a:pt x="31" y="87"/>
                      <a:pt x="29" y="85"/>
                    </a:cubicBezTo>
                    <a:cubicBezTo>
                      <a:pt x="30" y="86"/>
                      <a:pt x="30" y="86"/>
                      <a:pt x="30" y="86"/>
                    </a:cubicBezTo>
                    <a:cubicBezTo>
                      <a:pt x="30" y="84"/>
                      <a:pt x="30" y="84"/>
                      <a:pt x="33" y="85"/>
                    </a:cubicBezTo>
                    <a:cubicBezTo>
                      <a:pt x="38" y="83"/>
                      <a:pt x="40" y="79"/>
                      <a:pt x="43" y="76"/>
                    </a:cubicBezTo>
                    <a:cubicBezTo>
                      <a:pt x="46" y="72"/>
                      <a:pt x="48" y="68"/>
                      <a:pt x="52" y="64"/>
                    </a:cubicBezTo>
                    <a:cubicBezTo>
                      <a:pt x="50" y="61"/>
                      <a:pt x="52" y="61"/>
                      <a:pt x="50" y="59"/>
                    </a:cubicBezTo>
                    <a:cubicBezTo>
                      <a:pt x="51" y="59"/>
                      <a:pt x="51" y="59"/>
                      <a:pt x="51" y="59"/>
                    </a:cubicBezTo>
                    <a:cubicBezTo>
                      <a:pt x="51" y="58"/>
                      <a:pt x="52" y="59"/>
                      <a:pt x="54" y="59"/>
                    </a:cubicBezTo>
                    <a:cubicBezTo>
                      <a:pt x="53" y="58"/>
                      <a:pt x="54" y="59"/>
                      <a:pt x="52" y="57"/>
                    </a:cubicBezTo>
                    <a:cubicBezTo>
                      <a:pt x="51" y="56"/>
                      <a:pt x="55" y="59"/>
                      <a:pt x="54" y="58"/>
                    </a:cubicBezTo>
                    <a:cubicBezTo>
                      <a:pt x="55" y="59"/>
                      <a:pt x="53" y="57"/>
                      <a:pt x="54" y="58"/>
                    </a:cubicBezTo>
                    <a:cubicBezTo>
                      <a:pt x="53" y="55"/>
                      <a:pt x="55" y="59"/>
                      <a:pt x="57" y="59"/>
                    </a:cubicBezTo>
                    <a:cubicBezTo>
                      <a:pt x="58" y="57"/>
                      <a:pt x="58" y="54"/>
                      <a:pt x="61" y="54"/>
                    </a:cubicBezTo>
                    <a:cubicBezTo>
                      <a:pt x="61" y="54"/>
                      <a:pt x="60" y="52"/>
                      <a:pt x="60" y="52"/>
                    </a:cubicBezTo>
                    <a:cubicBezTo>
                      <a:pt x="62" y="55"/>
                      <a:pt x="60" y="51"/>
                      <a:pt x="61" y="52"/>
                    </a:cubicBezTo>
                    <a:cubicBezTo>
                      <a:pt x="62" y="53"/>
                      <a:pt x="62" y="53"/>
                      <a:pt x="62" y="53"/>
                    </a:cubicBezTo>
                    <a:cubicBezTo>
                      <a:pt x="63" y="54"/>
                      <a:pt x="63" y="51"/>
                      <a:pt x="64" y="52"/>
                    </a:cubicBezTo>
                    <a:cubicBezTo>
                      <a:pt x="64" y="50"/>
                      <a:pt x="67" y="52"/>
                      <a:pt x="66" y="50"/>
                    </a:cubicBezTo>
                    <a:cubicBezTo>
                      <a:pt x="67" y="52"/>
                      <a:pt x="67" y="51"/>
                      <a:pt x="68" y="51"/>
                    </a:cubicBezTo>
                    <a:cubicBezTo>
                      <a:pt x="66" y="48"/>
                      <a:pt x="70" y="51"/>
                      <a:pt x="69" y="49"/>
                    </a:cubicBezTo>
                    <a:cubicBezTo>
                      <a:pt x="69" y="49"/>
                      <a:pt x="69" y="49"/>
                      <a:pt x="69" y="49"/>
                    </a:cubicBezTo>
                    <a:cubicBezTo>
                      <a:pt x="71" y="48"/>
                      <a:pt x="73" y="47"/>
                      <a:pt x="74" y="44"/>
                    </a:cubicBezTo>
                    <a:cubicBezTo>
                      <a:pt x="75" y="43"/>
                      <a:pt x="78" y="45"/>
                      <a:pt x="79" y="42"/>
                    </a:cubicBezTo>
                    <a:cubicBezTo>
                      <a:pt x="78" y="41"/>
                      <a:pt x="78" y="41"/>
                      <a:pt x="78" y="41"/>
                    </a:cubicBezTo>
                    <a:cubicBezTo>
                      <a:pt x="78" y="41"/>
                      <a:pt x="79" y="42"/>
                      <a:pt x="79" y="42"/>
                    </a:cubicBezTo>
                    <a:cubicBezTo>
                      <a:pt x="79" y="40"/>
                      <a:pt x="81" y="41"/>
                      <a:pt x="81" y="41"/>
                    </a:cubicBezTo>
                    <a:cubicBezTo>
                      <a:pt x="81" y="40"/>
                      <a:pt x="81" y="40"/>
                      <a:pt x="81" y="39"/>
                    </a:cubicBezTo>
                    <a:cubicBezTo>
                      <a:pt x="83" y="41"/>
                      <a:pt x="82" y="37"/>
                      <a:pt x="84" y="38"/>
                    </a:cubicBezTo>
                    <a:cubicBezTo>
                      <a:pt x="82" y="36"/>
                      <a:pt x="84" y="37"/>
                      <a:pt x="84" y="36"/>
                    </a:cubicBezTo>
                    <a:cubicBezTo>
                      <a:pt x="84" y="36"/>
                      <a:pt x="84" y="36"/>
                      <a:pt x="85" y="37"/>
                    </a:cubicBezTo>
                    <a:cubicBezTo>
                      <a:pt x="85" y="36"/>
                      <a:pt x="85" y="36"/>
                      <a:pt x="87" y="36"/>
                    </a:cubicBezTo>
                    <a:cubicBezTo>
                      <a:pt x="87" y="36"/>
                      <a:pt x="86" y="34"/>
                      <a:pt x="87" y="34"/>
                    </a:cubicBezTo>
                    <a:cubicBezTo>
                      <a:pt x="88" y="36"/>
                      <a:pt x="88" y="34"/>
                      <a:pt x="89" y="34"/>
                    </a:cubicBezTo>
                    <a:cubicBezTo>
                      <a:pt x="87" y="32"/>
                      <a:pt x="87" y="31"/>
                      <a:pt x="88" y="31"/>
                    </a:cubicBezTo>
                    <a:cubicBezTo>
                      <a:pt x="89" y="34"/>
                      <a:pt x="89" y="34"/>
                      <a:pt x="89" y="34"/>
                    </a:cubicBezTo>
                    <a:cubicBezTo>
                      <a:pt x="90" y="31"/>
                      <a:pt x="93" y="33"/>
                      <a:pt x="93" y="29"/>
                    </a:cubicBezTo>
                    <a:cubicBezTo>
                      <a:pt x="94" y="30"/>
                      <a:pt x="94" y="30"/>
                      <a:pt x="94" y="30"/>
                    </a:cubicBezTo>
                    <a:cubicBezTo>
                      <a:pt x="95" y="28"/>
                      <a:pt x="98" y="29"/>
                      <a:pt x="98" y="25"/>
                    </a:cubicBezTo>
                    <a:cubicBezTo>
                      <a:pt x="99" y="25"/>
                      <a:pt x="100" y="26"/>
                      <a:pt x="100" y="25"/>
                    </a:cubicBezTo>
                    <a:cubicBezTo>
                      <a:pt x="100" y="24"/>
                      <a:pt x="101" y="24"/>
                      <a:pt x="100" y="22"/>
                    </a:cubicBezTo>
                    <a:cubicBezTo>
                      <a:pt x="100" y="21"/>
                      <a:pt x="101" y="22"/>
                      <a:pt x="101" y="23"/>
                    </a:cubicBezTo>
                    <a:cubicBezTo>
                      <a:pt x="102" y="23"/>
                      <a:pt x="104" y="25"/>
                      <a:pt x="103" y="22"/>
                    </a:cubicBezTo>
                    <a:cubicBezTo>
                      <a:pt x="104" y="23"/>
                      <a:pt x="104" y="23"/>
                      <a:pt x="104" y="23"/>
                    </a:cubicBezTo>
                    <a:cubicBezTo>
                      <a:pt x="104" y="22"/>
                      <a:pt x="104" y="20"/>
                      <a:pt x="106" y="21"/>
                    </a:cubicBezTo>
                    <a:cubicBezTo>
                      <a:pt x="105" y="19"/>
                      <a:pt x="106" y="19"/>
                      <a:pt x="105" y="17"/>
                    </a:cubicBezTo>
                    <a:cubicBezTo>
                      <a:pt x="105" y="17"/>
                      <a:pt x="106" y="19"/>
                      <a:pt x="106" y="18"/>
                    </a:cubicBezTo>
                    <a:cubicBezTo>
                      <a:pt x="106" y="20"/>
                      <a:pt x="106" y="20"/>
                      <a:pt x="106" y="20"/>
                    </a:cubicBezTo>
                    <a:cubicBezTo>
                      <a:pt x="108" y="20"/>
                      <a:pt x="109" y="18"/>
                      <a:pt x="110" y="16"/>
                    </a:cubicBezTo>
                    <a:cubicBezTo>
                      <a:pt x="112" y="19"/>
                      <a:pt x="112" y="16"/>
                      <a:pt x="113" y="17"/>
                    </a:cubicBezTo>
                    <a:cubicBezTo>
                      <a:pt x="113" y="15"/>
                      <a:pt x="115" y="17"/>
                      <a:pt x="114" y="14"/>
                    </a:cubicBezTo>
                    <a:cubicBezTo>
                      <a:pt x="115" y="15"/>
                      <a:pt x="115" y="15"/>
                      <a:pt x="115" y="15"/>
                    </a:cubicBezTo>
                    <a:cubicBezTo>
                      <a:pt x="115" y="15"/>
                      <a:pt x="116" y="15"/>
                      <a:pt x="117" y="15"/>
                    </a:cubicBezTo>
                    <a:cubicBezTo>
                      <a:pt x="118" y="16"/>
                      <a:pt x="118" y="14"/>
                      <a:pt x="118" y="13"/>
                    </a:cubicBezTo>
                    <a:cubicBezTo>
                      <a:pt x="118" y="14"/>
                      <a:pt x="118" y="14"/>
                      <a:pt x="118" y="14"/>
                    </a:cubicBezTo>
                    <a:cubicBezTo>
                      <a:pt x="118" y="13"/>
                      <a:pt x="118" y="11"/>
                      <a:pt x="118" y="9"/>
                    </a:cubicBezTo>
                    <a:cubicBezTo>
                      <a:pt x="119" y="10"/>
                      <a:pt x="118" y="9"/>
                      <a:pt x="119" y="10"/>
                    </a:cubicBezTo>
                    <a:cubicBezTo>
                      <a:pt x="119" y="11"/>
                      <a:pt x="119" y="13"/>
                      <a:pt x="119" y="14"/>
                    </a:cubicBezTo>
                    <a:cubicBezTo>
                      <a:pt x="120" y="15"/>
                      <a:pt x="119" y="11"/>
                      <a:pt x="120" y="13"/>
                    </a:cubicBezTo>
                    <a:cubicBezTo>
                      <a:pt x="121" y="14"/>
                      <a:pt x="121" y="13"/>
                      <a:pt x="121" y="11"/>
                    </a:cubicBezTo>
                    <a:cubicBezTo>
                      <a:pt x="121" y="12"/>
                      <a:pt x="121" y="12"/>
                      <a:pt x="121" y="13"/>
                    </a:cubicBezTo>
                    <a:cubicBezTo>
                      <a:pt x="122" y="13"/>
                      <a:pt x="122" y="13"/>
                      <a:pt x="122" y="12"/>
                    </a:cubicBezTo>
                    <a:cubicBezTo>
                      <a:pt x="122" y="12"/>
                      <a:pt x="122" y="12"/>
                      <a:pt x="122" y="12"/>
                    </a:cubicBezTo>
                    <a:cubicBezTo>
                      <a:pt x="122" y="10"/>
                      <a:pt x="122" y="10"/>
                      <a:pt x="121" y="8"/>
                    </a:cubicBezTo>
                    <a:cubicBezTo>
                      <a:pt x="121" y="9"/>
                      <a:pt x="121" y="9"/>
                      <a:pt x="121" y="9"/>
                    </a:cubicBezTo>
                    <a:cubicBezTo>
                      <a:pt x="121" y="7"/>
                      <a:pt x="121" y="7"/>
                      <a:pt x="122" y="8"/>
                    </a:cubicBezTo>
                    <a:cubicBezTo>
                      <a:pt x="122" y="10"/>
                      <a:pt x="122" y="11"/>
                      <a:pt x="122" y="11"/>
                    </a:cubicBezTo>
                    <a:cubicBezTo>
                      <a:pt x="123" y="7"/>
                      <a:pt x="123" y="7"/>
                      <a:pt x="123" y="7"/>
                    </a:cubicBezTo>
                    <a:cubicBezTo>
                      <a:pt x="123" y="9"/>
                      <a:pt x="122" y="8"/>
                      <a:pt x="122" y="6"/>
                    </a:cubicBezTo>
                    <a:cubicBezTo>
                      <a:pt x="122" y="7"/>
                      <a:pt x="122" y="7"/>
                      <a:pt x="122" y="7"/>
                    </a:cubicBezTo>
                    <a:cubicBezTo>
                      <a:pt x="122" y="6"/>
                      <a:pt x="122" y="6"/>
                      <a:pt x="122" y="6"/>
                    </a:cubicBezTo>
                    <a:cubicBezTo>
                      <a:pt x="121" y="7"/>
                      <a:pt x="120" y="5"/>
                      <a:pt x="120" y="7"/>
                    </a:cubicBezTo>
                    <a:cubicBezTo>
                      <a:pt x="120" y="8"/>
                      <a:pt x="120" y="8"/>
                      <a:pt x="120" y="8"/>
                    </a:cubicBezTo>
                    <a:cubicBezTo>
                      <a:pt x="120" y="8"/>
                      <a:pt x="120" y="11"/>
                      <a:pt x="119" y="9"/>
                    </a:cubicBezTo>
                    <a:cubicBezTo>
                      <a:pt x="119" y="7"/>
                      <a:pt x="119" y="7"/>
                      <a:pt x="119" y="7"/>
                    </a:cubicBezTo>
                    <a:cubicBezTo>
                      <a:pt x="119" y="7"/>
                      <a:pt x="119" y="8"/>
                      <a:pt x="118" y="7"/>
                    </a:cubicBezTo>
                    <a:cubicBezTo>
                      <a:pt x="118" y="5"/>
                      <a:pt x="118" y="5"/>
                      <a:pt x="118" y="5"/>
                    </a:cubicBezTo>
                    <a:cubicBezTo>
                      <a:pt x="119" y="8"/>
                      <a:pt x="117" y="6"/>
                      <a:pt x="117" y="7"/>
                    </a:cubicBezTo>
                    <a:cubicBezTo>
                      <a:pt x="117" y="6"/>
                      <a:pt x="117" y="6"/>
                      <a:pt x="117" y="6"/>
                    </a:cubicBezTo>
                    <a:cubicBezTo>
                      <a:pt x="116" y="6"/>
                      <a:pt x="117" y="8"/>
                      <a:pt x="117" y="8"/>
                    </a:cubicBezTo>
                    <a:cubicBezTo>
                      <a:pt x="117" y="8"/>
                      <a:pt x="116" y="5"/>
                      <a:pt x="115" y="4"/>
                    </a:cubicBezTo>
                    <a:cubicBezTo>
                      <a:pt x="115" y="5"/>
                      <a:pt x="114" y="7"/>
                      <a:pt x="113" y="5"/>
                    </a:cubicBezTo>
                    <a:cubicBezTo>
                      <a:pt x="112" y="6"/>
                      <a:pt x="112" y="7"/>
                      <a:pt x="112" y="8"/>
                    </a:cubicBezTo>
                    <a:cubicBezTo>
                      <a:pt x="111" y="8"/>
                      <a:pt x="111" y="6"/>
                      <a:pt x="111" y="7"/>
                    </a:cubicBezTo>
                    <a:cubicBezTo>
                      <a:pt x="111" y="6"/>
                      <a:pt x="110" y="5"/>
                      <a:pt x="110" y="4"/>
                    </a:cubicBezTo>
                    <a:cubicBezTo>
                      <a:pt x="110" y="5"/>
                      <a:pt x="109" y="4"/>
                      <a:pt x="110" y="7"/>
                    </a:cubicBezTo>
                    <a:cubicBezTo>
                      <a:pt x="109" y="6"/>
                      <a:pt x="108" y="6"/>
                      <a:pt x="107" y="7"/>
                    </a:cubicBezTo>
                    <a:cubicBezTo>
                      <a:pt x="108" y="7"/>
                      <a:pt x="107" y="5"/>
                      <a:pt x="107" y="4"/>
                    </a:cubicBezTo>
                    <a:cubicBezTo>
                      <a:pt x="107" y="6"/>
                      <a:pt x="106" y="7"/>
                      <a:pt x="106" y="7"/>
                    </a:cubicBezTo>
                    <a:cubicBezTo>
                      <a:pt x="106" y="9"/>
                      <a:pt x="106" y="9"/>
                      <a:pt x="107" y="10"/>
                    </a:cubicBezTo>
                    <a:cubicBezTo>
                      <a:pt x="107" y="10"/>
                      <a:pt x="107" y="11"/>
                      <a:pt x="107" y="11"/>
                    </a:cubicBezTo>
                    <a:cubicBezTo>
                      <a:pt x="106" y="9"/>
                      <a:pt x="105" y="7"/>
                      <a:pt x="104" y="7"/>
                    </a:cubicBezTo>
                    <a:cubicBezTo>
                      <a:pt x="104" y="4"/>
                      <a:pt x="106" y="7"/>
                      <a:pt x="104" y="4"/>
                    </a:cubicBezTo>
                    <a:cubicBezTo>
                      <a:pt x="104" y="2"/>
                      <a:pt x="105" y="2"/>
                      <a:pt x="106" y="3"/>
                    </a:cubicBezTo>
                    <a:cubicBezTo>
                      <a:pt x="105" y="1"/>
                      <a:pt x="105" y="3"/>
                      <a:pt x="104" y="1"/>
                    </a:cubicBezTo>
                    <a:cubicBezTo>
                      <a:pt x="104" y="1"/>
                      <a:pt x="104" y="2"/>
                      <a:pt x="103" y="3"/>
                    </a:cubicBezTo>
                    <a:cubicBezTo>
                      <a:pt x="104" y="4"/>
                      <a:pt x="104" y="4"/>
                      <a:pt x="104" y="5"/>
                    </a:cubicBezTo>
                    <a:cubicBezTo>
                      <a:pt x="105" y="8"/>
                      <a:pt x="103" y="4"/>
                      <a:pt x="103" y="4"/>
                    </a:cubicBezTo>
                    <a:cubicBezTo>
                      <a:pt x="103" y="3"/>
                      <a:pt x="103" y="3"/>
                      <a:pt x="103" y="3"/>
                    </a:cubicBezTo>
                    <a:cubicBezTo>
                      <a:pt x="102" y="2"/>
                      <a:pt x="102" y="4"/>
                      <a:pt x="102" y="4"/>
                    </a:cubicBezTo>
                    <a:cubicBezTo>
                      <a:pt x="100" y="1"/>
                      <a:pt x="102" y="3"/>
                      <a:pt x="102" y="1"/>
                    </a:cubicBezTo>
                    <a:cubicBezTo>
                      <a:pt x="101" y="0"/>
                      <a:pt x="101" y="0"/>
                      <a:pt x="101" y="0"/>
                    </a:cubicBezTo>
                    <a:cubicBezTo>
                      <a:pt x="100" y="0"/>
                      <a:pt x="101" y="2"/>
                      <a:pt x="100" y="2"/>
                    </a:cubicBezTo>
                    <a:cubicBezTo>
                      <a:pt x="100" y="1"/>
                      <a:pt x="100" y="1"/>
                      <a:pt x="100" y="1"/>
                    </a:cubicBezTo>
                    <a:cubicBezTo>
                      <a:pt x="100" y="1"/>
                      <a:pt x="100" y="1"/>
                      <a:pt x="100" y="1"/>
                    </a:cubicBezTo>
                    <a:cubicBezTo>
                      <a:pt x="100" y="3"/>
                      <a:pt x="101" y="4"/>
                      <a:pt x="101" y="4"/>
                    </a:cubicBezTo>
                    <a:cubicBezTo>
                      <a:pt x="102" y="7"/>
                      <a:pt x="101" y="4"/>
                      <a:pt x="101" y="5"/>
                    </a:cubicBezTo>
                    <a:cubicBezTo>
                      <a:pt x="101" y="7"/>
                      <a:pt x="101" y="5"/>
                      <a:pt x="102" y="7"/>
                    </a:cubicBezTo>
                    <a:cubicBezTo>
                      <a:pt x="102" y="8"/>
                      <a:pt x="102" y="8"/>
                      <a:pt x="102" y="9"/>
                    </a:cubicBezTo>
                    <a:cubicBezTo>
                      <a:pt x="101" y="9"/>
                      <a:pt x="101" y="7"/>
                      <a:pt x="100" y="6"/>
                    </a:cubicBezTo>
                    <a:cubicBezTo>
                      <a:pt x="100" y="6"/>
                      <a:pt x="100" y="5"/>
                      <a:pt x="101" y="6"/>
                    </a:cubicBezTo>
                    <a:cubicBezTo>
                      <a:pt x="101" y="4"/>
                      <a:pt x="99" y="3"/>
                      <a:pt x="99" y="2"/>
                    </a:cubicBezTo>
                    <a:cubicBezTo>
                      <a:pt x="98" y="1"/>
                      <a:pt x="99" y="4"/>
                      <a:pt x="99" y="4"/>
                    </a:cubicBezTo>
                    <a:cubicBezTo>
                      <a:pt x="99" y="3"/>
                      <a:pt x="99" y="5"/>
                      <a:pt x="100" y="6"/>
                    </a:cubicBezTo>
                    <a:cubicBezTo>
                      <a:pt x="101" y="11"/>
                      <a:pt x="98" y="3"/>
                      <a:pt x="97" y="4"/>
                    </a:cubicBezTo>
                    <a:cubicBezTo>
                      <a:pt x="99" y="7"/>
                      <a:pt x="98" y="8"/>
                      <a:pt x="100" y="11"/>
                    </a:cubicBezTo>
                    <a:cubicBezTo>
                      <a:pt x="100" y="12"/>
                      <a:pt x="100" y="13"/>
                      <a:pt x="100" y="12"/>
                    </a:cubicBezTo>
                    <a:cubicBezTo>
                      <a:pt x="99" y="10"/>
                      <a:pt x="99" y="11"/>
                      <a:pt x="98" y="9"/>
                    </a:cubicBezTo>
                    <a:cubicBezTo>
                      <a:pt x="98" y="9"/>
                      <a:pt x="98" y="9"/>
                      <a:pt x="98" y="9"/>
                    </a:cubicBezTo>
                    <a:cubicBezTo>
                      <a:pt x="98" y="7"/>
                      <a:pt x="98" y="7"/>
                      <a:pt x="98" y="7"/>
                    </a:cubicBezTo>
                    <a:cubicBezTo>
                      <a:pt x="97" y="5"/>
                      <a:pt x="95" y="4"/>
                      <a:pt x="95" y="4"/>
                    </a:cubicBezTo>
                    <a:cubicBezTo>
                      <a:pt x="95" y="5"/>
                      <a:pt x="96" y="5"/>
                      <a:pt x="96" y="6"/>
                    </a:cubicBezTo>
                    <a:cubicBezTo>
                      <a:pt x="95" y="5"/>
                      <a:pt x="95" y="4"/>
                      <a:pt x="94" y="4"/>
                    </a:cubicBezTo>
                    <a:cubicBezTo>
                      <a:pt x="95" y="5"/>
                      <a:pt x="96" y="7"/>
                      <a:pt x="96" y="8"/>
                    </a:cubicBezTo>
                    <a:cubicBezTo>
                      <a:pt x="95" y="8"/>
                      <a:pt x="94" y="6"/>
                      <a:pt x="94" y="6"/>
                    </a:cubicBezTo>
                    <a:cubicBezTo>
                      <a:pt x="94" y="4"/>
                      <a:pt x="94" y="4"/>
                      <a:pt x="94" y="4"/>
                    </a:cubicBezTo>
                    <a:cubicBezTo>
                      <a:pt x="94" y="6"/>
                      <a:pt x="93" y="3"/>
                      <a:pt x="93" y="4"/>
                    </a:cubicBezTo>
                    <a:cubicBezTo>
                      <a:pt x="93" y="5"/>
                      <a:pt x="94" y="7"/>
                      <a:pt x="94" y="8"/>
                    </a:cubicBezTo>
                    <a:cubicBezTo>
                      <a:pt x="94" y="9"/>
                      <a:pt x="94" y="8"/>
                      <a:pt x="94" y="8"/>
                    </a:cubicBezTo>
                    <a:cubicBezTo>
                      <a:pt x="93" y="7"/>
                      <a:pt x="93" y="7"/>
                      <a:pt x="93" y="7"/>
                    </a:cubicBezTo>
                    <a:cubicBezTo>
                      <a:pt x="93" y="7"/>
                      <a:pt x="92" y="4"/>
                      <a:pt x="92" y="5"/>
                    </a:cubicBezTo>
                    <a:cubicBezTo>
                      <a:pt x="92" y="6"/>
                      <a:pt x="92" y="6"/>
                      <a:pt x="92" y="6"/>
                    </a:cubicBezTo>
                    <a:cubicBezTo>
                      <a:pt x="92" y="6"/>
                      <a:pt x="92" y="6"/>
                      <a:pt x="91" y="5"/>
                    </a:cubicBezTo>
                    <a:cubicBezTo>
                      <a:pt x="92" y="6"/>
                      <a:pt x="91" y="6"/>
                      <a:pt x="92" y="6"/>
                    </a:cubicBezTo>
                    <a:cubicBezTo>
                      <a:pt x="91" y="5"/>
                      <a:pt x="91" y="5"/>
                      <a:pt x="91" y="5"/>
                    </a:cubicBezTo>
                    <a:cubicBezTo>
                      <a:pt x="91" y="6"/>
                      <a:pt x="92" y="9"/>
                      <a:pt x="91" y="7"/>
                    </a:cubicBezTo>
                    <a:cubicBezTo>
                      <a:pt x="92" y="9"/>
                      <a:pt x="91" y="7"/>
                      <a:pt x="92" y="8"/>
                    </a:cubicBezTo>
                    <a:cubicBezTo>
                      <a:pt x="93" y="9"/>
                      <a:pt x="92" y="9"/>
                      <a:pt x="92" y="10"/>
                    </a:cubicBezTo>
                    <a:cubicBezTo>
                      <a:pt x="91" y="7"/>
                      <a:pt x="91" y="10"/>
                      <a:pt x="91" y="10"/>
                    </a:cubicBezTo>
                    <a:cubicBezTo>
                      <a:pt x="91" y="9"/>
                      <a:pt x="90" y="9"/>
                      <a:pt x="90" y="8"/>
                    </a:cubicBezTo>
                    <a:cubicBezTo>
                      <a:pt x="91" y="10"/>
                      <a:pt x="91" y="10"/>
                      <a:pt x="91" y="10"/>
                    </a:cubicBezTo>
                    <a:cubicBezTo>
                      <a:pt x="89" y="7"/>
                      <a:pt x="90" y="11"/>
                      <a:pt x="89" y="10"/>
                    </a:cubicBezTo>
                    <a:cubicBezTo>
                      <a:pt x="89" y="9"/>
                      <a:pt x="88" y="8"/>
                      <a:pt x="88" y="7"/>
                    </a:cubicBezTo>
                    <a:cubicBezTo>
                      <a:pt x="90" y="10"/>
                      <a:pt x="89" y="11"/>
                      <a:pt x="90" y="12"/>
                    </a:cubicBezTo>
                    <a:cubicBezTo>
                      <a:pt x="89" y="12"/>
                      <a:pt x="88" y="9"/>
                      <a:pt x="87" y="8"/>
                    </a:cubicBezTo>
                    <a:cubicBezTo>
                      <a:pt x="88" y="10"/>
                      <a:pt x="86" y="7"/>
                      <a:pt x="87" y="9"/>
                    </a:cubicBezTo>
                    <a:cubicBezTo>
                      <a:pt x="88" y="10"/>
                      <a:pt x="88" y="11"/>
                      <a:pt x="88" y="12"/>
                    </a:cubicBezTo>
                    <a:cubicBezTo>
                      <a:pt x="88" y="12"/>
                      <a:pt x="88" y="11"/>
                      <a:pt x="87" y="10"/>
                    </a:cubicBezTo>
                    <a:cubicBezTo>
                      <a:pt x="87" y="10"/>
                      <a:pt x="88" y="12"/>
                      <a:pt x="88" y="13"/>
                    </a:cubicBezTo>
                    <a:cubicBezTo>
                      <a:pt x="88" y="13"/>
                      <a:pt x="89" y="15"/>
                      <a:pt x="88" y="14"/>
                    </a:cubicBezTo>
                    <a:cubicBezTo>
                      <a:pt x="87" y="12"/>
                      <a:pt x="88" y="13"/>
                      <a:pt x="87" y="12"/>
                    </a:cubicBezTo>
                    <a:cubicBezTo>
                      <a:pt x="86" y="12"/>
                      <a:pt x="89" y="16"/>
                      <a:pt x="88" y="16"/>
                    </a:cubicBezTo>
                    <a:cubicBezTo>
                      <a:pt x="89" y="17"/>
                      <a:pt x="90" y="20"/>
                      <a:pt x="90" y="21"/>
                    </a:cubicBezTo>
                    <a:cubicBezTo>
                      <a:pt x="89" y="21"/>
                      <a:pt x="90" y="20"/>
                      <a:pt x="89" y="18"/>
                    </a:cubicBezTo>
                    <a:cubicBezTo>
                      <a:pt x="89" y="18"/>
                      <a:pt x="89" y="18"/>
                      <a:pt x="89" y="18"/>
                    </a:cubicBezTo>
                    <a:cubicBezTo>
                      <a:pt x="87" y="16"/>
                      <a:pt x="87" y="14"/>
                      <a:pt x="86" y="12"/>
                    </a:cubicBezTo>
                    <a:cubicBezTo>
                      <a:pt x="86" y="13"/>
                      <a:pt x="86" y="13"/>
                      <a:pt x="86" y="13"/>
                    </a:cubicBezTo>
                    <a:cubicBezTo>
                      <a:pt x="85" y="12"/>
                      <a:pt x="85" y="11"/>
                      <a:pt x="84" y="10"/>
                    </a:cubicBezTo>
                    <a:cubicBezTo>
                      <a:pt x="85" y="12"/>
                      <a:pt x="84" y="11"/>
                      <a:pt x="84" y="11"/>
                    </a:cubicBezTo>
                    <a:cubicBezTo>
                      <a:pt x="85" y="13"/>
                      <a:pt x="84" y="11"/>
                      <a:pt x="85" y="12"/>
                    </a:cubicBezTo>
                    <a:cubicBezTo>
                      <a:pt x="84" y="13"/>
                      <a:pt x="86" y="15"/>
                      <a:pt x="85" y="15"/>
                    </a:cubicBezTo>
                    <a:cubicBezTo>
                      <a:pt x="83" y="12"/>
                      <a:pt x="83" y="12"/>
                      <a:pt x="83" y="12"/>
                    </a:cubicBezTo>
                    <a:cubicBezTo>
                      <a:pt x="82" y="11"/>
                      <a:pt x="84" y="14"/>
                      <a:pt x="83" y="13"/>
                    </a:cubicBezTo>
                    <a:cubicBezTo>
                      <a:pt x="83" y="12"/>
                      <a:pt x="83" y="12"/>
                      <a:pt x="83" y="12"/>
                    </a:cubicBezTo>
                    <a:cubicBezTo>
                      <a:pt x="81" y="13"/>
                      <a:pt x="80" y="14"/>
                      <a:pt x="81" y="18"/>
                    </a:cubicBezTo>
                    <a:cubicBezTo>
                      <a:pt x="80" y="17"/>
                      <a:pt x="79" y="17"/>
                      <a:pt x="78" y="16"/>
                    </a:cubicBezTo>
                    <a:cubicBezTo>
                      <a:pt x="78" y="17"/>
                      <a:pt x="79" y="18"/>
                      <a:pt x="79" y="18"/>
                    </a:cubicBezTo>
                    <a:cubicBezTo>
                      <a:pt x="77" y="17"/>
                      <a:pt x="77" y="17"/>
                      <a:pt x="77" y="17"/>
                    </a:cubicBezTo>
                    <a:cubicBezTo>
                      <a:pt x="76" y="16"/>
                      <a:pt x="77" y="18"/>
                      <a:pt x="77" y="19"/>
                    </a:cubicBezTo>
                    <a:cubicBezTo>
                      <a:pt x="76" y="18"/>
                      <a:pt x="76" y="18"/>
                      <a:pt x="76" y="18"/>
                    </a:cubicBezTo>
                    <a:cubicBezTo>
                      <a:pt x="75" y="17"/>
                      <a:pt x="76" y="19"/>
                      <a:pt x="76" y="19"/>
                    </a:cubicBezTo>
                    <a:cubicBezTo>
                      <a:pt x="75" y="18"/>
                      <a:pt x="75" y="18"/>
                      <a:pt x="75" y="18"/>
                    </a:cubicBezTo>
                    <a:cubicBezTo>
                      <a:pt x="76" y="20"/>
                      <a:pt x="76" y="20"/>
                      <a:pt x="76" y="20"/>
                    </a:cubicBezTo>
                    <a:cubicBezTo>
                      <a:pt x="76" y="20"/>
                      <a:pt x="76" y="20"/>
                      <a:pt x="74" y="19"/>
                    </a:cubicBezTo>
                    <a:cubicBezTo>
                      <a:pt x="75" y="19"/>
                      <a:pt x="75" y="19"/>
                      <a:pt x="75" y="20"/>
                    </a:cubicBezTo>
                    <a:cubicBezTo>
                      <a:pt x="74" y="19"/>
                      <a:pt x="73" y="20"/>
                      <a:pt x="73" y="21"/>
                    </a:cubicBezTo>
                    <a:cubicBezTo>
                      <a:pt x="74" y="21"/>
                      <a:pt x="74" y="21"/>
                      <a:pt x="75" y="23"/>
                    </a:cubicBezTo>
                    <a:cubicBezTo>
                      <a:pt x="76" y="25"/>
                      <a:pt x="74" y="22"/>
                      <a:pt x="75" y="24"/>
                    </a:cubicBezTo>
                    <a:cubicBezTo>
                      <a:pt x="74" y="23"/>
                      <a:pt x="74" y="22"/>
                      <a:pt x="73" y="22"/>
                    </a:cubicBezTo>
                    <a:cubicBezTo>
                      <a:pt x="71" y="20"/>
                      <a:pt x="71" y="22"/>
                      <a:pt x="70" y="23"/>
                    </a:cubicBezTo>
                    <a:cubicBezTo>
                      <a:pt x="70" y="24"/>
                      <a:pt x="70" y="24"/>
                      <a:pt x="70" y="24"/>
                    </a:cubicBezTo>
                    <a:cubicBezTo>
                      <a:pt x="68" y="22"/>
                      <a:pt x="69" y="25"/>
                      <a:pt x="68" y="24"/>
                    </a:cubicBezTo>
                    <a:cubicBezTo>
                      <a:pt x="68" y="25"/>
                      <a:pt x="70" y="28"/>
                      <a:pt x="69" y="28"/>
                    </a:cubicBezTo>
                    <a:cubicBezTo>
                      <a:pt x="70" y="30"/>
                      <a:pt x="68" y="26"/>
                      <a:pt x="67" y="25"/>
                    </a:cubicBezTo>
                    <a:cubicBezTo>
                      <a:pt x="67" y="26"/>
                      <a:pt x="67" y="26"/>
                      <a:pt x="67" y="26"/>
                    </a:cubicBezTo>
                    <a:cubicBezTo>
                      <a:pt x="66" y="26"/>
                      <a:pt x="66" y="26"/>
                      <a:pt x="66" y="26"/>
                    </a:cubicBezTo>
                    <a:cubicBezTo>
                      <a:pt x="67" y="27"/>
                      <a:pt x="67" y="28"/>
                      <a:pt x="66" y="27"/>
                    </a:cubicBezTo>
                    <a:cubicBezTo>
                      <a:pt x="66" y="27"/>
                      <a:pt x="66" y="27"/>
                      <a:pt x="66" y="27"/>
                    </a:cubicBezTo>
                    <a:cubicBezTo>
                      <a:pt x="66" y="27"/>
                      <a:pt x="65" y="26"/>
                      <a:pt x="64" y="27"/>
                    </a:cubicBezTo>
                    <a:cubicBezTo>
                      <a:pt x="65" y="28"/>
                      <a:pt x="64" y="28"/>
                      <a:pt x="65" y="29"/>
                    </a:cubicBezTo>
                    <a:cubicBezTo>
                      <a:pt x="65" y="28"/>
                      <a:pt x="65" y="28"/>
                      <a:pt x="65" y="28"/>
                    </a:cubicBezTo>
                    <a:cubicBezTo>
                      <a:pt x="65" y="30"/>
                      <a:pt x="65" y="30"/>
                      <a:pt x="65" y="30"/>
                    </a:cubicBezTo>
                    <a:cubicBezTo>
                      <a:pt x="65" y="29"/>
                      <a:pt x="65" y="29"/>
                      <a:pt x="65" y="29"/>
                    </a:cubicBezTo>
                    <a:cubicBezTo>
                      <a:pt x="64" y="28"/>
                      <a:pt x="64" y="28"/>
                      <a:pt x="64" y="28"/>
                    </a:cubicBezTo>
                    <a:cubicBezTo>
                      <a:pt x="63" y="27"/>
                      <a:pt x="64" y="29"/>
                      <a:pt x="65" y="30"/>
                    </a:cubicBezTo>
                    <a:cubicBezTo>
                      <a:pt x="65" y="31"/>
                      <a:pt x="64" y="30"/>
                      <a:pt x="64" y="29"/>
                    </a:cubicBezTo>
                    <a:cubicBezTo>
                      <a:pt x="63" y="29"/>
                      <a:pt x="64" y="30"/>
                      <a:pt x="64" y="29"/>
                    </a:cubicBezTo>
                    <a:cubicBezTo>
                      <a:pt x="63" y="28"/>
                      <a:pt x="63" y="29"/>
                      <a:pt x="63" y="28"/>
                    </a:cubicBezTo>
                    <a:cubicBezTo>
                      <a:pt x="63" y="28"/>
                      <a:pt x="64" y="30"/>
                      <a:pt x="63" y="30"/>
                    </a:cubicBezTo>
                    <a:cubicBezTo>
                      <a:pt x="63" y="30"/>
                      <a:pt x="63" y="31"/>
                      <a:pt x="62" y="29"/>
                    </a:cubicBezTo>
                    <a:cubicBezTo>
                      <a:pt x="62" y="30"/>
                      <a:pt x="62" y="30"/>
                      <a:pt x="62" y="31"/>
                    </a:cubicBezTo>
                    <a:cubicBezTo>
                      <a:pt x="63" y="31"/>
                      <a:pt x="63" y="31"/>
                      <a:pt x="64" y="32"/>
                    </a:cubicBezTo>
                    <a:cubicBezTo>
                      <a:pt x="64" y="32"/>
                      <a:pt x="64" y="33"/>
                      <a:pt x="63" y="32"/>
                    </a:cubicBezTo>
                    <a:cubicBezTo>
                      <a:pt x="63" y="32"/>
                      <a:pt x="63" y="32"/>
                      <a:pt x="63" y="32"/>
                    </a:cubicBezTo>
                    <a:cubicBezTo>
                      <a:pt x="63" y="32"/>
                      <a:pt x="63" y="32"/>
                      <a:pt x="64" y="33"/>
                    </a:cubicBezTo>
                    <a:cubicBezTo>
                      <a:pt x="62" y="32"/>
                      <a:pt x="62" y="32"/>
                      <a:pt x="62" y="32"/>
                    </a:cubicBezTo>
                    <a:cubicBezTo>
                      <a:pt x="63" y="33"/>
                      <a:pt x="62" y="33"/>
                      <a:pt x="62" y="33"/>
                    </a:cubicBezTo>
                    <a:cubicBezTo>
                      <a:pt x="61" y="32"/>
                      <a:pt x="60" y="30"/>
                      <a:pt x="60" y="30"/>
                    </a:cubicBezTo>
                    <a:cubicBezTo>
                      <a:pt x="60" y="32"/>
                      <a:pt x="60" y="32"/>
                      <a:pt x="60" y="32"/>
                    </a:cubicBezTo>
                    <a:cubicBezTo>
                      <a:pt x="60" y="32"/>
                      <a:pt x="60" y="32"/>
                      <a:pt x="59" y="31"/>
                    </a:cubicBezTo>
                    <a:cubicBezTo>
                      <a:pt x="58" y="31"/>
                      <a:pt x="61" y="36"/>
                      <a:pt x="60" y="35"/>
                    </a:cubicBezTo>
                    <a:cubicBezTo>
                      <a:pt x="59" y="33"/>
                      <a:pt x="59" y="33"/>
                      <a:pt x="58" y="33"/>
                    </a:cubicBezTo>
                    <a:cubicBezTo>
                      <a:pt x="58" y="34"/>
                      <a:pt x="58" y="34"/>
                      <a:pt x="58" y="34"/>
                    </a:cubicBezTo>
                    <a:cubicBezTo>
                      <a:pt x="59" y="35"/>
                      <a:pt x="58" y="33"/>
                      <a:pt x="59" y="34"/>
                    </a:cubicBezTo>
                    <a:cubicBezTo>
                      <a:pt x="60" y="34"/>
                      <a:pt x="59" y="34"/>
                      <a:pt x="59" y="35"/>
                    </a:cubicBezTo>
                    <a:cubicBezTo>
                      <a:pt x="56" y="32"/>
                      <a:pt x="57" y="35"/>
                      <a:pt x="55" y="34"/>
                    </a:cubicBezTo>
                    <a:cubicBezTo>
                      <a:pt x="56" y="36"/>
                      <a:pt x="55" y="35"/>
                      <a:pt x="55" y="36"/>
                    </a:cubicBezTo>
                    <a:cubicBezTo>
                      <a:pt x="54" y="34"/>
                      <a:pt x="55" y="37"/>
                      <a:pt x="54" y="36"/>
                    </a:cubicBezTo>
                    <a:cubicBezTo>
                      <a:pt x="55" y="38"/>
                      <a:pt x="55" y="38"/>
                      <a:pt x="55" y="38"/>
                    </a:cubicBezTo>
                    <a:cubicBezTo>
                      <a:pt x="54" y="37"/>
                      <a:pt x="57" y="41"/>
                      <a:pt x="55" y="39"/>
                    </a:cubicBezTo>
                    <a:cubicBezTo>
                      <a:pt x="54" y="39"/>
                      <a:pt x="54" y="38"/>
                      <a:pt x="53" y="37"/>
                    </a:cubicBezTo>
                    <a:cubicBezTo>
                      <a:pt x="51" y="35"/>
                      <a:pt x="54" y="40"/>
                      <a:pt x="52" y="38"/>
                    </a:cubicBezTo>
                    <a:cubicBezTo>
                      <a:pt x="52" y="38"/>
                      <a:pt x="53" y="40"/>
                      <a:pt x="54" y="41"/>
                    </a:cubicBezTo>
                    <a:cubicBezTo>
                      <a:pt x="53" y="40"/>
                      <a:pt x="51" y="39"/>
                      <a:pt x="51" y="39"/>
                    </a:cubicBezTo>
                    <a:cubicBezTo>
                      <a:pt x="51" y="40"/>
                      <a:pt x="51" y="40"/>
                      <a:pt x="51" y="40"/>
                    </a:cubicBezTo>
                    <a:cubicBezTo>
                      <a:pt x="50" y="39"/>
                      <a:pt x="50" y="39"/>
                      <a:pt x="50" y="39"/>
                    </a:cubicBezTo>
                    <a:cubicBezTo>
                      <a:pt x="49" y="39"/>
                      <a:pt x="50" y="40"/>
                      <a:pt x="50" y="41"/>
                    </a:cubicBezTo>
                    <a:cubicBezTo>
                      <a:pt x="49" y="39"/>
                      <a:pt x="48" y="41"/>
                      <a:pt x="47" y="40"/>
                    </a:cubicBezTo>
                    <a:cubicBezTo>
                      <a:pt x="49" y="42"/>
                      <a:pt x="46" y="40"/>
                      <a:pt x="48" y="43"/>
                    </a:cubicBezTo>
                    <a:cubicBezTo>
                      <a:pt x="47" y="42"/>
                      <a:pt x="47" y="42"/>
                      <a:pt x="47" y="42"/>
                    </a:cubicBezTo>
                    <a:cubicBezTo>
                      <a:pt x="48" y="43"/>
                      <a:pt x="49" y="44"/>
                      <a:pt x="49" y="45"/>
                    </a:cubicBezTo>
                    <a:cubicBezTo>
                      <a:pt x="47" y="43"/>
                      <a:pt x="47" y="43"/>
                      <a:pt x="47" y="43"/>
                    </a:cubicBezTo>
                    <a:cubicBezTo>
                      <a:pt x="46" y="41"/>
                      <a:pt x="47" y="43"/>
                      <a:pt x="46" y="42"/>
                    </a:cubicBezTo>
                    <a:cubicBezTo>
                      <a:pt x="47" y="43"/>
                      <a:pt x="45" y="42"/>
                      <a:pt x="46" y="44"/>
                    </a:cubicBezTo>
                    <a:cubicBezTo>
                      <a:pt x="47" y="44"/>
                      <a:pt x="47" y="44"/>
                      <a:pt x="47" y="44"/>
                    </a:cubicBezTo>
                    <a:cubicBezTo>
                      <a:pt x="47" y="45"/>
                      <a:pt x="47" y="45"/>
                      <a:pt x="47" y="46"/>
                    </a:cubicBezTo>
                    <a:cubicBezTo>
                      <a:pt x="47" y="46"/>
                      <a:pt x="45" y="44"/>
                      <a:pt x="45" y="44"/>
                    </a:cubicBezTo>
                    <a:cubicBezTo>
                      <a:pt x="45" y="44"/>
                      <a:pt x="45" y="44"/>
                      <a:pt x="45" y="45"/>
                    </a:cubicBezTo>
                    <a:cubicBezTo>
                      <a:pt x="45" y="45"/>
                      <a:pt x="45" y="45"/>
                      <a:pt x="45" y="45"/>
                    </a:cubicBezTo>
                    <a:cubicBezTo>
                      <a:pt x="45" y="45"/>
                      <a:pt x="45" y="45"/>
                      <a:pt x="45" y="45"/>
                    </a:cubicBezTo>
                    <a:cubicBezTo>
                      <a:pt x="45" y="45"/>
                      <a:pt x="45" y="45"/>
                      <a:pt x="45" y="45"/>
                    </a:cubicBezTo>
                    <a:cubicBezTo>
                      <a:pt x="45" y="45"/>
                      <a:pt x="45" y="45"/>
                      <a:pt x="45" y="45"/>
                    </a:cubicBezTo>
                    <a:cubicBezTo>
                      <a:pt x="45" y="45"/>
                      <a:pt x="45" y="45"/>
                      <a:pt x="45" y="45"/>
                    </a:cubicBezTo>
                    <a:cubicBezTo>
                      <a:pt x="45" y="45"/>
                      <a:pt x="44" y="45"/>
                      <a:pt x="44" y="45"/>
                    </a:cubicBezTo>
                    <a:cubicBezTo>
                      <a:pt x="44" y="45"/>
                      <a:pt x="44" y="45"/>
                      <a:pt x="44" y="45"/>
                    </a:cubicBezTo>
                    <a:cubicBezTo>
                      <a:pt x="44" y="45"/>
                      <a:pt x="44" y="45"/>
                      <a:pt x="44" y="45"/>
                    </a:cubicBezTo>
                    <a:cubicBezTo>
                      <a:pt x="43" y="44"/>
                      <a:pt x="43" y="44"/>
                      <a:pt x="43" y="44"/>
                    </a:cubicBezTo>
                    <a:cubicBezTo>
                      <a:pt x="43" y="44"/>
                      <a:pt x="43" y="45"/>
                      <a:pt x="44" y="46"/>
                    </a:cubicBezTo>
                    <a:cubicBezTo>
                      <a:pt x="42" y="46"/>
                      <a:pt x="42" y="48"/>
                      <a:pt x="42" y="49"/>
                    </a:cubicBezTo>
                    <a:cubicBezTo>
                      <a:pt x="42" y="49"/>
                      <a:pt x="41" y="48"/>
                      <a:pt x="42" y="48"/>
                    </a:cubicBezTo>
                    <a:cubicBezTo>
                      <a:pt x="42" y="49"/>
                      <a:pt x="42" y="50"/>
                      <a:pt x="42" y="49"/>
                    </a:cubicBezTo>
                    <a:cubicBezTo>
                      <a:pt x="42" y="50"/>
                      <a:pt x="41" y="48"/>
                      <a:pt x="40" y="49"/>
                    </a:cubicBezTo>
                    <a:cubicBezTo>
                      <a:pt x="40" y="48"/>
                      <a:pt x="41" y="50"/>
                      <a:pt x="41" y="50"/>
                    </a:cubicBezTo>
                    <a:cubicBezTo>
                      <a:pt x="39" y="48"/>
                      <a:pt x="41" y="52"/>
                      <a:pt x="39" y="51"/>
                    </a:cubicBezTo>
                    <a:cubicBezTo>
                      <a:pt x="40" y="52"/>
                      <a:pt x="39" y="51"/>
                      <a:pt x="39" y="50"/>
                    </a:cubicBezTo>
                    <a:cubicBezTo>
                      <a:pt x="39" y="51"/>
                      <a:pt x="38" y="52"/>
                      <a:pt x="39" y="54"/>
                    </a:cubicBezTo>
                    <a:cubicBezTo>
                      <a:pt x="38" y="53"/>
                      <a:pt x="38" y="53"/>
                      <a:pt x="38" y="53"/>
                    </a:cubicBezTo>
                    <a:cubicBezTo>
                      <a:pt x="38" y="53"/>
                      <a:pt x="38" y="53"/>
                      <a:pt x="38" y="54"/>
                    </a:cubicBezTo>
                    <a:cubicBezTo>
                      <a:pt x="39" y="55"/>
                      <a:pt x="40" y="56"/>
                      <a:pt x="39" y="56"/>
                    </a:cubicBezTo>
                    <a:cubicBezTo>
                      <a:pt x="39" y="56"/>
                      <a:pt x="39" y="56"/>
                      <a:pt x="39" y="56"/>
                    </a:cubicBezTo>
                    <a:cubicBezTo>
                      <a:pt x="39" y="56"/>
                      <a:pt x="39" y="57"/>
                      <a:pt x="39" y="57"/>
                    </a:cubicBezTo>
                    <a:cubicBezTo>
                      <a:pt x="38" y="57"/>
                      <a:pt x="39" y="57"/>
                      <a:pt x="38" y="56"/>
                    </a:cubicBezTo>
                    <a:cubicBezTo>
                      <a:pt x="36" y="54"/>
                      <a:pt x="36" y="56"/>
                      <a:pt x="36" y="56"/>
                    </a:cubicBezTo>
                    <a:cubicBezTo>
                      <a:pt x="37" y="57"/>
                      <a:pt x="37" y="57"/>
                      <a:pt x="37" y="57"/>
                    </a:cubicBezTo>
                    <a:cubicBezTo>
                      <a:pt x="37" y="58"/>
                      <a:pt x="36" y="56"/>
                      <a:pt x="36" y="56"/>
                    </a:cubicBezTo>
                    <a:cubicBezTo>
                      <a:pt x="38" y="61"/>
                      <a:pt x="38" y="61"/>
                      <a:pt x="38" y="61"/>
                    </a:cubicBezTo>
                    <a:cubicBezTo>
                      <a:pt x="38" y="60"/>
                      <a:pt x="37" y="59"/>
                      <a:pt x="36" y="58"/>
                    </a:cubicBezTo>
                    <a:cubicBezTo>
                      <a:pt x="36" y="59"/>
                      <a:pt x="37" y="61"/>
                      <a:pt x="38" y="63"/>
                    </a:cubicBezTo>
                    <a:cubicBezTo>
                      <a:pt x="38" y="63"/>
                      <a:pt x="38" y="64"/>
                      <a:pt x="38" y="64"/>
                    </a:cubicBezTo>
                    <a:cubicBezTo>
                      <a:pt x="37" y="63"/>
                      <a:pt x="38" y="64"/>
                      <a:pt x="37" y="63"/>
                    </a:cubicBezTo>
                    <a:cubicBezTo>
                      <a:pt x="36" y="63"/>
                      <a:pt x="36" y="63"/>
                      <a:pt x="36" y="63"/>
                    </a:cubicBezTo>
                    <a:cubicBezTo>
                      <a:pt x="36" y="62"/>
                      <a:pt x="34" y="61"/>
                      <a:pt x="34" y="60"/>
                    </a:cubicBezTo>
                    <a:cubicBezTo>
                      <a:pt x="34" y="61"/>
                      <a:pt x="33" y="61"/>
                      <a:pt x="32" y="61"/>
                    </a:cubicBezTo>
                    <a:cubicBezTo>
                      <a:pt x="34" y="63"/>
                      <a:pt x="32" y="63"/>
                      <a:pt x="34" y="65"/>
                    </a:cubicBezTo>
                    <a:cubicBezTo>
                      <a:pt x="34" y="65"/>
                      <a:pt x="32" y="63"/>
                      <a:pt x="32" y="63"/>
                    </a:cubicBezTo>
                    <a:cubicBezTo>
                      <a:pt x="32" y="64"/>
                      <a:pt x="31" y="64"/>
                      <a:pt x="31" y="65"/>
                    </a:cubicBezTo>
                    <a:cubicBezTo>
                      <a:pt x="30" y="65"/>
                      <a:pt x="30" y="65"/>
                      <a:pt x="30" y="65"/>
                    </a:cubicBezTo>
                    <a:cubicBezTo>
                      <a:pt x="30" y="66"/>
                      <a:pt x="29" y="66"/>
                      <a:pt x="30" y="68"/>
                    </a:cubicBezTo>
                    <a:cubicBezTo>
                      <a:pt x="30" y="67"/>
                      <a:pt x="30" y="67"/>
                      <a:pt x="30" y="67"/>
                    </a:cubicBezTo>
                    <a:cubicBezTo>
                      <a:pt x="28" y="67"/>
                      <a:pt x="32" y="69"/>
                      <a:pt x="30" y="69"/>
                    </a:cubicBezTo>
                    <a:cubicBezTo>
                      <a:pt x="29" y="68"/>
                      <a:pt x="29" y="68"/>
                      <a:pt x="29" y="68"/>
                    </a:cubicBezTo>
                    <a:cubicBezTo>
                      <a:pt x="30" y="69"/>
                      <a:pt x="28" y="68"/>
                      <a:pt x="29" y="70"/>
                    </a:cubicBezTo>
                    <a:cubicBezTo>
                      <a:pt x="28" y="68"/>
                      <a:pt x="28" y="68"/>
                      <a:pt x="28" y="68"/>
                    </a:cubicBezTo>
                    <a:cubicBezTo>
                      <a:pt x="28" y="69"/>
                      <a:pt x="28" y="69"/>
                      <a:pt x="28" y="71"/>
                    </a:cubicBezTo>
                    <a:cubicBezTo>
                      <a:pt x="27" y="69"/>
                      <a:pt x="27" y="69"/>
                      <a:pt x="27" y="69"/>
                    </a:cubicBezTo>
                    <a:cubicBezTo>
                      <a:pt x="26" y="69"/>
                      <a:pt x="28" y="71"/>
                      <a:pt x="27" y="71"/>
                    </a:cubicBezTo>
                    <a:cubicBezTo>
                      <a:pt x="27" y="71"/>
                      <a:pt x="26" y="71"/>
                      <a:pt x="26" y="70"/>
                    </a:cubicBezTo>
                    <a:cubicBezTo>
                      <a:pt x="27" y="71"/>
                      <a:pt x="26" y="72"/>
                      <a:pt x="27" y="72"/>
                    </a:cubicBezTo>
                    <a:cubicBezTo>
                      <a:pt x="25" y="71"/>
                      <a:pt x="25" y="71"/>
                      <a:pt x="25" y="71"/>
                    </a:cubicBezTo>
                    <a:cubicBezTo>
                      <a:pt x="23" y="73"/>
                      <a:pt x="21" y="75"/>
                      <a:pt x="21" y="78"/>
                    </a:cubicBezTo>
                    <a:cubicBezTo>
                      <a:pt x="19" y="77"/>
                      <a:pt x="20" y="77"/>
                      <a:pt x="19" y="76"/>
                    </a:cubicBezTo>
                    <a:cubicBezTo>
                      <a:pt x="20" y="77"/>
                      <a:pt x="19" y="77"/>
                      <a:pt x="19" y="78"/>
                    </a:cubicBezTo>
                    <a:cubicBezTo>
                      <a:pt x="19" y="77"/>
                      <a:pt x="19" y="77"/>
                      <a:pt x="19" y="77"/>
                    </a:cubicBezTo>
                    <a:cubicBezTo>
                      <a:pt x="19" y="78"/>
                      <a:pt x="18" y="77"/>
                      <a:pt x="18" y="78"/>
                    </a:cubicBezTo>
                    <a:cubicBezTo>
                      <a:pt x="18" y="78"/>
                      <a:pt x="18" y="78"/>
                      <a:pt x="18" y="78"/>
                    </a:cubicBezTo>
                    <a:cubicBezTo>
                      <a:pt x="19" y="80"/>
                      <a:pt x="16" y="77"/>
                      <a:pt x="18" y="79"/>
                    </a:cubicBezTo>
                    <a:cubicBezTo>
                      <a:pt x="16" y="78"/>
                      <a:pt x="16" y="78"/>
                      <a:pt x="16" y="78"/>
                    </a:cubicBezTo>
                    <a:cubicBezTo>
                      <a:pt x="18" y="80"/>
                      <a:pt x="15" y="78"/>
                      <a:pt x="17" y="80"/>
                    </a:cubicBezTo>
                    <a:cubicBezTo>
                      <a:pt x="16" y="80"/>
                      <a:pt x="16" y="80"/>
                      <a:pt x="16" y="80"/>
                    </a:cubicBezTo>
                    <a:cubicBezTo>
                      <a:pt x="15" y="79"/>
                      <a:pt x="18" y="82"/>
                      <a:pt x="16" y="81"/>
                    </a:cubicBezTo>
                    <a:cubicBezTo>
                      <a:pt x="16" y="82"/>
                      <a:pt x="16" y="83"/>
                      <a:pt x="17" y="84"/>
                    </a:cubicBezTo>
                    <a:cubicBezTo>
                      <a:pt x="15" y="82"/>
                      <a:pt x="15" y="82"/>
                      <a:pt x="15" y="82"/>
                    </a:cubicBezTo>
                    <a:cubicBezTo>
                      <a:pt x="15" y="85"/>
                      <a:pt x="13" y="86"/>
                      <a:pt x="14" y="89"/>
                    </a:cubicBezTo>
                    <a:cubicBezTo>
                      <a:pt x="13" y="88"/>
                      <a:pt x="13" y="88"/>
                      <a:pt x="13" y="88"/>
                    </a:cubicBezTo>
                    <a:cubicBezTo>
                      <a:pt x="14" y="90"/>
                      <a:pt x="10" y="89"/>
                      <a:pt x="13" y="92"/>
                    </a:cubicBezTo>
                    <a:cubicBezTo>
                      <a:pt x="14" y="93"/>
                      <a:pt x="14" y="93"/>
                      <a:pt x="14" y="93"/>
                    </a:cubicBezTo>
                    <a:cubicBezTo>
                      <a:pt x="12" y="92"/>
                      <a:pt x="12" y="92"/>
                      <a:pt x="12" y="92"/>
                    </a:cubicBezTo>
                    <a:cubicBezTo>
                      <a:pt x="13" y="93"/>
                      <a:pt x="11" y="93"/>
                      <a:pt x="13" y="94"/>
                    </a:cubicBezTo>
                    <a:cubicBezTo>
                      <a:pt x="12" y="94"/>
                      <a:pt x="12" y="93"/>
                      <a:pt x="12" y="93"/>
                    </a:cubicBezTo>
                    <a:cubicBezTo>
                      <a:pt x="11" y="93"/>
                      <a:pt x="13" y="95"/>
                      <a:pt x="12" y="95"/>
                    </a:cubicBezTo>
                    <a:cubicBezTo>
                      <a:pt x="11" y="95"/>
                      <a:pt x="11" y="95"/>
                      <a:pt x="11" y="95"/>
                    </a:cubicBezTo>
                    <a:cubicBezTo>
                      <a:pt x="8" y="95"/>
                      <a:pt x="4" y="96"/>
                      <a:pt x="6" y="100"/>
                    </a:cubicBezTo>
                    <a:cubicBezTo>
                      <a:pt x="6" y="101"/>
                      <a:pt x="4" y="99"/>
                      <a:pt x="4" y="99"/>
                    </a:cubicBezTo>
                    <a:cubicBezTo>
                      <a:pt x="6" y="103"/>
                      <a:pt x="0" y="102"/>
                      <a:pt x="3" y="107"/>
                    </a:cubicBezTo>
                    <a:cubicBezTo>
                      <a:pt x="4" y="109"/>
                      <a:pt x="9" y="112"/>
                      <a:pt x="9" y="1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88" name="Freeform 163"/>
              <p:cNvSpPr/>
              <p:nvPr>
                <p:custDataLst>
                  <p:tags r:id="rId409"/>
                </p:custDataLst>
              </p:nvPr>
            </p:nvSpPr>
            <p:spPr bwMode="auto">
              <a:xfrm>
                <a:off x="4499" y="1925"/>
                <a:ext cx="3" cy="4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2 h 2"/>
                  <a:gd name="T4" fmla="*/ 0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89" name="Freeform 164"/>
              <p:cNvSpPr/>
              <p:nvPr>
                <p:custDataLst>
                  <p:tags r:id="rId410"/>
                </p:custDataLst>
              </p:nvPr>
            </p:nvSpPr>
            <p:spPr bwMode="auto">
              <a:xfrm>
                <a:off x="3914" y="1322"/>
                <a:ext cx="2" cy="0"/>
              </a:xfrm>
              <a:custGeom>
                <a:avLst/>
                <a:gdLst>
                  <a:gd name="T0" fmla="*/ 2 w 2"/>
                  <a:gd name="T1" fmla="*/ 2 w 2"/>
                  <a:gd name="T2" fmla="*/ 0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90" name="Freeform 165"/>
              <p:cNvSpPr/>
              <p:nvPr>
                <p:custDataLst>
                  <p:tags r:id="rId411"/>
                </p:custDataLst>
              </p:nvPr>
            </p:nvSpPr>
            <p:spPr bwMode="auto">
              <a:xfrm>
                <a:off x="3122" y="2198"/>
                <a:ext cx="2" cy="4"/>
              </a:xfrm>
              <a:custGeom>
                <a:avLst/>
                <a:gdLst>
                  <a:gd name="T0" fmla="*/ 0 w 2"/>
                  <a:gd name="T1" fmla="*/ 0 h 4"/>
                  <a:gd name="T2" fmla="*/ 0 w 2"/>
                  <a:gd name="T3" fmla="*/ 0 h 4"/>
                  <a:gd name="T4" fmla="*/ 2 w 2"/>
                  <a:gd name="T5" fmla="*/ 4 h 4"/>
                  <a:gd name="T6" fmla="*/ 0 w 2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lnTo>
                      <a:pt x="0" y="0"/>
                    </a:lnTo>
                    <a:lnTo>
                      <a:pt x="2" y="4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91" name="Freeform 166"/>
              <p:cNvSpPr/>
              <p:nvPr>
                <p:custDataLst>
                  <p:tags r:id="rId412"/>
                </p:custDataLst>
              </p:nvPr>
            </p:nvSpPr>
            <p:spPr bwMode="auto">
              <a:xfrm>
                <a:off x="3126" y="2183"/>
                <a:ext cx="3" cy="3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1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92" name="Freeform 167"/>
              <p:cNvSpPr/>
              <p:nvPr>
                <p:custDataLst>
                  <p:tags r:id="rId413"/>
                </p:custDataLst>
              </p:nvPr>
            </p:nvSpPr>
            <p:spPr bwMode="auto">
              <a:xfrm>
                <a:off x="3540" y="1543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0" y="0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93" name="Freeform 168"/>
              <p:cNvSpPr/>
              <p:nvPr>
                <p:custDataLst>
                  <p:tags r:id="rId414"/>
                </p:custDataLst>
              </p:nvPr>
            </p:nvSpPr>
            <p:spPr bwMode="auto">
              <a:xfrm>
                <a:off x="3156" y="221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94" name="Freeform 169"/>
              <p:cNvSpPr/>
              <p:nvPr>
                <p:custDataLst>
                  <p:tags r:id="rId415"/>
                </p:custDataLst>
              </p:nvPr>
            </p:nvSpPr>
            <p:spPr bwMode="auto">
              <a:xfrm>
                <a:off x="3129" y="2183"/>
                <a:ext cx="0" cy="3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95" name="Freeform 170"/>
              <p:cNvSpPr/>
              <p:nvPr>
                <p:custDataLst>
                  <p:tags r:id="rId416"/>
                </p:custDataLst>
              </p:nvPr>
            </p:nvSpPr>
            <p:spPr bwMode="auto">
              <a:xfrm>
                <a:off x="3129" y="219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96" name="Freeform 171"/>
              <p:cNvSpPr/>
              <p:nvPr>
                <p:custDataLst>
                  <p:tags r:id="rId417"/>
                </p:custDataLst>
              </p:nvPr>
            </p:nvSpPr>
            <p:spPr bwMode="auto">
              <a:xfrm>
                <a:off x="3129" y="2192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97" name="Freeform 172"/>
              <p:cNvSpPr/>
              <p:nvPr>
                <p:custDataLst>
                  <p:tags r:id="rId418"/>
                </p:custDataLst>
              </p:nvPr>
            </p:nvSpPr>
            <p:spPr bwMode="auto">
              <a:xfrm>
                <a:off x="3205" y="2162"/>
                <a:ext cx="2" cy="9"/>
              </a:xfrm>
              <a:custGeom>
                <a:avLst/>
                <a:gdLst>
                  <a:gd name="T0" fmla="*/ 1 w 1"/>
                  <a:gd name="T1" fmla="*/ 2 h 4"/>
                  <a:gd name="T2" fmla="*/ 1 w 1"/>
                  <a:gd name="T3" fmla="*/ 0 h 4"/>
                  <a:gd name="T4" fmla="*/ 1 w 1"/>
                  <a:gd name="T5" fmla="*/ 4 h 4"/>
                  <a:gd name="T6" fmla="*/ 1 w 1"/>
                  <a:gd name="T7" fmla="*/ 4 h 4"/>
                  <a:gd name="T8" fmla="*/ 1 w 1"/>
                  <a:gd name="T9" fmla="*/ 3 h 4"/>
                  <a:gd name="T10" fmla="*/ 1 w 1"/>
                  <a:gd name="T11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4">
                    <a:moveTo>
                      <a:pt x="1" y="2"/>
                    </a:moveTo>
                    <a:cubicBezTo>
                      <a:pt x="1" y="1"/>
                      <a:pt x="1" y="0"/>
                      <a:pt x="1" y="0"/>
                    </a:cubicBezTo>
                    <a:cubicBezTo>
                      <a:pt x="1" y="1"/>
                      <a:pt x="0" y="3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3"/>
                      <a:pt x="1" y="3"/>
                    </a:cubicBezTo>
                    <a:cubicBezTo>
                      <a:pt x="1" y="3"/>
                      <a:pt x="1" y="1"/>
                      <a:pt x="1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98" name="Freeform 173"/>
              <p:cNvSpPr/>
              <p:nvPr>
                <p:custDataLst>
                  <p:tags r:id="rId419"/>
                </p:custDataLst>
              </p:nvPr>
            </p:nvSpPr>
            <p:spPr bwMode="auto">
              <a:xfrm>
                <a:off x="3207" y="2166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99" name="Freeform 174"/>
              <p:cNvSpPr/>
              <p:nvPr>
                <p:custDataLst>
                  <p:tags r:id="rId420"/>
                </p:custDataLst>
              </p:nvPr>
            </p:nvSpPr>
            <p:spPr bwMode="auto">
              <a:xfrm>
                <a:off x="3207" y="2169"/>
                <a:ext cx="0" cy="4"/>
              </a:xfrm>
              <a:custGeom>
                <a:avLst/>
                <a:gdLst>
                  <a:gd name="T0" fmla="*/ 2 h 2"/>
                  <a:gd name="T1" fmla="*/ 1 h 2"/>
                  <a:gd name="T2" fmla="*/ 1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500" name="Freeform 175"/>
              <p:cNvSpPr/>
              <p:nvPr>
                <p:custDataLst>
                  <p:tags r:id="rId421"/>
                </p:custDataLst>
              </p:nvPr>
            </p:nvSpPr>
            <p:spPr bwMode="auto">
              <a:xfrm>
                <a:off x="3194" y="2156"/>
                <a:ext cx="0" cy="6"/>
              </a:xfrm>
              <a:custGeom>
                <a:avLst/>
                <a:gdLst>
                  <a:gd name="T0" fmla="*/ 2 h 3"/>
                  <a:gd name="T1" fmla="*/ 2 h 3"/>
                  <a:gd name="T2" fmla="*/ 2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2"/>
                    </a:moveTo>
                    <a:cubicBezTo>
                      <a:pt x="0" y="0"/>
                      <a:pt x="0" y="2"/>
                      <a:pt x="0" y="2"/>
                    </a:cubicBezTo>
                    <a:cubicBezTo>
                      <a:pt x="0" y="3"/>
                      <a:pt x="0" y="2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501" name="Freeform 176"/>
              <p:cNvSpPr/>
              <p:nvPr>
                <p:custDataLst>
                  <p:tags r:id="rId422"/>
                </p:custDataLst>
              </p:nvPr>
            </p:nvSpPr>
            <p:spPr bwMode="auto">
              <a:xfrm>
                <a:off x="3209" y="2196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502" name="Freeform 177"/>
              <p:cNvSpPr/>
              <p:nvPr>
                <p:custDataLst>
                  <p:tags r:id="rId423"/>
                </p:custDataLst>
              </p:nvPr>
            </p:nvSpPr>
            <p:spPr bwMode="auto">
              <a:xfrm>
                <a:off x="3472" y="207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503" name="Freeform 178"/>
              <p:cNvSpPr/>
              <p:nvPr>
                <p:custDataLst>
                  <p:tags r:id="rId424"/>
                </p:custDataLst>
              </p:nvPr>
            </p:nvSpPr>
            <p:spPr bwMode="auto">
              <a:xfrm>
                <a:off x="3201" y="2158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504" name="Freeform 179"/>
              <p:cNvSpPr/>
              <p:nvPr>
                <p:custDataLst>
                  <p:tags r:id="rId425"/>
                </p:custDataLst>
              </p:nvPr>
            </p:nvSpPr>
            <p:spPr bwMode="auto">
              <a:xfrm>
                <a:off x="3211" y="2194"/>
                <a:ext cx="2" cy="4"/>
              </a:xfrm>
              <a:custGeom>
                <a:avLst/>
                <a:gdLst>
                  <a:gd name="T0" fmla="*/ 1 w 1"/>
                  <a:gd name="T1" fmla="*/ 1 h 2"/>
                  <a:gd name="T2" fmla="*/ 0 w 1"/>
                  <a:gd name="T3" fmla="*/ 2 h 2"/>
                  <a:gd name="T4" fmla="*/ 1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0" y="2"/>
                      <a:pt x="0" y="2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505" name="Freeform 180"/>
              <p:cNvSpPr/>
              <p:nvPr>
                <p:custDataLst>
                  <p:tags r:id="rId426"/>
                </p:custDataLst>
              </p:nvPr>
            </p:nvSpPr>
            <p:spPr bwMode="auto">
              <a:xfrm>
                <a:off x="3317" y="2561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506" name="Freeform 181"/>
              <p:cNvSpPr/>
              <p:nvPr>
                <p:custDataLst>
                  <p:tags r:id="rId427"/>
                </p:custDataLst>
              </p:nvPr>
            </p:nvSpPr>
            <p:spPr bwMode="auto">
              <a:xfrm>
                <a:off x="3345" y="2535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507" name="Freeform 182"/>
              <p:cNvSpPr/>
              <p:nvPr>
                <p:custDataLst>
                  <p:tags r:id="rId428"/>
                </p:custDataLst>
              </p:nvPr>
            </p:nvSpPr>
            <p:spPr bwMode="auto">
              <a:xfrm>
                <a:off x="3211" y="2192"/>
                <a:ext cx="2" cy="6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0 h 3"/>
                  <a:gd name="T4" fmla="*/ 0 w 1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2"/>
                      <a:pt x="0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508" name="Freeform 183"/>
              <p:cNvSpPr/>
              <p:nvPr>
                <p:custDataLst>
                  <p:tags r:id="rId429"/>
                </p:custDataLst>
              </p:nvPr>
            </p:nvSpPr>
            <p:spPr bwMode="auto">
              <a:xfrm>
                <a:off x="3266" y="2548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1"/>
                      <a:pt x="1" y="1"/>
                    </a:cubicBezTo>
                    <a:cubicBezTo>
                      <a:pt x="1" y="1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509" name="Freeform 184"/>
              <p:cNvSpPr/>
              <p:nvPr>
                <p:custDataLst>
                  <p:tags r:id="rId430"/>
                </p:custDataLst>
              </p:nvPr>
            </p:nvSpPr>
            <p:spPr bwMode="auto">
              <a:xfrm>
                <a:off x="3271" y="254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510" name="Freeform 185"/>
              <p:cNvSpPr/>
              <p:nvPr>
                <p:custDataLst>
                  <p:tags r:id="rId431"/>
                </p:custDataLst>
              </p:nvPr>
            </p:nvSpPr>
            <p:spPr bwMode="auto">
              <a:xfrm>
                <a:off x="3273" y="2557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511" name="Freeform 186"/>
              <p:cNvSpPr/>
              <p:nvPr>
                <p:custDataLst>
                  <p:tags r:id="rId432"/>
                </p:custDataLst>
              </p:nvPr>
            </p:nvSpPr>
            <p:spPr bwMode="auto">
              <a:xfrm>
                <a:off x="3271" y="2557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512" name="Freeform 187"/>
              <p:cNvSpPr/>
              <p:nvPr>
                <p:custDataLst>
                  <p:tags r:id="rId433"/>
                </p:custDataLst>
              </p:nvPr>
            </p:nvSpPr>
            <p:spPr bwMode="auto">
              <a:xfrm>
                <a:off x="4616" y="188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513" name="Freeform 188"/>
              <p:cNvSpPr/>
              <p:nvPr>
                <p:custDataLst>
                  <p:tags r:id="rId434"/>
                </p:custDataLst>
              </p:nvPr>
            </p:nvSpPr>
            <p:spPr bwMode="auto">
              <a:xfrm>
                <a:off x="3175" y="2211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514" name="Freeform 189"/>
              <p:cNvSpPr/>
              <p:nvPr>
                <p:custDataLst>
                  <p:tags r:id="rId435"/>
                </p:custDataLst>
              </p:nvPr>
            </p:nvSpPr>
            <p:spPr bwMode="auto">
              <a:xfrm>
                <a:off x="3137" y="218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515" name="Freeform 190"/>
              <p:cNvSpPr/>
              <p:nvPr>
                <p:custDataLst>
                  <p:tags r:id="rId436"/>
                </p:custDataLst>
              </p:nvPr>
            </p:nvSpPr>
            <p:spPr bwMode="auto">
              <a:xfrm>
                <a:off x="3203" y="2166"/>
                <a:ext cx="2" cy="5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0"/>
                      <a:pt x="1" y="1"/>
                      <a:pt x="0" y="2"/>
                    </a:cubicBez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516" name="Freeform 191"/>
              <p:cNvSpPr/>
              <p:nvPr>
                <p:custDataLst>
                  <p:tags r:id="rId437"/>
                </p:custDataLst>
              </p:nvPr>
            </p:nvSpPr>
            <p:spPr bwMode="auto">
              <a:xfrm>
                <a:off x="4497" y="1929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517" name="Freeform 192"/>
              <p:cNvSpPr/>
              <p:nvPr>
                <p:custDataLst>
                  <p:tags r:id="rId438"/>
                </p:custDataLst>
              </p:nvPr>
            </p:nvSpPr>
            <p:spPr bwMode="auto">
              <a:xfrm>
                <a:off x="3082" y="2156"/>
                <a:ext cx="131" cy="91"/>
              </a:xfrm>
              <a:custGeom>
                <a:avLst/>
                <a:gdLst>
                  <a:gd name="T0" fmla="*/ 46 w 62"/>
                  <a:gd name="T1" fmla="*/ 23 h 43"/>
                  <a:gd name="T2" fmla="*/ 51 w 62"/>
                  <a:gd name="T3" fmla="*/ 20 h 43"/>
                  <a:gd name="T4" fmla="*/ 54 w 62"/>
                  <a:gd name="T5" fmla="*/ 19 h 43"/>
                  <a:gd name="T6" fmla="*/ 58 w 62"/>
                  <a:gd name="T7" fmla="*/ 21 h 43"/>
                  <a:gd name="T8" fmla="*/ 60 w 62"/>
                  <a:gd name="T9" fmla="*/ 20 h 43"/>
                  <a:gd name="T10" fmla="*/ 61 w 62"/>
                  <a:gd name="T11" fmla="*/ 16 h 43"/>
                  <a:gd name="T12" fmla="*/ 62 w 62"/>
                  <a:gd name="T13" fmla="*/ 13 h 43"/>
                  <a:gd name="T14" fmla="*/ 62 w 62"/>
                  <a:gd name="T15" fmla="*/ 11 h 43"/>
                  <a:gd name="T16" fmla="*/ 58 w 62"/>
                  <a:gd name="T17" fmla="*/ 12 h 43"/>
                  <a:gd name="T18" fmla="*/ 56 w 62"/>
                  <a:gd name="T19" fmla="*/ 9 h 43"/>
                  <a:gd name="T20" fmla="*/ 57 w 62"/>
                  <a:gd name="T21" fmla="*/ 2 h 43"/>
                  <a:gd name="T22" fmla="*/ 56 w 62"/>
                  <a:gd name="T23" fmla="*/ 2 h 43"/>
                  <a:gd name="T24" fmla="*/ 55 w 62"/>
                  <a:gd name="T25" fmla="*/ 5 h 43"/>
                  <a:gd name="T26" fmla="*/ 54 w 62"/>
                  <a:gd name="T27" fmla="*/ 3 h 43"/>
                  <a:gd name="T28" fmla="*/ 53 w 62"/>
                  <a:gd name="T29" fmla="*/ 8 h 43"/>
                  <a:gd name="T30" fmla="*/ 51 w 62"/>
                  <a:gd name="T31" fmla="*/ 3 h 43"/>
                  <a:gd name="T32" fmla="*/ 51 w 62"/>
                  <a:gd name="T33" fmla="*/ 1 h 43"/>
                  <a:gd name="T34" fmla="*/ 50 w 62"/>
                  <a:gd name="T35" fmla="*/ 4 h 43"/>
                  <a:gd name="T36" fmla="*/ 49 w 62"/>
                  <a:gd name="T37" fmla="*/ 2 h 43"/>
                  <a:gd name="T38" fmla="*/ 48 w 62"/>
                  <a:gd name="T39" fmla="*/ 7 h 43"/>
                  <a:gd name="T40" fmla="*/ 47 w 62"/>
                  <a:gd name="T41" fmla="*/ 12 h 43"/>
                  <a:gd name="T42" fmla="*/ 46 w 62"/>
                  <a:gd name="T43" fmla="*/ 7 h 43"/>
                  <a:gd name="T44" fmla="*/ 43 w 62"/>
                  <a:gd name="T45" fmla="*/ 7 h 43"/>
                  <a:gd name="T46" fmla="*/ 42 w 62"/>
                  <a:gd name="T47" fmla="*/ 7 h 43"/>
                  <a:gd name="T48" fmla="*/ 40 w 62"/>
                  <a:gd name="T49" fmla="*/ 8 h 43"/>
                  <a:gd name="T50" fmla="*/ 37 w 62"/>
                  <a:gd name="T51" fmla="*/ 9 h 43"/>
                  <a:gd name="T52" fmla="*/ 36 w 62"/>
                  <a:gd name="T53" fmla="*/ 10 h 43"/>
                  <a:gd name="T54" fmla="*/ 36 w 62"/>
                  <a:gd name="T55" fmla="*/ 10 h 43"/>
                  <a:gd name="T56" fmla="*/ 35 w 62"/>
                  <a:gd name="T57" fmla="*/ 12 h 43"/>
                  <a:gd name="T58" fmla="*/ 34 w 62"/>
                  <a:gd name="T59" fmla="*/ 10 h 43"/>
                  <a:gd name="T60" fmla="*/ 33 w 62"/>
                  <a:gd name="T61" fmla="*/ 12 h 43"/>
                  <a:gd name="T62" fmla="*/ 30 w 62"/>
                  <a:gd name="T63" fmla="*/ 11 h 43"/>
                  <a:gd name="T64" fmla="*/ 28 w 62"/>
                  <a:gd name="T65" fmla="*/ 12 h 43"/>
                  <a:gd name="T66" fmla="*/ 26 w 62"/>
                  <a:gd name="T67" fmla="*/ 12 h 43"/>
                  <a:gd name="T68" fmla="*/ 26 w 62"/>
                  <a:gd name="T69" fmla="*/ 14 h 43"/>
                  <a:gd name="T70" fmla="*/ 25 w 62"/>
                  <a:gd name="T71" fmla="*/ 13 h 43"/>
                  <a:gd name="T72" fmla="*/ 24 w 62"/>
                  <a:gd name="T73" fmla="*/ 15 h 43"/>
                  <a:gd name="T74" fmla="*/ 22 w 62"/>
                  <a:gd name="T75" fmla="*/ 16 h 43"/>
                  <a:gd name="T76" fmla="*/ 21 w 62"/>
                  <a:gd name="T77" fmla="*/ 17 h 43"/>
                  <a:gd name="T78" fmla="*/ 22 w 62"/>
                  <a:gd name="T79" fmla="*/ 25 h 43"/>
                  <a:gd name="T80" fmla="*/ 19 w 62"/>
                  <a:gd name="T81" fmla="*/ 21 h 43"/>
                  <a:gd name="T82" fmla="*/ 17 w 62"/>
                  <a:gd name="T83" fmla="*/ 23 h 43"/>
                  <a:gd name="T84" fmla="*/ 16 w 62"/>
                  <a:gd name="T85" fmla="*/ 23 h 43"/>
                  <a:gd name="T86" fmla="*/ 11 w 62"/>
                  <a:gd name="T87" fmla="*/ 24 h 43"/>
                  <a:gd name="T88" fmla="*/ 10 w 62"/>
                  <a:gd name="T89" fmla="*/ 24 h 43"/>
                  <a:gd name="T90" fmla="*/ 8 w 62"/>
                  <a:gd name="T91" fmla="*/ 31 h 43"/>
                  <a:gd name="T92" fmla="*/ 7 w 62"/>
                  <a:gd name="T93" fmla="*/ 32 h 43"/>
                  <a:gd name="T94" fmla="*/ 12 w 62"/>
                  <a:gd name="T95" fmla="*/ 41 h 43"/>
                  <a:gd name="T96" fmla="*/ 18 w 62"/>
                  <a:gd name="T97" fmla="*/ 38 h 43"/>
                  <a:gd name="T98" fmla="*/ 28 w 62"/>
                  <a:gd name="T99" fmla="*/ 27 h 43"/>
                  <a:gd name="T100" fmla="*/ 31 w 62"/>
                  <a:gd name="T101" fmla="*/ 31 h 43"/>
                  <a:gd name="T102" fmla="*/ 36 w 62"/>
                  <a:gd name="T103" fmla="*/ 29 h 43"/>
                  <a:gd name="T104" fmla="*/ 41 w 62"/>
                  <a:gd name="T105" fmla="*/ 27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62" h="43">
                    <a:moveTo>
                      <a:pt x="44" y="25"/>
                    </a:moveTo>
                    <a:cubicBezTo>
                      <a:pt x="44" y="25"/>
                      <a:pt x="44" y="26"/>
                      <a:pt x="44" y="26"/>
                    </a:cubicBezTo>
                    <a:cubicBezTo>
                      <a:pt x="44" y="26"/>
                      <a:pt x="44" y="26"/>
                      <a:pt x="45" y="27"/>
                    </a:cubicBezTo>
                    <a:cubicBezTo>
                      <a:pt x="45" y="26"/>
                      <a:pt x="45" y="25"/>
                      <a:pt x="45" y="25"/>
                    </a:cubicBezTo>
                    <a:cubicBezTo>
                      <a:pt x="46" y="27"/>
                      <a:pt x="46" y="25"/>
                      <a:pt x="46" y="26"/>
                    </a:cubicBezTo>
                    <a:cubicBezTo>
                      <a:pt x="46" y="24"/>
                      <a:pt x="46" y="22"/>
                      <a:pt x="46" y="23"/>
                    </a:cubicBezTo>
                    <a:cubicBezTo>
                      <a:pt x="46" y="26"/>
                      <a:pt x="46" y="26"/>
                      <a:pt x="46" y="26"/>
                    </a:cubicBezTo>
                    <a:cubicBezTo>
                      <a:pt x="47" y="24"/>
                      <a:pt x="48" y="27"/>
                      <a:pt x="48" y="23"/>
                    </a:cubicBezTo>
                    <a:cubicBezTo>
                      <a:pt x="48" y="25"/>
                      <a:pt x="48" y="25"/>
                      <a:pt x="48" y="25"/>
                    </a:cubicBezTo>
                    <a:cubicBezTo>
                      <a:pt x="49" y="23"/>
                      <a:pt x="50" y="25"/>
                      <a:pt x="50" y="22"/>
                    </a:cubicBezTo>
                    <a:cubicBezTo>
                      <a:pt x="50" y="23"/>
                      <a:pt x="51" y="23"/>
                      <a:pt x="51" y="23"/>
                    </a:cubicBezTo>
                    <a:cubicBezTo>
                      <a:pt x="51" y="22"/>
                      <a:pt x="51" y="22"/>
                      <a:pt x="51" y="20"/>
                    </a:cubicBezTo>
                    <a:cubicBezTo>
                      <a:pt x="51" y="20"/>
                      <a:pt x="52" y="21"/>
                      <a:pt x="52" y="21"/>
                    </a:cubicBezTo>
                    <a:cubicBezTo>
                      <a:pt x="52" y="22"/>
                      <a:pt x="52" y="24"/>
                      <a:pt x="52" y="22"/>
                    </a:cubicBezTo>
                    <a:cubicBezTo>
                      <a:pt x="52" y="23"/>
                      <a:pt x="52" y="23"/>
                      <a:pt x="52" y="23"/>
                    </a:cubicBezTo>
                    <a:cubicBezTo>
                      <a:pt x="53" y="22"/>
                      <a:pt x="53" y="20"/>
                      <a:pt x="53" y="21"/>
                    </a:cubicBezTo>
                    <a:cubicBezTo>
                      <a:pt x="54" y="20"/>
                      <a:pt x="54" y="20"/>
                      <a:pt x="54" y="18"/>
                    </a:cubicBezTo>
                    <a:cubicBezTo>
                      <a:pt x="54" y="18"/>
                      <a:pt x="54" y="20"/>
                      <a:pt x="54" y="19"/>
                    </a:cubicBezTo>
                    <a:cubicBezTo>
                      <a:pt x="54" y="21"/>
                      <a:pt x="54" y="21"/>
                      <a:pt x="54" y="21"/>
                    </a:cubicBezTo>
                    <a:cubicBezTo>
                      <a:pt x="54" y="21"/>
                      <a:pt x="55" y="20"/>
                      <a:pt x="56" y="19"/>
                    </a:cubicBezTo>
                    <a:cubicBezTo>
                      <a:pt x="56" y="22"/>
                      <a:pt x="56" y="19"/>
                      <a:pt x="57" y="21"/>
                    </a:cubicBezTo>
                    <a:cubicBezTo>
                      <a:pt x="57" y="19"/>
                      <a:pt x="57" y="21"/>
                      <a:pt x="58" y="18"/>
                    </a:cubicBezTo>
                    <a:cubicBezTo>
                      <a:pt x="57" y="20"/>
                      <a:pt x="57" y="20"/>
                      <a:pt x="57" y="20"/>
                    </a:cubicBezTo>
                    <a:cubicBezTo>
                      <a:pt x="58" y="20"/>
                      <a:pt x="58" y="20"/>
                      <a:pt x="58" y="21"/>
                    </a:cubicBezTo>
                    <a:cubicBezTo>
                      <a:pt x="58" y="21"/>
                      <a:pt x="59" y="19"/>
                      <a:pt x="59" y="18"/>
                    </a:cubicBezTo>
                    <a:cubicBezTo>
                      <a:pt x="59" y="20"/>
                      <a:pt x="59" y="20"/>
                      <a:pt x="59" y="20"/>
                    </a:cubicBezTo>
                    <a:cubicBezTo>
                      <a:pt x="59" y="19"/>
                      <a:pt x="60" y="17"/>
                      <a:pt x="60" y="15"/>
                    </a:cubicBezTo>
                    <a:cubicBezTo>
                      <a:pt x="60" y="16"/>
                      <a:pt x="60" y="15"/>
                      <a:pt x="60" y="16"/>
                    </a:cubicBezTo>
                    <a:cubicBezTo>
                      <a:pt x="60" y="17"/>
                      <a:pt x="59" y="19"/>
                      <a:pt x="59" y="20"/>
                    </a:cubicBezTo>
                    <a:cubicBezTo>
                      <a:pt x="59" y="21"/>
                      <a:pt x="60" y="18"/>
                      <a:pt x="60" y="20"/>
                    </a:cubicBezTo>
                    <a:cubicBezTo>
                      <a:pt x="60" y="20"/>
                      <a:pt x="60" y="20"/>
                      <a:pt x="60" y="18"/>
                    </a:cubicBezTo>
                    <a:cubicBezTo>
                      <a:pt x="60" y="20"/>
                      <a:pt x="60" y="20"/>
                      <a:pt x="60" y="20"/>
                    </a:cubicBezTo>
                    <a:cubicBezTo>
                      <a:pt x="60" y="20"/>
                      <a:pt x="60" y="20"/>
                      <a:pt x="60" y="19"/>
                    </a:cubicBezTo>
                    <a:cubicBezTo>
                      <a:pt x="60" y="19"/>
                      <a:pt x="60" y="19"/>
                      <a:pt x="60" y="19"/>
                    </a:cubicBezTo>
                    <a:cubicBezTo>
                      <a:pt x="61" y="17"/>
                      <a:pt x="61" y="17"/>
                      <a:pt x="62" y="15"/>
                    </a:cubicBezTo>
                    <a:cubicBezTo>
                      <a:pt x="61" y="16"/>
                      <a:pt x="61" y="16"/>
                      <a:pt x="61" y="16"/>
                    </a:cubicBezTo>
                    <a:cubicBezTo>
                      <a:pt x="62" y="15"/>
                      <a:pt x="62" y="14"/>
                      <a:pt x="62" y="16"/>
                    </a:cubicBezTo>
                    <a:cubicBezTo>
                      <a:pt x="61" y="17"/>
                      <a:pt x="61" y="18"/>
                      <a:pt x="61" y="19"/>
                    </a:cubicBezTo>
                    <a:cubicBezTo>
                      <a:pt x="62" y="15"/>
                      <a:pt x="62" y="15"/>
                      <a:pt x="62" y="15"/>
                    </a:cubicBezTo>
                    <a:cubicBezTo>
                      <a:pt x="62" y="16"/>
                      <a:pt x="62" y="16"/>
                      <a:pt x="62" y="14"/>
                    </a:cubicBezTo>
                    <a:cubicBezTo>
                      <a:pt x="62" y="15"/>
                      <a:pt x="62" y="15"/>
                      <a:pt x="62" y="15"/>
                    </a:cubicBezTo>
                    <a:cubicBezTo>
                      <a:pt x="62" y="13"/>
                      <a:pt x="62" y="13"/>
                      <a:pt x="62" y="13"/>
                    </a:cubicBezTo>
                    <a:cubicBezTo>
                      <a:pt x="62" y="14"/>
                      <a:pt x="62" y="12"/>
                      <a:pt x="61" y="14"/>
                    </a:cubicBezTo>
                    <a:cubicBezTo>
                      <a:pt x="61" y="15"/>
                      <a:pt x="61" y="15"/>
                      <a:pt x="61" y="15"/>
                    </a:cubicBezTo>
                    <a:cubicBezTo>
                      <a:pt x="61" y="15"/>
                      <a:pt x="60" y="17"/>
                      <a:pt x="61" y="15"/>
                    </a:cubicBezTo>
                    <a:cubicBezTo>
                      <a:pt x="61" y="13"/>
                      <a:pt x="61" y="13"/>
                      <a:pt x="61" y="13"/>
                    </a:cubicBezTo>
                    <a:cubicBezTo>
                      <a:pt x="61" y="13"/>
                      <a:pt x="61" y="14"/>
                      <a:pt x="61" y="14"/>
                    </a:cubicBezTo>
                    <a:cubicBezTo>
                      <a:pt x="62" y="11"/>
                      <a:pt x="62" y="11"/>
                      <a:pt x="62" y="11"/>
                    </a:cubicBezTo>
                    <a:cubicBezTo>
                      <a:pt x="61" y="15"/>
                      <a:pt x="61" y="12"/>
                      <a:pt x="60" y="13"/>
                    </a:cubicBezTo>
                    <a:cubicBezTo>
                      <a:pt x="61" y="12"/>
                      <a:pt x="61" y="12"/>
                      <a:pt x="61" y="12"/>
                    </a:cubicBezTo>
                    <a:cubicBezTo>
                      <a:pt x="61" y="11"/>
                      <a:pt x="60" y="14"/>
                      <a:pt x="60" y="14"/>
                    </a:cubicBezTo>
                    <a:cubicBezTo>
                      <a:pt x="60" y="13"/>
                      <a:pt x="61" y="11"/>
                      <a:pt x="61" y="10"/>
                    </a:cubicBezTo>
                    <a:cubicBezTo>
                      <a:pt x="60" y="10"/>
                      <a:pt x="59" y="12"/>
                      <a:pt x="59" y="10"/>
                    </a:cubicBezTo>
                    <a:cubicBezTo>
                      <a:pt x="59" y="10"/>
                      <a:pt x="59" y="11"/>
                      <a:pt x="58" y="12"/>
                    </a:cubicBezTo>
                    <a:cubicBezTo>
                      <a:pt x="58" y="12"/>
                      <a:pt x="59" y="9"/>
                      <a:pt x="58" y="11"/>
                    </a:cubicBezTo>
                    <a:cubicBezTo>
                      <a:pt x="58" y="10"/>
                      <a:pt x="58" y="9"/>
                      <a:pt x="59" y="8"/>
                    </a:cubicBezTo>
                    <a:cubicBezTo>
                      <a:pt x="58" y="9"/>
                      <a:pt x="58" y="8"/>
                      <a:pt x="58" y="10"/>
                    </a:cubicBezTo>
                    <a:cubicBezTo>
                      <a:pt x="58" y="9"/>
                      <a:pt x="57" y="9"/>
                      <a:pt x="57" y="9"/>
                    </a:cubicBezTo>
                    <a:cubicBezTo>
                      <a:pt x="57" y="9"/>
                      <a:pt x="57" y="8"/>
                      <a:pt x="57" y="7"/>
                    </a:cubicBezTo>
                    <a:cubicBezTo>
                      <a:pt x="57" y="8"/>
                      <a:pt x="56" y="9"/>
                      <a:pt x="56" y="9"/>
                    </a:cubicBezTo>
                    <a:cubicBezTo>
                      <a:pt x="56" y="11"/>
                      <a:pt x="56" y="11"/>
                      <a:pt x="56" y="12"/>
                    </a:cubicBezTo>
                    <a:cubicBezTo>
                      <a:pt x="56" y="13"/>
                      <a:pt x="56" y="13"/>
                      <a:pt x="56" y="13"/>
                    </a:cubicBezTo>
                    <a:cubicBezTo>
                      <a:pt x="56" y="11"/>
                      <a:pt x="56" y="9"/>
                      <a:pt x="56" y="9"/>
                    </a:cubicBezTo>
                    <a:cubicBezTo>
                      <a:pt x="56" y="6"/>
                      <a:pt x="56" y="9"/>
                      <a:pt x="56" y="6"/>
                    </a:cubicBezTo>
                    <a:cubicBezTo>
                      <a:pt x="56" y="4"/>
                      <a:pt x="57" y="4"/>
                      <a:pt x="57" y="5"/>
                    </a:cubicBezTo>
                    <a:cubicBezTo>
                      <a:pt x="58" y="3"/>
                      <a:pt x="57" y="5"/>
                      <a:pt x="57" y="2"/>
                    </a:cubicBezTo>
                    <a:cubicBezTo>
                      <a:pt x="57" y="3"/>
                      <a:pt x="57" y="4"/>
                      <a:pt x="56" y="4"/>
                    </a:cubicBezTo>
                    <a:cubicBezTo>
                      <a:pt x="56" y="5"/>
                      <a:pt x="56" y="6"/>
                      <a:pt x="56" y="7"/>
                    </a:cubicBezTo>
                    <a:cubicBezTo>
                      <a:pt x="56" y="9"/>
                      <a:pt x="56" y="5"/>
                      <a:pt x="56" y="5"/>
                    </a:cubicBezTo>
                    <a:cubicBezTo>
                      <a:pt x="56" y="4"/>
                      <a:pt x="56" y="4"/>
                      <a:pt x="56" y="4"/>
                    </a:cubicBezTo>
                    <a:cubicBezTo>
                      <a:pt x="56" y="3"/>
                      <a:pt x="55" y="5"/>
                      <a:pt x="55" y="5"/>
                    </a:cubicBezTo>
                    <a:cubicBezTo>
                      <a:pt x="55" y="1"/>
                      <a:pt x="56" y="4"/>
                      <a:pt x="56" y="2"/>
                    </a:cubicBezTo>
                    <a:cubicBezTo>
                      <a:pt x="56" y="0"/>
                      <a:pt x="56" y="0"/>
                      <a:pt x="56" y="0"/>
                    </a:cubicBezTo>
                    <a:cubicBezTo>
                      <a:pt x="55" y="0"/>
                      <a:pt x="56" y="3"/>
                      <a:pt x="55" y="2"/>
                    </a:cubicBezTo>
                    <a:cubicBezTo>
                      <a:pt x="55" y="1"/>
                      <a:pt x="55" y="1"/>
                      <a:pt x="55" y="1"/>
                    </a:cubicBezTo>
                    <a:cubicBezTo>
                      <a:pt x="55" y="1"/>
                      <a:pt x="55" y="1"/>
                      <a:pt x="55" y="1"/>
                    </a:cubicBezTo>
                    <a:cubicBezTo>
                      <a:pt x="55" y="3"/>
                      <a:pt x="55" y="4"/>
                      <a:pt x="55" y="4"/>
                    </a:cubicBezTo>
                    <a:cubicBezTo>
                      <a:pt x="55" y="7"/>
                      <a:pt x="55" y="5"/>
                      <a:pt x="55" y="5"/>
                    </a:cubicBezTo>
                    <a:cubicBezTo>
                      <a:pt x="54" y="7"/>
                      <a:pt x="55" y="5"/>
                      <a:pt x="55" y="7"/>
                    </a:cubicBezTo>
                    <a:cubicBezTo>
                      <a:pt x="55" y="8"/>
                      <a:pt x="54" y="9"/>
                      <a:pt x="54" y="9"/>
                    </a:cubicBezTo>
                    <a:cubicBezTo>
                      <a:pt x="54" y="9"/>
                      <a:pt x="54" y="7"/>
                      <a:pt x="54" y="6"/>
                    </a:cubicBezTo>
                    <a:cubicBezTo>
                      <a:pt x="54" y="5"/>
                      <a:pt x="54" y="5"/>
                      <a:pt x="54" y="6"/>
                    </a:cubicBezTo>
                    <a:cubicBezTo>
                      <a:pt x="55" y="4"/>
                      <a:pt x="54" y="3"/>
                      <a:pt x="55" y="1"/>
                    </a:cubicBezTo>
                    <a:cubicBezTo>
                      <a:pt x="54" y="0"/>
                      <a:pt x="54" y="2"/>
                      <a:pt x="54" y="3"/>
                    </a:cubicBezTo>
                    <a:cubicBezTo>
                      <a:pt x="54" y="3"/>
                      <a:pt x="54" y="5"/>
                      <a:pt x="54" y="5"/>
                    </a:cubicBezTo>
                    <a:cubicBezTo>
                      <a:pt x="54" y="10"/>
                      <a:pt x="54" y="2"/>
                      <a:pt x="53" y="3"/>
                    </a:cubicBezTo>
                    <a:cubicBezTo>
                      <a:pt x="53" y="6"/>
                      <a:pt x="53" y="7"/>
                      <a:pt x="53" y="10"/>
                    </a:cubicBezTo>
                    <a:cubicBezTo>
                      <a:pt x="53" y="11"/>
                      <a:pt x="53" y="12"/>
                      <a:pt x="53" y="11"/>
                    </a:cubicBezTo>
                    <a:cubicBezTo>
                      <a:pt x="53" y="9"/>
                      <a:pt x="53" y="10"/>
                      <a:pt x="53" y="8"/>
                    </a:cubicBezTo>
                    <a:cubicBezTo>
                      <a:pt x="53" y="8"/>
                      <a:pt x="53" y="8"/>
                      <a:pt x="53" y="8"/>
                    </a:cubicBezTo>
                    <a:cubicBezTo>
                      <a:pt x="53" y="5"/>
                      <a:pt x="53" y="5"/>
                      <a:pt x="53" y="5"/>
                    </a:cubicBezTo>
                    <a:cubicBezTo>
                      <a:pt x="53" y="4"/>
                      <a:pt x="52" y="2"/>
                      <a:pt x="52" y="1"/>
                    </a:cubicBezTo>
                    <a:cubicBezTo>
                      <a:pt x="52" y="2"/>
                      <a:pt x="52" y="3"/>
                      <a:pt x="52" y="4"/>
                    </a:cubicBezTo>
                    <a:cubicBezTo>
                      <a:pt x="52" y="3"/>
                      <a:pt x="52" y="2"/>
                      <a:pt x="52" y="2"/>
                    </a:cubicBezTo>
                    <a:cubicBezTo>
                      <a:pt x="52" y="3"/>
                      <a:pt x="52" y="5"/>
                      <a:pt x="52" y="5"/>
                    </a:cubicBezTo>
                    <a:cubicBezTo>
                      <a:pt x="52" y="5"/>
                      <a:pt x="51" y="3"/>
                      <a:pt x="51" y="3"/>
                    </a:cubicBezTo>
                    <a:cubicBezTo>
                      <a:pt x="52" y="1"/>
                      <a:pt x="52" y="1"/>
                      <a:pt x="52" y="1"/>
                    </a:cubicBezTo>
                    <a:cubicBezTo>
                      <a:pt x="52" y="3"/>
                      <a:pt x="52" y="0"/>
                      <a:pt x="51" y="1"/>
                    </a:cubicBezTo>
                    <a:cubicBezTo>
                      <a:pt x="51" y="2"/>
                      <a:pt x="51" y="4"/>
                      <a:pt x="51" y="5"/>
                    </a:cubicBezTo>
                    <a:cubicBezTo>
                      <a:pt x="51" y="6"/>
                      <a:pt x="51" y="4"/>
                      <a:pt x="51" y="5"/>
                    </a:cubicBezTo>
                    <a:cubicBezTo>
                      <a:pt x="51" y="3"/>
                      <a:pt x="51" y="3"/>
                      <a:pt x="51" y="3"/>
                    </a:cubicBezTo>
                    <a:cubicBezTo>
                      <a:pt x="51" y="4"/>
                      <a:pt x="51" y="0"/>
                      <a:pt x="51" y="1"/>
                    </a:cubicBezTo>
                    <a:cubicBezTo>
                      <a:pt x="51" y="3"/>
                      <a:pt x="51" y="3"/>
                      <a:pt x="51" y="3"/>
                    </a:cubicBezTo>
                    <a:cubicBezTo>
                      <a:pt x="51" y="2"/>
                      <a:pt x="51" y="2"/>
                      <a:pt x="51" y="1"/>
                    </a:cubicBezTo>
                    <a:cubicBezTo>
                      <a:pt x="51" y="2"/>
                      <a:pt x="50" y="2"/>
                      <a:pt x="50" y="2"/>
                    </a:cubicBezTo>
                    <a:cubicBezTo>
                      <a:pt x="50" y="1"/>
                      <a:pt x="50" y="1"/>
                      <a:pt x="50" y="1"/>
                    </a:cubicBezTo>
                    <a:cubicBezTo>
                      <a:pt x="50" y="2"/>
                      <a:pt x="50" y="4"/>
                      <a:pt x="50" y="2"/>
                    </a:cubicBezTo>
                    <a:cubicBezTo>
                      <a:pt x="50" y="5"/>
                      <a:pt x="50" y="2"/>
                      <a:pt x="50" y="4"/>
                    </a:cubicBezTo>
                    <a:cubicBezTo>
                      <a:pt x="51" y="5"/>
                      <a:pt x="50" y="5"/>
                      <a:pt x="50" y="6"/>
                    </a:cubicBezTo>
                    <a:cubicBezTo>
                      <a:pt x="50" y="3"/>
                      <a:pt x="50" y="5"/>
                      <a:pt x="50" y="5"/>
                    </a:cubicBezTo>
                    <a:cubicBezTo>
                      <a:pt x="50" y="4"/>
                      <a:pt x="49" y="4"/>
                      <a:pt x="49" y="3"/>
                    </a:cubicBezTo>
                    <a:cubicBezTo>
                      <a:pt x="49" y="5"/>
                      <a:pt x="49" y="5"/>
                      <a:pt x="49" y="5"/>
                    </a:cubicBezTo>
                    <a:cubicBezTo>
                      <a:pt x="49" y="2"/>
                      <a:pt x="49" y="6"/>
                      <a:pt x="49" y="5"/>
                    </a:cubicBezTo>
                    <a:cubicBezTo>
                      <a:pt x="49" y="4"/>
                      <a:pt x="49" y="2"/>
                      <a:pt x="49" y="2"/>
                    </a:cubicBezTo>
                    <a:cubicBezTo>
                      <a:pt x="49" y="4"/>
                      <a:pt x="49" y="5"/>
                      <a:pt x="49" y="7"/>
                    </a:cubicBezTo>
                    <a:cubicBezTo>
                      <a:pt x="48" y="6"/>
                      <a:pt x="49" y="4"/>
                      <a:pt x="48" y="2"/>
                    </a:cubicBezTo>
                    <a:cubicBezTo>
                      <a:pt x="48" y="4"/>
                      <a:pt x="48" y="0"/>
                      <a:pt x="48" y="3"/>
                    </a:cubicBezTo>
                    <a:cubicBezTo>
                      <a:pt x="48" y="6"/>
                      <a:pt x="48" y="6"/>
                      <a:pt x="48" y="6"/>
                    </a:cubicBezTo>
                    <a:cubicBezTo>
                      <a:pt x="48" y="6"/>
                      <a:pt x="48" y="5"/>
                      <a:pt x="48" y="4"/>
                    </a:cubicBezTo>
                    <a:cubicBezTo>
                      <a:pt x="48" y="4"/>
                      <a:pt x="48" y="6"/>
                      <a:pt x="48" y="7"/>
                    </a:cubicBezTo>
                    <a:cubicBezTo>
                      <a:pt x="48" y="6"/>
                      <a:pt x="48" y="9"/>
                      <a:pt x="47" y="7"/>
                    </a:cubicBezTo>
                    <a:cubicBezTo>
                      <a:pt x="47" y="6"/>
                      <a:pt x="48" y="7"/>
                      <a:pt x="48" y="5"/>
                    </a:cubicBezTo>
                    <a:cubicBezTo>
                      <a:pt x="47" y="5"/>
                      <a:pt x="48" y="9"/>
                      <a:pt x="47" y="10"/>
                    </a:cubicBezTo>
                    <a:cubicBezTo>
                      <a:pt x="48" y="11"/>
                      <a:pt x="48" y="14"/>
                      <a:pt x="48" y="15"/>
                    </a:cubicBezTo>
                    <a:cubicBezTo>
                      <a:pt x="47" y="14"/>
                      <a:pt x="48" y="14"/>
                      <a:pt x="47" y="12"/>
                    </a:cubicBezTo>
                    <a:cubicBezTo>
                      <a:pt x="47" y="12"/>
                      <a:pt x="47" y="12"/>
                      <a:pt x="47" y="12"/>
                    </a:cubicBezTo>
                    <a:cubicBezTo>
                      <a:pt x="47" y="9"/>
                      <a:pt x="47" y="7"/>
                      <a:pt x="47" y="5"/>
                    </a:cubicBezTo>
                    <a:cubicBezTo>
                      <a:pt x="47" y="6"/>
                      <a:pt x="47" y="6"/>
                      <a:pt x="47" y="6"/>
                    </a:cubicBezTo>
                    <a:cubicBezTo>
                      <a:pt x="47" y="3"/>
                      <a:pt x="47" y="3"/>
                      <a:pt x="47" y="3"/>
                    </a:cubicBezTo>
                    <a:cubicBezTo>
                      <a:pt x="47" y="5"/>
                      <a:pt x="46" y="3"/>
                      <a:pt x="46" y="4"/>
                    </a:cubicBezTo>
                    <a:cubicBezTo>
                      <a:pt x="46" y="6"/>
                      <a:pt x="46" y="3"/>
                      <a:pt x="46" y="5"/>
                    </a:cubicBezTo>
                    <a:cubicBezTo>
                      <a:pt x="46" y="5"/>
                      <a:pt x="47" y="8"/>
                      <a:pt x="46" y="7"/>
                    </a:cubicBezTo>
                    <a:cubicBezTo>
                      <a:pt x="46" y="4"/>
                      <a:pt x="46" y="4"/>
                      <a:pt x="46" y="4"/>
                    </a:cubicBezTo>
                    <a:cubicBezTo>
                      <a:pt x="46" y="3"/>
                      <a:pt x="46" y="6"/>
                      <a:pt x="46" y="5"/>
                    </a:cubicBezTo>
                    <a:cubicBezTo>
                      <a:pt x="46" y="4"/>
                      <a:pt x="46" y="4"/>
                      <a:pt x="46" y="4"/>
                    </a:cubicBezTo>
                    <a:cubicBezTo>
                      <a:pt x="45" y="4"/>
                      <a:pt x="44" y="4"/>
                      <a:pt x="44" y="8"/>
                    </a:cubicBezTo>
                    <a:cubicBezTo>
                      <a:pt x="44" y="6"/>
                      <a:pt x="43" y="6"/>
                      <a:pt x="43" y="5"/>
                    </a:cubicBezTo>
                    <a:cubicBezTo>
                      <a:pt x="43" y="6"/>
                      <a:pt x="43" y="7"/>
                      <a:pt x="43" y="7"/>
                    </a:cubicBezTo>
                    <a:cubicBezTo>
                      <a:pt x="43" y="5"/>
                      <a:pt x="43" y="5"/>
                      <a:pt x="43" y="5"/>
                    </a:cubicBezTo>
                    <a:cubicBezTo>
                      <a:pt x="42" y="4"/>
                      <a:pt x="42" y="6"/>
                      <a:pt x="42" y="7"/>
                    </a:cubicBezTo>
                    <a:cubicBezTo>
                      <a:pt x="42" y="6"/>
                      <a:pt x="42" y="6"/>
                      <a:pt x="42" y="6"/>
                    </a:cubicBezTo>
                    <a:cubicBezTo>
                      <a:pt x="42" y="4"/>
                      <a:pt x="42" y="7"/>
                      <a:pt x="42" y="7"/>
                    </a:cubicBezTo>
                    <a:cubicBezTo>
                      <a:pt x="42" y="6"/>
                      <a:pt x="42" y="6"/>
                      <a:pt x="42" y="6"/>
                    </a:cubicBezTo>
                    <a:cubicBezTo>
                      <a:pt x="42" y="7"/>
                      <a:pt x="42" y="7"/>
                      <a:pt x="42" y="7"/>
                    </a:cubicBezTo>
                    <a:cubicBezTo>
                      <a:pt x="42" y="8"/>
                      <a:pt x="42" y="8"/>
                      <a:pt x="41" y="6"/>
                    </a:cubicBezTo>
                    <a:cubicBezTo>
                      <a:pt x="41" y="7"/>
                      <a:pt x="41" y="7"/>
                      <a:pt x="41" y="7"/>
                    </a:cubicBezTo>
                    <a:cubicBezTo>
                      <a:pt x="41" y="6"/>
                      <a:pt x="41" y="6"/>
                      <a:pt x="40" y="7"/>
                    </a:cubicBezTo>
                    <a:cubicBezTo>
                      <a:pt x="41" y="7"/>
                      <a:pt x="41" y="8"/>
                      <a:pt x="41" y="9"/>
                    </a:cubicBezTo>
                    <a:cubicBezTo>
                      <a:pt x="41" y="12"/>
                      <a:pt x="41" y="9"/>
                      <a:pt x="41" y="10"/>
                    </a:cubicBezTo>
                    <a:cubicBezTo>
                      <a:pt x="40" y="8"/>
                      <a:pt x="40" y="8"/>
                      <a:pt x="40" y="8"/>
                    </a:cubicBezTo>
                    <a:cubicBezTo>
                      <a:pt x="40" y="5"/>
                      <a:pt x="39" y="7"/>
                      <a:pt x="39" y="7"/>
                    </a:cubicBezTo>
                    <a:cubicBezTo>
                      <a:pt x="39" y="8"/>
                      <a:pt x="39" y="8"/>
                      <a:pt x="39" y="8"/>
                    </a:cubicBezTo>
                    <a:cubicBezTo>
                      <a:pt x="38" y="6"/>
                      <a:pt x="38" y="8"/>
                      <a:pt x="38" y="8"/>
                    </a:cubicBezTo>
                    <a:cubicBezTo>
                      <a:pt x="38" y="9"/>
                      <a:pt x="38" y="11"/>
                      <a:pt x="38" y="11"/>
                    </a:cubicBezTo>
                    <a:cubicBezTo>
                      <a:pt x="38" y="13"/>
                      <a:pt x="38" y="9"/>
                      <a:pt x="37" y="8"/>
                    </a:cubicBezTo>
                    <a:cubicBezTo>
                      <a:pt x="37" y="9"/>
                      <a:pt x="37" y="9"/>
                      <a:pt x="37" y="9"/>
                    </a:cubicBezTo>
                    <a:cubicBezTo>
                      <a:pt x="37" y="8"/>
                      <a:pt x="37" y="8"/>
                      <a:pt x="37" y="8"/>
                    </a:cubicBezTo>
                    <a:cubicBezTo>
                      <a:pt x="37" y="9"/>
                      <a:pt x="37" y="10"/>
                      <a:pt x="37" y="9"/>
                    </a:cubicBezTo>
                    <a:cubicBezTo>
                      <a:pt x="37" y="9"/>
                      <a:pt x="37" y="9"/>
                      <a:pt x="37" y="9"/>
                    </a:cubicBezTo>
                    <a:cubicBezTo>
                      <a:pt x="36" y="9"/>
                      <a:pt x="36" y="8"/>
                      <a:pt x="36" y="8"/>
                    </a:cubicBezTo>
                    <a:cubicBezTo>
                      <a:pt x="36" y="10"/>
                      <a:pt x="36" y="9"/>
                      <a:pt x="36" y="10"/>
                    </a:cubicBezTo>
                    <a:cubicBezTo>
                      <a:pt x="36" y="10"/>
                      <a:pt x="36" y="10"/>
                      <a:pt x="36" y="10"/>
                    </a:cubicBezTo>
                    <a:cubicBezTo>
                      <a:pt x="36" y="11"/>
                      <a:pt x="36" y="11"/>
                      <a:pt x="36" y="11"/>
                    </a:cubicBezTo>
                    <a:cubicBezTo>
                      <a:pt x="36" y="10"/>
                      <a:pt x="36" y="10"/>
                      <a:pt x="36" y="10"/>
                    </a:cubicBezTo>
                    <a:cubicBezTo>
                      <a:pt x="36" y="9"/>
                      <a:pt x="36" y="9"/>
                      <a:pt x="36" y="9"/>
                    </a:cubicBezTo>
                    <a:cubicBezTo>
                      <a:pt x="35" y="8"/>
                      <a:pt x="36" y="10"/>
                      <a:pt x="36" y="11"/>
                    </a:cubicBezTo>
                    <a:cubicBezTo>
                      <a:pt x="36" y="12"/>
                      <a:pt x="36" y="11"/>
                      <a:pt x="35" y="10"/>
                    </a:cubicBezTo>
                    <a:cubicBezTo>
                      <a:pt x="35" y="9"/>
                      <a:pt x="36" y="10"/>
                      <a:pt x="36" y="10"/>
                    </a:cubicBezTo>
                    <a:cubicBezTo>
                      <a:pt x="35" y="9"/>
                      <a:pt x="35" y="9"/>
                      <a:pt x="35" y="9"/>
                    </a:cubicBezTo>
                    <a:cubicBezTo>
                      <a:pt x="35" y="9"/>
                      <a:pt x="36" y="10"/>
                      <a:pt x="35" y="10"/>
                    </a:cubicBezTo>
                    <a:cubicBezTo>
                      <a:pt x="35" y="10"/>
                      <a:pt x="35" y="10"/>
                      <a:pt x="35" y="9"/>
                    </a:cubicBezTo>
                    <a:cubicBezTo>
                      <a:pt x="35" y="10"/>
                      <a:pt x="35" y="10"/>
                      <a:pt x="35" y="10"/>
                    </a:cubicBezTo>
                    <a:cubicBezTo>
                      <a:pt x="35" y="11"/>
                      <a:pt x="35" y="11"/>
                      <a:pt x="35" y="12"/>
                    </a:cubicBezTo>
                    <a:cubicBezTo>
                      <a:pt x="35" y="12"/>
                      <a:pt x="35" y="13"/>
                      <a:pt x="35" y="12"/>
                    </a:cubicBezTo>
                    <a:cubicBezTo>
                      <a:pt x="35" y="12"/>
                      <a:pt x="35" y="12"/>
                      <a:pt x="35" y="12"/>
                    </a:cubicBezTo>
                    <a:cubicBezTo>
                      <a:pt x="35" y="12"/>
                      <a:pt x="35" y="12"/>
                      <a:pt x="35" y="13"/>
                    </a:cubicBezTo>
                    <a:cubicBezTo>
                      <a:pt x="35" y="11"/>
                      <a:pt x="35" y="11"/>
                      <a:pt x="35" y="11"/>
                    </a:cubicBezTo>
                    <a:cubicBezTo>
                      <a:pt x="35" y="12"/>
                      <a:pt x="35" y="12"/>
                      <a:pt x="35" y="13"/>
                    </a:cubicBezTo>
                    <a:cubicBezTo>
                      <a:pt x="34" y="11"/>
                      <a:pt x="34" y="9"/>
                      <a:pt x="33" y="9"/>
                    </a:cubicBezTo>
                    <a:cubicBezTo>
                      <a:pt x="34" y="10"/>
                      <a:pt x="34" y="10"/>
                      <a:pt x="34" y="10"/>
                    </a:cubicBezTo>
                    <a:cubicBezTo>
                      <a:pt x="34" y="11"/>
                      <a:pt x="33" y="10"/>
                      <a:pt x="33" y="9"/>
                    </a:cubicBezTo>
                    <a:cubicBezTo>
                      <a:pt x="33" y="8"/>
                      <a:pt x="34" y="14"/>
                      <a:pt x="33" y="13"/>
                    </a:cubicBezTo>
                    <a:cubicBezTo>
                      <a:pt x="33" y="11"/>
                      <a:pt x="33" y="10"/>
                      <a:pt x="32" y="10"/>
                    </a:cubicBezTo>
                    <a:cubicBezTo>
                      <a:pt x="33" y="10"/>
                      <a:pt x="33" y="11"/>
                      <a:pt x="33" y="11"/>
                    </a:cubicBezTo>
                    <a:cubicBezTo>
                      <a:pt x="33" y="12"/>
                      <a:pt x="32" y="10"/>
                      <a:pt x="33" y="11"/>
                    </a:cubicBezTo>
                    <a:cubicBezTo>
                      <a:pt x="33" y="12"/>
                      <a:pt x="33" y="12"/>
                      <a:pt x="33" y="12"/>
                    </a:cubicBezTo>
                    <a:cubicBezTo>
                      <a:pt x="32" y="8"/>
                      <a:pt x="32" y="11"/>
                      <a:pt x="31" y="9"/>
                    </a:cubicBezTo>
                    <a:cubicBezTo>
                      <a:pt x="31" y="12"/>
                      <a:pt x="31" y="10"/>
                      <a:pt x="31" y="11"/>
                    </a:cubicBezTo>
                    <a:cubicBezTo>
                      <a:pt x="30" y="9"/>
                      <a:pt x="31" y="12"/>
                      <a:pt x="30" y="10"/>
                    </a:cubicBezTo>
                    <a:cubicBezTo>
                      <a:pt x="31" y="13"/>
                      <a:pt x="31" y="13"/>
                      <a:pt x="31" y="13"/>
                    </a:cubicBezTo>
                    <a:cubicBezTo>
                      <a:pt x="30" y="11"/>
                      <a:pt x="32" y="16"/>
                      <a:pt x="31" y="13"/>
                    </a:cubicBezTo>
                    <a:cubicBezTo>
                      <a:pt x="30" y="13"/>
                      <a:pt x="30" y="12"/>
                      <a:pt x="30" y="11"/>
                    </a:cubicBezTo>
                    <a:cubicBezTo>
                      <a:pt x="29" y="9"/>
                      <a:pt x="30" y="14"/>
                      <a:pt x="29" y="11"/>
                    </a:cubicBezTo>
                    <a:cubicBezTo>
                      <a:pt x="30" y="14"/>
                      <a:pt x="30" y="14"/>
                      <a:pt x="30" y="14"/>
                    </a:cubicBezTo>
                    <a:cubicBezTo>
                      <a:pt x="30" y="13"/>
                      <a:pt x="29" y="12"/>
                      <a:pt x="29" y="11"/>
                    </a:cubicBezTo>
                    <a:cubicBezTo>
                      <a:pt x="29" y="12"/>
                      <a:pt x="29" y="13"/>
                      <a:pt x="29" y="12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10"/>
                      <a:pt x="28" y="11"/>
                      <a:pt x="28" y="12"/>
                    </a:cubicBezTo>
                    <a:cubicBezTo>
                      <a:pt x="28" y="11"/>
                      <a:pt x="28" y="12"/>
                      <a:pt x="27" y="11"/>
                    </a:cubicBezTo>
                    <a:cubicBezTo>
                      <a:pt x="28" y="13"/>
                      <a:pt x="26" y="10"/>
                      <a:pt x="27" y="13"/>
                    </a:cubicBezTo>
                    <a:cubicBezTo>
                      <a:pt x="27" y="12"/>
                      <a:pt x="27" y="12"/>
                      <a:pt x="27" y="12"/>
                    </a:cubicBezTo>
                    <a:cubicBezTo>
                      <a:pt x="27" y="13"/>
                      <a:pt x="28" y="15"/>
                      <a:pt x="28" y="15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6" y="11"/>
                      <a:pt x="27" y="13"/>
                      <a:pt x="26" y="12"/>
                    </a:cubicBezTo>
                    <a:cubicBezTo>
                      <a:pt x="27" y="13"/>
                      <a:pt x="26" y="12"/>
                      <a:pt x="26" y="13"/>
                    </a:cubicBezTo>
                    <a:cubicBezTo>
                      <a:pt x="26" y="14"/>
                      <a:pt x="26" y="14"/>
                      <a:pt x="26" y="14"/>
                    </a:cubicBezTo>
                    <a:cubicBezTo>
                      <a:pt x="27" y="15"/>
                      <a:pt x="27" y="15"/>
                      <a:pt x="27" y="15"/>
                    </a:cubicBezTo>
                    <a:cubicBezTo>
                      <a:pt x="26" y="15"/>
                      <a:pt x="26" y="13"/>
                      <a:pt x="26" y="13"/>
                    </a:cubicBezTo>
                    <a:cubicBezTo>
                      <a:pt x="25" y="12"/>
                      <a:pt x="26" y="13"/>
                      <a:pt x="26" y="13"/>
                    </a:cubicBezTo>
                    <a:cubicBezTo>
                      <a:pt x="26" y="13"/>
                      <a:pt x="26" y="13"/>
                      <a:pt x="26" y="14"/>
                    </a:cubicBezTo>
                    <a:cubicBezTo>
                      <a:pt x="26" y="13"/>
                      <a:pt x="26" y="13"/>
                      <a:pt x="26" y="13"/>
                    </a:cubicBezTo>
                    <a:cubicBezTo>
                      <a:pt x="26" y="13"/>
                      <a:pt x="26" y="13"/>
                      <a:pt x="26" y="14"/>
                    </a:cubicBezTo>
                    <a:cubicBezTo>
                      <a:pt x="26" y="13"/>
                      <a:pt x="26" y="13"/>
                      <a:pt x="25" y="13"/>
                    </a:cubicBezTo>
                    <a:cubicBezTo>
                      <a:pt x="26" y="13"/>
                      <a:pt x="26" y="13"/>
                      <a:pt x="26" y="13"/>
                    </a:cubicBezTo>
                    <a:cubicBezTo>
                      <a:pt x="25" y="13"/>
                      <a:pt x="25" y="13"/>
                      <a:pt x="25" y="13"/>
                    </a:cubicBezTo>
                    <a:cubicBezTo>
                      <a:pt x="25" y="13"/>
                      <a:pt x="25" y="13"/>
                      <a:pt x="25" y="13"/>
                    </a:cubicBezTo>
                    <a:cubicBezTo>
                      <a:pt x="25" y="13"/>
                      <a:pt x="25" y="13"/>
                      <a:pt x="25" y="13"/>
                    </a:cubicBezTo>
                    <a:cubicBezTo>
                      <a:pt x="25" y="11"/>
                      <a:pt x="25" y="11"/>
                      <a:pt x="25" y="11"/>
                    </a:cubicBezTo>
                    <a:cubicBezTo>
                      <a:pt x="24" y="11"/>
                      <a:pt x="25" y="13"/>
                      <a:pt x="25" y="13"/>
                    </a:cubicBezTo>
                    <a:cubicBezTo>
                      <a:pt x="24" y="12"/>
                      <a:pt x="24" y="14"/>
                      <a:pt x="24" y="15"/>
                    </a:cubicBezTo>
                    <a:cubicBezTo>
                      <a:pt x="24" y="15"/>
                      <a:pt x="24" y="14"/>
                      <a:pt x="24" y="14"/>
                    </a:cubicBezTo>
                    <a:cubicBezTo>
                      <a:pt x="24" y="15"/>
                      <a:pt x="24" y="16"/>
                      <a:pt x="24" y="15"/>
                    </a:cubicBezTo>
                    <a:cubicBezTo>
                      <a:pt x="24" y="16"/>
                      <a:pt x="23" y="14"/>
                      <a:pt x="23" y="14"/>
                    </a:cubicBezTo>
                    <a:cubicBezTo>
                      <a:pt x="23" y="14"/>
                      <a:pt x="24" y="15"/>
                      <a:pt x="24" y="15"/>
                    </a:cubicBezTo>
                    <a:cubicBezTo>
                      <a:pt x="23" y="13"/>
                      <a:pt x="23" y="17"/>
                      <a:pt x="23" y="15"/>
                    </a:cubicBezTo>
                    <a:cubicBezTo>
                      <a:pt x="23" y="15"/>
                      <a:pt x="22" y="14"/>
                      <a:pt x="22" y="14"/>
                    </a:cubicBezTo>
                    <a:cubicBezTo>
                      <a:pt x="22" y="15"/>
                      <a:pt x="22" y="16"/>
                      <a:pt x="23" y="17"/>
                    </a:cubicBezTo>
                    <a:cubicBezTo>
                      <a:pt x="22" y="16"/>
                      <a:pt x="22" y="16"/>
                      <a:pt x="22" y="16"/>
                    </a:cubicBezTo>
                    <a:cubicBezTo>
                      <a:pt x="22" y="16"/>
                      <a:pt x="22" y="16"/>
                      <a:pt x="22" y="17"/>
                    </a:cubicBezTo>
                    <a:cubicBezTo>
                      <a:pt x="23" y="18"/>
                      <a:pt x="23" y="20"/>
                      <a:pt x="23" y="19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2" y="19"/>
                      <a:pt x="22" y="20"/>
                      <a:pt x="22" y="19"/>
                    </a:cubicBezTo>
                    <a:cubicBezTo>
                      <a:pt x="21" y="16"/>
                      <a:pt x="21" y="17"/>
                      <a:pt x="21" y="17"/>
                    </a:cubicBezTo>
                    <a:cubicBezTo>
                      <a:pt x="21" y="19"/>
                      <a:pt x="21" y="19"/>
                      <a:pt x="21" y="19"/>
                    </a:cubicBezTo>
                    <a:cubicBezTo>
                      <a:pt x="21" y="19"/>
                      <a:pt x="21" y="17"/>
                      <a:pt x="21" y="17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1" y="20"/>
                      <a:pt x="21" y="19"/>
                    </a:cubicBezTo>
                    <a:cubicBezTo>
                      <a:pt x="21" y="20"/>
                      <a:pt x="22" y="22"/>
                      <a:pt x="22" y="24"/>
                    </a:cubicBezTo>
                    <a:cubicBezTo>
                      <a:pt x="22" y="24"/>
                      <a:pt x="22" y="25"/>
                      <a:pt x="22" y="25"/>
                    </a:cubicBezTo>
                    <a:cubicBezTo>
                      <a:pt x="21" y="24"/>
                      <a:pt x="22" y="25"/>
                      <a:pt x="22" y="24"/>
                    </a:cubicBezTo>
                    <a:cubicBezTo>
                      <a:pt x="21" y="22"/>
                      <a:pt x="21" y="22"/>
                      <a:pt x="21" y="22"/>
                    </a:cubicBezTo>
                    <a:cubicBezTo>
                      <a:pt x="21" y="22"/>
                      <a:pt x="20" y="20"/>
                      <a:pt x="20" y="19"/>
                    </a:cubicBezTo>
                    <a:cubicBezTo>
                      <a:pt x="20" y="20"/>
                      <a:pt x="19" y="19"/>
                      <a:pt x="19" y="19"/>
                    </a:cubicBezTo>
                    <a:cubicBezTo>
                      <a:pt x="20" y="22"/>
                      <a:pt x="19" y="21"/>
                      <a:pt x="20" y="23"/>
                    </a:cubicBezTo>
                    <a:cubicBezTo>
                      <a:pt x="20" y="24"/>
                      <a:pt x="19" y="21"/>
                      <a:pt x="19" y="21"/>
                    </a:cubicBezTo>
                    <a:cubicBezTo>
                      <a:pt x="19" y="22"/>
                      <a:pt x="18" y="21"/>
                      <a:pt x="18" y="22"/>
                    </a:cubicBezTo>
                    <a:cubicBezTo>
                      <a:pt x="18" y="21"/>
                      <a:pt x="18" y="21"/>
                      <a:pt x="18" y="21"/>
                    </a:cubicBezTo>
                    <a:cubicBezTo>
                      <a:pt x="18" y="22"/>
                      <a:pt x="17" y="21"/>
                      <a:pt x="18" y="24"/>
                    </a:cubicBezTo>
                    <a:cubicBezTo>
                      <a:pt x="17" y="22"/>
                      <a:pt x="17" y="22"/>
                      <a:pt x="17" y="22"/>
                    </a:cubicBezTo>
                    <a:cubicBezTo>
                      <a:pt x="17" y="22"/>
                      <a:pt x="19" y="25"/>
                      <a:pt x="18" y="24"/>
                    </a:cubicBezTo>
                    <a:cubicBezTo>
                      <a:pt x="17" y="23"/>
                      <a:pt x="17" y="23"/>
                      <a:pt x="17" y="23"/>
                    </a:cubicBezTo>
                    <a:cubicBezTo>
                      <a:pt x="18" y="24"/>
                      <a:pt x="16" y="22"/>
                      <a:pt x="17" y="24"/>
                    </a:cubicBezTo>
                    <a:cubicBezTo>
                      <a:pt x="17" y="23"/>
                      <a:pt x="17" y="23"/>
                      <a:pt x="17" y="23"/>
                    </a:cubicBezTo>
                    <a:cubicBezTo>
                      <a:pt x="17" y="23"/>
                      <a:pt x="16" y="23"/>
                      <a:pt x="17" y="25"/>
                    </a:cubicBezTo>
                    <a:cubicBezTo>
                      <a:pt x="16" y="23"/>
                      <a:pt x="16" y="23"/>
                      <a:pt x="16" y="23"/>
                    </a:cubicBezTo>
                    <a:cubicBezTo>
                      <a:pt x="15" y="22"/>
                      <a:pt x="17" y="25"/>
                      <a:pt x="16" y="24"/>
                    </a:cubicBezTo>
                    <a:cubicBezTo>
                      <a:pt x="16" y="24"/>
                      <a:pt x="16" y="23"/>
                      <a:pt x="16" y="23"/>
                    </a:cubicBezTo>
                    <a:cubicBezTo>
                      <a:pt x="16" y="24"/>
                      <a:pt x="16" y="24"/>
                      <a:pt x="16" y="25"/>
                    </a:cubicBezTo>
                    <a:cubicBezTo>
                      <a:pt x="15" y="23"/>
                      <a:pt x="15" y="23"/>
                      <a:pt x="15" y="23"/>
                    </a:cubicBezTo>
                    <a:cubicBezTo>
                      <a:pt x="14" y="23"/>
                      <a:pt x="13" y="23"/>
                      <a:pt x="13" y="26"/>
                    </a:cubicBezTo>
                    <a:cubicBezTo>
                      <a:pt x="11" y="24"/>
                      <a:pt x="12" y="24"/>
                      <a:pt x="11" y="23"/>
                    </a:cubicBezTo>
                    <a:cubicBezTo>
                      <a:pt x="12" y="25"/>
                      <a:pt x="11" y="24"/>
                      <a:pt x="11" y="24"/>
                    </a:cubicBezTo>
                    <a:cubicBezTo>
                      <a:pt x="11" y="24"/>
                      <a:pt x="11" y="24"/>
                      <a:pt x="11" y="24"/>
                    </a:cubicBezTo>
                    <a:cubicBezTo>
                      <a:pt x="11" y="25"/>
                      <a:pt x="11" y="23"/>
                      <a:pt x="11" y="24"/>
                    </a:cubicBezTo>
                    <a:cubicBezTo>
                      <a:pt x="11" y="25"/>
                      <a:pt x="11" y="25"/>
                      <a:pt x="11" y="25"/>
                    </a:cubicBezTo>
                    <a:cubicBezTo>
                      <a:pt x="12" y="26"/>
                      <a:pt x="10" y="22"/>
                      <a:pt x="11" y="25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6"/>
                      <a:pt x="9" y="23"/>
                      <a:pt x="10" y="25"/>
                    </a:cubicBezTo>
                    <a:cubicBezTo>
                      <a:pt x="10" y="24"/>
                      <a:pt x="10" y="24"/>
                      <a:pt x="10" y="24"/>
                    </a:cubicBezTo>
                    <a:cubicBezTo>
                      <a:pt x="9" y="24"/>
                      <a:pt x="11" y="27"/>
                      <a:pt x="10" y="25"/>
                    </a:cubicBezTo>
                    <a:cubicBezTo>
                      <a:pt x="10" y="26"/>
                      <a:pt x="10" y="26"/>
                      <a:pt x="11" y="28"/>
                    </a:cubicBezTo>
                    <a:cubicBezTo>
                      <a:pt x="9" y="26"/>
                      <a:pt x="9" y="26"/>
                      <a:pt x="9" y="26"/>
                    </a:cubicBezTo>
                    <a:cubicBezTo>
                      <a:pt x="9" y="27"/>
                      <a:pt x="8" y="27"/>
                      <a:pt x="9" y="30"/>
                    </a:cubicBezTo>
                    <a:cubicBezTo>
                      <a:pt x="8" y="29"/>
                      <a:pt x="8" y="29"/>
                      <a:pt x="8" y="29"/>
                    </a:cubicBezTo>
                    <a:cubicBezTo>
                      <a:pt x="9" y="31"/>
                      <a:pt x="6" y="27"/>
                      <a:pt x="8" y="31"/>
                    </a:cubicBezTo>
                    <a:cubicBezTo>
                      <a:pt x="9" y="33"/>
                      <a:pt x="9" y="33"/>
                      <a:pt x="9" y="33"/>
                    </a:cubicBezTo>
                    <a:cubicBezTo>
                      <a:pt x="8" y="30"/>
                      <a:pt x="8" y="30"/>
                      <a:pt x="8" y="30"/>
                    </a:cubicBezTo>
                    <a:cubicBezTo>
                      <a:pt x="8" y="32"/>
                      <a:pt x="7" y="31"/>
                      <a:pt x="8" y="32"/>
                    </a:cubicBezTo>
                    <a:cubicBezTo>
                      <a:pt x="7" y="31"/>
                      <a:pt x="7" y="31"/>
                      <a:pt x="7" y="31"/>
                    </a:cubicBezTo>
                    <a:cubicBezTo>
                      <a:pt x="7" y="31"/>
                      <a:pt x="8" y="33"/>
                      <a:pt x="8" y="33"/>
                    </a:cubicBezTo>
                    <a:cubicBezTo>
                      <a:pt x="7" y="32"/>
                      <a:pt x="7" y="32"/>
                      <a:pt x="7" y="32"/>
                    </a:cubicBezTo>
                    <a:cubicBezTo>
                      <a:pt x="5" y="30"/>
                      <a:pt x="2" y="29"/>
                      <a:pt x="4" y="33"/>
                    </a:cubicBezTo>
                    <a:cubicBezTo>
                      <a:pt x="4" y="33"/>
                      <a:pt x="3" y="31"/>
                      <a:pt x="3" y="31"/>
                    </a:cubicBezTo>
                    <a:cubicBezTo>
                      <a:pt x="4" y="34"/>
                      <a:pt x="0" y="30"/>
                      <a:pt x="2" y="35"/>
                    </a:cubicBezTo>
                    <a:cubicBezTo>
                      <a:pt x="3" y="36"/>
                      <a:pt x="6" y="41"/>
                      <a:pt x="6" y="41"/>
                    </a:cubicBezTo>
                    <a:cubicBezTo>
                      <a:pt x="6" y="39"/>
                      <a:pt x="9" y="40"/>
                      <a:pt x="11" y="42"/>
                    </a:cubicBezTo>
                    <a:cubicBezTo>
                      <a:pt x="11" y="41"/>
                      <a:pt x="11" y="40"/>
                      <a:pt x="12" y="41"/>
                    </a:cubicBezTo>
                    <a:cubicBezTo>
                      <a:pt x="13" y="40"/>
                      <a:pt x="17" y="43"/>
                      <a:pt x="17" y="40"/>
                    </a:cubicBezTo>
                    <a:cubicBezTo>
                      <a:pt x="17" y="40"/>
                      <a:pt x="16" y="39"/>
                      <a:pt x="16" y="38"/>
                    </a:cubicBezTo>
                    <a:cubicBezTo>
                      <a:pt x="17" y="39"/>
                      <a:pt x="17" y="39"/>
                      <a:pt x="17" y="39"/>
                    </a:cubicBezTo>
                    <a:cubicBezTo>
                      <a:pt x="16" y="38"/>
                      <a:pt x="16" y="38"/>
                      <a:pt x="16" y="38"/>
                    </a:cubicBezTo>
                    <a:cubicBezTo>
                      <a:pt x="16" y="37"/>
                      <a:pt x="17" y="39"/>
                      <a:pt x="17" y="39"/>
                    </a:cubicBezTo>
                    <a:cubicBezTo>
                      <a:pt x="17" y="39"/>
                      <a:pt x="18" y="38"/>
                      <a:pt x="18" y="38"/>
                    </a:cubicBezTo>
                    <a:cubicBezTo>
                      <a:pt x="18" y="36"/>
                      <a:pt x="19" y="38"/>
                      <a:pt x="18" y="36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18" y="36"/>
                      <a:pt x="18" y="35"/>
                      <a:pt x="20" y="38"/>
                    </a:cubicBezTo>
                    <a:cubicBezTo>
                      <a:pt x="22" y="39"/>
                      <a:pt x="23" y="37"/>
                      <a:pt x="25" y="37"/>
                    </a:cubicBezTo>
                    <a:cubicBezTo>
                      <a:pt x="26" y="35"/>
                      <a:pt x="27" y="33"/>
                      <a:pt x="29" y="32"/>
                    </a:cubicBezTo>
                    <a:cubicBezTo>
                      <a:pt x="28" y="28"/>
                      <a:pt x="29" y="30"/>
                      <a:pt x="28" y="27"/>
                    </a:cubicBezTo>
                    <a:cubicBezTo>
                      <a:pt x="29" y="28"/>
                      <a:pt x="29" y="28"/>
                      <a:pt x="29" y="28"/>
                    </a:cubicBezTo>
                    <a:cubicBezTo>
                      <a:pt x="28" y="26"/>
                      <a:pt x="29" y="28"/>
                      <a:pt x="30" y="29"/>
                    </a:cubicBezTo>
                    <a:cubicBezTo>
                      <a:pt x="29" y="28"/>
                      <a:pt x="30" y="29"/>
                      <a:pt x="29" y="27"/>
                    </a:cubicBezTo>
                    <a:cubicBezTo>
                      <a:pt x="29" y="25"/>
                      <a:pt x="30" y="30"/>
                      <a:pt x="30" y="29"/>
                    </a:cubicBezTo>
                    <a:cubicBezTo>
                      <a:pt x="30" y="29"/>
                      <a:pt x="30" y="27"/>
                      <a:pt x="30" y="28"/>
                    </a:cubicBezTo>
                    <a:cubicBezTo>
                      <a:pt x="30" y="26"/>
                      <a:pt x="30" y="29"/>
                      <a:pt x="31" y="31"/>
                    </a:cubicBezTo>
                    <a:cubicBezTo>
                      <a:pt x="32" y="30"/>
                      <a:pt x="32" y="28"/>
                      <a:pt x="33" y="29"/>
                    </a:cubicBezTo>
                    <a:cubicBezTo>
                      <a:pt x="33" y="29"/>
                      <a:pt x="33" y="27"/>
                      <a:pt x="33" y="27"/>
                    </a:cubicBezTo>
                    <a:cubicBezTo>
                      <a:pt x="34" y="30"/>
                      <a:pt x="33" y="26"/>
                      <a:pt x="33" y="27"/>
                    </a:cubicBezTo>
                    <a:cubicBezTo>
                      <a:pt x="34" y="28"/>
                      <a:pt x="34" y="28"/>
                      <a:pt x="34" y="28"/>
                    </a:cubicBezTo>
                    <a:cubicBezTo>
                      <a:pt x="34" y="30"/>
                      <a:pt x="34" y="28"/>
                      <a:pt x="35" y="29"/>
                    </a:cubicBezTo>
                    <a:cubicBezTo>
                      <a:pt x="35" y="28"/>
                      <a:pt x="36" y="30"/>
                      <a:pt x="36" y="29"/>
                    </a:cubicBezTo>
                    <a:cubicBezTo>
                      <a:pt x="36" y="30"/>
                      <a:pt x="36" y="29"/>
                      <a:pt x="36" y="30"/>
                    </a:cubicBezTo>
                    <a:cubicBezTo>
                      <a:pt x="36" y="26"/>
                      <a:pt x="37" y="31"/>
                      <a:pt x="37" y="29"/>
                    </a:cubicBezTo>
                    <a:cubicBezTo>
                      <a:pt x="37" y="29"/>
                      <a:pt x="37" y="29"/>
                      <a:pt x="37" y="29"/>
                    </a:cubicBezTo>
                    <a:cubicBezTo>
                      <a:pt x="38" y="29"/>
                      <a:pt x="39" y="29"/>
                      <a:pt x="40" y="27"/>
                    </a:cubicBezTo>
                    <a:cubicBezTo>
                      <a:pt x="40" y="27"/>
                      <a:pt x="41" y="30"/>
                      <a:pt x="41" y="28"/>
                    </a:cubicBezTo>
                    <a:cubicBezTo>
                      <a:pt x="41" y="27"/>
                      <a:pt x="41" y="27"/>
                      <a:pt x="41" y="27"/>
                    </a:cubicBezTo>
                    <a:cubicBezTo>
                      <a:pt x="41" y="27"/>
                      <a:pt x="41" y="28"/>
                      <a:pt x="42" y="28"/>
                    </a:cubicBezTo>
                    <a:cubicBezTo>
                      <a:pt x="42" y="27"/>
                      <a:pt x="42" y="28"/>
                      <a:pt x="43" y="28"/>
                    </a:cubicBezTo>
                    <a:cubicBezTo>
                      <a:pt x="43" y="28"/>
                      <a:pt x="43" y="27"/>
                      <a:pt x="42" y="27"/>
                    </a:cubicBezTo>
                    <a:cubicBezTo>
                      <a:pt x="43" y="29"/>
                      <a:pt x="43" y="26"/>
                      <a:pt x="44" y="27"/>
                    </a:cubicBezTo>
                    <a:cubicBezTo>
                      <a:pt x="43" y="24"/>
                      <a:pt x="44" y="26"/>
                      <a:pt x="44" y="2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518" name="Freeform 193"/>
              <p:cNvSpPr/>
              <p:nvPr>
                <p:custDataLst>
                  <p:tags r:id="rId439"/>
                </p:custDataLst>
              </p:nvPr>
            </p:nvSpPr>
            <p:spPr bwMode="auto">
              <a:xfrm>
                <a:off x="3192" y="2160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519" name="Freeform 194"/>
              <p:cNvSpPr/>
              <p:nvPr>
                <p:custDataLst>
                  <p:tags r:id="rId440"/>
                </p:custDataLst>
              </p:nvPr>
            </p:nvSpPr>
            <p:spPr bwMode="auto">
              <a:xfrm>
                <a:off x="3146" y="2177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2 h 2"/>
                  <a:gd name="T4" fmla="*/ 2 w 2"/>
                  <a:gd name="T5" fmla="*/ 2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0" y="2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520" name="Freeform 195"/>
              <p:cNvSpPr/>
              <p:nvPr>
                <p:custDataLst>
                  <p:tags r:id="rId441"/>
                </p:custDataLst>
              </p:nvPr>
            </p:nvSpPr>
            <p:spPr bwMode="auto">
              <a:xfrm>
                <a:off x="3264" y="1853"/>
                <a:ext cx="2" cy="4"/>
              </a:xfrm>
              <a:custGeom>
                <a:avLst/>
                <a:gdLst>
                  <a:gd name="T0" fmla="*/ 0 w 1"/>
                  <a:gd name="T1" fmla="*/ 1 h 2"/>
                  <a:gd name="T2" fmla="*/ 0 w 1"/>
                  <a:gd name="T3" fmla="*/ 1 h 2"/>
                  <a:gd name="T4" fmla="*/ 0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1" y="0"/>
                      <a:pt x="0" y="2"/>
                      <a:pt x="0" y="1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521" name="Freeform 196"/>
              <p:cNvSpPr/>
              <p:nvPr>
                <p:custDataLst>
                  <p:tags r:id="rId442"/>
                </p:custDataLst>
              </p:nvPr>
            </p:nvSpPr>
            <p:spPr bwMode="auto">
              <a:xfrm>
                <a:off x="3209" y="1836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0 h 2"/>
                  <a:gd name="T4" fmla="*/ 0 w 2"/>
                  <a:gd name="T5" fmla="*/ 2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522" name="Freeform 197"/>
              <p:cNvSpPr/>
              <p:nvPr>
                <p:custDataLst>
                  <p:tags r:id="rId443"/>
                </p:custDataLst>
              </p:nvPr>
            </p:nvSpPr>
            <p:spPr bwMode="auto">
              <a:xfrm>
                <a:off x="3343" y="2470"/>
                <a:ext cx="2" cy="4"/>
              </a:xfrm>
              <a:custGeom>
                <a:avLst/>
                <a:gdLst>
                  <a:gd name="T0" fmla="*/ 1 w 1"/>
                  <a:gd name="T1" fmla="*/ 1 h 2"/>
                  <a:gd name="T2" fmla="*/ 0 w 1"/>
                  <a:gd name="T3" fmla="*/ 1 h 2"/>
                  <a:gd name="T4" fmla="*/ 1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0" y="0"/>
                      <a:pt x="1" y="2"/>
                      <a:pt x="0" y="1"/>
                    </a:cubicBezTo>
                    <a:cubicBezTo>
                      <a:pt x="1" y="2"/>
                      <a:pt x="1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523" name="Freeform 198"/>
              <p:cNvSpPr/>
              <p:nvPr>
                <p:custDataLst>
                  <p:tags r:id="rId444"/>
                </p:custDataLst>
              </p:nvPr>
            </p:nvSpPr>
            <p:spPr bwMode="auto">
              <a:xfrm>
                <a:off x="3186" y="183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524" name="Freeform 199"/>
              <p:cNvSpPr/>
              <p:nvPr>
                <p:custDataLst>
                  <p:tags r:id="rId445"/>
                </p:custDataLst>
              </p:nvPr>
            </p:nvSpPr>
            <p:spPr bwMode="auto">
              <a:xfrm>
                <a:off x="3188" y="1825"/>
                <a:ext cx="2" cy="4"/>
              </a:xfrm>
              <a:custGeom>
                <a:avLst/>
                <a:gdLst>
                  <a:gd name="T0" fmla="*/ 1 w 1"/>
                  <a:gd name="T1" fmla="*/ 0 h 2"/>
                  <a:gd name="T2" fmla="*/ 1 w 1"/>
                  <a:gd name="T3" fmla="*/ 1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0"/>
                      <a:pt x="0" y="2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525" name="Freeform 200"/>
              <p:cNvSpPr/>
              <p:nvPr>
                <p:custDataLst>
                  <p:tags r:id="rId446"/>
                </p:custDataLst>
              </p:nvPr>
            </p:nvSpPr>
            <p:spPr bwMode="auto">
              <a:xfrm>
                <a:off x="3184" y="1833"/>
                <a:ext cx="2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526" name="Freeform 201"/>
              <p:cNvSpPr/>
              <p:nvPr>
                <p:custDataLst>
                  <p:tags r:id="rId447"/>
                </p:custDataLst>
              </p:nvPr>
            </p:nvSpPr>
            <p:spPr bwMode="auto">
              <a:xfrm>
                <a:off x="3351" y="2465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2 h 2"/>
                  <a:gd name="T4" fmla="*/ 0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1"/>
                      <a:pt x="1" y="2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527" name="Freeform 202"/>
              <p:cNvSpPr/>
              <p:nvPr>
                <p:custDataLst>
                  <p:tags r:id="rId448"/>
                </p:custDataLst>
              </p:nvPr>
            </p:nvSpPr>
            <p:spPr bwMode="auto">
              <a:xfrm>
                <a:off x="3173" y="1831"/>
                <a:ext cx="2" cy="5"/>
              </a:xfrm>
              <a:custGeom>
                <a:avLst/>
                <a:gdLst>
                  <a:gd name="T0" fmla="*/ 2 w 2"/>
                  <a:gd name="T1" fmla="*/ 0 h 5"/>
                  <a:gd name="T2" fmla="*/ 2 w 2"/>
                  <a:gd name="T3" fmla="*/ 0 h 5"/>
                  <a:gd name="T4" fmla="*/ 0 w 2"/>
                  <a:gd name="T5" fmla="*/ 5 h 5"/>
                  <a:gd name="T6" fmla="*/ 2 w 2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5">
                    <a:moveTo>
                      <a:pt x="2" y="0"/>
                    </a:moveTo>
                    <a:lnTo>
                      <a:pt x="2" y="0"/>
                    </a:lnTo>
                    <a:lnTo>
                      <a:pt x="0" y="5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528" name="Freeform 203"/>
              <p:cNvSpPr/>
              <p:nvPr>
                <p:custDataLst>
                  <p:tags r:id="rId449"/>
                </p:custDataLst>
              </p:nvPr>
            </p:nvSpPr>
            <p:spPr bwMode="auto">
              <a:xfrm>
                <a:off x="3536" y="1554"/>
                <a:ext cx="8" cy="2"/>
              </a:xfrm>
              <a:custGeom>
                <a:avLst/>
                <a:gdLst>
                  <a:gd name="T0" fmla="*/ 0 w 4"/>
                  <a:gd name="T1" fmla="*/ 1 h 1"/>
                  <a:gd name="T2" fmla="*/ 0 w 4"/>
                  <a:gd name="T3" fmla="*/ 1 h 1"/>
                  <a:gd name="T4" fmla="*/ 1 w 4"/>
                  <a:gd name="T5" fmla="*/ 1 h 1"/>
                  <a:gd name="T6" fmla="*/ 2 w 4"/>
                  <a:gd name="T7" fmla="*/ 0 h 1"/>
                  <a:gd name="T8" fmla="*/ 4 w 4"/>
                  <a:gd name="T9" fmla="*/ 0 h 1"/>
                  <a:gd name="T10" fmla="*/ 0 w 4"/>
                  <a:gd name="T1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2" y="1"/>
                      <a:pt x="3" y="1"/>
                      <a:pt x="2" y="0"/>
                    </a:cubicBezTo>
                    <a:cubicBezTo>
                      <a:pt x="3" y="0"/>
                      <a:pt x="4" y="0"/>
                      <a:pt x="4" y="0"/>
                    </a:cubicBezTo>
                    <a:cubicBezTo>
                      <a:pt x="3" y="0"/>
                      <a:pt x="1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529" name="Freeform 204"/>
              <p:cNvSpPr/>
              <p:nvPr>
                <p:custDataLst>
                  <p:tags r:id="rId450"/>
                </p:custDataLst>
              </p:nvPr>
            </p:nvSpPr>
            <p:spPr bwMode="auto">
              <a:xfrm>
                <a:off x="3538" y="1556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</p:grpSp>
        <p:grpSp>
          <p:nvGrpSpPr>
            <p:cNvPr id="58" name="Group 406"/>
            <p:cNvGrpSpPr/>
            <p:nvPr/>
          </p:nvGrpSpPr>
          <p:grpSpPr bwMode="auto">
            <a:xfrm>
              <a:off x="3112" y="1551"/>
              <a:ext cx="1462" cy="1559"/>
              <a:chOff x="3112" y="1551"/>
              <a:chExt cx="1462" cy="1559"/>
            </a:xfrm>
            <a:grpFill/>
          </p:grpSpPr>
          <p:sp>
            <p:nvSpPr>
              <p:cNvPr id="118" name="Freeform 206"/>
              <p:cNvSpPr/>
              <p:nvPr>
                <p:custDataLst>
                  <p:tags r:id="rId51"/>
                </p:custDataLst>
              </p:nvPr>
            </p:nvSpPr>
            <p:spPr bwMode="auto">
              <a:xfrm>
                <a:off x="3534" y="1558"/>
                <a:ext cx="4" cy="0"/>
              </a:xfrm>
              <a:custGeom>
                <a:avLst/>
                <a:gdLst>
                  <a:gd name="T0" fmla="*/ 1 w 2"/>
                  <a:gd name="T1" fmla="*/ 2 w 2"/>
                  <a:gd name="T2" fmla="*/ 1 w 2"/>
                  <a:gd name="T3" fmla="*/ 1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19" name="Freeform 207"/>
              <p:cNvSpPr/>
              <p:nvPr>
                <p:custDataLst>
                  <p:tags r:id="rId52"/>
                </p:custDataLst>
              </p:nvPr>
            </p:nvSpPr>
            <p:spPr bwMode="auto">
              <a:xfrm>
                <a:off x="3513" y="1581"/>
                <a:ext cx="4" cy="2"/>
              </a:xfrm>
              <a:custGeom>
                <a:avLst/>
                <a:gdLst>
                  <a:gd name="T0" fmla="*/ 1 w 2"/>
                  <a:gd name="T1" fmla="*/ 1 h 1"/>
                  <a:gd name="T2" fmla="*/ 0 w 2"/>
                  <a:gd name="T3" fmla="*/ 0 h 1"/>
                  <a:gd name="T4" fmla="*/ 1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2" y="0"/>
                      <a:pt x="1" y="1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20" name="Freeform 208"/>
              <p:cNvSpPr/>
              <p:nvPr>
                <p:custDataLst>
                  <p:tags r:id="rId53"/>
                </p:custDataLst>
              </p:nvPr>
            </p:nvSpPr>
            <p:spPr bwMode="auto">
              <a:xfrm>
                <a:off x="3513" y="1579"/>
                <a:ext cx="6" cy="2"/>
              </a:xfrm>
              <a:custGeom>
                <a:avLst/>
                <a:gdLst>
                  <a:gd name="T0" fmla="*/ 0 w 3"/>
                  <a:gd name="T1" fmla="*/ 1 h 1"/>
                  <a:gd name="T2" fmla="*/ 3 w 3"/>
                  <a:gd name="T3" fmla="*/ 1 h 1"/>
                  <a:gd name="T4" fmla="*/ 0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2" y="0"/>
                      <a:pt x="1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21" name="Freeform 209"/>
              <p:cNvSpPr/>
              <p:nvPr>
                <p:custDataLst>
                  <p:tags r:id="rId54"/>
                </p:custDataLst>
              </p:nvPr>
            </p:nvSpPr>
            <p:spPr bwMode="auto">
              <a:xfrm>
                <a:off x="3536" y="1551"/>
                <a:ext cx="4" cy="3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2" y="0"/>
                      <a:pt x="1" y="0"/>
                      <a:pt x="0" y="0"/>
                    </a:cubicBezTo>
                    <a:lnTo>
                      <a:pt x="2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22" name="Freeform 210"/>
              <p:cNvSpPr/>
              <p:nvPr>
                <p:custDataLst>
                  <p:tags r:id="rId55"/>
                </p:custDataLst>
              </p:nvPr>
            </p:nvSpPr>
            <p:spPr bwMode="auto">
              <a:xfrm>
                <a:off x="3112" y="1810"/>
                <a:ext cx="161" cy="87"/>
              </a:xfrm>
              <a:custGeom>
                <a:avLst/>
                <a:gdLst>
                  <a:gd name="T0" fmla="*/ 12 w 76"/>
                  <a:gd name="T1" fmla="*/ 18 h 41"/>
                  <a:gd name="T2" fmla="*/ 22 w 76"/>
                  <a:gd name="T3" fmla="*/ 26 h 41"/>
                  <a:gd name="T4" fmla="*/ 33 w 76"/>
                  <a:gd name="T5" fmla="*/ 25 h 41"/>
                  <a:gd name="T6" fmla="*/ 37 w 76"/>
                  <a:gd name="T7" fmla="*/ 28 h 41"/>
                  <a:gd name="T8" fmla="*/ 43 w 76"/>
                  <a:gd name="T9" fmla="*/ 32 h 41"/>
                  <a:gd name="T10" fmla="*/ 48 w 76"/>
                  <a:gd name="T11" fmla="*/ 35 h 41"/>
                  <a:gd name="T12" fmla="*/ 53 w 76"/>
                  <a:gd name="T13" fmla="*/ 33 h 41"/>
                  <a:gd name="T14" fmla="*/ 60 w 76"/>
                  <a:gd name="T15" fmla="*/ 35 h 41"/>
                  <a:gd name="T16" fmla="*/ 63 w 76"/>
                  <a:gd name="T17" fmla="*/ 36 h 41"/>
                  <a:gd name="T18" fmla="*/ 67 w 76"/>
                  <a:gd name="T19" fmla="*/ 40 h 41"/>
                  <a:gd name="T20" fmla="*/ 69 w 76"/>
                  <a:gd name="T21" fmla="*/ 40 h 41"/>
                  <a:gd name="T22" fmla="*/ 72 w 76"/>
                  <a:gd name="T23" fmla="*/ 38 h 41"/>
                  <a:gd name="T24" fmla="*/ 74 w 76"/>
                  <a:gd name="T25" fmla="*/ 36 h 41"/>
                  <a:gd name="T26" fmla="*/ 75 w 76"/>
                  <a:gd name="T27" fmla="*/ 34 h 41"/>
                  <a:gd name="T28" fmla="*/ 71 w 76"/>
                  <a:gd name="T29" fmla="*/ 33 h 41"/>
                  <a:gd name="T30" fmla="*/ 72 w 76"/>
                  <a:gd name="T31" fmla="*/ 31 h 41"/>
                  <a:gd name="T32" fmla="*/ 71 w 76"/>
                  <a:gd name="T33" fmla="*/ 29 h 41"/>
                  <a:gd name="T34" fmla="*/ 73 w 76"/>
                  <a:gd name="T35" fmla="*/ 25 h 41"/>
                  <a:gd name="T36" fmla="*/ 75 w 76"/>
                  <a:gd name="T37" fmla="*/ 22 h 41"/>
                  <a:gd name="T38" fmla="*/ 71 w 76"/>
                  <a:gd name="T39" fmla="*/ 25 h 41"/>
                  <a:gd name="T40" fmla="*/ 67 w 76"/>
                  <a:gd name="T41" fmla="*/ 28 h 41"/>
                  <a:gd name="T42" fmla="*/ 70 w 76"/>
                  <a:gd name="T43" fmla="*/ 22 h 41"/>
                  <a:gd name="T44" fmla="*/ 69 w 76"/>
                  <a:gd name="T45" fmla="*/ 23 h 41"/>
                  <a:gd name="T46" fmla="*/ 70 w 76"/>
                  <a:gd name="T47" fmla="*/ 20 h 41"/>
                  <a:gd name="T48" fmla="*/ 68 w 76"/>
                  <a:gd name="T49" fmla="*/ 20 h 41"/>
                  <a:gd name="T50" fmla="*/ 67 w 76"/>
                  <a:gd name="T51" fmla="*/ 19 h 41"/>
                  <a:gd name="T52" fmla="*/ 62 w 76"/>
                  <a:gd name="T53" fmla="*/ 24 h 41"/>
                  <a:gd name="T54" fmla="*/ 66 w 76"/>
                  <a:gd name="T55" fmla="*/ 18 h 41"/>
                  <a:gd name="T56" fmla="*/ 65 w 76"/>
                  <a:gd name="T57" fmla="*/ 18 h 41"/>
                  <a:gd name="T58" fmla="*/ 60 w 76"/>
                  <a:gd name="T59" fmla="*/ 17 h 41"/>
                  <a:gd name="T60" fmla="*/ 58 w 76"/>
                  <a:gd name="T61" fmla="*/ 17 h 41"/>
                  <a:gd name="T62" fmla="*/ 55 w 76"/>
                  <a:gd name="T63" fmla="*/ 15 h 41"/>
                  <a:gd name="T64" fmla="*/ 53 w 76"/>
                  <a:gd name="T65" fmla="*/ 16 h 41"/>
                  <a:gd name="T66" fmla="*/ 53 w 76"/>
                  <a:gd name="T67" fmla="*/ 15 h 41"/>
                  <a:gd name="T68" fmla="*/ 52 w 76"/>
                  <a:gd name="T69" fmla="*/ 14 h 41"/>
                  <a:gd name="T70" fmla="*/ 50 w 76"/>
                  <a:gd name="T71" fmla="*/ 16 h 41"/>
                  <a:gd name="T72" fmla="*/ 49 w 76"/>
                  <a:gd name="T73" fmla="*/ 13 h 41"/>
                  <a:gd name="T74" fmla="*/ 47 w 76"/>
                  <a:gd name="T75" fmla="*/ 12 h 41"/>
                  <a:gd name="T76" fmla="*/ 45 w 76"/>
                  <a:gd name="T77" fmla="*/ 12 h 41"/>
                  <a:gd name="T78" fmla="*/ 43 w 76"/>
                  <a:gd name="T79" fmla="*/ 11 h 41"/>
                  <a:gd name="T80" fmla="*/ 40 w 76"/>
                  <a:gd name="T81" fmla="*/ 13 h 41"/>
                  <a:gd name="T82" fmla="*/ 40 w 76"/>
                  <a:gd name="T83" fmla="*/ 11 h 41"/>
                  <a:gd name="T84" fmla="*/ 40 w 76"/>
                  <a:gd name="T85" fmla="*/ 11 h 41"/>
                  <a:gd name="T86" fmla="*/ 37 w 76"/>
                  <a:gd name="T87" fmla="*/ 10 h 41"/>
                  <a:gd name="T88" fmla="*/ 34 w 76"/>
                  <a:gd name="T89" fmla="*/ 13 h 41"/>
                  <a:gd name="T90" fmla="*/ 31 w 76"/>
                  <a:gd name="T91" fmla="*/ 14 h 41"/>
                  <a:gd name="T92" fmla="*/ 31 w 76"/>
                  <a:gd name="T93" fmla="*/ 10 h 41"/>
                  <a:gd name="T94" fmla="*/ 26 w 76"/>
                  <a:gd name="T95" fmla="*/ 12 h 41"/>
                  <a:gd name="T96" fmla="*/ 24 w 76"/>
                  <a:gd name="T97" fmla="*/ 12 h 41"/>
                  <a:gd name="T98" fmla="*/ 20 w 76"/>
                  <a:gd name="T99" fmla="*/ 9 h 41"/>
                  <a:gd name="T100" fmla="*/ 20 w 76"/>
                  <a:gd name="T101" fmla="*/ 7 h 41"/>
                  <a:gd name="T102" fmla="*/ 18 w 76"/>
                  <a:gd name="T103" fmla="*/ 6 h 41"/>
                  <a:gd name="T104" fmla="*/ 11 w 76"/>
                  <a:gd name="T105" fmla="*/ 8 h 41"/>
                  <a:gd name="T106" fmla="*/ 4 w 76"/>
                  <a:gd name="T107" fmla="*/ 4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76" h="41">
                    <a:moveTo>
                      <a:pt x="3" y="15"/>
                    </a:moveTo>
                    <a:cubicBezTo>
                      <a:pt x="4" y="15"/>
                      <a:pt x="5" y="15"/>
                      <a:pt x="5" y="16"/>
                    </a:cubicBezTo>
                    <a:cubicBezTo>
                      <a:pt x="7" y="16"/>
                      <a:pt x="8" y="22"/>
                      <a:pt x="11" y="21"/>
                    </a:cubicBezTo>
                    <a:cubicBezTo>
                      <a:pt x="11" y="20"/>
                      <a:pt x="11" y="19"/>
                      <a:pt x="12" y="19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2" y="18"/>
                      <a:pt x="12" y="18"/>
                      <a:pt x="12" y="18"/>
                    </a:cubicBezTo>
                    <a:cubicBezTo>
                      <a:pt x="13" y="18"/>
                      <a:pt x="12" y="20"/>
                      <a:pt x="11" y="20"/>
                    </a:cubicBezTo>
                    <a:cubicBezTo>
                      <a:pt x="12" y="21"/>
                      <a:pt x="13" y="20"/>
                      <a:pt x="14" y="21"/>
                    </a:cubicBezTo>
                    <a:cubicBezTo>
                      <a:pt x="15" y="19"/>
                      <a:pt x="15" y="21"/>
                      <a:pt x="15" y="19"/>
                    </a:cubicBezTo>
                    <a:cubicBezTo>
                      <a:pt x="15" y="20"/>
                      <a:pt x="15" y="20"/>
                      <a:pt x="15" y="20"/>
                    </a:cubicBezTo>
                    <a:cubicBezTo>
                      <a:pt x="16" y="19"/>
                      <a:pt x="16" y="19"/>
                      <a:pt x="16" y="22"/>
                    </a:cubicBezTo>
                    <a:cubicBezTo>
                      <a:pt x="17" y="25"/>
                      <a:pt x="20" y="24"/>
                      <a:pt x="22" y="26"/>
                    </a:cubicBezTo>
                    <a:cubicBezTo>
                      <a:pt x="24" y="27"/>
                      <a:pt x="27" y="26"/>
                      <a:pt x="30" y="26"/>
                    </a:cubicBezTo>
                    <a:cubicBezTo>
                      <a:pt x="31" y="23"/>
                      <a:pt x="31" y="25"/>
                      <a:pt x="33" y="22"/>
                    </a:cubicBezTo>
                    <a:cubicBezTo>
                      <a:pt x="32" y="23"/>
                      <a:pt x="32" y="23"/>
                      <a:pt x="32" y="23"/>
                    </a:cubicBezTo>
                    <a:cubicBezTo>
                      <a:pt x="33" y="22"/>
                      <a:pt x="33" y="24"/>
                      <a:pt x="33" y="25"/>
                    </a:cubicBezTo>
                    <a:cubicBezTo>
                      <a:pt x="33" y="24"/>
                      <a:pt x="33" y="25"/>
                      <a:pt x="34" y="23"/>
                    </a:cubicBezTo>
                    <a:cubicBezTo>
                      <a:pt x="34" y="22"/>
                      <a:pt x="33" y="26"/>
                      <a:pt x="33" y="25"/>
                    </a:cubicBezTo>
                    <a:cubicBezTo>
                      <a:pt x="33" y="26"/>
                      <a:pt x="34" y="24"/>
                      <a:pt x="34" y="24"/>
                    </a:cubicBezTo>
                    <a:cubicBezTo>
                      <a:pt x="35" y="23"/>
                      <a:pt x="33" y="25"/>
                      <a:pt x="33" y="28"/>
                    </a:cubicBezTo>
                    <a:cubicBezTo>
                      <a:pt x="34" y="27"/>
                      <a:pt x="36" y="26"/>
                      <a:pt x="37" y="27"/>
                    </a:cubicBezTo>
                    <a:cubicBezTo>
                      <a:pt x="36" y="28"/>
                      <a:pt x="37" y="26"/>
                      <a:pt x="37" y="26"/>
                    </a:cubicBezTo>
                    <a:cubicBezTo>
                      <a:pt x="36" y="29"/>
                      <a:pt x="38" y="25"/>
                      <a:pt x="37" y="27"/>
                    </a:cubicBezTo>
                    <a:cubicBezTo>
                      <a:pt x="37" y="27"/>
                      <a:pt x="37" y="27"/>
                      <a:pt x="37" y="28"/>
                    </a:cubicBezTo>
                    <a:cubicBezTo>
                      <a:pt x="37" y="29"/>
                      <a:pt x="38" y="27"/>
                      <a:pt x="38" y="29"/>
                    </a:cubicBezTo>
                    <a:cubicBezTo>
                      <a:pt x="39" y="28"/>
                      <a:pt x="38" y="31"/>
                      <a:pt x="39" y="29"/>
                    </a:cubicBezTo>
                    <a:cubicBezTo>
                      <a:pt x="38" y="31"/>
                      <a:pt x="39" y="30"/>
                      <a:pt x="38" y="31"/>
                    </a:cubicBezTo>
                    <a:cubicBezTo>
                      <a:pt x="40" y="28"/>
                      <a:pt x="38" y="33"/>
                      <a:pt x="40" y="30"/>
                    </a:cubicBezTo>
                    <a:cubicBezTo>
                      <a:pt x="40" y="31"/>
                      <a:pt x="40" y="31"/>
                      <a:pt x="40" y="31"/>
                    </a:cubicBezTo>
                    <a:cubicBezTo>
                      <a:pt x="41" y="31"/>
                      <a:pt x="41" y="33"/>
                      <a:pt x="43" y="32"/>
                    </a:cubicBezTo>
                    <a:cubicBezTo>
                      <a:pt x="44" y="31"/>
                      <a:pt x="43" y="35"/>
                      <a:pt x="44" y="34"/>
                    </a:cubicBezTo>
                    <a:cubicBezTo>
                      <a:pt x="45" y="32"/>
                      <a:pt x="45" y="32"/>
                      <a:pt x="45" y="32"/>
                    </a:cubicBezTo>
                    <a:cubicBezTo>
                      <a:pt x="45" y="32"/>
                      <a:pt x="45" y="33"/>
                      <a:pt x="45" y="34"/>
                    </a:cubicBezTo>
                    <a:cubicBezTo>
                      <a:pt x="46" y="33"/>
                      <a:pt x="45" y="34"/>
                      <a:pt x="46" y="35"/>
                    </a:cubicBezTo>
                    <a:cubicBezTo>
                      <a:pt x="46" y="34"/>
                      <a:pt x="46" y="34"/>
                      <a:pt x="47" y="33"/>
                    </a:cubicBezTo>
                    <a:cubicBezTo>
                      <a:pt x="46" y="36"/>
                      <a:pt x="48" y="33"/>
                      <a:pt x="48" y="35"/>
                    </a:cubicBezTo>
                    <a:cubicBezTo>
                      <a:pt x="49" y="32"/>
                      <a:pt x="49" y="33"/>
                      <a:pt x="49" y="33"/>
                    </a:cubicBezTo>
                    <a:cubicBezTo>
                      <a:pt x="49" y="33"/>
                      <a:pt x="49" y="34"/>
                      <a:pt x="48" y="34"/>
                    </a:cubicBezTo>
                    <a:cubicBezTo>
                      <a:pt x="49" y="34"/>
                      <a:pt x="49" y="34"/>
                      <a:pt x="49" y="35"/>
                    </a:cubicBezTo>
                    <a:cubicBezTo>
                      <a:pt x="50" y="35"/>
                      <a:pt x="51" y="33"/>
                      <a:pt x="50" y="34"/>
                    </a:cubicBezTo>
                    <a:cubicBezTo>
                      <a:pt x="49" y="36"/>
                      <a:pt x="51" y="34"/>
                      <a:pt x="51" y="35"/>
                    </a:cubicBezTo>
                    <a:cubicBezTo>
                      <a:pt x="52" y="33"/>
                      <a:pt x="53" y="32"/>
                      <a:pt x="53" y="33"/>
                    </a:cubicBezTo>
                    <a:cubicBezTo>
                      <a:pt x="51" y="35"/>
                      <a:pt x="51" y="35"/>
                      <a:pt x="51" y="35"/>
                    </a:cubicBezTo>
                    <a:cubicBezTo>
                      <a:pt x="53" y="34"/>
                      <a:pt x="52" y="37"/>
                      <a:pt x="55" y="35"/>
                    </a:cubicBezTo>
                    <a:cubicBezTo>
                      <a:pt x="54" y="36"/>
                      <a:pt x="54" y="36"/>
                      <a:pt x="54" y="36"/>
                    </a:cubicBezTo>
                    <a:cubicBezTo>
                      <a:pt x="56" y="35"/>
                      <a:pt x="55" y="38"/>
                      <a:pt x="58" y="35"/>
                    </a:cubicBezTo>
                    <a:cubicBezTo>
                      <a:pt x="57" y="36"/>
                      <a:pt x="57" y="37"/>
                      <a:pt x="57" y="37"/>
                    </a:cubicBezTo>
                    <a:cubicBezTo>
                      <a:pt x="58" y="36"/>
                      <a:pt x="58" y="36"/>
                      <a:pt x="60" y="35"/>
                    </a:cubicBezTo>
                    <a:cubicBezTo>
                      <a:pt x="60" y="35"/>
                      <a:pt x="59" y="36"/>
                      <a:pt x="59" y="36"/>
                    </a:cubicBezTo>
                    <a:cubicBezTo>
                      <a:pt x="59" y="37"/>
                      <a:pt x="58" y="39"/>
                      <a:pt x="60" y="37"/>
                    </a:cubicBezTo>
                    <a:cubicBezTo>
                      <a:pt x="59" y="38"/>
                      <a:pt x="59" y="38"/>
                      <a:pt x="59" y="38"/>
                    </a:cubicBezTo>
                    <a:cubicBezTo>
                      <a:pt x="60" y="37"/>
                      <a:pt x="62" y="36"/>
                      <a:pt x="61" y="38"/>
                    </a:cubicBezTo>
                    <a:cubicBezTo>
                      <a:pt x="62" y="37"/>
                      <a:pt x="62" y="36"/>
                      <a:pt x="63" y="35"/>
                    </a:cubicBezTo>
                    <a:cubicBezTo>
                      <a:pt x="64" y="35"/>
                      <a:pt x="62" y="37"/>
                      <a:pt x="63" y="36"/>
                    </a:cubicBezTo>
                    <a:cubicBezTo>
                      <a:pt x="62" y="37"/>
                      <a:pt x="62" y="37"/>
                      <a:pt x="62" y="37"/>
                    </a:cubicBezTo>
                    <a:cubicBezTo>
                      <a:pt x="62" y="38"/>
                      <a:pt x="63" y="38"/>
                      <a:pt x="64" y="38"/>
                    </a:cubicBezTo>
                    <a:cubicBezTo>
                      <a:pt x="63" y="40"/>
                      <a:pt x="65" y="38"/>
                      <a:pt x="65" y="39"/>
                    </a:cubicBezTo>
                    <a:cubicBezTo>
                      <a:pt x="66" y="38"/>
                      <a:pt x="65" y="40"/>
                      <a:pt x="67" y="38"/>
                    </a:cubicBezTo>
                    <a:cubicBezTo>
                      <a:pt x="66" y="39"/>
                      <a:pt x="66" y="39"/>
                      <a:pt x="66" y="39"/>
                    </a:cubicBezTo>
                    <a:cubicBezTo>
                      <a:pt x="66" y="39"/>
                      <a:pt x="67" y="40"/>
                      <a:pt x="67" y="40"/>
                    </a:cubicBezTo>
                    <a:cubicBezTo>
                      <a:pt x="67" y="41"/>
                      <a:pt x="68" y="39"/>
                      <a:pt x="69" y="39"/>
                    </a:cubicBezTo>
                    <a:cubicBezTo>
                      <a:pt x="68" y="40"/>
                      <a:pt x="68" y="40"/>
                      <a:pt x="68" y="40"/>
                    </a:cubicBezTo>
                    <a:cubicBezTo>
                      <a:pt x="68" y="39"/>
                      <a:pt x="70" y="38"/>
                      <a:pt x="71" y="37"/>
                    </a:cubicBezTo>
                    <a:cubicBezTo>
                      <a:pt x="71" y="38"/>
                      <a:pt x="71" y="37"/>
                      <a:pt x="71" y="38"/>
                    </a:cubicBezTo>
                    <a:cubicBezTo>
                      <a:pt x="70" y="38"/>
                      <a:pt x="69" y="39"/>
                      <a:pt x="68" y="41"/>
                    </a:cubicBezTo>
                    <a:cubicBezTo>
                      <a:pt x="67" y="41"/>
                      <a:pt x="70" y="39"/>
                      <a:pt x="69" y="40"/>
                    </a:cubicBezTo>
                    <a:cubicBezTo>
                      <a:pt x="69" y="41"/>
                      <a:pt x="69" y="41"/>
                      <a:pt x="70" y="39"/>
                    </a:cubicBezTo>
                    <a:cubicBezTo>
                      <a:pt x="69" y="41"/>
                      <a:pt x="69" y="41"/>
                      <a:pt x="69" y="41"/>
                    </a:cubicBezTo>
                    <a:cubicBezTo>
                      <a:pt x="69" y="41"/>
                      <a:pt x="69" y="41"/>
                      <a:pt x="70" y="40"/>
                    </a:cubicBezTo>
                    <a:cubicBezTo>
                      <a:pt x="70" y="41"/>
                      <a:pt x="70" y="40"/>
                      <a:pt x="70" y="40"/>
                    </a:cubicBezTo>
                    <a:cubicBezTo>
                      <a:pt x="71" y="39"/>
                      <a:pt x="71" y="39"/>
                      <a:pt x="73" y="38"/>
                    </a:cubicBezTo>
                    <a:cubicBezTo>
                      <a:pt x="72" y="38"/>
                      <a:pt x="72" y="38"/>
                      <a:pt x="72" y="38"/>
                    </a:cubicBezTo>
                    <a:cubicBezTo>
                      <a:pt x="73" y="37"/>
                      <a:pt x="74" y="37"/>
                      <a:pt x="73" y="38"/>
                    </a:cubicBezTo>
                    <a:cubicBezTo>
                      <a:pt x="72" y="39"/>
                      <a:pt x="71" y="40"/>
                      <a:pt x="70" y="40"/>
                    </a:cubicBezTo>
                    <a:cubicBezTo>
                      <a:pt x="74" y="38"/>
                      <a:pt x="74" y="38"/>
                      <a:pt x="74" y="38"/>
                    </a:cubicBezTo>
                    <a:cubicBezTo>
                      <a:pt x="73" y="39"/>
                      <a:pt x="73" y="38"/>
                      <a:pt x="74" y="37"/>
                    </a:cubicBezTo>
                    <a:cubicBezTo>
                      <a:pt x="73" y="38"/>
                      <a:pt x="73" y="38"/>
                      <a:pt x="73" y="38"/>
                    </a:cubicBezTo>
                    <a:cubicBezTo>
                      <a:pt x="74" y="36"/>
                      <a:pt x="74" y="36"/>
                      <a:pt x="74" y="36"/>
                    </a:cubicBezTo>
                    <a:cubicBezTo>
                      <a:pt x="74" y="37"/>
                      <a:pt x="75" y="35"/>
                      <a:pt x="73" y="36"/>
                    </a:cubicBezTo>
                    <a:cubicBezTo>
                      <a:pt x="72" y="37"/>
                      <a:pt x="72" y="37"/>
                      <a:pt x="72" y="37"/>
                    </a:cubicBezTo>
                    <a:cubicBezTo>
                      <a:pt x="72" y="37"/>
                      <a:pt x="71" y="39"/>
                      <a:pt x="72" y="37"/>
                    </a:cubicBezTo>
                    <a:cubicBezTo>
                      <a:pt x="73" y="36"/>
                      <a:pt x="73" y="36"/>
                      <a:pt x="73" y="36"/>
                    </a:cubicBezTo>
                    <a:cubicBezTo>
                      <a:pt x="73" y="36"/>
                      <a:pt x="73" y="36"/>
                      <a:pt x="73" y="36"/>
                    </a:cubicBezTo>
                    <a:cubicBezTo>
                      <a:pt x="75" y="34"/>
                      <a:pt x="75" y="34"/>
                      <a:pt x="75" y="34"/>
                    </a:cubicBezTo>
                    <a:cubicBezTo>
                      <a:pt x="72" y="37"/>
                      <a:pt x="73" y="35"/>
                      <a:pt x="73" y="35"/>
                    </a:cubicBezTo>
                    <a:cubicBezTo>
                      <a:pt x="73" y="35"/>
                      <a:pt x="73" y="35"/>
                      <a:pt x="73" y="35"/>
                    </a:cubicBezTo>
                    <a:cubicBezTo>
                      <a:pt x="74" y="34"/>
                      <a:pt x="72" y="36"/>
                      <a:pt x="72" y="36"/>
                    </a:cubicBezTo>
                    <a:cubicBezTo>
                      <a:pt x="72" y="35"/>
                      <a:pt x="74" y="33"/>
                      <a:pt x="75" y="33"/>
                    </a:cubicBezTo>
                    <a:cubicBezTo>
                      <a:pt x="74" y="32"/>
                      <a:pt x="72" y="33"/>
                      <a:pt x="73" y="32"/>
                    </a:cubicBezTo>
                    <a:cubicBezTo>
                      <a:pt x="73" y="32"/>
                      <a:pt x="72" y="32"/>
                      <a:pt x="71" y="33"/>
                    </a:cubicBezTo>
                    <a:cubicBezTo>
                      <a:pt x="71" y="33"/>
                      <a:pt x="73" y="31"/>
                      <a:pt x="72" y="32"/>
                    </a:cubicBezTo>
                    <a:cubicBezTo>
                      <a:pt x="73" y="30"/>
                      <a:pt x="74" y="29"/>
                      <a:pt x="75" y="28"/>
                    </a:cubicBezTo>
                    <a:cubicBezTo>
                      <a:pt x="75" y="28"/>
                      <a:pt x="76" y="27"/>
                      <a:pt x="75" y="27"/>
                    </a:cubicBezTo>
                    <a:cubicBezTo>
                      <a:pt x="76" y="27"/>
                      <a:pt x="76" y="26"/>
                      <a:pt x="76" y="26"/>
                    </a:cubicBezTo>
                    <a:cubicBezTo>
                      <a:pt x="75" y="27"/>
                      <a:pt x="74" y="28"/>
                      <a:pt x="74" y="29"/>
                    </a:cubicBezTo>
                    <a:cubicBezTo>
                      <a:pt x="73" y="31"/>
                      <a:pt x="74" y="29"/>
                      <a:pt x="72" y="31"/>
                    </a:cubicBezTo>
                    <a:cubicBezTo>
                      <a:pt x="72" y="30"/>
                      <a:pt x="72" y="30"/>
                      <a:pt x="71" y="30"/>
                    </a:cubicBezTo>
                    <a:cubicBezTo>
                      <a:pt x="71" y="30"/>
                      <a:pt x="72" y="29"/>
                      <a:pt x="73" y="28"/>
                    </a:cubicBezTo>
                    <a:cubicBezTo>
                      <a:pt x="72" y="29"/>
                      <a:pt x="71" y="30"/>
                      <a:pt x="71" y="29"/>
                    </a:cubicBezTo>
                    <a:cubicBezTo>
                      <a:pt x="70" y="31"/>
                      <a:pt x="70" y="31"/>
                      <a:pt x="69" y="32"/>
                    </a:cubicBezTo>
                    <a:cubicBezTo>
                      <a:pt x="68" y="32"/>
                      <a:pt x="68" y="33"/>
                      <a:pt x="68" y="33"/>
                    </a:cubicBezTo>
                    <a:cubicBezTo>
                      <a:pt x="69" y="31"/>
                      <a:pt x="71" y="29"/>
                      <a:pt x="71" y="29"/>
                    </a:cubicBezTo>
                    <a:cubicBezTo>
                      <a:pt x="72" y="27"/>
                      <a:pt x="71" y="29"/>
                      <a:pt x="72" y="27"/>
                    </a:cubicBezTo>
                    <a:cubicBezTo>
                      <a:pt x="74" y="25"/>
                      <a:pt x="75" y="26"/>
                      <a:pt x="74" y="27"/>
                    </a:cubicBezTo>
                    <a:cubicBezTo>
                      <a:pt x="76" y="25"/>
                      <a:pt x="74" y="26"/>
                      <a:pt x="75" y="25"/>
                    </a:cubicBezTo>
                    <a:cubicBezTo>
                      <a:pt x="75" y="25"/>
                      <a:pt x="74" y="25"/>
                      <a:pt x="73" y="26"/>
                    </a:cubicBezTo>
                    <a:cubicBezTo>
                      <a:pt x="73" y="26"/>
                      <a:pt x="73" y="27"/>
                      <a:pt x="72" y="27"/>
                    </a:cubicBezTo>
                    <a:cubicBezTo>
                      <a:pt x="70" y="29"/>
                      <a:pt x="73" y="26"/>
                      <a:pt x="73" y="25"/>
                    </a:cubicBezTo>
                    <a:cubicBezTo>
                      <a:pt x="73" y="25"/>
                      <a:pt x="73" y="25"/>
                      <a:pt x="73" y="25"/>
                    </a:cubicBezTo>
                    <a:cubicBezTo>
                      <a:pt x="74" y="24"/>
                      <a:pt x="72" y="26"/>
                      <a:pt x="72" y="25"/>
                    </a:cubicBezTo>
                    <a:cubicBezTo>
                      <a:pt x="74" y="23"/>
                      <a:pt x="73" y="25"/>
                      <a:pt x="74" y="24"/>
                    </a:cubicBezTo>
                    <a:cubicBezTo>
                      <a:pt x="76" y="22"/>
                      <a:pt x="76" y="22"/>
                      <a:pt x="76" y="22"/>
                    </a:cubicBezTo>
                    <a:cubicBezTo>
                      <a:pt x="75" y="21"/>
                      <a:pt x="74" y="24"/>
                      <a:pt x="74" y="23"/>
                    </a:cubicBezTo>
                    <a:cubicBezTo>
                      <a:pt x="75" y="22"/>
                      <a:pt x="75" y="22"/>
                      <a:pt x="75" y="22"/>
                    </a:cubicBezTo>
                    <a:cubicBezTo>
                      <a:pt x="74" y="22"/>
                      <a:pt x="74" y="22"/>
                      <a:pt x="74" y="22"/>
                    </a:cubicBezTo>
                    <a:cubicBezTo>
                      <a:pt x="73" y="23"/>
                      <a:pt x="72" y="25"/>
                      <a:pt x="73" y="25"/>
                    </a:cubicBezTo>
                    <a:cubicBezTo>
                      <a:pt x="70" y="27"/>
                      <a:pt x="72" y="25"/>
                      <a:pt x="71" y="25"/>
                    </a:cubicBezTo>
                    <a:cubicBezTo>
                      <a:pt x="70" y="27"/>
                      <a:pt x="72" y="25"/>
                      <a:pt x="71" y="27"/>
                    </a:cubicBezTo>
                    <a:cubicBezTo>
                      <a:pt x="70" y="28"/>
                      <a:pt x="69" y="28"/>
                      <a:pt x="69" y="28"/>
                    </a:cubicBezTo>
                    <a:cubicBezTo>
                      <a:pt x="69" y="28"/>
                      <a:pt x="70" y="26"/>
                      <a:pt x="71" y="25"/>
                    </a:cubicBezTo>
                    <a:cubicBezTo>
                      <a:pt x="71" y="25"/>
                      <a:pt x="71" y="25"/>
                      <a:pt x="71" y="26"/>
                    </a:cubicBezTo>
                    <a:cubicBezTo>
                      <a:pt x="72" y="25"/>
                      <a:pt x="73" y="23"/>
                      <a:pt x="74" y="22"/>
                    </a:cubicBezTo>
                    <a:cubicBezTo>
                      <a:pt x="74" y="21"/>
                      <a:pt x="72" y="24"/>
                      <a:pt x="72" y="23"/>
                    </a:cubicBezTo>
                    <a:cubicBezTo>
                      <a:pt x="73" y="23"/>
                      <a:pt x="71" y="24"/>
                      <a:pt x="71" y="25"/>
                    </a:cubicBezTo>
                    <a:cubicBezTo>
                      <a:pt x="68" y="29"/>
                      <a:pt x="73" y="22"/>
                      <a:pt x="72" y="22"/>
                    </a:cubicBezTo>
                    <a:cubicBezTo>
                      <a:pt x="70" y="25"/>
                      <a:pt x="69" y="25"/>
                      <a:pt x="67" y="28"/>
                    </a:cubicBezTo>
                    <a:cubicBezTo>
                      <a:pt x="67" y="29"/>
                      <a:pt x="66" y="29"/>
                      <a:pt x="66" y="29"/>
                    </a:cubicBezTo>
                    <a:cubicBezTo>
                      <a:pt x="68" y="27"/>
                      <a:pt x="67" y="27"/>
                      <a:pt x="69" y="26"/>
                    </a:cubicBezTo>
                    <a:cubicBezTo>
                      <a:pt x="68" y="26"/>
                      <a:pt x="68" y="26"/>
                      <a:pt x="68" y="26"/>
                    </a:cubicBezTo>
                    <a:cubicBezTo>
                      <a:pt x="70" y="24"/>
                      <a:pt x="70" y="24"/>
                      <a:pt x="70" y="24"/>
                    </a:cubicBezTo>
                    <a:cubicBezTo>
                      <a:pt x="71" y="23"/>
                      <a:pt x="71" y="21"/>
                      <a:pt x="72" y="21"/>
                    </a:cubicBezTo>
                    <a:cubicBezTo>
                      <a:pt x="71" y="21"/>
                      <a:pt x="71" y="22"/>
                      <a:pt x="70" y="22"/>
                    </a:cubicBezTo>
                    <a:cubicBezTo>
                      <a:pt x="71" y="22"/>
                      <a:pt x="71" y="21"/>
                      <a:pt x="71" y="21"/>
                    </a:cubicBezTo>
                    <a:cubicBezTo>
                      <a:pt x="71" y="22"/>
                      <a:pt x="69" y="23"/>
                      <a:pt x="69" y="23"/>
                    </a:cubicBezTo>
                    <a:cubicBezTo>
                      <a:pt x="69" y="23"/>
                      <a:pt x="70" y="22"/>
                      <a:pt x="70" y="21"/>
                    </a:cubicBezTo>
                    <a:cubicBezTo>
                      <a:pt x="71" y="20"/>
                      <a:pt x="71" y="20"/>
                      <a:pt x="71" y="20"/>
                    </a:cubicBezTo>
                    <a:cubicBezTo>
                      <a:pt x="70" y="21"/>
                      <a:pt x="72" y="19"/>
                      <a:pt x="71" y="20"/>
                    </a:cubicBezTo>
                    <a:cubicBezTo>
                      <a:pt x="69" y="23"/>
                      <a:pt x="69" y="23"/>
                      <a:pt x="69" y="23"/>
                    </a:cubicBezTo>
                    <a:cubicBezTo>
                      <a:pt x="68" y="23"/>
                      <a:pt x="69" y="22"/>
                      <a:pt x="69" y="22"/>
                    </a:cubicBezTo>
                    <a:cubicBezTo>
                      <a:pt x="70" y="21"/>
                      <a:pt x="70" y="21"/>
                      <a:pt x="70" y="21"/>
                    </a:cubicBezTo>
                    <a:cubicBezTo>
                      <a:pt x="69" y="22"/>
                      <a:pt x="71" y="19"/>
                      <a:pt x="71" y="19"/>
                    </a:cubicBezTo>
                    <a:cubicBezTo>
                      <a:pt x="70" y="21"/>
                      <a:pt x="70" y="21"/>
                      <a:pt x="70" y="21"/>
                    </a:cubicBezTo>
                    <a:cubicBezTo>
                      <a:pt x="71" y="19"/>
                      <a:pt x="71" y="19"/>
                      <a:pt x="71" y="19"/>
                    </a:cubicBezTo>
                    <a:cubicBezTo>
                      <a:pt x="70" y="20"/>
                      <a:pt x="70" y="20"/>
                      <a:pt x="70" y="20"/>
                    </a:cubicBezTo>
                    <a:cubicBezTo>
                      <a:pt x="70" y="19"/>
                      <a:pt x="70" y="19"/>
                      <a:pt x="70" y="19"/>
                    </a:cubicBezTo>
                    <a:cubicBezTo>
                      <a:pt x="70" y="20"/>
                      <a:pt x="68" y="22"/>
                      <a:pt x="69" y="20"/>
                    </a:cubicBezTo>
                    <a:cubicBezTo>
                      <a:pt x="68" y="22"/>
                      <a:pt x="69" y="20"/>
                      <a:pt x="69" y="21"/>
                    </a:cubicBezTo>
                    <a:cubicBezTo>
                      <a:pt x="68" y="23"/>
                      <a:pt x="68" y="22"/>
                      <a:pt x="67" y="22"/>
                    </a:cubicBezTo>
                    <a:cubicBezTo>
                      <a:pt x="69" y="20"/>
                      <a:pt x="67" y="22"/>
                      <a:pt x="67" y="22"/>
                    </a:cubicBezTo>
                    <a:cubicBezTo>
                      <a:pt x="68" y="20"/>
                      <a:pt x="68" y="20"/>
                      <a:pt x="68" y="20"/>
                    </a:cubicBezTo>
                    <a:cubicBezTo>
                      <a:pt x="67" y="22"/>
                      <a:pt x="67" y="22"/>
                      <a:pt x="67" y="22"/>
                    </a:cubicBezTo>
                    <a:cubicBezTo>
                      <a:pt x="69" y="19"/>
                      <a:pt x="66" y="22"/>
                      <a:pt x="67" y="21"/>
                    </a:cubicBezTo>
                    <a:cubicBezTo>
                      <a:pt x="67" y="20"/>
                      <a:pt x="68" y="19"/>
                      <a:pt x="68" y="18"/>
                    </a:cubicBezTo>
                    <a:cubicBezTo>
                      <a:pt x="67" y="21"/>
                      <a:pt x="66" y="21"/>
                      <a:pt x="65" y="23"/>
                    </a:cubicBezTo>
                    <a:cubicBezTo>
                      <a:pt x="66" y="22"/>
                      <a:pt x="67" y="20"/>
                      <a:pt x="68" y="18"/>
                    </a:cubicBezTo>
                    <a:cubicBezTo>
                      <a:pt x="67" y="20"/>
                      <a:pt x="69" y="17"/>
                      <a:pt x="67" y="19"/>
                    </a:cubicBezTo>
                    <a:cubicBezTo>
                      <a:pt x="67" y="20"/>
                      <a:pt x="66" y="20"/>
                      <a:pt x="65" y="21"/>
                    </a:cubicBezTo>
                    <a:cubicBezTo>
                      <a:pt x="65" y="21"/>
                      <a:pt x="66" y="20"/>
                      <a:pt x="66" y="19"/>
                    </a:cubicBezTo>
                    <a:cubicBezTo>
                      <a:pt x="66" y="20"/>
                      <a:pt x="65" y="21"/>
                      <a:pt x="65" y="22"/>
                    </a:cubicBezTo>
                    <a:cubicBezTo>
                      <a:pt x="65" y="21"/>
                      <a:pt x="63" y="23"/>
                      <a:pt x="64" y="22"/>
                    </a:cubicBezTo>
                    <a:cubicBezTo>
                      <a:pt x="65" y="21"/>
                      <a:pt x="65" y="22"/>
                      <a:pt x="65" y="20"/>
                    </a:cubicBezTo>
                    <a:cubicBezTo>
                      <a:pt x="65" y="20"/>
                      <a:pt x="63" y="24"/>
                      <a:pt x="62" y="24"/>
                    </a:cubicBezTo>
                    <a:cubicBezTo>
                      <a:pt x="62" y="25"/>
                      <a:pt x="60" y="27"/>
                      <a:pt x="60" y="28"/>
                    </a:cubicBezTo>
                    <a:cubicBezTo>
                      <a:pt x="60" y="27"/>
                      <a:pt x="60" y="27"/>
                      <a:pt x="61" y="25"/>
                    </a:cubicBezTo>
                    <a:cubicBezTo>
                      <a:pt x="61" y="26"/>
                      <a:pt x="61" y="26"/>
                      <a:pt x="61" y="26"/>
                    </a:cubicBezTo>
                    <a:cubicBezTo>
                      <a:pt x="62" y="23"/>
                      <a:pt x="64" y="22"/>
                      <a:pt x="65" y="20"/>
                    </a:cubicBezTo>
                    <a:cubicBezTo>
                      <a:pt x="64" y="20"/>
                      <a:pt x="64" y="20"/>
                      <a:pt x="64" y="20"/>
                    </a:cubicBezTo>
                    <a:cubicBezTo>
                      <a:pt x="66" y="18"/>
                      <a:pt x="66" y="18"/>
                      <a:pt x="66" y="18"/>
                    </a:cubicBezTo>
                    <a:cubicBezTo>
                      <a:pt x="65" y="19"/>
                      <a:pt x="65" y="18"/>
                      <a:pt x="65" y="18"/>
                    </a:cubicBezTo>
                    <a:cubicBezTo>
                      <a:pt x="64" y="20"/>
                      <a:pt x="65" y="18"/>
                      <a:pt x="65" y="19"/>
                    </a:cubicBezTo>
                    <a:cubicBezTo>
                      <a:pt x="64" y="19"/>
                      <a:pt x="63" y="22"/>
                      <a:pt x="63" y="21"/>
                    </a:cubicBezTo>
                    <a:cubicBezTo>
                      <a:pt x="65" y="18"/>
                      <a:pt x="65" y="18"/>
                      <a:pt x="65" y="18"/>
                    </a:cubicBezTo>
                    <a:cubicBezTo>
                      <a:pt x="65" y="17"/>
                      <a:pt x="64" y="20"/>
                      <a:pt x="64" y="19"/>
                    </a:cubicBezTo>
                    <a:cubicBezTo>
                      <a:pt x="65" y="18"/>
                      <a:pt x="65" y="18"/>
                      <a:pt x="65" y="18"/>
                    </a:cubicBezTo>
                    <a:cubicBezTo>
                      <a:pt x="64" y="17"/>
                      <a:pt x="63" y="17"/>
                      <a:pt x="60" y="20"/>
                    </a:cubicBezTo>
                    <a:cubicBezTo>
                      <a:pt x="61" y="19"/>
                      <a:pt x="61" y="18"/>
                      <a:pt x="61" y="17"/>
                    </a:cubicBezTo>
                    <a:cubicBezTo>
                      <a:pt x="61" y="18"/>
                      <a:pt x="60" y="19"/>
                      <a:pt x="60" y="19"/>
                    </a:cubicBezTo>
                    <a:cubicBezTo>
                      <a:pt x="61" y="17"/>
                      <a:pt x="61" y="17"/>
                      <a:pt x="61" y="17"/>
                    </a:cubicBezTo>
                    <a:cubicBezTo>
                      <a:pt x="61" y="16"/>
                      <a:pt x="60" y="17"/>
                      <a:pt x="59" y="18"/>
                    </a:cubicBezTo>
                    <a:cubicBezTo>
                      <a:pt x="60" y="17"/>
                      <a:pt x="60" y="17"/>
                      <a:pt x="60" y="17"/>
                    </a:cubicBezTo>
                    <a:cubicBezTo>
                      <a:pt x="61" y="16"/>
                      <a:pt x="59" y="18"/>
                      <a:pt x="59" y="18"/>
                    </a:cubicBezTo>
                    <a:cubicBezTo>
                      <a:pt x="60" y="17"/>
                      <a:pt x="60" y="17"/>
                      <a:pt x="60" y="17"/>
                    </a:cubicBezTo>
                    <a:cubicBezTo>
                      <a:pt x="59" y="18"/>
                      <a:pt x="59" y="18"/>
                      <a:pt x="59" y="18"/>
                    </a:cubicBezTo>
                    <a:cubicBezTo>
                      <a:pt x="58" y="19"/>
                      <a:pt x="58" y="18"/>
                      <a:pt x="60" y="16"/>
                    </a:cubicBezTo>
                    <a:cubicBezTo>
                      <a:pt x="59" y="18"/>
                      <a:pt x="59" y="18"/>
                      <a:pt x="59" y="18"/>
                    </a:cubicBezTo>
                    <a:cubicBezTo>
                      <a:pt x="59" y="16"/>
                      <a:pt x="59" y="16"/>
                      <a:pt x="58" y="17"/>
                    </a:cubicBezTo>
                    <a:cubicBezTo>
                      <a:pt x="58" y="17"/>
                      <a:pt x="58" y="18"/>
                      <a:pt x="57" y="19"/>
                    </a:cubicBezTo>
                    <a:cubicBezTo>
                      <a:pt x="56" y="21"/>
                      <a:pt x="57" y="19"/>
                      <a:pt x="56" y="20"/>
                    </a:cubicBezTo>
                    <a:cubicBezTo>
                      <a:pt x="57" y="18"/>
                      <a:pt x="57" y="18"/>
                      <a:pt x="57" y="18"/>
                    </a:cubicBezTo>
                    <a:cubicBezTo>
                      <a:pt x="59" y="15"/>
                      <a:pt x="57" y="17"/>
                      <a:pt x="56" y="16"/>
                    </a:cubicBezTo>
                    <a:cubicBezTo>
                      <a:pt x="56" y="17"/>
                      <a:pt x="56" y="17"/>
                      <a:pt x="56" y="17"/>
                    </a:cubicBezTo>
                    <a:cubicBezTo>
                      <a:pt x="57" y="15"/>
                      <a:pt x="55" y="17"/>
                      <a:pt x="55" y="15"/>
                    </a:cubicBezTo>
                    <a:cubicBezTo>
                      <a:pt x="55" y="16"/>
                      <a:pt x="53" y="19"/>
                      <a:pt x="53" y="19"/>
                    </a:cubicBezTo>
                    <a:cubicBezTo>
                      <a:pt x="52" y="20"/>
                      <a:pt x="54" y="16"/>
                      <a:pt x="55" y="15"/>
                    </a:cubicBezTo>
                    <a:cubicBezTo>
                      <a:pt x="54" y="16"/>
                      <a:pt x="54" y="16"/>
                      <a:pt x="54" y="16"/>
                    </a:cubicBezTo>
                    <a:cubicBezTo>
                      <a:pt x="54" y="16"/>
                      <a:pt x="54" y="16"/>
                      <a:pt x="54" y="16"/>
                    </a:cubicBezTo>
                    <a:cubicBezTo>
                      <a:pt x="53" y="16"/>
                      <a:pt x="53" y="17"/>
                      <a:pt x="53" y="16"/>
                    </a:cubicBezTo>
                    <a:cubicBezTo>
                      <a:pt x="53" y="16"/>
                      <a:pt x="53" y="16"/>
                      <a:pt x="53" y="16"/>
                    </a:cubicBezTo>
                    <a:cubicBezTo>
                      <a:pt x="53" y="16"/>
                      <a:pt x="54" y="14"/>
                      <a:pt x="53" y="15"/>
                    </a:cubicBezTo>
                    <a:cubicBezTo>
                      <a:pt x="52" y="16"/>
                      <a:pt x="53" y="15"/>
                      <a:pt x="52" y="16"/>
                    </a:cubicBezTo>
                    <a:cubicBezTo>
                      <a:pt x="52" y="16"/>
                      <a:pt x="52" y="16"/>
                      <a:pt x="52" y="16"/>
                    </a:cubicBezTo>
                    <a:cubicBezTo>
                      <a:pt x="51" y="17"/>
                      <a:pt x="51" y="17"/>
                      <a:pt x="51" y="17"/>
                    </a:cubicBezTo>
                    <a:cubicBezTo>
                      <a:pt x="52" y="16"/>
                      <a:pt x="52" y="16"/>
                      <a:pt x="52" y="16"/>
                    </a:cubicBezTo>
                    <a:cubicBezTo>
                      <a:pt x="53" y="15"/>
                      <a:pt x="53" y="15"/>
                      <a:pt x="53" y="15"/>
                    </a:cubicBezTo>
                    <a:cubicBezTo>
                      <a:pt x="53" y="14"/>
                      <a:pt x="52" y="16"/>
                      <a:pt x="51" y="17"/>
                    </a:cubicBezTo>
                    <a:cubicBezTo>
                      <a:pt x="51" y="18"/>
                      <a:pt x="51" y="16"/>
                      <a:pt x="51" y="16"/>
                    </a:cubicBezTo>
                    <a:cubicBezTo>
                      <a:pt x="52" y="15"/>
                      <a:pt x="51" y="16"/>
                      <a:pt x="52" y="16"/>
                    </a:cubicBezTo>
                    <a:cubicBezTo>
                      <a:pt x="52" y="15"/>
                      <a:pt x="52" y="15"/>
                      <a:pt x="52" y="14"/>
                    </a:cubicBezTo>
                    <a:cubicBezTo>
                      <a:pt x="52" y="14"/>
                      <a:pt x="51" y="16"/>
                      <a:pt x="51" y="16"/>
                    </a:cubicBezTo>
                    <a:cubicBezTo>
                      <a:pt x="51" y="15"/>
                      <a:pt x="51" y="16"/>
                      <a:pt x="52" y="14"/>
                    </a:cubicBezTo>
                    <a:cubicBezTo>
                      <a:pt x="51" y="15"/>
                      <a:pt x="51" y="15"/>
                      <a:pt x="51" y="15"/>
                    </a:cubicBezTo>
                    <a:cubicBezTo>
                      <a:pt x="51" y="16"/>
                      <a:pt x="51" y="16"/>
                      <a:pt x="50" y="17"/>
                    </a:cubicBezTo>
                    <a:cubicBezTo>
                      <a:pt x="50" y="17"/>
                      <a:pt x="49" y="18"/>
                      <a:pt x="50" y="17"/>
                    </a:cubicBezTo>
                    <a:cubicBezTo>
                      <a:pt x="50" y="17"/>
                      <a:pt x="50" y="17"/>
                      <a:pt x="50" y="17"/>
                    </a:cubicBezTo>
                    <a:cubicBezTo>
                      <a:pt x="50" y="17"/>
                      <a:pt x="50" y="16"/>
                      <a:pt x="49" y="18"/>
                    </a:cubicBezTo>
                    <a:cubicBezTo>
                      <a:pt x="50" y="16"/>
                      <a:pt x="50" y="16"/>
                      <a:pt x="50" y="16"/>
                    </a:cubicBezTo>
                    <a:cubicBezTo>
                      <a:pt x="49" y="17"/>
                      <a:pt x="49" y="17"/>
                      <a:pt x="49" y="17"/>
                    </a:cubicBezTo>
                    <a:cubicBezTo>
                      <a:pt x="50" y="15"/>
                      <a:pt x="51" y="14"/>
                      <a:pt x="51" y="13"/>
                    </a:cubicBezTo>
                    <a:cubicBezTo>
                      <a:pt x="50" y="15"/>
                      <a:pt x="50" y="15"/>
                      <a:pt x="50" y="15"/>
                    </a:cubicBezTo>
                    <a:cubicBezTo>
                      <a:pt x="49" y="15"/>
                      <a:pt x="50" y="14"/>
                      <a:pt x="50" y="14"/>
                    </a:cubicBezTo>
                    <a:cubicBezTo>
                      <a:pt x="50" y="12"/>
                      <a:pt x="47" y="18"/>
                      <a:pt x="48" y="16"/>
                    </a:cubicBezTo>
                    <a:cubicBezTo>
                      <a:pt x="49" y="14"/>
                      <a:pt x="49" y="14"/>
                      <a:pt x="49" y="13"/>
                    </a:cubicBezTo>
                    <a:cubicBezTo>
                      <a:pt x="49" y="14"/>
                      <a:pt x="48" y="14"/>
                      <a:pt x="48" y="14"/>
                    </a:cubicBezTo>
                    <a:cubicBezTo>
                      <a:pt x="48" y="15"/>
                      <a:pt x="49" y="13"/>
                      <a:pt x="49" y="14"/>
                    </a:cubicBezTo>
                    <a:cubicBezTo>
                      <a:pt x="48" y="16"/>
                      <a:pt x="48" y="15"/>
                      <a:pt x="48" y="15"/>
                    </a:cubicBezTo>
                    <a:cubicBezTo>
                      <a:pt x="50" y="11"/>
                      <a:pt x="47" y="14"/>
                      <a:pt x="48" y="12"/>
                    </a:cubicBezTo>
                    <a:cubicBezTo>
                      <a:pt x="47" y="14"/>
                      <a:pt x="47" y="12"/>
                      <a:pt x="47" y="13"/>
                    </a:cubicBezTo>
                    <a:cubicBezTo>
                      <a:pt x="48" y="11"/>
                      <a:pt x="46" y="13"/>
                      <a:pt x="47" y="12"/>
                    </a:cubicBezTo>
                    <a:cubicBezTo>
                      <a:pt x="46" y="14"/>
                      <a:pt x="46" y="14"/>
                      <a:pt x="46" y="14"/>
                    </a:cubicBezTo>
                    <a:cubicBezTo>
                      <a:pt x="46" y="13"/>
                      <a:pt x="44" y="18"/>
                      <a:pt x="45" y="15"/>
                    </a:cubicBezTo>
                    <a:cubicBezTo>
                      <a:pt x="45" y="14"/>
                      <a:pt x="46" y="13"/>
                      <a:pt x="46" y="13"/>
                    </a:cubicBezTo>
                    <a:cubicBezTo>
                      <a:pt x="47" y="10"/>
                      <a:pt x="44" y="14"/>
                      <a:pt x="46" y="12"/>
                    </a:cubicBezTo>
                    <a:cubicBezTo>
                      <a:pt x="45" y="12"/>
                      <a:pt x="44" y="14"/>
                      <a:pt x="44" y="15"/>
                    </a:cubicBezTo>
                    <a:cubicBezTo>
                      <a:pt x="44" y="14"/>
                      <a:pt x="44" y="12"/>
                      <a:pt x="45" y="12"/>
                    </a:cubicBezTo>
                    <a:cubicBezTo>
                      <a:pt x="44" y="12"/>
                      <a:pt x="44" y="13"/>
                      <a:pt x="44" y="12"/>
                    </a:cubicBezTo>
                    <a:cubicBezTo>
                      <a:pt x="44" y="11"/>
                      <a:pt x="45" y="11"/>
                      <a:pt x="45" y="11"/>
                    </a:cubicBezTo>
                    <a:cubicBezTo>
                      <a:pt x="45" y="10"/>
                      <a:pt x="44" y="11"/>
                      <a:pt x="44" y="12"/>
                    </a:cubicBezTo>
                    <a:cubicBezTo>
                      <a:pt x="44" y="10"/>
                      <a:pt x="43" y="11"/>
                      <a:pt x="44" y="10"/>
                    </a:cubicBezTo>
                    <a:cubicBezTo>
                      <a:pt x="42" y="12"/>
                      <a:pt x="44" y="9"/>
                      <a:pt x="42" y="12"/>
                    </a:cubicBezTo>
                    <a:cubicBezTo>
                      <a:pt x="43" y="11"/>
                      <a:pt x="43" y="11"/>
                      <a:pt x="43" y="11"/>
                    </a:cubicBezTo>
                    <a:cubicBezTo>
                      <a:pt x="42" y="12"/>
                      <a:pt x="41" y="13"/>
                      <a:pt x="41" y="13"/>
                    </a:cubicBezTo>
                    <a:cubicBezTo>
                      <a:pt x="42" y="12"/>
                      <a:pt x="42" y="12"/>
                      <a:pt x="42" y="12"/>
                    </a:cubicBezTo>
                    <a:cubicBezTo>
                      <a:pt x="43" y="9"/>
                      <a:pt x="42" y="11"/>
                      <a:pt x="42" y="10"/>
                    </a:cubicBezTo>
                    <a:cubicBezTo>
                      <a:pt x="42" y="11"/>
                      <a:pt x="42" y="10"/>
                      <a:pt x="42" y="11"/>
                    </a:cubicBezTo>
                    <a:cubicBezTo>
                      <a:pt x="41" y="12"/>
                      <a:pt x="41" y="12"/>
                      <a:pt x="41" y="12"/>
                    </a:cubicBezTo>
                    <a:cubicBezTo>
                      <a:pt x="40" y="13"/>
                      <a:pt x="40" y="13"/>
                      <a:pt x="40" y="13"/>
                    </a:cubicBezTo>
                    <a:cubicBezTo>
                      <a:pt x="40" y="13"/>
                      <a:pt x="41" y="11"/>
                      <a:pt x="41" y="11"/>
                    </a:cubicBezTo>
                    <a:cubicBezTo>
                      <a:pt x="41" y="10"/>
                      <a:pt x="41" y="10"/>
                      <a:pt x="41" y="11"/>
                    </a:cubicBezTo>
                    <a:cubicBezTo>
                      <a:pt x="41" y="11"/>
                      <a:pt x="41" y="11"/>
                      <a:pt x="41" y="11"/>
                    </a:cubicBezTo>
                    <a:cubicBezTo>
                      <a:pt x="41" y="11"/>
                      <a:pt x="41" y="11"/>
                      <a:pt x="41" y="11"/>
                    </a:cubicBezTo>
                    <a:cubicBezTo>
                      <a:pt x="41" y="11"/>
                      <a:pt x="40" y="11"/>
                      <a:pt x="40" y="11"/>
                    </a:cubicBezTo>
                    <a:cubicBezTo>
                      <a:pt x="40" y="11"/>
                      <a:pt x="40" y="11"/>
                      <a:pt x="40" y="11"/>
                    </a:cubicBezTo>
                    <a:cubicBezTo>
                      <a:pt x="41" y="11"/>
                      <a:pt x="41" y="11"/>
                      <a:pt x="41" y="11"/>
                    </a:cubicBezTo>
                    <a:cubicBezTo>
                      <a:pt x="41" y="10"/>
                      <a:pt x="41" y="10"/>
                      <a:pt x="41" y="10"/>
                    </a:cubicBezTo>
                    <a:cubicBezTo>
                      <a:pt x="41" y="10"/>
                      <a:pt x="41" y="10"/>
                      <a:pt x="41" y="10"/>
                    </a:cubicBezTo>
                    <a:cubicBezTo>
                      <a:pt x="41" y="10"/>
                      <a:pt x="41" y="10"/>
                      <a:pt x="41" y="10"/>
                    </a:cubicBezTo>
                    <a:cubicBezTo>
                      <a:pt x="41" y="8"/>
                      <a:pt x="41" y="8"/>
                      <a:pt x="41" y="8"/>
                    </a:cubicBezTo>
                    <a:cubicBezTo>
                      <a:pt x="41" y="8"/>
                      <a:pt x="40" y="10"/>
                      <a:pt x="40" y="11"/>
                    </a:cubicBezTo>
                    <a:cubicBezTo>
                      <a:pt x="40" y="9"/>
                      <a:pt x="39" y="10"/>
                      <a:pt x="38" y="11"/>
                    </a:cubicBezTo>
                    <a:cubicBezTo>
                      <a:pt x="38" y="11"/>
                      <a:pt x="39" y="10"/>
                      <a:pt x="39" y="10"/>
                    </a:cubicBezTo>
                    <a:cubicBezTo>
                      <a:pt x="38" y="10"/>
                      <a:pt x="38" y="12"/>
                      <a:pt x="38" y="11"/>
                    </a:cubicBezTo>
                    <a:cubicBezTo>
                      <a:pt x="38" y="11"/>
                      <a:pt x="38" y="10"/>
                      <a:pt x="38" y="9"/>
                    </a:cubicBezTo>
                    <a:cubicBezTo>
                      <a:pt x="38" y="9"/>
                      <a:pt x="38" y="11"/>
                      <a:pt x="38" y="11"/>
                    </a:cubicBezTo>
                    <a:cubicBezTo>
                      <a:pt x="38" y="8"/>
                      <a:pt x="36" y="12"/>
                      <a:pt x="37" y="10"/>
                    </a:cubicBezTo>
                    <a:cubicBezTo>
                      <a:pt x="36" y="10"/>
                      <a:pt x="37" y="9"/>
                      <a:pt x="37" y="9"/>
                    </a:cubicBezTo>
                    <a:cubicBezTo>
                      <a:pt x="37" y="9"/>
                      <a:pt x="36" y="10"/>
                      <a:pt x="35" y="11"/>
                    </a:cubicBezTo>
                    <a:cubicBezTo>
                      <a:pt x="36" y="10"/>
                      <a:pt x="36" y="10"/>
                      <a:pt x="36" y="10"/>
                    </a:cubicBezTo>
                    <a:cubicBezTo>
                      <a:pt x="36" y="10"/>
                      <a:pt x="35" y="10"/>
                      <a:pt x="35" y="11"/>
                    </a:cubicBezTo>
                    <a:cubicBezTo>
                      <a:pt x="34" y="12"/>
                      <a:pt x="34" y="13"/>
                      <a:pt x="34" y="13"/>
                    </a:cubicBezTo>
                    <a:cubicBezTo>
                      <a:pt x="34" y="13"/>
                      <a:pt x="34" y="13"/>
                      <a:pt x="34" y="13"/>
                    </a:cubicBezTo>
                    <a:cubicBezTo>
                      <a:pt x="33" y="12"/>
                      <a:pt x="33" y="13"/>
                      <a:pt x="33" y="13"/>
                    </a:cubicBezTo>
                    <a:cubicBezTo>
                      <a:pt x="33" y="12"/>
                      <a:pt x="33" y="13"/>
                      <a:pt x="34" y="12"/>
                    </a:cubicBezTo>
                    <a:cubicBezTo>
                      <a:pt x="35" y="10"/>
                      <a:pt x="34" y="10"/>
                      <a:pt x="34" y="10"/>
                    </a:cubicBezTo>
                    <a:cubicBezTo>
                      <a:pt x="33" y="11"/>
                      <a:pt x="33" y="11"/>
                      <a:pt x="33" y="11"/>
                    </a:cubicBezTo>
                    <a:cubicBezTo>
                      <a:pt x="33" y="12"/>
                      <a:pt x="34" y="10"/>
                      <a:pt x="33" y="10"/>
                    </a:cubicBezTo>
                    <a:cubicBezTo>
                      <a:pt x="31" y="14"/>
                      <a:pt x="31" y="14"/>
                      <a:pt x="31" y="14"/>
                    </a:cubicBezTo>
                    <a:cubicBezTo>
                      <a:pt x="31" y="14"/>
                      <a:pt x="32" y="12"/>
                      <a:pt x="32" y="11"/>
                    </a:cubicBezTo>
                    <a:cubicBezTo>
                      <a:pt x="32" y="12"/>
                      <a:pt x="30" y="14"/>
                      <a:pt x="29" y="15"/>
                    </a:cubicBezTo>
                    <a:cubicBezTo>
                      <a:pt x="30" y="15"/>
                      <a:pt x="29" y="16"/>
                      <a:pt x="29" y="16"/>
                    </a:cubicBezTo>
                    <a:cubicBezTo>
                      <a:pt x="29" y="15"/>
                      <a:pt x="29" y="16"/>
                      <a:pt x="29" y="15"/>
                    </a:cubicBezTo>
                    <a:cubicBezTo>
                      <a:pt x="30" y="14"/>
                      <a:pt x="30" y="14"/>
                      <a:pt x="30" y="14"/>
                    </a:cubicBezTo>
                    <a:cubicBezTo>
                      <a:pt x="30" y="13"/>
                      <a:pt x="31" y="11"/>
                      <a:pt x="31" y="10"/>
                    </a:cubicBezTo>
                    <a:cubicBezTo>
                      <a:pt x="31" y="11"/>
                      <a:pt x="31" y="10"/>
                      <a:pt x="30" y="10"/>
                    </a:cubicBezTo>
                    <a:cubicBezTo>
                      <a:pt x="29" y="12"/>
                      <a:pt x="29" y="11"/>
                      <a:pt x="28" y="13"/>
                    </a:cubicBezTo>
                    <a:cubicBezTo>
                      <a:pt x="28" y="13"/>
                      <a:pt x="29" y="11"/>
                      <a:pt x="29" y="11"/>
                    </a:cubicBezTo>
                    <a:cubicBezTo>
                      <a:pt x="28" y="11"/>
                      <a:pt x="28" y="10"/>
                      <a:pt x="28" y="11"/>
                    </a:cubicBezTo>
                    <a:cubicBezTo>
                      <a:pt x="28" y="10"/>
                      <a:pt x="28" y="10"/>
                      <a:pt x="28" y="10"/>
                    </a:cubicBezTo>
                    <a:cubicBezTo>
                      <a:pt x="28" y="11"/>
                      <a:pt x="27" y="10"/>
                      <a:pt x="26" y="12"/>
                    </a:cubicBezTo>
                    <a:cubicBezTo>
                      <a:pt x="27" y="11"/>
                      <a:pt x="27" y="11"/>
                      <a:pt x="27" y="11"/>
                    </a:cubicBezTo>
                    <a:cubicBezTo>
                      <a:pt x="27" y="10"/>
                      <a:pt x="25" y="14"/>
                      <a:pt x="26" y="12"/>
                    </a:cubicBezTo>
                    <a:cubicBezTo>
                      <a:pt x="26" y="11"/>
                      <a:pt x="26" y="11"/>
                      <a:pt x="26" y="11"/>
                    </a:cubicBezTo>
                    <a:cubicBezTo>
                      <a:pt x="26" y="12"/>
                      <a:pt x="26" y="10"/>
                      <a:pt x="25" y="11"/>
                    </a:cubicBezTo>
                    <a:cubicBezTo>
                      <a:pt x="26" y="10"/>
                      <a:pt x="26" y="10"/>
                      <a:pt x="26" y="10"/>
                    </a:cubicBezTo>
                    <a:cubicBezTo>
                      <a:pt x="26" y="11"/>
                      <a:pt x="25" y="10"/>
                      <a:pt x="24" y="12"/>
                    </a:cubicBezTo>
                    <a:cubicBezTo>
                      <a:pt x="25" y="10"/>
                      <a:pt x="25" y="10"/>
                      <a:pt x="25" y="10"/>
                    </a:cubicBezTo>
                    <a:cubicBezTo>
                      <a:pt x="26" y="9"/>
                      <a:pt x="24" y="12"/>
                      <a:pt x="24" y="11"/>
                    </a:cubicBezTo>
                    <a:cubicBezTo>
                      <a:pt x="24" y="11"/>
                      <a:pt x="25" y="10"/>
                      <a:pt x="25" y="10"/>
                    </a:cubicBezTo>
                    <a:cubicBezTo>
                      <a:pt x="24" y="11"/>
                      <a:pt x="24" y="11"/>
                      <a:pt x="24" y="11"/>
                    </a:cubicBezTo>
                    <a:cubicBezTo>
                      <a:pt x="24" y="9"/>
                      <a:pt x="24" y="9"/>
                      <a:pt x="24" y="9"/>
                    </a:cubicBezTo>
                    <a:cubicBezTo>
                      <a:pt x="23" y="8"/>
                      <a:pt x="22" y="8"/>
                      <a:pt x="20" y="9"/>
                    </a:cubicBezTo>
                    <a:cubicBezTo>
                      <a:pt x="21" y="7"/>
                      <a:pt x="21" y="8"/>
                      <a:pt x="22" y="6"/>
                    </a:cubicBezTo>
                    <a:cubicBezTo>
                      <a:pt x="21" y="8"/>
                      <a:pt x="21" y="7"/>
                      <a:pt x="21" y="7"/>
                    </a:cubicBezTo>
                    <a:cubicBezTo>
                      <a:pt x="21" y="7"/>
                      <a:pt x="21" y="7"/>
                      <a:pt x="21" y="7"/>
                    </a:cubicBezTo>
                    <a:cubicBezTo>
                      <a:pt x="20" y="7"/>
                      <a:pt x="21" y="6"/>
                      <a:pt x="20" y="6"/>
                    </a:cubicBezTo>
                    <a:cubicBezTo>
                      <a:pt x="20" y="7"/>
                      <a:pt x="20" y="7"/>
                      <a:pt x="20" y="7"/>
                    </a:cubicBezTo>
                    <a:cubicBezTo>
                      <a:pt x="19" y="8"/>
                      <a:pt x="21" y="4"/>
                      <a:pt x="20" y="7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19" y="7"/>
                      <a:pt x="20" y="4"/>
                      <a:pt x="19" y="6"/>
                    </a:cubicBezTo>
                    <a:cubicBezTo>
                      <a:pt x="19" y="6"/>
                      <a:pt x="19" y="6"/>
                      <a:pt x="19" y="6"/>
                    </a:cubicBezTo>
                    <a:cubicBezTo>
                      <a:pt x="20" y="5"/>
                      <a:pt x="18" y="8"/>
                      <a:pt x="18" y="6"/>
                    </a:cubicBezTo>
                    <a:cubicBezTo>
                      <a:pt x="18" y="6"/>
                      <a:pt x="18" y="7"/>
                      <a:pt x="17" y="8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7" y="7"/>
                      <a:pt x="16" y="6"/>
                      <a:pt x="14" y="8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3" y="8"/>
                      <a:pt x="15" y="4"/>
                      <a:pt x="12" y="8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8"/>
                      <a:pt x="12" y="7"/>
                      <a:pt x="11" y="8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0" y="9"/>
                      <a:pt x="10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4"/>
                      <a:pt x="11" y="1"/>
                      <a:pt x="8" y="5"/>
                    </a:cubicBezTo>
                    <a:cubicBezTo>
                      <a:pt x="7" y="5"/>
                      <a:pt x="9" y="2"/>
                      <a:pt x="9" y="3"/>
                    </a:cubicBezTo>
                    <a:cubicBezTo>
                      <a:pt x="6" y="5"/>
                      <a:pt x="8" y="0"/>
                      <a:pt x="4" y="4"/>
                    </a:cubicBezTo>
                    <a:cubicBezTo>
                      <a:pt x="3" y="5"/>
                      <a:pt x="0" y="10"/>
                      <a:pt x="0" y="10"/>
                    </a:cubicBezTo>
                    <a:cubicBezTo>
                      <a:pt x="3" y="9"/>
                      <a:pt x="3" y="12"/>
                      <a:pt x="3" y="1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23" name="Freeform 211"/>
              <p:cNvSpPr/>
              <p:nvPr>
                <p:custDataLst>
                  <p:tags r:id="rId56"/>
                </p:custDataLst>
              </p:nvPr>
            </p:nvSpPr>
            <p:spPr bwMode="auto">
              <a:xfrm>
                <a:off x="3266" y="1867"/>
                <a:ext cx="5" cy="3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2" y="0"/>
                      <a:pt x="1" y="0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24" name="Freeform 212"/>
              <p:cNvSpPr/>
              <p:nvPr>
                <p:custDataLst>
                  <p:tags r:id="rId57"/>
                </p:custDataLst>
              </p:nvPr>
            </p:nvSpPr>
            <p:spPr bwMode="auto">
              <a:xfrm>
                <a:off x="3266" y="1861"/>
                <a:ext cx="3" cy="4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1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0"/>
                      <a:pt x="0" y="1"/>
                      <a:pt x="1" y="1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25" name="Freeform 213"/>
              <p:cNvSpPr/>
              <p:nvPr>
                <p:custDataLst>
                  <p:tags r:id="rId58"/>
                </p:custDataLst>
              </p:nvPr>
            </p:nvSpPr>
            <p:spPr bwMode="auto">
              <a:xfrm>
                <a:off x="3260" y="1855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26" name="Freeform 214"/>
              <p:cNvSpPr/>
              <p:nvPr>
                <p:custDataLst>
                  <p:tags r:id="rId59"/>
                </p:custDataLst>
              </p:nvPr>
            </p:nvSpPr>
            <p:spPr bwMode="auto">
              <a:xfrm>
                <a:off x="3260" y="1893"/>
                <a:ext cx="4" cy="6"/>
              </a:xfrm>
              <a:custGeom>
                <a:avLst/>
                <a:gdLst>
                  <a:gd name="T0" fmla="*/ 0 w 2"/>
                  <a:gd name="T1" fmla="*/ 3 h 3"/>
                  <a:gd name="T2" fmla="*/ 2 w 2"/>
                  <a:gd name="T3" fmla="*/ 0 h 3"/>
                  <a:gd name="T4" fmla="*/ 0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1"/>
                      <a:pt x="1" y="2"/>
                      <a:pt x="0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27" name="Freeform 215"/>
              <p:cNvSpPr/>
              <p:nvPr>
                <p:custDataLst>
                  <p:tags r:id="rId60"/>
                </p:custDataLst>
              </p:nvPr>
            </p:nvSpPr>
            <p:spPr bwMode="auto">
              <a:xfrm>
                <a:off x="3269" y="1870"/>
                <a:ext cx="2" cy="4"/>
              </a:xfrm>
              <a:custGeom>
                <a:avLst/>
                <a:gdLst>
                  <a:gd name="T0" fmla="*/ 1 w 1"/>
                  <a:gd name="T1" fmla="*/ 1 h 2"/>
                  <a:gd name="T2" fmla="*/ 0 w 1"/>
                  <a:gd name="T3" fmla="*/ 1 h 2"/>
                  <a:gd name="T4" fmla="*/ 0 w 1"/>
                  <a:gd name="T5" fmla="*/ 2 h 2"/>
                  <a:gd name="T6" fmla="*/ 1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lnTo>
                      <a:pt x="1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28" name="Freeform 216"/>
              <p:cNvSpPr/>
              <p:nvPr>
                <p:custDataLst>
                  <p:tags r:id="rId61"/>
                </p:custDataLst>
              </p:nvPr>
            </p:nvSpPr>
            <p:spPr bwMode="auto">
              <a:xfrm>
                <a:off x="3260" y="1895"/>
                <a:ext cx="4" cy="4"/>
              </a:xfrm>
              <a:custGeom>
                <a:avLst/>
                <a:gdLst>
                  <a:gd name="T0" fmla="*/ 1 w 2"/>
                  <a:gd name="T1" fmla="*/ 1 h 2"/>
                  <a:gd name="T2" fmla="*/ 1 w 2"/>
                  <a:gd name="T3" fmla="*/ 2 h 2"/>
                  <a:gd name="T4" fmla="*/ 1 w 2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2" y="0"/>
                      <a:pt x="1" y="2"/>
                      <a:pt x="1" y="2"/>
                    </a:cubicBezTo>
                    <a:cubicBezTo>
                      <a:pt x="0" y="2"/>
                      <a:pt x="1" y="2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29" name="Freeform 217"/>
              <p:cNvSpPr/>
              <p:nvPr>
                <p:custDataLst>
                  <p:tags r:id="rId62"/>
                </p:custDataLst>
              </p:nvPr>
            </p:nvSpPr>
            <p:spPr bwMode="auto">
              <a:xfrm>
                <a:off x="4538" y="187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30" name="Freeform 218"/>
              <p:cNvSpPr/>
              <p:nvPr>
                <p:custDataLst>
                  <p:tags r:id="rId63"/>
                </p:custDataLst>
              </p:nvPr>
            </p:nvSpPr>
            <p:spPr bwMode="auto">
              <a:xfrm>
                <a:off x="3213" y="1882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31" name="Freeform 219"/>
              <p:cNvSpPr/>
              <p:nvPr>
                <p:custDataLst>
                  <p:tags r:id="rId64"/>
                </p:custDataLst>
              </p:nvPr>
            </p:nvSpPr>
            <p:spPr bwMode="auto">
              <a:xfrm>
                <a:off x="3190" y="1827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32" name="Freeform 220"/>
              <p:cNvSpPr/>
              <p:nvPr>
                <p:custDataLst>
                  <p:tags r:id="rId65"/>
                </p:custDataLst>
              </p:nvPr>
            </p:nvSpPr>
            <p:spPr bwMode="auto">
              <a:xfrm>
                <a:off x="3271" y="1870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33" name="Freeform 221"/>
              <p:cNvSpPr/>
              <p:nvPr>
                <p:custDataLst>
                  <p:tags r:id="rId66"/>
                </p:custDataLst>
              </p:nvPr>
            </p:nvSpPr>
            <p:spPr bwMode="auto">
              <a:xfrm>
                <a:off x="3190" y="1872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34" name="Freeform 222"/>
              <p:cNvSpPr/>
              <p:nvPr>
                <p:custDataLst>
                  <p:tags r:id="rId67"/>
                </p:custDataLst>
              </p:nvPr>
            </p:nvSpPr>
            <p:spPr bwMode="auto">
              <a:xfrm>
                <a:off x="4574" y="1855"/>
                <a:ext cx="0" cy="2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35" name="Freeform 223"/>
              <p:cNvSpPr/>
              <p:nvPr>
                <p:custDataLst>
                  <p:tags r:id="rId68"/>
                </p:custDataLst>
              </p:nvPr>
            </p:nvSpPr>
            <p:spPr bwMode="auto">
              <a:xfrm>
                <a:off x="3199" y="183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36" name="Freeform 224"/>
              <p:cNvSpPr/>
              <p:nvPr>
                <p:custDataLst>
                  <p:tags r:id="rId69"/>
                </p:custDataLst>
              </p:nvPr>
            </p:nvSpPr>
            <p:spPr bwMode="auto">
              <a:xfrm>
                <a:off x="3271" y="1859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37" name="Freeform 225"/>
              <p:cNvSpPr/>
              <p:nvPr>
                <p:custDataLst>
                  <p:tags r:id="rId70"/>
                </p:custDataLst>
              </p:nvPr>
            </p:nvSpPr>
            <p:spPr bwMode="auto">
              <a:xfrm>
                <a:off x="3742" y="3006"/>
                <a:ext cx="6" cy="9"/>
              </a:xfrm>
              <a:custGeom>
                <a:avLst/>
                <a:gdLst>
                  <a:gd name="T0" fmla="*/ 3 w 3"/>
                  <a:gd name="T1" fmla="*/ 0 h 4"/>
                  <a:gd name="T2" fmla="*/ 1 w 3"/>
                  <a:gd name="T3" fmla="*/ 1 h 4"/>
                  <a:gd name="T4" fmla="*/ 1 w 3"/>
                  <a:gd name="T5" fmla="*/ 3 h 4"/>
                  <a:gd name="T6" fmla="*/ 0 w 3"/>
                  <a:gd name="T7" fmla="*/ 4 h 4"/>
                  <a:gd name="T8" fmla="*/ 2 w 3"/>
                  <a:gd name="T9" fmla="*/ 1 h 4"/>
                  <a:gd name="T10" fmla="*/ 3 w 3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3" y="0"/>
                    </a:move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0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ubicBezTo>
                      <a:pt x="1" y="4"/>
                      <a:pt x="2" y="2"/>
                      <a:pt x="2" y="1"/>
                    </a:cubicBezTo>
                    <a:cubicBezTo>
                      <a:pt x="3" y="1"/>
                      <a:pt x="3" y="0"/>
                      <a:pt x="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38" name="Freeform 226"/>
              <p:cNvSpPr/>
              <p:nvPr>
                <p:custDataLst>
                  <p:tags r:id="rId71"/>
                </p:custDataLst>
              </p:nvPr>
            </p:nvSpPr>
            <p:spPr bwMode="auto">
              <a:xfrm>
                <a:off x="3988" y="301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39" name="Freeform 227"/>
              <p:cNvSpPr/>
              <p:nvPr>
                <p:custDataLst>
                  <p:tags r:id="rId72"/>
                </p:custDataLst>
              </p:nvPr>
            </p:nvSpPr>
            <p:spPr bwMode="auto">
              <a:xfrm>
                <a:off x="3742" y="3008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40" name="Rectangle 228"/>
              <p:cNvSpPr>
                <a:spLocks noChangeArrowheads="1"/>
              </p:cNvSpPr>
              <p:nvPr>
                <p:custDataLst>
                  <p:tags r:id="rId73"/>
                </p:custDataLst>
              </p:nvPr>
            </p:nvSpPr>
            <p:spPr bwMode="auto">
              <a:xfrm>
                <a:off x="3748" y="3015"/>
                <a:ext cx="4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41" name="Freeform 229"/>
              <p:cNvSpPr/>
              <p:nvPr>
                <p:custDataLst>
                  <p:tags r:id="rId74"/>
                </p:custDataLst>
              </p:nvPr>
            </p:nvSpPr>
            <p:spPr bwMode="auto">
              <a:xfrm>
                <a:off x="3744" y="2894"/>
                <a:ext cx="2" cy="10"/>
              </a:xfrm>
              <a:custGeom>
                <a:avLst/>
                <a:gdLst>
                  <a:gd name="T0" fmla="*/ 0 w 1"/>
                  <a:gd name="T1" fmla="*/ 2 h 5"/>
                  <a:gd name="T2" fmla="*/ 1 w 1"/>
                  <a:gd name="T3" fmla="*/ 3 h 5"/>
                  <a:gd name="T4" fmla="*/ 0 w 1"/>
                  <a:gd name="T5" fmla="*/ 5 h 5"/>
                  <a:gd name="T6" fmla="*/ 1 w 1"/>
                  <a:gd name="T7" fmla="*/ 1 h 5"/>
                  <a:gd name="T8" fmla="*/ 1 w 1"/>
                  <a:gd name="T9" fmla="*/ 0 h 5"/>
                  <a:gd name="T10" fmla="*/ 0 w 1"/>
                  <a:gd name="T11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5">
                    <a:moveTo>
                      <a:pt x="0" y="2"/>
                    </a:moveTo>
                    <a:cubicBezTo>
                      <a:pt x="0" y="2"/>
                      <a:pt x="0" y="4"/>
                      <a:pt x="1" y="3"/>
                    </a:cubicBezTo>
                    <a:cubicBezTo>
                      <a:pt x="1" y="3"/>
                      <a:pt x="0" y="4"/>
                      <a:pt x="0" y="5"/>
                    </a:cubicBezTo>
                    <a:cubicBezTo>
                      <a:pt x="1" y="4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1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42" name="Freeform 230"/>
              <p:cNvSpPr/>
              <p:nvPr>
                <p:custDataLst>
                  <p:tags r:id="rId75"/>
                </p:custDataLst>
              </p:nvPr>
            </p:nvSpPr>
            <p:spPr bwMode="auto">
              <a:xfrm>
                <a:off x="3744" y="3004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0"/>
                      <a:pt x="1" y="0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43" name="Freeform 231"/>
              <p:cNvSpPr/>
              <p:nvPr>
                <p:custDataLst>
                  <p:tags r:id="rId76"/>
                </p:custDataLst>
              </p:nvPr>
            </p:nvSpPr>
            <p:spPr bwMode="auto">
              <a:xfrm>
                <a:off x="3742" y="2892"/>
                <a:ext cx="2" cy="4"/>
              </a:xfrm>
              <a:custGeom>
                <a:avLst/>
                <a:gdLst>
                  <a:gd name="T0" fmla="*/ 1 w 1"/>
                  <a:gd name="T1" fmla="*/ 1 h 2"/>
                  <a:gd name="T2" fmla="*/ 0 w 1"/>
                  <a:gd name="T3" fmla="*/ 2 h 2"/>
                  <a:gd name="T4" fmla="*/ 1 w 1"/>
                  <a:gd name="T5" fmla="*/ 1 h 2"/>
                  <a:gd name="T6" fmla="*/ 1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1" y="2"/>
                      <a:pt x="0" y="2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44" name="Freeform 232"/>
              <p:cNvSpPr/>
              <p:nvPr>
                <p:custDataLst>
                  <p:tags r:id="rId77"/>
                </p:custDataLst>
              </p:nvPr>
            </p:nvSpPr>
            <p:spPr bwMode="auto">
              <a:xfrm>
                <a:off x="3772" y="3038"/>
                <a:ext cx="4" cy="4"/>
              </a:xfrm>
              <a:custGeom>
                <a:avLst/>
                <a:gdLst>
                  <a:gd name="T0" fmla="*/ 1 w 2"/>
                  <a:gd name="T1" fmla="*/ 0 h 2"/>
                  <a:gd name="T2" fmla="*/ 2 w 2"/>
                  <a:gd name="T3" fmla="*/ 1 h 2"/>
                  <a:gd name="T4" fmla="*/ 1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0" y="2"/>
                      <a:pt x="2" y="0"/>
                      <a:pt x="2" y="1"/>
                    </a:cubicBezTo>
                    <a:cubicBezTo>
                      <a:pt x="2" y="0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45" name="Freeform 233"/>
              <p:cNvSpPr/>
              <p:nvPr>
                <p:custDataLst>
                  <p:tags r:id="rId78"/>
                </p:custDataLst>
              </p:nvPr>
            </p:nvSpPr>
            <p:spPr bwMode="auto">
              <a:xfrm>
                <a:off x="3895" y="3083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46" name="Freeform 234"/>
              <p:cNvSpPr/>
              <p:nvPr>
                <p:custDataLst>
                  <p:tags r:id="rId79"/>
                </p:custDataLst>
              </p:nvPr>
            </p:nvSpPr>
            <p:spPr bwMode="auto">
              <a:xfrm>
                <a:off x="3602" y="182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47" name="Freeform 235"/>
              <p:cNvSpPr/>
              <p:nvPr>
                <p:custDataLst>
                  <p:tags r:id="rId80"/>
                </p:custDataLst>
              </p:nvPr>
            </p:nvSpPr>
            <p:spPr bwMode="auto">
              <a:xfrm>
                <a:off x="3742" y="2898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48" name="Freeform 236"/>
              <p:cNvSpPr/>
              <p:nvPr>
                <p:custDataLst>
                  <p:tags r:id="rId81"/>
                </p:custDataLst>
              </p:nvPr>
            </p:nvSpPr>
            <p:spPr bwMode="auto">
              <a:xfrm>
                <a:off x="3602" y="182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49" name="Freeform 237"/>
              <p:cNvSpPr/>
              <p:nvPr>
                <p:custDataLst>
                  <p:tags r:id="rId82"/>
                </p:custDataLst>
              </p:nvPr>
            </p:nvSpPr>
            <p:spPr bwMode="auto">
              <a:xfrm>
                <a:off x="3755" y="3027"/>
                <a:ext cx="2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50" name="Oval 238"/>
              <p:cNvSpPr>
                <a:spLocks noChangeArrowheads="1"/>
              </p:cNvSpPr>
              <p:nvPr>
                <p:custDataLst>
                  <p:tags r:id="rId83"/>
                </p:custDataLst>
              </p:nvPr>
            </p:nvSpPr>
            <p:spPr bwMode="auto">
              <a:xfrm>
                <a:off x="3602" y="1823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51" name="Freeform 239"/>
              <p:cNvSpPr/>
              <p:nvPr>
                <p:custDataLst>
                  <p:tags r:id="rId84"/>
                </p:custDataLst>
              </p:nvPr>
            </p:nvSpPr>
            <p:spPr bwMode="auto">
              <a:xfrm>
                <a:off x="3922" y="2890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52" name="Freeform 240"/>
              <p:cNvSpPr/>
              <p:nvPr>
                <p:custDataLst>
                  <p:tags r:id="rId85"/>
                </p:custDataLst>
              </p:nvPr>
            </p:nvSpPr>
            <p:spPr bwMode="auto">
              <a:xfrm>
                <a:off x="3975" y="287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53" name="Freeform 241"/>
              <p:cNvSpPr/>
              <p:nvPr>
                <p:custDataLst>
                  <p:tags r:id="rId86"/>
                </p:custDataLst>
              </p:nvPr>
            </p:nvSpPr>
            <p:spPr bwMode="auto">
              <a:xfrm>
                <a:off x="3954" y="288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54" name="Freeform 242"/>
              <p:cNvSpPr/>
              <p:nvPr>
                <p:custDataLst>
                  <p:tags r:id="rId87"/>
                </p:custDataLst>
              </p:nvPr>
            </p:nvSpPr>
            <p:spPr bwMode="auto">
              <a:xfrm>
                <a:off x="3725" y="2760"/>
                <a:ext cx="399" cy="159"/>
              </a:xfrm>
              <a:custGeom>
                <a:avLst/>
                <a:gdLst>
                  <a:gd name="T0" fmla="*/ 11 w 188"/>
                  <a:gd name="T1" fmla="*/ 59 h 75"/>
                  <a:gd name="T2" fmla="*/ 17 w 188"/>
                  <a:gd name="T3" fmla="*/ 64 h 75"/>
                  <a:gd name="T4" fmla="*/ 14 w 188"/>
                  <a:gd name="T5" fmla="*/ 70 h 75"/>
                  <a:gd name="T6" fmla="*/ 17 w 188"/>
                  <a:gd name="T7" fmla="*/ 71 h 75"/>
                  <a:gd name="T8" fmla="*/ 21 w 188"/>
                  <a:gd name="T9" fmla="*/ 69 h 75"/>
                  <a:gd name="T10" fmla="*/ 22 w 188"/>
                  <a:gd name="T11" fmla="*/ 71 h 75"/>
                  <a:gd name="T12" fmla="*/ 27 w 188"/>
                  <a:gd name="T13" fmla="*/ 67 h 75"/>
                  <a:gd name="T14" fmla="*/ 30 w 188"/>
                  <a:gd name="T15" fmla="*/ 72 h 75"/>
                  <a:gd name="T16" fmla="*/ 31 w 188"/>
                  <a:gd name="T17" fmla="*/ 74 h 75"/>
                  <a:gd name="T18" fmla="*/ 33 w 188"/>
                  <a:gd name="T19" fmla="*/ 72 h 75"/>
                  <a:gd name="T20" fmla="*/ 37 w 188"/>
                  <a:gd name="T21" fmla="*/ 74 h 75"/>
                  <a:gd name="T22" fmla="*/ 40 w 188"/>
                  <a:gd name="T23" fmla="*/ 69 h 75"/>
                  <a:gd name="T24" fmla="*/ 43 w 188"/>
                  <a:gd name="T25" fmla="*/ 64 h 75"/>
                  <a:gd name="T26" fmla="*/ 45 w 188"/>
                  <a:gd name="T27" fmla="*/ 69 h 75"/>
                  <a:gd name="T28" fmla="*/ 54 w 188"/>
                  <a:gd name="T29" fmla="*/ 69 h 75"/>
                  <a:gd name="T30" fmla="*/ 58 w 188"/>
                  <a:gd name="T31" fmla="*/ 69 h 75"/>
                  <a:gd name="T32" fmla="*/ 62 w 188"/>
                  <a:gd name="T33" fmla="*/ 68 h 75"/>
                  <a:gd name="T34" fmla="*/ 73 w 188"/>
                  <a:gd name="T35" fmla="*/ 66 h 75"/>
                  <a:gd name="T36" fmla="*/ 76 w 188"/>
                  <a:gd name="T37" fmla="*/ 65 h 75"/>
                  <a:gd name="T38" fmla="*/ 77 w 188"/>
                  <a:gd name="T39" fmla="*/ 64 h 75"/>
                  <a:gd name="T40" fmla="*/ 80 w 188"/>
                  <a:gd name="T41" fmla="*/ 62 h 75"/>
                  <a:gd name="T42" fmla="*/ 83 w 188"/>
                  <a:gd name="T43" fmla="*/ 63 h 75"/>
                  <a:gd name="T44" fmla="*/ 86 w 188"/>
                  <a:gd name="T45" fmla="*/ 61 h 75"/>
                  <a:gd name="T46" fmla="*/ 94 w 188"/>
                  <a:gd name="T47" fmla="*/ 61 h 75"/>
                  <a:gd name="T48" fmla="*/ 100 w 188"/>
                  <a:gd name="T49" fmla="*/ 59 h 75"/>
                  <a:gd name="T50" fmla="*/ 105 w 188"/>
                  <a:gd name="T51" fmla="*/ 59 h 75"/>
                  <a:gd name="T52" fmla="*/ 108 w 188"/>
                  <a:gd name="T53" fmla="*/ 57 h 75"/>
                  <a:gd name="T54" fmla="*/ 109 w 188"/>
                  <a:gd name="T55" fmla="*/ 57 h 75"/>
                  <a:gd name="T56" fmla="*/ 114 w 188"/>
                  <a:gd name="T57" fmla="*/ 54 h 75"/>
                  <a:gd name="T58" fmla="*/ 120 w 188"/>
                  <a:gd name="T59" fmla="*/ 53 h 75"/>
                  <a:gd name="T60" fmla="*/ 124 w 188"/>
                  <a:gd name="T61" fmla="*/ 50 h 75"/>
                  <a:gd name="T62" fmla="*/ 127 w 188"/>
                  <a:gd name="T63" fmla="*/ 41 h 75"/>
                  <a:gd name="T64" fmla="*/ 133 w 188"/>
                  <a:gd name="T65" fmla="*/ 44 h 75"/>
                  <a:gd name="T66" fmla="*/ 139 w 188"/>
                  <a:gd name="T67" fmla="*/ 41 h 75"/>
                  <a:gd name="T68" fmla="*/ 144 w 188"/>
                  <a:gd name="T69" fmla="*/ 39 h 75"/>
                  <a:gd name="T70" fmla="*/ 156 w 188"/>
                  <a:gd name="T71" fmla="*/ 34 h 75"/>
                  <a:gd name="T72" fmla="*/ 160 w 188"/>
                  <a:gd name="T73" fmla="*/ 33 h 75"/>
                  <a:gd name="T74" fmla="*/ 170 w 188"/>
                  <a:gd name="T75" fmla="*/ 21 h 75"/>
                  <a:gd name="T76" fmla="*/ 173 w 188"/>
                  <a:gd name="T77" fmla="*/ 18 h 75"/>
                  <a:gd name="T78" fmla="*/ 169 w 188"/>
                  <a:gd name="T79" fmla="*/ 9 h 75"/>
                  <a:gd name="T80" fmla="*/ 149 w 188"/>
                  <a:gd name="T81" fmla="*/ 20 h 75"/>
                  <a:gd name="T82" fmla="*/ 110 w 188"/>
                  <a:gd name="T83" fmla="*/ 42 h 75"/>
                  <a:gd name="T84" fmla="*/ 103 w 188"/>
                  <a:gd name="T85" fmla="*/ 39 h 75"/>
                  <a:gd name="T86" fmla="*/ 88 w 188"/>
                  <a:gd name="T87" fmla="*/ 44 h 75"/>
                  <a:gd name="T88" fmla="*/ 69 w 188"/>
                  <a:gd name="T89" fmla="*/ 48 h 75"/>
                  <a:gd name="T90" fmla="*/ 59 w 188"/>
                  <a:gd name="T91" fmla="*/ 49 h 75"/>
                  <a:gd name="T92" fmla="*/ 44 w 188"/>
                  <a:gd name="T93" fmla="*/ 52 h 75"/>
                  <a:gd name="T94" fmla="*/ 29 w 188"/>
                  <a:gd name="T95" fmla="*/ 53 h 75"/>
                  <a:gd name="T96" fmla="*/ 19 w 188"/>
                  <a:gd name="T97" fmla="*/ 53 h 75"/>
                  <a:gd name="T98" fmla="*/ 10 w 188"/>
                  <a:gd name="T99" fmla="*/ 49 h 75"/>
                  <a:gd name="T100" fmla="*/ 7 w 188"/>
                  <a:gd name="T101" fmla="*/ 47 h 75"/>
                  <a:gd name="T102" fmla="*/ 5 w 188"/>
                  <a:gd name="T103" fmla="*/ 47 h 75"/>
                  <a:gd name="T104" fmla="*/ 3 w 188"/>
                  <a:gd name="T105" fmla="*/ 51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88" h="75">
                    <a:moveTo>
                      <a:pt x="5" y="55"/>
                    </a:moveTo>
                    <a:cubicBezTo>
                      <a:pt x="5" y="55"/>
                      <a:pt x="5" y="55"/>
                      <a:pt x="5" y="55"/>
                    </a:cubicBezTo>
                    <a:cubicBezTo>
                      <a:pt x="5" y="57"/>
                      <a:pt x="5" y="54"/>
                      <a:pt x="6" y="54"/>
                    </a:cubicBezTo>
                    <a:cubicBezTo>
                      <a:pt x="6" y="55"/>
                      <a:pt x="4" y="57"/>
                      <a:pt x="4" y="58"/>
                    </a:cubicBezTo>
                    <a:cubicBezTo>
                      <a:pt x="5" y="58"/>
                      <a:pt x="7" y="58"/>
                      <a:pt x="7" y="60"/>
                    </a:cubicBezTo>
                    <a:cubicBezTo>
                      <a:pt x="8" y="60"/>
                      <a:pt x="10" y="59"/>
                      <a:pt x="11" y="59"/>
                    </a:cubicBezTo>
                    <a:cubicBezTo>
                      <a:pt x="12" y="59"/>
                      <a:pt x="10" y="61"/>
                      <a:pt x="11" y="60"/>
                    </a:cubicBezTo>
                    <a:cubicBezTo>
                      <a:pt x="11" y="61"/>
                      <a:pt x="10" y="62"/>
                      <a:pt x="10" y="63"/>
                    </a:cubicBezTo>
                    <a:cubicBezTo>
                      <a:pt x="10" y="62"/>
                      <a:pt x="11" y="64"/>
                      <a:pt x="12" y="61"/>
                    </a:cubicBezTo>
                    <a:cubicBezTo>
                      <a:pt x="12" y="62"/>
                      <a:pt x="14" y="63"/>
                      <a:pt x="15" y="63"/>
                    </a:cubicBezTo>
                    <a:cubicBezTo>
                      <a:pt x="14" y="63"/>
                      <a:pt x="14" y="64"/>
                      <a:pt x="14" y="65"/>
                    </a:cubicBezTo>
                    <a:cubicBezTo>
                      <a:pt x="15" y="64"/>
                      <a:pt x="16" y="63"/>
                      <a:pt x="17" y="64"/>
                    </a:cubicBezTo>
                    <a:cubicBezTo>
                      <a:pt x="17" y="62"/>
                      <a:pt x="17" y="62"/>
                      <a:pt x="18" y="60"/>
                    </a:cubicBezTo>
                    <a:cubicBezTo>
                      <a:pt x="18" y="60"/>
                      <a:pt x="18" y="59"/>
                      <a:pt x="18" y="60"/>
                    </a:cubicBezTo>
                    <a:cubicBezTo>
                      <a:pt x="18" y="61"/>
                      <a:pt x="17" y="64"/>
                      <a:pt x="18" y="64"/>
                    </a:cubicBezTo>
                    <a:cubicBezTo>
                      <a:pt x="17" y="67"/>
                      <a:pt x="17" y="64"/>
                      <a:pt x="16" y="67"/>
                    </a:cubicBezTo>
                    <a:cubicBezTo>
                      <a:pt x="15" y="69"/>
                      <a:pt x="14" y="68"/>
                      <a:pt x="14" y="67"/>
                    </a:cubicBezTo>
                    <a:cubicBezTo>
                      <a:pt x="12" y="69"/>
                      <a:pt x="14" y="67"/>
                      <a:pt x="14" y="70"/>
                    </a:cubicBezTo>
                    <a:cubicBezTo>
                      <a:pt x="14" y="70"/>
                      <a:pt x="15" y="68"/>
                      <a:pt x="16" y="68"/>
                    </a:cubicBezTo>
                    <a:cubicBezTo>
                      <a:pt x="17" y="67"/>
                      <a:pt x="16" y="67"/>
                      <a:pt x="17" y="66"/>
                    </a:cubicBezTo>
                    <a:cubicBezTo>
                      <a:pt x="19" y="64"/>
                      <a:pt x="18" y="68"/>
                      <a:pt x="18" y="68"/>
                    </a:cubicBezTo>
                    <a:cubicBezTo>
                      <a:pt x="17" y="69"/>
                      <a:pt x="17" y="69"/>
                      <a:pt x="17" y="69"/>
                    </a:cubicBezTo>
                    <a:cubicBezTo>
                      <a:pt x="18" y="70"/>
                      <a:pt x="18" y="68"/>
                      <a:pt x="19" y="69"/>
                    </a:cubicBezTo>
                    <a:cubicBezTo>
                      <a:pt x="19" y="72"/>
                      <a:pt x="18" y="69"/>
                      <a:pt x="17" y="71"/>
                    </a:cubicBezTo>
                    <a:cubicBezTo>
                      <a:pt x="17" y="73"/>
                      <a:pt x="17" y="73"/>
                      <a:pt x="17" y="73"/>
                    </a:cubicBezTo>
                    <a:cubicBezTo>
                      <a:pt x="18" y="74"/>
                      <a:pt x="18" y="70"/>
                      <a:pt x="19" y="72"/>
                    </a:cubicBezTo>
                    <a:cubicBezTo>
                      <a:pt x="19" y="73"/>
                      <a:pt x="19" y="73"/>
                      <a:pt x="19" y="73"/>
                    </a:cubicBezTo>
                    <a:cubicBezTo>
                      <a:pt x="20" y="72"/>
                      <a:pt x="20" y="72"/>
                      <a:pt x="20" y="72"/>
                    </a:cubicBezTo>
                    <a:cubicBezTo>
                      <a:pt x="20" y="71"/>
                      <a:pt x="20" y="69"/>
                      <a:pt x="19" y="69"/>
                    </a:cubicBezTo>
                    <a:cubicBezTo>
                      <a:pt x="20" y="66"/>
                      <a:pt x="20" y="69"/>
                      <a:pt x="21" y="69"/>
                    </a:cubicBezTo>
                    <a:cubicBezTo>
                      <a:pt x="22" y="67"/>
                      <a:pt x="21" y="69"/>
                      <a:pt x="21" y="67"/>
                    </a:cubicBezTo>
                    <a:cubicBezTo>
                      <a:pt x="21" y="65"/>
                      <a:pt x="22" y="65"/>
                      <a:pt x="22" y="65"/>
                    </a:cubicBezTo>
                    <a:cubicBezTo>
                      <a:pt x="23" y="65"/>
                      <a:pt x="22" y="67"/>
                      <a:pt x="22" y="68"/>
                    </a:cubicBezTo>
                    <a:cubicBezTo>
                      <a:pt x="22" y="69"/>
                      <a:pt x="22" y="69"/>
                      <a:pt x="22" y="68"/>
                    </a:cubicBezTo>
                    <a:cubicBezTo>
                      <a:pt x="21" y="69"/>
                      <a:pt x="22" y="71"/>
                      <a:pt x="21" y="73"/>
                    </a:cubicBezTo>
                    <a:cubicBezTo>
                      <a:pt x="21" y="74"/>
                      <a:pt x="22" y="72"/>
                      <a:pt x="22" y="71"/>
                    </a:cubicBezTo>
                    <a:cubicBezTo>
                      <a:pt x="22" y="71"/>
                      <a:pt x="23" y="69"/>
                      <a:pt x="22" y="69"/>
                    </a:cubicBezTo>
                    <a:cubicBezTo>
                      <a:pt x="25" y="64"/>
                      <a:pt x="23" y="72"/>
                      <a:pt x="24" y="72"/>
                    </a:cubicBezTo>
                    <a:cubicBezTo>
                      <a:pt x="24" y="69"/>
                      <a:pt x="26" y="68"/>
                      <a:pt x="26" y="64"/>
                    </a:cubicBezTo>
                    <a:cubicBezTo>
                      <a:pt x="26" y="64"/>
                      <a:pt x="27" y="63"/>
                      <a:pt x="27" y="63"/>
                    </a:cubicBezTo>
                    <a:cubicBezTo>
                      <a:pt x="26" y="65"/>
                      <a:pt x="27" y="65"/>
                      <a:pt x="26" y="67"/>
                    </a:cubicBezTo>
                    <a:cubicBezTo>
                      <a:pt x="27" y="67"/>
                      <a:pt x="27" y="67"/>
                      <a:pt x="27" y="67"/>
                    </a:cubicBezTo>
                    <a:cubicBezTo>
                      <a:pt x="26" y="69"/>
                      <a:pt x="26" y="69"/>
                      <a:pt x="26" y="69"/>
                    </a:cubicBezTo>
                    <a:cubicBezTo>
                      <a:pt x="26" y="71"/>
                      <a:pt x="27" y="72"/>
                      <a:pt x="27" y="73"/>
                    </a:cubicBezTo>
                    <a:cubicBezTo>
                      <a:pt x="28" y="73"/>
                      <a:pt x="27" y="71"/>
                      <a:pt x="28" y="71"/>
                    </a:cubicBezTo>
                    <a:cubicBezTo>
                      <a:pt x="27" y="72"/>
                      <a:pt x="28" y="73"/>
                      <a:pt x="28" y="73"/>
                    </a:cubicBezTo>
                    <a:cubicBezTo>
                      <a:pt x="27" y="72"/>
                      <a:pt x="28" y="70"/>
                      <a:pt x="29" y="70"/>
                    </a:cubicBezTo>
                    <a:cubicBezTo>
                      <a:pt x="29" y="70"/>
                      <a:pt x="30" y="72"/>
                      <a:pt x="30" y="72"/>
                    </a:cubicBezTo>
                    <a:cubicBezTo>
                      <a:pt x="29" y="74"/>
                      <a:pt x="29" y="74"/>
                      <a:pt x="29" y="74"/>
                    </a:cubicBezTo>
                    <a:cubicBezTo>
                      <a:pt x="29" y="72"/>
                      <a:pt x="29" y="75"/>
                      <a:pt x="29" y="74"/>
                    </a:cubicBezTo>
                    <a:cubicBezTo>
                      <a:pt x="30" y="73"/>
                      <a:pt x="30" y="71"/>
                      <a:pt x="30" y="70"/>
                    </a:cubicBezTo>
                    <a:cubicBezTo>
                      <a:pt x="31" y="69"/>
                      <a:pt x="31" y="71"/>
                      <a:pt x="31" y="70"/>
                    </a:cubicBezTo>
                    <a:cubicBezTo>
                      <a:pt x="30" y="72"/>
                      <a:pt x="30" y="72"/>
                      <a:pt x="30" y="72"/>
                    </a:cubicBezTo>
                    <a:cubicBezTo>
                      <a:pt x="31" y="71"/>
                      <a:pt x="30" y="75"/>
                      <a:pt x="31" y="74"/>
                    </a:cubicBezTo>
                    <a:cubicBezTo>
                      <a:pt x="32" y="73"/>
                      <a:pt x="32" y="73"/>
                      <a:pt x="32" y="73"/>
                    </a:cubicBezTo>
                    <a:cubicBezTo>
                      <a:pt x="32" y="74"/>
                      <a:pt x="32" y="74"/>
                      <a:pt x="32" y="74"/>
                    </a:cubicBezTo>
                    <a:cubicBezTo>
                      <a:pt x="32" y="73"/>
                      <a:pt x="32" y="73"/>
                      <a:pt x="33" y="73"/>
                    </a:cubicBezTo>
                    <a:cubicBezTo>
                      <a:pt x="33" y="74"/>
                      <a:pt x="33" y="74"/>
                      <a:pt x="33" y="74"/>
                    </a:cubicBezTo>
                    <a:cubicBezTo>
                      <a:pt x="33" y="73"/>
                      <a:pt x="34" y="71"/>
                      <a:pt x="34" y="73"/>
                    </a:cubicBezTo>
                    <a:cubicBezTo>
                      <a:pt x="34" y="70"/>
                      <a:pt x="33" y="73"/>
                      <a:pt x="33" y="72"/>
                    </a:cubicBezTo>
                    <a:cubicBezTo>
                      <a:pt x="33" y="70"/>
                      <a:pt x="34" y="70"/>
                      <a:pt x="34" y="70"/>
                    </a:cubicBezTo>
                    <a:cubicBezTo>
                      <a:pt x="34" y="72"/>
                      <a:pt x="35" y="70"/>
                      <a:pt x="35" y="70"/>
                    </a:cubicBezTo>
                    <a:cubicBezTo>
                      <a:pt x="35" y="71"/>
                      <a:pt x="35" y="72"/>
                      <a:pt x="36" y="72"/>
                    </a:cubicBezTo>
                    <a:cubicBezTo>
                      <a:pt x="36" y="70"/>
                      <a:pt x="36" y="70"/>
                      <a:pt x="36" y="70"/>
                    </a:cubicBezTo>
                    <a:cubicBezTo>
                      <a:pt x="36" y="74"/>
                      <a:pt x="37" y="70"/>
                      <a:pt x="37" y="71"/>
                    </a:cubicBezTo>
                    <a:cubicBezTo>
                      <a:pt x="37" y="72"/>
                      <a:pt x="37" y="73"/>
                      <a:pt x="37" y="74"/>
                    </a:cubicBezTo>
                    <a:cubicBezTo>
                      <a:pt x="37" y="71"/>
                      <a:pt x="38" y="70"/>
                      <a:pt x="38" y="69"/>
                    </a:cubicBezTo>
                    <a:cubicBezTo>
                      <a:pt x="39" y="70"/>
                      <a:pt x="38" y="72"/>
                      <a:pt x="38" y="74"/>
                    </a:cubicBezTo>
                    <a:cubicBezTo>
                      <a:pt x="38" y="72"/>
                      <a:pt x="39" y="75"/>
                      <a:pt x="39" y="73"/>
                    </a:cubicBezTo>
                    <a:cubicBezTo>
                      <a:pt x="39" y="72"/>
                      <a:pt x="39" y="71"/>
                      <a:pt x="39" y="70"/>
                    </a:cubicBezTo>
                    <a:cubicBezTo>
                      <a:pt x="40" y="70"/>
                      <a:pt x="39" y="71"/>
                      <a:pt x="40" y="72"/>
                    </a:cubicBezTo>
                    <a:cubicBezTo>
                      <a:pt x="40" y="72"/>
                      <a:pt x="41" y="69"/>
                      <a:pt x="40" y="69"/>
                    </a:cubicBezTo>
                    <a:cubicBezTo>
                      <a:pt x="41" y="69"/>
                      <a:pt x="41" y="67"/>
                      <a:pt x="42" y="68"/>
                    </a:cubicBezTo>
                    <a:cubicBezTo>
                      <a:pt x="42" y="70"/>
                      <a:pt x="41" y="69"/>
                      <a:pt x="41" y="70"/>
                    </a:cubicBezTo>
                    <a:cubicBezTo>
                      <a:pt x="42" y="70"/>
                      <a:pt x="41" y="66"/>
                      <a:pt x="42" y="66"/>
                    </a:cubicBezTo>
                    <a:cubicBezTo>
                      <a:pt x="42" y="65"/>
                      <a:pt x="42" y="62"/>
                      <a:pt x="43" y="61"/>
                    </a:cubicBezTo>
                    <a:cubicBezTo>
                      <a:pt x="44" y="62"/>
                      <a:pt x="42" y="62"/>
                      <a:pt x="43" y="64"/>
                    </a:cubicBezTo>
                    <a:cubicBezTo>
                      <a:pt x="43" y="64"/>
                      <a:pt x="43" y="64"/>
                      <a:pt x="43" y="64"/>
                    </a:cubicBezTo>
                    <a:cubicBezTo>
                      <a:pt x="44" y="67"/>
                      <a:pt x="42" y="68"/>
                      <a:pt x="43" y="71"/>
                    </a:cubicBezTo>
                    <a:cubicBezTo>
                      <a:pt x="43" y="70"/>
                      <a:pt x="43" y="70"/>
                      <a:pt x="43" y="70"/>
                    </a:cubicBezTo>
                    <a:cubicBezTo>
                      <a:pt x="43" y="73"/>
                      <a:pt x="43" y="73"/>
                      <a:pt x="43" y="73"/>
                    </a:cubicBezTo>
                    <a:cubicBezTo>
                      <a:pt x="43" y="71"/>
                      <a:pt x="44" y="72"/>
                      <a:pt x="44" y="72"/>
                    </a:cubicBezTo>
                    <a:cubicBezTo>
                      <a:pt x="44" y="70"/>
                      <a:pt x="44" y="72"/>
                      <a:pt x="44" y="71"/>
                    </a:cubicBezTo>
                    <a:cubicBezTo>
                      <a:pt x="44" y="71"/>
                      <a:pt x="45" y="68"/>
                      <a:pt x="45" y="69"/>
                    </a:cubicBezTo>
                    <a:cubicBezTo>
                      <a:pt x="45" y="70"/>
                      <a:pt x="46" y="71"/>
                      <a:pt x="45" y="72"/>
                    </a:cubicBezTo>
                    <a:cubicBezTo>
                      <a:pt x="46" y="73"/>
                      <a:pt x="45" y="70"/>
                      <a:pt x="46" y="71"/>
                    </a:cubicBezTo>
                    <a:cubicBezTo>
                      <a:pt x="46" y="72"/>
                      <a:pt x="46" y="72"/>
                      <a:pt x="46" y="72"/>
                    </a:cubicBezTo>
                    <a:cubicBezTo>
                      <a:pt x="48" y="72"/>
                      <a:pt x="50" y="72"/>
                      <a:pt x="52" y="68"/>
                    </a:cubicBezTo>
                    <a:cubicBezTo>
                      <a:pt x="52" y="70"/>
                      <a:pt x="53" y="70"/>
                      <a:pt x="54" y="71"/>
                    </a:cubicBezTo>
                    <a:cubicBezTo>
                      <a:pt x="53" y="70"/>
                      <a:pt x="54" y="69"/>
                      <a:pt x="54" y="69"/>
                    </a:cubicBezTo>
                    <a:cubicBezTo>
                      <a:pt x="55" y="71"/>
                      <a:pt x="55" y="71"/>
                      <a:pt x="55" y="71"/>
                    </a:cubicBezTo>
                    <a:cubicBezTo>
                      <a:pt x="56" y="72"/>
                      <a:pt x="56" y="70"/>
                      <a:pt x="57" y="69"/>
                    </a:cubicBezTo>
                    <a:cubicBezTo>
                      <a:pt x="57" y="70"/>
                      <a:pt x="57" y="70"/>
                      <a:pt x="57" y="70"/>
                    </a:cubicBezTo>
                    <a:cubicBezTo>
                      <a:pt x="58" y="71"/>
                      <a:pt x="57" y="69"/>
                      <a:pt x="58" y="69"/>
                    </a:cubicBezTo>
                    <a:cubicBezTo>
                      <a:pt x="58" y="70"/>
                      <a:pt x="58" y="70"/>
                      <a:pt x="58" y="70"/>
                    </a:cubicBezTo>
                    <a:cubicBezTo>
                      <a:pt x="58" y="69"/>
                      <a:pt x="58" y="69"/>
                      <a:pt x="58" y="69"/>
                    </a:cubicBezTo>
                    <a:cubicBezTo>
                      <a:pt x="59" y="68"/>
                      <a:pt x="59" y="68"/>
                      <a:pt x="59" y="70"/>
                    </a:cubicBezTo>
                    <a:cubicBezTo>
                      <a:pt x="60" y="70"/>
                      <a:pt x="60" y="69"/>
                      <a:pt x="59" y="69"/>
                    </a:cubicBezTo>
                    <a:cubicBezTo>
                      <a:pt x="60" y="70"/>
                      <a:pt x="61" y="70"/>
                      <a:pt x="62" y="69"/>
                    </a:cubicBezTo>
                    <a:cubicBezTo>
                      <a:pt x="62" y="68"/>
                      <a:pt x="62" y="68"/>
                      <a:pt x="62" y="66"/>
                    </a:cubicBezTo>
                    <a:cubicBezTo>
                      <a:pt x="61" y="64"/>
                      <a:pt x="62" y="67"/>
                      <a:pt x="62" y="65"/>
                    </a:cubicBezTo>
                    <a:cubicBezTo>
                      <a:pt x="62" y="66"/>
                      <a:pt x="63" y="67"/>
                      <a:pt x="62" y="68"/>
                    </a:cubicBezTo>
                    <a:cubicBezTo>
                      <a:pt x="64" y="71"/>
                      <a:pt x="65" y="68"/>
                      <a:pt x="67" y="68"/>
                    </a:cubicBezTo>
                    <a:cubicBezTo>
                      <a:pt x="67" y="67"/>
                      <a:pt x="67" y="67"/>
                      <a:pt x="67" y="67"/>
                    </a:cubicBezTo>
                    <a:cubicBezTo>
                      <a:pt x="68" y="69"/>
                      <a:pt x="69" y="67"/>
                      <a:pt x="70" y="67"/>
                    </a:cubicBezTo>
                    <a:cubicBezTo>
                      <a:pt x="70" y="66"/>
                      <a:pt x="70" y="64"/>
                      <a:pt x="71" y="64"/>
                    </a:cubicBezTo>
                    <a:cubicBezTo>
                      <a:pt x="71" y="61"/>
                      <a:pt x="71" y="66"/>
                      <a:pt x="72" y="67"/>
                    </a:cubicBezTo>
                    <a:cubicBezTo>
                      <a:pt x="72" y="66"/>
                      <a:pt x="73" y="66"/>
                      <a:pt x="73" y="66"/>
                    </a:cubicBezTo>
                    <a:cubicBezTo>
                      <a:pt x="73" y="66"/>
                      <a:pt x="73" y="66"/>
                      <a:pt x="73" y="66"/>
                    </a:cubicBezTo>
                    <a:cubicBezTo>
                      <a:pt x="73" y="65"/>
                      <a:pt x="73" y="65"/>
                      <a:pt x="74" y="65"/>
                    </a:cubicBezTo>
                    <a:cubicBezTo>
                      <a:pt x="74" y="66"/>
                      <a:pt x="74" y="66"/>
                      <a:pt x="74" y="66"/>
                    </a:cubicBezTo>
                    <a:cubicBezTo>
                      <a:pt x="74" y="66"/>
                      <a:pt x="75" y="67"/>
                      <a:pt x="75" y="67"/>
                    </a:cubicBezTo>
                    <a:cubicBezTo>
                      <a:pt x="75" y="65"/>
                      <a:pt x="76" y="66"/>
                      <a:pt x="76" y="64"/>
                    </a:cubicBezTo>
                    <a:cubicBezTo>
                      <a:pt x="76" y="65"/>
                      <a:pt x="76" y="65"/>
                      <a:pt x="76" y="65"/>
                    </a:cubicBezTo>
                    <a:cubicBezTo>
                      <a:pt x="76" y="63"/>
                      <a:pt x="76" y="63"/>
                      <a:pt x="76" y="63"/>
                    </a:cubicBezTo>
                    <a:cubicBezTo>
                      <a:pt x="77" y="64"/>
                      <a:pt x="77" y="64"/>
                      <a:pt x="77" y="64"/>
                    </a:cubicBezTo>
                    <a:cubicBezTo>
                      <a:pt x="77" y="66"/>
                      <a:pt x="77" y="66"/>
                      <a:pt x="77" y="66"/>
                    </a:cubicBezTo>
                    <a:cubicBezTo>
                      <a:pt x="78" y="67"/>
                      <a:pt x="77" y="64"/>
                      <a:pt x="77" y="63"/>
                    </a:cubicBezTo>
                    <a:cubicBezTo>
                      <a:pt x="77" y="62"/>
                      <a:pt x="78" y="64"/>
                      <a:pt x="78" y="64"/>
                    </a:cubicBezTo>
                    <a:cubicBezTo>
                      <a:pt x="78" y="65"/>
                      <a:pt x="78" y="64"/>
                      <a:pt x="77" y="64"/>
                    </a:cubicBezTo>
                    <a:cubicBezTo>
                      <a:pt x="77" y="66"/>
                      <a:pt x="78" y="65"/>
                      <a:pt x="78" y="66"/>
                    </a:cubicBezTo>
                    <a:cubicBezTo>
                      <a:pt x="78" y="66"/>
                      <a:pt x="78" y="64"/>
                      <a:pt x="78" y="64"/>
                    </a:cubicBezTo>
                    <a:cubicBezTo>
                      <a:pt x="79" y="64"/>
                      <a:pt x="79" y="64"/>
                      <a:pt x="80" y="65"/>
                    </a:cubicBezTo>
                    <a:cubicBezTo>
                      <a:pt x="80" y="64"/>
                      <a:pt x="80" y="65"/>
                      <a:pt x="80" y="64"/>
                    </a:cubicBezTo>
                    <a:cubicBezTo>
                      <a:pt x="80" y="64"/>
                      <a:pt x="79" y="63"/>
                      <a:pt x="79" y="62"/>
                    </a:cubicBezTo>
                    <a:cubicBezTo>
                      <a:pt x="79" y="62"/>
                      <a:pt x="80" y="61"/>
                      <a:pt x="80" y="62"/>
                    </a:cubicBezTo>
                    <a:cubicBezTo>
                      <a:pt x="80" y="63"/>
                      <a:pt x="80" y="63"/>
                      <a:pt x="80" y="63"/>
                    </a:cubicBezTo>
                    <a:cubicBezTo>
                      <a:pt x="80" y="62"/>
                      <a:pt x="81" y="62"/>
                      <a:pt x="80" y="61"/>
                    </a:cubicBezTo>
                    <a:cubicBezTo>
                      <a:pt x="81" y="63"/>
                      <a:pt x="81" y="63"/>
                      <a:pt x="81" y="63"/>
                    </a:cubicBezTo>
                    <a:cubicBezTo>
                      <a:pt x="81" y="62"/>
                      <a:pt x="81" y="62"/>
                      <a:pt x="82" y="61"/>
                    </a:cubicBezTo>
                    <a:cubicBezTo>
                      <a:pt x="82" y="63"/>
                      <a:pt x="82" y="65"/>
                      <a:pt x="83" y="65"/>
                    </a:cubicBezTo>
                    <a:cubicBezTo>
                      <a:pt x="83" y="63"/>
                      <a:pt x="83" y="63"/>
                      <a:pt x="83" y="63"/>
                    </a:cubicBezTo>
                    <a:cubicBezTo>
                      <a:pt x="84" y="63"/>
                      <a:pt x="84" y="64"/>
                      <a:pt x="84" y="65"/>
                    </a:cubicBezTo>
                    <a:cubicBezTo>
                      <a:pt x="85" y="65"/>
                      <a:pt x="84" y="60"/>
                      <a:pt x="85" y="61"/>
                    </a:cubicBezTo>
                    <a:cubicBezTo>
                      <a:pt x="85" y="63"/>
                      <a:pt x="86" y="63"/>
                      <a:pt x="86" y="64"/>
                    </a:cubicBezTo>
                    <a:cubicBezTo>
                      <a:pt x="86" y="63"/>
                      <a:pt x="86" y="63"/>
                      <a:pt x="86" y="62"/>
                    </a:cubicBezTo>
                    <a:cubicBezTo>
                      <a:pt x="86" y="62"/>
                      <a:pt x="86" y="64"/>
                      <a:pt x="86" y="63"/>
                    </a:cubicBezTo>
                    <a:cubicBezTo>
                      <a:pt x="85" y="61"/>
                      <a:pt x="86" y="62"/>
                      <a:pt x="86" y="61"/>
                    </a:cubicBezTo>
                    <a:cubicBezTo>
                      <a:pt x="88" y="65"/>
                      <a:pt x="89" y="62"/>
                      <a:pt x="91" y="64"/>
                    </a:cubicBezTo>
                    <a:cubicBezTo>
                      <a:pt x="90" y="61"/>
                      <a:pt x="91" y="63"/>
                      <a:pt x="91" y="62"/>
                    </a:cubicBezTo>
                    <a:cubicBezTo>
                      <a:pt x="92" y="64"/>
                      <a:pt x="92" y="61"/>
                      <a:pt x="93" y="63"/>
                    </a:cubicBezTo>
                    <a:cubicBezTo>
                      <a:pt x="92" y="60"/>
                      <a:pt x="92" y="60"/>
                      <a:pt x="92" y="60"/>
                    </a:cubicBezTo>
                    <a:cubicBezTo>
                      <a:pt x="93" y="61"/>
                      <a:pt x="92" y="56"/>
                      <a:pt x="94" y="59"/>
                    </a:cubicBezTo>
                    <a:cubicBezTo>
                      <a:pt x="94" y="60"/>
                      <a:pt x="94" y="61"/>
                      <a:pt x="94" y="61"/>
                    </a:cubicBezTo>
                    <a:cubicBezTo>
                      <a:pt x="95" y="64"/>
                      <a:pt x="95" y="59"/>
                      <a:pt x="96" y="62"/>
                    </a:cubicBezTo>
                    <a:cubicBezTo>
                      <a:pt x="96" y="61"/>
                      <a:pt x="95" y="59"/>
                      <a:pt x="96" y="58"/>
                    </a:cubicBezTo>
                    <a:cubicBezTo>
                      <a:pt x="96" y="59"/>
                      <a:pt x="98" y="60"/>
                      <a:pt x="98" y="60"/>
                    </a:cubicBezTo>
                    <a:cubicBezTo>
                      <a:pt x="98" y="60"/>
                      <a:pt x="98" y="59"/>
                      <a:pt x="98" y="60"/>
                    </a:cubicBezTo>
                    <a:cubicBezTo>
                      <a:pt x="99" y="61"/>
                      <a:pt x="98" y="61"/>
                      <a:pt x="98" y="61"/>
                    </a:cubicBezTo>
                    <a:cubicBezTo>
                      <a:pt x="99" y="62"/>
                      <a:pt x="99" y="60"/>
                      <a:pt x="100" y="59"/>
                    </a:cubicBezTo>
                    <a:cubicBezTo>
                      <a:pt x="101" y="61"/>
                      <a:pt x="101" y="60"/>
                      <a:pt x="102" y="61"/>
                    </a:cubicBezTo>
                    <a:cubicBezTo>
                      <a:pt x="102" y="58"/>
                      <a:pt x="104" y="61"/>
                      <a:pt x="103" y="58"/>
                    </a:cubicBezTo>
                    <a:cubicBezTo>
                      <a:pt x="103" y="59"/>
                      <a:pt x="103" y="59"/>
                      <a:pt x="103" y="59"/>
                    </a:cubicBezTo>
                    <a:cubicBezTo>
                      <a:pt x="104" y="58"/>
                      <a:pt x="103" y="56"/>
                      <a:pt x="104" y="56"/>
                    </a:cubicBezTo>
                    <a:cubicBezTo>
                      <a:pt x="104" y="58"/>
                      <a:pt x="104" y="58"/>
                      <a:pt x="104" y="58"/>
                    </a:cubicBezTo>
                    <a:cubicBezTo>
                      <a:pt x="105" y="61"/>
                      <a:pt x="105" y="58"/>
                      <a:pt x="105" y="59"/>
                    </a:cubicBezTo>
                    <a:cubicBezTo>
                      <a:pt x="105" y="58"/>
                      <a:pt x="106" y="59"/>
                      <a:pt x="106" y="58"/>
                    </a:cubicBezTo>
                    <a:cubicBezTo>
                      <a:pt x="106" y="57"/>
                      <a:pt x="106" y="57"/>
                      <a:pt x="106" y="57"/>
                    </a:cubicBezTo>
                    <a:cubicBezTo>
                      <a:pt x="106" y="56"/>
                      <a:pt x="106" y="56"/>
                      <a:pt x="106" y="56"/>
                    </a:cubicBezTo>
                    <a:cubicBezTo>
                      <a:pt x="107" y="55"/>
                      <a:pt x="107" y="58"/>
                      <a:pt x="107" y="58"/>
                    </a:cubicBezTo>
                    <a:cubicBezTo>
                      <a:pt x="107" y="59"/>
                      <a:pt x="108" y="58"/>
                      <a:pt x="108" y="57"/>
                    </a:cubicBezTo>
                    <a:cubicBezTo>
                      <a:pt x="108" y="57"/>
                      <a:pt x="108" y="57"/>
                      <a:pt x="108" y="57"/>
                    </a:cubicBezTo>
                    <a:cubicBezTo>
                      <a:pt x="108" y="57"/>
                      <a:pt x="108" y="57"/>
                      <a:pt x="108" y="57"/>
                    </a:cubicBezTo>
                    <a:cubicBezTo>
                      <a:pt x="108" y="57"/>
                      <a:pt x="108" y="57"/>
                      <a:pt x="108" y="57"/>
                    </a:cubicBezTo>
                    <a:cubicBezTo>
                      <a:pt x="108" y="57"/>
                      <a:pt x="108" y="57"/>
                      <a:pt x="108" y="57"/>
                    </a:cubicBezTo>
                    <a:cubicBezTo>
                      <a:pt x="108" y="57"/>
                      <a:pt x="108" y="57"/>
                      <a:pt x="108" y="57"/>
                    </a:cubicBezTo>
                    <a:cubicBezTo>
                      <a:pt x="108" y="57"/>
                      <a:pt x="108" y="57"/>
                      <a:pt x="109" y="57"/>
                    </a:cubicBezTo>
                    <a:cubicBezTo>
                      <a:pt x="109" y="57"/>
                      <a:pt x="109" y="57"/>
                      <a:pt x="109" y="57"/>
                    </a:cubicBezTo>
                    <a:cubicBezTo>
                      <a:pt x="109" y="57"/>
                      <a:pt x="109" y="57"/>
                      <a:pt x="109" y="58"/>
                    </a:cubicBezTo>
                    <a:cubicBezTo>
                      <a:pt x="109" y="59"/>
                      <a:pt x="109" y="59"/>
                      <a:pt x="109" y="59"/>
                    </a:cubicBezTo>
                    <a:cubicBezTo>
                      <a:pt x="110" y="59"/>
                      <a:pt x="110" y="57"/>
                      <a:pt x="110" y="57"/>
                    </a:cubicBezTo>
                    <a:cubicBezTo>
                      <a:pt x="111" y="58"/>
                      <a:pt x="113" y="56"/>
                      <a:pt x="113" y="55"/>
                    </a:cubicBezTo>
                    <a:cubicBezTo>
                      <a:pt x="113" y="55"/>
                      <a:pt x="113" y="56"/>
                      <a:pt x="113" y="55"/>
                    </a:cubicBezTo>
                    <a:cubicBezTo>
                      <a:pt x="114" y="55"/>
                      <a:pt x="114" y="53"/>
                      <a:pt x="114" y="54"/>
                    </a:cubicBezTo>
                    <a:cubicBezTo>
                      <a:pt x="114" y="54"/>
                      <a:pt x="115" y="55"/>
                      <a:pt x="115" y="55"/>
                    </a:cubicBezTo>
                    <a:cubicBezTo>
                      <a:pt x="115" y="56"/>
                      <a:pt x="115" y="54"/>
                      <a:pt x="115" y="54"/>
                    </a:cubicBezTo>
                    <a:cubicBezTo>
                      <a:pt x="116" y="56"/>
                      <a:pt x="116" y="52"/>
                      <a:pt x="118" y="53"/>
                    </a:cubicBezTo>
                    <a:cubicBezTo>
                      <a:pt x="118" y="53"/>
                      <a:pt x="118" y="54"/>
                      <a:pt x="118" y="55"/>
                    </a:cubicBezTo>
                    <a:cubicBezTo>
                      <a:pt x="119" y="54"/>
                      <a:pt x="119" y="53"/>
                      <a:pt x="120" y="51"/>
                    </a:cubicBezTo>
                    <a:cubicBezTo>
                      <a:pt x="120" y="53"/>
                      <a:pt x="120" y="53"/>
                      <a:pt x="120" y="53"/>
                    </a:cubicBezTo>
                    <a:cubicBezTo>
                      <a:pt x="120" y="52"/>
                      <a:pt x="121" y="52"/>
                      <a:pt x="121" y="51"/>
                    </a:cubicBezTo>
                    <a:cubicBezTo>
                      <a:pt x="120" y="50"/>
                      <a:pt x="120" y="48"/>
                      <a:pt x="121" y="49"/>
                    </a:cubicBezTo>
                    <a:cubicBezTo>
                      <a:pt x="121" y="49"/>
                      <a:pt x="121" y="49"/>
                      <a:pt x="121" y="49"/>
                    </a:cubicBezTo>
                    <a:cubicBezTo>
                      <a:pt x="122" y="48"/>
                      <a:pt x="122" y="48"/>
                      <a:pt x="122" y="48"/>
                    </a:cubicBezTo>
                    <a:cubicBezTo>
                      <a:pt x="122" y="48"/>
                      <a:pt x="122" y="48"/>
                      <a:pt x="122" y="49"/>
                    </a:cubicBezTo>
                    <a:cubicBezTo>
                      <a:pt x="123" y="51"/>
                      <a:pt x="124" y="50"/>
                      <a:pt x="124" y="50"/>
                    </a:cubicBezTo>
                    <a:cubicBezTo>
                      <a:pt x="124" y="49"/>
                      <a:pt x="124" y="49"/>
                      <a:pt x="124" y="49"/>
                    </a:cubicBezTo>
                    <a:cubicBezTo>
                      <a:pt x="124" y="48"/>
                      <a:pt x="125" y="50"/>
                      <a:pt x="125" y="50"/>
                    </a:cubicBezTo>
                    <a:cubicBezTo>
                      <a:pt x="125" y="45"/>
                      <a:pt x="125" y="45"/>
                      <a:pt x="125" y="45"/>
                    </a:cubicBezTo>
                    <a:cubicBezTo>
                      <a:pt x="125" y="45"/>
                      <a:pt x="126" y="47"/>
                      <a:pt x="126" y="48"/>
                    </a:cubicBezTo>
                    <a:cubicBezTo>
                      <a:pt x="127" y="47"/>
                      <a:pt x="126" y="44"/>
                      <a:pt x="126" y="42"/>
                    </a:cubicBezTo>
                    <a:cubicBezTo>
                      <a:pt x="127" y="43"/>
                      <a:pt x="127" y="41"/>
                      <a:pt x="127" y="41"/>
                    </a:cubicBezTo>
                    <a:cubicBezTo>
                      <a:pt x="128" y="42"/>
                      <a:pt x="127" y="41"/>
                      <a:pt x="127" y="42"/>
                    </a:cubicBezTo>
                    <a:cubicBezTo>
                      <a:pt x="128" y="43"/>
                      <a:pt x="128" y="43"/>
                      <a:pt x="128" y="43"/>
                    </a:cubicBezTo>
                    <a:cubicBezTo>
                      <a:pt x="128" y="44"/>
                      <a:pt x="129" y="46"/>
                      <a:pt x="129" y="47"/>
                    </a:cubicBezTo>
                    <a:cubicBezTo>
                      <a:pt x="129" y="46"/>
                      <a:pt x="131" y="46"/>
                      <a:pt x="132" y="46"/>
                    </a:cubicBezTo>
                    <a:cubicBezTo>
                      <a:pt x="130" y="44"/>
                      <a:pt x="132" y="45"/>
                      <a:pt x="132" y="42"/>
                    </a:cubicBezTo>
                    <a:cubicBezTo>
                      <a:pt x="132" y="41"/>
                      <a:pt x="133" y="44"/>
                      <a:pt x="133" y="44"/>
                    </a:cubicBezTo>
                    <a:cubicBezTo>
                      <a:pt x="134" y="43"/>
                      <a:pt x="135" y="44"/>
                      <a:pt x="136" y="43"/>
                    </a:cubicBezTo>
                    <a:cubicBezTo>
                      <a:pt x="136" y="43"/>
                      <a:pt x="136" y="43"/>
                      <a:pt x="136" y="43"/>
                    </a:cubicBezTo>
                    <a:cubicBezTo>
                      <a:pt x="136" y="42"/>
                      <a:pt x="138" y="43"/>
                      <a:pt x="138" y="40"/>
                    </a:cubicBezTo>
                    <a:cubicBezTo>
                      <a:pt x="138" y="42"/>
                      <a:pt x="138" y="42"/>
                      <a:pt x="138" y="42"/>
                    </a:cubicBezTo>
                    <a:cubicBezTo>
                      <a:pt x="139" y="42"/>
                      <a:pt x="137" y="39"/>
                      <a:pt x="139" y="40"/>
                    </a:cubicBezTo>
                    <a:cubicBezTo>
                      <a:pt x="139" y="41"/>
                      <a:pt x="139" y="41"/>
                      <a:pt x="139" y="41"/>
                    </a:cubicBezTo>
                    <a:cubicBezTo>
                      <a:pt x="139" y="40"/>
                      <a:pt x="140" y="42"/>
                      <a:pt x="140" y="39"/>
                    </a:cubicBezTo>
                    <a:cubicBezTo>
                      <a:pt x="141" y="41"/>
                      <a:pt x="141" y="41"/>
                      <a:pt x="141" y="41"/>
                    </a:cubicBezTo>
                    <a:cubicBezTo>
                      <a:pt x="141" y="40"/>
                      <a:pt x="142" y="40"/>
                      <a:pt x="142" y="38"/>
                    </a:cubicBezTo>
                    <a:cubicBezTo>
                      <a:pt x="142" y="40"/>
                      <a:pt x="142" y="40"/>
                      <a:pt x="142" y="40"/>
                    </a:cubicBezTo>
                    <a:cubicBezTo>
                      <a:pt x="143" y="41"/>
                      <a:pt x="142" y="38"/>
                      <a:pt x="143" y="38"/>
                    </a:cubicBezTo>
                    <a:cubicBezTo>
                      <a:pt x="143" y="38"/>
                      <a:pt x="144" y="39"/>
                      <a:pt x="144" y="39"/>
                    </a:cubicBezTo>
                    <a:cubicBezTo>
                      <a:pt x="143" y="38"/>
                      <a:pt x="144" y="38"/>
                      <a:pt x="144" y="37"/>
                    </a:cubicBezTo>
                    <a:cubicBezTo>
                      <a:pt x="146" y="39"/>
                      <a:pt x="146" y="39"/>
                      <a:pt x="146" y="39"/>
                    </a:cubicBezTo>
                    <a:cubicBezTo>
                      <a:pt x="149" y="37"/>
                      <a:pt x="152" y="36"/>
                      <a:pt x="154" y="33"/>
                    </a:cubicBezTo>
                    <a:cubicBezTo>
                      <a:pt x="156" y="35"/>
                      <a:pt x="154" y="35"/>
                      <a:pt x="155" y="36"/>
                    </a:cubicBezTo>
                    <a:cubicBezTo>
                      <a:pt x="154" y="34"/>
                      <a:pt x="155" y="35"/>
                      <a:pt x="156" y="34"/>
                    </a:cubicBezTo>
                    <a:cubicBezTo>
                      <a:pt x="156" y="34"/>
                      <a:pt x="156" y="34"/>
                      <a:pt x="156" y="34"/>
                    </a:cubicBezTo>
                    <a:cubicBezTo>
                      <a:pt x="156" y="34"/>
                      <a:pt x="157" y="35"/>
                      <a:pt x="157" y="34"/>
                    </a:cubicBezTo>
                    <a:cubicBezTo>
                      <a:pt x="157" y="34"/>
                      <a:pt x="157" y="34"/>
                      <a:pt x="157" y="34"/>
                    </a:cubicBezTo>
                    <a:cubicBezTo>
                      <a:pt x="157" y="32"/>
                      <a:pt x="159" y="36"/>
                      <a:pt x="158" y="33"/>
                    </a:cubicBezTo>
                    <a:cubicBezTo>
                      <a:pt x="159" y="34"/>
                      <a:pt x="159" y="34"/>
                      <a:pt x="159" y="34"/>
                    </a:cubicBezTo>
                    <a:cubicBezTo>
                      <a:pt x="158" y="32"/>
                      <a:pt x="160" y="35"/>
                      <a:pt x="160" y="33"/>
                    </a:cubicBezTo>
                    <a:cubicBezTo>
                      <a:pt x="160" y="33"/>
                      <a:pt x="160" y="33"/>
                      <a:pt x="160" y="33"/>
                    </a:cubicBezTo>
                    <a:cubicBezTo>
                      <a:pt x="161" y="34"/>
                      <a:pt x="160" y="30"/>
                      <a:pt x="161" y="32"/>
                    </a:cubicBezTo>
                    <a:cubicBezTo>
                      <a:pt x="162" y="31"/>
                      <a:pt x="162" y="30"/>
                      <a:pt x="161" y="28"/>
                    </a:cubicBezTo>
                    <a:cubicBezTo>
                      <a:pt x="162" y="30"/>
                      <a:pt x="162" y="30"/>
                      <a:pt x="162" y="30"/>
                    </a:cubicBezTo>
                    <a:cubicBezTo>
                      <a:pt x="164" y="28"/>
                      <a:pt x="167" y="27"/>
                      <a:pt x="167" y="24"/>
                    </a:cubicBezTo>
                    <a:cubicBezTo>
                      <a:pt x="168" y="25"/>
                      <a:pt x="168" y="25"/>
                      <a:pt x="168" y="25"/>
                    </a:cubicBezTo>
                    <a:cubicBezTo>
                      <a:pt x="167" y="22"/>
                      <a:pt x="171" y="25"/>
                      <a:pt x="170" y="21"/>
                    </a:cubicBezTo>
                    <a:cubicBezTo>
                      <a:pt x="169" y="19"/>
                      <a:pt x="169" y="19"/>
                      <a:pt x="169" y="19"/>
                    </a:cubicBezTo>
                    <a:cubicBezTo>
                      <a:pt x="171" y="21"/>
                      <a:pt x="171" y="21"/>
                      <a:pt x="171" y="21"/>
                    </a:cubicBezTo>
                    <a:cubicBezTo>
                      <a:pt x="170" y="20"/>
                      <a:pt x="172" y="20"/>
                      <a:pt x="171" y="19"/>
                    </a:cubicBezTo>
                    <a:cubicBezTo>
                      <a:pt x="171" y="19"/>
                      <a:pt x="171" y="19"/>
                      <a:pt x="172" y="20"/>
                    </a:cubicBezTo>
                    <a:cubicBezTo>
                      <a:pt x="172" y="20"/>
                      <a:pt x="171" y="17"/>
                      <a:pt x="172" y="17"/>
                    </a:cubicBezTo>
                    <a:cubicBezTo>
                      <a:pt x="173" y="18"/>
                      <a:pt x="173" y="18"/>
                      <a:pt x="173" y="18"/>
                    </a:cubicBezTo>
                    <a:cubicBezTo>
                      <a:pt x="177" y="19"/>
                      <a:pt x="182" y="18"/>
                      <a:pt x="181" y="13"/>
                    </a:cubicBezTo>
                    <a:cubicBezTo>
                      <a:pt x="181" y="12"/>
                      <a:pt x="183" y="14"/>
                      <a:pt x="183" y="14"/>
                    </a:cubicBezTo>
                    <a:cubicBezTo>
                      <a:pt x="182" y="10"/>
                      <a:pt x="188" y="11"/>
                      <a:pt x="186" y="6"/>
                    </a:cubicBezTo>
                    <a:cubicBezTo>
                      <a:pt x="186" y="4"/>
                      <a:pt x="182" y="0"/>
                      <a:pt x="182" y="0"/>
                    </a:cubicBezTo>
                    <a:cubicBezTo>
                      <a:pt x="180" y="4"/>
                      <a:pt x="176" y="5"/>
                      <a:pt x="171" y="6"/>
                    </a:cubicBezTo>
                    <a:cubicBezTo>
                      <a:pt x="171" y="7"/>
                      <a:pt x="170" y="9"/>
                      <a:pt x="169" y="9"/>
                    </a:cubicBezTo>
                    <a:cubicBezTo>
                      <a:pt x="165" y="12"/>
                      <a:pt x="158" y="11"/>
                      <a:pt x="154" y="16"/>
                    </a:cubicBezTo>
                    <a:cubicBezTo>
                      <a:pt x="155" y="16"/>
                      <a:pt x="155" y="18"/>
                      <a:pt x="155" y="18"/>
                    </a:cubicBezTo>
                    <a:cubicBezTo>
                      <a:pt x="155" y="18"/>
                      <a:pt x="155" y="18"/>
                      <a:pt x="155" y="18"/>
                    </a:cubicBezTo>
                    <a:cubicBezTo>
                      <a:pt x="155" y="19"/>
                      <a:pt x="155" y="19"/>
                      <a:pt x="155" y="19"/>
                    </a:cubicBezTo>
                    <a:cubicBezTo>
                      <a:pt x="155" y="19"/>
                      <a:pt x="154" y="18"/>
                      <a:pt x="154" y="17"/>
                    </a:cubicBezTo>
                    <a:cubicBezTo>
                      <a:pt x="153" y="19"/>
                      <a:pt x="151" y="20"/>
                      <a:pt x="149" y="20"/>
                    </a:cubicBezTo>
                    <a:cubicBezTo>
                      <a:pt x="150" y="22"/>
                      <a:pt x="148" y="21"/>
                      <a:pt x="149" y="23"/>
                    </a:cubicBezTo>
                    <a:cubicBezTo>
                      <a:pt x="148" y="22"/>
                      <a:pt x="148" y="22"/>
                      <a:pt x="148" y="22"/>
                    </a:cubicBezTo>
                    <a:cubicBezTo>
                      <a:pt x="147" y="24"/>
                      <a:pt x="147" y="24"/>
                      <a:pt x="145" y="22"/>
                    </a:cubicBezTo>
                    <a:cubicBezTo>
                      <a:pt x="139" y="23"/>
                      <a:pt x="134" y="27"/>
                      <a:pt x="128" y="28"/>
                    </a:cubicBezTo>
                    <a:cubicBezTo>
                      <a:pt x="123" y="30"/>
                      <a:pt x="118" y="35"/>
                      <a:pt x="112" y="37"/>
                    </a:cubicBezTo>
                    <a:cubicBezTo>
                      <a:pt x="112" y="40"/>
                      <a:pt x="110" y="39"/>
                      <a:pt x="110" y="42"/>
                    </a:cubicBezTo>
                    <a:cubicBezTo>
                      <a:pt x="110" y="41"/>
                      <a:pt x="110" y="41"/>
                      <a:pt x="110" y="41"/>
                    </a:cubicBezTo>
                    <a:cubicBezTo>
                      <a:pt x="109" y="43"/>
                      <a:pt x="109" y="41"/>
                      <a:pt x="107" y="40"/>
                    </a:cubicBezTo>
                    <a:cubicBezTo>
                      <a:pt x="107" y="42"/>
                      <a:pt x="107" y="41"/>
                      <a:pt x="107" y="43"/>
                    </a:cubicBezTo>
                    <a:cubicBezTo>
                      <a:pt x="107" y="45"/>
                      <a:pt x="106" y="40"/>
                      <a:pt x="106" y="41"/>
                    </a:cubicBezTo>
                    <a:cubicBezTo>
                      <a:pt x="105" y="41"/>
                      <a:pt x="106" y="42"/>
                      <a:pt x="106" y="42"/>
                    </a:cubicBezTo>
                    <a:cubicBezTo>
                      <a:pt x="105" y="45"/>
                      <a:pt x="106" y="41"/>
                      <a:pt x="103" y="39"/>
                    </a:cubicBezTo>
                    <a:cubicBezTo>
                      <a:pt x="101" y="41"/>
                      <a:pt x="98" y="44"/>
                      <a:pt x="95" y="43"/>
                    </a:cubicBezTo>
                    <a:cubicBezTo>
                      <a:pt x="95" y="43"/>
                      <a:pt x="96" y="44"/>
                      <a:pt x="96" y="44"/>
                    </a:cubicBezTo>
                    <a:cubicBezTo>
                      <a:pt x="95" y="41"/>
                      <a:pt x="95" y="46"/>
                      <a:pt x="94" y="44"/>
                    </a:cubicBezTo>
                    <a:cubicBezTo>
                      <a:pt x="94" y="44"/>
                      <a:pt x="94" y="43"/>
                      <a:pt x="94" y="43"/>
                    </a:cubicBezTo>
                    <a:cubicBezTo>
                      <a:pt x="93" y="42"/>
                      <a:pt x="92" y="44"/>
                      <a:pt x="91" y="43"/>
                    </a:cubicBezTo>
                    <a:cubicBezTo>
                      <a:pt x="90" y="45"/>
                      <a:pt x="88" y="42"/>
                      <a:pt x="88" y="44"/>
                    </a:cubicBezTo>
                    <a:cubicBezTo>
                      <a:pt x="88" y="43"/>
                      <a:pt x="87" y="43"/>
                      <a:pt x="87" y="43"/>
                    </a:cubicBezTo>
                    <a:cubicBezTo>
                      <a:pt x="87" y="47"/>
                      <a:pt x="84" y="42"/>
                      <a:pt x="84" y="44"/>
                    </a:cubicBezTo>
                    <a:cubicBezTo>
                      <a:pt x="84" y="44"/>
                      <a:pt x="84" y="44"/>
                      <a:pt x="84" y="44"/>
                    </a:cubicBezTo>
                    <a:cubicBezTo>
                      <a:pt x="81" y="45"/>
                      <a:pt x="77" y="45"/>
                      <a:pt x="75" y="47"/>
                    </a:cubicBezTo>
                    <a:cubicBezTo>
                      <a:pt x="73" y="47"/>
                      <a:pt x="70" y="44"/>
                      <a:pt x="69" y="46"/>
                    </a:cubicBezTo>
                    <a:cubicBezTo>
                      <a:pt x="69" y="48"/>
                      <a:pt x="69" y="48"/>
                      <a:pt x="69" y="48"/>
                    </a:cubicBezTo>
                    <a:cubicBezTo>
                      <a:pt x="68" y="48"/>
                      <a:pt x="69" y="47"/>
                      <a:pt x="68" y="46"/>
                    </a:cubicBezTo>
                    <a:cubicBezTo>
                      <a:pt x="68" y="48"/>
                      <a:pt x="66" y="47"/>
                      <a:pt x="65" y="47"/>
                    </a:cubicBezTo>
                    <a:cubicBezTo>
                      <a:pt x="65" y="47"/>
                      <a:pt x="65" y="48"/>
                      <a:pt x="65" y="49"/>
                    </a:cubicBezTo>
                    <a:cubicBezTo>
                      <a:pt x="63" y="46"/>
                      <a:pt x="62" y="50"/>
                      <a:pt x="60" y="48"/>
                    </a:cubicBezTo>
                    <a:cubicBezTo>
                      <a:pt x="61" y="51"/>
                      <a:pt x="60" y="50"/>
                      <a:pt x="59" y="51"/>
                    </a:cubicBezTo>
                    <a:cubicBezTo>
                      <a:pt x="59" y="51"/>
                      <a:pt x="59" y="50"/>
                      <a:pt x="59" y="49"/>
                    </a:cubicBezTo>
                    <a:cubicBezTo>
                      <a:pt x="58" y="50"/>
                      <a:pt x="57" y="50"/>
                      <a:pt x="56" y="49"/>
                    </a:cubicBezTo>
                    <a:cubicBezTo>
                      <a:pt x="56" y="49"/>
                      <a:pt x="56" y="51"/>
                      <a:pt x="55" y="51"/>
                    </a:cubicBezTo>
                    <a:cubicBezTo>
                      <a:pt x="54" y="49"/>
                      <a:pt x="54" y="51"/>
                      <a:pt x="53" y="50"/>
                    </a:cubicBezTo>
                    <a:cubicBezTo>
                      <a:pt x="54" y="52"/>
                      <a:pt x="52" y="54"/>
                      <a:pt x="52" y="53"/>
                    </a:cubicBezTo>
                    <a:cubicBezTo>
                      <a:pt x="52" y="50"/>
                      <a:pt x="52" y="50"/>
                      <a:pt x="52" y="50"/>
                    </a:cubicBezTo>
                    <a:cubicBezTo>
                      <a:pt x="50" y="52"/>
                      <a:pt x="47" y="49"/>
                      <a:pt x="44" y="52"/>
                    </a:cubicBezTo>
                    <a:cubicBezTo>
                      <a:pt x="44" y="51"/>
                      <a:pt x="44" y="51"/>
                      <a:pt x="44" y="51"/>
                    </a:cubicBezTo>
                    <a:cubicBezTo>
                      <a:pt x="42" y="53"/>
                      <a:pt x="39" y="51"/>
                      <a:pt x="37" y="54"/>
                    </a:cubicBezTo>
                    <a:cubicBezTo>
                      <a:pt x="36" y="53"/>
                      <a:pt x="35" y="52"/>
                      <a:pt x="35" y="52"/>
                    </a:cubicBezTo>
                    <a:cubicBezTo>
                      <a:pt x="34" y="53"/>
                      <a:pt x="33" y="53"/>
                      <a:pt x="32" y="55"/>
                    </a:cubicBezTo>
                    <a:cubicBezTo>
                      <a:pt x="32" y="56"/>
                      <a:pt x="32" y="54"/>
                      <a:pt x="32" y="54"/>
                    </a:cubicBezTo>
                    <a:cubicBezTo>
                      <a:pt x="31" y="53"/>
                      <a:pt x="30" y="51"/>
                      <a:pt x="29" y="53"/>
                    </a:cubicBezTo>
                    <a:cubicBezTo>
                      <a:pt x="29" y="52"/>
                      <a:pt x="29" y="52"/>
                      <a:pt x="29" y="52"/>
                    </a:cubicBezTo>
                    <a:cubicBezTo>
                      <a:pt x="28" y="53"/>
                      <a:pt x="27" y="55"/>
                      <a:pt x="26" y="53"/>
                    </a:cubicBezTo>
                    <a:cubicBezTo>
                      <a:pt x="25" y="54"/>
                      <a:pt x="24" y="55"/>
                      <a:pt x="25" y="56"/>
                    </a:cubicBezTo>
                    <a:cubicBezTo>
                      <a:pt x="24" y="56"/>
                      <a:pt x="25" y="54"/>
                      <a:pt x="24" y="55"/>
                    </a:cubicBezTo>
                    <a:cubicBezTo>
                      <a:pt x="25" y="53"/>
                      <a:pt x="25" y="53"/>
                      <a:pt x="25" y="53"/>
                    </a:cubicBezTo>
                    <a:cubicBezTo>
                      <a:pt x="23" y="52"/>
                      <a:pt x="21" y="53"/>
                      <a:pt x="19" y="53"/>
                    </a:cubicBezTo>
                    <a:cubicBezTo>
                      <a:pt x="19" y="51"/>
                      <a:pt x="17" y="53"/>
                      <a:pt x="16" y="51"/>
                    </a:cubicBezTo>
                    <a:cubicBezTo>
                      <a:pt x="15" y="52"/>
                      <a:pt x="15" y="50"/>
                      <a:pt x="13" y="53"/>
                    </a:cubicBezTo>
                    <a:cubicBezTo>
                      <a:pt x="14" y="51"/>
                      <a:pt x="14" y="51"/>
                      <a:pt x="14" y="51"/>
                    </a:cubicBezTo>
                    <a:cubicBezTo>
                      <a:pt x="13" y="51"/>
                      <a:pt x="12" y="51"/>
                      <a:pt x="11" y="49"/>
                    </a:cubicBezTo>
                    <a:cubicBezTo>
                      <a:pt x="11" y="49"/>
                      <a:pt x="10" y="50"/>
                      <a:pt x="9" y="51"/>
                    </a:cubicBezTo>
                    <a:cubicBezTo>
                      <a:pt x="10" y="49"/>
                      <a:pt x="10" y="49"/>
                      <a:pt x="10" y="49"/>
                    </a:cubicBezTo>
                    <a:cubicBezTo>
                      <a:pt x="9" y="50"/>
                      <a:pt x="7" y="51"/>
                      <a:pt x="6" y="52"/>
                    </a:cubicBezTo>
                    <a:cubicBezTo>
                      <a:pt x="6" y="51"/>
                      <a:pt x="6" y="52"/>
                      <a:pt x="6" y="51"/>
                    </a:cubicBezTo>
                    <a:cubicBezTo>
                      <a:pt x="7" y="51"/>
                      <a:pt x="8" y="50"/>
                      <a:pt x="9" y="48"/>
                    </a:cubicBezTo>
                    <a:cubicBezTo>
                      <a:pt x="9" y="48"/>
                      <a:pt x="6" y="50"/>
                      <a:pt x="7" y="48"/>
                    </a:cubicBezTo>
                    <a:cubicBezTo>
                      <a:pt x="7" y="47"/>
                      <a:pt x="7" y="47"/>
                      <a:pt x="5" y="49"/>
                    </a:cubicBezTo>
                    <a:cubicBezTo>
                      <a:pt x="6" y="48"/>
                      <a:pt x="6" y="48"/>
                      <a:pt x="7" y="47"/>
                    </a:cubicBezTo>
                    <a:cubicBezTo>
                      <a:pt x="6" y="47"/>
                      <a:pt x="6" y="47"/>
                      <a:pt x="5" y="47"/>
                    </a:cubicBezTo>
                    <a:cubicBezTo>
                      <a:pt x="6" y="47"/>
                      <a:pt x="5" y="47"/>
                      <a:pt x="5" y="48"/>
                    </a:cubicBezTo>
                    <a:cubicBezTo>
                      <a:pt x="4" y="48"/>
                      <a:pt x="4" y="48"/>
                      <a:pt x="2" y="49"/>
                    </a:cubicBezTo>
                    <a:cubicBezTo>
                      <a:pt x="3" y="49"/>
                      <a:pt x="3" y="49"/>
                      <a:pt x="3" y="49"/>
                    </a:cubicBezTo>
                    <a:cubicBezTo>
                      <a:pt x="2" y="50"/>
                      <a:pt x="1" y="50"/>
                      <a:pt x="2" y="49"/>
                    </a:cubicBezTo>
                    <a:cubicBezTo>
                      <a:pt x="3" y="48"/>
                      <a:pt x="4" y="48"/>
                      <a:pt x="5" y="47"/>
                    </a:cubicBezTo>
                    <a:cubicBezTo>
                      <a:pt x="1" y="48"/>
                      <a:pt x="1" y="48"/>
                      <a:pt x="1" y="48"/>
                    </a:cubicBezTo>
                    <a:cubicBezTo>
                      <a:pt x="2" y="48"/>
                      <a:pt x="2" y="49"/>
                      <a:pt x="1" y="49"/>
                    </a:cubicBezTo>
                    <a:cubicBezTo>
                      <a:pt x="2" y="49"/>
                      <a:pt x="2" y="49"/>
                      <a:pt x="2" y="49"/>
                    </a:cubicBezTo>
                    <a:cubicBezTo>
                      <a:pt x="0" y="50"/>
                      <a:pt x="0" y="50"/>
                      <a:pt x="0" y="50"/>
                    </a:cubicBezTo>
                    <a:cubicBezTo>
                      <a:pt x="1" y="51"/>
                      <a:pt x="1" y="52"/>
                      <a:pt x="2" y="52"/>
                    </a:cubicBezTo>
                    <a:cubicBezTo>
                      <a:pt x="3" y="51"/>
                      <a:pt x="3" y="51"/>
                      <a:pt x="3" y="51"/>
                    </a:cubicBezTo>
                    <a:cubicBezTo>
                      <a:pt x="4" y="51"/>
                      <a:pt x="5" y="50"/>
                      <a:pt x="5" y="52"/>
                    </a:cubicBezTo>
                    <a:cubicBezTo>
                      <a:pt x="4" y="52"/>
                      <a:pt x="4" y="53"/>
                      <a:pt x="3" y="53"/>
                    </a:cubicBezTo>
                    <a:cubicBezTo>
                      <a:pt x="4" y="53"/>
                      <a:pt x="4" y="53"/>
                      <a:pt x="4" y="53"/>
                    </a:cubicBezTo>
                    <a:cubicBezTo>
                      <a:pt x="2" y="55"/>
                      <a:pt x="2" y="55"/>
                      <a:pt x="2" y="55"/>
                    </a:cubicBezTo>
                    <a:cubicBezTo>
                      <a:pt x="5" y="52"/>
                      <a:pt x="4" y="55"/>
                      <a:pt x="5" y="5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55" name="Freeform 243"/>
              <p:cNvSpPr/>
              <p:nvPr>
                <p:custDataLst>
                  <p:tags r:id="rId88"/>
                </p:custDataLst>
              </p:nvPr>
            </p:nvSpPr>
            <p:spPr bwMode="auto">
              <a:xfrm>
                <a:off x="4005" y="2851"/>
                <a:ext cx="2" cy="5"/>
              </a:xfrm>
              <a:custGeom>
                <a:avLst/>
                <a:gdLst>
                  <a:gd name="T0" fmla="*/ 2 w 2"/>
                  <a:gd name="T1" fmla="*/ 5 h 5"/>
                  <a:gd name="T2" fmla="*/ 2 w 2"/>
                  <a:gd name="T3" fmla="*/ 5 h 5"/>
                  <a:gd name="T4" fmla="*/ 0 w 2"/>
                  <a:gd name="T5" fmla="*/ 0 h 5"/>
                  <a:gd name="T6" fmla="*/ 2 w 2"/>
                  <a:gd name="T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5">
                    <a:moveTo>
                      <a:pt x="2" y="5"/>
                    </a:moveTo>
                    <a:lnTo>
                      <a:pt x="2" y="5"/>
                    </a:lnTo>
                    <a:lnTo>
                      <a:pt x="0" y="0"/>
                    </a:lnTo>
                    <a:lnTo>
                      <a:pt x="2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56" name="Freeform 244"/>
              <p:cNvSpPr/>
              <p:nvPr>
                <p:custDataLst>
                  <p:tags r:id="rId89"/>
                </p:custDataLst>
              </p:nvPr>
            </p:nvSpPr>
            <p:spPr bwMode="auto">
              <a:xfrm>
                <a:off x="3980" y="2866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57" name="Freeform 245"/>
              <p:cNvSpPr/>
              <p:nvPr>
                <p:custDataLst>
                  <p:tags r:id="rId90"/>
                </p:custDataLst>
              </p:nvPr>
            </p:nvSpPr>
            <p:spPr bwMode="auto">
              <a:xfrm>
                <a:off x="3982" y="286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58" name="Freeform 246"/>
              <p:cNvSpPr/>
              <p:nvPr>
                <p:custDataLst>
                  <p:tags r:id="rId91"/>
                </p:custDataLst>
              </p:nvPr>
            </p:nvSpPr>
            <p:spPr bwMode="auto">
              <a:xfrm>
                <a:off x="3748" y="2898"/>
                <a:ext cx="4" cy="2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2" y="1"/>
                      <a:pt x="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59" name="Freeform 247"/>
              <p:cNvSpPr/>
              <p:nvPr>
                <p:custDataLst>
                  <p:tags r:id="rId92"/>
                </p:custDataLst>
              </p:nvPr>
            </p:nvSpPr>
            <p:spPr bwMode="auto">
              <a:xfrm>
                <a:off x="3980" y="2875"/>
                <a:ext cx="2" cy="4"/>
              </a:xfrm>
              <a:custGeom>
                <a:avLst/>
                <a:gdLst>
                  <a:gd name="T0" fmla="*/ 0 w 1"/>
                  <a:gd name="T1" fmla="*/ 1 h 2"/>
                  <a:gd name="T2" fmla="*/ 1 w 1"/>
                  <a:gd name="T3" fmla="*/ 2 h 2"/>
                  <a:gd name="T4" fmla="*/ 0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1" y="0"/>
                      <a:pt x="0" y="2"/>
                      <a:pt x="1" y="2"/>
                    </a:cubicBezTo>
                    <a:cubicBezTo>
                      <a:pt x="1" y="2"/>
                      <a:pt x="0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60" name="Freeform 248"/>
              <p:cNvSpPr/>
              <p:nvPr>
                <p:custDataLst>
                  <p:tags r:id="rId93"/>
                </p:custDataLst>
              </p:nvPr>
            </p:nvSpPr>
            <p:spPr bwMode="auto">
              <a:xfrm>
                <a:off x="3757" y="2909"/>
                <a:ext cx="2" cy="4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" y="1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61" name="Freeform 249"/>
              <p:cNvSpPr/>
              <p:nvPr>
                <p:custDataLst>
                  <p:tags r:id="rId94"/>
                </p:custDataLst>
              </p:nvPr>
            </p:nvSpPr>
            <p:spPr bwMode="auto">
              <a:xfrm>
                <a:off x="3776" y="2913"/>
                <a:ext cx="2" cy="4"/>
              </a:xfrm>
              <a:custGeom>
                <a:avLst/>
                <a:gdLst>
                  <a:gd name="T0" fmla="*/ 0 w 1"/>
                  <a:gd name="T1" fmla="*/ 1 h 2"/>
                  <a:gd name="T2" fmla="*/ 1 w 1"/>
                  <a:gd name="T3" fmla="*/ 1 h 2"/>
                  <a:gd name="T4" fmla="*/ 0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2"/>
                      <a:pt x="1" y="0"/>
                      <a:pt x="1" y="1"/>
                    </a:cubicBezTo>
                    <a:cubicBezTo>
                      <a:pt x="1" y="0"/>
                      <a:pt x="1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62" name="Freeform 250"/>
              <p:cNvSpPr/>
              <p:nvPr>
                <p:custDataLst>
                  <p:tags r:id="rId95"/>
                </p:custDataLst>
              </p:nvPr>
            </p:nvSpPr>
            <p:spPr bwMode="auto">
              <a:xfrm>
                <a:off x="3759" y="2904"/>
                <a:ext cx="2" cy="5"/>
              </a:xfrm>
              <a:custGeom>
                <a:avLst/>
                <a:gdLst>
                  <a:gd name="T0" fmla="*/ 1 w 1"/>
                  <a:gd name="T1" fmla="*/ 0 h 2"/>
                  <a:gd name="T2" fmla="*/ 1 w 1"/>
                  <a:gd name="T3" fmla="*/ 1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1" y="0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63" name="Freeform 251"/>
              <p:cNvSpPr/>
              <p:nvPr>
                <p:custDataLst>
                  <p:tags r:id="rId96"/>
                </p:custDataLst>
              </p:nvPr>
            </p:nvSpPr>
            <p:spPr bwMode="auto">
              <a:xfrm>
                <a:off x="3893" y="3080"/>
                <a:ext cx="4" cy="9"/>
              </a:xfrm>
              <a:custGeom>
                <a:avLst/>
                <a:gdLst>
                  <a:gd name="T0" fmla="*/ 2 w 2"/>
                  <a:gd name="T1" fmla="*/ 0 h 4"/>
                  <a:gd name="T2" fmla="*/ 1 w 2"/>
                  <a:gd name="T3" fmla="*/ 1 h 4"/>
                  <a:gd name="T4" fmla="*/ 1 w 2"/>
                  <a:gd name="T5" fmla="*/ 2 h 4"/>
                  <a:gd name="T6" fmla="*/ 0 w 2"/>
                  <a:gd name="T7" fmla="*/ 4 h 4"/>
                  <a:gd name="T8" fmla="*/ 2 w 2"/>
                  <a:gd name="T9" fmla="*/ 1 h 4"/>
                  <a:gd name="T10" fmla="*/ 2 w 2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0" y="3"/>
                      <a:pt x="1" y="2"/>
                    </a:cubicBezTo>
                    <a:cubicBezTo>
                      <a:pt x="1" y="3"/>
                      <a:pt x="0" y="3"/>
                      <a:pt x="0" y="4"/>
                    </a:cubicBezTo>
                    <a:cubicBezTo>
                      <a:pt x="1" y="3"/>
                      <a:pt x="2" y="1"/>
                      <a:pt x="2" y="1"/>
                    </a:cubicBezTo>
                    <a:cubicBezTo>
                      <a:pt x="2" y="0"/>
                      <a:pt x="2" y="0"/>
                      <a:pt x="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64" name="Freeform 252"/>
              <p:cNvSpPr/>
              <p:nvPr>
                <p:custDataLst>
                  <p:tags r:id="rId97"/>
                </p:custDataLst>
              </p:nvPr>
            </p:nvSpPr>
            <p:spPr bwMode="auto">
              <a:xfrm>
                <a:off x="3786" y="2913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65" name="Freeform 253"/>
              <p:cNvSpPr/>
              <p:nvPr>
                <p:custDataLst>
                  <p:tags r:id="rId98"/>
                </p:custDataLst>
              </p:nvPr>
            </p:nvSpPr>
            <p:spPr bwMode="auto">
              <a:xfrm>
                <a:off x="3952" y="306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66" name="Freeform 254"/>
              <p:cNvSpPr>
                <a:spLocks noEditPoints="1"/>
              </p:cNvSpPr>
              <p:nvPr>
                <p:custDataLst>
                  <p:tags r:id="rId99"/>
                </p:custDataLst>
              </p:nvPr>
            </p:nvSpPr>
            <p:spPr bwMode="auto">
              <a:xfrm>
                <a:off x="3895" y="3015"/>
                <a:ext cx="152" cy="95"/>
              </a:xfrm>
              <a:custGeom>
                <a:avLst/>
                <a:gdLst>
                  <a:gd name="T0" fmla="*/ 54 w 72"/>
                  <a:gd name="T1" fmla="*/ 4 h 45"/>
                  <a:gd name="T2" fmla="*/ 55 w 72"/>
                  <a:gd name="T3" fmla="*/ 8 h 45"/>
                  <a:gd name="T4" fmla="*/ 44 w 72"/>
                  <a:gd name="T5" fmla="*/ 20 h 45"/>
                  <a:gd name="T6" fmla="*/ 38 w 72"/>
                  <a:gd name="T7" fmla="*/ 21 h 45"/>
                  <a:gd name="T8" fmla="*/ 35 w 72"/>
                  <a:gd name="T9" fmla="*/ 21 h 45"/>
                  <a:gd name="T10" fmla="*/ 30 w 72"/>
                  <a:gd name="T11" fmla="*/ 22 h 45"/>
                  <a:gd name="T12" fmla="*/ 27 w 72"/>
                  <a:gd name="T13" fmla="*/ 22 h 45"/>
                  <a:gd name="T14" fmla="*/ 21 w 72"/>
                  <a:gd name="T15" fmla="*/ 23 h 45"/>
                  <a:gd name="T16" fmla="*/ 16 w 72"/>
                  <a:gd name="T17" fmla="*/ 23 h 45"/>
                  <a:gd name="T18" fmla="*/ 11 w 72"/>
                  <a:gd name="T19" fmla="*/ 23 h 45"/>
                  <a:gd name="T20" fmla="*/ 9 w 72"/>
                  <a:gd name="T21" fmla="*/ 21 h 45"/>
                  <a:gd name="T22" fmla="*/ 8 w 72"/>
                  <a:gd name="T23" fmla="*/ 20 h 45"/>
                  <a:gd name="T24" fmla="*/ 7 w 72"/>
                  <a:gd name="T25" fmla="*/ 20 h 45"/>
                  <a:gd name="T26" fmla="*/ 4 w 72"/>
                  <a:gd name="T27" fmla="*/ 22 h 45"/>
                  <a:gd name="T28" fmla="*/ 2 w 72"/>
                  <a:gd name="T29" fmla="*/ 25 h 45"/>
                  <a:gd name="T30" fmla="*/ 2 w 72"/>
                  <a:gd name="T31" fmla="*/ 31 h 45"/>
                  <a:gd name="T32" fmla="*/ 8 w 72"/>
                  <a:gd name="T33" fmla="*/ 29 h 45"/>
                  <a:gd name="T34" fmla="*/ 4 w 72"/>
                  <a:gd name="T35" fmla="*/ 34 h 45"/>
                  <a:gd name="T36" fmla="*/ 3 w 72"/>
                  <a:gd name="T37" fmla="*/ 39 h 45"/>
                  <a:gd name="T38" fmla="*/ 8 w 72"/>
                  <a:gd name="T39" fmla="*/ 33 h 45"/>
                  <a:gd name="T40" fmla="*/ 6 w 72"/>
                  <a:gd name="T41" fmla="*/ 39 h 45"/>
                  <a:gd name="T42" fmla="*/ 7 w 72"/>
                  <a:gd name="T43" fmla="*/ 41 h 45"/>
                  <a:gd name="T44" fmla="*/ 8 w 72"/>
                  <a:gd name="T45" fmla="*/ 42 h 45"/>
                  <a:gd name="T46" fmla="*/ 9 w 72"/>
                  <a:gd name="T47" fmla="*/ 43 h 45"/>
                  <a:gd name="T48" fmla="*/ 12 w 72"/>
                  <a:gd name="T49" fmla="*/ 40 h 45"/>
                  <a:gd name="T50" fmla="*/ 13 w 72"/>
                  <a:gd name="T51" fmla="*/ 44 h 45"/>
                  <a:gd name="T52" fmla="*/ 15 w 72"/>
                  <a:gd name="T53" fmla="*/ 40 h 45"/>
                  <a:gd name="T54" fmla="*/ 16 w 72"/>
                  <a:gd name="T55" fmla="*/ 40 h 45"/>
                  <a:gd name="T56" fmla="*/ 17 w 72"/>
                  <a:gd name="T57" fmla="*/ 42 h 45"/>
                  <a:gd name="T58" fmla="*/ 23 w 72"/>
                  <a:gd name="T59" fmla="*/ 41 h 45"/>
                  <a:gd name="T60" fmla="*/ 24 w 72"/>
                  <a:gd name="T61" fmla="*/ 41 h 45"/>
                  <a:gd name="T62" fmla="*/ 28 w 72"/>
                  <a:gd name="T63" fmla="*/ 41 h 45"/>
                  <a:gd name="T64" fmla="*/ 31 w 72"/>
                  <a:gd name="T65" fmla="*/ 40 h 45"/>
                  <a:gd name="T66" fmla="*/ 33 w 72"/>
                  <a:gd name="T67" fmla="*/ 39 h 45"/>
                  <a:gd name="T68" fmla="*/ 34 w 72"/>
                  <a:gd name="T69" fmla="*/ 40 h 45"/>
                  <a:gd name="T70" fmla="*/ 34 w 72"/>
                  <a:gd name="T71" fmla="*/ 37 h 45"/>
                  <a:gd name="T72" fmla="*/ 37 w 72"/>
                  <a:gd name="T73" fmla="*/ 38 h 45"/>
                  <a:gd name="T74" fmla="*/ 41 w 72"/>
                  <a:gd name="T75" fmla="*/ 39 h 45"/>
                  <a:gd name="T76" fmla="*/ 43 w 72"/>
                  <a:gd name="T77" fmla="*/ 35 h 45"/>
                  <a:gd name="T78" fmla="*/ 46 w 72"/>
                  <a:gd name="T79" fmla="*/ 35 h 45"/>
                  <a:gd name="T80" fmla="*/ 47 w 72"/>
                  <a:gd name="T81" fmla="*/ 34 h 45"/>
                  <a:gd name="T82" fmla="*/ 49 w 72"/>
                  <a:gd name="T83" fmla="*/ 34 h 45"/>
                  <a:gd name="T84" fmla="*/ 50 w 72"/>
                  <a:gd name="T85" fmla="*/ 36 h 45"/>
                  <a:gd name="T86" fmla="*/ 51 w 72"/>
                  <a:gd name="T87" fmla="*/ 32 h 45"/>
                  <a:gd name="T88" fmla="*/ 52 w 72"/>
                  <a:gd name="T89" fmla="*/ 27 h 45"/>
                  <a:gd name="T90" fmla="*/ 54 w 72"/>
                  <a:gd name="T91" fmla="*/ 28 h 45"/>
                  <a:gd name="T92" fmla="*/ 54 w 72"/>
                  <a:gd name="T93" fmla="*/ 23 h 45"/>
                  <a:gd name="T94" fmla="*/ 58 w 72"/>
                  <a:gd name="T95" fmla="*/ 23 h 45"/>
                  <a:gd name="T96" fmla="*/ 59 w 72"/>
                  <a:gd name="T97" fmla="*/ 21 h 45"/>
                  <a:gd name="T98" fmla="*/ 61 w 72"/>
                  <a:gd name="T99" fmla="*/ 20 h 45"/>
                  <a:gd name="T100" fmla="*/ 65 w 72"/>
                  <a:gd name="T101" fmla="*/ 17 h 45"/>
                  <a:gd name="T102" fmla="*/ 65 w 72"/>
                  <a:gd name="T103" fmla="*/ 13 h 45"/>
                  <a:gd name="T104" fmla="*/ 67 w 72"/>
                  <a:gd name="T105" fmla="*/ 8 h 45"/>
                  <a:gd name="T106" fmla="*/ 61 w 72"/>
                  <a:gd name="T107" fmla="*/ 9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72" h="45">
                    <a:moveTo>
                      <a:pt x="68" y="4"/>
                    </a:moveTo>
                    <a:cubicBezTo>
                      <a:pt x="67" y="4"/>
                      <a:pt x="70" y="3"/>
                      <a:pt x="70" y="3"/>
                    </a:cubicBezTo>
                    <a:cubicBezTo>
                      <a:pt x="66" y="4"/>
                      <a:pt x="69" y="0"/>
                      <a:pt x="65" y="3"/>
                    </a:cubicBezTo>
                    <a:cubicBezTo>
                      <a:pt x="64" y="3"/>
                      <a:pt x="63" y="5"/>
                      <a:pt x="63" y="6"/>
                    </a:cubicBezTo>
                    <a:cubicBezTo>
                      <a:pt x="62" y="6"/>
                      <a:pt x="61" y="6"/>
                      <a:pt x="61" y="6"/>
                    </a:cubicBezTo>
                    <a:cubicBezTo>
                      <a:pt x="59" y="4"/>
                      <a:pt x="51" y="2"/>
                      <a:pt x="54" y="4"/>
                    </a:cubicBezTo>
                    <a:cubicBezTo>
                      <a:pt x="55" y="4"/>
                      <a:pt x="56" y="5"/>
                      <a:pt x="56" y="5"/>
                    </a:cubicBezTo>
                    <a:cubicBezTo>
                      <a:pt x="56" y="5"/>
                      <a:pt x="56" y="5"/>
                      <a:pt x="56" y="5"/>
                    </a:cubicBezTo>
                    <a:cubicBezTo>
                      <a:pt x="57" y="6"/>
                      <a:pt x="57" y="6"/>
                      <a:pt x="57" y="6"/>
                    </a:cubicBezTo>
                    <a:cubicBezTo>
                      <a:pt x="57" y="6"/>
                      <a:pt x="55" y="5"/>
                      <a:pt x="55" y="4"/>
                    </a:cubicBezTo>
                    <a:cubicBezTo>
                      <a:pt x="55" y="5"/>
                      <a:pt x="55" y="6"/>
                      <a:pt x="54" y="6"/>
                    </a:cubicBezTo>
                    <a:cubicBezTo>
                      <a:pt x="55" y="7"/>
                      <a:pt x="54" y="6"/>
                      <a:pt x="55" y="8"/>
                    </a:cubicBezTo>
                    <a:cubicBezTo>
                      <a:pt x="55" y="7"/>
                      <a:pt x="55" y="7"/>
                      <a:pt x="55" y="7"/>
                    </a:cubicBezTo>
                    <a:cubicBezTo>
                      <a:pt x="55" y="8"/>
                      <a:pt x="55" y="8"/>
                      <a:pt x="53" y="7"/>
                    </a:cubicBezTo>
                    <a:cubicBezTo>
                      <a:pt x="50" y="7"/>
                      <a:pt x="49" y="9"/>
                      <a:pt x="47" y="10"/>
                    </a:cubicBezTo>
                    <a:cubicBezTo>
                      <a:pt x="46" y="12"/>
                      <a:pt x="45" y="14"/>
                      <a:pt x="43" y="16"/>
                    </a:cubicBezTo>
                    <a:cubicBezTo>
                      <a:pt x="44" y="19"/>
                      <a:pt x="43" y="18"/>
                      <a:pt x="44" y="21"/>
                    </a:cubicBezTo>
                    <a:cubicBezTo>
                      <a:pt x="44" y="20"/>
                      <a:pt x="44" y="20"/>
                      <a:pt x="44" y="20"/>
                    </a:cubicBezTo>
                    <a:cubicBezTo>
                      <a:pt x="44" y="22"/>
                      <a:pt x="43" y="20"/>
                      <a:pt x="42" y="19"/>
                    </a:cubicBezTo>
                    <a:cubicBezTo>
                      <a:pt x="43" y="21"/>
                      <a:pt x="42" y="20"/>
                      <a:pt x="43" y="22"/>
                    </a:cubicBezTo>
                    <a:cubicBezTo>
                      <a:pt x="44" y="23"/>
                      <a:pt x="41" y="19"/>
                      <a:pt x="42" y="20"/>
                    </a:cubicBezTo>
                    <a:cubicBezTo>
                      <a:pt x="41" y="20"/>
                      <a:pt x="42" y="21"/>
                      <a:pt x="42" y="21"/>
                    </a:cubicBezTo>
                    <a:cubicBezTo>
                      <a:pt x="42" y="23"/>
                      <a:pt x="41" y="20"/>
                      <a:pt x="40" y="18"/>
                    </a:cubicBezTo>
                    <a:cubicBezTo>
                      <a:pt x="39" y="19"/>
                      <a:pt x="39" y="22"/>
                      <a:pt x="38" y="21"/>
                    </a:cubicBezTo>
                    <a:cubicBezTo>
                      <a:pt x="38" y="21"/>
                      <a:pt x="38" y="22"/>
                      <a:pt x="38" y="22"/>
                    </a:cubicBezTo>
                    <a:cubicBezTo>
                      <a:pt x="37" y="19"/>
                      <a:pt x="38" y="23"/>
                      <a:pt x="38" y="22"/>
                    </a:cubicBezTo>
                    <a:cubicBezTo>
                      <a:pt x="37" y="21"/>
                      <a:pt x="37" y="21"/>
                      <a:pt x="37" y="21"/>
                    </a:cubicBezTo>
                    <a:cubicBezTo>
                      <a:pt x="36" y="20"/>
                      <a:pt x="37" y="22"/>
                      <a:pt x="36" y="21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36" y="23"/>
                      <a:pt x="35" y="20"/>
                      <a:pt x="35" y="21"/>
                    </a:cubicBezTo>
                    <a:cubicBezTo>
                      <a:pt x="35" y="20"/>
                      <a:pt x="35" y="21"/>
                      <a:pt x="35" y="20"/>
                    </a:cubicBezTo>
                    <a:cubicBezTo>
                      <a:pt x="36" y="24"/>
                      <a:pt x="34" y="19"/>
                      <a:pt x="34" y="21"/>
                    </a:cubicBezTo>
                    <a:cubicBezTo>
                      <a:pt x="34" y="21"/>
                      <a:pt x="34" y="21"/>
                      <a:pt x="34" y="21"/>
                    </a:cubicBezTo>
                    <a:cubicBezTo>
                      <a:pt x="34" y="21"/>
                      <a:pt x="34" y="20"/>
                      <a:pt x="32" y="22"/>
                    </a:cubicBezTo>
                    <a:cubicBezTo>
                      <a:pt x="32" y="22"/>
                      <a:pt x="31" y="19"/>
                      <a:pt x="30" y="21"/>
                    </a:cubicBezTo>
                    <a:cubicBezTo>
                      <a:pt x="30" y="22"/>
                      <a:pt x="30" y="22"/>
                      <a:pt x="30" y="22"/>
                    </a:cubicBezTo>
                    <a:cubicBezTo>
                      <a:pt x="30" y="22"/>
                      <a:pt x="30" y="21"/>
                      <a:pt x="30" y="21"/>
                    </a:cubicBezTo>
                    <a:cubicBezTo>
                      <a:pt x="30" y="22"/>
                      <a:pt x="30" y="20"/>
                      <a:pt x="29" y="20"/>
                    </a:cubicBezTo>
                    <a:cubicBezTo>
                      <a:pt x="29" y="21"/>
                      <a:pt x="29" y="21"/>
                      <a:pt x="29" y="22"/>
                    </a:cubicBezTo>
                    <a:cubicBezTo>
                      <a:pt x="29" y="20"/>
                      <a:pt x="28" y="23"/>
                      <a:pt x="27" y="21"/>
                    </a:cubicBezTo>
                    <a:cubicBezTo>
                      <a:pt x="27" y="25"/>
                      <a:pt x="27" y="23"/>
                      <a:pt x="27" y="24"/>
                    </a:cubicBezTo>
                    <a:cubicBezTo>
                      <a:pt x="27" y="24"/>
                      <a:pt x="27" y="23"/>
                      <a:pt x="27" y="22"/>
                    </a:cubicBezTo>
                    <a:cubicBezTo>
                      <a:pt x="26" y="22"/>
                      <a:pt x="26" y="22"/>
                      <a:pt x="26" y="21"/>
                    </a:cubicBezTo>
                    <a:cubicBezTo>
                      <a:pt x="26" y="22"/>
                      <a:pt x="25" y="24"/>
                      <a:pt x="25" y="23"/>
                    </a:cubicBezTo>
                    <a:cubicBezTo>
                      <a:pt x="25" y="21"/>
                      <a:pt x="25" y="23"/>
                      <a:pt x="25" y="22"/>
                    </a:cubicBezTo>
                    <a:cubicBezTo>
                      <a:pt x="24" y="24"/>
                      <a:pt x="24" y="25"/>
                      <a:pt x="24" y="25"/>
                    </a:cubicBezTo>
                    <a:cubicBezTo>
                      <a:pt x="24" y="22"/>
                      <a:pt x="24" y="22"/>
                      <a:pt x="24" y="22"/>
                    </a:cubicBezTo>
                    <a:cubicBezTo>
                      <a:pt x="23" y="23"/>
                      <a:pt x="23" y="20"/>
                      <a:pt x="21" y="23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0" y="23"/>
                      <a:pt x="20" y="21"/>
                      <a:pt x="18" y="24"/>
                    </a:cubicBezTo>
                    <a:cubicBezTo>
                      <a:pt x="18" y="23"/>
                      <a:pt x="18" y="22"/>
                      <a:pt x="18" y="22"/>
                    </a:cubicBezTo>
                    <a:cubicBezTo>
                      <a:pt x="17" y="24"/>
                      <a:pt x="17" y="23"/>
                      <a:pt x="16" y="25"/>
                    </a:cubicBezTo>
                    <a:cubicBezTo>
                      <a:pt x="16" y="25"/>
                      <a:pt x="16" y="24"/>
                      <a:pt x="16" y="24"/>
                    </a:cubicBezTo>
                    <a:cubicBezTo>
                      <a:pt x="16" y="23"/>
                      <a:pt x="17" y="21"/>
                      <a:pt x="16" y="23"/>
                    </a:cubicBezTo>
                    <a:cubicBezTo>
                      <a:pt x="16" y="22"/>
                      <a:pt x="16" y="22"/>
                      <a:pt x="16" y="22"/>
                    </a:cubicBezTo>
                    <a:cubicBezTo>
                      <a:pt x="15" y="23"/>
                      <a:pt x="14" y="24"/>
                      <a:pt x="15" y="23"/>
                    </a:cubicBezTo>
                    <a:cubicBezTo>
                      <a:pt x="14" y="24"/>
                      <a:pt x="13" y="24"/>
                      <a:pt x="13" y="26"/>
                    </a:cubicBezTo>
                    <a:cubicBezTo>
                      <a:pt x="12" y="26"/>
                      <a:pt x="14" y="23"/>
                      <a:pt x="13" y="25"/>
                    </a:cubicBezTo>
                    <a:cubicBezTo>
                      <a:pt x="14" y="23"/>
                      <a:pt x="14" y="23"/>
                      <a:pt x="14" y="23"/>
                    </a:cubicBezTo>
                    <a:cubicBezTo>
                      <a:pt x="14" y="22"/>
                      <a:pt x="12" y="23"/>
                      <a:pt x="11" y="23"/>
                    </a:cubicBezTo>
                    <a:cubicBezTo>
                      <a:pt x="12" y="21"/>
                      <a:pt x="10" y="23"/>
                      <a:pt x="11" y="22"/>
                    </a:cubicBezTo>
                    <a:cubicBezTo>
                      <a:pt x="10" y="23"/>
                      <a:pt x="11" y="21"/>
                      <a:pt x="9" y="23"/>
                    </a:cubicBezTo>
                    <a:cubicBezTo>
                      <a:pt x="10" y="22"/>
                      <a:pt x="10" y="22"/>
                      <a:pt x="10" y="22"/>
                    </a:cubicBezTo>
                    <a:cubicBezTo>
                      <a:pt x="10" y="22"/>
                      <a:pt x="10" y="21"/>
                      <a:pt x="10" y="21"/>
                    </a:cubicBezTo>
                    <a:cubicBezTo>
                      <a:pt x="10" y="20"/>
                      <a:pt x="8" y="21"/>
                      <a:pt x="8" y="22"/>
                    </a:cubicBezTo>
                    <a:cubicBezTo>
                      <a:pt x="9" y="21"/>
                      <a:pt x="9" y="21"/>
                      <a:pt x="9" y="21"/>
                    </a:cubicBezTo>
                    <a:cubicBezTo>
                      <a:pt x="8" y="21"/>
                      <a:pt x="6" y="22"/>
                      <a:pt x="5" y="23"/>
                    </a:cubicBezTo>
                    <a:cubicBezTo>
                      <a:pt x="6" y="22"/>
                      <a:pt x="5" y="23"/>
                      <a:pt x="5" y="22"/>
                    </a:cubicBezTo>
                    <a:cubicBezTo>
                      <a:pt x="6" y="22"/>
                      <a:pt x="8" y="21"/>
                      <a:pt x="9" y="20"/>
                    </a:cubicBezTo>
                    <a:cubicBezTo>
                      <a:pt x="10" y="20"/>
                      <a:pt x="6" y="21"/>
                      <a:pt x="8" y="20"/>
                    </a:cubicBezTo>
                    <a:cubicBezTo>
                      <a:pt x="9" y="20"/>
                      <a:pt x="8" y="20"/>
                      <a:pt x="6" y="21"/>
                    </a:cubicBezTo>
                    <a:cubicBezTo>
                      <a:pt x="8" y="20"/>
                      <a:pt x="8" y="20"/>
                      <a:pt x="8" y="20"/>
                    </a:cubicBezTo>
                    <a:cubicBezTo>
                      <a:pt x="8" y="20"/>
                      <a:pt x="8" y="20"/>
                      <a:pt x="7" y="20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5" y="21"/>
                      <a:pt x="5" y="20"/>
                      <a:pt x="3" y="21"/>
                    </a:cubicBezTo>
                    <a:cubicBezTo>
                      <a:pt x="4" y="21"/>
                      <a:pt x="4" y="21"/>
                      <a:pt x="4" y="21"/>
                    </a:cubicBezTo>
                    <a:cubicBezTo>
                      <a:pt x="3" y="22"/>
                      <a:pt x="2" y="22"/>
                      <a:pt x="3" y="21"/>
                    </a:cubicBezTo>
                    <a:cubicBezTo>
                      <a:pt x="5" y="20"/>
                      <a:pt x="6" y="20"/>
                      <a:pt x="7" y="20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4" y="20"/>
                      <a:pt x="3" y="21"/>
                      <a:pt x="2" y="21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1" y="22"/>
                      <a:pt x="1" y="22"/>
                      <a:pt x="1" y="22"/>
                    </a:cubicBezTo>
                    <a:cubicBezTo>
                      <a:pt x="2" y="22"/>
                      <a:pt x="1" y="23"/>
                      <a:pt x="2" y="23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4" y="22"/>
                      <a:pt x="6" y="21"/>
                      <a:pt x="4" y="22"/>
                    </a:cubicBezTo>
                    <a:cubicBezTo>
                      <a:pt x="2" y="23"/>
                      <a:pt x="2" y="23"/>
                      <a:pt x="2" y="23"/>
                    </a:cubicBezTo>
                    <a:cubicBezTo>
                      <a:pt x="3" y="23"/>
                      <a:pt x="3" y="23"/>
                      <a:pt x="3" y="23"/>
                    </a:cubicBezTo>
                    <a:cubicBezTo>
                      <a:pt x="1" y="25"/>
                      <a:pt x="1" y="25"/>
                      <a:pt x="1" y="25"/>
                    </a:cubicBezTo>
                    <a:cubicBezTo>
                      <a:pt x="4" y="23"/>
                      <a:pt x="2" y="25"/>
                      <a:pt x="3" y="24"/>
                    </a:cubicBezTo>
                    <a:cubicBezTo>
                      <a:pt x="2" y="25"/>
                      <a:pt x="2" y="25"/>
                      <a:pt x="2" y="25"/>
                    </a:cubicBezTo>
                    <a:cubicBezTo>
                      <a:pt x="2" y="26"/>
                      <a:pt x="4" y="24"/>
                      <a:pt x="4" y="24"/>
                    </a:cubicBezTo>
                    <a:cubicBezTo>
                      <a:pt x="4" y="24"/>
                      <a:pt x="1" y="26"/>
                      <a:pt x="1" y="27"/>
                    </a:cubicBezTo>
                    <a:cubicBezTo>
                      <a:pt x="1" y="27"/>
                      <a:pt x="3" y="26"/>
                      <a:pt x="2" y="28"/>
                    </a:cubicBezTo>
                    <a:cubicBezTo>
                      <a:pt x="2" y="28"/>
                      <a:pt x="4" y="28"/>
                      <a:pt x="5" y="27"/>
                    </a:cubicBezTo>
                    <a:cubicBezTo>
                      <a:pt x="5" y="28"/>
                      <a:pt x="3" y="29"/>
                      <a:pt x="4" y="29"/>
                    </a:cubicBezTo>
                    <a:cubicBezTo>
                      <a:pt x="3" y="29"/>
                      <a:pt x="2" y="30"/>
                      <a:pt x="2" y="31"/>
                    </a:cubicBezTo>
                    <a:cubicBezTo>
                      <a:pt x="3" y="30"/>
                      <a:pt x="2" y="32"/>
                      <a:pt x="4" y="30"/>
                    </a:cubicBezTo>
                    <a:cubicBezTo>
                      <a:pt x="4" y="30"/>
                      <a:pt x="4" y="31"/>
                      <a:pt x="5" y="31"/>
                    </a:cubicBezTo>
                    <a:cubicBezTo>
                      <a:pt x="4" y="31"/>
                      <a:pt x="3" y="33"/>
                      <a:pt x="3" y="33"/>
                    </a:cubicBezTo>
                    <a:cubicBezTo>
                      <a:pt x="4" y="32"/>
                      <a:pt x="5" y="32"/>
                      <a:pt x="5" y="32"/>
                    </a:cubicBezTo>
                    <a:cubicBezTo>
                      <a:pt x="6" y="31"/>
                      <a:pt x="6" y="31"/>
                      <a:pt x="7" y="29"/>
                    </a:cubicBezTo>
                    <a:cubicBezTo>
                      <a:pt x="7" y="29"/>
                      <a:pt x="8" y="28"/>
                      <a:pt x="8" y="29"/>
                    </a:cubicBezTo>
                    <a:cubicBezTo>
                      <a:pt x="7" y="30"/>
                      <a:pt x="5" y="32"/>
                      <a:pt x="6" y="33"/>
                    </a:cubicBezTo>
                    <a:cubicBezTo>
                      <a:pt x="4" y="35"/>
                      <a:pt x="5" y="32"/>
                      <a:pt x="4" y="34"/>
                    </a:cubicBezTo>
                    <a:cubicBezTo>
                      <a:pt x="2" y="36"/>
                      <a:pt x="2" y="36"/>
                      <a:pt x="2" y="35"/>
                    </a:cubicBezTo>
                    <a:cubicBezTo>
                      <a:pt x="0" y="36"/>
                      <a:pt x="2" y="35"/>
                      <a:pt x="1" y="37"/>
                    </a:cubicBezTo>
                    <a:cubicBezTo>
                      <a:pt x="1" y="37"/>
                      <a:pt x="2" y="36"/>
                      <a:pt x="3" y="36"/>
                    </a:cubicBezTo>
                    <a:cubicBezTo>
                      <a:pt x="4" y="35"/>
                      <a:pt x="4" y="35"/>
                      <a:pt x="4" y="34"/>
                    </a:cubicBezTo>
                    <a:cubicBezTo>
                      <a:pt x="6" y="32"/>
                      <a:pt x="4" y="36"/>
                      <a:pt x="4" y="36"/>
                    </a:cubicBezTo>
                    <a:cubicBezTo>
                      <a:pt x="3" y="36"/>
                      <a:pt x="3" y="36"/>
                      <a:pt x="3" y="36"/>
                    </a:cubicBezTo>
                    <a:cubicBezTo>
                      <a:pt x="3" y="37"/>
                      <a:pt x="4" y="36"/>
                      <a:pt x="4" y="36"/>
                    </a:cubicBezTo>
                    <a:cubicBezTo>
                      <a:pt x="3" y="39"/>
                      <a:pt x="4" y="36"/>
                      <a:pt x="3" y="38"/>
                    </a:cubicBezTo>
                    <a:cubicBezTo>
                      <a:pt x="1" y="40"/>
                      <a:pt x="1" y="40"/>
                      <a:pt x="1" y="40"/>
                    </a:cubicBezTo>
                    <a:cubicBezTo>
                      <a:pt x="2" y="41"/>
                      <a:pt x="3" y="38"/>
                      <a:pt x="3" y="39"/>
                    </a:cubicBezTo>
                    <a:cubicBezTo>
                      <a:pt x="2" y="40"/>
                      <a:pt x="2" y="40"/>
                      <a:pt x="2" y="40"/>
                    </a:cubicBezTo>
                    <a:cubicBezTo>
                      <a:pt x="3" y="39"/>
                      <a:pt x="3" y="39"/>
                      <a:pt x="3" y="39"/>
                    </a:cubicBezTo>
                    <a:cubicBezTo>
                      <a:pt x="4" y="38"/>
                      <a:pt x="5" y="37"/>
                      <a:pt x="4" y="37"/>
                    </a:cubicBezTo>
                    <a:cubicBezTo>
                      <a:pt x="6" y="34"/>
                      <a:pt x="5" y="37"/>
                      <a:pt x="6" y="36"/>
                    </a:cubicBezTo>
                    <a:cubicBezTo>
                      <a:pt x="7" y="35"/>
                      <a:pt x="5" y="36"/>
                      <a:pt x="6" y="35"/>
                    </a:cubicBezTo>
                    <a:cubicBezTo>
                      <a:pt x="7" y="33"/>
                      <a:pt x="7" y="34"/>
                      <a:pt x="8" y="33"/>
                    </a:cubicBezTo>
                    <a:cubicBezTo>
                      <a:pt x="8" y="34"/>
                      <a:pt x="7" y="35"/>
                      <a:pt x="6" y="36"/>
                    </a:cubicBezTo>
                    <a:cubicBezTo>
                      <a:pt x="6" y="36"/>
                      <a:pt x="6" y="36"/>
                      <a:pt x="6" y="36"/>
                    </a:cubicBezTo>
                    <a:cubicBezTo>
                      <a:pt x="5" y="37"/>
                      <a:pt x="5" y="39"/>
                      <a:pt x="4" y="40"/>
                    </a:cubicBezTo>
                    <a:cubicBezTo>
                      <a:pt x="4" y="41"/>
                      <a:pt x="5" y="38"/>
                      <a:pt x="5" y="39"/>
                    </a:cubicBezTo>
                    <a:cubicBezTo>
                      <a:pt x="5" y="39"/>
                      <a:pt x="6" y="37"/>
                      <a:pt x="6" y="37"/>
                    </a:cubicBezTo>
                    <a:cubicBezTo>
                      <a:pt x="9" y="33"/>
                      <a:pt x="5" y="40"/>
                      <a:pt x="6" y="39"/>
                    </a:cubicBezTo>
                    <a:cubicBezTo>
                      <a:pt x="7" y="37"/>
                      <a:pt x="9" y="36"/>
                      <a:pt x="10" y="33"/>
                    </a:cubicBezTo>
                    <a:cubicBezTo>
                      <a:pt x="10" y="32"/>
                      <a:pt x="11" y="32"/>
                      <a:pt x="11" y="32"/>
                    </a:cubicBezTo>
                    <a:cubicBezTo>
                      <a:pt x="10" y="34"/>
                      <a:pt x="10" y="34"/>
                      <a:pt x="9" y="35"/>
                    </a:cubicBezTo>
                    <a:cubicBezTo>
                      <a:pt x="9" y="35"/>
                      <a:pt x="9" y="35"/>
                      <a:pt x="9" y="35"/>
                    </a:cubicBezTo>
                    <a:cubicBezTo>
                      <a:pt x="8" y="38"/>
                      <a:pt x="8" y="38"/>
                      <a:pt x="8" y="38"/>
                    </a:cubicBezTo>
                    <a:cubicBezTo>
                      <a:pt x="7" y="39"/>
                      <a:pt x="7" y="40"/>
                      <a:pt x="7" y="41"/>
                    </a:cubicBezTo>
                    <a:cubicBezTo>
                      <a:pt x="8" y="41"/>
                      <a:pt x="8" y="40"/>
                      <a:pt x="8" y="39"/>
                    </a:cubicBezTo>
                    <a:cubicBezTo>
                      <a:pt x="8" y="40"/>
                      <a:pt x="7" y="41"/>
                      <a:pt x="8" y="41"/>
                    </a:cubicBezTo>
                    <a:cubicBezTo>
                      <a:pt x="8" y="40"/>
                      <a:pt x="9" y="38"/>
                      <a:pt x="9" y="38"/>
                    </a:cubicBezTo>
                    <a:cubicBezTo>
                      <a:pt x="10" y="38"/>
                      <a:pt x="9" y="40"/>
                      <a:pt x="9" y="41"/>
                    </a:cubicBezTo>
                    <a:cubicBezTo>
                      <a:pt x="8" y="42"/>
                      <a:pt x="8" y="42"/>
                      <a:pt x="8" y="42"/>
                    </a:cubicBezTo>
                    <a:cubicBezTo>
                      <a:pt x="9" y="41"/>
                      <a:pt x="8" y="43"/>
                      <a:pt x="8" y="42"/>
                    </a:cubicBezTo>
                    <a:cubicBezTo>
                      <a:pt x="9" y="41"/>
                      <a:pt x="9" y="40"/>
                      <a:pt x="10" y="38"/>
                    </a:cubicBezTo>
                    <a:cubicBezTo>
                      <a:pt x="11" y="38"/>
                      <a:pt x="10" y="40"/>
                      <a:pt x="10" y="39"/>
                    </a:cubicBezTo>
                    <a:cubicBezTo>
                      <a:pt x="9" y="40"/>
                      <a:pt x="9" y="40"/>
                      <a:pt x="9" y="40"/>
                    </a:cubicBezTo>
                    <a:cubicBezTo>
                      <a:pt x="10" y="40"/>
                      <a:pt x="8" y="43"/>
                      <a:pt x="9" y="43"/>
                    </a:cubicBezTo>
                    <a:cubicBezTo>
                      <a:pt x="10" y="41"/>
                      <a:pt x="10" y="41"/>
                      <a:pt x="10" y="41"/>
                    </a:cubicBezTo>
                    <a:cubicBezTo>
                      <a:pt x="9" y="43"/>
                      <a:pt x="9" y="43"/>
                      <a:pt x="9" y="43"/>
                    </a:cubicBezTo>
                    <a:cubicBezTo>
                      <a:pt x="10" y="42"/>
                      <a:pt x="10" y="42"/>
                      <a:pt x="10" y="42"/>
                    </a:cubicBezTo>
                    <a:cubicBezTo>
                      <a:pt x="10" y="43"/>
                      <a:pt x="10" y="43"/>
                      <a:pt x="10" y="43"/>
                    </a:cubicBezTo>
                    <a:cubicBezTo>
                      <a:pt x="10" y="42"/>
                      <a:pt x="11" y="40"/>
                      <a:pt x="11" y="42"/>
                    </a:cubicBezTo>
                    <a:cubicBezTo>
                      <a:pt x="12" y="40"/>
                      <a:pt x="11" y="42"/>
                      <a:pt x="11" y="41"/>
                    </a:cubicBezTo>
                    <a:cubicBezTo>
                      <a:pt x="11" y="39"/>
                      <a:pt x="12" y="39"/>
                      <a:pt x="12" y="39"/>
                    </a:cubicBezTo>
                    <a:cubicBezTo>
                      <a:pt x="11" y="42"/>
                      <a:pt x="12" y="39"/>
                      <a:pt x="12" y="40"/>
                    </a:cubicBezTo>
                    <a:cubicBezTo>
                      <a:pt x="12" y="41"/>
                      <a:pt x="12" y="41"/>
                      <a:pt x="12" y="42"/>
                    </a:cubicBezTo>
                    <a:cubicBezTo>
                      <a:pt x="13" y="40"/>
                      <a:pt x="13" y="40"/>
                      <a:pt x="13" y="40"/>
                    </a:cubicBezTo>
                    <a:cubicBezTo>
                      <a:pt x="12" y="43"/>
                      <a:pt x="13" y="39"/>
                      <a:pt x="13" y="41"/>
                    </a:cubicBezTo>
                    <a:cubicBezTo>
                      <a:pt x="13" y="42"/>
                      <a:pt x="12" y="43"/>
                      <a:pt x="12" y="43"/>
                    </a:cubicBezTo>
                    <a:cubicBezTo>
                      <a:pt x="13" y="41"/>
                      <a:pt x="14" y="40"/>
                      <a:pt x="14" y="39"/>
                    </a:cubicBezTo>
                    <a:cubicBezTo>
                      <a:pt x="14" y="40"/>
                      <a:pt x="13" y="42"/>
                      <a:pt x="13" y="44"/>
                    </a:cubicBezTo>
                    <a:cubicBezTo>
                      <a:pt x="14" y="42"/>
                      <a:pt x="13" y="45"/>
                      <a:pt x="14" y="43"/>
                    </a:cubicBezTo>
                    <a:cubicBezTo>
                      <a:pt x="14" y="42"/>
                      <a:pt x="14" y="41"/>
                      <a:pt x="15" y="40"/>
                    </a:cubicBezTo>
                    <a:cubicBezTo>
                      <a:pt x="15" y="40"/>
                      <a:pt x="14" y="41"/>
                      <a:pt x="14" y="42"/>
                    </a:cubicBezTo>
                    <a:cubicBezTo>
                      <a:pt x="14" y="42"/>
                      <a:pt x="15" y="40"/>
                      <a:pt x="15" y="39"/>
                    </a:cubicBezTo>
                    <a:cubicBezTo>
                      <a:pt x="15" y="39"/>
                      <a:pt x="16" y="37"/>
                      <a:pt x="16" y="39"/>
                    </a:cubicBezTo>
                    <a:cubicBezTo>
                      <a:pt x="16" y="40"/>
                      <a:pt x="15" y="39"/>
                      <a:pt x="15" y="40"/>
                    </a:cubicBezTo>
                    <a:cubicBezTo>
                      <a:pt x="16" y="41"/>
                      <a:pt x="17" y="37"/>
                      <a:pt x="17" y="36"/>
                    </a:cubicBezTo>
                    <a:cubicBezTo>
                      <a:pt x="17" y="35"/>
                      <a:pt x="18" y="32"/>
                      <a:pt x="19" y="31"/>
                    </a:cubicBezTo>
                    <a:cubicBezTo>
                      <a:pt x="19" y="32"/>
                      <a:pt x="18" y="32"/>
                      <a:pt x="18" y="34"/>
                    </a:cubicBezTo>
                    <a:cubicBezTo>
                      <a:pt x="18" y="34"/>
                      <a:pt x="18" y="34"/>
                      <a:pt x="18" y="34"/>
                    </a:cubicBezTo>
                    <a:cubicBezTo>
                      <a:pt x="18" y="37"/>
                      <a:pt x="16" y="39"/>
                      <a:pt x="16" y="41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16" y="43"/>
                      <a:pt x="16" y="43"/>
                      <a:pt x="16" y="43"/>
                    </a:cubicBezTo>
                    <a:cubicBezTo>
                      <a:pt x="16" y="41"/>
                      <a:pt x="16" y="43"/>
                      <a:pt x="16" y="42"/>
                    </a:cubicBezTo>
                    <a:cubicBezTo>
                      <a:pt x="17" y="41"/>
                      <a:pt x="16" y="43"/>
                      <a:pt x="16" y="41"/>
                    </a:cubicBezTo>
                    <a:cubicBezTo>
                      <a:pt x="17" y="41"/>
                      <a:pt x="18" y="38"/>
                      <a:pt x="18" y="39"/>
                    </a:cubicBezTo>
                    <a:cubicBezTo>
                      <a:pt x="17" y="43"/>
                      <a:pt x="17" y="43"/>
                      <a:pt x="17" y="43"/>
                    </a:cubicBezTo>
                    <a:cubicBezTo>
                      <a:pt x="17" y="43"/>
                      <a:pt x="17" y="41"/>
                      <a:pt x="17" y="42"/>
                    </a:cubicBezTo>
                    <a:cubicBezTo>
                      <a:pt x="17" y="43"/>
                      <a:pt x="17" y="43"/>
                      <a:pt x="17" y="43"/>
                    </a:cubicBezTo>
                    <a:cubicBezTo>
                      <a:pt x="18" y="43"/>
                      <a:pt x="19" y="43"/>
                      <a:pt x="21" y="39"/>
                    </a:cubicBezTo>
                    <a:cubicBezTo>
                      <a:pt x="21" y="41"/>
                      <a:pt x="21" y="41"/>
                      <a:pt x="21" y="42"/>
                    </a:cubicBezTo>
                    <a:cubicBezTo>
                      <a:pt x="21" y="42"/>
                      <a:pt x="22" y="41"/>
                      <a:pt x="22" y="41"/>
                    </a:cubicBezTo>
                    <a:cubicBezTo>
                      <a:pt x="22" y="43"/>
                      <a:pt x="22" y="43"/>
                      <a:pt x="22" y="43"/>
                    </a:cubicBezTo>
                    <a:cubicBezTo>
                      <a:pt x="22" y="44"/>
                      <a:pt x="23" y="42"/>
                      <a:pt x="23" y="41"/>
                    </a:cubicBezTo>
                    <a:cubicBezTo>
                      <a:pt x="23" y="42"/>
                      <a:pt x="23" y="42"/>
                      <a:pt x="23" y="42"/>
                    </a:cubicBezTo>
                    <a:cubicBezTo>
                      <a:pt x="23" y="44"/>
                      <a:pt x="23" y="41"/>
                      <a:pt x="23" y="41"/>
                    </a:cubicBezTo>
                    <a:cubicBezTo>
                      <a:pt x="23" y="42"/>
                      <a:pt x="23" y="42"/>
                      <a:pt x="23" y="42"/>
                    </a:cubicBezTo>
                    <a:cubicBezTo>
                      <a:pt x="24" y="41"/>
                      <a:pt x="24" y="41"/>
                      <a:pt x="24" y="41"/>
                    </a:cubicBezTo>
                    <a:cubicBezTo>
                      <a:pt x="24" y="40"/>
                      <a:pt x="24" y="41"/>
                      <a:pt x="24" y="43"/>
                    </a:cubicBezTo>
                    <a:cubicBezTo>
                      <a:pt x="24" y="41"/>
                      <a:pt x="24" y="41"/>
                      <a:pt x="24" y="41"/>
                    </a:cubicBezTo>
                    <a:cubicBezTo>
                      <a:pt x="24" y="43"/>
                      <a:pt x="25" y="43"/>
                      <a:pt x="26" y="42"/>
                    </a:cubicBezTo>
                    <a:cubicBezTo>
                      <a:pt x="25" y="42"/>
                      <a:pt x="25" y="41"/>
                      <a:pt x="26" y="39"/>
                    </a:cubicBezTo>
                    <a:cubicBezTo>
                      <a:pt x="26" y="37"/>
                      <a:pt x="26" y="40"/>
                      <a:pt x="26" y="39"/>
                    </a:cubicBezTo>
                    <a:cubicBezTo>
                      <a:pt x="26" y="41"/>
                      <a:pt x="26" y="41"/>
                      <a:pt x="26" y="41"/>
                    </a:cubicBezTo>
                    <a:cubicBezTo>
                      <a:pt x="26" y="44"/>
                      <a:pt x="27" y="42"/>
                      <a:pt x="28" y="42"/>
                    </a:cubicBezTo>
                    <a:cubicBezTo>
                      <a:pt x="28" y="41"/>
                      <a:pt x="28" y="41"/>
                      <a:pt x="28" y="41"/>
                    </a:cubicBezTo>
                    <a:cubicBezTo>
                      <a:pt x="28" y="43"/>
                      <a:pt x="29" y="41"/>
                      <a:pt x="30" y="42"/>
                    </a:cubicBezTo>
                    <a:cubicBezTo>
                      <a:pt x="30" y="41"/>
                      <a:pt x="30" y="38"/>
                      <a:pt x="30" y="38"/>
                    </a:cubicBezTo>
                    <a:cubicBezTo>
                      <a:pt x="30" y="36"/>
                      <a:pt x="30" y="41"/>
                      <a:pt x="30" y="42"/>
                    </a:cubicBezTo>
                    <a:cubicBezTo>
                      <a:pt x="31" y="41"/>
                      <a:pt x="31" y="41"/>
                      <a:pt x="31" y="41"/>
                    </a:cubicBezTo>
                    <a:cubicBezTo>
                      <a:pt x="31" y="41"/>
                      <a:pt x="31" y="41"/>
                      <a:pt x="31" y="41"/>
                    </a:cubicBezTo>
                    <a:cubicBezTo>
                      <a:pt x="31" y="40"/>
                      <a:pt x="31" y="39"/>
                      <a:pt x="31" y="40"/>
                    </a:cubicBezTo>
                    <a:cubicBezTo>
                      <a:pt x="31" y="41"/>
                      <a:pt x="31" y="41"/>
                      <a:pt x="31" y="41"/>
                    </a:cubicBezTo>
                    <a:cubicBezTo>
                      <a:pt x="32" y="41"/>
                      <a:pt x="32" y="42"/>
                      <a:pt x="32" y="42"/>
                    </a:cubicBezTo>
                    <a:cubicBezTo>
                      <a:pt x="32" y="40"/>
                      <a:pt x="33" y="41"/>
                      <a:pt x="33" y="39"/>
                    </a:cubicBezTo>
                    <a:cubicBezTo>
                      <a:pt x="33" y="40"/>
                      <a:pt x="33" y="40"/>
                      <a:pt x="33" y="40"/>
                    </a:cubicBezTo>
                    <a:cubicBezTo>
                      <a:pt x="33" y="39"/>
                      <a:pt x="33" y="39"/>
                      <a:pt x="33" y="39"/>
                    </a:cubicBezTo>
                    <a:cubicBezTo>
                      <a:pt x="33" y="39"/>
                      <a:pt x="33" y="39"/>
                      <a:pt x="33" y="39"/>
                    </a:cubicBezTo>
                    <a:cubicBezTo>
                      <a:pt x="33" y="41"/>
                      <a:pt x="33" y="41"/>
                      <a:pt x="33" y="41"/>
                    </a:cubicBezTo>
                    <a:cubicBezTo>
                      <a:pt x="33" y="42"/>
                      <a:pt x="33" y="40"/>
                      <a:pt x="33" y="39"/>
                    </a:cubicBezTo>
                    <a:cubicBezTo>
                      <a:pt x="33" y="38"/>
                      <a:pt x="33" y="39"/>
                      <a:pt x="33" y="40"/>
                    </a:cubicBezTo>
                    <a:cubicBezTo>
                      <a:pt x="33" y="41"/>
                      <a:pt x="33" y="40"/>
                      <a:pt x="33" y="40"/>
                    </a:cubicBezTo>
                    <a:cubicBezTo>
                      <a:pt x="33" y="41"/>
                      <a:pt x="33" y="40"/>
                      <a:pt x="33" y="41"/>
                    </a:cubicBezTo>
                    <a:cubicBezTo>
                      <a:pt x="33" y="41"/>
                      <a:pt x="33" y="39"/>
                      <a:pt x="34" y="40"/>
                    </a:cubicBezTo>
                    <a:cubicBezTo>
                      <a:pt x="34" y="40"/>
                      <a:pt x="34" y="40"/>
                      <a:pt x="34" y="41"/>
                    </a:cubicBezTo>
                    <a:cubicBezTo>
                      <a:pt x="34" y="40"/>
                      <a:pt x="34" y="40"/>
                      <a:pt x="35" y="40"/>
                    </a:cubicBezTo>
                    <a:cubicBezTo>
                      <a:pt x="34" y="39"/>
                      <a:pt x="34" y="39"/>
                      <a:pt x="34" y="38"/>
                    </a:cubicBezTo>
                    <a:cubicBezTo>
                      <a:pt x="34" y="38"/>
                      <a:pt x="34" y="37"/>
                      <a:pt x="34" y="38"/>
                    </a:cubicBezTo>
                    <a:cubicBezTo>
                      <a:pt x="34" y="38"/>
                      <a:pt x="34" y="38"/>
                      <a:pt x="34" y="38"/>
                    </a:cubicBezTo>
                    <a:cubicBezTo>
                      <a:pt x="34" y="38"/>
                      <a:pt x="35" y="39"/>
                      <a:pt x="34" y="37"/>
                    </a:cubicBezTo>
                    <a:cubicBezTo>
                      <a:pt x="35" y="39"/>
                      <a:pt x="35" y="39"/>
                      <a:pt x="35" y="39"/>
                    </a:cubicBezTo>
                    <a:cubicBezTo>
                      <a:pt x="35" y="38"/>
                      <a:pt x="35" y="38"/>
                      <a:pt x="35" y="38"/>
                    </a:cubicBezTo>
                    <a:cubicBezTo>
                      <a:pt x="35" y="39"/>
                      <a:pt x="35" y="41"/>
                      <a:pt x="36" y="42"/>
                    </a:cubicBezTo>
                    <a:cubicBezTo>
                      <a:pt x="36" y="40"/>
                      <a:pt x="36" y="40"/>
                      <a:pt x="36" y="40"/>
                    </a:cubicBezTo>
                    <a:cubicBezTo>
                      <a:pt x="36" y="40"/>
                      <a:pt x="37" y="40"/>
                      <a:pt x="37" y="41"/>
                    </a:cubicBezTo>
                    <a:cubicBezTo>
                      <a:pt x="38" y="42"/>
                      <a:pt x="37" y="36"/>
                      <a:pt x="37" y="38"/>
                    </a:cubicBezTo>
                    <a:cubicBezTo>
                      <a:pt x="38" y="40"/>
                      <a:pt x="38" y="40"/>
                      <a:pt x="38" y="40"/>
                    </a:cubicBezTo>
                    <a:cubicBezTo>
                      <a:pt x="38" y="40"/>
                      <a:pt x="38" y="39"/>
                      <a:pt x="38" y="39"/>
                    </a:cubicBezTo>
                    <a:cubicBezTo>
                      <a:pt x="38" y="38"/>
                      <a:pt x="38" y="41"/>
                      <a:pt x="38" y="39"/>
                    </a:cubicBezTo>
                    <a:cubicBezTo>
                      <a:pt x="38" y="38"/>
                      <a:pt x="38" y="38"/>
                      <a:pt x="38" y="38"/>
                    </a:cubicBezTo>
                    <a:cubicBezTo>
                      <a:pt x="39" y="42"/>
                      <a:pt x="40" y="38"/>
                      <a:pt x="41" y="40"/>
                    </a:cubicBezTo>
                    <a:cubicBezTo>
                      <a:pt x="40" y="38"/>
                      <a:pt x="41" y="39"/>
                      <a:pt x="41" y="39"/>
                    </a:cubicBezTo>
                    <a:cubicBezTo>
                      <a:pt x="42" y="41"/>
                      <a:pt x="41" y="38"/>
                      <a:pt x="42" y="39"/>
                    </a:cubicBezTo>
                    <a:cubicBezTo>
                      <a:pt x="41" y="37"/>
                      <a:pt x="41" y="37"/>
                      <a:pt x="41" y="37"/>
                    </a:cubicBezTo>
                    <a:cubicBezTo>
                      <a:pt x="42" y="38"/>
                      <a:pt x="40" y="33"/>
                      <a:pt x="42" y="36"/>
                    </a:cubicBezTo>
                    <a:cubicBezTo>
                      <a:pt x="42" y="37"/>
                      <a:pt x="42" y="38"/>
                      <a:pt x="42" y="38"/>
                    </a:cubicBezTo>
                    <a:cubicBezTo>
                      <a:pt x="44" y="41"/>
                      <a:pt x="42" y="36"/>
                      <a:pt x="44" y="38"/>
                    </a:cubicBezTo>
                    <a:cubicBezTo>
                      <a:pt x="43" y="37"/>
                      <a:pt x="43" y="36"/>
                      <a:pt x="43" y="35"/>
                    </a:cubicBezTo>
                    <a:cubicBezTo>
                      <a:pt x="43" y="36"/>
                      <a:pt x="44" y="37"/>
                      <a:pt x="44" y="37"/>
                    </a:cubicBezTo>
                    <a:cubicBezTo>
                      <a:pt x="44" y="37"/>
                      <a:pt x="44" y="36"/>
                      <a:pt x="44" y="37"/>
                    </a:cubicBezTo>
                    <a:cubicBezTo>
                      <a:pt x="45" y="37"/>
                      <a:pt x="45" y="38"/>
                      <a:pt x="45" y="38"/>
                    </a:cubicBezTo>
                    <a:cubicBezTo>
                      <a:pt x="45" y="38"/>
                      <a:pt x="45" y="37"/>
                      <a:pt x="45" y="36"/>
                    </a:cubicBezTo>
                    <a:cubicBezTo>
                      <a:pt x="46" y="38"/>
                      <a:pt x="46" y="37"/>
                      <a:pt x="47" y="38"/>
                    </a:cubicBezTo>
                    <a:cubicBezTo>
                      <a:pt x="46" y="35"/>
                      <a:pt x="48" y="38"/>
                      <a:pt x="46" y="35"/>
                    </a:cubicBezTo>
                    <a:cubicBezTo>
                      <a:pt x="47" y="36"/>
                      <a:pt x="47" y="36"/>
                      <a:pt x="47" y="36"/>
                    </a:cubicBezTo>
                    <a:cubicBezTo>
                      <a:pt x="46" y="35"/>
                      <a:pt x="46" y="34"/>
                      <a:pt x="46" y="33"/>
                    </a:cubicBezTo>
                    <a:cubicBezTo>
                      <a:pt x="47" y="35"/>
                      <a:pt x="47" y="35"/>
                      <a:pt x="47" y="35"/>
                    </a:cubicBezTo>
                    <a:cubicBezTo>
                      <a:pt x="48" y="37"/>
                      <a:pt x="47" y="35"/>
                      <a:pt x="48" y="37"/>
                    </a:cubicBezTo>
                    <a:cubicBezTo>
                      <a:pt x="47" y="35"/>
                      <a:pt x="48" y="36"/>
                      <a:pt x="47" y="35"/>
                    </a:cubicBezTo>
                    <a:cubicBezTo>
                      <a:pt x="47" y="34"/>
                      <a:pt x="47" y="34"/>
                      <a:pt x="47" y="34"/>
                    </a:cubicBezTo>
                    <a:cubicBezTo>
                      <a:pt x="47" y="34"/>
                      <a:pt x="47" y="33"/>
                      <a:pt x="47" y="33"/>
                    </a:cubicBezTo>
                    <a:cubicBezTo>
                      <a:pt x="47" y="33"/>
                      <a:pt x="48" y="35"/>
                      <a:pt x="48" y="35"/>
                    </a:cubicBezTo>
                    <a:cubicBezTo>
                      <a:pt x="49" y="36"/>
                      <a:pt x="49" y="35"/>
                      <a:pt x="48" y="35"/>
                    </a:cubicBezTo>
                    <a:cubicBezTo>
                      <a:pt x="48" y="35"/>
                      <a:pt x="48" y="35"/>
                      <a:pt x="48" y="34"/>
                    </a:cubicBezTo>
                    <a:cubicBezTo>
                      <a:pt x="48" y="34"/>
                      <a:pt x="48" y="35"/>
                      <a:pt x="48" y="35"/>
                    </a:cubicBezTo>
                    <a:cubicBezTo>
                      <a:pt x="48" y="34"/>
                      <a:pt x="48" y="34"/>
                      <a:pt x="49" y="34"/>
                    </a:cubicBezTo>
                    <a:cubicBezTo>
                      <a:pt x="49" y="34"/>
                      <a:pt x="49" y="34"/>
                      <a:pt x="49" y="34"/>
                    </a:cubicBezTo>
                    <a:cubicBezTo>
                      <a:pt x="49" y="34"/>
                      <a:pt x="49" y="35"/>
                      <a:pt x="49" y="35"/>
                    </a:cubicBezTo>
                    <a:cubicBezTo>
                      <a:pt x="49" y="35"/>
                      <a:pt x="49" y="35"/>
                      <a:pt x="49" y="35"/>
                    </a:cubicBezTo>
                    <a:cubicBezTo>
                      <a:pt x="49" y="35"/>
                      <a:pt x="49" y="35"/>
                      <a:pt x="49" y="35"/>
                    </a:cubicBezTo>
                    <a:cubicBezTo>
                      <a:pt x="49" y="35"/>
                      <a:pt x="49" y="35"/>
                      <a:pt x="49" y="35"/>
                    </a:cubicBezTo>
                    <a:cubicBezTo>
                      <a:pt x="50" y="36"/>
                      <a:pt x="50" y="36"/>
                      <a:pt x="50" y="36"/>
                    </a:cubicBezTo>
                    <a:cubicBezTo>
                      <a:pt x="50" y="36"/>
                      <a:pt x="50" y="35"/>
                      <a:pt x="49" y="34"/>
                    </a:cubicBezTo>
                    <a:cubicBezTo>
                      <a:pt x="50" y="35"/>
                      <a:pt x="50" y="33"/>
                      <a:pt x="50" y="32"/>
                    </a:cubicBezTo>
                    <a:cubicBezTo>
                      <a:pt x="50" y="33"/>
                      <a:pt x="51" y="34"/>
                      <a:pt x="50" y="33"/>
                    </a:cubicBezTo>
                    <a:cubicBezTo>
                      <a:pt x="50" y="33"/>
                      <a:pt x="50" y="31"/>
                      <a:pt x="50" y="32"/>
                    </a:cubicBezTo>
                    <a:cubicBezTo>
                      <a:pt x="50" y="32"/>
                      <a:pt x="51" y="33"/>
                      <a:pt x="51" y="33"/>
                    </a:cubicBezTo>
                    <a:cubicBezTo>
                      <a:pt x="52" y="33"/>
                      <a:pt x="51" y="32"/>
                      <a:pt x="51" y="32"/>
                    </a:cubicBezTo>
                    <a:cubicBezTo>
                      <a:pt x="52" y="34"/>
                      <a:pt x="51" y="30"/>
                      <a:pt x="52" y="31"/>
                    </a:cubicBezTo>
                    <a:cubicBezTo>
                      <a:pt x="52" y="31"/>
                      <a:pt x="53" y="32"/>
                      <a:pt x="53" y="33"/>
                    </a:cubicBezTo>
                    <a:cubicBezTo>
                      <a:pt x="53" y="32"/>
                      <a:pt x="53" y="31"/>
                      <a:pt x="52" y="29"/>
                    </a:cubicBezTo>
                    <a:cubicBezTo>
                      <a:pt x="53" y="31"/>
                      <a:pt x="53" y="31"/>
                      <a:pt x="53" y="31"/>
                    </a:cubicBezTo>
                    <a:cubicBezTo>
                      <a:pt x="53" y="31"/>
                      <a:pt x="53" y="30"/>
                      <a:pt x="53" y="29"/>
                    </a:cubicBezTo>
                    <a:cubicBezTo>
                      <a:pt x="52" y="28"/>
                      <a:pt x="51" y="27"/>
                      <a:pt x="52" y="27"/>
                    </a:cubicBezTo>
                    <a:cubicBezTo>
                      <a:pt x="52" y="27"/>
                      <a:pt x="52" y="27"/>
                      <a:pt x="52" y="27"/>
                    </a:cubicBezTo>
                    <a:cubicBezTo>
                      <a:pt x="52" y="26"/>
                      <a:pt x="52" y="26"/>
                      <a:pt x="52" y="26"/>
                    </a:cubicBezTo>
                    <a:cubicBezTo>
                      <a:pt x="52" y="27"/>
                      <a:pt x="52" y="27"/>
                      <a:pt x="53" y="28"/>
                    </a:cubicBezTo>
                    <a:cubicBezTo>
                      <a:pt x="54" y="30"/>
                      <a:pt x="54" y="29"/>
                      <a:pt x="54" y="29"/>
                    </a:cubicBezTo>
                    <a:cubicBezTo>
                      <a:pt x="53" y="27"/>
                      <a:pt x="53" y="27"/>
                      <a:pt x="53" y="27"/>
                    </a:cubicBezTo>
                    <a:cubicBezTo>
                      <a:pt x="53" y="27"/>
                      <a:pt x="54" y="29"/>
                      <a:pt x="54" y="28"/>
                    </a:cubicBezTo>
                    <a:cubicBezTo>
                      <a:pt x="52" y="24"/>
                      <a:pt x="52" y="24"/>
                      <a:pt x="52" y="24"/>
                    </a:cubicBezTo>
                    <a:cubicBezTo>
                      <a:pt x="52" y="24"/>
                      <a:pt x="54" y="26"/>
                      <a:pt x="54" y="27"/>
                    </a:cubicBezTo>
                    <a:cubicBezTo>
                      <a:pt x="54" y="26"/>
                      <a:pt x="53" y="24"/>
                      <a:pt x="52" y="22"/>
                    </a:cubicBezTo>
                    <a:cubicBezTo>
                      <a:pt x="52" y="22"/>
                      <a:pt x="52" y="21"/>
                      <a:pt x="52" y="21"/>
                    </a:cubicBezTo>
                    <a:cubicBezTo>
                      <a:pt x="53" y="22"/>
                      <a:pt x="52" y="21"/>
                      <a:pt x="53" y="22"/>
                    </a:cubicBezTo>
                    <a:cubicBezTo>
                      <a:pt x="54" y="23"/>
                      <a:pt x="54" y="23"/>
                      <a:pt x="54" y="23"/>
                    </a:cubicBezTo>
                    <a:cubicBezTo>
                      <a:pt x="54" y="23"/>
                      <a:pt x="55" y="25"/>
                      <a:pt x="55" y="26"/>
                    </a:cubicBezTo>
                    <a:cubicBezTo>
                      <a:pt x="55" y="25"/>
                      <a:pt x="56" y="26"/>
                      <a:pt x="57" y="26"/>
                    </a:cubicBezTo>
                    <a:cubicBezTo>
                      <a:pt x="55" y="23"/>
                      <a:pt x="56" y="24"/>
                      <a:pt x="55" y="22"/>
                    </a:cubicBezTo>
                    <a:cubicBezTo>
                      <a:pt x="55" y="22"/>
                      <a:pt x="56" y="24"/>
                      <a:pt x="57" y="24"/>
                    </a:cubicBezTo>
                    <a:cubicBezTo>
                      <a:pt x="56" y="23"/>
                      <a:pt x="57" y="23"/>
                      <a:pt x="57" y="23"/>
                    </a:cubicBezTo>
                    <a:cubicBezTo>
                      <a:pt x="58" y="23"/>
                      <a:pt x="58" y="23"/>
                      <a:pt x="58" y="23"/>
                    </a:cubicBezTo>
                    <a:cubicBezTo>
                      <a:pt x="57" y="23"/>
                      <a:pt x="58" y="23"/>
                      <a:pt x="57" y="21"/>
                    </a:cubicBezTo>
                    <a:cubicBezTo>
                      <a:pt x="58" y="22"/>
                      <a:pt x="58" y="22"/>
                      <a:pt x="58" y="22"/>
                    </a:cubicBezTo>
                    <a:cubicBezTo>
                      <a:pt x="59" y="22"/>
                      <a:pt x="56" y="19"/>
                      <a:pt x="57" y="20"/>
                    </a:cubicBezTo>
                    <a:cubicBezTo>
                      <a:pt x="58" y="21"/>
                      <a:pt x="58" y="21"/>
                      <a:pt x="58" y="21"/>
                    </a:cubicBezTo>
                    <a:cubicBezTo>
                      <a:pt x="57" y="20"/>
                      <a:pt x="59" y="22"/>
                      <a:pt x="58" y="20"/>
                    </a:cubicBezTo>
                    <a:cubicBezTo>
                      <a:pt x="59" y="21"/>
                      <a:pt x="59" y="21"/>
                      <a:pt x="59" y="21"/>
                    </a:cubicBezTo>
                    <a:cubicBezTo>
                      <a:pt x="59" y="21"/>
                      <a:pt x="59" y="21"/>
                      <a:pt x="58" y="19"/>
                    </a:cubicBezTo>
                    <a:cubicBezTo>
                      <a:pt x="60" y="21"/>
                      <a:pt x="60" y="21"/>
                      <a:pt x="60" y="21"/>
                    </a:cubicBezTo>
                    <a:cubicBezTo>
                      <a:pt x="60" y="22"/>
                      <a:pt x="58" y="19"/>
                      <a:pt x="59" y="19"/>
                    </a:cubicBezTo>
                    <a:cubicBezTo>
                      <a:pt x="59" y="19"/>
                      <a:pt x="60" y="20"/>
                      <a:pt x="60" y="20"/>
                    </a:cubicBezTo>
                    <a:cubicBezTo>
                      <a:pt x="59" y="19"/>
                      <a:pt x="60" y="19"/>
                      <a:pt x="60" y="19"/>
                    </a:cubicBezTo>
                    <a:cubicBezTo>
                      <a:pt x="61" y="20"/>
                      <a:pt x="61" y="20"/>
                      <a:pt x="61" y="20"/>
                    </a:cubicBezTo>
                    <a:cubicBezTo>
                      <a:pt x="62" y="19"/>
                      <a:pt x="64" y="18"/>
                      <a:pt x="63" y="16"/>
                    </a:cubicBezTo>
                    <a:cubicBezTo>
                      <a:pt x="65" y="17"/>
                      <a:pt x="64" y="17"/>
                      <a:pt x="65" y="18"/>
                    </a:cubicBezTo>
                    <a:cubicBezTo>
                      <a:pt x="64" y="17"/>
                      <a:pt x="65" y="18"/>
                      <a:pt x="65" y="17"/>
                    </a:cubicBezTo>
                    <a:cubicBezTo>
                      <a:pt x="65" y="17"/>
                      <a:pt x="65" y="17"/>
                      <a:pt x="65" y="17"/>
                    </a:cubicBezTo>
                    <a:cubicBezTo>
                      <a:pt x="65" y="17"/>
                      <a:pt x="66" y="18"/>
                      <a:pt x="66" y="17"/>
                    </a:cubicBezTo>
                    <a:cubicBezTo>
                      <a:pt x="65" y="17"/>
                      <a:pt x="65" y="17"/>
                      <a:pt x="65" y="17"/>
                    </a:cubicBezTo>
                    <a:cubicBezTo>
                      <a:pt x="64" y="15"/>
                      <a:pt x="68" y="18"/>
                      <a:pt x="66" y="16"/>
                    </a:cubicBezTo>
                    <a:cubicBezTo>
                      <a:pt x="67" y="17"/>
                      <a:pt x="67" y="17"/>
                      <a:pt x="67" y="17"/>
                    </a:cubicBezTo>
                    <a:cubicBezTo>
                      <a:pt x="65" y="15"/>
                      <a:pt x="68" y="17"/>
                      <a:pt x="66" y="16"/>
                    </a:cubicBezTo>
                    <a:cubicBezTo>
                      <a:pt x="67" y="16"/>
                      <a:pt x="67" y="16"/>
                      <a:pt x="67" y="16"/>
                    </a:cubicBezTo>
                    <a:cubicBezTo>
                      <a:pt x="68" y="17"/>
                      <a:pt x="65" y="14"/>
                      <a:pt x="67" y="15"/>
                    </a:cubicBezTo>
                    <a:cubicBezTo>
                      <a:pt x="67" y="15"/>
                      <a:pt x="66" y="14"/>
                      <a:pt x="65" y="13"/>
                    </a:cubicBezTo>
                    <a:cubicBezTo>
                      <a:pt x="67" y="14"/>
                      <a:pt x="67" y="14"/>
                      <a:pt x="67" y="14"/>
                    </a:cubicBezTo>
                    <a:cubicBezTo>
                      <a:pt x="67" y="13"/>
                      <a:pt x="68" y="12"/>
                      <a:pt x="66" y="10"/>
                    </a:cubicBezTo>
                    <a:cubicBezTo>
                      <a:pt x="67" y="10"/>
                      <a:pt x="67" y="10"/>
                      <a:pt x="67" y="10"/>
                    </a:cubicBezTo>
                    <a:cubicBezTo>
                      <a:pt x="65" y="9"/>
                      <a:pt x="70" y="11"/>
                      <a:pt x="66" y="8"/>
                    </a:cubicBezTo>
                    <a:cubicBezTo>
                      <a:pt x="65" y="7"/>
                      <a:pt x="65" y="7"/>
                      <a:pt x="65" y="7"/>
                    </a:cubicBezTo>
                    <a:cubicBezTo>
                      <a:pt x="67" y="8"/>
                      <a:pt x="67" y="8"/>
                      <a:pt x="67" y="8"/>
                    </a:cubicBezTo>
                    <a:cubicBezTo>
                      <a:pt x="66" y="8"/>
                      <a:pt x="67" y="8"/>
                      <a:pt x="66" y="7"/>
                    </a:cubicBezTo>
                    <a:cubicBezTo>
                      <a:pt x="67" y="8"/>
                      <a:pt x="67" y="8"/>
                      <a:pt x="67" y="8"/>
                    </a:cubicBezTo>
                    <a:cubicBezTo>
                      <a:pt x="67" y="8"/>
                      <a:pt x="65" y="6"/>
                      <a:pt x="65" y="7"/>
                    </a:cubicBezTo>
                    <a:cubicBezTo>
                      <a:pt x="66" y="7"/>
                      <a:pt x="66" y="7"/>
                      <a:pt x="66" y="7"/>
                    </a:cubicBezTo>
                    <a:cubicBezTo>
                      <a:pt x="69" y="7"/>
                      <a:pt x="72" y="3"/>
                      <a:pt x="68" y="4"/>
                    </a:cubicBezTo>
                    <a:close/>
                    <a:moveTo>
                      <a:pt x="61" y="9"/>
                    </a:moveTo>
                    <a:cubicBezTo>
                      <a:pt x="60" y="9"/>
                      <a:pt x="61" y="7"/>
                      <a:pt x="62" y="6"/>
                    </a:cubicBezTo>
                    <a:cubicBezTo>
                      <a:pt x="62" y="8"/>
                      <a:pt x="61" y="9"/>
                      <a:pt x="61" y="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67" name="Freeform 255"/>
              <p:cNvSpPr/>
              <p:nvPr>
                <p:custDataLst>
                  <p:tags r:id="rId100"/>
                </p:custDataLst>
              </p:nvPr>
            </p:nvSpPr>
            <p:spPr bwMode="auto">
              <a:xfrm>
                <a:off x="4011" y="3063"/>
                <a:ext cx="5" cy="5"/>
              </a:xfrm>
              <a:custGeom>
                <a:avLst/>
                <a:gdLst>
                  <a:gd name="T0" fmla="*/ 5 w 5"/>
                  <a:gd name="T1" fmla="*/ 5 h 5"/>
                  <a:gd name="T2" fmla="*/ 0 w 5"/>
                  <a:gd name="T3" fmla="*/ 0 h 5"/>
                  <a:gd name="T4" fmla="*/ 2 w 5"/>
                  <a:gd name="T5" fmla="*/ 5 h 5"/>
                  <a:gd name="T6" fmla="*/ 5 w 5"/>
                  <a:gd name="T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5" y="5"/>
                    </a:moveTo>
                    <a:lnTo>
                      <a:pt x="0" y="0"/>
                    </a:lnTo>
                    <a:lnTo>
                      <a:pt x="2" y="5"/>
                    </a:lnTo>
                    <a:lnTo>
                      <a:pt x="5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68" name="Freeform 256"/>
              <p:cNvSpPr/>
              <p:nvPr>
                <p:custDataLst>
                  <p:tags r:id="rId101"/>
                </p:custDataLst>
              </p:nvPr>
            </p:nvSpPr>
            <p:spPr bwMode="auto">
              <a:xfrm>
                <a:off x="3912" y="3100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69" name="Freeform 257"/>
              <p:cNvSpPr/>
              <p:nvPr>
                <p:custDataLst>
                  <p:tags r:id="rId102"/>
                </p:custDataLst>
              </p:nvPr>
            </p:nvSpPr>
            <p:spPr bwMode="auto">
              <a:xfrm>
                <a:off x="3996" y="3089"/>
                <a:ext cx="3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70" name="Oval 258"/>
              <p:cNvSpPr>
                <a:spLocks noChangeArrowheads="1"/>
              </p:cNvSpPr>
              <p:nvPr>
                <p:custDataLst>
                  <p:tags r:id="rId103"/>
                </p:custDataLst>
              </p:nvPr>
            </p:nvSpPr>
            <p:spPr bwMode="auto">
              <a:xfrm>
                <a:off x="3595" y="1825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71" name="Freeform 259"/>
              <p:cNvSpPr/>
              <p:nvPr>
                <p:custDataLst>
                  <p:tags r:id="rId104"/>
                </p:custDataLst>
              </p:nvPr>
            </p:nvSpPr>
            <p:spPr bwMode="auto">
              <a:xfrm>
                <a:off x="3598" y="1825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0 w 1"/>
                  <a:gd name="T4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72" name="Freeform 260"/>
              <p:cNvSpPr/>
              <p:nvPr>
                <p:custDataLst>
                  <p:tags r:id="rId105"/>
                </p:custDataLst>
              </p:nvPr>
            </p:nvSpPr>
            <p:spPr bwMode="auto">
              <a:xfrm>
                <a:off x="3918" y="285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73" name="Freeform 261"/>
              <p:cNvSpPr/>
              <p:nvPr>
                <p:custDataLst>
                  <p:tags r:id="rId106"/>
                </p:custDataLst>
              </p:nvPr>
            </p:nvSpPr>
            <p:spPr bwMode="auto">
              <a:xfrm>
                <a:off x="3924" y="3038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2 w 2"/>
                  <a:gd name="T5" fmla="*/ 0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2" y="2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74" name="Freeform 262"/>
              <p:cNvSpPr/>
              <p:nvPr>
                <p:custDataLst>
                  <p:tags r:id="rId107"/>
                </p:custDataLst>
              </p:nvPr>
            </p:nvSpPr>
            <p:spPr bwMode="auto">
              <a:xfrm>
                <a:off x="3986" y="3027"/>
                <a:ext cx="2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75" name="Freeform 263"/>
              <p:cNvSpPr/>
              <p:nvPr>
                <p:custDataLst>
                  <p:tags r:id="rId108"/>
                </p:custDataLst>
              </p:nvPr>
            </p:nvSpPr>
            <p:spPr bwMode="auto">
              <a:xfrm>
                <a:off x="3899" y="3091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1" y="0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76" name="Rectangle 264"/>
              <p:cNvSpPr>
                <a:spLocks noChangeArrowheads="1"/>
              </p:cNvSpPr>
              <p:nvPr>
                <p:custDataLst>
                  <p:tags r:id="rId109"/>
                </p:custDataLst>
              </p:nvPr>
            </p:nvSpPr>
            <p:spPr bwMode="auto">
              <a:xfrm>
                <a:off x="4013" y="3004"/>
                <a:ext cx="1" cy="4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77" name="Freeform 265"/>
              <p:cNvSpPr/>
              <p:nvPr>
                <p:custDataLst>
                  <p:tags r:id="rId110"/>
                </p:custDataLst>
              </p:nvPr>
            </p:nvSpPr>
            <p:spPr bwMode="auto">
              <a:xfrm>
                <a:off x="3903" y="3055"/>
                <a:ext cx="6" cy="2"/>
              </a:xfrm>
              <a:custGeom>
                <a:avLst/>
                <a:gdLst>
                  <a:gd name="T0" fmla="*/ 3 w 3"/>
                  <a:gd name="T1" fmla="*/ 0 h 1"/>
                  <a:gd name="T2" fmla="*/ 0 w 3"/>
                  <a:gd name="T3" fmla="*/ 1 h 1"/>
                  <a:gd name="T4" fmla="*/ 3 w 3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1"/>
                      <a:pt x="2" y="0"/>
                      <a:pt x="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78" name="Freeform 266"/>
              <p:cNvSpPr/>
              <p:nvPr>
                <p:custDataLst>
                  <p:tags r:id="rId111"/>
                </p:custDataLst>
              </p:nvPr>
            </p:nvSpPr>
            <p:spPr bwMode="auto">
              <a:xfrm>
                <a:off x="3905" y="3055"/>
                <a:ext cx="4" cy="0"/>
              </a:xfrm>
              <a:custGeom>
                <a:avLst/>
                <a:gdLst>
                  <a:gd name="T0" fmla="*/ 1 w 2"/>
                  <a:gd name="T1" fmla="*/ 2 w 2"/>
                  <a:gd name="T2" fmla="*/ 1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1" y="0"/>
                    </a:move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79" name="Freeform 267"/>
              <p:cNvSpPr/>
              <p:nvPr>
                <p:custDataLst>
                  <p:tags r:id="rId112"/>
                </p:custDataLst>
              </p:nvPr>
            </p:nvSpPr>
            <p:spPr bwMode="auto">
              <a:xfrm>
                <a:off x="3897" y="3085"/>
                <a:ext cx="4" cy="2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80" name="Freeform 268"/>
              <p:cNvSpPr/>
              <p:nvPr>
                <p:custDataLst>
                  <p:tags r:id="rId113"/>
                </p:custDataLst>
              </p:nvPr>
            </p:nvSpPr>
            <p:spPr bwMode="auto">
              <a:xfrm>
                <a:off x="3897" y="3095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81" name="Freeform 269"/>
              <p:cNvSpPr/>
              <p:nvPr>
                <p:custDataLst>
                  <p:tags r:id="rId114"/>
                </p:custDataLst>
              </p:nvPr>
            </p:nvSpPr>
            <p:spPr bwMode="auto">
              <a:xfrm>
                <a:off x="3984" y="3095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82" name="Freeform 270"/>
              <p:cNvSpPr/>
              <p:nvPr>
                <p:custDataLst>
                  <p:tags r:id="rId115"/>
                </p:custDataLst>
              </p:nvPr>
            </p:nvSpPr>
            <p:spPr bwMode="auto">
              <a:xfrm>
                <a:off x="3600" y="182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90" name="Freeform 271"/>
              <p:cNvSpPr/>
              <p:nvPr>
                <p:custDataLst>
                  <p:tags r:id="rId116"/>
                </p:custDataLst>
              </p:nvPr>
            </p:nvSpPr>
            <p:spPr bwMode="auto">
              <a:xfrm>
                <a:off x="3905" y="3100"/>
                <a:ext cx="4" cy="4"/>
              </a:xfrm>
              <a:custGeom>
                <a:avLst/>
                <a:gdLst>
                  <a:gd name="T0" fmla="*/ 1 w 2"/>
                  <a:gd name="T1" fmla="*/ 0 h 2"/>
                  <a:gd name="T2" fmla="*/ 1 w 2"/>
                  <a:gd name="T3" fmla="*/ 1 h 2"/>
                  <a:gd name="T4" fmla="*/ 1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0" y="2"/>
                      <a:pt x="1" y="0"/>
                      <a:pt x="1" y="1"/>
                    </a:cubicBezTo>
                    <a:cubicBezTo>
                      <a:pt x="2" y="0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91" name="Freeform 272"/>
              <p:cNvSpPr/>
              <p:nvPr>
                <p:custDataLst>
                  <p:tags r:id="rId117"/>
                </p:custDataLst>
              </p:nvPr>
            </p:nvSpPr>
            <p:spPr bwMode="auto">
              <a:xfrm>
                <a:off x="4230" y="2480"/>
                <a:ext cx="4" cy="2"/>
              </a:xfrm>
              <a:custGeom>
                <a:avLst/>
                <a:gdLst>
                  <a:gd name="T0" fmla="*/ 1 w 2"/>
                  <a:gd name="T1" fmla="*/ 1 h 1"/>
                  <a:gd name="T2" fmla="*/ 2 w 2"/>
                  <a:gd name="T3" fmla="*/ 1 h 1"/>
                  <a:gd name="T4" fmla="*/ 1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1" y="1"/>
                      <a:pt x="2" y="1"/>
                    </a:cubicBezTo>
                    <a:cubicBezTo>
                      <a:pt x="2" y="0"/>
                      <a:pt x="2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92" name="Freeform 273"/>
              <p:cNvSpPr/>
              <p:nvPr>
                <p:custDataLst>
                  <p:tags r:id="rId118"/>
                </p:custDataLst>
              </p:nvPr>
            </p:nvSpPr>
            <p:spPr bwMode="auto">
              <a:xfrm>
                <a:off x="3895" y="3080"/>
                <a:ext cx="4" cy="3"/>
              </a:xfrm>
              <a:custGeom>
                <a:avLst/>
                <a:gdLst>
                  <a:gd name="T0" fmla="*/ 0 w 2"/>
                  <a:gd name="T1" fmla="*/ 0 h 1"/>
                  <a:gd name="T2" fmla="*/ 1 w 2"/>
                  <a:gd name="T3" fmla="*/ 0 h 1"/>
                  <a:gd name="T4" fmla="*/ 1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2" y="0"/>
                      <a:pt x="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93" name="Freeform 274"/>
              <p:cNvSpPr/>
              <p:nvPr>
                <p:custDataLst>
                  <p:tags r:id="rId119"/>
                </p:custDataLst>
              </p:nvPr>
            </p:nvSpPr>
            <p:spPr bwMode="auto">
              <a:xfrm>
                <a:off x="4007" y="307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94" name="Freeform 275"/>
              <p:cNvSpPr/>
              <p:nvPr>
                <p:custDataLst>
                  <p:tags r:id="rId120"/>
                </p:custDataLst>
              </p:nvPr>
            </p:nvSpPr>
            <p:spPr bwMode="auto">
              <a:xfrm>
                <a:off x="3598" y="182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95" name="Freeform 276"/>
              <p:cNvSpPr/>
              <p:nvPr>
                <p:custDataLst>
                  <p:tags r:id="rId121"/>
                </p:custDataLst>
              </p:nvPr>
            </p:nvSpPr>
            <p:spPr bwMode="auto">
              <a:xfrm>
                <a:off x="4005" y="3074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1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96" name="Freeform 277"/>
              <p:cNvSpPr/>
              <p:nvPr>
                <p:custDataLst>
                  <p:tags r:id="rId122"/>
                </p:custDataLst>
              </p:nvPr>
            </p:nvSpPr>
            <p:spPr bwMode="auto">
              <a:xfrm>
                <a:off x="4007" y="308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97" name="Freeform 278"/>
              <p:cNvSpPr/>
              <p:nvPr>
                <p:custDataLst>
                  <p:tags r:id="rId123"/>
                </p:custDataLst>
              </p:nvPr>
            </p:nvSpPr>
            <p:spPr bwMode="auto">
              <a:xfrm>
                <a:off x="3598" y="1823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98" name="Freeform 279"/>
              <p:cNvSpPr/>
              <p:nvPr>
                <p:custDataLst>
                  <p:tags r:id="rId124"/>
                </p:custDataLst>
              </p:nvPr>
            </p:nvSpPr>
            <p:spPr bwMode="auto">
              <a:xfrm>
                <a:off x="3598" y="1823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0 w 1"/>
                  <a:gd name="T4" fmla="*/ 0 w 1"/>
                  <a:gd name="T5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99" name="Freeform 280"/>
              <p:cNvSpPr/>
              <p:nvPr>
                <p:custDataLst>
                  <p:tags r:id="rId125"/>
                </p:custDataLst>
              </p:nvPr>
            </p:nvSpPr>
            <p:spPr bwMode="auto">
              <a:xfrm>
                <a:off x="4009" y="3083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00" name="Freeform 281"/>
              <p:cNvSpPr/>
              <p:nvPr>
                <p:custDataLst>
                  <p:tags r:id="rId126"/>
                </p:custDataLst>
              </p:nvPr>
            </p:nvSpPr>
            <p:spPr bwMode="auto">
              <a:xfrm>
                <a:off x="3602" y="182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01" name="Freeform 282"/>
              <p:cNvSpPr/>
              <p:nvPr>
                <p:custDataLst>
                  <p:tags r:id="rId127"/>
                </p:custDataLst>
              </p:nvPr>
            </p:nvSpPr>
            <p:spPr bwMode="auto">
              <a:xfrm>
                <a:off x="3929" y="1870"/>
                <a:ext cx="4" cy="8"/>
              </a:xfrm>
              <a:custGeom>
                <a:avLst/>
                <a:gdLst>
                  <a:gd name="T0" fmla="*/ 2 w 2"/>
                  <a:gd name="T1" fmla="*/ 1 h 4"/>
                  <a:gd name="T2" fmla="*/ 1 w 2"/>
                  <a:gd name="T3" fmla="*/ 4 h 4"/>
                  <a:gd name="T4" fmla="*/ 2 w 2"/>
                  <a:gd name="T5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1"/>
                    </a:moveTo>
                    <a:cubicBezTo>
                      <a:pt x="2" y="1"/>
                      <a:pt x="0" y="1"/>
                      <a:pt x="1" y="4"/>
                    </a:cubicBezTo>
                    <a:cubicBezTo>
                      <a:pt x="1" y="0"/>
                      <a:pt x="2" y="4"/>
                      <a:pt x="2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02" name="Freeform 283"/>
              <p:cNvSpPr/>
              <p:nvPr>
                <p:custDataLst>
                  <p:tags r:id="rId128"/>
                </p:custDataLst>
              </p:nvPr>
            </p:nvSpPr>
            <p:spPr bwMode="auto">
              <a:xfrm>
                <a:off x="3687" y="1579"/>
                <a:ext cx="4" cy="4"/>
              </a:xfrm>
              <a:custGeom>
                <a:avLst/>
                <a:gdLst>
                  <a:gd name="T0" fmla="*/ 0 w 4"/>
                  <a:gd name="T1" fmla="*/ 4 h 4"/>
                  <a:gd name="T2" fmla="*/ 4 w 4"/>
                  <a:gd name="T3" fmla="*/ 0 h 4"/>
                  <a:gd name="T4" fmla="*/ 0 w 4"/>
                  <a:gd name="T5" fmla="*/ 2 h 4"/>
                  <a:gd name="T6" fmla="*/ 0 w 4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0" y="4"/>
                    </a:moveTo>
                    <a:lnTo>
                      <a:pt x="4" y="0"/>
                    </a:lnTo>
                    <a:lnTo>
                      <a:pt x="0" y="2"/>
                    </a:lnTo>
                    <a:lnTo>
                      <a:pt x="0" y="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03" name="Freeform 284"/>
              <p:cNvSpPr/>
              <p:nvPr>
                <p:custDataLst>
                  <p:tags r:id="rId129"/>
                </p:custDataLst>
              </p:nvPr>
            </p:nvSpPr>
            <p:spPr bwMode="auto">
              <a:xfrm>
                <a:off x="4086" y="1583"/>
                <a:ext cx="8" cy="4"/>
              </a:xfrm>
              <a:custGeom>
                <a:avLst/>
                <a:gdLst>
                  <a:gd name="T0" fmla="*/ 2 w 4"/>
                  <a:gd name="T1" fmla="*/ 2 h 2"/>
                  <a:gd name="T2" fmla="*/ 1 w 4"/>
                  <a:gd name="T3" fmla="*/ 0 h 2"/>
                  <a:gd name="T4" fmla="*/ 2 w 4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2" y="2"/>
                    </a:moveTo>
                    <a:cubicBezTo>
                      <a:pt x="2" y="2"/>
                      <a:pt x="3" y="1"/>
                      <a:pt x="1" y="0"/>
                    </a:cubicBezTo>
                    <a:cubicBezTo>
                      <a:pt x="4" y="2"/>
                      <a:pt x="0" y="1"/>
                      <a:pt x="2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04" name="Freeform 285"/>
              <p:cNvSpPr/>
              <p:nvPr>
                <p:custDataLst>
                  <p:tags r:id="rId130"/>
                </p:custDataLst>
              </p:nvPr>
            </p:nvSpPr>
            <p:spPr bwMode="auto">
              <a:xfrm>
                <a:off x="3574" y="1912"/>
                <a:ext cx="2" cy="21"/>
              </a:xfrm>
              <a:custGeom>
                <a:avLst/>
                <a:gdLst>
                  <a:gd name="T0" fmla="*/ 0 w 1"/>
                  <a:gd name="T1" fmla="*/ 0 h 10"/>
                  <a:gd name="T2" fmla="*/ 1 w 1"/>
                  <a:gd name="T3" fmla="*/ 10 h 10"/>
                  <a:gd name="T4" fmla="*/ 0 w 1"/>
                  <a:gd name="T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0">
                    <a:moveTo>
                      <a:pt x="0" y="0"/>
                    </a:moveTo>
                    <a:cubicBezTo>
                      <a:pt x="0" y="4"/>
                      <a:pt x="0" y="10"/>
                      <a:pt x="1" y="10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05" name="Freeform 286"/>
              <p:cNvSpPr>
                <a:spLocks noEditPoints="1"/>
              </p:cNvSpPr>
              <p:nvPr>
                <p:custDataLst>
                  <p:tags r:id="rId131"/>
                </p:custDataLst>
              </p:nvPr>
            </p:nvSpPr>
            <p:spPr bwMode="auto">
              <a:xfrm>
                <a:off x="3559" y="1774"/>
                <a:ext cx="77" cy="91"/>
              </a:xfrm>
              <a:custGeom>
                <a:avLst/>
                <a:gdLst>
                  <a:gd name="T0" fmla="*/ 32 w 36"/>
                  <a:gd name="T1" fmla="*/ 19 h 43"/>
                  <a:gd name="T2" fmla="*/ 27 w 36"/>
                  <a:gd name="T3" fmla="*/ 2 h 43"/>
                  <a:gd name="T4" fmla="*/ 8 w 36"/>
                  <a:gd name="T5" fmla="*/ 14 h 43"/>
                  <a:gd name="T6" fmla="*/ 16 w 36"/>
                  <a:gd name="T7" fmla="*/ 25 h 43"/>
                  <a:gd name="T8" fmla="*/ 16 w 36"/>
                  <a:gd name="T9" fmla="*/ 24 h 43"/>
                  <a:gd name="T10" fmla="*/ 17 w 36"/>
                  <a:gd name="T11" fmla="*/ 24 h 43"/>
                  <a:gd name="T12" fmla="*/ 17 w 36"/>
                  <a:gd name="T13" fmla="*/ 23 h 43"/>
                  <a:gd name="T14" fmla="*/ 17 w 36"/>
                  <a:gd name="T15" fmla="*/ 24 h 43"/>
                  <a:gd name="T16" fmla="*/ 19 w 36"/>
                  <a:gd name="T17" fmla="*/ 23 h 43"/>
                  <a:gd name="T18" fmla="*/ 18 w 36"/>
                  <a:gd name="T19" fmla="*/ 24 h 43"/>
                  <a:gd name="T20" fmla="*/ 17 w 36"/>
                  <a:gd name="T21" fmla="*/ 24 h 43"/>
                  <a:gd name="T22" fmla="*/ 19 w 36"/>
                  <a:gd name="T23" fmla="*/ 23 h 43"/>
                  <a:gd name="T24" fmla="*/ 20 w 36"/>
                  <a:gd name="T25" fmla="*/ 23 h 43"/>
                  <a:gd name="T26" fmla="*/ 21 w 36"/>
                  <a:gd name="T27" fmla="*/ 24 h 43"/>
                  <a:gd name="T28" fmla="*/ 21 w 36"/>
                  <a:gd name="T29" fmla="*/ 23 h 43"/>
                  <a:gd name="T30" fmla="*/ 21 w 36"/>
                  <a:gd name="T31" fmla="*/ 23 h 43"/>
                  <a:gd name="T32" fmla="*/ 21 w 36"/>
                  <a:gd name="T33" fmla="*/ 23 h 43"/>
                  <a:gd name="T34" fmla="*/ 21 w 36"/>
                  <a:gd name="T35" fmla="*/ 24 h 43"/>
                  <a:gd name="T36" fmla="*/ 22 w 36"/>
                  <a:gd name="T37" fmla="*/ 24 h 43"/>
                  <a:gd name="T38" fmla="*/ 22 w 36"/>
                  <a:gd name="T39" fmla="*/ 24 h 43"/>
                  <a:gd name="T40" fmla="*/ 22 w 36"/>
                  <a:gd name="T41" fmla="*/ 19 h 43"/>
                  <a:gd name="T42" fmla="*/ 22 w 36"/>
                  <a:gd name="T43" fmla="*/ 19 h 43"/>
                  <a:gd name="T44" fmla="*/ 23 w 36"/>
                  <a:gd name="T45" fmla="*/ 23 h 43"/>
                  <a:gd name="T46" fmla="*/ 27 w 36"/>
                  <a:gd name="T47" fmla="*/ 24 h 43"/>
                  <a:gd name="T48" fmla="*/ 25 w 36"/>
                  <a:gd name="T49" fmla="*/ 24 h 43"/>
                  <a:gd name="T50" fmla="*/ 25 w 36"/>
                  <a:gd name="T51" fmla="*/ 24 h 43"/>
                  <a:gd name="T52" fmla="*/ 26 w 36"/>
                  <a:gd name="T53" fmla="*/ 23 h 43"/>
                  <a:gd name="T54" fmla="*/ 25 w 36"/>
                  <a:gd name="T55" fmla="*/ 24 h 43"/>
                  <a:gd name="T56" fmla="*/ 24 w 36"/>
                  <a:gd name="T57" fmla="*/ 24 h 43"/>
                  <a:gd name="T58" fmla="*/ 24 w 36"/>
                  <a:gd name="T59" fmla="*/ 22 h 43"/>
                  <a:gd name="T60" fmla="*/ 24 w 36"/>
                  <a:gd name="T61" fmla="*/ 24 h 43"/>
                  <a:gd name="T62" fmla="*/ 23 w 36"/>
                  <a:gd name="T63" fmla="*/ 24 h 43"/>
                  <a:gd name="T64" fmla="*/ 23 w 36"/>
                  <a:gd name="T65" fmla="*/ 24 h 43"/>
                  <a:gd name="T66" fmla="*/ 24 w 36"/>
                  <a:gd name="T67" fmla="*/ 24 h 43"/>
                  <a:gd name="T68" fmla="*/ 24 w 36"/>
                  <a:gd name="T69" fmla="*/ 24 h 43"/>
                  <a:gd name="T70" fmla="*/ 25 w 36"/>
                  <a:gd name="T71" fmla="*/ 24 h 43"/>
                  <a:gd name="T72" fmla="*/ 29 w 36"/>
                  <a:gd name="T73" fmla="*/ 24 h 43"/>
                  <a:gd name="T74" fmla="*/ 26 w 36"/>
                  <a:gd name="T75" fmla="*/ 24 h 43"/>
                  <a:gd name="T76" fmla="*/ 24 w 36"/>
                  <a:gd name="T77" fmla="*/ 22 h 43"/>
                  <a:gd name="T78" fmla="*/ 23 w 36"/>
                  <a:gd name="T79" fmla="*/ 21 h 43"/>
                  <a:gd name="T80" fmla="*/ 24 w 36"/>
                  <a:gd name="T81" fmla="*/ 21 h 43"/>
                  <a:gd name="T82" fmla="*/ 24 w 36"/>
                  <a:gd name="T83" fmla="*/ 21 h 43"/>
                  <a:gd name="T84" fmla="*/ 23 w 36"/>
                  <a:gd name="T85" fmla="*/ 20 h 43"/>
                  <a:gd name="T86" fmla="*/ 22 w 36"/>
                  <a:gd name="T87" fmla="*/ 19 h 43"/>
                  <a:gd name="T88" fmla="*/ 22 w 36"/>
                  <a:gd name="T89" fmla="*/ 20 h 43"/>
                  <a:gd name="T90" fmla="*/ 21 w 36"/>
                  <a:gd name="T91" fmla="*/ 19 h 43"/>
                  <a:gd name="T92" fmla="*/ 22 w 36"/>
                  <a:gd name="T93" fmla="*/ 21 h 43"/>
                  <a:gd name="T94" fmla="*/ 20 w 36"/>
                  <a:gd name="T95" fmla="*/ 21 h 43"/>
                  <a:gd name="T96" fmla="*/ 17 w 36"/>
                  <a:gd name="T97" fmla="*/ 20 h 43"/>
                  <a:gd name="T98" fmla="*/ 20 w 36"/>
                  <a:gd name="T99" fmla="*/ 19 h 43"/>
                  <a:gd name="T100" fmla="*/ 18 w 36"/>
                  <a:gd name="T101" fmla="*/ 18 h 43"/>
                  <a:gd name="T102" fmla="*/ 19 w 36"/>
                  <a:gd name="T103" fmla="*/ 18 h 43"/>
                  <a:gd name="T104" fmla="*/ 20 w 36"/>
                  <a:gd name="T105" fmla="*/ 18 h 43"/>
                  <a:gd name="T106" fmla="*/ 21 w 36"/>
                  <a:gd name="T107" fmla="*/ 19 h 43"/>
                  <a:gd name="T108" fmla="*/ 20 w 36"/>
                  <a:gd name="T109" fmla="*/ 18 h 43"/>
                  <a:gd name="T110" fmla="*/ 18 w 36"/>
                  <a:gd name="T111" fmla="*/ 18 h 43"/>
                  <a:gd name="T112" fmla="*/ 18 w 36"/>
                  <a:gd name="T113" fmla="*/ 18 h 43"/>
                  <a:gd name="T114" fmla="*/ 15 w 36"/>
                  <a:gd name="T115" fmla="*/ 18 h 43"/>
                  <a:gd name="T116" fmla="*/ 18 w 36"/>
                  <a:gd name="T117" fmla="*/ 18 h 43"/>
                  <a:gd name="T118" fmla="*/ 18 w 36"/>
                  <a:gd name="T119" fmla="*/ 18 h 43"/>
                  <a:gd name="T120" fmla="*/ 17 w 36"/>
                  <a:gd name="T121" fmla="*/ 19 h 43"/>
                  <a:gd name="T122" fmla="*/ 16 w 36"/>
                  <a:gd name="T123" fmla="*/ 25 h 43"/>
                  <a:gd name="T124" fmla="*/ 14 w 36"/>
                  <a:gd name="T125" fmla="*/ 29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6" h="43">
                    <a:moveTo>
                      <a:pt x="5" y="16"/>
                    </a:moveTo>
                    <a:cubicBezTo>
                      <a:pt x="6" y="19"/>
                      <a:pt x="3" y="20"/>
                      <a:pt x="0" y="23"/>
                    </a:cubicBezTo>
                    <a:cubicBezTo>
                      <a:pt x="0" y="23"/>
                      <a:pt x="1" y="25"/>
                      <a:pt x="1" y="28"/>
                    </a:cubicBezTo>
                    <a:cubicBezTo>
                      <a:pt x="5" y="39"/>
                      <a:pt x="13" y="43"/>
                      <a:pt x="19" y="41"/>
                    </a:cubicBezTo>
                    <a:cubicBezTo>
                      <a:pt x="18" y="40"/>
                      <a:pt x="18" y="39"/>
                      <a:pt x="19" y="39"/>
                    </a:cubicBezTo>
                    <a:cubicBezTo>
                      <a:pt x="19" y="39"/>
                      <a:pt x="19" y="39"/>
                      <a:pt x="19" y="39"/>
                    </a:cubicBezTo>
                    <a:cubicBezTo>
                      <a:pt x="19" y="38"/>
                      <a:pt x="19" y="38"/>
                      <a:pt x="19" y="38"/>
                    </a:cubicBezTo>
                    <a:cubicBezTo>
                      <a:pt x="19" y="38"/>
                      <a:pt x="19" y="39"/>
                      <a:pt x="19" y="40"/>
                    </a:cubicBezTo>
                    <a:cubicBezTo>
                      <a:pt x="20" y="39"/>
                      <a:pt x="21" y="39"/>
                      <a:pt x="23" y="39"/>
                    </a:cubicBezTo>
                    <a:cubicBezTo>
                      <a:pt x="22" y="36"/>
                      <a:pt x="23" y="38"/>
                      <a:pt x="23" y="36"/>
                    </a:cubicBezTo>
                    <a:cubicBezTo>
                      <a:pt x="23" y="37"/>
                      <a:pt x="23" y="37"/>
                      <a:pt x="23" y="37"/>
                    </a:cubicBezTo>
                    <a:cubicBezTo>
                      <a:pt x="23" y="36"/>
                      <a:pt x="23" y="36"/>
                      <a:pt x="25" y="38"/>
                    </a:cubicBezTo>
                    <a:cubicBezTo>
                      <a:pt x="29" y="38"/>
                      <a:pt x="31" y="35"/>
                      <a:pt x="33" y="33"/>
                    </a:cubicBezTo>
                    <a:cubicBezTo>
                      <a:pt x="36" y="30"/>
                      <a:pt x="36" y="26"/>
                      <a:pt x="36" y="21"/>
                    </a:cubicBezTo>
                    <a:cubicBezTo>
                      <a:pt x="33" y="20"/>
                      <a:pt x="35" y="19"/>
                      <a:pt x="32" y="19"/>
                    </a:cubicBezTo>
                    <a:cubicBezTo>
                      <a:pt x="33" y="19"/>
                      <a:pt x="33" y="19"/>
                      <a:pt x="33" y="19"/>
                    </a:cubicBezTo>
                    <a:cubicBezTo>
                      <a:pt x="31" y="18"/>
                      <a:pt x="33" y="18"/>
                      <a:pt x="34" y="17"/>
                    </a:cubicBezTo>
                    <a:cubicBezTo>
                      <a:pt x="33" y="17"/>
                      <a:pt x="34" y="17"/>
                      <a:pt x="32" y="17"/>
                    </a:cubicBezTo>
                    <a:cubicBezTo>
                      <a:pt x="30" y="17"/>
                      <a:pt x="35" y="17"/>
                      <a:pt x="34" y="16"/>
                    </a:cubicBezTo>
                    <a:cubicBezTo>
                      <a:pt x="34" y="16"/>
                      <a:pt x="33" y="17"/>
                      <a:pt x="33" y="16"/>
                    </a:cubicBezTo>
                    <a:cubicBezTo>
                      <a:pt x="31" y="16"/>
                      <a:pt x="34" y="17"/>
                      <a:pt x="36" y="15"/>
                    </a:cubicBezTo>
                    <a:cubicBezTo>
                      <a:pt x="35" y="13"/>
                      <a:pt x="32" y="12"/>
                      <a:pt x="33" y="10"/>
                    </a:cubicBezTo>
                    <a:cubicBezTo>
                      <a:pt x="33" y="11"/>
                      <a:pt x="32" y="11"/>
                      <a:pt x="32" y="11"/>
                    </a:cubicBezTo>
                    <a:cubicBezTo>
                      <a:pt x="35" y="9"/>
                      <a:pt x="31" y="11"/>
                      <a:pt x="32" y="10"/>
                    </a:cubicBezTo>
                    <a:cubicBezTo>
                      <a:pt x="33" y="10"/>
                      <a:pt x="33" y="10"/>
                      <a:pt x="33" y="10"/>
                    </a:cubicBezTo>
                    <a:cubicBezTo>
                      <a:pt x="34" y="9"/>
                      <a:pt x="32" y="9"/>
                      <a:pt x="32" y="7"/>
                    </a:cubicBezTo>
                    <a:cubicBezTo>
                      <a:pt x="30" y="7"/>
                      <a:pt x="32" y="5"/>
                      <a:pt x="30" y="5"/>
                    </a:cubicBezTo>
                    <a:cubicBezTo>
                      <a:pt x="31" y="5"/>
                      <a:pt x="30" y="4"/>
                      <a:pt x="30" y="4"/>
                    </a:cubicBezTo>
                    <a:cubicBezTo>
                      <a:pt x="27" y="6"/>
                      <a:pt x="29" y="1"/>
                      <a:pt x="27" y="3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5" y="1"/>
                      <a:pt x="21" y="0"/>
                      <a:pt x="18" y="3"/>
                    </a:cubicBezTo>
                    <a:cubicBezTo>
                      <a:pt x="16" y="3"/>
                      <a:pt x="12" y="1"/>
                      <a:pt x="13" y="3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4"/>
                      <a:pt x="12" y="3"/>
                    </a:cubicBezTo>
                    <a:cubicBezTo>
                      <a:pt x="13" y="5"/>
                      <a:pt x="11" y="4"/>
                      <a:pt x="11" y="4"/>
                    </a:cubicBezTo>
                    <a:cubicBezTo>
                      <a:pt x="11" y="5"/>
                      <a:pt x="11" y="5"/>
                      <a:pt x="11" y="6"/>
                    </a:cubicBezTo>
                    <a:cubicBezTo>
                      <a:pt x="9" y="4"/>
                      <a:pt x="11" y="8"/>
                      <a:pt x="9" y="7"/>
                    </a:cubicBezTo>
                    <a:cubicBezTo>
                      <a:pt x="12" y="9"/>
                      <a:pt x="10" y="8"/>
                      <a:pt x="10" y="9"/>
                    </a:cubicBezTo>
                    <a:cubicBezTo>
                      <a:pt x="10" y="9"/>
                      <a:pt x="10" y="9"/>
                      <a:pt x="9" y="8"/>
                    </a:cubicBezTo>
                    <a:cubicBezTo>
                      <a:pt x="9" y="9"/>
                      <a:pt x="9" y="9"/>
                      <a:pt x="8" y="9"/>
                    </a:cubicBezTo>
                    <a:cubicBezTo>
                      <a:pt x="8" y="9"/>
                      <a:pt x="10" y="10"/>
                      <a:pt x="9" y="10"/>
                    </a:cubicBezTo>
                    <a:cubicBezTo>
                      <a:pt x="7" y="9"/>
                      <a:pt x="9" y="11"/>
                      <a:pt x="8" y="10"/>
                    </a:cubicBezTo>
                    <a:cubicBezTo>
                      <a:pt x="10" y="11"/>
                      <a:pt x="11" y="13"/>
                      <a:pt x="10" y="12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9" y="12"/>
                      <a:pt x="5" y="12"/>
                      <a:pt x="8" y="14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8" y="15"/>
                      <a:pt x="6" y="15"/>
                      <a:pt x="8" y="17"/>
                    </a:cubicBezTo>
                    <a:cubicBezTo>
                      <a:pt x="8" y="17"/>
                      <a:pt x="7" y="17"/>
                      <a:pt x="7" y="17"/>
                    </a:cubicBezTo>
                    <a:cubicBezTo>
                      <a:pt x="6" y="17"/>
                      <a:pt x="5" y="16"/>
                      <a:pt x="5" y="16"/>
                    </a:cubicBezTo>
                    <a:close/>
                    <a:moveTo>
                      <a:pt x="16" y="26"/>
                    </a:moveTo>
                    <a:cubicBezTo>
                      <a:pt x="16" y="26"/>
                      <a:pt x="16" y="26"/>
                      <a:pt x="16" y="26"/>
                    </a:cubicBezTo>
                    <a:cubicBezTo>
                      <a:pt x="16" y="27"/>
                      <a:pt x="16" y="27"/>
                      <a:pt x="16" y="26"/>
                    </a:cubicBezTo>
                    <a:close/>
                    <a:moveTo>
                      <a:pt x="17" y="24"/>
                    </a:moveTo>
                    <a:cubicBezTo>
                      <a:pt x="17" y="25"/>
                      <a:pt x="16" y="25"/>
                      <a:pt x="17" y="27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6" y="24"/>
                      <a:pt x="16" y="24"/>
                      <a:pt x="17" y="24"/>
                    </a:cubicBezTo>
                    <a:cubicBezTo>
                      <a:pt x="17" y="25"/>
                      <a:pt x="17" y="25"/>
                      <a:pt x="17" y="24"/>
                    </a:cubicBezTo>
                    <a:close/>
                    <a:moveTo>
                      <a:pt x="16" y="25"/>
                    </a:moveTo>
                    <a:cubicBezTo>
                      <a:pt x="16" y="25"/>
                      <a:pt x="16" y="25"/>
                      <a:pt x="16" y="25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6" y="24"/>
                      <a:pt x="16" y="24"/>
                      <a:pt x="16" y="24"/>
                    </a:cubicBezTo>
                    <a:cubicBezTo>
                      <a:pt x="16" y="25"/>
                      <a:pt x="17" y="23"/>
                      <a:pt x="16" y="24"/>
                    </a:cubicBezTo>
                    <a:cubicBezTo>
                      <a:pt x="16" y="24"/>
                      <a:pt x="16" y="24"/>
                      <a:pt x="16" y="24"/>
                    </a:cubicBezTo>
                    <a:cubicBezTo>
                      <a:pt x="16" y="24"/>
                      <a:pt x="16" y="24"/>
                      <a:pt x="16" y="24"/>
                    </a:cubicBezTo>
                    <a:cubicBezTo>
                      <a:pt x="16" y="24"/>
                      <a:pt x="16" y="24"/>
                      <a:pt x="16" y="24"/>
                    </a:cubicBezTo>
                    <a:cubicBezTo>
                      <a:pt x="16" y="24"/>
                      <a:pt x="16" y="24"/>
                      <a:pt x="16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6" y="25"/>
                      <a:pt x="17" y="24"/>
                      <a:pt x="16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6" y="24"/>
                      <a:pt x="16" y="25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6" y="25"/>
                      <a:pt x="16" y="25"/>
                      <a:pt x="16" y="25"/>
                    </a:cubicBezTo>
                    <a:close/>
                    <a:moveTo>
                      <a:pt x="17" y="24"/>
                    </a:move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lose/>
                    <a:moveTo>
                      <a:pt x="17" y="23"/>
                    </a:moveTo>
                    <a:cubicBezTo>
                      <a:pt x="17" y="23"/>
                      <a:pt x="17" y="23"/>
                      <a:pt x="17" y="23"/>
                    </a:cubicBezTo>
                    <a:cubicBezTo>
                      <a:pt x="17" y="23"/>
                      <a:pt x="17" y="23"/>
                      <a:pt x="17" y="23"/>
                    </a:cubicBezTo>
                    <a:cubicBezTo>
                      <a:pt x="17" y="23"/>
                      <a:pt x="17" y="23"/>
                      <a:pt x="17" y="23"/>
                    </a:cubicBezTo>
                    <a:cubicBezTo>
                      <a:pt x="17" y="23"/>
                      <a:pt x="17" y="23"/>
                      <a:pt x="17" y="23"/>
                    </a:cubicBezTo>
                    <a:close/>
                    <a:moveTo>
                      <a:pt x="17" y="24"/>
                    </a:move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lose/>
                    <a:moveTo>
                      <a:pt x="17" y="23"/>
                    </a:moveTo>
                    <a:cubicBezTo>
                      <a:pt x="17" y="23"/>
                      <a:pt x="17" y="23"/>
                      <a:pt x="17" y="23"/>
                    </a:cubicBezTo>
                    <a:cubicBezTo>
                      <a:pt x="18" y="23"/>
                      <a:pt x="18" y="23"/>
                      <a:pt x="18" y="23"/>
                    </a:cubicBezTo>
                    <a:cubicBezTo>
                      <a:pt x="18" y="23"/>
                      <a:pt x="17" y="23"/>
                      <a:pt x="17" y="23"/>
                    </a:cubicBezTo>
                    <a:cubicBezTo>
                      <a:pt x="17" y="23"/>
                      <a:pt x="17" y="23"/>
                      <a:pt x="17" y="23"/>
                    </a:cubicBezTo>
                    <a:cubicBezTo>
                      <a:pt x="17" y="23"/>
                      <a:pt x="17" y="23"/>
                      <a:pt x="17" y="23"/>
                    </a:cubicBezTo>
                    <a:cubicBezTo>
                      <a:pt x="17" y="23"/>
                      <a:pt x="17" y="23"/>
                      <a:pt x="17" y="23"/>
                    </a:cubicBezTo>
                    <a:close/>
                    <a:moveTo>
                      <a:pt x="17" y="24"/>
                    </a:move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lose/>
                    <a:moveTo>
                      <a:pt x="17" y="24"/>
                    </a:move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lose/>
                    <a:moveTo>
                      <a:pt x="17" y="24"/>
                    </a:move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8" y="25"/>
                      <a:pt x="17" y="24"/>
                      <a:pt x="17" y="24"/>
                    </a:cubicBezTo>
                    <a:close/>
                    <a:moveTo>
                      <a:pt x="18" y="24"/>
                    </a:move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8" y="24"/>
                      <a:pt x="18" y="24"/>
                    </a:cubicBezTo>
                    <a:close/>
                    <a:moveTo>
                      <a:pt x="20" y="23"/>
                    </a:moveTo>
                    <a:cubicBezTo>
                      <a:pt x="20" y="23"/>
                      <a:pt x="20" y="23"/>
                      <a:pt x="20" y="23"/>
                    </a:cubicBezTo>
                    <a:cubicBezTo>
                      <a:pt x="20" y="23"/>
                      <a:pt x="19" y="23"/>
                      <a:pt x="19" y="23"/>
                    </a:cubicBezTo>
                    <a:cubicBezTo>
                      <a:pt x="19" y="23"/>
                      <a:pt x="18" y="23"/>
                      <a:pt x="18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9" y="23"/>
                      <a:pt x="19" y="23"/>
                      <a:pt x="18" y="24"/>
                    </a:cubicBezTo>
                    <a:cubicBezTo>
                      <a:pt x="19" y="23"/>
                      <a:pt x="19" y="23"/>
                      <a:pt x="19" y="23"/>
                    </a:cubicBezTo>
                    <a:cubicBezTo>
                      <a:pt x="19" y="23"/>
                      <a:pt x="19" y="23"/>
                      <a:pt x="19" y="24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9" y="24"/>
                      <a:pt x="18" y="25"/>
                      <a:pt x="19" y="26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8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3"/>
                      <a:pt x="17" y="23"/>
                    </a:cubicBezTo>
                    <a:cubicBezTo>
                      <a:pt x="17" y="23"/>
                      <a:pt x="18" y="23"/>
                      <a:pt x="18" y="23"/>
                    </a:cubicBezTo>
                    <a:cubicBezTo>
                      <a:pt x="18" y="23"/>
                      <a:pt x="18" y="23"/>
                      <a:pt x="18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3"/>
                      <a:pt x="18" y="23"/>
                      <a:pt x="18" y="23"/>
                    </a:cubicBezTo>
                    <a:cubicBezTo>
                      <a:pt x="18" y="23"/>
                      <a:pt x="18" y="23"/>
                      <a:pt x="18" y="23"/>
                    </a:cubicBezTo>
                    <a:cubicBezTo>
                      <a:pt x="18" y="22"/>
                      <a:pt x="17" y="22"/>
                      <a:pt x="17" y="22"/>
                    </a:cubicBezTo>
                    <a:cubicBezTo>
                      <a:pt x="18" y="22"/>
                      <a:pt x="18" y="23"/>
                      <a:pt x="18" y="23"/>
                    </a:cubicBezTo>
                    <a:cubicBezTo>
                      <a:pt x="19" y="22"/>
                      <a:pt x="19" y="22"/>
                      <a:pt x="19" y="22"/>
                    </a:cubicBezTo>
                    <a:cubicBezTo>
                      <a:pt x="19" y="22"/>
                      <a:pt x="19" y="23"/>
                      <a:pt x="19" y="23"/>
                    </a:cubicBezTo>
                    <a:cubicBezTo>
                      <a:pt x="19" y="23"/>
                      <a:pt x="20" y="23"/>
                      <a:pt x="20" y="23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20" y="23"/>
                      <a:pt x="21" y="23"/>
                      <a:pt x="21" y="23"/>
                    </a:cubicBezTo>
                    <a:cubicBezTo>
                      <a:pt x="21" y="23"/>
                      <a:pt x="21" y="23"/>
                      <a:pt x="21" y="23"/>
                    </a:cubicBezTo>
                    <a:cubicBezTo>
                      <a:pt x="21" y="23"/>
                      <a:pt x="21" y="23"/>
                      <a:pt x="21" y="23"/>
                    </a:cubicBezTo>
                    <a:cubicBezTo>
                      <a:pt x="21" y="23"/>
                      <a:pt x="21" y="23"/>
                      <a:pt x="21" y="23"/>
                    </a:cubicBezTo>
                    <a:cubicBezTo>
                      <a:pt x="21" y="23"/>
                      <a:pt x="21" y="23"/>
                      <a:pt x="21" y="23"/>
                    </a:cubicBezTo>
                    <a:cubicBezTo>
                      <a:pt x="21" y="23"/>
                      <a:pt x="21" y="23"/>
                      <a:pt x="21" y="23"/>
                    </a:cubicBezTo>
                    <a:cubicBezTo>
                      <a:pt x="21" y="23"/>
                      <a:pt x="21" y="23"/>
                      <a:pt x="20" y="23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20" y="23"/>
                      <a:pt x="20" y="23"/>
                      <a:pt x="21" y="23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20" y="23"/>
                      <a:pt x="20" y="23"/>
                      <a:pt x="20" y="23"/>
                    </a:cubicBezTo>
                    <a:close/>
                    <a:moveTo>
                      <a:pt x="21" y="24"/>
                    </a:moveTo>
                    <a:cubicBezTo>
                      <a:pt x="21" y="24"/>
                      <a:pt x="21" y="24"/>
                      <a:pt x="21" y="24"/>
                    </a:cubicBezTo>
                    <a:cubicBezTo>
                      <a:pt x="21" y="24"/>
                      <a:pt x="21" y="24"/>
                      <a:pt x="21" y="24"/>
                    </a:cubicBezTo>
                    <a:cubicBezTo>
                      <a:pt x="21" y="24"/>
                      <a:pt x="21" y="24"/>
                      <a:pt x="21" y="24"/>
                    </a:cubicBezTo>
                    <a:cubicBezTo>
                      <a:pt x="21" y="24"/>
                      <a:pt x="21" y="24"/>
                      <a:pt x="21" y="24"/>
                    </a:cubicBezTo>
                    <a:close/>
                    <a:moveTo>
                      <a:pt x="21" y="24"/>
                    </a:moveTo>
                    <a:cubicBezTo>
                      <a:pt x="21" y="24"/>
                      <a:pt x="21" y="24"/>
                      <a:pt x="21" y="24"/>
                    </a:cubicBezTo>
                    <a:cubicBezTo>
                      <a:pt x="21" y="24"/>
                      <a:pt x="21" y="24"/>
                      <a:pt x="21" y="24"/>
                    </a:cubicBezTo>
                    <a:cubicBezTo>
                      <a:pt x="21" y="24"/>
                      <a:pt x="21" y="24"/>
                      <a:pt x="21" y="24"/>
                    </a:cubicBezTo>
                    <a:close/>
                    <a:moveTo>
                      <a:pt x="21" y="24"/>
                    </a:moveTo>
                    <a:cubicBezTo>
                      <a:pt x="21" y="24"/>
                      <a:pt x="21" y="24"/>
                      <a:pt x="21" y="24"/>
                    </a:cubicBezTo>
                    <a:cubicBezTo>
                      <a:pt x="21" y="24"/>
                      <a:pt x="21" y="24"/>
                      <a:pt x="21" y="24"/>
                    </a:cubicBezTo>
                    <a:cubicBezTo>
                      <a:pt x="21" y="24"/>
                      <a:pt x="21" y="24"/>
                      <a:pt x="21" y="24"/>
                    </a:cubicBezTo>
                    <a:cubicBezTo>
                      <a:pt x="21" y="24"/>
                      <a:pt x="21" y="24"/>
                      <a:pt x="21" y="24"/>
                    </a:cubicBezTo>
                    <a:close/>
                    <a:moveTo>
                      <a:pt x="21" y="24"/>
                    </a:moveTo>
                    <a:cubicBezTo>
                      <a:pt x="21" y="24"/>
                      <a:pt x="21" y="24"/>
                      <a:pt x="21" y="24"/>
                    </a:cubicBezTo>
                    <a:cubicBezTo>
                      <a:pt x="21" y="24"/>
                      <a:pt x="21" y="24"/>
                      <a:pt x="21" y="24"/>
                    </a:cubicBezTo>
                    <a:cubicBezTo>
                      <a:pt x="21" y="24"/>
                      <a:pt x="21" y="24"/>
                      <a:pt x="21" y="24"/>
                    </a:cubicBezTo>
                    <a:close/>
                    <a:moveTo>
                      <a:pt x="21" y="23"/>
                    </a:moveTo>
                    <a:cubicBezTo>
                      <a:pt x="21" y="23"/>
                      <a:pt x="21" y="23"/>
                      <a:pt x="21" y="23"/>
                    </a:cubicBezTo>
                    <a:cubicBezTo>
                      <a:pt x="21" y="23"/>
                      <a:pt x="21" y="23"/>
                      <a:pt x="21" y="23"/>
                    </a:cubicBezTo>
                    <a:cubicBezTo>
                      <a:pt x="21" y="23"/>
                      <a:pt x="21" y="23"/>
                      <a:pt x="21" y="23"/>
                    </a:cubicBezTo>
                    <a:cubicBezTo>
                      <a:pt x="21" y="23"/>
                      <a:pt x="21" y="23"/>
                      <a:pt x="21" y="23"/>
                    </a:cubicBezTo>
                    <a:close/>
                    <a:moveTo>
                      <a:pt x="21" y="23"/>
                    </a:moveTo>
                    <a:cubicBezTo>
                      <a:pt x="21" y="23"/>
                      <a:pt x="21" y="23"/>
                      <a:pt x="21" y="23"/>
                    </a:cubicBezTo>
                    <a:cubicBezTo>
                      <a:pt x="21" y="23"/>
                      <a:pt x="21" y="23"/>
                      <a:pt x="21" y="23"/>
                    </a:cubicBezTo>
                    <a:cubicBezTo>
                      <a:pt x="21" y="23"/>
                      <a:pt x="21" y="23"/>
                      <a:pt x="21" y="23"/>
                    </a:cubicBezTo>
                    <a:cubicBezTo>
                      <a:pt x="21" y="23"/>
                      <a:pt x="21" y="23"/>
                      <a:pt x="21" y="23"/>
                    </a:cubicBezTo>
                    <a:close/>
                    <a:moveTo>
                      <a:pt x="21" y="23"/>
                    </a:moveTo>
                    <a:cubicBezTo>
                      <a:pt x="21" y="23"/>
                      <a:pt x="21" y="23"/>
                      <a:pt x="21" y="23"/>
                    </a:cubicBezTo>
                    <a:cubicBezTo>
                      <a:pt x="21" y="23"/>
                      <a:pt x="21" y="23"/>
                      <a:pt x="21" y="23"/>
                    </a:cubicBezTo>
                    <a:cubicBezTo>
                      <a:pt x="21" y="23"/>
                      <a:pt x="21" y="23"/>
                      <a:pt x="21" y="23"/>
                    </a:cubicBezTo>
                    <a:cubicBezTo>
                      <a:pt x="21" y="23"/>
                      <a:pt x="21" y="23"/>
                      <a:pt x="21" y="23"/>
                    </a:cubicBezTo>
                    <a:cubicBezTo>
                      <a:pt x="21" y="23"/>
                      <a:pt x="21" y="23"/>
                      <a:pt x="21" y="23"/>
                    </a:cubicBezTo>
                    <a:cubicBezTo>
                      <a:pt x="21" y="23"/>
                      <a:pt x="21" y="23"/>
                      <a:pt x="21" y="23"/>
                    </a:cubicBezTo>
                    <a:close/>
                    <a:moveTo>
                      <a:pt x="21" y="23"/>
                    </a:moveTo>
                    <a:cubicBezTo>
                      <a:pt x="21" y="23"/>
                      <a:pt x="21" y="23"/>
                      <a:pt x="21" y="23"/>
                    </a:cubicBezTo>
                    <a:cubicBezTo>
                      <a:pt x="21" y="23"/>
                      <a:pt x="21" y="23"/>
                      <a:pt x="21" y="23"/>
                    </a:cubicBezTo>
                    <a:cubicBezTo>
                      <a:pt x="21" y="23"/>
                      <a:pt x="21" y="23"/>
                      <a:pt x="21" y="23"/>
                    </a:cubicBezTo>
                    <a:cubicBezTo>
                      <a:pt x="21" y="23"/>
                      <a:pt x="21" y="23"/>
                      <a:pt x="21" y="23"/>
                    </a:cubicBezTo>
                    <a:close/>
                    <a:moveTo>
                      <a:pt x="21" y="24"/>
                    </a:moveTo>
                    <a:cubicBezTo>
                      <a:pt x="21" y="24"/>
                      <a:pt x="21" y="24"/>
                      <a:pt x="21" y="24"/>
                    </a:cubicBezTo>
                    <a:cubicBezTo>
                      <a:pt x="20" y="24"/>
                      <a:pt x="20" y="24"/>
                      <a:pt x="20" y="24"/>
                    </a:cubicBezTo>
                    <a:cubicBezTo>
                      <a:pt x="20" y="24"/>
                      <a:pt x="21" y="24"/>
                      <a:pt x="21" y="24"/>
                    </a:cubicBezTo>
                    <a:cubicBezTo>
                      <a:pt x="21" y="24"/>
                      <a:pt x="21" y="24"/>
                      <a:pt x="21" y="24"/>
                    </a:cubicBezTo>
                    <a:close/>
                    <a:moveTo>
                      <a:pt x="21" y="24"/>
                    </a:moveTo>
                    <a:cubicBezTo>
                      <a:pt x="21" y="24"/>
                      <a:pt x="21" y="24"/>
                      <a:pt x="21" y="24"/>
                    </a:cubicBezTo>
                    <a:cubicBezTo>
                      <a:pt x="21" y="24"/>
                      <a:pt x="21" y="24"/>
                      <a:pt x="21" y="24"/>
                    </a:cubicBezTo>
                    <a:cubicBezTo>
                      <a:pt x="21" y="24"/>
                      <a:pt x="21" y="24"/>
                      <a:pt x="21" y="24"/>
                    </a:cubicBezTo>
                    <a:cubicBezTo>
                      <a:pt x="21" y="24"/>
                      <a:pt x="21" y="24"/>
                      <a:pt x="21" y="24"/>
                    </a:cubicBezTo>
                    <a:close/>
                    <a:moveTo>
                      <a:pt x="21" y="23"/>
                    </a:moveTo>
                    <a:cubicBezTo>
                      <a:pt x="21" y="23"/>
                      <a:pt x="21" y="23"/>
                      <a:pt x="21" y="23"/>
                    </a:cubicBezTo>
                    <a:cubicBezTo>
                      <a:pt x="21" y="23"/>
                      <a:pt x="21" y="23"/>
                      <a:pt x="21" y="23"/>
                    </a:cubicBezTo>
                    <a:cubicBezTo>
                      <a:pt x="21" y="23"/>
                      <a:pt x="21" y="23"/>
                      <a:pt x="21" y="23"/>
                    </a:cubicBezTo>
                    <a:close/>
                    <a:moveTo>
                      <a:pt x="20" y="24"/>
                    </a:moveTo>
                    <a:cubicBezTo>
                      <a:pt x="20" y="24"/>
                      <a:pt x="20" y="24"/>
                      <a:pt x="20" y="24"/>
                    </a:cubicBezTo>
                    <a:cubicBezTo>
                      <a:pt x="20" y="24"/>
                      <a:pt x="20" y="24"/>
                      <a:pt x="20" y="24"/>
                    </a:cubicBezTo>
                    <a:cubicBezTo>
                      <a:pt x="20" y="24"/>
                      <a:pt x="20" y="24"/>
                      <a:pt x="20" y="24"/>
                    </a:cubicBezTo>
                    <a:cubicBezTo>
                      <a:pt x="20" y="24"/>
                      <a:pt x="20" y="24"/>
                      <a:pt x="20" y="24"/>
                    </a:cubicBezTo>
                    <a:close/>
                    <a:moveTo>
                      <a:pt x="20" y="24"/>
                    </a:moveTo>
                    <a:cubicBezTo>
                      <a:pt x="20" y="24"/>
                      <a:pt x="20" y="24"/>
                      <a:pt x="20" y="24"/>
                    </a:cubicBezTo>
                    <a:cubicBezTo>
                      <a:pt x="21" y="24"/>
                      <a:pt x="21" y="24"/>
                      <a:pt x="21" y="25"/>
                    </a:cubicBezTo>
                    <a:lnTo>
                      <a:pt x="20" y="24"/>
                    </a:lnTo>
                    <a:close/>
                    <a:moveTo>
                      <a:pt x="21" y="24"/>
                    </a:moveTo>
                    <a:cubicBezTo>
                      <a:pt x="21" y="24"/>
                      <a:pt x="21" y="24"/>
                      <a:pt x="21" y="24"/>
                    </a:cubicBezTo>
                    <a:cubicBezTo>
                      <a:pt x="21" y="24"/>
                      <a:pt x="21" y="24"/>
                      <a:pt x="21" y="24"/>
                    </a:cubicBezTo>
                    <a:cubicBezTo>
                      <a:pt x="21" y="24"/>
                      <a:pt x="21" y="24"/>
                      <a:pt x="21" y="24"/>
                    </a:cubicBezTo>
                    <a:close/>
                    <a:moveTo>
                      <a:pt x="21" y="24"/>
                    </a:moveTo>
                    <a:cubicBezTo>
                      <a:pt x="21" y="24"/>
                      <a:pt x="21" y="24"/>
                      <a:pt x="21" y="24"/>
                    </a:cubicBezTo>
                    <a:cubicBezTo>
                      <a:pt x="21" y="24"/>
                      <a:pt x="21" y="24"/>
                      <a:pt x="22" y="25"/>
                    </a:cubicBezTo>
                    <a:lnTo>
                      <a:pt x="21" y="24"/>
                    </a:lnTo>
                    <a:close/>
                    <a:moveTo>
                      <a:pt x="22" y="23"/>
                    </a:moveTo>
                    <a:cubicBezTo>
                      <a:pt x="21" y="23"/>
                      <a:pt x="21" y="23"/>
                      <a:pt x="21" y="23"/>
                    </a:cubicBezTo>
                    <a:cubicBezTo>
                      <a:pt x="22" y="23"/>
                      <a:pt x="22" y="23"/>
                      <a:pt x="22" y="23"/>
                    </a:cubicBezTo>
                    <a:cubicBezTo>
                      <a:pt x="22" y="23"/>
                      <a:pt x="22" y="23"/>
                      <a:pt x="22" y="23"/>
                    </a:cubicBezTo>
                    <a:cubicBezTo>
                      <a:pt x="22" y="23"/>
                      <a:pt x="22" y="23"/>
                      <a:pt x="22" y="23"/>
                    </a:cubicBezTo>
                    <a:close/>
                    <a:moveTo>
                      <a:pt x="22" y="23"/>
                    </a:moveTo>
                    <a:cubicBezTo>
                      <a:pt x="22" y="23"/>
                      <a:pt x="22" y="23"/>
                      <a:pt x="22" y="23"/>
                    </a:cubicBezTo>
                    <a:cubicBezTo>
                      <a:pt x="22" y="24"/>
                      <a:pt x="22" y="24"/>
                      <a:pt x="22" y="24"/>
                    </a:cubicBezTo>
                    <a:cubicBezTo>
                      <a:pt x="22" y="24"/>
                      <a:pt x="22" y="24"/>
                      <a:pt x="22" y="24"/>
                    </a:cubicBezTo>
                    <a:cubicBezTo>
                      <a:pt x="22" y="24"/>
                      <a:pt x="22" y="24"/>
                      <a:pt x="22" y="24"/>
                    </a:cubicBezTo>
                    <a:lnTo>
                      <a:pt x="22" y="23"/>
                    </a:lnTo>
                    <a:close/>
                    <a:moveTo>
                      <a:pt x="22" y="23"/>
                    </a:moveTo>
                    <a:cubicBezTo>
                      <a:pt x="22" y="23"/>
                      <a:pt x="22" y="23"/>
                      <a:pt x="22" y="23"/>
                    </a:cubicBezTo>
                    <a:cubicBezTo>
                      <a:pt x="22" y="23"/>
                      <a:pt x="22" y="23"/>
                      <a:pt x="22" y="23"/>
                    </a:cubicBezTo>
                    <a:cubicBezTo>
                      <a:pt x="22" y="23"/>
                      <a:pt x="22" y="23"/>
                      <a:pt x="22" y="23"/>
                    </a:cubicBezTo>
                    <a:close/>
                    <a:moveTo>
                      <a:pt x="22" y="24"/>
                    </a:moveTo>
                    <a:cubicBezTo>
                      <a:pt x="22" y="24"/>
                      <a:pt x="22" y="24"/>
                      <a:pt x="22" y="24"/>
                    </a:cubicBezTo>
                    <a:cubicBezTo>
                      <a:pt x="22" y="24"/>
                      <a:pt x="22" y="24"/>
                      <a:pt x="22" y="24"/>
                    </a:cubicBezTo>
                    <a:cubicBezTo>
                      <a:pt x="22" y="24"/>
                      <a:pt x="22" y="24"/>
                      <a:pt x="22" y="24"/>
                    </a:cubicBezTo>
                    <a:cubicBezTo>
                      <a:pt x="22" y="24"/>
                      <a:pt x="22" y="24"/>
                      <a:pt x="22" y="24"/>
                    </a:cubicBezTo>
                    <a:close/>
                    <a:moveTo>
                      <a:pt x="22" y="24"/>
                    </a:moveTo>
                    <a:cubicBezTo>
                      <a:pt x="22" y="24"/>
                      <a:pt x="22" y="24"/>
                      <a:pt x="22" y="24"/>
                    </a:cubicBezTo>
                    <a:cubicBezTo>
                      <a:pt x="22" y="24"/>
                      <a:pt x="22" y="24"/>
                      <a:pt x="22" y="24"/>
                    </a:cubicBezTo>
                    <a:close/>
                    <a:moveTo>
                      <a:pt x="22" y="24"/>
                    </a:moveTo>
                    <a:cubicBezTo>
                      <a:pt x="22" y="24"/>
                      <a:pt x="22" y="24"/>
                      <a:pt x="22" y="24"/>
                    </a:cubicBezTo>
                    <a:cubicBezTo>
                      <a:pt x="22" y="24"/>
                      <a:pt x="22" y="24"/>
                      <a:pt x="22" y="24"/>
                    </a:cubicBezTo>
                    <a:cubicBezTo>
                      <a:pt x="22" y="24"/>
                      <a:pt x="23" y="24"/>
                      <a:pt x="22" y="24"/>
                    </a:cubicBezTo>
                    <a:close/>
                    <a:moveTo>
                      <a:pt x="22" y="22"/>
                    </a:moveTo>
                    <a:cubicBezTo>
                      <a:pt x="22" y="22"/>
                      <a:pt x="22" y="22"/>
                      <a:pt x="22" y="22"/>
                    </a:cubicBezTo>
                    <a:cubicBezTo>
                      <a:pt x="23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3" y="22"/>
                      <a:pt x="23" y="22"/>
                    </a:cubicBezTo>
                    <a:cubicBezTo>
                      <a:pt x="23" y="22"/>
                      <a:pt x="23" y="22"/>
                      <a:pt x="22" y="22"/>
                    </a:cubicBezTo>
                    <a:close/>
                    <a:moveTo>
                      <a:pt x="22" y="19"/>
                    </a:moveTo>
                    <a:cubicBezTo>
                      <a:pt x="22" y="19"/>
                      <a:pt x="22" y="19"/>
                      <a:pt x="22" y="19"/>
                    </a:cubicBezTo>
                    <a:cubicBezTo>
                      <a:pt x="22" y="19"/>
                      <a:pt x="22" y="19"/>
                      <a:pt x="22" y="19"/>
                    </a:cubicBezTo>
                    <a:cubicBezTo>
                      <a:pt x="22" y="19"/>
                      <a:pt x="22" y="19"/>
                      <a:pt x="22" y="19"/>
                    </a:cubicBezTo>
                    <a:close/>
                    <a:moveTo>
                      <a:pt x="22" y="19"/>
                    </a:moveTo>
                    <a:cubicBezTo>
                      <a:pt x="22" y="19"/>
                      <a:pt x="22" y="19"/>
                      <a:pt x="22" y="19"/>
                    </a:cubicBezTo>
                    <a:cubicBezTo>
                      <a:pt x="22" y="19"/>
                      <a:pt x="22" y="19"/>
                      <a:pt x="22" y="19"/>
                    </a:cubicBezTo>
                    <a:cubicBezTo>
                      <a:pt x="22" y="19"/>
                      <a:pt x="22" y="19"/>
                      <a:pt x="22" y="19"/>
                    </a:cubicBezTo>
                    <a:close/>
                    <a:moveTo>
                      <a:pt x="22" y="19"/>
                    </a:moveTo>
                    <a:cubicBezTo>
                      <a:pt x="22" y="20"/>
                      <a:pt x="22" y="20"/>
                      <a:pt x="22" y="20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2" y="19"/>
                      <a:pt x="22" y="19"/>
                      <a:pt x="22" y="19"/>
                    </a:cubicBezTo>
                    <a:cubicBezTo>
                      <a:pt x="22" y="19"/>
                      <a:pt x="22" y="19"/>
                      <a:pt x="22" y="19"/>
                    </a:cubicBezTo>
                    <a:close/>
                    <a:moveTo>
                      <a:pt x="22" y="19"/>
                    </a:moveTo>
                    <a:cubicBezTo>
                      <a:pt x="23" y="20"/>
                      <a:pt x="23" y="20"/>
                      <a:pt x="23" y="20"/>
                    </a:cubicBezTo>
                    <a:cubicBezTo>
                      <a:pt x="23" y="20"/>
                      <a:pt x="22" y="20"/>
                      <a:pt x="22" y="20"/>
                    </a:cubicBezTo>
                    <a:cubicBezTo>
                      <a:pt x="22" y="20"/>
                      <a:pt x="22" y="19"/>
                      <a:pt x="22" y="19"/>
                    </a:cubicBezTo>
                    <a:close/>
                    <a:moveTo>
                      <a:pt x="22" y="19"/>
                    </a:moveTo>
                    <a:cubicBezTo>
                      <a:pt x="22" y="19"/>
                      <a:pt x="22" y="19"/>
                      <a:pt x="22" y="19"/>
                    </a:cubicBezTo>
                    <a:cubicBezTo>
                      <a:pt x="22" y="19"/>
                      <a:pt x="22" y="19"/>
                      <a:pt x="22" y="19"/>
                    </a:cubicBezTo>
                    <a:cubicBezTo>
                      <a:pt x="23" y="20"/>
                      <a:pt x="23" y="20"/>
                      <a:pt x="23" y="20"/>
                    </a:cubicBezTo>
                    <a:cubicBezTo>
                      <a:pt x="23" y="20"/>
                      <a:pt x="23" y="20"/>
                      <a:pt x="23" y="20"/>
                    </a:cubicBezTo>
                    <a:cubicBezTo>
                      <a:pt x="23" y="20"/>
                      <a:pt x="23" y="20"/>
                      <a:pt x="22" y="19"/>
                    </a:cubicBezTo>
                    <a:close/>
                    <a:moveTo>
                      <a:pt x="22" y="20"/>
                    </a:moveTo>
                    <a:cubicBezTo>
                      <a:pt x="22" y="20"/>
                      <a:pt x="22" y="20"/>
                      <a:pt x="22" y="20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2" y="20"/>
                      <a:pt x="22" y="20"/>
                      <a:pt x="22" y="20"/>
                    </a:cubicBezTo>
                    <a:close/>
                    <a:moveTo>
                      <a:pt x="23" y="23"/>
                    </a:moveTo>
                    <a:cubicBezTo>
                      <a:pt x="23" y="23"/>
                      <a:pt x="23" y="22"/>
                      <a:pt x="22" y="22"/>
                    </a:cubicBezTo>
                    <a:cubicBezTo>
                      <a:pt x="22" y="22"/>
                      <a:pt x="23" y="22"/>
                      <a:pt x="23" y="22"/>
                    </a:cubicBezTo>
                    <a:cubicBezTo>
                      <a:pt x="23" y="22"/>
                      <a:pt x="23" y="22"/>
                      <a:pt x="23" y="23"/>
                    </a:cubicBezTo>
                    <a:cubicBezTo>
                      <a:pt x="23" y="23"/>
                      <a:pt x="23" y="23"/>
                      <a:pt x="23" y="23"/>
                    </a:cubicBezTo>
                    <a:close/>
                    <a:moveTo>
                      <a:pt x="23" y="22"/>
                    </a:moveTo>
                    <a:cubicBezTo>
                      <a:pt x="23" y="22"/>
                      <a:pt x="23" y="22"/>
                      <a:pt x="23" y="22"/>
                    </a:cubicBezTo>
                    <a:cubicBezTo>
                      <a:pt x="23" y="22"/>
                      <a:pt x="23" y="22"/>
                      <a:pt x="23" y="23"/>
                    </a:cubicBezTo>
                    <a:cubicBezTo>
                      <a:pt x="23" y="23"/>
                      <a:pt x="23" y="23"/>
                      <a:pt x="23" y="23"/>
                    </a:cubicBezTo>
                    <a:cubicBezTo>
                      <a:pt x="23" y="23"/>
                      <a:pt x="23" y="22"/>
                      <a:pt x="23" y="22"/>
                    </a:cubicBezTo>
                    <a:close/>
                    <a:moveTo>
                      <a:pt x="27" y="24"/>
                    </a:moveTo>
                    <a:cubicBezTo>
                      <a:pt x="26" y="24"/>
                      <a:pt x="27" y="24"/>
                      <a:pt x="27" y="24"/>
                    </a:cubicBezTo>
                    <a:cubicBezTo>
                      <a:pt x="27" y="24"/>
                      <a:pt x="27" y="24"/>
                      <a:pt x="27" y="24"/>
                    </a:cubicBezTo>
                    <a:close/>
                    <a:moveTo>
                      <a:pt x="27" y="24"/>
                    </a:moveTo>
                    <a:cubicBezTo>
                      <a:pt x="27" y="24"/>
                      <a:pt x="27" y="24"/>
                      <a:pt x="27" y="24"/>
                    </a:cubicBezTo>
                    <a:cubicBezTo>
                      <a:pt x="27" y="24"/>
                      <a:pt x="27" y="24"/>
                      <a:pt x="27" y="24"/>
                    </a:cubicBezTo>
                    <a:cubicBezTo>
                      <a:pt x="27" y="24"/>
                      <a:pt x="27" y="24"/>
                      <a:pt x="27" y="24"/>
                    </a:cubicBezTo>
                    <a:cubicBezTo>
                      <a:pt x="27" y="24"/>
                      <a:pt x="27" y="24"/>
                      <a:pt x="27" y="24"/>
                    </a:cubicBezTo>
                    <a:close/>
                    <a:moveTo>
                      <a:pt x="27" y="24"/>
                    </a:moveTo>
                    <a:cubicBezTo>
                      <a:pt x="27" y="24"/>
                      <a:pt x="27" y="24"/>
                      <a:pt x="27" y="24"/>
                    </a:cubicBezTo>
                    <a:cubicBezTo>
                      <a:pt x="27" y="24"/>
                      <a:pt x="26" y="24"/>
                      <a:pt x="26" y="24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6" y="24"/>
                      <a:pt x="26" y="24"/>
                      <a:pt x="27" y="24"/>
                    </a:cubicBezTo>
                    <a:close/>
                    <a:moveTo>
                      <a:pt x="26" y="24"/>
                    </a:moveTo>
                    <a:cubicBezTo>
                      <a:pt x="26" y="24"/>
                      <a:pt x="26" y="24"/>
                      <a:pt x="26" y="24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6" y="24"/>
                      <a:pt x="26" y="24"/>
                      <a:pt x="26" y="24"/>
                    </a:cubicBezTo>
                    <a:close/>
                    <a:moveTo>
                      <a:pt x="26" y="24"/>
                    </a:moveTo>
                    <a:cubicBezTo>
                      <a:pt x="26" y="24"/>
                      <a:pt x="26" y="24"/>
                      <a:pt x="25" y="24"/>
                    </a:cubicBezTo>
                    <a:cubicBezTo>
                      <a:pt x="26" y="24"/>
                      <a:pt x="25" y="24"/>
                      <a:pt x="26" y="24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6" y="24"/>
                      <a:pt x="26" y="24"/>
                      <a:pt x="26" y="24"/>
                    </a:cubicBezTo>
                    <a:close/>
                    <a:moveTo>
                      <a:pt x="26" y="24"/>
                    </a:moveTo>
                    <a:cubicBezTo>
                      <a:pt x="25" y="24"/>
                      <a:pt x="25" y="24"/>
                      <a:pt x="25" y="24"/>
                    </a:cubicBezTo>
                    <a:cubicBezTo>
                      <a:pt x="25" y="24"/>
                      <a:pt x="25" y="24"/>
                      <a:pt x="25" y="24"/>
                    </a:cubicBezTo>
                    <a:cubicBezTo>
                      <a:pt x="25" y="24"/>
                      <a:pt x="25" y="24"/>
                      <a:pt x="25" y="24"/>
                    </a:cubicBezTo>
                    <a:cubicBezTo>
                      <a:pt x="25" y="24"/>
                      <a:pt x="25" y="24"/>
                      <a:pt x="25" y="24"/>
                    </a:cubicBezTo>
                    <a:cubicBezTo>
                      <a:pt x="25" y="24"/>
                      <a:pt x="25" y="24"/>
                      <a:pt x="26" y="24"/>
                    </a:cubicBezTo>
                    <a:close/>
                    <a:moveTo>
                      <a:pt x="25" y="24"/>
                    </a:moveTo>
                    <a:cubicBezTo>
                      <a:pt x="25" y="24"/>
                      <a:pt x="25" y="24"/>
                      <a:pt x="25" y="24"/>
                    </a:cubicBezTo>
                    <a:cubicBezTo>
                      <a:pt x="25" y="24"/>
                      <a:pt x="25" y="24"/>
                      <a:pt x="26" y="24"/>
                    </a:cubicBezTo>
                    <a:cubicBezTo>
                      <a:pt x="25" y="24"/>
                      <a:pt x="25" y="24"/>
                      <a:pt x="25" y="24"/>
                    </a:cubicBezTo>
                    <a:cubicBezTo>
                      <a:pt x="25" y="24"/>
                      <a:pt x="25" y="24"/>
                      <a:pt x="25" y="24"/>
                    </a:cubicBezTo>
                    <a:cubicBezTo>
                      <a:pt x="25" y="24"/>
                      <a:pt x="25" y="24"/>
                      <a:pt x="25" y="24"/>
                    </a:cubicBezTo>
                    <a:close/>
                    <a:moveTo>
                      <a:pt x="25" y="24"/>
                    </a:moveTo>
                    <a:cubicBezTo>
                      <a:pt x="25" y="24"/>
                      <a:pt x="25" y="24"/>
                      <a:pt x="25" y="24"/>
                    </a:cubicBezTo>
                    <a:cubicBezTo>
                      <a:pt x="25" y="24"/>
                      <a:pt x="25" y="24"/>
                      <a:pt x="26" y="24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6" y="24"/>
                      <a:pt x="25" y="24"/>
                      <a:pt x="25" y="24"/>
                    </a:cubicBezTo>
                    <a:close/>
                    <a:moveTo>
                      <a:pt x="26" y="24"/>
                    </a:moveTo>
                    <a:cubicBezTo>
                      <a:pt x="26" y="24"/>
                      <a:pt x="26" y="24"/>
                      <a:pt x="26" y="24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6" y="24"/>
                      <a:pt x="26" y="24"/>
                      <a:pt x="26" y="24"/>
                    </a:cubicBezTo>
                    <a:close/>
                    <a:moveTo>
                      <a:pt x="26" y="23"/>
                    </a:moveTo>
                    <a:cubicBezTo>
                      <a:pt x="26" y="23"/>
                      <a:pt x="26" y="23"/>
                      <a:pt x="26" y="23"/>
                    </a:cubicBezTo>
                    <a:cubicBezTo>
                      <a:pt x="26" y="23"/>
                      <a:pt x="26" y="23"/>
                      <a:pt x="26" y="23"/>
                    </a:cubicBezTo>
                    <a:cubicBezTo>
                      <a:pt x="26" y="23"/>
                      <a:pt x="26" y="23"/>
                      <a:pt x="26" y="23"/>
                    </a:cubicBezTo>
                    <a:close/>
                    <a:moveTo>
                      <a:pt x="26" y="23"/>
                    </a:moveTo>
                    <a:cubicBezTo>
                      <a:pt x="25" y="23"/>
                      <a:pt x="25" y="23"/>
                      <a:pt x="25" y="23"/>
                    </a:cubicBezTo>
                    <a:cubicBezTo>
                      <a:pt x="25" y="23"/>
                      <a:pt x="26" y="23"/>
                      <a:pt x="25" y="23"/>
                    </a:cubicBezTo>
                    <a:cubicBezTo>
                      <a:pt x="25" y="23"/>
                      <a:pt x="25" y="23"/>
                      <a:pt x="25" y="23"/>
                    </a:cubicBezTo>
                    <a:cubicBezTo>
                      <a:pt x="25" y="23"/>
                      <a:pt x="25" y="23"/>
                      <a:pt x="25" y="23"/>
                    </a:cubicBezTo>
                    <a:cubicBezTo>
                      <a:pt x="26" y="23"/>
                      <a:pt x="26" y="23"/>
                      <a:pt x="26" y="23"/>
                    </a:cubicBezTo>
                    <a:cubicBezTo>
                      <a:pt x="26" y="23"/>
                      <a:pt x="26" y="23"/>
                      <a:pt x="26" y="23"/>
                    </a:cubicBezTo>
                    <a:cubicBezTo>
                      <a:pt x="26" y="23"/>
                      <a:pt x="26" y="23"/>
                      <a:pt x="26" y="23"/>
                    </a:cubicBezTo>
                    <a:close/>
                    <a:moveTo>
                      <a:pt x="25" y="23"/>
                    </a:moveTo>
                    <a:cubicBezTo>
                      <a:pt x="25" y="23"/>
                      <a:pt x="25" y="23"/>
                      <a:pt x="25" y="23"/>
                    </a:cubicBezTo>
                    <a:cubicBezTo>
                      <a:pt x="25" y="23"/>
                      <a:pt x="25" y="23"/>
                      <a:pt x="25" y="23"/>
                    </a:cubicBezTo>
                    <a:cubicBezTo>
                      <a:pt x="25" y="23"/>
                      <a:pt x="25" y="23"/>
                      <a:pt x="26" y="23"/>
                    </a:cubicBezTo>
                    <a:cubicBezTo>
                      <a:pt x="25" y="23"/>
                      <a:pt x="25" y="23"/>
                      <a:pt x="25" y="23"/>
                    </a:cubicBezTo>
                    <a:close/>
                    <a:moveTo>
                      <a:pt x="25" y="24"/>
                    </a:moveTo>
                    <a:cubicBezTo>
                      <a:pt x="25" y="24"/>
                      <a:pt x="25" y="24"/>
                      <a:pt x="25" y="24"/>
                    </a:cubicBezTo>
                    <a:cubicBezTo>
                      <a:pt x="25" y="24"/>
                      <a:pt x="25" y="24"/>
                      <a:pt x="25" y="24"/>
                    </a:cubicBezTo>
                    <a:cubicBezTo>
                      <a:pt x="25" y="24"/>
                      <a:pt x="25" y="24"/>
                      <a:pt x="25" y="24"/>
                    </a:cubicBezTo>
                    <a:cubicBezTo>
                      <a:pt x="25" y="24"/>
                      <a:pt x="25" y="24"/>
                      <a:pt x="25" y="24"/>
                    </a:cubicBezTo>
                    <a:close/>
                    <a:moveTo>
                      <a:pt x="25" y="24"/>
                    </a:moveTo>
                    <a:cubicBezTo>
                      <a:pt x="25" y="24"/>
                      <a:pt x="25" y="24"/>
                      <a:pt x="25" y="24"/>
                    </a:cubicBezTo>
                    <a:cubicBezTo>
                      <a:pt x="25" y="24"/>
                      <a:pt x="25" y="24"/>
                      <a:pt x="25" y="24"/>
                    </a:cubicBezTo>
                    <a:cubicBezTo>
                      <a:pt x="25" y="24"/>
                      <a:pt x="25" y="24"/>
                      <a:pt x="25" y="24"/>
                    </a:cubicBezTo>
                    <a:cubicBezTo>
                      <a:pt x="25" y="24"/>
                      <a:pt x="25" y="24"/>
                      <a:pt x="25" y="24"/>
                    </a:cubicBezTo>
                    <a:close/>
                    <a:moveTo>
                      <a:pt x="24" y="24"/>
                    </a:move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5" y="24"/>
                      <a:pt x="25" y="24"/>
                    </a:cubicBezTo>
                    <a:cubicBezTo>
                      <a:pt x="25" y="24"/>
                      <a:pt x="25" y="24"/>
                      <a:pt x="25" y="24"/>
                    </a:cubicBezTo>
                    <a:cubicBezTo>
                      <a:pt x="24" y="24"/>
                      <a:pt x="24" y="24"/>
                      <a:pt x="24" y="24"/>
                    </a:cubicBezTo>
                    <a:close/>
                    <a:moveTo>
                      <a:pt x="24" y="24"/>
                    </a:move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5" y="24"/>
                      <a:pt x="25" y="24"/>
                      <a:pt x="25" y="24"/>
                    </a:cubicBezTo>
                    <a:cubicBezTo>
                      <a:pt x="24" y="24"/>
                      <a:pt x="24" y="24"/>
                      <a:pt x="24" y="24"/>
                    </a:cubicBezTo>
                    <a:close/>
                    <a:moveTo>
                      <a:pt x="24" y="24"/>
                    </a:move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lose/>
                    <a:moveTo>
                      <a:pt x="24" y="22"/>
                    </a:moveTo>
                    <a:cubicBezTo>
                      <a:pt x="24" y="22"/>
                      <a:pt x="24" y="22"/>
                      <a:pt x="24" y="22"/>
                    </a:cubicBezTo>
                    <a:cubicBezTo>
                      <a:pt x="24" y="22"/>
                      <a:pt x="24" y="22"/>
                      <a:pt x="24" y="22"/>
                    </a:cubicBezTo>
                    <a:cubicBezTo>
                      <a:pt x="24" y="22"/>
                      <a:pt x="24" y="22"/>
                      <a:pt x="24" y="22"/>
                    </a:cubicBezTo>
                    <a:cubicBezTo>
                      <a:pt x="24" y="22"/>
                      <a:pt x="24" y="22"/>
                      <a:pt x="24" y="22"/>
                    </a:cubicBezTo>
                    <a:close/>
                    <a:moveTo>
                      <a:pt x="24" y="22"/>
                    </a:moveTo>
                    <a:cubicBezTo>
                      <a:pt x="24" y="22"/>
                      <a:pt x="24" y="22"/>
                      <a:pt x="24" y="22"/>
                    </a:cubicBezTo>
                    <a:cubicBezTo>
                      <a:pt x="24" y="22"/>
                      <a:pt x="24" y="22"/>
                      <a:pt x="24" y="22"/>
                    </a:cubicBezTo>
                    <a:cubicBezTo>
                      <a:pt x="24" y="22"/>
                      <a:pt x="24" y="22"/>
                      <a:pt x="24" y="22"/>
                    </a:cubicBezTo>
                    <a:cubicBezTo>
                      <a:pt x="24" y="22"/>
                      <a:pt x="24" y="22"/>
                      <a:pt x="24" y="22"/>
                    </a:cubicBezTo>
                    <a:close/>
                    <a:moveTo>
                      <a:pt x="24" y="22"/>
                    </a:moveTo>
                    <a:cubicBezTo>
                      <a:pt x="24" y="22"/>
                      <a:pt x="24" y="22"/>
                      <a:pt x="24" y="22"/>
                    </a:cubicBezTo>
                    <a:cubicBezTo>
                      <a:pt x="23" y="22"/>
                      <a:pt x="23" y="22"/>
                      <a:pt x="23" y="22"/>
                    </a:cubicBezTo>
                    <a:lnTo>
                      <a:pt x="24" y="22"/>
                    </a:lnTo>
                    <a:close/>
                    <a:moveTo>
                      <a:pt x="24" y="22"/>
                    </a:moveTo>
                    <a:cubicBezTo>
                      <a:pt x="24" y="22"/>
                      <a:pt x="24" y="22"/>
                      <a:pt x="24" y="22"/>
                    </a:cubicBezTo>
                    <a:cubicBezTo>
                      <a:pt x="23" y="22"/>
                      <a:pt x="23" y="22"/>
                      <a:pt x="23" y="22"/>
                    </a:cubicBezTo>
                    <a:cubicBezTo>
                      <a:pt x="23" y="22"/>
                      <a:pt x="23" y="22"/>
                      <a:pt x="23" y="22"/>
                    </a:cubicBezTo>
                    <a:cubicBezTo>
                      <a:pt x="23" y="22"/>
                      <a:pt x="23" y="22"/>
                      <a:pt x="23" y="22"/>
                    </a:cubicBezTo>
                    <a:cubicBezTo>
                      <a:pt x="23" y="22"/>
                      <a:pt x="24" y="22"/>
                      <a:pt x="24" y="22"/>
                    </a:cubicBezTo>
                    <a:close/>
                    <a:moveTo>
                      <a:pt x="24" y="24"/>
                    </a:move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lose/>
                    <a:moveTo>
                      <a:pt x="23" y="22"/>
                    </a:moveTo>
                    <a:cubicBezTo>
                      <a:pt x="23" y="22"/>
                      <a:pt x="23" y="23"/>
                      <a:pt x="23" y="23"/>
                    </a:cubicBezTo>
                    <a:cubicBezTo>
                      <a:pt x="23" y="22"/>
                      <a:pt x="23" y="22"/>
                      <a:pt x="23" y="22"/>
                    </a:cubicBezTo>
                    <a:cubicBezTo>
                      <a:pt x="23" y="22"/>
                      <a:pt x="23" y="22"/>
                      <a:pt x="23" y="22"/>
                    </a:cubicBezTo>
                    <a:cubicBezTo>
                      <a:pt x="23" y="22"/>
                      <a:pt x="23" y="22"/>
                      <a:pt x="23" y="22"/>
                    </a:cubicBezTo>
                    <a:close/>
                    <a:moveTo>
                      <a:pt x="24" y="24"/>
                    </a:move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lose/>
                    <a:moveTo>
                      <a:pt x="23" y="24"/>
                    </a:moveTo>
                    <a:cubicBezTo>
                      <a:pt x="23" y="24"/>
                      <a:pt x="23" y="24"/>
                      <a:pt x="23" y="24"/>
                    </a:cubicBezTo>
                    <a:cubicBezTo>
                      <a:pt x="23" y="24"/>
                      <a:pt x="23" y="24"/>
                      <a:pt x="23" y="24"/>
                    </a:cubicBezTo>
                    <a:cubicBezTo>
                      <a:pt x="23" y="24"/>
                      <a:pt x="23" y="24"/>
                      <a:pt x="23" y="24"/>
                    </a:cubicBezTo>
                    <a:cubicBezTo>
                      <a:pt x="23" y="24"/>
                      <a:pt x="23" y="24"/>
                      <a:pt x="23" y="24"/>
                    </a:cubicBezTo>
                    <a:cubicBezTo>
                      <a:pt x="23" y="24"/>
                      <a:pt x="23" y="24"/>
                      <a:pt x="23" y="24"/>
                    </a:cubicBezTo>
                    <a:cubicBezTo>
                      <a:pt x="23" y="24"/>
                      <a:pt x="23" y="24"/>
                      <a:pt x="23" y="24"/>
                    </a:cubicBezTo>
                    <a:cubicBezTo>
                      <a:pt x="23" y="24"/>
                      <a:pt x="23" y="24"/>
                      <a:pt x="23" y="24"/>
                    </a:cubicBezTo>
                    <a:cubicBezTo>
                      <a:pt x="23" y="24"/>
                      <a:pt x="23" y="24"/>
                      <a:pt x="23" y="24"/>
                    </a:cubicBezTo>
                    <a:cubicBezTo>
                      <a:pt x="23" y="24"/>
                      <a:pt x="23" y="24"/>
                      <a:pt x="23" y="24"/>
                    </a:cubicBezTo>
                    <a:cubicBezTo>
                      <a:pt x="23" y="24"/>
                      <a:pt x="23" y="24"/>
                      <a:pt x="23" y="24"/>
                    </a:cubicBezTo>
                    <a:cubicBezTo>
                      <a:pt x="23" y="24"/>
                      <a:pt x="23" y="24"/>
                      <a:pt x="23" y="24"/>
                    </a:cubicBezTo>
                    <a:cubicBezTo>
                      <a:pt x="23" y="24"/>
                      <a:pt x="23" y="24"/>
                      <a:pt x="23" y="24"/>
                    </a:cubicBezTo>
                    <a:cubicBezTo>
                      <a:pt x="23" y="24"/>
                      <a:pt x="23" y="24"/>
                      <a:pt x="23" y="24"/>
                    </a:cubicBezTo>
                    <a:cubicBezTo>
                      <a:pt x="23" y="24"/>
                      <a:pt x="23" y="24"/>
                      <a:pt x="23" y="24"/>
                    </a:cubicBezTo>
                    <a:cubicBezTo>
                      <a:pt x="23" y="24"/>
                      <a:pt x="23" y="24"/>
                      <a:pt x="23" y="24"/>
                    </a:cubicBezTo>
                    <a:cubicBezTo>
                      <a:pt x="23" y="24"/>
                      <a:pt x="23" y="24"/>
                      <a:pt x="23" y="24"/>
                    </a:cubicBezTo>
                    <a:cubicBezTo>
                      <a:pt x="23" y="24"/>
                      <a:pt x="23" y="24"/>
                      <a:pt x="23" y="24"/>
                    </a:cubicBezTo>
                    <a:cubicBezTo>
                      <a:pt x="23" y="24"/>
                      <a:pt x="23" y="24"/>
                      <a:pt x="23" y="24"/>
                    </a:cubicBezTo>
                    <a:cubicBezTo>
                      <a:pt x="23" y="24"/>
                      <a:pt x="23" y="24"/>
                      <a:pt x="23" y="24"/>
                    </a:cubicBezTo>
                    <a:cubicBezTo>
                      <a:pt x="23" y="24"/>
                      <a:pt x="23" y="24"/>
                      <a:pt x="23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3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3" y="24"/>
                    </a:cubicBezTo>
                    <a:close/>
                    <a:moveTo>
                      <a:pt x="24" y="24"/>
                    </a:move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lose/>
                    <a:moveTo>
                      <a:pt x="24" y="24"/>
                    </a:move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lose/>
                    <a:moveTo>
                      <a:pt x="24" y="24"/>
                    </a:move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lose/>
                    <a:moveTo>
                      <a:pt x="24" y="24"/>
                    </a:move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lose/>
                    <a:moveTo>
                      <a:pt x="24" y="24"/>
                    </a:moveTo>
                    <a:cubicBezTo>
                      <a:pt x="24" y="24"/>
                      <a:pt x="24" y="24"/>
                      <a:pt x="25" y="24"/>
                    </a:cubicBezTo>
                    <a:cubicBezTo>
                      <a:pt x="25" y="24"/>
                      <a:pt x="25" y="24"/>
                      <a:pt x="25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lose/>
                    <a:moveTo>
                      <a:pt x="24" y="24"/>
                    </a:moveTo>
                    <a:cubicBezTo>
                      <a:pt x="25" y="24"/>
                      <a:pt x="25" y="24"/>
                      <a:pt x="26" y="24"/>
                    </a:cubicBezTo>
                    <a:cubicBezTo>
                      <a:pt x="26" y="25"/>
                      <a:pt x="26" y="25"/>
                      <a:pt x="26" y="25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6" y="24"/>
                      <a:pt x="25" y="24"/>
                      <a:pt x="25" y="24"/>
                    </a:cubicBezTo>
                    <a:cubicBezTo>
                      <a:pt x="25" y="24"/>
                      <a:pt x="25" y="24"/>
                      <a:pt x="25" y="24"/>
                    </a:cubicBezTo>
                    <a:cubicBezTo>
                      <a:pt x="25" y="24"/>
                      <a:pt x="25" y="24"/>
                      <a:pt x="25" y="24"/>
                    </a:cubicBezTo>
                    <a:cubicBezTo>
                      <a:pt x="25" y="24"/>
                      <a:pt x="26" y="24"/>
                      <a:pt x="26" y="24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6" y="25"/>
                      <a:pt x="27" y="25"/>
                      <a:pt x="27" y="25"/>
                    </a:cubicBezTo>
                    <a:cubicBezTo>
                      <a:pt x="26" y="24"/>
                      <a:pt x="25" y="24"/>
                      <a:pt x="24" y="24"/>
                    </a:cubicBezTo>
                    <a:close/>
                    <a:moveTo>
                      <a:pt x="27" y="25"/>
                    </a:moveTo>
                    <a:cubicBezTo>
                      <a:pt x="27" y="25"/>
                      <a:pt x="27" y="25"/>
                      <a:pt x="27" y="25"/>
                    </a:cubicBezTo>
                    <a:cubicBezTo>
                      <a:pt x="27" y="25"/>
                      <a:pt x="27" y="25"/>
                      <a:pt x="27" y="25"/>
                    </a:cubicBezTo>
                    <a:cubicBezTo>
                      <a:pt x="27" y="25"/>
                      <a:pt x="27" y="25"/>
                      <a:pt x="27" y="25"/>
                    </a:cubicBezTo>
                    <a:close/>
                    <a:moveTo>
                      <a:pt x="27" y="24"/>
                    </a:moveTo>
                    <a:cubicBezTo>
                      <a:pt x="27" y="24"/>
                      <a:pt x="27" y="24"/>
                      <a:pt x="27" y="24"/>
                    </a:cubicBezTo>
                    <a:cubicBezTo>
                      <a:pt x="27" y="24"/>
                      <a:pt x="27" y="24"/>
                      <a:pt x="27" y="24"/>
                    </a:cubicBezTo>
                    <a:cubicBezTo>
                      <a:pt x="28" y="24"/>
                      <a:pt x="28" y="24"/>
                      <a:pt x="27" y="24"/>
                    </a:cubicBezTo>
                    <a:close/>
                    <a:moveTo>
                      <a:pt x="29" y="24"/>
                    </a:moveTo>
                    <a:cubicBezTo>
                      <a:pt x="29" y="24"/>
                      <a:pt x="26" y="24"/>
                      <a:pt x="27" y="24"/>
                    </a:cubicBezTo>
                    <a:cubicBezTo>
                      <a:pt x="28" y="24"/>
                      <a:pt x="28" y="24"/>
                      <a:pt x="28" y="24"/>
                    </a:cubicBezTo>
                    <a:cubicBezTo>
                      <a:pt x="27" y="24"/>
                      <a:pt x="27" y="24"/>
                      <a:pt x="27" y="24"/>
                    </a:cubicBezTo>
                    <a:cubicBezTo>
                      <a:pt x="27" y="24"/>
                      <a:pt x="27" y="24"/>
                      <a:pt x="27" y="24"/>
                    </a:cubicBezTo>
                    <a:cubicBezTo>
                      <a:pt x="27" y="24"/>
                      <a:pt x="27" y="24"/>
                      <a:pt x="26" y="24"/>
                    </a:cubicBezTo>
                    <a:lnTo>
                      <a:pt x="29" y="24"/>
                    </a:lnTo>
                    <a:close/>
                    <a:moveTo>
                      <a:pt x="27" y="24"/>
                    </a:moveTo>
                    <a:cubicBezTo>
                      <a:pt x="27" y="24"/>
                      <a:pt x="26" y="24"/>
                      <a:pt x="26" y="24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6" y="24"/>
                      <a:pt x="26" y="24"/>
                      <a:pt x="27" y="24"/>
                    </a:cubicBezTo>
                    <a:close/>
                    <a:moveTo>
                      <a:pt x="26" y="24"/>
                    </a:moveTo>
                    <a:cubicBezTo>
                      <a:pt x="26" y="24"/>
                      <a:pt x="26" y="24"/>
                      <a:pt x="26" y="24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6" y="24"/>
                      <a:pt x="26" y="24"/>
                      <a:pt x="26" y="24"/>
                    </a:cubicBezTo>
                    <a:close/>
                    <a:moveTo>
                      <a:pt x="26" y="22"/>
                    </a:moveTo>
                    <a:cubicBezTo>
                      <a:pt x="26" y="22"/>
                      <a:pt x="25" y="22"/>
                      <a:pt x="25" y="22"/>
                    </a:cubicBezTo>
                    <a:cubicBezTo>
                      <a:pt x="25" y="22"/>
                      <a:pt x="25" y="22"/>
                      <a:pt x="25" y="22"/>
                    </a:cubicBezTo>
                    <a:cubicBezTo>
                      <a:pt x="25" y="22"/>
                      <a:pt x="26" y="22"/>
                      <a:pt x="26" y="22"/>
                    </a:cubicBezTo>
                    <a:close/>
                    <a:moveTo>
                      <a:pt x="25" y="22"/>
                    </a:moveTo>
                    <a:cubicBezTo>
                      <a:pt x="25" y="22"/>
                      <a:pt x="25" y="22"/>
                      <a:pt x="25" y="22"/>
                    </a:cubicBezTo>
                    <a:cubicBezTo>
                      <a:pt x="25" y="22"/>
                      <a:pt x="25" y="22"/>
                      <a:pt x="25" y="22"/>
                    </a:cubicBezTo>
                    <a:cubicBezTo>
                      <a:pt x="25" y="22"/>
                      <a:pt x="25" y="22"/>
                      <a:pt x="25" y="22"/>
                    </a:cubicBezTo>
                    <a:cubicBezTo>
                      <a:pt x="25" y="22"/>
                      <a:pt x="25" y="22"/>
                      <a:pt x="25" y="22"/>
                    </a:cubicBezTo>
                    <a:cubicBezTo>
                      <a:pt x="25" y="22"/>
                      <a:pt x="25" y="22"/>
                      <a:pt x="25" y="22"/>
                    </a:cubicBezTo>
                    <a:cubicBezTo>
                      <a:pt x="25" y="22"/>
                      <a:pt x="25" y="22"/>
                      <a:pt x="25" y="23"/>
                    </a:cubicBezTo>
                    <a:cubicBezTo>
                      <a:pt x="25" y="23"/>
                      <a:pt x="25" y="23"/>
                      <a:pt x="25" y="23"/>
                    </a:cubicBezTo>
                    <a:cubicBezTo>
                      <a:pt x="25" y="23"/>
                      <a:pt x="25" y="22"/>
                      <a:pt x="25" y="22"/>
                    </a:cubicBezTo>
                    <a:cubicBezTo>
                      <a:pt x="25" y="22"/>
                      <a:pt x="24" y="22"/>
                      <a:pt x="24" y="22"/>
                    </a:cubicBezTo>
                    <a:cubicBezTo>
                      <a:pt x="24" y="22"/>
                      <a:pt x="24" y="22"/>
                      <a:pt x="24" y="22"/>
                    </a:cubicBezTo>
                    <a:cubicBezTo>
                      <a:pt x="24" y="22"/>
                      <a:pt x="24" y="22"/>
                      <a:pt x="25" y="22"/>
                    </a:cubicBezTo>
                    <a:cubicBezTo>
                      <a:pt x="24" y="22"/>
                      <a:pt x="24" y="21"/>
                      <a:pt x="23" y="21"/>
                    </a:cubicBezTo>
                    <a:cubicBezTo>
                      <a:pt x="23" y="21"/>
                      <a:pt x="23" y="21"/>
                      <a:pt x="23" y="21"/>
                    </a:cubicBezTo>
                    <a:cubicBezTo>
                      <a:pt x="23" y="21"/>
                      <a:pt x="23" y="21"/>
                      <a:pt x="23" y="21"/>
                    </a:cubicBezTo>
                    <a:cubicBezTo>
                      <a:pt x="23" y="21"/>
                      <a:pt x="23" y="21"/>
                      <a:pt x="23" y="21"/>
                    </a:cubicBezTo>
                    <a:cubicBezTo>
                      <a:pt x="23" y="21"/>
                      <a:pt x="22" y="21"/>
                      <a:pt x="22" y="20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3" y="21"/>
                      <a:pt x="23" y="21"/>
                      <a:pt x="23" y="21"/>
                    </a:cubicBezTo>
                    <a:cubicBezTo>
                      <a:pt x="23" y="21"/>
                      <a:pt x="23" y="21"/>
                      <a:pt x="24" y="21"/>
                    </a:cubicBezTo>
                    <a:cubicBezTo>
                      <a:pt x="24" y="22"/>
                      <a:pt x="24" y="22"/>
                      <a:pt x="25" y="22"/>
                    </a:cubicBezTo>
                    <a:cubicBezTo>
                      <a:pt x="25" y="22"/>
                      <a:pt x="25" y="22"/>
                      <a:pt x="25" y="22"/>
                    </a:cubicBezTo>
                    <a:close/>
                    <a:moveTo>
                      <a:pt x="23" y="21"/>
                    </a:move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3" y="21"/>
                      <a:pt x="23" y="21"/>
                      <a:pt x="23" y="21"/>
                    </a:cubicBezTo>
                    <a:close/>
                    <a:moveTo>
                      <a:pt x="24" y="21"/>
                    </a:move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21"/>
                      <a:pt x="24" y="21"/>
                      <a:pt x="24" y="21"/>
                    </a:cubicBezTo>
                    <a:close/>
                    <a:moveTo>
                      <a:pt x="24" y="21"/>
                    </a:move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21"/>
                      <a:pt x="24" y="21"/>
                      <a:pt x="24" y="21"/>
                    </a:cubicBezTo>
                    <a:close/>
                    <a:moveTo>
                      <a:pt x="24" y="21"/>
                    </a:move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21"/>
                      <a:pt x="24" y="21"/>
                      <a:pt x="24" y="21"/>
                    </a:cubicBezTo>
                    <a:close/>
                    <a:moveTo>
                      <a:pt x="24" y="21"/>
                    </a:move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21"/>
                      <a:pt x="24" y="21"/>
                      <a:pt x="25" y="21"/>
                    </a:cubicBezTo>
                    <a:cubicBezTo>
                      <a:pt x="25" y="21"/>
                      <a:pt x="24" y="21"/>
                      <a:pt x="24" y="21"/>
                    </a:cubicBezTo>
                    <a:close/>
                    <a:moveTo>
                      <a:pt x="24" y="21"/>
                    </a:moveTo>
                    <a:cubicBezTo>
                      <a:pt x="25" y="21"/>
                      <a:pt x="25" y="21"/>
                      <a:pt x="25" y="21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21"/>
                      <a:pt x="24" y="21"/>
                      <a:pt x="24" y="21"/>
                    </a:cubicBezTo>
                    <a:close/>
                    <a:moveTo>
                      <a:pt x="24" y="21"/>
                    </a:move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21"/>
                      <a:pt x="24" y="21"/>
                      <a:pt x="24" y="21"/>
                    </a:cubicBezTo>
                    <a:close/>
                    <a:moveTo>
                      <a:pt x="24" y="21"/>
                    </a:move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21"/>
                      <a:pt x="24" y="21"/>
                      <a:pt x="24" y="21"/>
                    </a:cubicBezTo>
                    <a:close/>
                    <a:moveTo>
                      <a:pt x="24" y="21"/>
                    </a:moveTo>
                    <a:cubicBezTo>
                      <a:pt x="23" y="21"/>
                      <a:pt x="23" y="21"/>
                      <a:pt x="23" y="21"/>
                    </a:cubicBezTo>
                    <a:cubicBezTo>
                      <a:pt x="23" y="21"/>
                      <a:pt x="23" y="21"/>
                      <a:pt x="23" y="21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21"/>
                      <a:pt x="24" y="21"/>
                      <a:pt x="24" y="21"/>
                    </a:cubicBezTo>
                    <a:close/>
                    <a:moveTo>
                      <a:pt x="23" y="20"/>
                    </a:moveTo>
                    <a:cubicBezTo>
                      <a:pt x="23" y="20"/>
                      <a:pt x="23" y="20"/>
                      <a:pt x="23" y="20"/>
                    </a:cubicBezTo>
                    <a:cubicBezTo>
                      <a:pt x="23" y="20"/>
                      <a:pt x="23" y="20"/>
                      <a:pt x="23" y="20"/>
                    </a:cubicBezTo>
                    <a:cubicBezTo>
                      <a:pt x="23" y="20"/>
                      <a:pt x="23" y="20"/>
                      <a:pt x="23" y="20"/>
                    </a:cubicBezTo>
                    <a:cubicBezTo>
                      <a:pt x="23" y="20"/>
                      <a:pt x="23" y="20"/>
                      <a:pt x="23" y="20"/>
                    </a:cubicBezTo>
                    <a:cubicBezTo>
                      <a:pt x="23" y="20"/>
                      <a:pt x="23" y="20"/>
                      <a:pt x="23" y="20"/>
                    </a:cubicBezTo>
                    <a:cubicBezTo>
                      <a:pt x="23" y="20"/>
                      <a:pt x="23" y="20"/>
                      <a:pt x="23" y="20"/>
                    </a:cubicBezTo>
                    <a:close/>
                    <a:moveTo>
                      <a:pt x="23" y="20"/>
                    </a:moveTo>
                    <a:cubicBezTo>
                      <a:pt x="23" y="20"/>
                      <a:pt x="23" y="20"/>
                      <a:pt x="23" y="20"/>
                    </a:cubicBezTo>
                    <a:cubicBezTo>
                      <a:pt x="23" y="20"/>
                      <a:pt x="23" y="20"/>
                      <a:pt x="23" y="20"/>
                    </a:cubicBezTo>
                    <a:cubicBezTo>
                      <a:pt x="23" y="20"/>
                      <a:pt x="23" y="20"/>
                      <a:pt x="23" y="20"/>
                    </a:cubicBezTo>
                    <a:close/>
                    <a:moveTo>
                      <a:pt x="23" y="20"/>
                    </a:moveTo>
                    <a:cubicBezTo>
                      <a:pt x="23" y="20"/>
                      <a:pt x="23" y="20"/>
                      <a:pt x="23" y="20"/>
                    </a:cubicBezTo>
                    <a:cubicBezTo>
                      <a:pt x="23" y="19"/>
                      <a:pt x="23" y="19"/>
                      <a:pt x="23" y="20"/>
                    </a:cubicBezTo>
                    <a:close/>
                    <a:moveTo>
                      <a:pt x="23" y="20"/>
                    </a:moveTo>
                    <a:cubicBezTo>
                      <a:pt x="23" y="20"/>
                      <a:pt x="23" y="20"/>
                      <a:pt x="23" y="20"/>
                    </a:cubicBezTo>
                    <a:cubicBezTo>
                      <a:pt x="22" y="19"/>
                      <a:pt x="22" y="18"/>
                      <a:pt x="22" y="18"/>
                    </a:cubicBezTo>
                    <a:cubicBezTo>
                      <a:pt x="21" y="17"/>
                      <a:pt x="22" y="18"/>
                      <a:pt x="23" y="20"/>
                    </a:cubicBezTo>
                    <a:close/>
                    <a:moveTo>
                      <a:pt x="22" y="19"/>
                    </a:moveTo>
                    <a:cubicBezTo>
                      <a:pt x="22" y="19"/>
                      <a:pt x="22" y="19"/>
                      <a:pt x="22" y="19"/>
                    </a:cubicBezTo>
                    <a:cubicBezTo>
                      <a:pt x="22" y="19"/>
                      <a:pt x="22" y="19"/>
                      <a:pt x="22" y="19"/>
                    </a:cubicBezTo>
                    <a:cubicBezTo>
                      <a:pt x="22" y="19"/>
                      <a:pt x="22" y="19"/>
                      <a:pt x="22" y="19"/>
                    </a:cubicBezTo>
                    <a:cubicBezTo>
                      <a:pt x="22" y="19"/>
                      <a:pt x="22" y="19"/>
                      <a:pt x="22" y="19"/>
                    </a:cubicBezTo>
                    <a:cubicBezTo>
                      <a:pt x="22" y="19"/>
                      <a:pt x="22" y="19"/>
                      <a:pt x="22" y="19"/>
                    </a:cubicBezTo>
                    <a:close/>
                    <a:moveTo>
                      <a:pt x="22" y="20"/>
                    </a:moveTo>
                    <a:cubicBezTo>
                      <a:pt x="22" y="20"/>
                      <a:pt x="22" y="20"/>
                      <a:pt x="22" y="20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2" y="20"/>
                      <a:pt x="22" y="20"/>
                      <a:pt x="22" y="20"/>
                    </a:cubicBezTo>
                    <a:close/>
                    <a:moveTo>
                      <a:pt x="22" y="19"/>
                    </a:moveTo>
                    <a:cubicBezTo>
                      <a:pt x="22" y="19"/>
                      <a:pt x="22" y="19"/>
                      <a:pt x="22" y="19"/>
                    </a:cubicBezTo>
                    <a:cubicBezTo>
                      <a:pt x="22" y="19"/>
                      <a:pt x="22" y="19"/>
                      <a:pt x="22" y="19"/>
                    </a:cubicBezTo>
                    <a:close/>
                    <a:moveTo>
                      <a:pt x="22" y="19"/>
                    </a:moveTo>
                    <a:cubicBezTo>
                      <a:pt x="22" y="19"/>
                      <a:pt x="22" y="19"/>
                      <a:pt x="22" y="19"/>
                    </a:cubicBezTo>
                    <a:cubicBezTo>
                      <a:pt x="22" y="19"/>
                      <a:pt x="22" y="19"/>
                      <a:pt x="22" y="19"/>
                    </a:cubicBezTo>
                    <a:cubicBezTo>
                      <a:pt x="22" y="19"/>
                      <a:pt x="22" y="19"/>
                      <a:pt x="22" y="19"/>
                    </a:cubicBezTo>
                    <a:close/>
                    <a:moveTo>
                      <a:pt x="22" y="20"/>
                    </a:moveTo>
                    <a:cubicBezTo>
                      <a:pt x="22" y="20"/>
                      <a:pt x="22" y="20"/>
                      <a:pt x="22" y="20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2" y="21"/>
                      <a:pt x="22" y="21"/>
                      <a:pt x="22" y="21"/>
                    </a:cubicBezTo>
                    <a:cubicBezTo>
                      <a:pt x="22" y="21"/>
                      <a:pt x="22" y="21"/>
                      <a:pt x="22" y="21"/>
                    </a:cubicBezTo>
                    <a:cubicBezTo>
                      <a:pt x="22" y="21"/>
                      <a:pt x="22" y="20"/>
                      <a:pt x="22" y="20"/>
                    </a:cubicBezTo>
                    <a:cubicBezTo>
                      <a:pt x="22" y="20"/>
                      <a:pt x="22" y="20"/>
                      <a:pt x="22" y="20"/>
                    </a:cubicBezTo>
                    <a:close/>
                    <a:moveTo>
                      <a:pt x="21" y="19"/>
                    </a:moveTo>
                    <a:cubicBezTo>
                      <a:pt x="21" y="19"/>
                      <a:pt x="22" y="19"/>
                      <a:pt x="22" y="19"/>
                    </a:cubicBezTo>
                    <a:cubicBezTo>
                      <a:pt x="22" y="19"/>
                      <a:pt x="22" y="19"/>
                      <a:pt x="22" y="19"/>
                    </a:cubicBezTo>
                    <a:cubicBezTo>
                      <a:pt x="22" y="19"/>
                      <a:pt x="22" y="19"/>
                      <a:pt x="22" y="19"/>
                    </a:cubicBezTo>
                    <a:cubicBezTo>
                      <a:pt x="21" y="19"/>
                      <a:pt x="21" y="19"/>
                      <a:pt x="21" y="19"/>
                    </a:cubicBezTo>
                    <a:cubicBezTo>
                      <a:pt x="21" y="19"/>
                      <a:pt x="21" y="19"/>
                      <a:pt x="21" y="19"/>
                    </a:cubicBezTo>
                    <a:close/>
                    <a:moveTo>
                      <a:pt x="21" y="19"/>
                    </a:moveTo>
                    <a:cubicBezTo>
                      <a:pt x="21" y="19"/>
                      <a:pt x="21" y="19"/>
                      <a:pt x="21" y="19"/>
                    </a:cubicBezTo>
                    <a:cubicBezTo>
                      <a:pt x="21" y="19"/>
                      <a:pt x="21" y="19"/>
                      <a:pt x="21" y="19"/>
                    </a:cubicBezTo>
                    <a:cubicBezTo>
                      <a:pt x="21" y="19"/>
                      <a:pt x="21" y="19"/>
                      <a:pt x="21" y="19"/>
                    </a:cubicBezTo>
                    <a:close/>
                    <a:moveTo>
                      <a:pt x="21" y="19"/>
                    </a:moveTo>
                    <a:cubicBezTo>
                      <a:pt x="22" y="20"/>
                      <a:pt x="22" y="20"/>
                      <a:pt x="22" y="20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2" y="20"/>
                      <a:pt x="21" y="20"/>
                      <a:pt x="21" y="20"/>
                    </a:cubicBezTo>
                    <a:cubicBezTo>
                      <a:pt x="21" y="20"/>
                      <a:pt x="21" y="20"/>
                      <a:pt x="21" y="20"/>
                    </a:cubicBezTo>
                    <a:cubicBezTo>
                      <a:pt x="21" y="20"/>
                      <a:pt x="21" y="20"/>
                      <a:pt x="21" y="20"/>
                    </a:cubicBezTo>
                    <a:cubicBezTo>
                      <a:pt x="21" y="20"/>
                      <a:pt x="21" y="20"/>
                      <a:pt x="21" y="19"/>
                    </a:cubicBezTo>
                    <a:close/>
                    <a:moveTo>
                      <a:pt x="22" y="21"/>
                    </a:moveTo>
                    <a:cubicBezTo>
                      <a:pt x="22" y="21"/>
                      <a:pt x="22" y="21"/>
                      <a:pt x="22" y="21"/>
                    </a:cubicBezTo>
                    <a:cubicBezTo>
                      <a:pt x="22" y="21"/>
                      <a:pt x="22" y="21"/>
                      <a:pt x="22" y="21"/>
                    </a:cubicBezTo>
                    <a:cubicBezTo>
                      <a:pt x="22" y="21"/>
                      <a:pt x="21" y="21"/>
                      <a:pt x="21" y="21"/>
                    </a:cubicBezTo>
                    <a:cubicBezTo>
                      <a:pt x="21" y="21"/>
                      <a:pt x="21" y="21"/>
                      <a:pt x="22" y="21"/>
                    </a:cubicBezTo>
                    <a:close/>
                    <a:moveTo>
                      <a:pt x="22" y="21"/>
                    </a:move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1"/>
                      <a:pt x="22" y="21"/>
                      <a:pt x="22" y="21"/>
                    </a:cubicBezTo>
                    <a:cubicBezTo>
                      <a:pt x="22" y="21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1"/>
                      <a:pt x="21" y="21"/>
                      <a:pt x="21" y="21"/>
                    </a:cubicBezTo>
                    <a:cubicBezTo>
                      <a:pt x="21" y="21"/>
                      <a:pt x="22" y="21"/>
                      <a:pt x="22" y="21"/>
                    </a:cubicBezTo>
                    <a:close/>
                    <a:moveTo>
                      <a:pt x="20" y="21"/>
                    </a:moveTo>
                    <a:cubicBezTo>
                      <a:pt x="20" y="21"/>
                      <a:pt x="20" y="22"/>
                      <a:pt x="20" y="22"/>
                    </a:cubicBezTo>
                    <a:cubicBezTo>
                      <a:pt x="20" y="21"/>
                      <a:pt x="20" y="21"/>
                      <a:pt x="20" y="21"/>
                    </a:cubicBezTo>
                    <a:cubicBezTo>
                      <a:pt x="20" y="21"/>
                      <a:pt x="20" y="21"/>
                      <a:pt x="20" y="21"/>
                    </a:cubicBezTo>
                    <a:cubicBezTo>
                      <a:pt x="20" y="21"/>
                      <a:pt x="20" y="21"/>
                      <a:pt x="20" y="21"/>
                    </a:cubicBezTo>
                    <a:cubicBezTo>
                      <a:pt x="20" y="21"/>
                      <a:pt x="20" y="21"/>
                      <a:pt x="20" y="20"/>
                    </a:cubicBezTo>
                    <a:cubicBezTo>
                      <a:pt x="19" y="20"/>
                      <a:pt x="19" y="20"/>
                      <a:pt x="19" y="20"/>
                    </a:cubicBezTo>
                    <a:cubicBezTo>
                      <a:pt x="19" y="20"/>
                      <a:pt x="19" y="20"/>
                      <a:pt x="19" y="20"/>
                    </a:cubicBezTo>
                    <a:cubicBezTo>
                      <a:pt x="19" y="20"/>
                      <a:pt x="19" y="20"/>
                      <a:pt x="19" y="20"/>
                    </a:cubicBezTo>
                    <a:cubicBezTo>
                      <a:pt x="19" y="20"/>
                      <a:pt x="19" y="20"/>
                      <a:pt x="19" y="20"/>
                    </a:cubicBezTo>
                    <a:cubicBezTo>
                      <a:pt x="18" y="21"/>
                      <a:pt x="18" y="20"/>
                      <a:pt x="17" y="21"/>
                    </a:cubicBezTo>
                    <a:cubicBezTo>
                      <a:pt x="18" y="20"/>
                      <a:pt x="18" y="20"/>
                      <a:pt x="18" y="20"/>
                    </a:cubicBezTo>
                    <a:cubicBezTo>
                      <a:pt x="18" y="20"/>
                      <a:pt x="18" y="20"/>
                      <a:pt x="18" y="20"/>
                    </a:cubicBezTo>
                    <a:cubicBezTo>
                      <a:pt x="17" y="20"/>
                      <a:pt x="18" y="20"/>
                      <a:pt x="18" y="20"/>
                    </a:cubicBezTo>
                    <a:cubicBezTo>
                      <a:pt x="18" y="20"/>
                      <a:pt x="18" y="20"/>
                      <a:pt x="18" y="20"/>
                    </a:cubicBezTo>
                    <a:cubicBezTo>
                      <a:pt x="18" y="20"/>
                      <a:pt x="18" y="20"/>
                      <a:pt x="18" y="20"/>
                    </a:cubicBezTo>
                    <a:cubicBezTo>
                      <a:pt x="18" y="20"/>
                      <a:pt x="18" y="19"/>
                      <a:pt x="18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8" y="20"/>
                      <a:pt x="18" y="20"/>
                      <a:pt x="18" y="20"/>
                    </a:cubicBezTo>
                    <a:cubicBezTo>
                      <a:pt x="18" y="20"/>
                      <a:pt x="17" y="20"/>
                      <a:pt x="17" y="20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8" y="19"/>
                      <a:pt x="17" y="19"/>
                      <a:pt x="17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8"/>
                      <a:pt x="19" y="18"/>
                      <a:pt x="20" y="18"/>
                    </a:cubicBezTo>
                    <a:cubicBezTo>
                      <a:pt x="20" y="18"/>
                      <a:pt x="20" y="18"/>
                      <a:pt x="20" y="18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8"/>
                      <a:pt x="19" y="18"/>
                      <a:pt x="20" y="18"/>
                    </a:cubicBezTo>
                    <a:cubicBezTo>
                      <a:pt x="19" y="19"/>
                      <a:pt x="19" y="20"/>
                      <a:pt x="19" y="20"/>
                    </a:cubicBezTo>
                    <a:cubicBezTo>
                      <a:pt x="19" y="20"/>
                      <a:pt x="19" y="20"/>
                      <a:pt x="19" y="20"/>
                    </a:cubicBezTo>
                    <a:cubicBezTo>
                      <a:pt x="19" y="19"/>
                      <a:pt x="19" y="19"/>
                      <a:pt x="19" y="19"/>
                    </a:cubicBezTo>
                    <a:cubicBezTo>
                      <a:pt x="20" y="18"/>
                      <a:pt x="19" y="21"/>
                      <a:pt x="20" y="19"/>
                    </a:cubicBezTo>
                    <a:cubicBezTo>
                      <a:pt x="20" y="19"/>
                      <a:pt x="20" y="19"/>
                      <a:pt x="20" y="19"/>
                    </a:cubicBezTo>
                    <a:cubicBezTo>
                      <a:pt x="20" y="19"/>
                      <a:pt x="20" y="19"/>
                      <a:pt x="20" y="19"/>
                    </a:cubicBezTo>
                    <a:cubicBezTo>
                      <a:pt x="20" y="20"/>
                      <a:pt x="19" y="20"/>
                      <a:pt x="19" y="20"/>
                    </a:cubicBezTo>
                    <a:cubicBezTo>
                      <a:pt x="19" y="20"/>
                      <a:pt x="19" y="20"/>
                      <a:pt x="20" y="20"/>
                    </a:cubicBezTo>
                    <a:cubicBezTo>
                      <a:pt x="20" y="20"/>
                      <a:pt x="20" y="19"/>
                      <a:pt x="20" y="19"/>
                    </a:cubicBezTo>
                    <a:cubicBezTo>
                      <a:pt x="21" y="19"/>
                      <a:pt x="21" y="19"/>
                      <a:pt x="21" y="19"/>
                    </a:cubicBezTo>
                    <a:cubicBezTo>
                      <a:pt x="21" y="19"/>
                      <a:pt x="21" y="19"/>
                      <a:pt x="21" y="19"/>
                    </a:cubicBezTo>
                    <a:cubicBezTo>
                      <a:pt x="20" y="19"/>
                      <a:pt x="20" y="19"/>
                      <a:pt x="20" y="19"/>
                    </a:cubicBezTo>
                    <a:cubicBezTo>
                      <a:pt x="21" y="19"/>
                      <a:pt x="21" y="19"/>
                      <a:pt x="21" y="19"/>
                    </a:cubicBezTo>
                    <a:cubicBezTo>
                      <a:pt x="21" y="19"/>
                      <a:pt x="20" y="20"/>
                      <a:pt x="20" y="20"/>
                    </a:cubicBezTo>
                    <a:cubicBezTo>
                      <a:pt x="20" y="20"/>
                      <a:pt x="20" y="20"/>
                      <a:pt x="20" y="20"/>
                    </a:cubicBezTo>
                    <a:cubicBezTo>
                      <a:pt x="20" y="20"/>
                      <a:pt x="20" y="20"/>
                      <a:pt x="20" y="20"/>
                    </a:cubicBezTo>
                    <a:cubicBezTo>
                      <a:pt x="20" y="20"/>
                      <a:pt x="20" y="21"/>
                      <a:pt x="20" y="21"/>
                    </a:cubicBezTo>
                    <a:cubicBezTo>
                      <a:pt x="21" y="21"/>
                      <a:pt x="21" y="21"/>
                      <a:pt x="21" y="21"/>
                    </a:cubicBezTo>
                    <a:cubicBezTo>
                      <a:pt x="21" y="21"/>
                      <a:pt x="21" y="21"/>
                      <a:pt x="21" y="21"/>
                    </a:cubicBezTo>
                    <a:cubicBezTo>
                      <a:pt x="21" y="21"/>
                      <a:pt x="21" y="21"/>
                      <a:pt x="20" y="21"/>
                    </a:cubicBezTo>
                    <a:close/>
                    <a:moveTo>
                      <a:pt x="18" y="18"/>
                    </a:moveTo>
                    <a:cubicBezTo>
                      <a:pt x="19" y="18"/>
                      <a:pt x="19" y="18"/>
                      <a:pt x="18" y="18"/>
                    </a:cubicBezTo>
                    <a:cubicBezTo>
                      <a:pt x="19" y="18"/>
                      <a:pt x="19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lose/>
                    <a:moveTo>
                      <a:pt x="18" y="18"/>
                    </a:move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lose/>
                    <a:moveTo>
                      <a:pt x="19" y="18"/>
                    </a:move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8"/>
                      <a:pt x="19" y="18"/>
                      <a:pt x="19" y="18"/>
                    </a:cubicBezTo>
                    <a:close/>
                    <a:moveTo>
                      <a:pt x="19" y="18"/>
                    </a:move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8"/>
                      <a:pt x="18" y="18"/>
                      <a:pt x="18" y="18"/>
                    </a:cubicBezTo>
                    <a:cubicBezTo>
                      <a:pt x="18" y="18"/>
                      <a:pt x="19" y="18"/>
                      <a:pt x="19" y="18"/>
                    </a:cubicBezTo>
                    <a:close/>
                    <a:moveTo>
                      <a:pt x="19" y="18"/>
                    </a:move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8"/>
                      <a:pt x="20" y="18"/>
                      <a:pt x="19" y="18"/>
                    </a:cubicBezTo>
                    <a:cubicBezTo>
                      <a:pt x="19" y="18"/>
                      <a:pt x="19" y="18"/>
                      <a:pt x="19" y="18"/>
                    </a:cubicBezTo>
                    <a:close/>
                    <a:moveTo>
                      <a:pt x="19" y="18"/>
                    </a:move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8"/>
                      <a:pt x="20" y="18"/>
                      <a:pt x="19" y="18"/>
                    </a:cubicBezTo>
                    <a:close/>
                    <a:moveTo>
                      <a:pt x="20" y="18"/>
                    </a:moveTo>
                    <a:cubicBezTo>
                      <a:pt x="20" y="18"/>
                      <a:pt x="20" y="19"/>
                      <a:pt x="20" y="19"/>
                    </a:cubicBezTo>
                    <a:cubicBezTo>
                      <a:pt x="20" y="19"/>
                      <a:pt x="20" y="19"/>
                      <a:pt x="20" y="19"/>
                    </a:cubicBezTo>
                    <a:cubicBezTo>
                      <a:pt x="20" y="18"/>
                      <a:pt x="20" y="18"/>
                      <a:pt x="20" y="18"/>
                    </a:cubicBezTo>
                    <a:cubicBezTo>
                      <a:pt x="20" y="18"/>
                      <a:pt x="20" y="18"/>
                      <a:pt x="20" y="18"/>
                    </a:cubicBezTo>
                    <a:close/>
                    <a:moveTo>
                      <a:pt x="20" y="18"/>
                    </a:moveTo>
                    <a:cubicBezTo>
                      <a:pt x="20" y="18"/>
                      <a:pt x="20" y="18"/>
                      <a:pt x="20" y="18"/>
                    </a:cubicBezTo>
                    <a:cubicBezTo>
                      <a:pt x="20" y="18"/>
                      <a:pt x="20" y="18"/>
                      <a:pt x="20" y="18"/>
                    </a:cubicBezTo>
                    <a:cubicBezTo>
                      <a:pt x="20" y="18"/>
                      <a:pt x="20" y="18"/>
                      <a:pt x="20" y="18"/>
                    </a:cubicBezTo>
                    <a:close/>
                    <a:moveTo>
                      <a:pt x="21" y="19"/>
                    </a:moveTo>
                    <a:cubicBezTo>
                      <a:pt x="21" y="19"/>
                      <a:pt x="21" y="19"/>
                      <a:pt x="21" y="19"/>
                    </a:cubicBezTo>
                    <a:cubicBezTo>
                      <a:pt x="20" y="19"/>
                      <a:pt x="20" y="19"/>
                      <a:pt x="20" y="19"/>
                    </a:cubicBezTo>
                    <a:cubicBezTo>
                      <a:pt x="20" y="19"/>
                      <a:pt x="20" y="19"/>
                      <a:pt x="20" y="18"/>
                    </a:cubicBezTo>
                    <a:cubicBezTo>
                      <a:pt x="20" y="19"/>
                      <a:pt x="20" y="19"/>
                      <a:pt x="21" y="19"/>
                    </a:cubicBezTo>
                    <a:close/>
                    <a:moveTo>
                      <a:pt x="20" y="18"/>
                    </a:moveTo>
                    <a:cubicBezTo>
                      <a:pt x="20" y="19"/>
                      <a:pt x="20" y="19"/>
                      <a:pt x="21" y="19"/>
                    </a:cubicBezTo>
                    <a:cubicBezTo>
                      <a:pt x="21" y="19"/>
                      <a:pt x="21" y="19"/>
                      <a:pt x="21" y="19"/>
                    </a:cubicBezTo>
                    <a:cubicBezTo>
                      <a:pt x="20" y="19"/>
                      <a:pt x="20" y="18"/>
                      <a:pt x="20" y="18"/>
                    </a:cubicBezTo>
                    <a:close/>
                    <a:moveTo>
                      <a:pt x="21" y="19"/>
                    </a:moveTo>
                    <a:cubicBezTo>
                      <a:pt x="21" y="19"/>
                      <a:pt x="21" y="19"/>
                      <a:pt x="21" y="19"/>
                    </a:cubicBezTo>
                    <a:cubicBezTo>
                      <a:pt x="21" y="19"/>
                      <a:pt x="21" y="19"/>
                      <a:pt x="21" y="19"/>
                    </a:cubicBezTo>
                    <a:cubicBezTo>
                      <a:pt x="21" y="19"/>
                      <a:pt x="21" y="19"/>
                      <a:pt x="21" y="19"/>
                    </a:cubicBezTo>
                    <a:cubicBezTo>
                      <a:pt x="21" y="19"/>
                      <a:pt x="21" y="19"/>
                      <a:pt x="21" y="19"/>
                    </a:cubicBezTo>
                    <a:close/>
                    <a:moveTo>
                      <a:pt x="21" y="19"/>
                    </a:moveTo>
                    <a:cubicBezTo>
                      <a:pt x="21" y="19"/>
                      <a:pt x="21" y="19"/>
                      <a:pt x="21" y="19"/>
                    </a:cubicBezTo>
                    <a:cubicBezTo>
                      <a:pt x="21" y="19"/>
                      <a:pt x="21" y="19"/>
                      <a:pt x="21" y="19"/>
                    </a:cubicBezTo>
                    <a:cubicBezTo>
                      <a:pt x="21" y="19"/>
                      <a:pt x="21" y="19"/>
                      <a:pt x="21" y="19"/>
                    </a:cubicBezTo>
                    <a:cubicBezTo>
                      <a:pt x="21" y="19"/>
                      <a:pt x="21" y="19"/>
                      <a:pt x="21" y="19"/>
                    </a:cubicBezTo>
                    <a:close/>
                    <a:moveTo>
                      <a:pt x="21" y="19"/>
                    </a:moveTo>
                    <a:cubicBezTo>
                      <a:pt x="21" y="19"/>
                      <a:pt x="21" y="19"/>
                      <a:pt x="21" y="19"/>
                    </a:cubicBezTo>
                    <a:cubicBezTo>
                      <a:pt x="21" y="19"/>
                      <a:pt x="21" y="19"/>
                      <a:pt x="21" y="19"/>
                    </a:cubicBezTo>
                    <a:cubicBezTo>
                      <a:pt x="21" y="19"/>
                      <a:pt x="21" y="19"/>
                      <a:pt x="21" y="19"/>
                    </a:cubicBezTo>
                    <a:cubicBezTo>
                      <a:pt x="21" y="19"/>
                      <a:pt x="21" y="19"/>
                      <a:pt x="21" y="19"/>
                    </a:cubicBezTo>
                    <a:close/>
                    <a:moveTo>
                      <a:pt x="20" y="18"/>
                    </a:moveTo>
                    <a:cubicBezTo>
                      <a:pt x="20" y="18"/>
                      <a:pt x="20" y="18"/>
                      <a:pt x="20" y="18"/>
                    </a:cubicBezTo>
                    <a:cubicBezTo>
                      <a:pt x="20" y="18"/>
                      <a:pt x="20" y="18"/>
                      <a:pt x="21" y="19"/>
                    </a:cubicBezTo>
                    <a:lnTo>
                      <a:pt x="20" y="18"/>
                    </a:lnTo>
                    <a:close/>
                    <a:moveTo>
                      <a:pt x="19" y="18"/>
                    </a:moveTo>
                    <a:cubicBezTo>
                      <a:pt x="20" y="17"/>
                      <a:pt x="20" y="17"/>
                      <a:pt x="20" y="17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8"/>
                      <a:pt x="19" y="18"/>
                      <a:pt x="19" y="18"/>
                    </a:cubicBezTo>
                    <a:close/>
                    <a:moveTo>
                      <a:pt x="19" y="18"/>
                    </a:moveTo>
                    <a:cubicBezTo>
                      <a:pt x="20" y="18"/>
                      <a:pt x="20" y="18"/>
                      <a:pt x="20" y="18"/>
                    </a:cubicBezTo>
                    <a:cubicBezTo>
                      <a:pt x="20" y="18"/>
                      <a:pt x="19" y="18"/>
                      <a:pt x="19" y="18"/>
                    </a:cubicBezTo>
                    <a:cubicBezTo>
                      <a:pt x="19" y="18"/>
                      <a:pt x="19" y="18"/>
                      <a:pt x="19" y="18"/>
                    </a:cubicBezTo>
                    <a:close/>
                    <a:moveTo>
                      <a:pt x="18" y="18"/>
                    </a:move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8" y="18"/>
                      <a:pt x="18" y="18"/>
                      <a:pt x="18" y="18"/>
                    </a:cubicBezTo>
                    <a:close/>
                    <a:moveTo>
                      <a:pt x="18" y="18"/>
                    </a:moveTo>
                    <a:cubicBezTo>
                      <a:pt x="18" y="18"/>
                      <a:pt x="18" y="18"/>
                      <a:pt x="18" y="18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8"/>
                      <a:pt x="18" y="18"/>
                      <a:pt x="18" y="18"/>
                    </a:cubicBezTo>
                    <a:close/>
                    <a:moveTo>
                      <a:pt x="18" y="18"/>
                    </a:move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lose/>
                    <a:moveTo>
                      <a:pt x="18" y="18"/>
                    </a:move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lose/>
                    <a:moveTo>
                      <a:pt x="18" y="18"/>
                    </a:move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lose/>
                    <a:moveTo>
                      <a:pt x="18" y="18"/>
                    </a:moveTo>
                    <a:cubicBezTo>
                      <a:pt x="17" y="18"/>
                      <a:pt x="17" y="18"/>
                      <a:pt x="17" y="18"/>
                    </a:cubicBezTo>
                    <a:cubicBezTo>
                      <a:pt x="17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6" y="19"/>
                      <a:pt x="18" y="18"/>
                      <a:pt x="16" y="18"/>
                    </a:cubicBezTo>
                    <a:cubicBezTo>
                      <a:pt x="18" y="18"/>
                      <a:pt x="16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6" y="18"/>
                      <a:pt x="17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7" y="18"/>
                      <a:pt x="18" y="18"/>
                      <a:pt x="17" y="18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15" y="18"/>
                      <a:pt x="15" y="18"/>
                      <a:pt x="15" y="18"/>
                    </a:cubicBezTo>
                    <a:cubicBezTo>
                      <a:pt x="15" y="18"/>
                      <a:pt x="17" y="18"/>
                      <a:pt x="18" y="18"/>
                    </a:cubicBezTo>
                    <a:cubicBezTo>
                      <a:pt x="17" y="18"/>
                      <a:pt x="17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7" y="18"/>
                      <a:pt x="17" y="18"/>
                      <a:pt x="17" y="19"/>
                    </a:cubicBezTo>
                    <a:cubicBezTo>
                      <a:pt x="16" y="19"/>
                      <a:pt x="17" y="18"/>
                      <a:pt x="18" y="18"/>
                    </a:cubicBezTo>
                    <a:cubicBezTo>
                      <a:pt x="16" y="19"/>
                      <a:pt x="17" y="18"/>
                      <a:pt x="16" y="19"/>
                    </a:cubicBezTo>
                    <a:cubicBezTo>
                      <a:pt x="16" y="19"/>
                      <a:pt x="17" y="19"/>
                      <a:pt x="17" y="19"/>
                    </a:cubicBezTo>
                    <a:cubicBezTo>
                      <a:pt x="17" y="19"/>
                      <a:pt x="19" y="18"/>
                      <a:pt x="17" y="19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9" y="18"/>
                    </a:cubicBezTo>
                    <a:cubicBezTo>
                      <a:pt x="18" y="18"/>
                      <a:pt x="18" y="19"/>
                      <a:pt x="18" y="19"/>
                    </a:cubicBezTo>
                    <a:cubicBezTo>
                      <a:pt x="17" y="19"/>
                      <a:pt x="17" y="19"/>
                      <a:pt x="17" y="19"/>
                    </a:cubicBezTo>
                    <a:cubicBezTo>
                      <a:pt x="17" y="19"/>
                      <a:pt x="17" y="19"/>
                      <a:pt x="17" y="19"/>
                    </a:cubicBezTo>
                    <a:cubicBezTo>
                      <a:pt x="17" y="19"/>
                      <a:pt x="17" y="19"/>
                      <a:pt x="17" y="19"/>
                    </a:cubicBezTo>
                    <a:cubicBezTo>
                      <a:pt x="17" y="19"/>
                      <a:pt x="17" y="19"/>
                      <a:pt x="17" y="19"/>
                    </a:cubicBezTo>
                    <a:cubicBezTo>
                      <a:pt x="17" y="19"/>
                      <a:pt x="17" y="19"/>
                      <a:pt x="17" y="19"/>
                    </a:cubicBezTo>
                    <a:cubicBezTo>
                      <a:pt x="17" y="19"/>
                      <a:pt x="17" y="19"/>
                      <a:pt x="17" y="19"/>
                    </a:cubicBezTo>
                    <a:cubicBezTo>
                      <a:pt x="17" y="19"/>
                      <a:pt x="17" y="19"/>
                      <a:pt x="17" y="19"/>
                    </a:cubicBezTo>
                    <a:cubicBezTo>
                      <a:pt x="17" y="19"/>
                      <a:pt x="16" y="19"/>
                      <a:pt x="16" y="19"/>
                    </a:cubicBezTo>
                    <a:cubicBezTo>
                      <a:pt x="16" y="19"/>
                      <a:pt x="16" y="19"/>
                      <a:pt x="16" y="19"/>
                    </a:cubicBezTo>
                    <a:cubicBezTo>
                      <a:pt x="16" y="19"/>
                      <a:pt x="16" y="19"/>
                      <a:pt x="16" y="19"/>
                    </a:cubicBezTo>
                    <a:cubicBezTo>
                      <a:pt x="16" y="19"/>
                      <a:pt x="15" y="18"/>
                      <a:pt x="15" y="18"/>
                    </a:cubicBezTo>
                    <a:cubicBezTo>
                      <a:pt x="16" y="18"/>
                      <a:pt x="16" y="18"/>
                      <a:pt x="16" y="19"/>
                    </a:cubicBezTo>
                    <a:cubicBezTo>
                      <a:pt x="18" y="18"/>
                      <a:pt x="15" y="19"/>
                      <a:pt x="18" y="18"/>
                    </a:cubicBezTo>
                    <a:close/>
                    <a:moveTo>
                      <a:pt x="17" y="24"/>
                    </a:move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6" y="24"/>
                      <a:pt x="16" y="24"/>
                    </a:cubicBezTo>
                    <a:cubicBezTo>
                      <a:pt x="16" y="24"/>
                      <a:pt x="15" y="24"/>
                      <a:pt x="15" y="23"/>
                    </a:cubicBezTo>
                    <a:cubicBezTo>
                      <a:pt x="16" y="23"/>
                      <a:pt x="16" y="24"/>
                      <a:pt x="17" y="24"/>
                    </a:cubicBezTo>
                    <a:close/>
                    <a:moveTo>
                      <a:pt x="15" y="26"/>
                    </a:moveTo>
                    <a:cubicBezTo>
                      <a:pt x="15" y="26"/>
                      <a:pt x="15" y="26"/>
                      <a:pt x="15" y="26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6" y="26"/>
                      <a:pt x="16" y="26"/>
                      <a:pt x="16" y="26"/>
                    </a:cubicBezTo>
                    <a:cubicBezTo>
                      <a:pt x="15" y="26"/>
                      <a:pt x="15" y="26"/>
                      <a:pt x="15" y="27"/>
                    </a:cubicBezTo>
                    <a:cubicBezTo>
                      <a:pt x="15" y="26"/>
                      <a:pt x="15" y="26"/>
                      <a:pt x="15" y="26"/>
                    </a:cubicBezTo>
                    <a:cubicBezTo>
                      <a:pt x="15" y="26"/>
                      <a:pt x="15" y="26"/>
                      <a:pt x="15" y="26"/>
                    </a:cubicBezTo>
                    <a:close/>
                    <a:moveTo>
                      <a:pt x="15" y="26"/>
                    </a:moveTo>
                    <a:cubicBezTo>
                      <a:pt x="14" y="27"/>
                      <a:pt x="15" y="26"/>
                      <a:pt x="14" y="27"/>
                    </a:cubicBezTo>
                    <a:cubicBezTo>
                      <a:pt x="14" y="27"/>
                      <a:pt x="14" y="27"/>
                      <a:pt x="14" y="26"/>
                    </a:cubicBezTo>
                    <a:cubicBezTo>
                      <a:pt x="14" y="26"/>
                      <a:pt x="15" y="26"/>
                      <a:pt x="15" y="26"/>
                    </a:cubicBezTo>
                    <a:close/>
                    <a:moveTo>
                      <a:pt x="15" y="29"/>
                    </a:moveTo>
                    <a:cubicBezTo>
                      <a:pt x="14" y="30"/>
                      <a:pt x="14" y="30"/>
                      <a:pt x="14" y="29"/>
                    </a:cubicBezTo>
                    <a:cubicBezTo>
                      <a:pt x="14" y="29"/>
                      <a:pt x="14" y="29"/>
                      <a:pt x="15" y="29"/>
                    </a:cubicBezTo>
                    <a:close/>
                    <a:moveTo>
                      <a:pt x="13" y="28"/>
                    </a:moveTo>
                    <a:cubicBezTo>
                      <a:pt x="13" y="28"/>
                      <a:pt x="13" y="27"/>
                      <a:pt x="13" y="27"/>
                    </a:cubicBezTo>
                    <a:cubicBezTo>
                      <a:pt x="13" y="27"/>
                      <a:pt x="13" y="28"/>
                      <a:pt x="13" y="28"/>
                    </a:cubicBezTo>
                    <a:cubicBezTo>
                      <a:pt x="13" y="28"/>
                      <a:pt x="13" y="28"/>
                      <a:pt x="13" y="28"/>
                    </a:cubicBezTo>
                    <a:cubicBezTo>
                      <a:pt x="13" y="28"/>
                      <a:pt x="12" y="28"/>
                      <a:pt x="12" y="29"/>
                    </a:cubicBezTo>
                    <a:lnTo>
                      <a:pt x="13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06" name="Freeform 287"/>
              <p:cNvSpPr/>
              <p:nvPr>
                <p:custDataLst>
                  <p:tags r:id="rId132"/>
                </p:custDataLst>
              </p:nvPr>
            </p:nvSpPr>
            <p:spPr bwMode="auto">
              <a:xfrm>
                <a:off x="3608" y="1908"/>
                <a:ext cx="4" cy="6"/>
              </a:xfrm>
              <a:custGeom>
                <a:avLst/>
                <a:gdLst>
                  <a:gd name="T0" fmla="*/ 1 w 2"/>
                  <a:gd name="T1" fmla="*/ 0 h 3"/>
                  <a:gd name="T2" fmla="*/ 0 w 2"/>
                  <a:gd name="T3" fmla="*/ 2 h 3"/>
                  <a:gd name="T4" fmla="*/ 1 w 2"/>
                  <a:gd name="T5" fmla="*/ 3 h 3"/>
                  <a:gd name="T6" fmla="*/ 1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1" y="0"/>
                      <a:pt x="0" y="1"/>
                      <a:pt x="0" y="2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2" y="2"/>
                      <a:pt x="1" y="1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07" name="Freeform 288"/>
              <p:cNvSpPr/>
              <p:nvPr>
                <p:custDataLst>
                  <p:tags r:id="rId133"/>
                </p:custDataLst>
              </p:nvPr>
            </p:nvSpPr>
            <p:spPr bwMode="auto">
              <a:xfrm>
                <a:off x="4113" y="1587"/>
                <a:ext cx="4" cy="5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2 h 2"/>
                  <a:gd name="T4" fmla="*/ 0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1" y="2"/>
                      <a:pt x="1" y="2"/>
                      <a:pt x="2" y="2"/>
                    </a:cubicBezTo>
                    <a:cubicBezTo>
                      <a:pt x="0" y="0"/>
                      <a:pt x="1" y="2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08" name="Freeform 289"/>
              <p:cNvSpPr/>
              <p:nvPr>
                <p:custDataLst>
                  <p:tags r:id="rId134"/>
                </p:custDataLst>
              </p:nvPr>
            </p:nvSpPr>
            <p:spPr bwMode="auto">
              <a:xfrm>
                <a:off x="3593" y="182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09" name="Freeform 290"/>
              <p:cNvSpPr/>
              <p:nvPr>
                <p:custDataLst>
                  <p:tags r:id="rId135"/>
                </p:custDataLst>
              </p:nvPr>
            </p:nvSpPr>
            <p:spPr bwMode="auto">
              <a:xfrm>
                <a:off x="4251" y="1730"/>
                <a:ext cx="4" cy="4"/>
              </a:xfrm>
              <a:custGeom>
                <a:avLst/>
                <a:gdLst>
                  <a:gd name="T0" fmla="*/ 0 w 4"/>
                  <a:gd name="T1" fmla="*/ 2 h 4"/>
                  <a:gd name="T2" fmla="*/ 2 w 4"/>
                  <a:gd name="T3" fmla="*/ 4 h 4"/>
                  <a:gd name="T4" fmla="*/ 4 w 4"/>
                  <a:gd name="T5" fmla="*/ 0 h 4"/>
                  <a:gd name="T6" fmla="*/ 0 w 4"/>
                  <a:gd name="T7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0" y="2"/>
                    </a:moveTo>
                    <a:lnTo>
                      <a:pt x="2" y="4"/>
                    </a:lnTo>
                    <a:lnTo>
                      <a:pt x="4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10" name="Freeform 291"/>
              <p:cNvSpPr/>
              <p:nvPr>
                <p:custDataLst>
                  <p:tags r:id="rId136"/>
                </p:custDataLst>
              </p:nvPr>
            </p:nvSpPr>
            <p:spPr bwMode="auto">
              <a:xfrm>
                <a:off x="3980" y="2436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11" name="Freeform 292"/>
              <p:cNvSpPr/>
              <p:nvPr>
                <p:custDataLst>
                  <p:tags r:id="rId137"/>
                </p:custDataLst>
              </p:nvPr>
            </p:nvSpPr>
            <p:spPr bwMode="auto">
              <a:xfrm>
                <a:off x="3980" y="2446"/>
                <a:ext cx="4" cy="5"/>
              </a:xfrm>
              <a:custGeom>
                <a:avLst/>
                <a:gdLst>
                  <a:gd name="T0" fmla="*/ 1 w 2"/>
                  <a:gd name="T1" fmla="*/ 1 h 2"/>
                  <a:gd name="T2" fmla="*/ 1 w 2"/>
                  <a:gd name="T3" fmla="*/ 0 h 2"/>
                  <a:gd name="T4" fmla="*/ 1 w 2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2" y="2"/>
                      <a:pt x="0" y="0"/>
                      <a:pt x="1" y="0"/>
                    </a:cubicBezTo>
                    <a:cubicBezTo>
                      <a:pt x="0" y="0"/>
                      <a:pt x="1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12" name="Freeform 293"/>
              <p:cNvSpPr/>
              <p:nvPr>
                <p:custDataLst>
                  <p:tags r:id="rId138"/>
                </p:custDataLst>
              </p:nvPr>
            </p:nvSpPr>
            <p:spPr bwMode="auto">
              <a:xfrm>
                <a:off x="4062" y="2253"/>
                <a:ext cx="0" cy="2"/>
              </a:xfrm>
              <a:custGeom>
                <a:avLst/>
                <a:gdLst>
                  <a:gd name="T0" fmla="*/ 0 h 2"/>
                  <a:gd name="T1" fmla="*/ 0 h 2"/>
                  <a:gd name="T2" fmla="*/ 2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13" name="Freeform 294"/>
              <p:cNvSpPr/>
              <p:nvPr>
                <p:custDataLst>
                  <p:tags r:id="rId139"/>
                </p:custDataLst>
              </p:nvPr>
            </p:nvSpPr>
            <p:spPr bwMode="auto">
              <a:xfrm>
                <a:off x="4162" y="2200"/>
                <a:ext cx="2" cy="5"/>
              </a:xfrm>
              <a:custGeom>
                <a:avLst/>
                <a:gdLst>
                  <a:gd name="T0" fmla="*/ 0 w 1"/>
                  <a:gd name="T1" fmla="*/ 1 h 2"/>
                  <a:gd name="T2" fmla="*/ 1 w 1"/>
                  <a:gd name="T3" fmla="*/ 1 h 2"/>
                  <a:gd name="T4" fmla="*/ 0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0"/>
                      <a:pt x="1" y="2"/>
                      <a:pt x="1" y="1"/>
                    </a:cubicBezTo>
                    <a:cubicBezTo>
                      <a:pt x="1" y="1"/>
                      <a:pt x="0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14" name="Freeform 295"/>
              <p:cNvSpPr/>
              <p:nvPr>
                <p:custDataLst>
                  <p:tags r:id="rId140"/>
                </p:custDataLst>
              </p:nvPr>
            </p:nvSpPr>
            <p:spPr bwMode="auto">
              <a:xfrm>
                <a:off x="4164" y="2139"/>
                <a:ext cx="4" cy="2"/>
              </a:xfrm>
              <a:custGeom>
                <a:avLst/>
                <a:gdLst>
                  <a:gd name="T0" fmla="*/ 4 w 4"/>
                  <a:gd name="T1" fmla="*/ 2 h 2"/>
                  <a:gd name="T2" fmla="*/ 4 w 4"/>
                  <a:gd name="T3" fmla="*/ 0 h 2"/>
                  <a:gd name="T4" fmla="*/ 0 w 4"/>
                  <a:gd name="T5" fmla="*/ 2 h 2"/>
                  <a:gd name="T6" fmla="*/ 4 w 4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4" y="2"/>
                    </a:moveTo>
                    <a:lnTo>
                      <a:pt x="4" y="0"/>
                    </a:lnTo>
                    <a:lnTo>
                      <a:pt x="0" y="2"/>
                    </a:lnTo>
                    <a:lnTo>
                      <a:pt x="4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15" name="Freeform 296"/>
              <p:cNvSpPr/>
              <p:nvPr>
                <p:custDataLst>
                  <p:tags r:id="rId141"/>
                </p:custDataLst>
              </p:nvPr>
            </p:nvSpPr>
            <p:spPr bwMode="auto">
              <a:xfrm>
                <a:off x="3606" y="1819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16" name="Oval 297"/>
              <p:cNvSpPr>
                <a:spLocks noChangeArrowheads="1"/>
              </p:cNvSpPr>
              <p:nvPr>
                <p:custDataLst>
                  <p:tags r:id="rId142"/>
                </p:custDataLst>
              </p:nvPr>
            </p:nvSpPr>
            <p:spPr bwMode="auto">
              <a:xfrm>
                <a:off x="3598" y="1817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17" name="Oval 298"/>
              <p:cNvSpPr>
                <a:spLocks noChangeArrowheads="1"/>
              </p:cNvSpPr>
              <p:nvPr>
                <p:custDataLst>
                  <p:tags r:id="rId143"/>
                </p:custDataLst>
              </p:nvPr>
            </p:nvSpPr>
            <p:spPr bwMode="auto">
              <a:xfrm>
                <a:off x="3600" y="1817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18" name="Freeform 299"/>
              <p:cNvSpPr/>
              <p:nvPr>
                <p:custDataLst>
                  <p:tags r:id="rId144"/>
                </p:custDataLst>
              </p:nvPr>
            </p:nvSpPr>
            <p:spPr bwMode="auto">
              <a:xfrm>
                <a:off x="3598" y="1817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  <a:gd name="T3" fmla="*/ 0 w 1"/>
                  <a:gd name="T4" fmla="*/ 0 w 1"/>
                  <a:gd name="T5" fmla="*/ 1 w 1"/>
                  <a:gd name="T6" fmla="*/ 1 w 1"/>
                  <a:gd name="T7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  <a:cxn ang="0">
                    <a:pos x="T7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19" name="Oval 300"/>
              <p:cNvSpPr>
                <a:spLocks noChangeArrowheads="1"/>
              </p:cNvSpPr>
              <p:nvPr>
                <p:custDataLst>
                  <p:tags r:id="rId145"/>
                </p:custDataLst>
              </p:nvPr>
            </p:nvSpPr>
            <p:spPr bwMode="auto">
              <a:xfrm>
                <a:off x="3602" y="1819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20" name="Freeform 301"/>
              <p:cNvSpPr/>
              <p:nvPr>
                <p:custDataLst>
                  <p:tags r:id="rId146"/>
                </p:custDataLst>
              </p:nvPr>
            </p:nvSpPr>
            <p:spPr bwMode="auto">
              <a:xfrm>
                <a:off x="3602" y="1817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1 h 1"/>
                  <a:gd name="T4" fmla="*/ 0 h 1"/>
                  <a:gd name="T5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21" name="Freeform 302"/>
              <p:cNvSpPr/>
              <p:nvPr>
                <p:custDataLst>
                  <p:tags r:id="rId147"/>
                </p:custDataLst>
              </p:nvPr>
            </p:nvSpPr>
            <p:spPr bwMode="auto">
              <a:xfrm>
                <a:off x="3602" y="1817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22" name="Oval 303"/>
              <p:cNvSpPr>
                <a:spLocks noChangeArrowheads="1"/>
              </p:cNvSpPr>
              <p:nvPr>
                <p:custDataLst>
                  <p:tags r:id="rId148"/>
                </p:custDataLst>
              </p:nvPr>
            </p:nvSpPr>
            <p:spPr bwMode="auto">
              <a:xfrm>
                <a:off x="3593" y="1814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23" name="Freeform 304"/>
              <p:cNvSpPr/>
              <p:nvPr>
                <p:custDataLst>
                  <p:tags r:id="rId149"/>
                </p:custDataLst>
              </p:nvPr>
            </p:nvSpPr>
            <p:spPr bwMode="auto">
              <a:xfrm>
                <a:off x="3598" y="1814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24" name="Freeform 305"/>
              <p:cNvSpPr/>
              <p:nvPr>
                <p:custDataLst>
                  <p:tags r:id="rId150"/>
                </p:custDataLst>
              </p:nvPr>
            </p:nvSpPr>
            <p:spPr bwMode="auto">
              <a:xfrm>
                <a:off x="3598" y="181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25" name="Oval 306"/>
              <p:cNvSpPr>
                <a:spLocks noChangeArrowheads="1"/>
              </p:cNvSpPr>
              <p:nvPr>
                <p:custDataLst>
                  <p:tags r:id="rId151"/>
                </p:custDataLst>
              </p:nvPr>
            </p:nvSpPr>
            <p:spPr bwMode="auto">
              <a:xfrm>
                <a:off x="3612" y="1821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26" name="Freeform 307"/>
              <p:cNvSpPr/>
              <p:nvPr>
                <p:custDataLst>
                  <p:tags r:id="rId152"/>
                </p:custDataLst>
              </p:nvPr>
            </p:nvSpPr>
            <p:spPr bwMode="auto">
              <a:xfrm>
                <a:off x="3977" y="2478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27" name="Freeform 308"/>
              <p:cNvSpPr/>
              <p:nvPr>
                <p:custDataLst>
                  <p:tags r:id="rId153"/>
                </p:custDataLst>
              </p:nvPr>
            </p:nvSpPr>
            <p:spPr bwMode="auto">
              <a:xfrm>
                <a:off x="3595" y="1812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28" name="Freeform 309"/>
              <p:cNvSpPr/>
              <p:nvPr>
                <p:custDataLst>
                  <p:tags r:id="rId154"/>
                </p:custDataLst>
              </p:nvPr>
            </p:nvSpPr>
            <p:spPr bwMode="auto">
              <a:xfrm>
                <a:off x="3598" y="1814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29" name="Freeform 310"/>
              <p:cNvSpPr/>
              <p:nvPr>
                <p:custDataLst>
                  <p:tags r:id="rId155"/>
                </p:custDataLst>
              </p:nvPr>
            </p:nvSpPr>
            <p:spPr bwMode="auto">
              <a:xfrm>
                <a:off x="3967" y="2491"/>
                <a:ext cx="4" cy="4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0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1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30" name="Freeform 311"/>
              <p:cNvSpPr/>
              <p:nvPr>
                <p:custDataLst>
                  <p:tags r:id="rId156"/>
                </p:custDataLst>
              </p:nvPr>
            </p:nvSpPr>
            <p:spPr bwMode="auto">
              <a:xfrm>
                <a:off x="3825" y="2268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31" name="Freeform 312"/>
              <p:cNvSpPr/>
              <p:nvPr>
                <p:custDataLst>
                  <p:tags r:id="rId157"/>
                </p:custDataLst>
              </p:nvPr>
            </p:nvSpPr>
            <p:spPr bwMode="auto">
              <a:xfrm>
                <a:off x="3810" y="2268"/>
                <a:ext cx="8" cy="2"/>
              </a:xfrm>
              <a:custGeom>
                <a:avLst/>
                <a:gdLst>
                  <a:gd name="T0" fmla="*/ 4 w 4"/>
                  <a:gd name="T1" fmla="*/ 0 h 1"/>
                  <a:gd name="T2" fmla="*/ 0 w 4"/>
                  <a:gd name="T3" fmla="*/ 0 h 1"/>
                  <a:gd name="T4" fmla="*/ 4 w 4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4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1"/>
                      <a:pt x="2" y="0"/>
                      <a:pt x="4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32" name="Freeform 313"/>
              <p:cNvSpPr/>
              <p:nvPr>
                <p:custDataLst>
                  <p:tags r:id="rId158"/>
                </p:custDataLst>
              </p:nvPr>
            </p:nvSpPr>
            <p:spPr bwMode="auto">
              <a:xfrm>
                <a:off x="3835" y="2275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33" name="Freeform 314"/>
              <p:cNvSpPr/>
              <p:nvPr>
                <p:custDataLst>
                  <p:tags r:id="rId159"/>
                </p:custDataLst>
              </p:nvPr>
            </p:nvSpPr>
            <p:spPr bwMode="auto">
              <a:xfrm>
                <a:off x="3833" y="2268"/>
                <a:ext cx="2" cy="4"/>
              </a:xfrm>
              <a:custGeom>
                <a:avLst/>
                <a:gdLst>
                  <a:gd name="T0" fmla="*/ 1 w 1"/>
                  <a:gd name="T1" fmla="*/ 1 h 2"/>
                  <a:gd name="T2" fmla="*/ 0 w 1"/>
                  <a:gd name="T3" fmla="*/ 1 h 2"/>
                  <a:gd name="T4" fmla="*/ 1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0" y="1"/>
                      <a:pt x="0" y="0"/>
                      <a:pt x="0" y="1"/>
                    </a:cubicBezTo>
                    <a:cubicBezTo>
                      <a:pt x="1" y="2"/>
                      <a:pt x="0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34" name="Freeform 315"/>
              <p:cNvSpPr/>
              <p:nvPr>
                <p:custDataLst>
                  <p:tags r:id="rId160"/>
                </p:custDataLst>
              </p:nvPr>
            </p:nvSpPr>
            <p:spPr bwMode="auto">
              <a:xfrm>
                <a:off x="3833" y="2328"/>
                <a:ext cx="9" cy="2"/>
              </a:xfrm>
              <a:custGeom>
                <a:avLst/>
                <a:gdLst>
                  <a:gd name="T0" fmla="*/ 0 w 4"/>
                  <a:gd name="T1" fmla="*/ 1 h 1"/>
                  <a:gd name="T2" fmla="*/ 4 w 4"/>
                  <a:gd name="T3" fmla="*/ 0 h 1"/>
                  <a:gd name="T4" fmla="*/ 4 w 4"/>
                  <a:gd name="T5" fmla="*/ 0 h 1"/>
                  <a:gd name="T6" fmla="*/ 3 w 4"/>
                  <a:gd name="T7" fmla="*/ 0 h 1"/>
                  <a:gd name="T8" fmla="*/ 2 w 4"/>
                  <a:gd name="T9" fmla="*/ 0 h 1"/>
                  <a:gd name="T10" fmla="*/ 0 w 4"/>
                  <a:gd name="T1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1" y="1"/>
                      <a:pt x="3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3" y="0"/>
                      <a:pt x="3" y="0"/>
                    </a:cubicBezTo>
                    <a:cubicBezTo>
                      <a:pt x="2" y="0"/>
                      <a:pt x="1" y="0"/>
                      <a:pt x="2" y="0"/>
                    </a:cubicBezTo>
                    <a:cubicBezTo>
                      <a:pt x="1" y="1"/>
                      <a:pt x="0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35" name="Freeform 316"/>
              <p:cNvSpPr/>
              <p:nvPr>
                <p:custDataLst>
                  <p:tags r:id="rId161"/>
                </p:custDataLst>
              </p:nvPr>
            </p:nvSpPr>
            <p:spPr bwMode="auto">
              <a:xfrm>
                <a:off x="3837" y="2330"/>
                <a:ext cx="5" cy="2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0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1" y="1"/>
                      <a:pt x="2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36" name="Freeform 317"/>
              <p:cNvSpPr/>
              <p:nvPr>
                <p:custDataLst>
                  <p:tags r:id="rId162"/>
                </p:custDataLst>
              </p:nvPr>
            </p:nvSpPr>
            <p:spPr bwMode="auto">
              <a:xfrm>
                <a:off x="3839" y="2328"/>
                <a:ext cx="5" cy="0"/>
              </a:xfrm>
              <a:custGeom>
                <a:avLst/>
                <a:gdLst>
                  <a:gd name="T0" fmla="*/ 1 w 2"/>
                  <a:gd name="T1" fmla="*/ 0 w 2"/>
                  <a:gd name="T2" fmla="*/ 1 w 2"/>
                  <a:gd name="T3" fmla="*/ 1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37" name="Freeform 318"/>
              <p:cNvSpPr/>
              <p:nvPr>
                <p:custDataLst>
                  <p:tags r:id="rId163"/>
                </p:custDataLst>
              </p:nvPr>
            </p:nvSpPr>
            <p:spPr bwMode="auto">
              <a:xfrm>
                <a:off x="3827" y="2268"/>
                <a:ext cx="2" cy="4"/>
              </a:xfrm>
              <a:custGeom>
                <a:avLst/>
                <a:gdLst>
                  <a:gd name="T0" fmla="*/ 1 w 1"/>
                  <a:gd name="T1" fmla="*/ 2 h 2"/>
                  <a:gd name="T2" fmla="*/ 0 w 1"/>
                  <a:gd name="T3" fmla="*/ 0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1"/>
                      <a:pt x="1" y="1"/>
                      <a:pt x="0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38" name="Freeform 319"/>
              <p:cNvSpPr/>
              <p:nvPr>
                <p:custDataLst>
                  <p:tags r:id="rId164"/>
                </p:custDataLst>
              </p:nvPr>
            </p:nvSpPr>
            <p:spPr bwMode="auto">
              <a:xfrm>
                <a:off x="3729" y="2856"/>
                <a:ext cx="6" cy="4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2 h 2"/>
                  <a:gd name="T4" fmla="*/ 3 w 3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2" y="1"/>
                      <a:pt x="2" y="1"/>
                      <a:pt x="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39" name="Freeform 320"/>
              <p:cNvSpPr/>
              <p:nvPr>
                <p:custDataLst>
                  <p:tags r:id="rId165"/>
                </p:custDataLst>
              </p:nvPr>
            </p:nvSpPr>
            <p:spPr bwMode="auto">
              <a:xfrm>
                <a:off x="3731" y="2854"/>
                <a:ext cx="2" cy="4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0 h 2"/>
                  <a:gd name="T4" fmla="*/ 0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2"/>
                      <a:pt x="0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40" name="Freeform 321"/>
              <p:cNvSpPr/>
              <p:nvPr>
                <p:custDataLst>
                  <p:tags r:id="rId166"/>
                </p:custDataLst>
              </p:nvPr>
            </p:nvSpPr>
            <p:spPr bwMode="auto">
              <a:xfrm>
                <a:off x="3897" y="2822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41" name="Freeform 322"/>
              <p:cNvSpPr/>
              <p:nvPr>
                <p:custDataLst>
                  <p:tags r:id="rId167"/>
                </p:custDataLst>
              </p:nvPr>
            </p:nvSpPr>
            <p:spPr bwMode="auto">
              <a:xfrm>
                <a:off x="4007" y="2790"/>
                <a:ext cx="2" cy="4"/>
              </a:xfrm>
              <a:custGeom>
                <a:avLst/>
                <a:gdLst>
                  <a:gd name="T0" fmla="*/ 2 w 2"/>
                  <a:gd name="T1" fmla="*/ 4 h 4"/>
                  <a:gd name="T2" fmla="*/ 2 w 2"/>
                  <a:gd name="T3" fmla="*/ 4 h 4"/>
                  <a:gd name="T4" fmla="*/ 0 w 2"/>
                  <a:gd name="T5" fmla="*/ 0 h 4"/>
                  <a:gd name="T6" fmla="*/ 2 w 2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lnTo>
                      <a:pt x="2" y="4"/>
                    </a:lnTo>
                    <a:lnTo>
                      <a:pt x="0" y="0"/>
                    </a:lnTo>
                    <a:lnTo>
                      <a:pt x="2" y="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42" name="Freeform 323"/>
              <p:cNvSpPr/>
              <p:nvPr>
                <p:custDataLst>
                  <p:tags r:id="rId168"/>
                </p:custDataLst>
              </p:nvPr>
            </p:nvSpPr>
            <p:spPr bwMode="auto">
              <a:xfrm>
                <a:off x="3971" y="2813"/>
                <a:ext cx="2" cy="4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1 h 2"/>
                  <a:gd name="T4" fmla="*/ 0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0"/>
                      <a:pt x="0" y="2"/>
                      <a:pt x="1" y="1"/>
                    </a:cubicBezTo>
                    <a:cubicBezTo>
                      <a:pt x="1" y="1"/>
                      <a:pt x="1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43" name="Freeform 324"/>
              <p:cNvSpPr/>
              <p:nvPr>
                <p:custDataLst>
                  <p:tags r:id="rId169"/>
                </p:custDataLst>
              </p:nvPr>
            </p:nvSpPr>
            <p:spPr bwMode="auto">
              <a:xfrm>
                <a:off x="3969" y="2501"/>
                <a:ext cx="2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44" name="Freeform 325"/>
              <p:cNvSpPr/>
              <p:nvPr>
                <p:custDataLst>
                  <p:tags r:id="rId170"/>
                </p:custDataLst>
              </p:nvPr>
            </p:nvSpPr>
            <p:spPr bwMode="auto">
              <a:xfrm>
                <a:off x="3850" y="286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45" name="Freeform 326"/>
              <p:cNvSpPr/>
              <p:nvPr>
                <p:custDataLst>
                  <p:tags r:id="rId171"/>
                </p:custDataLst>
              </p:nvPr>
            </p:nvSpPr>
            <p:spPr bwMode="auto">
              <a:xfrm>
                <a:off x="3668" y="2060"/>
                <a:ext cx="8" cy="17"/>
              </a:xfrm>
              <a:custGeom>
                <a:avLst/>
                <a:gdLst>
                  <a:gd name="T0" fmla="*/ 4 w 4"/>
                  <a:gd name="T1" fmla="*/ 0 h 8"/>
                  <a:gd name="T2" fmla="*/ 0 w 4"/>
                  <a:gd name="T3" fmla="*/ 6 h 8"/>
                  <a:gd name="T4" fmla="*/ 4 w 4"/>
                  <a:gd name="T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8">
                    <a:moveTo>
                      <a:pt x="4" y="0"/>
                    </a:moveTo>
                    <a:cubicBezTo>
                      <a:pt x="2" y="1"/>
                      <a:pt x="1" y="5"/>
                      <a:pt x="0" y="6"/>
                    </a:cubicBezTo>
                    <a:cubicBezTo>
                      <a:pt x="1" y="8"/>
                      <a:pt x="3" y="1"/>
                      <a:pt x="4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51" name="Freeform 327"/>
              <p:cNvSpPr/>
              <p:nvPr>
                <p:custDataLst>
                  <p:tags r:id="rId172"/>
                </p:custDataLst>
              </p:nvPr>
            </p:nvSpPr>
            <p:spPr bwMode="auto">
              <a:xfrm>
                <a:off x="3837" y="2328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52" name="Freeform 328"/>
              <p:cNvSpPr/>
              <p:nvPr>
                <p:custDataLst>
                  <p:tags r:id="rId173"/>
                </p:custDataLst>
              </p:nvPr>
            </p:nvSpPr>
            <p:spPr bwMode="auto">
              <a:xfrm>
                <a:off x="3965" y="2504"/>
                <a:ext cx="4" cy="2"/>
              </a:xfrm>
              <a:custGeom>
                <a:avLst/>
                <a:gdLst>
                  <a:gd name="T0" fmla="*/ 1 w 2"/>
                  <a:gd name="T1" fmla="*/ 0 h 1"/>
                  <a:gd name="T2" fmla="*/ 0 w 2"/>
                  <a:gd name="T3" fmla="*/ 0 h 1"/>
                  <a:gd name="T4" fmla="*/ 1 w 2"/>
                  <a:gd name="T5" fmla="*/ 1 h 1"/>
                  <a:gd name="T6" fmla="*/ 1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2" y="0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53" name="Freeform 329"/>
              <p:cNvSpPr/>
              <p:nvPr>
                <p:custDataLst>
                  <p:tags r:id="rId174"/>
                </p:custDataLst>
              </p:nvPr>
            </p:nvSpPr>
            <p:spPr bwMode="auto">
              <a:xfrm>
                <a:off x="3973" y="2476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0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54" name="Freeform 330"/>
              <p:cNvSpPr/>
              <p:nvPr>
                <p:custDataLst>
                  <p:tags r:id="rId175"/>
                </p:custDataLst>
              </p:nvPr>
            </p:nvSpPr>
            <p:spPr bwMode="auto">
              <a:xfrm>
                <a:off x="3965" y="2497"/>
                <a:ext cx="10" cy="4"/>
              </a:xfrm>
              <a:custGeom>
                <a:avLst/>
                <a:gdLst>
                  <a:gd name="T0" fmla="*/ 5 w 5"/>
                  <a:gd name="T1" fmla="*/ 1 h 2"/>
                  <a:gd name="T2" fmla="*/ 1 w 5"/>
                  <a:gd name="T3" fmla="*/ 2 h 2"/>
                  <a:gd name="T4" fmla="*/ 0 w 5"/>
                  <a:gd name="T5" fmla="*/ 2 h 2"/>
                  <a:gd name="T6" fmla="*/ 2 w 5"/>
                  <a:gd name="T7" fmla="*/ 2 h 2"/>
                  <a:gd name="T8" fmla="*/ 3 w 5"/>
                  <a:gd name="T9" fmla="*/ 1 h 2"/>
                  <a:gd name="T10" fmla="*/ 5 w 5"/>
                  <a:gd name="T11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2">
                    <a:moveTo>
                      <a:pt x="5" y="1"/>
                    </a:moveTo>
                    <a:cubicBezTo>
                      <a:pt x="4" y="0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1" y="2"/>
                      <a:pt x="2" y="2"/>
                      <a:pt x="2" y="2"/>
                    </a:cubicBezTo>
                    <a:cubicBezTo>
                      <a:pt x="2" y="2"/>
                      <a:pt x="4" y="2"/>
                      <a:pt x="3" y="1"/>
                    </a:cubicBezTo>
                    <a:cubicBezTo>
                      <a:pt x="4" y="1"/>
                      <a:pt x="5" y="1"/>
                      <a:pt x="5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55" name="Freeform 331"/>
              <p:cNvSpPr/>
              <p:nvPr>
                <p:custDataLst>
                  <p:tags r:id="rId176"/>
                </p:custDataLst>
              </p:nvPr>
            </p:nvSpPr>
            <p:spPr bwMode="auto">
              <a:xfrm>
                <a:off x="3835" y="2474"/>
                <a:ext cx="4" cy="0"/>
              </a:xfrm>
              <a:custGeom>
                <a:avLst/>
                <a:gdLst>
                  <a:gd name="T0" fmla="*/ 0 w 2"/>
                  <a:gd name="T1" fmla="*/ 1 w 2"/>
                  <a:gd name="T2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cubicBezTo>
                      <a:pt x="0" y="0"/>
                      <a:pt x="2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56" name="Freeform 332"/>
              <p:cNvSpPr/>
              <p:nvPr>
                <p:custDataLst>
                  <p:tags r:id="rId177"/>
                </p:custDataLst>
              </p:nvPr>
            </p:nvSpPr>
            <p:spPr bwMode="auto">
              <a:xfrm>
                <a:off x="3829" y="2345"/>
                <a:ext cx="4" cy="0"/>
              </a:xfrm>
              <a:custGeom>
                <a:avLst/>
                <a:gdLst>
                  <a:gd name="T0" fmla="*/ 1 w 2"/>
                  <a:gd name="T1" fmla="*/ 1 w 2"/>
                  <a:gd name="T2" fmla="*/ 1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1" y="0"/>
                    </a:moveTo>
                    <a:cubicBezTo>
                      <a:pt x="0" y="0"/>
                      <a:pt x="2" y="0"/>
                      <a:pt x="1" y="0"/>
                    </a:cubicBezTo>
                    <a:cubicBezTo>
                      <a:pt x="2" y="0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57" name="Freeform 333"/>
              <p:cNvSpPr/>
              <p:nvPr>
                <p:custDataLst>
                  <p:tags r:id="rId178"/>
                </p:custDataLst>
              </p:nvPr>
            </p:nvSpPr>
            <p:spPr bwMode="auto">
              <a:xfrm>
                <a:off x="3831" y="2336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58" name="Freeform 334"/>
              <p:cNvSpPr/>
              <p:nvPr>
                <p:custDataLst>
                  <p:tags r:id="rId179"/>
                </p:custDataLst>
              </p:nvPr>
            </p:nvSpPr>
            <p:spPr bwMode="auto">
              <a:xfrm>
                <a:off x="3850" y="2491"/>
                <a:ext cx="4" cy="2"/>
              </a:xfrm>
              <a:custGeom>
                <a:avLst/>
                <a:gdLst>
                  <a:gd name="T0" fmla="*/ 0 w 4"/>
                  <a:gd name="T1" fmla="*/ 2 h 2"/>
                  <a:gd name="T2" fmla="*/ 0 w 4"/>
                  <a:gd name="T3" fmla="*/ 2 h 2"/>
                  <a:gd name="T4" fmla="*/ 4 w 4"/>
                  <a:gd name="T5" fmla="*/ 0 h 2"/>
                  <a:gd name="T6" fmla="*/ 0 w 4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lnTo>
                      <a:pt x="0" y="2"/>
                    </a:lnTo>
                    <a:lnTo>
                      <a:pt x="4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59" name="Freeform 335"/>
              <p:cNvSpPr/>
              <p:nvPr>
                <p:custDataLst>
                  <p:tags r:id="rId180"/>
                </p:custDataLst>
              </p:nvPr>
            </p:nvSpPr>
            <p:spPr bwMode="auto">
              <a:xfrm>
                <a:off x="3835" y="2336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1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60" name="Rectangle 336"/>
              <p:cNvSpPr>
                <a:spLocks noChangeArrowheads="1"/>
              </p:cNvSpPr>
              <p:nvPr>
                <p:custDataLst>
                  <p:tags r:id="rId181"/>
                </p:custDataLst>
              </p:nvPr>
            </p:nvSpPr>
            <p:spPr bwMode="auto">
              <a:xfrm>
                <a:off x="3835" y="2434"/>
                <a:ext cx="2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61" name="Freeform 337"/>
              <p:cNvSpPr/>
              <p:nvPr>
                <p:custDataLst>
                  <p:tags r:id="rId182"/>
                </p:custDataLst>
              </p:nvPr>
            </p:nvSpPr>
            <p:spPr bwMode="auto">
              <a:xfrm>
                <a:off x="3831" y="2349"/>
                <a:ext cx="4" cy="0"/>
              </a:xfrm>
              <a:custGeom>
                <a:avLst/>
                <a:gdLst>
                  <a:gd name="T0" fmla="*/ 0 w 2"/>
                  <a:gd name="T1" fmla="*/ 2 w 2"/>
                  <a:gd name="T2" fmla="*/ 2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1" y="0"/>
                      <a:pt x="2" y="0"/>
                      <a:pt x="2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62" name="Freeform 338"/>
              <p:cNvSpPr/>
              <p:nvPr>
                <p:custDataLst>
                  <p:tags r:id="rId183"/>
                </p:custDataLst>
              </p:nvPr>
            </p:nvSpPr>
            <p:spPr bwMode="auto">
              <a:xfrm>
                <a:off x="3602" y="1823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0 w 1"/>
                  <a:gd name="T4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63" name="Freeform 339"/>
              <p:cNvSpPr/>
              <p:nvPr>
                <p:custDataLst>
                  <p:tags r:id="rId184"/>
                </p:custDataLst>
              </p:nvPr>
            </p:nvSpPr>
            <p:spPr bwMode="auto">
              <a:xfrm>
                <a:off x="3905" y="227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64" name="Freeform 340"/>
              <p:cNvSpPr/>
              <p:nvPr>
                <p:custDataLst>
                  <p:tags r:id="rId185"/>
                </p:custDataLst>
              </p:nvPr>
            </p:nvSpPr>
            <p:spPr bwMode="auto">
              <a:xfrm>
                <a:off x="3778" y="2979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1" y="0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65" name="Freeform 341"/>
              <p:cNvSpPr/>
              <p:nvPr>
                <p:custDataLst>
                  <p:tags r:id="rId186"/>
                </p:custDataLst>
              </p:nvPr>
            </p:nvSpPr>
            <p:spPr bwMode="auto">
              <a:xfrm>
                <a:off x="3746" y="2826"/>
                <a:ext cx="399" cy="167"/>
              </a:xfrm>
              <a:custGeom>
                <a:avLst/>
                <a:gdLst>
                  <a:gd name="T0" fmla="*/ 154 w 188"/>
                  <a:gd name="T1" fmla="*/ 20 h 79"/>
                  <a:gd name="T2" fmla="*/ 145 w 188"/>
                  <a:gd name="T3" fmla="*/ 25 h 79"/>
                  <a:gd name="T4" fmla="*/ 108 w 188"/>
                  <a:gd name="T5" fmla="*/ 47 h 79"/>
                  <a:gd name="T6" fmla="*/ 94 w 188"/>
                  <a:gd name="T7" fmla="*/ 49 h 79"/>
                  <a:gd name="T8" fmla="*/ 84 w 188"/>
                  <a:gd name="T9" fmla="*/ 48 h 79"/>
                  <a:gd name="T10" fmla="*/ 64 w 188"/>
                  <a:gd name="T11" fmla="*/ 52 h 79"/>
                  <a:gd name="T12" fmla="*/ 52 w 188"/>
                  <a:gd name="T13" fmla="*/ 54 h 79"/>
                  <a:gd name="T14" fmla="*/ 33 w 188"/>
                  <a:gd name="T15" fmla="*/ 56 h 79"/>
                  <a:gd name="T16" fmla="*/ 23 w 188"/>
                  <a:gd name="T17" fmla="*/ 60 h 79"/>
                  <a:gd name="T18" fmla="*/ 12 w 188"/>
                  <a:gd name="T19" fmla="*/ 55 h 79"/>
                  <a:gd name="T20" fmla="*/ 5 w 188"/>
                  <a:gd name="T21" fmla="*/ 55 h 79"/>
                  <a:gd name="T22" fmla="*/ 5 w 188"/>
                  <a:gd name="T23" fmla="*/ 53 h 79"/>
                  <a:gd name="T24" fmla="*/ 4 w 188"/>
                  <a:gd name="T25" fmla="*/ 51 h 79"/>
                  <a:gd name="T26" fmla="*/ 3 w 188"/>
                  <a:gd name="T27" fmla="*/ 53 h 79"/>
                  <a:gd name="T28" fmla="*/ 3 w 188"/>
                  <a:gd name="T29" fmla="*/ 56 h 79"/>
                  <a:gd name="T30" fmla="*/ 0 w 188"/>
                  <a:gd name="T31" fmla="*/ 58 h 79"/>
                  <a:gd name="T32" fmla="*/ 2 w 188"/>
                  <a:gd name="T33" fmla="*/ 61 h 79"/>
                  <a:gd name="T34" fmla="*/ 13 w 188"/>
                  <a:gd name="T35" fmla="*/ 66 h 79"/>
                  <a:gd name="T36" fmla="*/ 15 w 188"/>
                  <a:gd name="T37" fmla="*/ 70 h 79"/>
                  <a:gd name="T38" fmla="*/ 16 w 188"/>
                  <a:gd name="T39" fmla="*/ 72 h 79"/>
                  <a:gd name="T40" fmla="*/ 18 w 188"/>
                  <a:gd name="T41" fmla="*/ 76 h 79"/>
                  <a:gd name="T42" fmla="*/ 21 w 188"/>
                  <a:gd name="T43" fmla="*/ 71 h 79"/>
                  <a:gd name="T44" fmla="*/ 26 w 188"/>
                  <a:gd name="T45" fmla="*/ 67 h 79"/>
                  <a:gd name="T46" fmla="*/ 27 w 188"/>
                  <a:gd name="T47" fmla="*/ 76 h 79"/>
                  <a:gd name="T48" fmla="*/ 30 w 188"/>
                  <a:gd name="T49" fmla="*/ 74 h 79"/>
                  <a:gd name="T50" fmla="*/ 31 w 188"/>
                  <a:gd name="T51" fmla="*/ 78 h 79"/>
                  <a:gd name="T52" fmla="*/ 35 w 188"/>
                  <a:gd name="T53" fmla="*/ 74 h 79"/>
                  <a:gd name="T54" fmla="*/ 38 w 188"/>
                  <a:gd name="T55" fmla="*/ 73 h 79"/>
                  <a:gd name="T56" fmla="*/ 42 w 188"/>
                  <a:gd name="T57" fmla="*/ 64 h 79"/>
                  <a:gd name="T58" fmla="*/ 43 w 188"/>
                  <a:gd name="T59" fmla="*/ 76 h 79"/>
                  <a:gd name="T60" fmla="*/ 51 w 188"/>
                  <a:gd name="T61" fmla="*/ 72 h 79"/>
                  <a:gd name="T62" fmla="*/ 57 w 188"/>
                  <a:gd name="T63" fmla="*/ 72 h 79"/>
                  <a:gd name="T64" fmla="*/ 61 w 188"/>
                  <a:gd name="T65" fmla="*/ 70 h 79"/>
                  <a:gd name="T66" fmla="*/ 70 w 188"/>
                  <a:gd name="T67" fmla="*/ 68 h 79"/>
                  <a:gd name="T68" fmla="*/ 75 w 188"/>
                  <a:gd name="T69" fmla="*/ 71 h 79"/>
                  <a:gd name="T70" fmla="*/ 77 w 188"/>
                  <a:gd name="T71" fmla="*/ 68 h 79"/>
                  <a:gd name="T72" fmla="*/ 80 w 188"/>
                  <a:gd name="T73" fmla="*/ 68 h 79"/>
                  <a:gd name="T74" fmla="*/ 81 w 188"/>
                  <a:gd name="T75" fmla="*/ 66 h 79"/>
                  <a:gd name="T76" fmla="*/ 86 w 188"/>
                  <a:gd name="T77" fmla="*/ 67 h 79"/>
                  <a:gd name="T78" fmla="*/ 92 w 188"/>
                  <a:gd name="T79" fmla="*/ 65 h 79"/>
                  <a:gd name="T80" fmla="*/ 98 w 188"/>
                  <a:gd name="T81" fmla="*/ 64 h 79"/>
                  <a:gd name="T82" fmla="*/ 104 w 188"/>
                  <a:gd name="T83" fmla="*/ 60 h 79"/>
                  <a:gd name="T84" fmla="*/ 107 w 188"/>
                  <a:gd name="T85" fmla="*/ 62 h 79"/>
                  <a:gd name="T86" fmla="*/ 108 w 188"/>
                  <a:gd name="T87" fmla="*/ 62 h 79"/>
                  <a:gd name="T88" fmla="*/ 114 w 188"/>
                  <a:gd name="T89" fmla="*/ 59 h 79"/>
                  <a:gd name="T90" fmla="*/ 119 w 188"/>
                  <a:gd name="T91" fmla="*/ 59 h 79"/>
                  <a:gd name="T92" fmla="*/ 122 w 188"/>
                  <a:gd name="T93" fmla="*/ 52 h 79"/>
                  <a:gd name="T94" fmla="*/ 126 w 188"/>
                  <a:gd name="T95" fmla="*/ 52 h 79"/>
                  <a:gd name="T96" fmla="*/ 132 w 188"/>
                  <a:gd name="T97" fmla="*/ 50 h 79"/>
                  <a:gd name="T98" fmla="*/ 139 w 188"/>
                  <a:gd name="T99" fmla="*/ 45 h 79"/>
                  <a:gd name="T100" fmla="*/ 143 w 188"/>
                  <a:gd name="T101" fmla="*/ 43 h 79"/>
                  <a:gd name="T102" fmla="*/ 156 w 188"/>
                  <a:gd name="T103" fmla="*/ 39 h 79"/>
                  <a:gd name="T104" fmla="*/ 160 w 188"/>
                  <a:gd name="T105" fmla="*/ 37 h 79"/>
                  <a:gd name="T106" fmla="*/ 167 w 188"/>
                  <a:gd name="T107" fmla="*/ 26 h 79"/>
                  <a:gd name="T108" fmla="*/ 172 w 188"/>
                  <a:gd name="T109" fmla="*/ 21 h 79"/>
                  <a:gd name="T110" fmla="*/ 180 w 188"/>
                  <a:gd name="T111" fmla="*/ 0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88" h="79">
                    <a:moveTo>
                      <a:pt x="180" y="0"/>
                    </a:moveTo>
                    <a:cubicBezTo>
                      <a:pt x="179" y="5"/>
                      <a:pt x="175" y="6"/>
                      <a:pt x="171" y="7"/>
                    </a:cubicBezTo>
                    <a:cubicBezTo>
                      <a:pt x="170" y="8"/>
                      <a:pt x="169" y="10"/>
                      <a:pt x="168" y="10"/>
                    </a:cubicBezTo>
                    <a:cubicBezTo>
                      <a:pt x="164" y="15"/>
                      <a:pt x="157" y="14"/>
                      <a:pt x="154" y="19"/>
                    </a:cubicBezTo>
                    <a:cubicBezTo>
                      <a:pt x="155" y="19"/>
                      <a:pt x="155" y="20"/>
                      <a:pt x="155" y="21"/>
                    </a:cubicBezTo>
                    <a:cubicBezTo>
                      <a:pt x="154" y="20"/>
                      <a:pt x="154" y="20"/>
                      <a:pt x="154" y="20"/>
                    </a:cubicBezTo>
                    <a:cubicBezTo>
                      <a:pt x="155" y="22"/>
                      <a:pt x="155" y="22"/>
                      <a:pt x="155" y="22"/>
                    </a:cubicBezTo>
                    <a:cubicBezTo>
                      <a:pt x="155" y="22"/>
                      <a:pt x="154" y="20"/>
                      <a:pt x="154" y="20"/>
                    </a:cubicBezTo>
                    <a:cubicBezTo>
                      <a:pt x="152" y="21"/>
                      <a:pt x="151" y="23"/>
                      <a:pt x="149" y="23"/>
                    </a:cubicBezTo>
                    <a:cubicBezTo>
                      <a:pt x="149" y="25"/>
                      <a:pt x="148" y="24"/>
                      <a:pt x="149" y="26"/>
                    </a:cubicBezTo>
                    <a:cubicBezTo>
                      <a:pt x="148" y="25"/>
                      <a:pt x="148" y="25"/>
                      <a:pt x="148" y="25"/>
                    </a:cubicBezTo>
                    <a:cubicBezTo>
                      <a:pt x="147" y="27"/>
                      <a:pt x="147" y="27"/>
                      <a:pt x="145" y="25"/>
                    </a:cubicBezTo>
                    <a:cubicBezTo>
                      <a:pt x="139" y="27"/>
                      <a:pt x="134" y="30"/>
                      <a:pt x="128" y="32"/>
                    </a:cubicBezTo>
                    <a:cubicBezTo>
                      <a:pt x="123" y="34"/>
                      <a:pt x="118" y="39"/>
                      <a:pt x="112" y="41"/>
                    </a:cubicBezTo>
                    <a:cubicBezTo>
                      <a:pt x="112" y="45"/>
                      <a:pt x="111" y="43"/>
                      <a:pt x="110" y="47"/>
                    </a:cubicBezTo>
                    <a:cubicBezTo>
                      <a:pt x="110" y="46"/>
                      <a:pt x="110" y="46"/>
                      <a:pt x="110" y="46"/>
                    </a:cubicBezTo>
                    <a:cubicBezTo>
                      <a:pt x="110" y="47"/>
                      <a:pt x="109" y="46"/>
                      <a:pt x="107" y="45"/>
                    </a:cubicBezTo>
                    <a:cubicBezTo>
                      <a:pt x="108" y="46"/>
                      <a:pt x="107" y="45"/>
                      <a:pt x="108" y="47"/>
                    </a:cubicBezTo>
                    <a:cubicBezTo>
                      <a:pt x="108" y="49"/>
                      <a:pt x="106" y="45"/>
                      <a:pt x="106" y="46"/>
                    </a:cubicBezTo>
                    <a:cubicBezTo>
                      <a:pt x="105" y="45"/>
                      <a:pt x="106" y="47"/>
                      <a:pt x="106" y="46"/>
                    </a:cubicBezTo>
                    <a:cubicBezTo>
                      <a:pt x="105" y="49"/>
                      <a:pt x="106" y="45"/>
                      <a:pt x="103" y="44"/>
                    </a:cubicBezTo>
                    <a:cubicBezTo>
                      <a:pt x="101" y="45"/>
                      <a:pt x="98" y="48"/>
                      <a:pt x="95" y="47"/>
                    </a:cubicBezTo>
                    <a:cubicBezTo>
                      <a:pt x="95" y="47"/>
                      <a:pt x="96" y="49"/>
                      <a:pt x="96" y="49"/>
                    </a:cubicBezTo>
                    <a:cubicBezTo>
                      <a:pt x="95" y="46"/>
                      <a:pt x="95" y="50"/>
                      <a:pt x="94" y="49"/>
                    </a:cubicBezTo>
                    <a:cubicBezTo>
                      <a:pt x="94" y="48"/>
                      <a:pt x="94" y="48"/>
                      <a:pt x="94" y="48"/>
                    </a:cubicBezTo>
                    <a:cubicBezTo>
                      <a:pt x="93" y="47"/>
                      <a:pt x="92" y="49"/>
                      <a:pt x="91" y="48"/>
                    </a:cubicBezTo>
                    <a:cubicBezTo>
                      <a:pt x="90" y="49"/>
                      <a:pt x="88" y="47"/>
                      <a:pt x="88" y="49"/>
                    </a:cubicBezTo>
                    <a:cubicBezTo>
                      <a:pt x="88" y="47"/>
                      <a:pt x="87" y="48"/>
                      <a:pt x="87" y="47"/>
                    </a:cubicBezTo>
                    <a:cubicBezTo>
                      <a:pt x="87" y="51"/>
                      <a:pt x="84" y="46"/>
                      <a:pt x="84" y="49"/>
                    </a:cubicBezTo>
                    <a:cubicBezTo>
                      <a:pt x="84" y="48"/>
                      <a:pt x="84" y="48"/>
                      <a:pt x="84" y="48"/>
                    </a:cubicBezTo>
                    <a:cubicBezTo>
                      <a:pt x="81" y="49"/>
                      <a:pt x="77" y="49"/>
                      <a:pt x="74" y="51"/>
                    </a:cubicBezTo>
                    <a:cubicBezTo>
                      <a:pt x="73" y="52"/>
                      <a:pt x="70" y="48"/>
                      <a:pt x="69" y="50"/>
                    </a:cubicBezTo>
                    <a:cubicBezTo>
                      <a:pt x="68" y="52"/>
                      <a:pt x="68" y="52"/>
                      <a:pt x="68" y="52"/>
                    </a:cubicBezTo>
                    <a:cubicBezTo>
                      <a:pt x="68" y="52"/>
                      <a:pt x="68" y="51"/>
                      <a:pt x="68" y="51"/>
                    </a:cubicBezTo>
                    <a:cubicBezTo>
                      <a:pt x="67" y="52"/>
                      <a:pt x="66" y="51"/>
                      <a:pt x="65" y="51"/>
                    </a:cubicBezTo>
                    <a:cubicBezTo>
                      <a:pt x="65" y="51"/>
                      <a:pt x="64" y="52"/>
                      <a:pt x="64" y="52"/>
                    </a:cubicBezTo>
                    <a:cubicBezTo>
                      <a:pt x="63" y="50"/>
                      <a:pt x="61" y="54"/>
                      <a:pt x="60" y="52"/>
                    </a:cubicBezTo>
                    <a:cubicBezTo>
                      <a:pt x="61" y="55"/>
                      <a:pt x="59" y="54"/>
                      <a:pt x="59" y="55"/>
                    </a:cubicBezTo>
                    <a:cubicBezTo>
                      <a:pt x="58" y="55"/>
                      <a:pt x="58" y="54"/>
                      <a:pt x="58" y="53"/>
                    </a:cubicBezTo>
                    <a:cubicBezTo>
                      <a:pt x="57" y="53"/>
                      <a:pt x="57" y="54"/>
                      <a:pt x="56" y="53"/>
                    </a:cubicBezTo>
                    <a:cubicBezTo>
                      <a:pt x="55" y="53"/>
                      <a:pt x="55" y="55"/>
                      <a:pt x="54" y="55"/>
                    </a:cubicBezTo>
                    <a:cubicBezTo>
                      <a:pt x="54" y="52"/>
                      <a:pt x="53" y="54"/>
                      <a:pt x="52" y="54"/>
                    </a:cubicBezTo>
                    <a:cubicBezTo>
                      <a:pt x="52" y="56"/>
                      <a:pt x="52" y="57"/>
                      <a:pt x="51" y="56"/>
                    </a:cubicBezTo>
                    <a:cubicBezTo>
                      <a:pt x="51" y="54"/>
                      <a:pt x="51" y="54"/>
                      <a:pt x="51" y="54"/>
                    </a:cubicBezTo>
                    <a:cubicBezTo>
                      <a:pt x="49" y="56"/>
                      <a:pt x="46" y="53"/>
                      <a:pt x="43" y="56"/>
                    </a:cubicBezTo>
                    <a:cubicBezTo>
                      <a:pt x="43" y="54"/>
                      <a:pt x="43" y="54"/>
                      <a:pt x="43" y="54"/>
                    </a:cubicBezTo>
                    <a:cubicBezTo>
                      <a:pt x="41" y="56"/>
                      <a:pt x="38" y="54"/>
                      <a:pt x="36" y="57"/>
                    </a:cubicBezTo>
                    <a:cubicBezTo>
                      <a:pt x="35" y="56"/>
                      <a:pt x="34" y="56"/>
                      <a:pt x="33" y="56"/>
                    </a:cubicBezTo>
                    <a:cubicBezTo>
                      <a:pt x="32" y="57"/>
                      <a:pt x="32" y="57"/>
                      <a:pt x="31" y="59"/>
                    </a:cubicBezTo>
                    <a:cubicBezTo>
                      <a:pt x="31" y="59"/>
                      <a:pt x="31" y="58"/>
                      <a:pt x="31" y="57"/>
                    </a:cubicBezTo>
                    <a:cubicBezTo>
                      <a:pt x="30" y="57"/>
                      <a:pt x="29" y="54"/>
                      <a:pt x="28" y="57"/>
                    </a:cubicBezTo>
                    <a:cubicBezTo>
                      <a:pt x="28" y="55"/>
                      <a:pt x="28" y="55"/>
                      <a:pt x="28" y="55"/>
                    </a:cubicBezTo>
                    <a:cubicBezTo>
                      <a:pt x="27" y="57"/>
                      <a:pt x="25" y="58"/>
                      <a:pt x="25" y="57"/>
                    </a:cubicBezTo>
                    <a:cubicBezTo>
                      <a:pt x="24" y="58"/>
                      <a:pt x="23" y="58"/>
                      <a:pt x="23" y="60"/>
                    </a:cubicBezTo>
                    <a:cubicBezTo>
                      <a:pt x="23" y="60"/>
                      <a:pt x="23" y="57"/>
                      <a:pt x="23" y="59"/>
                    </a:cubicBezTo>
                    <a:cubicBezTo>
                      <a:pt x="23" y="57"/>
                      <a:pt x="23" y="57"/>
                      <a:pt x="23" y="57"/>
                    </a:cubicBezTo>
                    <a:cubicBezTo>
                      <a:pt x="21" y="56"/>
                      <a:pt x="19" y="56"/>
                      <a:pt x="17" y="57"/>
                    </a:cubicBezTo>
                    <a:cubicBezTo>
                      <a:pt x="17" y="55"/>
                      <a:pt x="15" y="57"/>
                      <a:pt x="14" y="55"/>
                    </a:cubicBezTo>
                    <a:cubicBezTo>
                      <a:pt x="13" y="56"/>
                      <a:pt x="13" y="54"/>
                      <a:pt x="11" y="56"/>
                    </a:cubicBezTo>
                    <a:cubicBezTo>
                      <a:pt x="12" y="55"/>
                      <a:pt x="12" y="55"/>
                      <a:pt x="12" y="55"/>
                    </a:cubicBezTo>
                    <a:cubicBezTo>
                      <a:pt x="11" y="54"/>
                      <a:pt x="10" y="54"/>
                      <a:pt x="9" y="53"/>
                    </a:cubicBezTo>
                    <a:cubicBezTo>
                      <a:pt x="9" y="52"/>
                      <a:pt x="8" y="54"/>
                      <a:pt x="7" y="54"/>
                    </a:cubicBezTo>
                    <a:cubicBezTo>
                      <a:pt x="8" y="53"/>
                      <a:pt x="8" y="53"/>
                      <a:pt x="8" y="53"/>
                    </a:cubicBezTo>
                    <a:cubicBezTo>
                      <a:pt x="8" y="53"/>
                      <a:pt x="7" y="54"/>
                      <a:pt x="6" y="55"/>
                    </a:cubicBezTo>
                    <a:cubicBezTo>
                      <a:pt x="6" y="54"/>
                      <a:pt x="6" y="54"/>
                      <a:pt x="6" y="54"/>
                    </a:cubicBezTo>
                    <a:cubicBezTo>
                      <a:pt x="5" y="55"/>
                      <a:pt x="5" y="55"/>
                      <a:pt x="5" y="55"/>
                    </a:cubicBezTo>
                    <a:cubicBezTo>
                      <a:pt x="5" y="55"/>
                      <a:pt x="5" y="56"/>
                      <a:pt x="5" y="56"/>
                    </a:cubicBezTo>
                    <a:cubicBezTo>
                      <a:pt x="5" y="55"/>
                      <a:pt x="4" y="56"/>
                      <a:pt x="4" y="54"/>
                    </a:cubicBezTo>
                    <a:cubicBezTo>
                      <a:pt x="5" y="54"/>
                      <a:pt x="7" y="53"/>
                      <a:pt x="8" y="52"/>
                    </a:cubicBezTo>
                    <a:cubicBezTo>
                      <a:pt x="8" y="51"/>
                      <a:pt x="5" y="53"/>
                      <a:pt x="6" y="52"/>
                    </a:cubicBezTo>
                    <a:cubicBezTo>
                      <a:pt x="6" y="51"/>
                      <a:pt x="6" y="51"/>
                      <a:pt x="5" y="51"/>
                    </a:cubicBezTo>
                    <a:cubicBezTo>
                      <a:pt x="5" y="52"/>
                      <a:pt x="5" y="52"/>
                      <a:pt x="5" y="53"/>
                    </a:cubicBezTo>
                    <a:cubicBezTo>
                      <a:pt x="5" y="53"/>
                      <a:pt x="5" y="52"/>
                      <a:pt x="5" y="52"/>
                    </a:cubicBezTo>
                    <a:cubicBezTo>
                      <a:pt x="4" y="52"/>
                      <a:pt x="4" y="52"/>
                      <a:pt x="4" y="52"/>
                    </a:cubicBezTo>
                    <a:cubicBezTo>
                      <a:pt x="4" y="52"/>
                      <a:pt x="4" y="52"/>
                      <a:pt x="5" y="52"/>
                    </a:cubicBezTo>
                    <a:cubicBezTo>
                      <a:pt x="5" y="51"/>
                      <a:pt x="5" y="51"/>
                      <a:pt x="5" y="51"/>
                    </a:cubicBezTo>
                    <a:cubicBezTo>
                      <a:pt x="4" y="52"/>
                      <a:pt x="4" y="52"/>
                      <a:pt x="4" y="52"/>
                    </a:cubicBezTo>
                    <a:cubicBezTo>
                      <a:pt x="4" y="51"/>
                      <a:pt x="4" y="51"/>
                      <a:pt x="4" y="51"/>
                    </a:cubicBezTo>
                    <a:cubicBezTo>
                      <a:pt x="3" y="51"/>
                      <a:pt x="3" y="51"/>
                      <a:pt x="2" y="50"/>
                    </a:cubicBezTo>
                    <a:cubicBezTo>
                      <a:pt x="1" y="52"/>
                      <a:pt x="4" y="46"/>
                      <a:pt x="0" y="55"/>
                    </a:cubicBezTo>
                    <a:cubicBezTo>
                      <a:pt x="1" y="55"/>
                      <a:pt x="1" y="55"/>
                      <a:pt x="1" y="55"/>
                    </a:cubicBezTo>
                    <a:cubicBezTo>
                      <a:pt x="2" y="54"/>
                      <a:pt x="2" y="54"/>
                      <a:pt x="2" y="54"/>
                    </a:cubicBezTo>
                    <a:cubicBezTo>
                      <a:pt x="2" y="54"/>
                      <a:pt x="3" y="54"/>
                      <a:pt x="3" y="54"/>
                    </a:cubicBezTo>
                    <a:cubicBezTo>
                      <a:pt x="3" y="54"/>
                      <a:pt x="3" y="53"/>
                      <a:pt x="3" y="53"/>
                    </a:cubicBezTo>
                    <a:cubicBezTo>
                      <a:pt x="3" y="53"/>
                      <a:pt x="3" y="54"/>
                      <a:pt x="3" y="53"/>
                    </a:cubicBezTo>
                    <a:cubicBezTo>
                      <a:pt x="3" y="52"/>
                      <a:pt x="4" y="51"/>
                      <a:pt x="4" y="53"/>
                    </a:cubicBezTo>
                    <a:cubicBezTo>
                      <a:pt x="4" y="54"/>
                      <a:pt x="4" y="54"/>
                      <a:pt x="4" y="55"/>
                    </a:cubicBezTo>
                    <a:cubicBezTo>
                      <a:pt x="4" y="55"/>
                      <a:pt x="3" y="56"/>
                      <a:pt x="3" y="56"/>
                    </a:cubicBezTo>
                    <a:cubicBezTo>
                      <a:pt x="3" y="56"/>
                      <a:pt x="3" y="56"/>
                      <a:pt x="3" y="56"/>
                    </a:cubicBezTo>
                    <a:cubicBezTo>
                      <a:pt x="3" y="56"/>
                      <a:pt x="3" y="56"/>
                      <a:pt x="3" y="56"/>
                    </a:cubicBezTo>
                    <a:cubicBezTo>
                      <a:pt x="3" y="56"/>
                      <a:pt x="3" y="56"/>
                      <a:pt x="3" y="56"/>
                    </a:cubicBezTo>
                    <a:cubicBezTo>
                      <a:pt x="3" y="56"/>
                      <a:pt x="3" y="56"/>
                      <a:pt x="3" y="56"/>
                    </a:cubicBezTo>
                    <a:cubicBezTo>
                      <a:pt x="3" y="56"/>
                      <a:pt x="3" y="55"/>
                      <a:pt x="3" y="55"/>
                    </a:cubicBezTo>
                    <a:cubicBezTo>
                      <a:pt x="2" y="55"/>
                      <a:pt x="2" y="56"/>
                      <a:pt x="1" y="56"/>
                    </a:cubicBezTo>
                    <a:cubicBezTo>
                      <a:pt x="2" y="56"/>
                      <a:pt x="2" y="56"/>
                      <a:pt x="2" y="56"/>
                    </a:cubicBezTo>
                    <a:cubicBezTo>
                      <a:pt x="0" y="58"/>
                      <a:pt x="0" y="58"/>
                      <a:pt x="0" y="58"/>
                    </a:cubicBezTo>
                    <a:cubicBezTo>
                      <a:pt x="2" y="57"/>
                      <a:pt x="2" y="57"/>
                      <a:pt x="3" y="58"/>
                    </a:cubicBezTo>
                    <a:cubicBezTo>
                      <a:pt x="3" y="58"/>
                      <a:pt x="3" y="58"/>
                      <a:pt x="3" y="58"/>
                    </a:cubicBezTo>
                    <a:cubicBezTo>
                      <a:pt x="3" y="58"/>
                      <a:pt x="3" y="58"/>
                      <a:pt x="3" y="58"/>
                    </a:cubicBezTo>
                    <a:cubicBezTo>
                      <a:pt x="3" y="58"/>
                      <a:pt x="3" y="58"/>
                      <a:pt x="3" y="58"/>
                    </a:cubicBezTo>
                    <a:cubicBezTo>
                      <a:pt x="3" y="60"/>
                      <a:pt x="4" y="57"/>
                      <a:pt x="4" y="58"/>
                    </a:cubicBezTo>
                    <a:cubicBezTo>
                      <a:pt x="4" y="58"/>
                      <a:pt x="2" y="60"/>
                      <a:pt x="2" y="61"/>
                    </a:cubicBezTo>
                    <a:cubicBezTo>
                      <a:pt x="3" y="62"/>
                      <a:pt x="6" y="61"/>
                      <a:pt x="6" y="63"/>
                    </a:cubicBezTo>
                    <a:cubicBezTo>
                      <a:pt x="7" y="63"/>
                      <a:pt x="8" y="63"/>
                      <a:pt x="9" y="62"/>
                    </a:cubicBezTo>
                    <a:cubicBezTo>
                      <a:pt x="10" y="62"/>
                      <a:pt x="8" y="65"/>
                      <a:pt x="9" y="64"/>
                    </a:cubicBezTo>
                    <a:cubicBezTo>
                      <a:pt x="9" y="65"/>
                      <a:pt x="9" y="66"/>
                      <a:pt x="8" y="66"/>
                    </a:cubicBezTo>
                    <a:cubicBezTo>
                      <a:pt x="9" y="66"/>
                      <a:pt x="10" y="67"/>
                      <a:pt x="10" y="65"/>
                    </a:cubicBezTo>
                    <a:cubicBezTo>
                      <a:pt x="11" y="66"/>
                      <a:pt x="12" y="67"/>
                      <a:pt x="13" y="66"/>
                    </a:cubicBezTo>
                    <a:cubicBezTo>
                      <a:pt x="13" y="66"/>
                      <a:pt x="12" y="68"/>
                      <a:pt x="12" y="69"/>
                    </a:cubicBezTo>
                    <a:cubicBezTo>
                      <a:pt x="13" y="67"/>
                      <a:pt x="15" y="67"/>
                      <a:pt x="15" y="67"/>
                    </a:cubicBezTo>
                    <a:cubicBezTo>
                      <a:pt x="16" y="66"/>
                      <a:pt x="16" y="66"/>
                      <a:pt x="16" y="64"/>
                    </a:cubicBezTo>
                    <a:cubicBezTo>
                      <a:pt x="16" y="64"/>
                      <a:pt x="17" y="63"/>
                      <a:pt x="17" y="63"/>
                    </a:cubicBezTo>
                    <a:cubicBezTo>
                      <a:pt x="17" y="65"/>
                      <a:pt x="16" y="68"/>
                      <a:pt x="17" y="68"/>
                    </a:cubicBezTo>
                    <a:cubicBezTo>
                      <a:pt x="16" y="71"/>
                      <a:pt x="15" y="67"/>
                      <a:pt x="15" y="70"/>
                    </a:cubicBezTo>
                    <a:cubicBezTo>
                      <a:pt x="14" y="72"/>
                      <a:pt x="12" y="72"/>
                      <a:pt x="12" y="70"/>
                    </a:cubicBezTo>
                    <a:cubicBezTo>
                      <a:pt x="11" y="73"/>
                      <a:pt x="13" y="71"/>
                      <a:pt x="12" y="73"/>
                    </a:cubicBezTo>
                    <a:cubicBezTo>
                      <a:pt x="13" y="73"/>
                      <a:pt x="14" y="72"/>
                      <a:pt x="15" y="72"/>
                    </a:cubicBezTo>
                    <a:cubicBezTo>
                      <a:pt x="15" y="71"/>
                      <a:pt x="15" y="70"/>
                      <a:pt x="16" y="70"/>
                    </a:cubicBezTo>
                    <a:cubicBezTo>
                      <a:pt x="17" y="67"/>
                      <a:pt x="16" y="72"/>
                      <a:pt x="17" y="72"/>
                    </a:cubicBezTo>
                    <a:cubicBezTo>
                      <a:pt x="16" y="72"/>
                      <a:pt x="16" y="72"/>
                      <a:pt x="16" y="72"/>
                    </a:cubicBezTo>
                    <a:cubicBezTo>
                      <a:pt x="16" y="73"/>
                      <a:pt x="17" y="72"/>
                      <a:pt x="18" y="72"/>
                    </a:cubicBezTo>
                    <a:cubicBezTo>
                      <a:pt x="17" y="75"/>
                      <a:pt x="17" y="72"/>
                      <a:pt x="16" y="74"/>
                    </a:cubicBezTo>
                    <a:cubicBezTo>
                      <a:pt x="16" y="76"/>
                      <a:pt x="16" y="76"/>
                      <a:pt x="16" y="76"/>
                    </a:cubicBezTo>
                    <a:cubicBezTo>
                      <a:pt x="17" y="77"/>
                      <a:pt x="17" y="74"/>
                      <a:pt x="18" y="75"/>
                    </a:cubicBezTo>
                    <a:cubicBezTo>
                      <a:pt x="17" y="76"/>
                      <a:pt x="17" y="76"/>
                      <a:pt x="17" y="76"/>
                    </a:cubicBezTo>
                    <a:cubicBezTo>
                      <a:pt x="18" y="76"/>
                      <a:pt x="18" y="76"/>
                      <a:pt x="18" y="76"/>
                    </a:cubicBezTo>
                    <a:cubicBezTo>
                      <a:pt x="18" y="74"/>
                      <a:pt x="19" y="73"/>
                      <a:pt x="18" y="73"/>
                    </a:cubicBezTo>
                    <a:cubicBezTo>
                      <a:pt x="19" y="70"/>
                      <a:pt x="19" y="72"/>
                      <a:pt x="20" y="72"/>
                    </a:cubicBezTo>
                    <a:cubicBezTo>
                      <a:pt x="20" y="70"/>
                      <a:pt x="19" y="72"/>
                      <a:pt x="20" y="70"/>
                    </a:cubicBezTo>
                    <a:cubicBezTo>
                      <a:pt x="20" y="69"/>
                      <a:pt x="20" y="69"/>
                      <a:pt x="21" y="69"/>
                    </a:cubicBezTo>
                    <a:cubicBezTo>
                      <a:pt x="22" y="69"/>
                      <a:pt x="21" y="71"/>
                      <a:pt x="21" y="72"/>
                    </a:cubicBezTo>
                    <a:cubicBezTo>
                      <a:pt x="21" y="72"/>
                      <a:pt x="20" y="72"/>
                      <a:pt x="21" y="71"/>
                    </a:cubicBezTo>
                    <a:cubicBezTo>
                      <a:pt x="19" y="73"/>
                      <a:pt x="20" y="75"/>
                      <a:pt x="19" y="76"/>
                    </a:cubicBezTo>
                    <a:cubicBezTo>
                      <a:pt x="20" y="77"/>
                      <a:pt x="20" y="75"/>
                      <a:pt x="21" y="75"/>
                    </a:cubicBezTo>
                    <a:cubicBezTo>
                      <a:pt x="21" y="74"/>
                      <a:pt x="21" y="73"/>
                      <a:pt x="21" y="72"/>
                    </a:cubicBezTo>
                    <a:cubicBezTo>
                      <a:pt x="23" y="68"/>
                      <a:pt x="21" y="76"/>
                      <a:pt x="23" y="75"/>
                    </a:cubicBezTo>
                    <a:cubicBezTo>
                      <a:pt x="23" y="72"/>
                      <a:pt x="25" y="71"/>
                      <a:pt x="25" y="68"/>
                    </a:cubicBezTo>
                    <a:cubicBezTo>
                      <a:pt x="25" y="67"/>
                      <a:pt x="25" y="66"/>
                      <a:pt x="26" y="67"/>
                    </a:cubicBezTo>
                    <a:cubicBezTo>
                      <a:pt x="25" y="69"/>
                      <a:pt x="26" y="68"/>
                      <a:pt x="25" y="70"/>
                    </a:cubicBezTo>
                    <a:cubicBezTo>
                      <a:pt x="25" y="70"/>
                      <a:pt x="25" y="70"/>
                      <a:pt x="25" y="70"/>
                    </a:cubicBezTo>
                    <a:cubicBezTo>
                      <a:pt x="24" y="73"/>
                      <a:pt x="24" y="73"/>
                      <a:pt x="24" y="73"/>
                    </a:cubicBezTo>
                    <a:cubicBezTo>
                      <a:pt x="25" y="74"/>
                      <a:pt x="25" y="76"/>
                      <a:pt x="26" y="77"/>
                    </a:cubicBezTo>
                    <a:cubicBezTo>
                      <a:pt x="26" y="76"/>
                      <a:pt x="26" y="75"/>
                      <a:pt x="26" y="74"/>
                    </a:cubicBezTo>
                    <a:cubicBezTo>
                      <a:pt x="26" y="75"/>
                      <a:pt x="26" y="76"/>
                      <a:pt x="27" y="76"/>
                    </a:cubicBezTo>
                    <a:cubicBezTo>
                      <a:pt x="26" y="76"/>
                      <a:pt x="27" y="74"/>
                      <a:pt x="27" y="73"/>
                    </a:cubicBezTo>
                    <a:cubicBezTo>
                      <a:pt x="28" y="73"/>
                      <a:pt x="28" y="75"/>
                      <a:pt x="28" y="76"/>
                    </a:cubicBezTo>
                    <a:cubicBezTo>
                      <a:pt x="27" y="77"/>
                      <a:pt x="27" y="77"/>
                      <a:pt x="27" y="77"/>
                    </a:cubicBezTo>
                    <a:cubicBezTo>
                      <a:pt x="28" y="76"/>
                      <a:pt x="28" y="78"/>
                      <a:pt x="28" y="78"/>
                    </a:cubicBezTo>
                    <a:cubicBezTo>
                      <a:pt x="28" y="76"/>
                      <a:pt x="29" y="75"/>
                      <a:pt x="29" y="73"/>
                    </a:cubicBezTo>
                    <a:cubicBezTo>
                      <a:pt x="30" y="73"/>
                      <a:pt x="30" y="74"/>
                      <a:pt x="30" y="74"/>
                    </a:cubicBezTo>
                    <a:cubicBezTo>
                      <a:pt x="29" y="75"/>
                      <a:pt x="29" y="75"/>
                      <a:pt x="29" y="75"/>
                    </a:cubicBezTo>
                    <a:cubicBezTo>
                      <a:pt x="30" y="75"/>
                      <a:pt x="29" y="78"/>
                      <a:pt x="30" y="78"/>
                    </a:cubicBezTo>
                    <a:cubicBezTo>
                      <a:pt x="30" y="76"/>
                      <a:pt x="30" y="76"/>
                      <a:pt x="30" y="76"/>
                    </a:cubicBezTo>
                    <a:cubicBezTo>
                      <a:pt x="30" y="78"/>
                      <a:pt x="30" y="78"/>
                      <a:pt x="30" y="78"/>
                    </a:cubicBezTo>
                    <a:cubicBezTo>
                      <a:pt x="31" y="77"/>
                      <a:pt x="31" y="77"/>
                      <a:pt x="31" y="76"/>
                    </a:cubicBezTo>
                    <a:cubicBezTo>
                      <a:pt x="31" y="78"/>
                      <a:pt x="31" y="78"/>
                      <a:pt x="31" y="78"/>
                    </a:cubicBezTo>
                    <a:cubicBezTo>
                      <a:pt x="32" y="77"/>
                      <a:pt x="32" y="75"/>
                      <a:pt x="33" y="77"/>
                    </a:cubicBezTo>
                    <a:cubicBezTo>
                      <a:pt x="32" y="74"/>
                      <a:pt x="32" y="77"/>
                      <a:pt x="32" y="75"/>
                    </a:cubicBezTo>
                    <a:cubicBezTo>
                      <a:pt x="31" y="73"/>
                      <a:pt x="32" y="74"/>
                      <a:pt x="33" y="73"/>
                    </a:cubicBezTo>
                    <a:cubicBezTo>
                      <a:pt x="32" y="76"/>
                      <a:pt x="33" y="74"/>
                      <a:pt x="34" y="74"/>
                    </a:cubicBezTo>
                    <a:cubicBezTo>
                      <a:pt x="34" y="75"/>
                      <a:pt x="34" y="75"/>
                      <a:pt x="34" y="76"/>
                    </a:cubicBezTo>
                    <a:cubicBezTo>
                      <a:pt x="35" y="74"/>
                      <a:pt x="35" y="74"/>
                      <a:pt x="35" y="74"/>
                    </a:cubicBezTo>
                    <a:cubicBezTo>
                      <a:pt x="35" y="78"/>
                      <a:pt x="36" y="73"/>
                      <a:pt x="36" y="74"/>
                    </a:cubicBezTo>
                    <a:cubicBezTo>
                      <a:pt x="36" y="75"/>
                      <a:pt x="36" y="77"/>
                      <a:pt x="36" y="77"/>
                    </a:cubicBezTo>
                    <a:cubicBezTo>
                      <a:pt x="36" y="75"/>
                      <a:pt x="37" y="74"/>
                      <a:pt x="37" y="72"/>
                    </a:cubicBezTo>
                    <a:cubicBezTo>
                      <a:pt x="38" y="73"/>
                      <a:pt x="36" y="76"/>
                      <a:pt x="37" y="78"/>
                    </a:cubicBezTo>
                    <a:cubicBezTo>
                      <a:pt x="37" y="75"/>
                      <a:pt x="38" y="79"/>
                      <a:pt x="38" y="76"/>
                    </a:cubicBezTo>
                    <a:cubicBezTo>
                      <a:pt x="37" y="75"/>
                      <a:pt x="38" y="75"/>
                      <a:pt x="38" y="73"/>
                    </a:cubicBezTo>
                    <a:cubicBezTo>
                      <a:pt x="39" y="74"/>
                      <a:pt x="38" y="75"/>
                      <a:pt x="39" y="75"/>
                    </a:cubicBezTo>
                    <a:cubicBezTo>
                      <a:pt x="39" y="75"/>
                      <a:pt x="39" y="73"/>
                      <a:pt x="39" y="72"/>
                    </a:cubicBezTo>
                    <a:cubicBezTo>
                      <a:pt x="39" y="73"/>
                      <a:pt x="40" y="70"/>
                      <a:pt x="40" y="72"/>
                    </a:cubicBezTo>
                    <a:cubicBezTo>
                      <a:pt x="41" y="74"/>
                      <a:pt x="39" y="73"/>
                      <a:pt x="40" y="74"/>
                    </a:cubicBezTo>
                    <a:cubicBezTo>
                      <a:pt x="41" y="74"/>
                      <a:pt x="40" y="70"/>
                      <a:pt x="41" y="69"/>
                    </a:cubicBezTo>
                    <a:cubicBezTo>
                      <a:pt x="41" y="68"/>
                      <a:pt x="41" y="65"/>
                      <a:pt x="42" y="64"/>
                    </a:cubicBezTo>
                    <a:cubicBezTo>
                      <a:pt x="43" y="65"/>
                      <a:pt x="41" y="65"/>
                      <a:pt x="42" y="68"/>
                    </a:cubicBezTo>
                    <a:cubicBezTo>
                      <a:pt x="42" y="67"/>
                      <a:pt x="42" y="67"/>
                      <a:pt x="42" y="67"/>
                    </a:cubicBezTo>
                    <a:cubicBezTo>
                      <a:pt x="43" y="70"/>
                      <a:pt x="41" y="72"/>
                      <a:pt x="41" y="74"/>
                    </a:cubicBezTo>
                    <a:cubicBezTo>
                      <a:pt x="42" y="73"/>
                      <a:pt x="42" y="73"/>
                      <a:pt x="42" y="73"/>
                    </a:cubicBezTo>
                    <a:cubicBezTo>
                      <a:pt x="42" y="77"/>
                      <a:pt x="42" y="77"/>
                      <a:pt x="42" y="77"/>
                    </a:cubicBezTo>
                    <a:cubicBezTo>
                      <a:pt x="42" y="75"/>
                      <a:pt x="43" y="76"/>
                      <a:pt x="43" y="76"/>
                    </a:cubicBezTo>
                    <a:cubicBezTo>
                      <a:pt x="43" y="74"/>
                      <a:pt x="43" y="76"/>
                      <a:pt x="43" y="75"/>
                    </a:cubicBezTo>
                    <a:cubicBezTo>
                      <a:pt x="43" y="74"/>
                      <a:pt x="43" y="71"/>
                      <a:pt x="44" y="73"/>
                    </a:cubicBezTo>
                    <a:cubicBezTo>
                      <a:pt x="44" y="74"/>
                      <a:pt x="44" y="75"/>
                      <a:pt x="44" y="76"/>
                    </a:cubicBezTo>
                    <a:cubicBezTo>
                      <a:pt x="45" y="77"/>
                      <a:pt x="44" y="74"/>
                      <a:pt x="45" y="75"/>
                    </a:cubicBezTo>
                    <a:cubicBezTo>
                      <a:pt x="45" y="76"/>
                      <a:pt x="45" y="76"/>
                      <a:pt x="45" y="76"/>
                    </a:cubicBezTo>
                    <a:cubicBezTo>
                      <a:pt x="47" y="76"/>
                      <a:pt x="50" y="76"/>
                      <a:pt x="51" y="72"/>
                    </a:cubicBezTo>
                    <a:cubicBezTo>
                      <a:pt x="52" y="73"/>
                      <a:pt x="52" y="73"/>
                      <a:pt x="53" y="74"/>
                    </a:cubicBezTo>
                    <a:cubicBezTo>
                      <a:pt x="53" y="74"/>
                      <a:pt x="53" y="73"/>
                      <a:pt x="53" y="72"/>
                    </a:cubicBezTo>
                    <a:cubicBezTo>
                      <a:pt x="54" y="74"/>
                      <a:pt x="54" y="74"/>
                      <a:pt x="54" y="74"/>
                    </a:cubicBezTo>
                    <a:cubicBezTo>
                      <a:pt x="55" y="76"/>
                      <a:pt x="55" y="74"/>
                      <a:pt x="56" y="72"/>
                    </a:cubicBezTo>
                    <a:cubicBezTo>
                      <a:pt x="56" y="74"/>
                      <a:pt x="56" y="74"/>
                      <a:pt x="56" y="74"/>
                    </a:cubicBezTo>
                    <a:cubicBezTo>
                      <a:pt x="57" y="75"/>
                      <a:pt x="56" y="73"/>
                      <a:pt x="57" y="72"/>
                    </a:cubicBezTo>
                    <a:cubicBezTo>
                      <a:pt x="57" y="74"/>
                      <a:pt x="57" y="74"/>
                      <a:pt x="57" y="74"/>
                    </a:cubicBezTo>
                    <a:cubicBezTo>
                      <a:pt x="57" y="72"/>
                      <a:pt x="57" y="72"/>
                      <a:pt x="57" y="72"/>
                    </a:cubicBezTo>
                    <a:cubicBezTo>
                      <a:pt x="58" y="72"/>
                      <a:pt x="58" y="72"/>
                      <a:pt x="58" y="74"/>
                    </a:cubicBezTo>
                    <a:cubicBezTo>
                      <a:pt x="59" y="74"/>
                      <a:pt x="59" y="73"/>
                      <a:pt x="58" y="73"/>
                    </a:cubicBezTo>
                    <a:cubicBezTo>
                      <a:pt x="59" y="74"/>
                      <a:pt x="60" y="74"/>
                      <a:pt x="61" y="73"/>
                    </a:cubicBezTo>
                    <a:cubicBezTo>
                      <a:pt x="61" y="72"/>
                      <a:pt x="61" y="72"/>
                      <a:pt x="61" y="70"/>
                    </a:cubicBezTo>
                    <a:cubicBezTo>
                      <a:pt x="61" y="68"/>
                      <a:pt x="61" y="71"/>
                      <a:pt x="61" y="69"/>
                    </a:cubicBezTo>
                    <a:cubicBezTo>
                      <a:pt x="61" y="70"/>
                      <a:pt x="62" y="71"/>
                      <a:pt x="61" y="72"/>
                    </a:cubicBezTo>
                    <a:cubicBezTo>
                      <a:pt x="63" y="75"/>
                      <a:pt x="64" y="72"/>
                      <a:pt x="66" y="72"/>
                    </a:cubicBezTo>
                    <a:cubicBezTo>
                      <a:pt x="66" y="71"/>
                      <a:pt x="66" y="71"/>
                      <a:pt x="66" y="71"/>
                    </a:cubicBezTo>
                    <a:cubicBezTo>
                      <a:pt x="68" y="73"/>
                      <a:pt x="68" y="71"/>
                      <a:pt x="70" y="72"/>
                    </a:cubicBezTo>
                    <a:cubicBezTo>
                      <a:pt x="69" y="71"/>
                      <a:pt x="69" y="68"/>
                      <a:pt x="70" y="68"/>
                    </a:cubicBezTo>
                    <a:cubicBezTo>
                      <a:pt x="70" y="66"/>
                      <a:pt x="70" y="70"/>
                      <a:pt x="71" y="71"/>
                    </a:cubicBezTo>
                    <a:cubicBezTo>
                      <a:pt x="71" y="71"/>
                      <a:pt x="72" y="70"/>
                      <a:pt x="72" y="70"/>
                    </a:cubicBezTo>
                    <a:cubicBezTo>
                      <a:pt x="72" y="71"/>
                      <a:pt x="72" y="71"/>
                      <a:pt x="72" y="71"/>
                    </a:cubicBezTo>
                    <a:cubicBezTo>
                      <a:pt x="72" y="70"/>
                      <a:pt x="73" y="69"/>
                      <a:pt x="73" y="70"/>
                    </a:cubicBezTo>
                    <a:cubicBezTo>
                      <a:pt x="73" y="70"/>
                      <a:pt x="73" y="70"/>
                      <a:pt x="73" y="70"/>
                    </a:cubicBezTo>
                    <a:cubicBezTo>
                      <a:pt x="74" y="70"/>
                      <a:pt x="74" y="71"/>
                      <a:pt x="75" y="71"/>
                    </a:cubicBezTo>
                    <a:cubicBezTo>
                      <a:pt x="75" y="69"/>
                      <a:pt x="76" y="70"/>
                      <a:pt x="76" y="69"/>
                    </a:cubicBezTo>
                    <a:cubicBezTo>
                      <a:pt x="76" y="69"/>
                      <a:pt x="76" y="69"/>
                      <a:pt x="76" y="69"/>
                    </a:cubicBezTo>
                    <a:cubicBezTo>
                      <a:pt x="76" y="68"/>
                      <a:pt x="76" y="68"/>
                      <a:pt x="76" y="68"/>
                    </a:cubicBezTo>
                    <a:cubicBezTo>
                      <a:pt x="76" y="68"/>
                      <a:pt x="76" y="68"/>
                      <a:pt x="76" y="68"/>
                    </a:cubicBezTo>
                    <a:cubicBezTo>
                      <a:pt x="76" y="70"/>
                      <a:pt x="76" y="70"/>
                      <a:pt x="76" y="70"/>
                    </a:cubicBezTo>
                    <a:cubicBezTo>
                      <a:pt x="77" y="71"/>
                      <a:pt x="76" y="69"/>
                      <a:pt x="77" y="68"/>
                    </a:cubicBezTo>
                    <a:cubicBezTo>
                      <a:pt x="77" y="67"/>
                      <a:pt x="77" y="68"/>
                      <a:pt x="77" y="69"/>
                    </a:cubicBezTo>
                    <a:cubicBezTo>
                      <a:pt x="77" y="70"/>
                      <a:pt x="77" y="68"/>
                      <a:pt x="77" y="69"/>
                    </a:cubicBezTo>
                    <a:cubicBezTo>
                      <a:pt x="77" y="70"/>
                      <a:pt x="77" y="69"/>
                      <a:pt x="77" y="70"/>
                    </a:cubicBezTo>
                    <a:cubicBezTo>
                      <a:pt x="78" y="70"/>
                      <a:pt x="77" y="68"/>
                      <a:pt x="78" y="69"/>
                    </a:cubicBezTo>
                    <a:cubicBezTo>
                      <a:pt x="78" y="69"/>
                      <a:pt x="79" y="68"/>
                      <a:pt x="79" y="70"/>
                    </a:cubicBezTo>
                    <a:cubicBezTo>
                      <a:pt x="79" y="69"/>
                      <a:pt x="80" y="69"/>
                      <a:pt x="80" y="68"/>
                    </a:cubicBezTo>
                    <a:cubicBezTo>
                      <a:pt x="79" y="68"/>
                      <a:pt x="79" y="68"/>
                      <a:pt x="79" y="66"/>
                    </a:cubicBezTo>
                    <a:cubicBezTo>
                      <a:pt x="79" y="66"/>
                      <a:pt x="79" y="66"/>
                      <a:pt x="79" y="66"/>
                    </a:cubicBezTo>
                    <a:cubicBezTo>
                      <a:pt x="79" y="67"/>
                      <a:pt x="79" y="67"/>
                      <a:pt x="79" y="67"/>
                    </a:cubicBezTo>
                    <a:cubicBezTo>
                      <a:pt x="79" y="66"/>
                      <a:pt x="80" y="67"/>
                      <a:pt x="80" y="65"/>
                    </a:cubicBezTo>
                    <a:cubicBezTo>
                      <a:pt x="80" y="67"/>
                      <a:pt x="80" y="67"/>
                      <a:pt x="80" y="67"/>
                    </a:cubicBezTo>
                    <a:cubicBezTo>
                      <a:pt x="80" y="66"/>
                      <a:pt x="81" y="66"/>
                      <a:pt x="81" y="66"/>
                    </a:cubicBezTo>
                    <a:cubicBezTo>
                      <a:pt x="82" y="67"/>
                      <a:pt x="82" y="69"/>
                      <a:pt x="82" y="70"/>
                    </a:cubicBezTo>
                    <a:cubicBezTo>
                      <a:pt x="83" y="68"/>
                      <a:pt x="83" y="68"/>
                      <a:pt x="83" y="68"/>
                    </a:cubicBezTo>
                    <a:cubicBezTo>
                      <a:pt x="83" y="68"/>
                      <a:pt x="83" y="68"/>
                      <a:pt x="83" y="69"/>
                    </a:cubicBezTo>
                    <a:cubicBezTo>
                      <a:pt x="85" y="70"/>
                      <a:pt x="84" y="64"/>
                      <a:pt x="85" y="65"/>
                    </a:cubicBezTo>
                    <a:cubicBezTo>
                      <a:pt x="85" y="67"/>
                      <a:pt x="85" y="68"/>
                      <a:pt x="86" y="68"/>
                    </a:cubicBezTo>
                    <a:cubicBezTo>
                      <a:pt x="86" y="68"/>
                      <a:pt x="86" y="67"/>
                      <a:pt x="86" y="67"/>
                    </a:cubicBezTo>
                    <a:cubicBezTo>
                      <a:pt x="86" y="66"/>
                      <a:pt x="86" y="68"/>
                      <a:pt x="85" y="67"/>
                    </a:cubicBezTo>
                    <a:cubicBezTo>
                      <a:pt x="85" y="66"/>
                      <a:pt x="86" y="66"/>
                      <a:pt x="86" y="66"/>
                    </a:cubicBezTo>
                    <a:cubicBezTo>
                      <a:pt x="87" y="70"/>
                      <a:pt x="89" y="66"/>
                      <a:pt x="91" y="68"/>
                    </a:cubicBezTo>
                    <a:cubicBezTo>
                      <a:pt x="90" y="66"/>
                      <a:pt x="91" y="67"/>
                      <a:pt x="91" y="66"/>
                    </a:cubicBezTo>
                    <a:cubicBezTo>
                      <a:pt x="92" y="69"/>
                      <a:pt x="92" y="66"/>
                      <a:pt x="93" y="67"/>
                    </a:cubicBezTo>
                    <a:cubicBezTo>
                      <a:pt x="92" y="65"/>
                      <a:pt x="92" y="65"/>
                      <a:pt x="92" y="65"/>
                    </a:cubicBezTo>
                    <a:cubicBezTo>
                      <a:pt x="93" y="66"/>
                      <a:pt x="92" y="61"/>
                      <a:pt x="94" y="63"/>
                    </a:cubicBezTo>
                    <a:cubicBezTo>
                      <a:pt x="94" y="64"/>
                      <a:pt x="94" y="65"/>
                      <a:pt x="94" y="66"/>
                    </a:cubicBezTo>
                    <a:cubicBezTo>
                      <a:pt x="95" y="68"/>
                      <a:pt x="95" y="63"/>
                      <a:pt x="96" y="66"/>
                    </a:cubicBezTo>
                    <a:cubicBezTo>
                      <a:pt x="96" y="65"/>
                      <a:pt x="95" y="63"/>
                      <a:pt x="96" y="62"/>
                    </a:cubicBezTo>
                    <a:cubicBezTo>
                      <a:pt x="96" y="63"/>
                      <a:pt x="98" y="64"/>
                      <a:pt x="98" y="65"/>
                    </a:cubicBezTo>
                    <a:cubicBezTo>
                      <a:pt x="98" y="64"/>
                      <a:pt x="98" y="64"/>
                      <a:pt x="98" y="64"/>
                    </a:cubicBezTo>
                    <a:cubicBezTo>
                      <a:pt x="99" y="65"/>
                      <a:pt x="98" y="65"/>
                      <a:pt x="98" y="65"/>
                    </a:cubicBezTo>
                    <a:cubicBezTo>
                      <a:pt x="99" y="66"/>
                      <a:pt x="99" y="65"/>
                      <a:pt x="100" y="64"/>
                    </a:cubicBezTo>
                    <a:cubicBezTo>
                      <a:pt x="101" y="65"/>
                      <a:pt x="101" y="64"/>
                      <a:pt x="102" y="65"/>
                    </a:cubicBezTo>
                    <a:cubicBezTo>
                      <a:pt x="102" y="63"/>
                      <a:pt x="104" y="66"/>
                      <a:pt x="103" y="63"/>
                    </a:cubicBezTo>
                    <a:cubicBezTo>
                      <a:pt x="104" y="64"/>
                      <a:pt x="104" y="64"/>
                      <a:pt x="104" y="64"/>
                    </a:cubicBezTo>
                    <a:cubicBezTo>
                      <a:pt x="104" y="63"/>
                      <a:pt x="103" y="61"/>
                      <a:pt x="104" y="60"/>
                    </a:cubicBezTo>
                    <a:cubicBezTo>
                      <a:pt x="104" y="62"/>
                      <a:pt x="104" y="62"/>
                      <a:pt x="104" y="62"/>
                    </a:cubicBezTo>
                    <a:cubicBezTo>
                      <a:pt x="105" y="65"/>
                      <a:pt x="105" y="63"/>
                      <a:pt x="106" y="64"/>
                    </a:cubicBezTo>
                    <a:cubicBezTo>
                      <a:pt x="105" y="62"/>
                      <a:pt x="106" y="64"/>
                      <a:pt x="106" y="62"/>
                    </a:cubicBezTo>
                    <a:cubicBezTo>
                      <a:pt x="106" y="62"/>
                      <a:pt x="106" y="62"/>
                      <a:pt x="106" y="62"/>
                    </a:cubicBezTo>
                    <a:cubicBezTo>
                      <a:pt x="106" y="61"/>
                      <a:pt x="106" y="61"/>
                      <a:pt x="106" y="60"/>
                    </a:cubicBezTo>
                    <a:cubicBezTo>
                      <a:pt x="107" y="60"/>
                      <a:pt x="107" y="62"/>
                      <a:pt x="107" y="62"/>
                    </a:cubicBezTo>
                    <a:cubicBezTo>
                      <a:pt x="108" y="63"/>
                      <a:pt x="108" y="62"/>
                      <a:pt x="108" y="62"/>
                    </a:cubicBezTo>
                    <a:cubicBezTo>
                      <a:pt x="108" y="62"/>
                      <a:pt x="108" y="62"/>
                      <a:pt x="108" y="61"/>
                    </a:cubicBezTo>
                    <a:cubicBezTo>
                      <a:pt x="108" y="62"/>
                      <a:pt x="108" y="62"/>
                      <a:pt x="108" y="62"/>
                    </a:cubicBezTo>
                    <a:cubicBezTo>
                      <a:pt x="108" y="62"/>
                      <a:pt x="108" y="61"/>
                      <a:pt x="109" y="61"/>
                    </a:cubicBezTo>
                    <a:cubicBezTo>
                      <a:pt x="109" y="61"/>
                      <a:pt x="109" y="61"/>
                      <a:pt x="109" y="61"/>
                    </a:cubicBezTo>
                    <a:cubicBezTo>
                      <a:pt x="108" y="62"/>
                      <a:pt x="108" y="62"/>
                      <a:pt x="108" y="62"/>
                    </a:cubicBezTo>
                    <a:cubicBezTo>
                      <a:pt x="108" y="62"/>
                      <a:pt x="109" y="62"/>
                      <a:pt x="109" y="62"/>
                    </a:cubicBezTo>
                    <a:cubicBezTo>
                      <a:pt x="109" y="62"/>
                      <a:pt x="109" y="62"/>
                      <a:pt x="109" y="62"/>
                    </a:cubicBezTo>
                    <a:cubicBezTo>
                      <a:pt x="109" y="62"/>
                      <a:pt x="109" y="62"/>
                      <a:pt x="109" y="62"/>
                    </a:cubicBezTo>
                    <a:cubicBezTo>
                      <a:pt x="110" y="64"/>
                      <a:pt x="110" y="64"/>
                      <a:pt x="110" y="64"/>
                    </a:cubicBezTo>
                    <a:cubicBezTo>
                      <a:pt x="110" y="64"/>
                      <a:pt x="110" y="62"/>
                      <a:pt x="110" y="61"/>
                    </a:cubicBezTo>
                    <a:cubicBezTo>
                      <a:pt x="112" y="62"/>
                      <a:pt x="113" y="60"/>
                      <a:pt x="114" y="59"/>
                    </a:cubicBezTo>
                    <a:cubicBezTo>
                      <a:pt x="113" y="59"/>
                      <a:pt x="114" y="60"/>
                      <a:pt x="114" y="60"/>
                    </a:cubicBezTo>
                    <a:cubicBezTo>
                      <a:pt x="114" y="59"/>
                      <a:pt x="114" y="58"/>
                      <a:pt x="114" y="59"/>
                    </a:cubicBezTo>
                    <a:cubicBezTo>
                      <a:pt x="114" y="58"/>
                      <a:pt x="115" y="60"/>
                      <a:pt x="116" y="60"/>
                    </a:cubicBezTo>
                    <a:cubicBezTo>
                      <a:pt x="116" y="60"/>
                      <a:pt x="115" y="58"/>
                      <a:pt x="115" y="58"/>
                    </a:cubicBezTo>
                    <a:cubicBezTo>
                      <a:pt x="117" y="60"/>
                      <a:pt x="117" y="56"/>
                      <a:pt x="118" y="57"/>
                    </a:cubicBezTo>
                    <a:cubicBezTo>
                      <a:pt x="118" y="58"/>
                      <a:pt x="118" y="58"/>
                      <a:pt x="119" y="59"/>
                    </a:cubicBezTo>
                    <a:cubicBezTo>
                      <a:pt x="119" y="58"/>
                      <a:pt x="120" y="57"/>
                      <a:pt x="120" y="55"/>
                    </a:cubicBezTo>
                    <a:cubicBezTo>
                      <a:pt x="120" y="57"/>
                      <a:pt x="120" y="57"/>
                      <a:pt x="120" y="57"/>
                    </a:cubicBezTo>
                    <a:cubicBezTo>
                      <a:pt x="121" y="57"/>
                      <a:pt x="121" y="56"/>
                      <a:pt x="121" y="55"/>
                    </a:cubicBezTo>
                    <a:cubicBezTo>
                      <a:pt x="120" y="54"/>
                      <a:pt x="121" y="52"/>
                      <a:pt x="121" y="53"/>
                    </a:cubicBezTo>
                    <a:cubicBezTo>
                      <a:pt x="121" y="53"/>
                      <a:pt x="121" y="53"/>
                      <a:pt x="121" y="53"/>
                    </a:cubicBezTo>
                    <a:cubicBezTo>
                      <a:pt x="122" y="52"/>
                      <a:pt x="122" y="52"/>
                      <a:pt x="122" y="52"/>
                    </a:cubicBezTo>
                    <a:cubicBezTo>
                      <a:pt x="123" y="52"/>
                      <a:pt x="122" y="52"/>
                      <a:pt x="122" y="53"/>
                    </a:cubicBezTo>
                    <a:cubicBezTo>
                      <a:pt x="123" y="55"/>
                      <a:pt x="124" y="54"/>
                      <a:pt x="125" y="54"/>
                    </a:cubicBezTo>
                    <a:cubicBezTo>
                      <a:pt x="124" y="53"/>
                      <a:pt x="124" y="53"/>
                      <a:pt x="124" y="53"/>
                    </a:cubicBezTo>
                    <a:cubicBezTo>
                      <a:pt x="125" y="52"/>
                      <a:pt x="125" y="54"/>
                      <a:pt x="125" y="54"/>
                    </a:cubicBezTo>
                    <a:cubicBezTo>
                      <a:pt x="125" y="49"/>
                      <a:pt x="125" y="49"/>
                      <a:pt x="125" y="49"/>
                    </a:cubicBezTo>
                    <a:cubicBezTo>
                      <a:pt x="125" y="49"/>
                      <a:pt x="126" y="51"/>
                      <a:pt x="126" y="52"/>
                    </a:cubicBezTo>
                    <a:cubicBezTo>
                      <a:pt x="127" y="51"/>
                      <a:pt x="126" y="48"/>
                      <a:pt x="126" y="46"/>
                    </a:cubicBezTo>
                    <a:cubicBezTo>
                      <a:pt x="127" y="47"/>
                      <a:pt x="127" y="45"/>
                      <a:pt x="128" y="45"/>
                    </a:cubicBezTo>
                    <a:cubicBezTo>
                      <a:pt x="128" y="46"/>
                      <a:pt x="127" y="45"/>
                      <a:pt x="128" y="46"/>
                    </a:cubicBezTo>
                    <a:cubicBezTo>
                      <a:pt x="129" y="47"/>
                      <a:pt x="129" y="47"/>
                      <a:pt x="129" y="47"/>
                    </a:cubicBezTo>
                    <a:cubicBezTo>
                      <a:pt x="128" y="48"/>
                      <a:pt x="130" y="50"/>
                      <a:pt x="130" y="51"/>
                    </a:cubicBezTo>
                    <a:cubicBezTo>
                      <a:pt x="130" y="50"/>
                      <a:pt x="132" y="50"/>
                      <a:pt x="132" y="50"/>
                    </a:cubicBezTo>
                    <a:cubicBezTo>
                      <a:pt x="131" y="48"/>
                      <a:pt x="133" y="49"/>
                      <a:pt x="132" y="46"/>
                    </a:cubicBezTo>
                    <a:cubicBezTo>
                      <a:pt x="133" y="45"/>
                      <a:pt x="133" y="48"/>
                      <a:pt x="134" y="48"/>
                    </a:cubicBezTo>
                    <a:cubicBezTo>
                      <a:pt x="134" y="47"/>
                      <a:pt x="135" y="47"/>
                      <a:pt x="136" y="47"/>
                    </a:cubicBezTo>
                    <a:cubicBezTo>
                      <a:pt x="136" y="47"/>
                      <a:pt x="136" y="47"/>
                      <a:pt x="136" y="47"/>
                    </a:cubicBezTo>
                    <a:cubicBezTo>
                      <a:pt x="137" y="46"/>
                      <a:pt x="138" y="46"/>
                      <a:pt x="138" y="44"/>
                    </a:cubicBezTo>
                    <a:cubicBezTo>
                      <a:pt x="139" y="45"/>
                      <a:pt x="139" y="45"/>
                      <a:pt x="139" y="45"/>
                    </a:cubicBezTo>
                    <a:cubicBezTo>
                      <a:pt x="140" y="46"/>
                      <a:pt x="137" y="42"/>
                      <a:pt x="139" y="43"/>
                    </a:cubicBezTo>
                    <a:cubicBezTo>
                      <a:pt x="139" y="44"/>
                      <a:pt x="139" y="44"/>
                      <a:pt x="139" y="44"/>
                    </a:cubicBezTo>
                    <a:cubicBezTo>
                      <a:pt x="139" y="43"/>
                      <a:pt x="141" y="45"/>
                      <a:pt x="141" y="43"/>
                    </a:cubicBezTo>
                    <a:cubicBezTo>
                      <a:pt x="141" y="44"/>
                      <a:pt x="141" y="44"/>
                      <a:pt x="141" y="44"/>
                    </a:cubicBezTo>
                    <a:cubicBezTo>
                      <a:pt x="141" y="43"/>
                      <a:pt x="142" y="43"/>
                      <a:pt x="142" y="41"/>
                    </a:cubicBezTo>
                    <a:cubicBezTo>
                      <a:pt x="143" y="43"/>
                      <a:pt x="143" y="43"/>
                      <a:pt x="143" y="43"/>
                    </a:cubicBezTo>
                    <a:cubicBezTo>
                      <a:pt x="144" y="44"/>
                      <a:pt x="142" y="41"/>
                      <a:pt x="143" y="42"/>
                    </a:cubicBezTo>
                    <a:cubicBezTo>
                      <a:pt x="143" y="42"/>
                      <a:pt x="144" y="42"/>
                      <a:pt x="144" y="43"/>
                    </a:cubicBezTo>
                    <a:cubicBezTo>
                      <a:pt x="144" y="41"/>
                      <a:pt x="145" y="41"/>
                      <a:pt x="145" y="40"/>
                    </a:cubicBezTo>
                    <a:cubicBezTo>
                      <a:pt x="146" y="42"/>
                      <a:pt x="146" y="42"/>
                      <a:pt x="146" y="42"/>
                    </a:cubicBezTo>
                    <a:cubicBezTo>
                      <a:pt x="149" y="41"/>
                      <a:pt x="153" y="39"/>
                      <a:pt x="154" y="36"/>
                    </a:cubicBezTo>
                    <a:cubicBezTo>
                      <a:pt x="156" y="38"/>
                      <a:pt x="154" y="37"/>
                      <a:pt x="156" y="39"/>
                    </a:cubicBezTo>
                    <a:cubicBezTo>
                      <a:pt x="154" y="37"/>
                      <a:pt x="156" y="38"/>
                      <a:pt x="156" y="37"/>
                    </a:cubicBezTo>
                    <a:cubicBezTo>
                      <a:pt x="156" y="37"/>
                      <a:pt x="156" y="37"/>
                      <a:pt x="156" y="37"/>
                    </a:cubicBezTo>
                    <a:cubicBezTo>
                      <a:pt x="157" y="36"/>
                      <a:pt x="158" y="38"/>
                      <a:pt x="158" y="37"/>
                    </a:cubicBezTo>
                    <a:cubicBezTo>
                      <a:pt x="157" y="36"/>
                      <a:pt x="157" y="36"/>
                      <a:pt x="157" y="36"/>
                    </a:cubicBezTo>
                    <a:cubicBezTo>
                      <a:pt x="157" y="35"/>
                      <a:pt x="160" y="38"/>
                      <a:pt x="158" y="36"/>
                    </a:cubicBezTo>
                    <a:cubicBezTo>
                      <a:pt x="160" y="37"/>
                      <a:pt x="160" y="37"/>
                      <a:pt x="160" y="37"/>
                    </a:cubicBezTo>
                    <a:cubicBezTo>
                      <a:pt x="159" y="34"/>
                      <a:pt x="161" y="37"/>
                      <a:pt x="160" y="35"/>
                    </a:cubicBezTo>
                    <a:cubicBezTo>
                      <a:pt x="160" y="35"/>
                      <a:pt x="160" y="35"/>
                      <a:pt x="160" y="35"/>
                    </a:cubicBezTo>
                    <a:cubicBezTo>
                      <a:pt x="162" y="36"/>
                      <a:pt x="160" y="32"/>
                      <a:pt x="162" y="34"/>
                    </a:cubicBezTo>
                    <a:cubicBezTo>
                      <a:pt x="162" y="33"/>
                      <a:pt x="162" y="32"/>
                      <a:pt x="161" y="30"/>
                    </a:cubicBezTo>
                    <a:cubicBezTo>
                      <a:pt x="163" y="33"/>
                      <a:pt x="163" y="33"/>
                      <a:pt x="163" y="33"/>
                    </a:cubicBezTo>
                    <a:cubicBezTo>
                      <a:pt x="164" y="30"/>
                      <a:pt x="167" y="29"/>
                      <a:pt x="167" y="26"/>
                    </a:cubicBezTo>
                    <a:cubicBezTo>
                      <a:pt x="168" y="27"/>
                      <a:pt x="168" y="27"/>
                      <a:pt x="168" y="27"/>
                    </a:cubicBezTo>
                    <a:cubicBezTo>
                      <a:pt x="168" y="24"/>
                      <a:pt x="172" y="27"/>
                      <a:pt x="170" y="23"/>
                    </a:cubicBezTo>
                    <a:cubicBezTo>
                      <a:pt x="169" y="21"/>
                      <a:pt x="169" y="21"/>
                      <a:pt x="169" y="21"/>
                    </a:cubicBezTo>
                    <a:cubicBezTo>
                      <a:pt x="171" y="23"/>
                      <a:pt x="171" y="23"/>
                      <a:pt x="171" y="23"/>
                    </a:cubicBezTo>
                    <a:cubicBezTo>
                      <a:pt x="170" y="22"/>
                      <a:pt x="172" y="22"/>
                      <a:pt x="171" y="20"/>
                    </a:cubicBezTo>
                    <a:cubicBezTo>
                      <a:pt x="171" y="21"/>
                      <a:pt x="171" y="21"/>
                      <a:pt x="172" y="21"/>
                    </a:cubicBezTo>
                    <a:cubicBezTo>
                      <a:pt x="172" y="21"/>
                      <a:pt x="171" y="19"/>
                      <a:pt x="172" y="19"/>
                    </a:cubicBezTo>
                    <a:cubicBezTo>
                      <a:pt x="172" y="20"/>
                      <a:pt x="172" y="20"/>
                      <a:pt x="172" y="20"/>
                    </a:cubicBezTo>
                    <a:cubicBezTo>
                      <a:pt x="177" y="20"/>
                      <a:pt x="182" y="19"/>
                      <a:pt x="180" y="14"/>
                    </a:cubicBezTo>
                    <a:cubicBezTo>
                      <a:pt x="180" y="13"/>
                      <a:pt x="182" y="15"/>
                      <a:pt x="182" y="15"/>
                    </a:cubicBezTo>
                    <a:cubicBezTo>
                      <a:pt x="181" y="11"/>
                      <a:pt x="188" y="11"/>
                      <a:pt x="185" y="6"/>
                    </a:cubicBezTo>
                    <a:cubicBezTo>
                      <a:pt x="185" y="4"/>
                      <a:pt x="180" y="0"/>
                      <a:pt x="18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66" name="Freeform 342"/>
              <p:cNvSpPr/>
              <p:nvPr>
                <p:custDataLst>
                  <p:tags r:id="rId187"/>
                </p:custDataLst>
              </p:nvPr>
            </p:nvSpPr>
            <p:spPr bwMode="auto">
              <a:xfrm>
                <a:off x="3757" y="2934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0 w 1"/>
                  <a:gd name="T5" fmla="*/ 1 h 1"/>
                  <a:gd name="T6" fmla="*/ 0 w 1"/>
                  <a:gd name="T7" fmla="*/ 1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67" name="Freeform 343"/>
              <p:cNvSpPr/>
              <p:nvPr>
                <p:custDataLst>
                  <p:tags r:id="rId188"/>
                </p:custDataLst>
              </p:nvPr>
            </p:nvSpPr>
            <p:spPr bwMode="auto">
              <a:xfrm>
                <a:off x="4226" y="2525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1" y="0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68" name="Freeform 344"/>
              <p:cNvSpPr/>
              <p:nvPr>
                <p:custDataLst>
                  <p:tags r:id="rId189"/>
                </p:custDataLst>
              </p:nvPr>
            </p:nvSpPr>
            <p:spPr bwMode="auto">
              <a:xfrm>
                <a:off x="3752" y="2940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69" name="Freeform 345"/>
              <p:cNvSpPr/>
              <p:nvPr>
                <p:custDataLst>
                  <p:tags r:id="rId190"/>
                </p:custDataLst>
              </p:nvPr>
            </p:nvSpPr>
            <p:spPr bwMode="auto">
              <a:xfrm>
                <a:off x="3975" y="295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70" name="Freeform 346"/>
              <p:cNvSpPr/>
              <p:nvPr>
                <p:custDataLst>
                  <p:tags r:id="rId191"/>
                </p:custDataLst>
              </p:nvPr>
            </p:nvSpPr>
            <p:spPr bwMode="auto">
              <a:xfrm>
                <a:off x="3905" y="227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71" name="Freeform 347"/>
              <p:cNvSpPr/>
              <p:nvPr>
                <p:custDataLst>
                  <p:tags r:id="rId192"/>
                </p:custDataLst>
              </p:nvPr>
            </p:nvSpPr>
            <p:spPr bwMode="auto">
              <a:xfrm>
                <a:off x="4289" y="2557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0"/>
                      <a:pt x="0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72" name="Freeform 348"/>
              <p:cNvSpPr/>
              <p:nvPr>
                <p:custDataLst>
                  <p:tags r:id="rId193"/>
                </p:custDataLst>
              </p:nvPr>
            </p:nvSpPr>
            <p:spPr bwMode="auto">
              <a:xfrm>
                <a:off x="3899" y="2262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0 w 2"/>
                  <a:gd name="T5" fmla="*/ 0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73" name="Freeform 349"/>
              <p:cNvSpPr/>
              <p:nvPr>
                <p:custDataLst>
                  <p:tags r:id="rId194"/>
                </p:custDataLst>
              </p:nvPr>
            </p:nvSpPr>
            <p:spPr bwMode="auto">
              <a:xfrm>
                <a:off x="3939" y="2926"/>
                <a:ext cx="0" cy="2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74" name="Freeform 350"/>
              <p:cNvSpPr/>
              <p:nvPr>
                <p:custDataLst>
                  <p:tags r:id="rId195"/>
                </p:custDataLst>
              </p:nvPr>
            </p:nvSpPr>
            <p:spPr bwMode="auto">
              <a:xfrm>
                <a:off x="3888" y="2281"/>
                <a:ext cx="2" cy="4"/>
              </a:xfrm>
              <a:custGeom>
                <a:avLst/>
                <a:gdLst>
                  <a:gd name="T0" fmla="*/ 2 w 2"/>
                  <a:gd name="T1" fmla="*/ 0 h 4"/>
                  <a:gd name="T2" fmla="*/ 2 w 2"/>
                  <a:gd name="T3" fmla="*/ 0 h 4"/>
                  <a:gd name="T4" fmla="*/ 0 w 2"/>
                  <a:gd name="T5" fmla="*/ 4 h 4"/>
                  <a:gd name="T6" fmla="*/ 2 w 2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lnTo>
                      <a:pt x="2" y="0"/>
                    </a:lnTo>
                    <a:lnTo>
                      <a:pt x="0" y="4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75" name="Freeform 351"/>
              <p:cNvSpPr/>
              <p:nvPr>
                <p:custDataLst>
                  <p:tags r:id="rId196"/>
                </p:custDataLst>
              </p:nvPr>
            </p:nvSpPr>
            <p:spPr bwMode="auto">
              <a:xfrm>
                <a:off x="3842" y="2270"/>
                <a:ext cx="2" cy="5"/>
              </a:xfrm>
              <a:custGeom>
                <a:avLst/>
                <a:gdLst>
                  <a:gd name="T0" fmla="*/ 0 w 1"/>
                  <a:gd name="T1" fmla="*/ 1 h 2"/>
                  <a:gd name="T2" fmla="*/ 1 w 1"/>
                  <a:gd name="T3" fmla="*/ 1 h 2"/>
                  <a:gd name="T4" fmla="*/ 0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1" y="2"/>
                      <a:pt x="0" y="0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76" name="Freeform 352"/>
              <p:cNvSpPr/>
              <p:nvPr>
                <p:custDataLst>
                  <p:tags r:id="rId197"/>
                </p:custDataLst>
              </p:nvPr>
            </p:nvSpPr>
            <p:spPr bwMode="auto">
              <a:xfrm>
                <a:off x="3844" y="2268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77" name="Freeform 353"/>
              <p:cNvSpPr/>
              <p:nvPr>
                <p:custDataLst>
                  <p:tags r:id="rId198"/>
                </p:custDataLst>
              </p:nvPr>
            </p:nvSpPr>
            <p:spPr bwMode="auto">
              <a:xfrm>
                <a:off x="3899" y="2272"/>
                <a:ext cx="4" cy="0"/>
              </a:xfrm>
              <a:custGeom>
                <a:avLst/>
                <a:gdLst>
                  <a:gd name="T0" fmla="*/ 0 w 2"/>
                  <a:gd name="T1" fmla="*/ 2 w 2"/>
                  <a:gd name="T2" fmla="*/ 2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78" name="Freeform 354"/>
              <p:cNvSpPr/>
              <p:nvPr>
                <p:custDataLst>
                  <p:tags r:id="rId199"/>
                </p:custDataLst>
              </p:nvPr>
            </p:nvSpPr>
            <p:spPr bwMode="auto">
              <a:xfrm>
                <a:off x="3776" y="2983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79" name="Freeform 355"/>
              <p:cNvSpPr/>
              <p:nvPr>
                <p:custDataLst>
                  <p:tags r:id="rId200"/>
                </p:custDataLst>
              </p:nvPr>
            </p:nvSpPr>
            <p:spPr bwMode="auto">
              <a:xfrm>
                <a:off x="3795" y="2985"/>
                <a:ext cx="2" cy="6"/>
              </a:xfrm>
              <a:custGeom>
                <a:avLst/>
                <a:gdLst>
                  <a:gd name="T0" fmla="*/ 1 w 1"/>
                  <a:gd name="T1" fmla="*/ 2 h 3"/>
                  <a:gd name="T2" fmla="*/ 0 w 1"/>
                  <a:gd name="T3" fmla="*/ 1 h 3"/>
                  <a:gd name="T4" fmla="*/ 1 w 1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2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0" y="3"/>
                      <a:pt x="1" y="1"/>
                      <a:pt x="1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80" name="Freeform 356"/>
              <p:cNvSpPr/>
              <p:nvPr>
                <p:custDataLst>
                  <p:tags r:id="rId201"/>
                </p:custDataLst>
              </p:nvPr>
            </p:nvSpPr>
            <p:spPr bwMode="auto">
              <a:xfrm>
                <a:off x="3765" y="2972"/>
                <a:ext cx="7" cy="2"/>
              </a:xfrm>
              <a:custGeom>
                <a:avLst/>
                <a:gdLst>
                  <a:gd name="T0" fmla="*/ 0 w 3"/>
                  <a:gd name="T1" fmla="*/ 1 h 1"/>
                  <a:gd name="T2" fmla="*/ 3 w 3"/>
                  <a:gd name="T3" fmla="*/ 0 h 1"/>
                  <a:gd name="T4" fmla="*/ 0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1"/>
                      <a:pt x="3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81" name="Freeform 357"/>
              <p:cNvSpPr/>
              <p:nvPr>
                <p:custDataLst>
                  <p:tags r:id="rId202"/>
                </p:custDataLst>
              </p:nvPr>
            </p:nvSpPr>
            <p:spPr bwMode="auto">
              <a:xfrm>
                <a:off x="3803" y="2985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82" name="Freeform 358"/>
              <p:cNvSpPr/>
              <p:nvPr>
                <p:custDataLst>
                  <p:tags r:id="rId203"/>
                </p:custDataLst>
              </p:nvPr>
            </p:nvSpPr>
            <p:spPr bwMode="auto">
              <a:xfrm>
                <a:off x="3479" y="207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83" name="Freeform 359"/>
              <p:cNvSpPr/>
              <p:nvPr>
                <p:custDataLst>
                  <p:tags r:id="rId204"/>
                </p:custDataLst>
              </p:nvPr>
            </p:nvSpPr>
            <p:spPr bwMode="auto">
              <a:xfrm>
                <a:off x="3761" y="2966"/>
                <a:ext cx="2" cy="4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1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84" name="Freeform 360"/>
              <p:cNvSpPr/>
              <p:nvPr>
                <p:custDataLst>
                  <p:tags r:id="rId205"/>
                </p:custDataLst>
              </p:nvPr>
            </p:nvSpPr>
            <p:spPr bwMode="auto">
              <a:xfrm>
                <a:off x="3943" y="2966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85" name="Freeform 361"/>
              <p:cNvSpPr/>
              <p:nvPr>
                <p:custDataLst>
                  <p:tags r:id="rId206"/>
                </p:custDataLst>
              </p:nvPr>
            </p:nvSpPr>
            <p:spPr bwMode="auto">
              <a:xfrm>
                <a:off x="4003" y="2940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86" name="Freeform 362"/>
              <p:cNvSpPr/>
              <p:nvPr>
                <p:custDataLst>
                  <p:tags r:id="rId207"/>
                </p:custDataLst>
              </p:nvPr>
            </p:nvSpPr>
            <p:spPr bwMode="auto">
              <a:xfrm>
                <a:off x="4003" y="294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87" name="Freeform 363"/>
              <p:cNvSpPr/>
              <p:nvPr>
                <p:custDataLst>
                  <p:tags r:id="rId208"/>
                </p:custDataLst>
              </p:nvPr>
            </p:nvSpPr>
            <p:spPr bwMode="auto">
              <a:xfrm>
                <a:off x="3996" y="2951"/>
                <a:ext cx="3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88" name="Freeform 364"/>
              <p:cNvSpPr/>
              <p:nvPr>
                <p:custDataLst>
                  <p:tags r:id="rId209"/>
                </p:custDataLst>
              </p:nvPr>
            </p:nvSpPr>
            <p:spPr bwMode="auto">
              <a:xfrm>
                <a:off x="3757" y="3023"/>
                <a:ext cx="4" cy="4"/>
              </a:xfrm>
              <a:custGeom>
                <a:avLst/>
                <a:gdLst>
                  <a:gd name="T0" fmla="*/ 1 w 2"/>
                  <a:gd name="T1" fmla="*/ 0 h 2"/>
                  <a:gd name="T2" fmla="*/ 1 w 2"/>
                  <a:gd name="T3" fmla="*/ 2 h 2"/>
                  <a:gd name="T4" fmla="*/ 1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0" y="2"/>
                      <a:pt x="2" y="1"/>
                      <a:pt x="1" y="2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89" name="Freeform 365"/>
              <p:cNvSpPr/>
              <p:nvPr>
                <p:custDataLst>
                  <p:tags r:id="rId210"/>
                </p:custDataLst>
              </p:nvPr>
            </p:nvSpPr>
            <p:spPr bwMode="auto">
              <a:xfrm>
                <a:off x="4003" y="2949"/>
                <a:ext cx="0" cy="4"/>
              </a:xfrm>
              <a:custGeom>
                <a:avLst/>
                <a:gdLst>
                  <a:gd name="T0" fmla="*/ 2 h 2"/>
                  <a:gd name="T1" fmla="*/ 1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2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90" name="Freeform 366"/>
              <p:cNvSpPr/>
              <p:nvPr>
                <p:custDataLst>
                  <p:tags r:id="rId211"/>
                </p:custDataLst>
              </p:nvPr>
            </p:nvSpPr>
            <p:spPr bwMode="auto">
              <a:xfrm>
                <a:off x="3869" y="2938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91" name="Freeform 367"/>
              <p:cNvSpPr/>
              <p:nvPr>
                <p:custDataLst>
                  <p:tags r:id="rId212"/>
                </p:custDataLst>
              </p:nvPr>
            </p:nvSpPr>
            <p:spPr bwMode="auto">
              <a:xfrm>
                <a:off x="4026" y="2926"/>
                <a:ext cx="2" cy="4"/>
              </a:xfrm>
              <a:custGeom>
                <a:avLst/>
                <a:gdLst>
                  <a:gd name="T0" fmla="*/ 0 w 2"/>
                  <a:gd name="T1" fmla="*/ 0 h 4"/>
                  <a:gd name="T2" fmla="*/ 2 w 2"/>
                  <a:gd name="T3" fmla="*/ 4 h 4"/>
                  <a:gd name="T4" fmla="*/ 2 w 2"/>
                  <a:gd name="T5" fmla="*/ 4 h 4"/>
                  <a:gd name="T6" fmla="*/ 0 w 2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lnTo>
                      <a:pt x="2" y="4"/>
                    </a:lnTo>
                    <a:lnTo>
                      <a:pt x="2" y="4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92" name="Rectangle 368"/>
              <p:cNvSpPr>
                <a:spLocks noChangeArrowheads="1"/>
              </p:cNvSpPr>
              <p:nvPr>
                <p:custDataLst>
                  <p:tags r:id="rId213"/>
                </p:custDataLst>
              </p:nvPr>
            </p:nvSpPr>
            <p:spPr bwMode="auto">
              <a:xfrm>
                <a:off x="4275" y="2542"/>
                <a:ext cx="1" cy="2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93" name="Oval 369"/>
              <p:cNvSpPr>
                <a:spLocks noChangeArrowheads="1"/>
              </p:cNvSpPr>
              <p:nvPr>
                <p:custDataLst>
                  <p:tags r:id="rId214"/>
                </p:custDataLst>
              </p:nvPr>
            </p:nvSpPr>
            <p:spPr bwMode="auto">
              <a:xfrm>
                <a:off x="3472" y="2075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94" name="Freeform 370"/>
              <p:cNvSpPr/>
              <p:nvPr>
                <p:custDataLst>
                  <p:tags r:id="rId215"/>
                </p:custDataLst>
              </p:nvPr>
            </p:nvSpPr>
            <p:spPr bwMode="auto">
              <a:xfrm>
                <a:off x="4219" y="2518"/>
                <a:ext cx="2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95" name="Freeform 371"/>
              <p:cNvSpPr/>
              <p:nvPr>
                <p:custDataLst>
                  <p:tags r:id="rId216"/>
                </p:custDataLst>
              </p:nvPr>
            </p:nvSpPr>
            <p:spPr bwMode="auto">
              <a:xfrm>
                <a:off x="4230" y="2525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96" name="Freeform 372"/>
              <p:cNvSpPr/>
              <p:nvPr>
                <p:custDataLst>
                  <p:tags r:id="rId217"/>
                </p:custDataLst>
              </p:nvPr>
            </p:nvSpPr>
            <p:spPr bwMode="auto">
              <a:xfrm>
                <a:off x="3472" y="207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97" name="Freeform 373"/>
              <p:cNvSpPr/>
              <p:nvPr>
                <p:custDataLst>
                  <p:tags r:id="rId218"/>
                </p:custDataLst>
              </p:nvPr>
            </p:nvSpPr>
            <p:spPr bwMode="auto">
              <a:xfrm>
                <a:off x="4217" y="2482"/>
                <a:ext cx="145" cy="117"/>
              </a:xfrm>
              <a:custGeom>
                <a:avLst/>
                <a:gdLst>
                  <a:gd name="T0" fmla="*/ 63 w 68"/>
                  <a:gd name="T1" fmla="*/ 35 h 55"/>
                  <a:gd name="T2" fmla="*/ 47 w 68"/>
                  <a:gd name="T3" fmla="*/ 21 h 55"/>
                  <a:gd name="T4" fmla="*/ 43 w 68"/>
                  <a:gd name="T5" fmla="*/ 21 h 55"/>
                  <a:gd name="T6" fmla="*/ 40 w 68"/>
                  <a:gd name="T7" fmla="*/ 15 h 55"/>
                  <a:gd name="T8" fmla="*/ 35 w 68"/>
                  <a:gd name="T9" fmla="*/ 11 h 55"/>
                  <a:gd name="T10" fmla="*/ 29 w 68"/>
                  <a:gd name="T11" fmla="*/ 6 h 55"/>
                  <a:gd name="T12" fmla="*/ 24 w 68"/>
                  <a:gd name="T13" fmla="*/ 7 h 55"/>
                  <a:gd name="T14" fmla="*/ 16 w 68"/>
                  <a:gd name="T15" fmla="*/ 6 h 55"/>
                  <a:gd name="T16" fmla="*/ 13 w 68"/>
                  <a:gd name="T17" fmla="*/ 5 h 55"/>
                  <a:gd name="T18" fmla="*/ 10 w 68"/>
                  <a:gd name="T19" fmla="*/ 1 h 55"/>
                  <a:gd name="T20" fmla="*/ 9 w 68"/>
                  <a:gd name="T21" fmla="*/ 1 h 55"/>
                  <a:gd name="T22" fmla="*/ 5 w 68"/>
                  <a:gd name="T23" fmla="*/ 2 h 55"/>
                  <a:gd name="T24" fmla="*/ 2 w 68"/>
                  <a:gd name="T25" fmla="*/ 3 h 55"/>
                  <a:gd name="T26" fmla="*/ 2 w 68"/>
                  <a:gd name="T27" fmla="*/ 6 h 55"/>
                  <a:gd name="T28" fmla="*/ 5 w 68"/>
                  <a:gd name="T29" fmla="*/ 8 h 55"/>
                  <a:gd name="T30" fmla="*/ 4 w 68"/>
                  <a:gd name="T31" fmla="*/ 10 h 55"/>
                  <a:gd name="T32" fmla="*/ 6 w 68"/>
                  <a:gd name="T33" fmla="*/ 13 h 55"/>
                  <a:gd name="T34" fmla="*/ 4 w 68"/>
                  <a:gd name="T35" fmla="*/ 16 h 55"/>
                  <a:gd name="T36" fmla="*/ 2 w 68"/>
                  <a:gd name="T37" fmla="*/ 19 h 55"/>
                  <a:gd name="T38" fmla="*/ 6 w 68"/>
                  <a:gd name="T39" fmla="*/ 16 h 55"/>
                  <a:gd name="T40" fmla="*/ 9 w 68"/>
                  <a:gd name="T41" fmla="*/ 13 h 55"/>
                  <a:gd name="T42" fmla="*/ 7 w 68"/>
                  <a:gd name="T43" fmla="*/ 19 h 55"/>
                  <a:gd name="T44" fmla="*/ 8 w 68"/>
                  <a:gd name="T45" fmla="*/ 18 h 55"/>
                  <a:gd name="T46" fmla="*/ 8 w 68"/>
                  <a:gd name="T47" fmla="*/ 21 h 55"/>
                  <a:gd name="T48" fmla="*/ 9 w 68"/>
                  <a:gd name="T49" fmla="*/ 21 h 55"/>
                  <a:gd name="T50" fmla="*/ 10 w 68"/>
                  <a:gd name="T51" fmla="*/ 22 h 55"/>
                  <a:gd name="T52" fmla="*/ 15 w 68"/>
                  <a:gd name="T53" fmla="*/ 17 h 55"/>
                  <a:gd name="T54" fmla="*/ 11 w 68"/>
                  <a:gd name="T55" fmla="*/ 23 h 55"/>
                  <a:gd name="T56" fmla="*/ 13 w 68"/>
                  <a:gd name="T57" fmla="*/ 23 h 55"/>
                  <a:gd name="T58" fmla="*/ 16 w 68"/>
                  <a:gd name="T59" fmla="*/ 23 h 55"/>
                  <a:gd name="T60" fmla="*/ 18 w 68"/>
                  <a:gd name="T61" fmla="*/ 24 h 55"/>
                  <a:gd name="T62" fmla="*/ 18 w 68"/>
                  <a:gd name="T63" fmla="*/ 24 h 55"/>
                  <a:gd name="T64" fmla="*/ 21 w 68"/>
                  <a:gd name="T65" fmla="*/ 24 h 55"/>
                  <a:gd name="T66" fmla="*/ 23 w 68"/>
                  <a:gd name="T67" fmla="*/ 23 h 55"/>
                  <a:gd name="T68" fmla="*/ 22 w 68"/>
                  <a:gd name="T69" fmla="*/ 26 h 55"/>
                  <a:gd name="T70" fmla="*/ 25 w 68"/>
                  <a:gd name="T71" fmla="*/ 24 h 55"/>
                  <a:gd name="T72" fmla="*/ 24 w 68"/>
                  <a:gd name="T73" fmla="*/ 27 h 55"/>
                  <a:gd name="T74" fmla="*/ 26 w 68"/>
                  <a:gd name="T75" fmla="*/ 29 h 55"/>
                  <a:gd name="T76" fmla="*/ 28 w 68"/>
                  <a:gd name="T77" fmla="*/ 30 h 55"/>
                  <a:gd name="T78" fmla="*/ 29 w 68"/>
                  <a:gd name="T79" fmla="*/ 32 h 55"/>
                  <a:gd name="T80" fmla="*/ 31 w 68"/>
                  <a:gd name="T81" fmla="*/ 31 h 55"/>
                  <a:gd name="T82" fmla="*/ 32 w 68"/>
                  <a:gd name="T83" fmla="*/ 32 h 55"/>
                  <a:gd name="T84" fmla="*/ 31 w 68"/>
                  <a:gd name="T85" fmla="*/ 33 h 55"/>
                  <a:gd name="T86" fmla="*/ 34 w 68"/>
                  <a:gd name="T87" fmla="*/ 34 h 55"/>
                  <a:gd name="T88" fmla="*/ 37 w 68"/>
                  <a:gd name="T89" fmla="*/ 34 h 55"/>
                  <a:gd name="T90" fmla="*/ 39 w 68"/>
                  <a:gd name="T91" fmla="*/ 34 h 55"/>
                  <a:gd name="T92" fmla="*/ 44 w 68"/>
                  <a:gd name="T93" fmla="*/ 32 h 55"/>
                  <a:gd name="T94" fmla="*/ 43 w 68"/>
                  <a:gd name="T95" fmla="*/ 36 h 55"/>
                  <a:gd name="T96" fmla="*/ 46 w 68"/>
                  <a:gd name="T97" fmla="*/ 36 h 55"/>
                  <a:gd name="T98" fmla="*/ 47 w 68"/>
                  <a:gd name="T99" fmla="*/ 38 h 55"/>
                  <a:gd name="T100" fmla="*/ 48 w 68"/>
                  <a:gd name="T101" fmla="*/ 43 h 55"/>
                  <a:gd name="T102" fmla="*/ 50 w 68"/>
                  <a:gd name="T103" fmla="*/ 44 h 55"/>
                  <a:gd name="T104" fmla="*/ 58 w 68"/>
                  <a:gd name="T105" fmla="*/ 45 h 55"/>
                  <a:gd name="T106" fmla="*/ 58 w 68"/>
                  <a:gd name="T107" fmla="*/ 51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68" h="55">
                    <a:moveTo>
                      <a:pt x="66" y="42"/>
                    </a:moveTo>
                    <a:cubicBezTo>
                      <a:pt x="65" y="40"/>
                      <a:pt x="67" y="35"/>
                      <a:pt x="64" y="34"/>
                    </a:cubicBezTo>
                    <a:cubicBezTo>
                      <a:pt x="63" y="35"/>
                      <a:pt x="62" y="35"/>
                      <a:pt x="62" y="36"/>
                    </a:cubicBezTo>
                    <a:cubicBezTo>
                      <a:pt x="62" y="35"/>
                      <a:pt x="62" y="35"/>
                      <a:pt x="62" y="35"/>
                    </a:cubicBezTo>
                    <a:cubicBezTo>
                      <a:pt x="61" y="36"/>
                      <a:pt x="61" y="36"/>
                      <a:pt x="61" y="36"/>
                    </a:cubicBezTo>
                    <a:cubicBezTo>
                      <a:pt x="61" y="36"/>
                      <a:pt x="62" y="35"/>
                      <a:pt x="63" y="35"/>
                    </a:cubicBezTo>
                    <a:cubicBezTo>
                      <a:pt x="62" y="34"/>
                      <a:pt x="61" y="34"/>
                      <a:pt x="61" y="33"/>
                    </a:cubicBezTo>
                    <a:cubicBezTo>
                      <a:pt x="59" y="34"/>
                      <a:pt x="60" y="32"/>
                      <a:pt x="58" y="34"/>
                    </a:cubicBezTo>
                    <a:cubicBezTo>
                      <a:pt x="59" y="33"/>
                      <a:pt x="59" y="33"/>
                      <a:pt x="59" y="33"/>
                    </a:cubicBezTo>
                    <a:cubicBezTo>
                      <a:pt x="58" y="33"/>
                      <a:pt x="58" y="33"/>
                      <a:pt x="59" y="31"/>
                    </a:cubicBezTo>
                    <a:cubicBezTo>
                      <a:pt x="59" y="28"/>
                      <a:pt x="56" y="27"/>
                      <a:pt x="55" y="24"/>
                    </a:cubicBezTo>
                    <a:cubicBezTo>
                      <a:pt x="53" y="22"/>
                      <a:pt x="50" y="22"/>
                      <a:pt x="47" y="21"/>
                    </a:cubicBezTo>
                    <a:cubicBezTo>
                      <a:pt x="45" y="23"/>
                      <a:pt x="45" y="22"/>
                      <a:pt x="43" y="23"/>
                    </a:cubicBezTo>
                    <a:cubicBezTo>
                      <a:pt x="44" y="23"/>
                      <a:pt x="44" y="23"/>
                      <a:pt x="44" y="23"/>
                    </a:cubicBezTo>
                    <a:cubicBezTo>
                      <a:pt x="42" y="23"/>
                      <a:pt x="43" y="22"/>
                      <a:pt x="44" y="21"/>
                    </a:cubicBezTo>
                    <a:cubicBezTo>
                      <a:pt x="43" y="22"/>
                      <a:pt x="44" y="21"/>
                      <a:pt x="42" y="22"/>
                    </a:cubicBezTo>
                    <a:cubicBezTo>
                      <a:pt x="41" y="24"/>
                      <a:pt x="44" y="20"/>
                      <a:pt x="43" y="21"/>
                    </a:cubicBezTo>
                    <a:cubicBezTo>
                      <a:pt x="44" y="20"/>
                      <a:pt x="42" y="22"/>
                      <a:pt x="43" y="21"/>
                    </a:cubicBezTo>
                    <a:cubicBezTo>
                      <a:pt x="41" y="22"/>
                      <a:pt x="44" y="20"/>
                      <a:pt x="44" y="18"/>
                    </a:cubicBezTo>
                    <a:cubicBezTo>
                      <a:pt x="43" y="18"/>
                      <a:pt x="41" y="19"/>
                      <a:pt x="41" y="17"/>
                    </a:cubicBezTo>
                    <a:cubicBezTo>
                      <a:pt x="41" y="17"/>
                      <a:pt x="40" y="18"/>
                      <a:pt x="40" y="18"/>
                    </a:cubicBezTo>
                    <a:cubicBezTo>
                      <a:pt x="42" y="16"/>
                      <a:pt x="39" y="19"/>
                      <a:pt x="40" y="17"/>
                    </a:cubicBezTo>
                    <a:cubicBezTo>
                      <a:pt x="40" y="17"/>
                      <a:pt x="40" y="17"/>
                      <a:pt x="40" y="17"/>
                    </a:cubicBezTo>
                    <a:cubicBezTo>
                      <a:pt x="41" y="15"/>
                      <a:pt x="39" y="17"/>
                      <a:pt x="40" y="15"/>
                    </a:cubicBezTo>
                    <a:cubicBezTo>
                      <a:pt x="40" y="15"/>
                      <a:pt x="40" y="15"/>
                      <a:pt x="40" y="15"/>
                    </a:cubicBezTo>
                    <a:cubicBezTo>
                      <a:pt x="38" y="16"/>
                      <a:pt x="40" y="13"/>
                      <a:pt x="39" y="15"/>
                    </a:cubicBezTo>
                    <a:cubicBezTo>
                      <a:pt x="40" y="14"/>
                      <a:pt x="39" y="14"/>
                      <a:pt x="40" y="13"/>
                    </a:cubicBezTo>
                    <a:cubicBezTo>
                      <a:pt x="37" y="16"/>
                      <a:pt x="40" y="12"/>
                      <a:pt x="38" y="13"/>
                    </a:cubicBezTo>
                    <a:cubicBezTo>
                      <a:pt x="38" y="13"/>
                      <a:pt x="38" y="13"/>
                      <a:pt x="38" y="13"/>
                    </a:cubicBezTo>
                    <a:cubicBezTo>
                      <a:pt x="37" y="12"/>
                      <a:pt x="37" y="11"/>
                      <a:pt x="35" y="11"/>
                    </a:cubicBezTo>
                    <a:cubicBezTo>
                      <a:pt x="34" y="11"/>
                      <a:pt x="36" y="8"/>
                      <a:pt x="34" y="9"/>
                    </a:cubicBezTo>
                    <a:cubicBezTo>
                      <a:pt x="33" y="10"/>
                      <a:pt x="33" y="10"/>
                      <a:pt x="33" y="10"/>
                    </a:cubicBezTo>
                    <a:cubicBezTo>
                      <a:pt x="32" y="10"/>
                      <a:pt x="33" y="9"/>
                      <a:pt x="34" y="9"/>
                    </a:cubicBezTo>
                    <a:cubicBezTo>
                      <a:pt x="32" y="10"/>
                      <a:pt x="33" y="8"/>
                      <a:pt x="33" y="7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2" y="7"/>
                      <a:pt x="29" y="7"/>
                      <a:pt x="29" y="6"/>
                    </a:cubicBezTo>
                    <a:cubicBezTo>
                      <a:pt x="28" y="9"/>
                      <a:pt x="28" y="7"/>
                      <a:pt x="28" y="8"/>
                    </a:cubicBezTo>
                    <a:cubicBezTo>
                      <a:pt x="28" y="8"/>
                      <a:pt x="28" y="7"/>
                      <a:pt x="28" y="6"/>
                    </a:cubicBezTo>
                    <a:cubicBezTo>
                      <a:pt x="28" y="6"/>
                      <a:pt x="28" y="6"/>
                      <a:pt x="28" y="5"/>
                    </a:cubicBezTo>
                    <a:cubicBezTo>
                      <a:pt x="27" y="6"/>
                      <a:pt x="26" y="7"/>
                      <a:pt x="26" y="7"/>
                    </a:cubicBezTo>
                    <a:cubicBezTo>
                      <a:pt x="27" y="4"/>
                      <a:pt x="26" y="6"/>
                      <a:pt x="26" y="5"/>
                    </a:cubicBezTo>
                    <a:cubicBezTo>
                      <a:pt x="25" y="7"/>
                      <a:pt x="24" y="8"/>
                      <a:pt x="24" y="7"/>
                    </a:cubicBezTo>
                    <a:cubicBezTo>
                      <a:pt x="26" y="5"/>
                      <a:pt x="26" y="5"/>
                      <a:pt x="26" y="5"/>
                    </a:cubicBezTo>
                    <a:cubicBezTo>
                      <a:pt x="24" y="6"/>
                      <a:pt x="24" y="3"/>
                      <a:pt x="22" y="5"/>
                    </a:cubicBezTo>
                    <a:cubicBezTo>
                      <a:pt x="22" y="4"/>
                      <a:pt x="22" y="4"/>
                      <a:pt x="22" y="4"/>
                    </a:cubicBezTo>
                    <a:cubicBezTo>
                      <a:pt x="21" y="5"/>
                      <a:pt x="21" y="3"/>
                      <a:pt x="19" y="5"/>
                    </a:cubicBezTo>
                    <a:cubicBezTo>
                      <a:pt x="19" y="4"/>
                      <a:pt x="19" y="4"/>
                      <a:pt x="19" y="3"/>
                    </a:cubicBezTo>
                    <a:cubicBezTo>
                      <a:pt x="18" y="4"/>
                      <a:pt x="18" y="4"/>
                      <a:pt x="16" y="6"/>
                    </a:cubicBezTo>
                    <a:cubicBezTo>
                      <a:pt x="16" y="6"/>
                      <a:pt x="17" y="5"/>
                      <a:pt x="17" y="4"/>
                    </a:cubicBezTo>
                    <a:cubicBezTo>
                      <a:pt x="17" y="4"/>
                      <a:pt x="18" y="2"/>
                      <a:pt x="16" y="4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6" y="4"/>
                      <a:pt x="14" y="5"/>
                      <a:pt x="15" y="3"/>
                    </a:cubicBezTo>
                    <a:cubicBezTo>
                      <a:pt x="14" y="4"/>
                      <a:pt x="14" y="5"/>
                      <a:pt x="13" y="6"/>
                    </a:cubicBezTo>
                    <a:cubicBezTo>
                      <a:pt x="13" y="6"/>
                      <a:pt x="14" y="4"/>
                      <a:pt x="13" y="5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3"/>
                      <a:pt x="13" y="3"/>
                      <a:pt x="12" y="4"/>
                    </a:cubicBezTo>
                    <a:cubicBezTo>
                      <a:pt x="13" y="2"/>
                      <a:pt x="11" y="3"/>
                      <a:pt x="12" y="2"/>
                    </a:cubicBezTo>
                    <a:cubicBezTo>
                      <a:pt x="11" y="3"/>
                      <a:pt x="12" y="1"/>
                      <a:pt x="9" y="3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10" y="2"/>
                      <a:pt x="10" y="2"/>
                      <a:pt x="10" y="1"/>
                    </a:cubicBezTo>
                    <a:cubicBezTo>
                      <a:pt x="11" y="1"/>
                      <a:pt x="9" y="2"/>
                      <a:pt x="8" y="2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2"/>
                      <a:pt x="7" y="3"/>
                      <a:pt x="6" y="4"/>
                    </a:cubicBezTo>
                    <a:cubicBezTo>
                      <a:pt x="6" y="3"/>
                      <a:pt x="5" y="4"/>
                      <a:pt x="6" y="3"/>
                    </a:cubicBezTo>
                    <a:cubicBezTo>
                      <a:pt x="7" y="3"/>
                      <a:pt x="8" y="2"/>
                      <a:pt x="10" y="1"/>
                    </a:cubicBezTo>
                    <a:cubicBezTo>
                      <a:pt x="10" y="0"/>
                      <a:pt x="7" y="2"/>
                      <a:pt x="9" y="1"/>
                    </a:cubicBezTo>
                    <a:cubicBezTo>
                      <a:pt x="9" y="0"/>
                      <a:pt x="9" y="1"/>
                      <a:pt x="7" y="2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1"/>
                      <a:pt x="8" y="1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6" y="2"/>
                      <a:pt x="6" y="1"/>
                      <a:pt x="4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3"/>
                      <a:pt x="3" y="3"/>
                      <a:pt x="4" y="2"/>
                    </a:cubicBezTo>
                    <a:cubicBezTo>
                      <a:pt x="6" y="1"/>
                      <a:pt x="7" y="1"/>
                      <a:pt x="7" y="1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5" y="1"/>
                      <a:pt x="4" y="2"/>
                      <a:pt x="3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3" y="3"/>
                      <a:pt x="2" y="4"/>
                      <a:pt x="3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5" y="3"/>
                      <a:pt x="7" y="2"/>
                      <a:pt x="5" y="3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4" y="4"/>
                      <a:pt x="4" y="4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5" y="4"/>
                      <a:pt x="3" y="6"/>
                      <a:pt x="4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2" y="7"/>
                      <a:pt x="4" y="5"/>
                      <a:pt x="5" y="5"/>
                    </a:cubicBezTo>
                    <a:cubicBezTo>
                      <a:pt x="4" y="5"/>
                      <a:pt x="2" y="7"/>
                      <a:pt x="2" y="8"/>
                    </a:cubicBezTo>
                    <a:cubicBezTo>
                      <a:pt x="2" y="8"/>
                      <a:pt x="4" y="7"/>
                      <a:pt x="3" y="9"/>
                    </a:cubicBezTo>
                    <a:cubicBezTo>
                      <a:pt x="3" y="9"/>
                      <a:pt x="4" y="9"/>
                      <a:pt x="5" y="8"/>
                    </a:cubicBezTo>
                    <a:cubicBezTo>
                      <a:pt x="5" y="8"/>
                      <a:pt x="3" y="10"/>
                      <a:pt x="4" y="9"/>
                    </a:cubicBezTo>
                    <a:cubicBezTo>
                      <a:pt x="3" y="10"/>
                      <a:pt x="2" y="12"/>
                      <a:pt x="1" y="13"/>
                    </a:cubicBezTo>
                    <a:cubicBezTo>
                      <a:pt x="1" y="13"/>
                      <a:pt x="0" y="14"/>
                      <a:pt x="1" y="14"/>
                    </a:cubicBezTo>
                    <a:cubicBezTo>
                      <a:pt x="0" y="14"/>
                      <a:pt x="0" y="15"/>
                      <a:pt x="0" y="15"/>
                    </a:cubicBezTo>
                    <a:cubicBezTo>
                      <a:pt x="1" y="14"/>
                      <a:pt x="2" y="13"/>
                      <a:pt x="2" y="12"/>
                    </a:cubicBezTo>
                    <a:cubicBezTo>
                      <a:pt x="3" y="10"/>
                      <a:pt x="3" y="12"/>
                      <a:pt x="4" y="10"/>
                    </a:cubicBezTo>
                    <a:cubicBezTo>
                      <a:pt x="4" y="11"/>
                      <a:pt x="5" y="11"/>
                      <a:pt x="5" y="11"/>
                    </a:cubicBezTo>
                    <a:cubicBezTo>
                      <a:pt x="5" y="11"/>
                      <a:pt x="4" y="12"/>
                      <a:pt x="3" y="13"/>
                    </a:cubicBezTo>
                    <a:cubicBezTo>
                      <a:pt x="5" y="12"/>
                      <a:pt x="6" y="11"/>
                      <a:pt x="6" y="12"/>
                    </a:cubicBezTo>
                    <a:cubicBezTo>
                      <a:pt x="7" y="11"/>
                      <a:pt x="7" y="11"/>
                      <a:pt x="8" y="9"/>
                    </a:cubicBezTo>
                    <a:cubicBezTo>
                      <a:pt x="8" y="9"/>
                      <a:pt x="8" y="8"/>
                      <a:pt x="8" y="9"/>
                    </a:cubicBezTo>
                    <a:cubicBezTo>
                      <a:pt x="7" y="10"/>
                      <a:pt x="6" y="12"/>
                      <a:pt x="6" y="13"/>
                    </a:cubicBezTo>
                    <a:cubicBezTo>
                      <a:pt x="4" y="15"/>
                      <a:pt x="6" y="12"/>
                      <a:pt x="4" y="14"/>
                    </a:cubicBezTo>
                    <a:cubicBezTo>
                      <a:pt x="2" y="16"/>
                      <a:pt x="2" y="15"/>
                      <a:pt x="3" y="14"/>
                    </a:cubicBezTo>
                    <a:cubicBezTo>
                      <a:pt x="1" y="16"/>
                      <a:pt x="3" y="15"/>
                      <a:pt x="1" y="16"/>
                    </a:cubicBezTo>
                    <a:cubicBezTo>
                      <a:pt x="1" y="17"/>
                      <a:pt x="2" y="16"/>
                      <a:pt x="3" y="16"/>
                    </a:cubicBezTo>
                    <a:cubicBezTo>
                      <a:pt x="4" y="15"/>
                      <a:pt x="4" y="15"/>
                      <a:pt x="4" y="14"/>
                    </a:cubicBezTo>
                    <a:cubicBezTo>
                      <a:pt x="6" y="12"/>
                      <a:pt x="4" y="16"/>
                      <a:pt x="4" y="16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3" y="17"/>
                      <a:pt x="4" y="16"/>
                      <a:pt x="4" y="16"/>
                    </a:cubicBezTo>
                    <a:cubicBezTo>
                      <a:pt x="2" y="19"/>
                      <a:pt x="4" y="16"/>
                      <a:pt x="2" y="18"/>
                    </a:cubicBezTo>
                    <a:cubicBezTo>
                      <a:pt x="1" y="20"/>
                      <a:pt x="1" y="20"/>
                      <a:pt x="1" y="20"/>
                    </a:cubicBezTo>
                    <a:cubicBezTo>
                      <a:pt x="1" y="20"/>
                      <a:pt x="3" y="18"/>
                      <a:pt x="3" y="18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3" y="18"/>
                      <a:pt x="4" y="17"/>
                      <a:pt x="4" y="17"/>
                    </a:cubicBezTo>
                    <a:cubicBezTo>
                      <a:pt x="6" y="14"/>
                      <a:pt x="4" y="16"/>
                      <a:pt x="5" y="16"/>
                    </a:cubicBezTo>
                    <a:cubicBezTo>
                      <a:pt x="6" y="15"/>
                      <a:pt x="5" y="16"/>
                      <a:pt x="6" y="15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8" y="14"/>
                      <a:pt x="6" y="15"/>
                      <a:pt x="6" y="16"/>
                    </a:cubicBezTo>
                    <a:cubicBezTo>
                      <a:pt x="6" y="16"/>
                      <a:pt x="5" y="16"/>
                      <a:pt x="6" y="15"/>
                    </a:cubicBezTo>
                    <a:cubicBezTo>
                      <a:pt x="5" y="17"/>
                      <a:pt x="4" y="19"/>
                      <a:pt x="3" y="19"/>
                    </a:cubicBezTo>
                    <a:cubicBezTo>
                      <a:pt x="3" y="21"/>
                      <a:pt x="4" y="18"/>
                      <a:pt x="5" y="18"/>
                    </a:cubicBezTo>
                    <a:cubicBezTo>
                      <a:pt x="4" y="19"/>
                      <a:pt x="5" y="17"/>
                      <a:pt x="6" y="16"/>
                    </a:cubicBezTo>
                    <a:cubicBezTo>
                      <a:pt x="9" y="13"/>
                      <a:pt x="4" y="20"/>
                      <a:pt x="5" y="19"/>
                    </a:cubicBezTo>
                    <a:cubicBezTo>
                      <a:pt x="7" y="17"/>
                      <a:pt x="8" y="16"/>
                      <a:pt x="9" y="13"/>
                    </a:cubicBezTo>
                    <a:cubicBezTo>
                      <a:pt x="10" y="13"/>
                      <a:pt x="10" y="12"/>
                      <a:pt x="10" y="12"/>
                    </a:cubicBezTo>
                    <a:cubicBezTo>
                      <a:pt x="9" y="14"/>
                      <a:pt x="9" y="14"/>
                      <a:pt x="8" y="15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6" y="19"/>
                      <a:pt x="6" y="20"/>
                      <a:pt x="5" y="21"/>
                    </a:cubicBezTo>
                    <a:cubicBezTo>
                      <a:pt x="6" y="20"/>
                      <a:pt x="6" y="19"/>
                      <a:pt x="7" y="19"/>
                    </a:cubicBezTo>
                    <a:cubicBezTo>
                      <a:pt x="6" y="20"/>
                      <a:pt x="6" y="21"/>
                      <a:pt x="6" y="21"/>
                    </a:cubicBezTo>
                    <a:cubicBezTo>
                      <a:pt x="6" y="20"/>
                      <a:pt x="7" y="18"/>
                      <a:pt x="8" y="18"/>
                    </a:cubicBezTo>
                    <a:cubicBezTo>
                      <a:pt x="8" y="18"/>
                      <a:pt x="7" y="20"/>
                      <a:pt x="7" y="20"/>
                    </a:cubicBezTo>
                    <a:cubicBezTo>
                      <a:pt x="6" y="22"/>
                      <a:pt x="6" y="22"/>
                      <a:pt x="6" y="22"/>
                    </a:cubicBezTo>
                    <a:cubicBezTo>
                      <a:pt x="7" y="20"/>
                      <a:pt x="5" y="22"/>
                      <a:pt x="6" y="22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9" y="18"/>
                      <a:pt x="8" y="19"/>
                      <a:pt x="8" y="19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8" y="20"/>
                      <a:pt x="6" y="23"/>
                      <a:pt x="7" y="22"/>
                    </a:cubicBezTo>
                    <a:cubicBezTo>
                      <a:pt x="7" y="21"/>
                      <a:pt x="7" y="21"/>
                      <a:pt x="7" y="21"/>
                    </a:cubicBezTo>
                    <a:cubicBezTo>
                      <a:pt x="7" y="22"/>
                      <a:pt x="7" y="22"/>
                      <a:pt x="7" y="22"/>
                    </a:cubicBezTo>
                    <a:cubicBezTo>
                      <a:pt x="7" y="21"/>
                      <a:pt x="7" y="22"/>
                      <a:pt x="8" y="21"/>
                    </a:cubicBezTo>
                    <a:cubicBezTo>
                      <a:pt x="7" y="22"/>
                      <a:pt x="7" y="22"/>
                      <a:pt x="7" y="22"/>
                    </a:cubicBezTo>
                    <a:cubicBezTo>
                      <a:pt x="8" y="22"/>
                      <a:pt x="9" y="20"/>
                      <a:pt x="8" y="22"/>
                    </a:cubicBezTo>
                    <a:cubicBezTo>
                      <a:pt x="9" y="19"/>
                      <a:pt x="8" y="21"/>
                      <a:pt x="8" y="20"/>
                    </a:cubicBezTo>
                    <a:cubicBezTo>
                      <a:pt x="9" y="19"/>
                      <a:pt x="9" y="19"/>
                      <a:pt x="10" y="19"/>
                    </a:cubicBezTo>
                    <a:cubicBezTo>
                      <a:pt x="8" y="21"/>
                      <a:pt x="10" y="19"/>
                      <a:pt x="10" y="19"/>
                    </a:cubicBezTo>
                    <a:cubicBezTo>
                      <a:pt x="9" y="21"/>
                      <a:pt x="9" y="21"/>
                      <a:pt x="9" y="21"/>
                    </a:cubicBezTo>
                    <a:cubicBezTo>
                      <a:pt x="10" y="19"/>
                      <a:pt x="10" y="19"/>
                      <a:pt x="10" y="19"/>
                    </a:cubicBezTo>
                    <a:cubicBezTo>
                      <a:pt x="8" y="23"/>
                      <a:pt x="11" y="19"/>
                      <a:pt x="10" y="20"/>
                    </a:cubicBezTo>
                    <a:cubicBezTo>
                      <a:pt x="10" y="21"/>
                      <a:pt x="9" y="22"/>
                      <a:pt x="9" y="23"/>
                    </a:cubicBezTo>
                    <a:cubicBezTo>
                      <a:pt x="10" y="20"/>
                      <a:pt x="11" y="20"/>
                      <a:pt x="12" y="18"/>
                    </a:cubicBezTo>
                    <a:cubicBezTo>
                      <a:pt x="11" y="19"/>
                      <a:pt x="10" y="21"/>
                      <a:pt x="9" y="23"/>
                    </a:cubicBezTo>
                    <a:cubicBezTo>
                      <a:pt x="10" y="21"/>
                      <a:pt x="9" y="24"/>
                      <a:pt x="10" y="22"/>
                    </a:cubicBezTo>
                    <a:cubicBezTo>
                      <a:pt x="10" y="21"/>
                      <a:pt x="11" y="21"/>
                      <a:pt x="12" y="20"/>
                    </a:cubicBezTo>
                    <a:cubicBezTo>
                      <a:pt x="12" y="20"/>
                      <a:pt x="11" y="21"/>
                      <a:pt x="11" y="21"/>
                    </a:cubicBezTo>
                    <a:cubicBezTo>
                      <a:pt x="11" y="21"/>
                      <a:pt x="12" y="19"/>
                      <a:pt x="12" y="19"/>
                    </a:cubicBezTo>
                    <a:cubicBezTo>
                      <a:pt x="12" y="19"/>
                      <a:pt x="14" y="17"/>
                      <a:pt x="13" y="19"/>
                    </a:cubicBezTo>
                    <a:cubicBezTo>
                      <a:pt x="12" y="20"/>
                      <a:pt x="12" y="19"/>
                      <a:pt x="12" y="20"/>
                    </a:cubicBezTo>
                    <a:cubicBezTo>
                      <a:pt x="12" y="21"/>
                      <a:pt x="14" y="17"/>
                      <a:pt x="15" y="17"/>
                    </a:cubicBezTo>
                    <a:cubicBezTo>
                      <a:pt x="15" y="16"/>
                      <a:pt x="16" y="13"/>
                      <a:pt x="17" y="12"/>
                    </a:cubicBezTo>
                    <a:cubicBezTo>
                      <a:pt x="17" y="13"/>
                      <a:pt x="16" y="13"/>
                      <a:pt x="16" y="15"/>
                    </a:cubicBezTo>
                    <a:cubicBezTo>
                      <a:pt x="16" y="15"/>
                      <a:pt x="16" y="15"/>
                      <a:pt x="16" y="15"/>
                    </a:cubicBezTo>
                    <a:cubicBezTo>
                      <a:pt x="15" y="18"/>
                      <a:pt x="13" y="19"/>
                      <a:pt x="12" y="21"/>
                    </a:cubicBezTo>
                    <a:cubicBezTo>
                      <a:pt x="13" y="20"/>
                      <a:pt x="13" y="20"/>
                      <a:pt x="13" y="20"/>
                    </a:cubicBezTo>
                    <a:cubicBezTo>
                      <a:pt x="11" y="23"/>
                      <a:pt x="11" y="23"/>
                      <a:pt x="11" y="23"/>
                    </a:cubicBezTo>
                    <a:cubicBezTo>
                      <a:pt x="12" y="21"/>
                      <a:pt x="12" y="23"/>
                      <a:pt x="12" y="22"/>
                    </a:cubicBezTo>
                    <a:cubicBezTo>
                      <a:pt x="13" y="21"/>
                      <a:pt x="12" y="23"/>
                      <a:pt x="12" y="22"/>
                    </a:cubicBezTo>
                    <a:cubicBezTo>
                      <a:pt x="13" y="21"/>
                      <a:pt x="14" y="19"/>
                      <a:pt x="14" y="20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2" y="23"/>
                      <a:pt x="13" y="21"/>
                      <a:pt x="13" y="22"/>
                    </a:cubicBezTo>
                    <a:cubicBezTo>
                      <a:pt x="13" y="23"/>
                      <a:pt x="13" y="23"/>
                      <a:pt x="13" y="23"/>
                    </a:cubicBezTo>
                    <a:cubicBezTo>
                      <a:pt x="13" y="23"/>
                      <a:pt x="14" y="24"/>
                      <a:pt x="16" y="20"/>
                    </a:cubicBezTo>
                    <a:cubicBezTo>
                      <a:pt x="16" y="22"/>
                      <a:pt x="16" y="22"/>
                      <a:pt x="15" y="23"/>
                    </a:cubicBezTo>
                    <a:cubicBezTo>
                      <a:pt x="16" y="23"/>
                      <a:pt x="16" y="22"/>
                      <a:pt x="16" y="22"/>
                    </a:cubicBezTo>
                    <a:cubicBezTo>
                      <a:pt x="16" y="23"/>
                      <a:pt x="16" y="23"/>
                      <a:pt x="16" y="23"/>
                    </a:cubicBezTo>
                    <a:cubicBezTo>
                      <a:pt x="15" y="25"/>
                      <a:pt x="16" y="23"/>
                      <a:pt x="17" y="22"/>
                    </a:cubicBezTo>
                    <a:cubicBezTo>
                      <a:pt x="16" y="23"/>
                      <a:pt x="16" y="23"/>
                      <a:pt x="16" y="23"/>
                    </a:cubicBezTo>
                    <a:cubicBezTo>
                      <a:pt x="16" y="25"/>
                      <a:pt x="17" y="23"/>
                      <a:pt x="17" y="22"/>
                    </a:cubicBezTo>
                    <a:cubicBezTo>
                      <a:pt x="17" y="23"/>
                      <a:pt x="17" y="23"/>
                      <a:pt x="17" y="23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8" y="22"/>
                      <a:pt x="18" y="22"/>
                      <a:pt x="17" y="24"/>
                    </a:cubicBezTo>
                    <a:cubicBezTo>
                      <a:pt x="18" y="23"/>
                      <a:pt x="18" y="23"/>
                      <a:pt x="18" y="23"/>
                    </a:cubicBezTo>
                    <a:cubicBezTo>
                      <a:pt x="17" y="24"/>
                      <a:pt x="18" y="24"/>
                      <a:pt x="18" y="24"/>
                    </a:cubicBezTo>
                    <a:cubicBezTo>
                      <a:pt x="18" y="24"/>
                      <a:pt x="18" y="23"/>
                      <a:pt x="18" y="24"/>
                    </a:cubicBezTo>
                    <a:cubicBezTo>
                      <a:pt x="18" y="23"/>
                      <a:pt x="19" y="23"/>
                      <a:pt x="20" y="21"/>
                    </a:cubicBezTo>
                    <a:cubicBezTo>
                      <a:pt x="21" y="19"/>
                      <a:pt x="19" y="22"/>
                      <a:pt x="20" y="21"/>
                    </a:cubicBezTo>
                    <a:cubicBezTo>
                      <a:pt x="19" y="23"/>
                      <a:pt x="19" y="23"/>
                      <a:pt x="19" y="23"/>
                    </a:cubicBezTo>
                    <a:cubicBezTo>
                      <a:pt x="19" y="23"/>
                      <a:pt x="19" y="24"/>
                      <a:pt x="18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9" y="23"/>
                      <a:pt x="19" y="23"/>
                      <a:pt x="19" y="23"/>
                    </a:cubicBezTo>
                    <a:cubicBezTo>
                      <a:pt x="18" y="25"/>
                      <a:pt x="20" y="23"/>
                      <a:pt x="20" y="24"/>
                    </a:cubicBezTo>
                    <a:cubicBezTo>
                      <a:pt x="20" y="24"/>
                      <a:pt x="22" y="22"/>
                      <a:pt x="22" y="22"/>
                    </a:cubicBezTo>
                    <a:cubicBezTo>
                      <a:pt x="24" y="20"/>
                      <a:pt x="21" y="24"/>
                      <a:pt x="20" y="25"/>
                    </a:cubicBezTo>
                    <a:cubicBezTo>
                      <a:pt x="21" y="24"/>
                      <a:pt x="21" y="24"/>
                      <a:pt x="21" y="24"/>
                    </a:cubicBezTo>
                    <a:cubicBezTo>
                      <a:pt x="21" y="24"/>
                      <a:pt x="21" y="24"/>
                      <a:pt x="21" y="24"/>
                    </a:cubicBezTo>
                    <a:cubicBezTo>
                      <a:pt x="22" y="24"/>
                      <a:pt x="22" y="23"/>
                      <a:pt x="22" y="24"/>
                    </a:cubicBezTo>
                    <a:cubicBezTo>
                      <a:pt x="22" y="24"/>
                      <a:pt x="22" y="24"/>
                      <a:pt x="22" y="24"/>
                    </a:cubicBezTo>
                    <a:cubicBezTo>
                      <a:pt x="22" y="25"/>
                      <a:pt x="21" y="26"/>
                      <a:pt x="21" y="26"/>
                    </a:cubicBezTo>
                    <a:cubicBezTo>
                      <a:pt x="22" y="24"/>
                      <a:pt x="22" y="25"/>
                      <a:pt x="23" y="24"/>
                    </a:cubicBezTo>
                    <a:cubicBezTo>
                      <a:pt x="22" y="25"/>
                      <a:pt x="22" y="25"/>
                      <a:pt x="22" y="25"/>
                    </a:cubicBezTo>
                    <a:cubicBezTo>
                      <a:pt x="23" y="23"/>
                      <a:pt x="23" y="23"/>
                      <a:pt x="23" y="23"/>
                    </a:cubicBezTo>
                    <a:cubicBezTo>
                      <a:pt x="23" y="24"/>
                      <a:pt x="23" y="24"/>
                      <a:pt x="23" y="24"/>
                    </a:cubicBezTo>
                    <a:cubicBezTo>
                      <a:pt x="22" y="26"/>
                      <a:pt x="22" y="26"/>
                      <a:pt x="22" y="26"/>
                    </a:cubicBezTo>
                    <a:cubicBezTo>
                      <a:pt x="21" y="26"/>
                      <a:pt x="23" y="24"/>
                      <a:pt x="24" y="24"/>
                    </a:cubicBezTo>
                    <a:cubicBezTo>
                      <a:pt x="24" y="23"/>
                      <a:pt x="23" y="24"/>
                      <a:pt x="23" y="25"/>
                    </a:cubicBezTo>
                    <a:cubicBezTo>
                      <a:pt x="22" y="25"/>
                      <a:pt x="23" y="25"/>
                      <a:pt x="23" y="25"/>
                    </a:cubicBezTo>
                    <a:cubicBezTo>
                      <a:pt x="22" y="26"/>
                      <a:pt x="23" y="25"/>
                      <a:pt x="22" y="26"/>
                    </a:cubicBezTo>
                    <a:cubicBezTo>
                      <a:pt x="22" y="26"/>
                      <a:pt x="23" y="25"/>
                      <a:pt x="23" y="25"/>
                    </a:cubicBezTo>
                    <a:cubicBezTo>
                      <a:pt x="23" y="25"/>
                      <a:pt x="24" y="25"/>
                      <a:pt x="23" y="26"/>
                    </a:cubicBezTo>
                    <a:cubicBezTo>
                      <a:pt x="23" y="26"/>
                      <a:pt x="23" y="26"/>
                      <a:pt x="24" y="25"/>
                    </a:cubicBezTo>
                    <a:cubicBezTo>
                      <a:pt x="24" y="25"/>
                      <a:pt x="24" y="24"/>
                      <a:pt x="25" y="24"/>
                    </a:cubicBezTo>
                    <a:cubicBezTo>
                      <a:pt x="25" y="24"/>
                      <a:pt x="25" y="23"/>
                      <a:pt x="25" y="24"/>
                    </a:cubicBezTo>
                    <a:cubicBezTo>
                      <a:pt x="25" y="24"/>
                      <a:pt x="25" y="24"/>
                      <a:pt x="25" y="24"/>
                    </a:cubicBezTo>
                    <a:cubicBezTo>
                      <a:pt x="25" y="24"/>
                      <a:pt x="25" y="24"/>
                      <a:pt x="26" y="23"/>
                    </a:cubicBezTo>
                    <a:cubicBezTo>
                      <a:pt x="24" y="25"/>
                      <a:pt x="24" y="25"/>
                      <a:pt x="24" y="25"/>
                    </a:cubicBezTo>
                    <a:cubicBezTo>
                      <a:pt x="25" y="24"/>
                      <a:pt x="25" y="24"/>
                      <a:pt x="26" y="24"/>
                    </a:cubicBezTo>
                    <a:cubicBezTo>
                      <a:pt x="25" y="25"/>
                      <a:pt x="23" y="27"/>
                      <a:pt x="23" y="27"/>
                    </a:cubicBezTo>
                    <a:cubicBezTo>
                      <a:pt x="25" y="26"/>
                      <a:pt x="25" y="26"/>
                      <a:pt x="25" y="26"/>
                    </a:cubicBezTo>
                    <a:cubicBezTo>
                      <a:pt x="25" y="26"/>
                      <a:pt x="25" y="26"/>
                      <a:pt x="24" y="27"/>
                    </a:cubicBezTo>
                    <a:cubicBezTo>
                      <a:pt x="24" y="28"/>
                      <a:pt x="27" y="24"/>
                      <a:pt x="27" y="25"/>
                    </a:cubicBezTo>
                    <a:cubicBezTo>
                      <a:pt x="25" y="27"/>
                      <a:pt x="25" y="27"/>
                      <a:pt x="25" y="27"/>
                    </a:cubicBezTo>
                    <a:cubicBezTo>
                      <a:pt x="26" y="27"/>
                      <a:pt x="26" y="27"/>
                      <a:pt x="26" y="27"/>
                    </a:cubicBezTo>
                    <a:cubicBezTo>
                      <a:pt x="26" y="26"/>
                      <a:pt x="25" y="28"/>
                      <a:pt x="25" y="27"/>
                    </a:cubicBezTo>
                    <a:cubicBezTo>
                      <a:pt x="26" y="26"/>
                      <a:pt x="26" y="26"/>
                      <a:pt x="26" y="26"/>
                    </a:cubicBezTo>
                    <a:cubicBezTo>
                      <a:pt x="24" y="29"/>
                      <a:pt x="27" y="27"/>
                      <a:pt x="26" y="29"/>
                    </a:cubicBezTo>
                    <a:cubicBezTo>
                      <a:pt x="27" y="27"/>
                      <a:pt x="26" y="29"/>
                      <a:pt x="27" y="28"/>
                    </a:cubicBezTo>
                    <a:cubicBezTo>
                      <a:pt x="25" y="30"/>
                      <a:pt x="27" y="28"/>
                      <a:pt x="26" y="29"/>
                    </a:cubicBezTo>
                    <a:cubicBezTo>
                      <a:pt x="28" y="27"/>
                      <a:pt x="28" y="27"/>
                      <a:pt x="28" y="27"/>
                    </a:cubicBezTo>
                    <a:cubicBezTo>
                      <a:pt x="27" y="29"/>
                      <a:pt x="31" y="25"/>
                      <a:pt x="29" y="27"/>
                    </a:cubicBezTo>
                    <a:cubicBezTo>
                      <a:pt x="27" y="29"/>
                      <a:pt x="27" y="29"/>
                      <a:pt x="27" y="29"/>
                    </a:cubicBezTo>
                    <a:cubicBezTo>
                      <a:pt x="26" y="31"/>
                      <a:pt x="29" y="27"/>
                      <a:pt x="28" y="30"/>
                    </a:cubicBezTo>
                    <a:cubicBezTo>
                      <a:pt x="28" y="29"/>
                      <a:pt x="29" y="28"/>
                      <a:pt x="30" y="27"/>
                    </a:cubicBezTo>
                    <a:cubicBezTo>
                      <a:pt x="30" y="28"/>
                      <a:pt x="29" y="29"/>
                      <a:pt x="29" y="30"/>
                    </a:cubicBezTo>
                    <a:cubicBezTo>
                      <a:pt x="29" y="29"/>
                      <a:pt x="30" y="29"/>
                      <a:pt x="29" y="30"/>
                    </a:cubicBezTo>
                    <a:cubicBezTo>
                      <a:pt x="28" y="30"/>
                      <a:pt x="28" y="30"/>
                      <a:pt x="28" y="30"/>
                    </a:cubicBezTo>
                    <a:cubicBezTo>
                      <a:pt x="28" y="31"/>
                      <a:pt x="29" y="30"/>
                      <a:pt x="30" y="30"/>
                    </a:cubicBezTo>
                    <a:cubicBezTo>
                      <a:pt x="28" y="31"/>
                      <a:pt x="29" y="31"/>
                      <a:pt x="29" y="32"/>
                    </a:cubicBezTo>
                    <a:cubicBezTo>
                      <a:pt x="31" y="30"/>
                      <a:pt x="29" y="33"/>
                      <a:pt x="31" y="31"/>
                    </a:cubicBezTo>
                    <a:cubicBezTo>
                      <a:pt x="30" y="31"/>
                      <a:pt x="30" y="31"/>
                      <a:pt x="30" y="31"/>
                    </a:cubicBezTo>
                    <a:cubicBezTo>
                      <a:pt x="31" y="31"/>
                      <a:pt x="32" y="29"/>
                      <a:pt x="32" y="29"/>
                    </a:cubicBezTo>
                    <a:cubicBezTo>
                      <a:pt x="31" y="31"/>
                      <a:pt x="31" y="31"/>
                      <a:pt x="31" y="31"/>
                    </a:cubicBezTo>
                    <a:cubicBezTo>
                      <a:pt x="29" y="33"/>
                      <a:pt x="31" y="31"/>
                      <a:pt x="30" y="32"/>
                    </a:cubicBezTo>
                    <a:cubicBezTo>
                      <a:pt x="31" y="31"/>
                      <a:pt x="30" y="32"/>
                      <a:pt x="31" y="31"/>
                    </a:cubicBezTo>
                    <a:cubicBezTo>
                      <a:pt x="32" y="31"/>
                      <a:pt x="32" y="31"/>
                      <a:pt x="32" y="31"/>
                    </a:cubicBezTo>
                    <a:cubicBezTo>
                      <a:pt x="33" y="30"/>
                      <a:pt x="33" y="30"/>
                      <a:pt x="33" y="30"/>
                    </a:cubicBezTo>
                    <a:cubicBezTo>
                      <a:pt x="33" y="30"/>
                      <a:pt x="31" y="32"/>
                      <a:pt x="31" y="32"/>
                    </a:cubicBezTo>
                    <a:cubicBezTo>
                      <a:pt x="31" y="33"/>
                      <a:pt x="31" y="32"/>
                      <a:pt x="32" y="32"/>
                    </a:cubicBezTo>
                    <a:cubicBezTo>
                      <a:pt x="32" y="32"/>
                      <a:pt x="32" y="32"/>
                      <a:pt x="32" y="32"/>
                    </a:cubicBezTo>
                    <a:cubicBezTo>
                      <a:pt x="32" y="32"/>
                      <a:pt x="32" y="32"/>
                      <a:pt x="32" y="32"/>
                    </a:cubicBezTo>
                    <a:cubicBezTo>
                      <a:pt x="32" y="32"/>
                      <a:pt x="32" y="32"/>
                      <a:pt x="32" y="32"/>
                    </a:cubicBezTo>
                    <a:cubicBezTo>
                      <a:pt x="32" y="32"/>
                      <a:pt x="32" y="32"/>
                      <a:pt x="32" y="32"/>
                    </a:cubicBezTo>
                    <a:cubicBezTo>
                      <a:pt x="32" y="32"/>
                      <a:pt x="32" y="32"/>
                      <a:pt x="32" y="32"/>
                    </a:cubicBezTo>
                    <a:cubicBezTo>
                      <a:pt x="32" y="32"/>
                      <a:pt x="32" y="32"/>
                      <a:pt x="32" y="32"/>
                    </a:cubicBezTo>
                    <a:cubicBezTo>
                      <a:pt x="32" y="32"/>
                      <a:pt x="32" y="32"/>
                      <a:pt x="32" y="32"/>
                    </a:cubicBezTo>
                    <a:cubicBezTo>
                      <a:pt x="32" y="32"/>
                      <a:pt x="32" y="32"/>
                      <a:pt x="31" y="33"/>
                    </a:cubicBezTo>
                    <a:cubicBezTo>
                      <a:pt x="30" y="34"/>
                      <a:pt x="30" y="34"/>
                      <a:pt x="30" y="34"/>
                    </a:cubicBezTo>
                    <a:cubicBezTo>
                      <a:pt x="30" y="34"/>
                      <a:pt x="32" y="33"/>
                      <a:pt x="32" y="32"/>
                    </a:cubicBezTo>
                    <a:cubicBezTo>
                      <a:pt x="32" y="34"/>
                      <a:pt x="33" y="33"/>
                      <a:pt x="34" y="33"/>
                    </a:cubicBezTo>
                    <a:cubicBezTo>
                      <a:pt x="34" y="33"/>
                      <a:pt x="33" y="33"/>
                      <a:pt x="33" y="33"/>
                    </a:cubicBezTo>
                    <a:cubicBezTo>
                      <a:pt x="34" y="33"/>
                      <a:pt x="35" y="32"/>
                      <a:pt x="34" y="33"/>
                    </a:cubicBezTo>
                    <a:cubicBezTo>
                      <a:pt x="35" y="32"/>
                      <a:pt x="33" y="34"/>
                      <a:pt x="34" y="34"/>
                    </a:cubicBezTo>
                    <a:cubicBezTo>
                      <a:pt x="33" y="34"/>
                      <a:pt x="35" y="33"/>
                      <a:pt x="34" y="33"/>
                    </a:cubicBezTo>
                    <a:cubicBezTo>
                      <a:pt x="33" y="35"/>
                      <a:pt x="36" y="32"/>
                      <a:pt x="35" y="34"/>
                    </a:cubicBezTo>
                    <a:cubicBezTo>
                      <a:pt x="36" y="33"/>
                      <a:pt x="35" y="34"/>
                      <a:pt x="34" y="35"/>
                    </a:cubicBezTo>
                    <a:cubicBezTo>
                      <a:pt x="35" y="34"/>
                      <a:pt x="36" y="34"/>
                      <a:pt x="37" y="33"/>
                    </a:cubicBezTo>
                    <a:cubicBezTo>
                      <a:pt x="36" y="34"/>
                      <a:pt x="36" y="34"/>
                      <a:pt x="36" y="34"/>
                    </a:cubicBezTo>
                    <a:cubicBezTo>
                      <a:pt x="36" y="34"/>
                      <a:pt x="36" y="34"/>
                      <a:pt x="37" y="34"/>
                    </a:cubicBezTo>
                    <a:cubicBezTo>
                      <a:pt x="38" y="33"/>
                      <a:pt x="39" y="32"/>
                      <a:pt x="39" y="32"/>
                    </a:cubicBezTo>
                    <a:cubicBezTo>
                      <a:pt x="39" y="32"/>
                      <a:pt x="39" y="32"/>
                      <a:pt x="39" y="32"/>
                    </a:cubicBezTo>
                    <a:cubicBezTo>
                      <a:pt x="40" y="32"/>
                      <a:pt x="40" y="32"/>
                      <a:pt x="40" y="32"/>
                    </a:cubicBezTo>
                    <a:cubicBezTo>
                      <a:pt x="39" y="33"/>
                      <a:pt x="39" y="32"/>
                      <a:pt x="39" y="33"/>
                    </a:cubicBezTo>
                    <a:cubicBezTo>
                      <a:pt x="37" y="35"/>
                      <a:pt x="38" y="34"/>
                      <a:pt x="38" y="35"/>
                    </a:cubicBezTo>
                    <a:cubicBezTo>
                      <a:pt x="39" y="34"/>
                      <a:pt x="39" y="34"/>
                      <a:pt x="39" y="34"/>
                    </a:cubicBezTo>
                    <a:cubicBezTo>
                      <a:pt x="40" y="33"/>
                      <a:pt x="38" y="35"/>
                      <a:pt x="38" y="35"/>
                    </a:cubicBezTo>
                    <a:cubicBezTo>
                      <a:pt x="42" y="32"/>
                      <a:pt x="42" y="32"/>
                      <a:pt x="42" y="32"/>
                    </a:cubicBezTo>
                    <a:cubicBezTo>
                      <a:pt x="42" y="32"/>
                      <a:pt x="41" y="33"/>
                      <a:pt x="40" y="34"/>
                    </a:cubicBezTo>
                    <a:cubicBezTo>
                      <a:pt x="40" y="34"/>
                      <a:pt x="42" y="32"/>
                      <a:pt x="44" y="31"/>
                    </a:cubicBezTo>
                    <a:cubicBezTo>
                      <a:pt x="44" y="31"/>
                      <a:pt x="45" y="31"/>
                      <a:pt x="45" y="31"/>
                    </a:cubicBezTo>
                    <a:cubicBezTo>
                      <a:pt x="44" y="32"/>
                      <a:pt x="45" y="31"/>
                      <a:pt x="44" y="32"/>
                    </a:cubicBezTo>
                    <a:cubicBezTo>
                      <a:pt x="43" y="33"/>
                      <a:pt x="43" y="33"/>
                      <a:pt x="43" y="33"/>
                    </a:cubicBezTo>
                    <a:cubicBezTo>
                      <a:pt x="43" y="33"/>
                      <a:pt x="41" y="34"/>
                      <a:pt x="40" y="35"/>
                    </a:cubicBezTo>
                    <a:cubicBezTo>
                      <a:pt x="41" y="35"/>
                      <a:pt x="41" y="36"/>
                      <a:pt x="41" y="36"/>
                    </a:cubicBezTo>
                    <a:cubicBezTo>
                      <a:pt x="43" y="34"/>
                      <a:pt x="42" y="35"/>
                      <a:pt x="44" y="34"/>
                    </a:cubicBezTo>
                    <a:cubicBezTo>
                      <a:pt x="44" y="34"/>
                      <a:pt x="43" y="35"/>
                      <a:pt x="42" y="36"/>
                    </a:cubicBezTo>
                    <a:cubicBezTo>
                      <a:pt x="43" y="35"/>
                      <a:pt x="43" y="36"/>
                      <a:pt x="43" y="36"/>
                    </a:cubicBezTo>
                    <a:cubicBezTo>
                      <a:pt x="43" y="36"/>
                      <a:pt x="43" y="36"/>
                      <a:pt x="43" y="36"/>
                    </a:cubicBezTo>
                    <a:cubicBezTo>
                      <a:pt x="44" y="36"/>
                      <a:pt x="43" y="37"/>
                      <a:pt x="45" y="36"/>
                    </a:cubicBezTo>
                    <a:cubicBezTo>
                      <a:pt x="44" y="37"/>
                      <a:pt x="44" y="37"/>
                      <a:pt x="44" y="37"/>
                    </a:cubicBezTo>
                    <a:cubicBezTo>
                      <a:pt x="44" y="37"/>
                      <a:pt x="47" y="34"/>
                      <a:pt x="46" y="36"/>
                    </a:cubicBezTo>
                    <a:cubicBezTo>
                      <a:pt x="45" y="36"/>
                      <a:pt x="45" y="36"/>
                      <a:pt x="45" y="36"/>
                    </a:cubicBezTo>
                    <a:cubicBezTo>
                      <a:pt x="46" y="36"/>
                      <a:pt x="44" y="38"/>
                      <a:pt x="46" y="36"/>
                    </a:cubicBezTo>
                    <a:cubicBezTo>
                      <a:pt x="45" y="37"/>
                      <a:pt x="45" y="37"/>
                      <a:pt x="45" y="37"/>
                    </a:cubicBezTo>
                    <a:cubicBezTo>
                      <a:pt x="45" y="37"/>
                      <a:pt x="45" y="37"/>
                      <a:pt x="47" y="36"/>
                    </a:cubicBezTo>
                    <a:cubicBezTo>
                      <a:pt x="45" y="38"/>
                      <a:pt x="45" y="38"/>
                      <a:pt x="45" y="38"/>
                    </a:cubicBezTo>
                    <a:cubicBezTo>
                      <a:pt x="45" y="39"/>
                      <a:pt x="47" y="36"/>
                      <a:pt x="47" y="37"/>
                    </a:cubicBezTo>
                    <a:cubicBezTo>
                      <a:pt x="47" y="37"/>
                      <a:pt x="46" y="38"/>
                      <a:pt x="46" y="38"/>
                    </a:cubicBezTo>
                    <a:cubicBezTo>
                      <a:pt x="47" y="37"/>
                      <a:pt x="47" y="38"/>
                      <a:pt x="47" y="38"/>
                    </a:cubicBezTo>
                    <a:cubicBezTo>
                      <a:pt x="46" y="39"/>
                      <a:pt x="46" y="39"/>
                      <a:pt x="46" y="39"/>
                    </a:cubicBezTo>
                    <a:cubicBezTo>
                      <a:pt x="47" y="40"/>
                      <a:pt x="47" y="41"/>
                      <a:pt x="50" y="41"/>
                    </a:cubicBezTo>
                    <a:cubicBezTo>
                      <a:pt x="48" y="42"/>
                      <a:pt x="48" y="41"/>
                      <a:pt x="47" y="43"/>
                    </a:cubicBezTo>
                    <a:cubicBezTo>
                      <a:pt x="49" y="41"/>
                      <a:pt x="48" y="42"/>
                      <a:pt x="49" y="42"/>
                    </a:cubicBezTo>
                    <a:cubicBezTo>
                      <a:pt x="48" y="42"/>
                      <a:pt x="48" y="42"/>
                      <a:pt x="48" y="42"/>
                    </a:cubicBezTo>
                    <a:cubicBezTo>
                      <a:pt x="49" y="42"/>
                      <a:pt x="48" y="43"/>
                      <a:pt x="48" y="43"/>
                    </a:cubicBezTo>
                    <a:cubicBezTo>
                      <a:pt x="49" y="43"/>
                      <a:pt x="49" y="43"/>
                      <a:pt x="49" y="43"/>
                    </a:cubicBezTo>
                    <a:cubicBezTo>
                      <a:pt x="50" y="42"/>
                      <a:pt x="47" y="45"/>
                      <a:pt x="49" y="43"/>
                    </a:cubicBezTo>
                    <a:cubicBezTo>
                      <a:pt x="48" y="44"/>
                      <a:pt x="48" y="44"/>
                      <a:pt x="48" y="44"/>
                    </a:cubicBezTo>
                    <a:cubicBezTo>
                      <a:pt x="50" y="43"/>
                      <a:pt x="47" y="45"/>
                      <a:pt x="49" y="44"/>
                    </a:cubicBezTo>
                    <a:cubicBezTo>
                      <a:pt x="49" y="44"/>
                      <a:pt x="49" y="44"/>
                      <a:pt x="49" y="44"/>
                    </a:cubicBezTo>
                    <a:cubicBezTo>
                      <a:pt x="48" y="45"/>
                      <a:pt x="51" y="43"/>
                      <a:pt x="50" y="44"/>
                    </a:cubicBezTo>
                    <a:cubicBezTo>
                      <a:pt x="50" y="44"/>
                      <a:pt x="51" y="44"/>
                      <a:pt x="53" y="43"/>
                    </a:cubicBezTo>
                    <a:cubicBezTo>
                      <a:pt x="51" y="44"/>
                      <a:pt x="51" y="44"/>
                      <a:pt x="51" y="44"/>
                    </a:cubicBezTo>
                    <a:cubicBezTo>
                      <a:pt x="52" y="44"/>
                      <a:pt x="52" y="46"/>
                      <a:pt x="55" y="45"/>
                    </a:cubicBezTo>
                    <a:cubicBezTo>
                      <a:pt x="54" y="45"/>
                      <a:pt x="54" y="45"/>
                      <a:pt x="54" y="45"/>
                    </a:cubicBezTo>
                    <a:cubicBezTo>
                      <a:pt x="56" y="44"/>
                      <a:pt x="52" y="48"/>
                      <a:pt x="56" y="45"/>
                    </a:cubicBezTo>
                    <a:cubicBezTo>
                      <a:pt x="58" y="45"/>
                      <a:pt x="58" y="45"/>
                      <a:pt x="58" y="45"/>
                    </a:cubicBezTo>
                    <a:cubicBezTo>
                      <a:pt x="56" y="46"/>
                      <a:pt x="56" y="46"/>
                      <a:pt x="56" y="46"/>
                    </a:cubicBezTo>
                    <a:cubicBezTo>
                      <a:pt x="57" y="46"/>
                      <a:pt x="56" y="46"/>
                      <a:pt x="58" y="46"/>
                    </a:cubicBezTo>
                    <a:cubicBezTo>
                      <a:pt x="56" y="46"/>
                      <a:pt x="56" y="46"/>
                      <a:pt x="56" y="46"/>
                    </a:cubicBezTo>
                    <a:cubicBezTo>
                      <a:pt x="56" y="47"/>
                      <a:pt x="59" y="46"/>
                      <a:pt x="58" y="46"/>
                    </a:cubicBezTo>
                    <a:cubicBezTo>
                      <a:pt x="57" y="46"/>
                      <a:pt x="57" y="46"/>
                      <a:pt x="57" y="46"/>
                    </a:cubicBezTo>
                    <a:cubicBezTo>
                      <a:pt x="55" y="49"/>
                      <a:pt x="54" y="52"/>
                      <a:pt x="58" y="51"/>
                    </a:cubicBezTo>
                    <a:cubicBezTo>
                      <a:pt x="59" y="50"/>
                      <a:pt x="56" y="52"/>
                      <a:pt x="56" y="52"/>
                    </a:cubicBezTo>
                    <a:cubicBezTo>
                      <a:pt x="60" y="51"/>
                      <a:pt x="56" y="55"/>
                      <a:pt x="61" y="53"/>
                    </a:cubicBezTo>
                    <a:cubicBezTo>
                      <a:pt x="63" y="53"/>
                      <a:pt x="68" y="50"/>
                      <a:pt x="68" y="50"/>
                    </a:cubicBezTo>
                    <a:cubicBezTo>
                      <a:pt x="65" y="50"/>
                      <a:pt x="66" y="47"/>
                      <a:pt x="68" y="44"/>
                    </a:cubicBezTo>
                    <a:cubicBezTo>
                      <a:pt x="67" y="44"/>
                      <a:pt x="66" y="43"/>
                      <a:pt x="66" y="4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98" name="Freeform 374"/>
              <p:cNvSpPr/>
              <p:nvPr>
                <p:custDataLst>
                  <p:tags r:id="rId219"/>
                </p:custDataLst>
              </p:nvPr>
            </p:nvSpPr>
            <p:spPr bwMode="auto">
              <a:xfrm>
                <a:off x="3472" y="2077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  <a:gd name="T4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99" name="Freeform 375"/>
              <p:cNvSpPr/>
              <p:nvPr>
                <p:custDataLst>
                  <p:tags r:id="rId220"/>
                </p:custDataLst>
              </p:nvPr>
            </p:nvSpPr>
            <p:spPr bwMode="auto">
              <a:xfrm>
                <a:off x="4219" y="2506"/>
                <a:ext cx="2" cy="4"/>
              </a:xfrm>
              <a:custGeom>
                <a:avLst/>
                <a:gdLst>
                  <a:gd name="T0" fmla="*/ 0 w 1"/>
                  <a:gd name="T1" fmla="*/ 1 h 2"/>
                  <a:gd name="T2" fmla="*/ 1 w 1"/>
                  <a:gd name="T3" fmla="*/ 1 h 2"/>
                  <a:gd name="T4" fmla="*/ 1 w 1"/>
                  <a:gd name="T5" fmla="*/ 0 h 2"/>
                  <a:gd name="T6" fmla="*/ 0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2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00" name="Freeform 376"/>
              <p:cNvSpPr/>
              <p:nvPr>
                <p:custDataLst>
                  <p:tags r:id="rId221"/>
                </p:custDataLst>
              </p:nvPr>
            </p:nvSpPr>
            <p:spPr bwMode="auto">
              <a:xfrm>
                <a:off x="4228" y="2482"/>
                <a:ext cx="6" cy="3"/>
              </a:xfrm>
              <a:custGeom>
                <a:avLst/>
                <a:gdLst>
                  <a:gd name="T0" fmla="*/ 3 w 3"/>
                  <a:gd name="T1" fmla="*/ 0 h 1"/>
                  <a:gd name="T2" fmla="*/ 0 w 3"/>
                  <a:gd name="T3" fmla="*/ 1 h 1"/>
                  <a:gd name="T4" fmla="*/ 3 w 3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1"/>
                      <a:pt x="2" y="0"/>
                      <a:pt x="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01" name="Freeform 377"/>
              <p:cNvSpPr/>
              <p:nvPr>
                <p:custDataLst>
                  <p:tags r:id="rId222"/>
                </p:custDataLst>
              </p:nvPr>
            </p:nvSpPr>
            <p:spPr bwMode="auto">
              <a:xfrm>
                <a:off x="3472" y="2073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  <a:gd name="T3" fmla="*/ 1 h 1"/>
                  <a:gd name="T4" fmla="*/ 1 h 1"/>
                  <a:gd name="T5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02" name="Freeform 378"/>
              <p:cNvSpPr/>
              <p:nvPr>
                <p:custDataLst>
                  <p:tags r:id="rId223"/>
                </p:custDataLst>
              </p:nvPr>
            </p:nvSpPr>
            <p:spPr bwMode="auto">
              <a:xfrm>
                <a:off x="3472" y="207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03" name="Freeform 379"/>
              <p:cNvSpPr/>
              <p:nvPr>
                <p:custDataLst>
                  <p:tags r:id="rId224"/>
                </p:custDataLst>
              </p:nvPr>
            </p:nvSpPr>
            <p:spPr bwMode="auto">
              <a:xfrm>
                <a:off x="4219" y="2510"/>
                <a:ext cx="5" cy="2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0 h 1"/>
                  <a:gd name="T4" fmla="*/ 0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0" y="1"/>
                      <a:pt x="1" y="1"/>
                      <a:pt x="2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04" name="Freeform 380"/>
              <p:cNvSpPr/>
              <p:nvPr>
                <p:custDataLst>
                  <p:tags r:id="rId225"/>
                </p:custDataLst>
              </p:nvPr>
            </p:nvSpPr>
            <p:spPr bwMode="auto">
              <a:xfrm>
                <a:off x="4221" y="2514"/>
                <a:ext cx="3" cy="4"/>
              </a:xfrm>
              <a:custGeom>
                <a:avLst/>
                <a:gdLst>
                  <a:gd name="T0" fmla="*/ 1 w 1"/>
                  <a:gd name="T1" fmla="*/ 0 h 2"/>
                  <a:gd name="T2" fmla="*/ 1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1" y="1"/>
                      <a:pt x="1" y="2"/>
                    </a:cubicBezTo>
                    <a:cubicBezTo>
                      <a:pt x="1" y="1"/>
                      <a:pt x="1" y="1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05" name="Oval 381"/>
              <p:cNvSpPr>
                <a:spLocks noChangeArrowheads="1"/>
              </p:cNvSpPr>
              <p:nvPr>
                <p:custDataLst>
                  <p:tags r:id="rId226"/>
                </p:custDataLst>
              </p:nvPr>
            </p:nvSpPr>
            <p:spPr bwMode="auto">
              <a:xfrm>
                <a:off x="3905" y="2275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06" name="Freeform 382"/>
              <p:cNvSpPr/>
              <p:nvPr>
                <p:custDataLst>
                  <p:tags r:id="rId227"/>
                </p:custDataLst>
              </p:nvPr>
            </p:nvSpPr>
            <p:spPr bwMode="auto">
              <a:xfrm>
                <a:off x="4217" y="2510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07" name="Freeform 383"/>
              <p:cNvSpPr/>
              <p:nvPr>
                <p:custDataLst>
                  <p:tags r:id="rId228"/>
                </p:custDataLst>
              </p:nvPr>
            </p:nvSpPr>
            <p:spPr bwMode="auto">
              <a:xfrm>
                <a:off x="4296" y="2552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08" name="Freeform 384"/>
              <p:cNvSpPr/>
              <p:nvPr>
                <p:custDataLst>
                  <p:tags r:id="rId229"/>
                </p:custDataLst>
              </p:nvPr>
            </p:nvSpPr>
            <p:spPr bwMode="auto">
              <a:xfrm>
                <a:off x="4289" y="255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09" name="Freeform 385"/>
              <p:cNvSpPr/>
              <p:nvPr>
                <p:custDataLst>
                  <p:tags r:id="rId230"/>
                </p:custDataLst>
              </p:nvPr>
            </p:nvSpPr>
            <p:spPr bwMode="auto">
              <a:xfrm>
                <a:off x="4296" y="2552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10" name="Freeform 386"/>
              <p:cNvSpPr/>
              <p:nvPr>
                <p:custDataLst>
                  <p:tags r:id="rId231"/>
                </p:custDataLst>
              </p:nvPr>
            </p:nvSpPr>
            <p:spPr bwMode="auto">
              <a:xfrm>
                <a:off x="4306" y="2555"/>
                <a:ext cx="2" cy="4"/>
              </a:xfrm>
              <a:custGeom>
                <a:avLst/>
                <a:gdLst>
                  <a:gd name="T0" fmla="*/ 0 w 2"/>
                  <a:gd name="T1" fmla="*/ 4 h 4"/>
                  <a:gd name="T2" fmla="*/ 0 w 2"/>
                  <a:gd name="T3" fmla="*/ 4 h 4"/>
                  <a:gd name="T4" fmla="*/ 2 w 2"/>
                  <a:gd name="T5" fmla="*/ 0 h 4"/>
                  <a:gd name="T6" fmla="*/ 0 w 2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lnTo>
                      <a:pt x="0" y="4"/>
                    </a:lnTo>
                    <a:lnTo>
                      <a:pt x="2" y="0"/>
                    </a:lnTo>
                    <a:lnTo>
                      <a:pt x="0" y="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11" name="Freeform 387"/>
              <p:cNvSpPr/>
              <p:nvPr>
                <p:custDataLst>
                  <p:tags r:id="rId232"/>
                </p:custDataLst>
              </p:nvPr>
            </p:nvSpPr>
            <p:spPr bwMode="auto">
              <a:xfrm>
                <a:off x="3903" y="2275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12" name="Freeform 388"/>
              <p:cNvSpPr/>
              <p:nvPr>
                <p:custDataLst>
                  <p:tags r:id="rId233"/>
                </p:custDataLst>
              </p:nvPr>
            </p:nvSpPr>
            <p:spPr bwMode="auto">
              <a:xfrm>
                <a:off x="3901" y="257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13" name="Freeform 389"/>
              <p:cNvSpPr/>
              <p:nvPr>
                <p:custDataLst>
                  <p:tags r:id="rId234"/>
                </p:custDataLst>
              </p:nvPr>
            </p:nvSpPr>
            <p:spPr bwMode="auto">
              <a:xfrm>
                <a:off x="4285" y="255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14" name="Freeform 390"/>
              <p:cNvSpPr/>
              <p:nvPr>
                <p:custDataLst>
                  <p:tags r:id="rId235"/>
                </p:custDataLst>
              </p:nvPr>
            </p:nvSpPr>
            <p:spPr bwMode="auto">
              <a:xfrm>
                <a:off x="3472" y="207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15" name="Rectangle 391"/>
              <p:cNvSpPr>
                <a:spLocks noChangeArrowheads="1"/>
              </p:cNvSpPr>
              <p:nvPr>
                <p:custDataLst>
                  <p:tags r:id="rId236"/>
                </p:custDataLst>
              </p:nvPr>
            </p:nvSpPr>
            <p:spPr bwMode="auto">
              <a:xfrm>
                <a:off x="3472" y="2079"/>
                <a:ext cx="1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16" name="Freeform 392"/>
              <p:cNvSpPr/>
              <p:nvPr>
                <p:custDataLst>
                  <p:tags r:id="rId237"/>
                </p:custDataLst>
              </p:nvPr>
            </p:nvSpPr>
            <p:spPr bwMode="auto">
              <a:xfrm>
                <a:off x="4277" y="2495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17" name="Freeform 393"/>
              <p:cNvSpPr/>
              <p:nvPr>
                <p:custDataLst>
                  <p:tags r:id="rId238"/>
                </p:custDataLst>
              </p:nvPr>
            </p:nvSpPr>
            <p:spPr bwMode="auto">
              <a:xfrm>
                <a:off x="3472" y="207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18" name="Freeform 394"/>
              <p:cNvSpPr/>
              <p:nvPr>
                <p:custDataLst>
                  <p:tags r:id="rId239"/>
                </p:custDataLst>
              </p:nvPr>
            </p:nvSpPr>
            <p:spPr bwMode="auto">
              <a:xfrm>
                <a:off x="4255" y="253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19" name="Freeform 395"/>
              <p:cNvSpPr/>
              <p:nvPr>
                <p:custDataLst>
                  <p:tags r:id="rId240"/>
                </p:custDataLst>
              </p:nvPr>
            </p:nvSpPr>
            <p:spPr bwMode="auto">
              <a:xfrm>
                <a:off x="3678" y="2461"/>
                <a:ext cx="19" cy="13"/>
              </a:xfrm>
              <a:custGeom>
                <a:avLst/>
                <a:gdLst>
                  <a:gd name="T0" fmla="*/ 0 w 9"/>
                  <a:gd name="T1" fmla="*/ 0 h 6"/>
                  <a:gd name="T2" fmla="*/ 9 w 9"/>
                  <a:gd name="T3" fmla="*/ 6 h 6"/>
                  <a:gd name="T4" fmla="*/ 0 w 9"/>
                  <a:gd name="T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9" h="6">
                    <a:moveTo>
                      <a:pt x="0" y="0"/>
                    </a:moveTo>
                    <a:cubicBezTo>
                      <a:pt x="9" y="6"/>
                      <a:pt x="9" y="6"/>
                      <a:pt x="9" y="6"/>
                    </a:cubicBezTo>
                    <a:cubicBezTo>
                      <a:pt x="6" y="3"/>
                      <a:pt x="1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20" name="Freeform 396"/>
              <p:cNvSpPr/>
              <p:nvPr>
                <p:custDataLst>
                  <p:tags r:id="rId241"/>
                </p:custDataLst>
              </p:nvPr>
            </p:nvSpPr>
            <p:spPr bwMode="auto">
              <a:xfrm>
                <a:off x="3496" y="2319"/>
                <a:ext cx="4" cy="6"/>
              </a:xfrm>
              <a:custGeom>
                <a:avLst/>
                <a:gdLst>
                  <a:gd name="T0" fmla="*/ 1 w 2"/>
                  <a:gd name="T1" fmla="*/ 1 h 3"/>
                  <a:gd name="T2" fmla="*/ 2 w 2"/>
                  <a:gd name="T3" fmla="*/ 3 h 3"/>
                  <a:gd name="T4" fmla="*/ 2 w 2"/>
                  <a:gd name="T5" fmla="*/ 1 h 3"/>
                  <a:gd name="T6" fmla="*/ 1 w 2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2" y="2"/>
                      <a:pt x="2" y="2"/>
                      <a:pt x="2" y="3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0" y="0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21" name="Freeform 397"/>
              <p:cNvSpPr/>
              <p:nvPr>
                <p:custDataLst>
                  <p:tags r:id="rId242"/>
                </p:custDataLst>
              </p:nvPr>
            </p:nvSpPr>
            <p:spPr bwMode="auto">
              <a:xfrm>
                <a:off x="3483" y="2156"/>
                <a:ext cx="6" cy="4"/>
              </a:xfrm>
              <a:custGeom>
                <a:avLst/>
                <a:gdLst>
                  <a:gd name="T0" fmla="*/ 2 w 3"/>
                  <a:gd name="T1" fmla="*/ 1 h 2"/>
                  <a:gd name="T2" fmla="*/ 1 w 3"/>
                  <a:gd name="T3" fmla="*/ 2 h 2"/>
                  <a:gd name="T4" fmla="*/ 2 w 3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2" y="1"/>
                    </a:moveTo>
                    <a:cubicBezTo>
                      <a:pt x="0" y="0"/>
                      <a:pt x="3" y="1"/>
                      <a:pt x="1" y="2"/>
                    </a:cubicBezTo>
                    <a:cubicBezTo>
                      <a:pt x="2" y="2"/>
                      <a:pt x="2" y="2"/>
                      <a:pt x="2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22" name="Freeform 398"/>
              <p:cNvSpPr/>
              <p:nvPr>
                <p:custDataLst>
                  <p:tags r:id="rId243"/>
                </p:custDataLst>
              </p:nvPr>
            </p:nvSpPr>
            <p:spPr bwMode="auto">
              <a:xfrm>
                <a:off x="3534" y="2347"/>
                <a:ext cx="13" cy="6"/>
              </a:xfrm>
              <a:custGeom>
                <a:avLst/>
                <a:gdLst>
                  <a:gd name="T0" fmla="*/ 0 w 6"/>
                  <a:gd name="T1" fmla="*/ 0 h 3"/>
                  <a:gd name="T2" fmla="*/ 4 w 6"/>
                  <a:gd name="T3" fmla="*/ 3 h 3"/>
                  <a:gd name="T4" fmla="*/ 0 w 6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3">
                    <a:moveTo>
                      <a:pt x="0" y="0"/>
                    </a:moveTo>
                    <a:cubicBezTo>
                      <a:pt x="0" y="2"/>
                      <a:pt x="3" y="3"/>
                      <a:pt x="4" y="3"/>
                    </a:cubicBezTo>
                    <a:cubicBezTo>
                      <a:pt x="6" y="3"/>
                      <a:pt x="1" y="2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23" name="Freeform 399"/>
              <p:cNvSpPr/>
              <p:nvPr>
                <p:custDataLst>
                  <p:tags r:id="rId244"/>
                </p:custDataLst>
              </p:nvPr>
            </p:nvSpPr>
            <p:spPr bwMode="auto">
              <a:xfrm>
                <a:off x="3466" y="2090"/>
                <a:ext cx="4" cy="4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0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1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24" name="Freeform 400"/>
              <p:cNvSpPr/>
              <p:nvPr>
                <p:custDataLst>
                  <p:tags r:id="rId245"/>
                </p:custDataLst>
              </p:nvPr>
            </p:nvSpPr>
            <p:spPr bwMode="auto">
              <a:xfrm>
                <a:off x="3466" y="2103"/>
                <a:ext cx="4" cy="0"/>
              </a:xfrm>
              <a:custGeom>
                <a:avLst/>
                <a:gdLst>
                  <a:gd name="T0" fmla="*/ 0 w 2"/>
                  <a:gd name="T1" fmla="*/ 1 w 2"/>
                  <a:gd name="T2" fmla="*/ 1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25" name="Freeform 401"/>
              <p:cNvSpPr/>
              <p:nvPr>
                <p:custDataLst>
                  <p:tags r:id="rId246"/>
                </p:custDataLst>
              </p:nvPr>
            </p:nvSpPr>
            <p:spPr bwMode="auto">
              <a:xfrm>
                <a:off x="3477" y="2152"/>
                <a:ext cx="4" cy="8"/>
              </a:xfrm>
              <a:custGeom>
                <a:avLst/>
                <a:gdLst>
                  <a:gd name="T0" fmla="*/ 2 w 2"/>
                  <a:gd name="T1" fmla="*/ 4 h 4"/>
                  <a:gd name="T2" fmla="*/ 1 w 2"/>
                  <a:gd name="T3" fmla="*/ 0 h 4"/>
                  <a:gd name="T4" fmla="*/ 2 w 2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2" y="3"/>
                      <a:pt x="1" y="1"/>
                      <a:pt x="1" y="0"/>
                    </a:cubicBezTo>
                    <a:cubicBezTo>
                      <a:pt x="0" y="2"/>
                      <a:pt x="1" y="2"/>
                      <a:pt x="2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26" name="Freeform 402"/>
              <p:cNvSpPr/>
              <p:nvPr>
                <p:custDataLst>
                  <p:tags r:id="rId247"/>
                </p:custDataLst>
              </p:nvPr>
            </p:nvSpPr>
            <p:spPr bwMode="auto">
              <a:xfrm>
                <a:off x="3466" y="2096"/>
                <a:ext cx="8" cy="5"/>
              </a:xfrm>
              <a:custGeom>
                <a:avLst/>
                <a:gdLst>
                  <a:gd name="T0" fmla="*/ 0 w 4"/>
                  <a:gd name="T1" fmla="*/ 2 h 2"/>
                  <a:gd name="T2" fmla="*/ 0 w 4"/>
                  <a:gd name="T3" fmla="*/ 2 h 2"/>
                  <a:gd name="T4" fmla="*/ 2 w 4"/>
                  <a:gd name="T5" fmla="*/ 2 h 2"/>
                  <a:gd name="T6" fmla="*/ 2 w 4"/>
                  <a:gd name="T7" fmla="*/ 1 h 2"/>
                  <a:gd name="T8" fmla="*/ 4 w 4"/>
                  <a:gd name="T9" fmla="*/ 0 h 2"/>
                  <a:gd name="T10" fmla="*/ 0 w 4"/>
                  <a:gd name="T1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2" y="2"/>
                    </a:cubicBezTo>
                    <a:cubicBezTo>
                      <a:pt x="2" y="2"/>
                      <a:pt x="3" y="1"/>
                      <a:pt x="2" y="1"/>
                    </a:cubicBezTo>
                    <a:cubicBezTo>
                      <a:pt x="3" y="0"/>
                      <a:pt x="4" y="1"/>
                      <a:pt x="4" y="0"/>
                    </a:cubicBezTo>
                    <a:cubicBezTo>
                      <a:pt x="3" y="0"/>
                      <a:pt x="1" y="1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27" name="Freeform 403"/>
              <p:cNvSpPr/>
              <p:nvPr>
                <p:custDataLst>
                  <p:tags r:id="rId248"/>
                </p:custDataLst>
              </p:nvPr>
            </p:nvSpPr>
            <p:spPr bwMode="auto">
              <a:xfrm>
                <a:off x="3470" y="2101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28" name="Freeform 404"/>
              <p:cNvSpPr/>
              <p:nvPr>
                <p:custDataLst>
                  <p:tags r:id="rId249"/>
                </p:custDataLst>
              </p:nvPr>
            </p:nvSpPr>
            <p:spPr bwMode="auto">
              <a:xfrm>
                <a:off x="3718" y="2501"/>
                <a:ext cx="5" cy="5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2 h 2"/>
                  <a:gd name="T4" fmla="*/ 0 w 2"/>
                  <a:gd name="T5" fmla="*/ 0 h 2"/>
                  <a:gd name="T6" fmla="*/ 0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1" y="2"/>
                      <a:pt x="2" y="1"/>
                      <a:pt x="2" y="2"/>
                    </a:cubicBezTo>
                    <a:cubicBezTo>
                      <a:pt x="2" y="1"/>
                      <a:pt x="1" y="1"/>
                      <a:pt x="0" y="0"/>
                    </a:cubicBezTo>
                    <a:cubicBezTo>
                      <a:pt x="0" y="0"/>
                      <a:pt x="0" y="2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29" name="Freeform 405"/>
              <p:cNvSpPr/>
              <p:nvPr>
                <p:custDataLst>
                  <p:tags r:id="rId250"/>
                </p:custDataLst>
              </p:nvPr>
            </p:nvSpPr>
            <p:spPr bwMode="auto">
              <a:xfrm>
                <a:off x="3629" y="2417"/>
                <a:ext cx="7" cy="6"/>
              </a:xfrm>
              <a:custGeom>
                <a:avLst/>
                <a:gdLst>
                  <a:gd name="T0" fmla="*/ 2 w 3"/>
                  <a:gd name="T1" fmla="*/ 3 h 3"/>
                  <a:gd name="T2" fmla="*/ 0 w 3"/>
                  <a:gd name="T3" fmla="*/ 0 h 3"/>
                  <a:gd name="T4" fmla="*/ 2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3" y="2"/>
                      <a:pt x="1" y="1"/>
                      <a:pt x="0" y="0"/>
                    </a:cubicBezTo>
                    <a:cubicBezTo>
                      <a:pt x="0" y="1"/>
                      <a:pt x="1" y="2"/>
                      <a:pt x="2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</p:grpSp>
        <p:sp>
          <p:nvSpPr>
            <p:cNvPr id="59" name="Freeform 407"/>
            <p:cNvSpPr/>
            <p:nvPr>
              <p:custDataLst>
                <p:tags r:id="rId5"/>
              </p:custDataLst>
            </p:nvPr>
          </p:nvSpPr>
          <p:spPr bwMode="auto">
            <a:xfrm>
              <a:off x="3716" y="2495"/>
              <a:ext cx="5" cy="4"/>
            </a:xfrm>
            <a:custGeom>
              <a:avLst/>
              <a:gdLst>
                <a:gd name="T0" fmla="*/ 2 w 2"/>
                <a:gd name="T1" fmla="*/ 2 h 2"/>
                <a:gd name="T2" fmla="*/ 0 w 2"/>
                <a:gd name="T3" fmla="*/ 0 h 2"/>
                <a:gd name="T4" fmla="*/ 2 w 2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1" y="1"/>
                    <a:pt x="1" y="0"/>
                    <a:pt x="0" y="0"/>
                  </a:cubicBezTo>
                  <a:cubicBezTo>
                    <a:pt x="1" y="1"/>
                    <a:pt x="1" y="1"/>
                    <a:pt x="2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rgbClr val="34322F"/>
                </a:solidFill>
              </a:endParaRPr>
            </a:p>
          </p:txBody>
        </p:sp>
        <p:sp>
          <p:nvSpPr>
            <p:cNvPr id="60" name="Freeform 408"/>
            <p:cNvSpPr/>
            <p:nvPr>
              <p:custDataLst>
                <p:tags r:id="rId6"/>
              </p:custDataLst>
            </p:nvPr>
          </p:nvSpPr>
          <p:spPr bwMode="auto">
            <a:xfrm>
              <a:off x="3706" y="2480"/>
              <a:ext cx="10" cy="15"/>
            </a:xfrm>
            <a:custGeom>
              <a:avLst/>
              <a:gdLst>
                <a:gd name="T0" fmla="*/ 5 w 5"/>
                <a:gd name="T1" fmla="*/ 7 h 7"/>
                <a:gd name="T2" fmla="*/ 2 w 5"/>
                <a:gd name="T3" fmla="*/ 3 h 7"/>
                <a:gd name="T4" fmla="*/ 2 w 5"/>
                <a:gd name="T5" fmla="*/ 1 h 7"/>
                <a:gd name="T6" fmla="*/ 3 w 5"/>
                <a:gd name="T7" fmla="*/ 7 h 7"/>
                <a:gd name="T8" fmla="*/ 3 w 5"/>
                <a:gd name="T9" fmla="*/ 7 h 7"/>
                <a:gd name="T10" fmla="*/ 5 w 5"/>
                <a:gd name="T11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7">
                  <a:moveTo>
                    <a:pt x="5" y="7"/>
                  </a:moveTo>
                  <a:cubicBezTo>
                    <a:pt x="4" y="5"/>
                    <a:pt x="4" y="3"/>
                    <a:pt x="2" y="3"/>
                  </a:cubicBezTo>
                  <a:cubicBezTo>
                    <a:pt x="1" y="1"/>
                    <a:pt x="4" y="3"/>
                    <a:pt x="2" y="1"/>
                  </a:cubicBezTo>
                  <a:cubicBezTo>
                    <a:pt x="0" y="0"/>
                    <a:pt x="1" y="4"/>
                    <a:pt x="3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4" y="7"/>
                    <a:pt x="4" y="7"/>
                    <a:pt x="5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rgbClr val="34322F"/>
                </a:solidFill>
              </a:endParaRPr>
            </a:p>
          </p:txBody>
        </p:sp>
        <p:sp>
          <p:nvSpPr>
            <p:cNvPr id="61" name="Freeform 409"/>
            <p:cNvSpPr/>
            <p:nvPr>
              <p:custDataLst>
                <p:tags r:id="rId7"/>
              </p:custDataLst>
            </p:nvPr>
          </p:nvSpPr>
          <p:spPr bwMode="auto">
            <a:xfrm>
              <a:off x="3782" y="3038"/>
              <a:ext cx="2" cy="4"/>
            </a:xfrm>
            <a:custGeom>
              <a:avLst/>
              <a:gdLst>
                <a:gd name="T0" fmla="*/ 0 w 1"/>
                <a:gd name="T1" fmla="*/ 0 h 2"/>
                <a:gd name="T2" fmla="*/ 0 w 1"/>
                <a:gd name="T3" fmla="*/ 2 h 2"/>
                <a:gd name="T4" fmla="*/ 1 w 1"/>
                <a:gd name="T5" fmla="*/ 1 h 2"/>
                <a:gd name="T6" fmla="*/ 0 w 1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1" y="1"/>
                    <a:pt x="1" y="1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rgbClr val="34322F"/>
                </a:solidFill>
              </a:endParaRPr>
            </a:p>
          </p:txBody>
        </p:sp>
        <p:sp>
          <p:nvSpPr>
            <p:cNvPr id="62" name="Freeform 410"/>
            <p:cNvSpPr/>
            <p:nvPr>
              <p:custDataLst>
                <p:tags r:id="rId8"/>
              </p:custDataLst>
            </p:nvPr>
          </p:nvSpPr>
          <p:spPr bwMode="auto">
            <a:xfrm>
              <a:off x="3631" y="2249"/>
              <a:ext cx="3" cy="2"/>
            </a:xfrm>
            <a:custGeom>
              <a:avLst/>
              <a:gdLst>
                <a:gd name="T0" fmla="*/ 3 w 3"/>
                <a:gd name="T1" fmla="*/ 0 h 2"/>
                <a:gd name="T2" fmla="*/ 0 w 3"/>
                <a:gd name="T3" fmla="*/ 0 h 2"/>
                <a:gd name="T4" fmla="*/ 0 w 3"/>
                <a:gd name="T5" fmla="*/ 2 h 2"/>
                <a:gd name="T6" fmla="*/ 3 w 3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">
                  <a:moveTo>
                    <a:pt x="3" y="0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3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rgbClr val="34322F"/>
                </a:solidFill>
              </a:endParaRPr>
            </a:p>
          </p:txBody>
        </p:sp>
        <p:sp>
          <p:nvSpPr>
            <p:cNvPr id="63" name="Freeform 411"/>
            <p:cNvSpPr/>
            <p:nvPr>
              <p:custDataLst>
                <p:tags r:id="rId9"/>
              </p:custDataLst>
            </p:nvPr>
          </p:nvSpPr>
          <p:spPr bwMode="auto">
            <a:xfrm>
              <a:off x="3988" y="3019"/>
              <a:ext cx="0" cy="2"/>
            </a:xfrm>
            <a:custGeom>
              <a:avLst/>
              <a:gdLst>
                <a:gd name="T0" fmla="*/ 0 h 1"/>
                <a:gd name="T1" fmla="*/ 1 h 1"/>
                <a:gd name="T2" fmla="*/ 1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rgbClr val="34322F"/>
                </a:solidFill>
              </a:endParaRPr>
            </a:p>
          </p:txBody>
        </p:sp>
        <p:sp>
          <p:nvSpPr>
            <p:cNvPr id="64" name="Freeform 412"/>
            <p:cNvSpPr/>
            <p:nvPr>
              <p:custDataLst>
                <p:tags r:id="rId10"/>
              </p:custDataLst>
            </p:nvPr>
          </p:nvSpPr>
          <p:spPr bwMode="auto">
            <a:xfrm>
              <a:off x="3856" y="3002"/>
              <a:ext cx="0" cy="2"/>
            </a:xfrm>
            <a:custGeom>
              <a:avLst/>
              <a:gdLst>
                <a:gd name="T0" fmla="*/ 0 h 1"/>
                <a:gd name="T1" fmla="*/ 1 h 1"/>
                <a:gd name="T2" fmla="*/ 1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rgbClr val="34322F"/>
                </a:solidFill>
              </a:endParaRPr>
            </a:p>
          </p:txBody>
        </p:sp>
        <p:sp>
          <p:nvSpPr>
            <p:cNvPr id="65" name="Freeform 413"/>
            <p:cNvSpPr/>
            <p:nvPr>
              <p:custDataLst>
                <p:tags r:id="rId11"/>
              </p:custDataLst>
            </p:nvPr>
          </p:nvSpPr>
          <p:spPr bwMode="auto">
            <a:xfrm>
              <a:off x="3924" y="2998"/>
              <a:ext cx="2" cy="2"/>
            </a:xfrm>
            <a:custGeom>
              <a:avLst/>
              <a:gdLst>
                <a:gd name="T0" fmla="*/ 0 w 1"/>
                <a:gd name="T1" fmla="*/ 1 h 1"/>
                <a:gd name="T2" fmla="*/ 0 w 1"/>
                <a:gd name="T3" fmla="*/ 1 h 1"/>
                <a:gd name="T4" fmla="*/ 1 w 1"/>
                <a:gd name="T5" fmla="*/ 0 h 1"/>
                <a:gd name="T6" fmla="*/ 0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  <a:lnTo>
                    <a:pt x="0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rgbClr val="34322F"/>
                </a:solidFill>
              </a:endParaRPr>
            </a:p>
          </p:txBody>
        </p:sp>
        <p:sp>
          <p:nvSpPr>
            <p:cNvPr id="66" name="Freeform 414"/>
            <p:cNvSpPr/>
            <p:nvPr>
              <p:custDataLst>
                <p:tags r:id="rId12"/>
              </p:custDataLst>
            </p:nvPr>
          </p:nvSpPr>
          <p:spPr bwMode="auto">
            <a:xfrm>
              <a:off x="3561" y="1990"/>
              <a:ext cx="3" cy="9"/>
            </a:xfrm>
            <a:custGeom>
              <a:avLst/>
              <a:gdLst>
                <a:gd name="T0" fmla="*/ 1 w 1"/>
                <a:gd name="T1" fmla="*/ 1 h 4"/>
                <a:gd name="T2" fmla="*/ 0 w 1"/>
                <a:gd name="T3" fmla="*/ 0 h 4"/>
                <a:gd name="T4" fmla="*/ 1 w 1"/>
                <a:gd name="T5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4">
                  <a:moveTo>
                    <a:pt x="1" y="1"/>
                  </a:moveTo>
                  <a:cubicBezTo>
                    <a:pt x="1" y="1"/>
                    <a:pt x="0" y="0"/>
                    <a:pt x="0" y="0"/>
                  </a:cubicBezTo>
                  <a:cubicBezTo>
                    <a:pt x="0" y="3"/>
                    <a:pt x="0" y="4"/>
                    <a:pt x="1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rgbClr val="34322F"/>
                </a:solidFill>
              </a:endParaRPr>
            </a:p>
          </p:txBody>
        </p:sp>
        <p:sp>
          <p:nvSpPr>
            <p:cNvPr id="67" name="Freeform 415"/>
            <p:cNvSpPr/>
            <p:nvPr>
              <p:custDataLst>
                <p:tags r:id="rId13"/>
              </p:custDataLst>
            </p:nvPr>
          </p:nvSpPr>
          <p:spPr bwMode="auto">
            <a:xfrm>
              <a:off x="3795" y="3040"/>
              <a:ext cx="2" cy="2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1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rgbClr val="34322F"/>
                </a:solidFill>
              </a:endParaRPr>
            </a:p>
          </p:txBody>
        </p:sp>
        <p:sp>
          <p:nvSpPr>
            <p:cNvPr id="68" name="Freeform 416"/>
            <p:cNvSpPr/>
            <p:nvPr>
              <p:custDataLst>
                <p:tags r:id="rId14"/>
              </p:custDataLst>
            </p:nvPr>
          </p:nvSpPr>
          <p:spPr bwMode="auto">
            <a:xfrm>
              <a:off x="3958" y="3032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rgbClr val="34322F"/>
                </a:solidFill>
              </a:endParaRPr>
            </a:p>
          </p:txBody>
        </p:sp>
        <p:sp>
          <p:nvSpPr>
            <p:cNvPr id="69" name="Freeform 417"/>
            <p:cNvSpPr/>
            <p:nvPr>
              <p:custDataLst>
                <p:tags r:id="rId15"/>
              </p:custDataLst>
            </p:nvPr>
          </p:nvSpPr>
          <p:spPr bwMode="auto">
            <a:xfrm>
              <a:off x="3982" y="3027"/>
              <a:ext cx="0" cy="3"/>
            </a:xfrm>
            <a:custGeom>
              <a:avLst/>
              <a:gdLst>
                <a:gd name="T0" fmla="*/ 0 h 1"/>
                <a:gd name="T1" fmla="*/ 0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rgbClr val="34322F"/>
                </a:solidFill>
              </a:endParaRPr>
            </a:p>
          </p:txBody>
        </p:sp>
        <p:sp>
          <p:nvSpPr>
            <p:cNvPr id="83" name="Freeform 418"/>
            <p:cNvSpPr/>
            <p:nvPr>
              <p:custDataLst>
                <p:tags r:id="rId16"/>
              </p:custDataLst>
            </p:nvPr>
          </p:nvSpPr>
          <p:spPr bwMode="auto">
            <a:xfrm>
              <a:off x="3595" y="182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rgbClr val="34322F"/>
                </a:solidFill>
              </a:endParaRPr>
            </a:p>
          </p:txBody>
        </p:sp>
        <p:sp>
          <p:nvSpPr>
            <p:cNvPr id="84" name="Freeform 419"/>
            <p:cNvSpPr/>
            <p:nvPr>
              <p:custDataLst>
                <p:tags r:id="rId17"/>
              </p:custDataLst>
            </p:nvPr>
          </p:nvSpPr>
          <p:spPr bwMode="auto">
            <a:xfrm>
              <a:off x="3757" y="2981"/>
              <a:ext cx="2" cy="2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0 h 1"/>
                <a:gd name="T4" fmla="*/ 1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rgbClr val="34322F"/>
                </a:solidFill>
              </a:endParaRPr>
            </a:p>
          </p:txBody>
        </p:sp>
        <p:sp>
          <p:nvSpPr>
            <p:cNvPr id="85" name="Freeform 420"/>
            <p:cNvSpPr/>
            <p:nvPr>
              <p:custDataLst>
                <p:tags r:id="rId18"/>
              </p:custDataLst>
            </p:nvPr>
          </p:nvSpPr>
          <p:spPr bwMode="auto">
            <a:xfrm>
              <a:off x="3627" y="1789"/>
              <a:ext cx="2" cy="0"/>
            </a:xfrm>
            <a:custGeom>
              <a:avLst/>
              <a:gdLst>
                <a:gd name="T0" fmla="*/ 0 w 1"/>
                <a:gd name="T1" fmla="*/ 0 w 1"/>
                <a:gd name="T2" fmla="*/ 1 w 1"/>
                <a:gd name="T3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rgbClr val="34322F"/>
                </a:solidFill>
              </a:endParaRPr>
            </a:p>
          </p:txBody>
        </p:sp>
        <p:sp>
          <p:nvSpPr>
            <p:cNvPr id="86" name="Freeform 421"/>
            <p:cNvSpPr/>
            <p:nvPr>
              <p:custDataLst>
                <p:tags r:id="rId19"/>
              </p:custDataLst>
            </p:nvPr>
          </p:nvSpPr>
          <p:spPr bwMode="auto">
            <a:xfrm>
              <a:off x="3578" y="179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rgbClr val="34322F"/>
                </a:solidFill>
              </a:endParaRPr>
            </a:p>
          </p:txBody>
        </p:sp>
        <p:sp>
          <p:nvSpPr>
            <p:cNvPr id="87" name="Rectangle 422"/>
            <p:cNvSpPr>
              <a:spLocks noChangeArrowheads="1"/>
            </p:cNvSpPr>
            <p:nvPr>
              <p:custDataLst>
                <p:tags r:id="rId20"/>
              </p:custDataLst>
            </p:nvPr>
          </p:nvSpPr>
          <p:spPr bwMode="auto">
            <a:xfrm>
              <a:off x="3593" y="1825"/>
              <a:ext cx="1" cy="1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rgbClr val="34322F"/>
                </a:solidFill>
              </a:endParaRPr>
            </a:p>
          </p:txBody>
        </p:sp>
        <p:sp>
          <p:nvSpPr>
            <p:cNvPr id="88" name="Freeform 423"/>
            <p:cNvSpPr/>
            <p:nvPr>
              <p:custDataLst>
                <p:tags r:id="rId21"/>
              </p:custDataLst>
            </p:nvPr>
          </p:nvSpPr>
          <p:spPr bwMode="auto">
            <a:xfrm>
              <a:off x="3593" y="1825"/>
              <a:ext cx="0" cy="2"/>
            </a:xfrm>
            <a:custGeom>
              <a:avLst/>
              <a:gdLst>
                <a:gd name="T0" fmla="*/ 0 h 2"/>
                <a:gd name="T1" fmla="*/ 0 h 2"/>
                <a:gd name="T2" fmla="*/ 2 h 2"/>
                <a:gd name="T3" fmla="*/ 0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2">
                  <a:moveTo>
                    <a:pt x="0" y="0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rgbClr val="34322F"/>
                </a:solidFill>
              </a:endParaRPr>
            </a:p>
          </p:txBody>
        </p:sp>
        <p:sp>
          <p:nvSpPr>
            <p:cNvPr id="89" name="Freeform 424"/>
            <p:cNvSpPr/>
            <p:nvPr>
              <p:custDataLst>
                <p:tags r:id="rId22"/>
              </p:custDataLst>
            </p:nvPr>
          </p:nvSpPr>
          <p:spPr bwMode="auto">
            <a:xfrm>
              <a:off x="3593" y="1825"/>
              <a:ext cx="0" cy="2"/>
            </a:xfrm>
            <a:custGeom>
              <a:avLst/>
              <a:gdLst>
                <a:gd name="T0" fmla="*/ 0 h 1"/>
                <a:gd name="T1" fmla="*/ 1 h 1"/>
                <a:gd name="T2" fmla="*/ 1 h 1"/>
                <a:gd name="T3" fmla="*/ 1 h 1"/>
                <a:gd name="T4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rgbClr val="34322F"/>
                </a:solidFill>
              </a:endParaRPr>
            </a:p>
          </p:txBody>
        </p:sp>
        <p:sp>
          <p:nvSpPr>
            <p:cNvPr id="90" name="Freeform 425"/>
            <p:cNvSpPr/>
            <p:nvPr>
              <p:custDataLst>
                <p:tags r:id="rId23"/>
              </p:custDataLst>
            </p:nvPr>
          </p:nvSpPr>
          <p:spPr bwMode="auto">
            <a:xfrm>
              <a:off x="3638" y="2417"/>
              <a:ext cx="6" cy="6"/>
            </a:xfrm>
            <a:custGeom>
              <a:avLst/>
              <a:gdLst>
                <a:gd name="T0" fmla="*/ 1 w 3"/>
                <a:gd name="T1" fmla="*/ 2 h 3"/>
                <a:gd name="T2" fmla="*/ 3 w 3"/>
                <a:gd name="T3" fmla="*/ 2 h 3"/>
                <a:gd name="T4" fmla="*/ 1 w 3"/>
                <a:gd name="T5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3">
                  <a:moveTo>
                    <a:pt x="1" y="2"/>
                  </a:moveTo>
                  <a:cubicBezTo>
                    <a:pt x="2" y="2"/>
                    <a:pt x="3" y="3"/>
                    <a:pt x="3" y="2"/>
                  </a:cubicBezTo>
                  <a:cubicBezTo>
                    <a:pt x="0" y="0"/>
                    <a:pt x="0" y="0"/>
                    <a:pt x="1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rgbClr val="34322F"/>
                </a:solidFill>
              </a:endParaRPr>
            </a:p>
          </p:txBody>
        </p:sp>
        <p:sp>
          <p:nvSpPr>
            <p:cNvPr id="91" name="Freeform 426"/>
            <p:cNvSpPr/>
            <p:nvPr>
              <p:custDataLst>
                <p:tags r:id="rId24"/>
              </p:custDataLst>
            </p:nvPr>
          </p:nvSpPr>
          <p:spPr bwMode="auto">
            <a:xfrm>
              <a:off x="3708" y="2743"/>
              <a:ext cx="2" cy="7"/>
            </a:xfrm>
            <a:custGeom>
              <a:avLst/>
              <a:gdLst>
                <a:gd name="T0" fmla="*/ 1 w 1"/>
                <a:gd name="T1" fmla="*/ 3 h 3"/>
                <a:gd name="T2" fmla="*/ 0 w 1"/>
                <a:gd name="T3" fmla="*/ 0 h 3"/>
                <a:gd name="T4" fmla="*/ 1 w 1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3">
                  <a:moveTo>
                    <a:pt x="1" y="3"/>
                  </a:moveTo>
                  <a:cubicBezTo>
                    <a:pt x="1" y="3"/>
                    <a:pt x="1" y="0"/>
                    <a:pt x="0" y="0"/>
                  </a:cubicBezTo>
                  <a:cubicBezTo>
                    <a:pt x="0" y="0"/>
                    <a:pt x="0" y="3"/>
                    <a:pt x="1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rgbClr val="34322F"/>
                </a:solidFill>
              </a:endParaRPr>
            </a:p>
          </p:txBody>
        </p:sp>
        <p:sp>
          <p:nvSpPr>
            <p:cNvPr id="92" name="Freeform 427"/>
            <p:cNvSpPr/>
            <p:nvPr>
              <p:custDataLst>
                <p:tags r:id="rId25"/>
              </p:custDataLst>
            </p:nvPr>
          </p:nvSpPr>
          <p:spPr bwMode="auto">
            <a:xfrm>
              <a:off x="3714" y="2737"/>
              <a:ext cx="4" cy="2"/>
            </a:xfrm>
            <a:custGeom>
              <a:avLst/>
              <a:gdLst>
                <a:gd name="T0" fmla="*/ 1 w 2"/>
                <a:gd name="T1" fmla="*/ 1 h 1"/>
                <a:gd name="T2" fmla="*/ 0 w 2"/>
                <a:gd name="T3" fmla="*/ 0 h 1"/>
                <a:gd name="T4" fmla="*/ 1 w 2"/>
                <a:gd name="T5" fmla="*/ 1 h 1"/>
                <a:gd name="T6" fmla="*/ 1 w 2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1" y="1"/>
                    <a:pt x="1" y="1"/>
                  </a:cubicBezTo>
                  <a:cubicBezTo>
                    <a:pt x="1" y="1"/>
                    <a:pt x="2" y="1"/>
                    <a:pt x="1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rgbClr val="34322F"/>
                </a:solidFill>
              </a:endParaRPr>
            </a:p>
          </p:txBody>
        </p:sp>
        <p:sp>
          <p:nvSpPr>
            <p:cNvPr id="93" name="Freeform 428"/>
            <p:cNvSpPr/>
            <p:nvPr>
              <p:custDataLst>
                <p:tags r:id="rId26"/>
              </p:custDataLst>
            </p:nvPr>
          </p:nvSpPr>
          <p:spPr bwMode="auto">
            <a:xfrm>
              <a:off x="3706" y="2737"/>
              <a:ext cx="10" cy="4"/>
            </a:xfrm>
            <a:custGeom>
              <a:avLst/>
              <a:gdLst>
                <a:gd name="T0" fmla="*/ 0 w 5"/>
                <a:gd name="T1" fmla="*/ 1 h 2"/>
                <a:gd name="T2" fmla="*/ 4 w 5"/>
                <a:gd name="T3" fmla="*/ 1 h 2"/>
                <a:gd name="T4" fmla="*/ 5 w 5"/>
                <a:gd name="T5" fmla="*/ 2 h 2"/>
                <a:gd name="T6" fmla="*/ 3 w 5"/>
                <a:gd name="T7" fmla="*/ 1 h 2"/>
                <a:gd name="T8" fmla="*/ 2 w 5"/>
                <a:gd name="T9" fmla="*/ 1 h 2"/>
                <a:gd name="T10" fmla="*/ 0 w 5"/>
                <a:gd name="T11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2">
                  <a:moveTo>
                    <a:pt x="0" y="1"/>
                  </a:moveTo>
                  <a:cubicBezTo>
                    <a:pt x="1" y="2"/>
                    <a:pt x="3" y="2"/>
                    <a:pt x="4" y="1"/>
                  </a:cubicBezTo>
                  <a:cubicBezTo>
                    <a:pt x="4" y="1"/>
                    <a:pt x="5" y="2"/>
                    <a:pt x="5" y="2"/>
                  </a:cubicBezTo>
                  <a:cubicBezTo>
                    <a:pt x="4" y="1"/>
                    <a:pt x="4" y="1"/>
                    <a:pt x="3" y="1"/>
                  </a:cubicBezTo>
                  <a:cubicBezTo>
                    <a:pt x="3" y="1"/>
                    <a:pt x="1" y="0"/>
                    <a:pt x="2" y="1"/>
                  </a:cubicBezTo>
                  <a:cubicBezTo>
                    <a:pt x="2" y="1"/>
                    <a:pt x="1" y="0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rgbClr val="34322F"/>
                </a:solidFill>
              </a:endParaRPr>
            </a:p>
          </p:txBody>
        </p:sp>
        <p:sp>
          <p:nvSpPr>
            <p:cNvPr id="94" name="Freeform 429"/>
            <p:cNvSpPr/>
            <p:nvPr>
              <p:custDataLst>
                <p:tags r:id="rId27"/>
              </p:custDataLst>
            </p:nvPr>
          </p:nvSpPr>
          <p:spPr bwMode="auto">
            <a:xfrm>
              <a:off x="3755" y="2718"/>
              <a:ext cx="4" cy="6"/>
            </a:xfrm>
            <a:custGeom>
              <a:avLst/>
              <a:gdLst>
                <a:gd name="T0" fmla="*/ 2 w 2"/>
                <a:gd name="T1" fmla="*/ 3 h 3"/>
                <a:gd name="T2" fmla="*/ 0 w 2"/>
                <a:gd name="T3" fmla="*/ 0 h 3"/>
                <a:gd name="T4" fmla="*/ 2 w 2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2" y="3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2"/>
                    <a:pt x="1" y="2"/>
                    <a:pt x="2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rgbClr val="34322F"/>
                </a:solidFill>
              </a:endParaRPr>
            </a:p>
          </p:txBody>
        </p:sp>
        <p:sp>
          <p:nvSpPr>
            <p:cNvPr id="95" name="Freeform 430"/>
            <p:cNvSpPr/>
            <p:nvPr>
              <p:custDataLst>
                <p:tags r:id="rId28"/>
              </p:custDataLst>
            </p:nvPr>
          </p:nvSpPr>
          <p:spPr bwMode="auto">
            <a:xfrm>
              <a:off x="3761" y="2733"/>
              <a:ext cx="4" cy="17"/>
            </a:xfrm>
            <a:custGeom>
              <a:avLst/>
              <a:gdLst>
                <a:gd name="T0" fmla="*/ 1 w 2"/>
                <a:gd name="T1" fmla="*/ 7 h 8"/>
                <a:gd name="T2" fmla="*/ 0 w 2"/>
                <a:gd name="T3" fmla="*/ 3 h 8"/>
                <a:gd name="T4" fmla="*/ 1 w 2"/>
                <a:gd name="T5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8">
                  <a:moveTo>
                    <a:pt x="1" y="7"/>
                  </a:moveTo>
                  <a:cubicBezTo>
                    <a:pt x="2" y="0"/>
                    <a:pt x="1" y="8"/>
                    <a:pt x="0" y="3"/>
                  </a:cubicBezTo>
                  <a:cubicBezTo>
                    <a:pt x="0" y="5"/>
                    <a:pt x="0" y="6"/>
                    <a:pt x="1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rgbClr val="34322F"/>
                </a:solidFill>
              </a:endParaRPr>
            </a:p>
          </p:txBody>
        </p:sp>
        <p:sp>
          <p:nvSpPr>
            <p:cNvPr id="96" name="Freeform 431"/>
            <p:cNvSpPr/>
            <p:nvPr>
              <p:custDataLst>
                <p:tags r:id="rId29"/>
              </p:custDataLst>
            </p:nvPr>
          </p:nvSpPr>
          <p:spPr bwMode="auto">
            <a:xfrm>
              <a:off x="3759" y="2720"/>
              <a:ext cx="2" cy="2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1" y="1"/>
                    <a:pt x="1" y="0"/>
                  </a:cubicBezTo>
                  <a:cubicBezTo>
                    <a:pt x="0" y="0"/>
                    <a:pt x="1" y="0"/>
                    <a:pt x="1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rgbClr val="34322F"/>
                </a:solidFill>
              </a:endParaRPr>
            </a:p>
          </p:txBody>
        </p:sp>
        <p:sp>
          <p:nvSpPr>
            <p:cNvPr id="97" name="Freeform 432"/>
            <p:cNvSpPr/>
            <p:nvPr>
              <p:custDataLst>
                <p:tags r:id="rId30"/>
              </p:custDataLst>
            </p:nvPr>
          </p:nvSpPr>
          <p:spPr bwMode="auto">
            <a:xfrm>
              <a:off x="3761" y="2714"/>
              <a:ext cx="6" cy="12"/>
            </a:xfrm>
            <a:custGeom>
              <a:avLst/>
              <a:gdLst>
                <a:gd name="T0" fmla="*/ 0 w 3"/>
                <a:gd name="T1" fmla="*/ 5 h 6"/>
                <a:gd name="T2" fmla="*/ 3 w 3"/>
                <a:gd name="T3" fmla="*/ 3 h 6"/>
                <a:gd name="T4" fmla="*/ 0 w 3"/>
                <a:gd name="T5" fmla="*/ 5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6">
                  <a:moveTo>
                    <a:pt x="0" y="5"/>
                  </a:moveTo>
                  <a:cubicBezTo>
                    <a:pt x="1" y="6"/>
                    <a:pt x="2" y="3"/>
                    <a:pt x="3" y="3"/>
                  </a:cubicBezTo>
                  <a:cubicBezTo>
                    <a:pt x="2" y="0"/>
                    <a:pt x="1" y="4"/>
                    <a:pt x="0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rgbClr val="34322F"/>
                </a:solidFill>
              </a:endParaRPr>
            </a:p>
          </p:txBody>
        </p:sp>
        <p:sp>
          <p:nvSpPr>
            <p:cNvPr id="98" name="Freeform 433"/>
            <p:cNvSpPr/>
            <p:nvPr>
              <p:custDataLst>
                <p:tags r:id="rId31"/>
              </p:custDataLst>
            </p:nvPr>
          </p:nvSpPr>
          <p:spPr bwMode="auto">
            <a:xfrm>
              <a:off x="3712" y="2737"/>
              <a:ext cx="0" cy="2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rgbClr val="34322F"/>
                </a:solidFill>
              </a:endParaRPr>
            </a:p>
          </p:txBody>
        </p:sp>
        <p:sp>
          <p:nvSpPr>
            <p:cNvPr id="99" name="Freeform 434"/>
            <p:cNvSpPr>
              <a:spLocks noEditPoints="1"/>
            </p:cNvSpPr>
            <p:nvPr>
              <p:custDataLst>
                <p:tags r:id="rId32"/>
              </p:custDataLst>
            </p:nvPr>
          </p:nvSpPr>
          <p:spPr bwMode="auto">
            <a:xfrm>
              <a:off x="3742" y="2907"/>
              <a:ext cx="384" cy="146"/>
            </a:xfrm>
            <a:custGeom>
              <a:avLst/>
              <a:gdLst>
                <a:gd name="T0" fmla="*/ 150 w 181"/>
                <a:gd name="T1" fmla="*/ 21 h 69"/>
                <a:gd name="T2" fmla="*/ 144 w 181"/>
                <a:gd name="T3" fmla="*/ 25 h 69"/>
                <a:gd name="T4" fmla="*/ 103 w 181"/>
                <a:gd name="T5" fmla="*/ 42 h 69"/>
                <a:gd name="T6" fmla="*/ 91 w 181"/>
                <a:gd name="T7" fmla="*/ 45 h 69"/>
                <a:gd name="T8" fmla="*/ 79 w 181"/>
                <a:gd name="T9" fmla="*/ 44 h 69"/>
                <a:gd name="T10" fmla="*/ 60 w 181"/>
                <a:gd name="T11" fmla="*/ 44 h 69"/>
                <a:gd name="T12" fmla="*/ 50 w 181"/>
                <a:gd name="T13" fmla="*/ 47 h 69"/>
                <a:gd name="T14" fmla="*/ 32 w 181"/>
                <a:gd name="T15" fmla="*/ 47 h 69"/>
                <a:gd name="T16" fmla="*/ 22 w 181"/>
                <a:gd name="T17" fmla="*/ 44 h 69"/>
                <a:gd name="T18" fmla="*/ 10 w 181"/>
                <a:gd name="T19" fmla="*/ 39 h 69"/>
                <a:gd name="T20" fmla="*/ 10 w 181"/>
                <a:gd name="T21" fmla="*/ 37 h 69"/>
                <a:gd name="T22" fmla="*/ 10 w 181"/>
                <a:gd name="T23" fmla="*/ 35 h 69"/>
                <a:gd name="T24" fmla="*/ 10 w 181"/>
                <a:gd name="T25" fmla="*/ 34 h 69"/>
                <a:gd name="T26" fmla="*/ 10 w 181"/>
                <a:gd name="T27" fmla="*/ 30 h 69"/>
                <a:gd name="T28" fmla="*/ 2 w 181"/>
                <a:gd name="T29" fmla="*/ 32 h 69"/>
                <a:gd name="T30" fmla="*/ 6 w 181"/>
                <a:gd name="T31" fmla="*/ 44 h 69"/>
                <a:gd name="T32" fmla="*/ 10 w 181"/>
                <a:gd name="T33" fmla="*/ 51 h 69"/>
                <a:gd name="T34" fmla="*/ 4 w 181"/>
                <a:gd name="T35" fmla="*/ 55 h 69"/>
                <a:gd name="T36" fmla="*/ 8 w 181"/>
                <a:gd name="T37" fmla="*/ 58 h 69"/>
                <a:gd name="T38" fmla="*/ 13 w 181"/>
                <a:gd name="T39" fmla="*/ 57 h 69"/>
                <a:gd name="T40" fmla="*/ 13 w 181"/>
                <a:gd name="T41" fmla="*/ 60 h 69"/>
                <a:gd name="T42" fmla="*/ 19 w 181"/>
                <a:gd name="T43" fmla="*/ 57 h 69"/>
                <a:gd name="T44" fmla="*/ 20 w 181"/>
                <a:gd name="T45" fmla="*/ 63 h 69"/>
                <a:gd name="T46" fmla="*/ 22 w 181"/>
                <a:gd name="T47" fmla="*/ 66 h 69"/>
                <a:gd name="T48" fmla="*/ 24 w 181"/>
                <a:gd name="T49" fmla="*/ 64 h 69"/>
                <a:gd name="T50" fmla="*/ 28 w 181"/>
                <a:gd name="T51" fmla="*/ 64 h 69"/>
                <a:gd name="T52" fmla="*/ 31 w 181"/>
                <a:gd name="T53" fmla="*/ 66 h 69"/>
                <a:gd name="T54" fmla="*/ 36 w 181"/>
                <a:gd name="T55" fmla="*/ 58 h 69"/>
                <a:gd name="T56" fmla="*/ 36 w 181"/>
                <a:gd name="T57" fmla="*/ 65 h 69"/>
                <a:gd name="T58" fmla="*/ 46 w 181"/>
                <a:gd name="T59" fmla="*/ 67 h 69"/>
                <a:gd name="T60" fmla="*/ 50 w 181"/>
                <a:gd name="T61" fmla="*/ 66 h 69"/>
                <a:gd name="T62" fmla="*/ 55 w 181"/>
                <a:gd name="T63" fmla="*/ 62 h 69"/>
                <a:gd name="T64" fmla="*/ 65 w 181"/>
                <a:gd name="T65" fmla="*/ 66 h 69"/>
                <a:gd name="T66" fmla="*/ 69 w 181"/>
                <a:gd name="T67" fmla="*/ 63 h 69"/>
                <a:gd name="T68" fmla="*/ 71 w 181"/>
                <a:gd name="T69" fmla="*/ 63 h 69"/>
                <a:gd name="T70" fmla="*/ 72 w 181"/>
                <a:gd name="T71" fmla="*/ 61 h 69"/>
                <a:gd name="T72" fmla="*/ 76 w 181"/>
                <a:gd name="T73" fmla="*/ 65 h 69"/>
                <a:gd name="T74" fmla="*/ 79 w 181"/>
                <a:gd name="T75" fmla="*/ 63 h 69"/>
                <a:gd name="T76" fmla="*/ 88 w 181"/>
                <a:gd name="T77" fmla="*/ 60 h 69"/>
                <a:gd name="T78" fmla="*/ 92 w 181"/>
                <a:gd name="T79" fmla="*/ 62 h 69"/>
                <a:gd name="T80" fmla="*/ 98 w 181"/>
                <a:gd name="T81" fmla="*/ 60 h 69"/>
                <a:gd name="T82" fmla="*/ 102 w 181"/>
                <a:gd name="T83" fmla="*/ 59 h 69"/>
                <a:gd name="T84" fmla="*/ 103 w 181"/>
                <a:gd name="T85" fmla="*/ 59 h 69"/>
                <a:gd name="T86" fmla="*/ 108 w 181"/>
                <a:gd name="T87" fmla="*/ 58 h 69"/>
                <a:gd name="T88" fmla="*/ 115 w 181"/>
                <a:gd name="T89" fmla="*/ 53 h 69"/>
                <a:gd name="T90" fmla="*/ 117 w 181"/>
                <a:gd name="T91" fmla="*/ 52 h 69"/>
                <a:gd name="T92" fmla="*/ 122 w 181"/>
                <a:gd name="T93" fmla="*/ 45 h 69"/>
                <a:gd name="T94" fmla="*/ 127 w 181"/>
                <a:gd name="T95" fmla="*/ 45 h 69"/>
                <a:gd name="T96" fmla="*/ 134 w 181"/>
                <a:gd name="T97" fmla="*/ 43 h 69"/>
                <a:gd name="T98" fmla="*/ 139 w 181"/>
                <a:gd name="T99" fmla="*/ 41 h 69"/>
                <a:gd name="T100" fmla="*/ 152 w 181"/>
                <a:gd name="T101" fmla="*/ 37 h 69"/>
                <a:gd name="T102" fmla="*/ 156 w 181"/>
                <a:gd name="T103" fmla="*/ 35 h 69"/>
                <a:gd name="T104" fmla="*/ 163 w 181"/>
                <a:gd name="T105" fmla="*/ 27 h 69"/>
                <a:gd name="T106" fmla="*/ 167 w 181"/>
                <a:gd name="T107" fmla="*/ 19 h 69"/>
                <a:gd name="T108" fmla="*/ 10 w 181"/>
                <a:gd name="T109" fmla="*/ 31 h 69"/>
                <a:gd name="T110" fmla="*/ 10 w 181"/>
                <a:gd name="T111" fmla="*/ 35 h 69"/>
                <a:gd name="T112" fmla="*/ 9 w 181"/>
                <a:gd name="T113" fmla="*/ 34 h 69"/>
                <a:gd name="T114" fmla="*/ 7 w 181"/>
                <a:gd name="T115" fmla="*/ 35 h 69"/>
                <a:gd name="T116" fmla="*/ 8 w 181"/>
                <a:gd name="T117" fmla="*/ 36 h 69"/>
                <a:gd name="T118" fmla="*/ 10 w 181"/>
                <a:gd name="T119" fmla="*/ 36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81" h="69">
                  <a:moveTo>
                    <a:pt x="177" y="5"/>
                  </a:moveTo>
                  <a:cubicBezTo>
                    <a:pt x="177" y="2"/>
                    <a:pt x="172" y="0"/>
                    <a:pt x="172" y="0"/>
                  </a:cubicBezTo>
                  <a:cubicBezTo>
                    <a:pt x="172" y="4"/>
                    <a:pt x="169" y="7"/>
                    <a:pt x="164" y="8"/>
                  </a:cubicBezTo>
                  <a:cubicBezTo>
                    <a:pt x="163" y="9"/>
                    <a:pt x="163" y="11"/>
                    <a:pt x="162" y="11"/>
                  </a:cubicBezTo>
                  <a:cubicBezTo>
                    <a:pt x="159" y="15"/>
                    <a:pt x="152" y="15"/>
                    <a:pt x="149" y="19"/>
                  </a:cubicBezTo>
                  <a:cubicBezTo>
                    <a:pt x="150" y="19"/>
                    <a:pt x="150" y="20"/>
                    <a:pt x="150" y="21"/>
                  </a:cubicBezTo>
                  <a:cubicBezTo>
                    <a:pt x="150" y="20"/>
                    <a:pt x="150" y="20"/>
                    <a:pt x="150" y="20"/>
                  </a:cubicBezTo>
                  <a:cubicBezTo>
                    <a:pt x="150" y="22"/>
                    <a:pt x="150" y="22"/>
                    <a:pt x="150" y="22"/>
                  </a:cubicBezTo>
                  <a:cubicBezTo>
                    <a:pt x="150" y="22"/>
                    <a:pt x="149" y="21"/>
                    <a:pt x="149" y="20"/>
                  </a:cubicBezTo>
                  <a:cubicBezTo>
                    <a:pt x="147" y="21"/>
                    <a:pt x="146" y="23"/>
                    <a:pt x="144" y="24"/>
                  </a:cubicBezTo>
                  <a:cubicBezTo>
                    <a:pt x="145" y="26"/>
                    <a:pt x="143" y="24"/>
                    <a:pt x="144" y="26"/>
                  </a:cubicBezTo>
                  <a:cubicBezTo>
                    <a:pt x="144" y="25"/>
                    <a:pt x="144" y="25"/>
                    <a:pt x="144" y="25"/>
                  </a:cubicBezTo>
                  <a:cubicBezTo>
                    <a:pt x="143" y="27"/>
                    <a:pt x="143" y="27"/>
                    <a:pt x="141" y="25"/>
                  </a:cubicBezTo>
                  <a:cubicBezTo>
                    <a:pt x="135" y="26"/>
                    <a:pt x="130" y="30"/>
                    <a:pt x="125" y="31"/>
                  </a:cubicBezTo>
                  <a:cubicBezTo>
                    <a:pt x="119" y="33"/>
                    <a:pt x="114" y="37"/>
                    <a:pt x="108" y="39"/>
                  </a:cubicBezTo>
                  <a:cubicBezTo>
                    <a:pt x="108" y="42"/>
                    <a:pt x="106" y="41"/>
                    <a:pt x="106" y="44"/>
                  </a:cubicBezTo>
                  <a:cubicBezTo>
                    <a:pt x="106" y="43"/>
                    <a:pt x="106" y="43"/>
                    <a:pt x="106" y="43"/>
                  </a:cubicBezTo>
                  <a:cubicBezTo>
                    <a:pt x="105" y="45"/>
                    <a:pt x="104" y="43"/>
                    <a:pt x="103" y="42"/>
                  </a:cubicBezTo>
                  <a:cubicBezTo>
                    <a:pt x="103" y="44"/>
                    <a:pt x="102" y="43"/>
                    <a:pt x="103" y="45"/>
                  </a:cubicBezTo>
                  <a:cubicBezTo>
                    <a:pt x="103" y="46"/>
                    <a:pt x="102" y="42"/>
                    <a:pt x="101" y="43"/>
                  </a:cubicBezTo>
                  <a:cubicBezTo>
                    <a:pt x="101" y="42"/>
                    <a:pt x="101" y="44"/>
                    <a:pt x="101" y="44"/>
                  </a:cubicBezTo>
                  <a:cubicBezTo>
                    <a:pt x="100" y="46"/>
                    <a:pt x="101" y="42"/>
                    <a:pt x="99" y="41"/>
                  </a:cubicBezTo>
                  <a:cubicBezTo>
                    <a:pt x="96" y="42"/>
                    <a:pt x="94" y="45"/>
                    <a:pt x="91" y="44"/>
                  </a:cubicBezTo>
                  <a:cubicBezTo>
                    <a:pt x="91" y="44"/>
                    <a:pt x="91" y="45"/>
                    <a:pt x="91" y="45"/>
                  </a:cubicBezTo>
                  <a:cubicBezTo>
                    <a:pt x="90" y="42"/>
                    <a:pt x="90" y="46"/>
                    <a:pt x="90" y="45"/>
                  </a:cubicBezTo>
                  <a:cubicBezTo>
                    <a:pt x="90" y="44"/>
                    <a:pt x="90" y="44"/>
                    <a:pt x="90" y="44"/>
                  </a:cubicBezTo>
                  <a:cubicBezTo>
                    <a:pt x="88" y="43"/>
                    <a:pt x="88" y="45"/>
                    <a:pt x="86" y="44"/>
                  </a:cubicBezTo>
                  <a:cubicBezTo>
                    <a:pt x="85" y="45"/>
                    <a:pt x="84" y="42"/>
                    <a:pt x="83" y="44"/>
                  </a:cubicBezTo>
                  <a:cubicBezTo>
                    <a:pt x="83" y="43"/>
                    <a:pt x="83" y="43"/>
                    <a:pt x="82" y="43"/>
                  </a:cubicBezTo>
                  <a:cubicBezTo>
                    <a:pt x="82" y="47"/>
                    <a:pt x="80" y="42"/>
                    <a:pt x="79" y="44"/>
                  </a:cubicBezTo>
                  <a:cubicBezTo>
                    <a:pt x="79" y="44"/>
                    <a:pt x="79" y="44"/>
                    <a:pt x="79" y="44"/>
                  </a:cubicBezTo>
                  <a:cubicBezTo>
                    <a:pt x="76" y="44"/>
                    <a:pt x="73" y="43"/>
                    <a:pt x="70" y="46"/>
                  </a:cubicBezTo>
                  <a:cubicBezTo>
                    <a:pt x="68" y="46"/>
                    <a:pt x="66" y="43"/>
                    <a:pt x="64" y="44"/>
                  </a:cubicBezTo>
                  <a:cubicBezTo>
                    <a:pt x="64" y="46"/>
                    <a:pt x="64" y="46"/>
                    <a:pt x="64" y="46"/>
                  </a:cubicBezTo>
                  <a:cubicBezTo>
                    <a:pt x="63" y="46"/>
                    <a:pt x="64" y="45"/>
                    <a:pt x="64" y="44"/>
                  </a:cubicBezTo>
                  <a:cubicBezTo>
                    <a:pt x="63" y="46"/>
                    <a:pt x="61" y="44"/>
                    <a:pt x="60" y="44"/>
                  </a:cubicBezTo>
                  <a:cubicBezTo>
                    <a:pt x="60" y="45"/>
                    <a:pt x="60" y="45"/>
                    <a:pt x="60" y="46"/>
                  </a:cubicBezTo>
                  <a:cubicBezTo>
                    <a:pt x="59" y="43"/>
                    <a:pt x="57" y="47"/>
                    <a:pt x="55" y="45"/>
                  </a:cubicBezTo>
                  <a:cubicBezTo>
                    <a:pt x="56" y="48"/>
                    <a:pt x="55" y="47"/>
                    <a:pt x="54" y="48"/>
                  </a:cubicBezTo>
                  <a:cubicBezTo>
                    <a:pt x="54" y="47"/>
                    <a:pt x="54" y="46"/>
                    <a:pt x="54" y="46"/>
                  </a:cubicBezTo>
                  <a:cubicBezTo>
                    <a:pt x="53" y="46"/>
                    <a:pt x="52" y="46"/>
                    <a:pt x="51" y="45"/>
                  </a:cubicBezTo>
                  <a:cubicBezTo>
                    <a:pt x="51" y="46"/>
                    <a:pt x="50" y="48"/>
                    <a:pt x="50" y="47"/>
                  </a:cubicBezTo>
                  <a:cubicBezTo>
                    <a:pt x="49" y="45"/>
                    <a:pt x="48" y="47"/>
                    <a:pt x="48" y="46"/>
                  </a:cubicBezTo>
                  <a:cubicBezTo>
                    <a:pt x="48" y="48"/>
                    <a:pt x="47" y="49"/>
                    <a:pt x="46" y="49"/>
                  </a:cubicBezTo>
                  <a:cubicBezTo>
                    <a:pt x="47" y="46"/>
                    <a:pt x="47" y="46"/>
                    <a:pt x="47" y="46"/>
                  </a:cubicBezTo>
                  <a:cubicBezTo>
                    <a:pt x="44" y="47"/>
                    <a:pt x="42" y="44"/>
                    <a:pt x="39" y="47"/>
                  </a:cubicBezTo>
                  <a:cubicBezTo>
                    <a:pt x="39" y="45"/>
                    <a:pt x="39" y="45"/>
                    <a:pt x="39" y="45"/>
                  </a:cubicBezTo>
                  <a:cubicBezTo>
                    <a:pt x="36" y="47"/>
                    <a:pt x="35" y="45"/>
                    <a:pt x="32" y="47"/>
                  </a:cubicBezTo>
                  <a:cubicBezTo>
                    <a:pt x="33" y="46"/>
                    <a:pt x="30" y="45"/>
                    <a:pt x="30" y="45"/>
                  </a:cubicBezTo>
                  <a:cubicBezTo>
                    <a:pt x="29" y="46"/>
                    <a:pt x="28" y="46"/>
                    <a:pt x="27" y="48"/>
                  </a:cubicBezTo>
                  <a:cubicBezTo>
                    <a:pt x="27" y="48"/>
                    <a:pt x="27" y="46"/>
                    <a:pt x="27" y="46"/>
                  </a:cubicBezTo>
                  <a:cubicBezTo>
                    <a:pt x="26" y="45"/>
                    <a:pt x="26" y="43"/>
                    <a:pt x="25" y="45"/>
                  </a:cubicBezTo>
                  <a:cubicBezTo>
                    <a:pt x="25" y="43"/>
                    <a:pt x="25" y="43"/>
                    <a:pt x="25" y="43"/>
                  </a:cubicBezTo>
                  <a:cubicBezTo>
                    <a:pt x="24" y="44"/>
                    <a:pt x="22" y="46"/>
                    <a:pt x="22" y="44"/>
                  </a:cubicBezTo>
                  <a:cubicBezTo>
                    <a:pt x="21" y="45"/>
                    <a:pt x="20" y="45"/>
                    <a:pt x="20" y="46"/>
                  </a:cubicBezTo>
                  <a:cubicBezTo>
                    <a:pt x="19" y="46"/>
                    <a:pt x="20" y="44"/>
                    <a:pt x="19" y="45"/>
                  </a:cubicBezTo>
                  <a:cubicBezTo>
                    <a:pt x="21" y="44"/>
                    <a:pt x="21" y="44"/>
                    <a:pt x="21" y="44"/>
                  </a:cubicBezTo>
                  <a:cubicBezTo>
                    <a:pt x="19" y="42"/>
                    <a:pt x="17" y="42"/>
                    <a:pt x="15" y="42"/>
                  </a:cubicBezTo>
                  <a:cubicBezTo>
                    <a:pt x="16" y="40"/>
                    <a:pt x="13" y="41"/>
                    <a:pt x="13" y="39"/>
                  </a:cubicBezTo>
                  <a:cubicBezTo>
                    <a:pt x="12" y="40"/>
                    <a:pt x="13" y="38"/>
                    <a:pt x="10" y="39"/>
                  </a:cubicBezTo>
                  <a:cubicBezTo>
                    <a:pt x="11" y="39"/>
                    <a:pt x="11" y="39"/>
                    <a:pt x="11" y="39"/>
                  </a:cubicBezTo>
                  <a:cubicBezTo>
                    <a:pt x="11" y="38"/>
                    <a:pt x="11" y="37"/>
                    <a:pt x="12" y="37"/>
                  </a:cubicBezTo>
                  <a:cubicBezTo>
                    <a:pt x="12" y="37"/>
                    <a:pt x="11" y="37"/>
                    <a:pt x="11" y="37"/>
                  </a:cubicBezTo>
                  <a:cubicBezTo>
                    <a:pt x="11" y="36"/>
                    <a:pt x="11" y="36"/>
                    <a:pt x="11" y="36"/>
                  </a:cubicBezTo>
                  <a:cubicBezTo>
                    <a:pt x="11" y="36"/>
                    <a:pt x="11" y="36"/>
                    <a:pt x="11" y="37"/>
                  </a:cubicBezTo>
                  <a:cubicBezTo>
                    <a:pt x="10" y="37"/>
                    <a:pt x="10" y="37"/>
                    <a:pt x="10" y="37"/>
                  </a:cubicBezTo>
                  <a:cubicBezTo>
                    <a:pt x="10" y="36"/>
                    <a:pt x="10" y="36"/>
                    <a:pt x="10" y="36"/>
                  </a:cubicBezTo>
                  <a:cubicBezTo>
                    <a:pt x="10" y="36"/>
                    <a:pt x="10" y="36"/>
                    <a:pt x="10" y="36"/>
                  </a:cubicBezTo>
                  <a:cubicBezTo>
                    <a:pt x="10" y="36"/>
                    <a:pt x="10" y="36"/>
                    <a:pt x="10" y="36"/>
                  </a:cubicBezTo>
                  <a:cubicBezTo>
                    <a:pt x="10" y="36"/>
                    <a:pt x="10" y="36"/>
                    <a:pt x="10" y="36"/>
                  </a:cubicBezTo>
                  <a:cubicBezTo>
                    <a:pt x="10" y="36"/>
                    <a:pt x="11" y="36"/>
                    <a:pt x="11" y="36"/>
                  </a:cubicBezTo>
                  <a:cubicBezTo>
                    <a:pt x="11" y="36"/>
                    <a:pt x="11" y="36"/>
                    <a:pt x="10" y="35"/>
                  </a:cubicBezTo>
                  <a:cubicBezTo>
                    <a:pt x="10" y="35"/>
                    <a:pt x="10" y="35"/>
                    <a:pt x="10" y="35"/>
                  </a:cubicBezTo>
                  <a:cubicBezTo>
                    <a:pt x="11" y="35"/>
                    <a:pt x="11" y="35"/>
                    <a:pt x="11" y="35"/>
                  </a:cubicBezTo>
                  <a:cubicBezTo>
                    <a:pt x="11" y="35"/>
                    <a:pt x="11" y="35"/>
                    <a:pt x="11" y="34"/>
                  </a:cubicBezTo>
                  <a:cubicBezTo>
                    <a:pt x="11" y="34"/>
                    <a:pt x="11" y="34"/>
                    <a:pt x="11" y="34"/>
                  </a:cubicBezTo>
                  <a:cubicBezTo>
                    <a:pt x="11" y="34"/>
                    <a:pt x="11" y="34"/>
                    <a:pt x="11" y="34"/>
                  </a:cubicBezTo>
                  <a:cubicBezTo>
                    <a:pt x="9" y="35"/>
                    <a:pt x="12" y="34"/>
                    <a:pt x="10" y="34"/>
                  </a:cubicBezTo>
                  <a:cubicBezTo>
                    <a:pt x="10" y="34"/>
                    <a:pt x="10" y="33"/>
                    <a:pt x="11" y="32"/>
                  </a:cubicBezTo>
                  <a:cubicBezTo>
                    <a:pt x="10" y="34"/>
                    <a:pt x="10" y="32"/>
                    <a:pt x="10" y="31"/>
                  </a:cubicBezTo>
                  <a:cubicBezTo>
                    <a:pt x="10" y="31"/>
                    <a:pt x="10" y="31"/>
                    <a:pt x="10" y="31"/>
                  </a:cubicBezTo>
                  <a:cubicBezTo>
                    <a:pt x="10" y="30"/>
                    <a:pt x="10" y="30"/>
                    <a:pt x="10" y="29"/>
                  </a:cubicBezTo>
                  <a:cubicBezTo>
                    <a:pt x="10" y="29"/>
                    <a:pt x="10" y="29"/>
                    <a:pt x="10" y="29"/>
                  </a:cubicBezTo>
                  <a:cubicBezTo>
                    <a:pt x="10" y="29"/>
                    <a:pt x="10" y="30"/>
                    <a:pt x="10" y="30"/>
                  </a:cubicBezTo>
                  <a:cubicBezTo>
                    <a:pt x="10" y="30"/>
                    <a:pt x="9" y="30"/>
                    <a:pt x="5" y="31"/>
                  </a:cubicBezTo>
                  <a:cubicBezTo>
                    <a:pt x="4" y="32"/>
                    <a:pt x="9" y="31"/>
                    <a:pt x="8" y="32"/>
                  </a:cubicBezTo>
                  <a:cubicBezTo>
                    <a:pt x="5" y="32"/>
                    <a:pt x="9" y="34"/>
                    <a:pt x="6" y="34"/>
                  </a:cubicBezTo>
                  <a:cubicBezTo>
                    <a:pt x="4" y="33"/>
                    <a:pt x="4" y="33"/>
                    <a:pt x="4" y="33"/>
                  </a:cubicBezTo>
                  <a:cubicBezTo>
                    <a:pt x="4" y="33"/>
                    <a:pt x="5" y="33"/>
                    <a:pt x="5" y="33"/>
                  </a:cubicBezTo>
                  <a:cubicBezTo>
                    <a:pt x="2" y="32"/>
                    <a:pt x="2" y="32"/>
                    <a:pt x="2" y="32"/>
                  </a:cubicBezTo>
                  <a:cubicBezTo>
                    <a:pt x="5" y="34"/>
                    <a:pt x="3" y="35"/>
                    <a:pt x="3" y="35"/>
                  </a:cubicBezTo>
                  <a:cubicBezTo>
                    <a:pt x="3" y="35"/>
                    <a:pt x="3" y="35"/>
                    <a:pt x="3" y="35"/>
                  </a:cubicBezTo>
                  <a:cubicBezTo>
                    <a:pt x="1" y="36"/>
                    <a:pt x="4" y="35"/>
                    <a:pt x="4" y="36"/>
                  </a:cubicBezTo>
                  <a:cubicBezTo>
                    <a:pt x="4" y="36"/>
                    <a:pt x="1" y="36"/>
                    <a:pt x="0" y="37"/>
                  </a:cubicBezTo>
                  <a:cubicBezTo>
                    <a:pt x="1" y="38"/>
                    <a:pt x="3" y="40"/>
                    <a:pt x="2" y="42"/>
                  </a:cubicBezTo>
                  <a:cubicBezTo>
                    <a:pt x="3" y="43"/>
                    <a:pt x="4" y="44"/>
                    <a:pt x="6" y="44"/>
                  </a:cubicBezTo>
                  <a:cubicBezTo>
                    <a:pt x="6" y="44"/>
                    <a:pt x="3" y="45"/>
                    <a:pt x="5" y="45"/>
                  </a:cubicBezTo>
                  <a:cubicBezTo>
                    <a:pt x="4" y="46"/>
                    <a:pt x="3" y="47"/>
                    <a:pt x="3" y="47"/>
                  </a:cubicBezTo>
                  <a:cubicBezTo>
                    <a:pt x="4" y="47"/>
                    <a:pt x="4" y="49"/>
                    <a:pt x="5" y="46"/>
                  </a:cubicBezTo>
                  <a:cubicBezTo>
                    <a:pt x="6" y="48"/>
                    <a:pt x="7" y="49"/>
                    <a:pt x="8" y="49"/>
                  </a:cubicBezTo>
                  <a:cubicBezTo>
                    <a:pt x="8" y="49"/>
                    <a:pt x="6" y="50"/>
                    <a:pt x="6" y="51"/>
                  </a:cubicBezTo>
                  <a:cubicBezTo>
                    <a:pt x="8" y="50"/>
                    <a:pt x="9" y="50"/>
                    <a:pt x="10" y="51"/>
                  </a:cubicBezTo>
                  <a:cubicBezTo>
                    <a:pt x="11" y="50"/>
                    <a:pt x="10" y="50"/>
                    <a:pt x="11" y="48"/>
                  </a:cubicBezTo>
                  <a:cubicBezTo>
                    <a:pt x="12" y="48"/>
                    <a:pt x="12" y="48"/>
                    <a:pt x="13" y="48"/>
                  </a:cubicBezTo>
                  <a:cubicBezTo>
                    <a:pt x="12" y="49"/>
                    <a:pt x="10" y="52"/>
                    <a:pt x="11" y="52"/>
                  </a:cubicBezTo>
                  <a:cubicBezTo>
                    <a:pt x="9" y="55"/>
                    <a:pt x="10" y="51"/>
                    <a:pt x="8" y="54"/>
                  </a:cubicBezTo>
                  <a:cubicBezTo>
                    <a:pt x="7" y="55"/>
                    <a:pt x="5" y="54"/>
                    <a:pt x="6" y="53"/>
                  </a:cubicBezTo>
                  <a:cubicBezTo>
                    <a:pt x="3" y="54"/>
                    <a:pt x="6" y="54"/>
                    <a:pt x="4" y="55"/>
                  </a:cubicBezTo>
                  <a:cubicBezTo>
                    <a:pt x="5" y="56"/>
                    <a:pt x="6" y="55"/>
                    <a:pt x="8" y="55"/>
                  </a:cubicBezTo>
                  <a:cubicBezTo>
                    <a:pt x="8" y="54"/>
                    <a:pt x="8" y="54"/>
                    <a:pt x="9" y="53"/>
                  </a:cubicBezTo>
                  <a:cubicBezTo>
                    <a:pt x="11" y="52"/>
                    <a:pt x="9" y="56"/>
                    <a:pt x="9" y="56"/>
                  </a:cubicBezTo>
                  <a:cubicBezTo>
                    <a:pt x="9" y="56"/>
                    <a:pt x="9" y="56"/>
                    <a:pt x="9" y="56"/>
                  </a:cubicBezTo>
                  <a:cubicBezTo>
                    <a:pt x="9" y="57"/>
                    <a:pt x="10" y="56"/>
                    <a:pt x="11" y="57"/>
                  </a:cubicBezTo>
                  <a:cubicBezTo>
                    <a:pt x="9" y="60"/>
                    <a:pt x="9" y="56"/>
                    <a:pt x="8" y="58"/>
                  </a:cubicBezTo>
                  <a:cubicBezTo>
                    <a:pt x="7" y="60"/>
                    <a:pt x="7" y="60"/>
                    <a:pt x="7" y="60"/>
                  </a:cubicBezTo>
                  <a:cubicBezTo>
                    <a:pt x="8" y="61"/>
                    <a:pt x="9" y="58"/>
                    <a:pt x="10" y="59"/>
                  </a:cubicBezTo>
                  <a:cubicBezTo>
                    <a:pt x="9" y="60"/>
                    <a:pt x="9" y="60"/>
                    <a:pt x="9" y="60"/>
                  </a:cubicBezTo>
                  <a:cubicBezTo>
                    <a:pt x="10" y="60"/>
                    <a:pt x="10" y="60"/>
                    <a:pt x="10" y="60"/>
                  </a:cubicBezTo>
                  <a:cubicBezTo>
                    <a:pt x="11" y="59"/>
                    <a:pt x="11" y="57"/>
                    <a:pt x="11" y="57"/>
                  </a:cubicBezTo>
                  <a:cubicBezTo>
                    <a:pt x="13" y="55"/>
                    <a:pt x="11" y="57"/>
                    <a:pt x="13" y="57"/>
                  </a:cubicBezTo>
                  <a:cubicBezTo>
                    <a:pt x="14" y="56"/>
                    <a:pt x="12" y="57"/>
                    <a:pt x="13" y="56"/>
                  </a:cubicBezTo>
                  <a:cubicBezTo>
                    <a:pt x="14" y="54"/>
                    <a:pt x="14" y="54"/>
                    <a:pt x="15" y="54"/>
                  </a:cubicBezTo>
                  <a:cubicBezTo>
                    <a:pt x="15" y="55"/>
                    <a:pt x="14" y="56"/>
                    <a:pt x="14" y="57"/>
                  </a:cubicBezTo>
                  <a:cubicBezTo>
                    <a:pt x="14" y="58"/>
                    <a:pt x="13" y="57"/>
                    <a:pt x="14" y="57"/>
                  </a:cubicBezTo>
                  <a:cubicBezTo>
                    <a:pt x="12" y="58"/>
                    <a:pt x="12" y="60"/>
                    <a:pt x="11" y="61"/>
                  </a:cubicBezTo>
                  <a:cubicBezTo>
                    <a:pt x="11" y="62"/>
                    <a:pt x="12" y="60"/>
                    <a:pt x="13" y="60"/>
                  </a:cubicBezTo>
                  <a:cubicBezTo>
                    <a:pt x="13" y="60"/>
                    <a:pt x="14" y="58"/>
                    <a:pt x="14" y="58"/>
                  </a:cubicBezTo>
                  <a:cubicBezTo>
                    <a:pt x="17" y="54"/>
                    <a:pt x="13" y="61"/>
                    <a:pt x="15" y="61"/>
                  </a:cubicBezTo>
                  <a:cubicBezTo>
                    <a:pt x="16" y="58"/>
                    <a:pt x="18" y="58"/>
                    <a:pt x="19" y="54"/>
                  </a:cubicBezTo>
                  <a:cubicBezTo>
                    <a:pt x="19" y="54"/>
                    <a:pt x="20" y="53"/>
                    <a:pt x="20" y="54"/>
                  </a:cubicBezTo>
                  <a:cubicBezTo>
                    <a:pt x="19" y="56"/>
                    <a:pt x="20" y="56"/>
                    <a:pt x="18" y="57"/>
                  </a:cubicBezTo>
                  <a:cubicBezTo>
                    <a:pt x="19" y="57"/>
                    <a:pt x="19" y="57"/>
                    <a:pt x="19" y="57"/>
                  </a:cubicBezTo>
                  <a:cubicBezTo>
                    <a:pt x="17" y="59"/>
                    <a:pt x="17" y="59"/>
                    <a:pt x="17" y="59"/>
                  </a:cubicBezTo>
                  <a:cubicBezTo>
                    <a:pt x="17" y="61"/>
                    <a:pt x="17" y="63"/>
                    <a:pt x="17" y="64"/>
                  </a:cubicBezTo>
                  <a:cubicBezTo>
                    <a:pt x="18" y="63"/>
                    <a:pt x="18" y="62"/>
                    <a:pt x="19" y="62"/>
                  </a:cubicBezTo>
                  <a:cubicBezTo>
                    <a:pt x="18" y="62"/>
                    <a:pt x="18" y="63"/>
                    <a:pt x="19" y="64"/>
                  </a:cubicBezTo>
                  <a:cubicBezTo>
                    <a:pt x="18" y="63"/>
                    <a:pt x="20" y="61"/>
                    <a:pt x="20" y="60"/>
                  </a:cubicBezTo>
                  <a:cubicBezTo>
                    <a:pt x="21" y="61"/>
                    <a:pt x="21" y="63"/>
                    <a:pt x="20" y="63"/>
                  </a:cubicBezTo>
                  <a:cubicBezTo>
                    <a:pt x="19" y="65"/>
                    <a:pt x="19" y="65"/>
                    <a:pt x="19" y="65"/>
                  </a:cubicBezTo>
                  <a:cubicBezTo>
                    <a:pt x="20" y="63"/>
                    <a:pt x="19" y="65"/>
                    <a:pt x="20" y="65"/>
                  </a:cubicBezTo>
                  <a:cubicBezTo>
                    <a:pt x="20" y="64"/>
                    <a:pt x="21" y="62"/>
                    <a:pt x="22" y="61"/>
                  </a:cubicBezTo>
                  <a:cubicBezTo>
                    <a:pt x="22" y="61"/>
                    <a:pt x="22" y="62"/>
                    <a:pt x="23" y="62"/>
                  </a:cubicBezTo>
                  <a:cubicBezTo>
                    <a:pt x="21" y="63"/>
                    <a:pt x="21" y="63"/>
                    <a:pt x="21" y="63"/>
                  </a:cubicBezTo>
                  <a:cubicBezTo>
                    <a:pt x="22" y="63"/>
                    <a:pt x="21" y="66"/>
                    <a:pt x="22" y="66"/>
                  </a:cubicBezTo>
                  <a:cubicBezTo>
                    <a:pt x="23" y="64"/>
                    <a:pt x="23" y="64"/>
                    <a:pt x="23" y="64"/>
                  </a:cubicBezTo>
                  <a:cubicBezTo>
                    <a:pt x="22" y="66"/>
                    <a:pt x="22" y="66"/>
                    <a:pt x="22" y="66"/>
                  </a:cubicBezTo>
                  <a:cubicBezTo>
                    <a:pt x="23" y="65"/>
                    <a:pt x="23" y="65"/>
                    <a:pt x="24" y="65"/>
                  </a:cubicBezTo>
                  <a:cubicBezTo>
                    <a:pt x="23" y="66"/>
                    <a:pt x="23" y="66"/>
                    <a:pt x="23" y="66"/>
                  </a:cubicBezTo>
                  <a:cubicBezTo>
                    <a:pt x="24" y="65"/>
                    <a:pt x="25" y="63"/>
                    <a:pt x="25" y="65"/>
                  </a:cubicBezTo>
                  <a:cubicBezTo>
                    <a:pt x="25" y="63"/>
                    <a:pt x="24" y="65"/>
                    <a:pt x="24" y="64"/>
                  </a:cubicBezTo>
                  <a:cubicBezTo>
                    <a:pt x="24" y="62"/>
                    <a:pt x="25" y="62"/>
                    <a:pt x="25" y="62"/>
                  </a:cubicBezTo>
                  <a:cubicBezTo>
                    <a:pt x="25" y="62"/>
                    <a:pt x="25" y="62"/>
                    <a:pt x="25" y="63"/>
                  </a:cubicBezTo>
                  <a:cubicBezTo>
                    <a:pt x="26" y="62"/>
                    <a:pt x="26" y="62"/>
                    <a:pt x="26" y="62"/>
                  </a:cubicBezTo>
                  <a:cubicBezTo>
                    <a:pt x="26" y="63"/>
                    <a:pt x="26" y="64"/>
                    <a:pt x="26" y="65"/>
                  </a:cubicBezTo>
                  <a:cubicBezTo>
                    <a:pt x="27" y="63"/>
                    <a:pt x="27" y="63"/>
                    <a:pt x="27" y="63"/>
                  </a:cubicBezTo>
                  <a:cubicBezTo>
                    <a:pt x="26" y="66"/>
                    <a:pt x="28" y="62"/>
                    <a:pt x="28" y="64"/>
                  </a:cubicBezTo>
                  <a:cubicBezTo>
                    <a:pt x="28" y="65"/>
                    <a:pt x="27" y="66"/>
                    <a:pt x="27" y="67"/>
                  </a:cubicBezTo>
                  <a:cubicBezTo>
                    <a:pt x="28" y="64"/>
                    <a:pt x="29" y="64"/>
                    <a:pt x="30" y="62"/>
                  </a:cubicBezTo>
                  <a:cubicBezTo>
                    <a:pt x="30" y="63"/>
                    <a:pt x="28" y="65"/>
                    <a:pt x="28" y="67"/>
                  </a:cubicBezTo>
                  <a:cubicBezTo>
                    <a:pt x="29" y="65"/>
                    <a:pt x="29" y="69"/>
                    <a:pt x="30" y="66"/>
                  </a:cubicBezTo>
                  <a:cubicBezTo>
                    <a:pt x="30" y="65"/>
                    <a:pt x="31" y="64"/>
                    <a:pt x="31" y="63"/>
                  </a:cubicBezTo>
                  <a:cubicBezTo>
                    <a:pt x="32" y="64"/>
                    <a:pt x="31" y="64"/>
                    <a:pt x="31" y="66"/>
                  </a:cubicBezTo>
                  <a:cubicBezTo>
                    <a:pt x="32" y="65"/>
                    <a:pt x="32" y="63"/>
                    <a:pt x="32" y="62"/>
                  </a:cubicBezTo>
                  <a:cubicBezTo>
                    <a:pt x="32" y="63"/>
                    <a:pt x="33" y="61"/>
                    <a:pt x="34" y="62"/>
                  </a:cubicBezTo>
                  <a:cubicBezTo>
                    <a:pt x="33" y="64"/>
                    <a:pt x="32" y="63"/>
                    <a:pt x="33" y="64"/>
                  </a:cubicBezTo>
                  <a:cubicBezTo>
                    <a:pt x="34" y="65"/>
                    <a:pt x="34" y="60"/>
                    <a:pt x="35" y="60"/>
                  </a:cubicBezTo>
                  <a:cubicBezTo>
                    <a:pt x="35" y="59"/>
                    <a:pt x="36" y="56"/>
                    <a:pt x="36" y="55"/>
                  </a:cubicBezTo>
                  <a:cubicBezTo>
                    <a:pt x="37" y="56"/>
                    <a:pt x="36" y="56"/>
                    <a:pt x="36" y="58"/>
                  </a:cubicBezTo>
                  <a:cubicBezTo>
                    <a:pt x="36" y="58"/>
                    <a:pt x="36" y="58"/>
                    <a:pt x="36" y="58"/>
                  </a:cubicBezTo>
                  <a:cubicBezTo>
                    <a:pt x="36" y="61"/>
                    <a:pt x="34" y="63"/>
                    <a:pt x="34" y="65"/>
                  </a:cubicBezTo>
                  <a:cubicBezTo>
                    <a:pt x="35" y="64"/>
                    <a:pt x="35" y="64"/>
                    <a:pt x="35" y="64"/>
                  </a:cubicBezTo>
                  <a:cubicBezTo>
                    <a:pt x="35" y="65"/>
                    <a:pt x="34" y="66"/>
                    <a:pt x="34" y="67"/>
                  </a:cubicBezTo>
                  <a:cubicBezTo>
                    <a:pt x="35" y="65"/>
                    <a:pt x="36" y="67"/>
                    <a:pt x="36" y="66"/>
                  </a:cubicBezTo>
                  <a:cubicBezTo>
                    <a:pt x="36" y="65"/>
                    <a:pt x="35" y="67"/>
                    <a:pt x="36" y="65"/>
                  </a:cubicBezTo>
                  <a:cubicBezTo>
                    <a:pt x="36" y="65"/>
                    <a:pt x="37" y="62"/>
                    <a:pt x="37" y="63"/>
                  </a:cubicBezTo>
                  <a:cubicBezTo>
                    <a:pt x="37" y="65"/>
                    <a:pt x="37" y="66"/>
                    <a:pt x="37" y="67"/>
                  </a:cubicBezTo>
                  <a:cubicBezTo>
                    <a:pt x="37" y="68"/>
                    <a:pt x="37" y="65"/>
                    <a:pt x="38" y="66"/>
                  </a:cubicBezTo>
                  <a:cubicBezTo>
                    <a:pt x="38" y="67"/>
                    <a:pt x="38" y="67"/>
                    <a:pt x="38" y="67"/>
                  </a:cubicBezTo>
                  <a:cubicBezTo>
                    <a:pt x="40" y="68"/>
                    <a:pt x="42" y="67"/>
                    <a:pt x="45" y="63"/>
                  </a:cubicBezTo>
                  <a:cubicBezTo>
                    <a:pt x="45" y="65"/>
                    <a:pt x="45" y="65"/>
                    <a:pt x="46" y="67"/>
                  </a:cubicBezTo>
                  <a:cubicBezTo>
                    <a:pt x="46" y="66"/>
                    <a:pt x="46" y="65"/>
                    <a:pt x="47" y="65"/>
                  </a:cubicBezTo>
                  <a:cubicBezTo>
                    <a:pt x="47" y="67"/>
                    <a:pt x="47" y="67"/>
                    <a:pt x="47" y="67"/>
                  </a:cubicBezTo>
                  <a:cubicBezTo>
                    <a:pt x="48" y="68"/>
                    <a:pt x="49" y="66"/>
                    <a:pt x="49" y="65"/>
                  </a:cubicBezTo>
                  <a:cubicBezTo>
                    <a:pt x="49" y="66"/>
                    <a:pt x="49" y="66"/>
                    <a:pt x="49" y="66"/>
                  </a:cubicBezTo>
                  <a:cubicBezTo>
                    <a:pt x="50" y="68"/>
                    <a:pt x="50" y="65"/>
                    <a:pt x="50" y="65"/>
                  </a:cubicBezTo>
                  <a:cubicBezTo>
                    <a:pt x="50" y="66"/>
                    <a:pt x="50" y="66"/>
                    <a:pt x="50" y="66"/>
                  </a:cubicBezTo>
                  <a:cubicBezTo>
                    <a:pt x="51" y="65"/>
                    <a:pt x="51" y="65"/>
                    <a:pt x="51" y="65"/>
                  </a:cubicBezTo>
                  <a:cubicBezTo>
                    <a:pt x="51" y="64"/>
                    <a:pt x="52" y="65"/>
                    <a:pt x="52" y="67"/>
                  </a:cubicBezTo>
                  <a:cubicBezTo>
                    <a:pt x="52" y="66"/>
                    <a:pt x="52" y="66"/>
                    <a:pt x="52" y="65"/>
                  </a:cubicBezTo>
                  <a:cubicBezTo>
                    <a:pt x="52" y="67"/>
                    <a:pt x="54" y="67"/>
                    <a:pt x="55" y="66"/>
                  </a:cubicBezTo>
                  <a:cubicBezTo>
                    <a:pt x="54" y="65"/>
                    <a:pt x="54" y="65"/>
                    <a:pt x="54" y="63"/>
                  </a:cubicBezTo>
                  <a:cubicBezTo>
                    <a:pt x="54" y="61"/>
                    <a:pt x="55" y="64"/>
                    <a:pt x="55" y="62"/>
                  </a:cubicBezTo>
                  <a:cubicBezTo>
                    <a:pt x="55" y="63"/>
                    <a:pt x="55" y="64"/>
                    <a:pt x="55" y="65"/>
                  </a:cubicBezTo>
                  <a:cubicBezTo>
                    <a:pt x="56" y="68"/>
                    <a:pt x="58" y="65"/>
                    <a:pt x="59" y="66"/>
                  </a:cubicBezTo>
                  <a:cubicBezTo>
                    <a:pt x="60" y="65"/>
                    <a:pt x="60" y="65"/>
                    <a:pt x="60" y="65"/>
                  </a:cubicBezTo>
                  <a:cubicBezTo>
                    <a:pt x="61" y="67"/>
                    <a:pt x="62" y="64"/>
                    <a:pt x="63" y="65"/>
                  </a:cubicBezTo>
                  <a:cubicBezTo>
                    <a:pt x="63" y="65"/>
                    <a:pt x="63" y="62"/>
                    <a:pt x="64" y="62"/>
                  </a:cubicBezTo>
                  <a:cubicBezTo>
                    <a:pt x="64" y="60"/>
                    <a:pt x="64" y="64"/>
                    <a:pt x="65" y="66"/>
                  </a:cubicBezTo>
                  <a:cubicBezTo>
                    <a:pt x="65" y="65"/>
                    <a:pt x="65" y="64"/>
                    <a:pt x="66" y="64"/>
                  </a:cubicBezTo>
                  <a:cubicBezTo>
                    <a:pt x="66" y="65"/>
                    <a:pt x="66" y="65"/>
                    <a:pt x="66" y="65"/>
                  </a:cubicBezTo>
                  <a:cubicBezTo>
                    <a:pt x="66" y="64"/>
                    <a:pt x="67" y="63"/>
                    <a:pt x="67" y="64"/>
                  </a:cubicBezTo>
                  <a:cubicBezTo>
                    <a:pt x="67" y="64"/>
                    <a:pt x="67" y="64"/>
                    <a:pt x="67" y="64"/>
                  </a:cubicBezTo>
                  <a:cubicBezTo>
                    <a:pt x="67" y="64"/>
                    <a:pt x="68" y="66"/>
                    <a:pt x="68" y="65"/>
                  </a:cubicBezTo>
                  <a:cubicBezTo>
                    <a:pt x="68" y="64"/>
                    <a:pt x="69" y="65"/>
                    <a:pt x="69" y="63"/>
                  </a:cubicBezTo>
                  <a:cubicBezTo>
                    <a:pt x="69" y="64"/>
                    <a:pt x="69" y="64"/>
                    <a:pt x="69" y="64"/>
                  </a:cubicBezTo>
                  <a:cubicBezTo>
                    <a:pt x="69" y="62"/>
                    <a:pt x="69" y="62"/>
                    <a:pt x="69" y="62"/>
                  </a:cubicBezTo>
                  <a:cubicBezTo>
                    <a:pt x="70" y="63"/>
                    <a:pt x="70" y="63"/>
                    <a:pt x="70" y="63"/>
                  </a:cubicBezTo>
                  <a:cubicBezTo>
                    <a:pt x="70" y="65"/>
                    <a:pt x="70" y="65"/>
                    <a:pt x="70" y="65"/>
                  </a:cubicBezTo>
                  <a:cubicBezTo>
                    <a:pt x="71" y="66"/>
                    <a:pt x="70" y="63"/>
                    <a:pt x="70" y="62"/>
                  </a:cubicBezTo>
                  <a:cubicBezTo>
                    <a:pt x="71" y="61"/>
                    <a:pt x="71" y="63"/>
                    <a:pt x="71" y="63"/>
                  </a:cubicBezTo>
                  <a:cubicBezTo>
                    <a:pt x="71" y="64"/>
                    <a:pt x="71" y="63"/>
                    <a:pt x="71" y="63"/>
                  </a:cubicBezTo>
                  <a:cubicBezTo>
                    <a:pt x="70" y="65"/>
                    <a:pt x="71" y="64"/>
                    <a:pt x="71" y="65"/>
                  </a:cubicBezTo>
                  <a:cubicBezTo>
                    <a:pt x="71" y="65"/>
                    <a:pt x="71" y="63"/>
                    <a:pt x="72" y="63"/>
                  </a:cubicBezTo>
                  <a:cubicBezTo>
                    <a:pt x="72" y="63"/>
                    <a:pt x="73" y="63"/>
                    <a:pt x="73" y="65"/>
                  </a:cubicBezTo>
                  <a:cubicBezTo>
                    <a:pt x="73" y="64"/>
                    <a:pt x="73" y="64"/>
                    <a:pt x="73" y="63"/>
                  </a:cubicBezTo>
                  <a:cubicBezTo>
                    <a:pt x="73" y="63"/>
                    <a:pt x="73" y="62"/>
                    <a:pt x="72" y="61"/>
                  </a:cubicBezTo>
                  <a:cubicBezTo>
                    <a:pt x="73" y="61"/>
                    <a:pt x="73" y="61"/>
                    <a:pt x="73" y="61"/>
                  </a:cubicBezTo>
                  <a:cubicBezTo>
                    <a:pt x="73" y="62"/>
                    <a:pt x="73" y="62"/>
                    <a:pt x="73" y="62"/>
                  </a:cubicBezTo>
                  <a:cubicBezTo>
                    <a:pt x="73" y="61"/>
                    <a:pt x="74" y="62"/>
                    <a:pt x="74" y="60"/>
                  </a:cubicBezTo>
                  <a:cubicBezTo>
                    <a:pt x="74" y="62"/>
                    <a:pt x="74" y="62"/>
                    <a:pt x="74" y="62"/>
                  </a:cubicBezTo>
                  <a:cubicBezTo>
                    <a:pt x="74" y="61"/>
                    <a:pt x="75" y="61"/>
                    <a:pt x="75" y="61"/>
                  </a:cubicBezTo>
                  <a:cubicBezTo>
                    <a:pt x="75" y="62"/>
                    <a:pt x="75" y="64"/>
                    <a:pt x="76" y="65"/>
                  </a:cubicBezTo>
                  <a:cubicBezTo>
                    <a:pt x="77" y="63"/>
                    <a:pt x="77" y="63"/>
                    <a:pt x="77" y="63"/>
                  </a:cubicBezTo>
                  <a:cubicBezTo>
                    <a:pt x="77" y="63"/>
                    <a:pt x="77" y="63"/>
                    <a:pt x="77" y="64"/>
                  </a:cubicBezTo>
                  <a:cubicBezTo>
                    <a:pt x="78" y="65"/>
                    <a:pt x="78" y="59"/>
                    <a:pt x="79" y="61"/>
                  </a:cubicBezTo>
                  <a:cubicBezTo>
                    <a:pt x="79" y="63"/>
                    <a:pt x="79" y="63"/>
                    <a:pt x="80" y="64"/>
                  </a:cubicBezTo>
                  <a:cubicBezTo>
                    <a:pt x="80" y="63"/>
                    <a:pt x="80" y="63"/>
                    <a:pt x="80" y="62"/>
                  </a:cubicBezTo>
                  <a:cubicBezTo>
                    <a:pt x="80" y="61"/>
                    <a:pt x="80" y="64"/>
                    <a:pt x="79" y="63"/>
                  </a:cubicBezTo>
                  <a:cubicBezTo>
                    <a:pt x="79" y="61"/>
                    <a:pt x="80" y="62"/>
                    <a:pt x="80" y="61"/>
                  </a:cubicBezTo>
                  <a:cubicBezTo>
                    <a:pt x="81" y="66"/>
                    <a:pt x="83" y="62"/>
                    <a:pt x="84" y="64"/>
                  </a:cubicBezTo>
                  <a:cubicBezTo>
                    <a:pt x="84" y="61"/>
                    <a:pt x="85" y="63"/>
                    <a:pt x="85" y="62"/>
                  </a:cubicBezTo>
                  <a:cubicBezTo>
                    <a:pt x="85" y="65"/>
                    <a:pt x="86" y="62"/>
                    <a:pt x="86" y="63"/>
                  </a:cubicBezTo>
                  <a:cubicBezTo>
                    <a:pt x="86" y="61"/>
                    <a:pt x="86" y="61"/>
                    <a:pt x="86" y="61"/>
                  </a:cubicBezTo>
                  <a:cubicBezTo>
                    <a:pt x="87" y="62"/>
                    <a:pt x="87" y="57"/>
                    <a:pt x="88" y="60"/>
                  </a:cubicBezTo>
                  <a:cubicBezTo>
                    <a:pt x="88" y="60"/>
                    <a:pt x="88" y="61"/>
                    <a:pt x="88" y="62"/>
                  </a:cubicBezTo>
                  <a:cubicBezTo>
                    <a:pt x="89" y="65"/>
                    <a:pt x="89" y="59"/>
                    <a:pt x="90" y="62"/>
                  </a:cubicBezTo>
                  <a:cubicBezTo>
                    <a:pt x="90" y="61"/>
                    <a:pt x="89" y="60"/>
                    <a:pt x="90" y="59"/>
                  </a:cubicBezTo>
                  <a:cubicBezTo>
                    <a:pt x="91" y="60"/>
                    <a:pt x="92" y="61"/>
                    <a:pt x="92" y="62"/>
                  </a:cubicBezTo>
                  <a:cubicBezTo>
                    <a:pt x="92" y="61"/>
                    <a:pt x="92" y="60"/>
                    <a:pt x="92" y="61"/>
                  </a:cubicBezTo>
                  <a:cubicBezTo>
                    <a:pt x="93" y="62"/>
                    <a:pt x="92" y="62"/>
                    <a:pt x="92" y="62"/>
                  </a:cubicBezTo>
                  <a:cubicBezTo>
                    <a:pt x="93" y="63"/>
                    <a:pt x="93" y="61"/>
                    <a:pt x="94" y="60"/>
                  </a:cubicBezTo>
                  <a:cubicBezTo>
                    <a:pt x="94" y="62"/>
                    <a:pt x="95" y="61"/>
                    <a:pt x="96" y="62"/>
                  </a:cubicBezTo>
                  <a:cubicBezTo>
                    <a:pt x="96" y="60"/>
                    <a:pt x="98" y="63"/>
                    <a:pt x="97" y="60"/>
                  </a:cubicBezTo>
                  <a:cubicBezTo>
                    <a:pt x="98" y="61"/>
                    <a:pt x="98" y="61"/>
                    <a:pt x="98" y="61"/>
                  </a:cubicBezTo>
                  <a:cubicBezTo>
                    <a:pt x="98" y="60"/>
                    <a:pt x="98" y="58"/>
                    <a:pt x="98" y="58"/>
                  </a:cubicBezTo>
                  <a:cubicBezTo>
                    <a:pt x="98" y="60"/>
                    <a:pt x="98" y="60"/>
                    <a:pt x="98" y="60"/>
                  </a:cubicBezTo>
                  <a:cubicBezTo>
                    <a:pt x="99" y="62"/>
                    <a:pt x="99" y="60"/>
                    <a:pt x="100" y="61"/>
                  </a:cubicBezTo>
                  <a:cubicBezTo>
                    <a:pt x="99" y="59"/>
                    <a:pt x="100" y="61"/>
                    <a:pt x="100" y="60"/>
                  </a:cubicBezTo>
                  <a:cubicBezTo>
                    <a:pt x="100" y="59"/>
                    <a:pt x="100" y="59"/>
                    <a:pt x="100" y="59"/>
                  </a:cubicBezTo>
                  <a:cubicBezTo>
                    <a:pt x="101" y="58"/>
                    <a:pt x="100" y="58"/>
                    <a:pt x="101" y="57"/>
                  </a:cubicBezTo>
                  <a:cubicBezTo>
                    <a:pt x="101" y="57"/>
                    <a:pt x="101" y="60"/>
                    <a:pt x="101" y="59"/>
                  </a:cubicBezTo>
                  <a:cubicBezTo>
                    <a:pt x="102" y="60"/>
                    <a:pt x="102" y="60"/>
                    <a:pt x="102" y="59"/>
                  </a:cubicBezTo>
                  <a:cubicBezTo>
                    <a:pt x="102" y="59"/>
                    <a:pt x="102" y="59"/>
                    <a:pt x="102" y="59"/>
                  </a:cubicBezTo>
                  <a:cubicBezTo>
                    <a:pt x="102" y="59"/>
                    <a:pt x="102" y="59"/>
                    <a:pt x="102" y="59"/>
                  </a:cubicBezTo>
                  <a:cubicBezTo>
                    <a:pt x="103" y="59"/>
                    <a:pt x="103" y="59"/>
                    <a:pt x="103" y="59"/>
                  </a:cubicBezTo>
                  <a:cubicBezTo>
                    <a:pt x="103" y="59"/>
                    <a:pt x="103" y="59"/>
                    <a:pt x="103" y="59"/>
                  </a:cubicBezTo>
                  <a:cubicBezTo>
                    <a:pt x="103" y="59"/>
                    <a:pt x="103" y="59"/>
                    <a:pt x="102" y="59"/>
                  </a:cubicBezTo>
                  <a:cubicBezTo>
                    <a:pt x="103" y="59"/>
                    <a:pt x="103" y="59"/>
                    <a:pt x="103" y="59"/>
                  </a:cubicBezTo>
                  <a:cubicBezTo>
                    <a:pt x="103" y="59"/>
                    <a:pt x="103" y="59"/>
                    <a:pt x="103" y="59"/>
                  </a:cubicBezTo>
                  <a:cubicBezTo>
                    <a:pt x="103" y="59"/>
                    <a:pt x="103" y="59"/>
                    <a:pt x="103" y="60"/>
                  </a:cubicBezTo>
                  <a:cubicBezTo>
                    <a:pt x="104" y="61"/>
                    <a:pt x="104" y="61"/>
                    <a:pt x="104" y="61"/>
                  </a:cubicBezTo>
                  <a:cubicBezTo>
                    <a:pt x="104" y="61"/>
                    <a:pt x="104" y="59"/>
                    <a:pt x="104" y="59"/>
                  </a:cubicBezTo>
                  <a:cubicBezTo>
                    <a:pt x="106" y="60"/>
                    <a:pt x="108" y="58"/>
                    <a:pt x="108" y="57"/>
                  </a:cubicBezTo>
                  <a:cubicBezTo>
                    <a:pt x="108" y="57"/>
                    <a:pt x="108" y="58"/>
                    <a:pt x="108" y="58"/>
                  </a:cubicBezTo>
                  <a:cubicBezTo>
                    <a:pt x="108" y="57"/>
                    <a:pt x="108" y="56"/>
                    <a:pt x="109" y="57"/>
                  </a:cubicBezTo>
                  <a:cubicBezTo>
                    <a:pt x="109" y="56"/>
                    <a:pt x="109" y="58"/>
                    <a:pt x="110" y="58"/>
                  </a:cubicBezTo>
                  <a:cubicBezTo>
                    <a:pt x="110" y="58"/>
                    <a:pt x="110" y="56"/>
                    <a:pt x="109" y="56"/>
                  </a:cubicBezTo>
                  <a:cubicBezTo>
                    <a:pt x="111" y="59"/>
                    <a:pt x="111" y="55"/>
                    <a:pt x="113" y="56"/>
                  </a:cubicBezTo>
                  <a:cubicBezTo>
                    <a:pt x="113" y="56"/>
                    <a:pt x="113" y="57"/>
                    <a:pt x="113" y="57"/>
                  </a:cubicBezTo>
                  <a:cubicBezTo>
                    <a:pt x="114" y="56"/>
                    <a:pt x="114" y="55"/>
                    <a:pt x="115" y="53"/>
                  </a:cubicBezTo>
                  <a:cubicBezTo>
                    <a:pt x="115" y="55"/>
                    <a:pt x="115" y="55"/>
                    <a:pt x="115" y="55"/>
                  </a:cubicBezTo>
                  <a:cubicBezTo>
                    <a:pt x="115" y="55"/>
                    <a:pt x="116" y="55"/>
                    <a:pt x="116" y="54"/>
                  </a:cubicBezTo>
                  <a:cubicBezTo>
                    <a:pt x="115" y="52"/>
                    <a:pt x="116" y="51"/>
                    <a:pt x="116" y="51"/>
                  </a:cubicBezTo>
                  <a:cubicBezTo>
                    <a:pt x="116" y="51"/>
                    <a:pt x="116" y="51"/>
                    <a:pt x="116" y="51"/>
                  </a:cubicBezTo>
                  <a:cubicBezTo>
                    <a:pt x="117" y="50"/>
                    <a:pt x="117" y="50"/>
                    <a:pt x="117" y="50"/>
                  </a:cubicBezTo>
                  <a:cubicBezTo>
                    <a:pt x="118" y="51"/>
                    <a:pt x="117" y="51"/>
                    <a:pt x="117" y="52"/>
                  </a:cubicBezTo>
                  <a:cubicBezTo>
                    <a:pt x="118" y="54"/>
                    <a:pt x="119" y="53"/>
                    <a:pt x="119" y="53"/>
                  </a:cubicBezTo>
                  <a:cubicBezTo>
                    <a:pt x="119" y="51"/>
                    <a:pt x="119" y="51"/>
                    <a:pt x="119" y="51"/>
                  </a:cubicBezTo>
                  <a:cubicBezTo>
                    <a:pt x="120" y="51"/>
                    <a:pt x="120" y="53"/>
                    <a:pt x="120" y="53"/>
                  </a:cubicBezTo>
                  <a:cubicBezTo>
                    <a:pt x="120" y="47"/>
                    <a:pt x="120" y="47"/>
                    <a:pt x="120" y="47"/>
                  </a:cubicBezTo>
                  <a:cubicBezTo>
                    <a:pt x="120" y="48"/>
                    <a:pt x="121" y="50"/>
                    <a:pt x="121" y="51"/>
                  </a:cubicBezTo>
                  <a:cubicBezTo>
                    <a:pt x="122" y="50"/>
                    <a:pt x="122" y="47"/>
                    <a:pt x="122" y="45"/>
                  </a:cubicBezTo>
                  <a:cubicBezTo>
                    <a:pt x="122" y="46"/>
                    <a:pt x="123" y="44"/>
                    <a:pt x="123" y="44"/>
                  </a:cubicBezTo>
                  <a:cubicBezTo>
                    <a:pt x="124" y="45"/>
                    <a:pt x="123" y="44"/>
                    <a:pt x="123" y="45"/>
                  </a:cubicBezTo>
                  <a:cubicBezTo>
                    <a:pt x="124" y="47"/>
                    <a:pt x="124" y="47"/>
                    <a:pt x="124" y="47"/>
                  </a:cubicBezTo>
                  <a:cubicBezTo>
                    <a:pt x="123" y="47"/>
                    <a:pt x="125" y="49"/>
                    <a:pt x="125" y="50"/>
                  </a:cubicBezTo>
                  <a:cubicBezTo>
                    <a:pt x="125" y="49"/>
                    <a:pt x="126" y="49"/>
                    <a:pt x="127" y="50"/>
                  </a:cubicBezTo>
                  <a:cubicBezTo>
                    <a:pt x="126" y="47"/>
                    <a:pt x="128" y="48"/>
                    <a:pt x="127" y="45"/>
                  </a:cubicBezTo>
                  <a:cubicBezTo>
                    <a:pt x="128" y="45"/>
                    <a:pt x="128" y="47"/>
                    <a:pt x="129" y="48"/>
                  </a:cubicBezTo>
                  <a:cubicBezTo>
                    <a:pt x="129" y="46"/>
                    <a:pt x="131" y="47"/>
                    <a:pt x="131" y="46"/>
                  </a:cubicBezTo>
                  <a:cubicBezTo>
                    <a:pt x="131" y="47"/>
                    <a:pt x="131" y="47"/>
                    <a:pt x="131" y="47"/>
                  </a:cubicBezTo>
                  <a:cubicBezTo>
                    <a:pt x="132" y="46"/>
                    <a:pt x="134" y="46"/>
                    <a:pt x="133" y="43"/>
                  </a:cubicBezTo>
                  <a:cubicBezTo>
                    <a:pt x="134" y="45"/>
                    <a:pt x="134" y="45"/>
                    <a:pt x="134" y="45"/>
                  </a:cubicBezTo>
                  <a:cubicBezTo>
                    <a:pt x="135" y="45"/>
                    <a:pt x="133" y="42"/>
                    <a:pt x="134" y="43"/>
                  </a:cubicBezTo>
                  <a:cubicBezTo>
                    <a:pt x="135" y="44"/>
                    <a:pt x="135" y="44"/>
                    <a:pt x="135" y="44"/>
                  </a:cubicBezTo>
                  <a:cubicBezTo>
                    <a:pt x="135" y="43"/>
                    <a:pt x="136" y="45"/>
                    <a:pt x="136" y="43"/>
                  </a:cubicBezTo>
                  <a:cubicBezTo>
                    <a:pt x="136" y="44"/>
                    <a:pt x="136" y="44"/>
                    <a:pt x="136" y="44"/>
                  </a:cubicBezTo>
                  <a:cubicBezTo>
                    <a:pt x="137" y="43"/>
                    <a:pt x="138" y="43"/>
                    <a:pt x="137" y="41"/>
                  </a:cubicBezTo>
                  <a:cubicBezTo>
                    <a:pt x="138" y="43"/>
                    <a:pt x="138" y="43"/>
                    <a:pt x="138" y="43"/>
                  </a:cubicBezTo>
                  <a:cubicBezTo>
                    <a:pt x="139" y="44"/>
                    <a:pt x="138" y="41"/>
                    <a:pt x="139" y="41"/>
                  </a:cubicBezTo>
                  <a:cubicBezTo>
                    <a:pt x="139" y="42"/>
                    <a:pt x="140" y="42"/>
                    <a:pt x="139" y="42"/>
                  </a:cubicBezTo>
                  <a:cubicBezTo>
                    <a:pt x="139" y="41"/>
                    <a:pt x="140" y="41"/>
                    <a:pt x="140" y="40"/>
                  </a:cubicBezTo>
                  <a:cubicBezTo>
                    <a:pt x="142" y="42"/>
                    <a:pt x="142" y="42"/>
                    <a:pt x="142" y="42"/>
                  </a:cubicBezTo>
                  <a:cubicBezTo>
                    <a:pt x="145" y="41"/>
                    <a:pt x="148" y="39"/>
                    <a:pt x="150" y="36"/>
                  </a:cubicBezTo>
                  <a:cubicBezTo>
                    <a:pt x="152" y="38"/>
                    <a:pt x="150" y="38"/>
                    <a:pt x="151" y="39"/>
                  </a:cubicBezTo>
                  <a:cubicBezTo>
                    <a:pt x="150" y="37"/>
                    <a:pt x="151" y="38"/>
                    <a:pt x="152" y="37"/>
                  </a:cubicBezTo>
                  <a:cubicBezTo>
                    <a:pt x="152" y="37"/>
                    <a:pt x="152" y="37"/>
                    <a:pt x="152" y="37"/>
                  </a:cubicBezTo>
                  <a:cubicBezTo>
                    <a:pt x="152" y="37"/>
                    <a:pt x="153" y="38"/>
                    <a:pt x="153" y="37"/>
                  </a:cubicBezTo>
                  <a:cubicBezTo>
                    <a:pt x="153" y="37"/>
                    <a:pt x="153" y="37"/>
                    <a:pt x="153" y="37"/>
                  </a:cubicBezTo>
                  <a:cubicBezTo>
                    <a:pt x="153" y="35"/>
                    <a:pt x="155" y="38"/>
                    <a:pt x="154" y="36"/>
                  </a:cubicBezTo>
                  <a:cubicBezTo>
                    <a:pt x="155" y="37"/>
                    <a:pt x="155" y="37"/>
                    <a:pt x="155" y="37"/>
                  </a:cubicBezTo>
                  <a:cubicBezTo>
                    <a:pt x="154" y="35"/>
                    <a:pt x="156" y="37"/>
                    <a:pt x="156" y="35"/>
                  </a:cubicBezTo>
                  <a:cubicBezTo>
                    <a:pt x="156" y="36"/>
                    <a:pt x="156" y="36"/>
                    <a:pt x="156" y="36"/>
                  </a:cubicBezTo>
                  <a:cubicBezTo>
                    <a:pt x="157" y="36"/>
                    <a:pt x="156" y="32"/>
                    <a:pt x="157" y="34"/>
                  </a:cubicBezTo>
                  <a:cubicBezTo>
                    <a:pt x="157" y="33"/>
                    <a:pt x="158" y="32"/>
                    <a:pt x="157" y="31"/>
                  </a:cubicBezTo>
                  <a:cubicBezTo>
                    <a:pt x="158" y="33"/>
                    <a:pt x="158" y="33"/>
                    <a:pt x="158" y="33"/>
                  </a:cubicBezTo>
                  <a:cubicBezTo>
                    <a:pt x="160" y="30"/>
                    <a:pt x="163" y="29"/>
                    <a:pt x="162" y="26"/>
                  </a:cubicBezTo>
                  <a:cubicBezTo>
                    <a:pt x="163" y="27"/>
                    <a:pt x="163" y="27"/>
                    <a:pt x="163" y="27"/>
                  </a:cubicBezTo>
                  <a:cubicBezTo>
                    <a:pt x="163" y="24"/>
                    <a:pt x="167" y="27"/>
                    <a:pt x="165" y="23"/>
                  </a:cubicBezTo>
                  <a:cubicBezTo>
                    <a:pt x="164" y="21"/>
                    <a:pt x="164" y="21"/>
                    <a:pt x="164" y="21"/>
                  </a:cubicBezTo>
                  <a:cubicBezTo>
                    <a:pt x="166" y="23"/>
                    <a:pt x="166" y="23"/>
                    <a:pt x="166" y="23"/>
                  </a:cubicBezTo>
                  <a:cubicBezTo>
                    <a:pt x="165" y="21"/>
                    <a:pt x="167" y="21"/>
                    <a:pt x="166" y="20"/>
                  </a:cubicBezTo>
                  <a:cubicBezTo>
                    <a:pt x="166" y="21"/>
                    <a:pt x="166" y="21"/>
                    <a:pt x="167" y="21"/>
                  </a:cubicBezTo>
                  <a:cubicBezTo>
                    <a:pt x="167" y="21"/>
                    <a:pt x="166" y="19"/>
                    <a:pt x="167" y="19"/>
                  </a:cubicBezTo>
                  <a:cubicBezTo>
                    <a:pt x="167" y="20"/>
                    <a:pt x="167" y="20"/>
                    <a:pt x="167" y="20"/>
                  </a:cubicBezTo>
                  <a:cubicBezTo>
                    <a:pt x="171" y="20"/>
                    <a:pt x="176" y="17"/>
                    <a:pt x="174" y="13"/>
                  </a:cubicBezTo>
                  <a:cubicBezTo>
                    <a:pt x="174" y="12"/>
                    <a:pt x="177" y="14"/>
                    <a:pt x="177" y="14"/>
                  </a:cubicBezTo>
                  <a:cubicBezTo>
                    <a:pt x="175" y="10"/>
                    <a:pt x="181" y="9"/>
                    <a:pt x="177" y="5"/>
                  </a:cubicBezTo>
                  <a:close/>
                  <a:moveTo>
                    <a:pt x="10" y="32"/>
                  </a:moveTo>
                  <a:cubicBezTo>
                    <a:pt x="10" y="32"/>
                    <a:pt x="10" y="32"/>
                    <a:pt x="10" y="31"/>
                  </a:cubicBezTo>
                  <a:cubicBezTo>
                    <a:pt x="10" y="32"/>
                    <a:pt x="10" y="32"/>
                    <a:pt x="10" y="32"/>
                  </a:cubicBezTo>
                  <a:close/>
                  <a:moveTo>
                    <a:pt x="6" y="35"/>
                  </a:moveTo>
                  <a:cubicBezTo>
                    <a:pt x="6" y="35"/>
                    <a:pt x="6" y="35"/>
                    <a:pt x="5" y="35"/>
                  </a:cubicBezTo>
                  <a:cubicBezTo>
                    <a:pt x="6" y="34"/>
                    <a:pt x="6" y="34"/>
                    <a:pt x="6" y="34"/>
                  </a:cubicBezTo>
                  <a:cubicBezTo>
                    <a:pt x="6" y="34"/>
                    <a:pt x="6" y="35"/>
                    <a:pt x="6" y="35"/>
                  </a:cubicBezTo>
                  <a:close/>
                  <a:moveTo>
                    <a:pt x="10" y="35"/>
                  </a:moveTo>
                  <a:cubicBezTo>
                    <a:pt x="10" y="35"/>
                    <a:pt x="10" y="35"/>
                    <a:pt x="10" y="35"/>
                  </a:cubicBezTo>
                  <a:cubicBezTo>
                    <a:pt x="10" y="35"/>
                    <a:pt x="10" y="35"/>
                    <a:pt x="10" y="35"/>
                  </a:cubicBezTo>
                  <a:close/>
                  <a:moveTo>
                    <a:pt x="9" y="32"/>
                  </a:moveTo>
                  <a:cubicBezTo>
                    <a:pt x="9" y="33"/>
                    <a:pt x="8" y="33"/>
                    <a:pt x="8" y="33"/>
                  </a:cubicBezTo>
                  <a:cubicBezTo>
                    <a:pt x="9" y="31"/>
                    <a:pt x="10" y="31"/>
                    <a:pt x="10" y="32"/>
                  </a:cubicBezTo>
                  <a:cubicBezTo>
                    <a:pt x="9" y="33"/>
                    <a:pt x="9" y="34"/>
                    <a:pt x="9" y="34"/>
                  </a:cubicBezTo>
                  <a:cubicBezTo>
                    <a:pt x="8" y="34"/>
                    <a:pt x="8" y="34"/>
                    <a:pt x="8" y="34"/>
                  </a:cubicBezTo>
                  <a:cubicBezTo>
                    <a:pt x="8" y="34"/>
                    <a:pt x="9" y="34"/>
                    <a:pt x="9" y="32"/>
                  </a:cubicBezTo>
                  <a:close/>
                  <a:moveTo>
                    <a:pt x="7" y="35"/>
                  </a:moveTo>
                  <a:cubicBezTo>
                    <a:pt x="7" y="35"/>
                    <a:pt x="7" y="34"/>
                    <a:pt x="7" y="34"/>
                  </a:cubicBezTo>
                  <a:cubicBezTo>
                    <a:pt x="7" y="34"/>
                    <a:pt x="7" y="34"/>
                    <a:pt x="7" y="35"/>
                  </a:cubicBezTo>
                  <a:cubicBezTo>
                    <a:pt x="7" y="35"/>
                    <a:pt x="7" y="35"/>
                    <a:pt x="7" y="35"/>
                  </a:cubicBezTo>
                  <a:close/>
                  <a:moveTo>
                    <a:pt x="7" y="35"/>
                  </a:moveTo>
                  <a:cubicBezTo>
                    <a:pt x="7" y="35"/>
                    <a:pt x="7" y="35"/>
                    <a:pt x="7" y="35"/>
                  </a:cubicBezTo>
                  <a:cubicBezTo>
                    <a:pt x="7" y="35"/>
                    <a:pt x="7" y="35"/>
                    <a:pt x="7" y="35"/>
                  </a:cubicBezTo>
                  <a:cubicBezTo>
                    <a:pt x="7" y="35"/>
                    <a:pt x="7" y="35"/>
                    <a:pt x="7" y="35"/>
                  </a:cubicBezTo>
                  <a:cubicBezTo>
                    <a:pt x="8" y="35"/>
                    <a:pt x="8" y="35"/>
                    <a:pt x="8" y="35"/>
                  </a:cubicBezTo>
                  <a:cubicBezTo>
                    <a:pt x="8" y="35"/>
                    <a:pt x="8" y="35"/>
                    <a:pt x="8" y="36"/>
                  </a:cubicBezTo>
                  <a:cubicBezTo>
                    <a:pt x="8" y="36"/>
                    <a:pt x="9" y="35"/>
                    <a:pt x="9" y="35"/>
                  </a:cubicBezTo>
                  <a:cubicBezTo>
                    <a:pt x="9" y="35"/>
                    <a:pt x="10" y="36"/>
                    <a:pt x="10" y="36"/>
                  </a:cubicBezTo>
                  <a:cubicBezTo>
                    <a:pt x="10" y="36"/>
                    <a:pt x="10" y="36"/>
                    <a:pt x="10" y="36"/>
                  </a:cubicBezTo>
                  <a:cubicBezTo>
                    <a:pt x="9" y="36"/>
                    <a:pt x="8" y="36"/>
                    <a:pt x="7" y="35"/>
                  </a:cubicBezTo>
                  <a:close/>
                  <a:moveTo>
                    <a:pt x="9" y="36"/>
                  </a:moveTo>
                  <a:cubicBezTo>
                    <a:pt x="10" y="36"/>
                    <a:pt x="10" y="36"/>
                    <a:pt x="10" y="36"/>
                  </a:cubicBezTo>
                  <a:cubicBezTo>
                    <a:pt x="10" y="36"/>
                    <a:pt x="10" y="36"/>
                    <a:pt x="10" y="37"/>
                  </a:cubicBezTo>
                  <a:cubicBezTo>
                    <a:pt x="10" y="36"/>
                    <a:pt x="9" y="36"/>
                    <a:pt x="9" y="3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rgbClr val="34322F"/>
                </a:solidFill>
              </a:endParaRPr>
            </a:p>
          </p:txBody>
        </p:sp>
        <p:sp>
          <p:nvSpPr>
            <p:cNvPr id="100" name="Freeform 435"/>
            <p:cNvSpPr/>
            <p:nvPr>
              <p:custDataLst>
                <p:tags r:id="rId33"/>
              </p:custDataLst>
            </p:nvPr>
          </p:nvSpPr>
          <p:spPr bwMode="auto">
            <a:xfrm>
              <a:off x="3712" y="2809"/>
              <a:ext cx="4" cy="2"/>
            </a:xfrm>
            <a:custGeom>
              <a:avLst/>
              <a:gdLst>
                <a:gd name="T0" fmla="*/ 1 w 2"/>
                <a:gd name="T1" fmla="*/ 0 h 1"/>
                <a:gd name="T2" fmla="*/ 0 w 2"/>
                <a:gd name="T3" fmla="*/ 1 h 1"/>
                <a:gd name="T4" fmla="*/ 2 w 2"/>
                <a:gd name="T5" fmla="*/ 0 h 1"/>
                <a:gd name="T6" fmla="*/ 1 w 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2" y="1"/>
                    <a:pt x="2" y="0"/>
                  </a:cubicBezTo>
                  <a:lnTo>
                    <a:pt x="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rgbClr val="34322F"/>
                </a:solidFill>
              </a:endParaRPr>
            </a:p>
          </p:txBody>
        </p:sp>
        <p:sp>
          <p:nvSpPr>
            <p:cNvPr id="101" name="Freeform 436"/>
            <p:cNvSpPr>
              <a:spLocks noEditPoints="1"/>
            </p:cNvSpPr>
            <p:nvPr>
              <p:custDataLst>
                <p:tags r:id="rId34"/>
              </p:custDataLst>
            </p:nvPr>
          </p:nvSpPr>
          <p:spPr bwMode="auto">
            <a:xfrm>
              <a:off x="3434" y="1624"/>
              <a:ext cx="862" cy="1213"/>
            </a:xfrm>
            <a:custGeom>
              <a:avLst/>
              <a:gdLst>
                <a:gd name="T0" fmla="*/ 172 w 406"/>
                <a:gd name="T1" fmla="*/ 570 h 572"/>
                <a:gd name="T2" fmla="*/ 205 w 406"/>
                <a:gd name="T3" fmla="*/ 568 h 572"/>
                <a:gd name="T4" fmla="*/ 239 w 406"/>
                <a:gd name="T5" fmla="*/ 564 h 572"/>
                <a:gd name="T6" fmla="*/ 281 w 406"/>
                <a:gd name="T7" fmla="*/ 547 h 572"/>
                <a:gd name="T8" fmla="*/ 300 w 406"/>
                <a:gd name="T9" fmla="*/ 522 h 572"/>
                <a:gd name="T10" fmla="*/ 204 w 406"/>
                <a:gd name="T11" fmla="*/ 395 h 572"/>
                <a:gd name="T12" fmla="*/ 207 w 406"/>
                <a:gd name="T13" fmla="*/ 339 h 572"/>
                <a:gd name="T14" fmla="*/ 214 w 406"/>
                <a:gd name="T15" fmla="*/ 279 h 572"/>
                <a:gd name="T16" fmla="*/ 177 w 406"/>
                <a:gd name="T17" fmla="*/ 304 h 572"/>
                <a:gd name="T18" fmla="*/ 184 w 406"/>
                <a:gd name="T19" fmla="*/ 298 h 572"/>
                <a:gd name="T20" fmla="*/ 197 w 406"/>
                <a:gd name="T21" fmla="*/ 321 h 572"/>
                <a:gd name="T22" fmla="*/ 186 w 406"/>
                <a:gd name="T23" fmla="*/ 337 h 572"/>
                <a:gd name="T24" fmla="*/ 190 w 406"/>
                <a:gd name="T25" fmla="*/ 347 h 572"/>
                <a:gd name="T26" fmla="*/ 189 w 406"/>
                <a:gd name="T27" fmla="*/ 365 h 572"/>
                <a:gd name="T28" fmla="*/ 189 w 406"/>
                <a:gd name="T29" fmla="*/ 382 h 572"/>
                <a:gd name="T30" fmla="*/ 194 w 406"/>
                <a:gd name="T31" fmla="*/ 401 h 572"/>
                <a:gd name="T32" fmla="*/ 198 w 406"/>
                <a:gd name="T33" fmla="*/ 426 h 572"/>
                <a:gd name="T34" fmla="*/ 92 w 406"/>
                <a:gd name="T35" fmla="*/ 277 h 572"/>
                <a:gd name="T36" fmla="*/ 68 w 406"/>
                <a:gd name="T37" fmla="*/ 218 h 572"/>
                <a:gd name="T38" fmla="*/ 189 w 406"/>
                <a:gd name="T39" fmla="*/ 198 h 572"/>
                <a:gd name="T40" fmla="*/ 299 w 406"/>
                <a:gd name="T41" fmla="*/ 279 h 572"/>
                <a:gd name="T42" fmla="*/ 240 w 406"/>
                <a:gd name="T43" fmla="*/ 425 h 572"/>
                <a:gd name="T44" fmla="*/ 250 w 406"/>
                <a:gd name="T45" fmla="*/ 401 h 572"/>
                <a:gd name="T46" fmla="*/ 257 w 406"/>
                <a:gd name="T47" fmla="*/ 380 h 572"/>
                <a:gd name="T48" fmla="*/ 262 w 406"/>
                <a:gd name="T49" fmla="*/ 342 h 572"/>
                <a:gd name="T50" fmla="*/ 279 w 406"/>
                <a:gd name="T51" fmla="*/ 305 h 572"/>
                <a:gd name="T52" fmla="*/ 323 w 406"/>
                <a:gd name="T53" fmla="*/ 287 h 572"/>
                <a:gd name="T54" fmla="*/ 345 w 406"/>
                <a:gd name="T55" fmla="*/ 231 h 572"/>
                <a:gd name="T56" fmla="*/ 313 w 406"/>
                <a:gd name="T57" fmla="*/ 163 h 572"/>
                <a:gd name="T58" fmla="*/ 199 w 406"/>
                <a:gd name="T59" fmla="*/ 120 h 572"/>
                <a:gd name="T60" fmla="*/ 99 w 406"/>
                <a:gd name="T61" fmla="*/ 189 h 572"/>
                <a:gd name="T62" fmla="*/ 67 w 406"/>
                <a:gd name="T63" fmla="*/ 156 h 572"/>
                <a:gd name="T64" fmla="*/ 18 w 406"/>
                <a:gd name="T65" fmla="*/ 247 h 572"/>
                <a:gd name="T66" fmla="*/ 17 w 406"/>
                <a:gd name="T67" fmla="*/ 216 h 572"/>
                <a:gd name="T68" fmla="*/ 18 w 406"/>
                <a:gd name="T69" fmla="*/ 212 h 572"/>
                <a:gd name="T70" fmla="*/ 18 w 406"/>
                <a:gd name="T71" fmla="*/ 213 h 572"/>
                <a:gd name="T72" fmla="*/ 20 w 406"/>
                <a:gd name="T73" fmla="*/ 216 h 572"/>
                <a:gd name="T74" fmla="*/ 36 w 406"/>
                <a:gd name="T75" fmla="*/ 256 h 572"/>
                <a:gd name="T76" fmla="*/ 80 w 406"/>
                <a:gd name="T77" fmla="*/ 293 h 572"/>
                <a:gd name="T78" fmla="*/ 143 w 406"/>
                <a:gd name="T79" fmla="*/ 304 h 572"/>
                <a:gd name="T80" fmla="*/ 162 w 406"/>
                <a:gd name="T81" fmla="*/ 375 h 572"/>
                <a:gd name="T82" fmla="*/ 177 w 406"/>
                <a:gd name="T83" fmla="*/ 504 h 572"/>
                <a:gd name="T84" fmla="*/ 192 w 406"/>
                <a:gd name="T85" fmla="*/ 530 h 572"/>
                <a:gd name="T86" fmla="*/ 191 w 406"/>
                <a:gd name="T87" fmla="*/ 504 h 572"/>
                <a:gd name="T88" fmla="*/ 192 w 406"/>
                <a:gd name="T89" fmla="*/ 486 h 572"/>
                <a:gd name="T90" fmla="*/ 194 w 406"/>
                <a:gd name="T91" fmla="*/ 451 h 572"/>
                <a:gd name="T92" fmla="*/ 220 w 406"/>
                <a:gd name="T93" fmla="*/ 447 h 572"/>
                <a:gd name="T94" fmla="*/ 240 w 406"/>
                <a:gd name="T95" fmla="*/ 469 h 572"/>
                <a:gd name="T96" fmla="*/ 247 w 406"/>
                <a:gd name="T97" fmla="*/ 543 h 572"/>
                <a:gd name="T98" fmla="*/ 146 w 406"/>
                <a:gd name="T99" fmla="*/ 545 h 572"/>
                <a:gd name="T100" fmla="*/ 137 w 406"/>
                <a:gd name="T101" fmla="*/ 524 h 572"/>
                <a:gd name="T102" fmla="*/ 130 w 406"/>
                <a:gd name="T103" fmla="*/ 553 h 572"/>
                <a:gd name="T104" fmla="*/ 193 w 406"/>
                <a:gd name="T105" fmla="*/ 309 h 572"/>
                <a:gd name="T106" fmla="*/ 196 w 406"/>
                <a:gd name="T107" fmla="*/ 303 h 572"/>
                <a:gd name="T108" fmla="*/ 209 w 406"/>
                <a:gd name="T109" fmla="*/ 295 h 572"/>
                <a:gd name="T110" fmla="*/ 218 w 406"/>
                <a:gd name="T111" fmla="*/ 301 h 572"/>
                <a:gd name="T112" fmla="*/ 221 w 406"/>
                <a:gd name="T113" fmla="*/ 307 h 572"/>
                <a:gd name="T114" fmla="*/ 211 w 406"/>
                <a:gd name="T115" fmla="*/ 310 h 572"/>
                <a:gd name="T116" fmla="*/ 222 w 406"/>
                <a:gd name="T117" fmla="*/ 307 h 572"/>
                <a:gd name="T118" fmla="*/ 191 w 406"/>
                <a:gd name="T119" fmla="*/ 185 h 572"/>
                <a:gd name="T120" fmla="*/ 63 w 406"/>
                <a:gd name="T121" fmla="*/ 186 h 572"/>
                <a:gd name="T122" fmla="*/ 22 w 406"/>
                <a:gd name="T123" fmla="*/ 214 h 5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06" h="572">
                  <a:moveTo>
                    <a:pt x="135" y="564"/>
                  </a:moveTo>
                  <a:cubicBezTo>
                    <a:pt x="136" y="564"/>
                    <a:pt x="137" y="565"/>
                    <a:pt x="137" y="564"/>
                  </a:cubicBezTo>
                  <a:cubicBezTo>
                    <a:pt x="137" y="565"/>
                    <a:pt x="137" y="565"/>
                    <a:pt x="137" y="565"/>
                  </a:cubicBezTo>
                  <a:cubicBezTo>
                    <a:pt x="138" y="565"/>
                    <a:pt x="140" y="563"/>
                    <a:pt x="139" y="566"/>
                  </a:cubicBezTo>
                  <a:cubicBezTo>
                    <a:pt x="140" y="563"/>
                    <a:pt x="139" y="565"/>
                    <a:pt x="138" y="564"/>
                  </a:cubicBezTo>
                  <a:cubicBezTo>
                    <a:pt x="139" y="562"/>
                    <a:pt x="140" y="563"/>
                    <a:pt x="141" y="562"/>
                  </a:cubicBezTo>
                  <a:cubicBezTo>
                    <a:pt x="139" y="565"/>
                    <a:pt x="142" y="563"/>
                    <a:pt x="142" y="564"/>
                  </a:cubicBezTo>
                  <a:cubicBezTo>
                    <a:pt x="142" y="565"/>
                    <a:pt x="142" y="565"/>
                    <a:pt x="142" y="566"/>
                  </a:cubicBezTo>
                  <a:cubicBezTo>
                    <a:pt x="143" y="564"/>
                    <a:pt x="143" y="564"/>
                    <a:pt x="143" y="564"/>
                  </a:cubicBezTo>
                  <a:cubicBezTo>
                    <a:pt x="142" y="568"/>
                    <a:pt x="145" y="564"/>
                    <a:pt x="145" y="566"/>
                  </a:cubicBezTo>
                  <a:cubicBezTo>
                    <a:pt x="144" y="566"/>
                    <a:pt x="144" y="568"/>
                    <a:pt x="144" y="569"/>
                  </a:cubicBezTo>
                  <a:cubicBezTo>
                    <a:pt x="144" y="566"/>
                    <a:pt x="146" y="566"/>
                    <a:pt x="147" y="564"/>
                  </a:cubicBezTo>
                  <a:cubicBezTo>
                    <a:pt x="148" y="565"/>
                    <a:pt x="145" y="567"/>
                    <a:pt x="145" y="569"/>
                  </a:cubicBezTo>
                  <a:cubicBezTo>
                    <a:pt x="146" y="567"/>
                    <a:pt x="146" y="571"/>
                    <a:pt x="147" y="568"/>
                  </a:cubicBezTo>
                  <a:cubicBezTo>
                    <a:pt x="147" y="567"/>
                    <a:pt x="148" y="567"/>
                    <a:pt x="149" y="566"/>
                  </a:cubicBezTo>
                  <a:cubicBezTo>
                    <a:pt x="150" y="566"/>
                    <a:pt x="148" y="567"/>
                    <a:pt x="148" y="568"/>
                  </a:cubicBezTo>
                  <a:cubicBezTo>
                    <a:pt x="149" y="568"/>
                    <a:pt x="150" y="566"/>
                    <a:pt x="150" y="565"/>
                  </a:cubicBezTo>
                  <a:cubicBezTo>
                    <a:pt x="150" y="566"/>
                    <a:pt x="152" y="564"/>
                    <a:pt x="152" y="565"/>
                  </a:cubicBezTo>
                  <a:cubicBezTo>
                    <a:pt x="152" y="567"/>
                    <a:pt x="150" y="566"/>
                    <a:pt x="150" y="567"/>
                  </a:cubicBezTo>
                  <a:cubicBezTo>
                    <a:pt x="152" y="568"/>
                    <a:pt x="152" y="563"/>
                    <a:pt x="154" y="563"/>
                  </a:cubicBezTo>
                  <a:cubicBezTo>
                    <a:pt x="153" y="562"/>
                    <a:pt x="155" y="559"/>
                    <a:pt x="155" y="558"/>
                  </a:cubicBezTo>
                  <a:cubicBezTo>
                    <a:pt x="157" y="560"/>
                    <a:pt x="155" y="559"/>
                    <a:pt x="155" y="561"/>
                  </a:cubicBezTo>
                  <a:cubicBezTo>
                    <a:pt x="155" y="561"/>
                    <a:pt x="155" y="561"/>
                    <a:pt x="155" y="561"/>
                  </a:cubicBezTo>
                  <a:cubicBezTo>
                    <a:pt x="155" y="564"/>
                    <a:pt x="152" y="566"/>
                    <a:pt x="153" y="568"/>
                  </a:cubicBezTo>
                  <a:cubicBezTo>
                    <a:pt x="154" y="567"/>
                    <a:pt x="154" y="567"/>
                    <a:pt x="154" y="567"/>
                  </a:cubicBezTo>
                  <a:cubicBezTo>
                    <a:pt x="153" y="568"/>
                    <a:pt x="153" y="569"/>
                    <a:pt x="153" y="570"/>
                  </a:cubicBezTo>
                  <a:cubicBezTo>
                    <a:pt x="153" y="568"/>
                    <a:pt x="154" y="570"/>
                    <a:pt x="155" y="570"/>
                  </a:cubicBezTo>
                  <a:cubicBezTo>
                    <a:pt x="155" y="568"/>
                    <a:pt x="154" y="570"/>
                    <a:pt x="154" y="569"/>
                  </a:cubicBezTo>
                  <a:cubicBezTo>
                    <a:pt x="155" y="568"/>
                    <a:pt x="156" y="566"/>
                    <a:pt x="157" y="567"/>
                  </a:cubicBezTo>
                  <a:cubicBezTo>
                    <a:pt x="156" y="568"/>
                    <a:pt x="157" y="569"/>
                    <a:pt x="156" y="570"/>
                  </a:cubicBezTo>
                  <a:cubicBezTo>
                    <a:pt x="157" y="571"/>
                    <a:pt x="157" y="568"/>
                    <a:pt x="157" y="569"/>
                  </a:cubicBezTo>
                  <a:cubicBezTo>
                    <a:pt x="157" y="570"/>
                    <a:pt x="157" y="570"/>
                    <a:pt x="157" y="570"/>
                  </a:cubicBezTo>
                  <a:cubicBezTo>
                    <a:pt x="160" y="571"/>
                    <a:pt x="164" y="571"/>
                    <a:pt x="166" y="567"/>
                  </a:cubicBezTo>
                  <a:cubicBezTo>
                    <a:pt x="166" y="569"/>
                    <a:pt x="167" y="569"/>
                    <a:pt x="169" y="570"/>
                  </a:cubicBezTo>
                  <a:cubicBezTo>
                    <a:pt x="168" y="570"/>
                    <a:pt x="169" y="569"/>
                    <a:pt x="169" y="568"/>
                  </a:cubicBezTo>
                  <a:cubicBezTo>
                    <a:pt x="170" y="570"/>
                    <a:pt x="170" y="570"/>
                    <a:pt x="170" y="570"/>
                  </a:cubicBezTo>
                  <a:cubicBezTo>
                    <a:pt x="170" y="572"/>
                    <a:pt x="172" y="570"/>
                    <a:pt x="172" y="569"/>
                  </a:cubicBezTo>
                  <a:cubicBezTo>
                    <a:pt x="172" y="570"/>
                    <a:pt x="172" y="570"/>
                    <a:pt x="172" y="570"/>
                  </a:cubicBezTo>
                  <a:cubicBezTo>
                    <a:pt x="173" y="571"/>
                    <a:pt x="173" y="569"/>
                    <a:pt x="173" y="568"/>
                  </a:cubicBezTo>
                  <a:cubicBezTo>
                    <a:pt x="174" y="570"/>
                    <a:pt x="174" y="570"/>
                    <a:pt x="174" y="570"/>
                  </a:cubicBezTo>
                  <a:cubicBezTo>
                    <a:pt x="174" y="569"/>
                    <a:pt x="174" y="569"/>
                    <a:pt x="174" y="569"/>
                  </a:cubicBezTo>
                  <a:cubicBezTo>
                    <a:pt x="174" y="568"/>
                    <a:pt x="175" y="568"/>
                    <a:pt x="175" y="570"/>
                  </a:cubicBezTo>
                  <a:cubicBezTo>
                    <a:pt x="175" y="570"/>
                    <a:pt x="176" y="569"/>
                    <a:pt x="175" y="569"/>
                  </a:cubicBezTo>
                  <a:cubicBezTo>
                    <a:pt x="176" y="570"/>
                    <a:pt x="178" y="570"/>
                    <a:pt x="179" y="569"/>
                  </a:cubicBezTo>
                  <a:cubicBezTo>
                    <a:pt x="178" y="569"/>
                    <a:pt x="178" y="568"/>
                    <a:pt x="178" y="567"/>
                  </a:cubicBezTo>
                  <a:cubicBezTo>
                    <a:pt x="178" y="564"/>
                    <a:pt x="179" y="567"/>
                    <a:pt x="179" y="566"/>
                  </a:cubicBezTo>
                  <a:cubicBezTo>
                    <a:pt x="179" y="567"/>
                    <a:pt x="180" y="567"/>
                    <a:pt x="179" y="568"/>
                  </a:cubicBezTo>
                  <a:cubicBezTo>
                    <a:pt x="181" y="571"/>
                    <a:pt x="183" y="569"/>
                    <a:pt x="184" y="569"/>
                  </a:cubicBezTo>
                  <a:cubicBezTo>
                    <a:pt x="185" y="568"/>
                    <a:pt x="185" y="568"/>
                    <a:pt x="185" y="568"/>
                  </a:cubicBezTo>
                  <a:cubicBezTo>
                    <a:pt x="186" y="570"/>
                    <a:pt x="188" y="568"/>
                    <a:pt x="189" y="569"/>
                  </a:cubicBezTo>
                  <a:cubicBezTo>
                    <a:pt x="189" y="568"/>
                    <a:pt x="189" y="565"/>
                    <a:pt x="190" y="565"/>
                  </a:cubicBezTo>
                  <a:cubicBezTo>
                    <a:pt x="190" y="563"/>
                    <a:pt x="190" y="567"/>
                    <a:pt x="191" y="569"/>
                  </a:cubicBezTo>
                  <a:cubicBezTo>
                    <a:pt x="191" y="568"/>
                    <a:pt x="192" y="567"/>
                    <a:pt x="192" y="567"/>
                  </a:cubicBezTo>
                  <a:cubicBezTo>
                    <a:pt x="192" y="568"/>
                    <a:pt x="192" y="568"/>
                    <a:pt x="192" y="568"/>
                  </a:cubicBezTo>
                  <a:cubicBezTo>
                    <a:pt x="192" y="567"/>
                    <a:pt x="193" y="566"/>
                    <a:pt x="194" y="567"/>
                  </a:cubicBezTo>
                  <a:cubicBezTo>
                    <a:pt x="194" y="567"/>
                    <a:pt x="194" y="567"/>
                    <a:pt x="194" y="567"/>
                  </a:cubicBezTo>
                  <a:cubicBezTo>
                    <a:pt x="194" y="567"/>
                    <a:pt x="195" y="569"/>
                    <a:pt x="195" y="568"/>
                  </a:cubicBezTo>
                  <a:cubicBezTo>
                    <a:pt x="195" y="567"/>
                    <a:pt x="196" y="568"/>
                    <a:pt x="196" y="566"/>
                  </a:cubicBezTo>
                  <a:cubicBezTo>
                    <a:pt x="197" y="567"/>
                    <a:pt x="197" y="567"/>
                    <a:pt x="197" y="567"/>
                  </a:cubicBezTo>
                  <a:cubicBezTo>
                    <a:pt x="197" y="565"/>
                    <a:pt x="197" y="565"/>
                    <a:pt x="197" y="565"/>
                  </a:cubicBezTo>
                  <a:cubicBezTo>
                    <a:pt x="197" y="566"/>
                    <a:pt x="197" y="566"/>
                    <a:pt x="197" y="566"/>
                  </a:cubicBezTo>
                  <a:cubicBezTo>
                    <a:pt x="197" y="568"/>
                    <a:pt x="197" y="568"/>
                    <a:pt x="197" y="568"/>
                  </a:cubicBezTo>
                  <a:cubicBezTo>
                    <a:pt x="198" y="569"/>
                    <a:pt x="197" y="566"/>
                    <a:pt x="198" y="565"/>
                  </a:cubicBezTo>
                  <a:cubicBezTo>
                    <a:pt x="198" y="564"/>
                    <a:pt x="198" y="566"/>
                    <a:pt x="199" y="566"/>
                  </a:cubicBezTo>
                  <a:cubicBezTo>
                    <a:pt x="198" y="567"/>
                    <a:pt x="198" y="566"/>
                    <a:pt x="198" y="566"/>
                  </a:cubicBezTo>
                  <a:cubicBezTo>
                    <a:pt x="198" y="568"/>
                    <a:pt x="198" y="567"/>
                    <a:pt x="199" y="568"/>
                  </a:cubicBezTo>
                  <a:cubicBezTo>
                    <a:pt x="199" y="568"/>
                    <a:pt x="199" y="566"/>
                    <a:pt x="199" y="566"/>
                  </a:cubicBezTo>
                  <a:cubicBezTo>
                    <a:pt x="200" y="566"/>
                    <a:pt x="201" y="566"/>
                    <a:pt x="200" y="568"/>
                  </a:cubicBezTo>
                  <a:cubicBezTo>
                    <a:pt x="201" y="567"/>
                    <a:pt x="201" y="567"/>
                    <a:pt x="201" y="566"/>
                  </a:cubicBezTo>
                  <a:cubicBezTo>
                    <a:pt x="201" y="566"/>
                    <a:pt x="200" y="565"/>
                    <a:pt x="200" y="564"/>
                  </a:cubicBezTo>
                  <a:cubicBezTo>
                    <a:pt x="201" y="564"/>
                    <a:pt x="201" y="564"/>
                    <a:pt x="201" y="564"/>
                  </a:cubicBezTo>
                  <a:cubicBezTo>
                    <a:pt x="201" y="565"/>
                    <a:pt x="201" y="565"/>
                    <a:pt x="201" y="565"/>
                  </a:cubicBezTo>
                  <a:cubicBezTo>
                    <a:pt x="201" y="564"/>
                    <a:pt x="202" y="565"/>
                    <a:pt x="202" y="563"/>
                  </a:cubicBezTo>
                  <a:cubicBezTo>
                    <a:pt x="202" y="565"/>
                    <a:pt x="202" y="565"/>
                    <a:pt x="202" y="565"/>
                  </a:cubicBezTo>
                  <a:cubicBezTo>
                    <a:pt x="203" y="564"/>
                    <a:pt x="203" y="564"/>
                    <a:pt x="204" y="564"/>
                  </a:cubicBezTo>
                  <a:cubicBezTo>
                    <a:pt x="204" y="566"/>
                    <a:pt x="204" y="568"/>
                    <a:pt x="205" y="568"/>
                  </a:cubicBezTo>
                  <a:cubicBezTo>
                    <a:pt x="205" y="566"/>
                    <a:pt x="205" y="566"/>
                    <a:pt x="205" y="566"/>
                  </a:cubicBezTo>
                  <a:cubicBezTo>
                    <a:pt x="206" y="566"/>
                    <a:pt x="206" y="566"/>
                    <a:pt x="206" y="567"/>
                  </a:cubicBezTo>
                  <a:cubicBezTo>
                    <a:pt x="207" y="568"/>
                    <a:pt x="207" y="562"/>
                    <a:pt x="209" y="564"/>
                  </a:cubicBezTo>
                  <a:cubicBezTo>
                    <a:pt x="208" y="566"/>
                    <a:pt x="209" y="566"/>
                    <a:pt x="209" y="567"/>
                  </a:cubicBezTo>
                  <a:cubicBezTo>
                    <a:pt x="209" y="566"/>
                    <a:pt x="209" y="566"/>
                    <a:pt x="209" y="566"/>
                  </a:cubicBezTo>
                  <a:cubicBezTo>
                    <a:pt x="209" y="565"/>
                    <a:pt x="209" y="567"/>
                    <a:pt x="209" y="566"/>
                  </a:cubicBezTo>
                  <a:cubicBezTo>
                    <a:pt x="208" y="564"/>
                    <a:pt x="209" y="565"/>
                    <a:pt x="209" y="564"/>
                  </a:cubicBezTo>
                  <a:cubicBezTo>
                    <a:pt x="211" y="569"/>
                    <a:pt x="213" y="565"/>
                    <a:pt x="215" y="567"/>
                  </a:cubicBezTo>
                  <a:cubicBezTo>
                    <a:pt x="215" y="565"/>
                    <a:pt x="216" y="567"/>
                    <a:pt x="216" y="566"/>
                  </a:cubicBezTo>
                  <a:cubicBezTo>
                    <a:pt x="216" y="568"/>
                    <a:pt x="217" y="565"/>
                    <a:pt x="217" y="567"/>
                  </a:cubicBezTo>
                  <a:cubicBezTo>
                    <a:pt x="217" y="564"/>
                    <a:pt x="217" y="564"/>
                    <a:pt x="217" y="564"/>
                  </a:cubicBezTo>
                  <a:cubicBezTo>
                    <a:pt x="218" y="566"/>
                    <a:pt x="218" y="560"/>
                    <a:pt x="219" y="563"/>
                  </a:cubicBezTo>
                  <a:cubicBezTo>
                    <a:pt x="220" y="564"/>
                    <a:pt x="219" y="565"/>
                    <a:pt x="219" y="565"/>
                  </a:cubicBezTo>
                  <a:cubicBezTo>
                    <a:pt x="220" y="568"/>
                    <a:pt x="221" y="563"/>
                    <a:pt x="222" y="566"/>
                  </a:cubicBezTo>
                  <a:cubicBezTo>
                    <a:pt x="222" y="565"/>
                    <a:pt x="221" y="563"/>
                    <a:pt x="222" y="562"/>
                  </a:cubicBezTo>
                  <a:cubicBezTo>
                    <a:pt x="223" y="563"/>
                    <a:pt x="224" y="565"/>
                    <a:pt x="224" y="565"/>
                  </a:cubicBezTo>
                  <a:cubicBezTo>
                    <a:pt x="224" y="565"/>
                    <a:pt x="224" y="564"/>
                    <a:pt x="225" y="565"/>
                  </a:cubicBezTo>
                  <a:cubicBezTo>
                    <a:pt x="225" y="565"/>
                    <a:pt x="225" y="565"/>
                    <a:pt x="225" y="566"/>
                  </a:cubicBezTo>
                  <a:cubicBezTo>
                    <a:pt x="226" y="566"/>
                    <a:pt x="226" y="565"/>
                    <a:pt x="227" y="564"/>
                  </a:cubicBezTo>
                  <a:cubicBezTo>
                    <a:pt x="227" y="566"/>
                    <a:pt x="229" y="565"/>
                    <a:pt x="230" y="566"/>
                  </a:cubicBezTo>
                  <a:cubicBezTo>
                    <a:pt x="230" y="563"/>
                    <a:pt x="231" y="567"/>
                    <a:pt x="231" y="564"/>
                  </a:cubicBezTo>
                  <a:cubicBezTo>
                    <a:pt x="231" y="564"/>
                    <a:pt x="231" y="564"/>
                    <a:pt x="231" y="564"/>
                  </a:cubicBezTo>
                  <a:cubicBezTo>
                    <a:pt x="232" y="564"/>
                    <a:pt x="232" y="562"/>
                    <a:pt x="232" y="561"/>
                  </a:cubicBezTo>
                  <a:cubicBezTo>
                    <a:pt x="232" y="563"/>
                    <a:pt x="232" y="563"/>
                    <a:pt x="232" y="563"/>
                  </a:cubicBezTo>
                  <a:cubicBezTo>
                    <a:pt x="232" y="566"/>
                    <a:pt x="234" y="564"/>
                    <a:pt x="234" y="565"/>
                  </a:cubicBezTo>
                  <a:cubicBezTo>
                    <a:pt x="233" y="563"/>
                    <a:pt x="234" y="565"/>
                    <a:pt x="234" y="563"/>
                  </a:cubicBezTo>
                  <a:cubicBezTo>
                    <a:pt x="235" y="563"/>
                    <a:pt x="235" y="563"/>
                    <a:pt x="235" y="563"/>
                  </a:cubicBezTo>
                  <a:cubicBezTo>
                    <a:pt x="235" y="562"/>
                    <a:pt x="235" y="562"/>
                    <a:pt x="236" y="561"/>
                  </a:cubicBezTo>
                  <a:cubicBezTo>
                    <a:pt x="236" y="561"/>
                    <a:pt x="236" y="564"/>
                    <a:pt x="236" y="563"/>
                  </a:cubicBezTo>
                  <a:cubicBezTo>
                    <a:pt x="237" y="564"/>
                    <a:pt x="237" y="564"/>
                    <a:pt x="237" y="563"/>
                  </a:cubicBezTo>
                  <a:cubicBezTo>
                    <a:pt x="237" y="563"/>
                    <a:pt x="237" y="563"/>
                    <a:pt x="237" y="563"/>
                  </a:cubicBezTo>
                  <a:cubicBezTo>
                    <a:pt x="237" y="563"/>
                    <a:pt x="237" y="563"/>
                    <a:pt x="238" y="563"/>
                  </a:cubicBezTo>
                  <a:cubicBezTo>
                    <a:pt x="238" y="563"/>
                    <a:pt x="238" y="563"/>
                    <a:pt x="238" y="563"/>
                  </a:cubicBezTo>
                  <a:cubicBezTo>
                    <a:pt x="238" y="563"/>
                    <a:pt x="238" y="563"/>
                    <a:pt x="238" y="563"/>
                  </a:cubicBezTo>
                  <a:cubicBezTo>
                    <a:pt x="238" y="563"/>
                    <a:pt x="238" y="563"/>
                    <a:pt x="238" y="563"/>
                  </a:cubicBezTo>
                  <a:cubicBezTo>
                    <a:pt x="238" y="563"/>
                    <a:pt x="238" y="563"/>
                    <a:pt x="238" y="563"/>
                  </a:cubicBezTo>
                  <a:cubicBezTo>
                    <a:pt x="238" y="564"/>
                    <a:pt x="238" y="563"/>
                    <a:pt x="238" y="563"/>
                  </a:cubicBezTo>
                  <a:cubicBezTo>
                    <a:pt x="238" y="563"/>
                    <a:pt x="239" y="563"/>
                    <a:pt x="239" y="564"/>
                  </a:cubicBezTo>
                  <a:cubicBezTo>
                    <a:pt x="239" y="565"/>
                    <a:pt x="239" y="565"/>
                    <a:pt x="239" y="565"/>
                  </a:cubicBezTo>
                  <a:cubicBezTo>
                    <a:pt x="239" y="565"/>
                    <a:pt x="240" y="563"/>
                    <a:pt x="240" y="563"/>
                  </a:cubicBezTo>
                  <a:cubicBezTo>
                    <a:pt x="242" y="564"/>
                    <a:pt x="244" y="562"/>
                    <a:pt x="245" y="561"/>
                  </a:cubicBezTo>
                  <a:cubicBezTo>
                    <a:pt x="244" y="561"/>
                    <a:pt x="244" y="562"/>
                    <a:pt x="244" y="562"/>
                  </a:cubicBezTo>
                  <a:cubicBezTo>
                    <a:pt x="245" y="561"/>
                    <a:pt x="245" y="560"/>
                    <a:pt x="245" y="561"/>
                  </a:cubicBezTo>
                  <a:cubicBezTo>
                    <a:pt x="246" y="560"/>
                    <a:pt x="246" y="562"/>
                    <a:pt x="247" y="562"/>
                  </a:cubicBezTo>
                  <a:cubicBezTo>
                    <a:pt x="247" y="562"/>
                    <a:pt x="247" y="560"/>
                    <a:pt x="247" y="561"/>
                  </a:cubicBezTo>
                  <a:cubicBezTo>
                    <a:pt x="248" y="563"/>
                    <a:pt x="249" y="559"/>
                    <a:pt x="251" y="560"/>
                  </a:cubicBezTo>
                  <a:cubicBezTo>
                    <a:pt x="251" y="560"/>
                    <a:pt x="251" y="561"/>
                    <a:pt x="251" y="561"/>
                  </a:cubicBezTo>
                  <a:cubicBezTo>
                    <a:pt x="252" y="560"/>
                    <a:pt x="253" y="560"/>
                    <a:pt x="253" y="558"/>
                  </a:cubicBezTo>
                  <a:cubicBezTo>
                    <a:pt x="253" y="559"/>
                    <a:pt x="253" y="559"/>
                    <a:pt x="253" y="559"/>
                  </a:cubicBezTo>
                  <a:cubicBezTo>
                    <a:pt x="254" y="559"/>
                    <a:pt x="255" y="559"/>
                    <a:pt x="255" y="557"/>
                  </a:cubicBezTo>
                  <a:cubicBezTo>
                    <a:pt x="254" y="557"/>
                    <a:pt x="255" y="558"/>
                    <a:pt x="255" y="558"/>
                  </a:cubicBezTo>
                  <a:cubicBezTo>
                    <a:pt x="254" y="557"/>
                    <a:pt x="255" y="555"/>
                    <a:pt x="255" y="555"/>
                  </a:cubicBezTo>
                  <a:cubicBezTo>
                    <a:pt x="255" y="556"/>
                    <a:pt x="255" y="556"/>
                    <a:pt x="255" y="556"/>
                  </a:cubicBezTo>
                  <a:cubicBezTo>
                    <a:pt x="256" y="555"/>
                    <a:pt x="256" y="555"/>
                    <a:pt x="257" y="554"/>
                  </a:cubicBezTo>
                  <a:cubicBezTo>
                    <a:pt x="257" y="555"/>
                    <a:pt x="256" y="555"/>
                    <a:pt x="257" y="556"/>
                  </a:cubicBezTo>
                  <a:cubicBezTo>
                    <a:pt x="257" y="558"/>
                    <a:pt x="259" y="557"/>
                    <a:pt x="259" y="557"/>
                  </a:cubicBezTo>
                  <a:cubicBezTo>
                    <a:pt x="259" y="555"/>
                    <a:pt x="259" y="555"/>
                    <a:pt x="259" y="555"/>
                  </a:cubicBezTo>
                  <a:cubicBezTo>
                    <a:pt x="260" y="555"/>
                    <a:pt x="260" y="557"/>
                    <a:pt x="260" y="557"/>
                  </a:cubicBezTo>
                  <a:cubicBezTo>
                    <a:pt x="261" y="551"/>
                    <a:pt x="261" y="551"/>
                    <a:pt x="261" y="551"/>
                  </a:cubicBezTo>
                  <a:cubicBezTo>
                    <a:pt x="260" y="552"/>
                    <a:pt x="262" y="553"/>
                    <a:pt x="261" y="555"/>
                  </a:cubicBezTo>
                  <a:cubicBezTo>
                    <a:pt x="263" y="554"/>
                    <a:pt x="263" y="551"/>
                    <a:pt x="263" y="549"/>
                  </a:cubicBezTo>
                  <a:cubicBezTo>
                    <a:pt x="263" y="550"/>
                    <a:pt x="264" y="548"/>
                    <a:pt x="265" y="548"/>
                  </a:cubicBezTo>
                  <a:cubicBezTo>
                    <a:pt x="265" y="549"/>
                    <a:pt x="264" y="548"/>
                    <a:pt x="264" y="549"/>
                  </a:cubicBezTo>
                  <a:cubicBezTo>
                    <a:pt x="266" y="550"/>
                    <a:pt x="266" y="550"/>
                    <a:pt x="266" y="550"/>
                  </a:cubicBezTo>
                  <a:cubicBezTo>
                    <a:pt x="265" y="551"/>
                    <a:pt x="266" y="553"/>
                    <a:pt x="266" y="554"/>
                  </a:cubicBezTo>
                  <a:cubicBezTo>
                    <a:pt x="266" y="553"/>
                    <a:pt x="268" y="553"/>
                    <a:pt x="269" y="553"/>
                  </a:cubicBezTo>
                  <a:cubicBezTo>
                    <a:pt x="268" y="551"/>
                    <a:pt x="270" y="552"/>
                    <a:pt x="270" y="549"/>
                  </a:cubicBezTo>
                  <a:cubicBezTo>
                    <a:pt x="271" y="549"/>
                    <a:pt x="271" y="551"/>
                    <a:pt x="271" y="552"/>
                  </a:cubicBezTo>
                  <a:cubicBezTo>
                    <a:pt x="272" y="550"/>
                    <a:pt x="274" y="550"/>
                    <a:pt x="275" y="550"/>
                  </a:cubicBezTo>
                  <a:cubicBezTo>
                    <a:pt x="275" y="550"/>
                    <a:pt x="275" y="550"/>
                    <a:pt x="275" y="550"/>
                  </a:cubicBezTo>
                  <a:cubicBezTo>
                    <a:pt x="275" y="549"/>
                    <a:pt x="277" y="549"/>
                    <a:pt x="277" y="547"/>
                  </a:cubicBezTo>
                  <a:cubicBezTo>
                    <a:pt x="278" y="548"/>
                    <a:pt x="278" y="548"/>
                    <a:pt x="278" y="548"/>
                  </a:cubicBezTo>
                  <a:cubicBezTo>
                    <a:pt x="279" y="549"/>
                    <a:pt x="277" y="545"/>
                    <a:pt x="278" y="546"/>
                  </a:cubicBezTo>
                  <a:cubicBezTo>
                    <a:pt x="279" y="547"/>
                    <a:pt x="279" y="547"/>
                    <a:pt x="279" y="547"/>
                  </a:cubicBezTo>
                  <a:cubicBezTo>
                    <a:pt x="279" y="546"/>
                    <a:pt x="281" y="548"/>
                    <a:pt x="281" y="546"/>
                  </a:cubicBezTo>
                  <a:cubicBezTo>
                    <a:pt x="281" y="547"/>
                    <a:pt x="281" y="547"/>
                    <a:pt x="281" y="547"/>
                  </a:cubicBezTo>
                  <a:cubicBezTo>
                    <a:pt x="281" y="546"/>
                    <a:pt x="282" y="546"/>
                    <a:pt x="282" y="544"/>
                  </a:cubicBezTo>
                  <a:cubicBezTo>
                    <a:pt x="283" y="546"/>
                    <a:pt x="283" y="546"/>
                    <a:pt x="283" y="546"/>
                  </a:cubicBezTo>
                  <a:cubicBezTo>
                    <a:pt x="284" y="547"/>
                    <a:pt x="283" y="544"/>
                    <a:pt x="284" y="544"/>
                  </a:cubicBezTo>
                  <a:cubicBezTo>
                    <a:pt x="284" y="544"/>
                    <a:pt x="285" y="545"/>
                    <a:pt x="285" y="545"/>
                  </a:cubicBezTo>
                  <a:cubicBezTo>
                    <a:pt x="285" y="544"/>
                    <a:pt x="286" y="544"/>
                    <a:pt x="286" y="543"/>
                  </a:cubicBezTo>
                  <a:cubicBezTo>
                    <a:pt x="288" y="545"/>
                    <a:pt x="288" y="545"/>
                    <a:pt x="288" y="545"/>
                  </a:cubicBezTo>
                  <a:cubicBezTo>
                    <a:pt x="291" y="543"/>
                    <a:pt x="295" y="541"/>
                    <a:pt x="298" y="537"/>
                  </a:cubicBezTo>
                  <a:cubicBezTo>
                    <a:pt x="300" y="539"/>
                    <a:pt x="298" y="539"/>
                    <a:pt x="299" y="540"/>
                  </a:cubicBezTo>
                  <a:cubicBezTo>
                    <a:pt x="298" y="538"/>
                    <a:pt x="299" y="539"/>
                    <a:pt x="300" y="538"/>
                  </a:cubicBezTo>
                  <a:cubicBezTo>
                    <a:pt x="300" y="538"/>
                    <a:pt x="300" y="538"/>
                    <a:pt x="300" y="538"/>
                  </a:cubicBezTo>
                  <a:cubicBezTo>
                    <a:pt x="300" y="538"/>
                    <a:pt x="301" y="539"/>
                    <a:pt x="302" y="538"/>
                  </a:cubicBezTo>
                  <a:cubicBezTo>
                    <a:pt x="301" y="537"/>
                    <a:pt x="301" y="537"/>
                    <a:pt x="301" y="537"/>
                  </a:cubicBezTo>
                  <a:cubicBezTo>
                    <a:pt x="301" y="536"/>
                    <a:pt x="304" y="539"/>
                    <a:pt x="303" y="536"/>
                  </a:cubicBezTo>
                  <a:cubicBezTo>
                    <a:pt x="304" y="537"/>
                    <a:pt x="304" y="537"/>
                    <a:pt x="304" y="537"/>
                  </a:cubicBezTo>
                  <a:cubicBezTo>
                    <a:pt x="303" y="535"/>
                    <a:pt x="305" y="538"/>
                    <a:pt x="305" y="535"/>
                  </a:cubicBezTo>
                  <a:cubicBezTo>
                    <a:pt x="305" y="536"/>
                    <a:pt x="305" y="536"/>
                    <a:pt x="305" y="536"/>
                  </a:cubicBezTo>
                  <a:cubicBezTo>
                    <a:pt x="306" y="536"/>
                    <a:pt x="305" y="532"/>
                    <a:pt x="306" y="534"/>
                  </a:cubicBezTo>
                  <a:cubicBezTo>
                    <a:pt x="307" y="533"/>
                    <a:pt x="307" y="532"/>
                    <a:pt x="306" y="530"/>
                  </a:cubicBezTo>
                  <a:cubicBezTo>
                    <a:pt x="308" y="533"/>
                    <a:pt x="308" y="533"/>
                    <a:pt x="308" y="533"/>
                  </a:cubicBezTo>
                  <a:cubicBezTo>
                    <a:pt x="310" y="530"/>
                    <a:pt x="313" y="528"/>
                    <a:pt x="314" y="524"/>
                  </a:cubicBezTo>
                  <a:cubicBezTo>
                    <a:pt x="314" y="525"/>
                    <a:pt x="314" y="525"/>
                    <a:pt x="314" y="525"/>
                  </a:cubicBezTo>
                  <a:cubicBezTo>
                    <a:pt x="314" y="522"/>
                    <a:pt x="319" y="525"/>
                    <a:pt x="317" y="521"/>
                  </a:cubicBezTo>
                  <a:cubicBezTo>
                    <a:pt x="316" y="519"/>
                    <a:pt x="316" y="519"/>
                    <a:pt x="316" y="519"/>
                  </a:cubicBezTo>
                  <a:cubicBezTo>
                    <a:pt x="318" y="520"/>
                    <a:pt x="318" y="520"/>
                    <a:pt x="318" y="520"/>
                  </a:cubicBezTo>
                  <a:cubicBezTo>
                    <a:pt x="317" y="519"/>
                    <a:pt x="319" y="519"/>
                    <a:pt x="318" y="518"/>
                  </a:cubicBezTo>
                  <a:cubicBezTo>
                    <a:pt x="318" y="518"/>
                    <a:pt x="318" y="519"/>
                    <a:pt x="319" y="519"/>
                  </a:cubicBezTo>
                  <a:cubicBezTo>
                    <a:pt x="320" y="519"/>
                    <a:pt x="318" y="516"/>
                    <a:pt x="319" y="516"/>
                  </a:cubicBezTo>
                  <a:cubicBezTo>
                    <a:pt x="320" y="517"/>
                    <a:pt x="320" y="517"/>
                    <a:pt x="320" y="517"/>
                  </a:cubicBezTo>
                  <a:cubicBezTo>
                    <a:pt x="324" y="517"/>
                    <a:pt x="329" y="511"/>
                    <a:pt x="325" y="508"/>
                  </a:cubicBezTo>
                  <a:cubicBezTo>
                    <a:pt x="324" y="507"/>
                    <a:pt x="327" y="507"/>
                    <a:pt x="327" y="507"/>
                  </a:cubicBezTo>
                  <a:cubicBezTo>
                    <a:pt x="323" y="505"/>
                    <a:pt x="324" y="499"/>
                    <a:pt x="317" y="501"/>
                  </a:cubicBezTo>
                  <a:cubicBezTo>
                    <a:pt x="315" y="501"/>
                    <a:pt x="312" y="506"/>
                    <a:pt x="312" y="506"/>
                  </a:cubicBezTo>
                  <a:cubicBezTo>
                    <a:pt x="318" y="506"/>
                    <a:pt x="315" y="512"/>
                    <a:pt x="315" y="509"/>
                  </a:cubicBezTo>
                  <a:cubicBezTo>
                    <a:pt x="313" y="508"/>
                    <a:pt x="315" y="509"/>
                    <a:pt x="313" y="509"/>
                  </a:cubicBezTo>
                  <a:cubicBezTo>
                    <a:pt x="312" y="512"/>
                    <a:pt x="303" y="513"/>
                    <a:pt x="299" y="519"/>
                  </a:cubicBezTo>
                  <a:cubicBezTo>
                    <a:pt x="300" y="519"/>
                    <a:pt x="300" y="520"/>
                    <a:pt x="300" y="521"/>
                  </a:cubicBezTo>
                  <a:cubicBezTo>
                    <a:pt x="299" y="520"/>
                    <a:pt x="299" y="520"/>
                    <a:pt x="299" y="520"/>
                  </a:cubicBezTo>
                  <a:cubicBezTo>
                    <a:pt x="300" y="522"/>
                    <a:pt x="300" y="522"/>
                    <a:pt x="300" y="522"/>
                  </a:cubicBezTo>
                  <a:cubicBezTo>
                    <a:pt x="299" y="522"/>
                    <a:pt x="298" y="521"/>
                    <a:pt x="299" y="520"/>
                  </a:cubicBezTo>
                  <a:cubicBezTo>
                    <a:pt x="296" y="522"/>
                    <a:pt x="294" y="524"/>
                    <a:pt x="292" y="525"/>
                  </a:cubicBezTo>
                  <a:cubicBezTo>
                    <a:pt x="293" y="527"/>
                    <a:pt x="291" y="526"/>
                    <a:pt x="292" y="528"/>
                  </a:cubicBezTo>
                  <a:cubicBezTo>
                    <a:pt x="291" y="527"/>
                    <a:pt x="291" y="527"/>
                    <a:pt x="291" y="527"/>
                  </a:cubicBezTo>
                  <a:cubicBezTo>
                    <a:pt x="290" y="529"/>
                    <a:pt x="290" y="529"/>
                    <a:pt x="287" y="527"/>
                  </a:cubicBezTo>
                  <a:cubicBezTo>
                    <a:pt x="280" y="529"/>
                    <a:pt x="275" y="533"/>
                    <a:pt x="268" y="535"/>
                  </a:cubicBezTo>
                  <a:cubicBezTo>
                    <a:pt x="263" y="536"/>
                    <a:pt x="259" y="538"/>
                    <a:pt x="255" y="540"/>
                  </a:cubicBezTo>
                  <a:cubicBezTo>
                    <a:pt x="255" y="537"/>
                    <a:pt x="256" y="534"/>
                    <a:pt x="257" y="531"/>
                  </a:cubicBezTo>
                  <a:cubicBezTo>
                    <a:pt x="257" y="529"/>
                    <a:pt x="255" y="527"/>
                    <a:pt x="256" y="525"/>
                  </a:cubicBezTo>
                  <a:cubicBezTo>
                    <a:pt x="255" y="519"/>
                    <a:pt x="260" y="512"/>
                    <a:pt x="257" y="505"/>
                  </a:cubicBezTo>
                  <a:cubicBezTo>
                    <a:pt x="257" y="505"/>
                    <a:pt x="256" y="505"/>
                    <a:pt x="255" y="504"/>
                  </a:cubicBezTo>
                  <a:cubicBezTo>
                    <a:pt x="256" y="504"/>
                    <a:pt x="256" y="504"/>
                    <a:pt x="256" y="504"/>
                  </a:cubicBezTo>
                  <a:cubicBezTo>
                    <a:pt x="254" y="504"/>
                    <a:pt x="254" y="504"/>
                    <a:pt x="254" y="504"/>
                  </a:cubicBezTo>
                  <a:cubicBezTo>
                    <a:pt x="254" y="503"/>
                    <a:pt x="256" y="504"/>
                    <a:pt x="256" y="504"/>
                  </a:cubicBezTo>
                  <a:cubicBezTo>
                    <a:pt x="256" y="501"/>
                    <a:pt x="256" y="499"/>
                    <a:pt x="256" y="496"/>
                  </a:cubicBezTo>
                  <a:cubicBezTo>
                    <a:pt x="254" y="496"/>
                    <a:pt x="256" y="494"/>
                    <a:pt x="254" y="494"/>
                  </a:cubicBezTo>
                  <a:cubicBezTo>
                    <a:pt x="255" y="494"/>
                    <a:pt x="255" y="494"/>
                    <a:pt x="255" y="494"/>
                  </a:cubicBezTo>
                  <a:cubicBezTo>
                    <a:pt x="254" y="492"/>
                    <a:pt x="254" y="492"/>
                    <a:pt x="257" y="491"/>
                  </a:cubicBezTo>
                  <a:cubicBezTo>
                    <a:pt x="259" y="481"/>
                    <a:pt x="257" y="475"/>
                    <a:pt x="256" y="465"/>
                  </a:cubicBezTo>
                  <a:cubicBezTo>
                    <a:pt x="254" y="457"/>
                    <a:pt x="250" y="447"/>
                    <a:pt x="242" y="440"/>
                  </a:cubicBezTo>
                  <a:cubicBezTo>
                    <a:pt x="242" y="440"/>
                    <a:pt x="242" y="440"/>
                    <a:pt x="242" y="440"/>
                  </a:cubicBezTo>
                  <a:cubicBezTo>
                    <a:pt x="242" y="440"/>
                    <a:pt x="242" y="440"/>
                    <a:pt x="242" y="440"/>
                  </a:cubicBezTo>
                  <a:cubicBezTo>
                    <a:pt x="241" y="439"/>
                    <a:pt x="241" y="439"/>
                    <a:pt x="240" y="438"/>
                  </a:cubicBezTo>
                  <a:cubicBezTo>
                    <a:pt x="237" y="440"/>
                    <a:pt x="236" y="437"/>
                    <a:pt x="233" y="438"/>
                  </a:cubicBezTo>
                  <a:cubicBezTo>
                    <a:pt x="234" y="437"/>
                    <a:pt x="234" y="437"/>
                    <a:pt x="234" y="437"/>
                  </a:cubicBezTo>
                  <a:cubicBezTo>
                    <a:pt x="232" y="438"/>
                    <a:pt x="232" y="436"/>
                    <a:pt x="232" y="434"/>
                  </a:cubicBezTo>
                  <a:cubicBezTo>
                    <a:pt x="231" y="435"/>
                    <a:pt x="231" y="434"/>
                    <a:pt x="230" y="436"/>
                  </a:cubicBezTo>
                  <a:cubicBezTo>
                    <a:pt x="228" y="437"/>
                    <a:pt x="230" y="433"/>
                    <a:pt x="229" y="433"/>
                  </a:cubicBezTo>
                  <a:cubicBezTo>
                    <a:pt x="229" y="432"/>
                    <a:pt x="228" y="434"/>
                    <a:pt x="228" y="433"/>
                  </a:cubicBezTo>
                  <a:cubicBezTo>
                    <a:pt x="225" y="435"/>
                    <a:pt x="229" y="433"/>
                    <a:pt x="227" y="429"/>
                  </a:cubicBezTo>
                  <a:cubicBezTo>
                    <a:pt x="223" y="428"/>
                    <a:pt x="219" y="429"/>
                    <a:pt x="215" y="428"/>
                  </a:cubicBezTo>
                  <a:cubicBezTo>
                    <a:pt x="214" y="427"/>
                    <a:pt x="214" y="425"/>
                    <a:pt x="214" y="424"/>
                  </a:cubicBezTo>
                  <a:cubicBezTo>
                    <a:pt x="212" y="424"/>
                    <a:pt x="214" y="423"/>
                    <a:pt x="212" y="424"/>
                  </a:cubicBezTo>
                  <a:cubicBezTo>
                    <a:pt x="213" y="424"/>
                    <a:pt x="213" y="424"/>
                    <a:pt x="213" y="424"/>
                  </a:cubicBezTo>
                  <a:cubicBezTo>
                    <a:pt x="212" y="423"/>
                    <a:pt x="211" y="423"/>
                    <a:pt x="214" y="421"/>
                  </a:cubicBezTo>
                  <a:cubicBezTo>
                    <a:pt x="216" y="417"/>
                    <a:pt x="214" y="413"/>
                    <a:pt x="214" y="409"/>
                  </a:cubicBezTo>
                  <a:cubicBezTo>
                    <a:pt x="213" y="405"/>
                    <a:pt x="211" y="401"/>
                    <a:pt x="210" y="397"/>
                  </a:cubicBezTo>
                  <a:cubicBezTo>
                    <a:pt x="206" y="397"/>
                    <a:pt x="207" y="396"/>
                    <a:pt x="204" y="395"/>
                  </a:cubicBezTo>
                  <a:cubicBezTo>
                    <a:pt x="206" y="395"/>
                    <a:pt x="206" y="395"/>
                    <a:pt x="206" y="395"/>
                  </a:cubicBezTo>
                  <a:cubicBezTo>
                    <a:pt x="204" y="395"/>
                    <a:pt x="206" y="394"/>
                    <a:pt x="207" y="394"/>
                  </a:cubicBezTo>
                  <a:cubicBezTo>
                    <a:pt x="206" y="394"/>
                    <a:pt x="207" y="393"/>
                    <a:pt x="205" y="394"/>
                  </a:cubicBezTo>
                  <a:cubicBezTo>
                    <a:pt x="203" y="393"/>
                    <a:pt x="207" y="393"/>
                    <a:pt x="206" y="393"/>
                  </a:cubicBezTo>
                  <a:cubicBezTo>
                    <a:pt x="207" y="392"/>
                    <a:pt x="205" y="393"/>
                    <a:pt x="206" y="393"/>
                  </a:cubicBezTo>
                  <a:cubicBezTo>
                    <a:pt x="203" y="392"/>
                    <a:pt x="207" y="393"/>
                    <a:pt x="209" y="391"/>
                  </a:cubicBezTo>
                  <a:cubicBezTo>
                    <a:pt x="208" y="390"/>
                    <a:pt x="206" y="388"/>
                    <a:pt x="207" y="387"/>
                  </a:cubicBezTo>
                  <a:cubicBezTo>
                    <a:pt x="207" y="387"/>
                    <a:pt x="206" y="387"/>
                    <a:pt x="206" y="387"/>
                  </a:cubicBezTo>
                  <a:cubicBezTo>
                    <a:pt x="209" y="386"/>
                    <a:pt x="205" y="386"/>
                    <a:pt x="206" y="386"/>
                  </a:cubicBezTo>
                  <a:cubicBezTo>
                    <a:pt x="207" y="386"/>
                    <a:pt x="207" y="386"/>
                    <a:pt x="207" y="386"/>
                  </a:cubicBezTo>
                  <a:cubicBezTo>
                    <a:pt x="209" y="385"/>
                    <a:pt x="207" y="385"/>
                    <a:pt x="208" y="384"/>
                  </a:cubicBezTo>
                  <a:cubicBezTo>
                    <a:pt x="207" y="383"/>
                    <a:pt x="210" y="382"/>
                    <a:pt x="208" y="382"/>
                  </a:cubicBezTo>
                  <a:cubicBezTo>
                    <a:pt x="209" y="382"/>
                    <a:pt x="209" y="382"/>
                    <a:pt x="210" y="382"/>
                  </a:cubicBezTo>
                  <a:cubicBezTo>
                    <a:pt x="206" y="381"/>
                    <a:pt x="211" y="380"/>
                    <a:pt x="209" y="379"/>
                  </a:cubicBezTo>
                  <a:cubicBezTo>
                    <a:pt x="209" y="380"/>
                    <a:pt x="209" y="380"/>
                    <a:pt x="209" y="380"/>
                  </a:cubicBezTo>
                  <a:cubicBezTo>
                    <a:pt x="209" y="378"/>
                    <a:pt x="210" y="376"/>
                    <a:pt x="208" y="374"/>
                  </a:cubicBezTo>
                  <a:cubicBezTo>
                    <a:pt x="208" y="372"/>
                    <a:pt x="212" y="371"/>
                    <a:pt x="210" y="370"/>
                  </a:cubicBezTo>
                  <a:cubicBezTo>
                    <a:pt x="208" y="370"/>
                    <a:pt x="208" y="370"/>
                    <a:pt x="208" y="370"/>
                  </a:cubicBezTo>
                  <a:cubicBezTo>
                    <a:pt x="209" y="369"/>
                    <a:pt x="210" y="370"/>
                    <a:pt x="210" y="370"/>
                  </a:cubicBezTo>
                  <a:cubicBezTo>
                    <a:pt x="209" y="369"/>
                    <a:pt x="211" y="368"/>
                    <a:pt x="211" y="367"/>
                  </a:cubicBezTo>
                  <a:cubicBezTo>
                    <a:pt x="210" y="367"/>
                    <a:pt x="210" y="367"/>
                    <a:pt x="209" y="367"/>
                  </a:cubicBezTo>
                  <a:cubicBezTo>
                    <a:pt x="212" y="366"/>
                    <a:pt x="208" y="365"/>
                    <a:pt x="210" y="364"/>
                  </a:cubicBezTo>
                  <a:cubicBezTo>
                    <a:pt x="207" y="364"/>
                    <a:pt x="209" y="363"/>
                    <a:pt x="208" y="363"/>
                  </a:cubicBezTo>
                  <a:cubicBezTo>
                    <a:pt x="208" y="363"/>
                    <a:pt x="209" y="363"/>
                    <a:pt x="209" y="363"/>
                  </a:cubicBezTo>
                  <a:cubicBezTo>
                    <a:pt x="209" y="362"/>
                    <a:pt x="209" y="362"/>
                    <a:pt x="210" y="361"/>
                  </a:cubicBezTo>
                  <a:cubicBezTo>
                    <a:pt x="210" y="361"/>
                    <a:pt x="208" y="360"/>
                    <a:pt x="209" y="360"/>
                  </a:cubicBezTo>
                  <a:cubicBezTo>
                    <a:pt x="211" y="360"/>
                    <a:pt x="209" y="359"/>
                    <a:pt x="210" y="359"/>
                  </a:cubicBezTo>
                  <a:cubicBezTo>
                    <a:pt x="208" y="359"/>
                    <a:pt x="206" y="358"/>
                    <a:pt x="207" y="358"/>
                  </a:cubicBezTo>
                  <a:cubicBezTo>
                    <a:pt x="210" y="358"/>
                    <a:pt x="210" y="358"/>
                    <a:pt x="210" y="358"/>
                  </a:cubicBezTo>
                  <a:cubicBezTo>
                    <a:pt x="208" y="357"/>
                    <a:pt x="212" y="355"/>
                    <a:pt x="208" y="353"/>
                  </a:cubicBezTo>
                  <a:cubicBezTo>
                    <a:pt x="210" y="353"/>
                    <a:pt x="210" y="353"/>
                    <a:pt x="210" y="353"/>
                  </a:cubicBezTo>
                  <a:cubicBezTo>
                    <a:pt x="208" y="351"/>
                    <a:pt x="210" y="349"/>
                    <a:pt x="207" y="347"/>
                  </a:cubicBezTo>
                  <a:cubicBezTo>
                    <a:pt x="208" y="347"/>
                    <a:pt x="209" y="346"/>
                    <a:pt x="209" y="346"/>
                  </a:cubicBezTo>
                  <a:cubicBezTo>
                    <a:pt x="207" y="345"/>
                    <a:pt x="207" y="345"/>
                    <a:pt x="205" y="344"/>
                  </a:cubicBezTo>
                  <a:cubicBezTo>
                    <a:pt x="205" y="344"/>
                    <a:pt x="206" y="344"/>
                    <a:pt x="207" y="344"/>
                  </a:cubicBezTo>
                  <a:cubicBezTo>
                    <a:pt x="207" y="343"/>
                    <a:pt x="210" y="342"/>
                    <a:pt x="207" y="342"/>
                  </a:cubicBezTo>
                  <a:cubicBezTo>
                    <a:pt x="209" y="342"/>
                    <a:pt x="209" y="342"/>
                    <a:pt x="209" y="342"/>
                  </a:cubicBezTo>
                  <a:cubicBezTo>
                    <a:pt x="207" y="341"/>
                    <a:pt x="205" y="340"/>
                    <a:pt x="207" y="339"/>
                  </a:cubicBezTo>
                  <a:cubicBezTo>
                    <a:pt x="206" y="339"/>
                    <a:pt x="205" y="339"/>
                    <a:pt x="204" y="339"/>
                  </a:cubicBezTo>
                  <a:cubicBezTo>
                    <a:pt x="203" y="339"/>
                    <a:pt x="206" y="339"/>
                    <a:pt x="205" y="338"/>
                  </a:cubicBezTo>
                  <a:cubicBezTo>
                    <a:pt x="207" y="339"/>
                    <a:pt x="207" y="339"/>
                    <a:pt x="207" y="339"/>
                  </a:cubicBezTo>
                  <a:cubicBezTo>
                    <a:pt x="207" y="337"/>
                    <a:pt x="206" y="336"/>
                    <a:pt x="205" y="334"/>
                  </a:cubicBezTo>
                  <a:cubicBezTo>
                    <a:pt x="207" y="334"/>
                    <a:pt x="204" y="333"/>
                    <a:pt x="206" y="332"/>
                  </a:cubicBezTo>
                  <a:cubicBezTo>
                    <a:pt x="204" y="331"/>
                    <a:pt x="206" y="330"/>
                    <a:pt x="203" y="330"/>
                  </a:cubicBezTo>
                  <a:cubicBezTo>
                    <a:pt x="204" y="330"/>
                    <a:pt x="204" y="330"/>
                    <a:pt x="204" y="330"/>
                  </a:cubicBezTo>
                  <a:cubicBezTo>
                    <a:pt x="205" y="329"/>
                    <a:pt x="205" y="329"/>
                    <a:pt x="205" y="328"/>
                  </a:cubicBezTo>
                  <a:cubicBezTo>
                    <a:pt x="205" y="327"/>
                    <a:pt x="203" y="327"/>
                    <a:pt x="203" y="327"/>
                  </a:cubicBezTo>
                  <a:cubicBezTo>
                    <a:pt x="204" y="327"/>
                    <a:pt x="204" y="327"/>
                    <a:pt x="204" y="327"/>
                  </a:cubicBezTo>
                  <a:cubicBezTo>
                    <a:pt x="203" y="326"/>
                    <a:pt x="201" y="327"/>
                    <a:pt x="200" y="327"/>
                  </a:cubicBezTo>
                  <a:cubicBezTo>
                    <a:pt x="200" y="326"/>
                    <a:pt x="199" y="326"/>
                    <a:pt x="200" y="326"/>
                  </a:cubicBezTo>
                  <a:cubicBezTo>
                    <a:pt x="201" y="326"/>
                    <a:pt x="203" y="326"/>
                    <a:pt x="205" y="326"/>
                  </a:cubicBezTo>
                  <a:cubicBezTo>
                    <a:pt x="205" y="325"/>
                    <a:pt x="202" y="325"/>
                    <a:pt x="203" y="325"/>
                  </a:cubicBezTo>
                  <a:cubicBezTo>
                    <a:pt x="206" y="325"/>
                    <a:pt x="208" y="326"/>
                    <a:pt x="209" y="326"/>
                  </a:cubicBezTo>
                  <a:cubicBezTo>
                    <a:pt x="214" y="327"/>
                    <a:pt x="220" y="328"/>
                    <a:pt x="231" y="322"/>
                  </a:cubicBezTo>
                  <a:cubicBezTo>
                    <a:pt x="231" y="319"/>
                    <a:pt x="234" y="318"/>
                    <a:pt x="233" y="315"/>
                  </a:cubicBezTo>
                  <a:cubicBezTo>
                    <a:pt x="233" y="316"/>
                    <a:pt x="233" y="316"/>
                    <a:pt x="233" y="316"/>
                  </a:cubicBezTo>
                  <a:cubicBezTo>
                    <a:pt x="233" y="314"/>
                    <a:pt x="234" y="314"/>
                    <a:pt x="236" y="313"/>
                  </a:cubicBezTo>
                  <a:cubicBezTo>
                    <a:pt x="235" y="313"/>
                    <a:pt x="236" y="312"/>
                    <a:pt x="234" y="312"/>
                  </a:cubicBezTo>
                  <a:cubicBezTo>
                    <a:pt x="233" y="311"/>
                    <a:pt x="238" y="312"/>
                    <a:pt x="237" y="310"/>
                  </a:cubicBezTo>
                  <a:cubicBezTo>
                    <a:pt x="238" y="311"/>
                    <a:pt x="236" y="310"/>
                    <a:pt x="236" y="310"/>
                  </a:cubicBezTo>
                  <a:cubicBezTo>
                    <a:pt x="235" y="308"/>
                    <a:pt x="238" y="311"/>
                    <a:pt x="240" y="308"/>
                  </a:cubicBezTo>
                  <a:cubicBezTo>
                    <a:pt x="239" y="305"/>
                    <a:pt x="237" y="302"/>
                    <a:pt x="238" y="299"/>
                  </a:cubicBezTo>
                  <a:cubicBezTo>
                    <a:pt x="238" y="299"/>
                    <a:pt x="236" y="300"/>
                    <a:pt x="236" y="299"/>
                  </a:cubicBezTo>
                  <a:cubicBezTo>
                    <a:pt x="239" y="298"/>
                    <a:pt x="235" y="299"/>
                    <a:pt x="236" y="298"/>
                  </a:cubicBezTo>
                  <a:cubicBezTo>
                    <a:pt x="237" y="298"/>
                    <a:pt x="237" y="298"/>
                    <a:pt x="237" y="298"/>
                  </a:cubicBezTo>
                  <a:cubicBezTo>
                    <a:pt x="238" y="296"/>
                    <a:pt x="236" y="296"/>
                    <a:pt x="236" y="294"/>
                  </a:cubicBezTo>
                  <a:cubicBezTo>
                    <a:pt x="235" y="293"/>
                    <a:pt x="236" y="291"/>
                    <a:pt x="234" y="291"/>
                  </a:cubicBezTo>
                  <a:cubicBezTo>
                    <a:pt x="236" y="290"/>
                    <a:pt x="235" y="290"/>
                    <a:pt x="235" y="289"/>
                  </a:cubicBezTo>
                  <a:cubicBezTo>
                    <a:pt x="232" y="291"/>
                    <a:pt x="235" y="286"/>
                    <a:pt x="232" y="287"/>
                  </a:cubicBezTo>
                  <a:cubicBezTo>
                    <a:pt x="233" y="286"/>
                    <a:pt x="233" y="286"/>
                    <a:pt x="233" y="286"/>
                  </a:cubicBezTo>
                  <a:cubicBezTo>
                    <a:pt x="230" y="284"/>
                    <a:pt x="227" y="281"/>
                    <a:pt x="223" y="281"/>
                  </a:cubicBezTo>
                  <a:cubicBezTo>
                    <a:pt x="221" y="281"/>
                    <a:pt x="220" y="277"/>
                    <a:pt x="218" y="278"/>
                  </a:cubicBezTo>
                  <a:cubicBezTo>
                    <a:pt x="217" y="280"/>
                    <a:pt x="217" y="280"/>
                    <a:pt x="217" y="280"/>
                  </a:cubicBezTo>
                  <a:cubicBezTo>
                    <a:pt x="217" y="280"/>
                    <a:pt x="218" y="279"/>
                    <a:pt x="218" y="278"/>
                  </a:cubicBezTo>
                  <a:cubicBezTo>
                    <a:pt x="216" y="280"/>
                    <a:pt x="216" y="277"/>
                    <a:pt x="214" y="277"/>
                  </a:cubicBezTo>
                  <a:cubicBezTo>
                    <a:pt x="214" y="278"/>
                    <a:pt x="214" y="278"/>
                    <a:pt x="214" y="279"/>
                  </a:cubicBezTo>
                  <a:cubicBezTo>
                    <a:pt x="213" y="276"/>
                    <a:pt x="211" y="280"/>
                    <a:pt x="210" y="277"/>
                  </a:cubicBezTo>
                  <a:cubicBezTo>
                    <a:pt x="210" y="281"/>
                    <a:pt x="209" y="279"/>
                    <a:pt x="209" y="280"/>
                  </a:cubicBezTo>
                  <a:cubicBezTo>
                    <a:pt x="208" y="280"/>
                    <a:pt x="208" y="279"/>
                    <a:pt x="208" y="278"/>
                  </a:cubicBezTo>
                  <a:cubicBezTo>
                    <a:pt x="208" y="279"/>
                    <a:pt x="207" y="279"/>
                    <a:pt x="206" y="278"/>
                  </a:cubicBezTo>
                  <a:cubicBezTo>
                    <a:pt x="206" y="278"/>
                    <a:pt x="206" y="280"/>
                    <a:pt x="205" y="280"/>
                  </a:cubicBezTo>
                  <a:cubicBezTo>
                    <a:pt x="205" y="277"/>
                    <a:pt x="204" y="280"/>
                    <a:pt x="203" y="279"/>
                  </a:cubicBezTo>
                  <a:cubicBezTo>
                    <a:pt x="204" y="281"/>
                    <a:pt x="203" y="283"/>
                    <a:pt x="202" y="282"/>
                  </a:cubicBezTo>
                  <a:cubicBezTo>
                    <a:pt x="202" y="279"/>
                    <a:pt x="202" y="279"/>
                    <a:pt x="202" y="279"/>
                  </a:cubicBezTo>
                  <a:cubicBezTo>
                    <a:pt x="201" y="281"/>
                    <a:pt x="198" y="278"/>
                    <a:pt x="197" y="282"/>
                  </a:cubicBezTo>
                  <a:cubicBezTo>
                    <a:pt x="196" y="280"/>
                    <a:pt x="196" y="280"/>
                    <a:pt x="196" y="280"/>
                  </a:cubicBezTo>
                  <a:cubicBezTo>
                    <a:pt x="195" y="283"/>
                    <a:pt x="192" y="281"/>
                    <a:pt x="191" y="285"/>
                  </a:cubicBezTo>
                  <a:cubicBezTo>
                    <a:pt x="191" y="284"/>
                    <a:pt x="190" y="284"/>
                    <a:pt x="189" y="284"/>
                  </a:cubicBezTo>
                  <a:cubicBezTo>
                    <a:pt x="189" y="286"/>
                    <a:pt x="189" y="285"/>
                    <a:pt x="189" y="288"/>
                  </a:cubicBezTo>
                  <a:cubicBezTo>
                    <a:pt x="189" y="288"/>
                    <a:pt x="188" y="287"/>
                    <a:pt x="188" y="286"/>
                  </a:cubicBezTo>
                  <a:cubicBezTo>
                    <a:pt x="187" y="286"/>
                    <a:pt x="185" y="284"/>
                    <a:pt x="186" y="287"/>
                  </a:cubicBezTo>
                  <a:cubicBezTo>
                    <a:pt x="185" y="286"/>
                    <a:pt x="185" y="286"/>
                    <a:pt x="185" y="286"/>
                  </a:cubicBezTo>
                  <a:cubicBezTo>
                    <a:pt x="185" y="287"/>
                    <a:pt x="185" y="289"/>
                    <a:pt x="183" y="288"/>
                  </a:cubicBezTo>
                  <a:cubicBezTo>
                    <a:pt x="184" y="289"/>
                    <a:pt x="183" y="290"/>
                    <a:pt x="184" y="291"/>
                  </a:cubicBezTo>
                  <a:cubicBezTo>
                    <a:pt x="184" y="292"/>
                    <a:pt x="183" y="289"/>
                    <a:pt x="183" y="291"/>
                  </a:cubicBezTo>
                  <a:cubicBezTo>
                    <a:pt x="183" y="289"/>
                    <a:pt x="183" y="289"/>
                    <a:pt x="183" y="289"/>
                  </a:cubicBezTo>
                  <a:cubicBezTo>
                    <a:pt x="181" y="289"/>
                    <a:pt x="180" y="291"/>
                    <a:pt x="179" y="293"/>
                  </a:cubicBezTo>
                  <a:cubicBezTo>
                    <a:pt x="178" y="291"/>
                    <a:pt x="178" y="294"/>
                    <a:pt x="176" y="293"/>
                  </a:cubicBezTo>
                  <a:cubicBezTo>
                    <a:pt x="177" y="295"/>
                    <a:pt x="175" y="294"/>
                    <a:pt x="176" y="297"/>
                  </a:cubicBezTo>
                  <a:cubicBezTo>
                    <a:pt x="175" y="296"/>
                    <a:pt x="175" y="296"/>
                    <a:pt x="175" y="296"/>
                  </a:cubicBezTo>
                  <a:cubicBezTo>
                    <a:pt x="175" y="296"/>
                    <a:pt x="174" y="297"/>
                    <a:pt x="172" y="297"/>
                  </a:cubicBezTo>
                  <a:cubicBezTo>
                    <a:pt x="172" y="298"/>
                    <a:pt x="173" y="299"/>
                    <a:pt x="174" y="300"/>
                  </a:cubicBezTo>
                  <a:cubicBezTo>
                    <a:pt x="172" y="299"/>
                    <a:pt x="172" y="299"/>
                    <a:pt x="172" y="299"/>
                  </a:cubicBezTo>
                  <a:cubicBezTo>
                    <a:pt x="173" y="300"/>
                    <a:pt x="175" y="301"/>
                    <a:pt x="176" y="302"/>
                  </a:cubicBezTo>
                  <a:cubicBezTo>
                    <a:pt x="175" y="302"/>
                    <a:pt x="176" y="302"/>
                    <a:pt x="175" y="302"/>
                  </a:cubicBezTo>
                  <a:cubicBezTo>
                    <a:pt x="175" y="302"/>
                    <a:pt x="173" y="301"/>
                    <a:pt x="172" y="300"/>
                  </a:cubicBezTo>
                  <a:cubicBezTo>
                    <a:pt x="171" y="301"/>
                    <a:pt x="174" y="303"/>
                    <a:pt x="172" y="303"/>
                  </a:cubicBezTo>
                  <a:cubicBezTo>
                    <a:pt x="172" y="304"/>
                    <a:pt x="172" y="305"/>
                    <a:pt x="174" y="305"/>
                  </a:cubicBezTo>
                  <a:cubicBezTo>
                    <a:pt x="173" y="305"/>
                    <a:pt x="173" y="305"/>
                    <a:pt x="172" y="305"/>
                  </a:cubicBezTo>
                  <a:cubicBezTo>
                    <a:pt x="172" y="306"/>
                    <a:pt x="173" y="306"/>
                    <a:pt x="173" y="306"/>
                  </a:cubicBezTo>
                  <a:cubicBezTo>
                    <a:pt x="173" y="306"/>
                    <a:pt x="174" y="306"/>
                    <a:pt x="174" y="306"/>
                  </a:cubicBezTo>
                  <a:cubicBezTo>
                    <a:pt x="175" y="305"/>
                    <a:pt x="175" y="306"/>
                    <a:pt x="176" y="305"/>
                  </a:cubicBezTo>
                  <a:cubicBezTo>
                    <a:pt x="177" y="305"/>
                    <a:pt x="178" y="306"/>
                    <a:pt x="179" y="306"/>
                  </a:cubicBezTo>
                  <a:cubicBezTo>
                    <a:pt x="178" y="306"/>
                    <a:pt x="177" y="305"/>
                    <a:pt x="177" y="304"/>
                  </a:cubicBezTo>
                  <a:cubicBezTo>
                    <a:pt x="178" y="304"/>
                    <a:pt x="177" y="304"/>
                    <a:pt x="176" y="304"/>
                  </a:cubicBezTo>
                  <a:cubicBezTo>
                    <a:pt x="176" y="304"/>
                    <a:pt x="176" y="304"/>
                    <a:pt x="176" y="304"/>
                  </a:cubicBezTo>
                  <a:cubicBezTo>
                    <a:pt x="176" y="304"/>
                    <a:pt x="175" y="304"/>
                    <a:pt x="174" y="303"/>
                  </a:cubicBezTo>
                  <a:cubicBezTo>
                    <a:pt x="175" y="304"/>
                    <a:pt x="175" y="304"/>
                    <a:pt x="175" y="304"/>
                  </a:cubicBezTo>
                  <a:cubicBezTo>
                    <a:pt x="174" y="303"/>
                    <a:pt x="174" y="303"/>
                    <a:pt x="174" y="303"/>
                  </a:cubicBezTo>
                  <a:cubicBezTo>
                    <a:pt x="175" y="303"/>
                    <a:pt x="176" y="303"/>
                    <a:pt x="176" y="303"/>
                  </a:cubicBezTo>
                  <a:cubicBezTo>
                    <a:pt x="176" y="303"/>
                    <a:pt x="175" y="303"/>
                    <a:pt x="177" y="303"/>
                  </a:cubicBezTo>
                  <a:cubicBezTo>
                    <a:pt x="179" y="303"/>
                    <a:pt x="179" y="303"/>
                    <a:pt x="179" y="303"/>
                  </a:cubicBezTo>
                  <a:cubicBezTo>
                    <a:pt x="179" y="303"/>
                    <a:pt x="178" y="303"/>
                    <a:pt x="178" y="303"/>
                  </a:cubicBezTo>
                  <a:cubicBezTo>
                    <a:pt x="179" y="303"/>
                    <a:pt x="179" y="303"/>
                    <a:pt x="179" y="303"/>
                  </a:cubicBezTo>
                  <a:cubicBezTo>
                    <a:pt x="179" y="303"/>
                    <a:pt x="179" y="303"/>
                    <a:pt x="179" y="303"/>
                  </a:cubicBezTo>
                  <a:cubicBezTo>
                    <a:pt x="179" y="303"/>
                    <a:pt x="179" y="303"/>
                    <a:pt x="179" y="303"/>
                  </a:cubicBezTo>
                  <a:cubicBezTo>
                    <a:pt x="179" y="303"/>
                    <a:pt x="179" y="303"/>
                    <a:pt x="179" y="303"/>
                  </a:cubicBezTo>
                  <a:cubicBezTo>
                    <a:pt x="179" y="303"/>
                    <a:pt x="179" y="303"/>
                    <a:pt x="179" y="303"/>
                  </a:cubicBezTo>
                  <a:cubicBezTo>
                    <a:pt x="179" y="303"/>
                    <a:pt x="179" y="303"/>
                    <a:pt x="179" y="303"/>
                  </a:cubicBezTo>
                  <a:cubicBezTo>
                    <a:pt x="178" y="302"/>
                    <a:pt x="178" y="302"/>
                    <a:pt x="178" y="302"/>
                  </a:cubicBezTo>
                  <a:cubicBezTo>
                    <a:pt x="178" y="302"/>
                    <a:pt x="179" y="302"/>
                    <a:pt x="179" y="303"/>
                  </a:cubicBezTo>
                  <a:cubicBezTo>
                    <a:pt x="180" y="303"/>
                    <a:pt x="180" y="303"/>
                    <a:pt x="180" y="303"/>
                  </a:cubicBezTo>
                  <a:cubicBezTo>
                    <a:pt x="180" y="303"/>
                    <a:pt x="180" y="303"/>
                    <a:pt x="180" y="303"/>
                  </a:cubicBezTo>
                  <a:cubicBezTo>
                    <a:pt x="180" y="303"/>
                    <a:pt x="180" y="303"/>
                    <a:pt x="179" y="303"/>
                  </a:cubicBezTo>
                  <a:cubicBezTo>
                    <a:pt x="179" y="303"/>
                    <a:pt x="179" y="303"/>
                    <a:pt x="179" y="303"/>
                  </a:cubicBezTo>
                  <a:cubicBezTo>
                    <a:pt x="179" y="303"/>
                    <a:pt x="179" y="303"/>
                    <a:pt x="179" y="303"/>
                  </a:cubicBezTo>
                  <a:cubicBezTo>
                    <a:pt x="179" y="303"/>
                    <a:pt x="179" y="303"/>
                    <a:pt x="179" y="303"/>
                  </a:cubicBezTo>
                  <a:cubicBezTo>
                    <a:pt x="179" y="303"/>
                    <a:pt x="179" y="303"/>
                    <a:pt x="179" y="303"/>
                  </a:cubicBezTo>
                  <a:cubicBezTo>
                    <a:pt x="179" y="303"/>
                    <a:pt x="179" y="303"/>
                    <a:pt x="179" y="303"/>
                  </a:cubicBezTo>
                  <a:cubicBezTo>
                    <a:pt x="180" y="303"/>
                    <a:pt x="181" y="304"/>
                    <a:pt x="181" y="304"/>
                  </a:cubicBezTo>
                  <a:cubicBezTo>
                    <a:pt x="181" y="304"/>
                    <a:pt x="180" y="302"/>
                    <a:pt x="182" y="303"/>
                  </a:cubicBezTo>
                  <a:cubicBezTo>
                    <a:pt x="182" y="303"/>
                    <a:pt x="182" y="302"/>
                    <a:pt x="181" y="301"/>
                  </a:cubicBezTo>
                  <a:cubicBezTo>
                    <a:pt x="181" y="300"/>
                    <a:pt x="183" y="303"/>
                    <a:pt x="182" y="302"/>
                  </a:cubicBezTo>
                  <a:cubicBezTo>
                    <a:pt x="183" y="303"/>
                    <a:pt x="185" y="304"/>
                    <a:pt x="186" y="305"/>
                  </a:cubicBezTo>
                  <a:cubicBezTo>
                    <a:pt x="186" y="305"/>
                    <a:pt x="187" y="306"/>
                    <a:pt x="186" y="306"/>
                  </a:cubicBezTo>
                  <a:cubicBezTo>
                    <a:pt x="187" y="306"/>
                    <a:pt x="187" y="307"/>
                    <a:pt x="187" y="307"/>
                  </a:cubicBezTo>
                  <a:cubicBezTo>
                    <a:pt x="187" y="306"/>
                    <a:pt x="185" y="305"/>
                    <a:pt x="185" y="304"/>
                  </a:cubicBezTo>
                  <a:cubicBezTo>
                    <a:pt x="183" y="303"/>
                    <a:pt x="185" y="304"/>
                    <a:pt x="183" y="302"/>
                  </a:cubicBezTo>
                  <a:cubicBezTo>
                    <a:pt x="184" y="302"/>
                    <a:pt x="184" y="302"/>
                    <a:pt x="184" y="301"/>
                  </a:cubicBezTo>
                  <a:cubicBezTo>
                    <a:pt x="184" y="301"/>
                    <a:pt x="185" y="303"/>
                    <a:pt x="186" y="303"/>
                  </a:cubicBezTo>
                  <a:cubicBezTo>
                    <a:pt x="185" y="302"/>
                    <a:pt x="185" y="301"/>
                    <a:pt x="185" y="301"/>
                  </a:cubicBezTo>
                  <a:cubicBezTo>
                    <a:pt x="185" y="300"/>
                    <a:pt x="184" y="300"/>
                    <a:pt x="184" y="298"/>
                  </a:cubicBezTo>
                  <a:cubicBezTo>
                    <a:pt x="183" y="298"/>
                    <a:pt x="183" y="297"/>
                    <a:pt x="183" y="297"/>
                  </a:cubicBezTo>
                  <a:cubicBezTo>
                    <a:pt x="184" y="299"/>
                    <a:pt x="186" y="301"/>
                    <a:pt x="186" y="301"/>
                  </a:cubicBezTo>
                  <a:cubicBezTo>
                    <a:pt x="188" y="304"/>
                    <a:pt x="185" y="301"/>
                    <a:pt x="187" y="303"/>
                  </a:cubicBezTo>
                  <a:cubicBezTo>
                    <a:pt x="188" y="305"/>
                    <a:pt x="187" y="306"/>
                    <a:pt x="187" y="305"/>
                  </a:cubicBezTo>
                  <a:cubicBezTo>
                    <a:pt x="188" y="307"/>
                    <a:pt x="187" y="305"/>
                    <a:pt x="188" y="307"/>
                  </a:cubicBezTo>
                  <a:cubicBezTo>
                    <a:pt x="188" y="307"/>
                    <a:pt x="188" y="305"/>
                    <a:pt x="188" y="305"/>
                  </a:cubicBezTo>
                  <a:cubicBezTo>
                    <a:pt x="187" y="304"/>
                    <a:pt x="187" y="304"/>
                    <a:pt x="187" y="303"/>
                  </a:cubicBezTo>
                  <a:cubicBezTo>
                    <a:pt x="186" y="300"/>
                    <a:pt x="188" y="304"/>
                    <a:pt x="188" y="304"/>
                  </a:cubicBezTo>
                  <a:cubicBezTo>
                    <a:pt x="189" y="305"/>
                    <a:pt x="189" y="305"/>
                    <a:pt x="189" y="305"/>
                  </a:cubicBezTo>
                  <a:cubicBezTo>
                    <a:pt x="189" y="306"/>
                    <a:pt x="188" y="304"/>
                    <a:pt x="189" y="304"/>
                  </a:cubicBezTo>
                  <a:cubicBezTo>
                    <a:pt x="190" y="307"/>
                    <a:pt x="189" y="305"/>
                    <a:pt x="189" y="306"/>
                  </a:cubicBezTo>
                  <a:cubicBezTo>
                    <a:pt x="190" y="308"/>
                    <a:pt x="190" y="308"/>
                    <a:pt x="190" y="308"/>
                  </a:cubicBezTo>
                  <a:cubicBezTo>
                    <a:pt x="190" y="308"/>
                    <a:pt x="189" y="309"/>
                    <a:pt x="188" y="310"/>
                  </a:cubicBezTo>
                  <a:cubicBezTo>
                    <a:pt x="188" y="309"/>
                    <a:pt x="188" y="309"/>
                    <a:pt x="188" y="309"/>
                  </a:cubicBezTo>
                  <a:cubicBezTo>
                    <a:pt x="187" y="311"/>
                    <a:pt x="186" y="306"/>
                    <a:pt x="186" y="311"/>
                  </a:cubicBezTo>
                  <a:cubicBezTo>
                    <a:pt x="186" y="312"/>
                    <a:pt x="186" y="312"/>
                    <a:pt x="186" y="312"/>
                  </a:cubicBezTo>
                  <a:cubicBezTo>
                    <a:pt x="185" y="310"/>
                    <a:pt x="185" y="310"/>
                    <a:pt x="185" y="310"/>
                  </a:cubicBezTo>
                  <a:cubicBezTo>
                    <a:pt x="185" y="311"/>
                    <a:pt x="184" y="310"/>
                    <a:pt x="184" y="312"/>
                  </a:cubicBezTo>
                  <a:cubicBezTo>
                    <a:pt x="184" y="310"/>
                    <a:pt x="184" y="310"/>
                    <a:pt x="184" y="310"/>
                  </a:cubicBezTo>
                  <a:cubicBezTo>
                    <a:pt x="184" y="310"/>
                    <a:pt x="184" y="313"/>
                    <a:pt x="183" y="312"/>
                  </a:cubicBezTo>
                  <a:cubicBezTo>
                    <a:pt x="183" y="311"/>
                    <a:pt x="183" y="311"/>
                    <a:pt x="183" y="311"/>
                  </a:cubicBezTo>
                  <a:cubicBezTo>
                    <a:pt x="183" y="311"/>
                    <a:pt x="183" y="311"/>
                    <a:pt x="183" y="311"/>
                  </a:cubicBezTo>
                  <a:cubicBezTo>
                    <a:pt x="182" y="311"/>
                    <a:pt x="182" y="312"/>
                    <a:pt x="181" y="312"/>
                  </a:cubicBezTo>
                  <a:cubicBezTo>
                    <a:pt x="182" y="311"/>
                    <a:pt x="182" y="311"/>
                    <a:pt x="183" y="310"/>
                  </a:cubicBezTo>
                  <a:cubicBezTo>
                    <a:pt x="181" y="308"/>
                    <a:pt x="177" y="307"/>
                    <a:pt x="178" y="311"/>
                  </a:cubicBezTo>
                  <a:cubicBezTo>
                    <a:pt x="178" y="312"/>
                    <a:pt x="176" y="309"/>
                    <a:pt x="176" y="309"/>
                  </a:cubicBezTo>
                  <a:cubicBezTo>
                    <a:pt x="177" y="312"/>
                    <a:pt x="172" y="313"/>
                    <a:pt x="178" y="313"/>
                  </a:cubicBezTo>
                  <a:cubicBezTo>
                    <a:pt x="178" y="313"/>
                    <a:pt x="179" y="313"/>
                    <a:pt x="179" y="313"/>
                  </a:cubicBezTo>
                  <a:cubicBezTo>
                    <a:pt x="179" y="314"/>
                    <a:pt x="180" y="316"/>
                    <a:pt x="183" y="321"/>
                  </a:cubicBezTo>
                  <a:cubicBezTo>
                    <a:pt x="183" y="321"/>
                    <a:pt x="183" y="321"/>
                    <a:pt x="183" y="321"/>
                  </a:cubicBezTo>
                  <a:cubicBezTo>
                    <a:pt x="185" y="320"/>
                    <a:pt x="189" y="325"/>
                    <a:pt x="192" y="323"/>
                  </a:cubicBezTo>
                  <a:cubicBezTo>
                    <a:pt x="192" y="322"/>
                    <a:pt x="192" y="321"/>
                    <a:pt x="192" y="321"/>
                  </a:cubicBezTo>
                  <a:cubicBezTo>
                    <a:pt x="192" y="322"/>
                    <a:pt x="192" y="322"/>
                    <a:pt x="192" y="322"/>
                  </a:cubicBezTo>
                  <a:cubicBezTo>
                    <a:pt x="193" y="320"/>
                    <a:pt x="193" y="320"/>
                    <a:pt x="193" y="320"/>
                  </a:cubicBezTo>
                  <a:cubicBezTo>
                    <a:pt x="193" y="320"/>
                    <a:pt x="193" y="322"/>
                    <a:pt x="192" y="322"/>
                  </a:cubicBezTo>
                  <a:cubicBezTo>
                    <a:pt x="194" y="322"/>
                    <a:pt x="195" y="322"/>
                    <a:pt x="196" y="322"/>
                  </a:cubicBezTo>
                  <a:cubicBezTo>
                    <a:pt x="197" y="320"/>
                    <a:pt x="197" y="322"/>
                    <a:pt x="197" y="320"/>
                  </a:cubicBezTo>
                  <a:cubicBezTo>
                    <a:pt x="197" y="321"/>
                    <a:pt x="197" y="321"/>
                    <a:pt x="197" y="321"/>
                  </a:cubicBezTo>
                  <a:cubicBezTo>
                    <a:pt x="198" y="320"/>
                    <a:pt x="198" y="320"/>
                    <a:pt x="199" y="322"/>
                  </a:cubicBezTo>
                  <a:cubicBezTo>
                    <a:pt x="199" y="323"/>
                    <a:pt x="199" y="323"/>
                    <a:pt x="199" y="323"/>
                  </a:cubicBezTo>
                  <a:cubicBezTo>
                    <a:pt x="198" y="323"/>
                    <a:pt x="198" y="323"/>
                    <a:pt x="197" y="323"/>
                  </a:cubicBezTo>
                  <a:cubicBezTo>
                    <a:pt x="198" y="323"/>
                    <a:pt x="198" y="323"/>
                    <a:pt x="198" y="323"/>
                  </a:cubicBezTo>
                  <a:cubicBezTo>
                    <a:pt x="197" y="324"/>
                    <a:pt x="197" y="324"/>
                    <a:pt x="197" y="324"/>
                  </a:cubicBezTo>
                  <a:cubicBezTo>
                    <a:pt x="197" y="324"/>
                    <a:pt x="196" y="325"/>
                    <a:pt x="197" y="325"/>
                  </a:cubicBezTo>
                  <a:cubicBezTo>
                    <a:pt x="199" y="325"/>
                    <a:pt x="199" y="325"/>
                    <a:pt x="199" y="325"/>
                  </a:cubicBezTo>
                  <a:cubicBezTo>
                    <a:pt x="199" y="325"/>
                    <a:pt x="201" y="325"/>
                    <a:pt x="199" y="326"/>
                  </a:cubicBezTo>
                  <a:cubicBezTo>
                    <a:pt x="197" y="326"/>
                    <a:pt x="197" y="326"/>
                    <a:pt x="197" y="326"/>
                  </a:cubicBezTo>
                  <a:cubicBezTo>
                    <a:pt x="197" y="326"/>
                    <a:pt x="198" y="326"/>
                    <a:pt x="198" y="326"/>
                  </a:cubicBezTo>
                  <a:cubicBezTo>
                    <a:pt x="195" y="326"/>
                    <a:pt x="195" y="326"/>
                    <a:pt x="195" y="326"/>
                  </a:cubicBezTo>
                  <a:cubicBezTo>
                    <a:pt x="199" y="326"/>
                    <a:pt x="196" y="327"/>
                    <a:pt x="197" y="327"/>
                  </a:cubicBezTo>
                  <a:cubicBezTo>
                    <a:pt x="196" y="327"/>
                    <a:pt x="196" y="327"/>
                    <a:pt x="196" y="327"/>
                  </a:cubicBezTo>
                  <a:cubicBezTo>
                    <a:pt x="195" y="328"/>
                    <a:pt x="198" y="327"/>
                    <a:pt x="198" y="327"/>
                  </a:cubicBezTo>
                  <a:cubicBezTo>
                    <a:pt x="198" y="328"/>
                    <a:pt x="195" y="328"/>
                    <a:pt x="194" y="328"/>
                  </a:cubicBezTo>
                  <a:cubicBezTo>
                    <a:pt x="194" y="329"/>
                    <a:pt x="196" y="329"/>
                    <a:pt x="194" y="330"/>
                  </a:cubicBezTo>
                  <a:cubicBezTo>
                    <a:pt x="195" y="330"/>
                    <a:pt x="196" y="331"/>
                    <a:pt x="197" y="331"/>
                  </a:cubicBezTo>
                  <a:cubicBezTo>
                    <a:pt x="197" y="332"/>
                    <a:pt x="194" y="331"/>
                    <a:pt x="195" y="332"/>
                  </a:cubicBezTo>
                  <a:cubicBezTo>
                    <a:pt x="195" y="332"/>
                    <a:pt x="194" y="332"/>
                    <a:pt x="193" y="332"/>
                  </a:cubicBezTo>
                  <a:cubicBezTo>
                    <a:pt x="194" y="332"/>
                    <a:pt x="193" y="333"/>
                    <a:pt x="195" y="332"/>
                  </a:cubicBezTo>
                  <a:cubicBezTo>
                    <a:pt x="194" y="333"/>
                    <a:pt x="194" y="334"/>
                    <a:pt x="195" y="334"/>
                  </a:cubicBezTo>
                  <a:cubicBezTo>
                    <a:pt x="195" y="334"/>
                    <a:pt x="193" y="334"/>
                    <a:pt x="192" y="334"/>
                  </a:cubicBezTo>
                  <a:cubicBezTo>
                    <a:pt x="194" y="334"/>
                    <a:pt x="195" y="335"/>
                    <a:pt x="194" y="335"/>
                  </a:cubicBezTo>
                  <a:cubicBezTo>
                    <a:pt x="196" y="335"/>
                    <a:pt x="196" y="335"/>
                    <a:pt x="198" y="335"/>
                  </a:cubicBezTo>
                  <a:cubicBezTo>
                    <a:pt x="198" y="335"/>
                    <a:pt x="199" y="335"/>
                    <a:pt x="199" y="335"/>
                  </a:cubicBezTo>
                  <a:cubicBezTo>
                    <a:pt x="197" y="336"/>
                    <a:pt x="194" y="336"/>
                    <a:pt x="194" y="336"/>
                  </a:cubicBezTo>
                  <a:cubicBezTo>
                    <a:pt x="191" y="336"/>
                    <a:pt x="194" y="335"/>
                    <a:pt x="192" y="336"/>
                  </a:cubicBezTo>
                  <a:cubicBezTo>
                    <a:pt x="189" y="335"/>
                    <a:pt x="189" y="335"/>
                    <a:pt x="191" y="334"/>
                  </a:cubicBezTo>
                  <a:cubicBezTo>
                    <a:pt x="188" y="334"/>
                    <a:pt x="190" y="335"/>
                    <a:pt x="188" y="335"/>
                  </a:cubicBezTo>
                  <a:cubicBezTo>
                    <a:pt x="188" y="335"/>
                    <a:pt x="189" y="335"/>
                    <a:pt x="190" y="336"/>
                  </a:cubicBezTo>
                  <a:cubicBezTo>
                    <a:pt x="191" y="336"/>
                    <a:pt x="191" y="336"/>
                    <a:pt x="192" y="336"/>
                  </a:cubicBezTo>
                  <a:cubicBezTo>
                    <a:pt x="195" y="336"/>
                    <a:pt x="190" y="336"/>
                    <a:pt x="190" y="337"/>
                  </a:cubicBezTo>
                  <a:cubicBezTo>
                    <a:pt x="190" y="336"/>
                    <a:pt x="190" y="336"/>
                    <a:pt x="190" y="336"/>
                  </a:cubicBezTo>
                  <a:cubicBezTo>
                    <a:pt x="189" y="337"/>
                    <a:pt x="191" y="337"/>
                    <a:pt x="190" y="337"/>
                  </a:cubicBezTo>
                  <a:cubicBezTo>
                    <a:pt x="187" y="337"/>
                    <a:pt x="190" y="337"/>
                    <a:pt x="188" y="336"/>
                  </a:cubicBezTo>
                  <a:cubicBezTo>
                    <a:pt x="186" y="337"/>
                    <a:pt x="186" y="337"/>
                    <a:pt x="186" y="337"/>
                  </a:cubicBezTo>
                  <a:cubicBezTo>
                    <a:pt x="185" y="337"/>
                    <a:pt x="188" y="337"/>
                    <a:pt x="188" y="337"/>
                  </a:cubicBezTo>
                  <a:cubicBezTo>
                    <a:pt x="186" y="337"/>
                    <a:pt x="186" y="337"/>
                    <a:pt x="186" y="337"/>
                  </a:cubicBezTo>
                  <a:cubicBezTo>
                    <a:pt x="187" y="338"/>
                    <a:pt x="187" y="338"/>
                    <a:pt x="187" y="338"/>
                  </a:cubicBezTo>
                  <a:cubicBezTo>
                    <a:pt x="188" y="338"/>
                    <a:pt x="190" y="338"/>
                    <a:pt x="190" y="337"/>
                  </a:cubicBezTo>
                  <a:cubicBezTo>
                    <a:pt x="193" y="337"/>
                    <a:pt x="190" y="338"/>
                    <a:pt x="191" y="338"/>
                  </a:cubicBezTo>
                  <a:cubicBezTo>
                    <a:pt x="193" y="338"/>
                    <a:pt x="191" y="338"/>
                    <a:pt x="193" y="338"/>
                  </a:cubicBezTo>
                  <a:cubicBezTo>
                    <a:pt x="194" y="338"/>
                    <a:pt x="194" y="338"/>
                    <a:pt x="195" y="338"/>
                  </a:cubicBezTo>
                  <a:cubicBezTo>
                    <a:pt x="195" y="339"/>
                    <a:pt x="193" y="339"/>
                    <a:pt x="191" y="339"/>
                  </a:cubicBezTo>
                  <a:cubicBezTo>
                    <a:pt x="191" y="339"/>
                    <a:pt x="191" y="338"/>
                    <a:pt x="192" y="338"/>
                  </a:cubicBezTo>
                  <a:cubicBezTo>
                    <a:pt x="190" y="338"/>
                    <a:pt x="188" y="339"/>
                    <a:pt x="187" y="338"/>
                  </a:cubicBezTo>
                  <a:cubicBezTo>
                    <a:pt x="186" y="339"/>
                    <a:pt x="188" y="339"/>
                    <a:pt x="189" y="339"/>
                  </a:cubicBezTo>
                  <a:cubicBezTo>
                    <a:pt x="189" y="339"/>
                    <a:pt x="190" y="339"/>
                    <a:pt x="191" y="339"/>
                  </a:cubicBezTo>
                  <a:cubicBezTo>
                    <a:pt x="196" y="340"/>
                    <a:pt x="187" y="339"/>
                    <a:pt x="188" y="340"/>
                  </a:cubicBezTo>
                  <a:cubicBezTo>
                    <a:pt x="191" y="340"/>
                    <a:pt x="193" y="341"/>
                    <a:pt x="196" y="340"/>
                  </a:cubicBezTo>
                  <a:cubicBezTo>
                    <a:pt x="197" y="341"/>
                    <a:pt x="197" y="341"/>
                    <a:pt x="197" y="341"/>
                  </a:cubicBezTo>
                  <a:cubicBezTo>
                    <a:pt x="195" y="341"/>
                    <a:pt x="195" y="341"/>
                    <a:pt x="193" y="341"/>
                  </a:cubicBezTo>
                  <a:cubicBezTo>
                    <a:pt x="193" y="341"/>
                    <a:pt x="193" y="341"/>
                    <a:pt x="193" y="341"/>
                  </a:cubicBezTo>
                  <a:cubicBezTo>
                    <a:pt x="191" y="341"/>
                    <a:pt x="191" y="341"/>
                    <a:pt x="191" y="341"/>
                  </a:cubicBezTo>
                  <a:cubicBezTo>
                    <a:pt x="189" y="341"/>
                    <a:pt x="188" y="341"/>
                    <a:pt x="187" y="341"/>
                  </a:cubicBezTo>
                  <a:cubicBezTo>
                    <a:pt x="188" y="342"/>
                    <a:pt x="189" y="341"/>
                    <a:pt x="189" y="342"/>
                  </a:cubicBezTo>
                  <a:cubicBezTo>
                    <a:pt x="188" y="342"/>
                    <a:pt x="187" y="342"/>
                    <a:pt x="187" y="342"/>
                  </a:cubicBezTo>
                  <a:cubicBezTo>
                    <a:pt x="188" y="342"/>
                    <a:pt x="190" y="342"/>
                    <a:pt x="191" y="342"/>
                  </a:cubicBezTo>
                  <a:cubicBezTo>
                    <a:pt x="191" y="343"/>
                    <a:pt x="189" y="343"/>
                    <a:pt x="188" y="343"/>
                  </a:cubicBezTo>
                  <a:cubicBezTo>
                    <a:pt x="187" y="342"/>
                    <a:pt x="187" y="342"/>
                    <a:pt x="187" y="342"/>
                  </a:cubicBezTo>
                  <a:cubicBezTo>
                    <a:pt x="188" y="343"/>
                    <a:pt x="186" y="342"/>
                    <a:pt x="186" y="343"/>
                  </a:cubicBezTo>
                  <a:cubicBezTo>
                    <a:pt x="188" y="343"/>
                    <a:pt x="189" y="343"/>
                    <a:pt x="191" y="343"/>
                  </a:cubicBezTo>
                  <a:cubicBezTo>
                    <a:pt x="191" y="343"/>
                    <a:pt x="190" y="344"/>
                    <a:pt x="190" y="344"/>
                  </a:cubicBezTo>
                  <a:cubicBezTo>
                    <a:pt x="189" y="343"/>
                    <a:pt x="189" y="343"/>
                    <a:pt x="189" y="343"/>
                  </a:cubicBezTo>
                  <a:cubicBezTo>
                    <a:pt x="189" y="344"/>
                    <a:pt x="186" y="343"/>
                    <a:pt x="186" y="344"/>
                  </a:cubicBezTo>
                  <a:cubicBezTo>
                    <a:pt x="188" y="344"/>
                    <a:pt x="188" y="344"/>
                    <a:pt x="188" y="344"/>
                  </a:cubicBezTo>
                  <a:cubicBezTo>
                    <a:pt x="186" y="344"/>
                    <a:pt x="186" y="344"/>
                    <a:pt x="186" y="344"/>
                  </a:cubicBezTo>
                  <a:cubicBezTo>
                    <a:pt x="188" y="344"/>
                    <a:pt x="187" y="344"/>
                    <a:pt x="188" y="344"/>
                  </a:cubicBezTo>
                  <a:cubicBezTo>
                    <a:pt x="187" y="344"/>
                    <a:pt x="187" y="344"/>
                    <a:pt x="187" y="344"/>
                  </a:cubicBezTo>
                  <a:cubicBezTo>
                    <a:pt x="187" y="345"/>
                    <a:pt x="190" y="345"/>
                    <a:pt x="188" y="345"/>
                  </a:cubicBezTo>
                  <a:cubicBezTo>
                    <a:pt x="190" y="345"/>
                    <a:pt x="188" y="345"/>
                    <a:pt x="189" y="345"/>
                  </a:cubicBezTo>
                  <a:cubicBezTo>
                    <a:pt x="191" y="344"/>
                    <a:pt x="191" y="345"/>
                    <a:pt x="191" y="345"/>
                  </a:cubicBezTo>
                  <a:cubicBezTo>
                    <a:pt x="188" y="345"/>
                    <a:pt x="191" y="346"/>
                    <a:pt x="191" y="346"/>
                  </a:cubicBezTo>
                  <a:cubicBezTo>
                    <a:pt x="190" y="346"/>
                    <a:pt x="189" y="346"/>
                    <a:pt x="188" y="346"/>
                  </a:cubicBezTo>
                  <a:cubicBezTo>
                    <a:pt x="190" y="346"/>
                    <a:pt x="190" y="346"/>
                    <a:pt x="190" y="346"/>
                  </a:cubicBezTo>
                  <a:cubicBezTo>
                    <a:pt x="187" y="346"/>
                    <a:pt x="191" y="347"/>
                    <a:pt x="190" y="347"/>
                  </a:cubicBezTo>
                  <a:cubicBezTo>
                    <a:pt x="189" y="347"/>
                    <a:pt x="187" y="347"/>
                    <a:pt x="187" y="347"/>
                  </a:cubicBezTo>
                  <a:cubicBezTo>
                    <a:pt x="190" y="347"/>
                    <a:pt x="190" y="347"/>
                    <a:pt x="192" y="347"/>
                  </a:cubicBezTo>
                  <a:cubicBezTo>
                    <a:pt x="191" y="348"/>
                    <a:pt x="189" y="347"/>
                    <a:pt x="187" y="347"/>
                  </a:cubicBezTo>
                  <a:cubicBezTo>
                    <a:pt x="189" y="348"/>
                    <a:pt x="185" y="348"/>
                    <a:pt x="188" y="348"/>
                  </a:cubicBezTo>
                  <a:cubicBezTo>
                    <a:pt x="189" y="348"/>
                    <a:pt x="190" y="348"/>
                    <a:pt x="191" y="348"/>
                  </a:cubicBezTo>
                  <a:cubicBezTo>
                    <a:pt x="191" y="349"/>
                    <a:pt x="190" y="348"/>
                    <a:pt x="189" y="348"/>
                  </a:cubicBezTo>
                  <a:cubicBezTo>
                    <a:pt x="189" y="349"/>
                    <a:pt x="191" y="349"/>
                    <a:pt x="192" y="349"/>
                  </a:cubicBezTo>
                  <a:cubicBezTo>
                    <a:pt x="191" y="349"/>
                    <a:pt x="194" y="349"/>
                    <a:pt x="192" y="350"/>
                  </a:cubicBezTo>
                  <a:cubicBezTo>
                    <a:pt x="191" y="350"/>
                    <a:pt x="191" y="349"/>
                    <a:pt x="190" y="349"/>
                  </a:cubicBezTo>
                  <a:cubicBezTo>
                    <a:pt x="190" y="350"/>
                    <a:pt x="194" y="350"/>
                    <a:pt x="195" y="350"/>
                  </a:cubicBezTo>
                  <a:cubicBezTo>
                    <a:pt x="196" y="350"/>
                    <a:pt x="199" y="351"/>
                    <a:pt x="200" y="351"/>
                  </a:cubicBezTo>
                  <a:cubicBezTo>
                    <a:pt x="199" y="352"/>
                    <a:pt x="199" y="351"/>
                    <a:pt x="197" y="351"/>
                  </a:cubicBezTo>
                  <a:cubicBezTo>
                    <a:pt x="197" y="351"/>
                    <a:pt x="197" y="351"/>
                    <a:pt x="197" y="351"/>
                  </a:cubicBezTo>
                  <a:cubicBezTo>
                    <a:pt x="194" y="351"/>
                    <a:pt x="192" y="350"/>
                    <a:pt x="190" y="350"/>
                  </a:cubicBezTo>
                  <a:cubicBezTo>
                    <a:pt x="191" y="350"/>
                    <a:pt x="191" y="350"/>
                    <a:pt x="191" y="350"/>
                  </a:cubicBezTo>
                  <a:cubicBezTo>
                    <a:pt x="188" y="350"/>
                    <a:pt x="188" y="350"/>
                    <a:pt x="188" y="350"/>
                  </a:cubicBezTo>
                  <a:cubicBezTo>
                    <a:pt x="190" y="350"/>
                    <a:pt x="188" y="351"/>
                    <a:pt x="189" y="351"/>
                  </a:cubicBezTo>
                  <a:cubicBezTo>
                    <a:pt x="190" y="351"/>
                    <a:pt x="188" y="351"/>
                    <a:pt x="189" y="351"/>
                  </a:cubicBezTo>
                  <a:cubicBezTo>
                    <a:pt x="190" y="351"/>
                    <a:pt x="193" y="351"/>
                    <a:pt x="192" y="352"/>
                  </a:cubicBezTo>
                  <a:cubicBezTo>
                    <a:pt x="188" y="351"/>
                    <a:pt x="188" y="351"/>
                    <a:pt x="188" y="351"/>
                  </a:cubicBezTo>
                  <a:cubicBezTo>
                    <a:pt x="188" y="352"/>
                    <a:pt x="190" y="352"/>
                    <a:pt x="189" y="352"/>
                  </a:cubicBezTo>
                  <a:cubicBezTo>
                    <a:pt x="188" y="352"/>
                    <a:pt x="188" y="352"/>
                    <a:pt x="188" y="352"/>
                  </a:cubicBezTo>
                  <a:cubicBezTo>
                    <a:pt x="188" y="353"/>
                    <a:pt x="188" y="354"/>
                    <a:pt x="192" y="356"/>
                  </a:cubicBezTo>
                  <a:cubicBezTo>
                    <a:pt x="190" y="356"/>
                    <a:pt x="190" y="356"/>
                    <a:pt x="189" y="357"/>
                  </a:cubicBezTo>
                  <a:cubicBezTo>
                    <a:pt x="189" y="357"/>
                    <a:pt x="191" y="357"/>
                    <a:pt x="191" y="357"/>
                  </a:cubicBezTo>
                  <a:cubicBezTo>
                    <a:pt x="189" y="357"/>
                    <a:pt x="189" y="357"/>
                    <a:pt x="189" y="357"/>
                  </a:cubicBezTo>
                  <a:cubicBezTo>
                    <a:pt x="188" y="357"/>
                    <a:pt x="189" y="358"/>
                    <a:pt x="191" y="359"/>
                  </a:cubicBezTo>
                  <a:cubicBezTo>
                    <a:pt x="189" y="358"/>
                    <a:pt x="189" y="358"/>
                    <a:pt x="189" y="358"/>
                  </a:cubicBezTo>
                  <a:cubicBezTo>
                    <a:pt x="188" y="359"/>
                    <a:pt x="190" y="359"/>
                    <a:pt x="191" y="359"/>
                  </a:cubicBezTo>
                  <a:cubicBezTo>
                    <a:pt x="189" y="359"/>
                    <a:pt x="189" y="359"/>
                    <a:pt x="189" y="359"/>
                  </a:cubicBezTo>
                  <a:cubicBezTo>
                    <a:pt x="191" y="359"/>
                    <a:pt x="191" y="359"/>
                    <a:pt x="191" y="359"/>
                  </a:cubicBezTo>
                  <a:cubicBezTo>
                    <a:pt x="191" y="360"/>
                    <a:pt x="191" y="360"/>
                    <a:pt x="189" y="360"/>
                  </a:cubicBezTo>
                  <a:cubicBezTo>
                    <a:pt x="190" y="360"/>
                    <a:pt x="190" y="360"/>
                    <a:pt x="190" y="360"/>
                  </a:cubicBezTo>
                  <a:cubicBezTo>
                    <a:pt x="189" y="360"/>
                    <a:pt x="189" y="361"/>
                    <a:pt x="189" y="362"/>
                  </a:cubicBezTo>
                  <a:cubicBezTo>
                    <a:pt x="190" y="362"/>
                    <a:pt x="191" y="362"/>
                    <a:pt x="192" y="362"/>
                  </a:cubicBezTo>
                  <a:cubicBezTo>
                    <a:pt x="194" y="362"/>
                    <a:pt x="192" y="362"/>
                    <a:pt x="193" y="362"/>
                  </a:cubicBezTo>
                  <a:cubicBezTo>
                    <a:pt x="191" y="362"/>
                    <a:pt x="191" y="362"/>
                    <a:pt x="191" y="362"/>
                  </a:cubicBezTo>
                  <a:cubicBezTo>
                    <a:pt x="187" y="362"/>
                    <a:pt x="190" y="364"/>
                    <a:pt x="189" y="365"/>
                  </a:cubicBezTo>
                  <a:cubicBezTo>
                    <a:pt x="190" y="365"/>
                    <a:pt x="190" y="365"/>
                    <a:pt x="190" y="365"/>
                  </a:cubicBezTo>
                  <a:cubicBezTo>
                    <a:pt x="188" y="365"/>
                    <a:pt x="190" y="366"/>
                    <a:pt x="189" y="367"/>
                  </a:cubicBezTo>
                  <a:cubicBezTo>
                    <a:pt x="190" y="367"/>
                    <a:pt x="193" y="367"/>
                    <a:pt x="193" y="368"/>
                  </a:cubicBezTo>
                  <a:cubicBezTo>
                    <a:pt x="195" y="368"/>
                    <a:pt x="190" y="368"/>
                    <a:pt x="189" y="368"/>
                  </a:cubicBezTo>
                  <a:cubicBezTo>
                    <a:pt x="190" y="368"/>
                    <a:pt x="190" y="368"/>
                    <a:pt x="190" y="369"/>
                  </a:cubicBezTo>
                  <a:cubicBezTo>
                    <a:pt x="190" y="369"/>
                    <a:pt x="190" y="369"/>
                    <a:pt x="190" y="369"/>
                  </a:cubicBezTo>
                  <a:cubicBezTo>
                    <a:pt x="191" y="369"/>
                    <a:pt x="191" y="369"/>
                    <a:pt x="190" y="369"/>
                  </a:cubicBezTo>
                  <a:cubicBezTo>
                    <a:pt x="190" y="369"/>
                    <a:pt x="190" y="369"/>
                    <a:pt x="190" y="369"/>
                  </a:cubicBezTo>
                  <a:cubicBezTo>
                    <a:pt x="190" y="370"/>
                    <a:pt x="189" y="370"/>
                    <a:pt x="189" y="370"/>
                  </a:cubicBezTo>
                  <a:cubicBezTo>
                    <a:pt x="191" y="370"/>
                    <a:pt x="190" y="371"/>
                    <a:pt x="191" y="371"/>
                  </a:cubicBezTo>
                  <a:cubicBezTo>
                    <a:pt x="190" y="371"/>
                    <a:pt x="190" y="371"/>
                    <a:pt x="190" y="371"/>
                  </a:cubicBezTo>
                  <a:cubicBezTo>
                    <a:pt x="192" y="371"/>
                    <a:pt x="192" y="371"/>
                    <a:pt x="192" y="371"/>
                  </a:cubicBezTo>
                  <a:cubicBezTo>
                    <a:pt x="191" y="371"/>
                    <a:pt x="191" y="371"/>
                    <a:pt x="191" y="371"/>
                  </a:cubicBezTo>
                  <a:cubicBezTo>
                    <a:pt x="189" y="371"/>
                    <a:pt x="189" y="371"/>
                    <a:pt x="189" y="371"/>
                  </a:cubicBezTo>
                  <a:cubicBezTo>
                    <a:pt x="188" y="371"/>
                    <a:pt x="191" y="371"/>
                    <a:pt x="192" y="372"/>
                  </a:cubicBezTo>
                  <a:cubicBezTo>
                    <a:pt x="193" y="372"/>
                    <a:pt x="191" y="372"/>
                    <a:pt x="191" y="372"/>
                  </a:cubicBezTo>
                  <a:cubicBezTo>
                    <a:pt x="190" y="372"/>
                    <a:pt x="191" y="372"/>
                    <a:pt x="191" y="372"/>
                  </a:cubicBezTo>
                  <a:cubicBezTo>
                    <a:pt x="189" y="371"/>
                    <a:pt x="190" y="372"/>
                    <a:pt x="189" y="372"/>
                  </a:cubicBezTo>
                  <a:cubicBezTo>
                    <a:pt x="189" y="372"/>
                    <a:pt x="191" y="372"/>
                    <a:pt x="191" y="372"/>
                  </a:cubicBezTo>
                  <a:cubicBezTo>
                    <a:pt x="190" y="373"/>
                    <a:pt x="191" y="373"/>
                    <a:pt x="189" y="373"/>
                  </a:cubicBezTo>
                  <a:cubicBezTo>
                    <a:pt x="190" y="373"/>
                    <a:pt x="190" y="373"/>
                    <a:pt x="191" y="374"/>
                  </a:cubicBezTo>
                  <a:cubicBezTo>
                    <a:pt x="191" y="373"/>
                    <a:pt x="191" y="373"/>
                    <a:pt x="193" y="373"/>
                  </a:cubicBezTo>
                  <a:cubicBezTo>
                    <a:pt x="193" y="373"/>
                    <a:pt x="193" y="374"/>
                    <a:pt x="192" y="374"/>
                  </a:cubicBezTo>
                  <a:cubicBezTo>
                    <a:pt x="192" y="374"/>
                    <a:pt x="192" y="374"/>
                    <a:pt x="192" y="374"/>
                  </a:cubicBezTo>
                  <a:cubicBezTo>
                    <a:pt x="192" y="374"/>
                    <a:pt x="192" y="374"/>
                    <a:pt x="193" y="374"/>
                  </a:cubicBezTo>
                  <a:cubicBezTo>
                    <a:pt x="191" y="374"/>
                    <a:pt x="191" y="374"/>
                    <a:pt x="191" y="374"/>
                  </a:cubicBezTo>
                  <a:cubicBezTo>
                    <a:pt x="193" y="374"/>
                    <a:pt x="192" y="375"/>
                    <a:pt x="193" y="375"/>
                  </a:cubicBezTo>
                  <a:cubicBezTo>
                    <a:pt x="191" y="375"/>
                    <a:pt x="189" y="375"/>
                    <a:pt x="189" y="375"/>
                  </a:cubicBezTo>
                  <a:cubicBezTo>
                    <a:pt x="190" y="376"/>
                    <a:pt x="190" y="376"/>
                    <a:pt x="190" y="376"/>
                  </a:cubicBezTo>
                  <a:cubicBezTo>
                    <a:pt x="191" y="376"/>
                    <a:pt x="190" y="376"/>
                    <a:pt x="189" y="376"/>
                  </a:cubicBezTo>
                  <a:cubicBezTo>
                    <a:pt x="188" y="376"/>
                    <a:pt x="194" y="377"/>
                    <a:pt x="192" y="377"/>
                  </a:cubicBezTo>
                  <a:cubicBezTo>
                    <a:pt x="190" y="377"/>
                    <a:pt x="190" y="377"/>
                    <a:pt x="189" y="377"/>
                  </a:cubicBezTo>
                  <a:cubicBezTo>
                    <a:pt x="190" y="378"/>
                    <a:pt x="191" y="378"/>
                    <a:pt x="191" y="378"/>
                  </a:cubicBezTo>
                  <a:cubicBezTo>
                    <a:pt x="192" y="378"/>
                    <a:pt x="189" y="377"/>
                    <a:pt x="191" y="377"/>
                  </a:cubicBezTo>
                  <a:cubicBezTo>
                    <a:pt x="192" y="377"/>
                    <a:pt x="191" y="378"/>
                    <a:pt x="192" y="378"/>
                  </a:cubicBezTo>
                  <a:cubicBezTo>
                    <a:pt x="187" y="378"/>
                    <a:pt x="191" y="380"/>
                    <a:pt x="188" y="380"/>
                  </a:cubicBezTo>
                  <a:cubicBezTo>
                    <a:pt x="191" y="380"/>
                    <a:pt x="189" y="381"/>
                    <a:pt x="190" y="381"/>
                  </a:cubicBezTo>
                  <a:cubicBezTo>
                    <a:pt x="187" y="381"/>
                    <a:pt x="190" y="382"/>
                    <a:pt x="189" y="382"/>
                  </a:cubicBezTo>
                  <a:cubicBezTo>
                    <a:pt x="191" y="382"/>
                    <a:pt x="191" y="382"/>
                    <a:pt x="191" y="382"/>
                  </a:cubicBezTo>
                  <a:cubicBezTo>
                    <a:pt x="190" y="382"/>
                    <a:pt x="195" y="383"/>
                    <a:pt x="192" y="383"/>
                  </a:cubicBezTo>
                  <a:cubicBezTo>
                    <a:pt x="191" y="383"/>
                    <a:pt x="190" y="383"/>
                    <a:pt x="190" y="383"/>
                  </a:cubicBezTo>
                  <a:cubicBezTo>
                    <a:pt x="187" y="383"/>
                    <a:pt x="192" y="384"/>
                    <a:pt x="189" y="384"/>
                  </a:cubicBezTo>
                  <a:cubicBezTo>
                    <a:pt x="190" y="384"/>
                    <a:pt x="192" y="384"/>
                    <a:pt x="193" y="385"/>
                  </a:cubicBezTo>
                  <a:cubicBezTo>
                    <a:pt x="192" y="385"/>
                    <a:pt x="190" y="385"/>
                    <a:pt x="190" y="385"/>
                  </a:cubicBezTo>
                  <a:cubicBezTo>
                    <a:pt x="190" y="386"/>
                    <a:pt x="191" y="386"/>
                    <a:pt x="190" y="386"/>
                  </a:cubicBezTo>
                  <a:cubicBezTo>
                    <a:pt x="189" y="386"/>
                    <a:pt x="189" y="386"/>
                    <a:pt x="189" y="386"/>
                  </a:cubicBezTo>
                  <a:cubicBezTo>
                    <a:pt x="188" y="386"/>
                    <a:pt x="189" y="386"/>
                    <a:pt x="190" y="387"/>
                  </a:cubicBezTo>
                  <a:cubicBezTo>
                    <a:pt x="188" y="387"/>
                    <a:pt x="189" y="388"/>
                    <a:pt x="188" y="388"/>
                  </a:cubicBezTo>
                  <a:cubicBezTo>
                    <a:pt x="191" y="389"/>
                    <a:pt x="187" y="389"/>
                    <a:pt x="190" y="389"/>
                  </a:cubicBezTo>
                  <a:cubicBezTo>
                    <a:pt x="189" y="389"/>
                    <a:pt x="189" y="389"/>
                    <a:pt x="189" y="389"/>
                  </a:cubicBezTo>
                  <a:cubicBezTo>
                    <a:pt x="190" y="389"/>
                    <a:pt x="192" y="390"/>
                    <a:pt x="192" y="390"/>
                  </a:cubicBezTo>
                  <a:cubicBezTo>
                    <a:pt x="190" y="390"/>
                    <a:pt x="190" y="390"/>
                    <a:pt x="190" y="390"/>
                  </a:cubicBezTo>
                  <a:cubicBezTo>
                    <a:pt x="188" y="390"/>
                    <a:pt x="190" y="390"/>
                    <a:pt x="189" y="391"/>
                  </a:cubicBezTo>
                  <a:cubicBezTo>
                    <a:pt x="190" y="390"/>
                    <a:pt x="189" y="391"/>
                    <a:pt x="190" y="391"/>
                  </a:cubicBezTo>
                  <a:cubicBezTo>
                    <a:pt x="191" y="391"/>
                    <a:pt x="191" y="391"/>
                    <a:pt x="191" y="391"/>
                  </a:cubicBezTo>
                  <a:cubicBezTo>
                    <a:pt x="192" y="392"/>
                    <a:pt x="192" y="391"/>
                    <a:pt x="192" y="392"/>
                  </a:cubicBezTo>
                  <a:cubicBezTo>
                    <a:pt x="192" y="392"/>
                    <a:pt x="190" y="392"/>
                    <a:pt x="190" y="392"/>
                  </a:cubicBezTo>
                  <a:cubicBezTo>
                    <a:pt x="189" y="392"/>
                    <a:pt x="190" y="392"/>
                    <a:pt x="190" y="393"/>
                  </a:cubicBezTo>
                  <a:cubicBezTo>
                    <a:pt x="190" y="393"/>
                    <a:pt x="190" y="392"/>
                    <a:pt x="191" y="393"/>
                  </a:cubicBezTo>
                  <a:cubicBezTo>
                    <a:pt x="191" y="393"/>
                    <a:pt x="190" y="393"/>
                    <a:pt x="190" y="393"/>
                  </a:cubicBezTo>
                  <a:cubicBezTo>
                    <a:pt x="190" y="393"/>
                    <a:pt x="191" y="393"/>
                    <a:pt x="191" y="393"/>
                  </a:cubicBezTo>
                  <a:cubicBezTo>
                    <a:pt x="191" y="393"/>
                    <a:pt x="191" y="393"/>
                    <a:pt x="191" y="393"/>
                  </a:cubicBezTo>
                  <a:cubicBezTo>
                    <a:pt x="190" y="393"/>
                    <a:pt x="190" y="393"/>
                    <a:pt x="190" y="393"/>
                  </a:cubicBezTo>
                  <a:cubicBezTo>
                    <a:pt x="190" y="393"/>
                    <a:pt x="190" y="393"/>
                    <a:pt x="190" y="393"/>
                  </a:cubicBezTo>
                  <a:cubicBezTo>
                    <a:pt x="190" y="393"/>
                    <a:pt x="190" y="393"/>
                    <a:pt x="190" y="393"/>
                  </a:cubicBezTo>
                  <a:cubicBezTo>
                    <a:pt x="190" y="393"/>
                    <a:pt x="190" y="393"/>
                    <a:pt x="190" y="393"/>
                  </a:cubicBezTo>
                  <a:cubicBezTo>
                    <a:pt x="188" y="393"/>
                    <a:pt x="188" y="393"/>
                    <a:pt x="188" y="393"/>
                  </a:cubicBezTo>
                  <a:cubicBezTo>
                    <a:pt x="188" y="394"/>
                    <a:pt x="190" y="394"/>
                    <a:pt x="191" y="394"/>
                  </a:cubicBezTo>
                  <a:cubicBezTo>
                    <a:pt x="189" y="395"/>
                    <a:pt x="191" y="396"/>
                    <a:pt x="192" y="396"/>
                  </a:cubicBezTo>
                  <a:cubicBezTo>
                    <a:pt x="192" y="396"/>
                    <a:pt x="190" y="396"/>
                    <a:pt x="191" y="396"/>
                  </a:cubicBezTo>
                  <a:cubicBezTo>
                    <a:pt x="191" y="397"/>
                    <a:pt x="193" y="397"/>
                    <a:pt x="192" y="397"/>
                  </a:cubicBezTo>
                  <a:cubicBezTo>
                    <a:pt x="192" y="397"/>
                    <a:pt x="191" y="397"/>
                    <a:pt x="191" y="398"/>
                  </a:cubicBezTo>
                  <a:cubicBezTo>
                    <a:pt x="190" y="398"/>
                    <a:pt x="192" y="397"/>
                    <a:pt x="192" y="397"/>
                  </a:cubicBezTo>
                  <a:cubicBezTo>
                    <a:pt x="190" y="398"/>
                    <a:pt x="194" y="399"/>
                    <a:pt x="192" y="400"/>
                  </a:cubicBezTo>
                  <a:cubicBezTo>
                    <a:pt x="192" y="399"/>
                    <a:pt x="191" y="399"/>
                    <a:pt x="191" y="399"/>
                  </a:cubicBezTo>
                  <a:cubicBezTo>
                    <a:pt x="191" y="400"/>
                    <a:pt x="192" y="400"/>
                    <a:pt x="194" y="401"/>
                  </a:cubicBezTo>
                  <a:cubicBezTo>
                    <a:pt x="192" y="401"/>
                    <a:pt x="192" y="401"/>
                    <a:pt x="192" y="401"/>
                  </a:cubicBezTo>
                  <a:cubicBezTo>
                    <a:pt x="192" y="401"/>
                    <a:pt x="193" y="401"/>
                    <a:pt x="194" y="401"/>
                  </a:cubicBezTo>
                  <a:cubicBezTo>
                    <a:pt x="195" y="401"/>
                    <a:pt x="196" y="401"/>
                    <a:pt x="196" y="402"/>
                  </a:cubicBezTo>
                  <a:cubicBezTo>
                    <a:pt x="196" y="402"/>
                    <a:pt x="196" y="402"/>
                    <a:pt x="196" y="402"/>
                  </a:cubicBezTo>
                  <a:cubicBezTo>
                    <a:pt x="196" y="402"/>
                    <a:pt x="197" y="402"/>
                    <a:pt x="197" y="402"/>
                  </a:cubicBezTo>
                  <a:cubicBezTo>
                    <a:pt x="196" y="403"/>
                    <a:pt x="196" y="402"/>
                    <a:pt x="195" y="402"/>
                  </a:cubicBezTo>
                  <a:cubicBezTo>
                    <a:pt x="193" y="403"/>
                    <a:pt x="194" y="404"/>
                    <a:pt x="194" y="404"/>
                  </a:cubicBezTo>
                  <a:cubicBezTo>
                    <a:pt x="195" y="404"/>
                    <a:pt x="195" y="404"/>
                    <a:pt x="195" y="404"/>
                  </a:cubicBezTo>
                  <a:cubicBezTo>
                    <a:pt x="196" y="404"/>
                    <a:pt x="194" y="404"/>
                    <a:pt x="194" y="404"/>
                  </a:cubicBezTo>
                  <a:cubicBezTo>
                    <a:pt x="199" y="405"/>
                    <a:pt x="199" y="405"/>
                    <a:pt x="199" y="405"/>
                  </a:cubicBezTo>
                  <a:cubicBezTo>
                    <a:pt x="198" y="404"/>
                    <a:pt x="197" y="405"/>
                    <a:pt x="196" y="405"/>
                  </a:cubicBezTo>
                  <a:cubicBezTo>
                    <a:pt x="196" y="405"/>
                    <a:pt x="199" y="406"/>
                    <a:pt x="201" y="406"/>
                  </a:cubicBezTo>
                  <a:cubicBezTo>
                    <a:pt x="200" y="406"/>
                    <a:pt x="201" y="406"/>
                    <a:pt x="201" y="407"/>
                  </a:cubicBezTo>
                  <a:cubicBezTo>
                    <a:pt x="200" y="407"/>
                    <a:pt x="202" y="407"/>
                    <a:pt x="200" y="407"/>
                  </a:cubicBezTo>
                  <a:cubicBezTo>
                    <a:pt x="199" y="407"/>
                    <a:pt x="199" y="407"/>
                    <a:pt x="199" y="407"/>
                  </a:cubicBezTo>
                  <a:cubicBezTo>
                    <a:pt x="199" y="407"/>
                    <a:pt x="197" y="407"/>
                    <a:pt x="196" y="407"/>
                  </a:cubicBezTo>
                  <a:cubicBezTo>
                    <a:pt x="196" y="407"/>
                    <a:pt x="196" y="408"/>
                    <a:pt x="195" y="409"/>
                  </a:cubicBezTo>
                  <a:cubicBezTo>
                    <a:pt x="198" y="408"/>
                    <a:pt x="197" y="410"/>
                    <a:pt x="199" y="409"/>
                  </a:cubicBezTo>
                  <a:cubicBezTo>
                    <a:pt x="200" y="410"/>
                    <a:pt x="197" y="410"/>
                    <a:pt x="197" y="410"/>
                  </a:cubicBezTo>
                  <a:cubicBezTo>
                    <a:pt x="198" y="411"/>
                    <a:pt x="197" y="411"/>
                    <a:pt x="197" y="412"/>
                  </a:cubicBezTo>
                  <a:cubicBezTo>
                    <a:pt x="197" y="412"/>
                    <a:pt x="197" y="412"/>
                    <a:pt x="197" y="412"/>
                  </a:cubicBezTo>
                  <a:cubicBezTo>
                    <a:pt x="198" y="412"/>
                    <a:pt x="197" y="413"/>
                    <a:pt x="199" y="413"/>
                  </a:cubicBezTo>
                  <a:cubicBezTo>
                    <a:pt x="198" y="413"/>
                    <a:pt x="198" y="413"/>
                    <a:pt x="198" y="413"/>
                  </a:cubicBezTo>
                  <a:cubicBezTo>
                    <a:pt x="197" y="414"/>
                    <a:pt x="201" y="413"/>
                    <a:pt x="200" y="414"/>
                  </a:cubicBezTo>
                  <a:cubicBezTo>
                    <a:pt x="199" y="414"/>
                    <a:pt x="199" y="414"/>
                    <a:pt x="199" y="414"/>
                  </a:cubicBezTo>
                  <a:cubicBezTo>
                    <a:pt x="200" y="414"/>
                    <a:pt x="198" y="415"/>
                    <a:pt x="200" y="415"/>
                  </a:cubicBezTo>
                  <a:cubicBezTo>
                    <a:pt x="199" y="415"/>
                    <a:pt x="199" y="415"/>
                    <a:pt x="198" y="415"/>
                  </a:cubicBezTo>
                  <a:cubicBezTo>
                    <a:pt x="199" y="415"/>
                    <a:pt x="199" y="416"/>
                    <a:pt x="200" y="416"/>
                  </a:cubicBezTo>
                  <a:cubicBezTo>
                    <a:pt x="198" y="416"/>
                    <a:pt x="198" y="416"/>
                    <a:pt x="198" y="416"/>
                  </a:cubicBezTo>
                  <a:cubicBezTo>
                    <a:pt x="197" y="417"/>
                    <a:pt x="201" y="416"/>
                    <a:pt x="200" y="417"/>
                  </a:cubicBezTo>
                  <a:cubicBezTo>
                    <a:pt x="200" y="417"/>
                    <a:pt x="199" y="417"/>
                    <a:pt x="199" y="417"/>
                  </a:cubicBezTo>
                  <a:cubicBezTo>
                    <a:pt x="200" y="417"/>
                    <a:pt x="200" y="418"/>
                    <a:pt x="200" y="418"/>
                  </a:cubicBezTo>
                  <a:cubicBezTo>
                    <a:pt x="198" y="419"/>
                    <a:pt x="198" y="419"/>
                    <a:pt x="198" y="419"/>
                  </a:cubicBezTo>
                  <a:cubicBezTo>
                    <a:pt x="198" y="421"/>
                    <a:pt x="198" y="423"/>
                    <a:pt x="201" y="425"/>
                  </a:cubicBezTo>
                  <a:cubicBezTo>
                    <a:pt x="198" y="425"/>
                    <a:pt x="199" y="424"/>
                    <a:pt x="197" y="425"/>
                  </a:cubicBezTo>
                  <a:cubicBezTo>
                    <a:pt x="200" y="425"/>
                    <a:pt x="198" y="425"/>
                    <a:pt x="199" y="426"/>
                  </a:cubicBezTo>
                  <a:cubicBezTo>
                    <a:pt x="198" y="426"/>
                    <a:pt x="198" y="426"/>
                    <a:pt x="198" y="426"/>
                  </a:cubicBezTo>
                  <a:cubicBezTo>
                    <a:pt x="199" y="426"/>
                    <a:pt x="198" y="426"/>
                    <a:pt x="198" y="426"/>
                  </a:cubicBezTo>
                  <a:cubicBezTo>
                    <a:pt x="199" y="426"/>
                    <a:pt x="199" y="426"/>
                    <a:pt x="199" y="426"/>
                  </a:cubicBezTo>
                  <a:cubicBezTo>
                    <a:pt x="199" y="426"/>
                    <a:pt x="199" y="427"/>
                    <a:pt x="199" y="427"/>
                  </a:cubicBezTo>
                  <a:cubicBezTo>
                    <a:pt x="199" y="427"/>
                    <a:pt x="199" y="427"/>
                    <a:pt x="199" y="427"/>
                  </a:cubicBezTo>
                  <a:cubicBezTo>
                    <a:pt x="199" y="427"/>
                    <a:pt x="199" y="427"/>
                    <a:pt x="199" y="427"/>
                  </a:cubicBezTo>
                  <a:cubicBezTo>
                    <a:pt x="198" y="427"/>
                    <a:pt x="197" y="427"/>
                    <a:pt x="199" y="427"/>
                  </a:cubicBezTo>
                  <a:cubicBezTo>
                    <a:pt x="199" y="427"/>
                    <a:pt x="199" y="427"/>
                    <a:pt x="199" y="427"/>
                  </a:cubicBezTo>
                  <a:cubicBezTo>
                    <a:pt x="197" y="428"/>
                    <a:pt x="197" y="428"/>
                    <a:pt x="197" y="428"/>
                  </a:cubicBezTo>
                  <a:cubicBezTo>
                    <a:pt x="200" y="428"/>
                    <a:pt x="198" y="428"/>
                    <a:pt x="198" y="428"/>
                  </a:cubicBezTo>
                  <a:cubicBezTo>
                    <a:pt x="197" y="429"/>
                    <a:pt x="194" y="427"/>
                    <a:pt x="194" y="429"/>
                  </a:cubicBezTo>
                  <a:cubicBezTo>
                    <a:pt x="194" y="429"/>
                    <a:pt x="194" y="429"/>
                    <a:pt x="194" y="429"/>
                  </a:cubicBezTo>
                  <a:cubicBezTo>
                    <a:pt x="189" y="432"/>
                    <a:pt x="183" y="435"/>
                    <a:pt x="180" y="441"/>
                  </a:cubicBezTo>
                  <a:cubicBezTo>
                    <a:pt x="180" y="442"/>
                    <a:pt x="179" y="443"/>
                    <a:pt x="178" y="444"/>
                  </a:cubicBezTo>
                  <a:cubicBezTo>
                    <a:pt x="178" y="441"/>
                    <a:pt x="178" y="437"/>
                    <a:pt x="180" y="434"/>
                  </a:cubicBezTo>
                  <a:cubicBezTo>
                    <a:pt x="179" y="431"/>
                    <a:pt x="178" y="427"/>
                    <a:pt x="179" y="425"/>
                  </a:cubicBezTo>
                  <a:cubicBezTo>
                    <a:pt x="178" y="412"/>
                    <a:pt x="182" y="402"/>
                    <a:pt x="179" y="389"/>
                  </a:cubicBezTo>
                  <a:cubicBezTo>
                    <a:pt x="179" y="390"/>
                    <a:pt x="178" y="389"/>
                    <a:pt x="177" y="389"/>
                  </a:cubicBezTo>
                  <a:cubicBezTo>
                    <a:pt x="178" y="389"/>
                    <a:pt x="178" y="389"/>
                    <a:pt x="178" y="389"/>
                  </a:cubicBezTo>
                  <a:cubicBezTo>
                    <a:pt x="176" y="388"/>
                    <a:pt x="176" y="388"/>
                    <a:pt x="176" y="388"/>
                  </a:cubicBezTo>
                  <a:cubicBezTo>
                    <a:pt x="176" y="387"/>
                    <a:pt x="178" y="387"/>
                    <a:pt x="178" y="388"/>
                  </a:cubicBezTo>
                  <a:cubicBezTo>
                    <a:pt x="178" y="383"/>
                    <a:pt x="177" y="379"/>
                    <a:pt x="178" y="374"/>
                  </a:cubicBezTo>
                  <a:cubicBezTo>
                    <a:pt x="175" y="374"/>
                    <a:pt x="177" y="371"/>
                    <a:pt x="175" y="371"/>
                  </a:cubicBezTo>
                  <a:cubicBezTo>
                    <a:pt x="176" y="371"/>
                    <a:pt x="176" y="371"/>
                    <a:pt x="176" y="371"/>
                  </a:cubicBezTo>
                  <a:cubicBezTo>
                    <a:pt x="175" y="368"/>
                    <a:pt x="175" y="368"/>
                    <a:pt x="177" y="365"/>
                  </a:cubicBezTo>
                  <a:cubicBezTo>
                    <a:pt x="178" y="353"/>
                    <a:pt x="176" y="340"/>
                    <a:pt x="174" y="326"/>
                  </a:cubicBezTo>
                  <a:cubicBezTo>
                    <a:pt x="170" y="313"/>
                    <a:pt x="162" y="297"/>
                    <a:pt x="148" y="288"/>
                  </a:cubicBezTo>
                  <a:cubicBezTo>
                    <a:pt x="143" y="290"/>
                    <a:pt x="142" y="286"/>
                    <a:pt x="138" y="288"/>
                  </a:cubicBezTo>
                  <a:cubicBezTo>
                    <a:pt x="138" y="287"/>
                    <a:pt x="138" y="287"/>
                    <a:pt x="138" y="287"/>
                  </a:cubicBezTo>
                  <a:cubicBezTo>
                    <a:pt x="136" y="288"/>
                    <a:pt x="136" y="286"/>
                    <a:pt x="133" y="284"/>
                  </a:cubicBezTo>
                  <a:cubicBezTo>
                    <a:pt x="133" y="285"/>
                    <a:pt x="132" y="284"/>
                    <a:pt x="132" y="286"/>
                  </a:cubicBezTo>
                  <a:cubicBezTo>
                    <a:pt x="131" y="287"/>
                    <a:pt x="131" y="282"/>
                    <a:pt x="129" y="283"/>
                  </a:cubicBezTo>
                  <a:cubicBezTo>
                    <a:pt x="129" y="282"/>
                    <a:pt x="129" y="284"/>
                    <a:pt x="129" y="283"/>
                  </a:cubicBezTo>
                  <a:cubicBezTo>
                    <a:pt x="125" y="285"/>
                    <a:pt x="129" y="282"/>
                    <a:pt x="127" y="279"/>
                  </a:cubicBezTo>
                  <a:cubicBezTo>
                    <a:pt x="120" y="278"/>
                    <a:pt x="113" y="280"/>
                    <a:pt x="107" y="278"/>
                  </a:cubicBezTo>
                  <a:cubicBezTo>
                    <a:pt x="108" y="278"/>
                    <a:pt x="108" y="280"/>
                    <a:pt x="107" y="280"/>
                  </a:cubicBezTo>
                  <a:cubicBezTo>
                    <a:pt x="107" y="276"/>
                    <a:pt x="105" y="280"/>
                    <a:pt x="104" y="279"/>
                  </a:cubicBezTo>
                  <a:cubicBezTo>
                    <a:pt x="104" y="278"/>
                    <a:pt x="105" y="278"/>
                    <a:pt x="105" y="278"/>
                  </a:cubicBezTo>
                  <a:cubicBezTo>
                    <a:pt x="103" y="276"/>
                    <a:pt x="101" y="278"/>
                    <a:pt x="98" y="277"/>
                  </a:cubicBezTo>
                  <a:cubicBezTo>
                    <a:pt x="96" y="278"/>
                    <a:pt x="94" y="275"/>
                    <a:pt x="92" y="277"/>
                  </a:cubicBezTo>
                  <a:cubicBezTo>
                    <a:pt x="93" y="275"/>
                    <a:pt x="91" y="276"/>
                    <a:pt x="91" y="275"/>
                  </a:cubicBezTo>
                  <a:cubicBezTo>
                    <a:pt x="89" y="279"/>
                    <a:pt x="88" y="273"/>
                    <a:pt x="85" y="275"/>
                  </a:cubicBezTo>
                  <a:cubicBezTo>
                    <a:pt x="86" y="275"/>
                    <a:pt x="86" y="275"/>
                    <a:pt x="86" y="275"/>
                  </a:cubicBezTo>
                  <a:cubicBezTo>
                    <a:pt x="80" y="274"/>
                    <a:pt x="77" y="272"/>
                    <a:pt x="72" y="271"/>
                  </a:cubicBezTo>
                  <a:cubicBezTo>
                    <a:pt x="69" y="270"/>
                    <a:pt x="69" y="264"/>
                    <a:pt x="66" y="264"/>
                  </a:cubicBezTo>
                  <a:cubicBezTo>
                    <a:pt x="65" y="265"/>
                    <a:pt x="65" y="265"/>
                    <a:pt x="64" y="265"/>
                  </a:cubicBezTo>
                  <a:cubicBezTo>
                    <a:pt x="64" y="264"/>
                    <a:pt x="65" y="264"/>
                    <a:pt x="65" y="264"/>
                  </a:cubicBezTo>
                  <a:cubicBezTo>
                    <a:pt x="63" y="263"/>
                    <a:pt x="63" y="260"/>
                    <a:pt x="62" y="259"/>
                  </a:cubicBezTo>
                  <a:cubicBezTo>
                    <a:pt x="62" y="259"/>
                    <a:pt x="61" y="258"/>
                    <a:pt x="60" y="259"/>
                  </a:cubicBezTo>
                  <a:cubicBezTo>
                    <a:pt x="61" y="256"/>
                    <a:pt x="56" y="255"/>
                    <a:pt x="57" y="252"/>
                  </a:cubicBezTo>
                  <a:cubicBezTo>
                    <a:pt x="54" y="254"/>
                    <a:pt x="54" y="252"/>
                    <a:pt x="53" y="251"/>
                  </a:cubicBezTo>
                  <a:cubicBezTo>
                    <a:pt x="53" y="251"/>
                    <a:pt x="54" y="250"/>
                    <a:pt x="54" y="250"/>
                  </a:cubicBezTo>
                  <a:cubicBezTo>
                    <a:pt x="53" y="249"/>
                    <a:pt x="53" y="248"/>
                    <a:pt x="53" y="245"/>
                  </a:cubicBezTo>
                  <a:cubicBezTo>
                    <a:pt x="52" y="245"/>
                    <a:pt x="50" y="245"/>
                    <a:pt x="50" y="244"/>
                  </a:cubicBezTo>
                  <a:cubicBezTo>
                    <a:pt x="52" y="242"/>
                    <a:pt x="50" y="241"/>
                    <a:pt x="50" y="240"/>
                  </a:cubicBezTo>
                  <a:cubicBezTo>
                    <a:pt x="48" y="241"/>
                    <a:pt x="46" y="240"/>
                    <a:pt x="47" y="239"/>
                  </a:cubicBezTo>
                  <a:cubicBezTo>
                    <a:pt x="49" y="238"/>
                    <a:pt x="49" y="238"/>
                    <a:pt x="49" y="238"/>
                  </a:cubicBezTo>
                  <a:cubicBezTo>
                    <a:pt x="46" y="235"/>
                    <a:pt x="48" y="230"/>
                    <a:pt x="44" y="225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2" y="219"/>
                    <a:pt x="42" y="213"/>
                    <a:pt x="37" y="209"/>
                  </a:cubicBezTo>
                  <a:cubicBezTo>
                    <a:pt x="37" y="208"/>
                    <a:pt x="37" y="207"/>
                    <a:pt x="36" y="205"/>
                  </a:cubicBezTo>
                  <a:cubicBezTo>
                    <a:pt x="37" y="205"/>
                    <a:pt x="39" y="204"/>
                    <a:pt x="40" y="203"/>
                  </a:cubicBezTo>
                  <a:cubicBezTo>
                    <a:pt x="36" y="203"/>
                    <a:pt x="36" y="203"/>
                    <a:pt x="36" y="203"/>
                  </a:cubicBezTo>
                  <a:cubicBezTo>
                    <a:pt x="41" y="201"/>
                    <a:pt x="44" y="197"/>
                    <a:pt x="48" y="196"/>
                  </a:cubicBezTo>
                  <a:cubicBezTo>
                    <a:pt x="47" y="198"/>
                    <a:pt x="49" y="198"/>
                    <a:pt x="49" y="199"/>
                  </a:cubicBezTo>
                  <a:cubicBezTo>
                    <a:pt x="50" y="198"/>
                    <a:pt x="50" y="196"/>
                    <a:pt x="52" y="196"/>
                  </a:cubicBezTo>
                  <a:cubicBezTo>
                    <a:pt x="51" y="199"/>
                    <a:pt x="51" y="199"/>
                    <a:pt x="51" y="199"/>
                  </a:cubicBezTo>
                  <a:cubicBezTo>
                    <a:pt x="52" y="197"/>
                    <a:pt x="56" y="193"/>
                    <a:pt x="59" y="190"/>
                  </a:cubicBezTo>
                  <a:cubicBezTo>
                    <a:pt x="59" y="197"/>
                    <a:pt x="61" y="192"/>
                    <a:pt x="62" y="201"/>
                  </a:cubicBezTo>
                  <a:cubicBezTo>
                    <a:pt x="60" y="200"/>
                    <a:pt x="60" y="200"/>
                    <a:pt x="60" y="200"/>
                  </a:cubicBezTo>
                  <a:cubicBezTo>
                    <a:pt x="61" y="202"/>
                    <a:pt x="61" y="203"/>
                    <a:pt x="62" y="206"/>
                  </a:cubicBezTo>
                  <a:cubicBezTo>
                    <a:pt x="64" y="206"/>
                    <a:pt x="65" y="204"/>
                    <a:pt x="64" y="199"/>
                  </a:cubicBezTo>
                  <a:cubicBezTo>
                    <a:pt x="68" y="202"/>
                    <a:pt x="65" y="203"/>
                    <a:pt x="68" y="212"/>
                  </a:cubicBezTo>
                  <a:cubicBezTo>
                    <a:pt x="71" y="214"/>
                    <a:pt x="66" y="208"/>
                    <a:pt x="69" y="207"/>
                  </a:cubicBezTo>
                  <a:cubicBezTo>
                    <a:pt x="70" y="206"/>
                    <a:pt x="71" y="211"/>
                    <a:pt x="75" y="215"/>
                  </a:cubicBezTo>
                  <a:cubicBezTo>
                    <a:pt x="82" y="221"/>
                    <a:pt x="78" y="220"/>
                    <a:pt x="81" y="223"/>
                  </a:cubicBezTo>
                  <a:cubicBezTo>
                    <a:pt x="79" y="223"/>
                    <a:pt x="71" y="217"/>
                    <a:pt x="73" y="217"/>
                  </a:cubicBezTo>
                  <a:cubicBezTo>
                    <a:pt x="65" y="209"/>
                    <a:pt x="73" y="224"/>
                    <a:pt x="68" y="218"/>
                  </a:cubicBezTo>
                  <a:cubicBezTo>
                    <a:pt x="75" y="226"/>
                    <a:pt x="76" y="226"/>
                    <a:pt x="82" y="226"/>
                  </a:cubicBezTo>
                  <a:cubicBezTo>
                    <a:pt x="79" y="225"/>
                    <a:pt x="85" y="224"/>
                    <a:pt x="82" y="223"/>
                  </a:cubicBezTo>
                  <a:cubicBezTo>
                    <a:pt x="98" y="219"/>
                    <a:pt x="96" y="225"/>
                    <a:pt x="106" y="216"/>
                  </a:cubicBezTo>
                  <a:cubicBezTo>
                    <a:pt x="103" y="216"/>
                    <a:pt x="111" y="202"/>
                    <a:pt x="104" y="206"/>
                  </a:cubicBezTo>
                  <a:cubicBezTo>
                    <a:pt x="104" y="204"/>
                    <a:pt x="105" y="201"/>
                    <a:pt x="107" y="200"/>
                  </a:cubicBezTo>
                  <a:cubicBezTo>
                    <a:pt x="107" y="203"/>
                    <a:pt x="110" y="197"/>
                    <a:pt x="110" y="201"/>
                  </a:cubicBezTo>
                  <a:cubicBezTo>
                    <a:pt x="111" y="198"/>
                    <a:pt x="111" y="198"/>
                    <a:pt x="111" y="198"/>
                  </a:cubicBezTo>
                  <a:cubicBezTo>
                    <a:pt x="111" y="204"/>
                    <a:pt x="111" y="204"/>
                    <a:pt x="111" y="204"/>
                  </a:cubicBezTo>
                  <a:cubicBezTo>
                    <a:pt x="114" y="201"/>
                    <a:pt x="118" y="196"/>
                    <a:pt x="120" y="194"/>
                  </a:cubicBezTo>
                  <a:cubicBezTo>
                    <a:pt x="121" y="189"/>
                    <a:pt x="117" y="195"/>
                    <a:pt x="119" y="190"/>
                  </a:cubicBezTo>
                  <a:cubicBezTo>
                    <a:pt x="119" y="192"/>
                    <a:pt x="121" y="189"/>
                    <a:pt x="122" y="186"/>
                  </a:cubicBezTo>
                  <a:cubicBezTo>
                    <a:pt x="120" y="191"/>
                    <a:pt x="119" y="186"/>
                    <a:pt x="120" y="182"/>
                  </a:cubicBezTo>
                  <a:cubicBezTo>
                    <a:pt x="120" y="181"/>
                    <a:pt x="121" y="180"/>
                    <a:pt x="121" y="179"/>
                  </a:cubicBezTo>
                  <a:cubicBezTo>
                    <a:pt x="122" y="180"/>
                    <a:pt x="122" y="180"/>
                    <a:pt x="122" y="181"/>
                  </a:cubicBezTo>
                  <a:cubicBezTo>
                    <a:pt x="122" y="182"/>
                    <a:pt x="122" y="182"/>
                    <a:pt x="122" y="183"/>
                  </a:cubicBezTo>
                  <a:cubicBezTo>
                    <a:pt x="123" y="183"/>
                    <a:pt x="123" y="183"/>
                    <a:pt x="123" y="183"/>
                  </a:cubicBezTo>
                  <a:cubicBezTo>
                    <a:pt x="123" y="183"/>
                    <a:pt x="122" y="183"/>
                    <a:pt x="122" y="183"/>
                  </a:cubicBezTo>
                  <a:cubicBezTo>
                    <a:pt x="122" y="188"/>
                    <a:pt x="125" y="188"/>
                    <a:pt x="126" y="189"/>
                  </a:cubicBezTo>
                  <a:cubicBezTo>
                    <a:pt x="126" y="193"/>
                    <a:pt x="126" y="193"/>
                    <a:pt x="126" y="193"/>
                  </a:cubicBezTo>
                  <a:cubicBezTo>
                    <a:pt x="127" y="193"/>
                    <a:pt x="127" y="193"/>
                    <a:pt x="127" y="193"/>
                  </a:cubicBezTo>
                  <a:cubicBezTo>
                    <a:pt x="130" y="197"/>
                    <a:pt x="134" y="202"/>
                    <a:pt x="132" y="203"/>
                  </a:cubicBezTo>
                  <a:cubicBezTo>
                    <a:pt x="134" y="205"/>
                    <a:pt x="136" y="206"/>
                    <a:pt x="135" y="203"/>
                  </a:cubicBezTo>
                  <a:cubicBezTo>
                    <a:pt x="136" y="205"/>
                    <a:pt x="140" y="212"/>
                    <a:pt x="151" y="211"/>
                  </a:cubicBezTo>
                  <a:cubicBezTo>
                    <a:pt x="161" y="208"/>
                    <a:pt x="165" y="201"/>
                    <a:pt x="167" y="197"/>
                  </a:cubicBezTo>
                  <a:cubicBezTo>
                    <a:pt x="164" y="201"/>
                    <a:pt x="163" y="200"/>
                    <a:pt x="162" y="200"/>
                  </a:cubicBezTo>
                  <a:cubicBezTo>
                    <a:pt x="161" y="197"/>
                    <a:pt x="164" y="198"/>
                    <a:pt x="164" y="194"/>
                  </a:cubicBezTo>
                  <a:cubicBezTo>
                    <a:pt x="165" y="195"/>
                    <a:pt x="167" y="192"/>
                    <a:pt x="166" y="196"/>
                  </a:cubicBezTo>
                  <a:cubicBezTo>
                    <a:pt x="170" y="191"/>
                    <a:pt x="171" y="185"/>
                    <a:pt x="173" y="179"/>
                  </a:cubicBezTo>
                  <a:cubicBezTo>
                    <a:pt x="173" y="180"/>
                    <a:pt x="173" y="180"/>
                    <a:pt x="174" y="181"/>
                  </a:cubicBezTo>
                  <a:cubicBezTo>
                    <a:pt x="174" y="181"/>
                    <a:pt x="174" y="181"/>
                    <a:pt x="174" y="182"/>
                  </a:cubicBezTo>
                  <a:cubicBezTo>
                    <a:pt x="174" y="182"/>
                    <a:pt x="174" y="182"/>
                    <a:pt x="174" y="183"/>
                  </a:cubicBezTo>
                  <a:cubicBezTo>
                    <a:pt x="175" y="184"/>
                    <a:pt x="175" y="185"/>
                    <a:pt x="176" y="186"/>
                  </a:cubicBezTo>
                  <a:cubicBezTo>
                    <a:pt x="175" y="185"/>
                    <a:pt x="175" y="185"/>
                    <a:pt x="175" y="184"/>
                  </a:cubicBezTo>
                  <a:cubicBezTo>
                    <a:pt x="175" y="185"/>
                    <a:pt x="175" y="186"/>
                    <a:pt x="176" y="187"/>
                  </a:cubicBezTo>
                  <a:cubicBezTo>
                    <a:pt x="176" y="187"/>
                    <a:pt x="176" y="187"/>
                    <a:pt x="176" y="187"/>
                  </a:cubicBezTo>
                  <a:cubicBezTo>
                    <a:pt x="177" y="189"/>
                    <a:pt x="177" y="190"/>
                    <a:pt x="178" y="191"/>
                  </a:cubicBezTo>
                  <a:cubicBezTo>
                    <a:pt x="176" y="191"/>
                    <a:pt x="176" y="191"/>
                    <a:pt x="176" y="191"/>
                  </a:cubicBezTo>
                  <a:cubicBezTo>
                    <a:pt x="176" y="194"/>
                    <a:pt x="188" y="201"/>
                    <a:pt x="189" y="198"/>
                  </a:cubicBezTo>
                  <a:cubicBezTo>
                    <a:pt x="205" y="196"/>
                    <a:pt x="210" y="186"/>
                    <a:pt x="213" y="179"/>
                  </a:cubicBezTo>
                  <a:cubicBezTo>
                    <a:pt x="214" y="178"/>
                    <a:pt x="214" y="178"/>
                    <a:pt x="214" y="178"/>
                  </a:cubicBezTo>
                  <a:cubicBezTo>
                    <a:pt x="214" y="178"/>
                    <a:pt x="214" y="178"/>
                    <a:pt x="214" y="178"/>
                  </a:cubicBezTo>
                  <a:cubicBezTo>
                    <a:pt x="214" y="178"/>
                    <a:pt x="214" y="177"/>
                    <a:pt x="214" y="177"/>
                  </a:cubicBezTo>
                  <a:cubicBezTo>
                    <a:pt x="214" y="177"/>
                    <a:pt x="215" y="177"/>
                    <a:pt x="215" y="177"/>
                  </a:cubicBezTo>
                  <a:cubicBezTo>
                    <a:pt x="219" y="183"/>
                    <a:pt x="215" y="181"/>
                    <a:pt x="216" y="184"/>
                  </a:cubicBezTo>
                  <a:cubicBezTo>
                    <a:pt x="224" y="191"/>
                    <a:pt x="234" y="187"/>
                    <a:pt x="239" y="182"/>
                  </a:cubicBezTo>
                  <a:cubicBezTo>
                    <a:pt x="239" y="182"/>
                    <a:pt x="240" y="183"/>
                    <a:pt x="239" y="183"/>
                  </a:cubicBezTo>
                  <a:cubicBezTo>
                    <a:pt x="244" y="179"/>
                    <a:pt x="250" y="173"/>
                    <a:pt x="253" y="167"/>
                  </a:cubicBezTo>
                  <a:cubicBezTo>
                    <a:pt x="255" y="173"/>
                    <a:pt x="258" y="178"/>
                    <a:pt x="262" y="183"/>
                  </a:cubicBezTo>
                  <a:cubicBezTo>
                    <a:pt x="272" y="194"/>
                    <a:pt x="282" y="179"/>
                    <a:pt x="282" y="172"/>
                  </a:cubicBezTo>
                  <a:cubicBezTo>
                    <a:pt x="282" y="171"/>
                    <a:pt x="283" y="172"/>
                    <a:pt x="283" y="173"/>
                  </a:cubicBezTo>
                  <a:cubicBezTo>
                    <a:pt x="283" y="162"/>
                    <a:pt x="288" y="150"/>
                    <a:pt x="283" y="141"/>
                  </a:cubicBezTo>
                  <a:cubicBezTo>
                    <a:pt x="281" y="138"/>
                    <a:pt x="281" y="138"/>
                    <a:pt x="281" y="138"/>
                  </a:cubicBezTo>
                  <a:cubicBezTo>
                    <a:pt x="282" y="136"/>
                    <a:pt x="283" y="136"/>
                    <a:pt x="284" y="134"/>
                  </a:cubicBezTo>
                  <a:cubicBezTo>
                    <a:pt x="283" y="132"/>
                    <a:pt x="283" y="124"/>
                    <a:pt x="282" y="122"/>
                  </a:cubicBezTo>
                  <a:cubicBezTo>
                    <a:pt x="283" y="121"/>
                    <a:pt x="283" y="123"/>
                    <a:pt x="283" y="123"/>
                  </a:cubicBezTo>
                  <a:cubicBezTo>
                    <a:pt x="284" y="122"/>
                    <a:pt x="284" y="121"/>
                    <a:pt x="284" y="120"/>
                  </a:cubicBezTo>
                  <a:cubicBezTo>
                    <a:pt x="285" y="120"/>
                    <a:pt x="286" y="120"/>
                    <a:pt x="287" y="120"/>
                  </a:cubicBezTo>
                  <a:cubicBezTo>
                    <a:pt x="293" y="141"/>
                    <a:pt x="294" y="171"/>
                    <a:pt x="312" y="180"/>
                  </a:cubicBezTo>
                  <a:cubicBezTo>
                    <a:pt x="316" y="182"/>
                    <a:pt x="313" y="183"/>
                    <a:pt x="315" y="184"/>
                  </a:cubicBezTo>
                  <a:cubicBezTo>
                    <a:pt x="325" y="187"/>
                    <a:pt x="336" y="188"/>
                    <a:pt x="347" y="188"/>
                  </a:cubicBezTo>
                  <a:cubicBezTo>
                    <a:pt x="346" y="189"/>
                    <a:pt x="345" y="190"/>
                    <a:pt x="344" y="191"/>
                  </a:cubicBezTo>
                  <a:cubicBezTo>
                    <a:pt x="346" y="193"/>
                    <a:pt x="342" y="195"/>
                    <a:pt x="343" y="196"/>
                  </a:cubicBezTo>
                  <a:cubicBezTo>
                    <a:pt x="343" y="196"/>
                    <a:pt x="343" y="196"/>
                    <a:pt x="343" y="195"/>
                  </a:cubicBezTo>
                  <a:cubicBezTo>
                    <a:pt x="340" y="201"/>
                    <a:pt x="343" y="196"/>
                    <a:pt x="338" y="200"/>
                  </a:cubicBezTo>
                  <a:cubicBezTo>
                    <a:pt x="327" y="213"/>
                    <a:pt x="329" y="230"/>
                    <a:pt x="329" y="240"/>
                  </a:cubicBezTo>
                  <a:cubicBezTo>
                    <a:pt x="330" y="251"/>
                    <a:pt x="331" y="257"/>
                    <a:pt x="326" y="263"/>
                  </a:cubicBezTo>
                  <a:cubicBezTo>
                    <a:pt x="327" y="267"/>
                    <a:pt x="324" y="267"/>
                    <a:pt x="325" y="270"/>
                  </a:cubicBezTo>
                  <a:cubicBezTo>
                    <a:pt x="324" y="269"/>
                    <a:pt x="324" y="269"/>
                    <a:pt x="324" y="269"/>
                  </a:cubicBezTo>
                  <a:cubicBezTo>
                    <a:pt x="324" y="271"/>
                    <a:pt x="323" y="270"/>
                    <a:pt x="321" y="270"/>
                  </a:cubicBezTo>
                  <a:cubicBezTo>
                    <a:pt x="321" y="271"/>
                    <a:pt x="320" y="271"/>
                    <a:pt x="321" y="272"/>
                  </a:cubicBezTo>
                  <a:cubicBezTo>
                    <a:pt x="322" y="274"/>
                    <a:pt x="319" y="270"/>
                    <a:pt x="318" y="271"/>
                  </a:cubicBezTo>
                  <a:cubicBezTo>
                    <a:pt x="318" y="271"/>
                    <a:pt x="319" y="272"/>
                    <a:pt x="318" y="272"/>
                  </a:cubicBezTo>
                  <a:cubicBezTo>
                    <a:pt x="317" y="275"/>
                    <a:pt x="318" y="271"/>
                    <a:pt x="315" y="270"/>
                  </a:cubicBezTo>
                  <a:cubicBezTo>
                    <a:pt x="311" y="273"/>
                    <a:pt x="306" y="276"/>
                    <a:pt x="302" y="277"/>
                  </a:cubicBezTo>
                  <a:cubicBezTo>
                    <a:pt x="302" y="277"/>
                    <a:pt x="303" y="278"/>
                    <a:pt x="302" y="278"/>
                  </a:cubicBezTo>
                  <a:cubicBezTo>
                    <a:pt x="301" y="275"/>
                    <a:pt x="301" y="280"/>
                    <a:pt x="299" y="279"/>
                  </a:cubicBezTo>
                  <a:cubicBezTo>
                    <a:pt x="300" y="277"/>
                    <a:pt x="300" y="277"/>
                    <a:pt x="300" y="277"/>
                  </a:cubicBezTo>
                  <a:cubicBezTo>
                    <a:pt x="297" y="277"/>
                    <a:pt x="296" y="279"/>
                    <a:pt x="293" y="279"/>
                  </a:cubicBezTo>
                  <a:cubicBezTo>
                    <a:pt x="292" y="280"/>
                    <a:pt x="288" y="279"/>
                    <a:pt x="287" y="281"/>
                  </a:cubicBezTo>
                  <a:cubicBezTo>
                    <a:pt x="287" y="280"/>
                    <a:pt x="286" y="280"/>
                    <a:pt x="285" y="280"/>
                  </a:cubicBezTo>
                  <a:cubicBezTo>
                    <a:pt x="285" y="284"/>
                    <a:pt x="281" y="280"/>
                    <a:pt x="280" y="284"/>
                  </a:cubicBezTo>
                  <a:cubicBezTo>
                    <a:pt x="280" y="283"/>
                    <a:pt x="280" y="283"/>
                    <a:pt x="280" y="283"/>
                  </a:cubicBezTo>
                  <a:cubicBezTo>
                    <a:pt x="274" y="287"/>
                    <a:pt x="267" y="290"/>
                    <a:pt x="263" y="297"/>
                  </a:cubicBezTo>
                  <a:cubicBezTo>
                    <a:pt x="260" y="300"/>
                    <a:pt x="256" y="300"/>
                    <a:pt x="254" y="305"/>
                  </a:cubicBezTo>
                  <a:cubicBezTo>
                    <a:pt x="254" y="306"/>
                    <a:pt x="255" y="306"/>
                    <a:pt x="255" y="307"/>
                  </a:cubicBezTo>
                  <a:cubicBezTo>
                    <a:pt x="255" y="308"/>
                    <a:pt x="254" y="306"/>
                    <a:pt x="254" y="306"/>
                  </a:cubicBezTo>
                  <a:cubicBezTo>
                    <a:pt x="254" y="309"/>
                    <a:pt x="251" y="310"/>
                    <a:pt x="250" y="312"/>
                  </a:cubicBezTo>
                  <a:cubicBezTo>
                    <a:pt x="250" y="313"/>
                    <a:pt x="250" y="314"/>
                    <a:pt x="251" y="314"/>
                  </a:cubicBezTo>
                  <a:cubicBezTo>
                    <a:pt x="247" y="315"/>
                    <a:pt x="248" y="320"/>
                    <a:pt x="245" y="322"/>
                  </a:cubicBezTo>
                  <a:cubicBezTo>
                    <a:pt x="248" y="322"/>
                    <a:pt x="246" y="324"/>
                    <a:pt x="247" y="325"/>
                  </a:cubicBezTo>
                  <a:cubicBezTo>
                    <a:pt x="246" y="326"/>
                    <a:pt x="245" y="326"/>
                    <a:pt x="245" y="325"/>
                  </a:cubicBezTo>
                  <a:cubicBezTo>
                    <a:pt x="245" y="327"/>
                    <a:pt x="244" y="328"/>
                    <a:pt x="243" y="330"/>
                  </a:cubicBezTo>
                  <a:cubicBezTo>
                    <a:pt x="243" y="332"/>
                    <a:pt x="244" y="333"/>
                    <a:pt x="243" y="334"/>
                  </a:cubicBezTo>
                  <a:cubicBezTo>
                    <a:pt x="241" y="334"/>
                    <a:pt x="242" y="336"/>
                    <a:pt x="241" y="338"/>
                  </a:cubicBezTo>
                  <a:cubicBezTo>
                    <a:pt x="243" y="338"/>
                    <a:pt x="244" y="340"/>
                    <a:pt x="243" y="341"/>
                  </a:cubicBezTo>
                  <a:cubicBezTo>
                    <a:pt x="240" y="340"/>
                    <a:pt x="240" y="340"/>
                    <a:pt x="240" y="340"/>
                  </a:cubicBezTo>
                  <a:cubicBezTo>
                    <a:pt x="241" y="344"/>
                    <a:pt x="237" y="350"/>
                    <a:pt x="240" y="355"/>
                  </a:cubicBezTo>
                  <a:cubicBezTo>
                    <a:pt x="238" y="355"/>
                    <a:pt x="238" y="355"/>
                    <a:pt x="238" y="355"/>
                  </a:cubicBezTo>
                  <a:cubicBezTo>
                    <a:pt x="239" y="360"/>
                    <a:pt x="236" y="365"/>
                    <a:pt x="239" y="370"/>
                  </a:cubicBezTo>
                  <a:cubicBezTo>
                    <a:pt x="238" y="371"/>
                    <a:pt x="237" y="373"/>
                    <a:pt x="237" y="374"/>
                  </a:cubicBezTo>
                  <a:cubicBezTo>
                    <a:pt x="239" y="376"/>
                    <a:pt x="238" y="376"/>
                    <a:pt x="241" y="378"/>
                  </a:cubicBezTo>
                  <a:cubicBezTo>
                    <a:pt x="241" y="378"/>
                    <a:pt x="239" y="379"/>
                    <a:pt x="239" y="379"/>
                  </a:cubicBezTo>
                  <a:cubicBezTo>
                    <a:pt x="238" y="381"/>
                    <a:pt x="236" y="383"/>
                    <a:pt x="238" y="385"/>
                  </a:cubicBezTo>
                  <a:cubicBezTo>
                    <a:pt x="237" y="385"/>
                    <a:pt x="237" y="385"/>
                    <a:pt x="237" y="385"/>
                  </a:cubicBezTo>
                  <a:cubicBezTo>
                    <a:pt x="238" y="387"/>
                    <a:pt x="240" y="389"/>
                    <a:pt x="238" y="391"/>
                  </a:cubicBezTo>
                  <a:cubicBezTo>
                    <a:pt x="239" y="391"/>
                    <a:pt x="239" y="393"/>
                    <a:pt x="241" y="393"/>
                  </a:cubicBezTo>
                  <a:cubicBezTo>
                    <a:pt x="241" y="393"/>
                    <a:pt x="239" y="393"/>
                    <a:pt x="240" y="394"/>
                  </a:cubicBezTo>
                  <a:cubicBezTo>
                    <a:pt x="238" y="393"/>
                    <a:pt x="238" y="393"/>
                    <a:pt x="238" y="393"/>
                  </a:cubicBezTo>
                  <a:cubicBezTo>
                    <a:pt x="237" y="397"/>
                    <a:pt x="238" y="401"/>
                    <a:pt x="239" y="405"/>
                  </a:cubicBezTo>
                  <a:cubicBezTo>
                    <a:pt x="236" y="406"/>
                    <a:pt x="239" y="409"/>
                    <a:pt x="237" y="411"/>
                  </a:cubicBezTo>
                  <a:cubicBezTo>
                    <a:pt x="239" y="412"/>
                    <a:pt x="237" y="415"/>
                    <a:pt x="240" y="416"/>
                  </a:cubicBezTo>
                  <a:cubicBezTo>
                    <a:pt x="238" y="416"/>
                    <a:pt x="238" y="416"/>
                    <a:pt x="238" y="416"/>
                  </a:cubicBezTo>
                  <a:cubicBezTo>
                    <a:pt x="238" y="418"/>
                    <a:pt x="238" y="420"/>
                    <a:pt x="237" y="423"/>
                  </a:cubicBezTo>
                  <a:cubicBezTo>
                    <a:pt x="237" y="424"/>
                    <a:pt x="239" y="424"/>
                    <a:pt x="240" y="425"/>
                  </a:cubicBezTo>
                  <a:cubicBezTo>
                    <a:pt x="238" y="425"/>
                    <a:pt x="238" y="425"/>
                    <a:pt x="238" y="425"/>
                  </a:cubicBezTo>
                  <a:cubicBezTo>
                    <a:pt x="239" y="426"/>
                    <a:pt x="241" y="427"/>
                    <a:pt x="243" y="427"/>
                  </a:cubicBezTo>
                  <a:cubicBezTo>
                    <a:pt x="242" y="428"/>
                    <a:pt x="243" y="428"/>
                    <a:pt x="242" y="429"/>
                  </a:cubicBezTo>
                  <a:cubicBezTo>
                    <a:pt x="241" y="428"/>
                    <a:pt x="239" y="428"/>
                    <a:pt x="237" y="427"/>
                  </a:cubicBezTo>
                  <a:cubicBezTo>
                    <a:pt x="237" y="428"/>
                    <a:pt x="240" y="430"/>
                    <a:pt x="238" y="431"/>
                  </a:cubicBezTo>
                  <a:cubicBezTo>
                    <a:pt x="238" y="432"/>
                    <a:pt x="239" y="433"/>
                    <a:pt x="241" y="433"/>
                  </a:cubicBezTo>
                  <a:cubicBezTo>
                    <a:pt x="240" y="433"/>
                    <a:pt x="239" y="434"/>
                    <a:pt x="239" y="433"/>
                  </a:cubicBezTo>
                  <a:cubicBezTo>
                    <a:pt x="239" y="434"/>
                    <a:pt x="239" y="435"/>
                    <a:pt x="240" y="435"/>
                  </a:cubicBezTo>
                  <a:cubicBezTo>
                    <a:pt x="240" y="435"/>
                    <a:pt x="240" y="435"/>
                    <a:pt x="240" y="435"/>
                  </a:cubicBezTo>
                  <a:cubicBezTo>
                    <a:pt x="241" y="435"/>
                    <a:pt x="241" y="436"/>
                    <a:pt x="243" y="436"/>
                  </a:cubicBezTo>
                  <a:cubicBezTo>
                    <a:pt x="243" y="435"/>
                    <a:pt x="243" y="435"/>
                    <a:pt x="243" y="435"/>
                  </a:cubicBezTo>
                  <a:cubicBezTo>
                    <a:pt x="244" y="435"/>
                    <a:pt x="245" y="436"/>
                    <a:pt x="243" y="437"/>
                  </a:cubicBezTo>
                  <a:cubicBezTo>
                    <a:pt x="242" y="437"/>
                    <a:pt x="241" y="436"/>
                    <a:pt x="240" y="437"/>
                  </a:cubicBezTo>
                  <a:cubicBezTo>
                    <a:pt x="244" y="439"/>
                    <a:pt x="244" y="439"/>
                    <a:pt x="244" y="439"/>
                  </a:cubicBezTo>
                  <a:cubicBezTo>
                    <a:pt x="243" y="439"/>
                    <a:pt x="244" y="438"/>
                    <a:pt x="245" y="438"/>
                  </a:cubicBezTo>
                  <a:cubicBezTo>
                    <a:pt x="244" y="437"/>
                    <a:pt x="244" y="437"/>
                    <a:pt x="244" y="437"/>
                  </a:cubicBezTo>
                  <a:cubicBezTo>
                    <a:pt x="246" y="437"/>
                    <a:pt x="246" y="437"/>
                    <a:pt x="246" y="437"/>
                  </a:cubicBezTo>
                  <a:cubicBezTo>
                    <a:pt x="245" y="435"/>
                    <a:pt x="246" y="434"/>
                    <a:pt x="245" y="432"/>
                  </a:cubicBezTo>
                  <a:cubicBezTo>
                    <a:pt x="244" y="433"/>
                    <a:pt x="244" y="433"/>
                    <a:pt x="244" y="433"/>
                  </a:cubicBezTo>
                  <a:cubicBezTo>
                    <a:pt x="243" y="432"/>
                    <a:pt x="241" y="431"/>
                    <a:pt x="243" y="430"/>
                  </a:cubicBezTo>
                  <a:cubicBezTo>
                    <a:pt x="244" y="430"/>
                    <a:pt x="244" y="430"/>
                    <a:pt x="245" y="430"/>
                  </a:cubicBezTo>
                  <a:cubicBezTo>
                    <a:pt x="245" y="430"/>
                    <a:pt x="244" y="430"/>
                    <a:pt x="244" y="429"/>
                  </a:cubicBezTo>
                  <a:cubicBezTo>
                    <a:pt x="247" y="430"/>
                    <a:pt x="247" y="430"/>
                    <a:pt x="247" y="430"/>
                  </a:cubicBezTo>
                  <a:cubicBezTo>
                    <a:pt x="243" y="429"/>
                    <a:pt x="246" y="427"/>
                    <a:pt x="245" y="427"/>
                  </a:cubicBezTo>
                  <a:cubicBezTo>
                    <a:pt x="246" y="427"/>
                    <a:pt x="246" y="427"/>
                    <a:pt x="246" y="427"/>
                  </a:cubicBezTo>
                  <a:cubicBezTo>
                    <a:pt x="247" y="425"/>
                    <a:pt x="244" y="427"/>
                    <a:pt x="244" y="426"/>
                  </a:cubicBezTo>
                  <a:cubicBezTo>
                    <a:pt x="245" y="425"/>
                    <a:pt x="247" y="426"/>
                    <a:pt x="248" y="425"/>
                  </a:cubicBezTo>
                  <a:cubicBezTo>
                    <a:pt x="248" y="423"/>
                    <a:pt x="246" y="421"/>
                    <a:pt x="248" y="419"/>
                  </a:cubicBezTo>
                  <a:cubicBezTo>
                    <a:pt x="248" y="418"/>
                    <a:pt x="247" y="416"/>
                    <a:pt x="246" y="415"/>
                  </a:cubicBezTo>
                  <a:cubicBezTo>
                    <a:pt x="246" y="414"/>
                    <a:pt x="248" y="415"/>
                    <a:pt x="247" y="414"/>
                  </a:cubicBezTo>
                  <a:cubicBezTo>
                    <a:pt x="248" y="414"/>
                    <a:pt x="249" y="414"/>
                    <a:pt x="250" y="414"/>
                  </a:cubicBezTo>
                  <a:cubicBezTo>
                    <a:pt x="249" y="414"/>
                    <a:pt x="250" y="412"/>
                    <a:pt x="248" y="413"/>
                  </a:cubicBezTo>
                  <a:cubicBezTo>
                    <a:pt x="249" y="411"/>
                    <a:pt x="249" y="409"/>
                    <a:pt x="249" y="407"/>
                  </a:cubicBezTo>
                  <a:cubicBezTo>
                    <a:pt x="249" y="408"/>
                    <a:pt x="250" y="408"/>
                    <a:pt x="251" y="407"/>
                  </a:cubicBezTo>
                  <a:cubicBezTo>
                    <a:pt x="250" y="406"/>
                    <a:pt x="249" y="405"/>
                    <a:pt x="249" y="403"/>
                  </a:cubicBezTo>
                  <a:cubicBezTo>
                    <a:pt x="248" y="403"/>
                    <a:pt x="248" y="404"/>
                    <a:pt x="246" y="403"/>
                  </a:cubicBezTo>
                  <a:cubicBezTo>
                    <a:pt x="246" y="403"/>
                    <a:pt x="245" y="403"/>
                    <a:pt x="245" y="402"/>
                  </a:cubicBezTo>
                  <a:cubicBezTo>
                    <a:pt x="247" y="402"/>
                    <a:pt x="250" y="403"/>
                    <a:pt x="250" y="401"/>
                  </a:cubicBezTo>
                  <a:cubicBezTo>
                    <a:pt x="253" y="402"/>
                    <a:pt x="249" y="404"/>
                    <a:pt x="252" y="403"/>
                  </a:cubicBezTo>
                  <a:cubicBezTo>
                    <a:pt x="254" y="404"/>
                    <a:pt x="254" y="406"/>
                    <a:pt x="253" y="407"/>
                  </a:cubicBezTo>
                  <a:cubicBezTo>
                    <a:pt x="255" y="408"/>
                    <a:pt x="253" y="406"/>
                    <a:pt x="256" y="406"/>
                  </a:cubicBezTo>
                  <a:cubicBezTo>
                    <a:pt x="256" y="405"/>
                    <a:pt x="254" y="405"/>
                    <a:pt x="254" y="403"/>
                  </a:cubicBezTo>
                  <a:cubicBezTo>
                    <a:pt x="253" y="403"/>
                    <a:pt x="253" y="403"/>
                    <a:pt x="252" y="402"/>
                  </a:cubicBezTo>
                  <a:cubicBezTo>
                    <a:pt x="249" y="401"/>
                    <a:pt x="254" y="401"/>
                    <a:pt x="254" y="400"/>
                  </a:cubicBezTo>
                  <a:cubicBezTo>
                    <a:pt x="254" y="401"/>
                    <a:pt x="254" y="401"/>
                    <a:pt x="254" y="401"/>
                  </a:cubicBezTo>
                  <a:cubicBezTo>
                    <a:pt x="255" y="400"/>
                    <a:pt x="254" y="400"/>
                    <a:pt x="254" y="399"/>
                  </a:cubicBezTo>
                  <a:cubicBezTo>
                    <a:pt x="257" y="398"/>
                    <a:pt x="254" y="400"/>
                    <a:pt x="256" y="401"/>
                  </a:cubicBezTo>
                  <a:cubicBezTo>
                    <a:pt x="258" y="400"/>
                    <a:pt x="258" y="400"/>
                    <a:pt x="258" y="400"/>
                  </a:cubicBezTo>
                  <a:cubicBezTo>
                    <a:pt x="259" y="399"/>
                    <a:pt x="256" y="400"/>
                    <a:pt x="257" y="398"/>
                  </a:cubicBezTo>
                  <a:cubicBezTo>
                    <a:pt x="258" y="398"/>
                    <a:pt x="258" y="398"/>
                    <a:pt x="258" y="398"/>
                  </a:cubicBezTo>
                  <a:cubicBezTo>
                    <a:pt x="257" y="397"/>
                    <a:pt x="257" y="397"/>
                    <a:pt x="257" y="397"/>
                  </a:cubicBezTo>
                  <a:cubicBezTo>
                    <a:pt x="256" y="397"/>
                    <a:pt x="254" y="397"/>
                    <a:pt x="254" y="398"/>
                  </a:cubicBezTo>
                  <a:cubicBezTo>
                    <a:pt x="251" y="397"/>
                    <a:pt x="254" y="397"/>
                    <a:pt x="254" y="396"/>
                  </a:cubicBezTo>
                  <a:cubicBezTo>
                    <a:pt x="252" y="395"/>
                    <a:pt x="254" y="396"/>
                    <a:pt x="252" y="396"/>
                  </a:cubicBezTo>
                  <a:cubicBezTo>
                    <a:pt x="250" y="396"/>
                    <a:pt x="250" y="395"/>
                    <a:pt x="250" y="394"/>
                  </a:cubicBezTo>
                  <a:cubicBezTo>
                    <a:pt x="250" y="393"/>
                    <a:pt x="252" y="394"/>
                    <a:pt x="253" y="393"/>
                  </a:cubicBezTo>
                  <a:cubicBezTo>
                    <a:pt x="254" y="394"/>
                    <a:pt x="254" y="395"/>
                    <a:pt x="253" y="394"/>
                  </a:cubicBezTo>
                  <a:cubicBezTo>
                    <a:pt x="254" y="396"/>
                    <a:pt x="256" y="394"/>
                    <a:pt x="258" y="395"/>
                  </a:cubicBezTo>
                  <a:cubicBezTo>
                    <a:pt x="259" y="394"/>
                    <a:pt x="257" y="394"/>
                    <a:pt x="256" y="393"/>
                  </a:cubicBezTo>
                  <a:cubicBezTo>
                    <a:pt x="256" y="394"/>
                    <a:pt x="254" y="393"/>
                    <a:pt x="254" y="393"/>
                  </a:cubicBezTo>
                  <a:cubicBezTo>
                    <a:pt x="249" y="391"/>
                    <a:pt x="257" y="392"/>
                    <a:pt x="257" y="390"/>
                  </a:cubicBezTo>
                  <a:cubicBezTo>
                    <a:pt x="253" y="390"/>
                    <a:pt x="252" y="387"/>
                    <a:pt x="249" y="389"/>
                  </a:cubicBezTo>
                  <a:cubicBezTo>
                    <a:pt x="248" y="388"/>
                    <a:pt x="248" y="387"/>
                    <a:pt x="248" y="387"/>
                  </a:cubicBezTo>
                  <a:cubicBezTo>
                    <a:pt x="250" y="388"/>
                    <a:pt x="250" y="386"/>
                    <a:pt x="252" y="387"/>
                  </a:cubicBezTo>
                  <a:cubicBezTo>
                    <a:pt x="252" y="386"/>
                    <a:pt x="252" y="386"/>
                    <a:pt x="252" y="386"/>
                  </a:cubicBezTo>
                  <a:cubicBezTo>
                    <a:pt x="254" y="388"/>
                    <a:pt x="254" y="388"/>
                    <a:pt x="254" y="388"/>
                  </a:cubicBezTo>
                  <a:cubicBezTo>
                    <a:pt x="256" y="387"/>
                    <a:pt x="257" y="385"/>
                    <a:pt x="258" y="386"/>
                  </a:cubicBezTo>
                  <a:cubicBezTo>
                    <a:pt x="257" y="385"/>
                    <a:pt x="256" y="386"/>
                    <a:pt x="256" y="385"/>
                  </a:cubicBezTo>
                  <a:cubicBezTo>
                    <a:pt x="257" y="385"/>
                    <a:pt x="258" y="385"/>
                    <a:pt x="258" y="384"/>
                  </a:cubicBezTo>
                  <a:cubicBezTo>
                    <a:pt x="257" y="385"/>
                    <a:pt x="255" y="384"/>
                    <a:pt x="254" y="383"/>
                  </a:cubicBezTo>
                  <a:cubicBezTo>
                    <a:pt x="255" y="382"/>
                    <a:pt x="257" y="382"/>
                    <a:pt x="257" y="382"/>
                  </a:cubicBezTo>
                  <a:cubicBezTo>
                    <a:pt x="259" y="383"/>
                    <a:pt x="259" y="383"/>
                    <a:pt x="259" y="383"/>
                  </a:cubicBezTo>
                  <a:cubicBezTo>
                    <a:pt x="257" y="382"/>
                    <a:pt x="260" y="383"/>
                    <a:pt x="259" y="382"/>
                  </a:cubicBezTo>
                  <a:cubicBezTo>
                    <a:pt x="258" y="381"/>
                    <a:pt x="256" y="381"/>
                    <a:pt x="255" y="380"/>
                  </a:cubicBezTo>
                  <a:cubicBezTo>
                    <a:pt x="254" y="380"/>
                    <a:pt x="256" y="379"/>
                    <a:pt x="256" y="379"/>
                  </a:cubicBezTo>
                  <a:cubicBezTo>
                    <a:pt x="257" y="380"/>
                    <a:pt x="257" y="380"/>
                    <a:pt x="257" y="380"/>
                  </a:cubicBezTo>
                  <a:cubicBezTo>
                    <a:pt x="256" y="379"/>
                    <a:pt x="260" y="380"/>
                    <a:pt x="259" y="379"/>
                  </a:cubicBezTo>
                  <a:cubicBezTo>
                    <a:pt x="258" y="378"/>
                    <a:pt x="258" y="378"/>
                    <a:pt x="258" y="378"/>
                  </a:cubicBezTo>
                  <a:cubicBezTo>
                    <a:pt x="258" y="378"/>
                    <a:pt x="259" y="378"/>
                    <a:pt x="259" y="378"/>
                  </a:cubicBezTo>
                  <a:cubicBezTo>
                    <a:pt x="258" y="378"/>
                    <a:pt x="258" y="377"/>
                    <a:pt x="258" y="377"/>
                  </a:cubicBezTo>
                  <a:cubicBezTo>
                    <a:pt x="259" y="377"/>
                    <a:pt x="259" y="377"/>
                    <a:pt x="259" y="377"/>
                  </a:cubicBezTo>
                  <a:cubicBezTo>
                    <a:pt x="258" y="376"/>
                    <a:pt x="256" y="375"/>
                    <a:pt x="258" y="375"/>
                  </a:cubicBezTo>
                  <a:cubicBezTo>
                    <a:pt x="256" y="375"/>
                    <a:pt x="258" y="376"/>
                    <a:pt x="257" y="376"/>
                  </a:cubicBezTo>
                  <a:cubicBezTo>
                    <a:pt x="255" y="377"/>
                    <a:pt x="255" y="375"/>
                    <a:pt x="255" y="375"/>
                  </a:cubicBezTo>
                  <a:cubicBezTo>
                    <a:pt x="258" y="375"/>
                    <a:pt x="255" y="374"/>
                    <a:pt x="255" y="373"/>
                  </a:cubicBezTo>
                  <a:cubicBezTo>
                    <a:pt x="256" y="373"/>
                    <a:pt x="257" y="372"/>
                    <a:pt x="258" y="372"/>
                  </a:cubicBezTo>
                  <a:cubicBezTo>
                    <a:pt x="256" y="372"/>
                    <a:pt x="256" y="372"/>
                    <a:pt x="256" y="372"/>
                  </a:cubicBezTo>
                  <a:cubicBezTo>
                    <a:pt x="259" y="372"/>
                    <a:pt x="255" y="370"/>
                    <a:pt x="256" y="370"/>
                  </a:cubicBezTo>
                  <a:cubicBezTo>
                    <a:pt x="257" y="370"/>
                    <a:pt x="259" y="370"/>
                    <a:pt x="259" y="370"/>
                  </a:cubicBezTo>
                  <a:cubicBezTo>
                    <a:pt x="257" y="370"/>
                    <a:pt x="256" y="368"/>
                    <a:pt x="254" y="368"/>
                  </a:cubicBezTo>
                  <a:cubicBezTo>
                    <a:pt x="255" y="367"/>
                    <a:pt x="258" y="369"/>
                    <a:pt x="260" y="369"/>
                  </a:cubicBezTo>
                  <a:cubicBezTo>
                    <a:pt x="258" y="368"/>
                    <a:pt x="261" y="367"/>
                    <a:pt x="258" y="366"/>
                  </a:cubicBezTo>
                  <a:cubicBezTo>
                    <a:pt x="257" y="367"/>
                    <a:pt x="257" y="366"/>
                    <a:pt x="256" y="366"/>
                  </a:cubicBezTo>
                  <a:cubicBezTo>
                    <a:pt x="256" y="365"/>
                    <a:pt x="257" y="366"/>
                    <a:pt x="258" y="365"/>
                  </a:cubicBezTo>
                  <a:cubicBezTo>
                    <a:pt x="258" y="365"/>
                    <a:pt x="256" y="364"/>
                    <a:pt x="255" y="365"/>
                  </a:cubicBezTo>
                  <a:cubicBezTo>
                    <a:pt x="255" y="364"/>
                    <a:pt x="253" y="363"/>
                    <a:pt x="255" y="362"/>
                  </a:cubicBezTo>
                  <a:cubicBezTo>
                    <a:pt x="256" y="362"/>
                    <a:pt x="255" y="364"/>
                    <a:pt x="257" y="363"/>
                  </a:cubicBezTo>
                  <a:cubicBezTo>
                    <a:pt x="257" y="362"/>
                    <a:pt x="253" y="362"/>
                    <a:pt x="252" y="360"/>
                  </a:cubicBezTo>
                  <a:cubicBezTo>
                    <a:pt x="251" y="361"/>
                    <a:pt x="248" y="360"/>
                    <a:pt x="248" y="359"/>
                  </a:cubicBezTo>
                  <a:cubicBezTo>
                    <a:pt x="249" y="357"/>
                    <a:pt x="248" y="360"/>
                    <a:pt x="251" y="360"/>
                  </a:cubicBezTo>
                  <a:cubicBezTo>
                    <a:pt x="250" y="359"/>
                    <a:pt x="250" y="359"/>
                    <a:pt x="250" y="359"/>
                  </a:cubicBezTo>
                  <a:cubicBezTo>
                    <a:pt x="254" y="358"/>
                    <a:pt x="255" y="362"/>
                    <a:pt x="257" y="361"/>
                  </a:cubicBezTo>
                  <a:cubicBezTo>
                    <a:pt x="257" y="360"/>
                    <a:pt x="257" y="360"/>
                    <a:pt x="257" y="360"/>
                  </a:cubicBezTo>
                  <a:cubicBezTo>
                    <a:pt x="257" y="360"/>
                    <a:pt x="259" y="361"/>
                    <a:pt x="260" y="361"/>
                  </a:cubicBezTo>
                  <a:cubicBezTo>
                    <a:pt x="258" y="360"/>
                    <a:pt x="259" y="359"/>
                    <a:pt x="259" y="359"/>
                  </a:cubicBezTo>
                  <a:cubicBezTo>
                    <a:pt x="257" y="358"/>
                    <a:pt x="259" y="359"/>
                    <a:pt x="258" y="359"/>
                  </a:cubicBezTo>
                  <a:cubicBezTo>
                    <a:pt x="258" y="358"/>
                    <a:pt x="255" y="357"/>
                    <a:pt x="256" y="356"/>
                  </a:cubicBezTo>
                  <a:cubicBezTo>
                    <a:pt x="257" y="357"/>
                    <a:pt x="259" y="356"/>
                    <a:pt x="259" y="357"/>
                  </a:cubicBezTo>
                  <a:cubicBezTo>
                    <a:pt x="260" y="356"/>
                    <a:pt x="257" y="356"/>
                    <a:pt x="259" y="356"/>
                  </a:cubicBezTo>
                  <a:cubicBezTo>
                    <a:pt x="260" y="356"/>
                    <a:pt x="260" y="356"/>
                    <a:pt x="260" y="356"/>
                  </a:cubicBezTo>
                  <a:cubicBezTo>
                    <a:pt x="260" y="353"/>
                    <a:pt x="261" y="349"/>
                    <a:pt x="257" y="345"/>
                  </a:cubicBezTo>
                  <a:cubicBezTo>
                    <a:pt x="259" y="345"/>
                    <a:pt x="260" y="344"/>
                    <a:pt x="261" y="343"/>
                  </a:cubicBezTo>
                  <a:cubicBezTo>
                    <a:pt x="261" y="343"/>
                    <a:pt x="260" y="343"/>
                    <a:pt x="260" y="342"/>
                  </a:cubicBezTo>
                  <a:cubicBezTo>
                    <a:pt x="262" y="342"/>
                    <a:pt x="262" y="342"/>
                    <a:pt x="262" y="342"/>
                  </a:cubicBezTo>
                  <a:cubicBezTo>
                    <a:pt x="263" y="341"/>
                    <a:pt x="262" y="340"/>
                    <a:pt x="261" y="339"/>
                  </a:cubicBezTo>
                  <a:cubicBezTo>
                    <a:pt x="262" y="339"/>
                    <a:pt x="262" y="339"/>
                    <a:pt x="262" y="339"/>
                  </a:cubicBezTo>
                  <a:cubicBezTo>
                    <a:pt x="264" y="338"/>
                    <a:pt x="261" y="338"/>
                    <a:pt x="261" y="337"/>
                  </a:cubicBezTo>
                  <a:cubicBezTo>
                    <a:pt x="263" y="337"/>
                    <a:pt x="263" y="337"/>
                    <a:pt x="263" y="337"/>
                  </a:cubicBezTo>
                  <a:cubicBezTo>
                    <a:pt x="261" y="337"/>
                    <a:pt x="261" y="337"/>
                    <a:pt x="261" y="337"/>
                  </a:cubicBezTo>
                  <a:cubicBezTo>
                    <a:pt x="261" y="336"/>
                    <a:pt x="262" y="335"/>
                    <a:pt x="264" y="336"/>
                  </a:cubicBezTo>
                  <a:cubicBezTo>
                    <a:pt x="263" y="335"/>
                    <a:pt x="263" y="335"/>
                    <a:pt x="262" y="335"/>
                  </a:cubicBezTo>
                  <a:cubicBezTo>
                    <a:pt x="264" y="335"/>
                    <a:pt x="264" y="332"/>
                    <a:pt x="264" y="331"/>
                  </a:cubicBezTo>
                  <a:cubicBezTo>
                    <a:pt x="263" y="331"/>
                    <a:pt x="263" y="331"/>
                    <a:pt x="261" y="330"/>
                  </a:cubicBezTo>
                  <a:cubicBezTo>
                    <a:pt x="259" y="329"/>
                    <a:pt x="262" y="330"/>
                    <a:pt x="261" y="329"/>
                  </a:cubicBezTo>
                  <a:cubicBezTo>
                    <a:pt x="262" y="329"/>
                    <a:pt x="263" y="329"/>
                    <a:pt x="263" y="330"/>
                  </a:cubicBezTo>
                  <a:cubicBezTo>
                    <a:pt x="266" y="329"/>
                    <a:pt x="266" y="326"/>
                    <a:pt x="268" y="325"/>
                  </a:cubicBezTo>
                  <a:cubicBezTo>
                    <a:pt x="267" y="324"/>
                    <a:pt x="267" y="324"/>
                    <a:pt x="267" y="324"/>
                  </a:cubicBezTo>
                  <a:cubicBezTo>
                    <a:pt x="270" y="323"/>
                    <a:pt x="268" y="321"/>
                    <a:pt x="270" y="320"/>
                  </a:cubicBezTo>
                  <a:cubicBezTo>
                    <a:pt x="269" y="320"/>
                    <a:pt x="267" y="318"/>
                    <a:pt x="268" y="317"/>
                  </a:cubicBezTo>
                  <a:cubicBezTo>
                    <a:pt x="266" y="315"/>
                    <a:pt x="270" y="318"/>
                    <a:pt x="271" y="318"/>
                  </a:cubicBezTo>
                  <a:cubicBezTo>
                    <a:pt x="271" y="317"/>
                    <a:pt x="271" y="316"/>
                    <a:pt x="271" y="316"/>
                  </a:cubicBezTo>
                  <a:cubicBezTo>
                    <a:pt x="272" y="316"/>
                    <a:pt x="272" y="316"/>
                    <a:pt x="272" y="316"/>
                  </a:cubicBezTo>
                  <a:cubicBezTo>
                    <a:pt x="271" y="315"/>
                    <a:pt x="271" y="314"/>
                    <a:pt x="272" y="314"/>
                  </a:cubicBezTo>
                  <a:cubicBezTo>
                    <a:pt x="272" y="314"/>
                    <a:pt x="272" y="314"/>
                    <a:pt x="272" y="314"/>
                  </a:cubicBezTo>
                  <a:cubicBezTo>
                    <a:pt x="273" y="314"/>
                    <a:pt x="274" y="314"/>
                    <a:pt x="274" y="313"/>
                  </a:cubicBezTo>
                  <a:cubicBezTo>
                    <a:pt x="274" y="311"/>
                    <a:pt x="275" y="312"/>
                    <a:pt x="274" y="310"/>
                  </a:cubicBezTo>
                  <a:cubicBezTo>
                    <a:pt x="275" y="311"/>
                    <a:pt x="275" y="311"/>
                    <a:pt x="275" y="311"/>
                  </a:cubicBezTo>
                  <a:cubicBezTo>
                    <a:pt x="273" y="310"/>
                    <a:pt x="273" y="310"/>
                    <a:pt x="273" y="310"/>
                  </a:cubicBezTo>
                  <a:cubicBezTo>
                    <a:pt x="275" y="309"/>
                    <a:pt x="275" y="309"/>
                    <a:pt x="275" y="309"/>
                  </a:cubicBezTo>
                  <a:cubicBezTo>
                    <a:pt x="276" y="311"/>
                    <a:pt x="276" y="311"/>
                    <a:pt x="276" y="311"/>
                  </a:cubicBezTo>
                  <a:cubicBezTo>
                    <a:pt x="277" y="311"/>
                    <a:pt x="275" y="310"/>
                    <a:pt x="275" y="309"/>
                  </a:cubicBezTo>
                  <a:cubicBezTo>
                    <a:pt x="274" y="308"/>
                    <a:pt x="275" y="309"/>
                    <a:pt x="276" y="309"/>
                  </a:cubicBezTo>
                  <a:cubicBezTo>
                    <a:pt x="277" y="310"/>
                    <a:pt x="276" y="309"/>
                    <a:pt x="276" y="309"/>
                  </a:cubicBezTo>
                  <a:cubicBezTo>
                    <a:pt x="276" y="310"/>
                    <a:pt x="276" y="309"/>
                    <a:pt x="277" y="310"/>
                  </a:cubicBezTo>
                  <a:cubicBezTo>
                    <a:pt x="277" y="310"/>
                    <a:pt x="276" y="308"/>
                    <a:pt x="276" y="308"/>
                  </a:cubicBezTo>
                  <a:cubicBezTo>
                    <a:pt x="277" y="308"/>
                    <a:pt x="277" y="307"/>
                    <a:pt x="278" y="308"/>
                  </a:cubicBezTo>
                  <a:cubicBezTo>
                    <a:pt x="278" y="307"/>
                    <a:pt x="279" y="307"/>
                    <a:pt x="278" y="306"/>
                  </a:cubicBezTo>
                  <a:cubicBezTo>
                    <a:pt x="278" y="306"/>
                    <a:pt x="277" y="307"/>
                    <a:pt x="276" y="306"/>
                  </a:cubicBezTo>
                  <a:cubicBezTo>
                    <a:pt x="276" y="305"/>
                    <a:pt x="277" y="305"/>
                    <a:pt x="277" y="305"/>
                  </a:cubicBezTo>
                  <a:cubicBezTo>
                    <a:pt x="277" y="306"/>
                    <a:pt x="277" y="306"/>
                    <a:pt x="277" y="306"/>
                  </a:cubicBezTo>
                  <a:cubicBezTo>
                    <a:pt x="277" y="305"/>
                    <a:pt x="278" y="305"/>
                    <a:pt x="277" y="304"/>
                  </a:cubicBezTo>
                  <a:cubicBezTo>
                    <a:pt x="279" y="305"/>
                    <a:pt x="279" y="305"/>
                    <a:pt x="279" y="305"/>
                  </a:cubicBezTo>
                  <a:cubicBezTo>
                    <a:pt x="278" y="304"/>
                    <a:pt x="279" y="303"/>
                    <a:pt x="279" y="303"/>
                  </a:cubicBezTo>
                  <a:cubicBezTo>
                    <a:pt x="280" y="304"/>
                    <a:pt x="281" y="306"/>
                    <a:pt x="282" y="306"/>
                  </a:cubicBezTo>
                  <a:cubicBezTo>
                    <a:pt x="282" y="304"/>
                    <a:pt x="282" y="304"/>
                    <a:pt x="282" y="304"/>
                  </a:cubicBezTo>
                  <a:cubicBezTo>
                    <a:pt x="282" y="303"/>
                    <a:pt x="283" y="304"/>
                    <a:pt x="283" y="304"/>
                  </a:cubicBezTo>
                  <a:cubicBezTo>
                    <a:pt x="285" y="304"/>
                    <a:pt x="282" y="299"/>
                    <a:pt x="284" y="300"/>
                  </a:cubicBezTo>
                  <a:cubicBezTo>
                    <a:pt x="285" y="302"/>
                    <a:pt x="285" y="302"/>
                    <a:pt x="286" y="302"/>
                  </a:cubicBezTo>
                  <a:cubicBezTo>
                    <a:pt x="286" y="301"/>
                    <a:pt x="286" y="301"/>
                    <a:pt x="286" y="301"/>
                  </a:cubicBezTo>
                  <a:cubicBezTo>
                    <a:pt x="285" y="300"/>
                    <a:pt x="286" y="302"/>
                    <a:pt x="285" y="301"/>
                  </a:cubicBezTo>
                  <a:cubicBezTo>
                    <a:pt x="285" y="300"/>
                    <a:pt x="285" y="300"/>
                    <a:pt x="285" y="300"/>
                  </a:cubicBezTo>
                  <a:cubicBezTo>
                    <a:pt x="288" y="303"/>
                    <a:pt x="290" y="299"/>
                    <a:pt x="293" y="300"/>
                  </a:cubicBezTo>
                  <a:cubicBezTo>
                    <a:pt x="292" y="298"/>
                    <a:pt x="294" y="299"/>
                    <a:pt x="294" y="298"/>
                  </a:cubicBezTo>
                  <a:cubicBezTo>
                    <a:pt x="294" y="300"/>
                    <a:pt x="295" y="297"/>
                    <a:pt x="296" y="298"/>
                  </a:cubicBezTo>
                  <a:cubicBezTo>
                    <a:pt x="295" y="296"/>
                    <a:pt x="295" y="296"/>
                    <a:pt x="295" y="296"/>
                  </a:cubicBezTo>
                  <a:cubicBezTo>
                    <a:pt x="296" y="297"/>
                    <a:pt x="295" y="291"/>
                    <a:pt x="297" y="294"/>
                  </a:cubicBezTo>
                  <a:cubicBezTo>
                    <a:pt x="298" y="295"/>
                    <a:pt x="298" y="296"/>
                    <a:pt x="297" y="296"/>
                  </a:cubicBezTo>
                  <a:cubicBezTo>
                    <a:pt x="299" y="299"/>
                    <a:pt x="300" y="293"/>
                    <a:pt x="301" y="296"/>
                  </a:cubicBezTo>
                  <a:cubicBezTo>
                    <a:pt x="301" y="295"/>
                    <a:pt x="300" y="294"/>
                    <a:pt x="301" y="292"/>
                  </a:cubicBezTo>
                  <a:cubicBezTo>
                    <a:pt x="302" y="293"/>
                    <a:pt x="304" y="294"/>
                    <a:pt x="304" y="294"/>
                  </a:cubicBezTo>
                  <a:cubicBezTo>
                    <a:pt x="304" y="294"/>
                    <a:pt x="304" y="293"/>
                    <a:pt x="305" y="294"/>
                  </a:cubicBezTo>
                  <a:cubicBezTo>
                    <a:pt x="305" y="294"/>
                    <a:pt x="305" y="294"/>
                    <a:pt x="305" y="295"/>
                  </a:cubicBezTo>
                  <a:cubicBezTo>
                    <a:pt x="306" y="295"/>
                    <a:pt x="307" y="294"/>
                    <a:pt x="308" y="293"/>
                  </a:cubicBezTo>
                  <a:cubicBezTo>
                    <a:pt x="309" y="294"/>
                    <a:pt x="310" y="293"/>
                    <a:pt x="312" y="293"/>
                  </a:cubicBezTo>
                  <a:cubicBezTo>
                    <a:pt x="312" y="291"/>
                    <a:pt x="315" y="293"/>
                    <a:pt x="314" y="290"/>
                  </a:cubicBezTo>
                  <a:cubicBezTo>
                    <a:pt x="314" y="291"/>
                    <a:pt x="314" y="291"/>
                    <a:pt x="314" y="291"/>
                  </a:cubicBezTo>
                  <a:cubicBezTo>
                    <a:pt x="314" y="290"/>
                    <a:pt x="314" y="288"/>
                    <a:pt x="315" y="288"/>
                  </a:cubicBezTo>
                  <a:cubicBezTo>
                    <a:pt x="315" y="290"/>
                    <a:pt x="315" y="290"/>
                    <a:pt x="315" y="290"/>
                  </a:cubicBezTo>
                  <a:cubicBezTo>
                    <a:pt x="316" y="292"/>
                    <a:pt x="317" y="290"/>
                    <a:pt x="318" y="291"/>
                  </a:cubicBezTo>
                  <a:cubicBezTo>
                    <a:pt x="316" y="289"/>
                    <a:pt x="318" y="291"/>
                    <a:pt x="318" y="289"/>
                  </a:cubicBezTo>
                  <a:cubicBezTo>
                    <a:pt x="318" y="288"/>
                    <a:pt x="318" y="288"/>
                    <a:pt x="318" y="288"/>
                  </a:cubicBezTo>
                  <a:cubicBezTo>
                    <a:pt x="319" y="287"/>
                    <a:pt x="318" y="287"/>
                    <a:pt x="319" y="286"/>
                  </a:cubicBezTo>
                  <a:cubicBezTo>
                    <a:pt x="320" y="286"/>
                    <a:pt x="321" y="288"/>
                    <a:pt x="320" y="288"/>
                  </a:cubicBezTo>
                  <a:cubicBezTo>
                    <a:pt x="321" y="289"/>
                    <a:pt x="322" y="288"/>
                    <a:pt x="322" y="287"/>
                  </a:cubicBezTo>
                  <a:cubicBezTo>
                    <a:pt x="322" y="287"/>
                    <a:pt x="322" y="287"/>
                    <a:pt x="322" y="287"/>
                  </a:cubicBezTo>
                  <a:cubicBezTo>
                    <a:pt x="322" y="287"/>
                    <a:pt x="322" y="287"/>
                    <a:pt x="322" y="287"/>
                  </a:cubicBezTo>
                  <a:cubicBezTo>
                    <a:pt x="323" y="287"/>
                    <a:pt x="323" y="287"/>
                    <a:pt x="323" y="287"/>
                  </a:cubicBezTo>
                  <a:cubicBezTo>
                    <a:pt x="323" y="287"/>
                    <a:pt x="323" y="287"/>
                    <a:pt x="323" y="287"/>
                  </a:cubicBezTo>
                  <a:cubicBezTo>
                    <a:pt x="323" y="287"/>
                    <a:pt x="323" y="287"/>
                    <a:pt x="322" y="287"/>
                  </a:cubicBezTo>
                  <a:cubicBezTo>
                    <a:pt x="323" y="287"/>
                    <a:pt x="323" y="287"/>
                    <a:pt x="323" y="287"/>
                  </a:cubicBezTo>
                  <a:cubicBezTo>
                    <a:pt x="323" y="287"/>
                    <a:pt x="323" y="287"/>
                    <a:pt x="323" y="287"/>
                  </a:cubicBezTo>
                  <a:cubicBezTo>
                    <a:pt x="324" y="287"/>
                    <a:pt x="324" y="287"/>
                    <a:pt x="324" y="287"/>
                  </a:cubicBezTo>
                  <a:cubicBezTo>
                    <a:pt x="325" y="289"/>
                    <a:pt x="325" y="289"/>
                    <a:pt x="325" y="289"/>
                  </a:cubicBezTo>
                  <a:cubicBezTo>
                    <a:pt x="325" y="289"/>
                    <a:pt x="326" y="286"/>
                    <a:pt x="326" y="286"/>
                  </a:cubicBezTo>
                  <a:cubicBezTo>
                    <a:pt x="328" y="286"/>
                    <a:pt x="331" y="283"/>
                    <a:pt x="332" y="281"/>
                  </a:cubicBezTo>
                  <a:cubicBezTo>
                    <a:pt x="332" y="282"/>
                    <a:pt x="332" y="282"/>
                    <a:pt x="332" y="282"/>
                  </a:cubicBezTo>
                  <a:cubicBezTo>
                    <a:pt x="332" y="281"/>
                    <a:pt x="332" y="279"/>
                    <a:pt x="333" y="280"/>
                  </a:cubicBezTo>
                  <a:cubicBezTo>
                    <a:pt x="333" y="279"/>
                    <a:pt x="334" y="280"/>
                    <a:pt x="335" y="280"/>
                  </a:cubicBezTo>
                  <a:cubicBezTo>
                    <a:pt x="335" y="280"/>
                    <a:pt x="334" y="279"/>
                    <a:pt x="334" y="279"/>
                  </a:cubicBezTo>
                  <a:cubicBezTo>
                    <a:pt x="337" y="279"/>
                    <a:pt x="337" y="275"/>
                    <a:pt x="339" y="274"/>
                  </a:cubicBezTo>
                  <a:cubicBezTo>
                    <a:pt x="339" y="274"/>
                    <a:pt x="340" y="275"/>
                    <a:pt x="340" y="276"/>
                  </a:cubicBezTo>
                  <a:cubicBezTo>
                    <a:pt x="341" y="274"/>
                    <a:pt x="341" y="272"/>
                    <a:pt x="341" y="270"/>
                  </a:cubicBezTo>
                  <a:cubicBezTo>
                    <a:pt x="341" y="270"/>
                    <a:pt x="342" y="270"/>
                    <a:pt x="342" y="271"/>
                  </a:cubicBezTo>
                  <a:cubicBezTo>
                    <a:pt x="342" y="270"/>
                    <a:pt x="343" y="269"/>
                    <a:pt x="342" y="267"/>
                  </a:cubicBezTo>
                  <a:cubicBezTo>
                    <a:pt x="341" y="268"/>
                    <a:pt x="343" y="268"/>
                    <a:pt x="342" y="268"/>
                  </a:cubicBezTo>
                  <a:cubicBezTo>
                    <a:pt x="341" y="268"/>
                    <a:pt x="340" y="266"/>
                    <a:pt x="341" y="266"/>
                  </a:cubicBezTo>
                  <a:cubicBezTo>
                    <a:pt x="341" y="266"/>
                    <a:pt x="341" y="266"/>
                    <a:pt x="341" y="266"/>
                  </a:cubicBezTo>
                  <a:cubicBezTo>
                    <a:pt x="342" y="265"/>
                    <a:pt x="341" y="265"/>
                    <a:pt x="342" y="263"/>
                  </a:cubicBezTo>
                  <a:cubicBezTo>
                    <a:pt x="343" y="263"/>
                    <a:pt x="342" y="264"/>
                    <a:pt x="343" y="264"/>
                  </a:cubicBezTo>
                  <a:cubicBezTo>
                    <a:pt x="345" y="265"/>
                    <a:pt x="345" y="262"/>
                    <a:pt x="346" y="262"/>
                  </a:cubicBezTo>
                  <a:cubicBezTo>
                    <a:pt x="344" y="261"/>
                    <a:pt x="344" y="261"/>
                    <a:pt x="344" y="261"/>
                  </a:cubicBezTo>
                  <a:cubicBezTo>
                    <a:pt x="344" y="260"/>
                    <a:pt x="346" y="261"/>
                    <a:pt x="346" y="260"/>
                  </a:cubicBezTo>
                  <a:cubicBezTo>
                    <a:pt x="342" y="256"/>
                    <a:pt x="342" y="256"/>
                    <a:pt x="342" y="256"/>
                  </a:cubicBezTo>
                  <a:cubicBezTo>
                    <a:pt x="342" y="257"/>
                    <a:pt x="344" y="256"/>
                    <a:pt x="345" y="257"/>
                  </a:cubicBezTo>
                  <a:cubicBezTo>
                    <a:pt x="346" y="255"/>
                    <a:pt x="342" y="254"/>
                    <a:pt x="341" y="253"/>
                  </a:cubicBezTo>
                  <a:cubicBezTo>
                    <a:pt x="342" y="252"/>
                    <a:pt x="341" y="250"/>
                    <a:pt x="341" y="250"/>
                  </a:cubicBezTo>
                  <a:cubicBezTo>
                    <a:pt x="342" y="250"/>
                    <a:pt x="341" y="250"/>
                    <a:pt x="342" y="250"/>
                  </a:cubicBezTo>
                  <a:cubicBezTo>
                    <a:pt x="343" y="250"/>
                    <a:pt x="343" y="250"/>
                    <a:pt x="343" y="250"/>
                  </a:cubicBezTo>
                  <a:cubicBezTo>
                    <a:pt x="343" y="251"/>
                    <a:pt x="346" y="250"/>
                    <a:pt x="347" y="251"/>
                  </a:cubicBezTo>
                  <a:cubicBezTo>
                    <a:pt x="346" y="249"/>
                    <a:pt x="347" y="247"/>
                    <a:pt x="347" y="246"/>
                  </a:cubicBezTo>
                  <a:cubicBezTo>
                    <a:pt x="345" y="247"/>
                    <a:pt x="346" y="244"/>
                    <a:pt x="343" y="244"/>
                  </a:cubicBezTo>
                  <a:cubicBezTo>
                    <a:pt x="343" y="242"/>
                    <a:pt x="346" y="243"/>
                    <a:pt x="346" y="242"/>
                  </a:cubicBezTo>
                  <a:cubicBezTo>
                    <a:pt x="345" y="240"/>
                    <a:pt x="346" y="239"/>
                    <a:pt x="345" y="237"/>
                  </a:cubicBezTo>
                  <a:cubicBezTo>
                    <a:pt x="346" y="237"/>
                    <a:pt x="346" y="237"/>
                    <a:pt x="346" y="237"/>
                  </a:cubicBezTo>
                  <a:cubicBezTo>
                    <a:pt x="345" y="236"/>
                    <a:pt x="346" y="233"/>
                    <a:pt x="344" y="232"/>
                  </a:cubicBezTo>
                  <a:cubicBezTo>
                    <a:pt x="345" y="232"/>
                    <a:pt x="345" y="232"/>
                    <a:pt x="345" y="232"/>
                  </a:cubicBezTo>
                  <a:cubicBezTo>
                    <a:pt x="346" y="231"/>
                    <a:pt x="342" y="232"/>
                    <a:pt x="343" y="230"/>
                  </a:cubicBezTo>
                  <a:cubicBezTo>
                    <a:pt x="345" y="231"/>
                    <a:pt x="345" y="231"/>
                    <a:pt x="345" y="231"/>
                  </a:cubicBezTo>
                  <a:cubicBezTo>
                    <a:pt x="343" y="230"/>
                    <a:pt x="346" y="229"/>
                    <a:pt x="344" y="227"/>
                  </a:cubicBezTo>
                  <a:cubicBezTo>
                    <a:pt x="344" y="227"/>
                    <a:pt x="345" y="227"/>
                    <a:pt x="345" y="228"/>
                  </a:cubicBezTo>
                  <a:cubicBezTo>
                    <a:pt x="344" y="226"/>
                    <a:pt x="345" y="225"/>
                    <a:pt x="343" y="224"/>
                  </a:cubicBezTo>
                  <a:cubicBezTo>
                    <a:pt x="344" y="224"/>
                    <a:pt x="345" y="224"/>
                    <a:pt x="345" y="225"/>
                  </a:cubicBezTo>
                  <a:cubicBezTo>
                    <a:pt x="346" y="224"/>
                    <a:pt x="343" y="223"/>
                    <a:pt x="344" y="222"/>
                  </a:cubicBezTo>
                  <a:cubicBezTo>
                    <a:pt x="344" y="222"/>
                    <a:pt x="345" y="222"/>
                    <a:pt x="346" y="222"/>
                  </a:cubicBezTo>
                  <a:cubicBezTo>
                    <a:pt x="344" y="221"/>
                    <a:pt x="345" y="219"/>
                    <a:pt x="344" y="219"/>
                  </a:cubicBezTo>
                  <a:cubicBezTo>
                    <a:pt x="345" y="219"/>
                    <a:pt x="346" y="218"/>
                    <a:pt x="347" y="218"/>
                  </a:cubicBezTo>
                  <a:cubicBezTo>
                    <a:pt x="348" y="213"/>
                    <a:pt x="351" y="208"/>
                    <a:pt x="353" y="202"/>
                  </a:cubicBezTo>
                  <a:cubicBezTo>
                    <a:pt x="355" y="203"/>
                    <a:pt x="353" y="204"/>
                    <a:pt x="355" y="204"/>
                  </a:cubicBezTo>
                  <a:cubicBezTo>
                    <a:pt x="353" y="203"/>
                    <a:pt x="355" y="203"/>
                    <a:pt x="355" y="202"/>
                  </a:cubicBezTo>
                  <a:cubicBezTo>
                    <a:pt x="356" y="202"/>
                    <a:pt x="356" y="202"/>
                    <a:pt x="356" y="202"/>
                  </a:cubicBezTo>
                  <a:cubicBezTo>
                    <a:pt x="356" y="201"/>
                    <a:pt x="357" y="202"/>
                    <a:pt x="357" y="201"/>
                  </a:cubicBezTo>
                  <a:cubicBezTo>
                    <a:pt x="357" y="200"/>
                    <a:pt x="357" y="200"/>
                    <a:pt x="357" y="200"/>
                  </a:cubicBezTo>
                  <a:cubicBezTo>
                    <a:pt x="356" y="199"/>
                    <a:pt x="360" y="201"/>
                    <a:pt x="358" y="199"/>
                  </a:cubicBezTo>
                  <a:cubicBezTo>
                    <a:pt x="360" y="200"/>
                    <a:pt x="360" y="200"/>
                    <a:pt x="360" y="200"/>
                  </a:cubicBezTo>
                  <a:cubicBezTo>
                    <a:pt x="359" y="197"/>
                    <a:pt x="361" y="199"/>
                    <a:pt x="361" y="197"/>
                  </a:cubicBezTo>
                  <a:cubicBezTo>
                    <a:pt x="361" y="197"/>
                    <a:pt x="361" y="197"/>
                    <a:pt x="361" y="197"/>
                  </a:cubicBezTo>
                  <a:cubicBezTo>
                    <a:pt x="363" y="198"/>
                    <a:pt x="362" y="194"/>
                    <a:pt x="363" y="195"/>
                  </a:cubicBezTo>
                  <a:cubicBezTo>
                    <a:pt x="364" y="194"/>
                    <a:pt x="365" y="193"/>
                    <a:pt x="364" y="191"/>
                  </a:cubicBezTo>
                  <a:cubicBezTo>
                    <a:pt x="365" y="193"/>
                    <a:pt x="365" y="193"/>
                    <a:pt x="365" y="193"/>
                  </a:cubicBezTo>
                  <a:cubicBezTo>
                    <a:pt x="366" y="192"/>
                    <a:pt x="368" y="191"/>
                    <a:pt x="369" y="190"/>
                  </a:cubicBezTo>
                  <a:cubicBezTo>
                    <a:pt x="374" y="190"/>
                    <a:pt x="379" y="190"/>
                    <a:pt x="383" y="191"/>
                  </a:cubicBezTo>
                  <a:cubicBezTo>
                    <a:pt x="386" y="192"/>
                    <a:pt x="388" y="193"/>
                    <a:pt x="390" y="194"/>
                  </a:cubicBezTo>
                  <a:cubicBezTo>
                    <a:pt x="389" y="196"/>
                    <a:pt x="388" y="198"/>
                    <a:pt x="388" y="200"/>
                  </a:cubicBezTo>
                  <a:cubicBezTo>
                    <a:pt x="387" y="201"/>
                    <a:pt x="386" y="199"/>
                    <a:pt x="386" y="199"/>
                  </a:cubicBezTo>
                  <a:cubicBezTo>
                    <a:pt x="384" y="205"/>
                    <a:pt x="377" y="203"/>
                    <a:pt x="373" y="209"/>
                  </a:cubicBezTo>
                  <a:cubicBezTo>
                    <a:pt x="369" y="210"/>
                    <a:pt x="365" y="215"/>
                    <a:pt x="365" y="215"/>
                  </a:cubicBezTo>
                  <a:cubicBezTo>
                    <a:pt x="382" y="216"/>
                    <a:pt x="389" y="211"/>
                    <a:pt x="399" y="205"/>
                  </a:cubicBezTo>
                  <a:cubicBezTo>
                    <a:pt x="401" y="203"/>
                    <a:pt x="402" y="201"/>
                    <a:pt x="403" y="198"/>
                  </a:cubicBezTo>
                  <a:cubicBezTo>
                    <a:pt x="405" y="199"/>
                    <a:pt x="406" y="199"/>
                    <a:pt x="406" y="198"/>
                  </a:cubicBezTo>
                  <a:cubicBezTo>
                    <a:pt x="405" y="197"/>
                    <a:pt x="404" y="197"/>
                    <a:pt x="404" y="196"/>
                  </a:cubicBezTo>
                  <a:cubicBezTo>
                    <a:pt x="404" y="194"/>
                    <a:pt x="405" y="191"/>
                    <a:pt x="406" y="188"/>
                  </a:cubicBezTo>
                  <a:cubicBezTo>
                    <a:pt x="398" y="164"/>
                    <a:pt x="382" y="170"/>
                    <a:pt x="375" y="170"/>
                  </a:cubicBezTo>
                  <a:cubicBezTo>
                    <a:pt x="367" y="172"/>
                    <a:pt x="361" y="175"/>
                    <a:pt x="356" y="179"/>
                  </a:cubicBezTo>
                  <a:cubicBezTo>
                    <a:pt x="356" y="179"/>
                    <a:pt x="356" y="179"/>
                    <a:pt x="357" y="180"/>
                  </a:cubicBezTo>
                  <a:cubicBezTo>
                    <a:pt x="354" y="179"/>
                    <a:pt x="351" y="179"/>
                    <a:pt x="349" y="179"/>
                  </a:cubicBezTo>
                  <a:cubicBezTo>
                    <a:pt x="332" y="177"/>
                    <a:pt x="315" y="175"/>
                    <a:pt x="313" y="163"/>
                  </a:cubicBezTo>
                  <a:cubicBezTo>
                    <a:pt x="308" y="154"/>
                    <a:pt x="303" y="139"/>
                    <a:pt x="301" y="128"/>
                  </a:cubicBezTo>
                  <a:cubicBezTo>
                    <a:pt x="300" y="124"/>
                    <a:pt x="300" y="121"/>
                    <a:pt x="299" y="117"/>
                  </a:cubicBezTo>
                  <a:cubicBezTo>
                    <a:pt x="323" y="112"/>
                    <a:pt x="296" y="118"/>
                    <a:pt x="307" y="115"/>
                  </a:cubicBezTo>
                  <a:cubicBezTo>
                    <a:pt x="307" y="115"/>
                    <a:pt x="307" y="115"/>
                    <a:pt x="307" y="115"/>
                  </a:cubicBezTo>
                  <a:cubicBezTo>
                    <a:pt x="307" y="114"/>
                    <a:pt x="307" y="114"/>
                    <a:pt x="307" y="114"/>
                  </a:cubicBezTo>
                  <a:cubicBezTo>
                    <a:pt x="306" y="113"/>
                    <a:pt x="306" y="113"/>
                    <a:pt x="306" y="113"/>
                  </a:cubicBezTo>
                  <a:cubicBezTo>
                    <a:pt x="306" y="110"/>
                    <a:pt x="306" y="110"/>
                    <a:pt x="306" y="110"/>
                  </a:cubicBezTo>
                  <a:cubicBezTo>
                    <a:pt x="303" y="103"/>
                    <a:pt x="304" y="96"/>
                    <a:pt x="292" y="85"/>
                  </a:cubicBezTo>
                  <a:cubicBezTo>
                    <a:pt x="277" y="75"/>
                    <a:pt x="266" y="83"/>
                    <a:pt x="261" y="92"/>
                  </a:cubicBezTo>
                  <a:cubicBezTo>
                    <a:pt x="260" y="93"/>
                    <a:pt x="259" y="94"/>
                    <a:pt x="258" y="95"/>
                  </a:cubicBezTo>
                  <a:cubicBezTo>
                    <a:pt x="257" y="95"/>
                    <a:pt x="257" y="95"/>
                    <a:pt x="257" y="95"/>
                  </a:cubicBezTo>
                  <a:cubicBezTo>
                    <a:pt x="255" y="97"/>
                    <a:pt x="253" y="98"/>
                    <a:pt x="251" y="102"/>
                  </a:cubicBezTo>
                  <a:cubicBezTo>
                    <a:pt x="251" y="102"/>
                    <a:pt x="251" y="102"/>
                    <a:pt x="251" y="102"/>
                  </a:cubicBezTo>
                  <a:cubicBezTo>
                    <a:pt x="251" y="106"/>
                    <a:pt x="245" y="110"/>
                    <a:pt x="247" y="113"/>
                  </a:cubicBezTo>
                  <a:cubicBezTo>
                    <a:pt x="245" y="115"/>
                    <a:pt x="245" y="115"/>
                    <a:pt x="245" y="115"/>
                  </a:cubicBezTo>
                  <a:cubicBezTo>
                    <a:pt x="246" y="120"/>
                    <a:pt x="243" y="122"/>
                    <a:pt x="245" y="127"/>
                  </a:cubicBezTo>
                  <a:cubicBezTo>
                    <a:pt x="244" y="126"/>
                    <a:pt x="244" y="126"/>
                    <a:pt x="244" y="126"/>
                  </a:cubicBezTo>
                  <a:cubicBezTo>
                    <a:pt x="243" y="133"/>
                    <a:pt x="248" y="140"/>
                    <a:pt x="246" y="142"/>
                  </a:cubicBezTo>
                  <a:cubicBezTo>
                    <a:pt x="246" y="144"/>
                    <a:pt x="246" y="145"/>
                    <a:pt x="247" y="147"/>
                  </a:cubicBezTo>
                  <a:cubicBezTo>
                    <a:pt x="241" y="158"/>
                    <a:pt x="234" y="167"/>
                    <a:pt x="228" y="171"/>
                  </a:cubicBezTo>
                  <a:cubicBezTo>
                    <a:pt x="228" y="169"/>
                    <a:pt x="226" y="166"/>
                    <a:pt x="223" y="162"/>
                  </a:cubicBezTo>
                  <a:cubicBezTo>
                    <a:pt x="223" y="162"/>
                    <a:pt x="223" y="162"/>
                    <a:pt x="224" y="162"/>
                  </a:cubicBezTo>
                  <a:cubicBezTo>
                    <a:pt x="224" y="162"/>
                    <a:pt x="223" y="161"/>
                    <a:pt x="223" y="161"/>
                  </a:cubicBezTo>
                  <a:cubicBezTo>
                    <a:pt x="223" y="161"/>
                    <a:pt x="223" y="161"/>
                    <a:pt x="223" y="160"/>
                  </a:cubicBezTo>
                  <a:cubicBezTo>
                    <a:pt x="228" y="153"/>
                    <a:pt x="228" y="143"/>
                    <a:pt x="231" y="134"/>
                  </a:cubicBezTo>
                  <a:cubicBezTo>
                    <a:pt x="231" y="134"/>
                    <a:pt x="232" y="136"/>
                    <a:pt x="232" y="137"/>
                  </a:cubicBezTo>
                  <a:cubicBezTo>
                    <a:pt x="233" y="129"/>
                    <a:pt x="233" y="121"/>
                    <a:pt x="230" y="115"/>
                  </a:cubicBezTo>
                  <a:cubicBezTo>
                    <a:pt x="231" y="115"/>
                    <a:pt x="231" y="115"/>
                    <a:pt x="232" y="117"/>
                  </a:cubicBezTo>
                  <a:cubicBezTo>
                    <a:pt x="231" y="111"/>
                    <a:pt x="229" y="105"/>
                    <a:pt x="227" y="103"/>
                  </a:cubicBezTo>
                  <a:cubicBezTo>
                    <a:pt x="227" y="107"/>
                    <a:pt x="228" y="103"/>
                    <a:pt x="228" y="106"/>
                  </a:cubicBezTo>
                  <a:cubicBezTo>
                    <a:pt x="228" y="110"/>
                    <a:pt x="225" y="104"/>
                    <a:pt x="223" y="100"/>
                  </a:cubicBezTo>
                  <a:cubicBezTo>
                    <a:pt x="223" y="100"/>
                    <a:pt x="223" y="100"/>
                    <a:pt x="223" y="100"/>
                  </a:cubicBezTo>
                  <a:cubicBezTo>
                    <a:pt x="220" y="96"/>
                    <a:pt x="218" y="95"/>
                    <a:pt x="213" y="96"/>
                  </a:cubicBezTo>
                  <a:cubicBezTo>
                    <a:pt x="209" y="95"/>
                    <a:pt x="216" y="95"/>
                    <a:pt x="214" y="94"/>
                  </a:cubicBezTo>
                  <a:cubicBezTo>
                    <a:pt x="211" y="90"/>
                    <a:pt x="201" y="99"/>
                    <a:pt x="201" y="100"/>
                  </a:cubicBezTo>
                  <a:cubicBezTo>
                    <a:pt x="200" y="102"/>
                    <a:pt x="199" y="104"/>
                    <a:pt x="200" y="104"/>
                  </a:cubicBezTo>
                  <a:cubicBezTo>
                    <a:pt x="198" y="108"/>
                    <a:pt x="198" y="105"/>
                    <a:pt x="197" y="108"/>
                  </a:cubicBezTo>
                  <a:cubicBezTo>
                    <a:pt x="196" y="112"/>
                    <a:pt x="197" y="116"/>
                    <a:pt x="199" y="120"/>
                  </a:cubicBezTo>
                  <a:cubicBezTo>
                    <a:pt x="198" y="119"/>
                    <a:pt x="196" y="123"/>
                    <a:pt x="195" y="120"/>
                  </a:cubicBezTo>
                  <a:cubicBezTo>
                    <a:pt x="196" y="129"/>
                    <a:pt x="200" y="133"/>
                    <a:pt x="202" y="137"/>
                  </a:cubicBezTo>
                  <a:cubicBezTo>
                    <a:pt x="202" y="140"/>
                    <a:pt x="205" y="147"/>
                    <a:pt x="207" y="149"/>
                  </a:cubicBezTo>
                  <a:cubicBezTo>
                    <a:pt x="206" y="151"/>
                    <a:pt x="206" y="147"/>
                    <a:pt x="205" y="147"/>
                  </a:cubicBezTo>
                  <a:cubicBezTo>
                    <a:pt x="205" y="151"/>
                    <a:pt x="205" y="151"/>
                    <a:pt x="205" y="151"/>
                  </a:cubicBezTo>
                  <a:cubicBezTo>
                    <a:pt x="202" y="146"/>
                    <a:pt x="203" y="153"/>
                    <a:pt x="201" y="150"/>
                  </a:cubicBezTo>
                  <a:cubicBezTo>
                    <a:pt x="202" y="153"/>
                    <a:pt x="204" y="158"/>
                    <a:pt x="206" y="163"/>
                  </a:cubicBezTo>
                  <a:cubicBezTo>
                    <a:pt x="203" y="170"/>
                    <a:pt x="201" y="172"/>
                    <a:pt x="194" y="178"/>
                  </a:cubicBezTo>
                  <a:cubicBezTo>
                    <a:pt x="195" y="178"/>
                    <a:pt x="192" y="180"/>
                    <a:pt x="194" y="181"/>
                  </a:cubicBezTo>
                  <a:cubicBezTo>
                    <a:pt x="194" y="183"/>
                    <a:pt x="192" y="183"/>
                    <a:pt x="191" y="183"/>
                  </a:cubicBezTo>
                  <a:cubicBezTo>
                    <a:pt x="192" y="182"/>
                    <a:pt x="193" y="182"/>
                    <a:pt x="192" y="176"/>
                  </a:cubicBezTo>
                  <a:cubicBezTo>
                    <a:pt x="186" y="156"/>
                    <a:pt x="180" y="130"/>
                    <a:pt x="179" y="108"/>
                  </a:cubicBezTo>
                  <a:cubicBezTo>
                    <a:pt x="179" y="110"/>
                    <a:pt x="178" y="110"/>
                    <a:pt x="178" y="108"/>
                  </a:cubicBezTo>
                  <a:cubicBezTo>
                    <a:pt x="181" y="106"/>
                    <a:pt x="176" y="101"/>
                    <a:pt x="177" y="97"/>
                  </a:cubicBezTo>
                  <a:cubicBezTo>
                    <a:pt x="178" y="97"/>
                    <a:pt x="178" y="99"/>
                    <a:pt x="178" y="100"/>
                  </a:cubicBezTo>
                  <a:cubicBezTo>
                    <a:pt x="179" y="89"/>
                    <a:pt x="176" y="81"/>
                    <a:pt x="177" y="71"/>
                  </a:cubicBezTo>
                  <a:cubicBezTo>
                    <a:pt x="175" y="62"/>
                    <a:pt x="178" y="51"/>
                    <a:pt x="176" y="45"/>
                  </a:cubicBezTo>
                  <a:cubicBezTo>
                    <a:pt x="177" y="46"/>
                    <a:pt x="176" y="41"/>
                    <a:pt x="177" y="39"/>
                  </a:cubicBezTo>
                  <a:cubicBezTo>
                    <a:pt x="176" y="36"/>
                    <a:pt x="176" y="34"/>
                    <a:pt x="176" y="31"/>
                  </a:cubicBezTo>
                  <a:cubicBezTo>
                    <a:pt x="176" y="30"/>
                    <a:pt x="176" y="29"/>
                    <a:pt x="176" y="28"/>
                  </a:cubicBezTo>
                  <a:cubicBezTo>
                    <a:pt x="176" y="27"/>
                    <a:pt x="176" y="27"/>
                    <a:pt x="176" y="27"/>
                  </a:cubicBezTo>
                  <a:cubicBezTo>
                    <a:pt x="176" y="23"/>
                    <a:pt x="177" y="18"/>
                    <a:pt x="176" y="14"/>
                  </a:cubicBezTo>
                  <a:cubicBezTo>
                    <a:pt x="176" y="13"/>
                    <a:pt x="175" y="2"/>
                    <a:pt x="174" y="1"/>
                  </a:cubicBezTo>
                  <a:cubicBezTo>
                    <a:pt x="173" y="0"/>
                    <a:pt x="172" y="6"/>
                    <a:pt x="170" y="6"/>
                  </a:cubicBezTo>
                  <a:cubicBezTo>
                    <a:pt x="162" y="5"/>
                    <a:pt x="168" y="10"/>
                    <a:pt x="161" y="11"/>
                  </a:cubicBezTo>
                  <a:cubicBezTo>
                    <a:pt x="157" y="12"/>
                    <a:pt x="156" y="13"/>
                    <a:pt x="154" y="16"/>
                  </a:cubicBezTo>
                  <a:cubicBezTo>
                    <a:pt x="155" y="20"/>
                    <a:pt x="155" y="24"/>
                    <a:pt x="155" y="28"/>
                  </a:cubicBezTo>
                  <a:cubicBezTo>
                    <a:pt x="156" y="67"/>
                    <a:pt x="156" y="67"/>
                    <a:pt x="156" y="67"/>
                  </a:cubicBezTo>
                  <a:cubicBezTo>
                    <a:pt x="156" y="75"/>
                    <a:pt x="154" y="84"/>
                    <a:pt x="153" y="92"/>
                  </a:cubicBezTo>
                  <a:cubicBezTo>
                    <a:pt x="148" y="91"/>
                    <a:pt x="142" y="91"/>
                    <a:pt x="139" y="94"/>
                  </a:cubicBezTo>
                  <a:cubicBezTo>
                    <a:pt x="137" y="95"/>
                    <a:pt x="135" y="96"/>
                    <a:pt x="134" y="98"/>
                  </a:cubicBezTo>
                  <a:cubicBezTo>
                    <a:pt x="125" y="103"/>
                    <a:pt x="119" y="113"/>
                    <a:pt x="119" y="118"/>
                  </a:cubicBezTo>
                  <a:cubicBezTo>
                    <a:pt x="118" y="121"/>
                    <a:pt x="118" y="124"/>
                    <a:pt x="118" y="127"/>
                  </a:cubicBezTo>
                  <a:cubicBezTo>
                    <a:pt x="115" y="132"/>
                    <a:pt x="113" y="140"/>
                    <a:pt x="112" y="144"/>
                  </a:cubicBezTo>
                  <a:cubicBezTo>
                    <a:pt x="111" y="152"/>
                    <a:pt x="111" y="155"/>
                    <a:pt x="111" y="160"/>
                  </a:cubicBezTo>
                  <a:cubicBezTo>
                    <a:pt x="111" y="163"/>
                    <a:pt x="109" y="164"/>
                    <a:pt x="108" y="165"/>
                  </a:cubicBezTo>
                  <a:cubicBezTo>
                    <a:pt x="105" y="174"/>
                    <a:pt x="100" y="181"/>
                    <a:pt x="100" y="189"/>
                  </a:cubicBezTo>
                  <a:cubicBezTo>
                    <a:pt x="99" y="189"/>
                    <a:pt x="99" y="189"/>
                    <a:pt x="99" y="189"/>
                  </a:cubicBezTo>
                  <a:cubicBezTo>
                    <a:pt x="98" y="195"/>
                    <a:pt x="93" y="208"/>
                    <a:pt x="88" y="208"/>
                  </a:cubicBezTo>
                  <a:cubicBezTo>
                    <a:pt x="88" y="210"/>
                    <a:pt x="83" y="208"/>
                    <a:pt x="85" y="211"/>
                  </a:cubicBezTo>
                  <a:cubicBezTo>
                    <a:pt x="82" y="210"/>
                    <a:pt x="85" y="209"/>
                    <a:pt x="82" y="208"/>
                  </a:cubicBezTo>
                  <a:cubicBezTo>
                    <a:pt x="83" y="209"/>
                    <a:pt x="84" y="208"/>
                    <a:pt x="85" y="208"/>
                  </a:cubicBezTo>
                  <a:cubicBezTo>
                    <a:pt x="78" y="200"/>
                    <a:pt x="79" y="178"/>
                    <a:pt x="79" y="161"/>
                  </a:cubicBezTo>
                  <a:cubicBezTo>
                    <a:pt x="81" y="156"/>
                    <a:pt x="80" y="144"/>
                    <a:pt x="81" y="133"/>
                  </a:cubicBezTo>
                  <a:cubicBezTo>
                    <a:pt x="81" y="131"/>
                    <a:pt x="81" y="131"/>
                    <a:pt x="81" y="131"/>
                  </a:cubicBezTo>
                  <a:cubicBezTo>
                    <a:pt x="82" y="131"/>
                    <a:pt x="82" y="131"/>
                    <a:pt x="83" y="131"/>
                  </a:cubicBezTo>
                  <a:cubicBezTo>
                    <a:pt x="83" y="131"/>
                    <a:pt x="83" y="130"/>
                    <a:pt x="83" y="130"/>
                  </a:cubicBezTo>
                  <a:cubicBezTo>
                    <a:pt x="83" y="129"/>
                    <a:pt x="83" y="129"/>
                    <a:pt x="83" y="129"/>
                  </a:cubicBezTo>
                  <a:cubicBezTo>
                    <a:pt x="83" y="128"/>
                    <a:pt x="83" y="128"/>
                    <a:pt x="83" y="128"/>
                  </a:cubicBezTo>
                  <a:cubicBezTo>
                    <a:pt x="82" y="128"/>
                    <a:pt x="82" y="128"/>
                    <a:pt x="81" y="128"/>
                  </a:cubicBezTo>
                  <a:cubicBezTo>
                    <a:pt x="81" y="127"/>
                    <a:pt x="81" y="127"/>
                    <a:pt x="81" y="127"/>
                  </a:cubicBezTo>
                  <a:cubicBezTo>
                    <a:pt x="82" y="128"/>
                    <a:pt x="82" y="128"/>
                    <a:pt x="83" y="128"/>
                  </a:cubicBezTo>
                  <a:cubicBezTo>
                    <a:pt x="83" y="128"/>
                    <a:pt x="83" y="128"/>
                    <a:pt x="83" y="128"/>
                  </a:cubicBezTo>
                  <a:cubicBezTo>
                    <a:pt x="83" y="127"/>
                    <a:pt x="83" y="127"/>
                    <a:pt x="83" y="127"/>
                  </a:cubicBezTo>
                  <a:cubicBezTo>
                    <a:pt x="83" y="127"/>
                    <a:pt x="83" y="127"/>
                    <a:pt x="83" y="127"/>
                  </a:cubicBezTo>
                  <a:cubicBezTo>
                    <a:pt x="83" y="127"/>
                    <a:pt x="83" y="127"/>
                    <a:pt x="83" y="127"/>
                  </a:cubicBezTo>
                  <a:cubicBezTo>
                    <a:pt x="83" y="127"/>
                    <a:pt x="83" y="127"/>
                    <a:pt x="83" y="127"/>
                  </a:cubicBezTo>
                  <a:cubicBezTo>
                    <a:pt x="83" y="127"/>
                    <a:pt x="82" y="127"/>
                    <a:pt x="81" y="127"/>
                  </a:cubicBezTo>
                  <a:cubicBezTo>
                    <a:pt x="81" y="126"/>
                    <a:pt x="81" y="126"/>
                    <a:pt x="81" y="126"/>
                  </a:cubicBezTo>
                  <a:cubicBezTo>
                    <a:pt x="62" y="125"/>
                    <a:pt x="75" y="126"/>
                    <a:pt x="71" y="127"/>
                  </a:cubicBezTo>
                  <a:cubicBezTo>
                    <a:pt x="71" y="127"/>
                    <a:pt x="71" y="127"/>
                    <a:pt x="71" y="127"/>
                  </a:cubicBezTo>
                  <a:cubicBezTo>
                    <a:pt x="66" y="126"/>
                    <a:pt x="63" y="126"/>
                    <a:pt x="69" y="126"/>
                  </a:cubicBezTo>
                  <a:cubicBezTo>
                    <a:pt x="69" y="127"/>
                    <a:pt x="69" y="127"/>
                    <a:pt x="69" y="127"/>
                  </a:cubicBezTo>
                  <a:cubicBezTo>
                    <a:pt x="69" y="127"/>
                    <a:pt x="69" y="127"/>
                    <a:pt x="69" y="127"/>
                  </a:cubicBezTo>
                  <a:cubicBezTo>
                    <a:pt x="70" y="127"/>
                    <a:pt x="70" y="127"/>
                    <a:pt x="71" y="127"/>
                  </a:cubicBezTo>
                  <a:cubicBezTo>
                    <a:pt x="71" y="127"/>
                    <a:pt x="71" y="127"/>
                    <a:pt x="71" y="127"/>
                  </a:cubicBezTo>
                  <a:cubicBezTo>
                    <a:pt x="70" y="127"/>
                    <a:pt x="70" y="127"/>
                    <a:pt x="69" y="127"/>
                  </a:cubicBezTo>
                  <a:cubicBezTo>
                    <a:pt x="69" y="129"/>
                    <a:pt x="69" y="131"/>
                    <a:pt x="71" y="129"/>
                  </a:cubicBezTo>
                  <a:cubicBezTo>
                    <a:pt x="71" y="129"/>
                    <a:pt x="71" y="129"/>
                    <a:pt x="71" y="130"/>
                  </a:cubicBezTo>
                  <a:cubicBezTo>
                    <a:pt x="71" y="130"/>
                    <a:pt x="71" y="130"/>
                    <a:pt x="71" y="130"/>
                  </a:cubicBezTo>
                  <a:cubicBezTo>
                    <a:pt x="70" y="132"/>
                    <a:pt x="70" y="134"/>
                    <a:pt x="70" y="136"/>
                  </a:cubicBezTo>
                  <a:cubicBezTo>
                    <a:pt x="70" y="138"/>
                    <a:pt x="70" y="139"/>
                    <a:pt x="70" y="140"/>
                  </a:cubicBezTo>
                  <a:cubicBezTo>
                    <a:pt x="70" y="140"/>
                    <a:pt x="70" y="140"/>
                    <a:pt x="70" y="140"/>
                  </a:cubicBezTo>
                  <a:cubicBezTo>
                    <a:pt x="69" y="144"/>
                    <a:pt x="69" y="147"/>
                    <a:pt x="68" y="151"/>
                  </a:cubicBezTo>
                  <a:cubicBezTo>
                    <a:pt x="68" y="151"/>
                    <a:pt x="67" y="151"/>
                    <a:pt x="67" y="152"/>
                  </a:cubicBezTo>
                  <a:cubicBezTo>
                    <a:pt x="67" y="153"/>
                    <a:pt x="67" y="155"/>
                    <a:pt x="67" y="156"/>
                  </a:cubicBezTo>
                  <a:cubicBezTo>
                    <a:pt x="67" y="160"/>
                    <a:pt x="66" y="164"/>
                    <a:pt x="64" y="168"/>
                  </a:cubicBezTo>
                  <a:cubicBezTo>
                    <a:pt x="64" y="168"/>
                    <a:pt x="64" y="169"/>
                    <a:pt x="64" y="169"/>
                  </a:cubicBezTo>
                  <a:cubicBezTo>
                    <a:pt x="63" y="164"/>
                    <a:pt x="64" y="157"/>
                    <a:pt x="65" y="155"/>
                  </a:cubicBezTo>
                  <a:cubicBezTo>
                    <a:pt x="63" y="149"/>
                    <a:pt x="64" y="160"/>
                    <a:pt x="62" y="159"/>
                  </a:cubicBezTo>
                  <a:cubicBezTo>
                    <a:pt x="62" y="163"/>
                    <a:pt x="62" y="166"/>
                    <a:pt x="63" y="171"/>
                  </a:cubicBezTo>
                  <a:cubicBezTo>
                    <a:pt x="62" y="174"/>
                    <a:pt x="63" y="175"/>
                    <a:pt x="61" y="179"/>
                  </a:cubicBezTo>
                  <a:cubicBezTo>
                    <a:pt x="60" y="178"/>
                    <a:pt x="60" y="178"/>
                    <a:pt x="60" y="178"/>
                  </a:cubicBezTo>
                  <a:cubicBezTo>
                    <a:pt x="58" y="183"/>
                    <a:pt x="58" y="185"/>
                    <a:pt x="58" y="188"/>
                  </a:cubicBezTo>
                  <a:cubicBezTo>
                    <a:pt x="54" y="190"/>
                    <a:pt x="55" y="191"/>
                    <a:pt x="51" y="193"/>
                  </a:cubicBezTo>
                  <a:cubicBezTo>
                    <a:pt x="54" y="190"/>
                    <a:pt x="55" y="186"/>
                    <a:pt x="55" y="183"/>
                  </a:cubicBezTo>
                  <a:cubicBezTo>
                    <a:pt x="51" y="187"/>
                    <a:pt x="48" y="194"/>
                    <a:pt x="43" y="194"/>
                  </a:cubicBezTo>
                  <a:cubicBezTo>
                    <a:pt x="38" y="196"/>
                    <a:pt x="35" y="199"/>
                    <a:pt x="35" y="201"/>
                  </a:cubicBezTo>
                  <a:cubicBezTo>
                    <a:pt x="36" y="200"/>
                    <a:pt x="31" y="201"/>
                    <a:pt x="34" y="199"/>
                  </a:cubicBezTo>
                  <a:cubicBezTo>
                    <a:pt x="32" y="200"/>
                    <a:pt x="30" y="201"/>
                    <a:pt x="29" y="201"/>
                  </a:cubicBezTo>
                  <a:cubicBezTo>
                    <a:pt x="29" y="201"/>
                    <a:pt x="29" y="201"/>
                    <a:pt x="29" y="201"/>
                  </a:cubicBezTo>
                  <a:cubicBezTo>
                    <a:pt x="28" y="201"/>
                    <a:pt x="28" y="200"/>
                    <a:pt x="28" y="199"/>
                  </a:cubicBezTo>
                  <a:cubicBezTo>
                    <a:pt x="26" y="197"/>
                    <a:pt x="23" y="193"/>
                    <a:pt x="19" y="196"/>
                  </a:cubicBezTo>
                  <a:cubicBezTo>
                    <a:pt x="19" y="194"/>
                    <a:pt x="19" y="194"/>
                    <a:pt x="19" y="194"/>
                  </a:cubicBezTo>
                  <a:cubicBezTo>
                    <a:pt x="16" y="196"/>
                    <a:pt x="12" y="198"/>
                    <a:pt x="9" y="198"/>
                  </a:cubicBezTo>
                  <a:cubicBezTo>
                    <a:pt x="9" y="200"/>
                    <a:pt x="8" y="202"/>
                    <a:pt x="10" y="203"/>
                  </a:cubicBezTo>
                  <a:cubicBezTo>
                    <a:pt x="9" y="204"/>
                    <a:pt x="7" y="201"/>
                    <a:pt x="8" y="203"/>
                  </a:cubicBezTo>
                  <a:cubicBezTo>
                    <a:pt x="7" y="201"/>
                    <a:pt x="7" y="201"/>
                    <a:pt x="7" y="201"/>
                  </a:cubicBezTo>
                  <a:cubicBezTo>
                    <a:pt x="1" y="206"/>
                    <a:pt x="3" y="212"/>
                    <a:pt x="3" y="217"/>
                  </a:cubicBezTo>
                  <a:cubicBezTo>
                    <a:pt x="0" y="218"/>
                    <a:pt x="3" y="221"/>
                    <a:pt x="2" y="224"/>
                  </a:cubicBezTo>
                  <a:cubicBezTo>
                    <a:pt x="3" y="226"/>
                    <a:pt x="2" y="229"/>
                    <a:pt x="5" y="229"/>
                  </a:cubicBezTo>
                  <a:cubicBezTo>
                    <a:pt x="4" y="230"/>
                    <a:pt x="4" y="230"/>
                    <a:pt x="4" y="230"/>
                  </a:cubicBezTo>
                  <a:cubicBezTo>
                    <a:pt x="4" y="232"/>
                    <a:pt x="4" y="235"/>
                    <a:pt x="5" y="237"/>
                  </a:cubicBezTo>
                  <a:cubicBezTo>
                    <a:pt x="5" y="239"/>
                    <a:pt x="7" y="238"/>
                    <a:pt x="8" y="239"/>
                  </a:cubicBezTo>
                  <a:cubicBezTo>
                    <a:pt x="7" y="240"/>
                    <a:pt x="7" y="240"/>
                    <a:pt x="7" y="240"/>
                  </a:cubicBezTo>
                  <a:cubicBezTo>
                    <a:pt x="8" y="241"/>
                    <a:pt x="10" y="240"/>
                    <a:pt x="12" y="240"/>
                  </a:cubicBezTo>
                  <a:cubicBezTo>
                    <a:pt x="12" y="241"/>
                    <a:pt x="12" y="241"/>
                    <a:pt x="12" y="242"/>
                  </a:cubicBezTo>
                  <a:cubicBezTo>
                    <a:pt x="11" y="242"/>
                    <a:pt x="9" y="242"/>
                    <a:pt x="7" y="242"/>
                  </a:cubicBezTo>
                  <a:cubicBezTo>
                    <a:pt x="8" y="244"/>
                    <a:pt x="11" y="244"/>
                    <a:pt x="10" y="246"/>
                  </a:cubicBezTo>
                  <a:cubicBezTo>
                    <a:pt x="11" y="247"/>
                    <a:pt x="12" y="248"/>
                    <a:pt x="14" y="247"/>
                  </a:cubicBezTo>
                  <a:cubicBezTo>
                    <a:pt x="13" y="247"/>
                    <a:pt x="14" y="248"/>
                    <a:pt x="13" y="248"/>
                  </a:cubicBezTo>
                  <a:cubicBezTo>
                    <a:pt x="13" y="249"/>
                    <a:pt x="14" y="249"/>
                    <a:pt x="15" y="249"/>
                  </a:cubicBezTo>
                  <a:cubicBezTo>
                    <a:pt x="15" y="249"/>
                    <a:pt x="15" y="249"/>
                    <a:pt x="15" y="249"/>
                  </a:cubicBezTo>
                  <a:cubicBezTo>
                    <a:pt x="16" y="248"/>
                    <a:pt x="17" y="249"/>
                    <a:pt x="18" y="247"/>
                  </a:cubicBezTo>
                  <a:cubicBezTo>
                    <a:pt x="17" y="247"/>
                    <a:pt x="17" y="247"/>
                    <a:pt x="17" y="246"/>
                  </a:cubicBezTo>
                  <a:cubicBezTo>
                    <a:pt x="18" y="246"/>
                    <a:pt x="19" y="246"/>
                    <a:pt x="19" y="248"/>
                  </a:cubicBezTo>
                  <a:cubicBezTo>
                    <a:pt x="18" y="249"/>
                    <a:pt x="16" y="249"/>
                    <a:pt x="17" y="250"/>
                  </a:cubicBezTo>
                  <a:cubicBezTo>
                    <a:pt x="18" y="250"/>
                    <a:pt x="20" y="249"/>
                    <a:pt x="21" y="248"/>
                  </a:cubicBezTo>
                  <a:cubicBezTo>
                    <a:pt x="20" y="249"/>
                    <a:pt x="19" y="248"/>
                    <a:pt x="20" y="246"/>
                  </a:cubicBezTo>
                  <a:cubicBezTo>
                    <a:pt x="19" y="247"/>
                    <a:pt x="19" y="247"/>
                    <a:pt x="19" y="247"/>
                  </a:cubicBezTo>
                  <a:cubicBezTo>
                    <a:pt x="20" y="246"/>
                    <a:pt x="20" y="246"/>
                    <a:pt x="20" y="246"/>
                  </a:cubicBezTo>
                  <a:cubicBezTo>
                    <a:pt x="18" y="245"/>
                    <a:pt x="19" y="243"/>
                    <a:pt x="17" y="243"/>
                  </a:cubicBezTo>
                  <a:cubicBezTo>
                    <a:pt x="16" y="245"/>
                    <a:pt x="16" y="245"/>
                    <a:pt x="16" y="245"/>
                  </a:cubicBezTo>
                  <a:cubicBezTo>
                    <a:pt x="15" y="244"/>
                    <a:pt x="13" y="244"/>
                    <a:pt x="13" y="243"/>
                  </a:cubicBezTo>
                  <a:cubicBezTo>
                    <a:pt x="14" y="243"/>
                    <a:pt x="15" y="242"/>
                    <a:pt x="15" y="241"/>
                  </a:cubicBezTo>
                  <a:cubicBezTo>
                    <a:pt x="15" y="241"/>
                    <a:pt x="14" y="241"/>
                    <a:pt x="15" y="241"/>
                  </a:cubicBezTo>
                  <a:cubicBezTo>
                    <a:pt x="17" y="240"/>
                    <a:pt x="17" y="240"/>
                    <a:pt x="17" y="240"/>
                  </a:cubicBezTo>
                  <a:cubicBezTo>
                    <a:pt x="14" y="242"/>
                    <a:pt x="15" y="238"/>
                    <a:pt x="14" y="238"/>
                  </a:cubicBezTo>
                  <a:cubicBezTo>
                    <a:pt x="15" y="238"/>
                    <a:pt x="15" y="238"/>
                    <a:pt x="15" y="238"/>
                  </a:cubicBezTo>
                  <a:cubicBezTo>
                    <a:pt x="15" y="236"/>
                    <a:pt x="13" y="239"/>
                    <a:pt x="13" y="238"/>
                  </a:cubicBezTo>
                  <a:cubicBezTo>
                    <a:pt x="13" y="237"/>
                    <a:pt x="15" y="237"/>
                    <a:pt x="16" y="235"/>
                  </a:cubicBezTo>
                  <a:cubicBezTo>
                    <a:pt x="15" y="234"/>
                    <a:pt x="12" y="233"/>
                    <a:pt x="14" y="230"/>
                  </a:cubicBezTo>
                  <a:cubicBezTo>
                    <a:pt x="13" y="229"/>
                    <a:pt x="12" y="228"/>
                    <a:pt x="11" y="227"/>
                  </a:cubicBezTo>
                  <a:cubicBezTo>
                    <a:pt x="10" y="226"/>
                    <a:pt x="13" y="227"/>
                    <a:pt x="12" y="226"/>
                  </a:cubicBezTo>
                  <a:cubicBezTo>
                    <a:pt x="13" y="226"/>
                    <a:pt x="14" y="225"/>
                    <a:pt x="15" y="225"/>
                  </a:cubicBezTo>
                  <a:cubicBezTo>
                    <a:pt x="14" y="225"/>
                    <a:pt x="15" y="223"/>
                    <a:pt x="12" y="224"/>
                  </a:cubicBezTo>
                  <a:cubicBezTo>
                    <a:pt x="13" y="222"/>
                    <a:pt x="13" y="221"/>
                    <a:pt x="13" y="219"/>
                  </a:cubicBezTo>
                  <a:cubicBezTo>
                    <a:pt x="13" y="219"/>
                    <a:pt x="14" y="219"/>
                    <a:pt x="15" y="219"/>
                  </a:cubicBezTo>
                  <a:cubicBezTo>
                    <a:pt x="14" y="218"/>
                    <a:pt x="12" y="217"/>
                    <a:pt x="13" y="216"/>
                  </a:cubicBezTo>
                  <a:cubicBezTo>
                    <a:pt x="12" y="215"/>
                    <a:pt x="12" y="216"/>
                    <a:pt x="10" y="215"/>
                  </a:cubicBezTo>
                  <a:cubicBezTo>
                    <a:pt x="10" y="215"/>
                    <a:pt x="9" y="215"/>
                    <a:pt x="9" y="214"/>
                  </a:cubicBezTo>
                  <a:cubicBezTo>
                    <a:pt x="11" y="214"/>
                    <a:pt x="14" y="215"/>
                    <a:pt x="14" y="214"/>
                  </a:cubicBezTo>
                  <a:cubicBezTo>
                    <a:pt x="17" y="215"/>
                    <a:pt x="13" y="216"/>
                    <a:pt x="16" y="216"/>
                  </a:cubicBezTo>
                  <a:cubicBezTo>
                    <a:pt x="18" y="216"/>
                    <a:pt x="18" y="218"/>
                    <a:pt x="17" y="219"/>
                  </a:cubicBezTo>
                  <a:cubicBezTo>
                    <a:pt x="19" y="220"/>
                    <a:pt x="17" y="218"/>
                    <a:pt x="19" y="218"/>
                  </a:cubicBezTo>
                  <a:cubicBezTo>
                    <a:pt x="19" y="217"/>
                    <a:pt x="18" y="217"/>
                    <a:pt x="18" y="216"/>
                  </a:cubicBezTo>
                  <a:cubicBezTo>
                    <a:pt x="18" y="216"/>
                    <a:pt x="17" y="216"/>
                    <a:pt x="17" y="216"/>
                  </a:cubicBezTo>
                  <a:cubicBezTo>
                    <a:pt x="17" y="215"/>
                    <a:pt x="18" y="215"/>
                    <a:pt x="18" y="215"/>
                  </a:cubicBezTo>
                  <a:cubicBezTo>
                    <a:pt x="18" y="215"/>
                    <a:pt x="18" y="215"/>
                    <a:pt x="18" y="215"/>
                  </a:cubicBezTo>
                  <a:cubicBezTo>
                    <a:pt x="17" y="216"/>
                    <a:pt x="17" y="216"/>
                    <a:pt x="17" y="216"/>
                  </a:cubicBezTo>
                  <a:cubicBezTo>
                    <a:pt x="17" y="216"/>
                    <a:pt x="17" y="216"/>
                    <a:pt x="17" y="216"/>
                  </a:cubicBezTo>
                  <a:cubicBezTo>
                    <a:pt x="17" y="216"/>
                    <a:pt x="17" y="216"/>
                    <a:pt x="17" y="216"/>
                  </a:cubicBezTo>
                  <a:cubicBezTo>
                    <a:pt x="17" y="215"/>
                    <a:pt x="17" y="215"/>
                    <a:pt x="17" y="215"/>
                  </a:cubicBezTo>
                  <a:cubicBezTo>
                    <a:pt x="17" y="215"/>
                    <a:pt x="17" y="216"/>
                    <a:pt x="17" y="216"/>
                  </a:cubicBezTo>
                  <a:cubicBezTo>
                    <a:pt x="17" y="216"/>
                    <a:pt x="17" y="216"/>
                    <a:pt x="17" y="216"/>
                  </a:cubicBezTo>
                  <a:cubicBezTo>
                    <a:pt x="17" y="215"/>
                    <a:pt x="17" y="215"/>
                    <a:pt x="17" y="215"/>
                  </a:cubicBezTo>
                  <a:cubicBezTo>
                    <a:pt x="17" y="215"/>
                    <a:pt x="17" y="215"/>
                    <a:pt x="17" y="215"/>
                  </a:cubicBezTo>
                  <a:cubicBezTo>
                    <a:pt x="18" y="214"/>
                    <a:pt x="18" y="214"/>
                    <a:pt x="18" y="214"/>
                  </a:cubicBezTo>
                  <a:cubicBezTo>
                    <a:pt x="18" y="214"/>
                    <a:pt x="18" y="214"/>
                    <a:pt x="18" y="214"/>
                  </a:cubicBezTo>
                  <a:cubicBezTo>
                    <a:pt x="17" y="215"/>
                    <a:pt x="17" y="215"/>
                    <a:pt x="17" y="216"/>
                  </a:cubicBezTo>
                  <a:cubicBezTo>
                    <a:pt x="17" y="216"/>
                    <a:pt x="17" y="216"/>
                    <a:pt x="17" y="216"/>
                  </a:cubicBezTo>
                  <a:cubicBezTo>
                    <a:pt x="16" y="216"/>
                    <a:pt x="16" y="215"/>
                    <a:pt x="16" y="215"/>
                  </a:cubicBezTo>
                  <a:cubicBezTo>
                    <a:pt x="14" y="214"/>
                    <a:pt x="17" y="214"/>
                    <a:pt x="18" y="214"/>
                  </a:cubicBezTo>
                  <a:cubicBezTo>
                    <a:pt x="18" y="214"/>
                    <a:pt x="18" y="214"/>
                    <a:pt x="18" y="214"/>
                  </a:cubicBezTo>
                  <a:cubicBezTo>
                    <a:pt x="18" y="214"/>
                    <a:pt x="18" y="214"/>
                    <a:pt x="18" y="214"/>
                  </a:cubicBezTo>
                  <a:cubicBezTo>
                    <a:pt x="18" y="214"/>
                    <a:pt x="18" y="214"/>
                    <a:pt x="18" y="214"/>
                  </a:cubicBezTo>
                  <a:cubicBezTo>
                    <a:pt x="17" y="214"/>
                    <a:pt x="17" y="215"/>
                    <a:pt x="17" y="215"/>
                  </a:cubicBezTo>
                  <a:cubicBezTo>
                    <a:pt x="17" y="215"/>
                    <a:pt x="17" y="215"/>
                    <a:pt x="17" y="215"/>
                  </a:cubicBezTo>
                  <a:cubicBezTo>
                    <a:pt x="17" y="216"/>
                    <a:pt x="17" y="216"/>
                    <a:pt x="17" y="216"/>
                  </a:cubicBezTo>
                  <a:cubicBezTo>
                    <a:pt x="18" y="215"/>
                    <a:pt x="18" y="215"/>
                    <a:pt x="18" y="215"/>
                  </a:cubicBezTo>
                  <a:cubicBezTo>
                    <a:pt x="18" y="215"/>
                    <a:pt x="18" y="214"/>
                    <a:pt x="18" y="214"/>
                  </a:cubicBezTo>
                  <a:cubicBezTo>
                    <a:pt x="18" y="214"/>
                    <a:pt x="18" y="214"/>
                    <a:pt x="18" y="214"/>
                  </a:cubicBezTo>
                  <a:cubicBezTo>
                    <a:pt x="18" y="215"/>
                    <a:pt x="17" y="215"/>
                    <a:pt x="17" y="215"/>
                  </a:cubicBezTo>
                  <a:cubicBezTo>
                    <a:pt x="17" y="215"/>
                    <a:pt x="17" y="215"/>
                    <a:pt x="18" y="215"/>
                  </a:cubicBezTo>
                  <a:cubicBezTo>
                    <a:pt x="17" y="215"/>
                    <a:pt x="17" y="215"/>
                    <a:pt x="17" y="215"/>
                  </a:cubicBezTo>
                  <a:cubicBezTo>
                    <a:pt x="18" y="214"/>
                    <a:pt x="18" y="214"/>
                    <a:pt x="18" y="214"/>
                  </a:cubicBezTo>
                  <a:cubicBezTo>
                    <a:pt x="18" y="214"/>
                    <a:pt x="18" y="214"/>
                    <a:pt x="18" y="214"/>
                  </a:cubicBezTo>
                  <a:cubicBezTo>
                    <a:pt x="18" y="214"/>
                    <a:pt x="18" y="214"/>
                    <a:pt x="18" y="214"/>
                  </a:cubicBezTo>
                  <a:cubicBezTo>
                    <a:pt x="18" y="214"/>
                    <a:pt x="18" y="214"/>
                    <a:pt x="18" y="214"/>
                  </a:cubicBezTo>
                  <a:cubicBezTo>
                    <a:pt x="18" y="214"/>
                    <a:pt x="18" y="214"/>
                    <a:pt x="18" y="214"/>
                  </a:cubicBezTo>
                  <a:cubicBezTo>
                    <a:pt x="18" y="213"/>
                    <a:pt x="18" y="213"/>
                    <a:pt x="18" y="213"/>
                  </a:cubicBezTo>
                  <a:cubicBezTo>
                    <a:pt x="18" y="213"/>
                    <a:pt x="18" y="213"/>
                    <a:pt x="18" y="213"/>
                  </a:cubicBezTo>
                  <a:cubicBezTo>
                    <a:pt x="18" y="213"/>
                    <a:pt x="18" y="213"/>
                    <a:pt x="18" y="213"/>
                  </a:cubicBezTo>
                  <a:cubicBezTo>
                    <a:pt x="18" y="213"/>
                    <a:pt x="18" y="213"/>
                    <a:pt x="18" y="213"/>
                  </a:cubicBezTo>
                  <a:cubicBezTo>
                    <a:pt x="18" y="213"/>
                    <a:pt x="18" y="213"/>
                    <a:pt x="18" y="213"/>
                  </a:cubicBezTo>
                  <a:cubicBezTo>
                    <a:pt x="18" y="212"/>
                    <a:pt x="18" y="212"/>
                    <a:pt x="18" y="212"/>
                  </a:cubicBezTo>
                  <a:cubicBezTo>
                    <a:pt x="18" y="212"/>
                    <a:pt x="18" y="212"/>
                    <a:pt x="18" y="212"/>
                  </a:cubicBezTo>
                  <a:cubicBezTo>
                    <a:pt x="18" y="212"/>
                    <a:pt x="18" y="212"/>
                    <a:pt x="18" y="212"/>
                  </a:cubicBezTo>
                  <a:cubicBezTo>
                    <a:pt x="18" y="212"/>
                    <a:pt x="18" y="212"/>
                    <a:pt x="18" y="212"/>
                  </a:cubicBezTo>
                  <a:cubicBezTo>
                    <a:pt x="18" y="212"/>
                    <a:pt x="18" y="212"/>
                    <a:pt x="18" y="212"/>
                  </a:cubicBezTo>
                  <a:cubicBezTo>
                    <a:pt x="18" y="212"/>
                    <a:pt x="18" y="212"/>
                    <a:pt x="18" y="212"/>
                  </a:cubicBezTo>
                  <a:cubicBezTo>
                    <a:pt x="18" y="212"/>
                    <a:pt x="18" y="212"/>
                    <a:pt x="18" y="212"/>
                  </a:cubicBezTo>
                  <a:cubicBezTo>
                    <a:pt x="18" y="212"/>
                    <a:pt x="18" y="212"/>
                    <a:pt x="18" y="212"/>
                  </a:cubicBezTo>
                  <a:cubicBezTo>
                    <a:pt x="18" y="212"/>
                    <a:pt x="18" y="212"/>
                    <a:pt x="18" y="212"/>
                  </a:cubicBezTo>
                  <a:cubicBezTo>
                    <a:pt x="18" y="212"/>
                    <a:pt x="18" y="212"/>
                    <a:pt x="18" y="212"/>
                  </a:cubicBezTo>
                  <a:cubicBezTo>
                    <a:pt x="18" y="212"/>
                    <a:pt x="18" y="212"/>
                    <a:pt x="18" y="212"/>
                  </a:cubicBezTo>
                  <a:cubicBezTo>
                    <a:pt x="18" y="212"/>
                    <a:pt x="18" y="212"/>
                    <a:pt x="18" y="212"/>
                  </a:cubicBezTo>
                  <a:cubicBezTo>
                    <a:pt x="18" y="212"/>
                    <a:pt x="18" y="212"/>
                    <a:pt x="18" y="212"/>
                  </a:cubicBezTo>
                  <a:cubicBezTo>
                    <a:pt x="18" y="212"/>
                    <a:pt x="18" y="212"/>
                    <a:pt x="18" y="212"/>
                  </a:cubicBezTo>
                  <a:cubicBezTo>
                    <a:pt x="18" y="212"/>
                    <a:pt x="18" y="212"/>
                    <a:pt x="18" y="212"/>
                  </a:cubicBezTo>
                  <a:cubicBezTo>
                    <a:pt x="18" y="212"/>
                    <a:pt x="18" y="212"/>
                    <a:pt x="19" y="212"/>
                  </a:cubicBezTo>
                  <a:cubicBezTo>
                    <a:pt x="19" y="212"/>
                    <a:pt x="19" y="212"/>
                    <a:pt x="19" y="212"/>
                  </a:cubicBezTo>
                  <a:cubicBezTo>
                    <a:pt x="19" y="212"/>
                    <a:pt x="19" y="212"/>
                    <a:pt x="19" y="212"/>
                  </a:cubicBezTo>
                  <a:cubicBezTo>
                    <a:pt x="19" y="212"/>
                    <a:pt x="19" y="212"/>
                    <a:pt x="19" y="212"/>
                  </a:cubicBezTo>
                  <a:cubicBezTo>
                    <a:pt x="20" y="212"/>
                    <a:pt x="19" y="213"/>
                    <a:pt x="19" y="213"/>
                  </a:cubicBezTo>
                  <a:cubicBezTo>
                    <a:pt x="19" y="213"/>
                    <a:pt x="19" y="213"/>
                    <a:pt x="19" y="213"/>
                  </a:cubicBezTo>
                  <a:cubicBezTo>
                    <a:pt x="19" y="213"/>
                    <a:pt x="19" y="213"/>
                    <a:pt x="19" y="213"/>
                  </a:cubicBezTo>
                  <a:cubicBezTo>
                    <a:pt x="19" y="213"/>
                    <a:pt x="19" y="213"/>
                    <a:pt x="19" y="213"/>
                  </a:cubicBezTo>
                  <a:cubicBezTo>
                    <a:pt x="19" y="213"/>
                    <a:pt x="19" y="213"/>
                    <a:pt x="19" y="213"/>
                  </a:cubicBezTo>
                  <a:cubicBezTo>
                    <a:pt x="19" y="213"/>
                    <a:pt x="19" y="213"/>
                    <a:pt x="19" y="213"/>
                  </a:cubicBezTo>
                  <a:cubicBezTo>
                    <a:pt x="19" y="213"/>
                    <a:pt x="19" y="213"/>
                    <a:pt x="19" y="213"/>
                  </a:cubicBezTo>
                  <a:cubicBezTo>
                    <a:pt x="19" y="213"/>
                    <a:pt x="19" y="213"/>
                    <a:pt x="19" y="213"/>
                  </a:cubicBezTo>
                  <a:cubicBezTo>
                    <a:pt x="19" y="213"/>
                    <a:pt x="19" y="213"/>
                    <a:pt x="19" y="213"/>
                  </a:cubicBezTo>
                  <a:cubicBezTo>
                    <a:pt x="19" y="213"/>
                    <a:pt x="19" y="213"/>
                    <a:pt x="19" y="213"/>
                  </a:cubicBezTo>
                  <a:cubicBezTo>
                    <a:pt x="19" y="213"/>
                    <a:pt x="19" y="213"/>
                    <a:pt x="18" y="213"/>
                  </a:cubicBezTo>
                  <a:cubicBezTo>
                    <a:pt x="19" y="213"/>
                    <a:pt x="19" y="213"/>
                    <a:pt x="19" y="212"/>
                  </a:cubicBezTo>
                  <a:cubicBezTo>
                    <a:pt x="19" y="212"/>
                    <a:pt x="19" y="212"/>
                    <a:pt x="19" y="212"/>
                  </a:cubicBezTo>
                  <a:cubicBezTo>
                    <a:pt x="19" y="212"/>
                    <a:pt x="19" y="212"/>
                    <a:pt x="19" y="212"/>
                  </a:cubicBezTo>
                  <a:cubicBezTo>
                    <a:pt x="19" y="212"/>
                    <a:pt x="19" y="212"/>
                    <a:pt x="19" y="212"/>
                  </a:cubicBezTo>
                  <a:cubicBezTo>
                    <a:pt x="19" y="212"/>
                    <a:pt x="19" y="212"/>
                    <a:pt x="19" y="212"/>
                  </a:cubicBezTo>
                  <a:cubicBezTo>
                    <a:pt x="19" y="212"/>
                    <a:pt x="19" y="212"/>
                    <a:pt x="19" y="212"/>
                  </a:cubicBezTo>
                  <a:cubicBezTo>
                    <a:pt x="19" y="212"/>
                    <a:pt x="18" y="212"/>
                    <a:pt x="18" y="212"/>
                  </a:cubicBezTo>
                  <a:cubicBezTo>
                    <a:pt x="18" y="212"/>
                    <a:pt x="18" y="212"/>
                    <a:pt x="18" y="212"/>
                  </a:cubicBezTo>
                  <a:cubicBezTo>
                    <a:pt x="18" y="212"/>
                    <a:pt x="18" y="212"/>
                    <a:pt x="18" y="212"/>
                  </a:cubicBezTo>
                  <a:cubicBezTo>
                    <a:pt x="18" y="212"/>
                    <a:pt x="18" y="212"/>
                    <a:pt x="18" y="212"/>
                  </a:cubicBezTo>
                  <a:cubicBezTo>
                    <a:pt x="18" y="212"/>
                    <a:pt x="18" y="212"/>
                    <a:pt x="18" y="212"/>
                  </a:cubicBezTo>
                  <a:cubicBezTo>
                    <a:pt x="18" y="212"/>
                    <a:pt x="18" y="212"/>
                    <a:pt x="18" y="212"/>
                  </a:cubicBezTo>
                  <a:cubicBezTo>
                    <a:pt x="18" y="212"/>
                    <a:pt x="18" y="213"/>
                    <a:pt x="18" y="213"/>
                  </a:cubicBezTo>
                  <a:cubicBezTo>
                    <a:pt x="18" y="213"/>
                    <a:pt x="18" y="213"/>
                    <a:pt x="18" y="213"/>
                  </a:cubicBezTo>
                  <a:cubicBezTo>
                    <a:pt x="18" y="213"/>
                    <a:pt x="18" y="213"/>
                    <a:pt x="18" y="213"/>
                  </a:cubicBezTo>
                  <a:cubicBezTo>
                    <a:pt x="18" y="213"/>
                    <a:pt x="18" y="213"/>
                    <a:pt x="18" y="213"/>
                  </a:cubicBezTo>
                  <a:cubicBezTo>
                    <a:pt x="18" y="213"/>
                    <a:pt x="18" y="213"/>
                    <a:pt x="18" y="213"/>
                  </a:cubicBezTo>
                  <a:cubicBezTo>
                    <a:pt x="18" y="213"/>
                    <a:pt x="18" y="213"/>
                    <a:pt x="18" y="213"/>
                  </a:cubicBezTo>
                  <a:cubicBezTo>
                    <a:pt x="18" y="213"/>
                    <a:pt x="19" y="213"/>
                    <a:pt x="19" y="213"/>
                  </a:cubicBezTo>
                  <a:cubicBezTo>
                    <a:pt x="18" y="213"/>
                    <a:pt x="18" y="213"/>
                    <a:pt x="18" y="213"/>
                  </a:cubicBezTo>
                  <a:cubicBezTo>
                    <a:pt x="18" y="213"/>
                    <a:pt x="18" y="214"/>
                    <a:pt x="18" y="214"/>
                  </a:cubicBezTo>
                  <a:cubicBezTo>
                    <a:pt x="18" y="214"/>
                    <a:pt x="18" y="214"/>
                    <a:pt x="18" y="213"/>
                  </a:cubicBezTo>
                  <a:cubicBezTo>
                    <a:pt x="18" y="214"/>
                    <a:pt x="18" y="214"/>
                    <a:pt x="18" y="214"/>
                  </a:cubicBezTo>
                  <a:cubicBezTo>
                    <a:pt x="18" y="214"/>
                    <a:pt x="18" y="214"/>
                    <a:pt x="18" y="214"/>
                  </a:cubicBezTo>
                  <a:cubicBezTo>
                    <a:pt x="18" y="214"/>
                    <a:pt x="18" y="214"/>
                    <a:pt x="18" y="214"/>
                  </a:cubicBezTo>
                  <a:cubicBezTo>
                    <a:pt x="18" y="214"/>
                    <a:pt x="18" y="214"/>
                    <a:pt x="18" y="214"/>
                  </a:cubicBezTo>
                  <a:cubicBezTo>
                    <a:pt x="18" y="215"/>
                    <a:pt x="18" y="215"/>
                    <a:pt x="18" y="215"/>
                  </a:cubicBezTo>
                  <a:cubicBezTo>
                    <a:pt x="18" y="215"/>
                    <a:pt x="18" y="215"/>
                    <a:pt x="18" y="215"/>
                  </a:cubicBezTo>
                  <a:cubicBezTo>
                    <a:pt x="18" y="215"/>
                    <a:pt x="18" y="215"/>
                    <a:pt x="18" y="215"/>
                  </a:cubicBezTo>
                  <a:cubicBezTo>
                    <a:pt x="18" y="215"/>
                    <a:pt x="18" y="215"/>
                    <a:pt x="18" y="215"/>
                  </a:cubicBezTo>
                  <a:cubicBezTo>
                    <a:pt x="18" y="215"/>
                    <a:pt x="18" y="215"/>
                    <a:pt x="18" y="215"/>
                  </a:cubicBezTo>
                  <a:cubicBezTo>
                    <a:pt x="18" y="216"/>
                    <a:pt x="18" y="216"/>
                    <a:pt x="18" y="216"/>
                  </a:cubicBezTo>
                  <a:cubicBezTo>
                    <a:pt x="18" y="216"/>
                    <a:pt x="18" y="216"/>
                    <a:pt x="18" y="216"/>
                  </a:cubicBezTo>
                  <a:cubicBezTo>
                    <a:pt x="19" y="216"/>
                    <a:pt x="18" y="215"/>
                    <a:pt x="19" y="215"/>
                  </a:cubicBezTo>
                  <a:cubicBezTo>
                    <a:pt x="19" y="215"/>
                    <a:pt x="19" y="215"/>
                    <a:pt x="19" y="215"/>
                  </a:cubicBezTo>
                  <a:cubicBezTo>
                    <a:pt x="19" y="215"/>
                    <a:pt x="19" y="215"/>
                    <a:pt x="19" y="215"/>
                  </a:cubicBezTo>
                  <a:cubicBezTo>
                    <a:pt x="19" y="215"/>
                    <a:pt x="19" y="216"/>
                    <a:pt x="19" y="216"/>
                  </a:cubicBezTo>
                  <a:cubicBezTo>
                    <a:pt x="19" y="216"/>
                    <a:pt x="19" y="216"/>
                    <a:pt x="19" y="215"/>
                  </a:cubicBezTo>
                  <a:cubicBezTo>
                    <a:pt x="19" y="216"/>
                    <a:pt x="19" y="216"/>
                    <a:pt x="19" y="216"/>
                  </a:cubicBezTo>
                  <a:cubicBezTo>
                    <a:pt x="19" y="215"/>
                    <a:pt x="20" y="217"/>
                    <a:pt x="20" y="215"/>
                  </a:cubicBezTo>
                  <a:cubicBezTo>
                    <a:pt x="19" y="215"/>
                    <a:pt x="19" y="215"/>
                    <a:pt x="19" y="215"/>
                  </a:cubicBezTo>
                  <a:cubicBezTo>
                    <a:pt x="20" y="215"/>
                    <a:pt x="18" y="215"/>
                    <a:pt x="19" y="214"/>
                  </a:cubicBezTo>
                  <a:cubicBezTo>
                    <a:pt x="19" y="214"/>
                    <a:pt x="19" y="214"/>
                    <a:pt x="19" y="214"/>
                  </a:cubicBezTo>
                  <a:cubicBezTo>
                    <a:pt x="19" y="214"/>
                    <a:pt x="19" y="214"/>
                    <a:pt x="19" y="213"/>
                  </a:cubicBezTo>
                  <a:cubicBezTo>
                    <a:pt x="19" y="213"/>
                    <a:pt x="19" y="214"/>
                    <a:pt x="19" y="214"/>
                  </a:cubicBezTo>
                  <a:cubicBezTo>
                    <a:pt x="19" y="214"/>
                    <a:pt x="19" y="214"/>
                    <a:pt x="19" y="214"/>
                  </a:cubicBezTo>
                  <a:cubicBezTo>
                    <a:pt x="19" y="214"/>
                    <a:pt x="20" y="214"/>
                    <a:pt x="20" y="214"/>
                  </a:cubicBezTo>
                  <a:cubicBezTo>
                    <a:pt x="20" y="214"/>
                    <a:pt x="19" y="214"/>
                    <a:pt x="20" y="215"/>
                  </a:cubicBezTo>
                  <a:cubicBezTo>
                    <a:pt x="22" y="215"/>
                    <a:pt x="22" y="215"/>
                    <a:pt x="22" y="215"/>
                  </a:cubicBezTo>
                  <a:cubicBezTo>
                    <a:pt x="21" y="216"/>
                    <a:pt x="21" y="216"/>
                    <a:pt x="21" y="216"/>
                  </a:cubicBezTo>
                  <a:cubicBezTo>
                    <a:pt x="20" y="216"/>
                    <a:pt x="20" y="216"/>
                    <a:pt x="20" y="216"/>
                  </a:cubicBezTo>
                  <a:cubicBezTo>
                    <a:pt x="21" y="216"/>
                    <a:pt x="21" y="216"/>
                    <a:pt x="21" y="216"/>
                  </a:cubicBezTo>
                  <a:cubicBezTo>
                    <a:pt x="20" y="217"/>
                    <a:pt x="20" y="217"/>
                    <a:pt x="20" y="217"/>
                  </a:cubicBezTo>
                  <a:cubicBezTo>
                    <a:pt x="21" y="216"/>
                    <a:pt x="21" y="216"/>
                    <a:pt x="21" y="216"/>
                  </a:cubicBezTo>
                  <a:cubicBezTo>
                    <a:pt x="21" y="217"/>
                    <a:pt x="21" y="217"/>
                    <a:pt x="21" y="217"/>
                  </a:cubicBezTo>
                  <a:cubicBezTo>
                    <a:pt x="20" y="218"/>
                    <a:pt x="23" y="217"/>
                    <a:pt x="22" y="218"/>
                  </a:cubicBezTo>
                  <a:cubicBezTo>
                    <a:pt x="21" y="218"/>
                    <a:pt x="20" y="219"/>
                    <a:pt x="20" y="219"/>
                  </a:cubicBezTo>
                  <a:cubicBezTo>
                    <a:pt x="22" y="218"/>
                    <a:pt x="23" y="219"/>
                    <a:pt x="25" y="218"/>
                  </a:cubicBezTo>
                  <a:cubicBezTo>
                    <a:pt x="24" y="219"/>
                    <a:pt x="21" y="219"/>
                    <a:pt x="20" y="220"/>
                  </a:cubicBezTo>
                  <a:cubicBezTo>
                    <a:pt x="22" y="220"/>
                    <a:pt x="19" y="222"/>
                    <a:pt x="22" y="221"/>
                  </a:cubicBezTo>
                  <a:cubicBezTo>
                    <a:pt x="22" y="220"/>
                    <a:pt x="23" y="221"/>
                    <a:pt x="25" y="220"/>
                  </a:cubicBezTo>
                  <a:cubicBezTo>
                    <a:pt x="25" y="222"/>
                    <a:pt x="23" y="221"/>
                    <a:pt x="23" y="222"/>
                  </a:cubicBezTo>
                  <a:cubicBezTo>
                    <a:pt x="23" y="222"/>
                    <a:pt x="25" y="222"/>
                    <a:pt x="26" y="221"/>
                  </a:cubicBezTo>
                  <a:cubicBezTo>
                    <a:pt x="26" y="222"/>
                    <a:pt x="28" y="222"/>
                    <a:pt x="27" y="223"/>
                  </a:cubicBezTo>
                  <a:cubicBezTo>
                    <a:pt x="25" y="224"/>
                    <a:pt x="26" y="222"/>
                    <a:pt x="25" y="223"/>
                  </a:cubicBezTo>
                  <a:cubicBezTo>
                    <a:pt x="25" y="224"/>
                    <a:pt x="29" y="222"/>
                    <a:pt x="30" y="224"/>
                  </a:cubicBezTo>
                  <a:cubicBezTo>
                    <a:pt x="31" y="223"/>
                    <a:pt x="34" y="223"/>
                    <a:pt x="35" y="224"/>
                  </a:cubicBezTo>
                  <a:cubicBezTo>
                    <a:pt x="35" y="226"/>
                    <a:pt x="34" y="223"/>
                    <a:pt x="32" y="224"/>
                  </a:cubicBezTo>
                  <a:cubicBezTo>
                    <a:pt x="32" y="225"/>
                    <a:pt x="32" y="225"/>
                    <a:pt x="32" y="225"/>
                  </a:cubicBezTo>
                  <a:cubicBezTo>
                    <a:pt x="30" y="227"/>
                    <a:pt x="27" y="224"/>
                    <a:pt x="25" y="225"/>
                  </a:cubicBezTo>
                  <a:cubicBezTo>
                    <a:pt x="26" y="226"/>
                    <a:pt x="26" y="226"/>
                    <a:pt x="26" y="226"/>
                  </a:cubicBezTo>
                  <a:cubicBezTo>
                    <a:pt x="25" y="226"/>
                    <a:pt x="24" y="226"/>
                    <a:pt x="23" y="227"/>
                  </a:cubicBezTo>
                  <a:cubicBezTo>
                    <a:pt x="25" y="226"/>
                    <a:pt x="24" y="228"/>
                    <a:pt x="25" y="228"/>
                  </a:cubicBezTo>
                  <a:cubicBezTo>
                    <a:pt x="26" y="228"/>
                    <a:pt x="24" y="228"/>
                    <a:pt x="25" y="228"/>
                  </a:cubicBezTo>
                  <a:cubicBezTo>
                    <a:pt x="26" y="228"/>
                    <a:pt x="29" y="228"/>
                    <a:pt x="28" y="230"/>
                  </a:cubicBezTo>
                  <a:cubicBezTo>
                    <a:pt x="27" y="229"/>
                    <a:pt x="26" y="230"/>
                    <a:pt x="25" y="230"/>
                  </a:cubicBezTo>
                  <a:cubicBezTo>
                    <a:pt x="24" y="231"/>
                    <a:pt x="27" y="230"/>
                    <a:pt x="26" y="231"/>
                  </a:cubicBezTo>
                  <a:cubicBezTo>
                    <a:pt x="25" y="231"/>
                    <a:pt x="25" y="231"/>
                    <a:pt x="25" y="231"/>
                  </a:cubicBezTo>
                  <a:cubicBezTo>
                    <a:pt x="25" y="233"/>
                    <a:pt x="26" y="241"/>
                    <a:pt x="32" y="242"/>
                  </a:cubicBezTo>
                  <a:cubicBezTo>
                    <a:pt x="31" y="243"/>
                    <a:pt x="31" y="245"/>
                    <a:pt x="30" y="247"/>
                  </a:cubicBezTo>
                  <a:cubicBezTo>
                    <a:pt x="31" y="246"/>
                    <a:pt x="32" y="246"/>
                    <a:pt x="33" y="247"/>
                  </a:cubicBezTo>
                  <a:cubicBezTo>
                    <a:pt x="31" y="248"/>
                    <a:pt x="31" y="248"/>
                    <a:pt x="31" y="248"/>
                  </a:cubicBezTo>
                  <a:cubicBezTo>
                    <a:pt x="30" y="250"/>
                    <a:pt x="33" y="251"/>
                    <a:pt x="34" y="251"/>
                  </a:cubicBezTo>
                  <a:cubicBezTo>
                    <a:pt x="33" y="252"/>
                    <a:pt x="33" y="252"/>
                    <a:pt x="33" y="252"/>
                  </a:cubicBezTo>
                  <a:cubicBezTo>
                    <a:pt x="32" y="254"/>
                    <a:pt x="34" y="253"/>
                    <a:pt x="35" y="253"/>
                  </a:cubicBezTo>
                  <a:cubicBezTo>
                    <a:pt x="34" y="254"/>
                    <a:pt x="34" y="254"/>
                    <a:pt x="34" y="254"/>
                  </a:cubicBezTo>
                  <a:cubicBezTo>
                    <a:pt x="35" y="254"/>
                    <a:pt x="35" y="254"/>
                    <a:pt x="35" y="254"/>
                  </a:cubicBezTo>
                  <a:cubicBezTo>
                    <a:pt x="36" y="255"/>
                    <a:pt x="36" y="256"/>
                    <a:pt x="34" y="257"/>
                  </a:cubicBezTo>
                  <a:cubicBezTo>
                    <a:pt x="35" y="257"/>
                    <a:pt x="35" y="257"/>
                    <a:pt x="36" y="256"/>
                  </a:cubicBezTo>
                  <a:cubicBezTo>
                    <a:pt x="35" y="258"/>
                    <a:pt x="36" y="261"/>
                    <a:pt x="38" y="262"/>
                  </a:cubicBezTo>
                  <a:cubicBezTo>
                    <a:pt x="38" y="261"/>
                    <a:pt x="39" y="261"/>
                    <a:pt x="40" y="260"/>
                  </a:cubicBezTo>
                  <a:cubicBezTo>
                    <a:pt x="42" y="259"/>
                    <a:pt x="40" y="260"/>
                    <a:pt x="41" y="260"/>
                  </a:cubicBezTo>
                  <a:cubicBezTo>
                    <a:pt x="41" y="261"/>
                    <a:pt x="40" y="262"/>
                    <a:pt x="39" y="262"/>
                  </a:cubicBezTo>
                  <a:cubicBezTo>
                    <a:pt x="38" y="265"/>
                    <a:pt x="42" y="267"/>
                    <a:pt x="44" y="270"/>
                  </a:cubicBezTo>
                  <a:cubicBezTo>
                    <a:pt x="44" y="270"/>
                    <a:pt x="44" y="270"/>
                    <a:pt x="45" y="270"/>
                  </a:cubicBezTo>
                  <a:cubicBezTo>
                    <a:pt x="44" y="273"/>
                    <a:pt x="48" y="273"/>
                    <a:pt x="48" y="276"/>
                  </a:cubicBezTo>
                  <a:cubicBezTo>
                    <a:pt x="49" y="275"/>
                    <a:pt x="51" y="273"/>
                    <a:pt x="52" y="274"/>
                  </a:cubicBezTo>
                  <a:cubicBezTo>
                    <a:pt x="54" y="274"/>
                    <a:pt x="50" y="276"/>
                    <a:pt x="50" y="279"/>
                  </a:cubicBezTo>
                  <a:cubicBezTo>
                    <a:pt x="51" y="278"/>
                    <a:pt x="52" y="279"/>
                    <a:pt x="53" y="279"/>
                  </a:cubicBezTo>
                  <a:cubicBezTo>
                    <a:pt x="52" y="280"/>
                    <a:pt x="52" y="280"/>
                    <a:pt x="52" y="280"/>
                  </a:cubicBezTo>
                  <a:cubicBezTo>
                    <a:pt x="54" y="279"/>
                    <a:pt x="55" y="280"/>
                    <a:pt x="55" y="281"/>
                  </a:cubicBezTo>
                  <a:cubicBezTo>
                    <a:pt x="55" y="281"/>
                    <a:pt x="55" y="281"/>
                    <a:pt x="55" y="281"/>
                  </a:cubicBezTo>
                  <a:cubicBezTo>
                    <a:pt x="55" y="282"/>
                    <a:pt x="55" y="283"/>
                    <a:pt x="56" y="284"/>
                  </a:cubicBezTo>
                  <a:cubicBezTo>
                    <a:pt x="57" y="282"/>
                    <a:pt x="58" y="284"/>
                    <a:pt x="59" y="283"/>
                  </a:cubicBezTo>
                  <a:cubicBezTo>
                    <a:pt x="59" y="284"/>
                    <a:pt x="59" y="284"/>
                    <a:pt x="59" y="284"/>
                  </a:cubicBezTo>
                  <a:cubicBezTo>
                    <a:pt x="60" y="283"/>
                    <a:pt x="60" y="283"/>
                    <a:pt x="60" y="283"/>
                  </a:cubicBezTo>
                  <a:cubicBezTo>
                    <a:pt x="61" y="285"/>
                    <a:pt x="61" y="285"/>
                    <a:pt x="61" y="285"/>
                  </a:cubicBezTo>
                  <a:cubicBezTo>
                    <a:pt x="59" y="285"/>
                    <a:pt x="59" y="285"/>
                    <a:pt x="59" y="285"/>
                  </a:cubicBezTo>
                  <a:cubicBezTo>
                    <a:pt x="60" y="287"/>
                    <a:pt x="60" y="285"/>
                    <a:pt x="62" y="284"/>
                  </a:cubicBezTo>
                  <a:cubicBezTo>
                    <a:pt x="63" y="284"/>
                    <a:pt x="62" y="285"/>
                    <a:pt x="62" y="286"/>
                  </a:cubicBezTo>
                  <a:cubicBezTo>
                    <a:pt x="62" y="287"/>
                    <a:pt x="62" y="285"/>
                    <a:pt x="61" y="285"/>
                  </a:cubicBezTo>
                  <a:cubicBezTo>
                    <a:pt x="60" y="286"/>
                    <a:pt x="62" y="286"/>
                    <a:pt x="61" y="287"/>
                  </a:cubicBezTo>
                  <a:cubicBezTo>
                    <a:pt x="62" y="287"/>
                    <a:pt x="63" y="286"/>
                    <a:pt x="63" y="286"/>
                  </a:cubicBezTo>
                  <a:cubicBezTo>
                    <a:pt x="64" y="287"/>
                    <a:pt x="65" y="287"/>
                    <a:pt x="65" y="289"/>
                  </a:cubicBezTo>
                  <a:cubicBezTo>
                    <a:pt x="65" y="288"/>
                    <a:pt x="66" y="289"/>
                    <a:pt x="67" y="288"/>
                  </a:cubicBezTo>
                  <a:cubicBezTo>
                    <a:pt x="66" y="288"/>
                    <a:pt x="66" y="287"/>
                    <a:pt x="66" y="286"/>
                  </a:cubicBezTo>
                  <a:cubicBezTo>
                    <a:pt x="67" y="286"/>
                    <a:pt x="68" y="286"/>
                    <a:pt x="68" y="287"/>
                  </a:cubicBezTo>
                  <a:cubicBezTo>
                    <a:pt x="67" y="287"/>
                    <a:pt x="67" y="287"/>
                    <a:pt x="67" y="287"/>
                  </a:cubicBezTo>
                  <a:cubicBezTo>
                    <a:pt x="68" y="287"/>
                    <a:pt x="69" y="288"/>
                    <a:pt x="69" y="286"/>
                  </a:cubicBezTo>
                  <a:cubicBezTo>
                    <a:pt x="69" y="289"/>
                    <a:pt x="69" y="289"/>
                    <a:pt x="69" y="289"/>
                  </a:cubicBezTo>
                  <a:cubicBezTo>
                    <a:pt x="70" y="288"/>
                    <a:pt x="71" y="288"/>
                    <a:pt x="72" y="288"/>
                  </a:cubicBezTo>
                  <a:cubicBezTo>
                    <a:pt x="71" y="290"/>
                    <a:pt x="69" y="291"/>
                    <a:pt x="71" y="292"/>
                  </a:cubicBezTo>
                  <a:cubicBezTo>
                    <a:pt x="73" y="291"/>
                    <a:pt x="73" y="291"/>
                    <a:pt x="73" y="291"/>
                  </a:cubicBezTo>
                  <a:cubicBezTo>
                    <a:pt x="74" y="291"/>
                    <a:pt x="74" y="292"/>
                    <a:pt x="74" y="293"/>
                  </a:cubicBezTo>
                  <a:cubicBezTo>
                    <a:pt x="76" y="294"/>
                    <a:pt x="77" y="289"/>
                    <a:pt x="79" y="291"/>
                  </a:cubicBezTo>
                  <a:cubicBezTo>
                    <a:pt x="78" y="293"/>
                    <a:pt x="78" y="293"/>
                    <a:pt x="79" y="294"/>
                  </a:cubicBezTo>
                  <a:cubicBezTo>
                    <a:pt x="79" y="293"/>
                    <a:pt x="79" y="293"/>
                    <a:pt x="80" y="293"/>
                  </a:cubicBezTo>
                  <a:cubicBezTo>
                    <a:pt x="80" y="292"/>
                    <a:pt x="79" y="294"/>
                    <a:pt x="79" y="293"/>
                  </a:cubicBezTo>
                  <a:cubicBezTo>
                    <a:pt x="79" y="291"/>
                    <a:pt x="80" y="292"/>
                    <a:pt x="80" y="292"/>
                  </a:cubicBezTo>
                  <a:cubicBezTo>
                    <a:pt x="81" y="296"/>
                    <a:pt x="86" y="294"/>
                    <a:pt x="88" y="296"/>
                  </a:cubicBezTo>
                  <a:cubicBezTo>
                    <a:pt x="88" y="294"/>
                    <a:pt x="90" y="295"/>
                    <a:pt x="90" y="295"/>
                  </a:cubicBezTo>
                  <a:cubicBezTo>
                    <a:pt x="90" y="297"/>
                    <a:pt x="92" y="294"/>
                    <a:pt x="93" y="296"/>
                  </a:cubicBezTo>
                  <a:cubicBezTo>
                    <a:pt x="92" y="293"/>
                    <a:pt x="92" y="293"/>
                    <a:pt x="92" y="293"/>
                  </a:cubicBezTo>
                  <a:cubicBezTo>
                    <a:pt x="94" y="295"/>
                    <a:pt x="95" y="290"/>
                    <a:pt x="96" y="293"/>
                  </a:cubicBezTo>
                  <a:cubicBezTo>
                    <a:pt x="97" y="293"/>
                    <a:pt x="96" y="294"/>
                    <a:pt x="95" y="295"/>
                  </a:cubicBezTo>
                  <a:cubicBezTo>
                    <a:pt x="96" y="298"/>
                    <a:pt x="99" y="293"/>
                    <a:pt x="100" y="296"/>
                  </a:cubicBezTo>
                  <a:cubicBezTo>
                    <a:pt x="100" y="295"/>
                    <a:pt x="99" y="293"/>
                    <a:pt x="101" y="292"/>
                  </a:cubicBezTo>
                  <a:cubicBezTo>
                    <a:pt x="101" y="294"/>
                    <a:pt x="103" y="295"/>
                    <a:pt x="103" y="295"/>
                  </a:cubicBezTo>
                  <a:cubicBezTo>
                    <a:pt x="104" y="295"/>
                    <a:pt x="104" y="294"/>
                    <a:pt x="105" y="295"/>
                  </a:cubicBezTo>
                  <a:cubicBezTo>
                    <a:pt x="104" y="296"/>
                    <a:pt x="104" y="296"/>
                    <a:pt x="104" y="296"/>
                  </a:cubicBezTo>
                  <a:cubicBezTo>
                    <a:pt x="105" y="297"/>
                    <a:pt x="106" y="296"/>
                    <a:pt x="107" y="295"/>
                  </a:cubicBezTo>
                  <a:cubicBezTo>
                    <a:pt x="108" y="297"/>
                    <a:pt x="110" y="296"/>
                    <a:pt x="111" y="297"/>
                  </a:cubicBezTo>
                  <a:cubicBezTo>
                    <a:pt x="112" y="295"/>
                    <a:pt x="113" y="299"/>
                    <a:pt x="113" y="295"/>
                  </a:cubicBezTo>
                  <a:cubicBezTo>
                    <a:pt x="114" y="296"/>
                    <a:pt x="114" y="296"/>
                    <a:pt x="114" y="296"/>
                  </a:cubicBezTo>
                  <a:cubicBezTo>
                    <a:pt x="114" y="296"/>
                    <a:pt x="115" y="294"/>
                    <a:pt x="115" y="294"/>
                  </a:cubicBezTo>
                  <a:cubicBezTo>
                    <a:pt x="115" y="296"/>
                    <a:pt x="115" y="296"/>
                    <a:pt x="115" y="296"/>
                  </a:cubicBezTo>
                  <a:cubicBezTo>
                    <a:pt x="114" y="298"/>
                    <a:pt x="117" y="296"/>
                    <a:pt x="117" y="298"/>
                  </a:cubicBezTo>
                  <a:cubicBezTo>
                    <a:pt x="116" y="296"/>
                    <a:pt x="117" y="298"/>
                    <a:pt x="118" y="296"/>
                  </a:cubicBezTo>
                  <a:cubicBezTo>
                    <a:pt x="118" y="296"/>
                    <a:pt x="118" y="296"/>
                    <a:pt x="118" y="296"/>
                  </a:cubicBezTo>
                  <a:cubicBezTo>
                    <a:pt x="120" y="296"/>
                    <a:pt x="119" y="295"/>
                    <a:pt x="120" y="295"/>
                  </a:cubicBezTo>
                  <a:cubicBezTo>
                    <a:pt x="121" y="295"/>
                    <a:pt x="120" y="297"/>
                    <a:pt x="120" y="297"/>
                  </a:cubicBezTo>
                  <a:cubicBezTo>
                    <a:pt x="120" y="298"/>
                    <a:pt x="121" y="298"/>
                    <a:pt x="122" y="297"/>
                  </a:cubicBezTo>
                  <a:cubicBezTo>
                    <a:pt x="122" y="298"/>
                    <a:pt x="122" y="298"/>
                    <a:pt x="123" y="298"/>
                  </a:cubicBezTo>
                  <a:cubicBezTo>
                    <a:pt x="123" y="298"/>
                    <a:pt x="123" y="298"/>
                    <a:pt x="123" y="298"/>
                  </a:cubicBezTo>
                  <a:cubicBezTo>
                    <a:pt x="123" y="298"/>
                    <a:pt x="124" y="298"/>
                    <a:pt x="124" y="299"/>
                  </a:cubicBezTo>
                  <a:cubicBezTo>
                    <a:pt x="123" y="300"/>
                    <a:pt x="123" y="300"/>
                    <a:pt x="123" y="300"/>
                  </a:cubicBezTo>
                  <a:cubicBezTo>
                    <a:pt x="124" y="300"/>
                    <a:pt x="125" y="299"/>
                    <a:pt x="125" y="298"/>
                  </a:cubicBezTo>
                  <a:cubicBezTo>
                    <a:pt x="127" y="300"/>
                    <a:pt x="131" y="300"/>
                    <a:pt x="132" y="300"/>
                  </a:cubicBezTo>
                  <a:cubicBezTo>
                    <a:pt x="131" y="299"/>
                    <a:pt x="131" y="301"/>
                    <a:pt x="131" y="300"/>
                  </a:cubicBezTo>
                  <a:cubicBezTo>
                    <a:pt x="132" y="300"/>
                    <a:pt x="133" y="299"/>
                    <a:pt x="133" y="300"/>
                  </a:cubicBezTo>
                  <a:cubicBezTo>
                    <a:pt x="134" y="300"/>
                    <a:pt x="133" y="301"/>
                    <a:pt x="134" y="302"/>
                  </a:cubicBezTo>
                  <a:cubicBezTo>
                    <a:pt x="133" y="302"/>
                    <a:pt x="135" y="300"/>
                    <a:pt x="134" y="300"/>
                  </a:cubicBezTo>
                  <a:cubicBezTo>
                    <a:pt x="134" y="303"/>
                    <a:pt x="138" y="301"/>
                    <a:pt x="139" y="304"/>
                  </a:cubicBezTo>
                  <a:cubicBezTo>
                    <a:pt x="139" y="303"/>
                    <a:pt x="138" y="304"/>
                    <a:pt x="137" y="305"/>
                  </a:cubicBezTo>
                  <a:cubicBezTo>
                    <a:pt x="139" y="305"/>
                    <a:pt x="141" y="305"/>
                    <a:pt x="143" y="304"/>
                  </a:cubicBezTo>
                  <a:cubicBezTo>
                    <a:pt x="142" y="305"/>
                    <a:pt x="142" y="305"/>
                    <a:pt x="141" y="305"/>
                  </a:cubicBezTo>
                  <a:cubicBezTo>
                    <a:pt x="142" y="306"/>
                    <a:pt x="143" y="307"/>
                    <a:pt x="144" y="306"/>
                  </a:cubicBezTo>
                  <a:cubicBezTo>
                    <a:pt x="145" y="305"/>
                    <a:pt x="144" y="307"/>
                    <a:pt x="144" y="306"/>
                  </a:cubicBezTo>
                  <a:cubicBezTo>
                    <a:pt x="144" y="305"/>
                    <a:pt x="146" y="305"/>
                    <a:pt x="146" y="306"/>
                  </a:cubicBezTo>
                  <a:cubicBezTo>
                    <a:pt x="146" y="306"/>
                    <a:pt x="146" y="306"/>
                    <a:pt x="146" y="306"/>
                  </a:cubicBezTo>
                  <a:cubicBezTo>
                    <a:pt x="147" y="307"/>
                    <a:pt x="147" y="306"/>
                    <a:pt x="148" y="307"/>
                  </a:cubicBezTo>
                  <a:cubicBezTo>
                    <a:pt x="148" y="308"/>
                    <a:pt x="147" y="307"/>
                    <a:pt x="147" y="308"/>
                  </a:cubicBezTo>
                  <a:cubicBezTo>
                    <a:pt x="145" y="310"/>
                    <a:pt x="147" y="311"/>
                    <a:pt x="147" y="311"/>
                  </a:cubicBezTo>
                  <a:cubicBezTo>
                    <a:pt x="149" y="311"/>
                    <a:pt x="149" y="311"/>
                    <a:pt x="149" y="311"/>
                  </a:cubicBezTo>
                  <a:cubicBezTo>
                    <a:pt x="150" y="311"/>
                    <a:pt x="148" y="312"/>
                    <a:pt x="148" y="312"/>
                  </a:cubicBezTo>
                  <a:cubicBezTo>
                    <a:pt x="154" y="312"/>
                    <a:pt x="154" y="312"/>
                    <a:pt x="154" y="312"/>
                  </a:cubicBezTo>
                  <a:cubicBezTo>
                    <a:pt x="153" y="312"/>
                    <a:pt x="152" y="314"/>
                    <a:pt x="151" y="314"/>
                  </a:cubicBezTo>
                  <a:cubicBezTo>
                    <a:pt x="152" y="315"/>
                    <a:pt x="155" y="315"/>
                    <a:pt x="157" y="315"/>
                  </a:cubicBezTo>
                  <a:cubicBezTo>
                    <a:pt x="157" y="316"/>
                    <a:pt x="158" y="317"/>
                    <a:pt x="159" y="318"/>
                  </a:cubicBezTo>
                  <a:cubicBezTo>
                    <a:pt x="158" y="319"/>
                    <a:pt x="159" y="317"/>
                    <a:pt x="158" y="318"/>
                  </a:cubicBezTo>
                  <a:cubicBezTo>
                    <a:pt x="157" y="319"/>
                    <a:pt x="157" y="319"/>
                    <a:pt x="157" y="319"/>
                  </a:cubicBezTo>
                  <a:cubicBezTo>
                    <a:pt x="156" y="318"/>
                    <a:pt x="154" y="320"/>
                    <a:pt x="153" y="320"/>
                  </a:cubicBezTo>
                  <a:cubicBezTo>
                    <a:pt x="155" y="320"/>
                    <a:pt x="154" y="323"/>
                    <a:pt x="154" y="325"/>
                  </a:cubicBezTo>
                  <a:cubicBezTo>
                    <a:pt x="157" y="323"/>
                    <a:pt x="156" y="326"/>
                    <a:pt x="159" y="325"/>
                  </a:cubicBezTo>
                  <a:cubicBezTo>
                    <a:pt x="160" y="327"/>
                    <a:pt x="157" y="327"/>
                    <a:pt x="156" y="328"/>
                  </a:cubicBezTo>
                  <a:cubicBezTo>
                    <a:pt x="158" y="329"/>
                    <a:pt x="158" y="331"/>
                    <a:pt x="158" y="333"/>
                  </a:cubicBezTo>
                  <a:cubicBezTo>
                    <a:pt x="158" y="333"/>
                    <a:pt x="158" y="333"/>
                    <a:pt x="158" y="333"/>
                  </a:cubicBezTo>
                  <a:cubicBezTo>
                    <a:pt x="159" y="334"/>
                    <a:pt x="158" y="337"/>
                    <a:pt x="161" y="338"/>
                  </a:cubicBezTo>
                  <a:cubicBezTo>
                    <a:pt x="160" y="338"/>
                    <a:pt x="160" y="338"/>
                    <a:pt x="159" y="338"/>
                  </a:cubicBezTo>
                  <a:cubicBezTo>
                    <a:pt x="159" y="340"/>
                    <a:pt x="163" y="338"/>
                    <a:pt x="162" y="340"/>
                  </a:cubicBezTo>
                  <a:cubicBezTo>
                    <a:pt x="160" y="339"/>
                    <a:pt x="160" y="339"/>
                    <a:pt x="160" y="339"/>
                  </a:cubicBezTo>
                  <a:cubicBezTo>
                    <a:pt x="162" y="340"/>
                    <a:pt x="160" y="342"/>
                    <a:pt x="162" y="343"/>
                  </a:cubicBezTo>
                  <a:cubicBezTo>
                    <a:pt x="161" y="343"/>
                    <a:pt x="161" y="343"/>
                    <a:pt x="160" y="343"/>
                  </a:cubicBezTo>
                  <a:cubicBezTo>
                    <a:pt x="161" y="344"/>
                    <a:pt x="161" y="345"/>
                    <a:pt x="163" y="346"/>
                  </a:cubicBezTo>
                  <a:cubicBezTo>
                    <a:pt x="162" y="347"/>
                    <a:pt x="161" y="346"/>
                    <a:pt x="160" y="346"/>
                  </a:cubicBezTo>
                  <a:cubicBezTo>
                    <a:pt x="160" y="347"/>
                    <a:pt x="163" y="347"/>
                    <a:pt x="162" y="348"/>
                  </a:cubicBezTo>
                  <a:cubicBezTo>
                    <a:pt x="162" y="349"/>
                    <a:pt x="161" y="349"/>
                    <a:pt x="161" y="349"/>
                  </a:cubicBezTo>
                  <a:cubicBezTo>
                    <a:pt x="162" y="350"/>
                    <a:pt x="162" y="351"/>
                    <a:pt x="163" y="352"/>
                  </a:cubicBezTo>
                  <a:cubicBezTo>
                    <a:pt x="162" y="352"/>
                    <a:pt x="162" y="353"/>
                    <a:pt x="161" y="353"/>
                  </a:cubicBezTo>
                  <a:cubicBezTo>
                    <a:pt x="161" y="360"/>
                    <a:pt x="162" y="366"/>
                    <a:pt x="164" y="372"/>
                  </a:cubicBezTo>
                  <a:cubicBezTo>
                    <a:pt x="161" y="374"/>
                    <a:pt x="162" y="371"/>
                    <a:pt x="161" y="372"/>
                  </a:cubicBezTo>
                  <a:cubicBezTo>
                    <a:pt x="163" y="372"/>
                    <a:pt x="161" y="373"/>
                    <a:pt x="162" y="375"/>
                  </a:cubicBezTo>
                  <a:cubicBezTo>
                    <a:pt x="162" y="375"/>
                    <a:pt x="162" y="375"/>
                    <a:pt x="162" y="375"/>
                  </a:cubicBezTo>
                  <a:cubicBezTo>
                    <a:pt x="162" y="376"/>
                    <a:pt x="161" y="376"/>
                    <a:pt x="162" y="377"/>
                  </a:cubicBezTo>
                  <a:cubicBezTo>
                    <a:pt x="162" y="377"/>
                    <a:pt x="162" y="377"/>
                    <a:pt x="162" y="377"/>
                  </a:cubicBezTo>
                  <a:cubicBezTo>
                    <a:pt x="164" y="378"/>
                    <a:pt x="159" y="379"/>
                    <a:pt x="162" y="379"/>
                  </a:cubicBezTo>
                  <a:cubicBezTo>
                    <a:pt x="161" y="380"/>
                    <a:pt x="161" y="380"/>
                    <a:pt x="161" y="380"/>
                  </a:cubicBezTo>
                  <a:cubicBezTo>
                    <a:pt x="163" y="381"/>
                    <a:pt x="160" y="382"/>
                    <a:pt x="162" y="383"/>
                  </a:cubicBezTo>
                  <a:cubicBezTo>
                    <a:pt x="162" y="383"/>
                    <a:pt x="162" y="383"/>
                    <a:pt x="162" y="383"/>
                  </a:cubicBezTo>
                  <a:cubicBezTo>
                    <a:pt x="161" y="384"/>
                    <a:pt x="165" y="386"/>
                    <a:pt x="163" y="386"/>
                  </a:cubicBezTo>
                  <a:cubicBezTo>
                    <a:pt x="163" y="388"/>
                    <a:pt x="164" y="389"/>
                    <a:pt x="166" y="389"/>
                  </a:cubicBezTo>
                  <a:cubicBezTo>
                    <a:pt x="165" y="390"/>
                    <a:pt x="164" y="389"/>
                    <a:pt x="163" y="389"/>
                  </a:cubicBezTo>
                  <a:cubicBezTo>
                    <a:pt x="164" y="394"/>
                    <a:pt x="164" y="400"/>
                    <a:pt x="167" y="404"/>
                  </a:cubicBezTo>
                  <a:cubicBezTo>
                    <a:pt x="166" y="404"/>
                    <a:pt x="166" y="404"/>
                    <a:pt x="165" y="404"/>
                  </a:cubicBezTo>
                  <a:cubicBezTo>
                    <a:pt x="168" y="406"/>
                    <a:pt x="163" y="409"/>
                    <a:pt x="168" y="411"/>
                  </a:cubicBezTo>
                  <a:cubicBezTo>
                    <a:pt x="170" y="412"/>
                    <a:pt x="170" y="412"/>
                    <a:pt x="170" y="412"/>
                  </a:cubicBezTo>
                  <a:cubicBezTo>
                    <a:pt x="169" y="412"/>
                    <a:pt x="168" y="412"/>
                    <a:pt x="167" y="413"/>
                  </a:cubicBezTo>
                  <a:cubicBezTo>
                    <a:pt x="168" y="413"/>
                    <a:pt x="167" y="415"/>
                    <a:pt x="169" y="416"/>
                  </a:cubicBezTo>
                  <a:cubicBezTo>
                    <a:pt x="168" y="416"/>
                    <a:pt x="168" y="416"/>
                    <a:pt x="168" y="416"/>
                  </a:cubicBezTo>
                  <a:cubicBezTo>
                    <a:pt x="167" y="417"/>
                    <a:pt x="170" y="418"/>
                    <a:pt x="169" y="419"/>
                  </a:cubicBezTo>
                  <a:cubicBezTo>
                    <a:pt x="169" y="419"/>
                    <a:pt x="169" y="419"/>
                    <a:pt x="169" y="419"/>
                  </a:cubicBezTo>
                  <a:cubicBezTo>
                    <a:pt x="166" y="425"/>
                    <a:pt x="163" y="434"/>
                    <a:pt x="168" y="438"/>
                  </a:cubicBezTo>
                  <a:cubicBezTo>
                    <a:pt x="169" y="440"/>
                    <a:pt x="166" y="439"/>
                    <a:pt x="166" y="440"/>
                  </a:cubicBezTo>
                  <a:cubicBezTo>
                    <a:pt x="170" y="444"/>
                    <a:pt x="167" y="452"/>
                    <a:pt x="173" y="453"/>
                  </a:cubicBezTo>
                  <a:cubicBezTo>
                    <a:pt x="173" y="454"/>
                    <a:pt x="173" y="454"/>
                    <a:pt x="173" y="455"/>
                  </a:cubicBezTo>
                  <a:cubicBezTo>
                    <a:pt x="173" y="455"/>
                    <a:pt x="173" y="456"/>
                    <a:pt x="174" y="456"/>
                  </a:cubicBezTo>
                  <a:cubicBezTo>
                    <a:pt x="171" y="457"/>
                    <a:pt x="174" y="460"/>
                    <a:pt x="172" y="462"/>
                  </a:cubicBezTo>
                  <a:cubicBezTo>
                    <a:pt x="175" y="462"/>
                    <a:pt x="174" y="463"/>
                    <a:pt x="174" y="464"/>
                  </a:cubicBezTo>
                  <a:cubicBezTo>
                    <a:pt x="174" y="464"/>
                    <a:pt x="173" y="464"/>
                    <a:pt x="173" y="464"/>
                  </a:cubicBezTo>
                  <a:cubicBezTo>
                    <a:pt x="173" y="466"/>
                    <a:pt x="173" y="466"/>
                    <a:pt x="172" y="468"/>
                  </a:cubicBezTo>
                  <a:cubicBezTo>
                    <a:pt x="172" y="469"/>
                    <a:pt x="174" y="469"/>
                    <a:pt x="173" y="470"/>
                  </a:cubicBezTo>
                  <a:cubicBezTo>
                    <a:pt x="171" y="471"/>
                    <a:pt x="173" y="472"/>
                    <a:pt x="172" y="473"/>
                  </a:cubicBezTo>
                  <a:cubicBezTo>
                    <a:pt x="174" y="473"/>
                    <a:pt x="175" y="474"/>
                    <a:pt x="175" y="475"/>
                  </a:cubicBezTo>
                  <a:cubicBezTo>
                    <a:pt x="172" y="475"/>
                    <a:pt x="172" y="475"/>
                    <a:pt x="172" y="475"/>
                  </a:cubicBezTo>
                  <a:cubicBezTo>
                    <a:pt x="174" y="477"/>
                    <a:pt x="170" y="481"/>
                    <a:pt x="174" y="485"/>
                  </a:cubicBezTo>
                  <a:cubicBezTo>
                    <a:pt x="172" y="485"/>
                    <a:pt x="172" y="485"/>
                    <a:pt x="172" y="485"/>
                  </a:cubicBezTo>
                  <a:cubicBezTo>
                    <a:pt x="174" y="488"/>
                    <a:pt x="173" y="491"/>
                    <a:pt x="176" y="494"/>
                  </a:cubicBezTo>
                  <a:cubicBezTo>
                    <a:pt x="175" y="495"/>
                    <a:pt x="175" y="496"/>
                    <a:pt x="175" y="497"/>
                  </a:cubicBezTo>
                  <a:cubicBezTo>
                    <a:pt x="176" y="498"/>
                    <a:pt x="176" y="499"/>
                    <a:pt x="178" y="499"/>
                  </a:cubicBezTo>
                  <a:cubicBezTo>
                    <a:pt x="178" y="500"/>
                    <a:pt x="177" y="500"/>
                    <a:pt x="177" y="500"/>
                  </a:cubicBezTo>
                  <a:cubicBezTo>
                    <a:pt x="176" y="501"/>
                    <a:pt x="174" y="504"/>
                    <a:pt x="177" y="504"/>
                  </a:cubicBezTo>
                  <a:cubicBezTo>
                    <a:pt x="175" y="505"/>
                    <a:pt x="175" y="505"/>
                    <a:pt x="175" y="505"/>
                  </a:cubicBezTo>
                  <a:cubicBezTo>
                    <a:pt x="177" y="506"/>
                    <a:pt x="179" y="507"/>
                    <a:pt x="177" y="508"/>
                  </a:cubicBezTo>
                  <a:cubicBezTo>
                    <a:pt x="178" y="509"/>
                    <a:pt x="179" y="510"/>
                    <a:pt x="181" y="509"/>
                  </a:cubicBezTo>
                  <a:cubicBezTo>
                    <a:pt x="181" y="510"/>
                    <a:pt x="178" y="510"/>
                    <a:pt x="180" y="510"/>
                  </a:cubicBezTo>
                  <a:cubicBezTo>
                    <a:pt x="178" y="510"/>
                    <a:pt x="178" y="510"/>
                    <a:pt x="178" y="510"/>
                  </a:cubicBezTo>
                  <a:cubicBezTo>
                    <a:pt x="177" y="513"/>
                    <a:pt x="179" y="515"/>
                    <a:pt x="180" y="518"/>
                  </a:cubicBezTo>
                  <a:cubicBezTo>
                    <a:pt x="178" y="519"/>
                    <a:pt x="181" y="520"/>
                    <a:pt x="179" y="522"/>
                  </a:cubicBezTo>
                  <a:cubicBezTo>
                    <a:pt x="181" y="523"/>
                    <a:pt x="179" y="525"/>
                    <a:pt x="182" y="525"/>
                  </a:cubicBezTo>
                  <a:cubicBezTo>
                    <a:pt x="181" y="525"/>
                    <a:pt x="181" y="525"/>
                    <a:pt x="181" y="525"/>
                  </a:cubicBezTo>
                  <a:cubicBezTo>
                    <a:pt x="181" y="526"/>
                    <a:pt x="181" y="528"/>
                    <a:pt x="180" y="530"/>
                  </a:cubicBezTo>
                  <a:cubicBezTo>
                    <a:pt x="180" y="531"/>
                    <a:pt x="182" y="530"/>
                    <a:pt x="183" y="531"/>
                  </a:cubicBezTo>
                  <a:cubicBezTo>
                    <a:pt x="182" y="531"/>
                    <a:pt x="182" y="531"/>
                    <a:pt x="182" y="531"/>
                  </a:cubicBezTo>
                  <a:cubicBezTo>
                    <a:pt x="183" y="532"/>
                    <a:pt x="185" y="532"/>
                    <a:pt x="186" y="532"/>
                  </a:cubicBezTo>
                  <a:cubicBezTo>
                    <a:pt x="185" y="533"/>
                    <a:pt x="186" y="533"/>
                    <a:pt x="185" y="533"/>
                  </a:cubicBezTo>
                  <a:cubicBezTo>
                    <a:pt x="185" y="533"/>
                    <a:pt x="183" y="533"/>
                    <a:pt x="181" y="532"/>
                  </a:cubicBezTo>
                  <a:cubicBezTo>
                    <a:pt x="181" y="534"/>
                    <a:pt x="184" y="534"/>
                    <a:pt x="182" y="535"/>
                  </a:cubicBezTo>
                  <a:cubicBezTo>
                    <a:pt x="182" y="536"/>
                    <a:pt x="182" y="536"/>
                    <a:pt x="184" y="536"/>
                  </a:cubicBezTo>
                  <a:cubicBezTo>
                    <a:pt x="184" y="536"/>
                    <a:pt x="183" y="537"/>
                    <a:pt x="182" y="537"/>
                  </a:cubicBezTo>
                  <a:cubicBezTo>
                    <a:pt x="183" y="537"/>
                    <a:pt x="183" y="538"/>
                    <a:pt x="184" y="538"/>
                  </a:cubicBezTo>
                  <a:cubicBezTo>
                    <a:pt x="184" y="538"/>
                    <a:pt x="184" y="537"/>
                    <a:pt x="184" y="537"/>
                  </a:cubicBezTo>
                  <a:cubicBezTo>
                    <a:pt x="185" y="537"/>
                    <a:pt x="185" y="538"/>
                    <a:pt x="187" y="538"/>
                  </a:cubicBezTo>
                  <a:cubicBezTo>
                    <a:pt x="187" y="537"/>
                    <a:pt x="186" y="537"/>
                    <a:pt x="186" y="537"/>
                  </a:cubicBezTo>
                  <a:cubicBezTo>
                    <a:pt x="188" y="537"/>
                    <a:pt x="188" y="538"/>
                    <a:pt x="187" y="538"/>
                  </a:cubicBezTo>
                  <a:cubicBezTo>
                    <a:pt x="186" y="539"/>
                    <a:pt x="185" y="538"/>
                    <a:pt x="184" y="539"/>
                  </a:cubicBezTo>
                  <a:cubicBezTo>
                    <a:pt x="188" y="540"/>
                    <a:pt x="188" y="540"/>
                    <a:pt x="188" y="540"/>
                  </a:cubicBezTo>
                  <a:cubicBezTo>
                    <a:pt x="186" y="540"/>
                    <a:pt x="187" y="539"/>
                    <a:pt x="189" y="539"/>
                  </a:cubicBezTo>
                  <a:cubicBezTo>
                    <a:pt x="188" y="538"/>
                    <a:pt x="188" y="538"/>
                    <a:pt x="188" y="538"/>
                  </a:cubicBezTo>
                  <a:cubicBezTo>
                    <a:pt x="189" y="538"/>
                    <a:pt x="189" y="538"/>
                    <a:pt x="189" y="538"/>
                  </a:cubicBezTo>
                  <a:cubicBezTo>
                    <a:pt x="189" y="537"/>
                    <a:pt x="190" y="536"/>
                    <a:pt x="189" y="535"/>
                  </a:cubicBezTo>
                  <a:cubicBezTo>
                    <a:pt x="187" y="536"/>
                    <a:pt x="187" y="536"/>
                    <a:pt x="187" y="536"/>
                  </a:cubicBezTo>
                  <a:cubicBezTo>
                    <a:pt x="187" y="535"/>
                    <a:pt x="185" y="535"/>
                    <a:pt x="187" y="534"/>
                  </a:cubicBezTo>
                  <a:cubicBezTo>
                    <a:pt x="187" y="534"/>
                    <a:pt x="188" y="534"/>
                    <a:pt x="189" y="534"/>
                  </a:cubicBezTo>
                  <a:cubicBezTo>
                    <a:pt x="189" y="534"/>
                    <a:pt x="188" y="533"/>
                    <a:pt x="188" y="533"/>
                  </a:cubicBezTo>
                  <a:cubicBezTo>
                    <a:pt x="191" y="533"/>
                    <a:pt x="191" y="533"/>
                    <a:pt x="191" y="533"/>
                  </a:cubicBezTo>
                  <a:cubicBezTo>
                    <a:pt x="187" y="533"/>
                    <a:pt x="189" y="532"/>
                    <a:pt x="189" y="531"/>
                  </a:cubicBezTo>
                  <a:cubicBezTo>
                    <a:pt x="189" y="531"/>
                    <a:pt x="189" y="531"/>
                    <a:pt x="189" y="531"/>
                  </a:cubicBezTo>
                  <a:cubicBezTo>
                    <a:pt x="190" y="530"/>
                    <a:pt x="188" y="532"/>
                    <a:pt x="188" y="531"/>
                  </a:cubicBezTo>
                  <a:cubicBezTo>
                    <a:pt x="188" y="530"/>
                    <a:pt x="191" y="530"/>
                    <a:pt x="192" y="530"/>
                  </a:cubicBezTo>
                  <a:cubicBezTo>
                    <a:pt x="191" y="529"/>
                    <a:pt x="189" y="527"/>
                    <a:pt x="191" y="526"/>
                  </a:cubicBezTo>
                  <a:cubicBezTo>
                    <a:pt x="190" y="525"/>
                    <a:pt x="189" y="524"/>
                    <a:pt x="188" y="524"/>
                  </a:cubicBezTo>
                  <a:cubicBezTo>
                    <a:pt x="188" y="523"/>
                    <a:pt x="191" y="523"/>
                    <a:pt x="190" y="523"/>
                  </a:cubicBezTo>
                  <a:cubicBezTo>
                    <a:pt x="190" y="523"/>
                    <a:pt x="191" y="522"/>
                    <a:pt x="192" y="522"/>
                  </a:cubicBezTo>
                  <a:cubicBezTo>
                    <a:pt x="191" y="522"/>
                    <a:pt x="192" y="521"/>
                    <a:pt x="190" y="522"/>
                  </a:cubicBezTo>
                  <a:cubicBezTo>
                    <a:pt x="190" y="520"/>
                    <a:pt x="191" y="519"/>
                    <a:pt x="190" y="518"/>
                  </a:cubicBezTo>
                  <a:cubicBezTo>
                    <a:pt x="190" y="518"/>
                    <a:pt x="192" y="518"/>
                    <a:pt x="193" y="518"/>
                  </a:cubicBezTo>
                  <a:cubicBezTo>
                    <a:pt x="191" y="517"/>
                    <a:pt x="190" y="516"/>
                    <a:pt x="190" y="515"/>
                  </a:cubicBezTo>
                  <a:cubicBezTo>
                    <a:pt x="189" y="515"/>
                    <a:pt x="189" y="516"/>
                    <a:pt x="187" y="516"/>
                  </a:cubicBezTo>
                  <a:cubicBezTo>
                    <a:pt x="187" y="516"/>
                    <a:pt x="186" y="516"/>
                    <a:pt x="186" y="515"/>
                  </a:cubicBezTo>
                  <a:cubicBezTo>
                    <a:pt x="188" y="515"/>
                    <a:pt x="191" y="515"/>
                    <a:pt x="191" y="514"/>
                  </a:cubicBezTo>
                  <a:cubicBezTo>
                    <a:pt x="193" y="514"/>
                    <a:pt x="190" y="515"/>
                    <a:pt x="193" y="515"/>
                  </a:cubicBezTo>
                  <a:cubicBezTo>
                    <a:pt x="195" y="515"/>
                    <a:pt x="196" y="517"/>
                    <a:pt x="194" y="517"/>
                  </a:cubicBezTo>
                  <a:cubicBezTo>
                    <a:pt x="197" y="518"/>
                    <a:pt x="195" y="516"/>
                    <a:pt x="197" y="516"/>
                  </a:cubicBezTo>
                  <a:cubicBezTo>
                    <a:pt x="197" y="516"/>
                    <a:pt x="195" y="515"/>
                    <a:pt x="195" y="514"/>
                  </a:cubicBezTo>
                  <a:cubicBezTo>
                    <a:pt x="194" y="514"/>
                    <a:pt x="194" y="515"/>
                    <a:pt x="193" y="514"/>
                  </a:cubicBezTo>
                  <a:cubicBezTo>
                    <a:pt x="190" y="514"/>
                    <a:pt x="194" y="513"/>
                    <a:pt x="194" y="513"/>
                  </a:cubicBezTo>
                  <a:cubicBezTo>
                    <a:pt x="195" y="513"/>
                    <a:pt x="195" y="513"/>
                    <a:pt x="195" y="513"/>
                  </a:cubicBezTo>
                  <a:cubicBezTo>
                    <a:pt x="196" y="512"/>
                    <a:pt x="194" y="512"/>
                    <a:pt x="194" y="511"/>
                  </a:cubicBezTo>
                  <a:cubicBezTo>
                    <a:pt x="197" y="511"/>
                    <a:pt x="195" y="513"/>
                    <a:pt x="197" y="513"/>
                  </a:cubicBezTo>
                  <a:cubicBezTo>
                    <a:pt x="199" y="512"/>
                    <a:pt x="199" y="512"/>
                    <a:pt x="199" y="512"/>
                  </a:cubicBezTo>
                  <a:cubicBezTo>
                    <a:pt x="199" y="511"/>
                    <a:pt x="196" y="512"/>
                    <a:pt x="197" y="511"/>
                  </a:cubicBezTo>
                  <a:cubicBezTo>
                    <a:pt x="198" y="511"/>
                    <a:pt x="198" y="511"/>
                    <a:pt x="198" y="511"/>
                  </a:cubicBezTo>
                  <a:cubicBezTo>
                    <a:pt x="197" y="510"/>
                    <a:pt x="197" y="510"/>
                    <a:pt x="197" y="510"/>
                  </a:cubicBezTo>
                  <a:cubicBezTo>
                    <a:pt x="196" y="510"/>
                    <a:pt x="194" y="510"/>
                    <a:pt x="195" y="511"/>
                  </a:cubicBezTo>
                  <a:cubicBezTo>
                    <a:pt x="191" y="511"/>
                    <a:pt x="194" y="511"/>
                    <a:pt x="193" y="510"/>
                  </a:cubicBezTo>
                  <a:cubicBezTo>
                    <a:pt x="192" y="509"/>
                    <a:pt x="194" y="510"/>
                    <a:pt x="192" y="510"/>
                  </a:cubicBezTo>
                  <a:cubicBezTo>
                    <a:pt x="190" y="510"/>
                    <a:pt x="190" y="510"/>
                    <a:pt x="190" y="509"/>
                  </a:cubicBezTo>
                  <a:cubicBezTo>
                    <a:pt x="190" y="508"/>
                    <a:pt x="192" y="509"/>
                    <a:pt x="193" y="508"/>
                  </a:cubicBezTo>
                  <a:cubicBezTo>
                    <a:pt x="193" y="508"/>
                    <a:pt x="193" y="509"/>
                    <a:pt x="192" y="509"/>
                  </a:cubicBezTo>
                  <a:cubicBezTo>
                    <a:pt x="194" y="510"/>
                    <a:pt x="196" y="508"/>
                    <a:pt x="197" y="509"/>
                  </a:cubicBezTo>
                  <a:cubicBezTo>
                    <a:pt x="198" y="508"/>
                    <a:pt x="196" y="508"/>
                    <a:pt x="196" y="508"/>
                  </a:cubicBezTo>
                  <a:cubicBezTo>
                    <a:pt x="195" y="508"/>
                    <a:pt x="194" y="508"/>
                    <a:pt x="193" y="508"/>
                  </a:cubicBezTo>
                  <a:cubicBezTo>
                    <a:pt x="188" y="507"/>
                    <a:pt x="197" y="507"/>
                    <a:pt x="196" y="506"/>
                  </a:cubicBezTo>
                  <a:cubicBezTo>
                    <a:pt x="193" y="506"/>
                    <a:pt x="191" y="504"/>
                    <a:pt x="188" y="506"/>
                  </a:cubicBezTo>
                  <a:cubicBezTo>
                    <a:pt x="187" y="505"/>
                    <a:pt x="187" y="505"/>
                    <a:pt x="187" y="505"/>
                  </a:cubicBezTo>
                  <a:cubicBezTo>
                    <a:pt x="189" y="505"/>
                    <a:pt x="189" y="504"/>
                    <a:pt x="191" y="504"/>
                  </a:cubicBezTo>
                  <a:cubicBezTo>
                    <a:pt x="191" y="504"/>
                    <a:pt x="191" y="504"/>
                    <a:pt x="191" y="504"/>
                  </a:cubicBezTo>
                  <a:cubicBezTo>
                    <a:pt x="193" y="504"/>
                    <a:pt x="193" y="504"/>
                    <a:pt x="193" y="504"/>
                  </a:cubicBezTo>
                  <a:cubicBezTo>
                    <a:pt x="195" y="504"/>
                    <a:pt x="196" y="503"/>
                    <a:pt x="197" y="503"/>
                  </a:cubicBezTo>
                  <a:cubicBezTo>
                    <a:pt x="196" y="502"/>
                    <a:pt x="195" y="503"/>
                    <a:pt x="194" y="502"/>
                  </a:cubicBezTo>
                  <a:cubicBezTo>
                    <a:pt x="195" y="502"/>
                    <a:pt x="195" y="502"/>
                    <a:pt x="196" y="502"/>
                  </a:cubicBezTo>
                  <a:cubicBezTo>
                    <a:pt x="195" y="502"/>
                    <a:pt x="193" y="503"/>
                    <a:pt x="193" y="502"/>
                  </a:cubicBezTo>
                  <a:cubicBezTo>
                    <a:pt x="193" y="501"/>
                    <a:pt x="195" y="500"/>
                    <a:pt x="195" y="501"/>
                  </a:cubicBezTo>
                  <a:cubicBezTo>
                    <a:pt x="197" y="501"/>
                    <a:pt x="197" y="501"/>
                    <a:pt x="197" y="501"/>
                  </a:cubicBezTo>
                  <a:cubicBezTo>
                    <a:pt x="195" y="501"/>
                    <a:pt x="198" y="501"/>
                    <a:pt x="197" y="500"/>
                  </a:cubicBezTo>
                  <a:cubicBezTo>
                    <a:pt x="196" y="500"/>
                    <a:pt x="194" y="500"/>
                    <a:pt x="193" y="500"/>
                  </a:cubicBezTo>
                  <a:cubicBezTo>
                    <a:pt x="192" y="499"/>
                    <a:pt x="194" y="499"/>
                    <a:pt x="193" y="499"/>
                  </a:cubicBezTo>
                  <a:cubicBezTo>
                    <a:pt x="195" y="500"/>
                    <a:pt x="195" y="500"/>
                    <a:pt x="195" y="500"/>
                  </a:cubicBezTo>
                  <a:cubicBezTo>
                    <a:pt x="194" y="499"/>
                    <a:pt x="198" y="499"/>
                    <a:pt x="197" y="498"/>
                  </a:cubicBezTo>
                  <a:cubicBezTo>
                    <a:pt x="195" y="498"/>
                    <a:pt x="195" y="498"/>
                    <a:pt x="195" y="498"/>
                  </a:cubicBezTo>
                  <a:cubicBezTo>
                    <a:pt x="196" y="498"/>
                    <a:pt x="196" y="498"/>
                    <a:pt x="197" y="498"/>
                  </a:cubicBezTo>
                  <a:cubicBezTo>
                    <a:pt x="196" y="498"/>
                    <a:pt x="196" y="497"/>
                    <a:pt x="196" y="497"/>
                  </a:cubicBezTo>
                  <a:cubicBezTo>
                    <a:pt x="197" y="497"/>
                    <a:pt x="197" y="497"/>
                    <a:pt x="197" y="497"/>
                  </a:cubicBezTo>
                  <a:cubicBezTo>
                    <a:pt x="196" y="497"/>
                    <a:pt x="193" y="496"/>
                    <a:pt x="196" y="496"/>
                  </a:cubicBezTo>
                  <a:cubicBezTo>
                    <a:pt x="193" y="496"/>
                    <a:pt x="196" y="496"/>
                    <a:pt x="194" y="497"/>
                  </a:cubicBezTo>
                  <a:cubicBezTo>
                    <a:pt x="192" y="497"/>
                    <a:pt x="193" y="496"/>
                    <a:pt x="192" y="496"/>
                  </a:cubicBezTo>
                  <a:cubicBezTo>
                    <a:pt x="195" y="496"/>
                    <a:pt x="192" y="495"/>
                    <a:pt x="192" y="495"/>
                  </a:cubicBezTo>
                  <a:cubicBezTo>
                    <a:pt x="193" y="494"/>
                    <a:pt x="194" y="494"/>
                    <a:pt x="194" y="494"/>
                  </a:cubicBezTo>
                  <a:cubicBezTo>
                    <a:pt x="193" y="494"/>
                    <a:pt x="193" y="494"/>
                    <a:pt x="193" y="494"/>
                  </a:cubicBezTo>
                  <a:cubicBezTo>
                    <a:pt x="196" y="493"/>
                    <a:pt x="192" y="493"/>
                    <a:pt x="193" y="492"/>
                  </a:cubicBezTo>
                  <a:cubicBezTo>
                    <a:pt x="194" y="492"/>
                    <a:pt x="195" y="492"/>
                    <a:pt x="196" y="492"/>
                  </a:cubicBezTo>
                  <a:cubicBezTo>
                    <a:pt x="193" y="493"/>
                    <a:pt x="193" y="491"/>
                    <a:pt x="191" y="491"/>
                  </a:cubicBezTo>
                  <a:cubicBezTo>
                    <a:pt x="192" y="490"/>
                    <a:pt x="194" y="492"/>
                    <a:pt x="196" y="491"/>
                  </a:cubicBezTo>
                  <a:cubicBezTo>
                    <a:pt x="194" y="491"/>
                    <a:pt x="197" y="490"/>
                    <a:pt x="195" y="490"/>
                  </a:cubicBezTo>
                  <a:cubicBezTo>
                    <a:pt x="194" y="491"/>
                    <a:pt x="193" y="490"/>
                    <a:pt x="192" y="490"/>
                  </a:cubicBezTo>
                  <a:cubicBezTo>
                    <a:pt x="192" y="489"/>
                    <a:pt x="193" y="490"/>
                    <a:pt x="194" y="489"/>
                  </a:cubicBezTo>
                  <a:cubicBezTo>
                    <a:pt x="193" y="489"/>
                    <a:pt x="191" y="488"/>
                    <a:pt x="191" y="489"/>
                  </a:cubicBezTo>
                  <a:cubicBezTo>
                    <a:pt x="191" y="488"/>
                    <a:pt x="189" y="488"/>
                    <a:pt x="190" y="487"/>
                  </a:cubicBezTo>
                  <a:cubicBezTo>
                    <a:pt x="192" y="487"/>
                    <a:pt x="191" y="488"/>
                    <a:pt x="192" y="488"/>
                  </a:cubicBezTo>
                  <a:cubicBezTo>
                    <a:pt x="192" y="487"/>
                    <a:pt x="188" y="488"/>
                    <a:pt x="187" y="487"/>
                  </a:cubicBezTo>
                  <a:cubicBezTo>
                    <a:pt x="187" y="487"/>
                    <a:pt x="184" y="487"/>
                    <a:pt x="183" y="486"/>
                  </a:cubicBezTo>
                  <a:cubicBezTo>
                    <a:pt x="183" y="485"/>
                    <a:pt x="184" y="487"/>
                    <a:pt x="186" y="486"/>
                  </a:cubicBezTo>
                  <a:cubicBezTo>
                    <a:pt x="185" y="486"/>
                    <a:pt x="185" y="486"/>
                    <a:pt x="185" y="486"/>
                  </a:cubicBezTo>
                  <a:cubicBezTo>
                    <a:pt x="188" y="485"/>
                    <a:pt x="190" y="487"/>
                    <a:pt x="193" y="486"/>
                  </a:cubicBezTo>
                  <a:cubicBezTo>
                    <a:pt x="192" y="486"/>
                    <a:pt x="192" y="486"/>
                    <a:pt x="192" y="486"/>
                  </a:cubicBezTo>
                  <a:cubicBezTo>
                    <a:pt x="195" y="486"/>
                    <a:pt x="195" y="486"/>
                    <a:pt x="195" y="486"/>
                  </a:cubicBezTo>
                  <a:cubicBezTo>
                    <a:pt x="193" y="486"/>
                    <a:pt x="194" y="485"/>
                    <a:pt x="194" y="484"/>
                  </a:cubicBezTo>
                  <a:cubicBezTo>
                    <a:pt x="192" y="484"/>
                    <a:pt x="194" y="485"/>
                    <a:pt x="193" y="485"/>
                  </a:cubicBezTo>
                  <a:cubicBezTo>
                    <a:pt x="192" y="484"/>
                    <a:pt x="190" y="484"/>
                    <a:pt x="191" y="483"/>
                  </a:cubicBezTo>
                  <a:cubicBezTo>
                    <a:pt x="192" y="484"/>
                    <a:pt x="193" y="483"/>
                    <a:pt x="194" y="483"/>
                  </a:cubicBezTo>
                  <a:cubicBezTo>
                    <a:pt x="195" y="483"/>
                    <a:pt x="192" y="483"/>
                    <a:pt x="193" y="482"/>
                  </a:cubicBezTo>
                  <a:cubicBezTo>
                    <a:pt x="194" y="483"/>
                    <a:pt x="194" y="483"/>
                    <a:pt x="194" y="483"/>
                  </a:cubicBezTo>
                  <a:cubicBezTo>
                    <a:pt x="194" y="480"/>
                    <a:pt x="194" y="478"/>
                    <a:pt x="190" y="476"/>
                  </a:cubicBezTo>
                  <a:cubicBezTo>
                    <a:pt x="191" y="475"/>
                    <a:pt x="191" y="475"/>
                    <a:pt x="193" y="474"/>
                  </a:cubicBezTo>
                  <a:cubicBezTo>
                    <a:pt x="192" y="474"/>
                    <a:pt x="191" y="474"/>
                    <a:pt x="191" y="473"/>
                  </a:cubicBezTo>
                  <a:cubicBezTo>
                    <a:pt x="193" y="473"/>
                    <a:pt x="193" y="473"/>
                    <a:pt x="193" y="473"/>
                  </a:cubicBezTo>
                  <a:cubicBezTo>
                    <a:pt x="194" y="472"/>
                    <a:pt x="192" y="472"/>
                    <a:pt x="191" y="471"/>
                  </a:cubicBezTo>
                  <a:cubicBezTo>
                    <a:pt x="193" y="471"/>
                    <a:pt x="193" y="471"/>
                    <a:pt x="193" y="471"/>
                  </a:cubicBezTo>
                  <a:cubicBezTo>
                    <a:pt x="194" y="471"/>
                    <a:pt x="192" y="470"/>
                    <a:pt x="191" y="470"/>
                  </a:cubicBezTo>
                  <a:cubicBezTo>
                    <a:pt x="193" y="470"/>
                    <a:pt x="193" y="470"/>
                    <a:pt x="193" y="470"/>
                  </a:cubicBezTo>
                  <a:cubicBezTo>
                    <a:pt x="191" y="470"/>
                    <a:pt x="191" y="470"/>
                    <a:pt x="191" y="470"/>
                  </a:cubicBezTo>
                  <a:cubicBezTo>
                    <a:pt x="191" y="469"/>
                    <a:pt x="191" y="468"/>
                    <a:pt x="193" y="469"/>
                  </a:cubicBezTo>
                  <a:cubicBezTo>
                    <a:pt x="193" y="469"/>
                    <a:pt x="192" y="468"/>
                    <a:pt x="192" y="468"/>
                  </a:cubicBezTo>
                  <a:cubicBezTo>
                    <a:pt x="193" y="468"/>
                    <a:pt x="193" y="467"/>
                    <a:pt x="193" y="466"/>
                  </a:cubicBezTo>
                  <a:cubicBezTo>
                    <a:pt x="192" y="466"/>
                    <a:pt x="191" y="466"/>
                    <a:pt x="190" y="466"/>
                  </a:cubicBezTo>
                  <a:cubicBezTo>
                    <a:pt x="188" y="465"/>
                    <a:pt x="190" y="466"/>
                    <a:pt x="189" y="465"/>
                  </a:cubicBezTo>
                  <a:cubicBezTo>
                    <a:pt x="190" y="465"/>
                    <a:pt x="191" y="465"/>
                    <a:pt x="192" y="465"/>
                  </a:cubicBezTo>
                  <a:cubicBezTo>
                    <a:pt x="195" y="465"/>
                    <a:pt x="192" y="462"/>
                    <a:pt x="193" y="461"/>
                  </a:cubicBezTo>
                  <a:cubicBezTo>
                    <a:pt x="192" y="460"/>
                    <a:pt x="192" y="460"/>
                    <a:pt x="192" y="460"/>
                  </a:cubicBezTo>
                  <a:cubicBezTo>
                    <a:pt x="195" y="460"/>
                    <a:pt x="193" y="459"/>
                    <a:pt x="194" y="458"/>
                  </a:cubicBezTo>
                  <a:cubicBezTo>
                    <a:pt x="193" y="458"/>
                    <a:pt x="191" y="457"/>
                    <a:pt x="191" y="456"/>
                  </a:cubicBezTo>
                  <a:cubicBezTo>
                    <a:pt x="189" y="455"/>
                    <a:pt x="193" y="457"/>
                    <a:pt x="195" y="457"/>
                  </a:cubicBezTo>
                  <a:cubicBezTo>
                    <a:pt x="194" y="456"/>
                    <a:pt x="194" y="456"/>
                    <a:pt x="194" y="456"/>
                  </a:cubicBezTo>
                  <a:cubicBezTo>
                    <a:pt x="194" y="456"/>
                    <a:pt x="194" y="456"/>
                    <a:pt x="194" y="456"/>
                  </a:cubicBezTo>
                  <a:cubicBezTo>
                    <a:pt x="194" y="455"/>
                    <a:pt x="193" y="454"/>
                    <a:pt x="194" y="454"/>
                  </a:cubicBezTo>
                  <a:cubicBezTo>
                    <a:pt x="194" y="454"/>
                    <a:pt x="194" y="454"/>
                    <a:pt x="194" y="454"/>
                  </a:cubicBezTo>
                  <a:cubicBezTo>
                    <a:pt x="195" y="454"/>
                    <a:pt x="196" y="455"/>
                    <a:pt x="196" y="454"/>
                  </a:cubicBezTo>
                  <a:cubicBezTo>
                    <a:pt x="194" y="453"/>
                    <a:pt x="196" y="453"/>
                    <a:pt x="194" y="452"/>
                  </a:cubicBezTo>
                  <a:cubicBezTo>
                    <a:pt x="195" y="452"/>
                    <a:pt x="195" y="452"/>
                    <a:pt x="195" y="452"/>
                  </a:cubicBezTo>
                  <a:cubicBezTo>
                    <a:pt x="194" y="451"/>
                    <a:pt x="194" y="451"/>
                    <a:pt x="194" y="451"/>
                  </a:cubicBezTo>
                  <a:cubicBezTo>
                    <a:pt x="195" y="451"/>
                    <a:pt x="195" y="451"/>
                    <a:pt x="195" y="451"/>
                  </a:cubicBezTo>
                  <a:cubicBezTo>
                    <a:pt x="196" y="453"/>
                    <a:pt x="196" y="453"/>
                    <a:pt x="196" y="453"/>
                  </a:cubicBezTo>
                  <a:cubicBezTo>
                    <a:pt x="197" y="452"/>
                    <a:pt x="195" y="452"/>
                    <a:pt x="194" y="451"/>
                  </a:cubicBezTo>
                  <a:cubicBezTo>
                    <a:pt x="193" y="450"/>
                    <a:pt x="195" y="450"/>
                    <a:pt x="195" y="451"/>
                  </a:cubicBezTo>
                  <a:cubicBezTo>
                    <a:pt x="196" y="451"/>
                    <a:pt x="195" y="451"/>
                    <a:pt x="195" y="451"/>
                  </a:cubicBezTo>
                  <a:cubicBezTo>
                    <a:pt x="196" y="452"/>
                    <a:pt x="196" y="451"/>
                    <a:pt x="196" y="452"/>
                  </a:cubicBezTo>
                  <a:cubicBezTo>
                    <a:pt x="196" y="451"/>
                    <a:pt x="195" y="450"/>
                    <a:pt x="195" y="450"/>
                  </a:cubicBezTo>
                  <a:cubicBezTo>
                    <a:pt x="195" y="451"/>
                    <a:pt x="196" y="450"/>
                    <a:pt x="197" y="451"/>
                  </a:cubicBezTo>
                  <a:cubicBezTo>
                    <a:pt x="196" y="450"/>
                    <a:pt x="197" y="450"/>
                    <a:pt x="196" y="450"/>
                  </a:cubicBezTo>
                  <a:cubicBezTo>
                    <a:pt x="196" y="450"/>
                    <a:pt x="195" y="449"/>
                    <a:pt x="194" y="449"/>
                  </a:cubicBezTo>
                  <a:cubicBezTo>
                    <a:pt x="194" y="448"/>
                    <a:pt x="194" y="448"/>
                    <a:pt x="195" y="448"/>
                  </a:cubicBezTo>
                  <a:cubicBezTo>
                    <a:pt x="195" y="449"/>
                    <a:pt x="195" y="449"/>
                    <a:pt x="195" y="449"/>
                  </a:cubicBezTo>
                  <a:cubicBezTo>
                    <a:pt x="195" y="448"/>
                    <a:pt x="196" y="448"/>
                    <a:pt x="194" y="447"/>
                  </a:cubicBezTo>
                  <a:cubicBezTo>
                    <a:pt x="196" y="449"/>
                    <a:pt x="196" y="449"/>
                    <a:pt x="196" y="449"/>
                  </a:cubicBezTo>
                  <a:cubicBezTo>
                    <a:pt x="196" y="448"/>
                    <a:pt x="196" y="448"/>
                    <a:pt x="196" y="447"/>
                  </a:cubicBezTo>
                  <a:cubicBezTo>
                    <a:pt x="197" y="448"/>
                    <a:pt x="198" y="450"/>
                    <a:pt x="199" y="450"/>
                  </a:cubicBezTo>
                  <a:cubicBezTo>
                    <a:pt x="198" y="448"/>
                    <a:pt x="198" y="448"/>
                    <a:pt x="198" y="448"/>
                  </a:cubicBezTo>
                  <a:cubicBezTo>
                    <a:pt x="199" y="448"/>
                    <a:pt x="199" y="448"/>
                    <a:pt x="199" y="449"/>
                  </a:cubicBezTo>
                  <a:cubicBezTo>
                    <a:pt x="200" y="449"/>
                    <a:pt x="198" y="444"/>
                    <a:pt x="199" y="445"/>
                  </a:cubicBezTo>
                  <a:cubicBezTo>
                    <a:pt x="200" y="447"/>
                    <a:pt x="200" y="447"/>
                    <a:pt x="201" y="447"/>
                  </a:cubicBezTo>
                  <a:cubicBezTo>
                    <a:pt x="200" y="446"/>
                    <a:pt x="200" y="446"/>
                    <a:pt x="200" y="446"/>
                  </a:cubicBezTo>
                  <a:cubicBezTo>
                    <a:pt x="200" y="446"/>
                    <a:pt x="201" y="448"/>
                    <a:pt x="200" y="447"/>
                  </a:cubicBezTo>
                  <a:cubicBezTo>
                    <a:pt x="199" y="446"/>
                    <a:pt x="200" y="446"/>
                    <a:pt x="200" y="445"/>
                  </a:cubicBezTo>
                  <a:cubicBezTo>
                    <a:pt x="200" y="446"/>
                    <a:pt x="201" y="447"/>
                    <a:pt x="202" y="447"/>
                  </a:cubicBezTo>
                  <a:cubicBezTo>
                    <a:pt x="202" y="447"/>
                    <a:pt x="202" y="447"/>
                    <a:pt x="202" y="447"/>
                  </a:cubicBezTo>
                  <a:cubicBezTo>
                    <a:pt x="205" y="449"/>
                    <a:pt x="200" y="450"/>
                    <a:pt x="204" y="454"/>
                  </a:cubicBezTo>
                  <a:cubicBezTo>
                    <a:pt x="205" y="456"/>
                    <a:pt x="206" y="463"/>
                    <a:pt x="206" y="463"/>
                  </a:cubicBezTo>
                  <a:cubicBezTo>
                    <a:pt x="214" y="451"/>
                    <a:pt x="212" y="449"/>
                    <a:pt x="214" y="446"/>
                  </a:cubicBezTo>
                  <a:cubicBezTo>
                    <a:pt x="214" y="447"/>
                    <a:pt x="214" y="447"/>
                    <a:pt x="214" y="447"/>
                  </a:cubicBezTo>
                  <a:cubicBezTo>
                    <a:pt x="214" y="446"/>
                    <a:pt x="214" y="446"/>
                    <a:pt x="214" y="446"/>
                  </a:cubicBezTo>
                  <a:cubicBezTo>
                    <a:pt x="214" y="446"/>
                    <a:pt x="215" y="446"/>
                    <a:pt x="215" y="446"/>
                  </a:cubicBezTo>
                  <a:cubicBezTo>
                    <a:pt x="215" y="446"/>
                    <a:pt x="215" y="447"/>
                    <a:pt x="216" y="445"/>
                  </a:cubicBezTo>
                  <a:cubicBezTo>
                    <a:pt x="216" y="445"/>
                    <a:pt x="216" y="445"/>
                    <a:pt x="216" y="445"/>
                  </a:cubicBezTo>
                  <a:cubicBezTo>
                    <a:pt x="216" y="445"/>
                    <a:pt x="217" y="443"/>
                    <a:pt x="217" y="443"/>
                  </a:cubicBezTo>
                  <a:cubicBezTo>
                    <a:pt x="216" y="445"/>
                    <a:pt x="216" y="445"/>
                    <a:pt x="216" y="445"/>
                  </a:cubicBezTo>
                  <a:cubicBezTo>
                    <a:pt x="216" y="447"/>
                    <a:pt x="217" y="446"/>
                    <a:pt x="217" y="447"/>
                  </a:cubicBezTo>
                  <a:cubicBezTo>
                    <a:pt x="217" y="445"/>
                    <a:pt x="217" y="447"/>
                    <a:pt x="218" y="445"/>
                  </a:cubicBezTo>
                  <a:cubicBezTo>
                    <a:pt x="218" y="445"/>
                    <a:pt x="218" y="445"/>
                    <a:pt x="218" y="445"/>
                  </a:cubicBezTo>
                  <a:cubicBezTo>
                    <a:pt x="219" y="445"/>
                    <a:pt x="219" y="444"/>
                    <a:pt x="220" y="444"/>
                  </a:cubicBezTo>
                  <a:cubicBezTo>
                    <a:pt x="220" y="444"/>
                    <a:pt x="219" y="446"/>
                    <a:pt x="219" y="446"/>
                  </a:cubicBezTo>
                  <a:cubicBezTo>
                    <a:pt x="219" y="447"/>
                    <a:pt x="219" y="447"/>
                    <a:pt x="220" y="447"/>
                  </a:cubicBezTo>
                  <a:cubicBezTo>
                    <a:pt x="220" y="447"/>
                    <a:pt x="220" y="446"/>
                    <a:pt x="220" y="446"/>
                  </a:cubicBezTo>
                  <a:cubicBezTo>
                    <a:pt x="220" y="446"/>
                    <a:pt x="220" y="446"/>
                    <a:pt x="220" y="447"/>
                  </a:cubicBezTo>
                  <a:cubicBezTo>
                    <a:pt x="220" y="446"/>
                    <a:pt x="220" y="446"/>
                    <a:pt x="220" y="446"/>
                  </a:cubicBezTo>
                  <a:cubicBezTo>
                    <a:pt x="220" y="446"/>
                    <a:pt x="220" y="446"/>
                    <a:pt x="220" y="447"/>
                  </a:cubicBezTo>
                  <a:cubicBezTo>
                    <a:pt x="220" y="447"/>
                    <a:pt x="220" y="447"/>
                    <a:pt x="220" y="447"/>
                  </a:cubicBezTo>
                  <a:cubicBezTo>
                    <a:pt x="220" y="447"/>
                    <a:pt x="220" y="447"/>
                    <a:pt x="220" y="447"/>
                  </a:cubicBezTo>
                  <a:cubicBezTo>
                    <a:pt x="220" y="447"/>
                    <a:pt x="220" y="447"/>
                    <a:pt x="220" y="447"/>
                  </a:cubicBezTo>
                  <a:cubicBezTo>
                    <a:pt x="220" y="447"/>
                    <a:pt x="220" y="447"/>
                    <a:pt x="220" y="448"/>
                  </a:cubicBezTo>
                  <a:cubicBezTo>
                    <a:pt x="220" y="449"/>
                    <a:pt x="220" y="449"/>
                    <a:pt x="220" y="449"/>
                  </a:cubicBezTo>
                  <a:cubicBezTo>
                    <a:pt x="220" y="449"/>
                    <a:pt x="221" y="448"/>
                    <a:pt x="221" y="447"/>
                  </a:cubicBezTo>
                  <a:cubicBezTo>
                    <a:pt x="222" y="449"/>
                    <a:pt x="224" y="448"/>
                    <a:pt x="225" y="448"/>
                  </a:cubicBezTo>
                  <a:cubicBezTo>
                    <a:pt x="225" y="448"/>
                    <a:pt x="224" y="449"/>
                    <a:pt x="225" y="449"/>
                  </a:cubicBezTo>
                  <a:cubicBezTo>
                    <a:pt x="225" y="449"/>
                    <a:pt x="226" y="448"/>
                    <a:pt x="226" y="449"/>
                  </a:cubicBezTo>
                  <a:cubicBezTo>
                    <a:pt x="226" y="448"/>
                    <a:pt x="225" y="450"/>
                    <a:pt x="225" y="450"/>
                  </a:cubicBezTo>
                  <a:cubicBezTo>
                    <a:pt x="225" y="451"/>
                    <a:pt x="226" y="449"/>
                    <a:pt x="226" y="449"/>
                  </a:cubicBezTo>
                  <a:cubicBezTo>
                    <a:pt x="225" y="452"/>
                    <a:pt x="229" y="450"/>
                    <a:pt x="229" y="452"/>
                  </a:cubicBezTo>
                  <a:cubicBezTo>
                    <a:pt x="229" y="451"/>
                    <a:pt x="228" y="452"/>
                    <a:pt x="227" y="452"/>
                  </a:cubicBezTo>
                  <a:cubicBezTo>
                    <a:pt x="228" y="452"/>
                    <a:pt x="229" y="452"/>
                    <a:pt x="232" y="452"/>
                  </a:cubicBezTo>
                  <a:cubicBezTo>
                    <a:pt x="230" y="453"/>
                    <a:pt x="230" y="453"/>
                    <a:pt x="230" y="453"/>
                  </a:cubicBezTo>
                  <a:cubicBezTo>
                    <a:pt x="230" y="453"/>
                    <a:pt x="231" y="453"/>
                    <a:pt x="232" y="453"/>
                  </a:cubicBezTo>
                  <a:cubicBezTo>
                    <a:pt x="233" y="452"/>
                    <a:pt x="234" y="452"/>
                    <a:pt x="234" y="452"/>
                  </a:cubicBezTo>
                  <a:cubicBezTo>
                    <a:pt x="234" y="452"/>
                    <a:pt x="234" y="452"/>
                    <a:pt x="234" y="452"/>
                  </a:cubicBezTo>
                  <a:cubicBezTo>
                    <a:pt x="235" y="453"/>
                    <a:pt x="235" y="452"/>
                    <a:pt x="236" y="453"/>
                  </a:cubicBezTo>
                  <a:cubicBezTo>
                    <a:pt x="235" y="454"/>
                    <a:pt x="235" y="453"/>
                    <a:pt x="234" y="454"/>
                  </a:cubicBezTo>
                  <a:cubicBezTo>
                    <a:pt x="232" y="455"/>
                    <a:pt x="233" y="456"/>
                    <a:pt x="233" y="456"/>
                  </a:cubicBezTo>
                  <a:cubicBezTo>
                    <a:pt x="235" y="456"/>
                    <a:pt x="235" y="456"/>
                    <a:pt x="235" y="456"/>
                  </a:cubicBezTo>
                  <a:cubicBezTo>
                    <a:pt x="236" y="456"/>
                    <a:pt x="234" y="457"/>
                    <a:pt x="234" y="457"/>
                  </a:cubicBezTo>
                  <a:cubicBezTo>
                    <a:pt x="239" y="456"/>
                    <a:pt x="239" y="456"/>
                    <a:pt x="239" y="456"/>
                  </a:cubicBezTo>
                  <a:cubicBezTo>
                    <a:pt x="238" y="456"/>
                    <a:pt x="237" y="458"/>
                    <a:pt x="236" y="457"/>
                  </a:cubicBezTo>
                  <a:cubicBezTo>
                    <a:pt x="237" y="458"/>
                    <a:pt x="240" y="458"/>
                    <a:pt x="241" y="458"/>
                  </a:cubicBezTo>
                  <a:cubicBezTo>
                    <a:pt x="241" y="459"/>
                    <a:pt x="243" y="459"/>
                    <a:pt x="243" y="460"/>
                  </a:cubicBezTo>
                  <a:cubicBezTo>
                    <a:pt x="242" y="460"/>
                    <a:pt x="243" y="459"/>
                    <a:pt x="242" y="460"/>
                  </a:cubicBezTo>
                  <a:cubicBezTo>
                    <a:pt x="240" y="461"/>
                    <a:pt x="240" y="461"/>
                    <a:pt x="240" y="461"/>
                  </a:cubicBezTo>
                  <a:cubicBezTo>
                    <a:pt x="240" y="460"/>
                    <a:pt x="238" y="461"/>
                    <a:pt x="237" y="461"/>
                  </a:cubicBezTo>
                  <a:cubicBezTo>
                    <a:pt x="238" y="462"/>
                    <a:pt x="238" y="463"/>
                    <a:pt x="237" y="464"/>
                  </a:cubicBezTo>
                  <a:cubicBezTo>
                    <a:pt x="240" y="463"/>
                    <a:pt x="239" y="465"/>
                    <a:pt x="242" y="465"/>
                  </a:cubicBezTo>
                  <a:cubicBezTo>
                    <a:pt x="242" y="466"/>
                    <a:pt x="240" y="466"/>
                    <a:pt x="239" y="466"/>
                  </a:cubicBezTo>
                  <a:cubicBezTo>
                    <a:pt x="240" y="467"/>
                    <a:pt x="240" y="468"/>
                    <a:pt x="240" y="469"/>
                  </a:cubicBezTo>
                  <a:cubicBezTo>
                    <a:pt x="240" y="469"/>
                    <a:pt x="240" y="469"/>
                    <a:pt x="240" y="469"/>
                  </a:cubicBezTo>
                  <a:cubicBezTo>
                    <a:pt x="240" y="470"/>
                    <a:pt x="240" y="472"/>
                    <a:pt x="242" y="472"/>
                  </a:cubicBezTo>
                  <a:cubicBezTo>
                    <a:pt x="241" y="472"/>
                    <a:pt x="241" y="472"/>
                    <a:pt x="241" y="472"/>
                  </a:cubicBezTo>
                  <a:cubicBezTo>
                    <a:pt x="240" y="473"/>
                    <a:pt x="244" y="472"/>
                    <a:pt x="243" y="474"/>
                  </a:cubicBezTo>
                  <a:cubicBezTo>
                    <a:pt x="242" y="473"/>
                    <a:pt x="242" y="473"/>
                    <a:pt x="242" y="473"/>
                  </a:cubicBezTo>
                  <a:cubicBezTo>
                    <a:pt x="243" y="474"/>
                    <a:pt x="241" y="475"/>
                    <a:pt x="243" y="476"/>
                  </a:cubicBezTo>
                  <a:cubicBezTo>
                    <a:pt x="242" y="476"/>
                    <a:pt x="242" y="476"/>
                    <a:pt x="241" y="475"/>
                  </a:cubicBezTo>
                  <a:cubicBezTo>
                    <a:pt x="242" y="476"/>
                    <a:pt x="242" y="477"/>
                    <a:pt x="243" y="478"/>
                  </a:cubicBezTo>
                  <a:cubicBezTo>
                    <a:pt x="241" y="478"/>
                    <a:pt x="241" y="478"/>
                    <a:pt x="241" y="478"/>
                  </a:cubicBezTo>
                  <a:cubicBezTo>
                    <a:pt x="240" y="478"/>
                    <a:pt x="244" y="478"/>
                    <a:pt x="243" y="479"/>
                  </a:cubicBezTo>
                  <a:cubicBezTo>
                    <a:pt x="243" y="479"/>
                    <a:pt x="242" y="480"/>
                    <a:pt x="242" y="480"/>
                  </a:cubicBezTo>
                  <a:cubicBezTo>
                    <a:pt x="243" y="480"/>
                    <a:pt x="243" y="481"/>
                    <a:pt x="243" y="481"/>
                  </a:cubicBezTo>
                  <a:cubicBezTo>
                    <a:pt x="241" y="482"/>
                    <a:pt x="241" y="482"/>
                    <a:pt x="241" y="482"/>
                  </a:cubicBezTo>
                  <a:cubicBezTo>
                    <a:pt x="241" y="486"/>
                    <a:pt x="241" y="490"/>
                    <a:pt x="243" y="494"/>
                  </a:cubicBezTo>
                  <a:cubicBezTo>
                    <a:pt x="240" y="494"/>
                    <a:pt x="241" y="493"/>
                    <a:pt x="240" y="493"/>
                  </a:cubicBezTo>
                  <a:cubicBezTo>
                    <a:pt x="242" y="493"/>
                    <a:pt x="240" y="494"/>
                    <a:pt x="241" y="495"/>
                  </a:cubicBezTo>
                  <a:cubicBezTo>
                    <a:pt x="241" y="495"/>
                    <a:pt x="241" y="495"/>
                    <a:pt x="241" y="495"/>
                  </a:cubicBezTo>
                  <a:cubicBezTo>
                    <a:pt x="241" y="496"/>
                    <a:pt x="240" y="496"/>
                    <a:pt x="240" y="497"/>
                  </a:cubicBezTo>
                  <a:cubicBezTo>
                    <a:pt x="241" y="497"/>
                    <a:pt x="241" y="497"/>
                    <a:pt x="241" y="497"/>
                  </a:cubicBezTo>
                  <a:cubicBezTo>
                    <a:pt x="242" y="497"/>
                    <a:pt x="238" y="498"/>
                    <a:pt x="241" y="498"/>
                  </a:cubicBezTo>
                  <a:cubicBezTo>
                    <a:pt x="239" y="499"/>
                    <a:pt x="239" y="499"/>
                    <a:pt x="239" y="499"/>
                  </a:cubicBezTo>
                  <a:cubicBezTo>
                    <a:pt x="242" y="499"/>
                    <a:pt x="238" y="499"/>
                    <a:pt x="240" y="500"/>
                  </a:cubicBezTo>
                  <a:cubicBezTo>
                    <a:pt x="240" y="500"/>
                    <a:pt x="240" y="500"/>
                    <a:pt x="240" y="500"/>
                  </a:cubicBezTo>
                  <a:cubicBezTo>
                    <a:pt x="239" y="501"/>
                    <a:pt x="243" y="502"/>
                    <a:pt x="241" y="502"/>
                  </a:cubicBezTo>
                  <a:cubicBezTo>
                    <a:pt x="241" y="503"/>
                    <a:pt x="242" y="504"/>
                    <a:pt x="244" y="504"/>
                  </a:cubicBezTo>
                  <a:cubicBezTo>
                    <a:pt x="241" y="504"/>
                    <a:pt x="241" y="504"/>
                    <a:pt x="241" y="504"/>
                  </a:cubicBezTo>
                  <a:cubicBezTo>
                    <a:pt x="242" y="507"/>
                    <a:pt x="241" y="511"/>
                    <a:pt x="244" y="513"/>
                  </a:cubicBezTo>
                  <a:cubicBezTo>
                    <a:pt x="243" y="513"/>
                    <a:pt x="243" y="513"/>
                    <a:pt x="243" y="513"/>
                  </a:cubicBezTo>
                  <a:cubicBezTo>
                    <a:pt x="245" y="515"/>
                    <a:pt x="241" y="517"/>
                    <a:pt x="245" y="518"/>
                  </a:cubicBezTo>
                  <a:cubicBezTo>
                    <a:pt x="247" y="518"/>
                    <a:pt x="247" y="518"/>
                    <a:pt x="247" y="518"/>
                  </a:cubicBezTo>
                  <a:cubicBezTo>
                    <a:pt x="244" y="519"/>
                    <a:pt x="244" y="519"/>
                    <a:pt x="244" y="519"/>
                  </a:cubicBezTo>
                  <a:cubicBezTo>
                    <a:pt x="246" y="519"/>
                    <a:pt x="245" y="520"/>
                    <a:pt x="247" y="521"/>
                  </a:cubicBezTo>
                  <a:cubicBezTo>
                    <a:pt x="245" y="521"/>
                    <a:pt x="245" y="521"/>
                    <a:pt x="245" y="521"/>
                  </a:cubicBezTo>
                  <a:cubicBezTo>
                    <a:pt x="245" y="521"/>
                    <a:pt x="247" y="522"/>
                    <a:pt x="247" y="523"/>
                  </a:cubicBezTo>
                  <a:cubicBezTo>
                    <a:pt x="246" y="523"/>
                    <a:pt x="246" y="523"/>
                    <a:pt x="246" y="523"/>
                  </a:cubicBezTo>
                  <a:cubicBezTo>
                    <a:pt x="243" y="527"/>
                    <a:pt x="241" y="532"/>
                    <a:pt x="246" y="534"/>
                  </a:cubicBezTo>
                  <a:cubicBezTo>
                    <a:pt x="247" y="535"/>
                    <a:pt x="243" y="535"/>
                    <a:pt x="244" y="536"/>
                  </a:cubicBezTo>
                  <a:cubicBezTo>
                    <a:pt x="247" y="538"/>
                    <a:pt x="245" y="541"/>
                    <a:pt x="247" y="543"/>
                  </a:cubicBezTo>
                  <a:cubicBezTo>
                    <a:pt x="246" y="546"/>
                    <a:pt x="244" y="545"/>
                    <a:pt x="243" y="548"/>
                  </a:cubicBezTo>
                  <a:cubicBezTo>
                    <a:pt x="243" y="547"/>
                    <a:pt x="243" y="547"/>
                    <a:pt x="243" y="547"/>
                  </a:cubicBezTo>
                  <a:cubicBezTo>
                    <a:pt x="242" y="549"/>
                    <a:pt x="241" y="547"/>
                    <a:pt x="240" y="546"/>
                  </a:cubicBezTo>
                  <a:cubicBezTo>
                    <a:pt x="240" y="547"/>
                    <a:pt x="239" y="547"/>
                    <a:pt x="240" y="549"/>
                  </a:cubicBezTo>
                  <a:cubicBezTo>
                    <a:pt x="239" y="550"/>
                    <a:pt x="238" y="546"/>
                    <a:pt x="238" y="547"/>
                  </a:cubicBezTo>
                  <a:cubicBezTo>
                    <a:pt x="238" y="546"/>
                    <a:pt x="238" y="548"/>
                    <a:pt x="238" y="548"/>
                  </a:cubicBezTo>
                  <a:cubicBezTo>
                    <a:pt x="236" y="550"/>
                    <a:pt x="238" y="546"/>
                    <a:pt x="235" y="545"/>
                  </a:cubicBezTo>
                  <a:cubicBezTo>
                    <a:pt x="232" y="546"/>
                    <a:pt x="228" y="548"/>
                    <a:pt x="225" y="547"/>
                  </a:cubicBezTo>
                  <a:cubicBezTo>
                    <a:pt x="225" y="547"/>
                    <a:pt x="225" y="549"/>
                    <a:pt x="225" y="549"/>
                  </a:cubicBezTo>
                  <a:cubicBezTo>
                    <a:pt x="224" y="546"/>
                    <a:pt x="224" y="550"/>
                    <a:pt x="223" y="549"/>
                  </a:cubicBezTo>
                  <a:cubicBezTo>
                    <a:pt x="223" y="548"/>
                    <a:pt x="223" y="548"/>
                    <a:pt x="223" y="547"/>
                  </a:cubicBezTo>
                  <a:cubicBezTo>
                    <a:pt x="222" y="546"/>
                    <a:pt x="220" y="548"/>
                    <a:pt x="219" y="547"/>
                  </a:cubicBezTo>
                  <a:cubicBezTo>
                    <a:pt x="218" y="549"/>
                    <a:pt x="216" y="546"/>
                    <a:pt x="215" y="548"/>
                  </a:cubicBezTo>
                  <a:cubicBezTo>
                    <a:pt x="215" y="546"/>
                    <a:pt x="214" y="547"/>
                    <a:pt x="214" y="546"/>
                  </a:cubicBezTo>
                  <a:cubicBezTo>
                    <a:pt x="213" y="550"/>
                    <a:pt x="211" y="545"/>
                    <a:pt x="210" y="547"/>
                  </a:cubicBezTo>
                  <a:cubicBezTo>
                    <a:pt x="210" y="547"/>
                    <a:pt x="210" y="547"/>
                    <a:pt x="210" y="547"/>
                  </a:cubicBezTo>
                  <a:cubicBezTo>
                    <a:pt x="206" y="547"/>
                    <a:pt x="202" y="547"/>
                    <a:pt x="198" y="549"/>
                  </a:cubicBezTo>
                  <a:cubicBezTo>
                    <a:pt x="195" y="549"/>
                    <a:pt x="193" y="546"/>
                    <a:pt x="190" y="547"/>
                  </a:cubicBezTo>
                  <a:cubicBezTo>
                    <a:pt x="190" y="548"/>
                    <a:pt x="190" y="549"/>
                    <a:pt x="190" y="549"/>
                  </a:cubicBezTo>
                  <a:cubicBezTo>
                    <a:pt x="189" y="549"/>
                    <a:pt x="190" y="548"/>
                    <a:pt x="190" y="547"/>
                  </a:cubicBezTo>
                  <a:cubicBezTo>
                    <a:pt x="188" y="549"/>
                    <a:pt x="187" y="547"/>
                    <a:pt x="185" y="547"/>
                  </a:cubicBezTo>
                  <a:cubicBezTo>
                    <a:pt x="185" y="548"/>
                    <a:pt x="184" y="548"/>
                    <a:pt x="185" y="549"/>
                  </a:cubicBezTo>
                  <a:cubicBezTo>
                    <a:pt x="183" y="546"/>
                    <a:pt x="181" y="550"/>
                    <a:pt x="179" y="548"/>
                  </a:cubicBezTo>
                  <a:cubicBezTo>
                    <a:pt x="179" y="552"/>
                    <a:pt x="178" y="550"/>
                    <a:pt x="177" y="551"/>
                  </a:cubicBezTo>
                  <a:cubicBezTo>
                    <a:pt x="177" y="551"/>
                    <a:pt x="177" y="550"/>
                    <a:pt x="177" y="549"/>
                  </a:cubicBezTo>
                  <a:cubicBezTo>
                    <a:pt x="175" y="550"/>
                    <a:pt x="175" y="550"/>
                    <a:pt x="173" y="549"/>
                  </a:cubicBezTo>
                  <a:cubicBezTo>
                    <a:pt x="172" y="549"/>
                    <a:pt x="172" y="551"/>
                    <a:pt x="171" y="551"/>
                  </a:cubicBezTo>
                  <a:cubicBezTo>
                    <a:pt x="171" y="548"/>
                    <a:pt x="170" y="550"/>
                    <a:pt x="169" y="550"/>
                  </a:cubicBezTo>
                  <a:cubicBezTo>
                    <a:pt x="169" y="552"/>
                    <a:pt x="168" y="553"/>
                    <a:pt x="167" y="552"/>
                  </a:cubicBezTo>
                  <a:cubicBezTo>
                    <a:pt x="168" y="549"/>
                    <a:pt x="168" y="549"/>
                    <a:pt x="168" y="549"/>
                  </a:cubicBezTo>
                  <a:cubicBezTo>
                    <a:pt x="165" y="551"/>
                    <a:pt x="162" y="548"/>
                    <a:pt x="159" y="551"/>
                  </a:cubicBezTo>
                  <a:cubicBezTo>
                    <a:pt x="159" y="549"/>
                    <a:pt x="159" y="549"/>
                    <a:pt x="159" y="549"/>
                  </a:cubicBezTo>
                  <a:cubicBezTo>
                    <a:pt x="156" y="550"/>
                    <a:pt x="154" y="548"/>
                    <a:pt x="151" y="549"/>
                  </a:cubicBezTo>
                  <a:cubicBezTo>
                    <a:pt x="150" y="548"/>
                    <a:pt x="150" y="547"/>
                    <a:pt x="149" y="547"/>
                  </a:cubicBezTo>
                  <a:cubicBezTo>
                    <a:pt x="148" y="548"/>
                    <a:pt x="148" y="548"/>
                    <a:pt x="146" y="549"/>
                  </a:cubicBezTo>
                  <a:cubicBezTo>
                    <a:pt x="146" y="549"/>
                    <a:pt x="146" y="548"/>
                    <a:pt x="147" y="547"/>
                  </a:cubicBezTo>
                  <a:cubicBezTo>
                    <a:pt x="146" y="546"/>
                    <a:pt x="147" y="544"/>
                    <a:pt x="145" y="545"/>
                  </a:cubicBezTo>
                  <a:cubicBezTo>
                    <a:pt x="146" y="545"/>
                    <a:pt x="146" y="545"/>
                    <a:pt x="146" y="545"/>
                  </a:cubicBezTo>
                  <a:cubicBezTo>
                    <a:pt x="145" y="545"/>
                    <a:pt x="143" y="545"/>
                    <a:pt x="144" y="544"/>
                  </a:cubicBezTo>
                  <a:cubicBezTo>
                    <a:pt x="143" y="544"/>
                    <a:pt x="142" y="543"/>
                    <a:pt x="140" y="544"/>
                  </a:cubicBezTo>
                  <a:cubicBezTo>
                    <a:pt x="140" y="543"/>
                    <a:pt x="143" y="543"/>
                    <a:pt x="141" y="543"/>
                  </a:cubicBezTo>
                  <a:cubicBezTo>
                    <a:pt x="143" y="543"/>
                    <a:pt x="143" y="543"/>
                    <a:pt x="143" y="543"/>
                  </a:cubicBezTo>
                  <a:cubicBezTo>
                    <a:pt x="143" y="541"/>
                    <a:pt x="142" y="539"/>
                    <a:pt x="142" y="537"/>
                  </a:cubicBezTo>
                  <a:cubicBezTo>
                    <a:pt x="145" y="537"/>
                    <a:pt x="142" y="534"/>
                    <a:pt x="144" y="534"/>
                  </a:cubicBezTo>
                  <a:cubicBezTo>
                    <a:pt x="143" y="533"/>
                    <a:pt x="146" y="532"/>
                    <a:pt x="143" y="530"/>
                  </a:cubicBezTo>
                  <a:cubicBezTo>
                    <a:pt x="144" y="531"/>
                    <a:pt x="144" y="531"/>
                    <a:pt x="144" y="531"/>
                  </a:cubicBezTo>
                  <a:cubicBezTo>
                    <a:pt x="145" y="530"/>
                    <a:pt x="146" y="528"/>
                    <a:pt x="147" y="527"/>
                  </a:cubicBezTo>
                  <a:cubicBezTo>
                    <a:pt x="148" y="527"/>
                    <a:pt x="146" y="526"/>
                    <a:pt x="146" y="525"/>
                  </a:cubicBezTo>
                  <a:cubicBezTo>
                    <a:pt x="147" y="525"/>
                    <a:pt x="147" y="525"/>
                    <a:pt x="147" y="525"/>
                  </a:cubicBezTo>
                  <a:cubicBezTo>
                    <a:pt x="147" y="524"/>
                    <a:pt x="145" y="523"/>
                    <a:pt x="145" y="522"/>
                  </a:cubicBezTo>
                  <a:cubicBezTo>
                    <a:pt x="146" y="522"/>
                    <a:pt x="145" y="521"/>
                    <a:pt x="146" y="521"/>
                  </a:cubicBezTo>
                  <a:cubicBezTo>
                    <a:pt x="146" y="522"/>
                    <a:pt x="147" y="523"/>
                    <a:pt x="149" y="525"/>
                  </a:cubicBezTo>
                  <a:cubicBezTo>
                    <a:pt x="150" y="525"/>
                    <a:pt x="147" y="522"/>
                    <a:pt x="149" y="523"/>
                  </a:cubicBezTo>
                  <a:cubicBezTo>
                    <a:pt x="150" y="522"/>
                    <a:pt x="150" y="521"/>
                    <a:pt x="149" y="520"/>
                  </a:cubicBezTo>
                  <a:cubicBezTo>
                    <a:pt x="149" y="521"/>
                    <a:pt x="150" y="520"/>
                    <a:pt x="150" y="521"/>
                  </a:cubicBezTo>
                  <a:cubicBezTo>
                    <a:pt x="151" y="521"/>
                    <a:pt x="151" y="520"/>
                    <a:pt x="151" y="520"/>
                  </a:cubicBezTo>
                  <a:cubicBezTo>
                    <a:pt x="150" y="520"/>
                    <a:pt x="150" y="520"/>
                    <a:pt x="150" y="520"/>
                  </a:cubicBezTo>
                  <a:cubicBezTo>
                    <a:pt x="149" y="519"/>
                    <a:pt x="150" y="518"/>
                    <a:pt x="148" y="517"/>
                  </a:cubicBezTo>
                  <a:cubicBezTo>
                    <a:pt x="148" y="517"/>
                    <a:pt x="149" y="518"/>
                    <a:pt x="148" y="518"/>
                  </a:cubicBezTo>
                  <a:cubicBezTo>
                    <a:pt x="147" y="517"/>
                    <a:pt x="148" y="516"/>
                    <a:pt x="149" y="516"/>
                  </a:cubicBezTo>
                  <a:cubicBezTo>
                    <a:pt x="150" y="517"/>
                    <a:pt x="150" y="519"/>
                    <a:pt x="151" y="519"/>
                  </a:cubicBezTo>
                  <a:cubicBezTo>
                    <a:pt x="150" y="515"/>
                    <a:pt x="150" y="515"/>
                    <a:pt x="150" y="515"/>
                  </a:cubicBezTo>
                  <a:cubicBezTo>
                    <a:pt x="150" y="516"/>
                    <a:pt x="149" y="516"/>
                    <a:pt x="148" y="515"/>
                  </a:cubicBezTo>
                  <a:cubicBezTo>
                    <a:pt x="148" y="516"/>
                    <a:pt x="148" y="516"/>
                    <a:pt x="148" y="516"/>
                  </a:cubicBezTo>
                  <a:cubicBezTo>
                    <a:pt x="147" y="515"/>
                    <a:pt x="147" y="515"/>
                    <a:pt x="147" y="515"/>
                  </a:cubicBezTo>
                  <a:cubicBezTo>
                    <a:pt x="147" y="516"/>
                    <a:pt x="145" y="516"/>
                    <a:pt x="145" y="517"/>
                  </a:cubicBezTo>
                  <a:cubicBezTo>
                    <a:pt x="147" y="518"/>
                    <a:pt x="147" y="518"/>
                    <a:pt x="147" y="518"/>
                  </a:cubicBezTo>
                  <a:cubicBezTo>
                    <a:pt x="146" y="519"/>
                    <a:pt x="147" y="521"/>
                    <a:pt x="146" y="520"/>
                  </a:cubicBezTo>
                  <a:cubicBezTo>
                    <a:pt x="145" y="519"/>
                    <a:pt x="145" y="519"/>
                    <a:pt x="144" y="519"/>
                  </a:cubicBezTo>
                  <a:cubicBezTo>
                    <a:pt x="144" y="519"/>
                    <a:pt x="144" y="519"/>
                    <a:pt x="144" y="519"/>
                  </a:cubicBezTo>
                  <a:cubicBezTo>
                    <a:pt x="142" y="518"/>
                    <a:pt x="142" y="518"/>
                    <a:pt x="142" y="518"/>
                  </a:cubicBezTo>
                  <a:cubicBezTo>
                    <a:pt x="145" y="520"/>
                    <a:pt x="142" y="520"/>
                    <a:pt x="142" y="521"/>
                  </a:cubicBezTo>
                  <a:cubicBezTo>
                    <a:pt x="142" y="520"/>
                    <a:pt x="142" y="520"/>
                    <a:pt x="142" y="520"/>
                  </a:cubicBezTo>
                  <a:cubicBezTo>
                    <a:pt x="140" y="521"/>
                    <a:pt x="143" y="521"/>
                    <a:pt x="143" y="522"/>
                  </a:cubicBezTo>
                  <a:cubicBezTo>
                    <a:pt x="142" y="522"/>
                    <a:pt x="140" y="520"/>
                    <a:pt x="139" y="520"/>
                  </a:cubicBezTo>
                  <a:cubicBezTo>
                    <a:pt x="138" y="521"/>
                    <a:pt x="139" y="524"/>
                    <a:pt x="137" y="524"/>
                  </a:cubicBezTo>
                  <a:cubicBezTo>
                    <a:pt x="136" y="525"/>
                    <a:pt x="137" y="526"/>
                    <a:pt x="137" y="528"/>
                  </a:cubicBezTo>
                  <a:cubicBezTo>
                    <a:pt x="137" y="529"/>
                    <a:pt x="135" y="527"/>
                    <a:pt x="136" y="528"/>
                  </a:cubicBezTo>
                  <a:cubicBezTo>
                    <a:pt x="135" y="527"/>
                    <a:pt x="134" y="527"/>
                    <a:pt x="133" y="527"/>
                  </a:cubicBezTo>
                  <a:cubicBezTo>
                    <a:pt x="134" y="527"/>
                    <a:pt x="132" y="528"/>
                    <a:pt x="135" y="529"/>
                  </a:cubicBezTo>
                  <a:cubicBezTo>
                    <a:pt x="133" y="529"/>
                    <a:pt x="132" y="532"/>
                    <a:pt x="133" y="533"/>
                  </a:cubicBezTo>
                  <a:cubicBezTo>
                    <a:pt x="133" y="533"/>
                    <a:pt x="131" y="532"/>
                    <a:pt x="130" y="532"/>
                  </a:cubicBezTo>
                  <a:cubicBezTo>
                    <a:pt x="131" y="534"/>
                    <a:pt x="132" y="535"/>
                    <a:pt x="131" y="536"/>
                  </a:cubicBezTo>
                  <a:cubicBezTo>
                    <a:pt x="133" y="537"/>
                    <a:pt x="133" y="536"/>
                    <a:pt x="135" y="537"/>
                  </a:cubicBezTo>
                  <a:cubicBezTo>
                    <a:pt x="135" y="537"/>
                    <a:pt x="136" y="537"/>
                    <a:pt x="136" y="537"/>
                  </a:cubicBezTo>
                  <a:cubicBezTo>
                    <a:pt x="134" y="537"/>
                    <a:pt x="131" y="537"/>
                    <a:pt x="131" y="538"/>
                  </a:cubicBezTo>
                  <a:cubicBezTo>
                    <a:pt x="128" y="538"/>
                    <a:pt x="132" y="536"/>
                    <a:pt x="129" y="536"/>
                  </a:cubicBezTo>
                  <a:cubicBezTo>
                    <a:pt x="126" y="535"/>
                    <a:pt x="127" y="533"/>
                    <a:pt x="128" y="533"/>
                  </a:cubicBezTo>
                  <a:cubicBezTo>
                    <a:pt x="126" y="531"/>
                    <a:pt x="128" y="533"/>
                    <a:pt x="126" y="533"/>
                  </a:cubicBezTo>
                  <a:cubicBezTo>
                    <a:pt x="126" y="534"/>
                    <a:pt x="127" y="535"/>
                    <a:pt x="127" y="536"/>
                  </a:cubicBezTo>
                  <a:cubicBezTo>
                    <a:pt x="128" y="537"/>
                    <a:pt x="128" y="536"/>
                    <a:pt x="129" y="537"/>
                  </a:cubicBezTo>
                  <a:cubicBezTo>
                    <a:pt x="131" y="539"/>
                    <a:pt x="127" y="539"/>
                    <a:pt x="127" y="539"/>
                  </a:cubicBezTo>
                  <a:cubicBezTo>
                    <a:pt x="126" y="538"/>
                    <a:pt x="126" y="538"/>
                    <a:pt x="126" y="538"/>
                  </a:cubicBezTo>
                  <a:cubicBezTo>
                    <a:pt x="125" y="539"/>
                    <a:pt x="127" y="540"/>
                    <a:pt x="127" y="541"/>
                  </a:cubicBezTo>
                  <a:cubicBezTo>
                    <a:pt x="124" y="541"/>
                    <a:pt x="126" y="539"/>
                    <a:pt x="124" y="538"/>
                  </a:cubicBezTo>
                  <a:cubicBezTo>
                    <a:pt x="122" y="539"/>
                    <a:pt x="122" y="539"/>
                    <a:pt x="122" y="539"/>
                  </a:cubicBezTo>
                  <a:cubicBezTo>
                    <a:pt x="122" y="542"/>
                    <a:pt x="125" y="540"/>
                    <a:pt x="124" y="542"/>
                  </a:cubicBezTo>
                  <a:cubicBezTo>
                    <a:pt x="123" y="542"/>
                    <a:pt x="123" y="542"/>
                    <a:pt x="123" y="542"/>
                  </a:cubicBezTo>
                  <a:cubicBezTo>
                    <a:pt x="124" y="543"/>
                    <a:pt x="124" y="543"/>
                    <a:pt x="124" y="543"/>
                  </a:cubicBezTo>
                  <a:cubicBezTo>
                    <a:pt x="125" y="543"/>
                    <a:pt x="127" y="543"/>
                    <a:pt x="126" y="542"/>
                  </a:cubicBezTo>
                  <a:cubicBezTo>
                    <a:pt x="130" y="542"/>
                    <a:pt x="127" y="543"/>
                    <a:pt x="128" y="544"/>
                  </a:cubicBezTo>
                  <a:cubicBezTo>
                    <a:pt x="130" y="545"/>
                    <a:pt x="127" y="544"/>
                    <a:pt x="129" y="543"/>
                  </a:cubicBezTo>
                  <a:cubicBezTo>
                    <a:pt x="131" y="543"/>
                    <a:pt x="131" y="544"/>
                    <a:pt x="131" y="545"/>
                  </a:cubicBezTo>
                  <a:cubicBezTo>
                    <a:pt x="132" y="546"/>
                    <a:pt x="130" y="546"/>
                    <a:pt x="129" y="547"/>
                  </a:cubicBezTo>
                  <a:cubicBezTo>
                    <a:pt x="128" y="546"/>
                    <a:pt x="128" y="545"/>
                    <a:pt x="129" y="545"/>
                  </a:cubicBezTo>
                  <a:cubicBezTo>
                    <a:pt x="127" y="544"/>
                    <a:pt x="125" y="547"/>
                    <a:pt x="124" y="546"/>
                  </a:cubicBezTo>
                  <a:cubicBezTo>
                    <a:pt x="123" y="548"/>
                    <a:pt x="125" y="547"/>
                    <a:pt x="126" y="548"/>
                  </a:cubicBezTo>
                  <a:cubicBezTo>
                    <a:pt x="126" y="547"/>
                    <a:pt x="128" y="547"/>
                    <a:pt x="128" y="547"/>
                  </a:cubicBezTo>
                  <a:cubicBezTo>
                    <a:pt x="133" y="548"/>
                    <a:pt x="125" y="549"/>
                    <a:pt x="127" y="551"/>
                  </a:cubicBezTo>
                  <a:cubicBezTo>
                    <a:pt x="130" y="550"/>
                    <a:pt x="132" y="552"/>
                    <a:pt x="134" y="549"/>
                  </a:cubicBezTo>
                  <a:cubicBezTo>
                    <a:pt x="135" y="549"/>
                    <a:pt x="136" y="550"/>
                    <a:pt x="136" y="550"/>
                  </a:cubicBezTo>
                  <a:cubicBezTo>
                    <a:pt x="134" y="551"/>
                    <a:pt x="135" y="552"/>
                    <a:pt x="133" y="552"/>
                  </a:cubicBezTo>
                  <a:cubicBezTo>
                    <a:pt x="133" y="553"/>
                    <a:pt x="133" y="553"/>
                    <a:pt x="133" y="553"/>
                  </a:cubicBezTo>
                  <a:cubicBezTo>
                    <a:pt x="130" y="553"/>
                    <a:pt x="130" y="553"/>
                    <a:pt x="130" y="553"/>
                  </a:cubicBezTo>
                  <a:cubicBezTo>
                    <a:pt x="130" y="554"/>
                    <a:pt x="129" y="557"/>
                    <a:pt x="129" y="558"/>
                  </a:cubicBezTo>
                  <a:cubicBezTo>
                    <a:pt x="130" y="558"/>
                    <a:pt x="130" y="556"/>
                    <a:pt x="131" y="557"/>
                  </a:cubicBezTo>
                  <a:cubicBezTo>
                    <a:pt x="130" y="557"/>
                    <a:pt x="130" y="559"/>
                    <a:pt x="131" y="559"/>
                  </a:cubicBezTo>
                  <a:cubicBezTo>
                    <a:pt x="130" y="558"/>
                    <a:pt x="133" y="557"/>
                    <a:pt x="134" y="557"/>
                  </a:cubicBezTo>
                  <a:cubicBezTo>
                    <a:pt x="134" y="558"/>
                    <a:pt x="134" y="560"/>
                    <a:pt x="133" y="560"/>
                  </a:cubicBezTo>
                  <a:cubicBezTo>
                    <a:pt x="131" y="561"/>
                    <a:pt x="131" y="561"/>
                    <a:pt x="131" y="561"/>
                  </a:cubicBezTo>
                  <a:cubicBezTo>
                    <a:pt x="133" y="560"/>
                    <a:pt x="131" y="562"/>
                    <a:pt x="132" y="562"/>
                  </a:cubicBezTo>
                  <a:cubicBezTo>
                    <a:pt x="133" y="561"/>
                    <a:pt x="135" y="560"/>
                    <a:pt x="136" y="559"/>
                  </a:cubicBezTo>
                  <a:cubicBezTo>
                    <a:pt x="137" y="559"/>
                    <a:pt x="136" y="561"/>
                    <a:pt x="137" y="561"/>
                  </a:cubicBezTo>
                  <a:cubicBezTo>
                    <a:pt x="135" y="561"/>
                    <a:pt x="135" y="561"/>
                    <a:pt x="135" y="561"/>
                  </a:cubicBezTo>
                  <a:cubicBezTo>
                    <a:pt x="136" y="562"/>
                    <a:pt x="133" y="564"/>
                    <a:pt x="135" y="564"/>
                  </a:cubicBezTo>
                  <a:cubicBezTo>
                    <a:pt x="136" y="563"/>
                    <a:pt x="136" y="563"/>
                    <a:pt x="136" y="563"/>
                  </a:cubicBezTo>
                  <a:cubicBezTo>
                    <a:pt x="136" y="564"/>
                    <a:pt x="136" y="564"/>
                    <a:pt x="135" y="564"/>
                  </a:cubicBezTo>
                  <a:close/>
                  <a:moveTo>
                    <a:pt x="181" y="303"/>
                  </a:moveTo>
                  <a:cubicBezTo>
                    <a:pt x="181" y="303"/>
                    <a:pt x="181" y="303"/>
                    <a:pt x="181" y="303"/>
                  </a:cubicBezTo>
                  <a:cubicBezTo>
                    <a:pt x="181" y="303"/>
                    <a:pt x="181" y="303"/>
                    <a:pt x="181" y="303"/>
                  </a:cubicBezTo>
                  <a:cubicBezTo>
                    <a:pt x="181" y="303"/>
                    <a:pt x="181" y="303"/>
                    <a:pt x="181" y="303"/>
                  </a:cubicBezTo>
                  <a:close/>
                  <a:moveTo>
                    <a:pt x="191" y="308"/>
                  </a:moveTo>
                  <a:cubicBezTo>
                    <a:pt x="190" y="307"/>
                    <a:pt x="190" y="306"/>
                    <a:pt x="190" y="306"/>
                  </a:cubicBezTo>
                  <a:cubicBezTo>
                    <a:pt x="191" y="308"/>
                    <a:pt x="191" y="308"/>
                    <a:pt x="191" y="308"/>
                  </a:cubicBezTo>
                  <a:cubicBezTo>
                    <a:pt x="191" y="308"/>
                    <a:pt x="191" y="308"/>
                    <a:pt x="191" y="308"/>
                  </a:cubicBezTo>
                  <a:close/>
                  <a:moveTo>
                    <a:pt x="199" y="323"/>
                  </a:moveTo>
                  <a:cubicBezTo>
                    <a:pt x="199" y="323"/>
                    <a:pt x="199" y="323"/>
                    <a:pt x="199" y="324"/>
                  </a:cubicBezTo>
                  <a:cubicBezTo>
                    <a:pt x="199" y="324"/>
                    <a:pt x="199" y="324"/>
                    <a:pt x="199" y="324"/>
                  </a:cubicBezTo>
                  <a:cubicBezTo>
                    <a:pt x="199" y="324"/>
                    <a:pt x="199" y="324"/>
                    <a:pt x="199" y="324"/>
                  </a:cubicBezTo>
                  <a:cubicBezTo>
                    <a:pt x="199" y="324"/>
                    <a:pt x="200" y="324"/>
                    <a:pt x="200" y="324"/>
                  </a:cubicBezTo>
                  <a:cubicBezTo>
                    <a:pt x="200" y="324"/>
                    <a:pt x="200" y="324"/>
                    <a:pt x="200" y="324"/>
                  </a:cubicBezTo>
                  <a:cubicBezTo>
                    <a:pt x="198" y="324"/>
                    <a:pt x="198" y="324"/>
                    <a:pt x="199" y="323"/>
                  </a:cubicBezTo>
                  <a:close/>
                  <a:moveTo>
                    <a:pt x="198" y="307"/>
                  </a:moveTo>
                  <a:cubicBezTo>
                    <a:pt x="198" y="307"/>
                    <a:pt x="198" y="307"/>
                    <a:pt x="198" y="307"/>
                  </a:cubicBezTo>
                  <a:cubicBezTo>
                    <a:pt x="198" y="307"/>
                    <a:pt x="198" y="306"/>
                    <a:pt x="198" y="306"/>
                  </a:cubicBezTo>
                  <a:cubicBezTo>
                    <a:pt x="198" y="307"/>
                    <a:pt x="198" y="307"/>
                    <a:pt x="198" y="307"/>
                  </a:cubicBezTo>
                  <a:cubicBezTo>
                    <a:pt x="197" y="308"/>
                    <a:pt x="197" y="304"/>
                    <a:pt x="197" y="307"/>
                  </a:cubicBezTo>
                  <a:cubicBezTo>
                    <a:pt x="197" y="305"/>
                    <a:pt x="197" y="305"/>
                    <a:pt x="197" y="305"/>
                  </a:cubicBezTo>
                  <a:cubicBezTo>
                    <a:pt x="196" y="308"/>
                    <a:pt x="196" y="304"/>
                    <a:pt x="196" y="306"/>
                  </a:cubicBezTo>
                  <a:cubicBezTo>
                    <a:pt x="196" y="306"/>
                    <a:pt x="196" y="306"/>
                    <a:pt x="196" y="306"/>
                  </a:cubicBezTo>
                  <a:cubicBezTo>
                    <a:pt x="195" y="305"/>
                    <a:pt x="194" y="309"/>
                    <a:pt x="194" y="307"/>
                  </a:cubicBezTo>
                  <a:cubicBezTo>
                    <a:pt x="194" y="307"/>
                    <a:pt x="193" y="307"/>
                    <a:pt x="193" y="309"/>
                  </a:cubicBezTo>
                  <a:cubicBezTo>
                    <a:pt x="193" y="307"/>
                    <a:pt x="193" y="307"/>
                    <a:pt x="193" y="307"/>
                  </a:cubicBezTo>
                  <a:cubicBezTo>
                    <a:pt x="192" y="307"/>
                    <a:pt x="192" y="307"/>
                    <a:pt x="191" y="308"/>
                  </a:cubicBezTo>
                  <a:cubicBezTo>
                    <a:pt x="191" y="307"/>
                    <a:pt x="191" y="307"/>
                    <a:pt x="191" y="307"/>
                  </a:cubicBezTo>
                  <a:cubicBezTo>
                    <a:pt x="190" y="306"/>
                    <a:pt x="189" y="304"/>
                    <a:pt x="189" y="304"/>
                  </a:cubicBezTo>
                  <a:cubicBezTo>
                    <a:pt x="188" y="302"/>
                    <a:pt x="189" y="304"/>
                    <a:pt x="189" y="303"/>
                  </a:cubicBezTo>
                  <a:cubicBezTo>
                    <a:pt x="189" y="302"/>
                    <a:pt x="189" y="303"/>
                    <a:pt x="188" y="302"/>
                  </a:cubicBezTo>
                  <a:cubicBezTo>
                    <a:pt x="188" y="300"/>
                    <a:pt x="188" y="300"/>
                    <a:pt x="188" y="300"/>
                  </a:cubicBezTo>
                  <a:cubicBezTo>
                    <a:pt x="188" y="300"/>
                    <a:pt x="189" y="302"/>
                    <a:pt x="190" y="303"/>
                  </a:cubicBezTo>
                  <a:cubicBezTo>
                    <a:pt x="190" y="303"/>
                    <a:pt x="190" y="303"/>
                    <a:pt x="189" y="302"/>
                  </a:cubicBezTo>
                  <a:cubicBezTo>
                    <a:pt x="190" y="304"/>
                    <a:pt x="191" y="305"/>
                    <a:pt x="191" y="307"/>
                  </a:cubicBezTo>
                  <a:cubicBezTo>
                    <a:pt x="192" y="308"/>
                    <a:pt x="190" y="305"/>
                    <a:pt x="191" y="305"/>
                  </a:cubicBezTo>
                  <a:cubicBezTo>
                    <a:pt x="191" y="306"/>
                    <a:pt x="190" y="304"/>
                    <a:pt x="190" y="303"/>
                  </a:cubicBezTo>
                  <a:cubicBezTo>
                    <a:pt x="188" y="298"/>
                    <a:pt x="192" y="306"/>
                    <a:pt x="192" y="305"/>
                  </a:cubicBezTo>
                  <a:cubicBezTo>
                    <a:pt x="190" y="302"/>
                    <a:pt x="191" y="301"/>
                    <a:pt x="189" y="298"/>
                  </a:cubicBezTo>
                  <a:cubicBezTo>
                    <a:pt x="189" y="297"/>
                    <a:pt x="189" y="296"/>
                    <a:pt x="189" y="297"/>
                  </a:cubicBezTo>
                  <a:cubicBezTo>
                    <a:pt x="190" y="299"/>
                    <a:pt x="190" y="298"/>
                    <a:pt x="190" y="300"/>
                  </a:cubicBezTo>
                  <a:cubicBezTo>
                    <a:pt x="191" y="300"/>
                    <a:pt x="191" y="300"/>
                    <a:pt x="191" y="300"/>
                  </a:cubicBezTo>
                  <a:cubicBezTo>
                    <a:pt x="191" y="302"/>
                    <a:pt x="191" y="302"/>
                    <a:pt x="191" y="302"/>
                  </a:cubicBezTo>
                  <a:cubicBezTo>
                    <a:pt x="193" y="306"/>
                    <a:pt x="193" y="306"/>
                    <a:pt x="193" y="306"/>
                  </a:cubicBezTo>
                  <a:cubicBezTo>
                    <a:pt x="193" y="305"/>
                    <a:pt x="192" y="304"/>
                    <a:pt x="193" y="303"/>
                  </a:cubicBezTo>
                  <a:cubicBezTo>
                    <a:pt x="193" y="304"/>
                    <a:pt x="193" y="305"/>
                    <a:pt x="193" y="305"/>
                  </a:cubicBezTo>
                  <a:cubicBezTo>
                    <a:pt x="193" y="304"/>
                    <a:pt x="192" y="302"/>
                    <a:pt x="192" y="302"/>
                  </a:cubicBezTo>
                  <a:cubicBezTo>
                    <a:pt x="193" y="301"/>
                    <a:pt x="194" y="303"/>
                    <a:pt x="194" y="304"/>
                  </a:cubicBezTo>
                  <a:cubicBezTo>
                    <a:pt x="194" y="306"/>
                    <a:pt x="194" y="306"/>
                    <a:pt x="194" y="306"/>
                  </a:cubicBezTo>
                  <a:cubicBezTo>
                    <a:pt x="194" y="304"/>
                    <a:pt x="194" y="306"/>
                    <a:pt x="194" y="306"/>
                  </a:cubicBezTo>
                  <a:cubicBezTo>
                    <a:pt x="194" y="304"/>
                    <a:pt x="194" y="303"/>
                    <a:pt x="193" y="301"/>
                  </a:cubicBezTo>
                  <a:cubicBezTo>
                    <a:pt x="193" y="301"/>
                    <a:pt x="194" y="302"/>
                    <a:pt x="194" y="302"/>
                  </a:cubicBezTo>
                  <a:cubicBezTo>
                    <a:pt x="194" y="303"/>
                    <a:pt x="194" y="303"/>
                    <a:pt x="194" y="303"/>
                  </a:cubicBezTo>
                  <a:cubicBezTo>
                    <a:pt x="194" y="303"/>
                    <a:pt x="195" y="306"/>
                    <a:pt x="195" y="305"/>
                  </a:cubicBezTo>
                  <a:cubicBezTo>
                    <a:pt x="195" y="304"/>
                    <a:pt x="195" y="304"/>
                    <a:pt x="195" y="304"/>
                  </a:cubicBezTo>
                  <a:cubicBezTo>
                    <a:pt x="195" y="304"/>
                    <a:pt x="195" y="305"/>
                    <a:pt x="195" y="305"/>
                  </a:cubicBezTo>
                  <a:cubicBezTo>
                    <a:pt x="195" y="304"/>
                    <a:pt x="195" y="304"/>
                    <a:pt x="195" y="304"/>
                  </a:cubicBezTo>
                  <a:cubicBezTo>
                    <a:pt x="196" y="305"/>
                    <a:pt x="196" y="305"/>
                    <a:pt x="196" y="305"/>
                  </a:cubicBezTo>
                  <a:cubicBezTo>
                    <a:pt x="196" y="304"/>
                    <a:pt x="195" y="302"/>
                    <a:pt x="196" y="304"/>
                  </a:cubicBezTo>
                  <a:cubicBezTo>
                    <a:pt x="195" y="301"/>
                    <a:pt x="196" y="304"/>
                    <a:pt x="195" y="303"/>
                  </a:cubicBezTo>
                  <a:cubicBezTo>
                    <a:pt x="194" y="301"/>
                    <a:pt x="195" y="301"/>
                    <a:pt x="195" y="301"/>
                  </a:cubicBezTo>
                  <a:cubicBezTo>
                    <a:pt x="196" y="303"/>
                    <a:pt x="195" y="301"/>
                    <a:pt x="196" y="301"/>
                  </a:cubicBezTo>
                  <a:cubicBezTo>
                    <a:pt x="196" y="302"/>
                    <a:pt x="196" y="302"/>
                    <a:pt x="196" y="303"/>
                  </a:cubicBezTo>
                  <a:cubicBezTo>
                    <a:pt x="196" y="301"/>
                    <a:pt x="196" y="301"/>
                    <a:pt x="196" y="301"/>
                  </a:cubicBezTo>
                  <a:cubicBezTo>
                    <a:pt x="197" y="304"/>
                    <a:pt x="196" y="300"/>
                    <a:pt x="197" y="301"/>
                  </a:cubicBezTo>
                  <a:cubicBezTo>
                    <a:pt x="197" y="302"/>
                    <a:pt x="197" y="303"/>
                    <a:pt x="198" y="304"/>
                  </a:cubicBezTo>
                  <a:cubicBezTo>
                    <a:pt x="197" y="301"/>
                    <a:pt x="197" y="301"/>
                    <a:pt x="196" y="299"/>
                  </a:cubicBezTo>
                  <a:cubicBezTo>
                    <a:pt x="197" y="300"/>
                    <a:pt x="197" y="302"/>
                    <a:pt x="198" y="304"/>
                  </a:cubicBezTo>
                  <a:cubicBezTo>
                    <a:pt x="198" y="302"/>
                    <a:pt x="199" y="305"/>
                    <a:pt x="198" y="302"/>
                  </a:cubicBezTo>
                  <a:cubicBezTo>
                    <a:pt x="198" y="302"/>
                    <a:pt x="198" y="301"/>
                    <a:pt x="197" y="300"/>
                  </a:cubicBezTo>
                  <a:cubicBezTo>
                    <a:pt x="198" y="300"/>
                    <a:pt x="198" y="301"/>
                    <a:pt x="198" y="302"/>
                  </a:cubicBezTo>
                  <a:cubicBezTo>
                    <a:pt x="198" y="301"/>
                    <a:pt x="198" y="299"/>
                    <a:pt x="198" y="299"/>
                  </a:cubicBezTo>
                  <a:cubicBezTo>
                    <a:pt x="198" y="299"/>
                    <a:pt x="198" y="296"/>
                    <a:pt x="198" y="298"/>
                  </a:cubicBezTo>
                  <a:cubicBezTo>
                    <a:pt x="199" y="300"/>
                    <a:pt x="198" y="299"/>
                    <a:pt x="198" y="300"/>
                  </a:cubicBezTo>
                  <a:cubicBezTo>
                    <a:pt x="199" y="300"/>
                    <a:pt x="198" y="296"/>
                    <a:pt x="198" y="295"/>
                  </a:cubicBezTo>
                  <a:cubicBezTo>
                    <a:pt x="198" y="294"/>
                    <a:pt x="197" y="291"/>
                    <a:pt x="197" y="290"/>
                  </a:cubicBezTo>
                  <a:cubicBezTo>
                    <a:pt x="198" y="291"/>
                    <a:pt x="197" y="291"/>
                    <a:pt x="198" y="293"/>
                  </a:cubicBezTo>
                  <a:cubicBezTo>
                    <a:pt x="198" y="293"/>
                    <a:pt x="198" y="293"/>
                    <a:pt x="198" y="293"/>
                  </a:cubicBezTo>
                  <a:cubicBezTo>
                    <a:pt x="199" y="296"/>
                    <a:pt x="198" y="298"/>
                    <a:pt x="199" y="300"/>
                  </a:cubicBezTo>
                  <a:cubicBezTo>
                    <a:pt x="199" y="299"/>
                    <a:pt x="199" y="299"/>
                    <a:pt x="199" y="299"/>
                  </a:cubicBezTo>
                  <a:cubicBezTo>
                    <a:pt x="200" y="302"/>
                    <a:pt x="200" y="302"/>
                    <a:pt x="200" y="302"/>
                  </a:cubicBezTo>
                  <a:cubicBezTo>
                    <a:pt x="200" y="300"/>
                    <a:pt x="200" y="301"/>
                    <a:pt x="200" y="301"/>
                  </a:cubicBezTo>
                  <a:cubicBezTo>
                    <a:pt x="200" y="299"/>
                    <a:pt x="200" y="302"/>
                    <a:pt x="200" y="300"/>
                  </a:cubicBezTo>
                  <a:cubicBezTo>
                    <a:pt x="200" y="300"/>
                    <a:pt x="200" y="297"/>
                    <a:pt x="200" y="298"/>
                  </a:cubicBezTo>
                  <a:cubicBezTo>
                    <a:pt x="201" y="301"/>
                    <a:pt x="201" y="301"/>
                    <a:pt x="201" y="301"/>
                  </a:cubicBezTo>
                  <a:cubicBezTo>
                    <a:pt x="201" y="302"/>
                    <a:pt x="201" y="299"/>
                    <a:pt x="201" y="300"/>
                  </a:cubicBezTo>
                  <a:cubicBezTo>
                    <a:pt x="201" y="301"/>
                    <a:pt x="201" y="301"/>
                    <a:pt x="201" y="301"/>
                  </a:cubicBezTo>
                  <a:cubicBezTo>
                    <a:pt x="202" y="301"/>
                    <a:pt x="203" y="301"/>
                    <a:pt x="204" y="297"/>
                  </a:cubicBezTo>
                  <a:cubicBezTo>
                    <a:pt x="204" y="298"/>
                    <a:pt x="204" y="299"/>
                    <a:pt x="205" y="300"/>
                  </a:cubicBezTo>
                  <a:cubicBezTo>
                    <a:pt x="205" y="299"/>
                    <a:pt x="205" y="298"/>
                    <a:pt x="205" y="298"/>
                  </a:cubicBezTo>
                  <a:cubicBezTo>
                    <a:pt x="205" y="300"/>
                    <a:pt x="205" y="300"/>
                    <a:pt x="205" y="300"/>
                  </a:cubicBezTo>
                  <a:cubicBezTo>
                    <a:pt x="206" y="301"/>
                    <a:pt x="206" y="299"/>
                    <a:pt x="206" y="298"/>
                  </a:cubicBezTo>
                  <a:cubicBezTo>
                    <a:pt x="206" y="299"/>
                    <a:pt x="206" y="299"/>
                    <a:pt x="206" y="299"/>
                  </a:cubicBezTo>
                  <a:cubicBezTo>
                    <a:pt x="207" y="300"/>
                    <a:pt x="207" y="298"/>
                    <a:pt x="207" y="298"/>
                  </a:cubicBezTo>
                  <a:cubicBezTo>
                    <a:pt x="207" y="299"/>
                    <a:pt x="207" y="299"/>
                    <a:pt x="207" y="299"/>
                  </a:cubicBezTo>
                  <a:cubicBezTo>
                    <a:pt x="207" y="298"/>
                    <a:pt x="207" y="298"/>
                    <a:pt x="207" y="298"/>
                  </a:cubicBezTo>
                  <a:cubicBezTo>
                    <a:pt x="207" y="297"/>
                    <a:pt x="207" y="297"/>
                    <a:pt x="207" y="299"/>
                  </a:cubicBezTo>
                  <a:cubicBezTo>
                    <a:pt x="208" y="298"/>
                    <a:pt x="208" y="298"/>
                    <a:pt x="208" y="298"/>
                  </a:cubicBezTo>
                  <a:cubicBezTo>
                    <a:pt x="208" y="299"/>
                    <a:pt x="208" y="299"/>
                    <a:pt x="209" y="298"/>
                  </a:cubicBezTo>
                  <a:cubicBezTo>
                    <a:pt x="209" y="298"/>
                    <a:pt x="209" y="297"/>
                    <a:pt x="209" y="296"/>
                  </a:cubicBezTo>
                  <a:cubicBezTo>
                    <a:pt x="209" y="293"/>
                    <a:pt x="209" y="296"/>
                    <a:pt x="209" y="295"/>
                  </a:cubicBezTo>
                  <a:cubicBezTo>
                    <a:pt x="209" y="297"/>
                    <a:pt x="209" y="297"/>
                    <a:pt x="209" y="297"/>
                  </a:cubicBezTo>
                  <a:cubicBezTo>
                    <a:pt x="209" y="300"/>
                    <a:pt x="210" y="298"/>
                    <a:pt x="211" y="299"/>
                  </a:cubicBezTo>
                  <a:cubicBezTo>
                    <a:pt x="211" y="297"/>
                    <a:pt x="211" y="297"/>
                    <a:pt x="211" y="297"/>
                  </a:cubicBezTo>
                  <a:cubicBezTo>
                    <a:pt x="211" y="300"/>
                    <a:pt x="212" y="297"/>
                    <a:pt x="212" y="299"/>
                  </a:cubicBezTo>
                  <a:cubicBezTo>
                    <a:pt x="213" y="298"/>
                    <a:pt x="213" y="295"/>
                    <a:pt x="214" y="295"/>
                  </a:cubicBezTo>
                  <a:cubicBezTo>
                    <a:pt x="214" y="293"/>
                    <a:pt x="213" y="298"/>
                    <a:pt x="213" y="299"/>
                  </a:cubicBezTo>
                  <a:cubicBezTo>
                    <a:pt x="213" y="298"/>
                    <a:pt x="214" y="298"/>
                    <a:pt x="214" y="298"/>
                  </a:cubicBezTo>
                  <a:cubicBezTo>
                    <a:pt x="214" y="298"/>
                    <a:pt x="214" y="298"/>
                    <a:pt x="214" y="298"/>
                  </a:cubicBezTo>
                  <a:cubicBezTo>
                    <a:pt x="214" y="297"/>
                    <a:pt x="215" y="296"/>
                    <a:pt x="215" y="297"/>
                  </a:cubicBezTo>
                  <a:cubicBezTo>
                    <a:pt x="214" y="298"/>
                    <a:pt x="214" y="298"/>
                    <a:pt x="214" y="298"/>
                  </a:cubicBezTo>
                  <a:cubicBezTo>
                    <a:pt x="215" y="298"/>
                    <a:pt x="214" y="299"/>
                    <a:pt x="215" y="299"/>
                  </a:cubicBezTo>
                  <a:cubicBezTo>
                    <a:pt x="215" y="297"/>
                    <a:pt x="215" y="298"/>
                    <a:pt x="216" y="297"/>
                  </a:cubicBezTo>
                  <a:cubicBezTo>
                    <a:pt x="215" y="298"/>
                    <a:pt x="215" y="298"/>
                    <a:pt x="215" y="298"/>
                  </a:cubicBezTo>
                  <a:cubicBezTo>
                    <a:pt x="216" y="296"/>
                    <a:pt x="216" y="296"/>
                    <a:pt x="216" y="296"/>
                  </a:cubicBezTo>
                  <a:cubicBezTo>
                    <a:pt x="216" y="297"/>
                    <a:pt x="216" y="297"/>
                    <a:pt x="216" y="297"/>
                  </a:cubicBezTo>
                  <a:cubicBezTo>
                    <a:pt x="215" y="299"/>
                    <a:pt x="215" y="299"/>
                    <a:pt x="215" y="299"/>
                  </a:cubicBezTo>
                  <a:cubicBezTo>
                    <a:pt x="215" y="300"/>
                    <a:pt x="216" y="297"/>
                    <a:pt x="216" y="297"/>
                  </a:cubicBezTo>
                  <a:cubicBezTo>
                    <a:pt x="217" y="296"/>
                    <a:pt x="216" y="297"/>
                    <a:pt x="216" y="298"/>
                  </a:cubicBezTo>
                  <a:cubicBezTo>
                    <a:pt x="216" y="298"/>
                    <a:pt x="216" y="297"/>
                    <a:pt x="216" y="298"/>
                  </a:cubicBezTo>
                  <a:cubicBezTo>
                    <a:pt x="215" y="299"/>
                    <a:pt x="216" y="298"/>
                    <a:pt x="215" y="299"/>
                  </a:cubicBezTo>
                  <a:cubicBezTo>
                    <a:pt x="215" y="299"/>
                    <a:pt x="216" y="297"/>
                    <a:pt x="216" y="298"/>
                  </a:cubicBezTo>
                  <a:cubicBezTo>
                    <a:pt x="216" y="298"/>
                    <a:pt x="217" y="298"/>
                    <a:pt x="216" y="299"/>
                  </a:cubicBezTo>
                  <a:cubicBezTo>
                    <a:pt x="216" y="298"/>
                    <a:pt x="216" y="299"/>
                    <a:pt x="217" y="298"/>
                  </a:cubicBezTo>
                  <a:cubicBezTo>
                    <a:pt x="217" y="298"/>
                    <a:pt x="217" y="297"/>
                    <a:pt x="217" y="296"/>
                  </a:cubicBezTo>
                  <a:cubicBezTo>
                    <a:pt x="218" y="296"/>
                    <a:pt x="218" y="296"/>
                    <a:pt x="218" y="296"/>
                  </a:cubicBezTo>
                  <a:cubicBezTo>
                    <a:pt x="217" y="297"/>
                    <a:pt x="217" y="297"/>
                    <a:pt x="217" y="297"/>
                  </a:cubicBezTo>
                  <a:cubicBezTo>
                    <a:pt x="218" y="296"/>
                    <a:pt x="218" y="297"/>
                    <a:pt x="218" y="296"/>
                  </a:cubicBezTo>
                  <a:cubicBezTo>
                    <a:pt x="217" y="298"/>
                    <a:pt x="217" y="298"/>
                    <a:pt x="217" y="298"/>
                  </a:cubicBezTo>
                  <a:cubicBezTo>
                    <a:pt x="218" y="297"/>
                    <a:pt x="218" y="297"/>
                    <a:pt x="219" y="297"/>
                  </a:cubicBezTo>
                  <a:cubicBezTo>
                    <a:pt x="218" y="298"/>
                    <a:pt x="216" y="300"/>
                    <a:pt x="216" y="300"/>
                  </a:cubicBezTo>
                  <a:cubicBezTo>
                    <a:pt x="218" y="299"/>
                    <a:pt x="218" y="299"/>
                    <a:pt x="218" y="299"/>
                  </a:cubicBezTo>
                  <a:cubicBezTo>
                    <a:pt x="218" y="299"/>
                    <a:pt x="218" y="299"/>
                    <a:pt x="217" y="300"/>
                  </a:cubicBezTo>
                  <a:cubicBezTo>
                    <a:pt x="217" y="301"/>
                    <a:pt x="220" y="296"/>
                    <a:pt x="220" y="298"/>
                  </a:cubicBezTo>
                  <a:cubicBezTo>
                    <a:pt x="218" y="299"/>
                    <a:pt x="218" y="299"/>
                    <a:pt x="218" y="300"/>
                  </a:cubicBezTo>
                  <a:cubicBezTo>
                    <a:pt x="219" y="299"/>
                    <a:pt x="219" y="299"/>
                    <a:pt x="219" y="299"/>
                  </a:cubicBezTo>
                  <a:cubicBezTo>
                    <a:pt x="219" y="298"/>
                    <a:pt x="218" y="300"/>
                    <a:pt x="219" y="299"/>
                  </a:cubicBezTo>
                  <a:cubicBezTo>
                    <a:pt x="219" y="298"/>
                    <a:pt x="219" y="298"/>
                    <a:pt x="220" y="298"/>
                  </a:cubicBezTo>
                  <a:cubicBezTo>
                    <a:pt x="217" y="301"/>
                    <a:pt x="219" y="300"/>
                    <a:pt x="218" y="301"/>
                  </a:cubicBezTo>
                  <a:cubicBezTo>
                    <a:pt x="220" y="300"/>
                    <a:pt x="219" y="301"/>
                    <a:pt x="219" y="301"/>
                  </a:cubicBezTo>
                  <a:cubicBezTo>
                    <a:pt x="217" y="302"/>
                    <a:pt x="220" y="301"/>
                    <a:pt x="218" y="302"/>
                  </a:cubicBezTo>
                  <a:cubicBezTo>
                    <a:pt x="221" y="300"/>
                    <a:pt x="221" y="300"/>
                    <a:pt x="221" y="300"/>
                  </a:cubicBezTo>
                  <a:cubicBezTo>
                    <a:pt x="219" y="301"/>
                    <a:pt x="224" y="299"/>
                    <a:pt x="222" y="300"/>
                  </a:cubicBezTo>
                  <a:cubicBezTo>
                    <a:pt x="221" y="301"/>
                    <a:pt x="220" y="301"/>
                    <a:pt x="220" y="301"/>
                  </a:cubicBezTo>
                  <a:cubicBezTo>
                    <a:pt x="217" y="303"/>
                    <a:pt x="222" y="301"/>
                    <a:pt x="219" y="302"/>
                  </a:cubicBezTo>
                  <a:cubicBezTo>
                    <a:pt x="223" y="301"/>
                    <a:pt x="223" y="301"/>
                    <a:pt x="223" y="301"/>
                  </a:cubicBezTo>
                  <a:cubicBezTo>
                    <a:pt x="222" y="302"/>
                    <a:pt x="221" y="302"/>
                    <a:pt x="220" y="303"/>
                  </a:cubicBezTo>
                  <a:cubicBezTo>
                    <a:pt x="221" y="302"/>
                    <a:pt x="221" y="302"/>
                    <a:pt x="221" y="303"/>
                  </a:cubicBezTo>
                  <a:cubicBezTo>
                    <a:pt x="220" y="303"/>
                    <a:pt x="220" y="303"/>
                    <a:pt x="220" y="303"/>
                  </a:cubicBezTo>
                  <a:cubicBezTo>
                    <a:pt x="219" y="303"/>
                    <a:pt x="220" y="303"/>
                    <a:pt x="221" y="303"/>
                  </a:cubicBezTo>
                  <a:cubicBezTo>
                    <a:pt x="219" y="303"/>
                    <a:pt x="221" y="304"/>
                    <a:pt x="219" y="304"/>
                  </a:cubicBezTo>
                  <a:cubicBezTo>
                    <a:pt x="222" y="304"/>
                    <a:pt x="218" y="304"/>
                    <a:pt x="222" y="304"/>
                  </a:cubicBezTo>
                  <a:cubicBezTo>
                    <a:pt x="221" y="304"/>
                    <a:pt x="221" y="304"/>
                    <a:pt x="221" y="304"/>
                  </a:cubicBezTo>
                  <a:cubicBezTo>
                    <a:pt x="222" y="304"/>
                    <a:pt x="223" y="304"/>
                    <a:pt x="224" y="305"/>
                  </a:cubicBezTo>
                  <a:cubicBezTo>
                    <a:pt x="222" y="305"/>
                    <a:pt x="222" y="305"/>
                    <a:pt x="222" y="305"/>
                  </a:cubicBezTo>
                  <a:cubicBezTo>
                    <a:pt x="221" y="305"/>
                    <a:pt x="221" y="305"/>
                    <a:pt x="221" y="305"/>
                  </a:cubicBezTo>
                  <a:cubicBezTo>
                    <a:pt x="221" y="305"/>
                    <a:pt x="221" y="304"/>
                    <a:pt x="221" y="304"/>
                  </a:cubicBezTo>
                  <a:cubicBezTo>
                    <a:pt x="221" y="304"/>
                    <a:pt x="221" y="305"/>
                    <a:pt x="221" y="305"/>
                  </a:cubicBezTo>
                  <a:cubicBezTo>
                    <a:pt x="219" y="305"/>
                    <a:pt x="221" y="305"/>
                    <a:pt x="220" y="305"/>
                  </a:cubicBezTo>
                  <a:cubicBezTo>
                    <a:pt x="222" y="305"/>
                    <a:pt x="220" y="305"/>
                    <a:pt x="221" y="305"/>
                  </a:cubicBezTo>
                  <a:cubicBezTo>
                    <a:pt x="221" y="305"/>
                    <a:pt x="221" y="305"/>
                    <a:pt x="221" y="305"/>
                  </a:cubicBezTo>
                  <a:cubicBezTo>
                    <a:pt x="221" y="306"/>
                    <a:pt x="222" y="306"/>
                    <a:pt x="222" y="306"/>
                  </a:cubicBezTo>
                  <a:cubicBezTo>
                    <a:pt x="222" y="306"/>
                    <a:pt x="221" y="305"/>
                    <a:pt x="221" y="305"/>
                  </a:cubicBezTo>
                  <a:cubicBezTo>
                    <a:pt x="222" y="305"/>
                    <a:pt x="222" y="305"/>
                    <a:pt x="222" y="305"/>
                  </a:cubicBezTo>
                  <a:cubicBezTo>
                    <a:pt x="223" y="306"/>
                    <a:pt x="223" y="306"/>
                    <a:pt x="223" y="306"/>
                  </a:cubicBezTo>
                  <a:cubicBezTo>
                    <a:pt x="223" y="306"/>
                    <a:pt x="222" y="306"/>
                    <a:pt x="222" y="306"/>
                  </a:cubicBezTo>
                  <a:cubicBezTo>
                    <a:pt x="222" y="306"/>
                    <a:pt x="221" y="306"/>
                    <a:pt x="222" y="306"/>
                  </a:cubicBezTo>
                  <a:cubicBezTo>
                    <a:pt x="221" y="306"/>
                    <a:pt x="221" y="306"/>
                    <a:pt x="221" y="306"/>
                  </a:cubicBezTo>
                  <a:cubicBezTo>
                    <a:pt x="220" y="306"/>
                    <a:pt x="221" y="306"/>
                    <a:pt x="221" y="306"/>
                  </a:cubicBezTo>
                  <a:cubicBezTo>
                    <a:pt x="221" y="306"/>
                    <a:pt x="221" y="306"/>
                    <a:pt x="221" y="306"/>
                  </a:cubicBezTo>
                  <a:cubicBezTo>
                    <a:pt x="221" y="306"/>
                    <a:pt x="221" y="306"/>
                    <a:pt x="221" y="306"/>
                  </a:cubicBezTo>
                  <a:cubicBezTo>
                    <a:pt x="221" y="306"/>
                    <a:pt x="221" y="306"/>
                    <a:pt x="221" y="306"/>
                  </a:cubicBezTo>
                  <a:cubicBezTo>
                    <a:pt x="221" y="306"/>
                    <a:pt x="221" y="306"/>
                    <a:pt x="221" y="306"/>
                  </a:cubicBezTo>
                  <a:cubicBezTo>
                    <a:pt x="221" y="306"/>
                    <a:pt x="221" y="306"/>
                    <a:pt x="221" y="306"/>
                  </a:cubicBezTo>
                  <a:cubicBezTo>
                    <a:pt x="221" y="306"/>
                    <a:pt x="221" y="306"/>
                    <a:pt x="221" y="306"/>
                  </a:cubicBezTo>
                  <a:cubicBezTo>
                    <a:pt x="221" y="307"/>
                    <a:pt x="221" y="307"/>
                    <a:pt x="222" y="307"/>
                  </a:cubicBezTo>
                  <a:cubicBezTo>
                    <a:pt x="222" y="307"/>
                    <a:pt x="221" y="307"/>
                    <a:pt x="221" y="307"/>
                  </a:cubicBezTo>
                  <a:cubicBezTo>
                    <a:pt x="221" y="307"/>
                    <a:pt x="221" y="307"/>
                    <a:pt x="221" y="307"/>
                  </a:cubicBezTo>
                  <a:cubicBezTo>
                    <a:pt x="222" y="307"/>
                    <a:pt x="222" y="307"/>
                    <a:pt x="222" y="307"/>
                  </a:cubicBezTo>
                  <a:cubicBezTo>
                    <a:pt x="222" y="307"/>
                    <a:pt x="222" y="307"/>
                    <a:pt x="222" y="307"/>
                  </a:cubicBezTo>
                  <a:cubicBezTo>
                    <a:pt x="222" y="307"/>
                    <a:pt x="222" y="307"/>
                    <a:pt x="222" y="307"/>
                  </a:cubicBezTo>
                  <a:cubicBezTo>
                    <a:pt x="222" y="307"/>
                    <a:pt x="222" y="307"/>
                    <a:pt x="222" y="307"/>
                  </a:cubicBezTo>
                  <a:cubicBezTo>
                    <a:pt x="222" y="307"/>
                    <a:pt x="222" y="307"/>
                    <a:pt x="222" y="307"/>
                  </a:cubicBezTo>
                  <a:cubicBezTo>
                    <a:pt x="222" y="307"/>
                    <a:pt x="222" y="307"/>
                    <a:pt x="222" y="307"/>
                  </a:cubicBezTo>
                  <a:cubicBezTo>
                    <a:pt x="222" y="307"/>
                    <a:pt x="222" y="307"/>
                    <a:pt x="222" y="307"/>
                  </a:cubicBezTo>
                  <a:cubicBezTo>
                    <a:pt x="222" y="307"/>
                    <a:pt x="222" y="307"/>
                    <a:pt x="222" y="307"/>
                  </a:cubicBezTo>
                  <a:cubicBezTo>
                    <a:pt x="222" y="307"/>
                    <a:pt x="222" y="307"/>
                    <a:pt x="222" y="307"/>
                  </a:cubicBezTo>
                  <a:cubicBezTo>
                    <a:pt x="222" y="307"/>
                    <a:pt x="222" y="307"/>
                    <a:pt x="222" y="307"/>
                  </a:cubicBezTo>
                  <a:cubicBezTo>
                    <a:pt x="222" y="307"/>
                    <a:pt x="222" y="307"/>
                    <a:pt x="222" y="307"/>
                  </a:cubicBezTo>
                  <a:cubicBezTo>
                    <a:pt x="222" y="307"/>
                    <a:pt x="222" y="307"/>
                    <a:pt x="222" y="307"/>
                  </a:cubicBezTo>
                  <a:cubicBezTo>
                    <a:pt x="222" y="308"/>
                    <a:pt x="222" y="308"/>
                    <a:pt x="222" y="309"/>
                  </a:cubicBezTo>
                  <a:cubicBezTo>
                    <a:pt x="222" y="307"/>
                    <a:pt x="222" y="307"/>
                    <a:pt x="222" y="307"/>
                  </a:cubicBezTo>
                  <a:cubicBezTo>
                    <a:pt x="222" y="308"/>
                    <a:pt x="222" y="308"/>
                    <a:pt x="222" y="309"/>
                  </a:cubicBezTo>
                  <a:cubicBezTo>
                    <a:pt x="222" y="310"/>
                    <a:pt x="222" y="309"/>
                    <a:pt x="222" y="309"/>
                  </a:cubicBezTo>
                  <a:cubicBezTo>
                    <a:pt x="222" y="310"/>
                    <a:pt x="222" y="312"/>
                    <a:pt x="222" y="311"/>
                  </a:cubicBezTo>
                  <a:cubicBezTo>
                    <a:pt x="222" y="311"/>
                    <a:pt x="222" y="311"/>
                    <a:pt x="222" y="311"/>
                  </a:cubicBezTo>
                  <a:cubicBezTo>
                    <a:pt x="222" y="311"/>
                    <a:pt x="222" y="312"/>
                    <a:pt x="221" y="312"/>
                  </a:cubicBezTo>
                  <a:cubicBezTo>
                    <a:pt x="221" y="311"/>
                    <a:pt x="221" y="311"/>
                    <a:pt x="221" y="310"/>
                  </a:cubicBezTo>
                  <a:cubicBezTo>
                    <a:pt x="221" y="308"/>
                    <a:pt x="221" y="309"/>
                    <a:pt x="220" y="309"/>
                  </a:cubicBezTo>
                  <a:cubicBezTo>
                    <a:pt x="220" y="310"/>
                    <a:pt x="220" y="310"/>
                    <a:pt x="220" y="310"/>
                  </a:cubicBezTo>
                  <a:cubicBezTo>
                    <a:pt x="220" y="311"/>
                    <a:pt x="220" y="309"/>
                    <a:pt x="220" y="309"/>
                  </a:cubicBezTo>
                  <a:cubicBezTo>
                    <a:pt x="219" y="314"/>
                    <a:pt x="219" y="314"/>
                    <a:pt x="219" y="314"/>
                  </a:cubicBezTo>
                  <a:cubicBezTo>
                    <a:pt x="219" y="313"/>
                    <a:pt x="219" y="311"/>
                    <a:pt x="219" y="310"/>
                  </a:cubicBezTo>
                  <a:cubicBezTo>
                    <a:pt x="219" y="311"/>
                    <a:pt x="218" y="314"/>
                    <a:pt x="217" y="315"/>
                  </a:cubicBezTo>
                  <a:cubicBezTo>
                    <a:pt x="217" y="315"/>
                    <a:pt x="216" y="316"/>
                    <a:pt x="216" y="316"/>
                  </a:cubicBezTo>
                  <a:cubicBezTo>
                    <a:pt x="216" y="314"/>
                    <a:pt x="216" y="316"/>
                    <a:pt x="216" y="315"/>
                  </a:cubicBezTo>
                  <a:cubicBezTo>
                    <a:pt x="216" y="313"/>
                    <a:pt x="216" y="313"/>
                    <a:pt x="216" y="313"/>
                  </a:cubicBezTo>
                  <a:cubicBezTo>
                    <a:pt x="217" y="313"/>
                    <a:pt x="217" y="311"/>
                    <a:pt x="217" y="310"/>
                  </a:cubicBezTo>
                  <a:cubicBezTo>
                    <a:pt x="217" y="311"/>
                    <a:pt x="216" y="309"/>
                    <a:pt x="216" y="309"/>
                  </a:cubicBezTo>
                  <a:cubicBezTo>
                    <a:pt x="215" y="312"/>
                    <a:pt x="215" y="310"/>
                    <a:pt x="214" y="313"/>
                  </a:cubicBezTo>
                  <a:cubicBezTo>
                    <a:pt x="214" y="313"/>
                    <a:pt x="214" y="311"/>
                    <a:pt x="214" y="310"/>
                  </a:cubicBezTo>
                  <a:cubicBezTo>
                    <a:pt x="213" y="311"/>
                    <a:pt x="213" y="310"/>
                    <a:pt x="212" y="310"/>
                  </a:cubicBezTo>
                  <a:cubicBezTo>
                    <a:pt x="213" y="310"/>
                    <a:pt x="213" y="310"/>
                    <a:pt x="213" y="310"/>
                  </a:cubicBezTo>
                  <a:cubicBezTo>
                    <a:pt x="212" y="310"/>
                    <a:pt x="211" y="309"/>
                    <a:pt x="210" y="312"/>
                  </a:cubicBezTo>
                  <a:cubicBezTo>
                    <a:pt x="211" y="310"/>
                    <a:pt x="211" y="310"/>
                    <a:pt x="211" y="310"/>
                  </a:cubicBezTo>
                  <a:cubicBezTo>
                    <a:pt x="210" y="309"/>
                    <a:pt x="210" y="313"/>
                    <a:pt x="209" y="312"/>
                  </a:cubicBezTo>
                  <a:cubicBezTo>
                    <a:pt x="210" y="310"/>
                    <a:pt x="210" y="310"/>
                    <a:pt x="210" y="310"/>
                  </a:cubicBezTo>
                  <a:cubicBezTo>
                    <a:pt x="209" y="312"/>
                    <a:pt x="209" y="309"/>
                    <a:pt x="208" y="311"/>
                  </a:cubicBezTo>
                  <a:cubicBezTo>
                    <a:pt x="209" y="310"/>
                    <a:pt x="209" y="310"/>
                    <a:pt x="209" y="310"/>
                  </a:cubicBezTo>
                  <a:cubicBezTo>
                    <a:pt x="208" y="310"/>
                    <a:pt x="208" y="310"/>
                    <a:pt x="207" y="311"/>
                  </a:cubicBezTo>
                  <a:cubicBezTo>
                    <a:pt x="208" y="309"/>
                    <a:pt x="208" y="309"/>
                    <a:pt x="208" y="309"/>
                  </a:cubicBezTo>
                  <a:cubicBezTo>
                    <a:pt x="208" y="308"/>
                    <a:pt x="207" y="311"/>
                    <a:pt x="207" y="311"/>
                  </a:cubicBezTo>
                  <a:cubicBezTo>
                    <a:pt x="207" y="310"/>
                    <a:pt x="207" y="309"/>
                    <a:pt x="207" y="309"/>
                  </a:cubicBezTo>
                  <a:cubicBezTo>
                    <a:pt x="206" y="310"/>
                    <a:pt x="206" y="310"/>
                    <a:pt x="205" y="311"/>
                  </a:cubicBezTo>
                  <a:cubicBezTo>
                    <a:pt x="206" y="309"/>
                    <a:pt x="206" y="309"/>
                    <a:pt x="206" y="309"/>
                  </a:cubicBezTo>
                  <a:cubicBezTo>
                    <a:pt x="203" y="308"/>
                    <a:pt x="201" y="307"/>
                    <a:pt x="199" y="309"/>
                  </a:cubicBezTo>
                  <a:cubicBezTo>
                    <a:pt x="199" y="306"/>
                    <a:pt x="199" y="308"/>
                    <a:pt x="199" y="306"/>
                  </a:cubicBezTo>
                  <a:cubicBezTo>
                    <a:pt x="199" y="308"/>
                    <a:pt x="199" y="306"/>
                    <a:pt x="198" y="307"/>
                  </a:cubicBezTo>
                  <a:close/>
                  <a:moveTo>
                    <a:pt x="221" y="306"/>
                  </a:moveTo>
                  <a:cubicBezTo>
                    <a:pt x="221" y="306"/>
                    <a:pt x="222" y="306"/>
                    <a:pt x="222" y="306"/>
                  </a:cubicBezTo>
                  <a:cubicBezTo>
                    <a:pt x="222" y="306"/>
                    <a:pt x="222" y="306"/>
                    <a:pt x="222" y="306"/>
                  </a:cubicBezTo>
                  <a:cubicBezTo>
                    <a:pt x="222" y="306"/>
                    <a:pt x="222" y="306"/>
                    <a:pt x="222" y="306"/>
                  </a:cubicBezTo>
                  <a:cubicBezTo>
                    <a:pt x="222" y="306"/>
                    <a:pt x="222" y="306"/>
                    <a:pt x="222" y="306"/>
                  </a:cubicBezTo>
                  <a:cubicBezTo>
                    <a:pt x="222" y="306"/>
                    <a:pt x="222" y="307"/>
                    <a:pt x="222" y="307"/>
                  </a:cubicBezTo>
                  <a:cubicBezTo>
                    <a:pt x="222" y="307"/>
                    <a:pt x="222" y="307"/>
                    <a:pt x="222" y="307"/>
                  </a:cubicBezTo>
                  <a:cubicBezTo>
                    <a:pt x="222" y="307"/>
                    <a:pt x="222" y="306"/>
                    <a:pt x="222" y="306"/>
                  </a:cubicBezTo>
                  <a:cubicBezTo>
                    <a:pt x="222" y="306"/>
                    <a:pt x="221" y="306"/>
                    <a:pt x="221" y="306"/>
                  </a:cubicBezTo>
                  <a:close/>
                  <a:moveTo>
                    <a:pt x="222" y="306"/>
                  </a:moveTo>
                  <a:cubicBezTo>
                    <a:pt x="222" y="306"/>
                    <a:pt x="222" y="306"/>
                    <a:pt x="222" y="306"/>
                  </a:cubicBezTo>
                  <a:cubicBezTo>
                    <a:pt x="221" y="306"/>
                    <a:pt x="221" y="306"/>
                    <a:pt x="221" y="306"/>
                  </a:cubicBezTo>
                  <a:cubicBezTo>
                    <a:pt x="222" y="306"/>
                    <a:pt x="222" y="306"/>
                    <a:pt x="222" y="306"/>
                  </a:cubicBezTo>
                  <a:close/>
                  <a:moveTo>
                    <a:pt x="222" y="307"/>
                  </a:moveTo>
                  <a:cubicBezTo>
                    <a:pt x="222" y="307"/>
                    <a:pt x="222" y="307"/>
                    <a:pt x="222" y="307"/>
                  </a:cubicBezTo>
                  <a:cubicBezTo>
                    <a:pt x="222" y="307"/>
                    <a:pt x="222" y="307"/>
                    <a:pt x="222" y="307"/>
                  </a:cubicBezTo>
                  <a:cubicBezTo>
                    <a:pt x="222" y="307"/>
                    <a:pt x="222" y="307"/>
                    <a:pt x="222" y="307"/>
                  </a:cubicBezTo>
                  <a:cubicBezTo>
                    <a:pt x="222" y="307"/>
                    <a:pt x="222" y="307"/>
                    <a:pt x="222" y="307"/>
                  </a:cubicBezTo>
                  <a:close/>
                  <a:moveTo>
                    <a:pt x="222" y="307"/>
                  </a:moveTo>
                  <a:cubicBezTo>
                    <a:pt x="222" y="307"/>
                    <a:pt x="222" y="307"/>
                    <a:pt x="222" y="307"/>
                  </a:cubicBezTo>
                  <a:cubicBezTo>
                    <a:pt x="222" y="307"/>
                    <a:pt x="222" y="307"/>
                    <a:pt x="222" y="307"/>
                  </a:cubicBezTo>
                  <a:cubicBezTo>
                    <a:pt x="222" y="307"/>
                    <a:pt x="222" y="307"/>
                    <a:pt x="222" y="307"/>
                  </a:cubicBezTo>
                  <a:close/>
                  <a:moveTo>
                    <a:pt x="222" y="307"/>
                  </a:moveTo>
                  <a:cubicBezTo>
                    <a:pt x="222" y="307"/>
                    <a:pt x="222" y="307"/>
                    <a:pt x="222" y="307"/>
                  </a:cubicBezTo>
                  <a:cubicBezTo>
                    <a:pt x="222" y="306"/>
                    <a:pt x="222" y="307"/>
                    <a:pt x="222" y="307"/>
                  </a:cubicBezTo>
                  <a:close/>
                  <a:moveTo>
                    <a:pt x="382" y="181"/>
                  </a:moveTo>
                  <a:cubicBezTo>
                    <a:pt x="383" y="179"/>
                    <a:pt x="383" y="179"/>
                    <a:pt x="383" y="179"/>
                  </a:cubicBezTo>
                  <a:cubicBezTo>
                    <a:pt x="384" y="180"/>
                    <a:pt x="384" y="181"/>
                    <a:pt x="384" y="182"/>
                  </a:cubicBezTo>
                  <a:cubicBezTo>
                    <a:pt x="385" y="180"/>
                    <a:pt x="387" y="181"/>
                    <a:pt x="387" y="180"/>
                  </a:cubicBezTo>
                  <a:cubicBezTo>
                    <a:pt x="388" y="180"/>
                    <a:pt x="387" y="181"/>
                    <a:pt x="387" y="181"/>
                  </a:cubicBezTo>
                  <a:cubicBezTo>
                    <a:pt x="388" y="181"/>
                    <a:pt x="391" y="180"/>
                    <a:pt x="392" y="181"/>
                  </a:cubicBezTo>
                  <a:cubicBezTo>
                    <a:pt x="391" y="182"/>
                    <a:pt x="391" y="182"/>
                    <a:pt x="391" y="182"/>
                  </a:cubicBezTo>
                  <a:cubicBezTo>
                    <a:pt x="393" y="184"/>
                    <a:pt x="393" y="186"/>
                    <a:pt x="393" y="188"/>
                  </a:cubicBezTo>
                  <a:cubicBezTo>
                    <a:pt x="389" y="186"/>
                    <a:pt x="384" y="185"/>
                    <a:pt x="380" y="183"/>
                  </a:cubicBezTo>
                  <a:cubicBezTo>
                    <a:pt x="381" y="183"/>
                    <a:pt x="382" y="183"/>
                    <a:pt x="382" y="181"/>
                  </a:cubicBezTo>
                  <a:close/>
                  <a:moveTo>
                    <a:pt x="262" y="151"/>
                  </a:moveTo>
                  <a:cubicBezTo>
                    <a:pt x="262" y="150"/>
                    <a:pt x="262" y="150"/>
                    <a:pt x="262" y="150"/>
                  </a:cubicBezTo>
                  <a:cubicBezTo>
                    <a:pt x="262" y="150"/>
                    <a:pt x="262" y="150"/>
                    <a:pt x="262" y="150"/>
                  </a:cubicBezTo>
                  <a:cubicBezTo>
                    <a:pt x="263" y="148"/>
                    <a:pt x="264" y="146"/>
                    <a:pt x="264" y="144"/>
                  </a:cubicBezTo>
                  <a:cubicBezTo>
                    <a:pt x="265" y="144"/>
                    <a:pt x="265" y="145"/>
                    <a:pt x="265" y="146"/>
                  </a:cubicBezTo>
                  <a:cubicBezTo>
                    <a:pt x="267" y="141"/>
                    <a:pt x="267" y="135"/>
                    <a:pt x="267" y="130"/>
                  </a:cubicBezTo>
                  <a:cubicBezTo>
                    <a:pt x="268" y="130"/>
                    <a:pt x="268" y="131"/>
                    <a:pt x="269" y="133"/>
                  </a:cubicBezTo>
                  <a:cubicBezTo>
                    <a:pt x="271" y="128"/>
                    <a:pt x="267" y="127"/>
                    <a:pt x="269" y="122"/>
                  </a:cubicBezTo>
                  <a:cubicBezTo>
                    <a:pt x="270" y="121"/>
                    <a:pt x="271" y="118"/>
                    <a:pt x="271" y="119"/>
                  </a:cubicBezTo>
                  <a:cubicBezTo>
                    <a:pt x="271" y="117"/>
                    <a:pt x="272" y="109"/>
                    <a:pt x="271" y="107"/>
                  </a:cubicBezTo>
                  <a:cubicBezTo>
                    <a:pt x="272" y="106"/>
                    <a:pt x="272" y="105"/>
                    <a:pt x="273" y="103"/>
                  </a:cubicBezTo>
                  <a:cubicBezTo>
                    <a:pt x="274" y="104"/>
                    <a:pt x="274" y="105"/>
                    <a:pt x="275" y="107"/>
                  </a:cubicBezTo>
                  <a:cubicBezTo>
                    <a:pt x="274" y="107"/>
                    <a:pt x="273" y="107"/>
                    <a:pt x="272" y="107"/>
                  </a:cubicBezTo>
                  <a:cubicBezTo>
                    <a:pt x="272" y="107"/>
                    <a:pt x="272" y="107"/>
                    <a:pt x="272" y="107"/>
                  </a:cubicBezTo>
                  <a:cubicBezTo>
                    <a:pt x="272" y="107"/>
                    <a:pt x="272" y="107"/>
                    <a:pt x="272" y="107"/>
                  </a:cubicBezTo>
                  <a:cubicBezTo>
                    <a:pt x="272" y="108"/>
                    <a:pt x="272" y="108"/>
                    <a:pt x="272" y="108"/>
                  </a:cubicBezTo>
                  <a:cubicBezTo>
                    <a:pt x="272" y="111"/>
                    <a:pt x="272" y="111"/>
                    <a:pt x="272" y="111"/>
                  </a:cubicBezTo>
                  <a:cubicBezTo>
                    <a:pt x="272" y="120"/>
                    <a:pt x="272" y="120"/>
                    <a:pt x="272" y="120"/>
                  </a:cubicBezTo>
                  <a:cubicBezTo>
                    <a:pt x="272" y="133"/>
                    <a:pt x="272" y="145"/>
                    <a:pt x="271" y="156"/>
                  </a:cubicBezTo>
                  <a:cubicBezTo>
                    <a:pt x="271" y="160"/>
                    <a:pt x="271" y="162"/>
                    <a:pt x="270" y="164"/>
                  </a:cubicBezTo>
                  <a:cubicBezTo>
                    <a:pt x="268" y="161"/>
                    <a:pt x="265" y="157"/>
                    <a:pt x="265" y="152"/>
                  </a:cubicBezTo>
                  <a:cubicBezTo>
                    <a:pt x="265" y="155"/>
                    <a:pt x="263" y="153"/>
                    <a:pt x="262" y="151"/>
                  </a:cubicBezTo>
                  <a:cubicBezTo>
                    <a:pt x="262" y="151"/>
                    <a:pt x="262" y="151"/>
                    <a:pt x="262" y="151"/>
                  </a:cubicBezTo>
                  <a:close/>
                  <a:moveTo>
                    <a:pt x="212" y="121"/>
                  </a:moveTo>
                  <a:cubicBezTo>
                    <a:pt x="212" y="118"/>
                    <a:pt x="212" y="116"/>
                    <a:pt x="213" y="114"/>
                  </a:cubicBezTo>
                  <a:cubicBezTo>
                    <a:pt x="215" y="119"/>
                    <a:pt x="215" y="127"/>
                    <a:pt x="213" y="134"/>
                  </a:cubicBezTo>
                  <a:cubicBezTo>
                    <a:pt x="212" y="129"/>
                    <a:pt x="211" y="125"/>
                    <a:pt x="212" y="121"/>
                  </a:cubicBezTo>
                  <a:close/>
                  <a:moveTo>
                    <a:pt x="191" y="185"/>
                  </a:moveTo>
                  <a:cubicBezTo>
                    <a:pt x="191" y="185"/>
                    <a:pt x="191" y="184"/>
                    <a:pt x="191" y="185"/>
                  </a:cubicBezTo>
                  <a:cubicBezTo>
                    <a:pt x="190" y="185"/>
                    <a:pt x="190" y="184"/>
                    <a:pt x="190" y="184"/>
                  </a:cubicBezTo>
                  <a:cubicBezTo>
                    <a:pt x="190" y="184"/>
                    <a:pt x="191" y="184"/>
                    <a:pt x="191" y="185"/>
                  </a:cubicBezTo>
                  <a:close/>
                  <a:moveTo>
                    <a:pt x="148" y="192"/>
                  </a:moveTo>
                  <a:cubicBezTo>
                    <a:pt x="148" y="191"/>
                    <a:pt x="148" y="192"/>
                    <a:pt x="148" y="192"/>
                  </a:cubicBezTo>
                  <a:cubicBezTo>
                    <a:pt x="148" y="192"/>
                    <a:pt x="148" y="192"/>
                    <a:pt x="148" y="191"/>
                  </a:cubicBezTo>
                  <a:cubicBezTo>
                    <a:pt x="148" y="191"/>
                    <a:pt x="148" y="192"/>
                    <a:pt x="148" y="192"/>
                  </a:cubicBezTo>
                  <a:close/>
                  <a:moveTo>
                    <a:pt x="134" y="148"/>
                  </a:moveTo>
                  <a:cubicBezTo>
                    <a:pt x="136" y="149"/>
                    <a:pt x="136" y="149"/>
                    <a:pt x="136" y="149"/>
                  </a:cubicBezTo>
                  <a:cubicBezTo>
                    <a:pt x="135" y="142"/>
                    <a:pt x="136" y="133"/>
                    <a:pt x="139" y="125"/>
                  </a:cubicBezTo>
                  <a:cubicBezTo>
                    <a:pt x="140" y="124"/>
                    <a:pt x="140" y="124"/>
                    <a:pt x="140" y="124"/>
                  </a:cubicBezTo>
                  <a:cubicBezTo>
                    <a:pt x="140" y="124"/>
                    <a:pt x="140" y="124"/>
                    <a:pt x="139" y="124"/>
                  </a:cubicBezTo>
                  <a:cubicBezTo>
                    <a:pt x="140" y="123"/>
                    <a:pt x="140" y="123"/>
                    <a:pt x="140" y="122"/>
                  </a:cubicBezTo>
                  <a:cubicBezTo>
                    <a:pt x="140" y="121"/>
                    <a:pt x="141" y="120"/>
                    <a:pt x="141" y="120"/>
                  </a:cubicBezTo>
                  <a:cubicBezTo>
                    <a:pt x="142" y="120"/>
                    <a:pt x="142" y="121"/>
                    <a:pt x="142" y="120"/>
                  </a:cubicBezTo>
                  <a:cubicBezTo>
                    <a:pt x="142" y="119"/>
                    <a:pt x="144" y="118"/>
                    <a:pt x="145" y="117"/>
                  </a:cubicBezTo>
                  <a:cubicBezTo>
                    <a:pt x="146" y="117"/>
                    <a:pt x="147" y="118"/>
                    <a:pt x="149" y="118"/>
                  </a:cubicBezTo>
                  <a:cubicBezTo>
                    <a:pt x="142" y="122"/>
                    <a:pt x="144" y="121"/>
                    <a:pt x="149" y="118"/>
                  </a:cubicBezTo>
                  <a:cubicBezTo>
                    <a:pt x="149" y="118"/>
                    <a:pt x="150" y="119"/>
                    <a:pt x="151" y="119"/>
                  </a:cubicBezTo>
                  <a:cubicBezTo>
                    <a:pt x="151" y="121"/>
                    <a:pt x="151" y="121"/>
                    <a:pt x="151" y="121"/>
                  </a:cubicBezTo>
                  <a:cubicBezTo>
                    <a:pt x="152" y="121"/>
                    <a:pt x="154" y="120"/>
                    <a:pt x="155" y="120"/>
                  </a:cubicBezTo>
                  <a:cubicBezTo>
                    <a:pt x="155" y="123"/>
                    <a:pt x="154" y="119"/>
                    <a:pt x="153" y="121"/>
                  </a:cubicBezTo>
                  <a:cubicBezTo>
                    <a:pt x="155" y="129"/>
                    <a:pt x="153" y="139"/>
                    <a:pt x="153" y="149"/>
                  </a:cubicBezTo>
                  <a:cubicBezTo>
                    <a:pt x="154" y="151"/>
                    <a:pt x="154" y="153"/>
                    <a:pt x="155" y="153"/>
                  </a:cubicBezTo>
                  <a:cubicBezTo>
                    <a:pt x="152" y="164"/>
                    <a:pt x="154" y="178"/>
                    <a:pt x="149" y="185"/>
                  </a:cubicBezTo>
                  <a:cubicBezTo>
                    <a:pt x="153" y="184"/>
                    <a:pt x="150" y="189"/>
                    <a:pt x="149" y="191"/>
                  </a:cubicBezTo>
                  <a:cubicBezTo>
                    <a:pt x="148" y="189"/>
                    <a:pt x="146" y="186"/>
                    <a:pt x="144" y="183"/>
                  </a:cubicBezTo>
                  <a:cubicBezTo>
                    <a:pt x="143" y="180"/>
                    <a:pt x="140" y="179"/>
                    <a:pt x="140" y="174"/>
                  </a:cubicBezTo>
                  <a:cubicBezTo>
                    <a:pt x="141" y="170"/>
                    <a:pt x="137" y="163"/>
                    <a:pt x="137" y="158"/>
                  </a:cubicBezTo>
                  <a:cubicBezTo>
                    <a:pt x="136" y="160"/>
                    <a:pt x="133" y="153"/>
                    <a:pt x="134" y="148"/>
                  </a:cubicBezTo>
                  <a:close/>
                  <a:moveTo>
                    <a:pt x="65" y="183"/>
                  </a:moveTo>
                  <a:cubicBezTo>
                    <a:pt x="65" y="185"/>
                    <a:pt x="63" y="186"/>
                    <a:pt x="63" y="187"/>
                  </a:cubicBezTo>
                  <a:cubicBezTo>
                    <a:pt x="63" y="187"/>
                    <a:pt x="63" y="187"/>
                    <a:pt x="63" y="187"/>
                  </a:cubicBezTo>
                  <a:cubicBezTo>
                    <a:pt x="64" y="186"/>
                    <a:pt x="64" y="186"/>
                    <a:pt x="63" y="186"/>
                  </a:cubicBezTo>
                  <a:cubicBezTo>
                    <a:pt x="63" y="184"/>
                    <a:pt x="63" y="184"/>
                    <a:pt x="63" y="184"/>
                  </a:cubicBezTo>
                  <a:cubicBezTo>
                    <a:pt x="64" y="183"/>
                    <a:pt x="65" y="183"/>
                    <a:pt x="65" y="183"/>
                  </a:cubicBezTo>
                  <a:close/>
                  <a:moveTo>
                    <a:pt x="63" y="185"/>
                  </a:moveTo>
                  <a:cubicBezTo>
                    <a:pt x="63" y="185"/>
                    <a:pt x="63" y="186"/>
                    <a:pt x="63" y="186"/>
                  </a:cubicBezTo>
                  <a:cubicBezTo>
                    <a:pt x="62" y="186"/>
                    <a:pt x="62" y="186"/>
                    <a:pt x="63" y="185"/>
                  </a:cubicBezTo>
                  <a:close/>
                  <a:moveTo>
                    <a:pt x="62" y="188"/>
                  </a:moveTo>
                  <a:cubicBezTo>
                    <a:pt x="62" y="188"/>
                    <a:pt x="62" y="188"/>
                    <a:pt x="63" y="187"/>
                  </a:cubicBezTo>
                  <a:cubicBezTo>
                    <a:pt x="63" y="190"/>
                    <a:pt x="64" y="192"/>
                    <a:pt x="64" y="196"/>
                  </a:cubicBezTo>
                  <a:cubicBezTo>
                    <a:pt x="62" y="197"/>
                    <a:pt x="62" y="192"/>
                    <a:pt x="62" y="188"/>
                  </a:cubicBezTo>
                  <a:close/>
                  <a:moveTo>
                    <a:pt x="16" y="210"/>
                  </a:moveTo>
                  <a:cubicBezTo>
                    <a:pt x="16" y="210"/>
                    <a:pt x="16" y="210"/>
                    <a:pt x="16" y="210"/>
                  </a:cubicBezTo>
                  <a:cubicBezTo>
                    <a:pt x="16" y="210"/>
                    <a:pt x="16" y="210"/>
                    <a:pt x="16" y="210"/>
                  </a:cubicBezTo>
                  <a:cubicBezTo>
                    <a:pt x="16" y="210"/>
                    <a:pt x="16" y="210"/>
                    <a:pt x="16" y="210"/>
                  </a:cubicBezTo>
                  <a:close/>
                  <a:moveTo>
                    <a:pt x="17" y="208"/>
                  </a:moveTo>
                  <a:cubicBezTo>
                    <a:pt x="17" y="208"/>
                    <a:pt x="17" y="208"/>
                    <a:pt x="17" y="207"/>
                  </a:cubicBezTo>
                  <a:cubicBezTo>
                    <a:pt x="17" y="207"/>
                    <a:pt x="17" y="206"/>
                    <a:pt x="18" y="206"/>
                  </a:cubicBezTo>
                  <a:cubicBezTo>
                    <a:pt x="18" y="207"/>
                    <a:pt x="18" y="207"/>
                    <a:pt x="18" y="208"/>
                  </a:cubicBezTo>
                  <a:cubicBezTo>
                    <a:pt x="18" y="208"/>
                    <a:pt x="18" y="208"/>
                    <a:pt x="17" y="208"/>
                  </a:cubicBezTo>
                  <a:close/>
                  <a:moveTo>
                    <a:pt x="18" y="212"/>
                  </a:moveTo>
                  <a:cubicBezTo>
                    <a:pt x="18" y="212"/>
                    <a:pt x="18" y="212"/>
                    <a:pt x="18" y="212"/>
                  </a:cubicBezTo>
                  <a:cubicBezTo>
                    <a:pt x="18" y="212"/>
                    <a:pt x="18" y="212"/>
                    <a:pt x="18" y="212"/>
                  </a:cubicBezTo>
                  <a:close/>
                  <a:moveTo>
                    <a:pt x="19" y="213"/>
                  </a:moveTo>
                  <a:cubicBezTo>
                    <a:pt x="19" y="213"/>
                    <a:pt x="19" y="213"/>
                    <a:pt x="19" y="213"/>
                  </a:cubicBezTo>
                  <a:cubicBezTo>
                    <a:pt x="19" y="213"/>
                    <a:pt x="19" y="213"/>
                    <a:pt x="19" y="213"/>
                  </a:cubicBezTo>
                  <a:cubicBezTo>
                    <a:pt x="19" y="213"/>
                    <a:pt x="19" y="213"/>
                    <a:pt x="19" y="213"/>
                  </a:cubicBezTo>
                  <a:close/>
                  <a:moveTo>
                    <a:pt x="20" y="214"/>
                  </a:moveTo>
                  <a:cubicBezTo>
                    <a:pt x="20" y="214"/>
                    <a:pt x="20" y="214"/>
                    <a:pt x="20" y="214"/>
                  </a:cubicBezTo>
                  <a:cubicBezTo>
                    <a:pt x="20" y="214"/>
                    <a:pt x="20" y="214"/>
                    <a:pt x="20" y="214"/>
                  </a:cubicBezTo>
                  <a:cubicBezTo>
                    <a:pt x="20" y="214"/>
                    <a:pt x="20" y="214"/>
                    <a:pt x="21" y="214"/>
                  </a:cubicBezTo>
                  <a:cubicBezTo>
                    <a:pt x="21" y="214"/>
                    <a:pt x="20" y="214"/>
                    <a:pt x="20" y="214"/>
                  </a:cubicBezTo>
                  <a:close/>
                  <a:moveTo>
                    <a:pt x="21" y="217"/>
                  </a:moveTo>
                  <a:cubicBezTo>
                    <a:pt x="21" y="216"/>
                    <a:pt x="21" y="216"/>
                    <a:pt x="21" y="216"/>
                  </a:cubicBezTo>
                  <a:cubicBezTo>
                    <a:pt x="22" y="216"/>
                    <a:pt x="22" y="216"/>
                    <a:pt x="22" y="216"/>
                  </a:cubicBezTo>
                  <a:cubicBezTo>
                    <a:pt x="22" y="216"/>
                    <a:pt x="21" y="216"/>
                    <a:pt x="21" y="217"/>
                  </a:cubicBezTo>
                  <a:close/>
                  <a:moveTo>
                    <a:pt x="21" y="214"/>
                  </a:moveTo>
                  <a:cubicBezTo>
                    <a:pt x="21" y="214"/>
                    <a:pt x="21" y="214"/>
                    <a:pt x="21" y="214"/>
                  </a:cubicBezTo>
                  <a:cubicBezTo>
                    <a:pt x="21" y="214"/>
                    <a:pt x="21" y="214"/>
                    <a:pt x="21" y="214"/>
                  </a:cubicBezTo>
                  <a:cubicBezTo>
                    <a:pt x="21" y="214"/>
                    <a:pt x="21" y="214"/>
                    <a:pt x="21" y="214"/>
                  </a:cubicBezTo>
                  <a:cubicBezTo>
                    <a:pt x="21" y="214"/>
                    <a:pt x="20" y="214"/>
                    <a:pt x="20" y="214"/>
                  </a:cubicBezTo>
                  <a:cubicBezTo>
                    <a:pt x="21" y="214"/>
                    <a:pt x="21" y="214"/>
                    <a:pt x="21" y="214"/>
                  </a:cubicBezTo>
                  <a:cubicBezTo>
                    <a:pt x="21" y="214"/>
                    <a:pt x="21" y="214"/>
                    <a:pt x="21" y="214"/>
                  </a:cubicBezTo>
                  <a:cubicBezTo>
                    <a:pt x="22" y="214"/>
                    <a:pt x="22" y="214"/>
                    <a:pt x="22" y="214"/>
                  </a:cubicBezTo>
                  <a:lnTo>
                    <a:pt x="21" y="214"/>
                  </a:lnTo>
                  <a:close/>
                  <a:moveTo>
                    <a:pt x="122" y="297"/>
                  </a:moveTo>
                  <a:cubicBezTo>
                    <a:pt x="122" y="297"/>
                    <a:pt x="122" y="297"/>
                    <a:pt x="122" y="297"/>
                  </a:cubicBezTo>
                  <a:cubicBezTo>
                    <a:pt x="122" y="297"/>
                    <a:pt x="122" y="297"/>
                    <a:pt x="122" y="297"/>
                  </a:cubicBezTo>
                  <a:close/>
                  <a:moveTo>
                    <a:pt x="123" y="297"/>
                  </a:moveTo>
                  <a:cubicBezTo>
                    <a:pt x="122" y="298"/>
                    <a:pt x="122" y="297"/>
                    <a:pt x="122" y="297"/>
                  </a:cubicBezTo>
                  <a:cubicBezTo>
                    <a:pt x="122" y="297"/>
                    <a:pt x="122" y="297"/>
                    <a:pt x="123" y="297"/>
                  </a:cubicBezTo>
                  <a:cubicBezTo>
                    <a:pt x="123" y="297"/>
                    <a:pt x="123" y="297"/>
                    <a:pt x="123" y="297"/>
                  </a:cubicBezTo>
                  <a:close/>
                  <a:moveTo>
                    <a:pt x="213" y="429"/>
                  </a:moveTo>
                  <a:cubicBezTo>
                    <a:pt x="213" y="429"/>
                    <a:pt x="213" y="429"/>
                    <a:pt x="213" y="429"/>
                  </a:cubicBezTo>
                  <a:cubicBezTo>
                    <a:pt x="213" y="429"/>
                    <a:pt x="213" y="429"/>
                    <a:pt x="213" y="429"/>
                  </a:cubicBezTo>
                  <a:cubicBezTo>
                    <a:pt x="213" y="429"/>
                    <a:pt x="213" y="429"/>
                    <a:pt x="213" y="429"/>
                  </a:cubicBezTo>
                  <a:cubicBezTo>
                    <a:pt x="213" y="429"/>
                    <a:pt x="213" y="429"/>
                    <a:pt x="213" y="42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rgbClr val="34322F"/>
                </a:solidFill>
              </a:endParaRPr>
            </a:p>
          </p:txBody>
        </p:sp>
        <p:sp>
          <p:nvSpPr>
            <p:cNvPr id="102" name="Freeform 437"/>
            <p:cNvSpPr/>
            <p:nvPr>
              <p:custDataLst>
                <p:tags r:id="rId35"/>
              </p:custDataLst>
            </p:nvPr>
          </p:nvSpPr>
          <p:spPr bwMode="auto">
            <a:xfrm>
              <a:off x="3695" y="2760"/>
              <a:ext cx="4" cy="2"/>
            </a:xfrm>
            <a:custGeom>
              <a:avLst/>
              <a:gdLst>
                <a:gd name="T0" fmla="*/ 1 w 2"/>
                <a:gd name="T1" fmla="*/ 0 h 1"/>
                <a:gd name="T2" fmla="*/ 2 w 2"/>
                <a:gd name="T3" fmla="*/ 0 h 1"/>
                <a:gd name="T4" fmla="*/ 1 w 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0" y="0"/>
                    <a:pt x="1" y="1"/>
                    <a:pt x="2" y="0"/>
                  </a:cubicBezTo>
                  <a:lnTo>
                    <a:pt x="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rgbClr val="34322F"/>
                </a:solidFill>
              </a:endParaRPr>
            </a:p>
          </p:txBody>
        </p:sp>
        <p:sp>
          <p:nvSpPr>
            <p:cNvPr id="103" name="Freeform 438"/>
            <p:cNvSpPr/>
            <p:nvPr>
              <p:custDataLst>
                <p:tags r:id="rId36"/>
              </p:custDataLst>
            </p:nvPr>
          </p:nvSpPr>
          <p:spPr bwMode="auto">
            <a:xfrm>
              <a:off x="3699" y="2760"/>
              <a:ext cx="5" cy="4"/>
            </a:xfrm>
            <a:custGeom>
              <a:avLst/>
              <a:gdLst>
                <a:gd name="T0" fmla="*/ 1 w 2"/>
                <a:gd name="T1" fmla="*/ 2 h 2"/>
                <a:gd name="T2" fmla="*/ 2 w 2"/>
                <a:gd name="T3" fmla="*/ 1 h 2"/>
                <a:gd name="T4" fmla="*/ 1 w 2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1" y="2"/>
                    <a:pt x="2" y="1"/>
                    <a:pt x="2" y="1"/>
                  </a:cubicBezTo>
                  <a:cubicBezTo>
                    <a:pt x="0" y="0"/>
                    <a:pt x="2" y="2"/>
                    <a:pt x="1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rgbClr val="34322F"/>
                </a:solidFill>
              </a:endParaRPr>
            </a:p>
          </p:txBody>
        </p:sp>
        <p:sp>
          <p:nvSpPr>
            <p:cNvPr id="104" name="Freeform 439"/>
            <p:cNvSpPr/>
            <p:nvPr>
              <p:custDataLst>
                <p:tags r:id="rId37"/>
              </p:custDataLst>
            </p:nvPr>
          </p:nvSpPr>
          <p:spPr bwMode="auto">
            <a:xfrm>
              <a:off x="3916" y="2586"/>
              <a:ext cx="4" cy="2"/>
            </a:xfrm>
            <a:custGeom>
              <a:avLst/>
              <a:gdLst>
                <a:gd name="T0" fmla="*/ 0 w 2"/>
                <a:gd name="T1" fmla="*/ 1 h 1"/>
                <a:gd name="T2" fmla="*/ 1 w 2"/>
                <a:gd name="T3" fmla="*/ 0 h 1"/>
                <a:gd name="T4" fmla="*/ 0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0" y="0"/>
                    <a:pt x="2" y="0"/>
                    <a:pt x="1" y="0"/>
                  </a:cubicBezTo>
                  <a:cubicBezTo>
                    <a:pt x="1" y="0"/>
                    <a:pt x="0" y="0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rgbClr val="34322F"/>
                </a:solidFill>
              </a:endParaRPr>
            </a:p>
          </p:txBody>
        </p:sp>
        <p:sp>
          <p:nvSpPr>
            <p:cNvPr id="105" name="Freeform 440"/>
            <p:cNvSpPr/>
            <p:nvPr>
              <p:custDataLst>
                <p:tags r:id="rId38"/>
              </p:custDataLst>
            </p:nvPr>
          </p:nvSpPr>
          <p:spPr bwMode="auto">
            <a:xfrm>
              <a:off x="3941" y="2610"/>
              <a:ext cx="5" cy="0"/>
            </a:xfrm>
            <a:custGeom>
              <a:avLst/>
              <a:gdLst>
                <a:gd name="T0" fmla="*/ 0 w 5"/>
                <a:gd name="T1" fmla="*/ 0 w 5"/>
                <a:gd name="T2" fmla="*/ 5 w 5"/>
                <a:gd name="T3" fmla="*/ 0 w 5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5">
                  <a:moveTo>
                    <a:pt x="0" y="0"/>
                  </a:moveTo>
                  <a:lnTo>
                    <a:pt x="0" y="0"/>
                  </a:lnTo>
                  <a:lnTo>
                    <a:pt x="5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rgbClr val="34322F"/>
                </a:solidFill>
              </a:endParaRPr>
            </a:p>
          </p:txBody>
        </p:sp>
        <p:sp>
          <p:nvSpPr>
            <p:cNvPr id="106" name="Freeform 441"/>
            <p:cNvSpPr/>
            <p:nvPr>
              <p:custDataLst>
                <p:tags r:id="rId39"/>
              </p:custDataLst>
            </p:nvPr>
          </p:nvSpPr>
          <p:spPr bwMode="auto">
            <a:xfrm>
              <a:off x="3729" y="2272"/>
              <a:ext cx="2" cy="5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1 h 2"/>
                <a:gd name="T4" fmla="*/ 0 w 1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1"/>
                    <a:pt x="1" y="0"/>
                    <a:pt x="1" y="1"/>
                  </a:cubicBezTo>
                  <a:cubicBezTo>
                    <a:pt x="1" y="1"/>
                    <a:pt x="0" y="1"/>
                    <a:pt x="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rgbClr val="34322F"/>
                </a:solidFill>
              </a:endParaRPr>
            </a:p>
          </p:txBody>
        </p:sp>
        <p:sp>
          <p:nvSpPr>
            <p:cNvPr id="107" name="Freeform 442"/>
            <p:cNvSpPr/>
            <p:nvPr>
              <p:custDataLst>
                <p:tags r:id="rId40"/>
              </p:custDataLst>
            </p:nvPr>
          </p:nvSpPr>
          <p:spPr bwMode="auto">
            <a:xfrm>
              <a:off x="3852" y="2714"/>
              <a:ext cx="2" cy="0"/>
            </a:xfrm>
            <a:custGeom>
              <a:avLst/>
              <a:gdLst>
                <a:gd name="T0" fmla="*/ 0 w 1"/>
                <a:gd name="T1" fmla="*/ 1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rgbClr val="34322F"/>
                </a:solidFill>
              </a:endParaRPr>
            </a:p>
          </p:txBody>
        </p:sp>
        <p:sp>
          <p:nvSpPr>
            <p:cNvPr id="108" name="Freeform 443"/>
            <p:cNvSpPr/>
            <p:nvPr>
              <p:custDataLst>
                <p:tags r:id="rId41"/>
              </p:custDataLst>
            </p:nvPr>
          </p:nvSpPr>
          <p:spPr bwMode="auto">
            <a:xfrm>
              <a:off x="3850" y="2692"/>
              <a:ext cx="4" cy="2"/>
            </a:xfrm>
            <a:custGeom>
              <a:avLst/>
              <a:gdLst>
                <a:gd name="T0" fmla="*/ 1 w 2"/>
                <a:gd name="T1" fmla="*/ 1 h 1"/>
                <a:gd name="T2" fmla="*/ 1 w 2"/>
                <a:gd name="T3" fmla="*/ 0 h 1"/>
                <a:gd name="T4" fmla="*/ 1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2" y="1"/>
                    <a:pt x="0" y="1"/>
                    <a:pt x="1" y="0"/>
                  </a:cubicBezTo>
                  <a:cubicBezTo>
                    <a:pt x="0" y="1"/>
                    <a:pt x="1" y="1"/>
                    <a:pt x="1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rgbClr val="34322F"/>
                </a:solidFill>
              </a:endParaRPr>
            </a:p>
          </p:txBody>
        </p:sp>
        <p:sp>
          <p:nvSpPr>
            <p:cNvPr id="109" name="Freeform 444"/>
            <p:cNvSpPr/>
            <p:nvPr>
              <p:custDataLst>
                <p:tags r:id="rId42"/>
              </p:custDataLst>
            </p:nvPr>
          </p:nvSpPr>
          <p:spPr bwMode="auto">
            <a:xfrm>
              <a:off x="3848" y="2686"/>
              <a:ext cx="2" cy="2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0 w 1"/>
                <a:gd name="T5" fmla="*/ 1 h 1"/>
                <a:gd name="T6" fmla="*/ 1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lnTo>
                    <a:pt x="1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rgbClr val="34322F"/>
                </a:solidFill>
              </a:endParaRPr>
            </a:p>
          </p:txBody>
        </p:sp>
        <p:sp>
          <p:nvSpPr>
            <p:cNvPr id="110" name="Freeform 445"/>
            <p:cNvSpPr/>
            <p:nvPr>
              <p:custDataLst>
                <p:tags r:id="rId43"/>
              </p:custDataLst>
            </p:nvPr>
          </p:nvSpPr>
          <p:spPr bwMode="auto">
            <a:xfrm>
              <a:off x="3846" y="2711"/>
              <a:ext cx="4" cy="3"/>
            </a:xfrm>
            <a:custGeom>
              <a:avLst/>
              <a:gdLst>
                <a:gd name="T0" fmla="*/ 0 w 2"/>
                <a:gd name="T1" fmla="*/ 1 h 1"/>
                <a:gd name="T2" fmla="*/ 2 w 2"/>
                <a:gd name="T3" fmla="*/ 0 h 1"/>
                <a:gd name="T4" fmla="*/ 0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2" y="1"/>
                    <a:pt x="1" y="0"/>
                    <a:pt x="2" y="0"/>
                  </a:cubicBezTo>
                  <a:cubicBezTo>
                    <a:pt x="1" y="1"/>
                    <a:pt x="0" y="1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rgbClr val="34322F"/>
                </a:solidFill>
              </a:endParaRPr>
            </a:p>
          </p:txBody>
        </p:sp>
        <p:sp>
          <p:nvSpPr>
            <p:cNvPr id="111" name="Freeform 446"/>
            <p:cNvSpPr/>
            <p:nvPr>
              <p:custDataLst>
                <p:tags r:id="rId44"/>
              </p:custDataLst>
            </p:nvPr>
          </p:nvSpPr>
          <p:spPr bwMode="auto">
            <a:xfrm>
              <a:off x="3822" y="2773"/>
              <a:ext cx="5" cy="2"/>
            </a:xfrm>
            <a:custGeom>
              <a:avLst/>
              <a:gdLst>
                <a:gd name="T0" fmla="*/ 1 w 2"/>
                <a:gd name="T1" fmla="*/ 1 h 1"/>
                <a:gd name="T2" fmla="*/ 0 w 2"/>
                <a:gd name="T3" fmla="*/ 0 h 1"/>
                <a:gd name="T4" fmla="*/ 1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2" y="0"/>
                    <a:pt x="1" y="1"/>
                    <a:pt x="0" y="0"/>
                  </a:cubicBezTo>
                  <a:cubicBezTo>
                    <a:pt x="0" y="1"/>
                    <a:pt x="0" y="1"/>
                    <a:pt x="1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rgbClr val="34322F"/>
                </a:solidFill>
              </a:endParaRPr>
            </a:p>
          </p:txBody>
        </p:sp>
        <p:sp>
          <p:nvSpPr>
            <p:cNvPr id="112" name="Freeform 447"/>
            <p:cNvSpPr/>
            <p:nvPr>
              <p:custDataLst>
                <p:tags r:id="rId45"/>
              </p:custDataLst>
            </p:nvPr>
          </p:nvSpPr>
          <p:spPr bwMode="auto">
            <a:xfrm>
              <a:off x="3765" y="2315"/>
              <a:ext cx="4" cy="0"/>
            </a:xfrm>
            <a:custGeom>
              <a:avLst/>
              <a:gdLst>
                <a:gd name="T0" fmla="*/ 0 w 4"/>
                <a:gd name="T1" fmla="*/ 0 w 4"/>
                <a:gd name="T2" fmla="*/ 4 w 4"/>
                <a:gd name="T3" fmla="*/ 0 w 4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4">
                  <a:moveTo>
                    <a:pt x="0" y="0"/>
                  </a:moveTo>
                  <a:lnTo>
                    <a:pt x="0" y="0"/>
                  </a:lnTo>
                  <a:lnTo>
                    <a:pt x="4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rgbClr val="34322F"/>
                </a:solidFill>
              </a:endParaRPr>
            </a:p>
          </p:txBody>
        </p:sp>
        <p:sp>
          <p:nvSpPr>
            <p:cNvPr id="113" name="Freeform 448"/>
            <p:cNvSpPr/>
            <p:nvPr>
              <p:custDataLst>
                <p:tags r:id="rId46"/>
              </p:custDataLst>
            </p:nvPr>
          </p:nvSpPr>
          <p:spPr bwMode="auto">
            <a:xfrm>
              <a:off x="3842" y="2733"/>
              <a:ext cx="4" cy="0"/>
            </a:xfrm>
            <a:custGeom>
              <a:avLst/>
              <a:gdLst>
                <a:gd name="T0" fmla="*/ 1 w 2"/>
                <a:gd name="T1" fmla="*/ 2 w 2"/>
                <a:gd name="T2" fmla="*/ 1 w 2"/>
                <a:gd name="T3" fmla="*/ 1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2">
                  <a:moveTo>
                    <a:pt x="1" y="0"/>
                  </a:moveTo>
                  <a:cubicBezTo>
                    <a:pt x="1" y="0"/>
                    <a:pt x="2" y="0"/>
                    <a:pt x="2" y="0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1" y="0"/>
                    <a:pt x="0" y="0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rgbClr val="34322F"/>
                </a:solidFill>
              </a:endParaRPr>
            </a:p>
          </p:txBody>
        </p:sp>
        <p:sp>
          <p:nvSpPr>
            <p:cNvPr id="114" name="Freeform 449"/>
            <p:cNvSpPr/>
            <p:nvPr>
              <p:custDataLst>
                <p:tags r:id="rId47"/>
              </p:custDataLst>
            </p:nvPr>
          </p:nvSpPr>
          <p:spPr bwMode="auto">
            <a:xfrm>
              <a:off x="3822" y="2769"/>
              <a:ext cx="7" cy="2"/>
            </a:xfrm>
            <a:custGeom>
              <a:avLst/>
              <a:gdLst>
                <a:gd name="T0" fmla="*/ 0 w 3"/>
                <a:gd name="T1" fmla="*/ 1 h 1"/>
                <a:gd name="T2" fmla="*/ 3 w 3"/>
                <a:gd name="T3" fmla="*/ 1 h 1"/>
                <a:gd name="T4" fmla="*/ 0 w 3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1">
                  <a:moveTo>
                    <a:pt x="0" y="1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2" y="0"/>
                    <a:pt x="1" y="1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rgbClr val="34322F"/>
                </a:solidFill>
              </a:endParaRPr>
            </a:p>
          </p:txBody>
        </p:sp>
        <p:sp>
          <p:nvSpPr>
            <p:cNvPr id="115" name="Freeform 450"/>
            <p:cNvSpPr/>
            <p:nvPr>
              <p:custDataLst>
                <p:tags r:id="rId48"/>
              </p:custDataLst>
            </p:nvPr>
          </p:nvSpPr>
          <p:spPr bwMode="auto">
            <a:xfrm>
              <a:off x="3846" y="2731"/>
              <a:ext cx="2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rgbClr val="34322F"/>
                </a:solidFill>
              </a:endParaRPr>
            </a:p>
          </p:txBody>
        </p:sp>
        <p:sp>
          <p:nvSpPr>
            <p:cNvPr id="116" name="Freeform 451"/>
            <p:cNvSpPr/>
            <p:nvPr>
              <p:custDataLst>
                <p:tags r:id="rId49"/>
              </p:custDataLst>
            </p:nvPr>
          </p:nvSpPr>
          <p:spPr bwMode="auto">
            <a:xfrm>
              <a:off x="3844" y="2724"/>
              <a:ext cx="4" cy="2"/>
            </a:xfrm>
            <a:custGeom>
              <a:avLst/>
              <a:gdLst>
                <a:gd name="T0" fmla="*/ 0 w 2"/>
                <a:gd name="T1" fmla="*/ 0 h 1"/>
                <a:gd name="T2" fmla="*/ 2 w 2"/>
                <a:gd name="T3" fmla="*/ 1 h 1"/>
                <a:gd name="T4" fmla="*/ 0 w 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2" y="0"/>
                    <a:pt x="1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rgbClr val="34322F"/>
                </a:solidFill>
              </a:endParaRPr>
            </a:p>
          </p:txBody>
        </p:sp>
        <p:sp>
          <p:nvSpPr>
            <p:cNvPr id="117" name="Freeform 452"/>
            <p:cNvSpPr/>
            <p:nvPr>
              <p:custDataLst>
                <p:tags r:id="rId50"/>
              </p:custDataLst>
            </p:nvPr>
          </p:nvSpPr>
          <p:spPr bwMode="auto">
            <a:xfrm>
              <a:off x="3844" y="2728"/>
              <a:ext cx="8" cy="3"/>
            </a:xfrm>
            <a:custGeom>
              <a:avLst/>
              <a:gdLst>
                <a:gd name="T0" fmla="*/ 0 w 4"/>
                <a:gd name="T1" fmla="*/ 1 h 1"/>
                <a:gd name="T2" fmla="*/ 1 w 4"/>
                <a:gd name="T3" fmla="*/ 1 h 1"/>
                <a:gd name="T4" fmla="*/ 2 w 4"/>
                <a:gd name="T5" fmla="*/ 0 h 1"/>
                <a:gd name="T6" fmla="*/ 4 w 4"/>
                <a:gd name="T7" fmla="*/ 0 h 1"/>
                <a:gd name="T8" fmla="*/ 0 w 4"/>
                <a:gd name="T9" fmla="*/ 1 h 1"/>
                <a:gd name="T10" fmla="*/ 0 w 4"/>
                <a:gd name="T11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0" y="1"/>
                    <a:pt x="1" y="1"/>
                    <a:pt x="1" y="1"/>
                  </a:cubicBezTo>
                  <a:cubicBezTo>
                    <a:pt x="2" y="1"/>
                    <a:pt x="3" y="0"/>
                    <a:pt x="2" y="0"/>
                  </a:cubicBezTo>
                  <a:cubicBezTo>
                    <a:pt x="3" y="0"/>
                    <a:pt x="4" y="0"/>
                    <a:pt x="4" y="0"/>
                  </a:cubicBezTo>
                  <a:cubicBezTo>
                    <a:pt x="3" y="0"/>
                    <a:pt x="1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rgbClr val="34322F"/>
                </a:solidFill>
              </a:endParaRPr>
            </a:p>
          </p:txBody>
        </p:sp>
      </p:grp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矩形 5"/>
          <p:cNvSpPr/>
          <p:nvPr>
            <p:custDataLst>
              <p:tags r:id="rId1"/>
            </p:custDataLst>
          </p:nvPr>
        </p:nvSpPr>
        <p:spPr>
          <a:xfrm>
            <a:off x="207010" y="708025"/>
            <a:ext cx="4161155" cy="1530350"/>
          </a:xfrm>
          <a:prstGeom prst="rect">
            <a:avLst/>
          </a:prstGeom>
          <a:solidFill>
            <a:srgbClr val="1E7AB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350">
              <a:latin typeface="Noto Serif CJK SC" panose="02020400000000000000" pitchFamily="18" charset="-122"/>
              <a:ea typeface="FZHei-B01S" panose="02010601030101010101" pitchFamily="2" charset="-122"/>
              <a:sym typeface="Noto Serif CJK SC" panose="02020400000000000000" pitchFamily="18" charset="-122"/>
            </a:endParaRPr>
          </a:p>
        </p:txBody>
      </p:sp>
      <p:sp>
        <p:nvSpPr>
          <p:cNvPr id="9" name="矩形 8"/>
          <p:cNvSpPr/>
          <p:nvPr>
            <p:custDataLst>
              <p:tags r:id="rId2"/>
            </p:custDataLst>
          </p:nvPr>
        </p:nvSpPr>
        <p:spPr>
          <a:xfrm>
            <a:off x="207010" y="1406525"/>
            <a:ext cx="8709660" cy="436689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350">
              <a:latin typeface="Noto Serif CJK SC" panose="02020400000000000000" pitchFamily="18" charset="-122"/>
              <a:ea typeface="FZHei-B01S" panose="02010601030101010101" pitchFamily="2" charset="-122"/>
              <a:sym typeface="Noto Serif CJK SC" panose="02020400000000000000" pitchFamily="18" charset="-122"/>
            </a:endParaRPr>
          </a:p>
        </p:txBody>
      </p:sp>
      <p:sp>
        <p:nvSpPr>
          <p:cNvPr id="11" name="Title 1"/>
          <p:cNvSpPr>
            <a:spLocks noGrp="1"/>
          </p:cNvSpPr>
          <p:nvPr>
            <p:custDataLst>
              <p:tags r:id="rId3"/>
            </p:custDataLst>
          </p:nvPr>
        </p:nvSpPr>
        <p:spPr>
          <a:xfrm>
            <a:off x="368935" y="751840"/>
            <a:ext cx="5574665" cy="72136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5335" kern="120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+mj-ea"/>
                <a:cs typeface="Times New Roman" panose="02020603050405020304" pitchFamily="18" charset="0"/>
              </a:defRPr>
            </a:lvl1pPr>
          </a:lstStyle>
          <a:p>
            <a:r>
              <a:rPr lang="en-US" altLang="zh-CN" sz="3600" dirty="0">
                <a:solidFill>
                  <a:schemeClr val="bg1"/>
                </a:solidFill>
              </a:rPr>
              <a:t>Array-Based Stacks</a:t>
            </a:r>
          </a:p>
        </p:txBody>
      </p:sp>
      <p:pic>
        <p:nvPicPr>
          <p:cNvPr id="13" name="图片 12" descr="华工标志（透明版"/>
          <p:cNvPicPr>
            <a:picLocks noChangeAspect="1"/>
          </p:cNvPicPr>
          <p:nvPr>
            <p:custDataLst>
              <p:tags r:id="rId4"/>
            </p:custDataLst>
          </p:nvPr>
        </p:nvPicPr>
        <p:blipFill>
          <a:blip r:embed="rId452" cstate="print"/>
          <a:stretch>
            <a:fillRect/>
          </a:stretch>
        </p:blipFill>
        <p:spPr>
          <a:xfrm>
            <a:off x="7740015" y="116205"/>
            <a:ext cx="1230630" cy="1230630"/>
          </a:xfrm>
          <a:prstGeom prst="rect">
            <a:avLst/>
          </a:prstGeom>
        </p:spPr>
      </p:pic>
      <p:sp>
        <p:nvSpPr>
          <p:cNvPr id="53251" name="Content Placeholder 2"/>
          <p:cNvSpPr>
            <a:spLocks noGrp="1"/>
          </p:cNvSpPr>
          <p:nvPr>
            <p:ph idx="1"/>
          </p:nvPr>
        </p:nvSpPr>
        <p:spPr>
          <a:xfrm>
            <a:off x="395605" y="1485265"/>
            <a:ext cx="8358505" cy="1287780"/>
          </a:xfrm>
        </p:spPr>
        <p:txBody>
          <a:bodyPr>
            <a:normAutofit/>
          </a:bodyPr>
          <a:lstStyle/>
          <a:p>
            <a:pPr fontAlgn="auto">
              <a:lnSpc>
                <a:spcPct val="100000"/>
              </a:lnSpc>
              <a:spcBef>
                <a:spcPts val="0"/>
              </a:spcBef>
            </a:pPr>
            <a:r>
              <a:rPr lang="en-US" altLang="zh-CN" sz="2400" dirty="0"/>
              <a:t>Array-based stack implementation</a:t>
            </a:r>
          </a:p>
          <a:p>
            <a:pPr lvl="1" fontAlgn="auto">
              <a:lnSpc>
                <a:spcPct val="100000"/>
              </a:lnSpc>
              <a:spcBef>
                <a:spcPts val="0"/>
              </a:spcBef>
            </a:pPr>
            <a:r>
              <a:rPr lang="en-US" altLang="zh-CN" sz="2000" dirty="0"/>
              <a:t>The stack must be declared </a:t>
            </a:r>
            <a:r>
              <a:rPr lang="en-US" altLang="zh-CN" sz="2000" dirty="0">
                <a:solidFill>
                  <a:srgbClr val="FF0000"/>
                </a:solidFill>
              </a:rPr>
              <a:t>of fixed size</a:t>
            </a:r>
          </a:p>
          <a:p>
            <a:pPr lvl="1" fontAlgn="auto">
              <a:lnSpc>
                <a:spcPct val="100000"/>
              </a:lnSpc>
              <a:spcBef>
                <a:spcPts val="0"/>
              </a:spcBef>
            </a:pPr>
            <a:r>
              <a:rPr lang="en-US" altLang="zh-CN" sz="2000" dirty="0"/>
              <a:t>A simplified version of the array-based list</a:t>
            </a:r>
          </a:p>
          <a:p>
            <a:pPr lvl="4" fontAlgn="auto">
              <a:lnSpc>
                <a:spcPct val="100000"/>
              </a:lnSpc>
              <a:spcBef>
                <a:spcPts val="0"/>
              </a:spcBef>
            </a:pPr>
            <a:endParaRPr lang="en-US" altLang="zh-CN" sz="700" dirty="0"/>
          </a:p>
          <a:p>
            <a:pPr fontAlgn="auto">
              <a:lnSpc>
                <a:spcPct val="100000"/>
              </a:lnSpc>
              <a:spcBef>
                <a:spcPts val="0"/>
              </a:spcBef>
            </a:pPr>
            <a:endParaRPr lang="en-US" altLang="zh-CN" sz="700" dirty="0"/>
          </a:p>
        </p:txBody>
      </p:sp>
      <p:sp>
        <p:nvSpPr>
          <p:cNvPr id="53252" name="Slide Number Placeholder 3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557530" indent="-21463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857250" indent="-1714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200150" indent="-1714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1543050" indent="-1714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1885950" indent="-1714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228850" indent="-1714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2571750" indent="-1714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2914650" indent="-1714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fld id="{0BDFE74F-649B-46D0-9524-C1BE24381C9E}" type="slidenum">
              <a:rPr lang="en-US" altLang="zh-CN" sz="465" smtClean="0"/>
              <a:pPr/>
              <a:t>32</a:t>
            </a:fld>
            <a:endParaRPr lang="en-US" altLang="zh-CN" sz="465"/>
          </a:p>
        </p:txBody>
      </p:sp>
      <p:sp>
        <p:nvSpPr>
          <p:cNvPr id="2" name="TextBox 1"/>
          <p:cNvSpPr txBox="1">
            <a:spLocks noChangeArrowheads="1"/>
          </p:cNvSpPr>
          <p:nvPr/>
        </p:nvSpPr>
        <p:spPr bwMode="auto">
          <a:xfrm>
            <a:off x="1851025" y="5960110"/>
            <a:ext cx="5731510" cy="368300"/>
          </a:xfrm>
          <a:prstGeom prst="rect">
            <a:avLst/>
          </a:prstGeom>
          <a:noFill/>
          <a:ln w="9525">
            <a:solidFill>
              <a:srgbClr val="FF0000"/>
            </a:solidFill>
            <a:miter lim="800000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r>
              <a:rPr lang="en-US" altLang="zh-CN" dirty="0">
                <a:solidFill>
                  <a:srgbClr val="FF0000"/>
                </a:solidFill>
              </a:rPr>
              <a:t>Which end of the array shall be the top of the stack?</a:t>
            </a:r>
          </a:p>
        </p:txBody>
      </p:sp>
      <p:sp>
        <p:nvSpPr>
          <p:cNvPr id="3" name="矩形 2"/>
          <p:cNvSpPr/>
          <p:nvPr/>
        </p:nvSpPr>
        <p:spPr>
          <a:xfrm>
            <a:off x="483235" y="2637155"/>
            <a:ext cx="8342630" cy="3080385"/>
          </a:xfrm>
          <a:prstGeom prst="rect">
            <a:avLst/>
          </a:prstGeom>
        </p:spPr>
        <p:txBody>
          <a:bodyPr vert="horz" lIns="68580" tIns="34290" rIns="68580" bIns="34290" rtlCol="0">
            <a:noAutofit/>
          </a:bodyPr>
          <a:lstStyle/>
          <a:p>
            <a:pPr indent="-128270" defTabSz="514350">
              <a:lnSpc>
                <a:spcPct val="90000"/>
              </a:lnSpc>
              <a:spcBef>
                <a:spcPts val="565"/>
              </a:spcBef>
              <a:buFont typeface="Wingdings 2" panose="05020102010507070707" pitchFamily="18" charset="2"/>
              <a:buNone/>
            </a:pPr>
            <a:r>
              <a:rPr lang="en-US" altLang="zh-CN" sz="16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Template &lt;</a:t>
            </a:r>
            <a:r>
              <a:rPr lang="en-US" altLang="zh-CN" sz="1600" dirty="0" err="1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typename</a:t>
            </a:r>
            <a:r>
              <a:rPr lang="en-US" altLang="zh-CN" sz="16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 E&gt; class </a:t>
            </a:r>
            <a:r>
              <a:rPr lang="en-US" altLang="zh-CN" sz="1600" dirty="0" err="1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Astack</a:t>
            </a:r>
            <a:r>
              <a:rPr lang="en-US" altLang="zh-CN" sz="16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: public Stack&lt;E&gt; {</a:t>
            </a:r>
          </a:p>
          <a:p>
            <a:pPr indent="-128270" defTabSz="514350">
              <a:lnSpc>
                <a:spcPct val="90000"/>
              </a:lnSpc>
              <a:spcBef>
                <a:spcPts val="565"/>
              </a:spcBef>
              <a:buFont typeface="Wingdings 2" panose="05020102010507070707" pitchFamily="18" charset="2"/>
              <a:buNone/>
            </a:pPr>
            <a:r>
              <a:rPr lang="en-US" altLang="zh-CN" sz="16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private:</a:t>
            </a:r>
          </a:p>
          <a:p>
            <a:pPr indent="-128270" defTabSz="514350">
              <a:lnSpc>
                <a:spcPct val="90000"/>
              </a:lnSpc>
              <a:spcBef>
                <a:spcPts val="565"/>
              </a:spcBef>
              <a:buFont typeface="Wingdings 2" panose="05020102010507070707" pitchFamily="18" charset="2"/>
              <a:buNone/>
            </a:pPr>
            <a:r>
              <a:rPr lang="en-US" altLang="zh-CN" sz="16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  </a:t>
            </a:r>
            <a:r>
              <a:rPr lang="en-US" altLang="zh-CN" sz="1600" dirty="0" err="1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int</a:t>
            </a:r>
            <a:r>
              <a:rPr lang="en-US" altLang="zh-CN" sz="16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 </a:t>
            </a:r>
            <a:r>
              <a:rPr lang="en-US" altLang="zh-CN" sz="1600" dirty="0" err="1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maxSize</a:t>
            </a:r>
            <a:r>
              <a:rPr lang="en-US" altLang="zh-CN" sz="16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;     </a:t>
            </a:r>
            <a:r>
              <a:rPr lang="en-US" altLang="zh-CN" sz="1600" dirty="0">
                <a:solidFill>
                  <a:srgbClr val="008000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// Maximum size of stack</a:t>
            </a:r>
          </a:p>
          <a:p>
            <a:pPr indent="-128270" defTabSz="514350">
              <a:lnSpc>
                <a:spcPct val="90000"/>
              </a:lnSpc>
              <a:spcBef>
                <a:spcPts val="565"/>
              </a:spcBef>
              <a:buFont typeface="Wingdings 2" panose="05020102010507070707" pitchFamily="18" charset="2"/>
              <a:buNone/>
            </a:pPr>
            <a:r>
              <a:rPr lang="en-US" altLang="zh-CN" sz="16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  </a:t>
            </a:r>
            <a:r>
              <a:rPr lang="en-US" altLang="zh-CN" sz="1600" dirty="0" err="1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int</a:t>
            </a:r>
            <a:r>
              <a:rPr lang="en-US" altLang="zh-CN" sz="16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 top;      </a:t>
            </a:r>
            <a:r>
              <a:rPr lang="en-US" altLang="zh-CN" sz="1600" dirty="0">
                <a:solidFill>
                  <a:srgbClr val="008000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// Index for top element (free position)</a:t>
            </a:r>
          </a:p>
          <a:p>
            <a:pPr indent="-128270" defTabSz="514350">
              <a:lnSpc>
                <a:spcPct val="90000"/>
              </a:lnSpc>
              <a:spcBef>
                <a:spcPts val="565"/>
              </a:spcBef>
            </a:pPr>
            <a:r>
              <a:rPr lang="en-US" altLang="zh-CN" sz="16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  E *</a:t>
            </a:r>
            <a:r>
              <a:rPr lang="en-US" altLang="zh-CN" sz="1600" dirty="0" err="1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listArray</a:t>
            </a:r>
            <a:r>
              <a:rPr lang="en-US" altLang="zh-CN" sz="16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; </a:t>
            </a:r>
            <a:r>
              <a:rPr lang="en-US" altLang="zh-CN" sz="1600" dirty="0">
                <a:solidFill>
                  <a:srgbClr val="008000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// Array holding stack elements</a:t>
            </a:r>
          </a:p>
          <a:p>
            <a:pPr indent="-128270" defTabSz="514350">
              <a:lnSpc>
                <a:spcPct val="90000"/>
              </a:lnSpc>
              <a:spcBef>
                <a:spcPts val="565"/>
              </a:spcBef>
              <a:buFont typeface="Wingdings 2" panose="05020102010507070707" pitchFamily="18" charset="2"/>
              <a:buNone/>
            </a:pPr>
            <a:endParaRPr lang="en-US" altLang="zh-CN" sz="1600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indent="-128270" defTabSz="514350">
              <a:lnSpc>
                <a:spcPct val="90000"/>
              </a:lnSpc>
              <a:spcBef>
                <a:spcPts val="565"/>
              </a:spcBef>
              <a:buFont typeface="Wingdings 2" panose="05020102010507070707" pitchFamily="18" charset="2"/>
              <a:buNone/>
            </a:pPr>
            <a:r>
              <a:rPr lang="en-US" altLang="zh-CN" sz="16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public:</a:t>
            </a:r>
          </a:p>
          <a:p>
            <a:pPr indent="-128270" defTabSz="514350">
              <a:lnSpc>
                <a:spcPct val="90000"/>
              </a:lnSpc>
              <a:spcBef>
                <a:spcPts val="565"/>
              </a:spcBef>
              <a:buFont typeface="Wingdings 2" panose="05020102010507070707" pitchFamily="18" charset="2"/>
              <a:buNone/>
            </a:pPr>
            <a:r>
              <a:rPr lang="en-US" altLang="zh-CN" sz="16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	</a:t>
            </a:r>
            <a:r>
              <a:rPr lang="en-US" altLang="zh-CN" sz="1600" dirty="0" err="1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AStack</a:t>
            </a:r>
            <a:r>
              <a:rPr lang="en-US" altLang="zh-CN" sz="16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(</a:t>
            </a:r>
            <a:r>
              <a:rPr lang="en-US" altLang="zh-CN" sz="1600" dirty="0" err="1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int</a:t>
            </a:r>
            <a:r>
              <a:rPr lang="en-US" altLang="zh-CN" sz="16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 size=</a:t>
            </a:r>
            <a:r>
              <a:rPr lang="en-US" altLang="zh-CN" sz="1600" dirty="0" err="1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defaultSize</a:t>
            </a:r>
            <a:r>
              <a:rPr lang="en-US" altLang="zh-CN" sz="16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) </a:t>
            </a:r>
            <a:r>
              <a:rPr lang="en-US" altLang="zh-CN" sz="1600" dirty="0">
                <a:solidFill>
                  <a:srgbClr val="008000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//Constructor</a:t>
            </a:r>
          </a:p>
          <a:p>
            <a:pPr indent="-128270" defTabSz="514350">
              <a:lnSpc>
                <a:spcPct val="90000"/>
              </a:lnSpc>
              <a:spcBef>
                <a:spcPts val="565"/>
              </a:spcBef>
              <a:buFont typeface="Wingdings 2" panose="05020102010507070707" pitchFamily="18" charset="2"/>
              <a:buNone/>
            </a:pPr>
            <a:r>
              <a:rPr lang="en-US" altLang="zh-CN" sz="16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	{ </a:t>
            </a:r>
            <a:r>
              <a:rPr lang="en-US" altLang="zh-CN" sz="1600" dirty="0" err="1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maxSize</a:t>
            </a:r>
            <a:r>
              <a:rPr lang="en-US" altLang="zh-CN" sz="16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=size; top=0; </a:t>
            </a:r>
            <a:r>
              <a:rPr lang="en-US" altLang="zh-CN" sz="1600" dirty="0" err="1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listArray</a:t>
            </a:r>
            <a:r>
              <a:rPr lang="en-US" altLang="zh-CN" sz="16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=new E[size]; }</a:t>
            </a:r>
          </a:p>
          <a:p>
            <a:pPr indent="-128270" defTabSz="514350">
              <a:lnSpc>
                <a:spcPct val="90000"/>
              </a:lnSpc>
              <a:spcBef>
                <a:spcPts val="565"/>
              </a:spcBef>
            </a:pPr>
            <a:r>
              <a:rPr lang="en-US" altLang="zh-CN" sz="16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	~</a:t>
            </a:r>
            <a:r>
              <a:rPr lang="en-US" altLang="zh-CN" sz="1600" dirty="0" err="1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Astack</a:t>
            </a:r>
            <a:r>
              <a:rPr lang="en-US" altLang="zh-CN" sz="16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() { delete [] </a:t>
            </a:r>
            <a:r>
              <a:rPr lang="en-US" altLang="zh-CN" sz="1600" dirty="0" err="1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listArray</a:t>
            </a:r>
            <a:r>
              <a:rPr lang="en-US" altLang="zh-CN" sz="16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; } </a:t>
            </a:r>
            <a:r>
              <a:rPr lang="en-US" altLang="zh-CN" sz="1600" dirty="0">
                <a:solidFill>
                  <a:srgbClr val="008000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//Destructor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fld id="{22E24A12-110E-4832-B8A5-BEF30204AFC1}" type="datetime1">
              <a:rPr lang="zh-CN" altLang="en-US" sz="465" smtClean="0"/>
              <a:pPr>
                <a:defRPr/>
              </a:pPr>
              <a:t>2025/12/16</a:t>
            </a:fld>
            <a:endParaRPr lang="zh-CN" altLang="en-US" sz="465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altLang="zh-CN" sz="465"/>
              <a:t>Stacks and Queues - Lecture 6</a:t>
            </a:r>
            <a:endParaRPr lang="zh-CN" altLang="en-US" sz="465"/>
          </a:p>
        </p:txBody>
      </p:sp>
      <p:grpSp>
        <p:nvGrpSpPr>
          <p:cNvPr id="56" name="Group 4"/>
          <p:cNvGrpSpPr>
            <a:grpSpLocks noChangeAspect="1"/>
          </p:cNvGrpSpPr>
          <p:nvPr/>
        </p:nvGrpSpPr>
        <p:grpSpPr bwMode="auto">
          <a:xfrm rot="960000">
            <a:off x="7845425" y="4698365"/>
            <a:ext cx="780415" cy="911860"/>
            <a:chOff x="3082" y="1214"/>
            <a:chExt cx="1623" cy="1896"/>
          </a:xfrm>
          <a:solidFill>
            <a:srgbClr val="345F86">
              <a:alpha val="57000"/>
            </a:srgbClr>
          </a:solidFill>
        </p:grpSpPr>
        <p:grpSp>
          <p:nvGrpSpPr>
            <p:cNvPr id="57" name="Group 205"/>
            <p:cNvGrpSpPr/>
            <p:nvPr/>
          </p:nvGrpSpPr>
          <p:grpSpPr bwMode="auto">
            <a:xfrm>
              <a:off x="3082" y="1214"/>
              <a:ext cx="1623" cy="1603"/>
              <a:chOff x="3082" y="1214"/>
              <a:chExt cx="1623" cy="1603"/>
            </a:xfrm>
            <a:grpFill/>
          </p:grpSpPr>
          <p:sp>
            <p:nvSpPr>
              <p:cNvPr id="330" name="Freeform 5"/>
              <p:cNvSpPr/>
              <p:nvPr>
                <p:custDataLst>
                  <p:tags r:id="rId251"/>
                </p:custDataLst>
              </p:nvPr>
            </p:nvSpPr>
            <p:spPr bwMode="auto">
              <a:xfrm>
                <a:off x="3608" y="2103"/>
                <a:ext cx="13" cy="0"/>
              </a:xfrm>
              <a:custGeom>
                <a:avLst/>
                <a:gdLst>
                  <a:gd name="T0" fmla="*/ 0 w 6"/>
                  <a:gd name="T1" fmla="*/ 6 w 6"/>
                  <a:gd name="T2" fmla="*/ 0 w 6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6">
                    <a:moveTo>
                      <a:pt x="0" y="0"/>
                    </a:moveTo>
                    <a:cubicBezTo>
                      <a:pt x="1" y="0"/>
                      <a:pt x="3" y="0"/>
                      <a:pt x="6" y="0"/>
                    </a:cubicBezTo>
                    <a:cubicBezTo>
                      <a:pt x="3" y="0"/>
                      <a:pt x="2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31" name="Freeform 6"/>
              <p:cNvSpPr/>
              <p:nvPr>
                <p:custDataLst>
                  <p:tags r:id="rId252"/>
                </p:custDataLst>
              </p:nvPr>
            </p:nvSpPr>
            <p:spPr bwMode="auto">
              <a:xfrm>
                <a:off x="3576" y="1893"/>
                <a:ext cx="5" cy="0"/>
              </a:xfrm>
              <a:custGeom>
                <a:avLst/>
                <a:gdLst>
                  <a:gd name="T0" fmla="*/ 0 w 2"/>
                  <a:gd name="T1" fmla="*/ 0 w 2"/>
                  <a:gd name="T2" fmla="*/ 0 w 2"/>
                  <a:gd name="T3" fmla="*/ 0 w 2"/>
                  <a:gd name="T4" fmla="*/ 2 w 2"/>
                  <a:gd name="T5" fmla="*/ 2 w 2"/>
                  <a:gd name="T6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32" name="Freeform 7"/>
              <p:cNvSpPr/>
              <p:nvPr>
                <p:custDataLst>
                  <p:tags r:id="rId253"/>
                </p:custDataLst>
              </p:nvPr>
            </p:nvSpPr>
            <p:spPr bwMode="auto">
              <a:xfrm>
                <a:off x="3615" y="1903"/>
                <a:ext cx="0" cy="5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33" name="Freeform 8"/>
              <p:cNvSpPr/>
              <p:nvPr>
                <p:custDataLst>
                  <p:tags r:id="rId254"/>
                </p:custDataLst>
              </p:nvPr>
            </p:nvSpPr>
            <p:spPr bwMode="auto">
              <a:xfrm>
                <a:off x="3566" y="1893"/>
                <a:ext cx="6" cy="0"/>
              </a:xfrm>
              <a:custGeom>
                <a:avLst/>
                <a:gdLst>
                  <a:gd name="T0" fmla="*/ 3 w 3"/>
                  <a:gd name="T1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cubicBezTo>
                      <a:pt x="0" y="0"/>
                      <a:pt x="1" y="0"/>
                      <a:pt x="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34" name="Freeform 9"/>
              <p:cNvSpPr/>
              <p:nvPr>
                <p:custDataLst>
                  <p:tags r:id="rId255"/>
                </p:custDataLst>
              </p:nvPr>
            </p:nvSpPr>
            <p:spPr bwMode="auto">
              <a:xfrm>
                <a:off x="3820" y="2304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35" name="Freeform 10"/>
              <p:cNvSpPr/>
              <p:nvPr>
                <p:custDataLst>
                  <p:tags r:id="rId256"/>
                </p:custDataLst>
              </p:nvPr>
            </p:nvSpPr>
            <p:spPr bwMode="auto">
              <a:xfrm>
                <a:off x="3642" y="2209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1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36" name="Freeform 11"/>
              <p:cNvSpPr/>
              <p:nvPr>
                <p:custDataLst>
                  <p:tags r:id="rId257"/>
                </p:custDataLst>
              </p:nvPr>
            </p:nvSpPr>
            <p:spPr bwMode="auto">
              <a:xfrm>
                <a:off x="3549" y="2154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37" name="Freeform 12"/>
              <p:cNvSpPr/>
              <p:nvPr>
                <p:custDataLst>
                  <p:tags r:id="rId258"/>
                </p:custDataLst>
              </p:nvPr>
            </p:nvSpPr>
            <p:spPr bwMode="auto">
              <a:xfrm>
                <a:off x="3610" y="1895"/>
                <a:ext cx="9" cy="8"/>
              </a:xfrm>
              <a:custGeom>
                <a:avLst/>
                <a:gdLst>
                  <a:gd name="T0" fmla="*/ 1 w 4"/>
                  <a:gd name="T1" fmla="*/ 1 h 4"/>
                  <a:gd name="T2" fmla="*/ 1 w 4"/>
                  <a:gd name="T3" fmla="*/ 2 h 4"/>
                  <a:gd name="T4" fmla="*/ 0 w 4"/>
                  <a:gd name="T5" fmla="*/ 2 h 4"/>
                  <a:gd name="T6" fmla="*/ 2 w 4"/>
                  <a:gd name="T7" fmla="*/ 4 h 4"/>
                  <a:gd name="T8" fmla="*/ 2 w 4"/>
                  <a:gd name="T9" fmla="*/ 2 h 4"/>
                  <a:gd name="T10" fmla="*/ 3 w 4"/>
                  <a:gd name="T11" fmla="*/ 1 h 4"/>
                  <a:gd name="T12" fmla="*/ 4 w 4"/>
                  <a:gd name="T13" fmla="*/ 0 h 4"/>
                  <a:gd name="T14" fmla="*/ 4 w 4"/>
                  <a:gd name="T15" fmla="*/ 0 h 4"/>
                  <a:gd name="T16" fmla="*/ 4 w 4"/>
                  <a:gd name="T17" fmla="*/ 0 h 4"/>
                  <a:gd name="T18" fmla="*/ 2 w 4"/>
                  <a:gd name="T19" fmla="*/ 0 h 4"/>
                  <a:gd name="T20" fmla="*/ 2 w 4"/>
                  <a:gd name="T21" fmla="*/ 0 h 4"/>
                  <a:gd name="T22" fmla="*/ 1 w 4"/>
                  <a:gd name="T23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1" y="2"/>
                      <a:pt x="2" y="3"/>
                      <a:pt x="2" y="4"/>
                    </a:cubicBezTo>
                    <a:cubicBezTo>
                      <a:pt x="2" y="3"/>
                      <a:pt x="2" y="3"/>
                      <a:pt x="2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1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38" name="Freeform 13"/>
              <p:cNvSpPr/>
              <p:nvPr>
                <p:custDataLst>
                  <p:tags r:id="rId259"/>
                </p:custDataLst>
              </p:nvPr>
            </p:nvSpPr>
            <p:spPr bwMode="auto">
              <a:xfrm>
                <a:off x="3926" y="1914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39" name="Freeform 14"/>
              <p:cNvSpPr/>
              <p:nvPr>
                <p:custDataLst>
                  <p:tags r:id="rId260"/>
                </p:custDataLst>
              </p:nvPr>
            </p:nvSpPr>
            <p:spPr bwMode="auto">
              <a:xfrm>
                <a:off x="3810" y="1774"/>
                <a:ext cx="2" cy="4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0 h 2"/>
                  <a:gd name="T4" fmla="*/ 1 w 1"/>
                  <a:gd name="T5" fmla="*/ 2 h 2"/>
                  <a:gd name="T6" fmla="*/ 0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40" name="Freeform 15"/>
              <p:cNvSpPr/>
              <p:nvPr>
                <p:custDataLst>
                  <p:tags r:id="rId261"/>
                </p:custDataLst>
              </p:nvPr>
            </p:nvSpPr>
            <p:spPr bwMode="auto">
              <a:xfrm>
                <a:off x="3846" y="2474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41" name="Freeform 16"/>
              <p:cNvSpPr/>
              <p:nvPr>
                <p:custDataLst>
                  <p:tags r:id="rId262"/>
                </p:custDataLst>
              </p:nvPr>
            </p:nvSpPr>
            <p:spPr bwMode="auto">
              <a:xfrm>
                <a:off x="3943" y="2546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42" name="Freeform 17"/>
              <p:cNvSpPr/>
              <p:nvPr>
                <p:custDataLst>
                  <p:tags r:id="rId263"/>
                </p:custDataLst>
              </p:nvPr>
            </p:nvSpPr>
            <p:spPr bwMode="auto">
              <a:xfrm>
                <a:off x="3846" y="2474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43" name="Freeform 18"/>
              <p:cNvSpPr/>
              <p:nvPr>
                <p:custDataLst>
                  <p:tags r:id="rId264"/>
                </p:custDataLst>
              </p:nvPr>
            </p:nvSpPr>
            <p:spPr bwMode="auto">
              <a:xfrm>
                <a:off x="4156" y="220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44" name="Freeform 19"/>
              <p:cNvSpPr/>
              <p:nvPr>
                <p:custDataLst>
                  <p:tags r:id="rId265"/>
                </p:custDataLst>
              </p:nvPr>
            </p:nvSpPr>
            <p:spPr bwMode="auto">
              <a:xfrm>
                <a:off x="4056" y="2213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1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45" name="Freeform 20"/>
              <p:cNvSpPr/>
              <p:nvPr>
                <p:custDataLst>
                  <p:tags r:id="rId266"/>
                </p:custDataLst>
              </p:nvPr>
            </p:nvSpPr>
            <p:spPr bwMode="auto">
              <a:xfrm>
                <a:off x="3837" y="2470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46" name="Freeform 21"/>
              <p:cNvSpPr/>
              <p:nvPr>
                <p:custDataLst>
                  <p:tags r:id="rId267"/>
                </p:custDataLst>
              </p:nvPr>
            </p:nvSpPr>
            <p:spPr bwMode="auto">
              <a:xfrm>
                <a:off x="3954" y="2311"/>
                <a:ext cx="0" cy="2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47" name="Freeform 22"/>
              <p:cNvSpPr/>
              <p:nvPr>
                <p:custDataLst>
                  <p:tags r:id="rId268"/>
                </p:custDataLst>
              </p:nvPr>
            </p:nvSpPr>
            <p:spPr bwMode="auto">
              <a:xfrm>
                <a:off x="3576" y="189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48" name="Freeform 23"/>
              <p:cNvSpPr/>
              <p:nvPr>
                <p:custDataLst>
                  <p:tags r:id="rId269"/>
                </p:custDataLst>
              </p:nvPr>
            </p:nvSpPr>
            <p:spPr bwMode="auto">
              <a:xfrm>
                <a:off x="3281" y="254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49" name="Freeform 24"/>
              <p:cNvSpPr/>
              <p:nvPr>
                <p:custDataLst>
                  <p:tags r:id="rId270"/>
                </p:custDataLst>
              </p:nvPr>
            </p:nvSpPr>
            <p:spPr bwMode="auto">
              <a:xfrm>
                <a:off x="3364" y="2470"/>
                <a:ext cx="2" cy="4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1 h 2"/>
                  <a:gd name="T4" fmla="*/ 1 w 1"/>
                  <a:gd name="T5" fmla="*/ 1 h 2"/>
                  <a:gd name="T6" fmla="*/ 1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50" name="Freeform 25"/>
              <p:cNvSpPr/>
              <p:nvPr>
                <p:custDataLst>
                  <p:tags r:id="rId271"/>
                </p:custDataLst>
              </p:nvPr>
            </p:nvSpPr>
            <p:spPr bwMode="auto">
              <a:xfrm>
                <a:off x="3360" y="2470"/>
                <a:ext cx="2" cy="4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2 h 2"/>
                  <a:gd name="T4" fmla="*/ 0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1"/>
                      <a:pt x="1" y="2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51" name="Freeform 26"/>
              <p:cNvSpPr/>
              <p:nvPr>
                <p:custDataLst>
                  <p:tags r:id="rId272"/>
                </p:custDataLst>
              </p:nvPr>
            </p:nvSpPr>
            <p:spPr bwMode="auto">
              <a:xfrm>
                <a:off x="3353" y="2470"/>
                <a:ext cx="3" cy="4"/>
              </a:xfrm>
              <a:custGeom>
                <a:avLst/>
                <a:gdLst>
                  <a:gd name="T0" fmla="*/ 1 w 1"/>
                  <a:gd name="T1" fmla="*/ 2 h 2"/>
                  <a:gd name="T2" fmla="*/ 0 w 1"/>
                  <a:gd name="T3" fmla="*/ 1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0"/>
                      <a:pt x="1" y="1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52" name="Freeform 27"/>
              <p:cNvSpPr/>
              <p:nvPr>
                <p:custDataLst>
                  <p:tags r:id="rId273"/>
                </p:custDataLst>
              </p:nvPr>
            </p:nvSpPr>
            <p:spPr bwMode="auto">
              <a:xfrm>
                <a:off x="3392" y="2482"/>
                <a:ext cx="2" cy="5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1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2"/>
                      <a:pt x="1" y="1"/>
                      <a:pt x="1" y="1"/>
                    </a:cubicBezTo>
                    <a:cubicBezTo>
                      <a:pt x="0" y="0"/>
                      <a:pt x="1" y="1"/>
                      <a:pt x="1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53" name="Freeform 28"/>
              <p:cNvSpPr/>
              <p:nvPr>
                <p:custDataLst>
                  <p:tags r:id="rId274"/>
                </p:custDataLst>
              </p:nvPr>
            </p:nvSpPr>
            <p:spPr bwMode="auto">
              <a:xfrm>
                <a:off x="3390" y="2480"/>
                <a:ext cx="2" cy="7"/>
              </a:xfrm>
              <a:custGeom>
                <a:avLst/>
                <a:gdLst>
                  <a:gd name="T0" fmla="*/ 1 w 1"/>
                  <a:gd name="T1" fmla="*/ 3 h 3"/>
                  <a:gd name="T2" fmla="*/ 0 w 1"/>
                  <a:gd name="T3" fmla="*/ 0 h 3"/>
                  <a:gd name="T4" fmla="*/ 1 w 1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2"/>
                      <a:pt x="1" y="2"/>
                      <a:pt x="1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54" name="Freeform 29"/>
              <p:cNvSpPr/>
              <p:nvPr>
                <p:custDataLst>
                  <p:tags r:id="rId275"/>
                </p:custDataLst>
              </p:nvPr>
            </p:nvSpPr>
            <p:spPr bwMode="auto">
              <a:xfrm>
                <a:off x="3341" y="2474"/>
                <a:ext cx="2" cy="4"/>
              </a:xfrm>
              <a:custGeom>
                <a:avLst/>
                <a:gdLst>
                  <a:gd name="T0" fmla="*/ 1 w 1"/>
                  <a:gd name="T1" fmla="*/ 1 h 2"/>
                  <a:gd name="T2" fmla="*/ 0 w 1"/>
                  <a:gd name="T3" fmla="*/ 0 h 2"/>
                  <a:gd name="T4" fmla="*/ 1 w 1"/>
                  <a:gd name="T5" fmla="*/ 2 h 2"/>
                  <a:gd name="T6" fmla="*/ 1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lnTo>
                      <a:pt x="1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55" name="Freeform 30"/>
              <p:cNvSpPr/>
              <p:nvPr>
                <p:custDataLst>
                  <p:tags r:id="rId276"/>
                </p:custDataLst>
              </p:nvPr>
            </p:nvSpPr>
            <p:spPr bwMode="auto">
              <a:xfrm>
                <a:off x="3822" y="2279"/>
                <a:ext cx="5" cy="4"/>
              </a:xfrm>
              <a:custGeom>
                <a:avLst/>
                <a:gdLst>
                  <a:gd name="T0" fmla="*/ 1 w 2"/>
                  <a:gd name="T1" fmla="*/ 0 h 2"/>
                  <a:gd name="T2" fmla="*/ 0 w 2"/>
                  <a:gd name="T3" fmla="*/ 1 h 2"/>
                  <a:gd name="T4" fmla="*/ 0 w 2"/>
                  <a:gd name="T5" fmla="*/ 2 h 2"/>
                  <a:gd name="T6" fmla="*/ 1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1"/>
                      <a:pt x="2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56" name="Freeform 31"/>
              <p:cNvSpPr/>
              <p:nvPr>
                <p:custDataLst>
                  <p:tags r:id="rId277"/>
                </p:custDataLst>
              </p:nvPr>
            </p:nvSpPr>
            <p:spPr bwMode="auto">
              <a:xfrm>
                <a:off x="3292" y="2529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0 w 2"/>
                  <a:gd name="T5" fmla="*/ 0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57" name="Freeform 32"/>
              <p:cNvSpPr/>
              <p:nvPr>
                <p:custDataLst>
                  <p:tags r:id="rId278"/>
                </p:custDataLst>
              </p:nvPr>
            </p:nvSpPr>
            <p:spPr bwMode="auto">
              <a:xfrm>
                <a:off x="3699" y="2796"/>
                <a:ext cx="7" cy="5"/>
              </a:xfrm>
              <a:custGeom>
                <a:avLst/>
                <a:gdLst>
                  <a:gd name="T0" fmla="*/ 2 w 3"/>
                  <a:gd name="T1" fmla="*/ 2 h 2"/>
                  <a:gd name="T2" fmla="*/ 2 w 3"/>
                  <a:gd name="T3" fmla="*/ 0 h 2"/>
                  <a:gd name="T4" fmla="*/ 2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3" y="1"/>
                      <a:pt x="2" y="0"/>
                      <a:pt x="2" y="0"/>
                    </a:cubicBezTo>
                    <a:cubicBezTo>
                      <a:pt x="0" y="0"/>
                      <a:pt x="3" y="1"/>
                      <a:pt x="2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58" name="Freeform 33"/>
              <p:cNvSpPr/>
              <p:nvPr>
                <p:custDataLst>
                  <p:tags r:id="rId279"/>
                </p:custDataLst>
              </p:nvPr>
            </p:nvSpPr>
            <p:spPr bwMode="auto">
              <a:xfrm>
                <a:off x="4616" y="1870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1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59" name="Freeform 34"/>
              <p:cNvSpPr/>
              <p:nvPr>
                <p:custDataLst>
                  <p:tags r:id="rId280"/>
                </p:custDataLst>
              </p:nvPr>
            </p:nvSpPr>
            <p:spPr bwMode="auto">
              <a:xfrm>
                <a:off x="3262" y="2567"/>
                <a:ext cx="4" cy="4"/>
              </a:xfrm>
              <a:custGeom>
                <a:avLst/>
                <a:gdLst>
                  <a:gd name="T0" fmla="*/ 0 w 4"/>
                  <a:gd name="T1" fmla="*/ 2 h 4"/>
                  <a:gd name="T2" fmla="*/ 4 w 4"/>
                  <a:gd name="T3" fmla="*/ 4 h 4"/>
                  <a:gd name="T4" fmla="*/ 0 w 4"/>
                  <a:gd name="T5" fmla="*/ 0 h 4"/>
                  <a:gd name="T6" fmla="*/ 0 w 4"/>
                  <a:gd name="T7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0" y="2"/>
                    </a:moveTo>
                    <a:lnTo>
                      <a:pt x="4" y="4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60" name="Freeform 35"/>
              <p:cNvSpPr/>
              <p:nvPr>
                <p:custDataLst>
                  <p:tags r:id="rId281"/>
                </p:custDataLst>
              </p:nvPr>
            </p:nvSpPr>
            <p:spPr bwMode="auto">
              <a:xfrm>
                <a:off x="3570" y="1893"/>
                <a:ext cx="6" cy="6"/>
              </a:xfrm>
              <a:custGeom>
                <a:avLst/>
                <a:gdLst>
                  <a:gd name="T0" fmla="*/ 1 w 3"/>
                  <a:gd name="T1" fmla="*/ 0 h 3"/>
                  <a:gd name="T2" fmla="*/ 1 w 3"/>
                  <a:gd name="T3" fmla="*/ 0 h 3"/>
                  <a:gd name="T4" fmla="*/ 1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2 w 3"/>
                  <a:gd name="T11" fmla="*/ 1 h 3"/>
                  <a:gd name="T12" fmla="*/ 0 w 3"/>
                  <a:gd name="T13" fmla="*/ 2 h 3"/>
                  <a:gd name="T14" fmla="*/ 2 w 3"/>
                  <a:gd name="T15" fmla="*/ 2 h 3"/>
                  <a:gd name="T16" fmla="*/ 3 w 3"/>
                  <a:gd name="T17" fmla="*/ 0 h 3"/>
                  <a:gd name="T18" fmla="*/ 1 w 3"/>
                  <a:gd name="T1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0" y="0"/>
                      <a:pt x="0" y="2"/>
                    </a:cubicBezTo>
                    <a:cubicBezTo>
                      <a:pt x="0" y="3"/>
                      <a:pt x="1" y="3"/>
                      <a:pt x="2" y="2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2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61" name="Freeform 36"/>
              <p:cNvSpPr/>
              <p:nvPr>
                <p:custDataLst>
                  <p:tags r:id="rId282"/>
                </p:custDataLst>
              </p:nvPr>
            </p:nvSpPr>
            <p:spPr bwMode="auto">
              <a:xfrm>
                <a:off x="3207" y="2465"/>
                <a:ext cx="183" cy="174"/>
              </a:xfrm>
              <a:custGeom>
                <a:avLst/>
                <a:gdLst>
                  <a:gd name="T0" fmla="*/ 83 w 86"/>
                  <a:gd name="T1" fmla="*/ 5 h 82"/>
                  <a:gd name="T2" fmla="*/ 80 w 86"/>
                  <a:gd name="T3" fmla="*/ 4 h 82"/>
                  <a:gd name="T4" fmla="*/ 77 w 86"/>
                  <a:gd name="T5" fmla="*/ 8 h 82"/>
                  <a:gd name="T6" fmla="*/ 76 w 86"/>
                  <a:gd name="T7" fmla="*/ 6 h 82"/>
                  <a:gd name="T8" fmla="*/ 72 w 86"/>
                  <a:gd name="T9" fmla="*/ 7 h 82"/>
                  <a:gd name="T10" fmla="*/ 70 w 86"/>
                  <a:gd name="T11" fmla="*/ 4 h 82"/>
                  <a:gd name="T12" fmla="*/ 67 w 86"/>
                  <a:gd name="T13" fmla="*/ 1 h 82"/>
                  <a:gd name="T14" fmla="*/ 68 w 86"/>
                  <a:gd name="T15" fmla="*/ 6 h 82"/>
                  <a:gd name="T16" fmla="*/ 70 w 86"/>
                  <a:gd name="T17" fmla="*/ 10 h 82"/>
                  <a:gd name="T18" fmla="*/ 65 w 86"/>
                  <a:gd name="T19" fmla="*/ 6 h 82"/>
                  <a:gd name="T20" fmla="*/ 65 w 86"/>
                  <a:gd name="T21" fmla="*/ 8 h 82"/>
                  <a:gd name="T22" fmla="*/ 62 w 86"/>
                  <a:gd name="T23" fmla="*/ 6 h 82"/>
                  <a:gd name="T24" fmla="*/ 61 w 86"/>
                  <a:gd name="T25" fmla="*/ 8 h 82"/>
                  <a:gd name="T26" fmla="*/ 59 w 86"/>
                  <a:gd name="T27" fmla="*/ 9 h 82"/>
                  <a:gd name="T28" fmla="*/ 62 w 86"/>
                  <a:gd name="T29" fmla="*/ 15 h 82"/>
                  <a:gd name="T30" fmla="*/ 58 w 86"/>
                  <a:gd name="T31" fmla="*/ 10 h 82"/>
                  <a:gd name="T32" fmla="*/ 57 w 86"/>
                  <a:gd name="T33" fmla="*/ 12 h 82"/>
                  <a:gd name="T34" fmla="*/ 53 w 86"/>
                  <a:gd name="T35" fmla="*/ 17 h 82"/>
                  <a:gd name="T36" fmla="*/ 51 w 86"/>
                  <a:gd name="T37" fmla="*/ 19 h 82"/>
                  <a:gd name="T38" fmla="*/ 48 w 86"/>
                  <a:gd name="T39" fmla="*/ 22 h 82"/>
                  <a:gd name="T40" fmla="*/ 48 w 86"/>
                  <a:gd name="T41" fmla="*/ 24 h 82"/>
                  <a:gd name="T42" fmla="*/ 46 w 86"/>
                  <a:gd name="T43" fmla="*/ 24 h 82"/>
                  <a:gd name="T44" fmla="*/ 45 w 86"/>
                  <a:gd name="T45" fmla="*/ 25 h 82"/>
                  <a:gd name="T46" fmla="*/ 46 w 86"/>
                  <a:gd name="T47" fmla="*/ 27 h 82"/>
                  <a:gd name="T48" fmla="*/ 43 w 86"/>
                  <a:gd name="T49" fmla="*/ 28 h 82"/>
                  <a:gd name="T50" fmla="*/ 40 w 86"/>
                  <a:gd name="T51" fmla="*/ 30 h 82"/>
                  <a:gd name="T52" fmla="*/ 38 w 86"/>
                  <a:gd name="T53" fmla="*/ 32 h 82"/>
                  <a:gd name="T54" fmla="*/ 36 w 86"/>
                  <a:gd name="T55" fmla="*/ 34 h 82"/>
                  <a:gd name="T56" fmla="*/ 36 w 86"/>
                  <a:gd name="T57" fmla="*/ 37 h 82"/>
                  <a:gd name="T58" fmla="*/ 34 w 86"/>
                  <a:gd name="T59" fmla="*/ 36 h 82"/>
                  <a:gd name="T60" fmla="*/ 34 w 86"/>
                  <a:gd name="T61" fmla="*/ 37 h 82"/>
                  <a:gd name="T62" fmla="*/ 31 w 86"/>
                  <a:gd name="T63" fmla="*/ 41 h 82"/>
                  <a:gd name="T64" fmla="*/ 32 w 86"/>
                  <a:gd name="T65" fmla="*/ 45 h 82"/>
                  <a:gd name="T66" fmla="*/ 31 w 86"/>
                  <a:gd name="T67" fmla="*/ 48 h 82"/>
                  <a:gd name="T68" fmla="*/ 28 w 86"/>
                  <a:gd name="T69" fmla="*/ 47 h 82"/>
                  <a:gd name="T70" fmla="*/ 25 w 86"/>
                  <a:gd name="T71" fmla="*/ 53 h 82"/>
                  <a:gd name="T72" fmla="*/ 24 w 86"/>
                  <a:gd name="T73" fmla="*/ 55 h 82"/>
                  <a:gd name="T74" fmla="*/ 18 w 86"/>
                  <a:gd name="T75" fmla="*/ 59 h 82"/>
                  <a:gd name="T76" fmla="*/ 15 w 86"/>
                  <a:gd name="T77" fmla="*/ 59 h 82"/>
                  <a:gd name="T78" fmla="*/ 14 w 86"/>
                  <a:gd name="T79" fmla="*/ 60 h 82"/>
                  <a:gd name="T80" fmla="*/ 11 w 86"/>
                  <a:gd name="T81" fmla="*/ 69 h 82"/>
                  <a:gd name="T82" fmla="*/ 2 w 86"/>
                  <a:gd name="T83" fmla="*/ 75 h 82"/>
                  <a:gd name="T84" fmla="*/ 23 w 86"/>
                  <a:gd name="T85" fmla="*/ 72 h 82"/>
                  <a:gd name="T86" fmla="*/ 28 w 86"/>
                  <a:gd name="T87" fmla="*/ 68 h 82"/>
                  <a:gd name="T88" fmla="*/ 42 w 86"/>
                  <a:gd name="T89" fmla="*/ 48 h 82"/>
                  <a:gd name="T90" fmla="*/ 49 w 86"/>
                  <a:gd name="T91" fmla="*/ 45 h 82"/>
                  <a:gd name="T92" fmla="*/ 55 w 86"/>
                  <a:gd name="T93" fmla="*/ 43 h 82"/>
                  <a:gd name="T94" fmla="*/ 63 w 86"/>
                  <a:gd name="T95" fmla="*/ 35 h 82"/>
                  <a:gd name="T96" fmla="*/ 68 w 86"/>
                  <a:gd name="T97" fmla="*/ 31 h 82"/>
                  <a:gd name="T98" fmla="*/ 74 w 86"/>
                  <a:gd name="T99" fmla="*/ 23 h 82"/>
                  <a:gd name="T100" fmla="*/ 75 w 86"/>
                  <a:gd name="T101" fmla="*/ 16 h 82"/>
                  <a:gd name="T102" fmla="*/ 82 w 86"/>
                  <a:gd name="T103" fmla="*/ 14 h 82"/>
                  <a:gd name="T104" fmla="*/ 84 w 86"/>
                  <a:gd name="T105" fmla="*/ 13 h 82"/>
                  <a:gd name="T106" fmla="*/ 84 w 86"/>
                  <a:gd name="T107" fmla="*/ 7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86" h="82">
                    <a:moveTo>
                      <a:pt x="84" y="7"/>
                    </a:moveTo>
                    <a:cubicBezTo>
                      <a:pt x="85" y="8"/>
                      <a:pt x="85" y="9"/>
                      <a:pt x="86" y="10"/>
                    </a:cubicBezTo>
                    <a:cubicBezTo>
                      <a:pt x="85" y="6"/>
                      <a:pt x="85" y="6"/>
                      <a:pt x="85" y="6"/>
                    </a:cubicBezTo>
                    <a:cubicBezTo>
                      <a:pt x="85" y="7"/>
                      <a:pt x="85" y="6"/>
                      <a:pt x="84" y="5"/>
                    </a:cubicBezTo>
                    <a:cubicBezTo>
                      <a:pt x="84" y="6"/>
                      <a:pt x="84" y="6"/>
                      <a:pt x="84" y="6"/>
                    </a:cubicBezTo>
                    <a:cubicBezTo>
                      <a:pt x="83" y="5"/>
                      <a:pt x="83" y="5"/>
                      <a:pt x="83" y="5"/>
                    </a:cubicBezTo>
                    <a:cubicBezTo>
                      <a:pt x="83" y="5"/>
                      <a:pt x="82" y="4"/>
                      <a:pt x="82" y="6"/>
                    </a:cubicBezTo>
                    <a:cubicBezTo>
                      <a:pt x="83" y="7"/>
                      <a:pt x="83" y="7"/>
                      <a:pt x="83" y="7"/>
                    </a:cubicBezTo>
                    <a:cubicBezTo>
                      <a:pt x="83" y="7"/>
                      <a:pt x="84" y="9"/>
                      <a:pt x="83" y="8"/>
                    </a:cubicBezTo>
                    <a:cubicBezTo>
                      <a:pt x="82" y="6"/>
                      <a:pt x="82" y="6"/>
                      <a:pt x="82" y="6"/>
                    </a:cubicBezTo>
                    <a:cubicBezTo>
                      <a:pt x="82" y="6"/>
                      <a:pt x="82" y="6"/>
                      <a:pt x="82" y="6"/>
                    </a:cubicBezTo>
                    <a:cubicBezTo>
                      <a:pt x="80" y="4"/>
                      <a:pt x="80" y="4"/>
                      <a:pt x="80" y="4"/>
                    </a:cubicBezTo>
                    <a:cubicBezTo>
                      <a:pt x="82" y="7"/>
                      <a:pt x="80" y="5"/>
                      <a:pt x="81" y="6"/>
                    </a:cubicBezTo>
                    <a:cubicBezTo>
                      <a:pt x="80" y="6"/>
                      <a:pt x="80" y="6"/>
                      <a:pt x="80" y="6"/>
                    </a:cubicBezTo>
                    <a:cubicBezTo>
                      <a:pt x="79" y="5"/>
                      <a:pt x="81" y="7"/>
                      <a:pt x="81" y="7"/>
                    </a:cubicBezTo>
                    <a:cubicBezTo>
                      <a:pt x="80" y="7"/>
                      <a:pt x="79" y="5"/>
                      <a:pt x="79" y="4"/>
                    </a:cubicBezTo>
                    <a:cubicBezTo>
                      <a:pt x="78" y="4"/>
                      <a:pt x="79" y="6"/>
                      <a:pt x="77" y="5"/>
                    </a:cubicBezTo>
                    <a:cubicBezTo>
                      <a:pt x="77" y="5"/>
                      <a:pt x="77" y="6"/>
                      <a:pt x="77" y="8"/>
                    </a:cubicBezTo>
                    <a:cubicBezTo>
                      <a:pt x="77" y="8"/>
                      <a:pt x="76" y="5"/>
                      <a:pt x="76" y="6"/>
                    </a:cubicBezTo>
                    <a:cubicBezTo>
                      <a:pt x="75" y="5"/>
                      <a:pt x="74" y="3"/>
                      <a:pt x="74" y="2"/>
                    </a:cubicBezTo>
                    <a:cubicBezTo>
                      <a:pt x="74" y="2"/>
                      <a:pt x="73" y="1"/>
                      <a:pt x="73" y="2"/>
                    </a:cubicBezTo>
                    <a:cubicBezTo>
                      <a:pt x="73" y="1"/>
                      <a:pt x="72" y="0"/>
                      <a:pt x="72" y="0"/>
                    </a:cubicBezTo>
                    <a:cubicBezTo>
                      <a:pt x="73" y="1"/>
                      <a:pt x="74" y="3"/>
                      <a:pt x="74" y="3"/>
                    </a:cubicBezTo>
                    <a:cubicBezTo>
                      <a:pt x="76" y="5"/>
                      <a:pt x="74" y="4"/>
                      <a:pt x="76" y="6"/>
                    </a:cubicBezTo>
                    <a:cubicBezTo>
                      <a:pt x="75" y="6"/>
                      <a:pt x="74" y="6"/>
                      <a:pt x="74" y="7"/>
                    </a:cubicBezTo>
                    <a:cubicBezTo>
                      <a:pt x="74" y="7"/>
                      <a:pt x="73" y="5"/>
                      <a:pt x="73" y="4"/>
                    </a:cubicBezTo>
                    <a:cubicBezTo>
                      <a:pt x="73" y="6"/>
                      <a:pt x="73" y="7"/>
                      <a:pt x="73" y="7"/>
                    </a:cubicBezTo>
                    <a:cubicBezTo>
                      <a:pt x="74" y="8"/>
                      <a:pt x="74" y="8"/>
                      <a:pt x="75" y="10"/>
                    </a:cubicBezTo>
                    <a:cubicBezTo>
                      <a:pt x="75" y="10"/>
                      <a:pt x="75" y="11"/>
                      <a:pt x="75" y="11"/>
                    </a:cubicBezTo>
                    <a:cubicBezTo>
                      <a:pt x="74" y="9"/>
                      <a:pt x="72" y="7"/>
                      <a:pt x="72" y="7"/>
                    </a:cubicBezTo>
                    <a:cubicBezTo>
                      <a:pt x="71" y="5"/>
                      <a:pt x="73" y="7"/>
                      <a:pt x="71" y="5"/>
                    </a:cubicBezTo>
                    <a:cubicBezTo>
                      <a:pt x="70" y="3"/>
                      <a:pt x="71" y="2"/>
                      <a:pt x="72" y="3"/>
                    </a:cubicBezTo>
                    <a:cubicBezTo>
                      <a:pt x="71" y="1"/>
                      <a:pt x="71" y="3"/>
                      <a:pt x="70" y="1"/>
                    </a:cubicBezTo>
                    <a:cubicBezTo>
                      <a:pt x="70" y="1"/>
                      <a:pt x="70" y="3"/>
                      <a:pt x="70" y="3"/>
                    </a:cubicBezTo>
                    <a:cubicBezTo>
                      <a:pt x="71" y="4"/>
                      <a:pt x="71" y="4"/>
                      <a:pt x="71" y="5"/>
                    </a:cubicBezTo>
                    <a:cubicBezTo>
                      <a:pt x="72" y="8"/>
                      <a:pt x="70" y="4"/>
                      <a:pt x="70" y="4"/>
                    </a:cubicBezTo>
                    <a:cubicBezTo>
                      <a:pt x="69" y="3"/>
                      <a:pt x="69" y="3"/>
                      <a:pt x="69" y="3"/>
                    </a:cubicBezTo>
                    <a:cubicBezTo>
                      <a:pt x="69" y="3"/>
                      <a:pt x="69" y="4"/>
                      <a:pt x="69" y="4"/>
                    </a:cubicBezTo>
                    <a:cubicBezTo>
                      <a:pt x="67" y="2"/>
                      <a:pt x="69" y="4"/>
                      <a:pt x="68" y="2"/>
                    </a:cubicBezTo>
                    <a:cubicBezTo>
                      <a:pt x="67" y="0"/>
                      <a:pt x="67" y="0"/>
                      <a:pt x="67" y="0"/>
                    </a:cubicBezTo>
                    <a:cubicBezTo>
                      <a:pt x="66" y="0"/>
                      <a:pt x="68" y="2"/>
                      <a:pt x="67" y="2"/>
                    </a:cubicBezTo>
                    <a:cubicBezTo>
                      <a:pt x="67" y="1"/>
                      <a:pt x="67" y="1"/>
                      <a:pt x="67" y="1"/>
                    </a:cubicBezTo>
                    <a:cubicBezTo>
                      <a:pt x="67" y="2"/>
                      <a:pt x="67" y="2"/>
                      <a:pt x="67" y="2"/>
                    </a:cubicBezTo>
                    <a:cubicBezTo>
                      <a:pt x="68" y="3"/>
                      <a:pt x="69" y="4"/>
                      <a:pt x="69" y="4"/>
                    </a:cubicBezTo>
                    <a:cubicBezTo>
                      <a:pt x="70" y="7"/>
                      <a:pt x="69" y="4"/>
                      <a:pt x="69" y="5"/>
                    </a:cubicBezTo>
                    <a:cubicBezTo>
                      <a:pt x="69" y="7"/>
                      <a:pt x="69" y="5"/>
                      <a:pt x="70" y="6"/>
                    </a:cubicBezTo>
                    <a:cubicBezTo>
                      <a:pt x="71" y="8"/>
                      <a:pt x="70" y="8"/>
                      <a:pt x="70" y="8"/>
                    </a:cubicBezTo>
                    <a:cubicBezTo>
                      <a:pt x="70" y="9"/>
                      <a:pt x="69" y="7"/>
                      <a:pt x="68" y="6"/>
                    </a:cubicBezTo>
                    <a:cubicBezTo>
                      <a:pt x="68" y="6"/>
                      <a:pt x="68" y="5"/>
                      <a:pt x="69" y="6"/>
                    </a:cubicBezTo>
                    <a:cubicBezTo>
                      <a:pt x="68" y="4"/>
                      <a:pt x="67" y="3"/>
                      <a:pt x="66" y="2"/>
                    </a:cubicBezTo>
                    <a:cubicBezTo>
                      <a:pt x="65" y="1"/>
                      <a:pt x="67" y="4"/>
                      <a:pt x="67" y="4"/>
                    </a:cubicBezTo>
                    <a:cubicBezTo>
                      <a:pt x="67" y="3"/>
                      <a:pt x="68" y="5"/>
                      <a:pt x="68" y="6"/>
                    </a:cubicBezTo>
                    <a:cubicBezTo>
                      <a:pt x="70" y="10"/>
                      <a:pt x="66" y="3"/>
                      <a:pt x="66" y="4"/>
                    </a:cubicBezTo>
                    <a:cubicBezTo>
                      <a:pt x="68" y="6"/>
                      <a:pt x="67" y="8"/>
                      <a:pt x="70" y="10"/>
                    </a:cubicBezTo>
                    <a:cubicBezTo>
                      <a:pt x="70" y="11"/>
                      <a:pt x="70" y="12"/>
                      <a:pt x="70" y="12"/>
                    </a:cubicBezTo>
                    <a:cubicBezTo>
                      <a:pt x="69" y="10"/>
                      <a:pt x="69" y="10"/>
                      <a:pt x="68" y="8"/>
                    </a:cubicBezTo>
                    <a:cubicBezTo>
                      <a:pt x="68" y="9"/>
                      <a:pt x="68" y="9"/>
                      <a:pt x="68" y="9"/>
                    </a:cubicBezTo>
                    <a:cubicBezTo>
                      <a:pt x="66" y="6"/>
                      <a:pt x="66" y="6"/>
                      <a:pt x="66" y="6"/>
                    </a:cubicBezTo>
                    <a:cubicBezTo>
                      <a:pt x="64" y="3"/>
                      <a:pt x="64" y="3"/>
                      <a:pt x="64" y="3"/>
                    </a:cubicBezTo>
                    <a:cubicBezTo>
                      <a:pt x="64" y="4"/>
                      <a:pt x="65" y="5"/>
                      <a:pt x="65" y="6"/>
                    </a:cubicBezTo>
                    <a:cubicBezTo>
                      <a:pt x="64" y="5"/>
                      <a:pt x="64" y="4"/>
                      <a:pt x="64" y="4"/>
                    </a:cubicBezTo>
                    <a:cubicBezTo>
                      <a:pt x="64" y="5"/>
                      <a:pt x="65" y="7"/>
                      <a:pt x="65" y="7"/>
                    </a:cubicBezTo>
                    <a:cubicBezTo>
                      <a:pt x="65" y="7"/>
                      <a:pt x="64" y="6"/>
                      <a:pt x="63" y="5"/>
                    </a:cubicBezTo>
                    <a:cubicBezTo>
                      <a:pt x="63" y="4"/>
                      <a:pt x="63" y="4"/>
                      <a:pt x="63" y="4"/>
                    </a:cubicBezTo>
                    <a:cubicBezTo>
                      <a:pt x="63" y="5"/>
                      <a:pt x="62" y="3"/>
                      <a:pt x="62" y="4"/>
                    </a:cubicBezTo>
                    <a:cubicBezTo>
                      <a:pt x="63" y="5"/>
                      <a:pt x="64" y="6"/>
                      <a:pt x="65" y="8"/>
                    </a:cubicBezTo>
                    <a:cubicBezTo>
                      <a:pt x="65" y="8"/>
                      <a:pt x="64" y="7"/>
                      <a:pt x="64" y="7"/>
                    </a:cubicBezTo>
                    <a:cubicBezTo>
                      <a:pt x="63" y="6"/>
                      <a:pt x="63" y="6"/>
                      <a:pt x="63" y="6"/>
                    </a:cubicBezTo>
                    <a:cubicBezTo>
                      <a:pt x="63" y="7"/>
                      <a:pt x="62" y="4"/>
                      <a:pt x="62" y="5"/>
                    </a:cubicBezTo>
                    <a:cubicBezTo>
                      <a:pt x="62" y="6"/>
                      <a:pt x="62" y="6"/>
                      <a:pt x="62" y="6"/>
                    </a:cubicBezTo>
                    <a:cubicBezTo>
                      <a:pt x="62" y="6"/>
                      <a:pt x="62" y="5"/>
                      <a:pt x="61" y="5"/>
                    </a:cubicBezTo>
                    <a:cubicBezTo>
                      <a:pt x="62" y="6"/>
                      <a:pt x="62" y="6"/>
                      <a:pt x="62" y="6"/>
                    </a:cubicBezTo>
                    <a:cubicBezTo>
                      <a:pt x="61" y="5"/>
                      <a:pt x="61" y="5"/>
                      <a:pt x="61" y="5"/>
                    </a:cubicBezTo>
                    <a:cubicBezTo>
                      <a:pt x="62" y="6"/>
                      <a:pt x="63" y="8"/>
                      <a:pt x="61" y="6"/>
                    </a:cubicBezTo>
                    <a:cubicBezTo>
                      <a:pt x="63" y="8"/>
                      <a:pt x="61" y="6"/>
                      <a:pt x="62" y="7"/>
                    </a:cubicBezTo>
                    <a:cubicBezTo>
                      <a:pt x="64" y="9"/>
                      <a:pt x="63" y="9"/>
                      <a:pt x="63" y="9"/>
                    </a:cubicBezTo>
                    <a:cubicBezTo>
                      <a:pt x="62" y="7"/>
                      <a:pt x="63" y="9"/>
                      <a:pt x="63" y="9"/>
                    </a:cubicBezTo>
                    <a:cubicBezTo>
                      <a:pt x="61" y="8"/>
                      <a:pt x="61" y="8"/>
                      <a:pt x="61" y="8"/>
                    </a:cubicBezTo>
                    <a:cubicBezTo>
                      <a:pt x="62" y="9"/>
                      <a:pt x="62" y="9"/>
                      <a:pt x="62" y="9"/>
                    </a:cubicBezTo>
                    <a:cubicBezTo>
                      <a:pt x="60" y="6"/>
                      <a:pt x="62" y="10"/>
                      <a:pt x="61" y="10"/>
                    </a:cubicBezTo>
                    <a:cubicBezTo>
                      <a:pt x="61" y="9"/>
                      <a:pt x="60" y="7"/>
                      <a:pt x="60" y="7"/>
                    </a:cubicBezTo>
                    <a:cubicBezTo>
                      <a:pt x="61" y="9"/>
                      <a:pt x="61" y="10"/>
                      <a:pt x="62" y="11"/>
                    </a:cubicBezTo>
                    <a:cubicBezTo>
                      <a:pt x="61" y="11"/>
                      <a:pt x="60" y="9"/>
                      <a:pt x="59" y="7"/>
                    </a:cubicBezTo>
                    <a:cubicBezTo>
                      <a:pt x="60" y="9"/>
                      <a:pt x="58" y="7"/>
                      <a:pt x="59" y="9"/>
                    </a:cubicBezTo>
                    <a:cubicBezTo>
                      <a:pt x="60" y="9"/>
                      <a:pt x="60" y="10"/>
                      <a:pt x="61" y="11"/>
                    </a:cubicBezTo>
                    <a:cubicBezTo>
                      <a:pt x="61" y="11"/>
                      <a:pt x="60" y="10"/>
                      <a:pt x="60" y="10"/>
                    </a:cubicBezTo>
                    <a:cubicBezTo>
                      <a:pt x="60" y="10"/>
                      <a:pt x="61" y="12"/>
                      <a:pt x="61" y="12"/>
                    </a:cubicBezTo>
                    <a:cubicBezTo>
                      <a:pt x="61" y="12"/>
                      <a:pt x="62" y="14"/>
                      <a:pt x="61" y="13"/>
                    </a:cubicBezTo>
                    <a:cubicBezTo>
                      <a:pt x="60" y="12"/>
                      <a:pt x="61" y="12"/>
                      <a:pt x="60" y="11"/>
                    </a:cubicBezTo>
                    <a:cubicBezTo>
                      <a:pt x="60" y="11"/>
                      <a:pt x="62" y="15"/>
                      <a:pt x="62" y="15"/>
                    </a:cubicBezTo>
                    <a:cubicBezTo>
                      <a:pt x="63" y="16"/>
                      <a:pt x="65" y="18"/>
                      <a:pt x="65" y="19"/>
                    </a:cubicBezTo>
                    <a:cubicBezTo>
                      <a:pt x="64" y="19"/>
                      <a:pt x="65" y="18"/>
                      <a:pt x="63" y="17"/>
                    </a:cubicBezTo>
                    <a:cubicBezTo>
                      <a:pt x="63" y="17"/>
                      <a:pt x="63" y="17"/>
                      <a:pt x="63" y="17"/>
                    </a:cubicBezTo>
                    <a:cubicBezTo>
                      <a:pt x="61" y="15"/>
                      <a:pt x="61" y="13"/>
                      <a:pt x="59" y="11"/>
                    </a:cubicBezTo>
                    <a:cubicBezTo>
                      <a:pt x="60" y="12"/>
                      <a:pt x="60" y="12"/>
                      <a:pt x="60" y="12"/>
                    </a:cubicBezTo>
                    <a:cubicBezTo>
                      <a:pt x="59" y="12"/>
                      <a:pt x="58" y="10"/>
                      <a:pt x="58" y="10"/>
                    </a:cubicBezTo>
                    <a:cubicBezTo>
                      <a:pt x="59" y="12"/>
                      <a:pt x="57" y="11"/>
                      <a:pt x="58" y="11"/>
                    </a:cubicBezTo>
                    <a:cubicBezTo>
                      <a:pt x="59" y="12"/>
                      <a:pt x="58" y="11"/>
                      <a:pt x="58" y="12"/>
                    </a:cubicBezTo>
                    <a:cubicBezTo>
                      <a:pt x="58" y="12"/>
                      <a:pt x="60" y="14"/>
                      <a:pt x="59" y="14"/>
                    </a:cubicBezTo>
                    <a:cubicBezTo>
                      <a:pt x="57" y="11"/>
                      <a:pt x="57" y="11"/>
                      <a:pt x="57" y="11"/>
                    </a:cubicBezTo>
                    <a:cubicBezTo>
                      <a:pt x="56" y="11"/>
                      <a:pt x="58" y="13"/>
                      <a:pt x="57" y="12"/>
                    </a:cubicBezTo>
                    <a:cubicBezTo>
                      <a:pt x="57" y="12"/>
                      <a:pt x="57" y="12"/>
                      <a:pt x="57" y="12"/>
                    </a:cubicBezTo>
                    <a:cubicBezTo>
                      <a:pt x="56" y="12"/>
                      <a:pt x="55" y="13"/>
                      <a:pt x="57" y="17"/>
                    </a:cubicBezTo>
                    <a:cubicBezTo>
                      <a:pt x="56" y="16"/>
                      <a:pt x="55" y="16"/>
                      <a:pt x="54" y="15"/>
                    </a:cubicBezTo>
                    <a:cubicBezTo>
                      <a:pt x="55" y="16"/>
                      <a:pt x="55" y="17"/>
                      <a:pt x="55" y="17"/>
                    </a:cubicBezTo>
                    <a:cubicBezTo>
                      <a:pt x="54" y="16"/>
                      <a:pt x="54" y="16"/>
                      <a:pt x="54" y="16"/>
                    </a:cubicBezTo>
                    <a:cubicBezTo>
                      <a:pt x="53" y="15"/>
                      <a:pt x="54" y="17"/>
                      <a:pt x="54" y="18"/>
                    </a:cubicBezTo>
                    <a:cubicBezTo>
                      <a:pt x="53" y="17"/>
                      <a:pt x="53" y="17"/>
                      <a:pt x="53" y="17"/>
                    </a:cubicBezTo>
                    <a:cubicBezTo>
                      <a:pt x="52" y="16"/>
                      <a:pt x="54" y="18"/>
                      <a:pt x="54" y="18"/>
                    </a:cubicBezTo>
                    <a:cubicBezTo>
                      <a:pt x="53" y="17"/>
                      <a:pt x="53" y="17"/>
                      <a:pt x="53" y="17"/>
                    </a:cubicBezTo>
                    <a:cubicBezTo>
                      <a:pt x="54" y="18"/>
                      <a:pt x="54" y="18"/>
                      <a:pt x="54" y="18"/>
                    </a:cubicBezTo>
                    <a:cubicBezTo>
                      <a:pt x="54" y="19"/>
                      <a:pt x="53" y="19"/>
                      <a:pt x="52" y="17"/>
                    </a:cubicBezTo>
                    <a:cubicBezTo>
                      <a:pt x="53" y="18"/>
                      <a:pt x="53" y="18"/>
                      <a:pt x="53" y="18"/>
                    </a:cubicBezTo>
                    <a:cubicBezTo>
                      <a:pt x="52" y="18"/>
                      <a:pt x="51" y="18"/>
                      <a:pt x="51" y="19"/>
                    </a:cubicBezTo>
                    <a:cubicBezTo>
                      <a:pt x="52" y="19"/>
                      <a:pt x="52" y="20"/>
                      <a:pt x="53" y="21"/>
                    </a:cubicBezTo>
                    <a:cubicBezTo>
                      <a:pt x="55" y="22"/>
                      <a:pt x="53" y="20"/>
                      <a:pt x="54" y="22"/>
                    </a:cubicBezTo>
                    <a:cubicBezTo>
                      <a:pt x="53" y="21"/>
                      <a:pt x="52" y="20"/>
                      <a:pt x="52" y="20"/>
                    </a:cubicBezTo>
                    <a:cubicBezTo>
                      <a:pt x="49" y="18"/>
                      <a:pt x="50" y="21"/>
                      <a:pt x="50" y="20"/>
                    </a:cubicBezTo>
                    <a:cubicBezTo>
                      <a:pt x="50" y="21"/>
                      <a:pt x="50" y="21"/>
                      <a:pt x="50" y="21"/>
                    </a:cubicBezTo>
                    <a:cubicBezTo>
                      <a:pt x="48" y="20"/>
                      <a:pt x="50" y="22"/>
                      <a:pt x="48" y="22"/>
                    </a:cubicBezTo>
                    <a:cubicBezTo>
                      <a:pt x="49" y="22"/>
                      <a:pt x="51" y="25"/>
                      <a:pt x="51" y="25"/>
                    </a:cubicBezTo>
                    <a:cubicBezTo>
                      <a:pt x="52" y="26"/>
                      <a:pt x="49" y="23"/>
                      <a:pt x="48" y="22"/>
                    </a:cubicBezTo>
                    <a:cubicBezTo>
                      <a:pt x="48" y="23"/>
                      <a:pt x="48" y="23"/>
                      <a:pt x="48" y="23"/>
                    </a:cubicBezTo>
                    <a:cubicBezTo>
                      <a:pt x="48" y="23"/>
                      <a:pt x="48" y="23"/>
                      <a:pt x="48" y="23"/>
                    </a:cubicBezTo>
                    <a:cubicBezTo>
                      <a:pt x="48" y="24"/>
                      <a:pt x="49" y="25"/>
                      <a:pt x="48" y="24"/>
                    </a:cubicBezTo>
                    <a:cubicBezTo>
                      <a:pt x="48" y="24"/>
                      <a:pt x="48" y="24"/>
                      <a:pt x="48" y="24"/>
                    </a:cubicBezTo>
                    <a:cubicBezTo>
                      <a:pt x="48" y="24"/>
                      <a:pt x="47" y="23"/>
                      <a:pt x="47" y="23"/>
                    </a:cubicBezTo>
                    <a:cubicBezTo>
                      <a:pt x="48" y="25"/>
                      <a:pt x="47" y="24"/>
                      <a:pt x="48" y="25"/>
                    </a:cubicBezTo>
                    <a:cubicBezTo>
                      <a:pt x="47" y="25"/>
                      <a:pt x="47" y="25"/>
                      <a:pt x="47" y="25"/>
                    </a:cubicBezTo>
                    <a:cubicBezTo>
                      <a:pt x="48" y="26"/>
                      <a:pt x="48" y="26"/>
                      <a:pt x="48" y="26"/>
                    </a:cubicBezTo>
                    <a:cubicBezTo>
                      <a:pt x="47" y="26"/>
                      <a:pt x="47" y="26"/>
                      <a:pt x="47" y="26"/>
                    </a:cubicBezTo>
                    <a:cubicBezTo>
                      <a:pt x="46" y="24"/>
                      <a:pt x="46" y="24"/>
                      <a:pt x="46" y="24"/>
                    </a:cubicBezTo>
                    <a:cubicBezTo>
                      <a:pt x="45" y="24"/>
                      <a:pt x="47" y="25"/>
                      <a:pt x="47" y="26"/>
                    </a:cubicBezTo>
                    <a:cubicBezTo>
                      <a:pt x="48" y="27"/>
                      <a:pt x="47" y="26"/>
                      <a:pt x="46" y="26"/>
                    </a:cubicBezTo>
                    <a:cubicBezTo>
                      <a:pt x="46" y="25"/>
                      <a:pt x="47" y="26"/>
                      <a:pt x="47" y="25"/>
                    </a:cubicBezTo>
                    <a:cubicBezTo>
                      <a:pt x="46" y="24"/>
                      <a:pt x="46" y="25"/>
                      <a:pt x="46" y="25"/>
                    </a:cubicBezTo>
                    <a:cubicBezTo>
                      <a:pt x="46" y="25"/>
                      <a:pt x="47" y="26"/>
                      <a:pt x="46" y="26"/>
                    </a:cubicBezTo>
                    <a:cubicBezTo>
                      <a:pt x="46" y="26"/>
                      <a:pt x="46" y="26"/>
                      <a:pt x="45" y="25"/>
                    </a:cubicBezTo>
                    <a:cubicBezTo>
                      <a:pt x="46" y="26"/>
                      <a:pt x="45" y="26"/>
                      <a:pt x="46" y="27"/>
                    </a:cubicBezTo>
                    <a:cubicBezTo>
                      <a:pt x="46" y="27"/>
                      <a:pt x="47" y="27"/>
                      <a:pt x="47" y="28"/>
                    </a:cubicBezTo>
                    <a:cubicBezTo>
                      <a:pt x="47" y="28"/>
                      <a:pt x="47" y="28"/>
                      <a:pt x="47" y="28"/>
                    </a:cubicBezTo>
                    <a:cubicBezTo>
                      <a:pt x="47" y="27"/>
                      <a:pt x="47" y="27"/>
                      <a:pt x="47" y="27"/>
                    </a:cubicBezTo>
                    <a:cubicBezTo>
                      <a:pt x="47" y="28"/>
                      <a:pt x="46" y="28"/>
                      <a:pt x="47" y="29"/>
                    </a:cubicBezTo>
                    <a:cubicBezTo>
                      <a:pt x="46" y="27"/>
                      <a:pt x="46" y="27"/>
                      <a:pt x="46" y="27"/>
                    </a:cubicBezTo>
                    <a:cubicBezTo>
                      <a:pt x="47" y="28"/>
                      <a:pt x="46" y="28"/>
                      <a:pt x="46" y="29"/>
                    </a:cubicBezTo>
                    <a:cubicBezTo>
                      <a:pt x="45" y="27"/>
                      <a:pt x="44" y="26"/>
                      <a:pt x="44" y="26"/>
                    </a:cubicBezTo>
                    <a:cubicBezTo>
                      <a:pt x="44" y="27"/>
                      <a:pt x="44" y="27"/>
                      <a:pt x="44" y="27"/>
                    </a:cubicBezTo>
                    <a:cubicBezTo>
                      <a:pt x="44" y="28"/>
                      <a:pt x="44" y="27"/>
                      <a:pt x="43" y="27"/>
                    </a:cubicBezTo>
                    <a:cubicBezTo>
                      <a:pt x="42" y="26"/>
                      <a:pt x="46" y="31"/>
                      <a:pt x="45" y="30"/>
                    </a:cubicBezTo>
                    <a:cubicBezTo>
                      <a:pt x="44" y="28"/>
                      <a:pt x="43" y="28"/>
                      <a:pt x="43" y="28"/>
                    </a:cubicBezTo>
                    <a:cubicBezTo>
                      <a:pt x="43" y="29"/>
                      <a:pt x="43" y="29"/>
                      <a:pt x="43" y="29"/>
                    </a:cubicBezTo>
                    <a:cubicBezTo>
                      <a:pt x="44" y="29"/>
                      <a:pt x="42" y="28"/>
                      <a:pt x="44" y="28"/>
                    </a:cubicBezTo>
                    <a:cubicBezTo>
                      <a:pt x="44" y="29"/>
                      <a:pt x="44" y="29"/>
                      <a:pt x="44" y="30"/>
                    </a:cubicBezTo>
                    <a:cubicBezTo>
                      <a:pt x="41" y="27"/>
                      <a:pt x="42" y="30"/>
                      <a:pt x="40" y="29"/>
                    </a:cubicBezTo>
                    <a:cubicBezTo>
                      <a:pt x="42" y="30"/>
                      <a:pt x="41" y="29"/>
                      <a:pt x="41" y="30"/>
                    </a:cubicBezTo>
                    <a:cubicBezTo>
                      <a:pt x="39" y="28"/>
                      <a:pt x="41" y="31"/>
                      <a:pt x="40" y="30"/>
                    </a:cubicBezTo>
                    <a:cubicBezTo>
                      <a:pt x="42" y="32"/>
                      <a:pt x="42" y="32"/>
                      <a:pt x="42" y="32"/>
                    </a:cubicBezTo>
                    <a:cubicBezTo>
                      <a:pt x="40" y="31"/>
                      <a:pt x="44" y="35"/>
                      <a:pt x="41" y="33"/>
                    </a:cubicBezTo>
                    <a:cubicBezTo>
                      <a:pt x="40" y="31"/>
                      <a:pt x="40" y="31"/>
                      <a:pt x="40" y="31"/>
                    </a:cubicBezTo>
                    <a:cubicBezTo>
                      <a:pt x="38" y="29"/>
                      <a:pt x="41" y="33"/>
                      <a:pt x="39" y="31"/>
                    </a:cubicBezTo>
                    <a:cubicBezTo>
                      <a:pt x="39" y="32"/>
                      <a:pt x="40" y="33"/>
                      <a:pt x="41" y="34"/>
                    </a:cubicBezTo>
                    <a:cubicBezTo>
                      <a:pt x="40" y="33"/>
                      <a:pt x="39" y="33"/>
                      <a:pt x="38" y="32"/>
                    </a:cubicBezTo>
                    <a:cubicBezTo>
                      <a:pt x="39" y="33"/>
                      <a:pt x="39" y="33"/>
                      <a:pt x="38" y="33"/>
                    </a:cubicBezTo>
                    <a:cubicBezTo>
                      <a:pt x="38" y="32"/>
                      <a:pt x="38" y="32"/>
                      <a:pt x="38" y="32"/>
                    </a:cubicBezTo>
                    <a:cubicBezTo>
                      <a:pt x="37" y="32"/>
                      <a:pt x="38" y="33"/>
                      <a:pt x="38" y="33"/>
                    </a:cubicBezTo>
                    <a:cubicBezTo>
                      <a:pt x="37" y="32"/>
                      <a:pt x="37" y="33"/>
                      <a:pt x="36" y="33"/>
                    </a:cubicBezTo>
                    <a:cubicBezTo>
                      <a:pt x="37" y="35"/>
                      <a:pt x="35" y="32"/>
                      <a:pt x="37" y="35"/>
                    </a:cubicBezTo>
                    <a:cubicBezTo>
                      <a:pt x="36" y="34"/>
                      <a:pt x="36" y="34"/>
                      <a:pt x="36" y="34"/>
                    </a:cubicBezTo>
                    <a:cubicBezTo>
                      <a:pt x="37" y="35"/>
                      <a:pt x="38" y="36"/>
                      <a:pt x="38" y="37"/>
                    </a:cubicBezTo>
                    <a:cubicBezTo>
                      <a:pt x="36" y="35"/>
                      <a:pt x="36" y="35"/>
                      <a:pt x="36" y="35"/>
                    </a:cubicBezTo>
                    <a:cubicBezTo>
                      <a:pt x="35" y="33"/>
                      <a:pt x="36" y="35"/>
                      <a:pt x="35" y="34"/>
                    </a:cubicBezTo>
                    <a:cubicBezTo>
                      <a:pt x="36" y="35"/>
                      <a:pt x="35" y="34"/>
                      <a:pt x="36" y="35"/>
                    </a:cubicBezTo>
                    <a:cubicBezTo>
                      <a:pt x="36" y="36"/>
                      <a:pt x="36" y="36"/>
                      <a:pt x="36" y="36"/>
                    </a:cubicBezTo>
                    <a:cubicBezTo>
                      <a:pt x="36" y="37"/>
                      <a:pt x="36" y="37"/>
                      <a:pt x="36" y="37"/>
                    </a:cubicBezTo>
                    <a:cubicBezTo>
                      <a:pt x="36" y="38"/>
                      <a:pt x="35" y="36"/>
                      <a:pt x="35" y="36"/>
                    </a:cubicBezTo>
                    <a:cubicBezTo>
                      <a:pt x="34" y="35"/>
                      <a:pt x="34" y="36"/>
                      <a:pt x="35" y="36"/>
                    </a:cubicBezTo>
                    <a:cubicBezTo>
                      <a:pt x="35" y="36"/>
                      <a:pt x="35" y="36"/>
                      <a:pt x="35" y="37"/>
                    </a:cubicBezTo>
                    <a:cubicBezTo>
                      <a:pt x="35" y="36"/>
                      <a:pt x="35" y="36"/>
                      <a:pt x="35" y="36"/>
                    </a:cubicBezTo>
                    <a:cubicBezTo>
                      <a:pt x="35" y="36"/>
                      <a:pt x="35" y="36"/>
                      <a:pt x="35" y="37"/>
                    </a:cubicBezTo>
                    <a:cubicBezTo>
                      <a:pt x="35" y="36"/>
                      <a:pt x="35" y="36"/>
                      <a:pt x="34" y="36"/>
                    </a:cubicBezTo>
                    <a:cubicBezTo>
                      <a:pt x="34" y="36"/>
                      <a:pt x="34" y="36"/>
                      <a:pt x="35" y="36"/>
                    </a:cubicBezTo>
                    <a:cubicBezTo>
                      <a:pt x="34" y="36"/>
                      <a:pt x="34" y="36"/>
                      <a:pt x="34" y="36"/>
                    </a:cubicBezTo>
                    <a:cubicBezTo>
                      <a:pt x="34" y="36"/>
                      <a:pt x="34" y="36"/>
                      <a:pt x="34" y="36"/>
                    </a:cubicBezTo>
                    <a:cubicBezTo>
                      <a:pt x="34" y="36"/>
                      <a:pt x="34" y="36"/>
                      <a:pt x="34" y="36"/>
                    </a:cubicBezTo>
                    <a:cubicBezTo>
                      <a:pt x="33" y="35"/>
                      <a:pt x="33" y="35"/>
                      <a:pt x="33" y="35"/>
                    </a:cubicBezTo>
                    <a:cubicBezTo>
                      <a:pt x="33" y="35"/>
                      <a:pt x="33" y="36"/>
                      <a:pt x="34" y="37"/>
                    </a:cubicBezTo>
                    <a:cubicBezTo>
                      <a:pt x="32" y="36"/>
                      <a:pt x="33" y="38"/>
                      <a:pt x="33" y="39"/>
                    </a:cubicBezTo>
                    <a:cubicBezTo>
                      <a:pt x="33" y="39"/>
                      <a:pt x="32" y="38"/>
                      <a:pt x="33" y="38"/>
                    </a:cubicBezTo>
                    <a:cubicBezTo>
                      <a:pt x="33" y="39"/>
                      <a:pt x="33" y="40"/>
                      <a:pt x="33" y="39"/>
                    </a:cubicBezTo>
                    <a:cubicBezTo>
                      <a:pt x="33" y="40"/>
                      <a:pt x="32" y="38"/>
                      <a:pt x="32" y="38"/>
                    </a:cubicBezTo>
                    <a:cubicBezTo>
                      <a:pt x="31" y="38"/>
                      <a:pt x="33" y="40"/>
                      <a:pt x="32" y="40"/>
                    </a:cubicBezTo>
                    <a:cubicBezTo>
                      <a:pt x="30" y="38"/>
                      <a:pt x="33" y="42"/>
                      <a:pt x="31" y="41"/>
                    </a:cubicBezTo>
                    <a:cubicBezTo>
                      <a:pt x="31" y="41"/>
                      <a:pt x="31" y="40"/>
                      <a:pt x="30" y="39"/>
                    </a:cubicBezTo>
                    <a:cubicBezTo>
                      <a:pt x="30" y="40"/>
                      <a:pt x="30" y="41"/>
                      <a:pt x="31" y="43"/>
                    </a:cubicBezTo>
                    <a:cubicBezTo>
                      <a:pt x="30" y="41"/>
                      <a:pt x="30" y="41"/>
                      <a:pt x="30" y="41"/>
                    </a:cubicBezTo>
                    <a:cubicBezTo>
                      <a:pt x="30" y="41"/>
                      <a:pt x="30" y="42"/>
                      <a:pt x="31" y="43"/>
                    </a:cubicBezTo>
                    <a:cubicBezTo>
                      <a:pt x="32" y="44"/>
                      <a:pt x="32" y="45"/>
                      <a:pt x="32" y="45"/>
                    </a:cubicBezTo>
                    <a:cubicBezTo>
                      <a:pt x="32" y="45"/>
                      <a:pt x="32" y="45"/>
                      <a:pt x="32" y="45"/>
                    </a:cubicBezTo>
                    <a:cubicBezTo>
                      <a:pt x="32" y="46"/>
                      <a:pt x="32" y="46"/>
                      <a:pt x="32" y="46"/>
                    </a:cubicBezTo>
                    <a:cubicBezTo>
                      <a:pt x="31" y="45"/>
                      <a:pt x="31" y="45"/>
                      <a:pt x="31" y="45"/>
                    </a:cubicBezTo>
                    <a:cubicBezTo>
                      <a:pt x="29" y="43"/>
                      <a:pt x="29" y="44"/>
                      <a:pt x="29" y="44"/>
                    </a:cubicBezTo>
                    <a:cubicBezTo>
                      <a:pt x="30" y="45"/>
                      <a:pt x="30" y="45"/>
                      <a:pt x="30" y="45"/>
                    </a:cubicBezTo>
                    <a:cubicBezTo>
                      <a:pt x="30" y="46"/>
                      <a:pt x="29" y="44"/>
                      <a:pt x="29" y="44"/>
                    </a:cubicBezTo>
                    <a:cubicBezTo>
                      <a:pt x="31" y="48"/>
                      <a:pt x="31" y="48"/>
                      <a:pt x="31" y="48"/>
                    </a:cubicBezTo>
                    <a:cubicBezTo>
                      <a:pt x="31" y="48"/>
                      <a:pt x="30" y="47"/>
                      <a:pt x="29" y="46"/>
                    </a:cubicBezTo>
                    <a:cubicBezTo>
                      <a:pt x="29" y="46"/>
                      <a:pt x="31" y="49"/>
                      <a:pt x="31" y="50"/>
                    </a:cubicBezTo>
                    <a:cubicBezTo>
                      <a:pt x="31" y="50"/>
                      <a:pt x="31" y="51"/>
                      <a:pt x="31" y="51"/>
                    </a:cubicBezTo>
                    <a:cubicBezTo>
                      <a:pt x="30" y="50"/>
                      <a:pt x="31" y="51"/>
                      <a:pt x="31" y="51"/>
                    </a:cubicBezTo>
                    <a:cubicBezTo>
                      <a:pt x="30" y="50"/>
                      <a:pt x="30" y="50"/>
                      <a:pt x="30" y="50"/>
                    </a:cubicBezTo>
                    <a:cubicBezTo>
                      <a:pt x="30" y="49"/>
                      <a:pt x="28" y="48"/>
                      <a:pt x="28" y="47"/>
                    </a:cubicBezTo>
                    <a:cubicBezTo>
                      <a:pt x="28" y="48"/>
                      <a:pt x="27" y="47"/>
                      <a:pt x="26" y="47"/>
                    </a:cubicBezTo>
                    <a:cubicBezTo>
                      <a:pt x="28" y="49"/>
                      <a:pt x="27" y="49"/>
                      <a:pt x="28" y="51"/>
                    </a:cubicBezTo>
                    <a:cubicBezTo>
                      <a:pt x="28" y="51"/>
                      <a:pt x="27" y="49"/>
                      <a:pt x="26" y="49"/>
                    </a:cubicBezTo>
                    <a:cubicBezTo>
                      <a:pt x="27" y="50"/>
                      <a:pt x="26" y="50"/>
                      <a:pt x="25" y="50"/>
                    </a:cubicBezTo>
                    <a:cubicBezTo>
                      <a:pt x="25" y="50"/>
                      <a:pt x="25" y="50"/>
                      <a:pt x="25" y="50"/>
                    </a:cubicBezTo>
                    <a:cubicBezTo>
                      <a:pt x="25" y="51"/>
                      <a:pt x="24" y="51"/>
                      <a:pt x="25" y="53"/>
                    </a:cubicBezTo>
                    <a:cubicBezTo>
                      <a:pt x="25" y="52"/>
                      <a:pt x="25" y="52"/>
                      <a:pt x="25" y="52"/>
                    </a:cubicBezTo>
                    <a:cubicBezTo>
                      <a:pt x="24" y="51"/>
                      <a:pt x="27" y="54"/>
                      <a:pt x="25" y="53"/>
                    </a:cubicBezTo>
                    <a:cubicBezTo>
                      <a:pt x="25" y="52"/>
                      <a:pt x="25" y="52"/>
                      <a:pt x="25" y="52"/>
                    </a:cubicBezTo>
                    <a:cubicBezTo>
                      <a:pt x="25" y="53"/>
                      <a:pt x="23" y="52"/>
                      <a:pt x="24" y="54"/>
                    </a:cubicBezTo>
                    <a:cubicBezTo>
                      <a:pt x="24" y="53"/>
                      <a:pt x="24" y="53"/>
                      <a:pt x="24" y="53"/>
                    </a:cubicBezTo>
                    <a:cubicBezTo>
                      <a:pt x="24" y="53"/>
                      <a:pt x="23" y="53"/>
                      <a:pt x="24" y="55"/>
                    </a:cubicBezTo>
                    <a:cubicBezTo>
                      <a:pt x="23" y="53"/>
                      <a:pt x="23" y="53"/>
                      <a:pt x="23" y="53"/>
                    </a:cubicBezTo>
                    <a:cubicBezTo>
                      <a:pt x="22" y="52"/>
                      <a:pt x="24" y="55"/>
                      <a:pt x="23" y="55"/>
                    </a:cubicBezTo>
                    <a:cubicBezTo>
                      <a:pt x="23" y="55"/>
                      <a:pt x="22" y="54"/>
                      <a:pt x="22" y="54"/>
                    </a:cubicBezTo>
                    <a:cubicBezTo>
                      <a:pt x="23" y="55"/>
                      <a:pt x="22" y="55"/>
                      <a:pt x="23" y="55"/>
                    </a:cubicBezTo>
                    <a:cubicBezTo>
                      <a:pt x="21" y="54"/>
                      <a:pt x="21" y="54"/>
                      <a:pt x="21" y="54"/>
                    </a:cubicBezTo>
                    <a:cubicBezTo>
                      <a:pt x="20" y="55"/>
                      <a:pt x="18" y="56"/>
                      <a:pt x="18" y="59"/>
                    </a:cubicBezTo>
                    <a:cubicBezTo>
                      <a:pt x="16" y="57"/>
                      <a:pt x="17" y="57"/>
                      <a:pt x="16" y="56"/>
                    </a:cubicBezTo>
                    <a:cubicBezTo>
                      <a:pt x="18" y="58"/>
                      <a:pt x="16" y="57"/>
                      <a:pt x="16" y="58"/>
                    </a:cubicBezTo>
                    <a:cubicBezTo>
                      <a:pt x="16" y="57"/>
                      <a:pt x="16" y="57"/>
                      <a:pt x="16" y="57"/>
                    </a:cubicBezTo>
                    <a:cubicBezTo>
                      <a:pt x="16" y="58"/>
                      <a:pt x="15" y="57"/>
                      <a:pt x="16" y="58"/>
                    </a:cubicBezTo>
                    <a:cubicBezTo>
                      <a:pt x="16" y="58"/>
                      <a:pt x="16" y="58"/>
                      <a:pt x="16" y="58"/>
                    </a:cubicBezTo>
                    <a:cubicBezTo>
                      <a:pt x="17" y="59"/>
                      <a:pt x="14" y="56"/>
                      <a:pt x="15" y="59"/>
                    </a:cubicBezTo>
                    <a:cubicBezTo>
                      <a:pt x="14" y="57"/>
                      <a:pt x="14" y="57"/>
                      <a:pt x="14" y="57"/>
                    </a:cubicBezTo>
                    <a:cubicBezTo>
                      <a:pt x="16" y="60"/>
                      <a:pt x="13" y="57"/>
                      <a:pt x="15" y="59"/>
                    </a:cubicBezTo>
                    <a:cubicBezTo>
                      <a:pt x="14" y="59"/>
                      <a:pt x="14" y="59"/>
                      <a:pt x="14" y="59"/>
                    </a:cubicBezTo>
                    <a:cubicBezTo>
                      <a:pt x="13" y="58"/>
                      <a:pt x="15" y="61"/>
                      <a:pt x="14" y="60"/>
                    </a:cubicBezTo>
                    <a:cubicBezTo>
                      <a:pt x="14" y="60"/>
                      <a:pt x="14" y="61"/>
                      <a:pt x="15" y="63"/>
                    </a:cubicBezTo>
                    <a:cubicBezTo>
                      <a:pt x="14" y="60"/>
                      <a:pt x="14" y="60"/>
                      <a:pt x="14" y="60"/>
                    </a:cubicBezTo>
                    <a:cubicBezTo>
                      <a:pt x="13" y="62"/>
                      <a:pt x="12" y="63"/>
                      <a:pt x="13" y="65"/>
                    </a:cubicBezTo>
                    <a:cubicBezTo>
                      <a:pt x="12" y="65"/>
                      <a:pt x="12" y="65"/>
                      <a:pt x="12" y="65"/>
                    </a:cubicBezTo>
                    <a:cubicBezTo>
                      <a:pt x="13" y="67"/>
                      <a:pt x="9" y="64"/>
                      <a:pt x="12" y="67"/>
                    </a:cubicBezTo>
                    <a:cubicBezTo>
                      <a:pt x="13" y="69"/>
                      <a:pt x="13" y="69"/>
                      <a:pt x="13" y="69"/>
                    </a:cubicBezTo>
                    <a:cubicBezTo>
                      <a:pt x="11" y="67"/>
                      <a:pt x="11" y="67"/>
                      <a:pt x="11" y="67"/>
                    </a:cubicBezTo>
                    <a:cubicBezTo>
                      <a:pt x="11" y="68"/>
                      <a:pt x="10" y="68"/>
                      <a:pt x="11" y="69"/>
                    </a:cubicBezTo>
                    <a:cubicBezTo>
                      <a:pt x="10" y="68"/>
                      <a:pt x="10" y="68"/>
                      <a:pt x="10" y="68"/>
                    </a:cubicBezTo>
                    <a:cubicBezTo>
                      <a:pt x="10" y="68"/>
                      <a:pt x="11" y="70"/>
                      <a:pt x="11" y="70"/>
                    </a:cubicBezTo>
                    <a:cubicBezTo>
                      <a:pt x="10" y="69"/>
                      <a:pt x="10" y="69"/>
                      <a:pt x="10" y="69"/>
                    </a:cubicBezTo>
                    <a:cubicBezTo>
                      <a:pt x="7" y="68"/>
                      <a:pt x="4" y="67"/>
                      <a:pt x="5" y="71"/>
                    </a:cubicBezTo>
                    <a:cubicBezTo>
                      <a:pt x="5" y="72"/>
                      <a:pt x="3" y="70"/>
                      <a:pt x="3" y="70"/>
                    </a:cubicBezTo>
                    <a:cubicBezTo>
                      <a:pt x="5" y="73"/>
                      <a:pt x="0" y="70"/>
                      <a:pt x="2" y="75"/>
                    </a:cubicBezTo>
                    <a:cubicBezTo>
                      <a:pt x="2" y="77"/>
                      <a:pt x="6" y="82"/>
                      <a:pt x="6" y="82"/>
                    </a:cubicBezTo>
                    <a:cubicBezTo>
                      <a:pt x="7" y="78"/>
                      <a:pt x="10" y="79"/>
                      <a:pt x="14" y="80"/>
                    </a:cubicBezTo>
                    <a:cubicBezTo>
                      <a:pt x="14" y="79"/>
                      <a:pt x="14" y="77"/>
                      <a:pt x="15" y="78"/>
                    </a:cubicBezTo>
                    <a:cubicBezTo>
                      <a:pt x="18" y="75"/>
                      <a:pt x="23" y="77"/>
                      <a:pt x="24" y="73"/>
                    </a:cubicBezTo>
                    <a:cubicBezTo>
                      <a:pt x="23" y="73"/>
                      <a:pt x="23" y="72"/>
                      <a:pt x="23" y="71"/>
                    </a:cubicBezTo>
                    <a:cubicBezTo>
                      <a:pt x="23" y="72"/>
                      <a:pt x="23" y="72"/>
                      <a:pt x="23" y="72"/>
                    </a:cubicBezTo>
                    <a:cubicBezTo>
                      <a:pt x="22" y="71"/>
                      <a:pt x="22" y="71"/>
                      <a:pt x="22" y="71"/>
                    </a:cubicBezTo>
                    <a:cubicBezTo>
                      <a:pt x="23" y="70"/>
                      <a:pt x="24" y="72"/>
                      <a:pt x="24" y="72"/>
                    </a:cubicBezTo>
                    <a:cubicBezTo>
                      <a:pt x="25" y="71"/>
                      <a:pt x="25" y="70"/>
                      <a:pt x="26" y="70"/>
                    </a:cubicBezTo>
                    <a:cubicBezTo>
                      <a:pt x="25" y="68"/>
                      <a:pt x="27" y="69"/>
                      <a:pt x="25" y="67"/>
                    </a:cubicBezTo>
                    <a:cubicBezTo>
                      <a:pt x="26" y="68"/>
                      <a:pt x="26" y="68"/>
                      <a:pt x="26" y="68"/>
                    </a:cubicBezTo>
                    <a:cubicBezTo>
                      <a:pt x="26" y="67"/>
                      <a:pt x="26" y="67"/>
                      <a:pt x="28" y="68"/>
                    </a:cubicBezTo>
                    <a:cubicBezTo>
                      <a:pt x="32" y="68"/>
                      <a:pt x="33" y="64"/>
                      <a:pt x="36" y="63"/>
                    </a:cubicBezTo>
                    <a:cubicBezTo>
                      <a:pt x="39" y="60"/>
                      <a:pt x="40" y="57"/>
                      <a:pt x="43" y="54"/>
                    </a:cubicBezTo>
                    <a:cubicBezTo>
                      <a:pt x="41" y="51"/>
                      <a:pt x="42" y="52"/>
                      <a:pt x="41" y="49"/>
                    </a:cubicBezTo>
                    <a:cubicBezTo>
                      <a:pt x="42" y="50"/>
                      <a:pt x="42" y="50"/>
                      <a:pt x="42" y="50"/>
                    </a:cubicBezTo>
                    <a:cubicBezTo>
                      <a:pt x="41" y="48"/>
                      <a:pt x="42" y="49"/>
                      <a:pt x="44" y="50"/>
                    </a:cubicBezTo>
                    <a:cubicBezTo>
                      <a:pt x="43" y="49"/>
                      <a:pt x="44" y="50"/>
                      <a:pt x="42" y="48"/>
                    </a:cubicBezTo>
                    <a:cubicBezTo>
                      <a:pt x="41" y="47"/>
                      <a:pt x="44" y="50"/>
                      <a:pt x="44" y="49"/>
                    </a:cubicBezTo>
                    <a:cubicBezTo>
                      <a:pt x="45" y="50"/>
                      <a:pt x="43" y="48"/>
                      <a:pt x="44" y="49"/>
                    </a:cubicBezTo>
                    <a:cubicBezTo>
                      <a:pt x="43" y="46"/>
                      <a:pt x="44" y="50"/>
                      <a:pt x="47" y="50"/>
                    </a:cubicBezTo>
                    <a:cubicBezTo>
                      <a:pt x="47" y="49"/>
                      <a:pt x="47" y="46"/>
                      <a:pt x="49" y="46"/>
                    </a:cubicBezTo>
                    <a:cubicBezTo>
                      <a:pt x="49" y="46"/>
                      <a:pt x="48" y="45"/>
                      <a:pt x="48" y="45"/>
                    </a:cubicBezTo>
                    <a:cubicBezTo>
                      <a:pt x="50" y="47"/>
                      <a:pt x="48" y="44"/>
                      <a:pt x="49" y="45"/>
                    </a:cubicBezTo>
                    <a:cubicBezTo>
                      <a:pt x="50" y="46"/>
                      <a:pt x="50" y="46"/>
                      <a:pt x="50" y="46"/>
                    </a:cubicBezTo>
                    <a:cubicBezTo>
                      <a:pt x="51" y="46"/>
                      <a:pt x="50" y="45"/>
                      <a:pt x="52" y="45"/>
                    </a:cubicBezTo>
                    <a:cubicBezTo>
                      <a:pt x="51" y="44"/>
                      <a:pt x="54" y="45"/>
                      <a:pt x="53" y="44"/>
                    </a:cubicBezTo>
                    <a:cubicBezTo>
                      <a:pt x="54" y="45"/>
                      <a:pt x="54" y="44"/>
                      <a:pt x="54" y="45"/>
                    </a:cubicBezTo>
                    <a:cubicBezTo>
                      <a:pt x="52" y="42"/>
                      <a:pt x="56" y="45"/>
                      <a:pt x="55" y="43"/>
                    </a:cubicBezTo>
                    <a:cubicBezTo>
                      <a:pt x="55" y="43"/>
                      <a:pt x="55" y="43"/>
                      <a:pt x="55" y="43"/>
                    </a:cubicBezTo>
                    <a:cubicBezTo>
                      <a:pt x="56" y="42"/>
                      <a:pt x="58" y="42"/>
                      <a:pt x="58" y="39"/>
                    </a:cubicBezTo>
                    <a:cubicBezTo>
                      <a:pt x="59" y="38"/>
                      <a:pt x="62" y="40"/>
                      <a:pt x="62" y="38"/>
                    </a:cubicBezTo>
                    <a:cubicBezTo>
                      <a:pt x="61" y="37"/>
                      <a:pt x="61" y="37"/>
                      <a:pt x="61" y="37"/>
                    </a:cubicBezTo>
                    <a:cubicBezTo>
                      <a:pt x="61" y="36"/>
                      <a:pt x="62" y="37"/>
                      <a:pt x="62" y="38"/>
                    </a:cubicBezTo>
                    <a:cubicBezTo>
                      <a:pt x="61" y="36"/>
                      <a:pt x="63" y="37"/>
                      <a:pt x="64" y="37"/>
                    </a:cubicBezTo>
                    <a:cubicBezTo>
                      <a:pt x="63" y="36"/>
                      <a:pt x="63" y="36"/>
                      <a:pt x="63" y="35"/>
                    </a:cubicBezTo>
                    <a:cubicBezTo>
                      <a:pt x="66" y="36"/>
                      <a:pt x="63" y="33"/>
                      <a:pt x="66" y="34"/>
                    </a:cubicBezTo>
                    <a:cubicBezTo>
                      <a:pt x="63" y="32"/>
                      <a:pt x="65" y="33"/>
                      <a:pt x="64" y="32"/>
                    </a:cubicBezTo>
                    <a:cubicBezTo>
                      <a:pt x="64" y="32"/>
                      <a:pt x="65" y="33"/>
                      <a:pt x="65" y="33"/>
                    </a:cubicBezTo>
                    <a:cubicBezTo>
                      <a:pt x="66" y="33"/>
                      <a:pt x="66" y="32"/>
                      <a:pt x="67" y="33"/>
                    </a:cubicBezTo>
                    <a:cubicBezTo>
                      <a:pt x="67" y="32"/>
                      <a:pt x="66" y="31"/>
                      <a:pt x="66" y="31"/>
                    </a:cubicBezTo>
                    <a:cubicBezTo>
                      <a:pt x="68" y="33"/>
                      <a:pt x="67" y="31"/>
                      <a:pt x="68" y="31"/>
                    </a:cubicBezTo>
                    <a:cubicBezTo>
                      <a:pt x="66" y="29"/>
                      <a:pt x="66" y="28"/>
                      <a:pt x="66" y="28"/>
                    </a:cubicBezTo>
                    <a:cubicBezTo>
                      <a:pt x="68" y="31"/>
                      <a:pt x="68" y="31"/>
                      <a:pt x="68" y="31"/>
                    </a:cubicBezTo>
                    <a:cubicBezTo>
                      <a:pt x="68" y="29"/>
                      <a:pt x="71" y="30"/>
                      <a:pt x="70" y="27"/>
                    </a:cubicBezTo>
                    <a:cubicBezTo>
                      <a:pt x="71" y="28"/>
                      <a:pt x="71" y="28"/>
                      <a:pt x="71" y="28"/>
                    </a:cubicBezTo>
                    <a:cubicBezTo>
                      <a:pt x="71" y="25"/>
                      <a:pt x="73" y="26"/>
                      <a:pt x="72" y="23"/>
                    </a:cubicBezTo>
                    <a:cubicBezTo>
                      <a:pt x="73" y="23"/>
                      <a:pt x="73" y="24"/>
                      <a:pt x="74" y="23"/>
                    </a:cubicBezTo>
                    <a:cubicBezTo>
                      <a:pt x="73" y="22"/>
                      <a:pt x="73" y="22"/>
                      <a:pt x="72" y="20"/>
                    </a:cubicBezTo>
                    <a:cubicBezTo>
                      <a:pt x="72" y="20"/>
                      <a:pt x="73" y="21"/>
                      <a:pt x="74" y="21"/>
                    </a:cubicBezTo>
                    <a:cubicBezTo>
                      <a:pt x="74" y="21"/>
                      <a:pt x="76" y="23"/>
                      <a:pt x="75" y="20"/>
                    </a:cubicBezTo>
                    <a:cubicBezTo>
                      <a:pt x="76" y="21"/>
                      <a:pt x="76" y="21"/>
                      <a:pt x="76" y="21"/>
                    </a:cubicBezTo>
                    <a:cubicBezTo>
                      <a:pt x="76" y="20"/>
                      <a:pt x="75" y="18"/>
                      <a:pt x="76" y="19"/>
                    </a:cubicBezTo>
                    <a:cubicBezTo>
                      <a:pt x="76" y="18"/>
                      <a:pt x="76" y="17"/>
                      <a:pt x="75" y="16"/>
                    </a:cubicBezTo>
                    <a:cubicBezTo>
                      <a:pt x="75" y="16"/>
                      <a:pt x="76" y="18"/>
                      <a:pt x="76" y="17"/>
                    </a:cubicBezTo>
                    <a:cubicBezTo>
                      <a:pt x="77" y="19"/>
                      <a:pt x="77" y="19"/>
                      <a:pt x="77" y="19"/>
                    </a:cubicBezTo>
                    <a:cubicBezTo>
                      <a:pt x="78" y="18"/>
                      <a:pt x="78" y="17"/>
                      <a:pt x="79" y="15"/>
                    </a:cubicBezTo>
                    <a:cubicBezTo>
                      <a:pt x="80" y="17"/>
                      <a:pt x="80" y="15"/>
                      <a:pt x="81" y="15"/>
                    </a:cubicBezTo>
                    <a:cubicBezTo>
                      <a:pt x="81" y="14"/>
                      <a:pt x="82" y="15"/>
                      <a:pt x="81" y="13"/>
                    </a:cubicBezTo>
                    <a:cubicBezTo>
                      <a:pt x="82" y="14"/>
                      <a:pt x="82" y="14"/>
                      <a:pt x="82" y="14"/>
                    </a:cubicBezTo>
                    <a:cubicBezTo>
                      <a:pt x="82" y="14"/>
                      <a:pt x="83" y="13"/>
                      <a:pt x="84" y="14"/>
                    </a:cubicBezTo>
                    <a:cubicBezTo>
                      <a:pt x="84" y="14"/>
                      <a:pt x="83" y="12"/>
                      <a:pt x="83" y="11"/>
                    </a:cubicBezTo>
                    <a:cubicBezTo>
                      <a:pt x="84" y="12"/>
                      <a:pt x="84" y="12"/>
                      <a:pt x="84" y="12"/>
                    </a:cubicBezTo>
                    <a:cubicBezTo>
                      <a:pt x="84" y="11"/>
                      <a:pt x="83" y="10"/>
                      <a:pt x="82" y="8"/>
                    </a:cubicBezTo>
                    <a:cubicBezTo>
                      <a:pt x="83" y="9"/>
                      <a:pt x="82" y="8"/>
                      <a:pt x="83" y="9"/>
                    </a:cubicBezTo>
                    <a:cubicBezTo>
                      <a:pt x="83" y="10"/>
                      <a:pt x="84" y="11"/>
                      <a:pt x="84" y="13"/>
                    </a:cubicBezTo>
                    <a:cubicBezTo>
                      <a:pt x="85" y="13"/>
                      <a:pt x="84" y="10"/>
                      <a:pt x="85" y="11"/>
                    </a:cubicBezTo>
                    <a:cubicBezTo>
                      <a:pt x="86" y="12"/>
                      <a:pt x="86" y="11"/>
                      <a:pt x="85" y="9"/>
                    </a:cubicBezTo>
                    <a:cubicBezTo>
                      <a:pt x="85" y="10"/>
                      <a:pt x="85" y="10"/>
                      <a:pt x="86" y="11"/>
                    </a:cubicBezTo>
                    <a:cubicBezTo>
                      <a:pt x="86" y="11"/>
                      <a:pt x="86" y="11"/>
                      <a:pt x="86" y="10"/>
                    </a:cubicBezTo>
                    <a:cubicBezTo>
                      <a:pt x="86" y="10"/>
                      <a:pt x="85" y="10"/>
                      <a:pt x="85" y="10"/>
                    </a:cubicBezTo>
                    <a:cubicBezTo>
                      <a:pt x="85" y="9"/>
                      <a:pt x="85" y="8"/>
                      <a:pt x="84" y="7"/>
                    </a:cubicBezTo>
                    <a:cubicBezTo>
                      <a:pt x="84" y="7"/>
                      <a:pt x="84" y="7"/>
                      <a:pt x="84" y="7"/>
                    </a:cubicBezTo>
                    <a:cubicBezTo>
                      <a:pt x="83" y="6"/>
                      <a:pt x="84" y="5"/>
                      <a:pt x="84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62" name="Freeform 37"/>
              <p:cNvSpPr/>
              <p:nvPr>
                <p:custDataLst>
                  <p:tags r:id="rId283"/>
                </p:custDataLst>
              </p:nvPr>
            </p:nvSpPr>
            <p:spPr bwMode="auto">
              <a:xfrm>
                <a:off x="3725" y="2268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63" name="Freeform 38"/>
              <p:cNvSpPr/>
              <p:nvPr>
                <p:custDataLst>
                  <p:tags r:id="rId284"/>
                </p:custDataLst>
              </p:nvPr>
            </p:nvSpPr>
            <p:spPr bwMode="auto">
              <a:xfrm>
                <a:off x="3474" y="207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64" name="Freeform 39"/>
              <p:cNvSpPr/>
              <p:nvPr>
                <p:custDataLst>
                  <p:tags r:id="rId285"/>
                </p:custDataLst>
              </p:nvPr>
            </p:nvSpPr>
            <p:spPr bwMode="auto">
              <a:xfrm>
                <a:off x="3799" y="2608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65" name="Freeform 40"/>
              <p:cNvSpPr/>
              <p:nvPr>
                <p:custDataLst>
                  <p:tags r:id="rId286"/>
                </p:custDataLst>
              </p:nvPr>
            </p:nvSpPr>
            <p:spPr bwMode="auto">
              <a:xfrm>
                <a:off x="3470" y="2079"/>
                <a:ext cx="2" cy="3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1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66" name="Freeform 41"/>
              <p:cNvSpPr/>
              <p:nvPr>
                <p:custDataLst>
                  <p:tags r:id="rId287"/>
                </p:custDataLst>
              </p:nvPr>
            </p:nvSpPr>
            <p:spPr bwMode="auto">
              <a:xfrm>
                <a:off x="3825" y="276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67" name="Freeform 42"/>
              <p:cNvSpPr/>
              <p:nvPr>
                <p:custDataLst>
                  <p:tags r:id="rId288"/>
                </p:custDataLst>
              </p:nvPr>
            </p:nvSpPr>
            <p:spPr bwMode="auto">
              <a:xfrm>
                <a:off x="3466" y="2152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68" name="Freeform 43"/>
              <p:cNvSpPr/>
              <p:nvPr>
                <p:custDataLst>
                  <p:tags r:id="rId289"/>
                </p:custDataLst>
              </p:nvPr>
            </p:nvSpPr>
            <p:spPr bwMode="auto">
              <a:xfrm>
                <a:off x="3916" y="2582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69" name="Freeform 44"/>
              <p:cNvSpPr/>
              <p:nvPr>
                <p:custDataLst>
                  <p:tags r:id="rId290"/>
                </p:custDataLst>
              </p:nvPr>
            </p:nvSpPr>
            <p:spPr bwMode="auto">
              <a:xfrm>
                <a:off x="3899" y="278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70" name="Freeform 45"/>
              <p:cNvSpPr/>
              <p:nvPr>
                <p:custDataLst>
                  <p:tags r:id="rId291"/>
                </p:custDataLst>
              </p:nvPr>
            </p:nvSpPr>
            <p:spPr bwMode="auto">
              <a:xfrm>
                <a:off x="3926" y="2582"/>
                <a:ext cx="3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71" name="Freeform 46"/>
              <p:cNvSpPr/>
              <p:nvPr>
                <p:custDataLst>
                  <p:tags r:id="rId292"/>
                </p:custDataLst>
              </p:nvPr>
            </p:nvSpPr>
            <p:spPr bwMode="auto">
              <a:xfrm>
                <a:off x="3850" y="268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72" name="Freeform 47"/>
              <p:cNvSpPr/>
              <p:nvPr>
                <p:custDataLst>
                  <p:tags r:id="rId293"/>
                </p:custDataLst>
              </p:nvPr>
            </p:nvSpPr>
            <p:spPr bwMode="auto">
              <a:xfrm>
                <a:off x="3926" y="258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73" name="Freeform 48"/>
              <p:cNvSpPr/>
              <p:nvPr>
                <p:custDataLst>
                  <p:tags r:id="rId294"/>
                </p:custDataLst>
              </p:nvPr>
            </p:nvSpPr>
            <p:spPr bwMode="auto">
              <a:xfrm>
                <a:off x="3810" y="278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74" name="Freeform 49"/>
              <p:cNvSpPr/>
              <p:nvPr>
                <p:custDataLst>
                  <p:tags r:id="rId295"/>
                </p:custDataLst>
              </p:nvPr>
            </p:nvSpPr>
            <p:spPr bwMode="auto">
              <a:xfrm>
                <a:off x="3827" y="2270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0"/>
                      <a:pt x="1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75" name="Freeform 50"/>
              <p:cNvSpPr/>
              <p:nvPr>
                <p:custDataLst>
                  <p:tags r:id="rId296"/>
                </p:custDataLst>
              </p:nvPr>
            </p:nvSpPr>
            <p:spPr bwMode="auto">
              <a:xfrm>
                <a:off x="3470" y="208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76" name="Freeform 51"/>
              <p:cNvSpPr/>
              <p:nvPr>
                <p:custDataLst>
                  <p:tags r:id="rId297"/>
                </p:custDataLst>
              </p:nvPr>
            </p:nvSpPr>
            <p:spPr bwMode="auto">
              <a:xfrm>
                <a:off x="4497" y="2332"/>
                <a:ext cx="2" cy="4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1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1" y="0"/>
                      <a:pt x="0" y="1"/>
                    </a:cubicBezTo>
                    <a:cubicBezTo>
                      <a:pt x="1" y="1"/>
                      <a:pt x="0" y="2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77" name="Freeform 52"/>
              <p:cNvSpPr/>
              <p:nvPr>
                <p:custDataLst>
                  <p:tags r:id="rId298"/>
                </p:custDataLst>
              </p:nvPr>
            </p:nvSpPr>
            <p:spPr bwMode="auto">
              <a:xfrm>
                <a:off x="4468" y="2319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2 w 2"/>
                  <a:gd name="T3" fmla="*/ 0 h 2"/>
                  <a:gd name="T4" fmla="*/ 0 w 2"/>
                  <a:gd name="T5" fmla="*/ 2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2" y="0"/>
                    </a:lnTo>
                    <a:lnTo>
                      <a:pt x="0" y="2"/>
                    </a:lnTo>
                    <a:lnTo>
                      <a:pt x="2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78" name="Freeform 53"/>
              <p:cNvSpPr/>
              <p:nvPr>
                <p:custDataLst>
                  <p:tags r:id="rId299"/>
                </p:custDataLst>
              </p:nvPr>
            </p:nvSpPr>
            <p:spPr bwMode="auto">
              <a:xfrm>
                <a:off x="4451" y="2270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79" name="Freeform 54"/>
              <p:cNvSpPr/>
              <p:nvPr>
                <p:custDataLst>
                  <p:tags r:id="rId300"/>
                </p:custDataLst>
              </p:nvPr>
            </p:nvSpPr>
            <p:spPr bwMode="auto">
              <a:xfrm>
                <a:off x="4385" y="2289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80" name="Freeform 55"/>
              <p:cNvSpPr/>
              <p:nvPr>
                <p:custDataLst>
                  <p:tags r:id="rId301"/>
                </p:custDataLst>
              </p:nvPr>
            </p:nvSpPr>
            <p:spPr bwMode="auto">
              <a:xfrm>
                <a:off x="4381" y="2277"/>
                <a:ext cx="4" cy="2"/>
              </a:xfrm>
              <a:custGeom>
                <a:avLst/>
                <a:gdLst>
                  <a:gd name="T0" fmla="*/ 1 w 2"/>
                  <a:gd name="T1" fmla="*/ 1 h 1"/>
                  <a:gd name="T2" fmla="*/ 1 w 2"/>
                  <a:gd name="T3" fmla="*/ 1 h 1"/>
                  <a:gd name="T4" fmla="*/ 1 w 2"/>
                  <a:gd name="T5" fmla="*/ 0 h 1"/>
                  <a:gd name="T6" fmla="*/ 1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1" y="1"/>
                      <a:pt x="1" y="1"/>
                    </a:cubicBezTo>
                    <a:cubicBezTo>
                      <a:pt x="1" y="0"/>
                      <a:pt x="2" y="0"/>
                      <a:pt x="1" y="0"/>
                    </a:cubicBezTo>
                    <a:lnTo>
                      <a:pt x="1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81" name="Freeform 56"/>
              <p:cNvSpPr/>
              <p:nvPr>
                <p:custDataLst>
                  <p:tags r:id="rId302"/>
                </p:custDataLst>
              </p:nvPr>
            </p:nvSpPr>
            <p:spPr bwMode="auto">
              <a:xfrm>
                <a:off x="4383" y="2281"/>
                <a:ext cx="4" cy="2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82" name="Freeform 57"/>
              <p:cNvSpPr/>
              <p:nvPr>
                <p:custDataLst>
                  <p:tags r:id="rId303"/>
                </p:custDataLst>
              </p:nvPr>
            </p:nvSpPr>
            <p:spPr bwMode="auto">
              <a:xfrm>
                <a:off x="4504" y="232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83" name="Freeform 58"/>
              <p:cNvSpPr/>
              <p:nvPr>
                <p:custDataLst>
                  <p:tags r:id="rId304"/>
                </p:custDataLst>
              </p:nvPr>
            </p:nvSpPr>
            <p:spPr bwMode="auto">
              <a:xfrm>
                <a:off x="3602" y="1893"/>
                <a:ext cx="27" cy="2"/>
              </a:xfrm>
              <a:custGeom>
                <a:avLst/>
                <a:gdLst>
                  <a:gd name="T0" fmla="*/ 4 w 13"/>
                  <a:gd name="T1" fmla="*/ 1 h 1"/>
                  <a:gd name="T2" fmla="*/ 6 w 13"/>
                  <a:gd name="T3" fmla="*/ 1 h 1"/>
                  <a:gd name="T4" fmla="*/ 6 w 13"/>
                  <a:gd name="T5" fmla="*/ 1 h 1"/>
                  <a:gd name="T6" fmla="*/ 6 w 13"/>
                  <a:gd name="T7" fmla="*/ 1 h 1"/>
                  <a:gd name="T8" fmla="*/ 6 w 13"/>
                  <a:gd name="T9" fmla="*/ 1 h 1"/>
                  <a:gd name="T10" fmla="*/ 6 w 13"/>
                  <a:gd name="T11" fmla="*/ 1 h 1"/>
                  <a:gd name="T12" fmla="*/ 6 w 13"/>
                  <a:gd name="T13" fmla="*/ 1 h 1"/>
                  <a:gd name="T14" fmla="*/ 6 w 13"/>
                  <a:gd name="T15" fmla="*/ 1 h 1"/>
                  <a:gd name="T16" fmla="*/ 4 w 13"/>
                  <a:gd name="T17" fmla="*/ 1 h 1"/>
                  <a:gd name="T18" fmla="*/ 4 w 13"/>
                  <a:gd name="T1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3" h="1">
                    <a:moveTo>
                      <a:pt x="4" y="1"/>
                    </a:moveTo>
                    <a:cubicBezTo>
                      <a:pt x="4" y="1"/>
                      <a:pt x="5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0" y="0"/>
                      <a:pt x="13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84" name="Freeform 59"/>
              <p:cNvSpPr/>
              <p:nvPr>
                <p:custDataLst>
                  <p:tags r:id="rId305"/>
                </p:custDataLst>
              </p:nvPr>
            </p:nvSpPr>
            <p:spPr bwMode="auto">
              <a:xfrm>
                <a:off x="4495" y="2332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85" name="Freeform 60"/>
              <p:cNvSpPr/>
              <p:nvPr>
                <p:custDataLst>
                  <p:tags r:id="rId306"/>
                </p:custDataLst>
              </p:nvPr>
            </p:nvSpPr>
            <p:spPr bwMode="auto">
              <a:xfrm>
                <a:off x="4381" y="2277"/>
                <a:ext cx="4" cy="8"/>
              </a:xfrm>
              <a:custGeom>
                <a:avLst/>
                <a:gdLst>
                  <a:gd name="T0" fmla="*/ 2 w 2"/>
                  <a:gd name="T1" fmla="*/ 1 h 4"/>
                  <a:gd name="T2" fmla="*/ 2 w 2"/>
                  <a:gd name="T3" fmla="*/ 0 h 4"/>
                  <a:gd name="T4" fmla="*/ 1 w 2"/>
                  <a:gd name="T5" fmla="*/ 2 h 4"/>
                  <a:gd name="T6" fmla="*/ 1 w 2"/>
                  <a:gd name="T7" fmla="*/ 2 h 4"/>
                  <a:gd name="T8" fmla="*/ 0 w 2"/>
                  <a:gd name="T9" fmla="*/ 4 h 4"/>
                  <a:gd name="T10" fmla="*/ 2 w 2"/>
                  <a:gd name="T11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4">
                    <a:moveTo>
                      <a:pt x="2" y="1"/>
                    </a:moveTo>
                    <a:cubicBezTo>
                      <a:pt x="2" y="1"/>
                      <a:pt x="2" y="0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0" y="3"/>
                      <a:pt x="1" y="2"/>
                    </a:cubicBezTo>
                    <a:cubicBezTo>
                      <a:pt x="0" y="3"/>
                      <a:pt x="0" y="4"/>
                      <a:pt x="0" y="4"/>
                    </a:cubicBezTo>
                    <a:cubicBezTo>
                      <a:pt x="1" y="3"/>
                      <a:pt x="1" y="1"/>
                      <a:pt x="2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86" name="Freeform 61"/>
              <p:cNvSpPr/>
              <p:nvPr>
                <p:custDataLst>
                  <p:tags r:id="rId307"/>
                </p:custDataLst>
              </p:nvPr>
            </p:nvSpPr>
            <p:spPr bwMode="auto">
              <a:xfrm>
                <a:off x="4519" y="2328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0 w 2"/>
                  <a:gd name="T3" fmla="*/ 2 h 2"/>
                  <a:gd name="T4" fmla="*/ 2 w 2"/>
                  <a:gd name="T5" fmla="*/ 0 h 2"/>
                  <a:gd name="T6" fmla="*/ 0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87" name="Freeform 62"/>
              <p:cNvSpPr/>
              <p:nvPr>
                <p:custDataLst>
                  <p:tags r:id="rId308"/>
                </p:custDataLst>
              </p:nvPr>
            </p:nvSpPr>
            <p:spPr bwMode="auto">
              <a:xfrm>
                <a:off x="4504" y="2325"/>
                <a:ext cx="0" cy="3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88" name="Freeform 63"/>
              <p:cNvSpPr/>
              <p:nvPr>
                <p:custDataLst>
                  <p:tags r:id="rId309"/>
                </p:custDataLst>
              </p:nvPr>
            </p:nvSpPr>
            <p:spPr bwMode="auto">
              <a:xfrm>
                <a:off x="4391" y="2294"/>
                <a:ext cx="4" cy="4"/>
              </a:xfrm>
              <a:custGeom>
                <a:avLst/>
                <a:gdLst>
                  <a:gd name="T0" fmla="*/ 1 w 2"/>
                  <a:gd name="T1" fmla="*/ 1 h 2"/>
                  <a:gd name="T2" fmla="*/ 1 w 2"/>
                  <a:gd name="T3" fmla="*/ 1 h 2"/>
                  <a:gd name="T4" fmla="*/ 1 w 2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89" name="Freeform 64"/>
              <p:cNvSpPr/>
              <p:nvPr>
                <p:custDataLst>
                  <p:tags r:id="rId310"/>
                </p:custDataLst>
              </p:nvPr>
            </p:nvSpPr>
            <p:spPr bwMode="auto">
              <a:xfrm>
                <a:off x="4381" y="2281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90" name="Freeform 65"/>
              <p:cNvSpPr/>
              <p:nvPr>
                <p:custDataLst>
                  <p:tags r:id="rId311"/>
                </p:custDataLst>
              </p:nvPr>
            </p:nvSpPr>
            <p:spPr bwMode="auto">
              <a:xfrm>
                <a:off x="3332" y="1903"/>
                <a:ext cx="2" cy="7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3 h 3"/>
                  <a:gd name="T4" fmla="*/ 1 w 1"/>
                  <a:gd name="T5" fmla="*/ 0 h 3"/>
                  <a:gd name="T6" fmla="*/ 0 w 1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3"/>
                      <a:pt x="0" y="3"/>
                      <a:pt x="1" y="3"/>
                    </a:cubicBezTo>
                    <a:cubicBezTo>
                      <a:pt x="1" y="2"/>
                      <a:pt x="1" y="1"/>
                      <a:pt x="1" y="0"/>
                    </a:cubicBezTo>
                    <a:lnTo>
                      <a:pt x="0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91" name="Freeform 66"/>
              <p:cNvSpPr/>
              <p:nvPr>
                <p:custDataLst>
                  <p:tags r:id="rId312"/>
                </p:custDataLst>
              </p:nvPr>
            </p:nvSpPr>
            <p:spPr bwMode="auto">
              <a:xfrm>
                <a:off x="3566" y="2372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0" y="0"/>
                    </a:cubicBezTo>
                    <a:cubicBezTo>
                      <a:pt x="0" y="1"/>
                      <a:pt x="1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92" name="Freeform 67"/>
              <p:cNvSpPr/>
              <p:nvPr>
                <p:custDataLst>
                  <p:tags r:id="rId313"/>
                </p:custDataLst>
              </p:nvPr>
            </p:nvSpPr>
            <p:spPr bwMode="auto">
              <a:xfrm>
                <a:off x="3474" y="2073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93" name="Freeform 68"/>
              <p:cNvSpPr/>
              <p:nvPr>
                <p:custDataLst>
                  <p:tags r:id="rId314"/>
                </p:custDataLst>
              </p:nvPr>
            </p:nvSpPr>
            <p:spPr bwMode="auto">
              <a:xfrm>
                <a:off x="4060" y="1568"/>
                <a:ext cx="2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1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94" name="Freeform 69"/>
              <p:cNvSpPr/>
              <p:nvPr>
                <p:custDataLst>
                  <p:tags r:id="rId315"/>
                </p:custDataLst>
              </p:nvPr>
            </p:nvSpPr>
            <p:spPr bwMode="auto">
              <a:xfrm>
                <a:off x="3472" y="2073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0 w 1"/>
                  <a:gd name="T3" fmla="*/ 1 w 1"/>
                  <a:gd name="T4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95" name="Freeform 70"/>
              <p:cNvSpPr/>
              <p:nvPr>
                <p:custDataLst>
                  <p:tags r:id="rId316"/>
                </p:custDataLst>
              </p:nvPr>
            </p:nvSpPr>
            <p:spPr bwMode="auto">
              <a:xfrm>
                <a:off x="3474" y="2073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1 h 1"/>
                  <a:gd name="T4" fmla="*/ 1 h 1"/>
                  <a:gd name="T5" fmla="*/ 1 h 1"/>
                  <a:gd name="T6" fmla="*/ 0 h 1"/>
                  <a:gd name="T7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  <a:cxn ang="0">
                    <a:pos x="0" y="T7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96" name="Freeform 71"/>
              <p:cNvSpPr/>
              <p:nvPr>
                <p:custDataLst>
                  <p:tags r:id="rId317"/>
                </p:custDataLst>
              </p:nvPr>
            </p:nvSpPr>
            <p:spPr bwMode="auto">
              <a:xfrm>
                <a:off x="3702" y="1530"/>
                <a:ext cx="4" cy="2"/>
              </a:xfrm>
              <a:custGeom>
                <a:avLst/>
                <a:gdLst>
                  <a:gd name="T0" fmla="*/ 0 w 2"/>
                  <a:gd name="T1" fmla="*/ 1 h 1"/>
                  <a:gd name="T2" fmla="*/ 0 w 2"/>
                  <a:gd name="T3" fmla="*/ 1 h 1"/>
                  <a:gd name="T4" fmla="*/ 2 w 2"/>
                  <a:gd name="T5" fmla="*/ 0 h 1"/>
                  <a:gd name="T6" fmla="*/ 0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0"/>
                      <a:pt x="2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97" name="Freeform 72"/>
              <p:cNvSpPr/>
              <p:nvPr>
                <p:custDataLst>
                  <p:tags r:id="rId318"/>
                </p:custDataLst>
              </p:nvPr>
            </p:nvSpPr>
            <p:spPr bwMode="auto">
              <a:xfrm>
                <a:off x="3421" y="2084"/>
                <a:ext cx="17" cy="15"/>
              </a:xfrm>
              <a:custGeom>
                <a:avLst/>
                <a:gdLst>
                  <a:gd name="T0" fmla="*/ 2 w 8"/>
                  <a:gd name="T1" fmla="*/ 5 h 7"/>
                  <a:gd name="T2" fmla="*/ 4 w 8"/>
                  <a:gd name="T3" fmla="*/ 2 h 7"/>
                  <a:gd name="T4" fmla="*/ 2 w 8"/>
                  <a:gd name="T5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" h="7">
                    <a:moveTo>
                      <a:pt x="2" y="5"/>
                    </a:moveTo>
                    <a:cubicBezTo>
                      <a:pt x="8" y="0"/>
                      <a:pt x="0" y="7"/>
                      <a:pt x="4" y="2"/>
                    </a:cubicBezTo>
                    <a:cubicBezTo>
                      <a:pt x="2" y="3"/>
                      <a:pt x="2" y="4"/>
                      <a:pt x="2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98" name="Freeform 73"/>
              <p:cNvSpPr/>
              <p:nvPr>
                <p:custDataLst>
                  <p:tags r:id="rId319"/>
                </p:custDataLst>
              </p:nvPr>
            </p:nvSpPr>
            <p:spPr bwMode="auto">
              <a:xfrm>
                <a:off x="4381" y="2247"/>
                <a:ext cx="2" cy="4"/>
              </a:xfrm>
              <a:custGeom>
                <a:avLst/>
                <a:gdLst>
                  <a:gd name="T0" fmla="*/ 0 w 1"/>
                  <a:gd name="T1" fmla="*/ 1 h 2"/>
                  <a:gd name="T2" fmla="*/ 1 w 1"/>
                  <a:gd name="T3" fmla="*/ 0 h 2"/>
                  <a:gd name="T4" fmla="*/ 0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2"/>
                      <a:pt x="0" y="0"/>
                      <a:pt x="1" y="0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99" name="Freeform 74"/>
              <p:cNvSpPr/>
              <p:nvPr>
                <p:custDataLst>
                  <p:tags r:id="rId320"/>
                </p:custDataLst>
              </p:nvPr>
            </p:nvSpPr>
            <p:spPr bwMode="auto">
              <a:xfrm>
                <a:off x="4381" y="2247"/>
                <a:ext cx="2" cy="6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3 h 3"/>
                  <a:gd name="T4" fmla="*/ 1 w 1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2"/>
                      <a:pt x="1" y="1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00" name="Freeform 75"/>
              <p:cNvSpPr/>
              <p:nvPr>
                <p:custDataLst>
                  <p:tags r:id="rId321"/>
                </p:custDataLst>
              </p:nvPr>
            </p:nvSpPr>
            <p:spPr bwMode="auto">
              <a:xfrm>
                <a:off x="3914" y="153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01" name="Freeform 76"/>
              <p:cNvSpPr/>
              <p:nvPr>
                <p:custDataLst>
                  <p:tags r:id="rId322"/>
                </p:custDataLst>
              </p:nvPr>
            </p:nvSpPr>
            <p:spPr bwMode="auto">
              <a:xfrm>
                <a:off x="3317" y="1492"/>
                <a:ext cx="1064" cy="1219"/>
              </a:xfrm>
              <a:custGeom>
                <a:avLst/>
                <a:gdLst>
                  <a:gd name="T0" fmla="*/ 307 w 501"/>
                  <a:gd name="T1" fmla="*/ 7 h 575"/>
                  <a:gd name="T2" fmla="*/ 204 w 501"/>
                  <a:gd name="T3" fmla="*/ 13 h 575"/>
                  <a:gd name="T4" fmla="*/ 130 w 501"/>
                  <a:gd name="T5" fmla="*/ 42 h 575"/>
                  <a:gd name="T6" fmla="*/ 23 w 501"/>
                  <a:gd name="T7" fmla="*/ 152 h 575"/>
                  <a:gd name="T8" fmla="*/ 0 w 501"/>
                  <a:gd name="T9" fmla="*/ 247 h 575"/>
                  <a:gd name="T10" fmla="*/ 50 w 501"/>
                  <a:gd name="T11" fmla="*/ 385 h 575"/>
                  <a:gd name="T12" fmla="*/ 111 w 501"/>
                  <a:gd name="T13" fmla="*/ 430 h 575"/>
                  <a:gd name="T14" fmla="*/ 184 w 501"/>
                  <a:gd name="T15" fmla="*/ 490 h 575"/>
                  <a:gd name="T16" fmla="*/ 202 w 501"/>
                  <a:gd name="T17" fmla="*/ 528 h 575"/>
                  <a:gd name="T18" fmla="*/ 213 w 501"/>
                  <a:gd name="T19" fmla="*/ 562 h 575"/>
                  <a:gd name="T20" fmla="*/ 214 w 501"/>
                  <a:gd name="T21" fmla="*/ 567 h 575"/>
                  <a:gd name="T22" fmla="*/ 211 w 501"/>
                  <a:gd name="T23" fmla="*/ 536 h 575"/>
                  <a:gd name="T24" fmla="*/ 199 w 501"/>
                  <a:gd name="T25" fmla="*/ 494 h 575"/>
                  <a:gd name="T26" fmla="*/ 165 w 501"/>
                  <a:gd name="T27" fmla="*/ 454 h 575"/>
                  <a:gd name="T28" fmla="*/ 164 w 501"/>
                  <a:gd name="T29" fmla="*/ 451 h 575"/>
                  <a:gd name="T30" fmla="*/ 135 w 501"/>
                  <a:gd name="T31" fmla="*/ 430 h 575"/>
                  <a:gd name="T32" fmla="*/ 134 w 501"/>
                  <a:gd name="T33" fmla="*/ 428 h 575"/>
                  <a:gd name="T34" fmla="*/ 125 w 501"/>
                  <a:gd name="T35" fmla="*/ 419 h 575"/>
                  <a:gd name="T36" fmla="*/ 97 w 501"/>
                  <a:gd name="T37" fmla="*/ 407 h 575"/>
                  <a:gd name="T38" fmla="*/ 85 w 501"/>
                  <a:gd name="T39" fmla="*/ 394 h 575"/>
                  <a:gd name="T40" fmla="*/ 77 w 501"/>
                  <a:gd name="T41" fmla="*/ 384 h 575"/>
                  <a:gd name="T42" fmla="*/ 63 w 501"/>
                  <a:gd name="T43" fmla="*/ 368 h 575"/>
                  <a:gd name="T44" fmla="*/ 49 w 501"/>
                  <a:gd name="T45" fmla="*/ 353 h 575"/>
                  <a:gd name="T46" fmla="*/ 40 w 501"/>
                  <a:gd name="T47" fmla="*/ 338 h 575"/>
                  <a:gd name="T48" fmla="*/ 25 w 501"/>
                  <a:gd name="T49" fmla="*/ 323 h 575"/>
                  <a:gd name="T50" fmla="*/ 29 w 501"/>
                  <a:gd name="T51" fmla="*/ 315 h 575"/>
                  <a:gd name="T52" fmla="*/ 21 w 501"/>
                  <a:gd name="T53" fmla="*/ 247 h 575"/>
                  <a:gd name="T54" fmla="*/ 23 w 501"/>
                  <a:gd name="T55" fmla="*/ 221 h 575"/>
                  <a:gd name="T56" fmla="*/ 26 w 501"/>
                  <a:gd name="T57" fmla="*/ 191 h 575"/>
                  <a:gd name="T58" fmla="*/ 56 w 501"/>
                  <a:gd name="T59" fmla="*/ 133 h 575"/>
                  <a:gd name="T60" fmla="*/ 74 w 501"/>
                  <a:gd name="T61" fmla="*/ 107 h 575"/>
                  <a:gd name="T62" fmla="*/ 84 w 501"/>
                  <a:gd name="T63" fmla="*/ 99 h 575"/>
                  <a:gd name="T64" fmla="*/ 90 w 501"/>
                  <a:gd name="T65" fmla="*/ 91 h 575"/>
                  <a:gd name="T66" fmla="*/ 110 w 501"/>
                  <a:gd name="T67" fmla="*/ 80 h 575"/>
                  <a:gd name="T68" fmla="*/ 129 w 501"/>
                  <a:gd name="T69" fmla="*/ 65 h 575"/>
                  <a:gd name="T70" fmla="*/ 182 w 501"/>
                  <a:gd name="T71" fmla="*/ 36 h 575"/>
                  <a:gd name="T72" fmla="*/ 211 w 501"/>
                  <a:gd name="T73" fmla="*/ 29 h 575"/>
                  <a:gd name="T74" fmla="*/ 253 w 501"/>
                  <a:gd name="T75" fmla="*/ 19 h 575"/>
                  <a:gd name="T76" fmla="*/ 281 w 501"/>
                  <a:gd name="T77" fmla="*/ 19 h 575"/>
                  <a:gd name="T78" fmla="*/ 284 w 501"/>
                  <a:gd name="T79" fmla="*/ 19 h 575"/>
                  <a:gd name="T80" fmla="*/ 320 w 501"/>
                  <a:gd name="T81" fmla="*/ 24 h 575"/>
                  <a:gd name="T82" fmla="*/ 369 w 501"/>
                  <a:gd name="T83" fmla="*/ 42 h 575"/>
                  <a:gd name="T84" fmla="*/ 388 w 501"/>
                  <a:gd name="T85" fmla="*/ 53 h 575"/>
                  <a:gd name="T86" fmla="*/ 407 w 501"/>
                  <a:gd name="T87" fmla="*/ 71 h 575"/>
                  <a:gd name="T88" fmla="*/ 435 w 501"/>
                  <a:gd name="T89" fmla="*/ 107 h 575"/>
                  <a:gd name="T90" fmla="*/ 462 w 501"/>
                  <a:gd name="T91" fmla="*/ 154 h 575"/>
                  <a:gd name="T92" fmla="*/ 471 w 501"/>
                  <a:gd name="T93" fmla="*/ 184 h 575"/>
                  <a:gd name="T94" fmla="*/ 464 w 501"/>
                  <a:gd name="T95" fmla="*/ 279 h 575"/>
                  <a:gd name="T96" fmla="*/ 451 w 501"/>
                  <a:gd name="T97" fmla="*/ 307 h 575"/>
                  <a:gd name="T98" fmla="*/ 395 w 501"/>
                  <a:gd name="T99" fmla="*/ 377 h 575"/>
                  <a:gd name="T100" fmla="*/ 368 w 501"/>
                  <a:gd name="T101" fmla="*/ 412 h 575"/>
                  <a:gd name="T102" fmla="*/ 363 w 501"/>
                  <a:gd name="T103" fmla="*/ 573 h 575"/>
                  <a:gd name="T104" fmla="*/ 446 w 501"/>
                  <a:gd name="T105" fmla="*/ 342 h 575"/>
                  <a:gd name="T106" fmla="*/ 463 w 501"/>
                  <a:gd name="T107" fmla="*/ 118 h 5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501" h="575">
                    <a:moveTo>
                      <a:pt x="463" y="118"/>
                    </a:moveTo>
                    <a:cubicBezTo>
                      <a:pt x="439" y="74"/>
                      <a:pt x="402" y="38"/>
                      <a:pt x="355" y="17"/>
                    </a:cubicBezTo>
                    <a:cubicBezTo>
                      <a:pt x="347" y="17"/>
                      <a:pt x="337" y="12"/>
                      <a:pt x="328" y="12"/>
                    </a:cubicBezTo>
                    <a:cubicBezTo>
                      <a:pt x="328" y="11"/>
                      <a:pt x="328" y="11"/>
                      <a:pt x="328" y="11"/>
                    </a:cubicBezTo>
                    <a:cubicBezTo>
                      <a:pt x="320" y="11"/>
                      <a:pt x="319" y="8"/>
                      <a:pt x="310" y="5"/>
                    </a:cubicBezTo>
                    <a:cubicBezTo>
                      <a:pt x="309" y="7"/>
                      <a:pt x="306" y="5"/>
                      <a:pt x="307" y="7"/>
                    </a:cubicBezTo>
                    <a:cubicBezTo>
                      <a:pt x="303" y="8"/>
                      <a:pt x="301" y="3"/>
                      <a:pt x="296" y="4"/>
                    </a:cubicBezTo>
                    <a:cubicBezTo>
                      <a:pt x="296" y="3"/>
                      <a:pt x="296" y="5"/>
                      <a:pt x="295" y="4"/>
                    </a:cubicBezTo>
                    <a:cubicBezTo>
                      <a:pt x="282" y="5"/>
                      <a:pt x="298" y="3"/>
                      <a:pt x="282" y="0"/>
                    </a:cubicBezTo>
                    <a:cubicBezTo>
                      <a:pt x="259" y="0"/>
                      <a:pt x="236" y="5"/>
                      <a:pt x="215" y="9"/>
                    </a:cubicBezTo>
                    <a:cubicBezTo>
                      <a:pt x="216" y="9"/>
                      <a:pt x="217" y="10"/>
                      <a:pt x="215" y="11"/>
                    </a:cubicBezTo>
                    <a:cubicBezTo>
                      <a:pt x="212" y="8"/>
                      <a:pt x="208" y="13"/>
                      <a:pt x="204" y="13"/>
                    </a:cubicBezTo>
                    <a:cubicBezTo>
                      <a:pt x="204" y="12"/>
                      <a:pt x="206" y="12"/>
                      <a:pt x="207" y="11"/>
                    </a:cubicBezTo>
                    <a:cubicBezTo>
                      <a:pt x="197" y="13"/>
                      <a:pt x="190" y="17"/>
                      <a:pt x="181" y="19"/>
                    </a:cubicBezTo>
                    <a:cubicBezTo>
                      <a:pt x="173" y="24"/>
                      <a:pt x="163" y="25"/>
                      <a:pt x="158" y="29"/>
                    </a:cubicBezTo>
                    <a:cubicBezTo>
                      <a:pt x="159" y="27"/>
                      <a:pt x="154" y="30"/>
                      <a:pt x="152" y="30"/>
                    </a:cubicBezTo>
                    <a:cubicBezTo>
                      <a:pt x="148" y="37"/>
                      <a:pt x="136" y="37"/>
                      <a:pt x="131" y="43"/>
                    </a:cubicBezTo>
                    <a:cubicBezTo>
                      <a:pt x="130" y="42"/>
                      <a:pt x="130" y="42"/>
                      <a:pt x="130" y="42"/>
                    </a:cubicBezTo>
                    <a:cubicBezTo>
                      <a:pt x="110" y="54"/>
                      <a:pt x="88" y="68"/>
                      <a:pt x="70" y="87"/>
                    </a:cubicBezTo>
                    <a:cubicBezTo>
                      <a:pt x="59" y="96"/>
                      <a:pt x="48" y="108"/>
                      <a:pt x="39" y="121"/>
                    </a:cubicBezTo>
                    <a:cubicBezTo>
                      <a:pt x="38" y="123"/>
                      <a:pt x="40" y="122"/>
                      <a:pt x="39" y="124"/>
                    </a:cubicBezTo>
                    <a:cubicBezTo>
                      <a:pt x="37" y="127"/>
                      <a:pt x="38" y="123"/>
                      <a:pt x="37" y="124"/>
                    </a:cubicBezTo>
                    <a:cubicBezTo>
                      <a:pt x="34" y="132"/>
                      <a:pt x="28" y="140"/>
                      <a:pt x="23" y="148"/>
                    </a:cubicBezTo>
                    <a:cubicBezTo>
                      <a:pt x="23" y="150"/>
                      <a:pt x="22" y="152"/>
                      <a:pt x="23" y="152"/>
                    </a:cubicBezTo>
                    <a:cubicBezTo>
                      <a:pt x="17" y="161"/>
                      <a:pt x="14" y="176"/>
                      <a:pt x="9" y="185"/>
                    </a:cubicBezTo>
                    <a:cubicBezTo>
                      <a:pt x="14" y="183"/>
                      <a:pt x="10" y="192"/>
                      <a:pt x="10" y="196"/>
                    </a:cubicBezTo>
                    <a:cubicBezTo>
                      <a:pt x="9" y="198"/>
                      <a:pt x="8" y="198"/>
                      <a:pt x="8" y="197"/>
                    </a:cubicBezTo>
                    <a:cubicBezTo>
                      <a:pt x="6" y="205"/>
                      <a:pt x="5" y="209"/>
                      <a:pt x="3" y="219"/>
                    </a:cubicBezTo>
                    <a:cubicBezTo>
                      <a:pt x="2" y="223"/>
                      <a:pt x="4" y="225"/>
                      <a:pt x="3" y="230"/>
                    </a:cubicBezTo>
                    <a:cubicBezTo>
                      <a:pt x="0" y="233"/>
                      <a:pt x="1" y="241"/>
                      <a:pt x="0" y="247"/>
                    </a:cubicBezTo>
                    <a:cubicBezTo>
                      <a:pt x="2" y="245"/>
                      <a:pt x="4" y="252"/>
                      <a:pt x="3" y="257"/>
                    </a:cubicBezTo>
                    <a:cubicBezTo>
                      <a:pt x="0" y="256"/>
                      <a:pt x="0" y="256"/>
                      <a:pt x="0" y="256"/>
                    </a:cubicBezTo>
                    <a:cubicBezTo>
                      <a:pt x="1" y="272"/>
                      <a:pt x="0" y="297"/>
                      <a:pt x="9" y="316"/>
                    </a:cubicBezTo>
                    <a:cubicBezTo>
                      <a:pt x="8" y="318"/>
                      <a:pt x="8" y="318"/>
                      <a:pt x="8" y="318"/>
                    </a:cubicBezTo>
                    <a:cubicBezTo>
                      <a:pt x="17" y="337"/>
                      <a:pt x="25" y="356"/>
                      <a:pt x="39" y="370"/>
                    </a:cubicBezTo>
                    <a:cubicBezTo>
                      <a:pt x="42" y="375"/>
                      <a:pt x="47" y="381"/>
                      <a:pt x="50" y="385"/>
                    </a:cubicBezTo>
                    <a:cubicBezTo>
                      <a:pt x="56" y="390"/>
                      <a:pt x="58" y="391"/>
                      <a:pt x="63" y="393"/>
                    </a:cubicBezTo>
                    <a:cubicBezTo>
                      <a:pt x="65" y="395"/>
                      <a:pt x="65" y="397"/>
                      <a:pt x="65" y="398"/>
                    </a:cubicBezTo>
                    <a:cubicBezTo>
                      <a:pt x="71" y="405"/>
                      <a:pt x="76" y="411"/>
                      <a:pt x="83" y="414"/>
                    </a:cubicBezTo>
                    <a:cubicBezTo>
                      <a:pt x="83" y="415"/>
                      <a:pt x="83" y="415"/>
                      <a:pt x="83" y="415"/>
                    </a:cubicBezTo>
                    <a:cubicBezTo>
                      <a:pt x="89" y="419"/>
                      <a:pt x="98" y="423"/>
                      <a:pt x="104" y="429"/>
                    </a:cubicBezTo>
                    <a:cubicBezTo>
                      <a:pt x="106" y="429"/>
                      <a:pt x="113" y="433"/>
                      <a:pt x="111" y="430"/>
                    </a:cubicBezTo>
                    <a:cubicBezTo>
                      <a:pt x="114" y="431"/>
                      <a:pt x="111" y="433"/>
                      <a:pt x="115" y="433"/>
                    </a:cubicBezTo>
                    <a:cubicBezTo>
                      <a:pt x="111" y="433"/>
                      <a:pt x="111" y="433"/>
                      <a:pt x="111" y="433"/>
                    </a:cubicBezTo>
                    <a:cubicBezTo>
                      <a:pt x="125" y="443"/>
                      <a:pt x="138" y="450"/>
                      <a:pt x="152" y="459"/>
                    </a:cubicBezTo>
                    <a:cubicBezTo>
                      <a:pt x="154" y="464"/>
                      <a:pt x="165" y="469"/>
                      <a:pt x="170" y="476"/>
                    </a:cubicBezTo>
                    <a:cubicBezTo>
                      <a:pt x="175" y="479"/>
                      <a:pt x="180" y="487"/>
                      <a:pt x="185" y="489"/>
                    </a:cubicBezTo>
                    <a:cubicBezTo>
                      <a:pt x="184" y="490"/>
                      <a:pt x="184" y="490"/>
                      <a:pt x="184" y="490"/>
                    </a:cubicBezTo>
                    <a:cubicBezTo>
                      <a:pt x="188" y="495"/>
                      <a:pt x="194" y="503"/>
                      <a:pt x="196" y="512"/>
                    </a:cubicBezTo>
                    <a:cubicBezTo>
                      <a:pt x="198" y="518"/>
                      <a:pt x="200" y="517"/>
                      <a:pt x="202" y="521"/>
                    </a:cubicBezTo>
                    <a:cubicBezTo>
                      <a:pt x="201" y="521"/>
                      <a:pt x="201" y="521"/>
                      <a:pt x="201" y="521"/>
                    </a:cubicBezTo>
                    <a:cubicBezTo>
                      <a:pt x="203" y="525"/>
                      <a:pt x="206" y="526"/>
                      <a:pt x="207" y="528"/>
                    </a:cubicBezTo>
                    <a:cubicBezTo>
                      <a:pt x="207" y="532"/>
                      <a:pt x="208" y="532"/>
                      <a:pt x="208" y="536"/>
                    </a:cubicBezTo>
                    <a:cubicBezTo>
                      <a:pt x="207" y="532"/>
                      <a:pt x="205" y="530"/>
                      <a:pt x="202" y="528"/>
                    </a:cubicBezTo>
                    <a:cubicBezTo>
                      <a:pt x="203" y="534"/>
                      <a:pt x="207" y="539"/>
                      <a:pt x="206" y="543"/>
                    </a:cubicBezTo>
                    <a:cubicBezTo>
                      <a:pt x="207" y="547"/>
                      <a:pt x="207" y="551"/>
                      <a:pt x="209" y="551"/>
                    </a:cubicBezTo>
                    <a:cubicBezTo>
                      <a:pt x="209" y="552"/>
                      <a:pt x="208" y="555"/>
                      <a:pt x="207" y="552"/>
                    </a:cubicBezTo>
                    <a:cubicBezTo>
                      <a:pt x="208" y="556"/>
                      <a:pt x="208" y="558"/>
                      <a:pt x="209" y="560"/>
                    </a:cubicBezTo>
                    <a:cubicBezTo>
                      <a:pt x="209" y="560"/>
                      <a:pt x="209" y="559"/>
                      <a:pt x="209" y="558"/>
                    </a:cubicBezTo>
                    <a:cubicBezTo>
                      <a:pt x="211" y="560"/>
                      <a:pt x="211" y="563"/>
                      <a:pt x="213" y="562"/>
                    </a:cubicBezTo>
                    <a:cubicBezTo>
                      <a:pt x="212" y="561"/>
                      <a:pt x="212" y="560"/>
                      <a:pt x="212" y="558"/>
                    </a:cubicBezTo>
                    <a:cubicBezTo>
                      <a:pt x="213" y="559"/>
                      <a:pt x="214" y="565"/>
                      <a:pt x="213" y="567"/>
                    </a:cubicBezTo>
                    <a:cubicBezTo>
                      <a:pt x="212" y="569"/>
                      <a:pt x="210" y="563"/>
                      <a:pt x="210" y="566"/>
                    </a:cubicBezTo>
                    <a:cubicBezTo>
                      <a:pt x="213" y="575"/>
                      <a:pt x="213" y="575"/>
                      <a:pt x="213" y="575"/>
                    </a:cubicBezTo>
                    <a:cubicBezTo>
                      <a:pt x="213" y="573"/>
                      <a:pt x="214" y="570"/>
                      <a:pt x="215" y="571"/>
                    </a:cubicBezTo>
                    <a:cubicBezTo>
                      <a:pt x="214" y="567"/>
                      <a:pt x="214" y="567"/>
                      <a:pt x="214" y="567"/>
                    </a:cubicBezTo>
                    <a:cubicBezTo>
                      <a:pt x="215" y="567"/>
                      <a:pt x="215" y="567"/>
                      <a:pt x="215" y="567"/>
                    </a:cubicBezTo>
                    <a:cubicBezTo>
                      <a:pt x="214" y="560"/>
                      <a:pt x="215" y="555"/>
                      <a:pt x="214" y="548"/>
                    </a:cubicBezTo>
                    <a:cubicBezTo>
                      <a:pt x="212" y="551"/>
                      <a:pt x="212" y="551"/>
                      <a:pt x="212" y="551"/>
                    </a:cubicBezTo>
                    <a:cubicBezTo>
                      <a:pt x="212" y="547"/>
                      <a:pt x="209" y="543"/>
                      <a:pt x="210" y="539"/>
                    </a:cubicBezTo>
                    <a:cubicBezTo>
                      <a:pt x="211" y="541"/>
                      <a:pt x="211" y="539"/>
                      <a:pt x="212" y="539"/>
                    </a:cubicBezTo>
                    <a:cubicBezTo>
                      <a:pt x="212" y="538"/>
                      <a:pt x="211" y="537"/>
                      <a:pt x="211" y="536"/>
                    </a:cubicBezTo>
                    <a:cubicBezTo>
                      <a:pt x="214" y="538"/>
                      <a:pt x="214" y="538"/>
                      <a:pt x="214" y="538"/>
                    </a:cubicBezTo>
                    <a:cubicBezTo>
                      <a:pt x="210" y="536"/>
                      <a:pt x="210" y="526"/>
                      <a:pt x="210" y="525"/>
                    </a:cubicBezTo>
                    <a:cubicBezTo>
                      <a:pt x="210" y="525"/>
                      <a:pt x="210" y="525"/>
                      <a:pt x="210" y="525"/>
                    </a:cubicBezTo>
                    <a:cubicBezTo>
                      <a:pt x="209" y="519"/>
                      <a:pt x="209" y="527"/>
                      <a:pt x="208" y="523"/>
                    </a:cubicBezTo>
                    <a:cubicBezTo>
                      <a:pt x="207" y="519"/>
                      <a:pt x="210" y="520"/>
                      <a:pt x="210" y="517"/>
                    </a:cubicBezTo>
                    <a:cubicBezTo>
                      <a:pt x="207" y="511"/>
                      <a:pt x="202" y="501"/>
                      <a:pt x="199" y="494"/>
                    </a:cubicBezTo>
                    <a:cubicBezTo>
                      <a:pt x="196" y="489"/>
                      <a:pt x="191" y="484"/>
                      <a:pt x="186" y="481"/>
                    </a:cubicBezTo>
                    <a:cubicBezTo>
                      <a:pt x="183" y="477"/>
                      <a:pt x="189" y="480"/>
                      <a:pt x="184" y="476"/>
                    </a:cubicBezTo>
                    <a:cubicBezTo>
                      <a:pt x="186" y="476"/>
                      <a:pt x="186" y="475"/>
                      <a:pt x="186" y="474"/>
                    </a:cubicBezTo>
                    <a:cubicBezTo>
                      <a:pt x="185" y="474"/>
                      <a:pt x="179" y="467"/>
                      <a:pt x="181" y="471"/>
                    </a:cubicBezTo>
                    <a:cubicBezTo>
                      <a:pt x="176" y="466"/>
                      <a:pt x="169" y="460"/>
                      <a:pt x="163" y="455"/>
                    </a:cubicBezTo>
                    <a:cubicBezTo>
                      <a:pt x="165" y="457"/>
                      <a:pt x="167" y="456"/>
                      <a:pt x="165" y="454"/>
                    </a:cubicBezTo>
                    <a:cubicBezTo>
                      <a:pt x="162" y="453"/>
                      <a:pt x="156" y="450"/>
                      <a:pt x="151" y="445"/>
                    </a:cubicBezTo>
                    <a:cubicBezTo>
                      <a:pt x="150" y="447"/>
                      <a:pt x="152" y="448"/>
                      <a:pt x="150" y="449"/>
                    </a:cubicBezTo>
                    <a:cubicBezTo>
                      <a:pt x="149" y="449"/>
                      <a:pt x="147" y="449"/>
                      <a:pt x="146" y="447"/>
                    </a:cubicBezTo>
                    <a:cubicBezTo>
                      <a:pt x="147" y="445"/>
                      <a:pt x="148" y="443"/>
                      <a:pt x="144" y="440"/>
                    </a:cubicBezTo>
                    <a:cubicBezTo>
                      <a:pt x="146" y="438"/>
                      <a:pt x="152" y="446"/>
                      <a:pt x="151" y="442"/>
                    </a:cubicBezTo>
                    <a:cubicBezTo>
                      <a:pt x="154" y="442"/>
                      <a:pt x="163" y="448"/>
                      <a:pt x="164" y="451"/>
                    </a:cubicBezTo>
                    <a:cubicBezTo>
                      <a:pt x="170" y="452"/>
                      <a:pt x="161" y="448"/>
                      <a:pt x="163" y="447"/>
                    </a:cubicBezTo>
                    <a:cubicBezTo>
                      <a:pt x="159" y="444"/>
                      <a:pt x="157" y="444"/>
                      <a:pt x="151" y="440"/>
                    </a:cubicBezTo>
                    <a:cubicBezTo>
                      <a:pt x="150" y="440"/>
                      <a:pt x="152" y="442"/>
                      <a:pt x="148" y="441"/>
                    </a:cubicBezTo>
                    <a:cubicBezTo>
                      <a:pt x="142" y="439"/>
                      <a:pt x="143" y="435"/>
                      <a:pt x="141" y="434"/>
                    </a:cubicBezTo>
                    <a:cubicBezTo>
                      <a:pt x="144" y="435"/>
                      <a:pt x="144" y="435"/>
                      <a:pt x="144" y="435"/>
                    </a:cubicBezTo>
                    <a:cubicBezTo>
                      <a:pt x="141" y="432"/>
                      <a:pt x="139" y="432"/>
                      <a:pt x="135" y="430"/>
                    </a:cubicBezTo>
                    <a:cubicBezTo>
                      <a:pt x="136" y="426"/>
                      <a:pt x="142" y="434"/>
                      <a:pt x="144" y="433"/>
                    </a:cubicBezTo>
                    <a:cubicBezTo>
                      <a:pt x="143" y="429"/>
                      <a:pt x="143" y="429"/>
                      <a:pt x="143" y="429"/>
                    </a:cubicBezTo>
                    <a:cubicBezTo>
                      <a:pt x="137" y="425"/>
                      <a:pt x="140" y="430"/>
                      <a:pt x="134" y="425"/>
                    </a:cubicBezTo>
                    <a:cubicBezTo>
                      <a:pt x="135" y="425"/>
                      <a:pt x="135" y="425"/>
                      <a:pt x="135" y="425"/>
                    </a:cubicBezTo>
                    <a:cubicBezTo>
                      <a:pt x="131" y="423"/>
                      <a:pt x="131" y="423"/>
                      <a:pt x="131" y="423"/>
                    </a:cubicBezTo>
                    <a:cubicBezTo>
                      <a:pt x="131" y="424"/>
                      <a:pt x="130" y="426"/>
                      <a:pt x="134" y="428"/>
                    </a:cubicBezTo>
                    <a:cubicBezTo>
                      <a:pt x="130" y="429"/>
                      <a:pt x="131" y="427"/>
                      <a:pt x="125" y="424"/>
                    </a:cubicBezTo>
                    <a:cubicBezTo>
                      <a:pt x="122" y="424"/>
                      <a:pt x="127" y="425"/>
                      <a:pt x="126" y="427"/>
                    </a:cubicBezTo>
                    <a:cubicBezTo>
                      <a:pt x="126" y="428"/>
                      <a:pt x="123" y="426"/>
                      <a:pt x="120" y="425"/>
                    </a:cubicBezTo>
                    <a:cubicBezTo>
                      <a:pt x="116" y="422"/>
                      <a:pt x="119" y="421"/>
                      <a:pt x="118" y="419"/>
                    </a:cubicBezTo>
                    <a:cubicBezTo>
                      <a:pt x="119" y="420"/>
                      <a:pt x="122" y="422"/>
                      <a:pt x="121" y="422"/>
                    </a:cubicBezTo>
                    <a:cubicBezTo>
                      <a:pt x="127" y="424"/>
                      <a:pt x="121" y="418"/>
                      <a:pt x="125" y="419"/>
                    </a:cubicBezTo>
                    <a:cubicBezTo>
                      <a:pt x="122" y="415"/>
                      <a:pt x="121" y="417"/>
                      <a:pt x="118" y="416"/>
                    </a:cubicBezTo>
                    <a:cubicBezTo>
                      <a:pt x="119" y="417"/>
                      <a:pt x="117" y="418"/>
                      <a:pt x="117" y="419"/>
                    </a:cubicBezTo>
                    <a:cubicBezTo>
                      <a:pt x="108" y="418"/>
                      <a:pt x="115" y="413"/>
                      <a:pt x="108" y="409"/>
                    </a:cubicBezTo>
                    <a:cubicBezTo>
                      <a:pt x="108" y="413"/>
                      <a:pt x="98" y="407"/>
                      <a:pt x="100" y="413"/>
                    </a:cubicBezTo>
                    <a:cubicBezTo>
                      <a:pt x="98" y="412"/>
                      <a:pt x="96" y="411"/>
                      <a:pt x="95" y="410"/>
                    </a:cubicBezTo>
                    <a:cubicBezTo>
                      <a:pt x="98" y="409"/>
                      <a:pt x="93" y="407"/>
                      <a:pt x="97" y="407"/>
                    </a:cubicBezTo>
                    <a:cubicBezTo>
                      <a:pt x="95" y="405"/>
                      <a:pt x="95" y="405"/>
                      <a:pt x="95" y="405"/>
                    </a:cubicBezTo>
                    <a:cubicBezTo>
                      <a:pt x="100" y="406"/>
                      <a:pt x="100" y="406"/>
                      <a:pt x="100" y="406"/>
                    </a:cubicBezTo>
                    <a:cubicBezTo>
                      <a:pt x="98" y="403"/>
                      <a:pt x="95" y="399"/>
                      <a:pt x="94" y="397"/>
                    </a:cubicBezTo>
                    <a:cubicBezTo>
                      <a:pt x="91" y="395"/>
                      <a:pt x="94" y="399"/>
                      <a:pt x="90" y="397"/>
                    </a:cubicBezTo>
                    <a:cubicBezTo>
                      <a:pt x="92" y="397"/>
                      <a:pt x="91" y="394"/>
                      <a:pt x="89" y="393"/>
                    </a:cubicBezTo>
                    <a:cubicBezTo>
                      <a:pt x="92" y="396"/>
                      <a:pt x="87" y="395"/>
                      <a:pt x="85" y="394"/>
                    </a:cubicBezTo>
                    <a:cubicBezTo>
                      <a:pt x="82" y="392"/>
                      <a:pt x="81" y="388"/>
                      <a:pt x="81" y="388"/>
                    </a:cubicBezTo>
                    <a:cubicBezTo>
                      <a:pt x="86" y="389"/>
                      <a:pt x="86" y="389"/>
                      <a:pt x="86" y="389"/>
                    </a:cubicBezTo>
                    <a:cubicBezTo>
                      <a:pt x="82" y="388"/>
                      <a:pt x="85" y="388"/>
                      <a:pt x="82" y="386"/>
                    </a:cubicBezTo>
                    <a:cubicBezTo>
                      <a:pt x="81" y="386"/>
                      <a:pt x="78" y="386"/>
                      <a:pt x="77" y="387"/>
                    </a:cubicBezTo>
                    <a:cubicBezTo>
                      <a:pt x="75" y="385"/>
                      <a:pt x="74" y="383"/>
                      <a:pt x="73" y="383"/>
                    </a:cubicBezTo>
                    <a:cubicBezTo>
                      <a:pt x="77" y="384"/>
                      <a:pt x="77" y="384"/>
                      <a:pt x="77" y="384"/>
                    </a:cubicBezTo>
                    <a:cubicBezTo>
                      <a:pt x="73" y="381"/>
                      <a:pt x="79" y="381"/>
                      <a:pt x="74" y="378"/>
                    </a:cubicBezTo>
                    <a:cubicBezTo>
                      <a:pt x="72" y="378"/>
                      <a:pt x="72" y="378"/>
                      <a:pt x="72" y="378"/>
                    </a:cubicBezTo>
                    <a:cubicBezTo>
                      <a:pt x="72" y="377"/>
                      <a:pt x="72" y="376"/>
                      <a:pt x="73" y="377"/>
                    </a:cubicBezTo>
                    <a:cubicBezTo>
                      <a:pt x="71" y="377"/>
                      <a:pt x="69" y="375"/>
                      <a:pt x="68" y="374"/>
                    </a:cubicBezTo>
                    <a:cubicBezTo>
                      <a:pt x="69" y="373"/>
                      <a:pt x="69" y="373"/>
                      <a:pt x="69" y="373"/>
                    </a:cubicBezTo>
                    <a:cubicBezTo>
                      <a:pt x="67" y="372"/>
                      <a:pt x="63" y="371"/>
                      <a:pt x="63" y="368"/>
                    </a:cubicBezTo>
                    <a:cubicBezTo>
                      <a:pt x="62" y="371"/>
                      <a:pt x="65" y="370"/>
                      <a:pt x="66" y="373"/>
                    </a:cubicBezTo>
                    <a:cubicBezTo>
                      <a:pt x="66" y="377"/>
                      <a:pt x="62" y="372"/>
                      <a:pt x="62" y="371"/>
                    </a:cubicBezTo>
                    <a:cubicBezTo>
                      <a:pt x="64" y="370"/>
                      <a:pt x="58" y="367"/>
                      <a:pt x="56" y="364"/>
                    </a:cubicBezTo>
                    <a:cubicBezTo>
                      <a:pt x="56" y="363"/>
                      <a:pt x="55" y="361"/>
                      <a:pt x="55" y="360"/>
                    </a:cubicBezTo>
                    <a:cubicBezTo>
                      <a:pt x="53" y="360"/>
                      <a:pt x="53" y="360"/>
                      <a:pt x="53" y="360"/>
                    </a:cubicBezTo>
                    <a:cubicBezTo>
                      <a:pt x="56" y="357"/>
                      <a:pt x="49" y="356"/>
                      <a:pt x="49" y="353"/>
                    </a:cubicBezTo>
                    <a:cubicBezTo>
                      <a:pt x="50" y="354"/>
                      <a:pt x="51" y="353"/>
                      <a:pt x="51" y="351"/>
                    </a:cubicBezTo>
                    <a:cubicBezTo>
                      <a:pt x="50" y="355"/>
                      <a:pt x="45" y="349"/>
                      <a:pt x="44" y="350"/>
                    </a:cubicBezTo>
                    <a:cubicBezTo>
                      <a:pt x="42" y="345"/>
                      <a:pt x="48" y="349"/>
                      <a:pt x="48" y="347"/>
                    </a:cubicBezTo>
                    <a:cubicBezTo>
                      <a:pt x="45" y="346"/>
                      <a:pt x="46" y="341"/>
                      <a:pt x="43" y="341"/>
                    </a:cubicBezTo>
                    <a:cubicBezTo>
                      <a:pt x="44" y="345"/>
                      <a:pt x="41" y="341"/>
                      <a:pt x="40" y="341"/>
                    </a:cubicBezTo>
                    <a:cubicBezTo>
                      <a:pt x="38" y="337"/>
                      <a:pt x="41" y="341"/>
                      <a:pt x="40" y="338"/>
                    </a:cubicBezTo>
                    <a:cubicBezTo>
                      <a:pt x="39" y="336"/>
                      <a:pt x="36" y="335"/>
                      <a:pt x="37" y="338"/>
                    </a:cubicBezTo>
                    <a:cubicBezTo>
                      <a:pt x="36" y="335"/>
                      <a:pt x="32" y="333"/>
                      <a:pt x="32" y="330"/>
                    </a:cubicBezTo>
                    <a:cubicBezTo>
                      <a:pt x="33" y="328"/>
                      <a:pt x="36" y="335"/>
                      <a:pt x="36" y="333"/>
                    </a:cubicBezTo>
                    <a:cubicBezTo>
                      <a:pt x="32" y="326"/>
                      <a:pt x="30" y="331"/>
                      <a:pt x="27" y="325"/>
                    </a:cubicBezTo>
                    <a:cubicBezTo>
                      <a:pt x="27" y="328"/>
                      <a:pt x="24" y="327"/>
                      <a:pt x="22" y="324"/>
                    </a:cubicBezTo>
                    <a:cubicBezTo>
                      <a:pt x="19" y="317"/>
                      <a:pt x="24" y="327"/>
                      <a:pt x="25" y="323"/>
                    </a:cubicBezTo>
                    <a:cubicBezTo>
                      <a:pt x="23" y="321"/>
                      <a:pt x="23" y="321"/>
                      <a:pt x="23" y="321"/>
                    </a:cubicBezTo>
                    <a:cubicBezTo>
                      <a:pt x="25" y="316"/>
                      <a:pt x="31" y="327"/>
                      <a:pt x="32" y="322"/>
                    </a:cubicBezTo>
                    <a:cubicBezTo>
                      <a:pt x="30" y="320"/>
                      <a:pt x="30" y="320"/>
                      <a:pt x="30" y="320"/>
                    </a:cubicBezTo>
                    <a:cubicBezTo>
                      <a:pt x="31" y="320"/>
                      <a:pt x="32" y="321"/>
                      <a:pt x="33" y="319"/>
                    </a:cubicBezTo>
                    <a:cubicBezTo>
                      <a:pt x="30" y="319"/>
                      <a:pt x="30" y="313"/>
                      <a:pt x="29" y="312"/>
                    </a:cubicBezTo>
                    <a:cubicBezTo>
                      <a:pt x="27" y="312"/>
                      <a:pt x="30" y="315"/>
                      <a:pt x="29" y="315"/>
                    </a:cubicBezTo>
                    <a:cubicBezTo>
                      <a:pt x="27" y="312"/>
                      <a:pt x="24" y="311"/>
                      <a:pt x="24" y="306"/>
                    </a:cubicBezTo>
                    <a:cubicBezTo>
                      <a:pt x="26" y="308"/>
                      <a:pt x="26" y="304"/>
                      <a:pt x="27" y="305"/>
                    </a:cubicBezTo>
                    <a:cubicBezTo>
                      <a:pt x="27" y="303"/>
                      <a:pt x="25" y="305"/>
                      <a:pt x="25" y="301"/>
                    </a:cubicBezTo>
                    <a:cubicBezTo>
                      <a:pt x="26" y="301"/>
                      <a:pt x="26" y="301"/>
                      <a:pt x="26" y="301"/>
                    </a:cubicBezTo>
                    <a:cubicBezTo>
                      <a:pt x="23" y="289"/>
                      <a:pt x="22" y="272"/>
                      <a:pt x="18" y="260"/>
                    </a:cubicBezTo>
                    <a:cubicBezTo>
                      <a:pt x="20" y="258"/>
                      <a:pt x="20" y="254"/>
                      <a:pt x="21" y="247"/>
                    </a:cubicBezTo>
                    <a:cubicBezTo>
                      <a:pt x="21" y="250"/>
                      <a:pt x="19" y="247"/>
                      <a:pt x="19" y="246"/>
                    </a:cubicBezTo>
                    <a:cubicBezTo>
                      <a:pt x="21" y="242"/>
                      <a:pt x="21" y="242"/>
                      <a:pt x="21" y="242"/>
                    </a:cubicBezTo>
                    <a:cubicBezTo>
                      <a:pt x="23" y="239"/>
                      <a:pt x="22" y="233"/>
                      <a:pt x="21" y="230"/>
                    </a:cubicBezTo>
                    <a:cubicBezTo>
                      <a:pt x="22" y="229"/>
                      <a:pt x="22" y="229"/>
                      <a:pt x="23" y="229"/>
                    </a:cubicBezTo>
                    <a:cubicBezTo>
                      <a:pt x="24" y="225"/>
                      <a:pt x="22" y="225"/>
                      <a:pt x="22" y="224"/>
                    </a:cubicBezTo>
                    <a:cubicBezTo>
                      <a:pt x="23" y="221"/>
                      <a:pt x="23" y="221"/>
                      <a:pt x="23" y="221"/>
                    </a:cubicBezTo>
                    <a:cubicBezTo>
                      <a:pt x="22" y="221"/>
                      <a:pt x="22" y="221"/>
                      <a:pt x="22" y="221"/>
                    </a:cubicBezTo>
                    <a:cubicBezTo>
                      <a:pt x="22" y="217"/>
                      <a:pt x="23" y="213"/>
                      <a:pt x="25" y="213"/>
                    </a:cubicBezTo>
                    <a:cubicBezTo>
                      <a:pt x="25" y="212"/>
                      <a:pt x="25" y="211"/>
                      <a:pt x="24" y="212"/>
                    </a:cubicBezTo>
                    <a:cubicBezTo>
                      <a:pt x="26" y="209"/>
                      <a:pt x="28" y="200"/>
                      <a:pt x="29" y="193"/>
                    </a:cubicBezTo>
                    <a:cubicBezTo>
                      <a:pt x="28" y="196"/>
                      <a:pt x="27" y="196"/>
                      <a:pt x="26" y="196"/>
                    </a:cubicBezTo>
                    <a:cubicBezTo>
                      <a:pt x="24" y="194"/>
                      <a:pt x="27" y="194"/>
                      <a:pt x="26" y="191"/>
                    </a:cubicBezTo>
                    <a:cubicBezTo>
                      <a:pt x="27" y="192"/>
                      <a:pt x="28" y="189"/>
                      <a:pt x="28" y="192"/>
                    </a:cubicBezTo>
                    <a:cubicBezTo>
                      <a:pt x="33" y="185"/>
                      <a:pt x="36" y="173"/>
                      <a:pt x="40" y="164"/>
                    </a:cubicBezTo>
                    <a:cubicBezTo>
                      <a:pt x="40" y="162"/>
                      <a:pt x="40" y="162"/>
                      <a:pt x="39" y="161"/>
                    </a:cubicBezTo>
                    <a:cubicBezTo>
                      <a:pt x="45" y="156"/>
                      <a:pt x="47" y="148"/>
                      <a:pt x="51" y="142"/>
                    </a:cubicBezTo>
                    <a:cubicBezTo>
                      <a:pt x="49" y="143"/>
                      <a:pt x="48" y="139"/>
                      <a:pt x="50" y="136"/>
                    </a:cubicBezTo>
                    <a:cubicBezTo>
                      <a:pt x="51" y="131"/>
                      <a:pt x="53" y="136"/>
                      <a:pt x="56" y="133"/>
                    </a:cubicBezTo>
                    <a:cubicBezTo>
                      <a:pt x="57" y="131"/>
                      <a:pt x="59" y="128"/>
                      <a:pt x="60" y="127"/>
                    </a:cubicBezTo>
                    <a:cubicBezTo>
                      <a:pt x="60" y="127"/>
                      <a:pt x="60" y="127"/>
                      <a:pt x="60" y="127"/>
                    </a:cubicBezTo>
                    <a:cubicBezTo>
                      <a:pt x="61" y="125"/>
                      <a:pt x="63" y="121"/>
                      <a:pt x="65" y="120"/>
                    </a:cubicBezTo>
                    <a:cubicBezTo>
                      <a:pt x="65" y="120"/>
                      <a:pt x="65" y="120"/>
                      <a:pt x="65" y="120"/>
                    </a:cubicBezTo>
                    <a:cubicBezTo>
                      <a:pt x="67" y="118"/>
                      <a:pt x="69" y="117"/>
                      <a:pt x="71" y="115"/>
                    </a:cubicBezTo>
                    <a:cubicBezTo>
                      <a:pt x="70" y="113"/>
                      <a:pt x="75" y="109"/>
                      <a:pt x="74" y="107"/>
                    </a:cubicBezTo>
                    <a:cubicBezTo>
                      <a:pt x="75" y="107"/>
                      <a:pt x="74" y="107"/>
                      <a:pt x="75" y="107"/>
                    </a:cubicBezTo>
                    <a:cubicBezTo>
                      <a:pt x="74" y="106"/>
                      <a:pt x="74" y="106"/>
                      <a:pt x="74" y="106"/>
                    </a:cubicBezTo>
                    <a:cubicBezTo>
                      <a:pt x="78" y="103"/>
                      <a:pt x="78" y="103"/>
                      <a:pt x="78" y="103"/>
                    </a:cubicBezTo>
                    <a:cubicBezTo>
                      <a:pt x="78" y="104"/>
                      <a:pt x="78" y="105"/>
                      <a:pt x="78" y="106"/>
                    </a:cubicBezTo>
                    <a:cubicBezTo>
                      <a:pt x="82" y="103"/>
                      <a:pt x="78" y="104"/>
                      <a:pt x="79" y="101"/>
                    </a:cubicBezTo>
                    <a:cubicBezTo>
                      <a:pt x="81" y="98"/>
                      <a:pt x="82" y="99"/>
                      <a:pt x="84" y="99"/>
                    </a:cubicBezTo>
                    <a:cubicBezTo>
                      <a:pt x="84" y="100"/>
                      <a:pt x="82" y="100"/>
                      <a:pt x="81" y="101"/>
                    </a:cubicBezTo>
                    <a:cubicBezTo>
                      <a:pt x="81" y="103"/>
                      <a:pt x="83" y="100"/>
                      <a:pt x="84" y="101"/>
                    </a:cubicBezTo>
                    <a:cubicBezTo>
                      <a:pt x="85" y="100"/>
                      <a:pt x="84" y="98"/>
                      <a:pt x="86" y="97"/>
                    </a:cubicBezTo>
                    <a:cubicBezTo>
                      <a:pt x="88" y="96"/>
                      <a:pt x="92" y="92"/>
                      <a:pt x="92" y="93"/>
                    </a:cubicBezTo>
                    <a:cubicBezTo>
                      <a:pt x="93" y="91"/>
                      <a:pt x="95" y="90"/>
                      <a:pt x="96" y="88"/>
                    </a:cubicBezTo>
                    <a:cubicBezTo>
                      <a:pt x="94" y="89"/>
                      <a:pt x="91" y="91"/>
                      <a:pt x="90" y="91"/>
                    </a:cubicBezTo>
                    <a:cubicBezTo>
                      <a:pt x="91" y="90"/>
                      <a:pt x="94" y="87"/>
                      <a:pt x="94" y="87"/>
                    </a:cubicBezTo>
                    <a:cubicBezTo>
                      <a:pt x="94" y="88"/>
                      <a:pt x="94" y="88"/>
                      <a:pt x="94" y="88"/>
                    </a:cubicBezTo>
                    <a:cubicBezTo>
                      <a:pt x="94" y="87"/>
                      <a:pt x="99" y="84"/>
                      <a:pt x="96" y="85"/>
                    </a:cubicBezTo>
                    <a:cubicBezTo>
                      <a:pt x="100" y="84"/>
                      <a:pt x="100" y="84"/>
                      <a:pt x="100" y="84"/>
                    </a:cubicBezTo>
                    <a:cubicBezTo>
                      <a:pt x="100" y="82"/>
                      <a:pt x="103" y="80"/>
                      <a:pt x="105" y="78"/>
                    </a:cubicBezTo>
                    <a:cubicBezTo>
                      <a:pt x="106" y="80"/>
                      <a:pt x="106" y="82"/>
                      <a:pt x="110" y="80"/>
                    </a:cubicBezTo>
                    <a:cubicBezTo>
                      <a:pt x="113" y="76"/>
                      <a:pt x="113" y="76"/>
                      <a:pt x="113" y="76"/>
                    </a:cubicBezTo>
                    <a:cubicBezTo>
                      <a:pt x="115" y="74"/>
                      <a:pt x="116" y="74"/>
                      <a:pt x="116" y="75"/>
                    </a:cubicBezTo>
                    <a:cubicBezTo>
                      <a:pt x="124" y="71"/>
                      <a:pt x="121" y="66"/>
                      <a:pt x="128" y="64"/>
                    </a:cubicBezTo>
                    <a:cubicBezTo>
                      <a:pt x="126" y="67"/>
                      <a:pt x="129" y="66"/>
                      <a:pt x="132" y="65"/>
                    </a:cubicBezTo>
                    <a:cubicBezTo>
                      <a:pt x="131" y="65"/>
                      <a:pt x="131" y="64"/>
                      <a:pt x="132" y="63"/>
                    </a:cubicBezTo>
                    <a:cubicBezTo>
                      <a:pt x="131" y="63"/>
                      <a:pt x="132" y="65"/>
                      <a:pt x="129" y="65"/>
                    </a:cubicBezTo>
                    <a:cubicBezTo>
                      <a:pt x="128" y="65"/>
                      <a:pt x="131" y="63"/>
                      <a:pt x="132" y="62"/>
                    </a:cubicBezTo>
                    <a:cubicBezTo>
                      <a:pt x="139" y="63"/>
                      <a:pt x="150" y="53"/>
                      <a:pt x="160" y="50"/>
                    </a:cubicBezTo>
                    <a:cubicBezTo>
                      <a:pt x="158" y="48"/>
                      <a:pt x="163" y="48"/>
                      <a:pt x="164" y="46"/>
                    </a:cubicBezTo>
                    <a:cubicBezTo>
                      <a:pt x="165" y="49"/>
                      <a:pt x="169" y="43"/>
                      <a:pt x="172" y="44"/>
                    </a:cubicBezTo>
                    <a:cubicBezTo>
                      <a:pt x="170" y="42"/>
                      <a:pt x="170" y="42"/>
                      <a:pt x="170" y="42"/>
                    </a:cubicBezTo>
                    <a:cubicBezTo>
                      <a:pt x="176" y="41"/>
                      <a:pt x="177" y="34"/>
                      <a:pt x="182" y="36"/>
                    </a:cubicBezTo>
                    <a:cubicBezTo>
                      <a:pt x="185" y="35"/>
                      <a:pt x="182" y="38"/>
                      <a:pt x="181" y="39"/>
                    </a:cubicBezTo>
                    <a:cubicBezTo>
                      <a:pt x="186" y="40"/>
                      <a:pt x="191" y="32"/>
                      <a:pt x="196" y="34"/>
                    </a:cubicBezTo>
                    <a:cubicBezTo>
                      <a:pt x="196" y="33"/>
                      <a:pt x="194" y="32"/>
                      <a:pt x="197" y="30"/>
                    </a:cubicBezTo>
                    <a:cubicBezTo>
                      <a:pt x="201" y="30"/>
                      <a:pt x="207" y="29"/>
                      <a:pt x="207" y="29"/>
                    </a:cubicBezTo>
                    <a:cubicBezTo>
                      <a:pt x="209" y="28"/>
                      <a:pt x="210" y="27"/>
                      <a:pt x="213" y="27"/>
                    </a:cubicBezTo>
                    <a:cubicBezTo>
                      <a:pt x="213" y="28"/>
                      <a:pt x="212" y="28"/>
                      <a:pt x="211" y="29"/>
                    </a:cubicBezTo>
                    <a:cubicBezTo>
                      <a:pt x="215" y="28"/>
                      <a:pt x="219" y="26"/>
                      <a:pt x="222" y="24"/>
                    </a:cubicBezTo>
                    <a:cubicBezTo>
                      <a:pt x="225" y="26"/>
                      <a:pt x="233" y="23"/>
                      <a:pt x="238" y="23"/>
                    </a:cubicBezTo>
                    <a:cubicBezTo>
                      <a:pt x="241" y="20"/>
                      <a:pt x="247" y="23"/>
                      <a:pt x="247" y="20"/>
                    </a:cubicBezTo>
                    <a:cubicBezTo>
                      <a:pt x="247" y="20"/>
                      <a:pt x="247" y="20"/>
                      <a:pt x="248" y="21"/>
                    </a:cubicBezTo>
                    <a:cubicBezTo>
                      <a:pt x="249" y="19"/>
                      <a:pt x="251" y="17"/>
                      <a:pt x="253" y="17"/>
                    </a:cubicBezTo>
                    <a:cubicBezTo>
                      <a:pt x="253" y="19"/>
                      <a:pt x="253" y="19"/>
                      <a:pt x="253" y="19"/>
                    </a:cubicBezTo>
                    <a:cubicBezTo>
                      <a:pt x="252" y="22"/>
                      <a:pt x="260" y="19"/>
                      <a:pt x="261" y="20"/>
                    </a:cubicBezTo>
                    <a:cubicBezTo>
                      <a:pt x="258" y="19"/>
                      <a:pt x="263" y="20"/>
                      <a:pt x="263" y="18"/>
                    </a:cubicBezTo>
                    <a:cubicBezTo>
                      <a:pt x="266" y="18"/>
                      <a:pt x="266" y="18"/>
                      <a:pt x="266" y="18"/>
                    </a:cubicBezTo>
                    <a:cubicBezTo>
                      <a:pt x="271" y="17"/>
                      <a:pt x="267" y="17"/>
                      <a:pt x="273" y="16"/>
                    </a:cubicBezTo>
                    <a:cubicBezTo>
                      <a:pt x="276" y="16"/>
                      <a:pt x="274" y="19"/>
                      <a:pt x="273" y="19"/>
                    </a:cubicBezTo>
                    <a:cubicBezTo>
                      <a:pt x="275" y="20"/>
                      <a:pt x="278" y="19"/>
                      <a:pt x="281" y="19"/>
                    </a:cubicBezTo>
                    <a:cubicBezTo>
                      <a:pt x="280" y="18"/>
                      <a:pt x="280" y="18"/>
                      <a:pt x="281" y="18"/>
                    </a:cubicBezTo>
                    <a:cubicBezTo>
                      <a:pt x="281" y="18"/>
                      <a:pt x="281" y="18"/>
                      <a:pt x="281" y="19"/>
                    </a:cubicBezTo>
                    <a:cubicBezTo>
                      <a:pt x="282" y="18"/>
                      <a:pt x="283" y="18"/>
                      <a:pt x="285" y="18"/>
                    </a:cubicBezTo>
                    <a:cubicBezTo>
                      <a:pt x="285" y="19"/>
                      <a:pt x="285" y="19"/>
                      <a:pt x="285" y="19"/>
                    </a:cubicBezTo>
                    <a:cubicBezTo>
                      <a:pt x="283" y="19"/>
                      <a:pt x="282" y="19"/>
                      <a:pt x="281" y="19"/>
                    </a:cubicBezTo>
                    <a:cubicBezTo>
                      <a:pt x="282" y="19"/>
                      <a:pt x="283" y="19"/>
                      <a:pt x="284" y="19"/>
                    </a:cubicBezTo>
                    <a:cubicBezTo>
                      <a:pt x="285" y="19"/>
                      <a:pt x="285" y="19"/>
                      <a:pt x="285" y="19"/>
                    </a:cubicBezTo>
                    <a:cubicBezTo>
                      <a:pt x="286" y="19"/>
                      <a:pt x="287" y="19"/>
                      <a:pt x="288" y="20"/>
                    </a:cubicBezTo>
                    <a:cubicBezTo>
                      <a:pt x="287" y="21"/>
                      <a:pt x="287" y="21"/>
                      <a:pt x="287" y="21"/>
                    </a:cubicBezTo>
                    <a:cubicBezTo>
                      <a:pt x="289" y="22"/>
                      <a:pt x="294" y="20"/>
                      <a:pt x="294" y="20"/>
                    </a:cubicBezTo>
                    <a:cubicBezTo>
                      <a:pt x="303" y="22"/>
                      <a:pt x="318" y="23"/>
                      <a:pt x="322" y="24"/>
                    </a:cubicBezTo>
                    <a:cubicBezTo>
                      <a:pt x="319" y="23"/>
                      <a:pt x="318" y="24"/>
                      <a:pt x="320" y="24"/>
                    </a:cubicBezTo>
                    <a:cubicBezTo>
                      <a:pt x="323" y="25"/>
                      <a:pt x="326" y="24"/>
                      <a:pt x="326" y="25"/>
                    </a:cubicBezTo>
                    <a:cubicBezTo>
                      <a:pt x="329" y="25"/>
                      <a:pt x="328" y="27"/>
                      <a:pt x="332" y="28"/>
                    </a:cubicBezTo>
                    <a:cubicBezTo>
                      <a:pt x="332" y="29"/>
                      <a:pt x="333" y="27"/>
                      <a:pt x="332" y="27"/>
                    </a:cubicBezTo>
                    <a:cubicBezTo>
                      <a:pt x="337" y="31"/>
                      <a:pt x="347" y="31"/>
                      <a:pt x="354" y="36"/>
                    </a:cubicBezTo>
                    <a:cubicBezTo>
                      <a:pt x="353" y="36"/>
                      <a:pt x="352" y="36"/>
                      <a:pt x="351" y="37"/>
                    </a:cubicBezTo>
                    <a:cubicBezTo>
                      <a:pt x="357" y="38"/>
                      <a:pt x="363" y="41"/>
                      <a:pt x="369" y="42"/>
                    </a:cubicBezTo>
                    <a:cubicBezTo>
                      <a:pt x="368" y="42"/>
                      <a:pt x="368" y="43"/>
                      <a:pt x="366" y="43"/>
                    </a:cubicBezTo>
                    <a:cubicBezTo>
                      <a:pt x="369" y="44"/>
                      <a:pt x="372" y="46"/>
                      <a:pt x="375" y="47"/>
                    </a:cubicBezTo>
                    <a:cubicBezTo>
                      <a:pt x="375" y="47"/>
                      <a:pt x="375" y="47"/>
                      <a:pt x="375" y="47"/>
                    </a:cubicBezTo>
                    <a:cubicBezTo>
                      <a:pt x="373" y="44"/>
                      <a:pt x="378" y="46"/>
                      <a:pt x="381" y="48"/>
                    </a:cubicBezTo>
                    <a:cubicBezTo>
                      <a:pt x="380" y="48"/>
                      <a:pt x="380" y="48"/>
                      <a:pt x="380" y="48"/>
                    </a:cubicBezTo>
                    <a:cubicBezTo>
                      <a:pt x="384" y="51"/>
                      <a:pt x="385" y="50"/>
                      <a:pt x="388" y="53"/>
                    </a:cubicBezTo>
                    <a:cubicBezTo>
                      <a:pt x="390" y="55"/>
                      <a:pt x="386" y="52"/>
                      <a:pt x="386" y="53"/>
                    </a:cubicBezTo>
                    <a:cubicBezTo>
                      <a:pt x="386" y="56"/>
                      <a:pt x="393" y="61"/>
                      <a:pt x="394" y="62"/>
                    </a:cubicBezTo>
                    <a:cubicBezTo>
                      <a:pt x="395" y="62"/>
                      <a:pt x="396" y="63"/>
                      <a:pt x="397" y="62"/>
                    </a:cubicBezTo>
                    <a:cubicBezTo>
                      <a:pt x="400" y="64"/>
                      <a:pt x="397" y="64"/>
                      <a:pt x="399" y="66"/>
                    </a:cubicBezTo>
                    <a:cubicBezTo>
                      <a:pt x="409" y="69"/>
                      <a:pt x="409" y="69"/>
                      <a:pt x="409" y="69"/>
                    </a:cubicBezTo>
                    <a:cubicBezTo>
                      <a:pt x="408" y="69"/>
                      <a:pt x="410" y="73"/>
                      <a:pt x="407" y="71"/>
                    </a:cubicBezTo>
                    <a:cubicBezTo>
                      <a:pt x="412" y="76"/>
                      <a:pt x="417" y="77"/>
                      <a:pt x="422" y="80"/>
                    </a:cubicBezTo>
                    <a:cubicBezTo>
                      <a:pt x="423" y="82"/>
                      <a:pt x="428" y="87"/>
                      <a:pt x="430" y="89"/>
                    </a:cubicBezTo>
                    <a:cubicBezTo>
                      <a:pt x="429" y="90"/>
                      <a:pt x="428" y="87"/>
                      <a:pt x="427" y="87"/>
                    </a:cubicBezTo>
                    <a:cubicBezTo>
                      <a:pt x="428" y="91"/>
                      <a:pt x="428" y="91"/>
                      <a:pt x="428" y="91"/>
                    </a:cubicBezTo>
                    <a:cubicBezTo>
                      <a:pt x="425" y="87"/>
                      <a:pt x="427" y="93"/>
                      <a:pt x="424" y="91"/>
                    </a:cubicBezTo>
                    <a:cubicBezTo>
                      <a:pt x="428" y="94"/>
                      <a:pt x="432" y="102"/>
                      <a:pt x="435" y="107"/>
                    </a:cubicBezTo>
                    <a:cubicBezTo>
                      <a:pt x="435" y="102"/>
                      <a:pt x="440" y="113"/>
                      <a:pt x="443" y="111"/>
                    </a:cubicBezTo>
                    <a:cubicBezTo>
                      <a:pt x="447" y="117"/>
                      <a:pt x="443" y="115"/>
                      <a:pt x="443" y="118"/>
                    </a:cubicBezTo>
                    <a:cubicBezTo>
                      <a:pt x="448" y="124"/>
                      <a:pt x="451" y="130"/>
                      <a:pt x="453" y="136"/>
                    </a:cubicBezTo>
                    <a:cubicBezTo>
                      <a:pt x="453" y="136"/>
                      <a:pt x="453" y="136"/>
                      <a:pt x="453" y="136"/>
                    </a:cubicBezTo>
                    <a:cubicBezTo>
                      <a:pt x="456" y="141"/>
                      <a:pt x="459" y="150"/>
                      <a:pt x="464" y="155"/>
                    </a:cubicBezTo>
                    <a:cubicBezTo>
                      <a:pt x="463" y="154"/>
                      <a:pt x="463" y="155"/>
                      <a:pt x="462" y="154"/>
                    </a:cubicBezTo>
                    <a:cubicBezTo>
                      <a:pt x="463" y="160"/>
                      <a:pt x="465" y="154"/>
                      <a:pt x="466" y="161"/>
                    </a:cubicBezTo>
                    <a:cubicBezTo>
                      <a:pt x="465" y="160"/>
                      <a:pt x="465" y="160"/>
                      <a:pt x="465" y="160"/>
                    </a:cubicBezTo>
                    <a:cubicBezTo>
                      <a:pt x="467" y="164"/>
                      <a:pt x="467" y="169"/>
                      <a:pt x="470" y="173"/>
                    </a:cubicBezTo>
                    <a:cubicBezTo>
                      <a:pt x="469" y="174"/>
                      <a:pt x="469" y="173"/>
                      <a:pt x="468" y="172"/>
                    </a:cubicBezTo>
                    <a:cubicBezTo>
                      <a:pt x="470" y="177"/>
                      <a:pt x="471" y="182"/>
                      <a:pt x="474" y="186"/>
                    </a:cubicBezTo>
                    <a:cubicBezTo>
                      <a:pt x="473" y="186"/>
                      <a:pt x="472" y="186"/>
                      <a:pt x="471" y="184"/>
                    </a:cubicBezTo>
                    <a:cubicBezTo>
                      <a:pt x="471" y="189"/>
                      <a:pt x="474" y="189"/>
                      <a:pt x="474" y="193"/>
                    </a:cubicBezTo>
                    <a:cubicBezTo>
                      <a:pt x="475" y="194"/>
                      <a:pt x="474" y="197"/>
                      <a:pt x="474" y="196"/>
                    </a:cubicBezTo>
                    <a:cubicBezTo>
                      <a:pt x="475" y="198"/>
                      <a:pt x="476" y="205"/>
                      <a:pt x="477" y="207"/>
                    </a:cubicBezTo>
                    <a:cubicBezTo>
                      <a:pt x="476" y="208"/>
                      <a:pt x="476" y="209"/>
                      <a:pt x="475" y="212"/>
                    </a:cubicBezTo>
                    <a:cubicBezTo>
                      <a:pt x="478" y="236"/>
                      <a:pt x="473" y="260"/>
                      <a:pt x="467" y="283"/>
                    </a:cubicBezTo>
                    <a:cubicBezTo>
                      <a:pt x="463" y="286"/>
                      <a:pt x="467" y="277"/>
                      <a:pt x="464" y="279"/>
                    </a:cubicBezTo>
                    <a:cubicBezTo>
                      <a:pt x="467" y="280"/>
                      <a:pt x="464" y="283"/>
                      <a:pt x="461" y="290"/>
                    </a:cubicBezTo>
                    <a:cubicBezTo>
                      <a:pt x="461" y="290"/>
                      <a:pt x="461" y="290"/>
                      <a:pt x="461" y="290"/>
                    </a:cubicBezTo>
                    <a:cubicBezTo>
                      <a:pt x="460" y="293"/>
                      <a:pt x="458" y="294"/>
                      <a:pt x="457" y="297"/>
                    </a:cubicBezTo>
                    <a:cubicBezTo>
                      <a:pt x="458" y="297"/>
                      <a:pt x="458" y="297"/>
                      <a:pt x="458" y="297"/>
                    </a:cubicBezTo>
                    <a:cubicBezTo>
                      <a:pt x="458" y="301"/>
                      <a:pt x="452" y="303"/>
                      <a:pt x="453" y="306"/>
                    </a:cubicBezTo>
                    <a:cubicBezTo>
                      <a:pt x="451" y="307"/>
                      <a:pt x="451" y="307"/>
                      <a:pt x="451" y="307"/>
                    </a:cubicBezTo>
                    <a:cubicBezTo>
                      <a:pt x="451" y="312"/>
                      <a:pt x="447" y="312"/>
                      <a:pt x="447" y="316"/>
                    </a:cubicBezTo>
                    <a:cubicBezTo>
                      <a:pt x="447" y="316"/>
                      <a:pt x="447" y="316"/>
                      <a:pt x="447" y="316"/>
                    </a:cubicBezTo>
                    <a:cubicBezTo>
                      <a:pt x="443" y="320"/>
                      <a:pt x="442" y="327"/>
                      <a:pt x="439" y="328"/>
                    </a:cubicBezTo>
                    <a:cubicBezTo>
                      <a:pt x="437" y="332"/>
                      <a:pt x="434" y="337"/>
                      <a:pt x="435" y="339"/>
                    </a:cubicBezTo>
                    <a:cubicBezTo>
                      <a:pt x="433" y="339"/>
                      <a:pt x="433" y="338"/>
                      <a:pt x="433" y="337"/>
                    </a:cubicBezTo>
                    <a:cubicBezTo>
                      <a:pt x="422" y="352"/>
                      <a:pt x="406" y="365"/>
                      <a:pt x="395" y="377"/>
                    </a:cubicBezTo>
                    <a:cubicBezTo>
                      <a:pt x="394" y="378"/>
                      <a:pt x="395" y="377"/>
                      <a:pt x="395" y="376"/>
                    </a:cubicBezTo>
                    <a:cubicBezTo>
                      <a:pt x="389" y="385"/>
                      <a:pt x="378" y="390"/>
                      <a:pt x="378" y="398"/>
                    </a:cubicBezTo>
                    <a:cubicBezTo>
                      <a:pt x="377" y="402"/>
                      <a:pt x="377" y="402"/>
                      <a:pt x="377" y="402"/>
                    </a:cubicBezTo>
                    <a:cubicBezTo>
                      <a:pt x="375" y="403"/>
                      <a:pt x="375" y="402"/>
                      <a:pt x="373" y="403"/>
                    </a:cubicBezTo>
                    <a:cubicBezTo>
                      <a:pt x="373" y="406"/>
                      <a:pt x="368" y="411"/>
                      <a:pt x="369" y="413"/>
                    </a:cubicBezTo>
                    <a:cubicBezTo>
                      <a:pt x="368" y="414"/>
                      <a:pt x="369" y="412"/>
                      <a:pt x="368" y="412"/>
                    </a:cubicBezTo>
                    <a:cubicBezTo>
                      <a:pt x="365" y="416"/>
                      <a:pt x="365" y="422"/>
                      <a:pt x="363" y="426"/>
                    </a:cubicBezTo>
                    <a:cubicBezTo>
                      <a:pt x="363" y="424"/>
                      <a:pt x="363" y="424"/>
                      <a:pt x="363" y="424"/>
                    </a:cubicBezTo>
                    <a:cubicBezTo>
                      <a:pt x="349" y="443"/>
                      <a:pt x="340" y="473"/>
                      <a:pt x="342" y="493"/>
                    </a:cubicBezTo>
                    <a:cubicBezTo>
                      <a:pt x="343" y="498"/>
                      <a:pt x="340" y="495"/>
                      <a:pt x="340" y="497"/>
                    </a:cubicBezTo>
                    <a:cubicBezTo>
                      <a:pt x="342" y="517"/>
                      <a:pt x="338" y="542"/>
                      <a:pt x="349" y="558"/>
                    </a:cubicBezTo>
                    <a:cubicBezTo>
                      <a:pt x="355" y="570"/>
                      <a:pt x="363" y="573"/>
                      <a:pt x="363" y="573"/>
                    </a:cubicBezTo>
                    <a:cubicBezTo>
                      <a:pt x="346" y="542"/>
                      <a:pt x="349" y="513"/>
                      <a:pt x="356" y="481"/>
                    </a:cubicBezTo>
                    <a:cubicBezTo>
                      <a:pt x="356" y="470"/>
                      <a:pt x="359" y="457"/>
                      <a:pt x="363" y="448"/>
                    </a:cubicBezTo>
                    <a:cubicBezTo>
                      <a:pt x="376" y="404"/>
                      <a:pt x="410" y="388"/>
                      <a:pt x="444" y="349"/>
                    </a:cubicBezTo>
                    <a:cubicBezTo>
                      <a:pt x="442" y="350"/>
                      <a:pt x="443" y="348"/>
                      <a:pt x="444" y="346"/>
                    </a:cubicBezTo>
                    <a:cubicBezTo>
                      <a:pt x="445" y="345"/>
                      <a:pt x="445" y="345"/>
                      <a:pt x="445" y="345"/>
                    </a:cubicBezTo>
                    <a:cubicBezTo>
                      <a:pt x="446" y="342"/>
                      <a:pt x="446" y="342"/>
                      <a:pt x="446" y="342"/>
                    </a:cubicBezTo>
                    <a:cubicBezTo>
                      <a:pt x="448" y="339"/>
                      <a:pt x="449" y="341"/>
                      <a:pt x="447" y="344"/>
                    </a:cubicBezTo>
                    <a:cubicBezTo>
                      <a:pt x="459" y="329"/>
                      <a:pt x="467" y="314"/>
                      <a:pt x="475" y="297"/>
                    </a:cubicBezTo>
                    <a:cubicBezTo>
                      <a:pt x="474" y="295"/>
                      <a:pt x="479" y="288"/>
                      <a:pt x="477" y="286"/>
                    </a:cubicBezTo>
                    <a:cubicBezTo>
                      <a:pt x="478" y="286"/>
                      <a:pt x="478" y="286"/>
                      <a:pt x="478" y="287"/>
                    </a:cubicBezTo>
                    <a:cubicBezTo>
                      <a:pt x="481" y="274"/>
                      <a:pt x="482" y="274"/>
                      <a:pt x="487" y="263"/>
                    </a:cubicBezTo>
                    <a:cubicBezTo>
                      <a:pt x="501" y="211"/>
                      <a:pt x="485" y="161"/>
                      <a:pt x="463" y="11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02" name="Rectangle 77"/>
              <p:cNvSpPr>
                <a:spLocks noChangeArrowheads="1"/>
              </p:cNvSpPr>
              <p:nvPr>
                <p:custDataLst>
                  <p:tags r:id="rId323"/>
                </p:custDataLst>
              </p:nvPr>
            </p:nvSpPr>
            <p:spPr bwMode="auto">
              <a:xfrm>
                <a:off x="4586" y="1893"/>
                <a:ext cx="1" cy="2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03" name="Freeform 78"/>
              <p:cNvSpPr/>
              <p:nvPr>
                <p:custDataLst>
                  <p:tags r:id="rId324"/>
                </p:custDataLst>
              </p:nvPr>
            </p:nvSpPr>
            <p:spPr bwMode="auto">
              <a:xfrm>
                <a:off x="3937" y="2817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04" name="Freeform 79"/>
              <p:cNvSpPr/>
              <p:nvPr>
                <p:custDataLst>
                  <p:tags r:id="rId325"/>
                </p:custDataLst>
              </p:nvPr>
            </p:nvSpPr>
            <p:spPr bwMode="auto">
              <a:xfrm>
                <a:off x="4629" y="1859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2 w 2"/>
                  <a:gd name="T3" fmla="*/ 2 h 2"/>
                  <a:gd name="T4" fmla="*/ 0 w 2"/>
                  <a:gd name="T5" fmla="*/ 0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2" y="2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05" name="Freeform 80"/>
              <p:cNvSpPr/>
              <p:nvPr>
                <p:custDataLst>
                  <p:tags r:id="rId326"/>
                </p:custDataLst>
              </p:nvPr>
            </p:nvSpPr>
            <p:spPr bwMode="auto">
              <a:xfrm>
                <a:off x="3967" y="2813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06" name="Freeform 81"/>
              <p:cNvSpPr/>
              <p:nvPr>
                <p:custDataLst>
                  <p:tags r:id="rId327"/>
                </p:custDataLst>
              </p:nvPr>
            </p:nvSpPr>
            <p:spPr bwMode="auto">
              <a:xfrm>
                <a:off x="4618" y="1878"/>
                <a:ext cx="2" cy="4"/>
              </a:xfrm>
              <a:custGeom>
                <a:avLst/>
                <a:gdLst>
                  <a:gd name="T0" fmla="*/ 0 w 1"/>
                  <a:gd name="T1" fmla="*/ 1 h 2"/>
                  <a:gd name="T2" fmla="*/ 1 w 1"/>
                  <a:gd name="T3" fmla="*/ 2 h 2"/>
                  <a:gd name="T4" fmla="*/ 0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0"/>
                      <a:pt x="1" y="2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07" name="Freeform 82"/>
              <p:cNvSpPr/>
              <p:nvPr>
                <p:custDataLst>
                  <p:tags r:id="rId328"/>
                </p:custDataLst>
              </p:nvPr>
            </p:nvSpPr>
            <p:spPr bwMode="auto">
              <a:xfrm>
                <a:off x="3814" y="226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08" name="Freeform 83"/>
              <p:cNvSpPr/>
              <p:nvPr>
                <p:custDataLst>
                  <p:tags r:id="rId329"/>
                </p:custDataLst>
              </p:nvPr>
            </p:nvSpPr>
            <p:spPr bwMode="auto">
              <a:xfrm>
                <a:off x="3876" y="2438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09" name="Freeform 84"/>
              <p:cNvSpPr/>
              <p:nvPr>
                <p:custDataLst>
                  <p:tags r:id="rId330"/>
                </p:custDataLst>
              </p:nvPr>
            </p:nvSpPr>
            <p:spPr bwMode="auto">
              <a:xfrm>
                <a:off x="4618" y="187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10" name="Freeform 85"/>
              <p:cNvSpPr/>
              <p:nvPr>
                <p:custDataLst>
                  <p:tags r:id="rId331"/>
                </p:custDataLst>
              </p:nvPr>
            </p:nvSpPr>
            <p:spPr bwMode="auto">
              <a:xfrm>
                <a:off x="3801" y="2272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11" name="Freeform 86"/>
              <p:cNvSpPr/>
              <p:nvPr>
                <p:custDataLst>
                  <p:tags r:id="rId332"/>
                </p:custDataLst>
              </p:nvPr>
            </p:nvSpPr>
            <p:spPr bwMode="auto">
              <a:xfrm>
                <a:off x="3808" y="2266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12" name="Freeform 87"/>
              <p:cNvSpPr/>
              <p:nvPr>
                <p:custDataLst>
                  <p:tags r:id="rId333"/>
                </p:custDataLst>
              </p:nvPr>
            </p:nvSpPr>
            <p:spPr bwMode="auto">
              <a:xfrm>
                <a:off x="3878" y="2393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13" name="Freeform 88"/>
              <p:cNvSpPr/>
              <p:nvPr>
                <p:custDataLst>
                  <p:tags r:id="rId334"/>
                </p:custDataLst>
              </p:nvPr>
            </p:nvSpPr>
            <p:spPr bwMode="auto">
              <a:xfrm>
                <a:off x="3810" y="2266"/>
                <a:ext cx="6" cy="0"/>
              </a:xfrm>
              <a:custGeom>
                <a:avLst/>
                <a:gdLst>
                  <a:gd name="T0" fmla="*/ 1 w 3"/>
                  <a:gd name="T1" fmla="*/ 0 w 3"/>
                  <a:gd name="T2" fmla="*/ 1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3" y="0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14" name="Freeform 89"/>
              <p:cNvSpPr/>
              <p:nvPr>
                <p:custDataLst>
                  <p:tags r:id="rId335"/>
                </p:custDataLst>
              </p:nvPr>
            </p:nvSpPr>
            <p:spPr bwMode="auto">
              <a:xfrm>
                <a:off x="3935" y="2247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15" name="Freeform 90"/>
              <p:cNvSpPr/>
              <p:nvPr>
                <p:custDataLst>
                  <p:tags r:id="rId336"/>
                </p:custDataLst>
              </p:nvPr>
            </p:nvSpPr>
            <p:spPr bwMode="auto">
              <a:xfrm>
                <a:off x="3876" y="2213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16" name="Oval 91"/>
              <p:cNvSpPr>
                <a:spLocks noChangeArrowheads="1"/>
              </p:cNvSpPr>
              <p:nvPr>
                <p:custDataLst>
                  <p:tags r:id="rId337"/>
                </p:custDataLst>
              </p:nvPr>
            </p:nvSpPr>
            <p:spPr bwMode="auto">
              <a:xfrm>
                <a:off x="3814" y="2266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17" name="Freeform 92"/>
              <p:cNvSpPr/>
              <p:nvPr>
                <p:custDataLst>
                  <p:tags r:id="rId338"/>
                </p:custDataLst>
              </p:nvPr>
            </p:nvSpPr>
            <p:spPr bwMode="auto">
              <a:xfrm>
                <a:off x="3801" y="2007"/>
                <a:ext cx="5" cy="7"/>
              </a:xfrm>
              <a:custGeom>
                <a:avLst/>
                <a:gdLst>
                  <a:gd name="T0" fmla="*/ 1 w 2"/>
                  <a:gd name="T1" fmla="*/ 0 h 3"/>
                  <a:gd name="T2" fmla="*/ 2 w 2"/>
                  <a:gd name="T3" fmla="*/ 3 h 3"/>
                  <a:gd name="T4" fmla="*/ 1 w 2"/>
                  <a:gd name="T5" fmla="*/ 2 h 3"/>
                  <a:gd name="T6" fmla="*/ 1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0" y="0"/>
                      <a:pt x="0" y="1"/>
                      <a:pt x="2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18" name="Freeform 93"/>
              <p:cNvSpPr/>
              <p:nvPr>
                <p:custDataLst>
                  <p:tags r:id="rId339"/>
                </p:custDataLst>
              </p:nvPr>
            </p:nvSpPr>
            <p:spPr bwMode="auto">
              <a:xfrm>
                <a:off x="3837" y="245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19" name="Freeform 94"/>
              <p:cNvSpPr/>
              <p:nvPr>
                <p:custDataLst>
                  <p:tags r:id="rId340"/>
                </p:custDataLst>
              </p:nvPr>
            </p:nvSpPr>
            <p:spPr bwMode="auto">
              <a:xfrm>
                <a:off x="4398" y="2296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20" name="Freeform 95"/>
              <p:cNvSpPr/>
              <p:nvPr>
                <p:custDataLst>
                  <p:tags r:id="rId341"/>
                </p:custDataLst>
              </p:nvPr>
            </p:nvSpPr>
            <p:spPr bwMode="auto">
              <a:xfrm>
                <a:off x="4376" y="2249"/>
                <a:ext cx="227" cy="119"/>
              </a:xfrm>
              <a:custGeom>
                <a:avLst/>
                <a:gdLst>
                  <a:gd name="T0" fmla="*/ 90 w 107"/>
                  <a:gd name="T1" fmla="*/ 34 h 56"/>
                  <a:gd name="T2" fmla="*/ 75 w 107"/>
                  <a:gd name="T3" fmla="*/ 23 h 56"/>
                  <a:gd name="T4" fmla="*/ 59 w 107"/>
                  <a:gd name="T5" fmla="*/ 22 h 56"/>
                  <a:gd name="T6" fmla="*/ 54 w 107"/>
                  <a:gd name="T7" fmla="*/ 18 h 56"/>
                  <a:gd name="T8" fmla="*/ 44 w 107"/>
                  <a:gd name="T9" fmla="*/ 13 h 56"/>
                  <a:gd name="T10" fmla="*/ 37 w 107"/>
                  <a:gd name="T11" fmla="*/ 9 h 56"/>
                  <a:gd name="T12" fmla="*/ 30 w 107"/>
                  <a:gd name="T13" fmla="*/ 11 h 56"/>
                  <a:gd name="T14" fmla="*/ 20 w 107"/>
                  <a:gd name="T15" fmla="*/ 8 h 56"/>
                  <a:gd name="T16" fmla="*/ 15 w 107"/>
                  <a:gd name="T17" fmla="*/ 6 h 56"/>
                  <a:gd name="T18" fmla="*/ 9 w 107"/>
                  <a:gd name="T19" fmla="*/ 1 h 56"/>
                  <a:gd name="T20" fmla="*/ 6 w 107"/>
                  <a:gd name="T21" fmla="*/ 1 h 56"/>
                  <a:gd name="T22" fmla="*/ 3 w 107"/>
                  <a:gd name="T23" fmla="*/ 3 h 56"/>
                  <a:gd name="T24" fmla="*/ 0 w 107"/>
                  <a:gd name="T25" fmla="*/ 5 h 56"/>
                  <a:gd name="T26" fmla="*/ 1 w 107"/>
                  <a:gd name="T27" fmla="*/ 8 h 56"/>
                  <a:gd name="T28" fmla="*/ 6 w 107"/>
                  <a:gd name="T29" fmla="*/ 9 h 56"/>
                  <a:gd name="T30" fmla="*/ 8 w 107"/>
                  <a:gd name="T31" fmla="*/ 14 h 56"/>
                  <a:gd name="T32" fmla="*/ 3 w 107"/>
                  <a:gd name="T33" fmla="*/ 19 h 56"/>
                  <a:gd name="T34" fmla="*/ 5 w 107"/>
                  <a:gd name="T35" fmla="*/ 20 h 56"/>
                  <a:gd name="T36" fmla="*/ 8 w 107"/>
                  <a:gd name="T37" fmla="*/ 18 h 56"/>
                  <a:gd name="T38" fmla="*/ 8 w 107"/>
                  <a:gd name="T39" fmla="*/ 20 h 56"/>
                  <a:gd name="T40" fmla="*/ 12 w 107"/>
                  <a:gd name="T41" fmla="*/ 17 h 56"/>
                  <a:gd name="T42" fmla="*/ 11 w 107"/>
                  <a:gd name="T43" fmla="*/ 22 h 56"/>
                  <a:gd name="T44" fmla="*/ 11 w 107"/>
                  <a:gd name="T45" fmla="*/ 25 h 56"/>
                  <a:gd name="T46" fmla="*/ 13 w 107"/>
                  <a:gd name="T47" fmla="*/ 23 h 56"/>
                  <a:gd name="T48" fmla="*/ 14 w 107"/>
                  <a:gd name="T49" fmla="*/ 25 h 56"/>
                  <a:gd name="T50" fmla="*/ 17 w 107"/>
                  <a:gd name="T51" fmla="*/ 22 h 56"/>
                  <a:gd name="T52" fmla="*/ 21 w 107"/>
                  <a:gd name="T53" fmla="*/ 18 h 56"/>
                  <a:gd name="T54" fmla="*/ 20 w 107"/>
                  <a:gd name="T55" fmla="*/ 23 h 56"/>
                  <a:gd name="T56" fmla="*/ 24 w 107"/>
                  <a:gd name="T57" fmla="*/ 26 h 56"/>
                  <a:gd name="T58" fmla="*/ 26 w 107"/>
                  <a:gd name="T59" fmla="*/ 27 h 56"/>
                  <a:gd name="T60" fmla="*/ 28 w 107"/>
                  <a:gd name="T61" fmla="*/ 27 h 56"/>
                  <a:gd name="T62" fmla="*/ 33 w 107"/>
                  <a:gd name="T63" fmla="*/ 29 h 56"/>
                  <a:gd name="T64" fmla="*/ 35 w 107"/>
                  <a:gd name="T65" fmla="*/ 30 h 56"/>
                  <a:gd name="T66" fmla="*/ 36 w 107"/>
                  <a:gd name="T67" fmla="*/ 30 h 56"/>
                  <a:gd name="T68" fmla="*/ 38 w 107"/>
                  <a:gd name="T69" fmla="*/ 28 h 56"/>
                  <a:gd name="T70" fmla="*/ 39 w 107"/>
                  <a:gd name="T71" fmla="*/ 31 h 56"/>
                  <a:gd name="T72" fmla="*/ 41 w 107"/>
                  <a:gd name="T73" fmla="*/ 30 h 56"/>
                  <a:gd name="T74" fmla="*/ 44 w 107"/>
                  <a:gd name="T75" fmla="*/ 33 h 56"/>
                  <a:gd name="T76" fmla="*/ 48 w 107"/>
                  <a:gd name="T77" fmla="*/ 34 h 56"/>
                  <a:gd name="T78" fmla="*/ 50 w 107"/>
                  <a:gd name="T79" fmla="*/ 37 h 56"/>
                  <a:gd name="T80" fmla="*/ 52 w 107"/>
                  <a:gd name="T81" fmla="*/ 36 h 56"/>
                  <a:gd name="T82" fmla="*/ 52 w 107"/>
                  <a:gd name="T83" fmla="*/ 37 h 56"/>
                  <a:gd name="T84" fmla="*/ 55 w 107"/>
                  <a:gd name="T85" fmla="*/ 37 h 56"/>
                  <a:gd name="T86" fmla="*/ 58 w 107"/>
                  <a:gd name="T87" fmla="*/ 38 h 56"/>
                  <a:gd name="T88" fmla="*/ 61 w 107"/>
                  <a:gd name="T89" fmla="*/ 38 h 56"/>
                  <a:gd name="T90" fmla="*/ 67 w 107"/>
                  <a:gd name="T91" fmla="*/ 33 h 56"/>
                  <a:gd name="T92" fmla="*/ 67 w 107"/>
                  <a:gd name="T93" fmla="*/ 38 h 56"/>
                  <a:gd name="T94" fmla="*/ 71 w 107"/>
                  <a:gd name="T95" fmla="*/ 39 h 56"/>
                  <a:gd name="T96" fmla="*/ 73 w 107"/>
                  <a:gd name="T97" fmla="*/ 40 h 56"/>
                  <a:gd name="T98" fmla="*/ 79 w 107"/>
                  <a:gd name="T99" fmla="*/ 44 h 56"/>
                  <a:gd name="T100" fmla="*/ 81 w 107"/>
                  <a:gd name="T101" fmla="*/ 46 h 56"/>
                  <a:gd name="T102" fmla="*/ 90 w 107"/>
                  <a:gd name="T103" fmla="*/ 46 h 56"/>
                  <a:gd name="T104" fmla="*/ 93 w 107"/>
                  <a:gd name="T105" fmla="*/ 47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07" h="56">
                    <a:moveTo>
                      <a:pt x="102" y="41"/>
                    </a:moveTo>
                    <a:cubicBezTo>
                      <a:pt x="101" y="41"/>
                      <a:pt x="100" y="41"/>
                      <a:pt x="100" y="40"/>
                    </a:cubicBezTo>
                    <a:cubicBezTo>
                      <a:pt x="96" y="38"/>
                      <a:pt x="96" y="32"/>
                      <a:pt x="92" y="32"/>
                    </a:cubicBezTo>
                    <a:cubicBezTo>
                      <a:pt x="91" y="33"/>
                      <a:pt x="91" y="34"/>
                      <a:pt x="90" y="34"/>
                    </a:cubicBezTo>
                    <a:cubicBezTo>
                      <a:pt x="91" y="33"/>
                      <a:pt x="91" y="33"/>
                      <a:pt x="91" y="33"/>
                    </a:cubicBezTo>
                    <a:cubicBezTo>
                      <a:pt x="90" y="34"/>
                      <a:pt x="90" y="34"/>
                      <a:pt x="90" y="34"/>
                    </a:cubicBezTo>
                    <a:cubicBezTo>
                      <a:pt x="89" y="34"/>
                      <a:pt x="90" y="33"/>
                      <a:pt x="91" y="33"/>
                    </a:cubicBezTo>
                    <a:cubicBezTo>
                      <a:pt x="89" y="32"/>
                      <a:pt x="88" y="32"/>
                      <a:pt x="87" y="31"/>
                    </a:cubicBezTo>
                    <a:cubicBezTo>
                      <a:pt x="86" y="32"/>
                      <a:pt x="86" y="30"/>
                      <a:pt x="85" y="32"/>
                    </a:cubicBezTo>
                    <a:cubicBezTo>
                      <a:pt x="86" y="31"/>
                      <a:pt x="86" y="31"/>
                      <a:pt x="86" y="31"/>
                    </a:cubicBezTo>
                    <a:cubicBezTo>
                      <a:pt x="84" y="32"/>
                      <a:pt x="84" y="32"/>
                      <a:pt x="85" y="29"/>
                    </a:cubicBezTo>
                    <a:cubicBezTo>
                      <a:pt x="82" y="25"/>
                      <a:pt x="78" y="26"/>
                      <a:pt x="75" y="23"/>
                    </a:cubicBezTo>
                    <a:cubicBezTo>
                      <a:pt x="72" y="22"/>
                      <a:pt x="68" y="22"/>
                      <a:pt x="64" y="21"/>
                    </a:cubicBezTo>
                    <a:cubicBezTo>
                      <a:pt x="62" y="24"/>
                      <a:pt x="62" y="23"/>
                      <a:pt x="60" y="25"/>
                    </a:cubicBezTo>
                    <a:cubicBezTo>
                      <a:pt x="61" y="24"/>
                      <a:pt x="61" y="24"/>
                      <a:pt x="61" y="24"/>
                    </a:cubicBezTo>
                    <a:cubicBezTo>
                      <a:pt x="60" y="25"/>
                      <a:pt x="60" y="24"/>
                      <a:pt x="60" y="22"/>
                    </a:cubicBezTo>
                    <a:cubicBezTo>
                      <a:pt x="60" y="23"/>
                      <a:pt x="60" y="22"/>
                      <a:pt x="59" y="24"/>
                    </a:cubicBezTo>
                    <a:cubicBezTo>
                      <a:pt x="58" y="26"/>
                      <a:pt x="60" y="21"/>
                      <a:pt x="59" y="22"/>
                    </a:cubicBezTo>
                    <a:cubicBezTo>
                      <a:pt x="60" y="21"/>
                      <a:pt x="59" y="23"/>
                      <a:pt x="59" y="22"/>
                    </a:cubicBezTo>
                    <a:cubicBezTo>
                      <a:pt x="57" y="24"/>
                      <a:pt x="60" y="22"/>
                      <a:pt x="59" y="19"/>
                    </a:cubicBezTo>
                    <a:cubicBezTo>
                      <a:pt x="57" y="19"/>
                      <a:pt x="55" y="20"/>
                      <a:pt x="54" y="19"/>
                    </a:cubicBezTo>
                    <a:cubicBezTo>
                      <a:pt x="54" y="19"/>
                      <a:pt x="54" y="20"/>
                      <a:pt x="54" y="20"/>
                    </a:cubicBezTo>
                    <a:cubicBezTo>
                      <a:pt x="55" y="17"/>
                      <a:pt x="53" y="21"/>
                      <a:pt x="53" y="19"/>
                    </a:cubicBezTo>
                    <a:cubicBezTo>
                      <a:pt x="53" y="19"/>
                      <a:pt x="53" y="19"/>
                      <a:pt x="54" y="18"/>
                    </a:cubicBezTo>
                    <a:cubicBezTo>
                      <a:pt x="54" y="17"/>
                      <a:pt x="52" y="18"/>
                      <a:pt x="52" y="17"/>
                    </a:cubicBezTo>
                    <a:cubicBezTo>
                      <a:pt x="51" y="18"/>
                      <a:pt x="52" y="15"/>
                      <a:pt x="51" y="16"/>
                    </a:cubicBezTo>
                    <a:cubicBezTo>
                      <a:pt x="51" y="15"/>
                      <a:pt x="51" y="15"/>
                      <a:pt x="51" y="15"/>
                    </a:cubicBezTo>
                    <a:cubicBezTo>
                      <a:pt x="49" y="18"/>
                      <a:pt x="50" y="13"/>
                      <a:pt x="49" y="15"/>
                    </a:cubicBezTo>
                    <a:cubicBezTo>
                      <a:pt x="49" y="14"/>
                      <a:pt x="49" y="14"/>
                      <a:pt x="49" y="14"/>
                    </a:cubicBezTo>
                    <a:cubicBezTo>
                      <a:pt x="47" y="14"/>
                      <a:pt x="46" y="12"/>
                      <a:pt x="44" y="13"/>
                    </a:cubicBezTo>
                    <a:cubicBezTo>
                      <a:pt x="43" y="13"/>
                      <a:pt x="43" y="10"/>
                      <a:pt x="41" y="11"/>
                    </a:cubicBezTo>
                    <a:cubicBezTo>
                      <a:pt x="40" y="12"/>
                      <a:pt x="40" y="12"/>
                      <a:pt x="40" y="12"/>
                    </a:cubicBezTo>
                    <a:cubicBezTo>
                      <a:pt x="40" y="12"/>
                      <a:pt x="41" y="11"/>
                      <a:pt x="41" y="11"/>
                    </a:cubicBezTo>
                    <a:cubicBezTo>
                      <a:pt x="40" y="12"/>
                      <a:pt x="40" y="10"/>
                      <a:pt x="39" y="10"/>
                    </a:cubicBezTo>
                    <a:cubicBezTo>
                      <a:pt x="39" y="10"/>
                      <a:pt x="39" y="10"/>
                      <a:pt x="39" y="11"/>
                    </a:cubicBezTo>
                    <a:cubicBezTo>
                      <a:pt x="39" y="9"/>
                      <a:pt x="37" y="11"/>
                      <a:pt x="37" y="9"/>
                    </a:cubicBezTo>
                    <a:cubicBezTo>
                      <a:pt x="35" y="12"/>
                      <a:pt x="35" y="11"/>
                      <a:pt x="35" y="11"/>
                    </a:cubicBezTo>
                    <a:cubicBezTo>
                      <a:pt x="35" y="11"/>
                      <a:pt x="35" y="10"/>
                      <a:pt x="35" y="10"/>
                    </a:cubicBezTo>
                    <a:cubicBezTo>
                      <a:pt x="35" y="10"/>
                      <a:pt x="34" y="10"/>
                      <a:pt x="34" y="9"/>
                    </a:cubicBezTo>
                    <a:cubicBezTo>
                      <a:pt x="34" y="9"/>
                      <a:pt x="33" y="11"/>
                      <a:pt x="33" y="10"/>
                    </a:cubicBezTo>
                    <a:cubicBezTo>
                      <a:pt x="34" y="8"/>
                      <a:pt x="32" y="10"/>
                      <a:pt x="32" y="9"/>
                    </a:cubicBezTo>
                    <a:cubicBezTo>
                      <a:pt x="31" y="10"/>
                      <a:pt x="30" y="12"/>
                      <a:pt x="30" y="11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0" y="9"/>
                      <a:pt x="30" y="6"/>
                      <a:pt x="27" y="8"/>
                    </a:cubicBezTo>
                    <a:cubicBezTo>
                      <a:pt x="28" y="7"/>
                      <a:pt x="28" y="7"/>
                      <a:pt x="28" y="7"/>
                    </a:cubicBezTo>
                    <a:cubicBezTo>
                      <a:pt x="26" y="8"/>
                      <a:pt x="25" y="5"/>
                      <a:pt x="23" y="7"/>
                    </a:cubicBezTo>
                    <a:cubicBezTo>
                      <a:pt x="23" y="6"/>
                      <a:pt x="23" y="6"/>
                      <a:pt x="22" y="5"/>
                    </a:cubicBezTo>
                    <a:cubicBezTo>
                      <a:pt x="21" y="7"/>
                      <a:pt x="21" y="6"/>
                      <a:pt x="20" y="8"/>
                    </a:cubicBezTo>
                    <a:cubicBezTo>
                      <a:pt x="19" y="8"/>
                      <a:pt x="20" y="7"/>
                      <a:pt x="20" y="6"/>
                    </a:cubicBezTo>
                    <a:cubicBezTo>
                      <a:pt x="20" y="6"/>
                      <a:pt x="21" y="3"/>
                      <a:pt x="19" y="5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18" y="5"/>
                      <a:pt x="17" y="6"/>
                      <a:pt x="17" y="5"/>
                    </a:cubicBezTo>
                    <a:cubicBezTo>
                      <a:pt x="16" y="6"/>
                      <a:pt x="16" y="6"/>
                      <a:pt x="15" y="7"/>
                    </a:cubicBezTo>
                    <a:cubicBezTo>
                      <a:pt x="15" y="7"/>
                      <a:pt x="16" y="5"/>
                      <a:pt x="15" y="6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6" y="4"/>
                      <a:pt x="14" y="4"/>
                      <a:pt x="13" y="4"/>
                    </a:cubicBezTo>
                    <a:cubicBezTo>
                      <a:pt x="14" y="2"/>
                      <a:pt x="11" y="4"/>
                      <a:pt x="12" y="2"/>
                    </a:cubicBezTo>
                    <a:cubicBezTo>
                      <a:pt x="11" y="3"/>
                      <a:pt x="11" y="1"/>
                      <a:pt x="9" y="4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9" y="2"/>
                      <a:pt x="9" y="2"/>
                      <a:pt x="9" y="1"/>
                    </a:cubicBezTo>
                    <a:cubicBezTo>
                      <a:pt x="8" y="0"/>
                      <a:pt x="7" y="2"/>
                      <a:pt x="7" y="3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2"/>
                      <a:pt x="5" y="4"/>
                      <a:pt x="4" y="5"/>
                    </a:cubicBezTo>
                    <a:cubicBezTo>
                      <a:pt x="5" y="4"/>
                      <a:pt x="4" y="5"/>
                      <a:pt x="4" y="4"/>
                    </a:cubicBezTo>
                    <a:cubicBezTo>
                      <a:pt x="5" y="3"/>
                      <a:pt x="6" y="2"/>
                      <a:pt x="7" y="1"/>
                    </a:cubicBezTo>
                    <a:cubicBezTo>
                      <a:pt x="7" y="0"/>
                      <a:pt x="5" y="3"/>
                      <a:pt x="6" y="1"/>
                    </a:cubicBezTo>
                    <a:cubicBezTo>
                      <a:pt x="6" y="0"/>
                      <a:pt x="5" y="0"/>
                      <a:pt x="4" y="2"/>
                    </a:cubicBezTo>
                    <a:cubicBezTo>
                      <a:pt x="5" y="1"/>
                      <a:pt x="5" y="1"/>
                      <a:pt x="5" y="0"/>
                    </a:cubicBezTo>
                    <a:cubicBezTo>
                      <a:pt x="5" y="0"/>
                      <a:pt x="5" y="0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2"/>
                      <a:pt x="3" y="2"/>
                      <a:pt x="2" y="4"/>
                    </a:cubicBezTo>
                    <a:cubicBezTo>
                      <a:pt x="2" y="3"/>
                      <a:pt x="3" y="3"/>
                      <a:pt x="3" y="3"/>
                    </a:cubicBezTo>
                    <a:cubicBezTo>
                      <a:pt x="2" y="4"/>
                      <a:pt x="1" y="5"/>
                      <a:pt x="2" y="3"/>
                    </a:cubicBezTo>
                    <a:cubicBezTo>
                      <a:pt x="2" y="2"/>
                      <a:pt x="3" y="2"/>
                      <a:pt x="4" y="1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2"/>
                      <a:pt x="1" y="3"/>
                      <a:pt x="0" y="5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5"/>
                      <a:pt x="0" y="6"/>
                      <a:pt x="2" y="6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4"/>
                      <a:pt x="4" y="3"/>
                      <a:pt x="3" y="4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3" y="6"/>
                      <a:pt x="3" y="6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3" y="5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2" y="9"/>
                      <a:pt x="3" y="6"/>
                      <a:pt x="4" y="6"/>
                    </a:cubicBezTo>
                    <a:cubicBezTo>
                      <a:pt x="4" y="7"/>
                      <a:pt x="2" y="9"/>
                      <a:pt x="2" y="10"/>
                    </a:cubicBezTo>
                    <a:cubicBezTo>
                      <a:pt x="2" y="10"/>
                      <a:pt x="4" y="9"/>
                      <a:pt x="3" y="11"/>
                    </a:cubicBezTo>
                    <a:cubicBezTo>
                      <a:pt x="4" y="10"/>
                      <a:pt x="5" y="10"/>
                      <a:pt x="6" y="9"/>
                    </a:cubicBezTo>
                    <a:cubicBezTo>
                      <a:pt x="6" y="9"/>
                      <a:pt x="4" y="11"/>
                      <a:pt x="5" y="11"/>
                    </a:cubicBezTo>
                    <a:cubicBezTo>
                      <a:pt x="5" y="11"/>
                      <a:pt x="4" y="12"/>
                      <a:pt x="4" y="13"/>
                    </a:cubicBezTo>
                    <a:cubicBezTo>
                      <a:pt x="5" y="12"/>
                      <a:pt x="4" y="13"/>
                      <a:pt x="5" y="11"/>
                    </a:cubicBezTo>
                    <a:cubicBezTo>
                      <a:pt x="6" y="12"/>
                      <a:pt x="6" y="13"/>
                      <a:pt x="7" y="12"/>
                    </a:cubicBezTo>
                    <a:cubicBezTo>
                      <a:pt x="7" y="12"/>
                      <a:pt x="6" y="14"/>
                      <a:pt x="5" y="15"/>
                    </a:cubicBezTo>
                    <a:cubicBezTo>
                      <a:pt x="6" y="13"/>
                      <a:pt x="7" y="13"/>
                      <a:pt x="8" y="14"/>
                    </a:cubicBezTo>
                    <a:cubicBezTo>
                      <a:pt x="9" y="12"/>
                      <a:pt x="8" y="12"/>
                      <a:pt x="9" y="11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9" y="11"/>
                      <a:pt x="8" y="14"/>
                      <a:pt x="8" y="14"/>
                    </a:cubicBezTo>
                    <a:cubicBezTo>
                      <a:pt x="6" y="16"/>
                      <a:pt x="8" y="13"/>
                      <a:pt x="6" y="16"/>
                    </a:cubicBezTo>
                    <a:cubicBezTo>
                      <a:pt x="5" y="18"/>
                      <a:pt x="4" y="17"/>
                      <a:pt x="5" y="16"/>
                    </a:cubicBezTo>
                    <a:cubicBezTo>
                      <a:pt x="3" y="18"/>
                      <a:pt x="5" y="17"/>
                      <a:pt x="3" y="19"/>
                    </a:cubicBezTo>
                    <a:cubicBezTo>
                      <a:pt x="4" y="19"/>
                      <a:pt x="5" y="18"/>
                      <a:pt x="5" y="18"/>
                    </a:cubicBezTo>
                    <a:cubicBezTo>
                      <a:pt x="6" y="17"/>
                      <a:pt x="6" y="16"/>
                      <a:pt x="7" y="16"/>
                    </a:cubicBezTo>
                    <a:cubicBezTo>
                      <a:pt x="8" y="14"/>
                      <a:pt x="6" y="17"/>
                      <a:pt x="6" y="18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6" y="19"/>
                      <a:pt x="7" y="18"/>
                      <a:pt x="7" y="18"/>
                    </a:cubicBezTo>
                    <a:cubicBezTo>
                      <a:pt x="5" y="21"/>
                      <a:pt x="6" y="18"/>
                      <a:pt x="5" y="20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4" y="22"/>
                      <a:pt x="6" y="19"/>
                      <a:pt x="6" y="20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6" y="21"/>
                      <a:pt x="6" y="21"/>
                      <a:pt x="6" y="21"/>
                    </a:cubicBezTo>
                    <a:cubicBezTo>
                      <a:pt x="6" y="20"/>
                      <a:pt x="7" y="18"/>
                      <a:pt x="7" y="18"/>
                    </a:cubicBezTo>
                    <a:cubicBezTo>
                      <a:pt x="9" y="16"/>
                      <a:pt x="7" y="18"/>
                      <a:pt x="8" y="18"/>
                    </a:cubicBezTo>
                    <a:cubicBezTo>
                      <a:pt x="9" y="16"/>
                      <a:pt x="8" y="18"/>
                      <a:pt x="9" y="16"/>
                    </a:cubicBezTo>
                    <a:cubicBezTo>
                      <a:pt x="9" y="15"/>
                      <a:pt x="10" y="15"/>
                      <a:pt x="10" y="15"/>
                    </a:cubicBezTo>
                    <a:cubicBezTo>
                      <a:pt x="10" y="15"/>
                      <a:pt x="9" y="17"/>
                      <a:pt x="9" y="18"/>
                    </a:cubicBezTo>
                    <a:cubicBezTo>
                      <a:pt x="9" y="18"/>
                      <a:pt x="8" y="18"/>
                      <a:pt x="9" y="17"/>
                    </a:cubicBezTo>
                    <a:cubicBezTo>
                      <a:pt x="7" y="19"/>
                      <a:pt x="7" y="21"/>
                      <a:pt x="6" y="21"/>
                    </a:cubicBezTo>
                    <a:cubicBezTo>
                      <a:pt x="6" y="23"/>
                      <a:pt x="7" y="20"/>
                      <a:pt x="8" y="20"/>
                    </a:cubicBezTo>
                    <a:cubicBezTo>
                      <a:pt x="7" y="21"/>
                      <a:pt x="8" y="19"/>
                      <a:pt x="9" y="18"/>
                    </a:cubicBezTo>
                    <a:cubicBezTo>
                      <a:pt x="12" y="14"/>
                      <a:pt x="7" y="21"/>
                      <a:pt x="8" y="21"/>
                    </a:cubicBezTo>
                    <a:cubicBezTo>
                      <a:pt x="10" y="18"/>
                      <a:pt x="11" y="18"/>
                      <a:pt x="12" y="15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2" y="16"/>
                      <a:pt x="13" y="16"/>
                      <a:pt x="11" y="17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0" y="19"/>
                      <a:pt x="10" y="19"/>
                      <a:pt x="10" y="19"/>
                    </a:cubicBezTo>
                    <a:cubicBezTo>
                      <a:pt x="10" y="21"/>
                      <a:pt x="9" y="22"/>
                      <a:pt x="9" y="23"/>
                    </a:cubicBezTo>
                    <a:cubicBezTo>
                      <a:pt x="10" y="22"/>
                      <a:pt x="10" y="21"/>
                      <a:pt x="10" y="21"/>
                    </a:cubicBezTo>
                    <a:cubicBezTo>
                      <a:pt x="10" y="22"/>
                      <a:pt x="9" y="23"/>
                      <a:pt x="10" y="23"/>
                    </a:cubicBezTo>
                    <a:cubicBezTo>
                      <a:pt x="10" y="22"/>
                      <a:pt x="11" y="20"/>
                      <a:pt x="11" y="20"/>
                    </a:cubicBezTo>
                    <a:cubicBezTo>
                      <a:pt x="12" y="20"/>
                      <a:pt x="11" y="22"/>
                      <a:pt x="11" y="22"/>
                    </a:cubicBezTo>
                    <a:cubicBezTo>
                      <a:pt x="10" y="24"/>
                      <a:pt x="10" y="24"/>
                      <a:pt x="10" y="24"/>
                    </a:cubicBezTo>
                    <a:cubicBezTo>
                      <a:pt x="11" y="23"/>
                      <a:pt x="9" y="24"/>
                      <a:pt x="10" y="24"/>
                    </a:cubicBezTo>
                    <a:cubicBezTo>
                      <a:pt x="12" y="20"/>
                      <a:pt x="12" y="20"/>
                      <a:pt x="12" y="20"/>
                    </a:cubicBezTo>
                    <a:cubicBezTo>
                      <a:pt x="13" y="20"/>
                      <a:pt x="12" y="21"/>
                      <a:pt x="12" y="21"/>
                    </a:cubicBezTo>
                    <a:cubicBezTo>
                      <a:pt x="11" y="22"/>
                      <a:pt x="11" y="22"/>
                      <a:pt x="11" y="22"/>
                    </a:cubicBezTo>
                    <a:cubicBezTo>
                      <a:pt x="12" y="22"/>
                      <a:pt x="10" y="25"/>
                      <a:pt x="11" y="25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1" y="25"/>
                      <a:pt x="11" y="25"/>
                      <a:pt x="11" y="25"/>
                    </a:cubicBezTo>
                    <a:cubicBezTo>
                      <a:pt x="11" y="24"/>
                      <a:pt x="12" y="24"/>
                      <a:pt x="12" y="24"/>
                    </a:cubicBezTo>
                    <a:cubicBezTo>
                      <a:pt x="11" y="25"/>
                      <a:pt x="11" y="25"/>
                      <a:pt x="11" y="25"/>
                    </a:cubicBezTo>
                    <a:cubicBezTo>
                      <a:pt x="12" y="24"/>
                      <a:pt x="13" y="22"/>
                      <a:pt x="12" y="24"/>
                    </a:cubicBezTo>
                    <a:cubicBezTo>
                      <a:pt x="14" y="22"/>
                      <a:pt x="12" y="24"/>
                      <a:pt x="13" y="23"/>
                    </a:cubicBezTo>
                    <a:cubicBezTo>
                      <a:pt x="13" y="21"/>
                      <a:pt x="14" y="21"/>
                      <a:pt x="14" y="21"/>
                    </a:cubicBezTo>
                    <a:cubicBezTo>
                      <a:pt x="13" y="24"/>
                      <a:pt x="14" y="22"/>
                      <a:pt x="14" y="22"/>
                    </a:cubicBezTo>
                    <a:cubicBezTo>
                      <a:pt x="14" y="23"/>
                      <a:pt x="14" y="23"/>
                      <a:pt x="14" y="24"/>
                    </a:cubicBezTo>
                    <a:cubicBezTo>
                      <a:pt x="15" y="22"/>
                      <a:pt x="15" y="22"/>
                      <a:pt x="15" y="22"/>
                    </a:cubicBezTo>
                    <a:cubicBezTo>
                      <a:pt x="13" y="25"/>
                      <a:pt x="15" y="22"/>
                      <a:pt x="15" y="23"/>
                    </a:cubicBezTo>
                    <a:cubicBezTo>
                      <a:pt x="14" y="24"/>
                      <a:pt x="14" y="25"/>
                      <a:pt x="14" y="25"/>
                    </a:cubicBezTo>
                    <a:cubicBezTo>
                      <a:pt x="15" y="23"/>
                      <a:pt x="16" y="23"/>
                      <a:pt x="16" y="21"/>
                    </a:cubicBezTo>
                    <a:cubicBezTo>
                      <a:pt x="16" y="22"/>
                      <a:pt x="15" y="24"/>
                      <a:pt x="14" y="26"/>
                    </a:cubicBezTo>
                    <a:cubicBezTo>
                      <a:pt x="15" y="24"/>
                      <a:pt x="14" y="27"/>
                      <a:pt x="15" y="25"/>
                    </a:cubicBezTo>
                    <a:cubicBezTo>
                      <a:pt x="15" y="24"/>
                      <a:pt x="16" y="23"/>
                      <a:pt x="17" y="22"/>
                    </a:cubicBezTo>
                    <a:cubicBezTo>
                      <a:pt x="17" y="23"/>
                      <a:pt x="16" y="23"/>
                      <a:pt x="16" y="24"/>
                    </a:cubicBezTo>
                    <a:cubicBezTo>
                      <a:pt x="16" y="24"/>
                      <a:pt x="17" y="23"/>
                      <a:pt x="17" y="22"/>
                    </a:cubicBezTo>
                    <a:cubicBezTo>
                      <a:pt x="17" y="22"/>
                      <a:pt x="19" y="20"/>
                      <a:pt x="18" y="22"/>
                    </a:cubicBezTo>
                    <a:cubicBezTo>
                      <a:pt x="18" y="23"/>
                      <a:pt x="17" y="22"/>
                      <a:pt x="17" y="23"/>
                    </a:cubicBezTo>
                    <a:cubicBezTo>
                      <a:pt x="17" y="24"/>
                      <a:pt x="19" y="20"/>
                      <a:pt x="20" y="20"/>
                    </a:cubicBezTo>
                    <a:cubicBezTo>
                      <a:pt x="20" y="19"/>
                      <a:pt x="22" y="16"/>
                      <a:pt x="22" y="15"/>
                    </a:cubicBezTo>
                    <a:cubicBezTo>
                      <a:pt x="23" y="16"/>
                      <a:pt x="22" y="16"/>
                      <a:pt x="21" y="18"/>
                    </a:cubicBezTo>
                    <a:cubicBezTo>
                      <a:pt x="21" y="18"/>
                      <a:pt x="21" y="18"/>
                      <a:pt x="21" y="18"/>
                    </a:cubicBezTo>
                    <a:cubicBezTo>
                      <a:pt x="20" y="21"/>
                      <a:pt x="18" y="22"/>
                      <a:pt x="18" y="24"/>
                    </a:cubicBezTo>
                    <a:cubicBezTo>
                      <a:pt x="18" y="23"/>
                      <a:pt x="18" y="23"/>
                      <a:pt x="18" y="23"/>
                    </a:cubicBezTo>
                    <a:cubicBezTo>
                      <a:pt x="17" y="26"/>
                      <a:pt x="17" y="26"/>
                      <a:pt x="17" y="26"/>
                    </a:cubicBezTo>
                    <a:cubicBezTo>
                      <a:pt x="18" y="24"/>
                      <a:pt x="18" y="26"/>
                      <a:pt x="18" y="26"/>
                    </a:cubicBezTo>
                    <a:cubicBezTo>
                      <a:pt x="19" y="24"/>
                      <a:pt x="17" y="26"/>
                      <a:pt x="18" y="25"/>
                    </a:cubicBezTo>
                    <a:cubicBezTo>
                      <a:pt x="19" y="25"/>
                      <a:pt x="20" y="22"/>
                      <a:pt x="20" y="23"/>
                    </a:cubicBezTo>
                    <a:cubicBezTo>
                      <a:pt x="18" y="26"/>
                      <a:pt x="18" y="26"/>
                      <a:pt x="18" y="26"/>
                    </a:cubicBezTo>
                    <a:cubicBezTo>
                      <a:pt x="18" y="27"/>
                      <a:pt x="19" y="24"/>
                      <a:pt x="19" y="25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19" y="27"/>
                      <a:pt x="21" y="28"/>
                      <a:pt x="23" y="24"/>
                    </a:cubicBezTo>
                    <a:cubicBezTo>
                      <a:pt x="23" y="26"/>
                      <a:pt x="23" y="26"/>
                      <a:pt x="23" y="27"/>
                    </a:cubicBezTo>
                    <a:cubicBezTo>
                      <a:pt x="23" y="27"/>
                      <a:pt x="24" y="26"/>
                      <a:pt x="24" y="26"/>
                    </a:cubicBezTo>
                    <a:cubicBezTo>
                      <a:pt x="23" y="28"/>
                      <a:pt x="23" y="28"/>
                      <a:pt x="23" y="28"/>
                    </a:cubicBezTo>
                    <a:cubicBezTo>
                      <a:pt x="23" y="29"/>
                      <a:pt x="24" y="27"/>
                      <a:pt x="25" y="26"/>
                    </a:cubicBezTo>
                    <a:cubicBezTo>
                      <a:pt x="25" y="28"/>
                      <a:pt x="25" y="28"/>
                      <a:pt x="25" y="28"/>
                    </a:cubicBezTo>
                    <a:cubicBezTo>
                      <a:pt x="24" y="29"/>
                      <a:pt x="25" y="27"/>
                      <a:pt x="26" y="26"/>
                    </a:cubicBezTo>
                    <a:cubicBezTo>
                      <a:pt x="25" y="28"/>
                      <a:pt x="25" y="28"/>
                      <a:pt x="25" y="28"/>
                    </a:cubicBezTo>
                    <a:cubicBezTo>
                      <a:pt x="26" y="27"/>
                      <a:pt x="26" y="27"/>
                      <a:pt x="26" y="27"/>
                    </a:cubicBezTo>
                    <a:cubicBezTo>
                      <a:pt x="26" y="26"/>
                      <a:pt x="27" y="26"/>
                      <a:pt x="26" y="28"/>
                    </a:cubicBezTo>
                    <a:cubicBezTo>
                      <a:pt x="26" y="27"/>
                      <a:pt x="26" y="27"/>
                      <a:pt x="26" y="27"/>
                    </a:cubicBezTo>
                    <a:cubicBezTo>
                      <a:pt x="26" y="28"/>
                      <a:pt x="27" y="29"/>
                      <a:pt x="27" y="28"/>
                    </a:cubicBezTo>
                    <a:cubicBezTo>
                      <a:pt x="28" y="28"/>
                      <a:pt x="28" y="27"/>
                      <a:pt x="28" y="26"/>
                    </a:cubicBezTo>
                    <a:cubicBezTo>
                      <a:pt x="29" y="24"/>
                      <a:pt x="28" y="26"/>
                      <a:pt x="29" y="25"/>
                    </a:cubicBezTo>
                    <a:cubicBezTo>
                      <a:pt x="28" y="27"/>
                      <a:pt x="28" y="27"/>
                      <a:pt x="28" y="27"/>
                    </a:cubicBezTo>
                    <a:cubicBezTo>
                      <a:pt x="27" y="30"/>
                      <a:pt x="29" y="28"/>
                      <a:pt x="30" y="29"/>
                    </a:cubicBezTo>
                    <a:cubicBezTo>
                      <a:pt x="31" y="28"/>
                      <a:pt x="31" y="28"/>
                      <a:pt x="31" y="28"/>
                    </a:cubicBezTo>
                    <a:cubicBezTo>
                      <a:pt x="30" y="30"/>
                      <a:pt x="32" y="28"/>
                      <a:pt x="32" y="30"/>
                    </a:cubicBezTo>
                    <a:cubicBezTo>
                      <a:pt x="32" y="29"/>
                      <a:pt x="33" y="26"/>
                      <a:pt x="34" y="26"/>
                    </a:cubicBezTo>
                    <a:cubicBezTo>
                      <a:pt x="35" y="25"/>
                      <a:pt x="33" y="29"/>
                      <a:pt x="32" y="30"/>
                    </a:cubicBezTo>
                    <a:cubicBezTo>
                      <a:pt x="33" y="29"/>
                      <a:pt x="33" y="29"/>
                      <a:pt x="33" y="29"/>
                    </a:cubicBezTo>
                    <a:cubicBezTo>
                      <a:pt x="33" y="30"/>
                      <a:pt x="33" y="30"/>
                      <a:pt x="33" y="30"/>
                    </a:cubicBezTo>
                    <a:cubicBezTo>
                      <a:pt x="34" y="29"/>
                      <a:pt x="34" y="28"/>
                      <a:pt x="34" y="29"/>
                    </a:cubicBezTo>
                    <a:cubicBezTo>
                      <a:pt x="34" y="29"/>
                      <a:pt x="34" y="29"/>
                      <a:pt x="34" y="29"/>
                    </a:cubicBezTo>
                    <a:cubicBezTo>
                      <a:pt x="34" y="30"/>
                      <a:pt x="34" y="31"/>
                      <a:pt x="34" y="31"/>
                    </a:cubicBezTo>
                    <a:cubicBezTo>
                      <a:pt x="35" y="29"/>
                      <a:pt x="35" y="30"/>
                      <a:pt x="36" y="29"/>
                    </a:cubicBezTo>
                    <a:cubicBezTo>
                      <a:pt x="35" y="30"/>
                      <a:pt x="35" y="30"/>
                      <a:pt x="35" y="30"/>
                    </a:cubicBezTo>
                    <a:cubicBezTo>
                      <a:pt x="36" y="28"/>
                      <a:pt x="36" y="28"/>
                      <a:pt x="36" y="28"/>
                    </a:cubicBezTo>
                    <a:cubicBezTo>
                      <a:pt x="36" y="29"/>
                      <a:pt x="36" y="29"/>
                      <a:pt x="36" y="29"/>
                    </a:cubicBezTo>
                    <a:cubicBezTo>
                      <a:pt x="35" y="31"/>
                      <a:pt x="35" y="31"/>
                      <a:pt x="35" y="31"/>
                    </a:cubicBezTo>
                    <a:cubicBezTo>
                      <a:pt x="35" y="32"/>
                      <a:pt x="36" y="29"/>
                      <a:pt x="36" y="29"/>
                    </a:cubicBezTo>
                    <a:cubicBezTo>
                      <a:pt x="37" y="28"/>
                      <a:pt x="37" y="29"/>
                      <a:pt x="36" y="30"/>
                    </a:cubicBezTo>
                    <a:cubicBezTo>
                      <a:pt x="36" y="30"/>
                      <a:pt x="36" y="29"/>
                      <a:pt x="36" y="30"/>
                    </a:cubicBezTo>
                    <a:cubicBezTo>
                      <a:pt x="35" y="31"/>
                      <a:pt x="36" y="30"/>
                      <a:pt x="36" y="31"/>
                    </a:cubicBezTo>
                    <a:cubicBezTo>
                      <a:pt x="36" y="31"/>
                      <a:pt x="37" y="29"/>
                      <a:pt x="37" y="30"/>
                    </a:cubicBezTo>
                    <a:cubicBezTo>
                      <a:pt x="37" y="30"/>
                      <a:pt x="37" y="30"/>
                      <a:pt x="37" y="31"/>
                    </a:cubicBezTo>
                    <a:cubicBezTo>
                      <a:pt x="37" y="30"/>
                      <a:pt x="37" y="31"/>
                      <a:pt x="38" y="30"/>
                    </a:cubicBezTo>
                    <a:cubicBezTo>
                      <a:pt x="38" y="30"/>
                      <a:pt x="38" y="29"/>
                      <a:pt x="38" y="28"/>
                    </a:cubicBezTo>
                    <a:cubicBezTo>
                      <a:pt x="38" y="28"/>
                      <a:pt x="39" y="28"/>
                      <a:pt x="38" y="28"/>
                    </a:cubicBezTo>
                    <a:cubicBezTo>
                      <a:pt x="38" y="29"/>
                      <a:pt x="38" y="29"/>
                      <a:pt x="38" y="29"/>
                    </a:cubicBezTo>
                    <a:cubicBezTo>
                      <a:pt x="38" y="28"/>
                      <a:pt x="38" y="29"/>
                      <a:pt x="39" y="28"/>
                    </a:cubicBezTo>
                    <a:cubicBezTo>
                      <a:pt x="38" y="30"/>
                      <a:pt x="38" y="30"/>
                      <a:pt x="38" y="30"/>
                    </a:cubicBezTo>
                    <a:cubicBezTo>
                      <a:pt x="39" y="29"/>
                      <a:pt x="39" y="29"/>
                      <a:pt x="39" y="29"/>
                    </a:cubicBezTo>
                    <a:cubicBezTo>
                      <a:pt x="39" y="30"/>
                      <a:pt x="38" y="32"/>
                      <a:pt x="38" y="32"/>
                    </a:cubicBezTo>
                    <a:cubicBezTo>
                      <a:pt x="39" y="31"/>
                      <a:pt x="39" y="31"/>
                      <a:pt x="39" y="31"/>
                    </a:cubicBezTo>
                    <a:cubicBezTo>
                      <a:pt x="39" y="31"/>
                      <a:pt x="39" y="31"/>
                      <a:pt x="39" y="32"/>
                    </a:cubicBezTo>
                    <a:cubicBezTo>
                      <a:pt x="39" y="33"/>
                      <a:pt x="41" y="28"/>
                      <a:pt x="41" y="30"/>
                    </a:cubicBezTo>
                    <a:cubicBezTo>
                      <a:pt x="40" y="31"/>
                      <a:pt x="40" y="32"/>
                      <a:pt x="40" y="32"/>
                    </a:cubicBezTo>
                    <a:cubicBezTo>
                      <a:pt x="40" y="32"/>
                      <a:pt x="41" y="31"/>
                      <a:pt x="41" y="31"/>
                    </a:cubicBezTo>
                    <a:cubicBezTo>
                      <a:pt x="41" y="31"/>
                      <a:pt x="40" y="33"/>
                      <a:pt x="40" y="31"/>
                    </a:cubicBezTo>
                    <a:cubicBezTo>
                      <a:pt x="41" y="30"/>
                      <a:pt x="41" y="31"/>
                      <a:pt x="41" y="30"/>
                    </a:cubicBezTo>
                    <a:cubicBezTo>
                      <a:pt x="40" y="35"/>
                      <a:pt x="42" y="32"/>
                      <a:pt x="42" y="34"/>
                    </a:cubicBezTo>
                    <a:cubicBezTo>
                      <a:pt x="43" y="32"/>
                      <a:pt x="43" y="34"/>
                      <a:pt x="43" y="33"/>
                    </a:cubicBezTo>
                    <a:cubicBezTo>
                      <a:pt x="42" y="35"/>
                      <a:pt x="44" y="33"/>
                      <a:pt x="43" y="34"/>
                    </a:cubicBezTo>
                    <a:cubicBezTo>
                      <a:pt x="44" y="32"/>
                      <a:pt x="44" y="32"/>
                      <a:pt x="44" y="32"/>
                    </a:cubicBezTo>
                    <a:cubicBezTo>
                      <a:pt x="44" y="33"/>
                      <a:pt x="46" y="29"/>
                      <a:pt x="45" y="31"/>
                    </a:cubicBezTo>
                    <a:cubicBezTo>
                      <a:pt x="45" y="32"/>
                      <a:pt x="45" y="33"/>
                      <a:pt x="44" y="33"/>
                    </a:cubicBezTo>
                    <a:cubicBezTo>
                      <a:pt x="44" y="36"/>
                      <a:pt x="46" y="32"/>
                      <a:pt x="45" y="35"/>
                    </a:cubicBezTo>
                    <a:cubicBezTo>
                      <a:pt x="46" y="34"/>
                      <a:pt x="46" y="32"/>
                      <a:pt x="47" y="31"/>
                    </a:cubicBezTo>
                    <a:cubicBezTo>
                      <a:pt x="47" y="33"/>
                      <a:pt x="47" y="34"/>
                      <a:pt x="46" y="34"/>
                    </a:cubicBezTo>
                    <a:cubicBezTo>
                      <a:pt x="47" y="34"/>
                      <a:pt x="47" y="33"/>
                      <a:pt x="47" y="34"/>
                    </a:cubicBezTo>
                    <a:cubicBezTo>
                      <a:pt x="47" y="35"/>
                      <a:pt x="47" y="35"/>
                      <a:pt x="46" y="35"/>
                    </a:cubicBezTo>
                    <a:cubicBezTo>
                      <a:pt x="46" y="36"/>
                      <a:pt x="47" y="35"/>
                      <a:pt x="48" y="34"/>
                    </a:cubicBezTo>
                    <a:cubicBezTo>
                      <a:pt x="47" y="36"/>
                      <a:pt x="48" y="35"/>
                      <a:pt x="48" y="37"/>
                    </a:cubicBezTo>
                    <a:cubicBezTo>
                      <a:pt x="49" y="35"/>
                      <a:pt x="48" y="38"/>
                      <a:pt x="49" y="35"/>
                    </a:cubicBezTo>
                    <a:cubicBezTo>
                      <a:pt x="49" y="36"/>
                      <a:pt x="49" y="36"/>
                      <a:pt x="49" y="36"/>
                    </a:cubicBezTo>
                    <a:cubicBezTo>
                      <a:pt x="50" y="35"/>
                      <a:pt x="51" y="33"/>
                      <a:pt x="51" y="33"/>
                    </a:cubicBezTo>
                    <a:cubicBezTo>
                      <a:pt x="50" y="35"/>
                      <a:pt x="50" y="35"/>
                      <a:pt x="50" y="35"/>
                    </a:cubicBezTo>
                    <a:cubicBezTo>
                      <a:pt x="49" y="37"/>
                      <a:pt x="50" y="36"/>
                      <a:pt x="50" y="37"/>
                    </a:cubicBezTo>
                    <a:cubicBezTo>
                      <a:pt x="50" y="35"/>
                      <a:pt x="50" y="37"/>
                      <a:pt x="51" y="36"/>
                    </a:cubicBezTo>
                    <a:cubicBezTo>
                      <a:pt x="51" y="35"/>
                      <a:pt x="51" y="35"/>
                      <a:pt x="51" y="35"/>
                    </a:cubicBezTo>
                    <a:cubicBezTo>
                      <a:pt x="52" y="35"/>
                      <a:pt x="52" y="34"/>
                      <a:pt x="52" y="34"/>
                    </a:cubicBezTo>
                    <a:cubicBezTo>
                      <a:pt x="52" y="34"/>
                      <a:pt x="51" y="36"/>
                      <a:pt x="51" y="36"/>
                    </a:cubicBezTo>
                    <a:cubicBezTo>
                      <a:pt x="51" y="37"/>
                      <a:pt x="51" y="37"/>
                      <a:pt x="52" y="36"/>
                    </a:cubicBezTo>
                    <a:cubicBezTo>
                      <a:pt x="52" y="36"/>
                      <a:pt x="52" y="36"/>
                      <a:pt x="52" y="36"/>
                    </a:cubicBezTo>
                    <a:cubicBezTo>
                      <a:pt x="52" y="36"/>
                      <a:pt x="52" y="36"/>
                      <a:pt x="52" y="36"/>
                    </a:cubicBezTo>
                    <a:cubicBezTo>
                      <a:pt x="52" y="36"/>
                      <a:pt x="52" y="36"/>
                      <a:pt x="52" y="36"/>
                    </a:cubicBezTo>
                    <a:cubicBezTo>
                      <a:pt x="52" y="36"/>
                      <a:pt x="52" y="36"/>
                      <a:pt x="52" y="36"/>
                    </a:cubicBezTo>
                    <a:cubicBezTo>
                      <a:pt x="52" y="36"/>
                      <a:pt x="52" y="36"/>
                      <a:pt x="52" y="36"/>
                    </a:cubicBezTo>
                    <a:cubicBezTo>
                      <a:pt x="52" y="37"/>
                      <a:pt x="52" y="37"/>
                      <a:pt x="52" y="37"/>
                    </a:cubicBezTo>
                    <a:cubicBezTo>
                      <a:pt x="52" y="37"/>
                      <a:pt x="52" y="37"/>
                      <a:pt x="52" y="37"/>
                    </a:cubicBezTo>
                    <a:cubicBezTo>
                      <a:pt x="52" y="37"/>
                      <a:pt x="52" y="37"/>
                      <a:pt x="52" y="37"/>
                    </a:cubicBezTo>
                    <a:cubicBezTo>
                      <a:pt x="51" y="39"/>
                      <a:pt x="51" y="39"/>
                      <a:pt x="51" y="39"/>
                    </a:cubicBezTo>
                    <a:cubicBezTo>
                      <a:pt x="51" y="39"/>
                      <a:pt x="52" y="37"/>
                      <a:pt x="53" y="37"/>
                    </a:cubicBezTo>
                    <a:cubicBezTo>
                      <a:pt x="53" y="38"/>
                      <a:pt x="54" y="37"/>
                      <a:pt x="55" y="37"/>
                    </a:cubicBezTo>
                    <a:cubicBezTo>
                      <a:pt x="55" y="37"/>
                      <a:pt x="54" y="38"/>
                      <a:pt x="55" y="37"/>
                    </a:cubicBezTo>
                    <a:cubicBezTo>
                      <a:pt x="55" y="37"/>
                      <a:pt x="56" y="36"/>
                      <a:pt x="55" y="37"/>
                    </a:cubicBezTo>
                    <a:cubicBezTo>
                      <a:pt x="56" y="36"/>
                      <a:pt x="55" y="38"/>
                      <a:pt x="55" y="38"/>
                    </a:cubicBezTo>
                    <a:cubicBezTo>
                      <a:pt x="55" y="38"/>
                      <a:pt x="56" y="37"/>
                      <a:pt x="56" y="37"/>
                    </a:cubicBezTo>
                    <a:cubicBezTo>
                      <a:pt x="55" y="39"/>
                      <a:pt x="58" y="36"/>
                      <a:pt x="57" y="38"/>
                    </a:cubicBezTo>
                    <a:cubicBezTo>
                      <a:pt x="58" y="37"/>
                      <a:pt x="57" y="38"/>
                      <a:pt x="57" y="39"/>
                    </a:cubicBezTo>
                    <a:cubicBezTo>
                      <a:pt x="57" y="38"/>
                      <a:pt x="58" y="38"/>
                      <a:pt x="59" y="36"/>
                    </a:cubicBezTo>
                    <a:cubicBezTo>
                      <a:pt x="58" y="38"/>
                      <a:pt x="58" y="38"/>
                      <a:pt x="58" y="38"/>
                    </a:cubicBezTo>
                    <a:cubicBezTo>
                      <a:pt x="59" y="38"/>
                      <a:pt x="59" y="38"/>
                      <a:pt x="60" y="37"/>
                    </a:cubicBezTo>
                    <a:cubicBezTo>
                      <a:pt x="60" y="36"/>
                      <a:pt x="61" y="35"/>
                      <a:pt x="61" y="35"/>
                    </a:cubicBezTo>
                    <a:cubicBezTo>
                      <a:pt x="61" y="35"/>
                      <a:pt x="61" y="35"/>
                      <a:pt x="61" y="35"/>
                    </a:cubicBezTo>
                    <a:cubicBezTo>
                      <a:pt x="61" y="36"/>
                      <a:pt x="62" y="35"/>
                      <a:pt x="62" y="35"/>
                    </a:cubicBezTo>
                    <a:cubicBezTo>
                      <a:pt x="62" y="36"/>
                      <a:pt x="62" y="35"/>
                      <a:pt x="61" y="36"/>
                    </a:cubicBezTo>
                    <a:cubicBezTo>
                      <a:pt x="60" y="39"/>
                      <a:pt x="61" y="38"/>
                      <a:pt x="61" y="38"/>
                    </a:cubicBezTo>
                    <a:cubicBezTo>
                      <a:pt x="62" y="37"/>
                      <a:pt x="62" y="37"/>
                      <a:pt x="62" y="37"/>
                    </a:cubicBezTo>
                    <a:cubicBezTo>
                      <a:pt x="63" y="36"/>
                      <a:pt x="61" y="38"/>
                      <a:pt x="62" y="38"/>
                    </a:cubicBezTo>
                    <a:cubicBezTo>
                      <a:pt x="64" y="34"/>
                      <a:pt x="64" y="34"/>
                      <a:pt x="64" y="34"/>
                    </a:cubicBezTo>
                    <a:cubicBezTo>
                      <a:pt x="64" y="34"/>
                      <a:pt x="64" y="36"/>
                      <a:pt x="63" y="37"/>
                    </a:cubicBezTo>
                    <a:cubicBezTo>
                      <a:pt x="64" y="37"/>
                      <a:pt x="65" y="34"/>
                      <a:pt x="66" y="33"/>
                    </a:cubicBezTo>
                    <a:cubicBezTo>
                      <a:pt x="66" y="34"/>
                      <a:pt x="67" y="33"/>
                      <a:pt x="67" y="33"/>
                    </a:cubicBezTo>
                    <a:cubicBezTo>
                      <a:pt x="67" y="34"/>
                      <a:pt x="67" y="33"/>
                      <a:pt x="67" y="34"/>
                    </a:cubicBezTo>
                    <a:cubicBezTo>
                      <a:pt x="66" y="35"/>
                      <a:pt x="66" y="35"/>
                      <a:pt x="66" y="35"/>
                    </a:cubicBezTo>
                    <a:cubicBezTo>
                      <a:pt x="66" y="35"/>
                      <a:pt x="65" y="37"/>
                      <a:pt x="65" y="38"/>
                    </a:cubicBezTo>
                    <a:cubicBezTo>
                      <a:pt x="65" y="37"/>
                      <a:pt x="66" y="39"/>
                      <a:pt x="66" y="39"/>
                    </a:cubicBezTo>
                    <a:cubicBezTo>
                      <a:pt x="67" y="36"/>
                      <a:pt x="67" y="38"/>
                      <a:pt x="68" y="36"/>
                    </a:cubicBezTo>
                    <a:cubicBezTo>
                      <a:pt x="69" y="36"/>
                      <a:pt x="67" y="38"/>
                      <a:pt x="67" y="38"/>
                    </a:cubicBezTo>
                    <a:cubicBezTo>
                      <a:pt x="68" y="38"/>
                      <a:pt x="68" y="39"/>
                      <a:pt x="69" y="39"/>
                    </a:cubicBezTo>
                    <a:cubicBezTo>
                      <a:pt x="69" y="39"/>
                      <a:pt x="69" y="39"/>
                      <a:pt x="69" y="39"/>
                    </a:cubicBezTo>
                    <a:cubicBezTo>
                      <a:pt x="69" y="38"/>
                      <a:pt x="70" y="39"/>
                      <a:pt x="71" y="38"/>
                    </a:cubicBezTo>
                    <a:cubicBezTo>
                      <a:pt x="70" y="39"/>
                      <a:pt x="70" y="39"/>
                      <a:pt x="70" y="39"/>
                    </a:cubicBezTo>
                    <a:cubicBezTo>
                      <a:pt x="70" y="40"/>
                      <a:pt x="72" y="36"/>
                      <a:pt x="72" y="37"/>
                    </a:cubicBezTo>
                    <a:cubicBezTo>
                      <a:pt x="71" y="39"/>
                      <a:pt x="71" y="39"/>
                      <a:pt x="71" y="39"/>
                    </a:cubicBezTo>
                    <a:cubicBezTo>
                      <a:pt x="72" y="38"/>
                      <a:pt x="71" y="40"/>
                      <a:pt x="72" y="38"/>
                    </a:cubicBezTo>
                    <a:cubicBezTo>
                      <a:pt x="72" y="39"/>
                      <a:pt x="72" y="39"/>
                      <a:pt x="72" y="39"/>
                    </a:cubicBezTo>
                    <a:cubicBezTo>
                      <a:pt x="72" y="39"/>
                      <a:pt x="73" y="39"/>
                      <a:pt x="74" y="38"/>
                    </a:cubicBezTo>
                    <a:cubicBezTo>
                      <a:pt x="73" y="40"/>
                      <a:pt x="73" y="40"/>
                      <a:pt x="73" y="40"/>
                    </a:cubicBezTo>
                    <a:cubicBezTo>
                      <a:pt x="72" y="41"/>
                      <a:pt x="74" y="38"/>
                      <a:pt x="74" y="39"/>
                    </a:cubicBezTo>
                    <a:cubicBezTo>
                      <a:pt x="74" y="39"/>
                      <a:pt x="74" y="40"/>
                      <a:pt x="73" y="40"/>
                    </a:cubicBezTo>
                    <a:cubicBezTo>
                      <a:pt x="74" y="39"/>
                      <a:pt x="75" y="39"/>
                      <a:pt x="75" y="39"/>
                    </a:cubicBezTo>
                    <a:cubicBezTo>
                      <a:pt x="74" y="41"/>
                      <a:pt x="74" y="41"/>
                      <a:pt x="74" y="41"/>
                    </a:cubicBezTo>
                    <a:cubicBezTo>
                      <a:pt x="76" y="42"/>
                      <a:pt x="77" y="43"/>
                      <a:pt x="80" y="42"/>
                    </a:cubicBezTo>
                    <a:cubicBezTo>
                      <a:pt x="79" y="44"/>
                      <a:pt x="79" y="43"/>
                      <a:pt x="78" y="45"/>
                    </a:cubicBezTo>
                    <a:cubicBezTo>
                      <a:pt x="79" y="43"/>
                      <a:pt x="79" y="44"/>
                      <a:pt x="79" y="44"/>
                    </a:cubicBezTo>
                    <a:cubicBezTo>
                      <a:pt x="79" y="44"/>
                      <a:pt x="79" y="44"/>
                      <a:pt x="79" y="44"/>
                    </a:cubicBezTo>
                    <a:cubicBezTo>
                      <a:pt x="80" y="44"/>
                      <a:pt x="79" y="45"/>
                      <a:pt x="80" y="45"/>
                    </a:cubicBezTo>
                    <a:cubicBezTo>
                      <a:pt x="80" y="44"/>
                      <a:pt x="80" y="44"/>
                      <a:pt x="80" y="44"/>
                    </a:cubicBezTo>
                    <a:cubicBezTo>
                      <a:pt x="81" y="43"/>
                      <a:pt x="79" y="47"/>
                      <a:pt x="81" y="45"/>
                    </a:cubicBezTo>
                    <a:cubicBezTo>
                      <a:pt x="80" y="46"/>
                      <a:pt x="80" y="46"/>
                      <a:pt x="80" y="46"/>
                    </a:cubicBezTo>
                    <a:cubicBezTo>
                      <a:pt x="81" y="44"/>
                      <a:pt x="80" y="47"/>
                      <a:pt x="81" y="46"/>
                    </a:cubicBezTo>
                    <a:cubicBezTo>
                      <a:pt x="81" y="46"/>
                      <a:pt x="81" y="46"/>
                      <a:pt x="81" y="46"/>
                    </a:cubicBezTo>
                    <a:cubicBezTo>
                      <a:pt x="81" y="47"/>
                      <a:pt x="83" y="44"/>
                      <a:pt x="82" y="46"/>
                    </a:cubicBezTo>
                    <a:cubicBezTo>
                      <a:pt x="83" y="46"/>
                      <a:pt x="83" y="46"/>
                      <a:pt x="84" y="44"/>
                    </a:cubicBezTo>
                    <a:cubicBezTo>
                      <a:pt x="83" y="46"/>
                      <a:pt x="83" y="46"/>
                      <a:pt x="83" y="46"/>
                    </a:cubicBezTo>
                    <a:cubicBezTo>
                      <a:pt x="85" y="46"/>
                      <a:pt x="86" y="47"/>
                      <a:pt x="88" y="46"/>
                    </a:cubicBezTo>
                    <a:cubicBezTo>
                      <a:pt x="87" y="47"/>
                      <a:pt x="87" y="47"/>
                      <a:pt x="87" y="47"/>
                    </a:cubicBezTo>
                    <a:cubicBezTo>
                      <a:pt x="89" y="45"/>
                      <a:pt x="87" y="49"/>
                      <a:pt x="90" y="46"/>
                    </a:cubicBezTo>
                    <a:cubicBezTo>
                      <a:pt x="92" y="45"/>
                      <a:pt x="92" y="45"/>
                      <a:pt x="92" y="45"/>
                    </a:cubicBezTo>
                    <a:cubicBezTo>
                      <a:pt x="90" y="47"/>
                      <a:pt x="90" y="47"/>
                      <a:pt x="90" y="47"/>
                    </a:cubicBezTo>
                    <a:cubicBezTo>
                      <a:pt x="91" y="46"/>
                      <a:pt x="91" y="47"/>
                      <a:pt x="92" y="46"/>
                    </a:cubicBezTo>
                    <a:cubicBezTo>
                      <a:pt x="91" y="47"/>
                      <a:pt x="91" y="47"/>
                      <a:pt x="91" y="47"/>
                    </a:cubicBezTo>
                    <a:cubicBezTo>
                      <a:pt x="91" y="47"/>
                      <a:pt x="93" y="45"/>
                      <a:pt x="93" y="46"/>
                    </a:cubicBezTo>
                    <a:cubicBezTo>
                      <a:pt x="93" y="47"/>
                      <a:pt x="93" y="47"/>
                      <a:pt x="93" y="47"/>
                    </a:cubicBezTo>
                    <a:cubicBezTo>
                      <a:pt x="92" y="50"/>
                      <a:pt x="93" y="54"/>
                      <a:pt x="96" y="51"/>
                    </a:cubicBezTo>
                    <a:cubicBezTo>
                      <a:pt x="97" y="51"/>
                      <a:pt x="95" y="53"/>
                      <a:pt x="95" y="53"/>
                    </a:cubicBezTo>
                    <a:cubicBezTo>
                      <a:pt x="99" y="51"/>
                      <a:pt x="97" y="56"/>
                      <a:pt x="101" y="53"/>
                    </a:cubicBezTo>
                    <a:cubicBezTo>
                      <a:pt x="103" y="52"/>
                      <a:pt x="107" y="48"/>
                      <a:pt x="107" y="48"/>
                    </a:cubicBezTo>
                    <a:cubicBezTo>
                      <a:pt x="103" y="48"/>
                      <a:pt x="103" y="45"/>
                      <a:pt x="102" y="4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21" name="Freeform 96"/>
              <p:cNvSpPr/>
              <p:nvPr>
                <p:custDataLst>
                  <p:tags r:id="rId342"/>
                </p:custDataLst>
              </p:nvPr>
            </p:nvSpPr>
            <p:spPr bwMode="auto">
              <a:xfrm>
                <a:off x="4117" y="223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22" name="Freeform 97"/>
              <p:cNvSpPr/>
              <p:nvPr>
                <p:custDataLst>
                  <p:tags r:id="rId343"/>
                </p:custDataLst>
              </p:nvPr>
            </p:nvSpPr>
            <p:spPr bwMode="auto">
              <a:xfrm>
                <a:off x="4487" y="232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23" name="Freeform 98"/>
              <p:cNvSpPr/>
              <p:nvPr>
                <p:custDataLst>
                  <p:tags r:id="rId344"/>
                </p:custDataLst>
              </p:nvPr>
            </p:nvSpPr>
            <p:spPr bwMode="auto">
              <a:xfrm>
                <a:off x="4387" y="2285"/>
                <a:ext cx="2" cy="4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1" y="1"/>
                      <a:pt x="0" y="1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24" name="Freeform 99"/>
              <p:cNvSpPr/>
              <p:nvPr>
                <p:custDataLst>
                  <p:tags r:id="rId345"/>
                </p:custDataLst>
              </p:nvPr>
            </p:nvSpPr>
            <p:spPr bwMode="auto">
              <a:xfrm>
                <a:off x="4508" y="1933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25" name="Freeform 100"/>
              <p:cNvSpPr/>
              <p:nvPr>
                <p:custDataLst>
                  <p:tags r:id="rId346"/>
                </p:custDataLst>
              </p:nvPr>
            </p:nvSpPr>
            <p:spPr bwMode="auto">
              <a:xfrm>
                <a:off x="4487" y="2285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26" name="Freeform 101"/>
              <p:cNvSpPr/>
              <p:nvPr>
                <p:custDataLst>
                  <p:tags r:id="rId347"/>
                </p:custDataLst>
              </p:nvPr>
            </p:nvSpPr>
            <p:spPr bwMode="auto">
              <a:xfrm>
                <a:off x="4514" y="1929"/>
                <a:ext cx="0" cy="4"/>
              </a:xfrm>
              <a:custGeom>
                <a:avLst/>
                <a:gdLst>
                  <a:gd name="T0" fmla="*/ 1 h 2"/>
                  <a:gd name="T1" fmla="*/ 1 h 2"/>
                  <a:gd name="T2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2"/>
                      <a:pt x="0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27" name="Freeform 102"/>
              <p:cNvSpPr/>
              <p:nvPr>
                <p:custDataLst>
                  <p:tags r:id="rId348"/>
                </p:custDataLst>
              </p:nvPr>
            </p:nvSpPr>
            <p:spPr bwMode="auto">
              <a:xfrm>
                <a:off x="4506" y="1927"/>
                <a:ext cx="0" cy="4"/>
              </a:xfrm>
              <a:custGeom>
                <a:avLst/>
                <a:gdLst>
                  <a:gd name="T0" fmla="*/ 1 h 2"/>
                  <a:gd name="T1" fmla="*/ 0 h 2"/>
                  <a:gd name="T2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28" name="Freeform 103"/>
              <p:cNvSpPr/>
              <p:nvPr>
                <p:custDataLst>
                  <p:tags r:id="rId349"/>
                </p:custDataLst>
              </p:nvPr>
            </p:nvSpPr>
            <p:spPr bwMode="auto">
              <a:xfrm>
                <a:off x="4516" y="1927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29" name="Freeform 104"/>
              <p:cNvSpPr/>
              <p:nvPr>
                <p:custDataLst>
                  <p:tags r:id="rId350"/>
                </p:custDataLst>
              </p:nvPr>
            </p:nvSpPr>
            <p:spPr bwMode="auto">
              <a:xfrm>
                <a:off x="4495" y="1925"/>
                <a:ext cx="2" cy="4"/>
              </a:xfrm>
              <a:custGeom>
                <a:avLst/>
                <a:gdLst>
                  <a:gd name="T0" fmla="*/ 1 w 1"/>
                  <a:gd name="T1" fmla="*/ 1 h 2"/>
                  <a:gd name="T2" fmla="*/ 0 w 1"/>
                  <a:gd name="T3" fmla="*/ 0 h 2"/>
                  <a:gd name="T4" fmla="*/ 1 w 1"/>
                  <a:gd name="T5" fmla="*/ 1 h 2"/>
                  <a:gd name="T6" fmla="*/ 1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30" name="Freeform 105"/>
              <p:cNvSpPr/>
              <p:nvPr>
                <p:custDataLst>
                  <p:tags r:id="rId351"/>
                </p:custDataLst>
              </p:nvPr>
            </p:nvSpPr>
            <p:spPr bwMode="auto">
              <a:xfrm>
                <a:off x="3201" y="2162"/>
                <a:ext cx="0" cy="4"/>
              </a:xfrm>
              <a:custGeom>
                <a:avLst/>
                <a:gdLst>
                  <a:gd name="T0" fmla="*/ 2 h 2"/>
                  <a:gd name="T1" fmla="*/ 1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31" name="Freeform 106"/>
              <p:cNvSpPr/>
              <p:nvPr>
                <p:custDataLst>
                  <p:tags r:id="rId352"/>
                </p:custDataLst>
              </p:nvPr>
            </p:nvSpPr>
            <p:spPr bwMode="auto">
              <a:xfrm>
                <a:off x="3544" y="1543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32" name="Freeform 107"/>
              <p:cNvSpPr/>
              <p:nvPr>
                <p:custDataLst>
                  <p:tags r:id="rId353"/>
                </p:custDataLst>
              </p:nvPr>
            </p:nvSpPr>
            <p:spPr bwMode="auto">
              <a:xfrm>
                <a:off x="3914" y="1418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33" name="Freeform 108"/>
              <p:cNvSpPr/>
              <p:nvPr>
                <p:custDataLst>
                  <p:tags r:id="rId354"/>
                </p:custDataLst>
              </p:nvPr>
            </p:nvSpPr>
            <p:spPr bwMode="auto">
              <a:xfrm>
                <a:off x="3916" y="1409"/>
                <a:ext cx="4" cy="2"/>
              </a:xfrm>
              <a:custGeom>
                <a:avLst/>
                <a:gdLst>
                  <a:gd name="T0" fmla="*/ 0 w 2"/>
                  <a:gd name="T1" fmla="*/ 1 h 1"/>
                  <a:gd name="T2" fmla="*/ 1 w 2"/>
                  <a:gd name="T3" fmla="*/ 0 h 1"/>
                  <a:gd name="T4" fmla="*/ 0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2" y="1"/>
                      <a:pt x="0" y="1"/>
                      <a:pt x="1" y="0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34" name="Freeform 109"/>
              <p:cNvSpPr/>
              <p:nvPr>
                <p:custDataLst>
                  <p:tags r:id="rId355"/>
                </p:custDataLst>
              </p:nvPr>
            </p:nvSpPr>
            <p:spPr bwMode="auto">
              <a:xfrm>
                <a:off x="3893" y="1441"/>
                <a:ext cx="4" cy="4"/>
              </a:xfrm>
              <a:custGeom>
                <a:avLst/>
                <a:gdLst>
                  <a:gd name="T0" fmla="*/ 2 w 2"/>
                  <a:gd name="T1" fmla="*/ 1 h 2"/>
                  <a:gd name="T2" fmla="*/ 1 w 2"/>
                  <a:gd name="T3" fmla="*/ 1 h 2"/>
                  <a:gd name="T4" fmla="*/ 2 w 2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0"/>
                      <a:pt x="1" y="1"/>
                      <a:pt x="1" y="1"/>
                    </a:cubicBezTo>
                    <a:cubicBezTo>
                      <a:pt x="0" y="2"/>
                      <a:pt x="1" y="1"/>
                      <a:pt x="2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35" name="Freeform 110"/>
              <p:cNvSpPr/>
              <p:nvPr>
                <p:custDataLst>
                  <p:tags r:id="rId356"/>
                </p:custDataLst>
              </p:nvPr>
            </p:nvSpPr>
            <p:spPr bwMode="auto">
              <a:xfrm>
                <a:off x="3893" y="1437"/>
                <a:ext cx="6" cy="6"/>
              </a:xfrm>
              <a:custGeom>
                <a:avLst/>
                <a:gdLst>
                  <a:gd name="T0" fmla="*/ 0 w 3"/>
                  <a:gd name="T1" fmla="*/ 3 h 3"/>
                  <a:gd name="T2" fmla="*/ 3 w 3"/>
                  <a:gd name="T3" fmla="*/ 0 h 3"/>
                  <a:gd name="T4" fmla="*/ 0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1" y="1"/>
                      <a:pt x="1" y="2"/>
                      <a:pt x="0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36" name="Freeform 111"/>
              <p:cNvSpPr/>
              <p:nvPr>
                <p:custDataLst>
                  <p:tags r:id="rId357"/>
                </p:custDataLst>
              </p:nvPr>
            </p:nvSpPr>
            <p:spPr bwMode="auto">
              <a:xfrm>
                <a:off x="3909" y="1418"/>
                <a:ext cx="5" cy="0"/>
              </a:xfrm>
              <a:custGeom>
                <a:avLst/>
                <a:gdLst>
                  <a:gd name="T0" fmla="*/ 0 w 2"/>
                  <a:gd name="T1" fmla="*/ 2 w 2"/>
                  <a:gd name="T2" fmla="*/ 1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37" name="Freeform 112"/>
              <p:cNvSpPr/>
              <p:nvPr>
                <p:custDataLst>
                  <p:tags r:id="rId358"/>
                </p:custDataLst>
              </p:nvPr>
            </p:nvSpPr>
            <p:spPr bwMode="auto">
              <a:xfrm>
                <a:off x="3912" y="1416"/>
                <a:ext cx="4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2" y="0"/>
                      <a:pt x="1" y="0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38" name="Freeform 113"/>
              <p:cNvSpPr/>
              <p:nvPr>
                <p:custDataLst>
                  <p:tags r:id="rId359"/>
                </p:custDataLst>
              </p:nvPr>
            </p:nvSpPr>
            <p:spPr bwMode="auto">
              <a:xfrm>
                <a:off x="4472" y="1804"/>
                <a:ext cx="233" cy="133"/>
              </a:xfrm>
              <a:custGeom>
                <a:avLst/>
                <a:gdLst>
                  <a:gd name="T0" fmla="*/ 86 w 110"/>
                  <a:gd name="T1" fmla="*/ 5 h 63"/>
                  <a:gd name="T2" fmla="*/ 79 w 110"/>
                  <a:gd name="T3" fmla="*/ 7 h 63"/>
                  <a:gd name="T4" fmla="*/ 58 w 110"/>
                  <a:gd name="T5" fmla="*/ 24 h 63"/>
                  <a:gd name="T6" fmla="*/ 50 w 110"/>
                  <a:gd name="T7" fmla="*/ 26 h 63"/>
                  <a:gd name="T8" fmla="*/ 44 w 110"/>
                  <a:gd name="T9" fmla="*/ 26 h 63"/>
                  <a:gd name="T10" fmla="*/ 34 w 110"/>
                  <a:gd name="T11" fmla="*/ 31 h 63"/>
                  <a:gd name="T12" fmla="*/ 28 w 110"/>
                  <a:gd name="T13" fmla="*/ 33 h 63"/>
                  <a:gd name="T14" fmla="*/ 17 w 110"/>
                  <a:gd name="T15" fmla="*/ 38 h 63"/>
                  <a:gd name="T16" fmla="*/ 13 w 110"/>
                  <a:gd name="T17" fmla="*/ 45 h 63"/>
                  <a:gd name="T18" fmla="*/ 5 w 110"/>
                  <a:gd name="T19" fmla="*/ 47 h 63"/>
                  <a:gd name="T20" fmla="*/ 1 w 110"/>
                  <a:gd name="T21" fmla="*/ 50 h 63"/>
                  <a:gd name="T22" fmla="*/ 3 w 110"/>
                  <a:gd name="T23" fmla="*/ 55 h 63"/>
                  <a:gd name="T24" fmla="*/ 3 w 110"/>
                  <a:gd name="T25" fmla="*/ 56 h 63"/>
                  <a:gd name="T26" fmla="*/ 5 w 110"/>
                  <a:gd name="T27" fmla="*/ 55 h 63"/>
                  <a:gd name="T28" fmla="*/ 9 w 110"/>
                  <a:gd name="T29" fmla="*/ 56 h 63"/>
                  <a:gd name="T30" fmla="*/ 12 w 110"/>
                  <a:gd name="T31" fmla="*/ 58 h 63"/>
                  <a:gd name="T32" fmla="*/ 12 w 110"/>
                  <a:gd name="T33" fmla="*/ 51 h 63"/>
                  <a:gd name="T34" fmla="*/ 15 w 110"/>
                  <a:gd name="T35" fmla="*/ 57 h 63"/>
                  <a:gd name="T36" fmla="*/ 18 w 110"/>
                  <a:gd name="T37" fmla="*/ 61 h 63"/>
                  <a:gd name="T38" fmla="*/ 16 w 110"/>
                  <a:gd name="T39" fmla="*/ 54 h 63"/>
                  <a:gd name="T40" fmla="*/ 19 w 110"/>
                  <a:gd name="T41" fmla="*/ 59 h 63"/>
                  <a:gd name="T42" fmla="*/ 21 w 110"/>
                  <a:gd name="T43" fmla="*/ 60 h 63"/>
                  <a:gd name="T44" fmla="*/ 22 w 110"/>
                  <a:gd name="T45" fmla="*/ 60 h 63"/>
                  <a:gd name="T46" fmla="*/ 23 w 110"/>
                  <a:gd name="T47" fmla="*/ 60 h 63"/>
                  <a:gd name="T48" fmla="*/ 23 w 110"/>
                  <a:gd name="T49" fmla="*/ 55 h 63"/>
                  <a:gd name="T50" fmla="*/ 26 w 110"/>
                  <a:gd name="T51" fmla="*/ 58 h 63"/>
                  <a:gd name="T52" fmla="*/ 26 w 110"/>
                  <a:gd name="T53" fmla="*/ 54 h 63"/>
                  <a:gd name="T54" fmla="*/ 27 w 110"/>
                  <a:gd name="T55" fmla="*/ 54 h 63"/>
                  <a:gd name="T56" fmla="*/ 29 w 110"/>
                  <a:gd name="T57" fmla="*/ 54 h 63"/>
                  <a:gd name="T58" fmla="*/ 34 w 110"/>
                  <a:gd name="T59" fmla="*/ 51 h 63"/>
                  <a:gd name="T60" fmla="*/ 36 w 110"/>
                  <a:gd name="T61" fmla="*/ 51 h 63"/>
                  <a:gd name="T62" fmla="*/ 40 w 110"/>
                  <a:gd name="T63" fmla="*/ 49 h 63"/>
                  <a:gd name="T64" fmla="*/ 44 w 110"/>
                  <a:gd name="T65" fmla="*/ 47 h 63"/>
                  <a:gd name="T66" fmla="*/ 45 w 110"/>
                  <a:gd name="T67" fmla="*/ 45 h 63"/>
                  <a:gd name="T68" fmla="*/ 46 w 110"/>
                  <a:gd name="T69" fmla="*/ 45 h 63"/>
                  <a:gd name="T70" fmla="*/ 46 w 110"/>
                  <a:gd name="T71" fmla="*/ 42 h 63"/>
                  <a:gd name="T72" fmla="*/ 49 w 110"/>
                  <a:gd name="T73" fmla="*/ 42 h 63"/>
                  <a:gd name="T74" fmla="*/ 53 w 110"/>
                  <a:gd name="T75" fmla="*/ 42 h 63"/>
                  <a:gd name="T76" fmla="*/ 55 w 110"/>
                  <a:gd name="T77" fmla="*/ 39 h 63"/>
                  <a:gd name="T78" fmla="*/ 60 w 110"/>
                  <a:gd name="T79" fmla="*/ 39 h 63"/>
                  <a:gd name="T80" fmla="*/ 61 w 110"/>
                  <a:gd name="T81" fmla="*/ 38 h 63"/>
                  <a:gd name="T82" fmla="*/ 62 w 110"/>
                  <a:gd name="T83" fmla="*/ 38 h 63"/>
                  <a:gd name="T84" fmla="*/ 64 w 110"/>
                  <a:gd name="T85" fmla="*/ 40 h 63"/>
                  <a:gd name="T86" fmla="*/ 66 w 110"/>
                  <a:gd name="T87" fmla="*/ 35 h 63"/>
                  <a:gd name="T88" fmla="*/ 68 w 110"/>
                  <a:gd name="T89" fmla="*/ 30 h 63"/>
                  <a:gd name="T90" fmla="*/ 71 w 110"/>
                  <a:gd name="T91" fmla="*/ 31 h 63"/>
                  <a:gd name="T92" fmla="*/ 72 w 110"/>
                  <a:gd name="T93" fmla="*/ 26 h 63"/>
                  <a:gd name="T94" fmla="*/ 76 w 110"/>
                  <a:gd name="T95" fmla="*/ 26 h 63"/>
                  <a:gd name="T96" fmla="*/ 79 w 110"/>
                  <a:gd name="T97" fmla="*/ 24 h 63"/>
                  <a:gd name="T98" fmla="*/ 82 w 110"/>
                  <a:gd name="T99" fmla="*/ 23 h 63"/>
                  <a:gd name="T100" fmla="*/ 88 w 110"/>
                  <a:gd name="T101" fmla="*/ 20 h 63"/>
                  <a:gd name="T102" fmla="*/ 91 w 110"/>
                  <a:gd name="T103" fmla="*/ 16 h 63"/>
                  <a:gd name="T104" fmla="*/ 97 w 110"/>
                  <a:gd name="T105" fmla="*/ 13 h 63"/>
                  <a:gd name="T106" fmla="*/ 105 w 110"/>
                  <a:gd name="T107" fmla="*/ 13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10" h="63">
                    <a:moveTo>
                      <a:pt x="108" y="1"/>
                    </a:moveTo>
                    <a:cubicBezTo>
                      <a:pt x="106" y="4"/>
                      <a:pt x="103" y="2"/>
                      <a:pt x="100" y="0"/>
                    </a:cubicBezTo>
                    <a:cubicBezTo>
                      <a:pt x="99" y="1"/>
                      <a:pt x="98" y="2"/>
                      <a:pt x="97" y="1"/>
                    </a:cubicBezTo>
                    <a:cubicBezTo>
                      <a:pt x="94" y="3"/>
                      <a:pt x="88" y="0"/>
                      <a:pt x="85" y="3"/>
                    </a:cubicBezTo>
                    <a:cubicBezTo>
                      <a:pt x="86" y="4"/>
                      <a:pt x="86" y="5"/>
                      <a:pt x="86" y="5"/>
                    </a:cubicBezTo>
                    <a:cubicBezTo>
                      <a:pt x="86" y="5"/>
                      <a:pt x="86" y="5"/>
                      <a:pt x="86" y="5"/>
                    </a:cubicBezTo>
                    <a:cubicBezTo>
                      <a:pt x="86" y="6"/>
                      <a:pt x="86" y="6"/>
                      <a:pt x="86" y="6"/>
                    </a:cubicBezTo>
                    <a:cubicBezTo>
                      <a:pt x="86" y="7"/>
                      <a:pt x="85" y="5"/>
                      <a:pt x="85" y="5"/>
                    </a:cubicBezTo>
                    <a:cubicBezTo>
                      <a:pt x="84" y="5"/>
                      <a:pt x="83" y="6"/>
                      <a:pt x="82" y="6"/>
                    </a:cubicBezTo>
                    <a:cubicBezTo>
                      <a:pt x="82" y="8"/>
                      <a:pt x="81" y="7"/>
                      <a:pt x="82" y="9"/>
                    </a:cubicBezTo>
                    <a:cubicBezTo>
                      <a:pt x="81" y="8"/>
                      <a:pt x="81" y="8"/>
                      <a:pt x="81" y="8"/>
                    </a:cubicBezTo>
                    <a:cubicBezTo>
                      <a:pt x="81" y="10"/>
                      <a:pt x="81" y="10"/>
                      <a:pt x="79" y="7"/>
                    </a:cubicBezTo>
                    <a:cubicBezTo>
                      <a:pt x="75" y="7"/>
                      <a:pt x="72" y="10"/>
                      <a:pt x="68" y="11"/>
                    </a:cubicBezTo>
                    <a:cubicBezTo>
                      <a:pt x="65" y="13"/>
                      <a:pt x="63" y="16"/>
                      <a:pt x="60" y="19"/>
                    </a:cubicBezTo>
                    <a:cubicBezTo>
                      <a:pt x="60" y="22"/>
                      <a:pt x="59" y="21"/>
                      <a:pt x="60" y="24"/>
                    </a:cubicBezTo>
                    <a:cubicBezTo>
                      <a:pt x="59" y="23"/>
                      <a:pt x="59" y="23"/>
                      <a:pt x="59" y="23"/>
                    </a:cubicBezTo>
                    <a:cubicBezTo>
                      <a:pt x="59" y="24"/>
                      <a:pt x="59" y="23"/>
                      <a:pt x="57" y="22"/>
                    </a:cubicBezTo>
                    <a:cubicBezTo>
                      <a:pt x="58" y="23"/>
                      <a:pt x="57" y="22"/>
                      <a:pt x="58" y="24"/>
                    </a:cubicBezTo>
                    <a:cubicBezTo>
                      <a:pt x="59" y="26"/>
                      <a:pt x="57" y="22"/>
                      <a:pt x="57" y="23"/>
                    </a:cubicBezTo>
                    <a:cubicBezTo>
                      <a:pt x="56" y="22"/>
                      <a:pt x="57" y="24"/>
                      <a:pt x="57" y="23"/>
                    </a:cubicBezTo>
                    <a:cubicBezTo>
                      <a:pt x="57" y="26"/>
                      <a:pt x="56" y="22"/>
                      <a:pt x="55" y="21"/>
                    </a:cubicBezTo>
                    <a:cubicBezTo>
                      <a:pt x="53" y="22"/>
                      <a:pt x="53" y="25"/>
                      <a:pt x="51" y="25"/>
                    </a:cubicBezTo>
                    <a:cubicBezTo>
                      <a:pt x="51" y="24"/>
                      <a:pt x="51" y="26"/>
                      <a:pt x="51" y="26"/>
                    </a:cubicBezTo>
                    <a:cubicBezTo>
                      <a:pt x="50" y="23"/>
                      <a:pt x="51" y="27"/>
                      <a:pt x="50" y="26"/>
                    </a:cubicBezTo>
                    <a:cubicBezTo>
                      <a:pt x="50" y="25"/>
                      <a:pt x="50" y="25"/>
                      <a:pt x="50" y="25"/>
                    </a:cubicBezTo>
                    <a:cubicBezTo>
                      <a:pt x="49" y="24"/>
                      <a:pt x="49" y="26"/>
                      <a:pt x="48" y="25"/>
                    </a:cubicBezTo>
                    <a:cubicBezTo>
                      <a:pt x="48" y="26"/>
                      <a:pt x="46" y="24"/>
                      <a:pt x="46" y="26"/>
                    </a:cubicBezTo>
                    <a:cubicBezTo>
                      <a:pt x="46" y="24"/>
                      <a:pt x="46" y="25"/>
                      <a:pt x="45" y="24"/>
                    </a:cubicBezTo>
                    <a:cubicBezTo>
                      <a:pt x="46" y="28"/>
                      <a:pt x="44" y="24"/>
                      <a:pt x="44" y="26"/>
                    </a:cubicBezTo>
                    <a:cubicBezTo>
                      <a:pt x="44" y="26"/>
                      <a:pt x="44" y="26"/>
                      <a:pt x="44" y="26"/>
                    </a:cubicBezTo>
                    <a:cubicBezTo>
                      <a:pt x="42" y="26"/>
                      <a:pt x="40" y="26"/>
                      <a:pt x="39" y="29"/>
                    </a:cubicBezTo>
                    <a:cubicBezTo>
                      <a:pt x="39" y="29"/>
                      <a:pt x="36" y="27"/>
                      <a:pt x="36" y="29"/>
                    </a:cubicBezTo>
                    <a:cubicBezTo>
                      <a:pt x="36" y="30"/>
                      <a:pt x="36" y="30"/>
                      <a:pt x="36" y="30"/>
                    </a:cubicBezTo>
                    <a:cubicBezTo>
                      <a:pt x="36" y="30"/>
                      <a:pt x="36" y="29"/>
                      <a:pt x="36" y="29"/>
                    </a:cubicBezTo>
                    <a:cubicBezTo>
                      <a:pt x="36" y="30"/>
                      <a:pt x="34" y="29"/>
                      <a:pt x="34" y="29"/>
                    </a:cubicBezTo>
                    <a:cubicBezTo>
                      <a:pt x="34" y="30"/>
                      <a:pt x="34" y="30"/>
                      <a:pt x="34" y="31"/>
                    </a:cubicBezTo>
                    <a:cubicBezTo>
                      <a:pt x="32" y="29"/>
                      <a:pt x="33" y="33"/>
                      <a:pt x="31" y="31"/>
                    </a:cubicBezTo>
                    <a:cubicBezTo>
                      <a:pt x="32" y="34"/>
                      <a:pt x="32" y="33"/>
                      <a:pt x="32" y="34"/>
                    </a:cubicBezTo>
                    <a:cubicBezTo>
                      <a:pt x="32" y="33"/>
                      <a:pt x="31" y="33"/>
                      <a:pt x="31" y="32"/>
                    </a:cubicBezTo>
                    <a:cubicBezTo>
                      <a:pt x="31" y="32"/>
                      <a:pt x="30" y="33"/>
                      <a:pt x="30" y="32"/>
                    </a:cubicBezTo>
                    <a:cubicBezTo>
                      <a:pt x="29" y="32"/>
                      <a:pt x="30" y="34"/>
                      <a:pt x="29" y="34"/>
                    </a:cubicBezTo>
                    <a:cubicBezTo>
                      <a:pt x="28" y="32"/>
                      <a:pt x="28" y="34"/>
                      <a:pt x="28" y="33"/>
                    </a:cubicBezTo>
                    <a:cubicBezTo>
                      <a:pt x="28" y="35"/>
                      <a:pt x="28" y="37"/>
                      <a:pt x="28" y="36"/>
                    </a:cubicBezTo>
                    <a:cubicBezTo>
                      <a:pt x="27" y="33"/>
                      <a:pt x="27" y="33"/>
                      <a:pt x="27" y="33"/>
                    </a:cubicBezTo>
                    <a:cubicBezTo>
                      <a:pt x="26" y="35"/>
                      <a:pt x="24" y="32"/>
                      <a:pt x="23" y="36"/>
                    </a:cubicBezTo>
                    <a:cubicBezTo>
                      <a:pt x="23" y="35"/>
                      <a:pt x="23" y="35"/>
                      <a:pt x="23" y="35"/>
                    </a:cubicBezTo>
                    <a:cubicBezTo>
                      <a:pt x="22" y="37"/>
                      <a:pt x="20" y="36"/>
                      <a:pt x="19" y="39"/>
                    </a:cubicBezTo>
                    <a:cubicBezTo>
                      <a:pt x="18" y="38"/>
                      <a:pt x="18" y="38"/>
                      <a:pt x="17" y="38"/>
                    </a:cubicBezTo>
                    <a:cubicBezTo>
                      <a:pt x="17" y="40"/>
                      <a:pt x="17" y="40"/>
                      <a:pt x="17" y="42"/>
                    </a:cubicBezTo>
                    <a:cubicBezTo>
                      <a:pt x="17" y="42"/>
                      <a:pt x="16" y="41"/>
                      <a:pt x="16" y="40"/>
                    </a:cubicBezTo>
                    <a:cubicBezTo>
                      <a:pt x="15" y="40"/>
                      <a:pt x="14" y="38"/>
                      <a:pt x="14" y="41"/>
                    </a:cubicBezTo>
                    <a:cubicBezTo>
                      <a:pt x="14" y="39"/>
                      <a:pt x="14" y="39"/>
                      <a:pt x="14" y="39"/>
                    </a:cubicBezTo>
                    <a:cubicBezTo>
                      <a:pt x="14" y="41"/>
                      <a:pt x="13" y="43"/>
                      <a:pt x="12" y="42"/>
                    </a:cubicBezTo>
                    <a:cubicBezTo>
                      <a:pt x="13" y="43"/>
                      <a:pt x="12" y="44"/>
                      <a:pt x="13" y="45"/>
                    </a:cubicBezTo>
                    <a:cubicBezTo>
                      <a:pt x="13" y="45"/>
                      <a:pt x="12" y="43"/>
                      <a:pt x="12" y="44"/>
                    </a:cubicBezTo>
                    <a:cubicBezTo>
                      <a:pt x="12" y="42"/>
                      <a:pt x="12" y="42"/>
                      <a:pt x="12" y="42"/>
                    </a:cubicBezTo>
                    <a:cubicBezTo>
                      <a:pt x="10" y="43"/>
                      <a:pt x="9" y="44"/>
                      <a:pt x="8" y="46"/>
                    </a:cubicBezTo>
                    <a:cubicBezTo>
                      <a:pt x="7" y="44"/>
                      <a:pt x="7" y="46"/>
                      <a:pt x="6" y="45"/>
                    </a:cubicBezTo>
                    <a:cubicBezTo>
                      <a:pt x="6" y="47"/>
                      <a:pt x="4" y="46"/>
                      <a:pt x="6" y="48"/>
                    </a:cubicBezTo>
                    <a:cubicBezTo>
                      <a:pt x="5" y="47"/>
                      <a:pt x="5" y="47"/>
                      <a:pt x="5" y="47"/>
                    </a:cubicBezTo>
                    <a:cubicBezTo>
                      <a:pt x="4" y="47"/>
                      <a:pt x="4" y="48"/>
                      <a:pt x="2" y="48"/>
                    </a:cubicBezTo>
                    <a:cubicBezTo>
                      <a:pt x="2" y="48"/>
                      <a:pt x="3" y="50"/>
                      <a:pt x="3" y="51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2" y="51"/>
                      <a:pt x="4" y="52"/>
                      <a:pt x="5" y="53"/>
                    </a:cubicBezTo>
                    <a:cubicBezTo>
                      <a:pt x="4" y="53"/>
                      <a:pt x="4" y="54"/>
                      <a:pt x="4" y="53"/>
                    </a:cubicBezTo>
                    <a:cubicBezTo>
                      <a:pt x="3" y="52"/>
                      <a:pt x="2" y="51"/>
                      <a:pt x="1" y="50"/>
                    </a:cubicBezTo>
                    <a:cubicBezTo>
                      <a:pt x="0" y="50"/>
                      <a:pt x="2" y="53"/>
                      <a:pt x="1" y="51"/>
                    </a:cubicBezTo>
                    <a:cubicBezTo>
                      <a:pt x="0" y="51"/>
                      <a:pt x="0" y="52"/>
                      <a:pt x="1" y="53"/>
                    </a:cubicBezTo>
                    <a:cubicBezTo>
                      <a:pt x="1" y="53"/>
                      <a:pt x="0" y="53"/>
                      <a:pt x="0" y="52"/>
                    </a:cubicBezTo>
                    <a:cubicBezTo>
                      <a:pt x="0" y="52"/>
                      <a:pt x="0" y="53"/>
                      <a:pt x="0" y="53"/>
                    </a:cubicBezTo>
                    <a:cubicBezTo>
                      <a:pt x="0" y="53"/>
                      <a:pt x="0" y="53"/>
                      <a:pt x="0" y="53"/>
                    </a:cubicBezTo>
                    <a:cubicBezTo>
                      <a:pt x="1" y="54"/>
                      <a:pt x="1" y="54"/>
                      <a:pt x="3" y="55"/>
                    </a:cubicBezTo>
                    <a:cubicBezTo>
                      <a:pt x="3" y="55"/>
                      <a:pt x="2" y="55"/>
                      <a:pt x="3" y="55"/>
                    </a:cubicBezTo>
                    <a:cubicBezTo>
                      <a:pt x="4" y="56"/>
                      <a:pt x="4" y="56"/>
                      <a:pt x="3" y="56"/>
                    </a:cubicBezTo>
                    <a:cubicBezTo>
                      <a:pt x="1" y="55"/>
                      <a:pt x="1" y="54"/>
                      <a:pt x="0" y="54"/>
                    </a:cubicBezTo>
                    <a:cubicBezTo>
                      <a:pt x="2" y="56"/>
                      <a:pt x="2" y="56"/>
                      <a:pt x="2" y="56"/>
                    </a:cubicBezTo>
                    <a:cubicBezTo>
                      <a:pt x="2" y="56"/>
                      <a:pt x="3" y="56"/>
                      <a:pt x="4" y="57"/>
                    </a:cubicBezTo>
                    <a:cubicBezTo>
                      <a:pt x="3" y="56"/>
                      <a:pt x="3" y="56"/>
                      <a:pt x="3" y="56"/>
                    </a:cubicBezTo>
                    <a:cubicBezTo>
                      <a:pt x="4" y="57"/>
                      <a:pt x="4" y="57"/>
                      <a:pt x="4" y="57"/>
                    </a:cubicBezTo>
                    <a:cubicBezTo>
                      <a:pt x="4" y="56"/>
                      <a:pt x="6" y="57"/>
                      <a:pt x="5" y="56"/>
                    </a:cubicBezTo>
                    <a:cubicBezTo>
                      <a:pt x="4" y="55"/>
                      <a:pt x="4" y="55"/>
                      <a:pt x="4" y="55"/>
                    </a:cubicBezTo>
                    <a:cubicBezTo>
                      <a:pt x="4" y="55"/>
                      <a:pt x="3" y="53"/>
                      <a:pt x="4" y="54"/>
                    </a:cubicBezTo>
                    <a:cubicBezTo>
                      <a:pt x="6" y="56"/>
                      <a:pt x="6" y="56"/>
                      <a:pt x="6" y="56"/>
                    </a:cubicBezTo>
                    <a:cubicBezTo>
                      <a:pt x="6" y="56"/>
                      <a:pt x="5" y="55"/>
                      <a:pt x="5" y="55"/>
                    </a:cubicBezTo>
                    <a:cubicBezTo>
                      <a:pt x="7" y="57"/>
                      <a:pt x="7" y="57"/>
                      <a:pt x="7" y="57"/>
                    </a:cubicBezTo>
                    <a:cubicBezTo>
                      <a:pt x="5" y="55"/>
                      <a:pt x="7" y="56"/>
                      <a:pt x="7" y="55"/>
                    </a:cubicBezTo>
                    <a:cubicBezTo>
                      <a:pt x="7" y="56"/>
                      <a:pt x="7" y="56"/>
                      <a:pt x="7" y="56"/>
                    </a:cubicBezTo>
                    <a:cubicBezTo>
                      <a:pt x="8" y="56"/>
                      <a:pt x="6" y="55"/>
                      <a:pt x="6" y="54"/>
                    </a:cubicBezTo>
                    <a:cubicBezTo>
                      <a:pt x="6" y="55"/>
                      <a:pt x="8" y="56"/>
                      <a:pt x="9" y="57"/>
                    </a:cubicBezTo>
                    <a:cubicBezTo>
                      <a:pt x="9" y="57"/>
                      <a:pt x="8" y="55"/>
                      <a:pt x="9" y="56"/>
                    </a:cubicBezTo>
                    <a:cubicBezTo>
                      <a:pt x="9" y="56"/>
                      <a:pt x="9" y="55"/>
                      <a:pt x="9" y="53"/>
                    </a:cubicBezTo>
                    <a:cubicBezTo>
                      <a:pt x="9" y="53"/>
                      <a:pt x="10" y="56"/>
                      <a:pt x="10" y="55"/>
                    </a:cubicBezTo>
                    <a:cubicBezTo>
                      <a:pt x="11" y="56"/>
                      <a:pt x="12" y="58"/>
                      <a:pt x="12" y="59"/>
                    </a:cubicBezTo>
                    <a:cubicBezTo>
                      <a:pt x="13" y="59"/>
                      <a:pt x="14" y="60"/>
                      <a:pt x="13" y="60"/>
                    </a:cubicBezTo>
                    <a:cubicBezTo>
                      <a:pt x="13" y="60"/>
                      <a:pt x="14" y="61"/>
                      <a:pt x="14" y="61"/>
                    </a:cubicBezTo>
                    <a:cubicBezTo>
                      <a:pt x="14" y="60"/>
                      <a:pt x="12" y="58"/>
                      <a:pt x="12" y="58"/>
                    </a:cubicBezTo>
                    <a:cubicBezTo>
                      <a:pt x="11" y="56"/>
                      <a:pt x="12" y="57"/>
                      <a:pt x="11" y="55"/>
                    </a:cubicBezTo>
                    <a:cubicBezTo>
                      <a:pt x="11" y="55"/>
                      <a:pt x="12" y="55"/>
                      <a:pt x="12" y="55"/>
                    </a:cubicBezTo>
                    <a:cubicBezTo>
                      <a:pt x="12" y="55"/>
                      <a:pt x="13" y="56"/>
                      <a:pt x="14" y="57"/>
                    </a:cubicBezTo>
                    <a:cubicBezTo>
                      <a:pt x="13" y="56"/>
                      <a:pt x="13" y="55"/>
                      <a:pt x="14" y="55"/>
                    </a:cubicBezTo>
                    <a:cubicBezTo>
                      <a:pt x="13" y="53"/>
                      <a:pt x="13" y="53"/>
                      <a:pt x="12" y="52"/>
                    </a:cubicBezTo>
                    <a:cubicBezTo>
                      <a:pt x="12" y="51"/>
                      <a:pt x="12" y="51"/>
                      <a:pt x="12" y="51"/>
                    </a:cubicBezTo>
                    <a:cubicBezTo>
                      <a:pt x="13" y="52"/>
                      <a:pt x="14" y="55"/>
                      <a:pt x="14" y="55"/>
                    </a:cubicBezTo>
                    <a:cubicBezTo>
                      <a:pt x="15" y="57"/>
                      <a:pt x="14" y="55"/>
                      <a:pt x="15" y="57"/>
                    </a:cubicBezTo>
                    <a:cubicBezTo>
                      <a:pt x="16" y="59"/>
                      <a:pt x="15" y="60"/>
                      <a:pt x="14" y="58"/>
                    </a:cubicBezTo>
                    <a:cubicBezTo>
                      <a:pt x="15" y="61"/>
                      <a:pt x="15" y="59"/>
                      <a:pt x="16" y="61"/>
                    </a:cubicBezTo>
                    <a:cubicBezTo>
                      <a:pt x="16" y="61"/>
                      <a:pt x="15" y="59"/>
                      <a:pt x="16" y="59"/>
                    </a:cubicBezTo>
                    <a:cubicBezTo>
                      <a:pt x="15" y="58"/>
                      <a:pt x="15" y="58"/>
                      <a:pt x="15" y="57"/>
                    </a:cubicBezTo>
                    <a:cubicBezTo>
                      <a:pt x="14" y="54"/>
                      <a:pt x="16" y="58"/>
                      <a:pt x="16" y="58"/>
                    </a:cubicBezTo>
                    <a:cubicBezTo>
                      <a:pt x="16" y="59"/>
                      <a:pt x="16" y="59"/>
                      <a:pt x="16" y="59"/>
                    </a:cubicBezTo>
                    <a:cubicBezTo>
                      <a:pt x="17" y="60"/>
                      <a:pt x="16" y="58"/>
                      <a:pt x="17" y="58"/>
                    </a:cubicBezTo>
                    <a:cubicBezTo>
                      <a:pt x="18" y="61"/>
                      <a:pt x="16" y="58"/>
                      <a:pt x="17" y="60"/>
                    </a:cubicBezTo>
                    <a:cubicBezTo>
                      <a:pt x="18" y="62"/>
                      <a:pt x="18" y="62"/>
                      <a:pt x="18" y="62"/>
                    </a:cubicBezTo>
                    <a:cubicBezTo>
                      <a:pt x="19" y="63"/>
                      <a:pt x="17" y="60"/>
                      <a:pt x="18" y="61"/>
                    </a:cubicBezTo>
                    <a:cubicBezTo>
                      <a:pt x="18" y="62"/>
                      <a:pt x="18" y="62"/>
                      <a:pt x="18" y="62"/>
                    </a:cubicBezTo>
                    <a:cubicBezTo>
                      <a:pt x="18" y="61"/>
                      <a:pt x="18" y="61"/>
                      <a:pt x="18" y="61"/>
                    </a:cubicBezTo>
                    <a:cubicBezTo>
                      <a:pt x="18" y="60"/>
                      <a:pt x="17" y="58"/>
                      <a:pt x="17" y="58"/>
                    </a:cubicBezTo>
                    <a:cubicBezTo>
                      <a:pt x="16" y="55"/>
                      <a:pt x="17" y="58"/>
                      <a:pt x="17" y="57"/>
                    </a:cubicBezTo>
                    <a:cubicBezTo>
                      <a:pt x="16" y="55"/>
                      <a:pt x="17" y="57"/>
                      <a:pt x="16" y="56"/>
                    </a:cubicBezTo>
                    <a:cubicBezTo>
                      <a:pt x="16" y="54"/>
                      <a:pt x="16" y="54"/>
                      <a:pt x="16" y="54"/>
                    </a:cubicBezTo>
                    <a:cubicBezTo>
                      <a:pt x="16" y="54"/>
                      <a:pt x="17" y="55"/>
                      <a:pt x="17" y="57"/>
                    </a:cubicBezTo>
                    <a:cubicBezTo>
                      <a:pt x="17" y="57"/>
                      <a:pt x="17" y="57"/>
                      <a:pt x="17" y="56"/>
                    </a:cubicBezTo>
                    <a:cubicBezTo>
                      <a:pt x="17" y="58"/>
                      <a:pt x="18" y="60"/>
                      <a:pt x="19" y="61"/>
                    </a:cubicBezTo>
                    <a:cubicBezTo>
                      <a:pt x="19" y="62"/>
                      <a:pt x="18" y="60"/>
                      <a:pt x="18" y="59"/>
                    </a:cubicBezTo>
                    <a:cubicBezTo>
                      <a:pt x="18" y="59"/>
                      <a:pt x="18" y="57"/>
                      <a:pt x="18" y="57"/>
                    </a:cubicBezTo>
                    <a:cubicBezTo>
                      <a:pt x="16" y="52"/>
                      <a:pt x="19" y="60"/>
                      <a:pt x="19" y="59"/>
                    </a:cubicBezTo>
                    <a:cubicBezTo>
                      <a:pt x="18" y="56"/>
                      <a:pt x="18" y="55"/>
                      <a:pt x="17" y="52"/>
                    </a:cubicBezTo>
                    <a:cubicBezTo>
                      <a:pt x="17" y="51"/>
                      <a:pt x="17" y="50"/>
                      <a:pt x="17" y="51"/>
                    </a:cubicBezTo>
                    <a:cubicBezTo>
                      <a:pt x="18" y="53"/>
                      <a:pt x="18" y="52"/>
                      <a:pt x="18" y="54"/>
                    </a:cubicBezTo>
                    <a:cubicBezTo>
                      <a:pt x="18" y="54"/>
                      <a:pt x="18" y="54"/>
                      <a:pt x="18" y="54"/>
                    </a:cubicBezTo>
                    <a:cubicBezTo>
                      <a:pt x="19" y="56"/>
                      <a:pt x="19" y="56"/>
                      <a:pt x="19" y="56"/>
                    </a:cubicBezTo>
                    <a:cubicBezTo>
                      <a:pt x="21" y="60"/>
                      <a:pt x="21" y="60"/>
                      <a:pt x="21" y="60"/>
                    </a:cubicBezTo>
                    <a:cubicBezTo>
                      <a:pt x="21" y="59"/>
                      <a:pt x="20" y="58"/>
                      <a:pt x="20" y="57"/>
                    </a:cubicBezTo>
                    <a:cubicBezTo>
                      <a:pt x="20" y="58"/>
                      <a:pt x="21" y="59"/>
                      <a:pt x="21" y="59"/>
                    </a:cubicBezTo>
                    <a:cubicBezTo>
                      <a:pt x="20" y="59"/>
                      <a:pt x="20" y="56"/>
                      <a:pt x="20" y="56"/>
                    </a:cubicBezTo>
                    <a:cubicBezTo>
                      <a:pt x="20" y="56"/>
                      <a:pt x="21" y="58"/>
                      <a:pt x="21" y="58"/>
                    </a:cubicBezTo>
                    <a:cubicBezTo>
                      <a:pt x="22" y="60"/>
                      <a:pt x="22" y="60"/>
                      <a:pt x="22" y="60"/>
                    </a:cubicBezTo>
                    <a:cubicBezTo>
                      <a:pt x="21" y="58"/>
                      <a:pt x="22" y="61"/>
                      <a:pt x="22" y="60"/>
                    </a:cubicBezTo>
                    <a:cubicBezTo>
                      <a:pt x="22" y="59"/>
                      <a:pt x="21" y="57"/>
                      <a:pt x="21" y="56"/>
                    </a:cubicBezTo>
                    <a:cubicBezTo>
                      <a:pt x="21" y="55"/>
                      <a:pt x="22" y="56"/>
                      <a:pt x="22" y="56"/>
                    </a:cubicBezTo>
                    <a:cubicBezTo>
                      <a:pt x="22" y="57"/>
                      <a:pt x="22" y="57"/>
                      <a:pt x="22" y="57"/>
                    </a:cubicBezTo>
                    <a:cubicBezTo>
                      <a:pt x="22" y="57"/>
                      <a:pt x="23" y="61"/>
                      <a:pt x="23" y="60"/>
                    </a:cubicBezTo>
                    <a:cubicBezTo>
                      <a:pt x="22" y="58"/>
                      <a:pt x="22" y="58"/>
                      <a:pt x="22" y="58"/>
                    </a:cubicBezTo>
                    <a:cubicBezTo>
                      <a:pt x="23" y="58"/>
                      <a:pt x="23" y="59"/>
                      <a:pt x="23" y="60"/>
                    </a:cubicBezTo>
                    <a:cubicBezTo>
                      <a:pt x="23" y="58"/>
                      <a:pt x="23" y="59"/>
                      <a:pt x="23" y="58"/>
                    </a:cubicBezTo>
                    <a:cubicBezTo>
                      <a:pt x="23" y="59"/>
                      <a:pt x="23" y="59"/>
                      <a:pt x="23" y="59"/>
                    </a:cubicBezTo>
                    <a:cubicBezTo>
                      <a:pt x="23" y="58"/>
                      <a:pt x="23" y="56"/>
                      <a:pt x="24" y="58"/>
                    </a:cubicBezTo>
                    <a:cubicBezTo>
                      <a:pt x="23" y="56"/>
                      <a:pt x="23" y="58"/>
                      <a:pt x="23" y="57"/>
                    </a:cubicBezTo>
                    <a:cubicBezTo>
                      <a:pt x="22" y="55"/>
                      <a:pt x="22" y="55"/>
                      <a:pt x="22" y="55"/>
                    </a:cubicBezTo>
                    <a:cubicBezTo>
                      <a:pt x="23" y="58"/>
                      <a:pt x="23" y="55"/>
                      <a:pt x="23" y="55"/>
                    </a:cubicBezTo>
                    <a:cubicBezTo>
                      <a:pt x="24" y="56"/>
                      <a:pt x="24" y="56"/>
                      <a:pt x="24" y="57"/>
                    </a:cubicBezTo>
                    <a:cubicBezTo>
                      <a:pt x="24" y="55"/>
                      <a:pt x="24" y="55"/>
                      <a:pt x="24" y="55"/>
                    </a:cubicBezTo>
                    <a:cubicBezTo>
                      <a:pt x="25" y="59"/>
                      <a:pt x="24" y="54"/>
                      <a:pt x="24" y="55"/>
                    </a:cubicBezTo>
                    <a:cubicBezTo>
                      <a:pt x="25" y="56"/>
                      <a:pt x="25" y="58"/>
                      <a:pt x="25" y="58"/>
                    </a:cubicBezTo>
                    <a:cubicBezTo>
                      <a:pt x="24" y="56"/>
                      <a:pt x="25" y="55"/>
                      <a:pt x="24" y="53"/>
                    </a:cubicBezTo>
                    <a:cubicBezTo>
                      <a:pt x="25" y="54"/>
                      <a:pt x="25" y="56"/>
                      <a:pt x="26" y="58"/>
                    </a:cubicBezTo>
                    <a:cubicBezTo>
                      <a:pt x="25" y="56"/>
                      <a:pt x="26" y="59"/>
                      <a:pt x="26" y="57"/>
                    </a:cubicBezTo>
                    <a:cubicBezTo>
                      <a:pt x="25" y="56"/>
                      <a:pt x="25" y="55"/>
                      <a:pt x="25" y="54"/>
                    </a:cubicBezTo>
                    <a:cubicBezTo>
                      <a:pt x="26" y="54"/>
                      <a:pt x="25" y="55"/>
                      <a:pt x="26" y="56"/>
                    </a:cubicBezTo>
                    <a:cubicBezTo>
                      <a:pt x="26" y="56"/>
                      <a:pt x="26" y="54"/>
                      <a:pt x="25" y="53"/>
                    </a:cubicBezTo>
                    <a:cubicBezTo>
                      <a:pt x="26" y="53"/>
                      <a:pt x="25" y="51"/>
                      <a:pt x="26" y="52"/>
                    </a:cubicBezTo>
                    <a:cubicBezTo>
                      <a:pt x="26" y="54"/>
                      <a:pt x="26" y="53"/>
                      <a:pt x="26" y="54"/>
                    </a:cubicBezTo>
                    <a:cubicBezTo>
                      <a:pt x="27" y="54"/>
                      <a:pt x="25" y="50"/>
                      <a:pt x="26" y="50"/>
                    </a:cubicBezTo>
                    <a:cubicBezTo>
                      <a:pt x="25" y="49"/>
                      <a:pt x="25" y="46"/>
                      <a:pt x="25" y="45"/>
                    </a:cubicBezTo>
                    <a:cubicBezTo>
                      <a:pt x="25" y="45"/>
                      <a:pt x="25" y="46"/>
                      <a:pt x="25" y="48"/>
                    </a:cubicBezTo>
                    <a:cubicBezTo>
                      <a:pt x="25" y="48"/>
                      <a:pt x="25" y="48"/>
                      <a:pt x="25" y="48"/>
                    </a:cubicBezTo>
                    <a:cubicBezTo>
                      <a:pt x="27" y="50"/>
                      <a:pt x="26" y="52"/>
                      <a:pt x="27" y="55"/>
                    </a:cubicBezTo>
                    <a:cubicBezTo>
                      <a:pt x="27" y="54"/>
                      <a:pt x="27" y="54"/>
                      <a:pt x="27" y="54"/>
                    </a:cubicBezTo>
                    <a:cubicBezTo>
                      <a:pt x="28" y="57"/>
                      <a:pt x="28" y="57"/>
                      <a:pt x="28" y="57"/>
                    </a:cubicBezTo>
                    <a:cubicBezTo>
                      <a:pt x="27" y="55"/>
                      <a:pt x="28" y="56"/>
                      <a:pt x="28" y="55"/>
                    </a:cubicBezTo>
                    <a:cubicBezTo>
                      <a:pt x="28" y="54"/>
                      <a:pt x="28" y="56"/>
                      <a:pt x="28" y="55"/>
                    </a:cubicBezTo>
                    <a:cubicBezTo>
                      <a:pt x="28" y="54"/>
                      <a:pt x="27" y="51"/>
                      <a:pt x="28" y="52"/>
                    </a:cubicBezTo>
                    <a:cubicBezTo>
                      <a:pt x="29" y="55"/>
                      <a:pt x="29" y="55"/>
                      <a:pt x="29" y="55"/>
                    </a:cubicBezTo>
                    <a:cubicBezTo>
                      <a:pt x="29" y="56"/>
                      <a:pt x="28" y="53"/>
                      <a:pt x="29" y="54"/>
                    </a:cubicBezTo>
                    <a:cubicBezTo>
                      <a:pt x="29" y="55"/>
                      <a:pt x="29" y="55"/>
                      <a:pt x="29" y="55"/>
                    </a:cubicBezTo>
                    <a:cubicBezTo>
                      <a:pt x="30" y="55"/>
                      <a:pt x="32" y="55"/>
                      <a:pt x="31" y="51"/>
                    </a:cubicBezTo>
                    <a:cubicBezTo>
                      <a:pt x="32" y="52"/>
                      <a:pt x="32" y="52"/>
                      <a:pt x="33" y="53"/>
                    </a:cubicBezTo>
                    <a:cubicBezTo>
                      <a:pt x="33" y="53"/>
                      <a:pt x="33" y="51"/>
                      <a:pt x="33" y="51"/>
                    </a:cubicBezTo>
                    <a:cubicBezTo>
                      <a:pt x="34" y="53"/>
                      <a:pt x="34" y="53"/>
                      <a:pt x="34" y="53"/>
                    </a:cubicBezTo>
                    <a:cubicBezTo>
                      <a:pt x="34" y="54"/>
                      <a:pt x="34" y="52"/>
                      <a:pt x="34" y="51"/>
                    </a:cubicBezTo>
                    <a:cubicBezTo>
                      <a:pt x="35" y="52"/>
                      <a:pt x="35" y="52"/>
                      <a:pt x="35" y="52"/>
                    </a:cubicBezTo>
                    <a:cubicBezTo>
                      <a:pt x="35" y="54"/>
                      <a:pt x="35" y="51"/>
                      <a:pt x="35" y="51"/>
                    </a:cubicBezTo>
                    <a:cubicBezTo>
                      <a:pt x="35" y="52"/>
                      <a:pt x="35" y="52"/>
                      <a:pt x="35" y="52"/>
                    </a:cubicBezTo>
                    <a:cubicBezTo>
                      <a:pt x="35" y="51"/>
                      <a:pt x="35" y="51"/>
                      <a:pt x="35" y="51"/>
                    </a:cubicBezTo>
                    <a:cubicBezTo>
                      <a:pt x="35" y="50"/>
                      <a:pt x="35" y="50"/>
                      <a:pt x="36" y="52"/>
                    </a:cubicBezTo>
                    <a:cubicBezTo>
                      <a:pt x="36" y="51"/>
                      <a:pt x="36" y="51"/>
                      <a:pt x="36" y="51"/>
                    </a:cubicBezTo>
                    <a:cubicBezTo>
                      <a:pt x="37" y="52"/>
                      <a:pt x="37" y="52"/>
                      <a:pt x="38" y="51"/>
                    </a:cubicBezTo>
                    <a:cubicBezTo>
                      <a:pt x="37" y="51"/>
                      <a:pt x="37" y="50"/>
                      <a:pt x="37" y="49"/>
                    </a:cubicBezTo>
                    <a:cubicBezTo>
                      <a:pt x="36" y="46"/>
                      <a:pt x="37" y="49"/>
                      <a:pt x="37" y="47"/>
                    </a:cubicBezTo>
                    <a:cubicBezTo>
                      <a:pt x="37" y="48"/>
                      <a:pt x="38" y="49"/>
                      <a:pt x="38" y="50"/>
                    </a:cubicBezTo>
                    <a:cubicBezTo>
                      <a:pt x="39" y="52"/>
                      <a:pt x="39" y="50"/>
                      <a:pt x="40" y="50"/>
                    </a:cubicBezTo>
                    <a:cubicBezTo>
                      <a:pt x="40" y="49"/>
                      <a:pt x="40" y="49"/>
                      <a:pt x="40" y="49"/>
                    </a:cubicBezTo>
                    <a:cubicBezTo>
                      <a:pt x="42" y="51"/>
                      <a:pt x="41" y="48"/>
                      <a:pt x="42" y="49"/>
                    </a:cubicBezTo>
                    <a:cubicBezTo>
                      <a:pt x="42" y="48"/>
                      <a:pt x="41" y="45"/>
                      <a:pt x="41" y="45"/>
                    </a:cubicBezTo>
                    <a:cubicBezTo>
                      <a:pt x="41" y="43"/>
                      <a:pt x="42" y="47"/>
                      <a:pt x="43" y="48"/>
                    </a:cubicBezTo>
                    <a:cubicBezTo>
                      <a:pt x="43" y="48"/>
                      <a:pt x="43" y="47"/>
                      <a:pt x="43" y="47"/>
                    </a:cubicBezTo>
                    <a:cubicBezTo>
                      <a:pt x="43" y="48"/>
                      <a:pt x="43" y="48"/>
                      <a:pt x="43" y="48"/>
                    </a:cubicBezTo>
                    <a:cubicBezTo>
                      <a:pt x="43" y="47"/>
                      <a:pt x="43" y="46"/>
                      <a:pt x="44" y="47"/>
                    </a:cubicBezTo>
                    <a:cubicBezTo>
                      <a:pt x="44" y="47"/>
                      <a:pt x="44" y="47"/>
                      <a:pt x="44" y="47"/>
                    </a:cubicBezTo>
                    <a:cubicBezTo>
                      <a:pt x="44" y="47"/>
                      <a:pt x="45" y="48"/>
                      <a:pt x="45" y="48"/>
                    </a:cubicBezTo>
                    <a:cubicBezTo>
                      <a:pt x="44" y="46"/>
                      <a:pt x="45" y="47"/>
                      <a:pt x="45" y="45"/>
                    </a:cubicBezTo>
                    <a:cubicBezTo>
                      <a:pt x="45" y="46"/>
                      <a:pt x="45" y="46"/>
                      <a:pt x="45" y="46"/>
                    </a:cubicBezTo>
                    <a:cubicBezTo>
                      <a:pt x="45" y="44"/>
                      <a:pt x="45" y="44"/>
                      <a:pt x="45" y="44"/>
                    </a:cubicBezTo>
                    <a:cubicBezTo>
                      <a:pt x="45" y="45"/>
                      <a:pt x="45" y="45"/>
                      <a:pt x="45" y="45"/>
                    </a:cubicBezTo>
                    <a:cubicBezTo>
                      <a:pt x="46" y="47"/>
                      <a:pt x="46" y="47"/>
                      <a:pt x="46" y="47"/>
                    </a:cubicBezTo>
                    <a:cubicBezTo>
                      <a:pt x="46" y="48"/>
                      <a:pt x="45" y="45"/>
                      <a:pt x="45" y="45"/>
                    </a:cubicBezTo>
                    <a:cubicBezTo>
                      <a:pt x="45" y="43"/>
                      <a:pt x="46" y="45"/>
                      <a:pt x="46" y="45"/>
                    </a:cubicBezTo>
                    <a:cubicBezTo>
                      <a:pt x="46" y="46"/>
                      <a:pt x="46" y="45"/>
                      <a:pt x="46" y="45"/>
                    </a:cubicBezTo>
                    <a:cubicBezTo>
                      <a:pt x="46" y="47"/>
                      <a:pt x="46" y="46"/>
                      <a:pt x="46" y="47"/>
                    </a:cubicBezTo>
                    <a:cubicBezTo>
                      <a:pt x="46" y="47"/>
                      <a:pt x="46" y="45"/>
                      <a:pt x="46" y="45"/>
                    </a:cubicBezTo>
                    <a:cubicBezTo>
                      <a:pt x="46" y="45"/>
                      <a:pt x="47" y="45"/>
                      <a:pt x="47" y="46"/>
                    </a:cubicBezTo>
                    <a:cubicBezTo>
                      <a:pt x="47" y="45"/>
                      <a:pt x="47" y="45"/>
                      <a:pt x="47" y="45"/>
                    </a:cubicBezTo>
                    <a:cubicBezTo>
                      <a:pt x="47" y="44"/>
                      <a:pt x="46" y="44"/>
                      <a:pt x="46" y="43"/>
                    </a:cubicBezTo>
                    <a:cubicBezTo>
                      <a:pt x="46" y="43"/>
                      <a:pt x="46" y="42"/>
                      <a:pt x="46" y="43"/>
                    </a:cubicBezTo>
                    <a:cubicBezTo>
                      <a:pt x="46" y="43"/>
                      <a:pt x="46" y="43"/>
                      <a:pt x="46" y="43"/>
                    </a:cubicBezTo>
                    <a:cubicBezTo>
                      <a:pt x="46" y="43"/>
                      <a:pt x="47" y="43"/>
                      <a:pt x="46" y="42"/>
                    </a:cubicBezTo>
                    <a:cubicBezTo>
                      <a:pt x="47" y="44"/>
                      <a:pt x="47" y="44"/>
                      <a:pt x="47" y="44"/>
                    </a:cubicBezTo>
                    <a:cubicBezTo>
                      <a:pt x="47" y="43"/>
                      <a:pt x="47" y="43"/>
                      <a:pt x="47" y="42"/>
                    </a:cubicBezTo>
                    <a:cubicBezTo>
                      <a:pt x="48" y="44"/>
                      <a:pt x="49" y="46"/>
                      <a:pt x="49" y="46"/>
                    </a:cubicBezTo>
                    <a:cubicBezTo>
                      <a:pt x="49" y="44"/>
                      <a:pt x="49" y="44"/>
                      <a:pt x="49" y="44"/>
                    </a:cubicBezTo>
                    <a:cubicBezTo>
                      <a:pt x="49" y="44"/>
                      <a:pt x="49" y="44"/>
                      <a:pt x="50" y="45"/>
                    </a:cubicBezTo>
                    <a:cubicBezTo>
                      <a:pt x="51" y="46"/>
                      <a:pt x="48" y="40"/>
                      <a:pt x="49" y="42"/>
                    </a:cubicBezTo>
                    <a:cubicBezTo>
                      <a:pt x="50" y="44"/>
                      <a:pt x="50" y="44"/>
                      <a:pt x="51" y="44"/>
                    </a:cubicBezTo>
                    <a:cubicBezTo>
                      <a:pt x="50" y="43"/>
                      <a:pt x="50" y="43"/>
                      <a:pt x="50" y="43"/>
                    </a:cubicBezTo>
                    <a:cubicBezTo>
                      <a:pt x="50" y="42"/>
                      <a:pt x="51" y="45"/>
                      <a:pt x="50" y="43"/>
                    </a:cubicBezTo>
                    <a:cubicBezTo>
                      <a:pt x="50" y="42"/>
                      <a:pt x="50" y="42"/>
                      <a:pt x="50" y="42"/>
                    </a:cubicBezTo>
                    <a:cubicBezTo>
                      <a:pt x="52" y="46"/>
                      <a:pt x="52" y="42"/>
                      <a:pt x="54" y="44"/>
                    </a:cubicBezTo>
                    <a:cubicBezTo>
                      <a:pt x="52" y="42"/>
                      <a:pt x="54" y="43"/>
                      <a:pt x="53" y="42"/>
                    </a:cubicBezTo>
                    <a:cubicBezTo>
                      <a:pt x="54" y="45"/>
                      <a:pt x="54" y="42"/>
                      <a:pt x="54" y="43"/>
                    </a:cubicBezTo>
                    <a:cubicBezTo>
                      <a:pt x="53" y="41"/>
                      <a:pt x="53" y="41"/>
                      <a:pt x="53" y="41"/>
                    </a:cubicBezTo>
                    <a:cubicBezTo>
                      <a:pt x="54" y="42"/>
                      <a:pt x="53" y="37"/>
                      <a:pt x="54" y="40"/>
                    </a:cubicBezTo>
                    <a:cubicBezTo>
                      <a:pt x="55" y="40"/>
                      <a:pt x="55" y="41"/>
                      <a:pt x="55" y="42"/>
                    </a:cubicBezTo>
                    <a:cubicBezTo>
                      <a:pt x="56" y="44"/>
                      <a:pt x="55" y="39"/>
                      <a:pt x="56" y="42"/>
                    </a:cubicBezTo>
                    <a:cubicBezTo>
                      <a:pt x="56" y="41"/>
                      <a:pt x="55" y="40"/>
                      <a:pt x="55" y="39"/>
                    </a:cubicBezTo>
                    <a:cubicBezTo>
                      <a:pt x="56" y="40"/>
                      <a:pt x="57" y="41"/>
                      <a:pt x="57" y="41"/>
                    </a:cubicBezTo>
                    <a:cubicBezTo>
                      <a:pt x="57" y="41"/>
                      <a:pt x="57" y="40"/>
                      <a:pt x="57" y="40"/>
                    </a:cubicBezTo>
                    <a:cubicBezTo>
                      <a:pt x="57" y="41"/>
                      <a:pt x="57" y="41"/>
                      <a:pt x="57" y="42"/>
                    </a:cubicBezTo>
                    <a:cubicBezTo>
                      <a:pt x="58" y="42"/>
                      <a:pt x="58" y="41"/>
                      <a:pt x="58" y="40"/>
                    </a:cubicBezTo>
                    <a:cubicBezTo>
                      <a:pt x="59" y="41"/>
                      <a:pt x="59" y="40"/>
                      <a:pt x="60" y="41"/>
                    </a:cubicBezTo>
                    <a:cubicBezTo>
                      <a:pt x="59" y="39"/>
                      <a:pt x="61" y="42"/>
                      <a:pt x="60" y="39"/>
                    </a:cubicBezTo>
                    <a:cubicBezTo>
                      <a:pt x="60" y="40"/>
                      <a:pt x="60" y="40"/>
                      <a:pt x="60" y="40"/>
                    </a:cubicBezTo>
                    <a:cubicBezTo>
                      <a:pt x="60" y="39"/>
                      <a:pt x="59" y="37"/>
                      <a:pt x="59" y="37"/>
                    </a:cubicBezTo>
                    <a:cubicBezTo>
                      <a:pt x="60" y="39"/>
                      <a:pt x="60" y="39"/>
                      <a:pt x="60" y="39"/>
                    </a:cubicBezTo>
                    <a:cubicBezTo>
                      <a:pt x="61" y="41"/>
                      <a:pt x="61" y="39"/>
                      <a:pt x="61" y="40"/>
                    </a:cubicBezTo>
                    <a:cubicBezTo>
                      <a:pt x="60" y="38"/>
                      <a:pt x="62" y="40"/>
                      <a:pt x="61" y="38"/>
                    </a:cubicBezTo>
                    <a:cubicBezTo>
                      <a:pt x="61" y="38"/>
                      <a:pt x="61" y="38"/>
                      <a:pt x="61" y="38"/>
                    </a:cubicBezTo>
                    <a:cubicBezTo>
                      <a:pt x="61" y="37"/>
                      <a:pt x="60" y="37"/>
                      <a:pt x="61" y="36"/>
                    </a:cubicBezTo>
                    <a:cubicBezTo>
                      <a:pt x="61" y="36"/>
                      <a:pt x="62" y="38"/>
                      <a:pt x="62" y="38"/>
                    </a:cubicBezTo>
                    <a:cubicBezTo>
                      <a:pt x="62" y="39"/>
                      <a:pt x="62" y="38"/>
                      <a:pt x="62" y="38"/>
                    </a:cubicBezTo>
                    <a:cubicBezTo>
                      <a:pt x="62" y="38"/>
                      <a:pt x="62" y="38"/>
                      <a:pt x="62" y="37"/>
                    </a:cubicBezTo>
                    <a:cubicBezTo>
                      <a:pt x="62" y="38"/>
                      <a:pt x="62" y="38"/>
                      <a:pt x="62" y="38"/>
                    </a:cubicBezTo>
                    <a:cubicBezTo>
                      <a:pt x="62" y="38"/>
                      <a:pt x="62" y="38"/>
                      <a:pt x="62" y="38"/>
                    </a:cubicBezTo>
                    <a:cubicBezTo>
                      <a:pt x="62" y="38"/>
                      <a:pt x="62" y="38"/>
                      <a:pt x="62" y="38"/>
                    </a:cubicBezTo>
                    <a:cubicBezTo>
                      <a:pt x="62" y="38"/>
                      <a:pt x="62" y="38"/>
                      <a:pt x="62" y="38"/>
                    </a:cubicBezTo>
                    <a:cubicBezTo>
                      <a:pt x="62" y="38"/>
                      <a:pt x="63" y="38"/>
                      <a:pt x="63" y="38"/>
                    </a:cubicBezTo>
                    <a:cubicBezTo>
                      <a:pt x="63" y="38"/>
                      <a:pt x="63" y="38"/>
                      <a:pt x="63" y="38"/>
                    </a:cubicBezTo>
                    <a:cubicBezTo>
                      <a:pt x="63" y="38"/>
                      <a:pt x="63" y="38"/>
                      <a:pt x="63" y="38"/>
                    </a:cubicBezTo>
                    <a:cubicBezTo>
                      <a:pt x="64" y="40"/>
                      <a:pt x="64" y="40"/>
                      <a:pt x="64" y="40"/>
                    </a:cubicBezTo>
                    <a:cubicBezTo>
                      <a:pt x="64" y="40"/>
                      <a:pt x="64" y="38"/>
                      <a:pt x="63" y="37"/>
                    </a:cubicBezTo>
                    <a:cubicBezTo>
                      <a:pt x="64" y="38"/>
                      <a:pt x="65" y="36"/>
                      <a:pt x="65" y="36"/>
                    </a:cubicBezTo>
                    <a:cubicBezTo>
                      <a:pt x="65" y="36"/>
                      <a:pt x="65" y="37"/>
                      <a:pt x="65" y="36"/>
                    </a:cubicBezTo>
                    <a:cubicBezTo>
                      <a:pt x="65" y="36"/>
                      <a:pt x="65" y="34"/>
                      <a:pt x="65" y="35"/>
                    </a:cubicBezTo>
                    <a:cubicBezTo>
                      <a:pt x="65" y="35"/>
                      <a:pt x="66" y="36"/>
                      <a:pt x="66" y="36"/>
                    </a:cubicBezTo>
                    <a:cubicBezTo>
                      <a:pt x="66" y="37"/>
                      <a:pt x="66" y="35"/>
                      <a:pt x="66" y="35"/>
                    </a:cubicBezTo>
                    <a:cubicBezTo>
                      <a:pt x="67" y="37"/>
                      <a:pt x="66" y="33"/>
                      <a:pt x="67" y="34"/>
                    </a:cubicBezTo>
                    <a:cubicBezTo>
                      <a:pt x="67" y="34"/>
                      <a:pt x="68" y="35"/>
                      <a:pt x="68" y="36"/>
                    </a:cubicBezTo>
                    <a:cubicBezTo>
                      <a:pt x="68" y="35"/>
                      <a:pt x="68" y="34"/>
                      <a:pt x="68" y="32"/>
                    </a:cubicBezTo>
                    <a:cubicBezTo>
                      <a:pt x="68" y="34"/>
                      <a:pt x="68" y="34"/>
                      <a:pt x="68" y="34"/>
                    </a:cubicBezTo>
                    <a:cubicBezTo>
                      <a:pt x="69" y="34"/>
                      <a:pt x="69" y="33"/>
                      <a:pt x="69" y="32"/>
                    </a:cubicBezTo>
                    <a:cubicBezTo>
                      <a:pt x="68" y="31"/>
                      <a:pt x="68" y="30"/>
                      <a:pt x="68" y="30"/>
                    </a:cubicBezTo>
                    <a:cubicBezTo>
                      <a:pt x="68" y="30"/>
                      <a:pt x="68" y="30"/>
                      <a:pt x="68" y="30"/>
                    </a:cubicBezTo>
                    <a:cubicBezTo>
                      <a:pt x="68" y="29"/>
                      <a:pt x="68" y="29"/>
                      <a:pt x="68" y="29"/>
                    </a:cubicBezTo>
                    <a:cubicBezTo>
                      <a:pt x="69" y="30"/>
                      <a:pt x="68" y="30"/>
                      <a:pt x="69" y="30"/>
                    </a:cubicBezTo>
                    <a:cubicBezTo>
                      <a:pt x="70" y="33"/>
                      <a:pt x="70" y="31"/>
                      <a:pt x="70" y="32"/>
                    </a:cubicBezTo>
                    <a:cubicBezTo>
                      <a:pt x="70" y="30"/>
                      <a:pt x="70" y="30"/>
                      <a:pt x="70" y="30"/>
                    </a:cubicBezTo>
                    <a:cubicBezTo>
                      <a:pt x="70" y="29"/>
                      <a:pt x="71" y="31"/>
                      <a:pt x="71" y="31"/>
                    </a:cubicBezTo>
                    <a:cubicBezTo>
                      <a:pt x="69" y="26"/>
                      <a:pt x="69" y="26"/>
                      <a:pt x="69" y="26"/>
                    </a:cubicBezTo>
                    <a:cubicBezTo>
                      <a:pt x="69" y="27"/>
                      <a:pt x="71" y="28"/>
                      <a:pt x="71" y="29"/>
                    </a:cubicBezTo>
                    <a:cubicBezTo>
                      <a:pt x="71" y="29"/>
                      <a:pt x="70" y="26"/>
                      <a:pt x="70" y="24"/>
                    </a:cubicBezTo>
                    <a:cubicBezTo>
                      <a:pt x="70" y="25"/>
                      <a:pt x="70" y="24"/>
                      <a:pt x="70" y="23"/>
                    </a:cubicBezTo>
                    <a:cubicBezTo>
                      <a:pt x="71" y="25"/>
                      <a:pt x="70" y="23"/>
                      <a:pt x="71" y="24"/>
                    </a:cubicBezTo>
                    <a:cubicBezTo>
                      <a:pt x="72" y="26"/>
                      <a:pt x="72" y="26"/>
                      <a:pt x="72" y="26"/>
                    </a:cubicBezTo>
                    <a:cubicBezTo>
                      <a:pt x="71" y="26"/>
                      <a:pt x="73" y="28"/>
                      <a:pt x="73" y="29"/>
                    </a:cubicBezTo>
                    <a:cubicBezTo>
                      <a:pt x="73" y="28"/>
                      <a:pt x="74" y="28"/>
                      <a:pt x="75" y="29"/>
                    </a:cubicBezTo>
                    <a:cubicBezTo>
                      <a:pt x="73" y="26"/>
                      <a:pt x="74" y="27"/>
                      <a:pt x="73" y="25"/>
                    </a:cubicBezTo>
                    <a:cubicBezTo>
                      <a:pt x="74" y="24"/>
                      <a:pt x="74" y="27"/>
                      <a:pt x="75" y="27"/>
                    </a:cubicBezTo>
                    <a:cubicBezTo>
                      <a:pt x="75" y="26"/>
                      <a:pt x="76" y="26"/>
                      <a:pt x="76" y="26"/>
                    </a:cubicBezTo>
                    <a:cubicBezTo>
                      <a:pt x="76" y="26"/>
                      <a:pt x="76" y="26"/>
                      <a:pt x="76" y="26"/>
                    </a:cubicBezTo>
                    <a:cubicBezTo>
                      <a:pt x="76" y="25"/>
                      <a:pt x="77" y="26"/>
                      <a:pt x="77" y="23"/>
                    </a:cubicBezTo>
                    <a:cubicBezTo>
                      <a:pt x="77" y="25"/>
                      <a:pt x="77" y="25"/>
                      <a:pt x="77" y="25"/>
                    </a:cubicBezTo>
                    <a:cubicBezTo>
                      <a:pt x="78" y="25"/>
                      <a:pt x="76" y="22"/>
                      <a:pt x="77" y="23"/>
                    </a:cubicBezTo>
                    <a:cubicBezTo>
                      <a:pt x="78" y="24"/>
                      <a:pt x="78" y="24"/>
                      <a:pt x="78" y="24"/>
                    </a:cubicBezTo>
                    <a:cubicBezTo>
                      <a:pt x="78" y="23"/>
                      <a:pt x="79" y="25"/>
                      <a:pt x="78" y="23"/>
                    </a:cubicBezTo>
                    <a:cubicBezTo>
                      <a:pt x="79" y="24"/>
                      <a:pt x="79" y="24"/>
                      <a:pt x="79" y="24"/>
                    </a:cubicBezTo>
                    <a:cubicBezTo>
                      <a:pt x="79" y="23"/>
                      <a:pt x="79" y="24"/>
                      <a:pt x="79" y="22"/>
                    </a:cubicBezTo>
                    <a:cubicBezTo>
                      <a:pt x="80" y="24"/>
                      <a:pt x="80" y="24"/>
                      <a:pt x="80" y="24"/>
                    </a:cubicBezTo>
                    <a:cubicBezTo>
                      <a:pt x="80" y="25"/>
                      <a:pt x="79" y="22"/>
                      <a:pt x="80" y="22"/>
                    </a:cubicBezTo>
                    <a:cubicBezTo>
                      <a:pt x="80" y="22"/>
                      <a:pt x="81" y="23"/>
                      <a:pt x="81" y="23"/>
                    </a:cubicBezTo>
                    <a:cubicBezTo>
                      <a:pt x="80" y="22"/>
                      <a:pt x="81" y="22"/>
                      <a:pt x="81" y="21"/>
                    </a:cubicBezTo>
                    <a:cubicBezTo>
                      <a:pt x="82" y="23"/>
                      <a:pt x="82" y="23"/>
                      <a:pt x="82" y="23"/>
                    </a:cubicBezTo>
                    <a:cubicBezTo>
                      <a:pt x="84" y="22"/>
                      <a:pt x="86" y="22"/>
                      <a:pt x="86" y="19"/>
                    </a:cubicBezTo>
                    <a:cubicBezTo>
                      <a:pt x="88" y="21"/>
                      <a:pt x="87" y="21"/>
                      <a:pt x="87" y="22"/>
                    </a:cubicBezTo>
                    <a:cubicBezTo>
                      <a:pt x="87" y="20"/>
                      <a:pt x="87" y="22"/>
                      <a:pt x="88" y="21"/>
                    </a:cubicBezTo>
                    <a:cubicBezTo>
                      <a:pt x="88" y="21"/>
                      <a:pt x="88" y="21"/>
                      <a:pt x="88" y="21"/>
                    </a:cubicBezTo>
                    <a:cubicBezTo>
                      <a:pt x="88" y="20"/>
                      <a:pt x="89" y="22"/>
                      <a:pt x="89" y="21"/>
                    </a:cubicBezTo>
                    <a:cubicBezTo>
                      <a:pt x="88" y="20"/>
                      <a:pt x="88" y="20"/>
                      <a:pt x="88" y="20"/>
                    </a:cubicBezTo>
                    <a:cubicBezTo>
                      <a:pt x="88" y="19"/>
                      <a:pt x="90" y="23"/>
                      <a:pt x="89" y="20"/>
                    </a:cubicBezTo>
                    <a:cubicBezTo>
                      <a:pt x="90" y="22"/>
                      <a:pt x="90" y="22"/>
                      <a:pt x="90" y="22"/>
                    </a:cubicBezTo>
                    <a:cubicBezTo>
                      <a:pt x="89" y="19"/>
                      <a:pt x="91" y="22"/>
                      <a:pt x="90" y="20"/>
                    </a:cubicBezTo>
                    <a:cubicBezTo>
                      <a:pt x="90" y="20"/>
                      <a:pt x="90" y="20"/>
                      <a:pt x="90" y="20"/>
                    </a:cubicBezTo>
                    <a:cubicBezTo>
                      <a:pt x="91" y="21"/>
                      <a:pt x="90" y="17"/>
                      <a:pt x="91" y="19"/>
                    </a:cubicBezTo>
                    <a:cubicBezTo>
                      <a:pt x="91" y="19"/>
                      <a:pt x="91" y="18"/>
                      <a:pt x="91" y="16"/>
                    </a:cubicBezTo>
                    <a:cubicBezTo>
                      <a:pt x="92" y="19"/>
                      <a:pt x="92" y="19"/>
                      <a:pt x="92" y="19"/>
                    </a:cubicBezTo>
                    <a:cubicBezTo>
                      <a:pt x="93" y="17"/>
                      <a:pt x="94" y="17"/>
                      <a:pt x="94" y="14"/>
                    </a:cubicBezTo>
                    <a:cubicBezTo>
                      <a:pt x="95" y="15"/>
                      <a:pt x="95" y="15"/>
                      <a:pt x="95" y="15"/>
                    </a:cubicBezTo>
                    <a:cubicBezTo>
                      <a:pt x="95" y="13"/>
                      <a:pt x="97" y="17"/>
                      <a:pt x="96" y="13"/>
                    </a:cubicBezTo>
                    <a:cubicBezTo>
                      <a:pt x="96" y="11"/>
                      <a:pt x="96" y="11"/>
                      <a:pt x="96" y="11"/>
                    </a:cubicBezTo>
                    <a:cubicBezTo>
                      <a:pt x="97" y="13"/>
                      <a:pt x="97" y="13"/>
                      <a:pt x="97" y="13"/>
                    </a:cubicBezTo>
                    <a:cubicBezTo>
                      <a:pt x="97" y="12"/>
                      <a:pt x="98" y="13"/>
                      <a:pt x="97" y="11"/>
                    </a:cubicBezTo>
                    <a:cubicBezTo>
                      <a:pt x="98" y="13"/>
                      <a:pt x="98" y="13"/>
                      <a:pt x="98" y="13"/>
                    </a:cubicBezTo>
                    <a:cubicBezTo>
                      <a:pt x="98" y="13"/>
                      <a:pt x="98" y="10"/>
                      <a:pt x="98" y="11"/>
                    </a:cubicBezTo>
                    <a:cubicBezTo>
                      <a:pt x="98" y="11"/>
                      <a:pt x="98" y="11"/>
                      <a:pt x="98" y="11"/>
                    </a:cubicBezTo>
                    <a:cubicBezTo>
                      <a:pt x="101" y="14"/>
                      <a:pt x="104" y="15"/>
                      <a:pt x="104" y="11"/>
                    </a:cubicBezTo>
                    <a:cubicBezTo>
                      <a:pt x="104" y="10"/>
                      <a:pt x="105" y="13"/>
                      <a:pt x="105" y="13"/>
                    </a:cubicBezTo>
                    <a:cubicBezTo>
                      <a:pt x="106" y="9"/>
                      <a:pt x="109" y="14"/>
                      <a:pt x="109" y="8"/>
                    </a:cubicBezTo>
                    <a:cubicBezTo>
                      <a:pt x="110" y="6"/>
                      <a:pt x="108" y="1"/>
                      <a:pt x="108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39" name="Freeform 114"/>
              <p:cNvSpPr/>
              <p:nvPr>
                <p:custDataLst>
                  <p:tags r:id="rId360"/>
                </p:custDataLst>
              </p:nvPr>
            </p:nvSpPr>
            <p:spPr bwMode="auto">
              <a:xfrm>
                <a:off x="3897" y="1269"/>
                <a:ext cx="6" cy="2"/>
              </a:xfrm>
              <a:custGeom>
                <a:avLst/>
                <a:gdLst>
                  <a:gd name="T0" fmla="*/ 6 w 6"/>
                  <a:gd name="T1" fmla="*/ 0 h 2"/>
                  <a:gd name="T2" fmla="*/ 6 w 6"/>
                  <a:gd name="T3" fmla="*/ 0 h 2"/>
                  <a:gd name="T4" fmla="*/ 0 w 6"/>
                  <a:gd name="T5" fmla="*/ 2 h 2"/>
                  <a:gd name="T6" fmla="*/ 6 w 6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2">
                    <a:moveTo>
                      <a:pt x="6" y="0"/>
                    </a:moveTo>
                    <a:lnTo>
                      <a:pt x="6" y="0"/>
                    </a:lnTo>
                    <a:lnTo>
                      <a:pt x="0" y="2"/>
                    </a:lnTo>
                    <a:lnTo>
                      <a:pt x="6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40" name="Freeform 115"/>
              <p:cNvSpPr/>
              <p:nvPr>
                <p:custDataLst>
                  <p:tags r:id="rId361"/>
                </p:custDataLst>
              </p:nvPr>
            </p:nvSpPr>
            <p:spPr bwMode="auto">
              <a:xfrm>
                <a:off x="3935" y="1214"/>
                <a:ext cx="78" cy="253"/>
              </a:xfrm>
              <a:custGeom>
                <a:avLst/>
                <a:gdLst>
                  <a:gd name="T0" fmla="*/ 15 w 37"/>
                  <a:gd name="T1" fmla="*/ 54 h 119"/>
                  <a:gd name="T2" fmla="*/ 12 w 37"/>
                  <a:gd name="T3" fmla="*/ 62 h 119"/>
                  <a:gd name="T4" fmla="*/ 8 w 37"/>
                  <a:gd name="T5" fmla="*/ 67 h 119"/>
                  <a:gd name="T6" fmla="*/ 6 w 37"/>
                  <a:gd name="T7" fmla="*/ 78 h 119"/>
                  <a:gd name="T8" fmla="*/ 4 w 37"/>
                  <a:gd name="T9" fmla="*/ 84 h 119"/>
                  <a:gd name="T10" fmla="*/ 2 w 37"/>
                  <a:gd name="T11" fmla="*/ 96 h 119"/>
                  <a:gd name="T12" fmla="*/ 5 w 37"/>
                  <a:gd name="T13" fmla="*/ 103 h 119"/>
                  <a:gd name="T14" fmla="*/ 2 w 37"/>
                  <a:gd name="T15" fmla="*/ 111 h 119"/>
                  <a:gd name="T16" fmla="*/ 2 w 37"/>
                  <a:gd name="T17" fmla="*/ 115 h 119"/>
                  <a:gd name="T18" fmla="*/ 7 w 37"/>
                  <a:gd name="T19" fmla="*/ 117 h 119"/>
                  <a:gd name="T20" fmla="*/ 8 w 37"/>
                  <a:gd name="T21" fmla="*/ 117 h 119"/>
                  <a:gd name="T22" fmla="*/ 9 w 37"/>
                  <a:gd name="T23" fmla="*/ 115 h 119"/>
                  <a:gd name="T24" fmla="*/ 12 w 37"/>
                  <a:gd name="T25" fmla="*/ 113 h 119"/>
                  <a:gd name="T26" fmla="*/ 15 w 37"/>
                  <a:gd name="T27" fmla="*/ 110 h 119"/>
                  <a:gd name="T28" fmla="*/ 17 w 37"/>
                  <a:gd name="T29" fmla="*/ 110 h 119"/>
                  <a:gd name="T30" fmla="*/ 17 w 37"/>
                  <a:gd name="T31" fmla="*/ 108 h 119"/>
                  <a:gd name="T32" fmla="*/ 18 w 37"/>
                  <a:gd name="T33" fmla="*/ 108 h 119"/>
                  <a:gd name="T34" fmla="*/ 21 w 37"/>
                  <a:gd name="T35" fmla="*/ 108 h 119"/>
                  <a:gd name="T36" fmla="*/ 15 w 37"/>
                  <a:gd name="T37" fmla="*/ 104 h 119"/>
                  <a:gd name="T38" fmla="*/ 18 w 37"/>
                  <a:gd name="T39" fmla="*/ 104 h 119"/>
                  <a:gd name="T40" fmla="*/ 20 w 37"/>
                  <a:gd name="T41" fmla="*/ 104 h 119"/>
                  <a:gd name="T42" fmla="*/ 22 w 37"/>
                  <a:gd name="T43" fmla="*/ 102 h 119"/>
                  <a:gd name="T44" fmla="*/ 20 w 37"/>
                  <a:gd name="T45" fmla="*/ 100 h 119"/>
                  <a:gd name="T46" fmla="*/ 22 w 37"/>
                  <a:gd name="T47" fmla="*/ 99 h 119"/>
                  <a:gd name="T48" fmla="*/ 15 w 37"/>
                  <a:gd name="T49" fmla="*/ 95 h 119"/>
                  <a:gd name="T50" fmla="*/ 21 w 37"/>
                  <a:gd name="T51" fmla="*/ 97 h 119"/>
                  <a:gd name="T52" fmla="*/ 24 w 37"/>
                  <a:gd name="T53" fmla="*/ 92 h 119"/>
                  <a:gd name="T54" fmla="*/ 24 w 37"/>
                  <a:gd name="T55" fmla="*/ 89 h 119"/>
                  <a:gd name="T56" fmla="*/ 21 w 37"/>
                  <a:gd name="T57" fmla="*/ 85 h 119"/>
                  <a:gd name="T58" fmla="*/ 26 w 37"/>
                  <a:gd name="T59" fmla="*/ 81 h 119"/>
                  <a:gd name="T60" fmla="*/ 24 w 37"/>
                  <a:gd name="T61" fmla="*/ 78 h 119"/>
                  <a:gd name="T62" fmla="*/ 25 w 37"/>
                  <a:gd name="T63" fmla="*/ 77 h 119"/>
                  <a:gd name="T64" fmla="*/ 23 w 37"/>
                  <a:gd name="T65" fmla="*/ 75 h 119"/>
                  <a:gd name="T66" fmla="*/ 27 w 37"/>
                  <a:gd name="T67" fmla="*/ 75 h 119"/>
                  <a:gd name="T68" fmla="*/ 26 w 37"/>
                  <a:gd name="T69" fmla="*/ 72 h 119"/>
                  <a:gd name="T70" fmla="*/ 25 w 37"/>
                  <a:gd name="T71" fmla="*/ 67 h 119"/>
                  <a:gd name="T72" fmla="*/ 29 w 37"/>
                  <a:gd name="T73" fmla="*/ 65 h 119"/>
                  <a:gd name="T74" fmla="*/ 28 w 37"/>
                  <a:gd name="T75" fmla="*/ 61 h 119"/>
                  <a:gd name="T76" fmla="*/ 29 w 37"/>
                  <a:gd name="T77" fmla="*/ 59 h 119"/>
                  <a:gd name="T78" fmla="*/ 29 w 37"/>
                  <a:gd name="T79" fmla="*/ 59 h 119"/>
                  <a:gd name="T80" fmla="*/ 29 w 37"/>
                  <a:gd name="T81" fmla="*/ 56 h 119"/>
                  <a:gd name="T82" fmla="*/ 27 w 37"/>
                  <a:gd name="T83" fmla="*/ 51 h 119"/>
                  <a:gd name="T84" fmla="*/ 25 w 37"/>
                  <a:gd name="T85" fmla="*/ 49 h 119"/>
                  <a:gd name="T86" fmla="*/ 27 w 37"/>
                  <a:gd name="T87" fmla="*/ 47 h 119"/>
                  <a:gd name="T88" fmla="*/ 29 w 37"/>
                  <a:gd name="T89" fmla="*/ 44 h 119"/>
                  <a:gd name="T90" fmla="*/ 27 w 37"/>
                  <a:gd name="T91" fmla="*/ 39 h 119"/>
                  <a:gd name="T92" fmla="*/ 28 w 37"/>
                  <a:gd name="T93" fmla="*/ 37 h 119"/>
                  <a:gd name="T94" fmla="*/ 31 w 37"/>
                  <a:gd name="T95" fmla="*/ 30 h 119"/>
                  <a:gd name="T96" fmla="*/ 32 w 37"/>
                  <a:gd name="T97" fmla="*/ 27 h 119"/>
                  <a:gd name="T98" fmla="*/ 29 w 37"/>
                  <a:gd name="T99" fmla="*/ 19 h 119"/>
                  <a:gd name="T100" fmla="*/ 30 w 37"/>
                  <a:gd name="T101" fmla="*/ 16 h 119"/>
                  <a:gd name="T102" fmla="*/ 26 w 37"/>
                  <a:gd name="T103" fmla="*/ 0 h 119"/>
                  <a:gd name="T104" fmla="*/ 18 w 37"/>
                  <a:gd name="T105" fmla="*/ 21 h 119"/>
                  <a:gd name="T106" fmla="*/ 11 w 37"/>
                  <a:gd name="T107" fmla="*/ 38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7" h="119">
                    <a:moveTo>
                      <a:pt x="11" y="38"/>
                    </a:moveTo>
                    <a:cubicBezTo>
                      <a:pt x="11" y="42"/>
                      <a:pt x="12" y="46"/>
                      <a:pt x="12" y="50"/>
                    </a:cubicBezTo>
                    <a:cubicBezTo>
                      <a:pt x="15" y="51"/>
                      <a:pt x="13" y="52"/>
                      <a:pt x="16" y="53"/>
                    </a:cubicBezTo>
                    <a:cubicBezTo>
                      <a:pt x="15" y="53"/>
                      <a:pt x="15" y="53"/>
                      <a:pt x="15" y="53"/>
                    </a:cubicBezTo>
                    <a:cubicBezTo>
                      <a:pt x="16" y="53"/>
                      <a:pt x="14" y="53"/>
                      <a:pt x="13" y="54"/>
                    </a:cubicBezTo>
                    <a:cubicBezTo>
                      <a:pt x="14" y="54"/>
                      <a:pt x="13" y="54"/>
                      <a:pt x="15" y="54"/>
                    </a:cubicBezTo>
                    <a:cubicBezTo>
                      <a:pt x="17" y="55"/>
                      <a:pt x="12" y="54"/>
                      <a:pt x="13" y="55"/>
                    </a:cubicBezTo>
                    <a:cubicBezTo>
                      <a:pt x="13" y="55"/>
                      <a:pt x="14" y="55"/>
                      <a:pt x="14" y="55"/>
                    </a:cubicBezTo>
                    <a:cubicBezTo>
                      <a:pt x="16" y="56"/>
                      <a:pt x="13" y="55"/>
                      <a:pt x="11" y="55"/>
                    </a:cubicBezTo>
                    <a:cubicBezTo>
                      <a:pt x="11" y="57"/>
                      <a:pt x="13" y="59"/>
                      <a:pt x="11" y="61"/>
                    </a:cubicBezTo>
                    <a:cubicBezTo>
                      <a:pt x="11" y="60"/>
                      <a:pt x="13" y="61"/>
                      <a:pt x="13" y="61"/>
                    </a:cubicBezTo>
                    <a:cubicBezTo>
                      <a:pt x="9" y="60"/>
                      <a:pt x="13" y="62"/>
                      <a:pt x="12" y="62"/>
                    </a:cubicBezTo>
                    <a:cubicBezTo>
                      <a:pt x="11" y="61"/>
                      <a:pt x="11" y="61"/>
                      <a:pt x="11" y="61"/>
                    </a:cubicBezTo>
                    <a:cubicBezTo>
                      <a:pt x="9" y="62"/>
                      <a:pt x="11" y="63"/>
                      <a:pt x="10" y="63"/>
                    </a:cubicBezTo>
                    <a:cubicBezTo>
                      <a:pt x="11" y="64"/>
                      <a:pt x="8" y="64"/>
                      <a:pt x="9" y="65"/>
                    </a:cubicBezTo>
                    <a:cubicBezTo>
                      <a:pt x="8" y="64"/>
                      <a:pt x="8" y="65"/>
                      <a:pt x="8" y="65"/>
                    </a:cubicBezTo>
                    <a:cubicBezTo>
                      <a:pt x="11" y="66"/>
                      <a:pt x="6" y="66"/>
                      <a:pt x="8" y="67"/>
                    </a:cubicBezTo>
                    <a:cubicBezTo>
                      <a:pt x="8" y="67"/>
                      <a:pt x="8" y="67"/>
                      <a:pt x="8" y="67"/>
                    </a:cubicBezTo>
                    <a:cubicBezTo>
                      <a:pt x="8" y="68"/>
                      <a:pt x="6" y="70"/>
                      <a:pt x="8" y="72"/>
                    </a:cubicBezTo>
                    <a:cubicBezTo>
                      <a:pt x="8" y="73"/>
                      <a:pt x="4" y="73"/>
                      <a:pt x="5" y="75"/>
                    </a:cubicBezTo>
                    <a:cubicBezTo>
                      <a:pt x="7" y="76"/>
                      <a:pt x="7" y="76"/>
                      <a:pt x="7" y="76"/>
                    </a:cubicBezTo>
                    <a:cubicBezTo>
                      <a:pt x="7" y="76"/>
                      <a:pt x="6" y="75"/>
                      <a:pt x="5" y="75"/>
                    </a:cubicBezTo>
                    <a:cubicBezTo>
                      <a:pt x="7" y="76"/>
                      <a:pt x="5" y="76"/>
                      <a:pt x="5" y="77"/>
                    </a:cubicBezTo>
                    <a:cubicBezTo>
                      <a:pt x="5" y="77"/>
                      <a:pt x="5" y="78"/>
                      <a:pt x="6" y="78"/>
                    </a:cubicBezTo>
                    <a:cubicBezTo>
                      <a:pt x="4" y="78"/>
                      <a:pt x="7" y="80"/>
                      <a:pt x="5" y="80"/>
                    </a:cubicBezTo>
                    <a:cubicBezTo>
                      <a:pt x="8" y="81"/>
                      <a:pt x="6" y="80"/>
                      <a:pt x="7" y="81"/>
                    </a:cubicBezTo>
                    <a:cubicBezTo>
                      <a:pt x="7" y="81"/>
                      <a:pt x="6" y="81"/>
                      <a:pt x="5" y="81"/>
                    </a:cubicBezTo>
                    <a:cubicBezTo>
                      <a:pt x="6" y="81"/>
                      <a:pt x="6" y="82"/>
                      <a:pt x="4" y="82"/>
                    </a:cubicBezTo>
                    <a:cubicBezTo>
                      <a:pt x="5" y="82"/>
                      <a:pt x="6" y="83"/>
                      <a:pt x="6" y="83"/>
                    </a:cubicBezTo>
                    <a:cubicBezTo>
                      <a:pt x="3" y="83"/>
                      <a:pt x="5" y="84"/>
                      <a:pt x="4" y="84"/>
                    </a:cubicBezTo>
                    <a:cubicBezTo>
                      <a:pt x="6" y="85"/>
                      <a:pt x="8" y="86"/>
                      <a:pt x="7" y="86"/>
                    </a:cubicBezTo>
                    <a:cubicBezTo>
                      <a:pt x="4" y="85"/>
                      <a:pt x="4" y="85"/>
                      <a:pt x="4" y="85"/>
                    </a:cubicBezTo>
                    <a:cubicBezTo>
                      <a:pt x="5" y="86"/>
                      <a:pt x="2" y="87"/>
                      <a:pt x="4" y="90"/>
                    </a:cubicBezTo>
                    <a:cubicBezTo>
                      <a:pt x="3" y="89"/>
                      <a:pt x="3" y="89"/>
                      <a:pt x="3" y="89"/>
                    </a:cubicBezTo>
                    <a:cubicBezTo>
                      <a:pt x="4" y="91"/>
                      <a:pt x="1" y="92"/>
                      <a:pt x="4" y="95"/>
                    </a:cubicBezTo>
                    <a:cubicBezTo>
                      <a:pt x="3" y="95"/>
                      <a:pt x="2" y="95"/>
                      <a:pt x="2" y="96"/>
                    </a:cubicBezTo>
                    <a:cubicBezTo>
                      <a:pt x="3" y="97"/>
                      <a:pt x="3" y="97"/>
                      <a:pt x="5" y="98"/>
                    </a:cubicBezTo>
                    <a:cubicBezTo>
                      <a:pt x="5" y="98"/>
                      <a:pt x="4" y="98"/>
                      <a:pt x="3" y="98"/>
                    </a:cubicBezTo>
                    <a:cubicBezTo>
                      <a:pt x="2" y="98"/>
                      <a:pt x="0" y="98"/>
                      <a:pt x="2" y="99"/>
                    </a:cubicBezTo>
                    <a:cubicBezTo>
                      <a:pt x="1" y="99"/>
                      <a:pt x="1" y="99"/>
                      <a:pt x="1" y="99"/>
                    </a:cubicBezTo>
                    <a:cubicBezTo>
                      <a:pt x="2" y="100"/>
                      <a:pt x="4" y="101"/>
                      <a:pt x="2" y="102"/>
                    </a:cubicBezTo>
                    <a:cubicBezTo>
                      <a:pt x="3" y="102"/>
                      <a:pt x="3" y="103"/>
                      <a:pt x="5" y="103"/>
                    </a:cubicBezTo>
                    <a:cubicBezTo>
                      <a:pt x="5" y="103"/>
                      <a:pt x="3" y="103"/>
                      <a:pt x="4" y="103"/>
                    </a:cubicBezTo>
                    <a:cubicBezTo>
                      <a:pt x="2" y="102"/>
                      <a:pt x="2" y="102"/>
                      <a:pt x="2" y="102"/>
                    </a:cubicBezTo>
                    <a:cubicBezTo>
                      <a:pt x="1" y="104"/>
                      <a:pt x="2" y="105"/>
                      <a:pt x="3" y="107"/>
                    </a:cubicBezTo>
                    <a:cubicBezTo>
                      <a:pt x="0" y="107"/>
                      <a:pt x="3" y="108"/>
                      <a:pt x="1" y="109"/>
                    </a:cubicBezTo>
                    <a:cubicBezTo>
                      <a:pt x="2" y="110"/>
                      <a:pt x="0" y="110"/>
                      <a:pt x="3" y="111"/>
                    </a:cubicBezTo>
                    <a:cubicBezTo>
                      <a:pt x="2" y="111"/>
                      <a:pt x="2" y="111"/>
                      <a:pt x="2" y="111"/>
                    </a:cubicBezTo>
                    <a:cubicBezTo>
                      <a:pt x="1" y="111"/>
                      <a:pt x="2" y="112"/>
                      <a:pt x="1" y="113"/>
                    </a:cubicBezTo>
                    <a:cubicBezTo>
                      <a:pt x="1" y="114"/>
                      <a:pt x="3" y="114"/>
                      <a:pt x="4" y="114"/>
                    </a:cubicBezTo>
                    <a:cubicBezTo>
                      <a:pt x="2" y="114"/>
                      <a:pt x="2" y="114"/>
                      <a:pt x="2" y="114"/>
                    </a:cubicBezTo>
                    <a:cubicBezTo>
                      <a:pt x="3" y="115"/>
                      <a:pt x="5" y="115"/>
                      <a:pt x="7" y="115"/>
                    </a:cubicBezTo>
                    <a:cubicBezTo>
                      <a:pt x="6" y="115"/>
                      <a:pt x="7" y="115"/>
                      <a:pt x="6" y="115"/>
                    </a:cubicBezTo>
                    <a:cubicBezTo>
                      <a:pt x="5" y="115"/>
                      <a:pt x="4" y="115"/>
                      <a:pt x="2" y="115"/>
                    </a:cubicBezTo>
                    <a:cubicBezTo>
                      <a:pt x="1" y="116"/>
                      <a:pt x="5" y="116"/>
                      <a:pt x="3" y="117"/>
                    </a:cubicBezTo>
                    <a:cubicBezTo>
                      <a:pt x="2" y="117"/>
                      <a:pt x="3" y="118"/>
                      <a:pt x="5" y="117"/>
                    </a:cubicBezTo>
                    <a:cubicBezTo>
                      <a:pt x="4" y="117"/>
                      <a:pt x="4" y="118"/>
                      <a:pt x="3" y="118"/>
                    </a:cubicBezTo>
                    <a:cubicBezTo>
                      <a:pt x="3" y="118"/>
                      <a:pt x="3" y="118"/>
                      <a:pt x="4" y="118"/>
                    </a:cubicBezTo>
                    <a:cubicBezTo>
                      <a:pt x="4" y="118"/>
                      <a:pt x="4" y="118"/>
                      <a:pt x="4" y="118"/>
                    </a:cubicBezTo>
                    <a:cubicBezTo>
                      <a:pt x="5" y="118"/>
                      <a:pt x="5" y="118"/>
                      <a:pt x="7" y="117"/>
                    </a:cubicBezTo>
                    <a:cubicBezTo>
                      <a:pt x="7" y="117"/>
                      <a:pt x="6" y="117"/>
                      <a:pt x="7" y="117"/>
                    </a:cubicBezTo>
                    <a:cubicBezTo>
                      <a:pt x="8" y="117"/>
                      <a:pt x="8" y="117"/>
                      <a:pt x="7" y="118"/>
                    </a:cubicBezTo>
                    <a:cubicBezTo>
                      <a:pt x="6" y="118"/>
                      <a:pt x="5" y="118"/>
                      <a:pt x="4" y="119"/>
                    </a:cubicBezTo>
                    <a:cubicBezTo>
                      <a:pt x="7" y="118"/>
                      <a:pt x="7" y="118"/>
                      <a:pt x="7" y="118"/>
                    </a:cubicBezTo>
                    <a:cubicBezTo>
                      <a:pt x="7" y="118"/>
                      <a:pt x="8" y="118"/>
                      <a:pt x="9" y="117"/>
                    </a:cubicBezTo>
                    <a:cubicBezTo>
                      <a:pt x="8" y="117"/>
                      <a:pt x="8" y="117"/>
                      <a:pt x="8" y="117"/>
                    </a:cubicBezTo>
                    <a:cubicBezTo>
                      <a:pt x="9" y="117"/>
                      <a:pt x="9" y="117"/>
                      <a:pt x="9" y="117"/>
                    </a:cubicBezTo>
                    <a:cubicBezTo>
                      <a:pt x="9" y="117"/>
                      <a:pt x="10" y="116"/>
                      <a:pt x="9" y="116"/>
                    </a:cubicBezTo>
                    <a:cubicBezTo>
                      <a:pt x="7" y="116"/>
                      <a:pt x="7" y="116"/>
                      <a:pt x="7" y="116"/>
                    </a:cubicBezTo>
                    <a:cubicBezTo>
                      <a:pt x="7" y="116"/>
                      <a:pt x="5" y="116"/>
                      <a:pt x="7" y="116"/>
                    </a:cubicBezTo>
                    <a:cubicBezTo>
                      <a:pt x="9" y="115"/>
                      <a:pt x="9" y="115"/>
                      <a:pt x="9" y="115"/>
                    </a:cubicBezTo>
                    <a:cubicBezTo>
                      <a:pt x="9" y="115"/>
                      <a:pt x="8" y="115"/>
                      <a:pt x="9" y="115"/>
                    </a:cubicBezTo>
                    <a:cubicBezTo>
                      <a:pt x="11" y="115"/>
                      <a:pt x="11" y="115"/>
                      <a:pt x="11" y="115"/>
                    </a:cubicBezTo>
                    <a:cubicBezTo>
                      <a:pt x="8" y="115"/>
                      <a:pt x="10" y="114"/>
                      <a:pt x="9" y="114"/>
                    </a:cubicBezTo>
                    <a:cubicBezTo>
                      <a:pt x="10" y="114"/>
                      <a:pt x="10" y="114"/>
                      <a:pt x="10" y="114"/>
                    </a:cubicBezTo>
                    <a:cubicBezTo>
                      <a:pt x="11" y="114"/>
                      <a:pt x="8" y="114"/>
                      <a:pt x="8" y="114"/>
                    </a:cubicBezTo>
                    <a:cubicBezTo>
                      <a:pt x="9" y="114"/>
                      <a:pt x="11" y="114"/>
                      <a:pt x="12" y="114"/>
                    </a:cubicBezTo>
                    <a:cubicBezTo>
                      <a:pt x="12" y="113"/>
                      <a:pt x="10" y="113"/>
                      <a:pt x="12" y="113"/>
                    </a:cubicBezTo>
                    <a:cubicBezTo>
                      <a:pt x="11" y="112"/>
                      <a:pt x="10" y="112"/>
                      <a:pt x="9" y="111"/>
                    </a:cubicBezTo>
                    <a:cubicBezTo>
                      <a:pt x="9" y="111"/>
                      <a:pt x="12" y="112"/>
                      <a:pt x="11" y="111"/>
                    </a:cubicBezTo>
                    <a:cubicBezTo>
                      <a:pt x="12" y="111"/>
                      <a:pt x="13" y="111"/>
                      <a:pt x="14" y="111"/>
                    </a:cubicBezTo>
                    <a:cubicBezTo>
                      <a:pt x="13" y="111"/>
                      <a:pt x="14" y="111"/>
                      <a:pt x="12" y="111"/>
                    </a:cubicBezTo>
                    <a:cubicBezTo>
                      <a:pt x="12" y="110"/>
                      <a:pt x="13" y="110"/>
                      <a:pt x="12" y="109"/>
                    </a:cubicBezTo>
                    <a:cubicBezTo>
                      <a:pt x="12" y="109"/>
                      <a:pt x="14" y="110"/>
                      <a:pt x="15" y="110"/>
                    </a:cubicBezTo>
                    <a:cubicBezTo>
                      <a:pt x="13" y="109"/>
                      <a:pt x="13" y="109"/>
                      <a:pt x="13" y="108"/>
                    </a:cubicBezTo>
                    <a:cubicBezTo>
                      <a:pt x="11" y="108"/>
                      <a:pt x="11" y="108"/>
                      <a:pt x="10" y="108"/>
                    </a:cubicBezTo>
                    <a:cubicBezTo>
                      <a:pt x="9" y="108"/>
                      <a:pt x="9" y="107"/>
                      <a:pt x="9" y="107"/>
                    </a:cubicBezTo>
                    <a:cubicBezTo>
                      <a:pt x="11" y="108"/>
                      <a:pt x="13" y="108"/>
                      <a:pt x="14" y="108"/>
                    </a:cubicBezTo>
                    <a:cubicBezTo>
                      <a:pt x="16" y="108"/>
                      <a:pt x="13" y="108"/>
                      <a:pt x="16" y="109"/>
                    </a:cubicBezTo>
                    <a:cubicBezTo>
                      <a:pt x="18" y="109"/>
                      <a:pt x="18" y="110"/>
                      <a:pt x="17" y="110"/>
                    </a:cubicBezTo>
                    <a:cubicBezTo>
                      <a:pt x="19" y="111"/>
                      <a:pt x="17" y="110"/>
                      <a:pt x="19" y="110"/>
                    </a:cubicBezTo>
                    <a:cubicBezTo>
                      <a:pt x="19" y="110"/>
                      <a:pt x="18" y="110"/>
                      <a:pt x="18" y="109"/>
                    </a:cubicBezTo>
                    <a:cubicBezTo>
                      <a:pt x="17" y="109"/>
                      <a:pt x="16" y="109"/>
                      <a:pt x="15" y="108"/>
                    </a:cubicBezTo>
                    <a:cubicBezTo>
                      <a:pt x="13" y="108"/>
                      <a:pt x="17" y="108"/>
                      <a:pt x="17" y="108"/>
                    </a:cubicBezTo>
                    <a:cubicBezTo>
                      <a:pt x="18" y="109"/>
                      <a:pt x="18" y="109"/>
                      <a:pt x="18" y="109"/>
                    </a:cubicBezTo>
                    <a:cubicBezTo>
                      <a:pt x="19" y="109"/>
                      <a:pt x="17" y="108"/>
                      <a:pt x="17" y="108"/>
                    </a:cubicBezTo>
                    <a:cubicBezTo>
                      <a:pt x="21" y="109"/>
                      <a:pt x="18" y="108"/>
                      <a:pt x="20" y="109"/>
                    </a:cubicBezTo>
                    <a:cubicBezTo>
                      <a:pt x="22" y="109"/>
                      <a:pt x="22" y="109"/>
                      <a:pt x="22" y="109"/>
                    </a:cubicBezTo>
                    <a:cubicBezTo>
                      <a:pt x="22" y="109"/>
                      <a:pt x="19" y="109"/>
                      <a:pt x="20" y="108"/>
                    </a:cubicBezTo>
                    <a:cubicBezTo>
                      <a:pt x="21" y="109"/>
                      <a:pt x="21" y="109"/>
                      <a:pt x="21" y="109"/>
                    </a:cubicBezTo>
                    <a:cubicBezTo>
                      <a:pt x="21" y="108"/>
                      <a:pt x="21" y="108"/>
                      <a:pt x="21" y="108"/>
                    </a:cubicBezTo>
                    <a:cubicBezTo>
                      <a:pt x="20" y="108"/>
                      <a:pt x="18" y="108"/>
                      <a:pt x="18" y="108"/>
                    </a:cubicBezTo>
                    <a:cubicBezTo>
                      <a:pt x="15" y="107"/>
                      <a:pt x="18" y="108"/>
                      <a:pt x="17" y="107"/>
                    </a:cubicBezTo>
                    <a:cubicBezTo>
                      <a:pt x="15" y="106"/>
                      <a:pt x="17" y="107"/>
                      <a:pt x="16" y="107"/>
                    </a:cubicBezTo>
                    <a:cubicBezTo>
                      <a:pt x="14" y="106"/>
                      <a:pt x="14" y="106"/>
                      <a:pt x="14" y="106"/>
                    </a:cubicBezTo>
                    <a:cubicBezTo>
                      <a:pt x="14" y="105"/>
                      <a:pt x="16" y="106"/>
                      <a:pt x="17" y="106"/>
                    </a:cubicBezTo>
                    <a:cubicBezTo>
                      <a:pt x="17" y="106"/>
                      <a:pt x="17" y="107"/>
                      <a:pt x="16" y="106"/>
                    </a:cubicBezTo>
                    <a:cubicBezTo>
                      <a:pt x="18" y="107"/>
                      <a:pt x="20" y="107"/>
                      <a:pt x="21" y="108"/>
                    </a:cubicBezTo>
                    <a:cubicBezTo>
                      <a:pt x="22" y="108"/>
                      <a:pt x="20" y="107"/>
                      <a:pt x="20" y="107"/>
                    </a:cubicBezTo>
                    <a:cubicBezTo>
                      <a:pt x="19" y="107"/>
                      <a:pt x="18" y="107"/>
                      <a:pt x="17" y="106"/>
                    </a:cubicBezTo>
                    <a:cubicBezTo>
                      <a:pt x="13" y="105"/>
                      <a:pt x="21" y="107"/>
                      <a:pt x="20" y="106"/>
                    </a:cubicBezTo>
                    <a:cubicBezTo>
                      <a:pt x="17" y="106"/>
                      <a:pt x="16" y="104"/>
                      <a:pt x="13" y="104"/>
                    </a:cubicBezTo>
                    <a:cubicBezTo>
                      <a:pt x="12" y="104"/>
                      <a:pt x="12" y="103"/>
                      <a:pt x="12" y="103"/>
                    </a:cubicBezTo>
                    <a:cubicBezTo>
                      <a:pt x="14" y="104"/>
                      <a:pt x="13" y="103"/>
                      <a:pt x="15" y="104"/>
                    </a:cubicBezTo>
                    <a:cubicBezTo>
                      <a:pt x="15" y="104"/>
                      <a:pt x="15" y="104"/>
                      <a:pt x="15" y="104"/>
                    </a:cubicBezTo>
                    <a:cubicBezTo>
                      <a:pt x="18" y="105"/>
                      <a:pt x="18" y="105"/>
                      <a:pt x="18" y="105"/>
                    </a:cubicBezTo>
                    <a:cubicBezTo>
                      <a:pt x="22" y="106"/>
                      <a:pt x="22" y="106"/>
                      <a:pt x="22" y="106"/>
                    </a:cubicBezTo>
                    <a:cubicBezTo>
                      <a:pt x="21" y="105"/>
                      <a:pt x="20" y="105"/>
                      <a:pt x="19" y="105"/>
                    </a:cubicBezTo>
                    <a:cubicBezTo>
                      <a:pt x="20" y="105"/>
                      <a:pt x="21" y="105"/>
                      <a:pt x="21" y="105"/>
                    </a:cubicBezTo>
                    <a:cubicBezTo>
                      <a:pt x="20" y="105"/>
                      <a:pt x="18" y="104"/>
                      <a:pt x="18" y="104"/>
                    </a:cubicBezTo>
                    <a:cubicBezTo>
                      <a:pt x="18" y="103"/>
                      <a:pt x="20" y="104"/>
                      <a:pt x="20" y="104"/>
                    </a:cubicBezTo>
                    <a:cubicBezTo>
                      <a:pt x="22" y="105"/>
                      <a:pt x="22" y="105"/>
                      <a:pt x="22" y="105"/>
                    </a:cubicBezTo>
                    <a:cubicBezTo>
                      <a:pt x="21" y="104"/>
                      <a:pt x="23" y="105"/>
                      <a:pt x="22" y="105"/>
                    </a:cubicBezTo>
                    <a:cubicBezTo>
                      <a:pt x="21" y="104"/>
                      <a:pt x="20" y="104"/>
                      <a:pt x="18" y="103"/>
                    </a:cubicBezTo>
                    <a:cubicBezTo>
                      <a:pt x="18" y="103"/>
                      <a:pt x="19" y="103"/>
                      <a:pt x="19" y="103"/>
                    </a:cubicBezTo>
                    <a:cubicBezTo>
                      <a:pt x="20" y="104"/>
                      <a:pt x="20" y="104"/>
                      <a:pt x="20" y="104"/>
                    </a:cubicBezTo>
                    <a:cubicBezTo>
                      <a:pt x="20" y="103"/>
                      <a:pt x="23" y="104"/>
                      <a:pt x="23" y="104"/>
                    </a:cubicBezTo>
                    <a:cubicBezTo>
                      <a:pt x="21" y="103"/>
                      <a:pt x="21" y="103"/>
                      <a:pt x="21" y="103"/>
                    </a:cubicBezTo>
                    <a:cubicBezTo>
                      <a:pt x="23" y="104"/>
                      <a:pt x="23" y="104"/>
                      <a:pt x="23" y="104"/>
                    </a:cubicBezTo>
                    <a:cubicBezTo>
                      <a:pt x="22" y="103"/>
                      <a:pt x="22" y="103"/>
                      <a:pt x="21" y="103"/>
                    </a:cubicBezTo>
                    <a:cubicBezTo>
                      <a:pt x="23" y="103"/>
                      <a:pt x="23" y="103"/>
                      <a:pt x="23" y="103"/>
                    </a:cubicBezTo>
                    <a:cubicBezTo>
                      <a:pt x="22" y="103"/>
                      <a:pt x="20" y="102"/>
                      <a:pt x="22" y="102"/>
                    </a:cubicBezTo>
                    <a:cubicBezTo>
                      <a:pt x="19" y="102"/>
                      <a:pt x="22" y="103"/>
                      <a:pt x="20" y="102"/>
                    </a:cubicBezTo>
                    <a:cubicBezTo>
                      <a:pt x="19" y="102"/>
                      <a:pt x="19" y="101"/>
                      <a:pt x="19" y="101"/>
                    </a:cubicBezTo>
                    <a:cubicBezTo>
                      <a:pt x="21" y="102"/>
                      <a:pt x="19" y="101"/>
                      <a:pt x="19" y="101"/>
                    </a:cubicBezTo>
                    <a:cubicBezTo>
                      <a:pt x="20" y="101"/>
                      <a:pt x="21" y="101"/>
                      <a:pt x="21" y="101"/>
                    </a:cubicBezTo>
                    <a:cubicBezTo>
                      <a:pt x="19" y="101"/>
                      <a:pt x="19" y="101"/>
                      <a:pt x="19" y="101"/>
                    </a:cubicBezTo>
                    <a:cubicBezTo>
                      <a:pt x="23" y="102"/>
                      <a:pt x="19" y="100"/>
                      <a:pt x="20" y="100"/>
                    </a:cubicBezTo>
                    <a:cubicBezTo>
                      <a:pt x="21" y="101"/>
                      <a:pt x="22" y="101"/>
                      <a:pt x="23" y="101"/>
                    </a:cubicBezTo>
                    <a:cubicBezTo>
                      <a:pt x="20" y="100"/>
                      <a:pt x="20" y="99"/>
                      <a:pt x="18" y="99"/>
                    </a:cubicBezTo>
                    <a:cubicBezTo>
                      <a:pt x="19" y="99"/>
                      <a:pt x="21" y="100"/>
                      <a:pt x="23" y="101"/>
                    </a:cubicBezTo>
                    <a:cubicBezTo>
                      <a:pt x="21" y="100"/>
                      <a:pt x="25" y="101"/>
                      <a:pt x="22" y="100"/>
                    </a:cubicBezTo>
                    <a:cubicBezTo>
                      <a:pt x="21" y="100"/>
                      <a:pt x="21" y="99"/>
                      <a:pt x="19" y="99"/>
                    </a:cubicBezTo>
                    <a:cubicBezTo>
                      <a:pt x="20" y="98"/>
                      <a:pt x="21" y="99"/>
                      <a:pt x="22" y="99"/>
                    </a:cubicBezTo>
                    <a:cubicBezTo>
                      <a:pt x="21" y="99"/>
                      <a:pt x="19" y="98"/>
                      <a:pt x="19" y="98"/>
                    </a:cubicBezTo>
                    <a:cubicBezTo>
                      <a:pt x="19" y="98"/>
                      <a:pt x="17" y="97"/>
                      <a:pt x="19" y="97"/>
                    </a:cubicBezTo>
                    <a:cubicBezTo>
                      <a:pt x="20" y="98"/>
                      <a:pt x="19" y="98"/>
                      <a:pt x="20" y="98"/>
                    </a:cubicBezTo>
                    <a:cubicBezTo>
                      <a:pt x="21" y="98"/>
                      <a:pt x="17" y="96"/>
                      <a:pt x="16" y="96"/>
                    </a:cubicBezTo>
                    <a:cubicBezTo>
                      <a:pt x="15" y="95"/>
                      <a:pt x="13" y="94"/>
                      <a:pt x="12" y="94"/>
                    </a:cubicBezTo>
                    <a:cubicBezTo>
                      <a:pt x="13" y="93"/>
                      <a:pt x="13" y="94"/>
                      <a:pt x="15" y="95"/>
                    </a:cubicBezTo>
                    <a:cubicBezTo>
                      <a:pt x="14" y="94"/>
                      <a:pt x="14" y="94"/>
                      <a:pt x="14" y="94"/>
                    </a:cubicBezTo>
                    <a:cubicBezTo>
                      <a:pt x="17" y="95"/>
                      <a:pt x="19" y="97"/>
                      <a:pt x="21" y="97"/>
                    </a:cubicBezTo>
                    <a:cubicBezTo>
                      <a:pt x="20" y="97"/>
                      <a:pt x="20" y="97"/>
                      <a:pt x="20" y="97"/>
                    </a:cubicBezTo>
                    <a:cubicBezTo>
                      <a:pt x="23" y="98"/>
                      <a:pt x="23" y="98"/>
                      <a:pt x="23" y="98"/>
                    </a:cubicBezTo>
                    <a:cubicBezTo>
                      <a:pt x="21" y="97"/>
                      <a:pt x="23" y="97"/>
                      <a:pt x="22" y="97"/>
                    </a:cubicBezTo>
                    <a:cubicBezTo>
                      <a:pt x="21" y="96"/>
                      <a:pt x="23" y="97"/>
                      <a:pt x="21" y="97"/>
                    </a:cubicBezTo>
                    <a:cubicBezTo>
                      <a:pt x="21" y="97"/>
                      <a:pt x="19" y="95"/>
                      <a:pt x="20" y="95"/>
                    </a:cubicBezTo>
                    <a:cubicBezTo>
                      <a:pt x="23" y="97"/>
                      <a:pt x="23" y="97"/>
                      <a:pt x="23" y="97"/>
                    </a:cubicBezTo>
                    <a:cubicBezTo>
                      <a:pt x="23" y="97"/>
                      <a:pt x="21" y="96"/>
                      <a:pt x="22" y="96"/>
                    </a:cubicBezTo>
                    <a:cubicBezTo>
                      <a:pt x="23" y="96"/>
                      <a:pt x="23" y="96"/>
                      <a:pt x="23" y="96"/>
                    </a:cubicBezTo>
                    <a:cubicBezTo>
                      <a:pt x="23" y="96"/>
                      <a:pt x="24" y="94"/>
                      <a:pt x="20" y="92"/>
                    </a:cubicBezTo>
                    <a:cubicBezTo>
                      <a:pt x="22" y="92"/>
                      <a:pt x="22" y="92"/>
                      <a:pt x="24" y="92"/>
                    </a:cubicBezTo>
                    <a:cubicBezTo>
                      <a:pt x="23" y="92"/>
                      <a:pt x="22" y="91"/>
                      <a:pt x="22" y="91"/>
                    </a:cubicBezTo>
                    <a:cubicBezTo>
                      <a:pt x="24" y="91"/>
                      <a:pt x="24" y="91"/>
                      <a:pt x="24" y="91"/>
                    </a:cubicBezTo>
                    <a:cubicBezTo>
                      <a:pt x="25" y="91"/>
                      <a:pt x="23" y="90"/>
                      <a:pt x="23" y="90"/>
                    </a:cubicBezTo>
                    <a:cubicBezTo>
                      <a:pt x="24" y="90"/>
                      <a:pt x="24" y="90"/>
                      <a:pt x="24" y="90"/>
                    </a:cubicBezTo>
                    <a:cubicBezTo>
                      <a:pt x="25" y="90"/>
                      <a:pt x="23" y="89"/>
                      <a:pt x="23" y="89"/>
                    </a:cubicBezTo>
                    <a:cubicBezTo>
                      <a:pt x="24" y="89"/>
                      <a:pt x="24" y="89"/>
                      <a:pt x="24" y="89"/>
                    </a:cubicBezTo>
                    <a:cubicBezTo>
                      <a:pt x="23" y="89"/>
                      <a:pt x="23" y="89"/>
                      <a:pt x="23" y="89"/>
                    </a:cubicBezTo>
                    <a:cubicBezTo>
                      <a:pt x="22" y="88"/>
                      <a:pt x="23" y="88"/>
                      <a:pt x="25" y="89"/>
                    </a:cubicBezTo>
                    <a:cubicBezTo>
                      <a:pt x="23" y="88"/>
                      <a:pt x="23" y="88"/>
                      <a:pt x="23" y="88"/>
                    </a:cubicBezTo>
                    <a:cubicBezTo>
                      <a:pt x="25" y="88"/>
                      <a:pt x="25" y="88"/>
                      <a:pt x="25" y="86"/>
                    </a:cubicBezTo>
                    <a:cubicBezTo>
                      <a:pt x="24" y="87"/>
                      <a:pt x="23" y="86"/>
                      <a:pt x="22" y="86"/>
                    </a:cubicBezTo>
                    <a:cubicBezTo>
                      <a:pt x="20" y="86"/>
                      <a:pt x="22" y="86"/>
                      <a:pt x="21" y="85"/>
                    </a:cubicBezTo>
                    <a:cubicBezTo>
                      <a:pt x="24" y="86"/>
                      <a:pt x="24" y="86"/>
                      <a:pt x="24" y="86"/>
                    </a:cubicBezTo>
                    <a:cubicBezTo>
                      <a:pt x="27" y="86"/>
                      <a:pt x="25" y="85"/>
                      <a:pt x="25" y="84"/>
                    </a:cubicBezTo>
                    <a:cubicBezTo>
                      <a:pt x="24" y="83"/>
                      <a:pt x="24" y="83"/>
                      <a:pt x="24" y="83"/>
                    </a:cubicBezTo>
                    <a:cubicBezTo>
                      <a:pt x="27" y="83"/>
                      <a:pt x="24" y="82"/>
                      <a:pt x="25" y="82"/>
                    </a:cubicBezTo>
                    <a:cubicBezTo>
                      <a:pt x="24" y="82"/>
                      <a:pt x="22" y="81"/>
                      <a:pt x="22" y="80"/>
                    </a:cubicBezTo>
                    <a:cubicBezTo>
                      <a:pt x="20" y="79"/>
                      <a:pt x="25" y="81"/>
                      <a:pt x="26" y="81"/>
                    </a:cubicBezTo>
                    <a:cubicBezTo>
                      <a:pt x="25" y="80"/>
                      <a:pt x="25" y="80"/>
                      <a:pt x="25" y="80"/>
                    </a:cubicBezTo>
                    <a:cubicBezTo>
                      <a:pt x="25" y="80"/>
                      <a:pt x="25" y="80"/>
                      <a:pt x="25" y="80"/>
                    </a:cubicBezTo>
                    <a:cubicBezTo>
                      <a:pt x="24" y="80"/>
                      <a:pt x="24" y="79"/>
                      <a:pt x="25" y="79"/>
                    </a:cubicBezTo>
                    <a:cubicBezTo>
                      <a:pt x="25" y="79"/>
                      <a:pt x="25" y="79"/>
                      <a:pt x="25" y="79"/>
                    </a:cubicBezTo>
                    <a:cubicBezTo>
                      <a:pt x="25" y="79"/>
                      <a:pt x="26" y="79"/>
                      <a:pt x="26" y="79"/>
                    </a:cubicBezTo>
                    <a:cubicBezTo>
                      <a:pt x="24" y="78"/>
                      <a:pt x="26" y="78"/>
                      <a:pt x="24" y="78"/>
                    </a:cubicBezTo>
                    <a:cubicBezTo>
                      <a:pt x="25" y="78"/>
                      <a:pt x="25" y="78"/>
                      <a:pt x="25" y="78"/>
                    </a:cubicBezTo>
                    <a:cubicBezTo>
                      <a:pt x="23" y="77"/>
                      <a:pt x="23" y="77"/>
                      <a:pt x="23" y="77"/>
                    </a:cubicBezTo>
                    <a:cubicBezTo>
                      <a:pt x="24" y="77"/>
                      <a:pt x="24" y="77"/>
                      <a:pt x="24" y="77"/>
                    </a:cubicBezTo>
                    <a:cubicBezTo>
                      <a:pt x="26" y="78"/>
                      <a:pt x="26" y="78"/>
                      <a:pt x="26" y="78"/>
                    </a:cubicBezTo>
                    <a:cubicBezTo>
                      <a:pt x="27" y="78"/>
                      <a:pt x="25" y="77"/>
                      <a:pt x="24" y="77"/>
                    </a:cubicBezTo>
                    <a:cubicBezTo>
                      <a:pt x="23" y="76"/>
                      <a:pt x="24" y="77"/>
                      <a:pt x="25" y="77"/>
                    </a:cubicBezTo>
                    <a:cubicBezTo>
                      <a:pt x="26" y="77"/>
                      <a:pt x="25" y="77"/>
                      <a:pt x="25" y="77"/>
                    </a:cubicBezTo>
                    <a:cubicBezTo>
                      <a:pt x="26" y="78"/>
                      <a:pt x="25" y="77"/>
                      <a:pt x="26" y="77"/>
                    </a:cubicBezTo>
                    <a:cubicBezTo>
                      <a:pt x="26" y="77"/>
                      <a:pt x="24" y="77"/>
                      <a:pt x="25" y="77"/>
                    </a:cubicBezTo>
                    <a:cubicBezTo>
                      <a:pt x="25" y="76"/>
                      <a:pt x="25" y="76"/>
                      <a:pt x="26" y="76"/>
                    </a:cubicBezTo>
                    <a:cubicBezTo>
                      <a:pt x="26" y="76"/>
                      <a:pt x="26" y="76"/>
                      <a:pt x="25" y="75"/>
                    </a:cubicBezTo>
                    <a:cubicBezTo>
                      <a:pt x="25" y="76"/>
                      <a:pt x="24" y="76"/>
                      <a:pt x="23" y="75"/>
                    </a:cubicBezTo>
                    <a:cubicBezTo>
                      <a:pt x="23" y="75"/>
                      <a:pt x="23" y="75"/>
                      <a:pt x="23" y="75"/>
                    </a:cubicBezTo>
                    <a:cubicBezTo>
                      <a:pt x="24" y="75"/>
                      <a:pt x="24" y="75"/>
                      <a:pt x="24" y="75"/>
                    </a:cubicBezTo>
                    <a:cubicBezTo>
                      <a:pt x="23" y="75"/>
                      <a:pt x="24" y="75"/>
                      <a:pt x="22" y="75"/>
                    </a:cubicBezTo>
                    <a:cubicBezTo>
                      <a:pt x="25" y="75"/>
                      <a:pt x="25" y="75"/>
                      <a:pt x="25" y="75"/>
                    </a:cubicBezTo>
                    <a:cubicBezTo>
                      <a:pt x="23" y="74"/>
                      <a:pt x="23" y="74"/>
                      <a:pt x="23" y="74"/>
                    </a:cubicBezTo>
                    <a:cubicBezTo>
                      <a:pt x="25" y="74"/>
                      <a:pt x="27" y="75"/>
                      <a:pt x="27" y="75"/>
                    </a:cubicBezTo>
                    <a:cubicBezTo>
                      <a:pt x="26" y="74"/>
                      <a:pt x="26" y="74"/>
                      <a:pt x="26" y="74"/>
                    </a:cubicBezTo>
                    <a:cubicBezTo>
                      <a:pt x="26" y="73"/>
                      <a:pt x="26" y="74"/>
                      <a:pt x="27" y="74"/>
                    </a:cubicBezTo>
                    <a:cubicBezTo>
                      <a:pt x="28" y="73"/>
                      <a:pt x="22" y="72"/>
                      <a:pt x="24" y="72"/>
                    </a:cubicBezTo>
                    <a:cubicBezTo>
                      <a:pt x="26" y="72"/>
                      <a:pt x="26" y="72"/>
                      <a:pt x="27" y="72"/>
                    </a:cubicBezTo>
                    <a:cubicBezTo>
                      <a:pt x="27" y="72"/>
                      <a:pt x="26" y="72"/>
                      <a:pt x="26" y="72"/>
                    </a:cubicBezTo>
                    <a:cubicBezTo>
                      <a:pt x="25" y="72"/>
                      <a:pt x="27" y="72"/>
                      <a:pt x="26" y="72"/>
                    </a:cubicBezTo>
                    <a:cubicBezTo>
                      <a:pt x="25" y="72"/>
                      <a:pt x="25" y="72"/>
                      <a:pt x="25" y="72"/>
                    </a:cubicBezTo>
                    <a:cubicBezTo>
                      <a:pt x="29" y="72"/>
                      <a:pt x="26" y="70"/>
                      <a:pt x="28" y="70"/>
                    </a:cubicBezTo>
                    <a:cubicBezTo>
                      <a:pt x="26" y="69"/>
                      <a:pt x="28" y="69"/>
                      <a:pt x="27" y="69"/>
                    </a:cubicBezTo>
                    <a:cubicBezTo>
                      <a:pt x="29" y="70"/>
                      <a:pt x="27" y="68"/>
                      <a:pt x="28" y="69"/>
                    </a:cubicBezTo>
                    <a:cubicBezTo>
                      <a:pt x="26" y="68"/>
                      <a:pt x="26" y="68"/>
                      <a:pt x="26" y="68"/>
                    </a:cubicBezTo>
                    <a:cubicBezTo>
                      <a:pt x="27" y="68"/>
                      <a:pt x="22" y="66"/>
                      <a:pt x="25" y="67"/>
                    </a:cubicBezTo>
                    <a:cubicBezTo>
                      <a:pt x="26" y="67"/>
                      <a:pt x="27" y="67"/>
                      <a:pt x="27" y="68"/>
                    </a:cubicBezTo>
                    <a:cubicBezTo>
                      <a:pt x="30" y="68"/>
                      <a:pt x="25" y="66"/>
                      <a:pt x="29" y="67"/>
                    </a:cubicBezTo>
                    <a:cubicBezTo>
                      <a:pt x="28" y="66"/>
                      <a:pt x="26" y="66"/>
                      <a:pt x="25" y="65"/>
                    </a:cubicBezTo>
                    <a:cubicBezTo>
                      <a:pt x="26" y="65"/>
                      <a:pt x="28" y="65"/>
                      <a:pt x="28" y="65"/>
                    </a:cubicBezTo>
                    <a:cubicBezTo>
                      <a:pt x="28" y="65"/>
                      <a:pt x="27" y="65"/>
                      <a:pt x="28" y="65"/>
                    </a:cubicBezTo>
                    <a:cubicBezTo>
                      <a:pt x="28" y="65"/>
                      <a:pt x="28" y="65"/>
                      <a:pt x="29" y="65"/>
                    </a:cubicBezTo>
                    <a:cubicBezTo>
                      <a:pt x="30" y="65"/>
                      <a:pt x="28" y="64"/>
                      <a:pt x="28" y="64"/>
                    </a:cubicBezTo>
                    <a:cubicBezTo>
                      <a:pt x="30" y="64"/>
                      <a:pt x="29" y="63"/>
                      <a:pt x="30" y="63"/>
                    </a:cubicBezTo>
                    <a:cubicBezTo>
                      <a:pt x="28" y="62"/>
                      <a:pt x="31" y="63"/>
                      <a:pt x="28" y="62"/>
                    </a:cubicBezTo>
                    <a:cubicBezTo>
                      <a:pt x="29" y="62"/>
                      <a:pt x="29" y="62"/>
                      <a:pt x="29" y="62"/>
                    </a:cubicBezTo>
                    <a:cubicBezTo>
                      <a:pt x="28" y="62"/>
                      <a:pt x="26" y="61"/>
                      <a:pt x="26" y="61"/>
                    </a:cubicBezTo>
                    <a:cubicBezTo>
                      <a:pt x="28" y="61"/>
                      <a:pt x="28" y="61"/>
                      <a:pt x="28" y="61"/>
                    </a:cubicBezTo>
                    <a:cubicBezTo>
                      <a:pt x="30" y="62"/>
                      <a:pt x="29" y="61"/>
                      <a:pt x="30" y="61"/>
                    </a:cubicBezTo>
                    <a:cubicBezTo>
                      <a:pt x="28" y="61"/>
                      <a:pt x="30" y="61"/>
                      <a:pt x="28" y="61"/>
                    </a:cubicBezTo>
                    <a:cubicBezTo>
                      <a:pt x="28" y="60"/>
                      <a:pt x="28" y="60"/>
                      <a:pt x="28" y="60"/>
                    </a:cubicBezTo>
                    <a:cubicBezTo>
                      <a:pt x="27" y="60"/>
                      <a:pt x="27" y="60"/>
                      <a:pt x="27" y="59"/>
                    </a:cubicBezTo>
                    <a:cubicBezTo>
                      <a:pt x="27" y="59"/>
                      <a:pt x="29" y="60"/>
                      <a:pt x="29" y="60"/>
                    </a:cubicBezTo>
                    <a:cubicBezTo>
                      <a:pt x="30" y="60"/>
                      <a:pt x="29" y="60"/>
                      <a:pt x="29" y="59"/>
                    </a:cubicBezTo>
                    <a:cubicBezTo>
                      <a:pt x="29" y="59"/>
                      <a:pt x="29" y="59"/>
                      <a:pt x="28" y="59"/>
                    </a:cubicBezTo>
                    <a:cubicBezTo>
                      <a:pt x="29" y="59"/>
                      <a:pt x="29" y="59"/>
                      <a:pt x="29" y="59"/>
                    </a:cubicBezTo>
                    <a:cubicBezTo>
                      <a:pt x="29" y="59"/>
                      <a:pt x="29" y="59"/>
                      <a:pt x="29" y="59"/>
                    </a:cubicBezTo>
                    <a:cubicBezTo>
                      <a:pt x="29" y="59"/>
                      <a:pt x="29" y="59"/>
                      <a:pt x="29" y="59"/>
                    </a:cubicBezTo>
                    <a:cubicBezTo>
                      <a:pt x="29" y="59"/>
                      <a:pt x="29" y="59"/>
                      <a:pt x="29" y="59"/>
                    </a:cubicBezTo>
                    <a:cubicBezTo>
                      <a:pt x="29" y="59"/>
                      <a:pt x="29" y="59"/>
                      <a:pt x="29" y="59"/>
                    </a:cubicBezTo>
                    <a:cubicBezTo>
                      <a:pt x="29" y="59"/>
                      <a:pt x="29" y="59"/>
                      <a:pt x="29" y="59"/>
                    </a:cubicBezTo>
                    <a:cubicBezTo>
                      <a:pt x="29" y="59"/>
                      <a:pt x="29" y="59"/>
                      <a:pt x="30" y="59"/>
                    </a:cubicBezTo>
                    <a:cubicBezTo>
                      <a:pt x="31" y="59"/>
                      <a:pt x="31" y="59"/>
                      <a:pt x="31" y="59"/>
                    </a:cubicBezTo>
                    <a:cubicBezTo>
                      <a:pt x="31" y="59"/>
                      <a:pt x="30" y="58"/>
                      <a:pt x="29" y="58"/>
                    </a:cubicBezTo>
                    <a:cubicBezTo>
                      <a:pt x="30" y="58"/>
                      <a:pt x="29" y="56"/>
                      <a:pt x="28" y="56"/>
                    </a:cubicBezTo>
                    <a:cubicBezTo>
                      <a:pt x="28" y="56"/>
                      <a:pt x="30" y="56"/>
                      <a:pt x="29" y="56"/>
                    </a:cubicBezTo>
                    <a:cubicBezTo>
                      <a:pt x="29" y="56"/>
                      <a:pt x="27" y="55"/>
                      <a:pt x="28" y="55"/>
                    </a:cubicBezTo>
                    <a:cubicBezTo>
                      <a:pt x="28" y="55"/>
                      <a:pt x="30" y="55"/>
                      <a:pt x="30" y="55"/>
                    </a:cubicBezTo>
                    <a:cubicBezTo>
                      <a:pt x="30" y="55"/>
                      <a:pt x="28" y="55"/>
                      <a:pt x="28" y="55"/>
                    </a:cubicBezTo>
                    <a:cubicBezTo>
                      <a:pt x="31" y="55"/>
                      <a:pt x="27" y="53"/>
                      <a:pt x="29" y="53"/>
                    </a:cubicBezTo>
                    <a:cubicBezTo>
                      <a:pt x="29" y="53"/>
                      <a:pt x="30" y="53"/>
                      <a:pt x="30" y="53"/>
                    </a:cubicBezTo>
                    <a:cubicBezTo>
                      <a:pt x="30" y="53"/>
                      <a:pt x="29" y="52"/>
                      <a:pt x="27" y="51"/>
                    </a:cubicBezTo>
                    <a:cubicBezTo>
                      <a:pt x="29" y="52"/>
                      <a:pt x="29" y="52"/>
                      <a:pt x="29" y="52"/>
                    </a:cubicBezTo>
                    <a:cubicBezTo>
                      <a:pt x="29" y="51"/>
                      <a:pt x="29" y="51"/>
                      <a:pt x="27" y="50"/>
                    </a:cubicBezTo>
                    <a:cubicBezTo>
                      <a:pt x="27" y="51"/>
                      <a:pt x="28" y="51"/>
                      <a:pt x="28" y="51"/>
                    </a:cubicBezTo>
                    <a:cubicBezTo>
                      <a:pt x="27" y="51"/>
                      <a:pt x="25" y="50"/>
                      <a:pt x="26" y="50"/>
                    </a:cubicBezTo>
                    <a:cubicBezTo>
                      <a:pt x="26" y="50"/>
                      <a:pt x="26" y="50"/>
                      <a:pt x="26" y="50"/>
                    </a:cubicBezTo>
                    <a:cubicBezTo>
                      <a:pt x="26" y="50"/>
                      <a:pt x="25" y="49"/>
                      <a:pt x="25" y="49"/>
                    </a:cubicBezTo>
                    <a:cubicBezTo>
                      <a:pt x="26" y="49"/>
                      <a:pt x="26" y="49"/>
                      <a:pt x="27" y="49"/>
                    </a:cubicBezTo>
                    <a:cubicBezTo>
                      <a:pt x="29" y="50"/>
                      <a:pt x="28" y="49"/>
                      <a:pt x="29" y="49"/>
                    </a:cubicBezTo>
                    <a:cubicBezTo>
                      <a:pt x="27" y="48"/>
                      <a:pt x="27" y="48"/>
                      <a:pt x="27" y="48"/>
                    </a:cubicBezTo>
                    <a:cubicBezTo>
                      <a:pt x="26" y="48"/>
                      <a:pt x="29" y="49"/>
                      <a:pt x="29" y="48"/>
                    </a:cubicBezTo>
                    <a:cubicBezTo>
                      <a:pt x="24" y="47"/>
                      <a:pt x="24" y="47"/>
                      <a:pt x="24" y="47"/>
                    </a:cubicBezTo>
                    <a:cubicBezTo>
                      <a:pt x="24" y="47"/>
                      <a:pt x="26" y="47"/>
                      <a:pt x="27" y="47"/>
                    </a:cubicBezTo>
                    <a:cubicBezTo>
                      <a:pt x="27" y="47"/>
                      <a:pt x="24" y="46"/>
                      <a:pt x="22" y="45"/>
                    </a:cubicBezTo>
                    <a:cubicBezTo>
                      <a:pt x="23" y="45"/>
                      <a:pt x="22" y="44"/>
                      <a:pt x="22" y="44"/>
                    </a:cubicBezTo>
                    <a:cubicBezTo>
                      <a:pt x="23" y="44"/>
                      <a:pt x="22" y="44"/>
                      <a:pt x="23" y="44"/>
                    </a:cubicBezTo>
                    <a:cubicBezTo>
                      <a:pt x="25" y="44"/>
                      <a:pt x="25" y="44"/>
                      <a:pt x="25" y="44"/>
                    </a:cubicBezTo>
                    <a:cubicBezTo>
                      <a:pt x="25" y="45"/>
                      <a:pt x="27" y="45"/>
                      <a:pt x="28" y="45"/>
                    </a:cubicBezTo>
                    <a:cubicBezTo>
                      <a:pt x="27" y="45"/>
                      <a:pt x="28" y="44"/>
                      <a:pt x="29" y="44"/>
                    </a:cubicBezTo>
                    <a:cubicBezTo>
                      <a:pt x="26" y="44"/>
                      <a:pt x="27" y="43"/>
                      <a:pt x="25" y="42"/>
                    </a:cubicBezTo>
                    <a:cubicBezTo>
                      <a:pt x="24" y="42"/>
                      <a:pt x="27" y="43"/>
                      <a:pt x="28" y="43"/>
                    </a:cubicBezTo>
                    <a:cubicBezTo>
                      <a:pt x="27" y="42"/>
                      <a:pt x="27" y="41"/>
                      <a:pt x="27" y="41"/>
                    </a:cubicBezTo>
                    <a:cubicBezTo>
                      <a:pt x="28" y="41"/>
                      <a:pt x="28" y="41"/>
                      <a:pt x="28" y="41"/>
                    </a:cubicBezTo>
                    <a:cubicBezTo>
                      <a:pt x="27" y="40"/>
                      <a:pt x="28" y="40"/>
                      <a:pt x="26" y="39"/>
                    </a:cubicBezTo>
                    <a:cubicBezTo>
                      <a:pt x="27" y="39"/>
                      <a:pt x="27" y="39"/>
                      <a:pt x="27" y="39"/>
                    </a:cubicBezTo>
                    <a:cubicBezTo>
                      <a:pt x="28" y="39"/>
                      <a:pt x="24" y="38"/>
                      <a:pt x="26" y="38"/>
                    </a:cubicBezTo>
                    <a:cubicBezTo>
                      <a:pt x="27" y="39"/>
                      <a:pt x="27" y="39"/>
                      <a:pt x="27" y="39"/>
                    </a:cubicBezTo>
                    <a:cubicBezTo>
                      <a:pt x="26" y="38"/>
                      <a:pt x="28" y="38"/>
                      <a:pt x="26" y="37"/>
                    </a:cubicBezTo>
                    <a:cubicBezTo>
                      <a:pt x="27" y="37"/>
                      <a:pt x="27" y="38"/>
                      <a:pt x="28" y="38"/>
                    </a:cubicBezTo>
                    <a:cubicBezTo>
                      <a:pt x="27" y="37"/>
                      <a:pt x="27" y="37"/>
                      <a:pt x="26" y="36"/>
                    </a:cubicBezTo>
                    <a:cubicBezTo>
                      <a:pt x="28" y="37"/>
                      <a:pt x="28" y="37"/>
                      <a:pt x="28" y="37"/>
                    </a:cubicBezTo>
                    <a:cubicBezTo>
                      <a:pt x="29" y="37"/>
                      <a:pt x="26" y="36"/>
                      <a:pt x="27" y="36"/>
                    </a:cubicBezTo>
                    <a:cubicBezTo>
                      <a:pt x="27" y="36"/>
                      <a:pt x="28" y="36"/>
                      <a:pt x="28" y="36"/>
                    </a:cubicBezTo>
                    <a:cubicBezTo>
                      <a:pt x="27" y="35"/>
                      <a:pt x="27" y="35"/>
                      <a:pt x="27" y="35"/>
                    </a:cubicBezTo>
                    <a:cubicBezTo>
                      <a:pt x="29" y="35"/>
                      <a:pt x="29" y="35"/>
                      <a:pt x="29" y="35"/>
                    </a:cubicBezTo>
                    <a:cubicBezTo>
                      <a:pt x="29" y="33"/>
                      <a:pt x="30" y="31"/>
                      <a:pt x="28" y="29"/>
                    </a:cubicBezTo>
                    <a:cubicBezTo>
                      <a:pt x="31" y="29"/>
                      <a:pt x="30" y="30"/>
                      <a:pt x="31" y="30"/>
                    </a:cubicBezTo>
                    <a:cubicBezTo>
                      <a:pt x="29" y="29"/>
                      <a:pt x="31" y="29"/>
                      <a:pt x="30" y="29"/>
                    </a:cubicBezTo>
                    <a:cubicBezTo>
                      <a:pt x="30" y="29"/>
                      <a:pt x="30" y="29"/>
                      <a:pt x="30" y="29"/>
                    </a:cubicBezTo>
                    <a:cubicBezTo>
                      <a:pt x="30" y="28"/>
                      <a:pt x="31" y="28"/>
                      <a:pt x="31" y="28"/>
                    </a:cubicBezTo>
                    <a:cubicBezTo>
                      <a:pt x="30" y="28"/>
                      <a:pt x="30" y="28"/>
                      <a:pt x="30" y="28"/>
                    </a:cubicBezTo>
                    <a:cubicBezTo>
                      <a:pt x="29" y="27"/>
                      <a:pt x="33" y="28"/>
                      <a:pt x="30" y="27"/>
                    </a:cubicBezTo>
                    <a:cubicBezTo>
                      <a:pt x="32" y="27"/>
                      <a:pt x="32" y="27"/>
                      <a:pt x="32" y="27"/>
                    </a:cubicBezTo>
                    <a:cubicBezTo>
                      <a:pt x="30" y="26"/>
                      <a:pt x="33" y="27"/>
                      <a:pt x="31" y="26"/>
                    </a:cubicBezTo>
                    <a:cubicBezTo>
                      <a:pt x="31" y="26"/>
                      <a:pt x="31" y="26"/>
                      <a:pt x="31" y="26"/>
                    </a:cubicBezTo>
                    <a:cubicBezTo>
                      <a:pt x="33" y="26"/>
                      <a:pt x="29" y="25"/>
                      <a:pt x="31" y="25"/>
                    </a:cubicBezTo>
                    <a:cubicBezTo>
                      <a:pt x="31" y="25"/>
                      <a:pt x="30" y="24"/>
                      <a:pt x="28" y="24"/>
                    </a:cubicBezTo>
                    <a:cubicBezTo>
                      <a:pt x="31" y="24"/>
                      <a:pt x="31" y="24"/>
                      <a:pt x="31" y="24"/>
                    </a:cubicBezTo>
                    <a:cubicBezTo>
                      <a:pt x="30" y="23"/>
                      <a:pt x="31" y="21"/>
                      <a:pt x="29" y="19"/>
                    </a:cubicBezTo>
                    <a:cubicBezTo>
                      <a:pt x="30" y="20"/>
                      <a:pt x="30" y="20"/>
                      <a:pt x="30" y="20"/>
                    </a:cubicBezTo>
                    <a:cubicBezTo>
                      <a:pt x="28" y="18"/>
                      <a:pt x="33" y="19"/>
                      <a:pt x="29" y="17"/>
                    </a:cubicBezTo>
                    <a:cubicBezTo>
                      <a:pt x="27" y="16"/>
                      <a:pt x="27" y="16"/>
                      <a:pt x="27" y="16"/>
                    </a:cubicBezTo>
                    <a:cubicBezTo>
                      <a:pt x="30" y="17"/>
                      <a:pt x="30" y="17"/>
                      <a:pt x="30" y="17"/>
                    </a:cubicBezTo>
                    <a:cubicBezTo>
                      <a:pt x="29" y="16"/>
                      <a:pt x="30" y="16"/>
                      <a:pt x="28" y="15"/>
                    </a:cubicBezTo>
                    <a:cubicBezTo>
                      <a:pt x="30" y="16"/>
                      <a:pt x="30" y="16"/>
                      <a:pt x="30" y="16"/>
                    </a:cubicBezTo>
                    <a:cubicBezTo>
                      <a:pt x="30" y="15"/>
                      <a:pt x="28" y="14"/>
                      <a:pt x="28" y="14"/>
                    </a:cubicBezTo>
                    <a:cubicBezTo>
                      <a:pt x="29" y="14"/>
                      <a:pt x="29" y="14"/>
                      <a:pt x="29" y="14"/>
                    </a:cubicBezTo>
                    <a:cubicBezTo>
                      <a:pt x="33" y="14"/>
                      <a:pt x="36" y="12"/>
                      <a:pt x="32" y="9"/>
                    </a:cubicBezTo>
                    <a:cubicBezTo>
                      <a:pt x="32" y="9"/>
                      <a:pt x="35" y="10"/>
                      <a:pt x="34" y="10"/>
                    </a:cubicBezTo>
                    <a:cubicBezTo>
                      <a:pt x="32" y="7"/>
                      <a:pt x="37" y="7"/>
                      <a:pt x="33" y="4"/>
                    </a:cubicBezTo>
                    <a:cubicBezTo>
                      <a:pt x="32" y="2"/>
                      <a:pt x="26" y="0"/>
                      <a:pt x="26" y="0"/>
                    </a:cubicBezTo>
                    <a:cubicBezTo>
                      <a:pt x="28" y="3"/>
                      <a:pt x="24" y="5"/>
                      <a:pt x="21" y="7"/>
                    </a:cubicBezTo>
                    <a:cubicBezTo>
                      <a:pt x="21" y="8"/>
                      <a:pt x="21" y="9"/>
                      <a:pt x="20" y="10"/>
                    </a:cubicBezTo>
                    <a:cubicBezTo>
                      <a:pt x="20" y="13"/>
                      <a:pt x="14" y="16"/>
                      <a:pt x="15" y="20"/>
                    </a:cubicBezTo>
                    <a:cubicBezTo>
                      <a:pt x="16" y="20"/>
                      <a:pt x="17" y="21"/>
                      <a:pt x="17" y="21"/>
                    </a:cubicBezTo>
                    <a:cubicBezTo>
                      <a:pt x="16" y="21"/>
                      <a:pt x="16" y="21"/>
                      <a:pt x="16" y="21"/>
                    </a:cubicBezTo>
                    <a:cubicBezTo>
                      <a:pt x="18" y="21"/>
                      <a:pt x="18" y="21"/>
                      <a:pt x="18" y="21"/>
                    </a:cubicBezTo>
                    <a:cubicBezTo>
                      <a:pt x="18" y="22"/>
                      <a:pt x="16" y="21"/>
                      <a:pt x="16" y="21"/>
                    </a:cubicBezTo>
                    <a:cubicBezTo>
                      <a:pt x="15" y="22"/>
                      <a:pt x="16" y="24"/>
                      <a:pt x="15" y="25"/>
                    </a:cubicBezTo>
                    <a:cubicBezTo>
                      <a:pt x="17" y="25"/>
                      <a:pt x="15" y="26"/>
                      <a:pt x="17" y="26"/>
                    </a:cubicBezTo>
                    <a:cubicBezTo>
                      <a:pt x="16" y="26"/>
                      <a:pt x="16" y="26"/>
                      <a:pt x="16" y="26"/>
                    </a:cubicBezTo>
                    <a:cubicBezTo>
                      <a:pt x="17" y="27"/>
                      <a:pt x="17" y="27"/>
                      <a:pt x="14" y="28"/>
                    </a:cubicBezTo>
                    <a:cubicBezTo>
                      <a:pt x="12" y="31"/>
                      <a:pt x="12" y="35"/>
                      <a:pt x="11" y="3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41" name="Freeform 116"/>
              <p:cNvSpPr/>
              <p:nvPr>
                <p:custDataLst>
                  <p:tags r:id="rId362"/>
                </p:custDataLst>
              </p:nvPr>
            </p:nvSpPr>
            <p:spPr bwMode="auto">
              <a:xfrm>
                <a:off x="3914" y="130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42" name="Freeform 117"/>
              <p:cNvSpPr/>
              <p:nvPr>
                <p:custDataLst>
                  <p:tags r:id="rId363"/>
                </p:custDataLst>
              </p:nvPr>
            </p:nvSpPr>
            <p:spPr bwMode="auto">
              <a:xfrm>
                <a:off x="3364" y="247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43" name="Freeform 118"/>
              <p:cNvSpPr/>
              <p:nvPr>
                <p:custDataLst>
                  <p:tags r:id="rId364"/>
                </p:custDataLst>
              </p:nvPr>
            </p:nvSpPr>
            <p:spPr bwMode="auto">
              <a:xfrm>
                <a:off x="3920" y="1403"/>
                <a:ext cx="4" cy="2"/>
              </a:xfrm>
              <a:custGeom>
                <a:avLst/>
                <a:gdLst>
                  <a:gd name="T0" fmla="*/ 1 w 2"/>
                  <a:gd name="T1" fmla="*/ 1 h 1"/>
                  <a:gd name="T2" fmla="*/ 1 w 2"/>
                  <a:gd name="T3" fmla="*/ 0 h 1"/>
                  <a:gd name="T4" fmla="*/ 1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2" y="1"/>
                      <a:pt x="0" y="0"/>
                      <a:pt x="1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44" name="Freeform 119"/>
              <p:cNvSpPr/>
              <p:nvPr>
                <p:custDataLst>
                  <p:tags r:id="rId365"/>
                </p:custDataLst>
              </p:nvPr>
            </p:nvSpPr>
            <p:spPr bwMode="auto">
              <a:xfrm>
                <a:off x="3918" y="1401"/>
                <a:ext cx="4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45" name="Freeform 120"/>
              <p:cNvSpPr/>
              <p:nvPr>
                <p:custDataLst>
                  <p:tags r:id="rId366"/>
                </p:custDataLst>
              </p:nvPr>
            </p:nvSpPr>
            <p:spPr bwMode="auto">
              <a:xfrm>
                <a:off x="3920" y="1411"/>
                <a:ext cx="4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2" y="0"/>
                      <a:pt x="1" y="0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46" name="Freeform 121"/>
              <p:cNvSpPr/>
              <p:nvPr>
                <p:custDataLst>
                  <p:tags r:id="rId367"/>
                </p:custDataLst>
              </p:nvPr>
            </p:nvSpPr>
            <p:spPr bwMode="auto">
              <a:xfrm>
                <a:off x="3477" y="150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47" name="Freeform 122"/>
              <p:cNvSpPr/>
              <p:nvPr>
                <p:custDataLst>
                  <p:tags r:id="rId368"/>
                </p:custDataLst>
              </p:nvPr>
            </p:nvSpPr>
            <p:spPr bwMode="auto">
              <a:xfrm>
                <a:off x="3453" y="1458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48" name="Freeform 123"/>
              <p:cNvSpPr/>
              <p:nvPr>
                <p:custDataLst>
                  <p:tags r:id="rId369"/>
                </p:custDataLst>
              </p:nvPr>
            </p:nvSpPr>
            <p:spPr bwMode="auto">
              <a:xfrm>
                <a:off x="3477" y="1422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49" name="Freeform 124"/>
              <p:cNvSpPr/>
              <p:nvPr>
                <p:custDataLst>
                  <p:tags r:id="rId370"/>
                </p:custDataLst>
              </p:nvPr>
            </p:nvSpPr>
            <p:spPr bwMode="auto">
              <a:xfrm>
                <a:off x="4603" y="188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50" name="Freeform 125"/>
              <p:cNvSpPr/>
              <p:nvPr>
                <p:custDataLst>
                  <p:tags r:id="rId371"/>
                </p:custDataLst>
              </p:nvPr>
            </p:nvSpPr>
            <p:spPr bwMode="auto">
              <a:xfrm>
                <a:off x="3540" y="1530"/>
                <a:ext cx="4" cy="2"/>
              </a:xfrm>
              <a:custGeom>
                <a:avLst/>
                <a:gdLst>
                  <a:gd name="T0" fmla="*/ 1 w 2"/>
                  <a:gd name="T1" fmla="*/ 1 h 1"/>
                  <a:gd name="T2" fmla="*/ 1 w 2"/>
                  <a:gd name="T3" fmla="*/ 0 h 1"/>
                  <a:gd name="T4" fmla="*/ 1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2" y="0"/>
                      <a:pt x="0" y="0"/>
                      <a:pt x="1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51" name="Rectangle 126"/>
              <p:cNvSpPr>
                <a:spLocks noChangeArrowheads="1"/>
              </p:cNvSpPr>
              <p:nvPr>
                <p:custDataLst>
                  <p:tags r:id="rId372"/>
                </p:custDataLst>
              </p:nvPr>
            </p:nvSpPr>
            <p:spPr bwMode="auto">
              <a:xfrm>
                <a:off x="3489" y="1441"/>
                <a:ext cx="2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52" name="Freeform 127"/>
              <p:cNvSpPr/>
              <p:nvPr>
                <p:custDataLst>
                  <p:tags r:id="rId373"/>
                </p:custDataLst>
              </p:nvPr>
            </p:nvSpPr>
            <p:spPr bwMode="auto">
              <a:xfrm>
                <a:off x="3375" y="1310"/>
                <a:ext cx="174" cy="269"/>
              </a:xfrm>
              <a:custGeom>
                <a:avLst/>
                <a:gdLst>
                  <a:gd name="T0" fmla="*/ 11 w 82"/>
                  <a:gd name="T1" fmla="*/ 27 h 127"/>
                  <a:gd name="T2" fmla="*/ 20 w 82"/>
                  <a:gd name="T3" fmla="*/ 47 h 127"/>
                  <a:gd name="T4" fmla="*/ 34 w 82"/>
                  <a:gd name="T5" fmla="*/ 60 h 127"/>
                  <a:gd name="T6" fmla="*/ 37 w 82"/>
                  <a:gd name="T7" fmla="*/ 68 h 127"/>
                  <a:gd name="T8" fmla="*/ 43 w 82"/>
                  <a:gd name="T9" fmla="*/ 80 h 127"/>
                  <a:gd name="T10" fmla="*/ 47 w 82"/>
                  <a:gd name="T11" fmla="*/ 89 h 127"/>
                  <a:gd name="T12" fmla="*/ 53 w 82"/>
                  <a:gd name="T13" fmla="*/ 94 h 127"/>
                  <a:gd name="T14" fmla="*/ 60 w 82"/>
                  <a:gd name="T15" fmla="*/ 105 h 127"/>
                  <a:gd name="T16" fmla="*/ 63 w 82"/>
                  <a:gd name="T17" fmla="*/ 111 h 127"/>
                  <a:gd name="T18" fmla="*/ 63 w 82"/>
                  <a:gd name="T19" fmla="*/ 121 h 127"/>
                  <a:gd name="T20" fmla="*/ 65 w 82"/>
                  <a:gd name="T21" fmla="*/ 124 h 127"/>
                  <a:gd name="T22" fmla="*/ 69 w 82"/>
                  <a:gd name="T23" fmla="*/ 126 h 127"/>
                  <a:gd name="T24" fmla="*/ 72 w 82"/>
                  <a:gd name="T25" fmla="*/ 126 h 127"/>
                  <a:gd name="T26" fmla="*/ 73 w 82"/>
                  <a:gd name="T27" fmla="*/ 123 h 127"/>
                  <a:gd name="T28" fmla="*/ 71 w 82"/>
                  <a:gd name="T29" fmla="*/ 118 h 127"/>
                  <a:gd name="T30" fmla="*/ 73 w 82"/>
                  <a:gd name="T31" fmla="*/ 112 h 127"/>
                  <a:gd name="T32" fmla="*/ 80 w 82"/>
                  <a:gd name="T33" fmla="*/ 112 h 127"/>
                  <a:gd name="T34" fmla="*/ 80 w 82"/>
                  <a:gd name="T35" fmla="*/ 109 h 127"/>
                  <a:gd name="T36" fmla="*/ 76 w 82"/>
                  <a:gd name="T37" fmla="*/ 108 h 127"/>
                  <a:gd name="T38" fmla="*/ 78 w 82"/>
                  <a:gd name="T39" fmla="*/ 107 h 127"/>
                  <a:gd name="T40" fmla="*/ 73 w 82"/>
                  <a:gd name="T41" fmla="*/ 105 h 127"/>
                  <a:gd name="T42" fmla="*/ 77 w 82"/>
                  <a:gd name="T43" fmla="*/ 102 h 127"/>
                  <a:gd name="T44" fmla="*/ 78 w 82"/>
                  <a:gd name="T45" fmla="*/ 100 h 127"/>
                  <a:gd name="T46" fmla="*/ 76 w 82"/>
                  <a:gd name="T47" fmla="*/ 100 h 127"/>
                  <a:gd name="T48" fmla="*/ 76 w 82"/>
                  <a:gd name="T49" fmla="*/ 96 h 127"/>
                  <a:gd name="T50" fmla="*/ 71 w 82"/>
                  <a:gd name="T51" fmla="*/ 96 h 127"/>
                  <a:gd name="T52" fmla="*/ 65 w 82"/>
                  <a:gd name="T53" fmla="*/ 95 h 127"/>
                  <a:gd name="T54" fmla="*/ 70 w 82"/>
                  <a:gd name="T55" fmla="*/ 92 h 127"/>
                  <a:gd name="T56" fmla="*/ 68 w 82"/>
                  <a:gd name="T57" fmla="*/ 86 h 127"/>
                  <a:gd name="T58" fmla="*/ 67 w 82"/>
                  <a:gd name="T59" fmla="*/ 84 h 127"/>
                  <a:gd name="T60" fmla="*/ 65 w 82"/>
                  <a:gd name="T61" fmla="*/ 81 h 127"/>
                  <a:gd name="T62" fmla="*/ 62 w 82"/>
                  <a:gd name="T63" fmla="*/ 75 h 127"/>
                  <a:gd name="T64" fmla="*/ 60 w 82"/>
                  <a:gd name="T65" fmla="*/ 73 h 127"/>
                  <a:gd name="T66" fmla="*/ 59 w 82"/>
                  <a:gd name="T67" fmla="*/ 72 h 127"/>
                  <a:gd name="T68" fmla="*/ 57 w 82"/>
                  <a:gd name="T69" fmla="*/ 71 h 127"/>
                  <a:gd name="T70" fmla="*/ 58 w 82"/>
                  <a:gd name="T71" fmla="*/ 68 h 127"/>
                  <a:gd name="T72" fmla="*/ 55 w 82"/>
                  <a:gd name="T73" fmla="*/ 67 h 127"/>
                  <a:gd name="T74" fmla="*/ 54 w 82"/>
                  <a:gd name="T75" fmla="*/ 62 h 127"/>
                  <a:gd name="T76" fmla="*/ 51 w 82"/>
                  <a:gd name="T77" fmla="*/ 58 h 127"/>
                  <a:gd name="T78" fmla="*/ 51 w 82"/>
                  <a:gd name="T79" fmla="*/ 54 h 127"/>
                  <a:gd name="T80" fmla="*/ 48 w 82"/>
                  <a:gd name="T81" fmla="*/ 53 h 127"/>
                  <a:gd name="T82" fmla="*/ 49 w 82"/>
                  <a:gd name="T83" fmla="*/ 53 h 127"/>
                  <a:gd name="T84" fmla="*/ 45 w 82"/>
                  <a:gd name="T85" fmla="*/ 50 h 127"/>
                  <a:gd name="T86" fmla="*/ 43 w 82"/>
                  <a:gd name="T87" fmla="*/ 46 h 127"/>
                  <a:gd name="T88" fmla="*/ 41 w 82"/>
                  <a:gd name="T89" fmla="*/ 44 h 127"/>
                  <a:gd name="T90" fmla="*/ 32 w 82"/>
                  <a:gd name="T91" fmla="*/ 44 h 127"/>
                  <a:gd name="T92" fmla="*/ 35 w 82"/>
                  <a:gd name="T93" fmla="*/ 39 h 127"/>
                  <a:gd name="T94" fmla="*/ 31 w 82"/>
                  <a:gd name="T95" fmla="*/ 36 h 127"/>
                  <a:gd name="T96" fmla="*/ 30 w 82"/>
                  <a:gd name="T97" fmla="*/ 32 h 127"/>
                  <a:gd name="T98" fmla="*/ 26 w 82"/>
                  <a:gd name="T99" fmla="*/ 24 h 127"/>
                  <a:gd name="T100" fmla="*/ 25 w 82"/>
                  <a:gd name="T101" fmla="*/ 21 h 127"/>
                  <a:gd name="T102" fmla="*/ 15 w 82"/>
                  <a:gd name="T103" fmla="*/ 15 h 127"/>
                  <a:gd name="T104" fmla="*/ 13 w 82"/>
                  <a:gd name="T105" fmla="*/ 13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82" h="127">
                    <a:moveTo>
                      <a:pt x="1" y="12"/>
                    </a:moveTo>
                    <a:cubicBezTo>
                      <a:pt x="2" y="13"/>
                      <a:pt x="4" y="14"/>
                      <a:pt x="3" y="15"/>
                    </a:cubicBezTo>
                    <a:cubicBezTo>
                      <a:pt x="6" y="19"/>
                      <a:pt x="4" y="25"/>
                      <a:pt x="8" y="28"/>
                    </a:cubicBezTo>
                    <a:cubicBezTo>
                      <a:pt x="9" y="27"/>
                      <a:pt x="10" y="27"/>
                      <a:pt x="10" y="27"/>
                    </a:cubicBezTo>
                    <a:cubicBezTo>
                      <a:pt x="10" y="27"/>
                      <a:pt x="10" y="27"/>
                      <a:pt x="10" y="27"/>
                    </a:cubicBezTo>
                    <a:cubicBezTo>
                      <a:pt x="11" y="27"/>
                      <a:pt x="11" y="27"/>
                      <a:pt x="11" y="27"/>
                    </a:cubicBezTo>
                    <a:cubicBezTo>
                      <a:pt x="11" y="27"/>
                      <a:pt x="10" y="28"/>
                      <a:pt x="9" y="28"/>
                    </a:cubicBezTo>
                    <a:cubicBezTo>
                      <a:pt x="10" y="29"/>
                      <a:pt x="12" y="30"/>
                      <a:pt x="12" y="32"/>
                    </a:cubicBezTo>
                    <a:cubicBezTo>
                      <a:pt x="14" y="31"/>
                      <a:pt x="13" y="33"/>
                      <a:pt x="15" y="32"/>
                    </a:cubicBezTo>
                    <a:cubicBezTo>
                      <a:pt x="14" y="32"/>
                      <a:pt x="14" y="32"/>
                      <a:pt x="14" y="32"/>
                    </a:cubicBezTo>
                    <a:cubicBezTo>
                      <a:pt x="15" y="33"/>
                      <a:pt x="15" y="33"/>
                      <a:pt x="13" y="35"/>
                    </a:cubicBezTo>
                    <a:cubicBezTo>
                      <a:pt x="14" y="40"/>
                      <a:pt x="18" y="43"/>
                      <a:pt x="20" y="47"/>
                    </a:cubicBezTo>
                    <a:cubicBezTo>
                      <a:pt x="22" y="50"/>
                      <a:pt x="26" y="53"/>
                      <a:pt x="29" y="57"/>
                    </a:cubicBezTo>
                    <a:cubicBezTo>
                      <a:pt x="32" y="56"/>
                      <a:pt x="31" y="57"/>
                      <a:pt x="34" y="56"/>
                    </a:cubicBezTo>
                    <a:cubicBezTo>
                      <a:pt x="33" y="57"/>
                      <a:pt x="33" y="57"/>
                      <a:pt x="33" y="57"/>
                    </a:cubicBezTo>
                    <a:cubicBezTo>
                      <a:pt x="35" y="57"/>
                      <a:pt x="34" y="58"/>
                      <a:pt x="33" y="59"/>
                    </a:cubicBezTo>
                    <a:cubicBezTo>
                      <a:pt x="34" y="59"/>
                      <a:pt x="33" y="59"/>
                      <a:pt x="35" y="58"/>
                    </a:cubicBezTo>
                    <a:cubicBezTo>
                      <a:pt x="37" y="58"/>
                      <a:pt x="33" y="60"/>
                      <a:pt x="34" y="60"/>
                    </a:cubicBezTo>
                    <a:cubicBezTo>
                      <a:pt x="33" y="60"/>
                      <a:pt x="35" y="59"/>
                      <a:pt x="35" y="60"/>
                    </a:cubicBezTo>
                    <a:cubicBezTo>
                      <a:pt x="37" y="60"/>
                      <a:pt x="33" y="60"/>
                      <a:pt x="32" y="62"/>
                    </a:cubicBezTo>
                    <a:cubicBezTo>
                      <a:pt x="34" y="64"/>
                      <a:pt x="37" y="65"/>
                      <a:pt x="37" y="67"/>
                    </a:cubicBezTo>
                    <a:cubicBezTo>
                      <a:pt x="37" y="67"/>
                      <a:pt x="38" y="66"/>
                      <a:pt x="38" y="66"/>
                    </a:cubicBezTo>
                    <a:cubicBezTo>
                      <a:pt x="35" y="68"/>
                      <a:pt x="39" y="66"/>
                      <a:pt x="38" y="67"/>
                    </a:cubicBezTo>
                    <a:cubicBezTo>
                      <a:pt x="37" y="68"/>
                      <a:pt x="37" y="68"/>
                      <a:pt x="37" y="68"/>
                    </a:cubicBezTo>
                    <a:cubicBezTo>
                      <a:pt x="36" y="69"/>
                      <a:pt x="39" y="69"/>
                      <a:pt x="38" y="70"/>
                    </a:cubicBezTo>
                    <a:cubicBezTo>
                      <a:pt x="39" y="70"/>
                      <a:pt x="37" y="72"/>
                      <a:pt x="39" y="72"/>
                    </a:cubicBezTo>
                    <a:cubicBezTo>
                      <a:pt x="38" y="72"/>
                      <a:pt x="38" y="73"/>
                      <a:pt x="38" y="73"/>
                    </a:cubicBezTo>
                    <a:cubicBezTo>
                      <a:pt x="41" y="72"/>
                      <a:pt x="37" y="75"/>
                      <a:pt x="40" y="74"/>
                    </a:cubicBezTo>
                    <a:cubicBezTo>
                      <a:pt x="39" y="75"/>
                      <a:pt x="39" y="75"/>
                      <a:pt x="39" y="75"/>
                    </a:cubicBezTo>
                    <a:cubicBezTo>
                      <a:pt x="41" y="76"/>
                      <a:pt x="41" y="79"/>
                      <a:pt x="43" y="80"/>
                    </a:cubicBezTo>
                    <a:cubicBezTo>
                      <a:pt x="44" y="81"/>
                      <a:pt x="42" y="84"/>
                      <a:pt x="44" y="84"/>
                    </a:cubicBezTo>
                    <a:cubicBezTo>
                      <a:pt x="46" y="84"/>
                      <a:pt x="46" y="84"/>
                      <a:pt x="46" y="84"/>
                    </a:cubicBezTo>
                    <a:cubicBezTo>
                      <a:pt x="46" y="84"/>
                      <a:pt x="45" y="84"/>
                      <a:pt x="44" y="84"/>
                    </a:cubicBezTo>
                    <a:cubicBezTo>
                      <a:pt x="46" y="84"/>
                      <a:pt x="45" y="86"/>
                      <a:pt x="45" y="87"/>
                    </a:cubicBezTo>
                    <a:cubicBezTo>
                      <a:pt x="46" y="87"/>
                      <a:pt x="46" y="87"/>
                      <a:pt x="47" y="86"/>
                    </a:cubicBezTo>
                    <a:cubicBezTo>
                      <a:pt x="45" y="88"/>
                      <a:pt x="48" y="88"/>
                      <a:pt x="47" y="89"/>
                    </a:cubicBezTo>
                    <a:cubicBezTo>
                      <a:pt x="50" y="88"/>
                      <a:pt x="49" y="89"/>
                      <a:pt x="50" y="89"/>
                    </a:cubicBezTo>
                    <a:cubicBezTo>
                      <a:pt x="50" y="89"/>
                      <a:pt x="49" y="90"/>
                      <a:pt x="48" y="90"/>
                    </a:cubicBezTo>
                    <a:cubicBezTo>
                      <a:pt x="49" y="91"/>
                      <a:pt x="49" y="91"/>
                      <a:pt x="49" y="92"/>
                    </a:cubicBezTo>
                    <a:cubicBezTo>
                      <a:pt x="49" y="92"/>
                      <a:pt x="51" y="92"/>
                      <a:pt x="51" y="92"/>
                    </a:cubicBezTo>
                    <a:cubicBezTo>
                      <a:pt x="49" y="93"/>
                      <a:pt x="51" y="93"/>
                      <a:pt x="50" y="94"/>
                    </a:cubicBezTo>
                    <a:cubicBezTo>
                      <a:pt x="52" y="93"/>
                      <a:pt x="54" y="93"/>
                      <a:pt x="53" y="94"/>
                    </a:cubicBezTo>
                    <a:cubicBezTo>
                      <a:pt x="51" y="95"/>
                      <a:pt x="51" y="95"/>
                      <a:pt x="51" y="95"/>
                    </a:cubicBezTo>
                    <a:cubicBezTo>
                      <a:pt x="53" y="95"/>
                      <a:pt x="51" y="98"/>
                      <a:pt x="55" y="99"/>
                    </a:cubicBezTo>
                    <a:cubicBezTo>
                      <a:pt x="53" y="99"/>
                      <a:pt x="53" y="99"/>
                      <a:pt x="53" y="99"/>
                    </a:cubicBezTo>
                    <a:cubicBezTo>
                      <a:pt x="56" y="100"/>
                      <a:pt x="54" y="103"/>
                      <a:pt x="58" y="103"/>
                    </a:cubicBezTo>
                    <a:cubicBezTo>
                      <a:pt x="57" y="104"/>
                      <a:pt x="56" y="105"/>
                      <a:pt x="57" y="105"/>
                    </a:cubicBezTo>
                    <a:cubicBezTo>
                      <a:pt x="58" y="105"/>
                      <a:pt x="58" y="106"/>
                      <a:pt x="60" y="105"/>
                    </a:cubicBezTo>
                    <a:cubicBezTo>
                      <a:pt x="61" y="106"/>
                      <a:pt x="59" y="106"/>
                      <a:pt x="59" y="106"/>
                    </a:cubicBezTo>
                    <a:cubicBezTo>
                      <a:pt x="59" y="107"/>
                      <a:pt x="57" y="108"/>
                      <a:pt x="59" y="108"/>
                    </a:cubicBezTo>
                    <a:cubicBezTo>
                      <a:pt x="58" y="109"/>
                      <a:pt x="58" y="109"/>
                      <a:pt x="58" y="109"/>
                    </a:cubicBezTo>
                    <a:cubicBezTo>
                      <a:pt x="59" y="109"/>
                      <a:pt x="61" y="109"/>
                      <a:pt x="60" y="110"/>
                    </a:cubicBezTo>
                    <a:cubicBezTo>
                      <a:pt x="61" y="110"/>
                      <a:pt x="62" y="111"/>
                      <a:pt x="64" y="110"/>
                    </a:cubicBezTo>
                    <a:cubicBezTo>
                      <a:pt x="64" y="110"/>
                      <a:pt x="61" y="111"/>
                      <a:pt x="63" y="111"/>
                    </a:cubicBezTo>
                    <a:cubicBezTo>
                      <a:pt x="61" y="111"/>
                      <a:pt x="61" y="111"/>
                      <a:pt x="61" y="111"/>
                    </a:cubicBezTo>
                    <a:cubicBezTo>
                      <a:pt x="61" y="113"/>
                      <a:pt x="62" y="114"/>
                      <a:pt x="63" y="115"/>
                    </a:cubicBezTo>
                    <a:cubicBezTo>
                      <a:pt x="61" y="116"/>
                      <a:pt x="64" y="116"/>
                      <a:pt x="62" y="117"/>
                    </a:cubicBezTo>
                    <a:cubicBezTo>
                      <a:pt x="64" y="118"/>
                      <a:pt x="62" y="119"/>
                      <a:pt x="65" y="119"/>
                    </a:cubicBezTo>
                    <a:cubicBezTo>
                      <a:pt x="64" y="119"/>
                      <a:pt x="64" y="119"/>
                      <a:pt x="64" y="119"/>
                    </a:cubicBezTo>
                    <a:cubicBezTo>
                      <a:pt x="64" y="120"/>
                      <a:pt x="64" y="121"/>
                      <a:pt x="63" y="121"/>
                    </a:cubicBezTo>
                    <a:cubicBezTo>
                      <a:pt x="63" y="122"/>
                      <a:pt x="65" y="122"/>
                      <a:pt x="66" y="122"/>
                    </a:cubicBezTo>
                    <a:cubicBezTo>
                      <a:pt x="64" y="122"/>
                      <a:pt x="64" y="122"/>
                      <a:pt x="64" y="122"/>
                    </a:cubicBezTo>
                    <a:cubicBezTo>
                      <a:pt x="65" y="123"/>
                      <a:pt x="67" y="123"/>
                      <a:pt x="69" y="123"/>
                    </a:cubicBezTo>
                    <a:cubicBezTo>
                      <a:pt x="68" y="123"/>
                      <a:pt x="69" y="123"/>
                      <a:pt x="68" y="124"/>
                    </a:cubicBezTo>
                    <a:cubicBezTo>
                      <a:pt x="67" y="123"/>
                      <a:pt x="66" y="123"/>
                      <a:pt x="64" y="123"/>
                    </a:cubicBezTo>
                    <a:cubicBezTo>
                      <a:pt x="63" y="123"/>
                      <a:pt x="67" y="124"/>
                      <a:pt x="65" y="124"/>
                    </a:cubicBezTo>
                    <a:cubicBezTo>
                      <a:pt x="64" y="125"/>
                      <a:pt x="65" y="125"/>
                      <a:pt x="67" y="125"/>
                    </a:cubicBezTo>
                    <a:cubicBezTo>
                      <a:pt x="66" y="125"/>
                      <a:pt x="66" y="125"/>
                      <a:pt x="65" y="125"/>
                    </a:cubicBezTo>
                    <a:cubicBezTo>
                      <a:pt x="65" y="126"/>
                      <a:pt x="65" y="126"/>
                      <a:pt x="66" y="126"/>
                    </a:cubicBezTo>
                    <a:cubicBezTo>
                      <a:pt x="66" y="126"/>
                      <a:pt x="66" y="126"/>
                      <a:pt x="66" y="126"/>
                    </a:cubicBezTo>
                    <a:cubicBezTo>
                      <a:pt x="67" y="126"/>
                      <a:pt x="67" y="126"/>
                      <a:pt x="69" y="126"/>
                    </a:cubicBezTo>
                    <a:cubicBezTo>
                      <a:pt x="69" y="126"/>
                      <a:pt x="68" y="126"/>
                      <a:pt x="69" y="126"/>
                    </a:cubicBezTo>
                    <a:cubicBezTo>
                      <a:pt x="70" y="126"/>
                      <a:pt x="71" y="126"/>
                      <a:pt x="69" y="126"/>
                    </a:cubicBezTo>
                    <a:cubicBezTo>
                      <a:pt x="68" y="127"/>
                      <a:pt x="67" y="126"/>
                      <a:pt x="66" y="126"/>
                    </a:cubicBezTo>
                    <a:cubicBezTo>
                      <a:pt x="70" y="127"/>
                      <a:pt x="70" y="127"/>
                      <a:pt x="70" y="127"/>
                    </a:cubicBezTo>
                    <a:cubicBezTo>
                      <a:pt x="69" y="127"/>
                      <a:pt x="69" y="127"/>
                      <a:pt x="71" y="127"/>
                    </a:cubicBezTo>
                    <a:cubicBezTo>
                      <a:pt x="70" y="126"/>
                      <a:pt x="70" y="126"/>
                      <a:pt x="70" y="126"/>
                    </a:cubicBezTo>
                    <a:cubicBezTo>
                      <a:pt x="72" y="126"/>
                      <a:pt x="72" y="126"/>
                      <a:pt x="72" y="126"/>
                    </a:cubicBezTo>
                    <a:cubicBezTo>
                      <a:pt x="71" y="126"/>
                      <a:pt x="72" y="125"/>
                      <a:pt x="71" y="125"/>
                    </a:cubicBezTo>
                    <a:cubicBezTo>
                      <a:pt x="70" y="125"/>
                      <a:pt x="70" y="125"/>
                      <a:pt x="70" y="125"/>
                    </a:cubicBezTo>
                    <a:cubicBezTo>
                      <a:pt x="69" y="125"/>
                      <a:pt x="67" y="124"/>
                      <a:pt x="69" y="124"/>
                    </a:cubicBezTo>
                    <a:cubicBezTo>
                      <a:pt x="71" y="124"/>
                      <a:pt x="71" y="124"/>
                      <a:pt x="71" y="124"/>
                    </a:cubicBezTo>
                    <a:cubicBezTo>
                      <a:pt x="71" y="124"/>
                      <a:pt x="70" y="124"/>
                      <a:pt x="71" y="123"/>
                    </a:cubicBezTo>
                    <a:cubicBezTo>
                      <a:pt x="73" y="123"/>
                      <a:pt x="73" y="123"/>
                      <a:pt x="73" y="123"/>
                    </a:cubicBezTo>
                    <a:cubicBezTo>
                      <a:pt x="70" y="124"/>
                      <a:pt x="72" y="122"/>
                      <a:pt x="71" y="122"/>
                    </a:cubicBezTo>
                    <a:cubicBezTo>
                      <a:pt x="72" y="122"/>
                      <a:pt x="72" y="122"/>
                      <a:pt x="72" y="122"/>
                    </a:cubicBezTo>
                    <a:cubicBezTo>
                      <a:pt x="73" y="122"/>
                      <a:pt x="70" y="123"/>
                      <a:pt x="70" y="122"/>
                    </a:cubicBezTo>
                    <a:cubicBezTo>
                      <a:pt x="71" y="122"/>
                      <a:pt x="73" y="122"/>
                      <a:pt x="74" y="121"/>
                    </a:cubicBezTo>
                    <a:cubicBezTo>
                      <a:pt x="74" y="121"/>
                      <a:pt x="72" y="120"/>
                      <a:pt x="74" y="119"/>
                    </a:cubicBezTo>
                    <a:cubicBezTo>
                      <a:pt x="73" y="118"/>
                      <a:pt x="72" y="118"/>
                      <a:pt x="71" y="118"/>
                    </a:cubicBezTo>
                    <a:cubicBezTo>
                      <a:pt x="71" y="117"/>
                      <a:pt x="74" y="117"/>
                      <a:pt x="73" y="117"/>
                    </a:cubicBezTo>
                    <a:cubicBezTo>
                      <a:pt x="74" y="117"/>
                      <a:pt x="75" y="117"/>
                      <a:pt x="75" y="116"/>
                    </a:cubicBezTo>
                    <a:cubicBezTo>
                      <a:pt x="74" y="116"/>
                      <a:pt x="75" y="115"/>
                      <a:pt x="73" y="116"/>
                    </a:cubicBezTo>
                    <a:cubicBezTo>
                      <a:pt x="74" y="115"/>
                      <a:pt x="74" y="114"/>
                      <a:pt x="73" y="114"/>
                    </a:cubicBezTo>
                    <a:cubicBezTo>
                      <a:pt x="73" y="114"/>
                      <a:pt x="75" y="114"/>
                      <a:pt x="76" y="113"/>
                    </a:cubicBezTo>
                    <a:cubicBezTo>
                      <a:pt x="74" y="113"/>
                      <a:pt x="73" y="113"/>
                      <a:pt x="73" y="112"/>
                    </a:cubicBezTo>
                    <a:cubicBezTo>
                      <a:pt x="72" y="112"/>
                      <a:pt x="72" y="113"/>
                      <a:pt x="70" y="113"/>
                    </a:cubicBezTo>
                    <a:cubicBezTo>
                      <a:pt x="70" y="113"/>
                      <a:pt x="69" y="113"/>
                      <a:pt x="69" y="113"/>
                    </a:cubicBezTo>
                    <a:cubicBezTo>
                      <a:pt x="71" y="112"/>
                      <a:pt x="74" y="112"/>
                      <a:pt x="74" y="111"/>
                    </a:cubicBezTo>
                    <a:cubicBezTo>
                      <a:pt x="77" y="111"/>
                      <a:pt x="73" y="112"/>
                      <a:pt x="76" y="111"/>
                    </a:cubicBezTo>
                    <a:cubicBezTo>
                      <a:pt x="78" y="111"/>
                      <a:pt x="79" y="112"/>
                      <a:pt x="77" y="113"/>
                    </a:cubicBezTo>
                    <a:cubicBezTo>
                      <a:pt x="80" y="113"/>
                      <a:pt x="78" y="112"/>
                      <a:pt x="80" y="112"/>
                    </a:cubicBezTo>
                    <a:cubicBezTo>
                      <a:pt x="80" y="111"/>
                      <a:pt x="78" y="111"/>
                      <a:pt x="78" y="111"/>
                    </a:cubicBezTo>
                    <a:cubicBezTo>
                      <a:pt x="77" y="111"/>
                      <a:pt x="77" y="111"/>
                      <a:pt x="76" y="111"/>
                    </a:cubicBezTo>
                    <a:cubicBezTo>
                      <a:pt x="73" y="111"/>
                      <a:pt x="77" y="110"/>
                      <a:pt x="77" y="110"/>
                    </a:cubicBezTo>
                    <a:cubicBezTo>
                      <a:pt x="78" y="110"/>
                      <a:pt x="78" y="110"/>
                      <a:pt x="78" y="110"/>
                    </a:cubicBezTo>
                    <a:cubicBezTo>
                      <a:pt x="79" y="109"/>
                      <a:pt x="77" y="110"/>
                      <a:pt x="77" y="109"/>
                    </a:cubicBezTo>
                    <a:cubicBezTo>
                      <a:pt x="80" y="108"/>
                      <a:pt x="78" y="110"/>
                      <a:pt x="80" y="109"/>
                    </a:cubicBezTo>
                    <a:cubicBezTo>
                      <a:pt x="82" y="109"/>
                      <a:pt x="82" y="109"/>
                      <a:pt x="82" y="109"/>
                    </a:cubicBezTo>
                    <a:cubicBezTo>
                      <a:pt x="82" y="108"/>
                      <a:pt x="79" y="109"/>
                      <a:pt x="80" y="108"/>
                    </a:cubicBezTo>
                    <a:cubicBezTo>
                      <a:pt x="81" y="108"/>
                      <a:pt x="81" y="108"/>
                      <a:pt x="81" y="108"/>
                    </a:cubicBezTo>
                    <a:cubicBezTo>
                      <a:pt x="80" y="108"/>
                      <a:pt x="80" y="108"/>
                      <a:pt x="80" y="108"/>
                    </a:cubicBezTo>
                    <a:cubicBezTo>
                      <a:pt x="79" y="108"/>
                      <a:pt x="77" y="108"/>
                      <a:pt x="77" y="109"/>
                    </a:cubicBezTo>
                    <a:cubicBezTo>
                      <a:pt x="74" y="109"/>
                      <a:pt x="77" y="109"/>
                      <a:pt x="76" y="108"/>
                    </a:cubicBezTo>
                    <a:cubicBezTo>
                      <a:pt x="74" y="108"/>
                      <a:pt x="76" y="108"/>
                      <a:pt x="75" y="109"/>
                    </a:cubicBezTo>
                    <a:cubicBezTo>
                      <a:pt x="73" y="109"/>
                      <a:pt x="73" y="109"/>
                      <a:pt x="73" y="108"/>
                    </a:cubicBezTo>
                    <a:cubicBezTo>
                      <a:pt x="72" y="108"/>
                      <a:pt x="74" y="108"/>
                      <a:pt x="75" y="107"/>
                    </a:cubicBezTo>
                    <a:cubicBezTo>
                      <a:pt x="76" y="107"/>
                      <a:pt x="76" y="108"/>
                      <a:pt x="75" y="108"/>
                    </a:cubicBezTo>
                    <a:cubicBezTo>
                      <a:pt x="77" y="108"/>
                      <a:pt x="79" y="107"/>
                      <a:pt x="80" y="107"/>
                    </a:cubicBezTo>
                    <a:cubicBezTo>
                      <a:pt x="81" y="106"/>
                      <a:pt x="79" y="107"/>
                      <a:pt x="78" y="107"/>
                    </a:cubicBezTo>
                    <a:cubicBezTo>
                      <a:pt x="78" y="107"/>
                      <a:pt x="76" y="107"/>
                      <a:pt x="76" y="107"/>
                    </a:cubicBezTo>
                    <a:cubicBezTo>
                      <a:pt x="71" y="107"/>
                      <a:pt x="79" y="106"/>
                      <a:pt x="78" y="105"/>
                    </a:cubicBezTo>
                    <a:cubicBezTo>
                      <a:pt x="75" y="106"/>
                      <a:pt x="74" y="105"/>
                      <a:pt x="70" y="107"/>
                    </a:cubicBezTo>
                    <a:cubicBezTo>
                      <a:pt x="70" y="107"/>
                      <a:pt x="69" y="107"/>
                      <a:pt x="69" y="106"/>
                    </a:cubicBezTo>
                    <a:cubicBezTo>
                      <a:pt x="71" y="106"/>
                      <a:pt x="71" y="106"/>
                      <a:pt x="73" y="105"/>
                    </a:cubicBezTo>
                    <a:cubicBezTo>
                      <a:pt x="73" y="105"/>
                      <a:pt x="73" y="105"/>
                      <a:pt x="73" y="105"/>
                    </a:cubicBezTo>
                    <a:cubicBezTo>
                      <a:pt x="75" y="105"/>
                      <a:pt x="75" y="105"/>
                      <a:pt x="75" y="105"/>
                    </a:cubicBezTo>
                    <a:cubicBezTo>
                      <a:pt x="79" y="103"/>
                      <a:pt x="79" y="103"/>
                      <a:pt x="79" y="103"/>
                    </a:cubicBezTo>
                    <a:cubicBezTo>
                      <a:pt x="78" y="103"/>
                      <a:pt x="77" y="104"/>
                      <a:pt x="76" y="103"/>
                    </a:cubicBezTo>
                    <a:cubicBezTo>
                      <a:pt x="77" y="103"/>
                      <a:pt x="78" y="103"/>
                      <a:pt x="78" y="102"/>
                    </a:cubicBezTo>
                    <a:cubicBezTo>
                      <a:pt x="77" y="103"/>
                      <a:pt x="75" y="103"/>
                      <a:pt x="75" y="103"/>
                    </a:cubicBezTo>
                    <a:cubicBezTo>
                      <a:pt x="74" y="103"/>
                      <a:pt x="76" y="102"/>
                      <a:pt x="77" y="102"/>
                    </a:cubicBezTo>
                    <a:cubicBezTo>
                      <a:pt x="79" y="102"/>
                      <a:pt x="79" y="102"/>
                      <a:pt x="79" y="102"/>
                    </a:cubicBezTo>
                    <a:cubicBezTo>
                      <a:pt x="77" y="102"/>
                      <a:pt x="79" y="101"/>
                      <a:pt x="79" y="101"/>
                    </a:cubicBezTo>
                    <a:cubicBezTo>
                      <a:pt x="77" y="101"/>
                      <a:pt x="76" y="102"/>
                      <a:pt x="74" y="102"/>
                    </a:cubicBezTo>
                    <a:cubicBezTo>
                      <a:pt x="74" y="102"/>
                      <a:pt x="75" y="101"/>
                      <a:pt x="75" y="101"/>
                    </a:cubicBezTo>
                    <a:cubicBezTo>
                      <a:pt x="76" y="101"/>
                      <a:pt x="76" y="101"/>
                      <a:pt x="76" y="101"/>
                    </a:cubicBezTo>
                    <a:cubicBezTo>
                      <a:pt x="76" y="101"/>
                      <a:pt x="79" y="100"/>
                      <a:pt x="78" y="100"/>
                    </a:cubicBezTo>
                    <a:cubicBezTo>
                      <a:pt x="77" y="100"/>
                      <a:pt x="77" y="100"/>
                      <a:pt x="77" y="100"/>
                    </a:cubicBezTo>
                    <a:cubicBezTo>
                      <a:pt x="77" y="100"/>
                      <a:pt x="78" y="100"/>
                      <a:pt x="78" y="100"/>
                    </a:cubicBezTo>
                    <a:cubicBezTo>
                      <a:pt x="77" y="100"/>
                      <a:pt x="77" y="99"/>
                      <a:pt x="77" y="99"/>
                    </a:cubicBezTo>
                    <a:cubicBezTo>
                      <a:pt x="78" y="99"/>
                      <a:pt x="78" y="99"/>
                      <a:pt x="78" y="99"/>
                    </a:cubicBezTo>
                    <a:cubicBezTo>
                      <a:pt x="77" y="99"/>
                      <a:pt x="75" y="99"/>
                      <a:pt x="76" y="99"/>
                    </a:cubicBezTo>
                    <a:cubicBezTo>
                      <a:pt x="74" y="100"/>
                      <a:pt x="77" y="99"/>
                      <a:pt x="76" y="100"/>
                    </a:cubicBezTo>
                    <a:cubicBezTo>
                      <a:pt x="74" y="100"/>
                      <a:pt x="74" y="100"/>
                      <a:pt x="73" y="100"/>
                    </a:cubicBezTo>
                    <a:cubicBezTo>
                      <a:pt x="76" y="99"/>
                      <a:pt x="73" y="99"/>
                      <a:pt x="73" y="99"/>
                    </a:cubicBezTo>
                    <a:cubicBezTo>
                      <a:pt x="74" y="98"/>
                      <a:pt x="75" y="98"/>
                      <a:pt x="75" y="98"/>
                    </a:cubicBezTo>
                    <a:cubicBezTo>
                      <a:pt x="73" y="98"/>
                      <a:pt x="73" y="98"/>
                      <a:pt x="73" y="98"/>
                    </a:cubicBezTo>
                    <a:cubicBezTo>
                      <a:pt x="77" y="97"/>
                      <a:pt x="73" y="98"/>
                      <a:pt x="73" y="97"/>
                    </a:cubicBezTo>
                    <a:cubicBezTo>
                      <a:pt x="75" y="97"/>
                      <a:pt x="76" y="96"/>
                      <a:pt x="76" y="96"/>
                    </a:cubicBezTo>
                    <a:cubicBezTo>
                      <a:pt x="74" y="97"/>
                      <a:pt x="73" y="97"/>
                      <a:pt x="71" y="97"/>
                    </a:cubicBezTo>
                    <a:cubicBezTo>
                      <a:pt x="72" y="96"/>
                      <a:pt x="75" y="96"/>
                      <a:pt x="76" y="96"/>
                    </a:cubicBezTo>
                    <a:cubicBezTo>
                      <a:pt x="74" y="96"/>
                      <a:pt x="77" y="94"/>
                      <a:pt x="75" y="95"/>
                    </a:cubicBezTo>
                    <a:cubicBezTo>
                      <a:pt x="74" y="96"/>
                      <a:pt x="73" y="96"/>
                      <a:pt x="72" y="96"/>
                    </a:cubicBezTo>
                    <a:cubicBezTo>
                      <a:pt x="72" y="95"/>
                      <a:pt x="73" y="96"/>
                      <a:pt x="74" y="95"/>
                    </a:cubicBezTo>
                    <a:cubicBezTo>
                      <a:pt x="74" y="95"/>
                      <a:pt x="72" y="95"/>
                      <a:pt x="71" y="96"/>
                    </a:cubicBezTo>
                    <a:cubicBezTo>
                      <a:pt x="71" y="95"/>
                      <a:pt x="69" y="96"/>
                      <a:pt x="70" y="95"/>
                    </a:cubicBezTo>
                    <a:cubicBezTo>
                      <a:pt x="72" y="94"/>
                      <a:pt x="71" y="95"/>
                      <a:pt x="72" y="95"/>
                    </a:cubicBezTo>
                    <a:cubicBezTo>
                      <a:pt x="72" y="94"/>
                      <a:pt x="68" y="96"/>
                      <a:pt x="68" y="95"/>
                    </a:cubicBezTo>
                    <a:cubicBezTo>
                      <a:pt x="67" y="96"/>
                      <a:pt x="64" y="97"/>
                      <a:pt x="63" y="97"/>
                    </a:cubicBezTo>
                    <a:cubicBezTo>
                      <a:pt x="63" y="96"/>
                      <a:pt x="64" y="97"/>
                      <a:pt x="66" y="96"/>
                    </a:cubicBezTo>
                    <a:cubicBezTo>
                      <a:pt x="65" y="95"/>
                      <a:pt x="65" y="95"/>
                      <a:pt x="65" y="95"/>
                    </a:cubicBezTo>
                    <a:cubicBezTo>
                      <a:pt x="68" y="94"/>
                      <a:pt x="70" y="95"/>
                      <a:pt x="72" y="93"/>
                    </a:cubicBezTo>
                    <a:cubicBezTo>
                      <a:pt x="71" y="93"/>
                      <a:pt x="71" y="93"/>
                      <a:pt x="71" y="93"/>
                    </a:cubicBezTo>
                    <a:cubicBezTo>
                      <a:pt x="72" y="93"/>
                      <a:pt x="74" y="93"/>
                      <a:pt x="74" y="92"/>
                    </a:cubicBezTo>
                    <a:cubicBezTo>
                      <a:pt x="72" y="93"/>
                      <a:pt x="74" y="92"/>
                      <a:pt x="73" y="92"/>
                    </a:cubicBezTo>
                    <a:cubicBezTo>
                      <a:pt x="71" y="92"/>
                      <a:pt x="74" y="92"/>
                      <a:pt x="72" y="92"/>
                    </a:cubicBezTo>
                    <a:cubicBezTo>
                      <a:pt x="72" y="92"/>
                      <a:pt x="69" y="93"/>
                      <a:pt x="70" y="92"/>
                    </a:cubicBezTo>
                    <a:cubicBezTo>
                      <a:pt x="73" y="91"/>
                      <a:pt x="73" y="91"/>
                      <a:pt x="73" y="91"/>
                    </a:cubicBezTo>
                    <a:cubicBezTo>
                      <a:pt x="74" y="91"/>
                      <a:pt x="71" y="92"/>
                      <a:pt x="72" y="91"/>
                    </a:cubicBezTo>
                    <a:cubicBezTo>
                      <a:pt x="73" y="91"/>
                      <a:pt x="73" y="91"/>
                      <a:pt x="73" y="91"/>
                    </a:cubicBezTo>
                    <a:cubicBezTo>
                      <a:pt x="72" y="89"/>
                      <a:pt x="72" y="88"/>
                      <a:pt x="67" y="88"/>
                    </a:cubicBezTo>
                    <a:cubicBezTo>
                      <a:pt x="69" y="87"/>
                      <a:pt x="69" y="87"/>
                      <a:pt x="70" y="86"/>
                    </a:cubicBezTo>
                    <a:cubicBezTo>
                      <a:pt x="69" y="86"/>
                      <a:pt x="68" y="86"/>
                      <a:pt x="68" y="86"/>
                    </a:cubicBezTo>
                    <a:cubicBezTo>
                      <a:pt x="69" y="85"/>
                      <a:pt x="69" y="85"/>
                      <a:pt x="69" y="85"/>
                    </a:cubicBezTo>
                    <a:cubicBezTo>
                      <a:pt x="70" y="84"/>
                      <a:pt x="68" y="85"/>
                      <a:pt x="67" y="85"/>
                    </a:cubicBezTo>
                    <a:cubicBezTo>
                      <a:pt x="68" y="84"/>
                      <a:pt x="68" y="84"/>
                      <a:pt x="68" y="84"/>
                    </a:cubicBezTo>
                    <a:cubicBezTo>
                      <a:pt x="69" y="83"/>
                      <a:pt x="67" y="84"/>
                      <a:pt x="67" y="84"/>
                    </a:cubicBezTo>
                    <a:cubicBezTo>
                      <a:pt x="68" y="84"/>
                      <a:pt x="68" y="84"/>
                      <a:pt x="68" y="84"/>
                    </a:cubicBezTo>
                    <a:cubicBezTo>
                      <a:pt x="67" y="84"/>
                      <a:pt x="67" y="84"/>
                      <a:pt x="67" y="84"/>
                    </a:cubicBezTo>
                    <a:cubicBezTo>
                      <a:pt x="66" y="84"/>
                      <a:pt x="66" y="83"/>
                      <a:pt x="68" y="83"/>
                    </a:cubicBezTo>
                    <a:cubicBezTo>
                      <a:pt x="67" y="83"/>
                      <a:pt x="67" y="83"/>
                      <a:pt x="67" y="83"/>
                    </a:cubicBezTo>
                    <a:cubicBezTo>
                      <a:pt x="68" y="82"/>
                      <a:pt x="67" y="81"/>
                      <a:pt x="66" y="81"/>
                    </a:cubicBezTo>
                    <a:cubicBezTo>
                      <a:pt x="66" y="82"/>
                      <a:pt x="65" y="82"/>
                      <a:pt x="64" y="82"/>
                    </a:cubicBezTo>
                    <a:cubicBezTo>
                      <a:pt x="62" y="83"/>
                      <a:pt x="64" y="82"/>
                      <a:pt x="63" y="82"/>
                    </a:cubicBezTo>
                    <a:cubicBezTo>
                      <a:pt x="64" y="82"/>
                      <a:pt x="64" y="81"/>
                      <a:pt x="65" y="81"/>
                    </a:cubicBezTo>
                    <a:cubicBezTo>
                      <a:pt x="68" y="79"/>
                      <a:pt x="65" y="79"/>
                      <a:pt x="65" y="78"/>
                    </a:cubicBezTo>
                    <a:cubicBezTo>
                      <a:pt x="64" y="78"/>
                      <a:pt x="64" y="78"/>
                      <a:pt x="64" y="78"/>
                    </a:cubicBezTo>
                    <a:cubicBezTo>
                      <a:pt x="66" y="77"/>
                      <a:pt x="63" y="77"/>
                      <a:pt x="64" y="76"/>
                    </a:cubicBezTo>
                    <a:cubicBezTo>
                      <a:pt x="63" y="76"/>
                      <a:pt x="60" y="77"/>
                      <a:pt x="60" y="77"/>
                    </a:cubicBezTo>
                    <a:cubicBezTo>
                      <a:pt x="58" y="78"/>
                      <a:pt x="62" y="76"/>
                      <a:pt x="63" y="75"/>
                    </a:cubicBezTo>
                    <a:cubicBezTo>
                      <a:pt x="62" y="75"/>
                      <a:pt x="62" y="75"/>
                      <a:pt x="62" y="75"/>
                    </a:cubicBezTo>
                    <a:cubicBezTo>
                      <a:pt x="62" y="75"/>
                      <a:pt x="62" y="75"/>
                      <a:pt x="62" y="75"/>
                    </a:cubicBezTo>
                    <a:cubicBezTo>
                      <a:pt x="61" y="75"/>
                      <a:pt x="60" y="75"/>
                      <a:pt x="61" y="74"/>
                    </a:cubicBezTo>
                    <a:cubicBezTo>
                      <a:pt x="61" y="74"/>
                      <a:pt x="61" y="74"/>
                      <a:pt x="61" y="74"/>
                    </a:cubicBezTo>
                    <a:cubicBezTo>
                      <a:pt x="61" y="74"/>
                      <a:pt x="62" y="73"/>
                      <a:pt x="62" y="73"/>
                    </a:cubicBezTo>
                    <a:cubicBezTo>
                      <a:pt x="60" y="74"/>
                      <a:pt x="61" y="72"/>
                      <a:pt x="59" y="73"/>
                    </a:cubicBezTo>
                    <a:cubicBezTo>
                      <a:pt x="60" y="73"/>
                      <a:pt x="60" y="73"/>
                      <a:pt x="60" y="73"/>
                    </a:cubicBezTo>
                    <a:cubicBezTo>
                      <a:pt x="59" y="73"/>
                      <a:pt x="59" y="73"/>
                      <a:pt x="59" y="73"/>
                    </a:cubicBezTo>
                    <a:cubicBezTo>
                      <a:pt x="59" y="73"/>
                      <a:pt x="59" y="73"/>
                      <a:pt x="59" y="73"/>
                    </a:cubicBezTo>
                    <a:cubicBezTo>
                      <a:pt x="61" y="72"/>
                      <a:pt x="61" y="72"/>
                      <a:pt x="61" y="72"/>
                    </a:cubicBezTo>
                    <a:cubicBezTo>
                      <a:pt x="62" y="71"/>
                      <a:pt x="60" y="72"/>
                      <a:pt x="59" y="73"/>
                    </a:cubicBezTo>
                    <a:cubicBezTo>
                      <a:pt x="57" y="73"/>
                      <a:pt x="59" y="72"/>
                      <a:pt x="59" y="72"/>
                    </a:cubicBezTo>
                    <a:cubicBezTo>
                      <a:pt x="60" y="71"/>
                      <a:pt x="59" y="72"/>
                      <a:pt x="59" y="72"/>
                    </a:cubicBezTo>
                    <a:cubicBezTo>
                      <a:pt x="61" y="72"/>
                      <a:pt x="60" y="72"/>
                      <a:pt x="61" y="71"/>
                    </a:cubicBezTo>
                    <a:cubicBezTo>
                      <a:pt x="61" y="71"/>
                      <a:pt x="59" y="72"/>
                      <a:pt x="59" y="72"/>
                    </a:cubicBezTo>
                    <a:cubicBezTo>
                      <a:pt x="59" y="71"/>
                      <a:pt x="58" y="71"/>
                      <a:pt x="60" y="70"/>
                    </a:cubicBezTo>
                    <a:cubicBezTo>
                      <a:pt x="59" y="71"/>
                      <a:pt x="59" y="70"/>
                      <a:pt x="58" y="70"/>
                    </a:cubicBezTo>
                    <a:cubicBezTo>
                      <a:pt x="58" y="71"/>
                      <a:pt x="58" y="71"/>
                      <a:pt x="57" y="72"/>
                    </a:cubicBezTo>
                    <a:cubicBezTo>
                      <a:pt x="57" y="72"/>
                      <a:pt x="56" y="72"/>
                      <a:pt x="57" y="71"/>
                    </a:cubicBezTo>
                    <a:cubicBezTo>
                      <a:pt x="57" y="71"/>
                      <a:pt x="57" y="71"/>
                      <a:pt x="57" y="71"/>
                    </a:cubicBezTo>
                    <a:cubicBezTo>
                      <a:pt x="57" y="71"/>
                      <a:pt x="57" y="71"/>
                      <a:pt x="56" y="72"/>
                    </a:cubicBezTo>
                    <a:cubicBezTo>
                      <a:pt x="58" y="70"/>
                      <a:pt x="58" y="70"/>
                      <a:pt x="58" y="70"/>
                    </a:cubicBezTo>
                    <a:cubicBezTo>
                      <a:pt x="56" y="71"/>
                      <a:pt x="56" y="70"/>
                      <a:pt x="56" y="70"/>
                    </a:cubicBezTo>
                    <a:cubicBezTo>
                      <a:pt x="57" y="69"/>
                      <a:pt x="59" y="69"/>
                      <a:pt x="59" y="68"/>
                    </a:cubicBezTo>
                    <a:cubicBezTo>
                      <a:pt x="58" y="68"/>
                      <a:pt x="58" y="68"/>
                      <a:pt x="58" y="68"/>
                    </a:cubicBezTo>
                    <a:cubicBezTo>
                      <a:pt x="57" y="68"/>
                      <a:pt x="58" y="68"/>
                      <a:pt x="59" y="68"/>
                    </a:cubicBezTo>
                    <a:cubicBezTo>
                      <a:pt x="59" y="66"/>
                      <a:pt x="54" y="69"/>
                      <a:pt x="55" y="68"/>
                    </a:cubicBezTo>
                    <a:cubicBezTo>
                      <a:pt x="57" y="67"/>
                      <a:pt x="57" y="67"/>
                      <a:pt x="57" y="66"/>
                    </a:cubicBezTo>
                    <a:cubicBezTo>
                      <a:pt x="56" y="67"/>
                      <a:pt x="56" y="67"/>
                      <a:pt x="56" y="67"/>
                    </a:cubicBezTo>
                    <a:cubicBezTo>
                      <a:pt x="55" y="67"/>
                      <a:pt x="58" y="66"/>
                      <a:pt x="56" y="67"/>
                    </a:cubicBezTo>
                    <a:cubicBezTo>
                      <a:pt x="55" y="68"/>
                      <a:pt x="56" y="67"/>
                      <a:pt x="55" y="67"/>
                    </a:cubicBezTo>
                    <a:cubicBezTo>
                      <a:pt x="59" y="65"/>
                      <a:pt x="55" y="65"/>
                      <a:pt x="57" y="63"/>
                    </a:cubicBezTo>
                    <a:cubicBezTo>
                      <a:pt x="54" y="64"/>
                      <a:pt x="56" y="63"/>
                      <a:pt x="55" y="63"/>
                    </a:cubicBezTo>
                    <a:cubicBezTo>
                      <a:pt x="57" y="62"/>
                      <a:pt x="54" y="63"/>
                      <a:pt x="55" y="62"/>
                    </a:cubicBezTo>
                    <a:cubicBezTo>
                      <a:pt x="53" y="63"/>
                      <a:pt x="53" y="63"/>
                      <a:pt x="53" y="63"/>
                    </a:cubicBezTo>
                    <a:cubicBezTo>
                      <a:pt x="54" y="62"/>
                      <a:pt x="49" y="64"/>
                      <a:pt x="52" y="63"/>
                    </a:cubicBezTo>
                    <a:cubicBezTo>
                      <a:pt x="52" y="62"/>
                      <a:pt x="54" y="62"/>
                      <a:pt x="54" y="62"/>
                    </a:cubicBezTo>
                    <a:cubicBezTo>
                      <a:pt x="56" y="60"/>
                      <a:pt x="51" y="62"/>
                      <a:pt x="54" y="60"/>
                    </a:cubicBezTo>
                    <a:cubicBezTo>
                      <a:pt x="53" y="60"/>
                      <a:pt x="52" y="61"/>
                      <a:pt x="51" y="61"/>
                    </a:cubicBezTo>
                    <a:cubicBezTo>
                      <a:pt x="52" y="61"/>
                      <a:pt x="52" y="59"/>
                      <a:pt x="53" y="59"/>
                    </a:cubicBezTo>
                    <a:cubicBezTo>
                      <a:pt x="52" y="59"/>
                      <a:pt x="52" y="60"/>
                      <a:pt x="52" y="59"/>
                    </a:cubicBezTo>
                    <a:cubicBezTo>
                      <a:pt x="53" y="59"/>
                      <a:pt x="53" y="59"/>
                      <a:pt x="53" y="59"/>
                    </a:cubicBezTo>
                    <a:cubicBezTo>
                      <a:pt x="54" y="58"/>
                      <a:pt x="52" y="58"/>
                      <a:pt x="51" y="58"/>
                    </a:cubicBezTo>
                    <a:cubicBezTo>
                      <a:pt x="53" y="57"/>
                      <a:pt x="52" y="57"/>
                      <a:pt x="52" y="56"/>
                    </a:cubicBezTo>
                    <a:cubicBezTo>
                      <a:pt x="50" y="57"/>
                      <a:pt x="53" y="55"/>
                      <a:pt x="50" y="56"/>
                    </a:cubicBezTo>
                    <a:cubicBezTo>
                      <a:pt x="51" y="56"/>
                      <a:pt x="51" y="56"/>
                      <a:pt x="51" y="56"/>
                    </a:cubicBezTo>
                    <a:cubicBezTo>
                      <a:pt x="50" y="56"/>
                      <a:pt x="48" y="57"/>
                      <a:pt x="48" y="57"/>
                    </a:cubicBezTo>
                    <a:cubicBezTo>
                      <a:pt x="50" y="56"/>
                      <a:pt x="50" y="56"/>
                      <a:pt x="50" y="56"/>
                    </a:cubicBezTo>
                    <a:cubicBezTo>
                      <a:pt x="52" y="54"/>
                      <a:pt x="50" y="55"/>
                      <a:pt x="51" y="54"/>
                    </a:cubicBezTo>
                    <a:cubicBezTo>
                      <a:pt x="49" y="55"/>
                      <a:pt x="51" y="54"/>
                      <a:pt x="49" y="55"/>
                    </a:cubicBezTo>
                    <a:cubicBezTo>
                      <a:pt x="49" y="55"/>
                      <a:pt x="49" y="55"/>
                      <a:pt x="49" y="55"/>
                    </a:cubicBezTo>
                    <a:cubicBezTo>
                      <a:pt x="48" y="55"/>
                      <a:pt x="48" y="55"/>
                      <a:pt x="47" y="55"/>
                    </a:cubicBezTo>
                    <a:cubicBezTo>
                      <a:pt x="47" y="55"/>
                      <a:pt x="49" y="54"/>
                      <a:pt x="49" y="54"/>
                    </a:cubicBezTo>
                    <a:cubicBezTo>
                      <a:pt x="50" y="53"/>
                      <a:pt x="49" y="53"/>
                      <a:pt x="49" y="53"/>
                    </a:cubicBezTo>
                    <a:cubicBezTo>
                      <a:pt x="49" y="53"/>
                      <a:pt x="49" y="53"/>
                      <a:pt x="48" y="53"/>
                    </a:cubicBezTo>
                    <a:cubicBezTo>
                      <a:pt x="48" y="53"/>
                      <a:pt x="48" y="53"/>
                      <a:pt x="48" y="53"/>
                    </a:cubicBezTo>
                    <a:cubicBezTo>
                      <a:pt x="48" y="53"/>
                      <a:pt x="48" y="53"/>
                      <a:pt x="48" y="53"/>
                    </a:cubicBezTo>
                    <a:cubicBezTo>
                      <a:pt x="48" y="53"/>
                      <a:pt x="48" y="53"/>
                      <a:pt x="48" y="53"/>
                    </a:cubicBezTo>
                    <a:cubicBezTo>
                      <a:pt x="48" y="53"/>
                      <a:pt x="48" y="53"/>
                      <a:pt x="49" y="53"/>
                    </a:cubicBezTo>
                    <a:cubicBezTo>
                      <a:pt x="49" y="53"/>
                      <a:pt x="49" y="53"/>
                      <a:pt x="49" y="53"/>
                    </a:cubicBezTo>
                    <a:cubicBezTo>
                      <a:pt x="49" y="53"/>
                      <a:pt x="49" y="53"/>
                      <a:pt x="49" y="53"/>
                    </a:cubicBezTo>
                    <a:cubicBezTo>
                      <a:pt x="49" y="52"/>
                      <a:pt x="49" y="52"/>
                      <a:pt x="49" y="52"/>
                    </a:cubicBezTo>
                    <a:cubicBezTo>
                      <a:pt x="50" y="51"/>
                      <a:pt x="50" y="51"/>
                      <a:pt x="50" y="51"/>
                    </a:cubicBezTo>
                    <a:cubicBezTo>
                      <a:pt x="50" y="51"/>
                      <a:pt x="48" y="52"/>
                      <a:pt x="48" y="52"/>
                    </a:cubicBezTo>
                    <a:cubicBezTo>
                      <a:pt x="49" y="50"/>
                      <a:pt x="46" y="50"/>
                      <a:pt x="46" y="50"/>
                    </a:cubicBezTo>
                    <a:cubicBezTo>
                      <a:pt x="46" y="50"/>
                      <a:pt x="47" y="50"/>
                      <a:pt x="46" y="50"/>
                    </a:cubicBezTo>
                    <a:cubicBezTo>
                      <a:pt x="46" y="50"/>
                      <a:pt x="44" y="50"/>
                      <a:pt x="45" y="50"/>
                    </a:cubicBezTo>
                    <a:cubicBezTo>
                      <a:pt x="45" y="50"/>
                      <a:pt x="46" y="49"/>
                      <a:pt x="46" y="49"/>
                    </a:cubicBezTo>
                    <a:cubicBezTo>
                      <a:pt x="46" y="48"/>
                      <a:pt x="45" y="49"/>
                      <a:pt x="45" y="49"/>
                    </a:cubicBezTo>
                    <a:cubicBezTo>
                      <a:pt x="47" y="47"/>
                      <a:pt x="43" y="49"/>
                      <a:pt x="44" y="47"/>
                    </a:cubicBezTo>
                    <a:cubicBezTo>
                      <a:pt x="44" y="47"/>
                      <a:pt x="45" y="47"/>
                      <a:pt x="45" y="47"/>
                    </a:cubicBezTo>
                    <a:cubicBezTo>
                      <a:pt x="44" y="47"/>
                      <a:pt x="43" y="46"/>
                      <a:pt x="41" y="47"/>
                    </a:cubicBezTo>
                    <a:cubicBezTo>
                      <a:pt x="43" y="46"/>
                      <a:pt x="43" y="46"/>
                      <a:pt x="43" y="46"/>
                    </a:cubicBezTo>
                    <a:cubicBezTo>
                      <a:pt x="43" y="46"/>
                      <a:pt x="42" y="46"/>
                      <a:pt x="41" y="46"/>
                    </a:cubicBezTo>
                    <a:cubicBezTo>
                      <a:pt x="40" y="47"/>
                      <a:pt x="39" y="47"/>
                      <a:pt x="39" y="47"/>
                    </a:cubicBezTo>
                    <a:cubicBezTo>
                      <a:pt x="39" y="47"/>
                      <a:pt x="39" y="47"/>
                      <a:pt x="39" y="47"/>
                    </a:cubicBezTo>
                    <a:cubicBezTo>
                      <a:pt x="38" y="46"/>
                      <a:pt x="38" y="46"/>
                      <a:pt x="38" y="46"/>
                    </a:cubicBezTo>
                    <a:cubicBezTo>
                      <a:pt x="39" y="46"/>
                      <a:pt x="39" y="46"/>
                      <a:pt x="39" y="46"/>
                    </a:cubicBezTo>
                    <a:cubicBezTo>
                      <a:pt x="42" y="44"/>
                      <a:pt x="40" y="44"/>
                      <a:pt x="41" y="44"/>
                    </a:cubicBezTo>
                    <a:cubicBezTo>
                      <a:pt x="39" y="44"/>
                      <a:pt x="39" y="44"/>
                      <a:pt x="39" y="44"/>
                    </a:cubicBezTo>
                    <a:cubicBezTo>
                      <a:pt x="38" y="44"/>
                      <a:pt x="40" y="43"/>
                      <a:pt x="40" y="43"/>
                    </a:cubicBezTo>
                    <a:cubicBezTo>
                      <a:pt x="35" y="45"/>
                      <a:pt x="35" y="45"/>
                      <a:pt x="35" y="45"/>
                    </a:cubicBezTo>
                    <a:cubicBezTo>
                      <a:pt x="36" y="45"/>
                      <a:pt x="37" y="44"/>
                      <a:pt x="38" y="43"/>
                    </a:cubicBezTo>
                    <a:cubicBezTo>
                      <a:pt x="37" y="43"/>
                      <a:pt x="35" y="44"/>
                      <a:pt x="33" y="45"/>
                    </a:cubicBezTo>
                    <a:cubicBezTo>
                      <a:pt x="33" y="44"/>
                      <a:pt x="32" y="44"/>
                      <a:pt x="32" y="44"/>
                    </a:cubicBezTo>
                    <a:cubicBezTo>
                      <a:pt x="33" y="43"/>
                      <a:pt x="32" y="44"/>
                      <a:pt x="33" y="44"/>
                    </a:cubicBezTo>
                    <a:cubicBezTo>
                      <a:pt x="34" y="43"/>
                      <a:pt x="34" y="43"/>
                      <a:pt x="34" y="43"/>
                    </a:cubicBezTo>
                    <a:cubicBezTo>
                      <a:pt x="34" y="43"/>
                      <a:pt x="36" y="41"/>
                      <a:pt x="37" y="41"/>
                    </a:cubicBezTo>
                    <a:cubicBezTo>
                      <a:pt x="36" y="41"/>
                      <a:pt x="36" y="40"/>
                      <a:pt x="36" y="39"/>
                    </a:cubicBezTo>
                    <a:cubicBezTo>
                      <a:pt x="34" y="41"/>
                      <a:pt x="35" y="39"/>
                      <a:pt x="33" y="41"/>
                    </a:cubicBezTo>
                    <a:cubicBezTo>
                      <a:pt x="32" y="40"/>
                      <a:pt x="34" y="39"/>
                      <a:pt x="35" y="39"/>
                    </a:cubicBezTo>
                    <a:cubicBezTo>
                      <a:pt x="33" y="39"/>
                      <a:pt x="34" y="38"/>
                      <a:pt x="33" y="37"/>
                    </a:cubicBezTo>
                    <a:cubicBezTo>
                      <a:pt x="34" y="37"/>
                      <a:pt x="34" y="37"/>
                      <a:pt x="34" y="37"/>
                    </a:cubicBezTo>
                    <a:cubicBezTo>
                      <a:pt x="33" y="37"/>
                      <a:pt x="33" y="36"/>
                      <a:pt x="31" y="37"/>
                    </a:cubicBezTo>
                    <a:cubicBezTo>
                      <a:pt x="32" y="36"/>
                      <a:pt x="32" y="36"/>
                      <a:pt x="32" y="36"/>
                    </a:cubicBezTo>
                    <a:cubicBezTo>
                      <a:pt x="32" y="35"/>
                      <a:pt x="29" y="38"/>
                      <a:pt x="30" y="36"/>
                    </a:cubicBezTo>
                    <a:cubicBezTo>
                      <a:pt x="31" y="36"/>
                      <a:pt x="31" y="36"/>
                      <a:pt x="31" y="36"/>
                    </a:cubicBezTo>
                    <a:cubicBezTo>
                      <a:pt x="30" y="36"/>
                      <a:pt x="32" y="34"/>
                      <a:pt x="30" y="35"/>
                    </a:cubicBezTo>
                    <a:cubicBezTo>
                      <a:pt x="31" y="34"/>
                      <a:pt x="31" y="34"/>
                      <a:pt x="31" y="34"/>
                    </a:cubicBezTo>
                    <a:cubicBezTo>
                      <a:pt x="30" y="34"/>
                      <a:pt x="30" y="34"/>
                      <a:pt x="28" y="34"/>
                    </a:cubicBezTo>
                    <a:cubicBezTo>
                      <a:pt x="30" y="33"/>
                      <a:pt x="30" y="33"/>
                      <a:pt x="30" y="33"/>
                    </a:cubicBezTo>
                    <a:cubicBezTo>
                      <a:pt x="31" y="32"/>
                      <a:pt x="28" y="34"/>
                      <a:pt x="29" y="33"/>
                    </a:cubicBezTo>
                    <a:cubicBezTo>
                      <a:pt x="29" y="33"/>
                      <a:pt x="29" y="32"/>
                      <a:pt x="30" y="32"/>
                    </a:cubicBezTo>
                    <a:cubicBezTo>
                      <a:pt x="28" y="33"/>
                      <a:pt x="28" y="32"/>
                      <a:pt x="28" y="32"/>
                    </a:cubicBezTo>
                    <a:cubicBezTo>
                      <a:pt x="29" y="31"/>
                      <a:pt x="29" y="31"/>
                      <a:pt x="29" y="31"/>
                    </a:cubicBezTo>
                    <a:cubicBezTo>
                      <a:pt x="28" y="29"/>
                      <a:pt x="27" y="27"/>
                      <a:pt x="24" y="26"/>
                    </a:cubicBezTo>
                    <a:cubicBezTo>
                      <a:pt x="26" y="24"/>
                      <a:pt x="26" y="26"/>
                      <a:pt x="27" y="24"/>
                    </a:cubicBezTo>
                    <a:cubicBezTo>
                      <a:pt x="25" y="26"/>
                      <a:pt x="26" y="24"/>
                      <a:pt x="25" y="24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5" y="24"/>
                      <a:pt x="26" y="23"/>
                      <a:pt x="25" y="23"/>
                    </a:cubicBezTo>
                    <a:cubicBezTo>
                      <a:pt x="25" y="24"/>
                      <a:pt x="25" y="24"/>
                      <a:pt x="25" y="24"/>
                    </a:cubicBezTo>
                    <a:cubicBezTo>
                      <a:pt x="24" y="24"/>
                      <a:pt x="27" y="21"/>
                      <a:pt x="25" y="23"/>
                    </a:cubicBezTo>
                    <a:cubicBezTo>
                      <a:pt x="26" y="22"/>
                      <a:pt x="26" y="22"/>
                      <a:pt x="26" y="22"/>
                    </a:cubicBezTo>
                    <a:cubicBezTo>
                      <a:pt x="23" y="23"/>
                      <a:pt x="26" y="21"/>
                      <a:pt x="24" y="22"/>
                    </a:cubicBezTo>
                    <a:cubicBezTo>
                      <a:pt x="25" y="21"/>
                      <a:pt x="25" y="21"/>
                      <a:pt x="25" y="21"/>
                    </a:cubicBezTo>
                    <a:cubicBezTo>
                      <a:pt x="25" y="20"/>
                      <a:pt x="22" y="22"/>
                      <a:pt x="23" y="21"/>
                    </a:cubicBezTo>
                    <a:cubicBezTo>
                      <a:pt x="23" y="20"/>
                      <a:pt x="22" y="20"/>
                      <a:pt x="20" y="21"/>
                    </a:cubicBezTo>
                    <a:cubicBezTo>
                      <a:pt x="23" y="20"/>
                      <a:pt x="23" y="20"/>
                      <a:pt x="23" y="20"/>
                    </a:cubicBezTo>
                    <a:cubicBezTo>
                      <a:pt x="21" y="19"/>
                      <a:pt x="20" y="17"/>
                      <a:pt x="17" y="17"/>
                    </a:cubicBezTo>
                    <a:cubicBezTo>
                      <a:pt x="18" y="16"/>
                      <a:pt x="18" y="16"/>
                      <a:pt x="18" y="16"/>
                    </a:cubicBezTo>
                    <a:cubicBezTo>
                      <a:pt x="16" y="17"/>
                      <a:pt x="19" y="13"/>
                      <a:pt x="15" y="15"/>
                    </a:cubicBezTo>
                    <a:cubicBezTo>
                      <a:pt x="13" y="16"/>
                      <a:pt x="13" y="16"/>
                      <a:pt x="13" y="16"/>
                    </a:cubicBezTo>
                    <a:cubicBezTo>
                      <a:pt x="15" y="14"/>
                      <a:pt x="15" y="14"/>
                      <a:pt x="15" y="14"/>
                    </a:cubicBezTo>
                    <a:cubicBezTo>
                      <a:pt x="14" y="14"/>
                      <a:pt x="15" y="13"/>
                      <a:pt x="13" y="14"/>
                    </a:cubicBezTo>
                    <a:cubicBezTo>
                      <a:pt x="15" y="13"/>
                      <a:pt x="15" y="13"/>
                      <a:pt x="15" y="13"/>
                    </a:cubicBezTo>
                    <a:cubicBezTo>
                      <a:pt x="15" y="13"/>
                      <a:pt x="12" y="14"/>
                      <a:pt x="12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5" y="9"/>
                      <a:pt x="16" y="6"/>
                      <a:pt x="11" y="6"/>
                    </a:cubicBezTo>
                    <a:cubicBezTo>
                      <a:pt x="11" y="6"/>
                      <a:pt x="13" y="4"/>
                      <a:pt x="13" y="4"/>
                    </a:cubicBezTo>
                    <a:cubicBezTo>
                      <a:pt x="9" y="4"/>
                      <a:pt x="13" y="0"/>
                      <a:pt x="7" y="1"/>
                    </a:cubicBezTo>
                    <a:cubicBezTo>
                      <a:pt x="6" y="0"/>
                      <a:pt x="0" y="2"/>
                      <a:pt x="0" y="2"/>
                    </a:cubicBezTo>
                    <a:cubicBezTo>
                      <a:pt x="3" y="4"/>
                      <a:pt x="3" y="8"/>
                      <a:pt x="1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53" name="Freeform 128"/>
              <p:cNvSpPr/>
              <p:nvPr>
                <p:custDataLst>
                  <p:tags r:id="rId374"/>
                </p:custDataLst>
              </p:nvPr>
            </p:nvSpPr>
            <p:spPr bwMode="auto">
              <a:xfrm>
                <a:off x="3538" y="1526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54" name="Freeform 129"/>
              <p:cNvSpPr/>
              <p:nvPr>
                <p:custDataLst>
                  <p:tags r:id="rId375"/>
                </p:custDataLst>
              </p:nvPr>
            </p:nvSpPr>
            <p:spPr bwMode="auto">
              <a:xfrm>
                <a:off x="3460" y="1407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55" name="Freeform 130"/>
              <p:cNvSpPr/>
              <p:nvPr>
                <p:custDataLst>
                  <p:tags r:id="rId376"/>
                </p:custDataLst>
              </p:nvPr>
            </p:nvSpPr>
            <p:spPr bwMode="auto">
              <a:xfrm>
                <a:off x="3445" y="1392"/>
                <a:ext cx="4" cy="2"/>
              </a:xfrm>
              <a:custGeom>
                <a:avLst/>
                <a:gdLst>
                  <a:gd name="T0" fmla="*/ 4 w 4"/>
                  <a:gd name="T1" fmla="*/ 0 h 2"/>
                  <a:gd name="T2" fmla="*/ 4 w 4"/>
                  <a:gd name="T3" fmla="*/ 0 h 2"/>
                  <a:gd name="T4" fmla="*/ 0 w 4"/>
                  <a:gd name="T5" fmla="*/ 2 h 2"/>
                  <a:gd name="T6" fmla="*/ 4 w 4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lnTo>
                      <a:pt x="4" y="0"/>
                    </a:lnTo>
                    <a:lnTo>
                      <a:pt x="0" y="2"/>
                    </a:lnTo>
                    <a:lnTo>
                      <a:pt x="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56" name="Freeform 131"/>
              <p:cNvSpPr/>
              <p:nvPr>
                <p:custDataLst>
                  <p:tags r:id="rId377"/>
                </p:custDataLst>
              </p:nvPr>
            </p:nvSpPr>
            <p:spPr bwMode="auto">
              <a:xfrm>
                <a:off x="3468" y="1405"/>
                <a:ext cx="4" cy="0"/>
              </a:xfrm>
              <a:custGeom>
                <a:avLst/>
                <a:gdLst>
                  <a:gd name="T0" fmla="*/ 2 w 2"/>
                  <a:gd name="T1" fmla="*/ 1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2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57" name="Freeform 132"/>
              <p:cNvSpPr/>
              <p:nvPr>
                <p:custDataLst>
                  <p:tags r:id="rId378"/>
                </p:custDataLst>
              </p:nvPr>
            </p:nvSpPr>
            <p:spPr bwMode="auto">
              <a:xfrm>
                <a:off x="3515" y="157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58" name="Freeform 133"/>
              <p:cNvSpPr/>
              <p:nvPr>
                <p:custDataLst>
                  <p:tags r:id="rId379"/>
                </p:custDataLst>
              </p:nvPr>
            </p:nvSpPr>
            <p:spPr bwMode="auto">
              <a:xfrm>
                <a:off x="3470" y="1407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59" name="Freeform 134"/>
              <p:cNvSpPr/>
              <p:nvPr>
                <p:custDataLst>
                  <p:tags r:id="rId380"/>
                </p:custDataLst>
              </p:nvPr>
            </p:nvSpPr>
            <p:spPr bwMode="auto">
              <a:xfrm>
                <a:off x="3462" y="1407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60" name="Freeform 135"/>
              <p:cNvSpPr/>
              <p:nvPr>
                <p:custDataLst>
                  <p:tags r:id="rId381"/>
                </p:custDataLst>
              </p:nvPr>
            </p:nvSpPr>
            <p:spPr bwMode="auto">
              <a:xfrm>
                <a:off x="3909" y="1416"/>
                <a:ext cx="11" cy="2"/>
              </a:xfrm>
              <a:custGeom>
                <a:avLst/>
                <a:gdLst>
                  <a:gd name="T0" fmla="*/ 1 w 5"/>
                  <a:gd name="T1" fmla="*/ 1 h 1"/>
                  <a:gd name="T2" fmla="*/ 0 w 5"/>
                  <a:gd name="T3" fmla="*/ 1 h 1"/>
                  <a:gd name="T4" fmla="*/ 2 w 5"/>
                  <a:gd name="T5" fmla="*/ 1 h 1"/>
                  <a:gd name="T6" fmla="*/ 3 w 5"/>
                  <a:gd name="T7" fmla="*/ 1 h 1"/>
                  <a:gd name="T8" fmla="*/ 5 w 5"/>
                  <a:gd name="T9" fmla="*/ 0 h 1"/>
                  <a:gd name="T10" fmla="*/ 1 w 5"/>
                  <a:gd name="T1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1">
                    <a:moveTo>
                      <a:pt x="1" y="1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3" y="1"/>
                      <a:pt x="4" y="1"/>
                      <a:pt x="3" y="1"/>
                    </a:cubicBezTo>
                    <a:cubicBezTo>
                      <a:pt x="4" y="0"/>
                      <a:pt x="5" y="0"/>
                      <a:pt x="5" y="0"/>
                    </a:cubicBezTo>
                    <a:cubicBezTo>
                      <a:pt x="4" y="0"/>
                      <a:pt x="2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61" name="Freeform 136"/>
              <p:cNvSpPr/>
              <p:nvPr>
                <p:custDataLst>
                  <p:tags r:id="rId382"/>
                </p:custDataLst>
              </p:nvPr>
            </p:nvSpPr>
            <p:spPr bwMode="auto">
              <a:xfrm>
                <a:off x="4491" y="1382"/>
                <a:ext cx="2" cy="4"/>
              </a:xfrm>
              <a:custGeom>
                <a:avLst/>
                <a:gdLst>
                  <a:gd name="T0" fmla="*/ 1 w 1"/>
                  <a:gd name="T1" fmla="*/ 1 h 2"/>
                  <a:gd name="T2" fmla="*/ 0 w 1"/>
                  <a:gd name="T3" fmla="*/ 1 h 2"/>
                  <a:gd name="T4" fmla="*/ 1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0" y="0"/>
                      <a:pt x="1" y="2"/>
                      <a:pt x="0" y="1"/>
                    </a:cubicBezTo>
                    <a:cubicBezTo>
                      <a:pt x="1" y="2"/>
                      <a:pt x="1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62" name="Freeform 137"/>
              <p:cNvSpPr/>
              <p:nvPr>
                <p:custDataLst>
                  <p:tags r:id="rId383"/>
                </p:custDataLst>
              </p:nvPr>
            </p:nvSpPr>
            <p:spPr bwMode="auto">
              <a:xfrm>
                <a:off x="4368" y="1484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63" name="Freeform 138"/>
              <p:cNvSpPr/>
              <p:nvPr>
                <p:custDataLst>
                  <p:tags r:id="rId384"/>
                </p:custDataLst>
              </p:nvPr>
            </p:nvSpPr>
            <p:spPr bwMode="auto">
              <a:xfrm>
                <a:off x="4504" y="1378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64" name="Freeform 139"/>
              <p:cNvSpPr/>
              <p:nvPr>
                <p:custDataLst>
                  <p:tags r:id="rId385"/>
                </p:custDataLst>
              </p:nvPr>
            </p:nvSpPr>
            <p:spPr bwMode="auto">
              <a:xfrm>
                <a:off x="4506" y="1382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65" name="Freeform 140"/>
              <p:cNvSpPr/>
              <p:nvPr>
                <p:custDataLst>
                  <p:tags r:id="rId386"/>
                </p:custDataLst>
              </p:nvPr>
            </p:nvSpPr>
            <p:spPr bwMode="auto">
              <a:xfrm>
                <a:off x="4368" y="149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66" name="Freeform 141"/>
              <p:cNvSpPr/>
              <p:nvPr>
                <p:custDataLst>
                  <p:tags r:id="rId387"/>
                </p:custDataLst>
              </p:nvPr>
            </p:nvSpPr>
            <p:spPr bwMode="auto">
              <a:xfrm>
                <a:off x="4364" y="1484"/>
                <a:ext cx="2" cy="4"/>
              </a:xfrm>
              <a:custGeom>
                <a:avLst/>
                <a:gdLst>
                  <a:gd name="T0" fmla="*/ 1 w 1"/>
                  <a:gd name="T1" fmla="*/ 1 h 2"/>
                  <a:gd name="T2" fmla="*/ 0 w 1"/>
                  <a:gd name="T3" fmla="*/ 0 h 2"/>
                  <a:gd name="T4" fmla="*/ 1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0" y="0"/>
                      <a:pt x="0" y="0"/>
                    </a:cubicBezTo>
                    <a:cubicBezTo>
                      <a:pt x="0" y="0"/>
                      <a:pt x="1" y="2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67" name="Freeform 142"/>
              <p:cNvSpPr/>
              <p:nvPr>
                <p:custDataLst>
                  <p:tags r:id="rId388"/>
                </p:custDataLst>
              </p:nvPr>
            </p:nvSpPr>
            <p:spPr bwMode="auto">
              <a:xfrm>
                <a:off x="4368" y="1492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68" name="Freeform 143"/>
              <p:cNvSpPr/>
              <p:nvPr>
                <p:custDataLst>
                  <p:tags r:id="rId389"/>
                </p:custDataLst>
              </p:nvPr>
            </p:nvSpPr>
            <p:spPr bwMode="auto">
              <a:xfrm>
                <a:off x="4487" y="1388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0 w 1"/>
                  <a:gd name="T5" fmla="*/ 1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69" name="Freeform 144"/>
              <p:cNvSpPr/>
              <p:nvPr>
                <p:custDataLst>
                  <p:tags r:id="rId390"/>
                </p:custDataLst>
              </p:nvPr>
            </p:nvSpPr>
            <p:spPr bwMode="auto">
              <a:xfrm>
                <a:off x="4514" y="1382"/>
                <a:ext cx="2" cy="4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70" name="Freeform 145"/>
              <p:cNvSpPr/>
              <p:nvPr>
                <p:custDataLst>
                  <p:tags r:id="rId391"/>
                </p:custDataLst>
              </p:nvPr>
            </p:nvSpPr>
            <p:spPr bwMode="auto">
              <a:xfrm>
                <a:off x="4548" y="1397"/>
                <a:ext cx="2" cy="6"/>
              </a:xfrm>
              <a:custGeom>
                <a:avLst/>
                <a:gdLst>
                  <a:gd name="T0" fmla="*/ 0 w 1"/>
                  <a:gd name="T1" fmla="*/ 0 h 3"/>
                  <a:gd name="T2" fmla="*/ 1 w 1"/>
                  <a:gd name="T3" fmla="*/ 3 h 3"/>
                  <a:gd name="T4" fmla="*/ 0 w 1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1" y="2"/>
                      <a:pt x="1" y="3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71" name="Freeform 146"/>
              <p:cNvSpPr/>
              <p:nvPr>
                <p:custDataLst>
                  <p:tags r:id="rId392"/>
                </p:custDataLst>
              </p:nvPr>
            </p:nvSpPr>
            <p:spPr bwMode="auto">
              <a:xfrm>
                <a:off x="4550" y="1399"/>
                <a:ext cx="3" cy="4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1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2"/>
                      <a:pt x="1" y="2"/>
                      <a:pt x="1" y="1"/>
                    </a:cubicBezTo>
                    <a:cubicBezTo>
                      <a:pt x="0" y="0"/>
                      <a:pt x="1" y="1"/>
                      <a:pt x="1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72" name="Freeform 147"/>
              <p:cNvSpPr/>
              <p:nvPr>
                <p:custDataLst>
                  <p:tags r:id="rId393"/>
                </p:custDataLst>
              </p:nvPr>
            </p:nvSpPr>
            <p:spPr bwMode="auto">
              <a:xfrm>
                <a:off x="4521" y="1382"/>
                <a:ext cx="0" cy="4"/>
              </a:xfrm>
              <a:custGeom>
                <a:avLst/>
                <a:gdLst>
                  <a:gd name="T0" fmla="*/ 2 h 2"/>
                  <a:gd name="T1" fmla="*/ 1 h 2"/>
                  <a:gd name="T2" fmla="*/ 1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73" name="Freeform 148"/>
              <p:cNvSpPr/>
              <p:nvPr>
                <p:custDataLst>
                  <p:tags r:id="rId394"/>
                </p:custDataLst>
              </p:nvPr>
            </p:nvSpPr>
            <p:spPr bwMode="auto">
              <a:xfrm>
                <a:off x="4516" y="1378"/>
                <a:ext cx="5" cy="8"/>
              </a:xfrm>
              <a:custGeom>
                <a:avLst/>
                <a:gdLst>
                  <a:gd name="T0" fmla="*/ 2 w 2"/>
                  <a:gd name="T1" fmla="*/ 4 h 4"/>
                  <a:gd name="T2" fmla="*/ 1 w 2"/>
                  <a:gd name="T3" fmla="*/ 2 h 4"/>
                  <a:gd name="T4" fmla="*/ 0 w 2"/>
                  <a:gd name="T5" fmla="*/ 2 h 4"/>
                  <a:gd name="T6" fmla="*/ 0 w 2"/>
                  <a:gd name="T7" fmla="*/ 0 h 4"/>
                  <a:gd name="T8" fmla="*/ 2 w 2"/>
                  <a:gd name="T9" fmla="*/ 4 h 4"/>
                  <a:gd name="T10" fmla="*/ 2 w 2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2" y="3"/>
                      <a:pt x="1" y="3"/>
                      <a:pt x="1" y="2"/>
                    </a:cubicBezTo>
                    <a:cubicBezTo>
                      <a:pt x="1" y="2"/>
                      <a:pt x="0" y="1"/>
                      <a:pt x="0" y="2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1"/>
                      <a:pt x="1" y="3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74" name="Freeform 149"/>
              <p:cNvSpPr/>
              <p:nvPr>
                <p:custDataLst>
                  <p:tags r:id="rId395"/>
                </p:custDataLst>
              </p:nvPr>
            </p:nvSpPr>
            <p:spPr bwMode="auto">
              <a:xfrm>
                <a:off x="4519" y="1380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75" name="Freeform 150"/>
              <p:cNvSpPr/>
              <p:nvPr>
                <p:custDataLst>
                  <p:tags r:id="rId396"/>
                </p:custDataLst>
              </p:nvPr>
            </p:nvSpPr>
            <p:spPr bwMode="auto">
              <a:xfrm>
                <a:off x="3876" y="135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76" name="Freeform 151"/>
              <p:cNvSpPr/>
              <p:nvPr>
                <p:custDataLst>
                  <p:tags r:id="rId397"/>
                </p:custDataLst>
              </p:nvPr>
            </p:nvSpPr>
            <p:spPr bwMode="auto">
              <a:xfrm>
                <a:off x="4465" y="1920"/>
                <a:ext cx="5" cy="0"/>
              </a:xfrm>
              <a:custGeom>
                <a:avLst/>
                <a:gdLst>
                  <a:gd name="T0" fmla="*/ 1 w 2"/>
                  <a:gd name="T1" fmla="*/ 1 w 2"/>
                  <a:gd name="T2" fmla="*/ 1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1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2" y="0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77" name="Freeform 152"/>
              <p:cNvSpPr/>
              <p:nvPr>
                <p:custDataLst>
                  <p:tags r:id="rId398"/>
                </p:custDataLst>
              </p:nvPr>
            </p:nvSpPr>
            <p:spPr bwMode="auto">
              <a:xfrm>
                <a:off x="4468" y="1918"/>
                <a:ext cx="6" cy="5"/>
              </a:xfrm>
              <a:custGeom>
                <a:avLst/>
                <a:gdLst>
                  <a:gd name="T0" fmla="*/ 0 w 3"/>
                  <a:gd name="T1" fmla="*/ 0 h 2"/>
                  <a:gd name="T2" fmla="*/ 3 w 3"/>
                  <a:gd name="T3" fmla="*/ 2 h 2"/>
                  <a:gd name="T4" fmla="*/ 0 w 3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1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78" name="Freeform 153"/>
              <p:cNvSpPr/>
              <p:nvPr>
                <p:custDataLst>
                  <p:tags r:id="rId399"/>
                </p:custDataLst>
              </p:nvPr>
            </p:nvSpPr>
            <p:spPr bwMode="auto">
              <a:xfrm>
                <a:off x="3912" y="1286"/>
                <a:ext cx="4" cy="2"/>
              </a:xfrm>
              <a:custGeom>
                <a:avLst/>
                <a:gdLst>
                  <a:gd name="T0" fmla="*/ 2 w 2"/>
                  <a:gd name="T1" fmla="*/ 0 h 1"/>
                  <a:gd name="T2" fmla="*/ 1 w 2"/>
                  <a:gd name="T3" fmla="*/ 1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2" y="1"/>
                      <a:pt x="0" y="1"/>
                      <a:pt x="1" y="1"/>
                    </a:cubicBezTo>
                    <a:cubicBezTo>
                      <a:pt x="1" y="0"/>
                      <a:pt x="2" y="1"/>
                      <a:pt x="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79" name="Freeform 154"/>
              <p:cNvSpPr/>
              <p:nvPr>
                <p:custDataLst>
                  <p:tags r:id="rId400"/>
                </p:custDataLst>
              </p:nvPr>
            </p:nvSpPr>
            <p:spPr bwMode="auto">
              <a:xfrm>
                <a:off x="3876" y="132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80" name="Rectangle 155"/>
              <p:cNvSpPr>
                <a:spLocks noChangeArrowheads="1"/>
              </p:cNvSpPr>
              <p:nvPr>
                <p:custDataLst>
                  <p:tags r:id="rId401"/>
                </p:custDataLst>
              </p:nvPr>
            </p:nvSpPr>
            <p:spPr bwMode="auto">
              <a:xfrm>
                <a:off x="4402" y="1454"/>
                <a:ext cx="1" cy="2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81" name="Freeform 156"/>
              <p:cNvSpPr/>
              <p:nvPr>
                <p:custDataLst>
                  <p:tags r:id="rId402"/>
                </p:custDataLst>
              </p:nvPr>
            </p:nvSpPr>
            <p:spPr bwMode="auto">
              <a:xfrm>
                <a:off x="4546" y="1401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82" name="Freeform 157"/>
              <p:cNvSpPr/>
              <p:nvPr>
                <p:custDataLst>
                  <p:tags r:id="rId403"/>
                </p:custDataLst>
              </p:nvPr>
            </p:nvSpPr>
            <p:spPr bwMode="auto">
              <a:xfrm>
                <a:off x="3914" y="129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83" name="Freeform 158"/>
              <p:cNvSpPr/>
              <p:nvPr>
                <p:custDataLst>
                  <p:tags r:id="rId404"/>
                </p:custDataLst>
              </p:nvPr>
            </p:nvSpPr>
            <p:spPr bwMode="auto">
              <a:xfrm>
                <a:off x="4423" y="148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84" name="Freeform 159"/>
              <p:cNvSpPr/>
              <p:nvPr>
                <p:custDataLst>
                  <p:tags r:id="rId405"/>
                </p:custDataLst>
              </p:nvPr>
            </p:nvSpPr>
            <p:spPr bwMode="auto">
              <a:xfrm>
                <a:off x="4465" y="1456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85" name="Freeform 160"/>
              <p:cNvSpPr/>
              <p:nvPr>
                <p:custDataLst>
                  <p:tags r:id="rId406"/>
                </p:custDataLst>
              </p:nvPr>
            </p:nvSpPr>
            <p:spPr bwMode="auto">
              <a:xfrm>
                <a:off x="4355" y="1509"/>
                <a:ext cx="4" cy="4"/>
              </a:xfrm>
              <a:custGeom>
                <a:avLst/>
                <a:gdLst>
                  <a:gd name="T0" fmla="*/ 0 w 4"/>
                  <a:gd name="T1" fmla="*/ 0 h 4"/>
                  <a:gd name="T2" fmla="*/ 0 w 4"/>
                  <a:gd name="T3" fmla="*/ 2 h 4"/>
                  <a:gd name="T4" fmla="*/ 4 w 4"/>
                  <a:gd name="T5" fmla="*/ 4 h 4"/>
                  <a:gd name="T6" fmla="*/ 0 w 4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lnTo>
                      <a:pt x="0" y="2"/>
                    </a:lnTo>
                    <a:lnTo>
                      <a:pt x="4" y="4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86" name="Freeform 161"/>
              <p:cNvSpPr/>
              <p:nvPr>
                <p:custDataLst>
                  <p:tags r:id="rId407"/>
                </p:custDataLst>
              </p:nvPr>
            </p:nvSpPr>
            <p:spPr bwMode="auto">
              <a:xfrm>
                <a:off x="4383" y="147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87" name="Freeform 162"/>
              <p:cNvSpPr/>
              <p:nvPr>
                <p:custDataLst>
                  <p:tags r:id="rId408"/>
                </p:custDataLst>
              </p:nvPr>
            </p:nvSpPr>
            <p:spPr bwMode="auto">
              <a:xfrm>
                <a:off x="4287" y="1378"/>
                <a:ext cx="261" cy="237"/>
              </a:xfrm>
              <a:custGeom>
                <a:avLst/>
                <a:gdLst>
                  <a:gd name="T0" fmla="*/ 27 w 123"/>
                  <a:gd name="T1" fmla="*/ 92 h 112"/>
                  <a:gd name="T2" fmla="*/ 33 w 123"/>
                  <a:gd name="T3" fmla="*/ 85 h 112"/>
                  <a:gd name="T4" fmla="*/ 52 w 123"/>
                  <a:gd name="T5" fmla="*/ 57 h 112"/>
                  <a:gd name="T6" fmla="*/ 61 w 123"/>
                  <a:gd name="T7" fmla="*/ 52 h 112"/>
                  <a:gd name="T8" fmla="*/ 69 w 123"/>
                  <a:gd name="T9" fmla="*/ 49 h 112"/>
                  <a:gd name="T10" fmla="*/ 81 w 123"/>
                  <a:gd name="T11" fmla="*/ 39 h 112"/>
                  <a:gd name="T12" fmla="*/ 89 w 123"/>
                  <a:gd name="T13" fmla="*/ 34 h 112"/>
                  <a:gd name="T14" fmla="*/ 100 w 123"/>
                  <a:gd name="T15" fmla="*/ 25 h 112"/>
                  <a:gd name="T16" fmla="*/ 105 w 123"/>
                  <a:gd name="T17" fmla="*/ 17 h 112"/>
                  <a:gd name="T18" fmla="*/ 115 w 123"/>
                  <a:gd name="T19" fmla="*/ 15 h 112"/>
                  <a:gd name="T20" fmla="*/ 119 w 123"/>
                  <a:gd name="T21" fmla="*/ 14 h 112"/>
                  <a:gd name="T22" fmla="*/ 121 w 123"/>
                  <a:gd name="T23" fmla="*/ 8 h 112"/>
                  <a:gd name="T24" fmla="*/ 122 w 123"/>
                  <a:gd name="T25" fmla="*/ 7 h 112"/>
                  <a:gd name="T26" fmla="*/ 118 w 123"/>
                  <a:gd name="T27" fmla="*/ 7 h 112"/>
                  <a:gd name="T28" fmla="*/ 113 w 123"/>
                  <a:gd name="T29" fmla="*/ 5 h 112"/>
                  <a:gd name="T30" fmla="*/ 107 w 123"/>
                  <a:gd name="T31" fmla="*/ 4 h 112"/>
                  <a:gd name="T32" fmla="*/ 106 w 123"/>
                  <a:gd name="T33" fmla="*/ 3 h 112"/>
                  <a:gd name="T34" fmla="*/ 102 w 123"/>
                  <a:gd name="T35" fmla="*/ 4 h 112"/>
                  <a:gd name="T36" fmla="*/ 101 w 123"/>
                  <a:gd name="T37" fmla="*/ 4 h 112"/>
                  <a:gd name="T38" fmla="*/ 99 w 123"/>
                  <a:gd name="T39" fmla="*/ 2 h 112"/>
                  <a:gd name="T40" fmla="*/ 98 w 123"/>
                  <a:gd name="T41" fmla="*/ 9 h 112"/>
                  <a:gd name="T42" fmla="*/ 96 w 123"/>
                  <a:gd name="T43" fmla="*/ 8 h 112"/>
                  <a:gd name="T44" fmla="*/ 93 w 123"/>
                  <a:gd name="T45" fmla="*/ 7 h 112"/>
                  <a:gd name="T46" fmla="*/ 91 w 123"/>
                  <a:gd name="T47" fmla="*/ 7 h 112"/>
                  <a:gd name="T48" fmla="*/ 89 w 123"/>
                  <a:gd name="T49" fmla="*/ 10 h 112"/>
                  <a:gd name="T50" fmla="*/ 87 w 123"/>
                  <a:gd name="T51" fmla="*/ 10 h 112"/>
                  <a:gd name="T52" fmla="*/ 89 w 123"/>
                  <a:gd name="T53" fmla="*/ 18 h 112"/>
                  <a:gd name="T54" fmla="*/ 85 w 123"/>
                  <a:gd name="T55" fmla="*/ 12 h 112"/>
                  <a:gd name="T56" fmla="*/ 78 w 123"/>
                  <a:gd name="T57" fmla="*/ 16 h 112"/>
                  <a:gd name="T58" fmla="*/ 75 w 123"/>
                  <a:gd name="T59" fmla="*/ 18 h 112"/>
                  <a:gd name="T60" fmla="*/ 75 w 123"/>
                  <a:gd name="T61" fmla="*/ 24 h 112"/>
                  <a:gd name="T62" fmla="*/ 67 w 123"/>
                  <a:gd name="T63" fmla="*/ 25 h 112"/>
                  <a:gd name="T64" fmla="*/ 65 w 123"/>
                  <a:gd name="T65" fmla="*/ 29 h 112"/>
                  <a:gd name="T66" fmla="*/ 64 w 123"/>
                  <a:gd name="T67" fmla="*/ 29 h 112"/>
                  <a:gd name="T68" fmla="*/ 64 w 123"/>
                  <a:gd name="T69" fmla="*/ 32 h 112"/>
                  <a:gd name="T70" fmla="*/ 60 w 123"/>
                  <a:gd name="T71" fmla="*/ 30 h 112"/>
                  <a:gd name="T72" fmla="*/ 59 w 123"/>
                  <a:gd name="T73" fmla="*/ 34 h 112"/>
                  <a:gd name="T74" fmla="*/ 55 w 123"/>
                  <a:gd name="T75" fmla="*/ 39 h 112"/>
                  <a:gd name="T76" fmla="*/ 50 w 123"/>
                  <a:gd name="T77" fmla="*/ 39 h 112"/>
                  <a:gd name="T78" fmla="*/ 47 w 123"/>
                  <a:gd name="T79" fmla="*/ 43 h 112"/>
                  <a:gd name="T80" fmla="*/ 45 w 123"/>
                  <a:gd name="T81" fmla="*/ 45 h 112"/>
                  <a:gd name="T82" fmla="*/ 44 w 123"/>
                  <a:gd name="T83" fmla="*/ 45 h 112"/>
                  <a:gd name="T84" fmla="*/ 42 w 123"/>
                  <a:gd name="T85" fmla="*/ 48 h 112"/>
                  <a:gd name="T86" fmla="*/ 39 w 123"/>
                  <a:gd name="T87" fmla="*/ 54 h 112"/>
                  <a:gd name="T88" fmla="*/ 38 w 123"/>
                  <a:gd name="T89" fmla="*/ 56 h 112"/>
                  <a:gd name="T90" fmla="*/ 38 w 123"/>
                  <a:gd name="T91" fmla="*/ 63 h 112"/>
                  <a:gd name="T92" fmla="*/ 34 w 123"/>
                  <a:gd name="T93" fmla="*/ 65 h 112"/>
                  <a:gd name="T94" fmla="*/ 30 w 123"/>
                  <a:gd name="T95" fmla="*/ 69 h 112"/>
                  <a:gd name="T96" fmla="*/ 27 w 123"/>
                  <a:gd name="T97" fmla="*/ 71 h 112"/>
                  <a:gd name="T98" fmla="*/ 19 w 123"/>
                  <a:gd name="T99" fmla="*/ 78 h 112"/>
                  <a:gd name="T100" fmla="*/ 17 w 123"/>
                  <a:gd name="T101" fmla="*/ 80 h 112"/>
                  <a:gd name="T102" fmla="*/ 13 w 123"/>
                  <a:gd name="T103" fmla="*/ 88 h 112"/>
                  <a:gd name="T104" fmla="*/ 12 w 123"/>
                  <a:gd name="T105" fmla="*/ 95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23" h="112">
                    <a:moveTo>
                      <a:pt x="9" y="112"/>
                    </a:moveTo>
                    <a:cubicBezTo>
                      <a:pt x="9" y="108"/>
                      <a:pt x="13" y="106"/>
                      <a:pt x="17" y="105"/>
                    </a:cubicBezTo>
                    <a:cubicBezTo>
                      <a:pt x="17" y="104"/>
                      <a:pt x="17" y="102"/>
                      <a:pt x="18" y="102"/>
                    </a:cubicBezTo>
                    <a:cubicBezTo>
                      <a:pt x="20" y="98"/>
                      <a:pt x="27" y="98"/>
                      <a:pt x="28" y="93"/>
                    </a:cubicBezTo>
                    <a:cubicBezTo>
                      <a:pt x="27" y="93"/>
                      <a:pt x="27" y="92"/>
                      <a:pt x="26" y="91"/>
                    </a:cubicBezTo>
                    <a:cubicBezTo>
                      <a:pt x="27" y="92"/>
                      <a:pt x="27" y="92"/>
                      <a:pt x="27" y="92"/>
                    </a:cubicBezTo>
                    <a:cubicBezTo>
                      <a:pt x="26" y="91"/>
                      <a:pt x="26" y="91"/>
                      <a:pt x="26" y="91"/>
                    </a:cubicBezTo>
                    <a:cubicBezTo>
                      <a:pt x="26" y="90"/>
                      <a:pt x="28" y="92"/>
                      <a:pt x="28" y="92"/>
                    </a:cubicBezTo>
                    <a:cubicBezTo>
                      <a:pt x="29" y="91"/>
                      <a:pt x="29" y="89"/>
                      <a:pt x="31" y="88"/>
                    </a:cubicBezTo>
                    <a:cubicBezTo>
                      <a:pt x="29" y="86"/>
                      <a:pt x="31" y="87"/>
                      <a:pt x="29" y="85"/>
                    </a:cubicBezTo>
                    <a:cubicBezTo>
                      <a:pt x="30" y="86"/>
                      <a:pt x="30" y="86"/>
                      <a:pt x="30" y="86"/>
                    </a:cubicBezTo>
                    <a:cubicBezTo>
                      <a:pt x="30" y="84"/>
                      <a:pt x="30" y="84"/>
                      <a:pt x="33" y="85"/>
                    </a:cubicBezTo>
                    <a:cubicBezTo>
                      <a:pt x="38" y="83"/>
                      <a:pt x="40" y="79"/>
                      <a:pt x="43" y="76"/>
                    </a:cubicBezTo>
                    <a:cubicBezTo>
                      <a:pt x="46" y="72"/>
                      <a:pt x="48" y="68"/>
                      <a:pt x="52" y="64"/>
                    </a:cubicBezTo>
                    <a:cubicBezTo>
                      <a:pt x="50" y="61"/>
                      <a:pt x="52" y="61"/>
                      <a:pt x="50" y="59"/>
                    </a:cubicBezTo>
                    <a:cubicBezTo>
                      <a:pt x="51" y="59"/>
                      <a:pt x="51" y="59"/>
                      <a:pt x="51" y="59"/>
                    </a:cubicBezTo>
                    <a:cubicBezTo>
                      <a:pt x="51" y="58"/>
                      <a:pt x="52" y="59"/>
                      <a:pt x="54" y="59"/>
                    </a:cubicBezTo>
                    <a:cubicBezTo>
                      <a:pt x="53" y="58"/>
                      <a:pt x="54" y="59"/>
                      <a:pt x="52" y="57"/>
                    </a:cubicBezTo>
                    <a:cubicBezTo>
                      <a:pt x="51" y="56"/>
                      <a:pt x="55" y="59"/>
                      <a:pt x="54" y="58"/>
                    </a:cubicBezTo>
                    <a:cubicBezTo>
                      <a:pt x="55" y="59"/>
                      <a:pt x="53" y="57"/>
                      <a:pt x="54" y="58"/>
                    </a:cubicBezTo>
                    <a:cubicBezTo>
                      <a:pt x="53" y="55"/>
                      <a:pt x="55" y="59"/>
                      <a:pt x="57" y="59"/>
                    </a:cubicBezTo>
                    <a:cubicBezTo>
                      <a:pt x="58" y="57"/>
                      <a:pt x="58" y="54"/>
                      <a:pt x="61" y="54"/>
                    </a:cubicBezTo>
                    <a:cubicBezTo>
                      <a:pt x="61" y="54"/>
                      <a:pt x="60" y="52"/>
                      <a:pt x="60" y="52"/>
                    </a:cubicBezTo>
                    <a:cubicBezTo>
                      <a:pt x="62" y="55"/>
                      <a:pt x="60" y="51"/>
                      <a:pt x="61" y="52"/>
                    </a:cubicBezTo>
                    <a:cubicBezTo>
                      <a:pt x="62" y="53"/>
                      <a:pt x="62" y="53"/>
                      <a:pt x="62" y="53"/>
                    </a:cubicBezTo>
                    <a:cubicBezTo>
                      <a:pt x="63" y="54"/>
                      <a:pt x="63" y="51"/>
                      <a:pt x="64" y="52"/>
                    </a:cubicBezTo>
                    <a:cubicBezTo>
                      <a:pt x="64" y="50"/>
                      <a:pt x="67" y="52"/>
                      <a:pt x="66" y="50"/>
                    </a:cubicBezTo>
                    <a:cubicBezTo>
                      <a:pt x="67" y="52"/>
                      <a:pt x="67" y="51"/>
                      <a:pt x="68" y="51"/>
                    </a:cubicBezTo>
                    <a:cubicBezTo>
                      <a:pt x="66" y="48"/>
                      <a:pt x="70" y="51"/>
                      <a:pt x="69" y="49"/>
                    </a:cubicBezTo>
                    <a:cubicBezTo>
                      <a:pt x="69" y="49"/>
                      <a:pt x="69" y="49"/>
                      <a:pt x="69" y="49"/>
                    </a:cubicBezTo>
                    <a:cubicBezTo>
                      <a:pt x="71" y="48"/>
                      <a:pt x="73" y="47"/>
                      <a:pt x="74" y="44"/>
                    </a:cubicBezTo>
                    <a:cubicBezTo>
                      <a:pt x="75" y="43"/>
                      <a:pt x="78" y="45"/>
                      <a:pt x="79" y="42"/>
                    </a:cubicBezTo>
                    <a:cubicBezTo>
                      <a:pt x="78" y="41"/>
                      <a:pt x="78" y="41"/>
                      <a:pt x="78" y="41"/>
                    </a:cubicBezTo>
                    <a:cubicBezTo>
                      <a:pt x="78" y="41"/>
                      <a:pt x="79" y="42"/>
                      <a:pt x="79" y="42"/>
                    </a:cubicBezTo>
                    <a:cubicBezTo>
                      <a:pt x="79" y="40"/>
                      <a:pt x="81" y="41"/>
                      <a:pt x="81" y="41"/>
                    </a:cubicBezTo>
                    <a:cubicBezTo>
                      <a:pt x="81" y="40"/>
                      <a:pt x="81" y="40"/>
                      <a:pt x="81" y="39"/>
                    </a:cubicBezTo>
                    <a:cubicBezTo>
                      <a:pt x="83" y="41"/>
                      <a:pt x="82" y="37"/>
                      <a:pt x="84" y="38"/>
                    </a:cubicBezTo>
                    <a:cubicBezTo>
                      <a:pt x="82" y="36"/>
                      <a:pt x="84" y="37"/>
                      <a:pt x="84" y="36"/>
                    </a:cubicBezTo>
                    <a:cubicBezTo>
                      <a:pt x="84" y="36"/>
                      <a:pt x="84" y="36"/>
                      <a:pt x="85" y="37"/>
                    </a:cubicBezTo>
                    <a:cubicBezTo>
                      <a:pt x="85" y="36"/>
                      <a:pt x="85" y="36"/>
                      <a:pt x="87" y="36"/>
                    </a:cubicBezTo>
                    <a:cubicBezTo>
                      <a:pt x="87" y="36"/>
                      <a:pt x="86" y="34"/>
                      <a:pt x="87" y="34"/>
                    </a:cubicBezTo>
                    <a:cubicBezTo>
                      <a:pt x="88" y="36"/>
                      <a:pt x="88" y="34"/>
                      <a:pt x="89" y="34"/>
                    </a:cubicBezTo>
                    <a:cubicBezTo>
                      <a:pt x="87" y="32"/>
                      <a:pt x="87" y="31"/>
                      <a:pt x="88" y="31"/>
                    </a:cubicBezTo>
                    <a:cubicBezTo>
                      <a:pt x="89" y="34"/>
                      <a:pt x="89" y="34"/>
                      <a:pt x="89" y="34"/>
                    </a:cubicBezTo>
                    <a:cubicBezTo>
                      <a:pt x="90" y="31"/>
                      <a:pt x="93" y="33"/>
                      <a:pt x="93" y="29"/>
                    </a:cubicBezTo>
                    <a:cubicBezTo>
                      <a:pt x="94" y="30"/>
                      <a:pt x="94" y="30"/>
                      <a:pt x="94" y="30"/>
                    </a:cubicBezTo>
                    <a:cubicBezTo>
                      <a:pt x="95" y="28"/>
                      <a:pt x="98" y="29"/>
                      <a:pt x="98" y="25"/>
                    </a:cubicBezTo>
                    <a:cubicBezTo>
                      <a:pt x="99" y="25"/>
                      <a:pt x="100" y="26"/>
                      <a:pt x="100" y="25"/>
                    </a:cubicBezTo>
                    <a:cubicBezTo>
                      <a:pt x="100" y="24"/>
                      <a:pt x="101" y="24"/>
                      <a:pt x="100" y="22"/>
                    </a:cubicBezTo>
                    <a:cubicBezTo>
                      <a:pt x="100" y="21"/>
                      <a:pt x="101" y="22"/>
                      <a:pt x="101" y="23"/>
                    </a:cubicBezTo>
                    <a:cubicBezTo>
                      <a:pt x="102" y="23"/>
                      <a:pt x="104" y="25"/>
                      <a:pt x="103" y="22"/>
                    </a:cubicBezTo>
                    <a:cubicBezTo>
                      <a:pt x="104" y="23"/>
                      <a:pt x="104" y="23"/>
                      <a:pt x="104" y="23"/>
                    </a:cubicBezTo>
                    <a:cubicBezTo>
                      <a:pt x="104" y="22"/>
                      <a:pt x="104" y="20"/>
                      <a:pt x="106" y="21"/>
                    </a:cubicBezTo>
                    <a:cubicBezTo>
                      <a:pt x="105" y="19"/>
                      <a:pt x="106" y="19"/>
                      <a:pt x="105" y="17"/>
                    </a:cubicBezTo>
                    <a:cubicBezTo>
                      <a:pt x="105" y="17"/>
                      <a:pt x="106" y="19"/>
                      <a:pt x="106" y="18"/>
                    </a:cubicBezTo>
                    <a:cubicBezTo>
                      <a:pt x="106" y="20"/>
                      <a:pt x="106" y="20"/>
                      <a:pt x="106" y="20"/>
                    </a:cubicBezTo>
                    <a:cubicBezTo>
                      <a:pt x="108" y="20"/>
                      <a:pt x="109" y="18"/>
                      <a:pt x="110" y="16"/>
                    </a:cubicBezTo>
                    <a:cubicBezTo>
                      <a:pt x="112" y="19"/>
                      <a:pt x="112" y="16"/>
                      <a:pt x="113" y="17"/>
                    </a:cubicBezTo>
                    <a:cubicBezTo>
                      <a:pt x="113" y="15"/>
                      <a:pt x="115" y="17"/>
                      <a:pt x="114" y="14"/>
                    </a:cubicBezTo>
                    <a:cubicBezTo>
                      <a:pt x="115" y="15"/>
                      <a:pt x="115" y="15"/>
                      <a:pt x="115" y="15"/>
                    </a:cubicBezTo>
                    <a:cubicBezTo>
                      <a:pt x="115" y="15"/>
                      <a:pt x="116" y="15"/>
                      <a:pt x="117" y="15"/>
                    </a:cubicBezTo>
                    <a:cubicBezTo>
                      <a:pt x="118" y="16"/>
                      <a:pt x="118" y="14"/>
                      <a:pt x="118" y="13"/>
                    </a:cubicBezTo>
                    <a:cubicBezTo>
                      <a:pt x="118" y="14"/>
                      <a:pt x="118" y="14"/>
                      <a:pt x="118" y="14"/>
                    </a:cubicBezTo>
                    <a:cubicBezTo>
                      <a:pt x="118" y="13"/>
                      <a:pt x="118" y="11"/>
                      <a:pt x="118" y="9"/>
                    </a:cubicBezTo>
                    <a:cubicBezTo>
                      <a:pt x="119" y="10"/>
                      <a:pt x="118" y="9"/>
                      <a:pt x="119" y="10"/>
                    </a:cubicBezTo>
                    <a:cubicBezTo>
                      <a:pt x="119" y="11"/>
                      <a:pt x="119" y="13"/>
                      <a:pt x="119" y="14"/>
                    </a:cubicBezTo>
                    <a:cubicBezTo>
                      <a:pt x="120" y="15"/>
                      <a:pt x="119" y="11"/>
                      <a:pt x="120" y="13"/>
                    </a:cubicBezTo>
                    <a:cubicBezTo>
                      <a:pt x="121" y="14"/>
                      <a:pt x="121" y="13"/>
                      <a:pt x="121" y="11"/>
                    </a:cubicBezTo>
                    <a:cubicBezTo>
                      <a:pt x="121" y="12"/>
                      <a:pt x="121" y="12"/>
                      <a:pt x="121" y="13"/>
                    </a:cubicBezTo>
                    <a:cubicBezTo>
                      <a:pt x="122" y="13"/>
                      <a:pt x="122" y="13"/>
                      <a:pt x="122" y="12"/>
                    </a:cubicBezTo>
                    <a:cubicBezTo>
                      <a:pt x="122" y="12"/>
                      <a:pt x="122" y="12"/>
                      <a:pt x="122" y="12"/>
                    </a:cubicBezTo>
                    <a:cubicBezTo>
                      <a:pt x="122" y="10"/>
                      <a:pt x="122" y="10"/>
                      <a:pt x="121" y="8"/>
                    </a:cubicBezTo>
                    <a:cubicBezTo>
                      <a:pt x="121" y="9"/>
                      <a:pt x="121" y="9"/>
                      <a:pt x="121" y="9"/>
                    </a:cubicBezTo>
                    <a:cubicBezTo>
                      <a:pt x="121" y="7"/>
                      <a:pt x="121" y="7"/>
                      <a:pt x="122" y="8"/>
                    </a:cubicBezTo>
                    <a:cubicBezTo>
                      <a:pt x="122" y="10"/>
                      <a:pt x="122" y="11"/>
                      <a:pt x="122" y="11"/>
                    </a:cubicBezTo>
                    <a:cubicBezTo>
                      <a:pt x="123" y="7"/>
                      <a:pt x="123" y="7"/>
                      <a:pt x="123" y="7"/>
                    </a:cubicBezTo>
                    <a:cubicBezTo>
                      <a:pt x="123" y="9"/>
                      <a:pt x="122" y="8"/>
                      <a:pt x="122" y="6"/>
                    </a:cubicBezTo>
                    <a:cubicBezTo>
                      <a:pt x="122" y="7"/>
                      <a:pt x="122" y="7"/>
                      <a:pt x="122" y="7"/>
                    </a:cubicBezTo>
                    <a:cubicBezTo>
                      <a:pt x="122" y="6"/>
                      <a:pt x="122" y="6"/>
                      <a:pt x="122" y="6"/>
                    </a:cubicBezTo>
                    <a:cubicBezTo>
                      <a:pt x="121" y="7"/>
                      <a:pt x="120" y="5"/>
                      <a:pt x="120" y="7"/>
                    </a:cubicBezTo>
                    <a:cubicBezTo>
                      <a:pt x="120" y="8"/>
                      <a:pt x="120" y="8"/>
                      <a:pt x="120" y="8"/>
                    </a:cubicBezTo>
                    <a:cubicBezTo>
                      <a:pt x="120" y="8"/>
                      <a:pt x="120" y="11"/>
                      <a:pt x="119" y="9"/>
                    </a:cubicBezTo>
                    <a:cubicBezTo>
                      <a:pt x="119" y="7"/>
                      <a:pt x="119" y="7"/>
                      <a:pt x="119" y="7"/>
                    </a:cubicBezTo>
                    <a:cubicBezTo>
                      <a:pt x="119" y="7"/>
                      <a:pt x="119" y="8"/>
                      <a:pt x="118" y="7"/>
                    </a:cubicBezTo>
                    <a:cubicBezTo>
                      <a:pt x="118" y="5"/>
                      <a:pt x="118" y="5"/>
                      <a:pt x="118" y="5"/>
                    </a:cubicBezTo>
                    <a:cubicBezTo>
                      <a:pt x="119" y="8"/>
                      <a:pt x="117" y="6"/>
                      <a:pt x="117" y="7"/>
                    </a:cubicBezTo>
                    <a:cubicBezTo>
                      <a:pt x="117" y="6"/>
                      <a:pt x="117" y="6"/>
                      <a:pt x="117" y="6"/>
                    </a:cubicBezTo>
                    <a:cubicBezTo>
                      <a:pt x="116" y="6"/>
                      <a:pt x="117" y="8"/>
                      <a:pt x="117" y="8"/>
                    </a:cubicBezTo>
                    <a:cubicBezTo>
                      <a:pt x="117" y="8"/>
                      <a:pt x="116" y="5"/>
                      <a:pt x="115" y="4"/>
                    </a:cubicBezTo>
                    <a:cubicBezTo>
                      <a:pt x="115" y="5"/>
                      <a:pt x="114" y="7"/>
                      <a:pt x="113" y="5"/>
                    </a:cubicBezTo>
                    <a:cubicBezTo>
                      <a:pt x="112" y="6"/>
                      <a:pt x="112" y="7"/>
                      <a:pt x="112" y="8"/>
                    </a:cubicBezTo>
                    <a:cubicBezTo>
                      <a:pt x="111" y="8"/>
                      <a:pt x="111" y="6"/>
                      <a:pt x="111" y="7"/>
                    </a:cubicBezTo>
                    <a:cubicBezTo>
                      <a:pt x="111" y="6"/>
                      <a:pt x="110" y="5"/>
                      <a:pt x="110" y="4"/>
                    </a:cubicBezTo>
                    <a:cubicBezTo>
                      <a:pt x="110" y="5"/>
                      <a:pt x="109" y="4"/>
                      <a:pt x="110" y="7"/>
                    </a:cubicBezTo>
                    <a:cubicBezTo>
                      <a:pt x="109" y="6"/>
                      <a:pt x="108" y="6"/>
                      <a:pt x="107" y="7"/>
                    </a:cubicBezTo>
                    <a:cubicBezTo>
                      <a:pt x="108" y="7"/>
                      <a:pt x="107" y="5"/>
                      <a:pt x="107" y="4"/>
                    </a:cubicBezTo>
                    <a:cubicBezTo>
                      <a:pt x="107" y="6"/>
                      <a:pt x="106" y="7"/>
                      <a:pt x="106" y="7"/>
                    </a:cubicBezTo>
                    <a:cubicBezTo>
                      <a:pt x="106" y="9"/>
                      <a:pt x="106" y="9"/>
                      <a:pt x="107" y="10"/>
                    </a:cubicBezTo>
                    <a:cubicBezTo>
                      <a:pt x="107" y="10"/>
                      <a:pt x="107" y="11"/>
                      <a:pt x="107" y="11"/>
                    </a:cubicBezTo>
                    <a:cubicBezTo>
                      <a:pt x="106" y="9"/>
                      <a:pt x="105" y="7"/>
                      <a:pt x="104" y="7"/>
                    </a:cubicBezTo>
                    <a:cubicBezTo>
                      <a:pt x="104" y="4"/>
                      <a:pt x="106" y="7"/>
                      <a:pt x="104" y="4"/>
                    </a:cubicBezTo>
                    <a:cubicBezTo>
                      <a:pt x="104" y="2"/>
                      <a:pt x="105" y="2"/>
                      <a:pt x="106" y="3"/>
                    </a:cubicBezTo>
                    <a:cubicBezTo>
                      <a:pt x="105" y="1"/>
                      <a:pt x="105" y="3"/>
                      <a:pt x="104" y="1"/>
                    </a:cubicBezTo>
                    <a:cubicBezTo>
                      <a:pt x="104" y="1"/>
                      <a:pt x="104" y="2"/>
                      <a:pt x="103" y="3"/>
                    </a:cubicBezTo>
                    <a:cubicBezTo>
                      <a:pt x="104" y="4"/>
                      <a:pt x="104" y="4"/>
                      <a:pt x="104" y="5"/>
                    </a:cubicBezTo>
                    <a:cubicBezTo>
                      <a:pt x="105" y="8"/>
                      <a:pt x="103" y="4"/>
                      <a:pt x="103" y="4"/>
                    </a:cubicBezTo>
                    <a:cubicBezTo>
                      <a:pt x="103" y="3"/>
                      <a:pt x="103" y="3"/>
                      <a:pt x="103" y="3"/>
                    </a:cubicBezTo>
                    <a:cubicBezTo>
                      <a:pt x="102" y="2"/>
                      <a:pt x="102" y="4"/>
                      <a:pt x="102" y="4"/>
                    </a:cubicBezTo>
                    <a:cubicBezTo>
                      <a:pt x="100" y="1"/>
                      <a:pt x="102" y="3"/>
                      <a:pt x="102" y="1"/>
                    </a:cubicBezTo>
                    <a:cubicBezTo>
                      <a:pt x="101" y="0"/>
                      <a:pt x="101" y="0"/>
                      <a:pt x="101" y="0"/>
                    </a:cubicBezTo>
                    <a:cubicBezTo>
                      <a:pt x="100" y="0"/>
                      <a:pt x="101" y="2"/>
                      <a:pt x="100" y="2"/>
                    </a:cubicBezTo>
                    <a:cubicBezTo>
                      <a:pt x="100" y="1"/>
                      <a:pt x="100" y="1"/>
                      <a:pt x="100" y="1"/>
                    </a:cubicBezTo>
                    <a:cubicBezTo>
                      <a:pt x="100" y="1"/>
                      <a:pt x="100" y="1"/>
                      <a:pt x="100" y="1"/>
                    </a:cubicBezTo>
                    <a:cubicBezTo>
                      <a:pt x="100" y="3"/>
                      <a:pt x="101" y="4"/>
                      <a:pt x="101" y="4"/>
                    </a:cubicBezTo>
                    <a:cubicBezTo>
                      <a:pt x="102" y="7"/>
                      <a:pt x="101" y="4"/>
                      <a:pt x="101" y="5"/>
                    </a:cubicBezTo>
                    <a:cubicBezTo>
                      <a:pt x="101" y="7"/>
                      <a:pt x="101" y="5"/>
                      <a:pt x="102" y="7"/>
                    </a:cubicBezTo>
                    <a:cubicBezTo>
                      <a:pt x="102" y="8"/>
                      <a:pt x="102" y="8"/>
                      <a:pt x="102" y="9"/>
                    </a:cubicBezTo>
                    <a:cubicBezTo>
                      <a:pt x="101" y="9"/>
                      <a:pt x="101" y="7"/>
                      <a:pt x="100" y="6"/>
                    </a:cubicBezTo>
                    <a:cubicBezTo>
                      <a:pt x="100" y="6"/>
                      <a:pt x="100" y="5"/>
                      <a:pt x="101" y="6"/>
                    </a:cubicBezTo>
                    <a:cubicBezTo>
                      <a:pt x="101" y="4"/>
                      <a:pt x="99" y="3"/>
                      <a:pt x="99" y="2"/>
                    </a:cubicBezTo>
                    <a:cubicBezTo>
                      <a:pt x="98" y="1"/>
                      <a:pt x="99" y="4"/>
                      <a:pt x="99" y="4"/>
                    </a:cubicBezTo>
                    <a:cubicBezTo>
                      <a:pt x="99" y="3"/>
                      <a:pt x="99" y="5"/>
                      <a:pt x="100" y="6"/>
                    </a:cubicBezTo>
                    <a:cubicBezTo>
                      <a:pt x="101" y="11"/>
                      <a:pt x="98" y="3"/>
                      <a:pt x="97" y="4"/>
                    </a:cubicBezTo>
                    <a:cubicBezTo>
                      <a:pt x="99" y="7"/>
                      <a:pt x="98" y="8"/>
                      <a:pt x="100" y="11"/>
                    </a:cubicBezTo>
                    <a:cubicBezTo>
                      <a:pt x="100" y="12"/>
                      <a:pt x="100" y="13"/>
                      <a:pt x="100" y="12"/>
                    </a:cubicBezTo>
                    <a:cubicBezTo>
                      <a:pt x="99" y="10"/>
                      <a:pt x="99" y="11"/>
                      <a:pt x="98" y="9"/>
                    </a:cubicBezTo>
                    <a:cubicBezTo>
                      <a:pt x="98" y="9"/>
                      <a:pt x="98" y="9"/>
                      <a:pt x="98" y="9"/>
                    </a:cubicBezTo>
                    <a:cubicBezTo>
                      <a:pt x="98" y="7"/>
                      <a:pt x="98" y="7"/>
                      <a:pt x="98" y="7"/>
                    </a:cubicBezTo>
                    <a:cubicBezTo>
                      <a:pt x="97" y="5"/>
                      <a:pt x="95" y="4"/>
                      <a:pt x="95" y="4"/>
                    </a:cubicBezTo>
                    <a:cubicBezTo>
                      <a:pt x="95" y="5"/>
                      <a:pt x="96" y="5"/>
                      <a:pt x="96" y="6"/>
                    </a:cubicBezTo>
                    <a:cubicBezTo>
                      <a:pt x="95" y="5"/>
                      <a:pt x="95" y="4"/>
                      <a:pt x="94" y="4"/>
                    </a:cubicBezTo>
                    <a:cubicBezTo>
                      <a:pt x="95" y="5"/>
                      <a:pt x="96" y="7"/>
                      <a:pt x="96" y="8"/>
                    </a:cubicBezTo>
                    <a:cubicBezTo>
                      <a:pt x="95" y="8"/>
                      <a:pt x="94" y="6"/>
                      <a:pt x="94" y="6"/>
                    </a:cubicBezTo>
                    <a:cubicBezTo>
                      <a:pt x="94" y="4"/>
                      <a:pt x="94" y="4"/>
                      <a:pt x="94" y="4"/>
                    </a:cubicBezTo>
                    <a:cubicBezTo>
                      <a:pt x="94" y="6"/>
                      <a:pt x="93" y="3"/>
                      <a:pt x="93" y="4"/>
                    </a:cubicBezTo>
                    <a:cubicBezTo>
                      <a:pt x="93" y="5"/>
                      <a:pt x="94" y="7"/>
                      <a:pt x="94" y="8"/>
                    </a:cubicBezTo>
                    <a:cubicBezTo>
                      <a:pt x="94" y="9"/>
                      <a:pt x="94" y="8"/>
                      <a:pt x="94" y="8"/>
                    </a:cubicBezTo>
                    <a:cubicBezTo>
                      <a:pt x="93" y="7"/>
                      <a:pt x="93" y="7"/>
                      <a:pt x="93" y="7"/>
                    </a:cubicBezTo>
                    <a:cubicBezTo>
                      <a:pt x="93" y="7"/>
                      <a:pt x="92" y="4"/>
                      <a:pt x="92" y="5"/>
                    </a:cubicBezTo>
                    <a:cubicBezTo>
                      <a:pt x="92" y="6"/>
                      <a:pt x="92" y="6"/>
                      <a:pt x="92" y="6"/>
                    </a:cubicBezTo>
                    <a:cubicBezTo>
                      <a:pt x="92" y="6"/>
                      <a:pt x="92" y="6"/>
                      <a:pt x="91" y="5"/>
                    </a:cubicBezTo>
                    <a:cubicBezTo>
                      <a:pt x="92" y="6"/>
                      <a:pt x="91" y="6"/>
                      <a:pt x="92" y="6"/>
                    </a:cubicBezTo>
                    <a:cubicBezTo>
                      <a:pt x="91" y="5"/>
                      <a:pt x="91" y="5"/>
                      <a:pt x="91" y="5"/>
                    </a:cubicBezTo>
                    <a:cubicBezTo>
                      <a:pt x="91" y="6"/>
                      <a:pt x="92" y="9"/>
                      <a:pt x="91" y="7"/>
                    </a:cubicBezTo>
                    <a:cubicBezTo>
                      <a:pt x="92" y="9"/>
                      <a:pt x="91" y="7"/>
                      <a:pt x="92" y="8"/>
                    </a:cubicBezTo>
                    <a:cubicBezTo>
                      <a:pt x="93" y="9"/>
                      <a:pt x="92" y="9"/>
                      <a:pt x="92" y="10"/>
                    </a:cubicBezTo>
                    <a:cubicBezTo>
                      <a:pt x="91" y="7"/>
                      <a:pt x="91" y="10"/>
                      <a:pt x="91" y="10"/>
                    </a:cubicBezTo>
                    <a:cubicBezTo>
                      <a:pt x="91" y="9"/>
                      <a:pt x="90" y="9"/>
                      <a:pt x="90" y="8"/>
                    </a:cubicBezTo>
                    <a:cubicBezTo>
                      <a:pt x="91" y="10"/>
                      <a:pt x="91" y="10"/>
                      <a:pt x="91" y="10"/>
                    </a:cubicBezTo>
                    <a:cubicBezTo>
                      <a:pt x="89" y="7"/>
                      <a:pt x="90" y="11"/>
                      <a:pt x="89" y="10"/>
                    </a:cubicBezTo>
                    <a:cubicBezTo>
                      <a:pt x="89" y="9"/>
                      <a:pt x="88" y="8"/>
                      <a:pt x="88" y="7"/>
                    </a:cubicBezTo>
                    <a:cubicBezTo>
                      <a:pt x="90" y="10"/>
                      <a:pt x="89" y="11"/>
                      <a:pt x="90" y="12"/>
                    </a:cubicBezTo>
                    <a:cubicBezTo>
                      <a:pt x="89" y="12"/>
                      <a:pt x="88" y="9"/>
                      <a:pt x="87" y="8"/>
                    </a:cubicBezTo>
                    <a:cubicBezTo>
                      <a:pt x="88" y="10"/>
                      <a:pt x="86" y="7"/>
                      <a:pt x="87" y="9"/>
                    </a:cubicBezTo>
                    <a:cubicBezTo>
                      <a:pt x="88" y="10"/>
                      <a:pt x="88" y="11"/>
                      <a:pt x="88" y="12"/>
                    </a:cubicBezTo>
                    <a:cubicBezTo>
                      <a:pt x="88" y="12"/>
                      <a:pt x="88" y="11"/>
                      <a:pt x="87" y="10"/>
                    </a:cubicBezTo>
                    <a:cubicBezTo>
                      <a:pt x="87" y="10"/>
                      <a:pt x="88" y="12"/>
                      <a:pt x="88" y="13"/>
                    </a:cubicBezTo>
                    <a:cubicBezTo>
                      <a:pt x="88" y="13"/>
                      <a:pt x="89" y="15"/>
                      <a:pt x="88" y="14"/>
                    </a:cubicBezTo>
                    <a:cubicBezTo>
                      <a:pt x="87" y="12"/>
                      <a:pt x="88" y="13"/>
                      <a:pt x="87" y="12"/>
                    </a:cubicBezTo>
                    <a:cubicBezTo>
                      <a:pt x="86" y="12"/>
                      <a:pt x="89" y="16"/>
                      <a:pt x="88" y="16"/>
                    </a:cubicBezTo>
                    <a:cubicBezTo>
                      <a:pt x="89" y="17"/>
                      <a:pt x="90" y="20"/>
                      <a:pt x="90" y="21"/>
                    </a:cubicBezTo>
                    <a:cubicBezTo>
                      <a:pt x="89" y="21"/>
                      <a:pt x="90" y="20"/>
                      <a:pt x="89" y="18"/>
                    </a:cubicBezTo>
                    <a:cubicBezTo>
                      <a:pt x="89" y="18"/>
                      <a:pt x="89" y="18"/>
                      <a:pt x="89" y="18"/>
                    </a:cubicBezTo>
                    <a:cubicBezTo>
                      <a:pt x="87" y="16"/>
                      <a:pt x="87" y="14"/>
                      <a:pt x="86" y="12"/>
                    </a:cubicBezTo>
                    <a:cubicBezTo>
                      <a:pt x="86" y="13"/>
                      <a:pt x="86" y="13"/>
                      <a:pt x="86" y="13"/>
                    </a:cubicBezTo>
                    <a:cubicBezTo>
                      <a:pt x="85" y="12"/>
                      <a:pt x="85" y="11"/>
                      <a:pt x="84" y="10"/>
                    </a:cubicBezTo>
                    <a:cubicBezTo>
                      <a:pt x="85" y="12"/>
                      <a:pt x="84" y="11"/>
                      <a:pt x="84" y="11"/>
                    </a:cubicBezTo>
                    <a:cubicBezTo>
                      <a:pt x="85" y="13"/>
                      <a:pt x="84" y="11"/>
                      <a:pt x="85" y="12"/>
                    </a:cubicBezTo>
                    <a:cubicBezTo>
                      <a:pt x="84" y="13"/>
                      <a:pt x="86" y="15"/>
                      <a:pt x="85" y="15"/>
                    </a:cubicBezTo>
                    <a:cubicBezTo>
                      <a:pt x="83" y="12"/>
                      <a:pt x="83" y="12"/>
                      <a:pt x="83" y="12"/>
                    </a:cubicBezTo>
                    <a:cubicBezTo>
                      <a:pt x="82" y="11"/>
                      <a:pt x="84" y="14"/>
                      <a:pt x="83" y="13"/>
                    </a:cubicBezTo>
                    <a:cubicBezTo>
                      <a:pt x="83" y="12"/>
                      <a:pt x="83" y="12"/>
                      <a:pt x="83" y="12"/>
                    </a:cubicBezTo>
                    <a:cubicBezTo>
                      <a:pt x="81" y="13"/>
                      <a:pt x="80" y="14"/>
                      <a:pt x="81" y="18"/>
                    </a:cubicBezTo>
                    <a:cubicBezTo>
                      <a:pt x="80" y="17"/>
                      <a:pt x="79" y="17"/>
                      <a:pt x="78" y="16"/>
                    </a:cubicBezTo>
                    <a:cubicBezTo>
                      <a:pt x="78" y="17"/>
                      <a:pt x="79" y="18"/>
                      <a:pt x="79" y="18"/>
                    </a:cubicBezTo>
                    <a:cubicBezTo>
                      <a:pt x="77" y="17"/>
                      <a:pt x="77" y="17"/>
                      <a:pt x="77" y="17"/>
                    </a:cubicBezTo>
                    <a:cubicBezTo>
                      <a:pt x="76" y="16"/>
                      <a:pt x="77" y="18"/>
                      <a:pt x="77" y="19"/>
                    </a:cubicBezTo>
                    <a:cubicBezTo>
                      <a:pt x="76" y="18"/>
                      <a:pt x="76" y="18"/>
                      <a:pt x="76" y="18"/>
                    </a:cubicBezTo>
                    <a:cubicBezTo>
                      <a:pt x="75" y="17"/>
                      <a:pt x="76" y="19"/>
                      <a:pt x="76" y="19"/>
                    </a:cubicBezTo>
                    <a:cubicBezTo>
                      <a:pt x="75" y="18"/>
                      <a:pt x="75" y="18"/>
                      <a:pt x="75" y="18"/>
                    </a:cubicBezTo>
                    <a:cubicBezTo>
                      <a:pt x="76" y="20"/>
                      <a:pt x="76" y="20"/>
                      <a:pt x="76" y="20"/>
                    </a:cubicBezTo>
                    <a:cubicBezTo>
                      <a:pt x="76" y="20"/>
                      <a:pt x="76" y="20"/>
                      <a:pt x="74" y="19"/>
                    </a:cubicBezTo>
                    <a:cubicBezTo>
                      <a:pt x="75" y="19"/>
                      <a:pt x="75" y="19"/>
                      <a:pt x="75" y="20"/>
                    </a:cubicBezTo>
                    <a:cubicBezTo>
                      <a:pt x="74" y="19"/>
                      <a:pt x="73" y="20"/>
                      <a:pt x="73" y="21"/>
                    </a:cubicBezTo>
                    <a:cubicBezTo>
                      <a:pt x="74" y="21"/>
                      <a:pt x="74" y="21"/>
                      <a:pt x="75" y="23"/>
                    </a:cubicBezTo>
                    <a:cubicBezTo>
                      <a:pt x="76" y="25"/>
                      <a:pt x="74" y="22"/>
                      <a:pt x="75" y="24"/>
                    </a:cubicBezTo>
                    <a:cubicBezTo>
                      <a:pt x="74" y="23"/>
                      <a:pt x="74" y="22"/>
                      <a:pt x="73" y="22"/>
                    </a:cubicBezTo>
                    <a:cubicBezTo>
                      <a:pt x="71" y="20"/>
                      <a:pt x="71" y="22"/>
                      <a:pt x="70" y="23"/>
                    </a:cubicBezTo>
                    <a:cubicBezTo>
                      <a:pt x="70" y="24"/>
                      <a:pt x="70" y="24"/>
                      <a:pt x="70" y="24"/>
                    </a:cubicBezTo>
                    <a:cubicBezTo>
                      <a:pt x="68" y="22"/>
                      <a:pt x="69" y="25"/>
                      <a:pt x="68" y="24"/>
                    </a:cubicBezTo>
                    <a:cubicBezTo>
                      <a:pt x="68" y="25"/>
                      <a:pt x="70" y="28"/>
                      <a:pt x="69" y="28"/>
                    </a:cubicBezTo>
                    <a:cubicBezTo>
                      <a:pt x="70" y="30"/>
                      <a:pt x="68" y="26"/>
                      <a:pt x="67" y="25"/>
                    </a:cubicBezTo>
                    <a:cubicBezTo>
                      <a:pt x="67" y="26"/>
                      <a:pt x="67" y="26"/>
                      <a:pt x="67" y="26"/>
                    </a:cubicBezTo>
                    <a:cubicBezTo>
                      <a:pt x="66" y="26"/>
                      <a:pt x="66" y="26"/>
                      <a:pt x="66" y="26"/>
                    </a:cubicBezTo>
                    <a:cubicBezTo>
                      <a:pt x="67" y="27"/>
                      <a:pt x="67" y="28"/>
                      <a:pt x="66" y="27"/>
                    </a:cubicBezTo>
                    <a:cubicBezTo>
                      <a:pt x="66" y="27"/>
                      <a:pt x="66" y="27"/>
                      <a:pt x="66" y="27"/>
                    </a:cubicBezTo>
                    <a:cubicBezTo>
                      <a:pt x="66" y="27"/>
                      <a:pt x="65" y="26"/>
                      <a:pt x="64" y="27"/>
                    </a:cubicBezTo>
                    <a:cubicBezTo>
                      <a:pt x="65" y="28"/>
                      <a:pt x="64" y="28"/>
                      <a:pt x="65" y="29"/>
                    </a:cubicBezTo>
                    <a:cubicBezTo>
                      <a:pt x="65" y="28"/>
                      <a:pt x="65" y="28"/>
                      <a:pt x="65" y="28"/>
                    </a:cubicBezTo>
                    <a:cubicBezTo>
                      <a:pt x="65" y="30"/>
                      <a:pt x="65" y="30"/>
                      <a:pt x="65" y="30"/>
                    </a:cubicBezTo>
                    <a:cubicBezTo>
                      <a:pt x="65" y="29"/>
                      <a:pt x="65" y="29"/>
                      <a:pt x="65" y="29"/>
                    </a:cubicBezTo>
                    <a:cubicBezTo>
                      <a:pt x="64" y="28"/>
                      <a:pt x="64" y="28"/>
                      <a:pt x="64" y="28"/>
                    </a:cubicBezTo>
                    <a:cubicBezTo>
                      <a:pt x="63" y="27"/>
                      <a:pt x="64" y="29"/>
                      <a:pt x="65" y="30"/>
                    </a:cubicBezTo>
                    <a:cubicBezTo>
                      <a:pt x="65" y="31"/>
                      <a:pt x="64" y="30"/>
                      <a:pt x="64" y="29"/>
                    </a:cubicBezTo>
                    <a:cubicBezTo>
                      <a:pt x="63" y="29"/>
                      <a:pt x="64" y="30"/>
                      <a:pt x="64" y="29"/>
                    </a:cubicBezTo>
                    <a:cubicBezTo>
                      <a:pt x="63" y="28"/>
                      <a:pt x="63" y="29"/>
                      <a:pt x="63" y="28"/>
                    </a:cubicBezTo>
                    <a:cubicBezTo>
                      <a:pt x="63" y="28"/>
                      <a:pt x="64" y="30"/>
                      <a:pt x="63" y="30"/>
                    </a:cubicBezTo>
                    <a:cubicBezTo>
                      <a:pt x="63" y="30"/>
                      <a:pt x="63" y="31"/>
                      <a:pt x="62" y="29"/>
                    </a:cubicBezTo>
                    <a:cubicBezTo>
                      <a:pt x="62" y="30"/>
                      <a:pt x="62" y="30"/>
                      <a:pt x="62" y="31"/>
                    </a:cubicBezTo>
                    <a:cubicBezTo>
                      <a:pt x="63" y="31"/>
                      <a:pt x="63" y="31"/>
                      <a:pt x="64" y="32"/>
                    </a:cubicBezTo>
                    <a:cubicBezTo>
                      <a:pt x="64" y="32"/>
                      <a:pt x="64" y="33"/>
                      <a:pt x="63" y="32"/>
                    </a:cubicBezTo>
                    <a:cubicBezTo>
                      <a:pt x="63" y="32"/>
                      <a:pt x="63" y="32"/>
                      <a:pt x="63" y="32"/>
                    </a:cubicBezTo>
                    <a:cubicBezTo>
                      <a:pt x="63" y="32"/>
                      <a:pt x="63" y="32"/>
                      <a:pt x="64" y="33"/>
                    </a:cubicBezTo>
                    <a:cubicBezTo>
                      <a:pt x="62" y="32"/>
                      <a:pt x="62" y="32"/>
                      <a:pt x="62" y="32"/>
                    </a:cubicBezTo>
                    <a:cubicBezTo>
                      <a:pt x="63" y="33"/>
                      <a:pt x="62" y="33"/>
                      <a:pt x="62" y="33"/>
                    </a:cubicBezTo>
                    <a:cubicBezTo>
                      <a:pt x="61" y="32"/>
                      <a:pt x="60" y="30"/>
                      <a:pt x="60" y="30"/>
                    </a:cubicBezTo>
                    <a:cubicBezTo>
                      <a:pt x="60" y="32"/>
                      <a:pt x="60" y="32"/>
                      <a:pt x="60" y="32"/>
                    </a:cubicBezTo>
                    <a:cubicBezTo>
                      <a:pt x="60" y="32"/>
                      <a:pt x="60" y="32"/>
                      <a:pt x="59" y="31"/>
                    </a:cubicBezTo>
                    <a:cubicBezTo>
                      <a:pt x="58" y="31"/>
                      <a:pt x="61" y="36"/>
                      <a:pt x="60" y="35"/>
                    </a:cubicBezTo>
                    <a:cubicBezTo>
                      <a:pt x="59" y="33"/>
                      <a:pt x="59" y="33"/>
                      <a:pt x="58" y="33"/>
                    </a:cubicBezTo>
                    <a:cubicBezTo>
                      <a:pt x="58" y="34"/>
                      <a:pt x="58" y="34"/>
                      <a:pt x="58" y="34"/>
                    </a:cubicBezTo>
                    <a:cubicBezTo>
                      <a:pt x="59" y="35"/>
                      <a:pt x="58" y="33"/>
                      <a:pt x="59" y="34"/>
                    </a:cubicBezTo>
                    <a:cubicBezTo>
                      <a:pt x="60" y="34"/>
                      <a:pt x="59" y="34"/>
                      <a:pt x="59" y="35"/>
                    </a:cubicBezTo>
                    <a:cubicBezTo>
                      <a:pt x="56" y="32"/>
                      <a:pt x="57" y="35"/>
                      <a:pt x="55" y="34"/>
                    </a:cubicBezTo>
                    <a:cubicBezTo>
                      <a:pt x="56" y="36"/>
                      <a:pt x="55" y="35"/>
                      <a:pt x="55" y="36"/>
                    </a:cubicBezTo>
                    <a:cubicBezTo>
                      <a:pt x="54" y="34"/>
                      <a:pt x="55" y="37"/>
                      <a:pt x="54" y="36"/>
                    </a:cubicBezTo>
                    <a:cubicBezTo>
                      <a:pt x="55" y="38"/>
                      <a:pt x="55" y="38"/>
                      <a:pt x="55" y="38"/>
                    </a:cubicBezTo>
                    <a:cubicBezTo>
                      <a:pt x="54" y="37"/>
                      <a:pt x="57" y="41"/>
                      <a:pt x="55" y="39"/>
                    </a:cubicBezTo>
                    <a:cubicBezTo>
                      <a:pt x="54" y="39"/>
                      <a:pt x="54" y="38"/>
                      <a:pt x="53" y="37"/>
                    </a:cubicBezTo>
                    <a:cubicBezTo>
                      <a:pt x="51" y="35"/>
                      <a:pt x="54" y="40"/>
                      <a:pt x="52" y="38"/>
                    </a:cubicBezTo>
                    <a:cubicBezTo>
                      <a:pt x="52" y="38"/>
                      <a:pt x="53" y="40"/>
                      <a:pt x="54" y="41"/>
                    </a:cubicBezTo>
                    <a:cubicBezTo>
                      <a:pt x="53" y="40"/>
                      <a:pt x="51" y="39"/>
                      <a:pt x="51" y="39"/>
                    </a:cubicBezTo>
                    <a:cubicBezTo>
                      <a:pt x="51" y="40"/>
                      <a:pt x="51" y="40"/>
                      <a:pt x="51" y="40"/>
                    </a:cubicBezTo>
                    <a:cubicBezTo>
                      <a:pt x="50" y="39"/>
                      <a:pt x="50" y="39"/>
                      <a:pt x="50" y="39"/>
                    </a:cubicBezTo>
                    <a:cubicBezTo>
                      <a:pt x="49" y="39"/>
                      <a:pt x="50" y="40"/>
                      <a:pt x="50" y="41"/>
                    </a:cubicBezTo>
                    <a:cubicBezTo>
                      <a:pt x="49" y="39"/>
                      <a:pt x="48" y="41"/>
                      <a:pt x="47" y="40"/>
                    </a:cubicBezTo>
                    <a:cubicBezTo>
                      <a:pt x="49" y="42"/>
                      <a:pt x="46" y="40"/>
                      <a:pt x="48" y="43"/>
                    </a:cubicBezTo>
                    <a:cubicBezTo>
                      <a:pt x="47" y="42"/>
                      <a:pt x="47" y="42"/>
                      <a:pt x="47" y="42"/>
                    </a:cubicBezTo>
                    <a:cubicBezTo>
                      <a:pt x="48" y="43"/>
                      <a:pt x="49" y="44"/>
                      <a:pt x="49" y="45"/>
                    </a:cubicBezTo>
                    <a:cubicBezTo>
                      <a:pt x="47" y="43"/>
                      <a:pt x="47" y="43"/>
                      <a:pt x="47" y="43"/>
                    </a:cubicBezTo>
                    <a:cubicBezTo>
                      <a:pt x="46" y="41"/>
                      <a:pt x="47" y="43"/>
                      <a:pt x="46" y="42"/>
                    </a:cubicBezTo>
                    <a:cubicBezTo>
                      <a:pt x="47" y="43"/>
                      <a:pt x="45" y="42"/>
                      <a:pt x="46" y="44"/>
                    </a:cubicBezTo>
                    <a:cubicBezTo>
                      <a:pt x="47" y="44"/>
                      <a:pt x="47" y="44"/>
                      <a:pt x="47" y="44"/>
                    </a:cubicBezTo>
                    <a:cubicBezTo>
                      <a:pt x="47" y="45"/>
                      <a:pt x="47" y="45"/>
                      <a:pt x="47" y="46"/>
                    </a:cubicBezTo>
                    <a:cubicBezTo>
                      <a:pt x="47" y="46"/>
                      <a:pt x="45" y="44"/>
                      <a:pt x="45" y="44"/>
                    </a:cubicBezTo>
                    <a:cubicBezTo>
                      <a:pt x="45" y="44"/>
                      <a:pt x="45" y="44"/>
                      <a:pt x="45" y="45"/>
                    </a:cubicBezTo>
                    <a:cubicBezTo>
                      <a:pt x="45" y="45"/>
                      <a:pt x="45" y="45"/>
                      <a:pt x="45" y="45"/>
                    </a:cubicBezTo>
                    <a:cubicBezTo>
                      <a:pt x="45" y="45"/>
                      <a:pt x="45" y="45"/>
                      <a:pt x="45" y="45"/>
                    </a:cubicBezTo>
                    <a:cubicBezTo>
                      <a:pt x="45" y="45"/>
                      <a:pt x="45" y="45"/>
                      <a:pt x="45" y="45"/>
                    </a:cubicBezTo>
                    <a:cubicBezTo>
                      <a:pt x="45" y="45"/>
                      <a:pt x="45" y="45"/>
                      <a:pt x="45" y="45"/>
                    </a:cubicBezTo>
                    <a:cubicBezTo>
                      <a:pt x="45" y="45"/>
                      <a:pt x="45" y="45"/>
                      <a:pt x="45" y="45"/>
                    </a:cubicBezTo>
                    <a:cubicBezTo>
                      <a:pt x="45" y="45"/>
                      <a:pt x="44" y="45"/>
                      <a:pt x="44" y="45"/>
                    </a:cubicBezTo>
                    <a:cubicBezTo>
                      <a:pt x="44" y="45"/>
                      <a:pt x="44" y="45"/>
                      <a:pt x="44" y="45"/>
                    </a:cubicBezTo>
                    <a:cubicBezTo>
                      <a:pt x="44" y="45"/>
                      <a:pt x="44" y="45"/>
                      <a:pt x="44" y="45"/>
                    </a:cubicBezTo>
                    <a:cubicBezTo>
                      <a:pt x="43" y="44"/>
                      <a:pt x="43" y="44"/>
                      <a:pt x="43" y="44"/>
                    </a:cubicBezTo>
                    <a:cubicBezTo>
                      <a:pt x="43" y="44"/>
                      <a:pt x="43" y="45"/>
                      <a:pt x="44" y="46"/>
                    </a:cubicBezTo>
                    <a:cubicBezTo>
                      <a:pt x="42" y="46"/>
                      <a:pt x="42" y="48"/>
                      <a:pt x="42" y="49"/>
                    </a:cubicBezTo>
                    <a:cubicBezTo>
                      <a:pt x="42" y="49"/>
                      <a:pt x="41" y="48"/>
                      <a:pt x="42" y="48"/>
                    </a:cubicBezTo>
                    <a:cubicBezTo>
                      <a:pt x="42" y="49"/>
                      <a:pt x="42" y="50"/>
                      <a:pt x="42" y="49"/>
                    </a:cubicBezTo>
                    <a:cubicBezTo>
                      <a:pt x="42" y="50"/>
                      <a:pt x="41" y="48"/>
                      <a:pt x="40" y="49"/>
                    </a:cubicBezTo>
                    <a:cubicBezTo>
                      <a:pt x="40" y="48"/>
                      <a:pt x="41" y="50"/>
                      <a:pt x="41" y="50"/>
                    </a:cubicBezTo>
                    <a:cubicBezTo>
                      <a:pt x="39" y="48"/>
                      <a:pt x="41" y="52"/>
                      <a:pt x="39" y="51"/>
                    </a:cubicBezTo>
                    <a:cubicBezTo>
                      <a:pt x="40" y="52"/>
                      <a:pt x="39" y="51"/>
                      <a:pt x="39" y="50"/>
                    </a:cubicBezTo>
                    <a:cubicBezTo>
                      <a:pt x="39" y="51"/>
                      <a:pt x="38" y="52"/>
                      <a:pt x="39" y="54"/>
                    </a:cubicBezTo>
                    <a:cubicBezTo>
                      <a:pt x="38" y="53"/>
                      <a:pt x="38" y="53"/>
                      <a:pt x="38" y="53"/>
                    </a:cubicBezTo>
                    <a:cubicBezTo>
                      <a:pt x="38" y="53"/>
                      <a:pt x="38" y="53"/>
                      <a:pt x="38" y="54"/>
                    </a:cubicBezTo>
                    <a:cubicBezTo>
                      <a:pt x="39" y="55"/>
                      <a:pt x="40" y="56"/>
                      <a:pt x="39" y="56"/>
                    </a:cubicBezTo>
                    <a:cubicBezTo>
                      <a:pt x="39" y="56"/>
                      <a:pt x="39" y="56"/>
                      <a:pt x="39" y="56"/>
                    </a:cubicBezTo>
                    <a:cubicBezTo>
                      <a:pt x="39" y="56"/>
                      <a:pt x="39" y="57"/>
                      <a:pt x="39" y="57"/>
                    </a:cubicBezTo>
                    <a:cubicBezTo>
                      <a:pt x="38" y="57"/>
                      <a:pt x="39" y="57"/>
                      <a:pt x="38" y="56"/>
                    </a:cubicBezTo>
                    <a:cubicBezTo>
                      <a:pt x="36" y="54"/>
                      <a:pt x="36" y="56"/>
                      <a:pt x="36" y="56"/>
                    </a:cubicBezTo>
                    <a:cubicBezTo>
                      <a:pt x="37" y="57"/>
                      <a:pt x="37" y="57"/>
                      <a:pt x="37" y="57"/>
                    </a:cubicBezTo>
                    <a:cubicBezTo>
                      <a:pt x="37" y="58"/>
                      <a:pt x="36" y="56"/>
                      <a:pt x="36" y="56"/>
                    </a:cubicBezTo>
                    <a:cubicBezTo>
                      <a:pt x="38" y="61"/>
                      <a:pt x="38" y="61"/>
                      <a:pt x="38" y="61"/>
                    </a:cubicBezTo>
                    <a:cubicBezTo>
                      <a:pt x="38" y="60"/>
                      <a:pt x="37" y="59"/>
                      <a:pt x="36" y="58"/>
                    </a:cubicBezTo>
                    <a:cubicBezTo>
                      <a:pt x="36" y="59"/>
                      <a:pt x="37" y="61"/>
                      <a:pt x="38" y="63"/>
                    </a:cubicBezTo>
                    <a:cubicBezTo>
                      <a:pt x="38" y="63"/>
                      <a:pt x="38" y="64"/>
                      <a:pt x="38" y="64"/>
                    </a:cubicBezTo>
                    <a:cubicBezTo>
                      <a:pt x="37" y="63"/>
                      <a:pt x="38" y="64"/>
                      <a:pt x="37" y="63"/>
                    </a:cubicBezTo>
                    <a:cubicBezTo>
                      <a:pt x="36" y="63"/>
                      <a:pt x="36" y="63"/>
                      <a:pt x="36" y="63"/>
                    </a:cubicBezTo>
                    <a:cubicBezTo>
                      <a:pt x="36" y="62"/>
                      <a:pt x="34" y="61"/>
                      <a:pt x="34" y="60"/>
                    </a:cubicBezTo>
                    <a:cubicBezTo>
                      <a:pt x="34" y="61"/>
                      <a:pt x="33" y="61"/>
                      <a:pt x="32" y="61"/>
                    </a:cubicBezTo>
                    <a:cubicBezTo>
                      <a:pt x="34" y="63"/>
                      <a:pt x="32" y="63"/>
                      <a:pt x="34" y="65"/>
                    </a:cubicBezTo>
                    <a:cubicBezTo>
                      <a:pt x="34" y="65"/>
                      <a:pt x="32" y="63"/>
                      <a:pt x="32" y="63"/>
                    </a:cubicBezTo>
                    <a:cubicBezTo>
                      <a:pt x="32" y="64"/>
                      <a:pt x="31" y="64"/>
                      <a:pt x="31" y="65"/>
                    </a:cubicBezTo>
                    <a:cubicBezTo>
                      <a:pt x="30" y="65"/>
                      <a:pt x="30" y="65"/>
                      <a:pt x="30" y="65"/>
                    </a:cubicBezTo>
                    <a:cubicBezTo>
                      <a:pt x="30" y="66"/>
                      <a:pt x="29" y="66"/>
                      <a:pt x="30" y="68"/>
                    </a:cubicBezTo>
                    <a:cubicBezTo>
                      <a:pt x="30" y="67"/>
                      <a:pt x="30" y="67"/>
                      <a:pt x="30" y="67"/>
                    </a:cubicBezTo>
                    <a:cubicBezTo>
                      <a:pt x="28" y="67"/>
                      <a:pt x="32" y="69"/>
                      <a:pt x="30" y="69"/>
                    </a:cubicBezTo>
                    <a:cubicBezTo>
                      <a:pt x="29" y="68"/>
                      <a:pt x="29" y="68"/>
                      <a:pt x="29" y="68"/>
                    </a:cubicBezTo>
                    <a:cubicBezTo>
                      <a:pt x="30" y="69"/>
                      <a:pt x="28" y="68"/>
                      <a:pt x="29" y="70"/>
                    </a:cubicBezTo>
                    <a:cubicBezTo>
                      <a:pt x="28" y="68"/>
                      <a:pt x="28" y="68"/>
                      <a:pt x="28" y="68"/>
                    </a:cubicBezTo>
                    <a:cubicBezTo>
                      <a:pt x="28" y="69"/>
                      <a:pt x="28" y="69"/>
                      <a:pt x="28" y="71"/>
                    </a:cubicBezTo>
                    <a:cubicBezTo>
                      <a:pt x="27" y="69"/>
                      <a:pt x="27" y="69"/>
                      <a:pt x="27" y="69"/>
                    </a:cubicBezTo>
                    <a:cubicBezTo>
                      <a:pt x="26" y="69"/>
                      <a:pt x="28" y="71"/>
                      <a:pt x="27" y="71"/>
                    </a:cubicBezTo>
                    <a:cubicBezTo>
                      <a:pt x="27" y="71"/>
                      <a:pt x="26" y="71"/>
                      <a:pt x="26" y="70"/>
                    </a:cubicBezTo>
                    <a:cubicBezTo>
                      <a:pt x="27" y="71"/>
                      <a:pt x="26" y="72"/>
                      <a:pt x="27" y="72"/>
                    </a:cubicBezTo>
                    <a:cubicBezTo>
                      <a:pt x="25" y="71"/>
                      <a:pt x="25" y="71"/>
                      <a:pt x="25" y="71"/>
                    </a:cubicBezTo>
                    <a:cubicBezTo>
                      <a:pt x="23" y="73"/>
                      <a:pt x="21" y="75"/>
                      <a:pt x="21" y="78"/>
                    </a:cubicBezTo>
                    <a:cubicBezTo>
                      <a:pt x="19" y="77"/>
                      <a:pt x="20" y="77"/>
                      <a:pt x="19" y="76"/>
                    </a:cubicBezTo>
                    <a:cubicBezTo>
                      <a:pt x="20" y="77"/>
                      <a:pt x="19" y="77"/>
                      <a:pt x="19" y="78"/>
                    </a:cubicBezTo>
                    <a:cubicBezTo>
                      <a:pt x="19" y="77"/>
                      <a:pt x="19" y="77"/>
                      <a:pt x="19" y="77"/>
                    </a:cubicBezTo>
                    <a:cubicBezTo>
                      <a:pt x="19" y="78"/>
                      <a:pt x="18" y="77"/>
                      <a:pt x="18" y="78"/>
                    </a:cubicBezTo>
                    <a:cubicBezTo>
                      <a:pt x="18" y="78"/>
                      <a:pt x="18" y="78"/>
                      <a:pt x="18" y="78"/>
                    </a:cubicBezTo>
                    <a:cubicBezTo>
                      <a:pt x="19" y="80"/>
                      <a:pt x="16" y="77"/>
                      <a:pt x="18" y="79"/>
                    </a:cubicBezTo>
                    <a:cubicBezTo>
                      <a:pt x="16" y="78"/>
                      <a:pt x="16" y="78"/>
                      <a:pt x="16" y="78"/>
                    </a:cubicBezTo>
                    <a:cubicBezTo>
                      <a:pt x="18" y="80"/>
                      <a:pt x="15" y="78"/>
                      <a:pt x="17" y="80"/>
                    </a:cubicBezTo>
                    <a:cubicBezTo>
                      <a:pt x="16" y="80"/>
                      <a:pt x="16" y="80"/>
                      <a:pt x="16" y="80"/>
                    </a:cubicBezTo>
                    <a:cubicBezTo>
                      <a:pt x="15" y="79"/>
                      <a:pt x="18" y="82"/>
                      <a:pt x="16" y="81"/>
                    </a:cubicBezTo>
                    <a:cubicBezTo>
                      <a:pt x="16" y="82"/>
                      <a:pt x="16" y="83"/>
                      <a:pt x="17" y="84"/>
                    </a:cubicBezTo>
                    <a:cubicBezTo>
                      <a:pt x="15" y="82"/>
                      <a:pt x="15" y="82"/>
                      <a:pt x="15" y="82"/>
                    </a:cubicBezTo>
                    <a:cubicBezTo>
                      <a:pt x="15" y="85"/>
                      <a:pt x="13" y="86"/>
                      <a:pt x="14" y="89"/>
                    </a:cubicBezTo>
                    <a:cubicBezTo>
                      <a:pt x="13" y="88"/>
                      <a:pt x="13" y="88"/>
                      <a:pt x="13" y="88"/>
                    </a:cubicBezTo>
                    <a:cubicBezTo>
                      <a:pt x="14" y="90"/>
                      <a:pt x="10" y="89"/>
                      <a:pt x="13" y="92"/>
                    </a:cubicBezTo>
                    <a:cubicBezTo>
                      <a:pt x="14" y="93"/>
                      <a:pt x="14" y="93"/>
                      <a:pt x="14" y="93"/>
                    </a:cubicBezTo>
                    <a:cubicBezTo>
                      <a:pt x="12" y="92"/>
                      <a:pt x="12" y="92"/>
                      <a:pt x="12" y="92"/>
                    </a:cubicBezTo>
                    <a:cubicBezTo>
                      <a:pt x="13" y="93"/>
                      <a:pt x="11" y="93"/>
                      <a:pt x="13" y="94"/>
                    </a:cubicBezTo>
                    <a:cubicBezTo>
                      <a:pt x="12" y="94"/>
                      <a:pt x="12" y="93"/>
                      <a:pt x="12" y="93"/>
                    </a:cubicBezTo>
                    <a:cubicBezTo>
                      <a:pt x="11" y="93"/>
                      <a:pt x="13" y="95"/>
                      <a:pt x="12" y="95"/>
                    </a:cubicBezTo>
                    <a:cubicBezTo>
                      <a:pt x="11" y="95"/>
                      <a:pt x="11" y="95"/>
                      <a:pt x="11" y="95"/>
                    </a:cubicBezTo>
                    <a:cubicBezTo>
                      <a:pt x="8" y="95"/>
                      <a:pt x="4" y="96"/>
                      <a:pt x="6" y="100"/>
                    </a:cubicBezTo>
                    <a:cubicBezTo>
                      <a:pt x="6" y="101"/>
                      <a:pt x="4" y="99"/>
                      <a:pt x="4" y="99"/>
                    </a:cubicBezTo>
                    <a:cubicBezTo>
                      <a:pt x="6" y="103"/>
                      <a:pt x="0" y="102"/>
                      <a:pt x="3" y="107"/>
                    </a:cubicBezTo>
                    <a:cubicBezTo>
                      <a:pt x="4" y="109"/>
                      <a:pt x="9" y="112"/>
                      <a:pt x="9" y="1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88" name="Freeform 163"/>
              <p:cNvSpPr/>
              <p:nvPr>
                <p:custDataLst>
                  <p:tags r:id="rId409"/>
                </p:custDataLst>
              </p:nvPr>
            </p:nvSpPr>
            <p:spPr bwMode="auto">
              <a:xfrm>
                <a:off x="4499" y="1925"/>
                <a:ext cx="3" cy="4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2 h 2"/>
                  <a:gd name="T4" fmla="*/ 0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89" name="Freeform 164"/>
              <p:cNvSpPr/>
              <p:nvPr>
                <p:custDataLst>
                  <p:tags r:id="rId410"/>
                </p:custDataLst>
              </p:nvPr>
            </p:nvSpPr>
            <p:spPr bwMode="auto">
              <a:xfrm>
                <a:off x="3914" y="1322"/>
                <a:ext cx="2" cy="0"/>
              </a:xfrm>
              <a:custGeom>
                <a:avLst/>
                <a:gdLst>
                  <a:gd name="T0" fmla="*/ 2 w 2"/>
                  <a:gd name="T1" fmla="*/ 2 w 2"/>
                  <a:gd name="T2" fmla="*/ 0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90" name="Freeform 165"/>
              <p:cNvSpPr/>
              <p:nvPr>
                <p:custDataLst>
                  <p:tags r:id="rId411"/>
                </p:custDataLst>
              </p:nvPr>
            </p:nvSpPr>
            <p:spPr bwMode="auto">
              <a:xfrm>
                <a:off x="3122" y="2198"/>
                <a:ext cx="2" cy="4"/>
              </a:xfrm>
              <a:custGeom>
                <a:avLst/>
                <a:gdLst>
                  <a:gd name="T0" fmla="*/ 0 w 2"/>
                  <a:gd name="T1" fmla="*/ 0 h 4"/>
                  <a:gd name="T2" fmla="*/ 0 w 2"/>
                  <a:gd name="T3" fmla="*/ 0 h 4"/>
                  <a:gd name="T4" fmla="*/ 2 w 2"/>
                  <a:gd name="T5" fmla="*/ 4 h 4"/>
                  <a:gd name="T6" fmla="*/ 0 w 2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lnTo>
                      <a:pt x="0" y="0"/>
                    </a:lnTo>
                    <a:lnTo>
                      <a:pt x="2" y="4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91" name="Freeform 166"/>
              <p:cNvSpPr/>
              <p:nvPr>
                <p:custDataLst>
                  <p:tags r:id="rId412"/>
                </p:custDataLst>
              </p:nvPr>
            </p:nvSpPr>
            <p:spPr bwMode="auto">
              <a:xfrm>
                <a:off x="3126" y="2183"/>
                <a:ext cx="3" cy="3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1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92" name="Freeform 167"/>
              <p:cNvSpPr/>
              <p:nvPr>
                <p:custDataLst>
                  <p:tags r:id="rId413"/>
                </p:custDataLst>
              </p:nvPr>
            </p:nvSpPr>
            <p:spPr bwMode="auto">
              <a:xfrm>
                <a:off x="3540" y="1543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0" y="0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93" name="Freeform 168"/>
              <p:cNvSpPr/>
              <p:nvPr>
                <p:custDataLst>
                  <p:tags r:id="rId414"/>
                </p:custDataLst>
              </p:nvPr>
            </p:nvSpPr>
            <p:spPr bwMode="auto">
              <a:xfrm>
                <a:off x="3156" y="221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94" name="Freeform 169"/>
              <p:cNvSpPr/>
              <p:nvPr>
                <p:custDataLst>
                  <p:tags r:id="rId415"/>
                </p:custDataLst>
              </p:nvPr>
            </p:nvSpPr>
            <p:spPr bwMode="auto">
              <a:xfrm>
                <a:off x="3129" y="2183"/>
                <a:ext cx="0" cy="3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95" name="Freeform 170"/>
              <p:cNvSpPr/>
              <p:nvPr>
                <p:custDataLst>
                  <p:tags r:id="rId416"/>
                </p:custDataLst>
              </p:nvPr>
            </p:nvSpPr>
            <p:spPr bwMode="auto">
              <a:xfrm>
                <a:off x="3129" y="219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96" name="Freeform 171"/>
              <p:cNvSpPr/>
              <p:nvPr>
                <p:custDataLst>
                  <p:tags r:id="rId417"/>
                </p:custDataLst>
              </p:nvPr>
            </p:nvSpPr>
            <p:spPr bwMode="auto">
              <a:xfrm>
                <a:off x="3129" y="2192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97" name="Freeform 172"/>
              <p:cNvSpPr/>
              <p:nvPr>
                <p:custDataLst>
                  <p:tags r:id="rId418"/>
                </p:custDataLst>
              </p:nvPr>
            </p:nvSpPr>
            <p:spPr bwMode="auto">
              <a:xfrm>
                <a:off x="3205" y="2162"/>
                <a:ext cx="2" cy="9"/>
              </a:xfrm>
              <a:custGeom>
                <a:avLst/>
                <a:gdLst>
                  <a:gd name="T0" fmla="*/ 1 w 1"/>
                  <a:gd name="T1" fmla="*/ 2 h 4"/>
                  <a:gd name="T2" fmla="*/ 1 w 1"/>
                  <a:gd name="T3" fmla="*/ 0 h 4"/>
                  <a:gd name="T4" fmla="*/ 1 w 1"/>
                  <a:gd name="T5" fmla="*/ 4 h 4"/>
                  <a:gd name="T6" fmla="*/ 1 w 1"/>
                  <a:gd name="T7" fmla="*/ 4 h 4"/>
                  <a:gd name="T8" fmla="*/ 1 w 1"/>
                  <a:gd name="T9" fmla="*/ 3 h 4"/>
                  <a:gd name="T10" fmla="*/ 1 w 1"/>
                  <a:gd name="T11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4">
                    <a:moveTo>
                      <a:pt x="1" y="2"/>
                    </a:moveTo>
                    <a:cubicBezTo>
                      <a:pt x="1" y="1"/>
                      <a:pt x="1" y="0"/>
                      <a:pt x="1" y="0"/>
                    </a:cubicBezTo>
                    <a:cubicBezTo>
                      <a:pt x="1" y="1"/>
                      <a:pt x="0" y="3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3"/>
                      <a:pt x="1" y="3"/>
                    </a:cubicBezTo>
                    <a:cubicBezTo>
                      <a:pt x="1" y="3"/>
                      <a:pt x="1" y="1"/>
                      <a:pt x="1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98" name="Freeform 173"/>
              <p:cNvSpPr/>
              <p:nvPr>
                <p:custDataLst>
                  <p:tags r:id="rId419"/>
                </p:custDataLst>
              </p:nvPr>
            </p:nvSpPr>
            <p:spPr bwMode="auto">
              <a:xfrm>
                <a:off x="3207" y="2166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99" name="Freeform 174"/>
              <p:cNvSpPr/>
              <p:nvPr>
                <p:custDataLst>
                  <p:tags r:id="rId420"/>
                </p:custDataLst>
              </p:nvPr>
            </p:nvSpPr>
            <p:spPr bwMode="auto">
              <a:xfrm>
                <a:off x="3207" y="2169"/>
                <a:ext cx="0" cy="4"/>
              </a:xfrm>
              <a:custGeom>
                <a:avLst/>
                <a:gdLst>
                  <a:gd name="T0" fmla="*/ 2 h 2"/>
                  <a:gd name="T1" fmla="*/ 1 h 2"/>
                  <a:gd name="T2" fmla="*/ 1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500" name="Freeform 175"/>
              <p:cNvSpPr/>
              <p:nvPr>
                <p:custDataLst>
                  <p:tags r:id="rId421"/>
                </p:custDataLst>
              </p:nvPr>
            </p:nvSpPr>
            <p:spPr bwMode="auto">
              <a:xfrm>
                <a:off x="3194" y="2156"/>
                <a:ext cx="0" cy="6"/>
              </a:xfrm>
              <a:custGeom>
                <a:avLst/>
                <a:gdLst>
                  <a:gd name="T0" fmla="*/ 2 h 3"/>
                  <a:gd name="T1" fmla="*/ 2 h 3"/>
                  <a:gd name="T2" fmla="*/ 2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2"/>
                    </a:moveTo>
                    <a:cubicBezTo>
                      <a:pt x="0" y="0"/>
                      <a:pt x="0" y="2"/>
                      <a:pt x="0" y="2"/>
                    </a:cubicBezTo>
                    <a:cubicBezTo>
                      <a:pt x="0" y="3"/>
                      <a:pt x="0" y="2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501" name="Freeform 176"/>
              <p:cNvSpPr/>
              <p:nvPr>
                <p:custDataLst>
                  <p:tags r:id="rId422"/>
                </p:custDataLst>
              </p:nvPr>
            </p:nvSpPr>
            <p:spPr bwMode="auto">
              <a:xfrm>
                <a:off x="3209" y="2196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502" name="Freeform 177"/>
              <p:cNvSpPr/>
              <p:nvPr>
                <p:custDataLst>
                  <p:tags r:id="rId423"/>
                </p:custDataLst>
              </p:nvPr>
            </p:nvSpPr>
            <p:spPr bwMode="auto">
              <a:xfrm>
                <a:off x="3472" y="207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503" name="Freeform 178"/>
              <p:cNvSpPr/>
              <p:nvPr>
                <p:custDataLst>
                  <p:tags r:id="rId424"/>
                </p:custDataLst>
              </p:nvPr>
            </p:nvSpPr>
            <p:spPr bwMode="auto">
              <a:xfrm>
                <a:off x="3201" y="2158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504" name="Freeform 179"/>
              <p:cNvSpPr/>
              <p:nvPr>
                <p:custDataLst>
                  <p:tags r:id="rId425"/>
                </p:custDataLst>
              </p:nvPr>
            </p:nvSpPr>
            <p:spPr bwMode="auto">
              <a:xfrm>
                <a:off x="3211" y="2194"/>
                <a:ext cx="2" cy="4"/>
              </a:xfrm>
              <a:custGeom>
                <a:avLst/>
                <a:gdLst>
                  <a:gd name="T0" fmla="*/ 1 w 1"/>
                  <a:gd name="T1" fmla="*/ 1 h 2"/>
                  <a:gd name="T2" fmla="*/ 0 w 1"/>
                  <a:gd name="T3" fmla="*/ 2 h 2"/>
                  <a:gd name="T4" fmla="*/ 1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0" y="2"/>
                      <a:pt x="0" y="2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505" name="Freeform 180"/>
              <p:cNvSpPr/>
              <p:nvPr>
                <p:custDataLst>
                  <p:tags r:id="rId426"/>
                </p:custDataLst>
              </p:nvPr>
            </p:nvSpPr>
            <p:spPr bwMode="auto">
              <a:xfrm>
                <a:off x="3317" y="2561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506" name="Freeform 181"/>
              <p:cNvSpPr/>
              <p:nvPr>
                <p:custDataLst>
                  <p:tags r:id="rId427"/>
                </p:custDataLst>
              </p:nvPr>
            </p:nvSpPr>
            <p:spPr bwMode="auto">
              <a:xfrm>
                <a:off x="3345" y="2535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507" name="Freeform 182"/>
              <p:cNvSpPr/>
              <p:nvPr>
                <p:custDataLst>
                  <p:tags r:id="rId428"/>
                </p:custDataLst>
              </p:nvPr>
            </p:nvSpPr>
            <p:spPr bwMode="auto">
              <a:xfrm>
                <a:off x="3211" y="2192"/>
                <a:ext cx="2" cy="6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0 h 3"/>
                  <a:gd name="T4" fmla="*/ 0 w 1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2"/>
                      <a:pt x="0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508" name="Freeform 183"/>
              <p:cNvSpPr/>
              <p:nvPr>
                <p:custDataLst>
                  <p:tags r:id="rId429"/>
                </p:custDataLst>
              </p:nvPr>
            </p:nvSpPr>
            <p:spPr bwMode="auto">
              <a:xfrm>
                <a:off x="3266" y="2548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1"/>
                      <a:pt x="1" y="1"/>
                    </a:cubicBezTo>
                    <a:cubicBezTo>
                      <a:pt x="1" y="1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509" name="Freeform 184"/>
              <p:cNvSpPr/>
              <p:nvPr>
                <p:custDataLst>
                  <p:tags r:id="rId430"/>
                </p:custDataLst>
              </p:nvPr>
            </p:nvSpPr>
            <p:spPr bwMode="auto">
              <a:xfrm>
                <a:off x="3271" y="254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510" name="Freeform 185"/>
              <p:cNvSpPr/>
              <p:nvPr>
                <p:custDataLst>
                  <p:tags r:id="rId431"/>
                </p:custDataLst>
              </p:nvPr>
            </p:nvSpPr>
            <p:spPr bwMode="auto">
              <a:xfrm>
                <a:off x="3273" y="2557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511" name="Freeform 186"/>
              <p:cNvSpPr/>
              <p:nvPr>
                <p:custDataLst>
                  <p:tags r:id="rId432"/>
                </p:custDataLst>
              </p:nvPr>
            </p:nvSpPr>
            <p:spPr bwMode="auto">
              <a:xfrm>
                <a:off x="3271" y="2557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512" name="Freeform 187"/>
              <p:cNvSpPr/>
              <p:nvPr>
                <p:custDataLst>
                  <p:tags r:id="rId433"/>
                </p:custDataLst>
              </p:nvPr>
            </p:nvSpPr>
            <p:spPr bwMode="auto">
              <a:xfrm>
                <a:off x="4616" y="188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513" name="Freeform 188"/>
              <p:cNvSpPr/>
              <p:nvPr>
                <p:custDataLst>
                  <p:tags r:id="rId434"/>
                </p:custDataLst>
              </p:nvPr>
            </p:nvSpPr>
            <p:spPr bwMode="auto">
              <a:xfrm>
                <a:off x="3175" y="2211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514" name="Freeform 189"/>
              <p:cNvSpPr/>
              <p:nvPr>
                <p:custDataLst>
                  <p:tags r:id="rId435"/>
                </p:custDataLst>
              </p:nvPr>
            </p:nvSpPr>
            <p:spPr bwMode="auto">
              <a:xfrm>
                <a:off x="3137" y="218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515" name="Freeform 190"/>
              <p:cNvSpPr/>
              <p:nvPr>
                <p:custDataLst>
                  <p:tags r:id="rId436"/>
                </p:custDataLst>
              </p:nvPr>
            </p:nvSpPr>
            <p:spPr bwMode="auto">
              <a:xfrm>
                <a:off x="3203" y="2166"/>
                <a:ext cx="2" cy="5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0"/>
                      <a:pt x="1" y="1"/>
                      <a:pt x="0" y="2"/>
                    </a:cubicBez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516" name="Freeform 191"/>
              <p:cNvSpPr/>
              <p:nvPr>
                <p:custDataLst>
                  <p:tags r:id="rId437"/>
                </p:custDataLst>
              </p:nvPr>
            </p:nvSpPr>
            <p:spPr bwMode="auto">
              <a:xfrm>
                <a:off x="4497" y="1929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517" name="Freeform 192"/>
              <p:cNvSpPr/>
              <p:nvPr>
                <p:custDataLst>
                  <p:tags r:id="rId438"/>
                </p:custDataLst>
              </p:nvPr>
            </p:nvSpPr>
            <p:spPr bwMode="auto">
              <a:xfrm>
                <a:off x="3082" y="2156"/>
                <a:ext cx="131" cy="91"/>
              </a:xfrm>
              <a:custGeom>
                <a:avLst/>
                <a:gdLst>
                  <a:gd name="T0" fmla="*/ 46 w 62"/>
                  <a:gd name="T1" fmla="*/ 23 h 43"/>
                  <a:gd name="T2" fmla="*/ 51 w 62"/>
                  <a:gd name="T3" fmla="*/ 20 h 43"/>
                  <a:gd name="T4" fmla="*/ 54 w 62"/>
                  <a:gd name="T5" fmla="*/ 19 h 43"/>
                  <a:gd name="T6" fmla="*/ 58 w 62"/>
                  <a:gd name="T7" fmla="*/ 21 h 43"/>
                  <a:gd name="T8" fmla="*/ 60 w 62"/>
                  <a:gd name="T9" fmla="*/ 20 h 43"/>
                  <a:gd name="T10" fmla="*/ 61 w 62"/>
                  <a:gd name="T11" fmla="*/ 16 h 43"/>
                  <a:gd name="T12" fmla="*/ 62 w 62"/>
                  <a:gd name="T13" fmla="*/ 13 h 43"/>
                  <a:gd name="T14" fmla="*/ 62 w 62"/>
                  <a:gd name="T15" fmla="*/ 11 h 43"/>
                  <a:gd name="T16" fmla="*/ 58 w 62"/>
                  <a:gd name="T17" fmla="*/ 12 h 43"/>
                  <a:gd name="T18" fmla="*/ 56 w 62"/>
                  <a:gd name="T19" fmla="*/ 9 h 43"/>
                  <a:gd name="T20" fmla="*/ 57 w 62"/>
                  <a:gd name="T21" fmla="*/ 2 h 43"/>
                  <a:gd name="T22" fmla="*/ 56 w 62"/>
                  <a:gd name="T23" fmla="*/ 2 h 43"/>
                  <a:gd name="T24" fmla="*/ 55 w 62"/>
                  <a:gd name="T25" fmla="*/ 5 h 43"/>
                  <a:gd name="T26" fmla="*/ 54 w 62"/>
                  <a:gd name="T27" fmla="*/ 3 h 43"/>
                  <a:gd name="T28" fmla="*/ 53 w 62"/>
                  <a:gd name="T29" fmla="*/ 8 h 43"/>
                  <a:gd name="T30" fmla="*/ 51 w 62"/>
                  <a:gd name="T31" fmla="*/ 3 h 43"/>
                  <a:gd name="T32" fmla="*/ 51 w 62"/>
                  <a:gd name="T33" fmla="*/ 1 h 43"/>
                  <a:gd name="T34" fmla="*/ 50 w 62"/>
                  <a:gd name="T35" fmla="*/ 4 h 43"/>
                  <a:gd name="T36" fmla="*/ 49 w 62"/>
                  <a:gd name="T37" fmla="*/ 2 h 43"/>
                  <a:gd name="T38" fmla="*/ 48 w 62"/>
                  <a:gd name="T39" fmla="*/ 7 h 43"/>
                  <a:gd name="T40" fmla="*/ 47 w 62"/>
                  <a:gd name="T41" fmla="*/ 12 h 43"/>
                  <a:gd name="T42" fmla="*/ 46 w 62"/>
                  <a:gd name="T43" fmla="*/ 7 h 43"/>
                  <a:gd name="T44" fmla="*/ 43 w 62"/>
                  <a:gd name="T45" fmla="*/ 7 h 43"/>
                  <a:gd name="T46" fmla="*/ 42 w 62"/>
                  <a:gd name="T47" fmla="*/ 7 h 43"/>
                  <a:gd name="T48" fmla="*/ 40 w 62"/>
                  <a:gd name="T49" fmla="*/ 8 h 43"/>
                  <a:gd name="T50" fmla="*/ 37 w 62"/>
                  <a:gd name="T51" fmla="*/ 9 h 43"/>
                  <a:gd name="T52" fmla="*/ 36 w 62"/>
                  <a:gd name="T53" fmla="*/ 10 h 43"/>
                  <a:gd name="T54" fmla="*/ 36 w 62"/>
                  <a:gd name="T55" fmla="*/ 10 h 43"/>
                  <a:gd name="T56" fmla="*/ 35 w 62"/>
                  <a:gd name="T57" fmla="*/ 12 h 43"/>
                  <a:gd name="T58" fmla="*/ 34 w 62"/>
                  <a:gd name="T59" fmla="*/ 10 h 43"/>
                  <a:gd name="T60" fmla="*/ 33 w 62"/>
                  <a:gd name="T61" fmla="*/ 12 h 43"/>
                  <a:gd name="T62" fmla="*/ 30 w 62"/>
                  <a:gd name="T63" fmla="*/ 11 h 43"/>
                  <a:gd name="T64" fmla="*/ 28 w 62"/>
                  <a:gd name="T65" fmla="*/ 12 h 43"/>
                  <a:gd name="T66" fmla="*/ 26 w 62"/>
                  <a:gd name="T67" fmla="*/ 12 h 43"/>
                  <a:gd name="T68" fmla="*/ 26 w 62"/>
                  <a:gd name="T69" fmla="*/ 14 h 43"/>
                  <a:gd name="T70" fmla="*/ 25 w 62"/>
                  <a:gd name="T71" fmla="*/ 13 h 43"/>
                  <a:gd name="T72" fmla="*/ 24 w 62"/>
                  <a:gd name="T73" fmla="*/ 15 h 43"/>
                  <a:gd name="T74" fmla="*/ 22 w 62"/>
                  <a:gd name="T75" fmla="*/ 16 h 43"/>
                  <a:gd name="T76" fmla="*/ 21 w 62"/>
                  <a:gd name="T77" fmla="*/ 17 h 43"/>
                  <a:gd name="T78" fmla="*/ 22 w 62"/>
                  <a:gd name="T79" fmla="*/ 25 h 43"/>
                  <a:gd name="T80" fmla="*/ 19 w 62"/>
                  <a:gd name="T81" fmla="*/ 21 h 43"/>
                  <a:gd name="T82" fmla="*/ 17 w 62"/>
                  <a:gd name="T83" fmla="*/ 23 h 43"/>
                  <a:gd name="T84" fmla="*/ 16 w 62"/>
                  <a:gd name="T85" fmla="*/ 23 h 43"/>
                  <a:gd name="T86" fmla="*/ 11 w 62"/>
                  <a:gd name="T87" fmla="*/ 24 h 43"/>
                  <a:gd name="T88" fmla="*/ 10 w 62"/>
                  <a:gd name="T89" fmla="*/ 24 h 43"/>
                  <a:gd name="T90" fmla="*/ 8 w 62"/>
                  <a:gd name="T91" fmla="*/ 31 h 43"/>
                  <a:gd name="T92" fmla="*/ 7 w 62"/>
                  <a:gd name="T93" fmla="*/ 32 h 43"/>
                  <a:gd name="T94" fmla="*/ 12 w 62"/>
                  <a:gd name="T95" fmla="*/ 41 h 43"/>
                  <a:gd name="T96" fmla="*/ 18 w 62"/>
                  <a:gd name="T97" fmla="*/ 38 h 43"/>
                  <a:gd name="T98" fmla="*/ 28 w 62"/>
                  <a:gd name="T99" fmla="*/ 27 h 43"/>
                  <a:gd name="T100" fmla="*/ 31 w 62"/>
                  <a:gd name="T101" fmla="*/ 31 h 43"/>
                  <a:gd name="T102" fmla="*/ 36 w 62"/>
                  <a:gd name="T103" fmla="*/ 29 h 43"/>
                  <a:gd name="T104" fmla="*/ 41 w 62"/>
                  <a:gd name="T105" fmla="*/ 27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62" h="43">
                    <a:moveTo>
                      <a:pt x="44" y="25"/>
                    </a:moveTo>
                    <a:cubicBezTo>
                      <a:pt x="44" y="25"/>
                      <a:pt x="44" y="26"/>
                      <a:pt x="44" y="26"/>
                    </a:cubicBezTo>
                    <a:cubicBezTo>
                      <a:pt x="44" y="26"/>
                      <a:pt x="44" y="26"/>
                      <a:pt x="45" y="27"/>
                    </a:cubicBezTo>
                    <a:cubicBezTo>
                      <a:pt x="45" y="26"/>
                      <a:pt x="45" y="25"/>
                      <a:pt x="45" y="25"/>
                    </a:cubicBezTo>
                    <a:cubicBezTo>
                      <a:pt x="46" y="27"/>
                      <a:pt x="46" y="25"/>
                      <a:pt x="46" y="26"/>
                    </a:cubicBezTo>
                    <a:cubicBezTo>
                      <a:pt x="46" y="24"/>
                      <a:pt x="46" y="22"/>
                      <a:pt x="46" y="23"/>
                    </a:cubicBezTo>
                    <a:cubicBezTo>
                      <a:pt x="46" y="26"/>
                      <a:pt x="46" y="26"/>
                      <a:pt x="46" y="26"/>
                    </a:cubicBezTo>
                    <a:cubicBezTo>
                      <a:pt x="47" y="24"/>
                      <a:pt x="48" y="27"/>
                      <a:pt x="48" y="23"/>
                    </a:cubicBezTo>
                    <a:cubicBezTo>
                      <a:pt x="48" y="25"/>
                      <a:pt x="48" y="25"/>
                      <a:pt x="48" y="25"/>
                    </a:cubicBezTo>
                    <a:cubicBezTo>
                      <a:pt x="49" y="23"/>
                      <a:pt x="50" y="25"/>
                      <a:pt x="50" y="22"/>
                    </a:cubicBezTo>
                    <a:cubicBezTo>
                      <a:pt x="50" y="23"/>
                      <a:pt x="51" y="23"/>
                      <a:pt x="51" y="23"/>
                    </a:cubicBezTo>
                    <a:cubicBezTo>
                      <a:pt x="51" y="22"/>
                      <a:pt x="51" y="22"/>
                      <a:pt x="51" y="20"/>
                    </a:cubicBezTo>
                    <a:cubicBezTo>
                      <a:pt x="51" y="20"/>
                      <a:pt x="52" y="21"/>
                      <a:pt x="52" y="21"/>
                    </a:cubicBezTo>
                    <a:cubicBezTo>
                      <a:pt x="52" y="22"/>
                      <a:pt x="52" y="24"/>
                      <a:pt x="52" y="22"/>
                    </a:cubicBezTo>
                    <a:cubicBezTo>
                      <a:pt x="52" y="23"/>
                      <a:pt x="52" y="23"/>
                      <a:pt x="52" y="23"/>
                    </a:cubicBezTo>
                    <a:cubicBezTo>
                      <a:pt x="53" y="22"/>
                      <a:pt x="53" y="20"/>
                      <a:pt x="53" y="21"/>
                    </a:cubicBezTo>
                    <a:cubicBezTo>
                      <a:pt x="54" y="20"/>
                      <a:pt x="54" y="20"/>
                      <a:pt x="54" y="18"/>
                    </a:cubicBezTo>
                    <a:cubicBezTo>
                      <a:pt x="54" y="18"/>
                      <a:pt x="54" y="20"/>
                      <a:pt x="54" y="19"/>
                    </a:cubicBezTo>
                    <a:cubicBezTo>
                      <a:pt x="54" y="21"/>
                      <a:pt x="54" y="21"/>
                      <a:pt x="54" y="21"/>
                    </a:cubicBezTo>
                    <a:cubicBezTo>
                      <a:pt x="54" y="21"/>
                      <a:pt x="55" y="20"/>
                      <a:pt x="56" y="19"/>
                    </a:cubicBezTo>
                    <a:cubicBezTo>
                      <a:pt x="56" y="22"/>
                      <a:pt x="56" y="19"/>
                      <a:pt x="57" y="21"/>
                    </a:cubicBezTo>
                    <a:cubicBezTo>
                      <a:pt x="57" y="19"/>
                      <a:pt x="57" y="21"/>
                      <a:pt x="58" y="18"/>
                    </a:cubicBezTo>
                    <a:cubicBezTo>
                      <a:pt x="57" y="20"/>
                      <a:pt x="57" y="20"/>
                      <a:pt x="57" y="20"/>
                    </a:cubicBezTo>
                    <a:cubicBezTo>
                      <a:pt x="58" y="20"/>
                      <a:pt x="58" y="20"/>
                      <a:pt x="58" y="21"/>
                    </a:cubicBezTo>
                    <a:cubicBezTo>
                      <a:pt x="58" y="21"/>
                      <a:pt x="59" y="19"/>
                      <a:pt x="59" y="18"/>
                    </a:cubicBezTo>
                    <a:cubicBezTo>
                      <a:pt x="59" y="20"/>
                      <a:pt x="59" y="20"/>
                      <a:pt x="59" y="20"/>
                    </a:cubicBezTo>
                    <a:cubicBezTo>
                      <a:pt x="59" y="19"/>
                      <a:pt x="60" y="17"/>
                      <a:pt x="60" y="15"/>
                    </a:cubicBezTo>
                    <a:cubicBezTo>
                      <a:pt x="60" y="16"/>
                      <a:pt x="60" y="15"/>
                      <a:pt x="60" y="16"/>
                    </a:cubicBezTo>
                    <a:cubicBezTo>
                      <a:pt x="60" y="17"/>
                      <a:pt x="59" y="19"/>
                      <a:pt x="59" y="20"/>
                    </a:cubicBezTo>
                    <a:cubicBezTo>
                      <a:pt x="59" y="21"/>
                      <a:pt x="60" y="18"/>
                      <a:pt x="60" y="20"/>
                    </a:cubicBezTo>
                    <a:cubicBezTo>
                      <a:pt x="60" y="20"/>
                      <a:pt x="60" y="20"/>
                      <a:pt x="60" y="18"/>
                    </a:cubicBezTo>
                    <a:cubicBezTo>
                      <a:pt x="60" y="20"/>
                      <a:pt x="60" y="20"/>
                      <a:pt x="60" y="20"/>
                    </a:cubicBezTo>
                    <a:cubicBezTo>
                      <a:pt x="60" y="20"/>
                      <a:pt x="60" y="20"/>
                      <a:pt x="60" y="19"/>
                    </a:cubicBezTo>
                    <a:cubicBezTo>
                      <a:pt x="60" y="19"/>
                      <a:pt x="60" y="19"/>
                      <a:pt x="60" y="19"/>
                    </a:cubicBezTo>
                    <a:cubicBezTo>
                      <a:pt x="61" y="17"/>
                      <a:pt x="61" y="17"/>
                      <a:pt x="62" y="15"/>
                    </a:cubicBezTo>
                    <a:cubicBezTo>
                      <a:pt x="61" y="16"/>
                      <a:pt x="61" y="16"/>
                      <a:pt x="61" y="16"/>
                    </a:cubicBezTo>
                    <a:cubicBezTo>
                      <a:pt x="62" y="15"/>
                      <a:pt x="62" y="14"/>
                      <a:pt x="62" y="16"/>
                    </a:cubicBezTo>
                    <a:cubicBezTo>
                      <a:pt x="61" y="17"/>
                      <a:pt x="61" y="18"/>
                      <a:pt x="61" y="19"/>
                    </a:cubicBezTo>
                    <a:cubicBezTo>
                      <a:pt x="62" y="15"/>
                      <a:pt x="62" y="15"/>
                      <a:pt x="62" y="15"/>
                    </a:cubicBezTo>
                    <a:cubicBezTo>
                      <a:pt x="62" y="16"/>
                      <a:pt x="62" y="16"/>
                      <a:pt x="62" y="14"/>
                    </a:cubicBezTo>
                    <a:cubicBezTo>
                      <a:pt x="62" y="15"/>
                      <a:pt x="62" y="15"/>
                      <a:pt x="62" y="15"/>
                    </a:cubicBezTo>
                    <a:cubicBezTo>
                      <a:pt x="62" y="13"/>
                      <a:pt x="62" y="13"/>
                      <a:pt x="62" y="13"/>
                    </a:cubicBezTo>
                    <a:cubicBezTo>
                      <a:pt x="62" y="14"/>
                      <a:pt x="62" y="12"/>
                      <a:pt x="61" y="14"/>
                    </a:cubicBezTo>
                    <a:cubicBezTo>
                      <a:pt x="61" y="15"/>
                      <a:pt x="61" y="15"/>
                      <a:pt x="61" y="15"/>
                    </a:cubicBezTo>
                    <a:cubicBezTo>
                      <a:pt x="61" y="15"/>
                      <a:pt x="60" y="17"/>
                      <a:pt x="61" y="15"/>
                    </a:cubicBezTo>
                    <a:cubicBezTo>
                      <a:pt x="61" y="13"/>
                      <a:pt x="61" y="13"/>
                      <a:pt x="61" y="13"/>
                    </a:cubicBezTo>
                    <a:cubicBezTo>
                      <a:pt x="61" y="13"/>
                      <a:pt x="61" y="14"/>
                      <a:pt x="61" y="14"/>
                    </a:cubicBezTo>
                    <a:cubicBezTo>
                      <a:pt x="62" y="11"/>
                      <a:pt x="62" y="11"/>
                      <a:pt x="62" y="11"/>
                    </a:cubicBezTo>
                    <a:cubicBezTo>
                      <a:pt x="61" y="15"/>
                      <a:pt x="61" y="12"/>
                      <a:pt x="60" y="13"/>
                    </a:cubicBezTo>
                    <a:cubicBezTo>
                      <a:pt x="61" y="12"/>
                      <a:pt x="61" y="12"/>
                      <a:pt x="61" y="12"/>
                    </a:cubicBezTo>
                    <a:cubicBezTo>
                      <a:pt x="61" y="11"/>
                      <a:pt x="60" y="14"/>
                      <a:pt x="60" y="14"/>
                    </a:cubicBezTo>
                    <a:cubicBezTo>
                      <a:pt x="60" y="13"/>
                      <a:pt x="61" y="11"/>
                      <a:pt x="61" y="10"/>
                    </a:cubicBezTo>
                    <a:cubicBezTo>
                      <a:pt x="60" y="10"/>
                      <a:pt x="59" y="12"/>
                      <a:pt x="59" y="10"/>
                    </a:cubicBezTo>
                    <a:cubicBezTo>
                      <a:pt x="59" y="10"/>
                      <a:pt x="59" y="11"/>
                      <a:pt x="58" y="12"/>
                    </a:cubicBezTo>
                    <a:cubicBezTo>
                      <a:pt x="58" y="12"/>
                      <a:pt x="59" y="9"/>
                      <a:pt x="58" y="11"/>
                    </a:cubicBezTo>
                    <a:cubicBezTo>
                      <a:pt x="58" y="10"/>
                      <a:pt x="58" y="9"/>
                      <a:pt x="59" y="8"/>
                    </a:cubicBezTo>
                    <a:cubicBezTo>
                      <a:pt x="58" y="9"/>
                      <a:pt x="58" y="8"/>
                      <a:pt x="58" y="10"/>
                    </a:cubicBezTo>
                    <a:cubicBezTo>
                      <a:pt x="58" y="9"/>
                      <a:pt x="57" y="9"/>
                      <a:pt x="57" y="9"/>
                    </a:cubicBezTo>
                    <a:cubicBezTo>
                      <a:pt x="57" y="9"/>
                      <a:pt x="57" y="8"/>
                      <a:pt x="57" y="7"/>
                    </a:cubicBezTo>
                    <a:cubicBezTo>
                      <a:pt x="57" y="8"/>
                      <a:pt x="56" y="9"/>
                      <a:pt x="56" y="9"/>
                    </a:cubicBezTo>
                    <a:cubicBezTo>
                      <a:pt x="56" y="11"/>
                      <a:pt x="56" y="11"/>
                      <a:pt x="56" y="12"/>
                    </a:cubicBezTo>
                    <a:cubicBezTo>
                      <a:pt x="56" y="13"/>
                      <a:pt x="56" y="13"/>
                      <a:pt x="56" y="13"/>
                    </a:cubicBezTo>
                    <a:cubicBezTo>
                      <a:pt x="56" y="11"/>
                      <a:pt x="56" y="9"/>
                      <a:pt x="56" y="9"/>
                    </a:cubicBezTo>
                    <a:cubicBezTo>
                      <a:pt x="56" y="6"/>
                      <a:pt x="56" y="9"/>
                      <a:pt x="56" y="6"/>
                    </a:cubicBezTo>
                    <a:cubicBezTo>
                      <a:pt x="56" y="4"/>
                      <a:pt x="57" y="4"/>
                      <a:pt x="57" y="5"/>
                    </a:cubicBezTo>
                    <a:cubicBezTo>
                      <a:pt x="58" y="3"/>
                      <a:pt x="57" y="5"/>
                      <a:pt x="57" y="2"/>
                    </a:cubicBezTo>
                    <a:cubicBezTo>
                      <a:pt x="57" y="3"/>
                      <a:pt x="57" y="4"/>
                      <a:pt x="56" y="4"/>
                    </a:cubicBezTo>
                    <a:cubicBezTo>
                      <a:pt x="56" y="5"/>
                      <a:pt x="56" y="6"/>
                      <a:pt x="56" y="7"/>
                    </a:cubicBezTo>
                    <a:cubicBezTo>
                      <a:pt x="56" y="9"/>
                      <a:pt x="56" y="5"/>
                      <a:pt x="56" y="5"/>
                    </a:cubicBezTo>
                    <a:cubicBezTo>
                      <a:pt x="56" y="4"/>
                      <a:pt x="56" y="4"/>
                      <a:pt x="56" y="4"/>
                    </a:cubicBezTo>
                    <a:cubicBezTo>
                      <a:pt x="56" y="3"/>
                      <a:pt x="55" y="5"/>
                      <a:pt x="55" y="5"/>
                    </a:cubicBezTo>
                    <a:cubicBezTo>
                      <a:pt x="55" y="1"/>
                      <a:pt x="56" y="4"/>
                      <a:pt x="56" y="2"/>
                    </a:cubicBezTo>
                    <a:cubicBezTo>
                      <a:pt x="56" y="0"/>
                      <a:pt x="56" y="0"/>
                      <a:pt x="56" y="0"/>
                    </a:cubicBezTo>
                    <a:cubicBezTo>
                      <a:pt x="55" y="0"/>
                      <a:pt x="56" y="3"/>
                      <a:pt x="55" y="2"/>
                    </a:cubicBezTo>
                    <a:cubicBezTo>
                      <a:pt x="55" y="1"/>
                      <a:pt x="55" y="1"/>
                      <a:pt x="55" y="1"/>
                    </a:cubicBezTo>
                    <a:cubicBezTo>
                      <a:pt x="55" y="1"/>
                      <a:pt x="55" y="1"/>
                      <a:pt x="55" y="1"/>
                    </a:cubicBezTo>
                    <a:cubicBezTo>
                      <a:pt x="55" y="3"/>
                      <a:pt x="55" y="4"/>
                      <a:pt x="55" y="4"/>
                    </a:cubicBezTo>
                    <a:cubicBezTo>
                      <a:pt x="55" y="7"/>
                      <a:pt x="55" y="5"/>
                      <a:pt x="55" y="5"/>
                    </a:cubicBezTo>
                    <a:cubicBezTo>
                      <a:pt x="54" y="7"/>
                      <a:pt x="55" y="5"/>
                      <a:pt x="55" y="7"/>
                    </a:cubicBezTo>
                    <a:cubicBezTo>
                      <a:pt x="55" y="8"/>
                      <a:pt x="54" y="9"/>
                      <a:pt x="54" y="9"/>
                    </a:cubicBezTo>
                    <a:cubicBezTo>
                      <a:pt x="54" y="9"/>
                      <a:pt x="54" y="7"/>
                      <a:pt x="54" y="6"/>
                    </a:cubicBezTo>
                    <a:cubicBezTo>
                      <a:pt x="54" y="5"/>
                      <a:pt x="54" y="5"/>
                      <a:pt x="54" y="6"/>
                    </a:cubicBezTo>
                    <a:cubicBezTo>
                      <a:pt x="55" y="4"/>
                      <a:pt x="54" y="3"/>
                      <a:pt x="55" y="1"/>
                    </a:cubicBezTo>
                    <a:cubicBezTo>
                      <a:pt x="54" y="0"/>
                      <a:pt x="54" y="2"/>
                      <a:pt x="54" y="3"/>
                    </a:cubicBezTo>
                    <a:cubicBezTo>
                      <a:pt x="54" y="3"/>
                      <a:pt x="54" y="5"/>
                      <a:pt x="54" y="5"/>
                    </a:cubicBezTo>
                    <a:cubicBezTo>
                      <a:pt x="54" y="10"/>
                      <a:pt x="54" y="2"/>
                      <a:pt x="53" y="3"/>
                    </a:cubicBezTo>
                    <a:cubicBezTo>
                      <a:pt x="53" y="6"/>
                      <a:pt x="53" y="7"/>
                      <a:pt x="53" y="10"/>
                    </a:cubicBezTo>
                    <a:cubicBezTo>
                      <a:pt x="53" y="11"/>
                      <a:pt x="53" y="12"/>
                      <a:pt x="53" y="11"/>
                    </a:cubicBezTo>
                    <a:cubicBezTo>
                      <a:pt x="53" y="9"/>
                      <a:pt x="53" y="10"/>
                      <a:pt x="53" y="8"/>
                    </a:cubicBezTo>
                    <a:cubicBezTo>
                      <a:pt x="53" y="8"/>
                      <a:pt x="53" y="8"/>
                      <a:pt x="53" y="8"/>
                    </a:cubicBezTo>
                    <a:cubicBezTo>
                      <a:pt x="53" y="5"/>
                      <a:pt x="53" y="5"/>
                      <a:pt x="53" y="5"/>
                    </a:cubicBezTo>
                    <a:cubicBezTo>
                      <a:pt x="53" y="4"/>
                      <a:pt x="52" y="2"/>
                      <a:pt x="52" y="1"/>
                    </a:cubicBezTo>
                    <a:cubicBezTo>
                      <a:pt x="52" y="2"/>
                      <a:pt x="52" y="3"/>
                      <a:pt x="52" y="4"/>
                    </a:cubicBezTo>
                    <a:cubicBezTo>
                      <a:pt x="52" y="3"/>
                      <a:pt x="52" y="2"/>
                      <a:pt x="52" y="2"/>
                    </a:cubicBezTo>
                    <a:cubicBezTo>
                      <a:pt x="52" y="3"/>
                      <a:pt x="52" y="5"/>
                      <a:pt x="52" y="5"/>
                    </a:cubicBezTo>
                    <a:cubicBezTo>
                      <a:pt x="52" y="5"/>
                      <a:pt x="51" y="3"/>
                      <a:pt x="51" y="3"/>
                    </a:cubicBezTo>
                    <a:cubicBezTo>
                      <a:pt x="52" y="1"/>
                      <a:pt x="52" y="1"/>
                      <a:pt x="52" y="1"/>
                    </a:cubicBezTo>
                    <a:cubicBezTo>
                      <a:pt x="52" y="3"/>
                      <a:pt x="52" y="0"/>
                      <a:pt x="51" y="1"/>
                    </a:cubicBezTo>
                    <a:cubicBezTo>
                      <a:pt x="51" y="2"/>
                      <a:pt x="51" y="4"/>
                      <a:pt x="51" y="5"/>
                    </a:cubicBezTo>
                    <a:cubicBezTo>
                      <a:pt x="51" y="6"/>
                      <a:pt x="51" y="4"/>
                      <a:pt x="51" y="5"/>
                    </a:cubicBezTo>
                    <a:cubicBezTo>
                      <a:pt x="51" y="3"/>
                      <a:pt x="51" y="3"/>
                      <a:pt x="51" y="3"/>
                    </a:cubicBezTo>
                    <a:cubicBezTo>
                      <a:pt x="51" y="4"/>
                      <a:pt x="51" y="0"/>
                      <a:pt x="51" y="1"/>
                    </a:cubicBezTo>
                    <a:cubicBezTo>
                      <a:pt x="51" y="3"/>
                      <a:pt x="51" y="3"/>
                      <a:pt x="51" y="3"/>
                    </a:cubicBezTo>
                    <a:cubicBezTo>
                      <a:pt x="51" y="2"/>
                      <a:pt x="51" y="2"/>
                      <a:pt x="51" y="1"/>
                    </a:cubicBezTo>
                    <a:cubicBezTo>
                      <a:pt x="51" y="2"/>
                      <a:pt x="50" y="2"/>
                      <a:pt x="50" y="2"/>
                    </a:cubicBezTo>
                    <a:cubicBezTo>
                      <a:pt x="50" y="1"/>
                      <a:pt x="50" y="1"/>
                      <a:pt x="50" y="1"/>
                    </a:cubicBezTo>
                    <a:cubicBezTo>
                      <a:pt x="50" y="2"/>
                      <a:pt x="50" y="4"/>
                      <a:pt x="50" y="2"/>
                    </a:cubicBezTo>
                    <a:cubicBezTo>
                      <a:pt x="50" y="5"/>
                      <a:pt x="50" y="2"/>
                      <a:pt x="50" y="4"/>
                    </a:cubicBezTo>
                    <a:cubicBezTo>
                      <a:pt x="51" y="5"/>
                      <a:pt x="50" y="5"/>
                      <a:pt x="50" y="6"/>
                    </a:cubicBezTo>
                    <a:cubicBezTo>
                      <a:pt x="50" y="3"/>
                      <a:pt x="50" y="5"/>
                      <a:pt x="50" y="5"/>
                    </a:cubicBezTo>
                    <a:cubicBezTo>
                      <a:pt x="50" y="4"/>
                      <a:pt x="49" y="4"/>
                      <a:pt x="49" y="3"/>
                    </a:cubicBezTo>
                    <a:cubicBezTo>
                      <a:pt x="49" y="5"/>
                      <a:pt x="49" y="5"/>
                      <a:pt x="49" y="5"/>
                    </a:cubicBezTo>
                    <a:cubicBezTo>
                      <a:pt x="49" y="2"/>
                      <a:pt x="49" y="6"/>
                      <a:pt x="49" y="5"/>
                    </a:cubicBezTo>
                    <a:cubicBezTo>
                      <a:pt x="49" y="4"/>
                      <a:pt x="49" y="2"/>
                      <a:pt x="49" y="2"/>
                    </a:cubicBezTo>
                    <a:cubicBezTo>
                      <a:pt x="49" y="4"/>
                      <a:pt x="49" y="5"/>
                      <a:pt x="49" y="7"/>
                    </a:cubicBezTo>
                    <a:cubicBezTo>
                      <a:pt x="48" y="6"/>
                      <a:pt x="49" y="4"/>
                      <a:pt x="48" y="2"/>
                    </a:cubicBezTo>
                    <a:cubicBezTo>
                      <a:pt x="48" y="4"/>
                      <a:pt x="48" y="0"/>
                      <a:pt x="48" y="3"/>
                    </a:cubicBezTo>
                    <a:cubicBezTo>
                      <a:pt x="48" y="6"/>
                      <a:pt x="48" y="6"/>
                      <a:pt x="48" y="6"/>
                    </a:cubicBezTo>
                    <a:cubicBezTo>
                      <a:pt x="48" y="6"/>
                      <a:pt x="48" y="5"/>
                      <a:pt x="48" y="4"/>
                    </a:cubicBezTo>
                    <a:cubicBezTo>
                      <a:pt x="48" y="4"/>
                      <a:pt x="48" y="6"/>
                      <a:pt x="48" y="7"/>
                    </a:cubicBezTo>
                    <a:cubicBezTo>
                      <a:pt x="48" y="6"/>
                      <a:pt x="48" y="9"/>
                      <a:pt x="47" y="7"/>
                    </a:cubicBezTo>
                    <a:cubicBezTo>
                      <a:pt x="47" y="6"/>
                      <a:pt x="48" y="7"/>
                      <a:pt x="48" y="5"/>
                    </a:cubicBezTo>
                    <a:cubicBezTo>
                      <a:pt x="47" y="5"/>
                      <a:pt x="48" y="9"/>
                      <a:pt x="47" y="10"/>
                    </a:cubicBezTo>
                    <a:cubicBezTo>
                      <a:pt x="48" y="11"/>
                      <a:pt x="48" y="14"/>
                      <a:pt x="48" y="15"/>
                    </a:cubicBezTo>
                    <a:cubicBezTo>
                      <a:pt x="47" y="14"/>
                      <a:pt x="48" y="14"/>
                      <a:pt x="47" y="12"/>
                    </a:cubicBezTo>
                    <a:cubicBezTo>
                      <a:pt x="47" y="12"/>
                      <a:pt x="47" y="12"/>
                      <a:pt x="47" y="12"/>
                    </a:cubicBezTo>
                    <a:cubicBezTo>
                      <a:pt x="47" y="9"/>
                      <a:pt x="47" y="7"/>
                      <a:pt x="47" y="5"/>
                    </a:cubicBezTo>
                    <a:cubicBezTo>
                      <a:pt x="47" y="6"/>
                      <a:pt x="47" y="6"/>
                      <a:pt x="47" y="6"/>
                    </a:cubicBezTo>
                    <a:cubicBezTo>
                      <a:pt x="47" y="3"/>
                      <a:pt x="47" y="3"/>
                      <a:pt x="47" y="3"/>
                    </a:cubicBezTo>
                    <a:cubicBezTo>
                      <a:pt x="47" y="5"/>
                      <a:pt x="46" y="3"/>
                      <a:pt x="46" y="4"/>
                    </a:cubicBezTo>
                    <a:cubicBezTo>
                      <a:pt x="46" y="6"/>
                      <a:pt x="46" y="3"/>
                      <a:pt x="46" y="5"/>
                    </a:cubicBezTo>
                    <a:cubicBezTo>
                      <a:pt x="46" y="5"/>
                      <a:pt x="47" y="8"/>
                      <a:pt x="46" y="7"/>
                    </a:cubicBezTo>
                    <a:cubicBezTo>
                      <a:pt x="46" y="4"/>
                      <a:pt x="46" y="4"/>
                      <a:pt x="46" y="4"/>
                    </a:cubicBezTo>
                    <a:cubicBezTo>
                      <a:pt x="46" y="3"/>
                      <a:pt x="46" y="6"/>
                      <a:pt x="46" y="5"/>
                    </a:cubicBezTo>
                    <a:cubicBezTo>
                      <a:pt x="46" y="4"/>
                      <a:pt x="46" y="4"/>
                      <a:pt x="46" y="4"/>
                    </a:cubicBezTo>
                    <a:cubicBezTo>
                      <a:pt x="45" y="4"/>
                      <a:pt x="44" y="4"/>
                      <a:pt x="44" y="8"/>
                    </a:cubicBezTo>
                    <a:cubicBezTo>
                      <a:pt x="44" y="6"/>
                      <a:pt x="43" y="6"/>
                      <a:pt x="43" y="5"/>
                    </a:cubicBezTo>
                    <a:cubicBezTo>
                      <a:pt x="43" y="6"/>
                      <a:pt x="43" y="7"/>
                      <a:pt x="43" y="7"/>
                    </a:cubicBezTo>
                    <a:cubicBezTo>
                      <a:pt x="43" y="5"/>
                      <a:pt x="43" y="5"/>
                      <a:pt x="43" y="5"/>
                    </a:cubicBezTo>
                    <a:cubicBezTo>
                      <a:pt x="42" y="4"/>
                      <a:pt x="42" y="6"/>
                      <a:pt x="42" y="7"/>
                    </a:cubicBezTo>
                    <a:cubicBezTo>
                      <a:pt x="42" y="6"/>
                      <a:pt x="42" y="6"/>
                      <a:pt x="42" y="6"/>
                    </a:cubicBezTo>
                    <a:cubicBezTo>
                      <a:pt x="42" y="4"/>
                      <a:pt x="42" y="7"/>
                      <a:pt x="42" y="7"/>
                    </a:cubicBezTo>
                    <a:cubicBezTo>
                      <a:pt x="42" y="6"/>
                      <a:pt x="42" y="6"/>
                      <a:pt x="42" y="6"/>
                    </a:cubicBezTo>
                    <a:cubicBezTo>
                      <a:pt x="42" y="7"/>
                      <a:pt x="42" y="7"/>
                      <a:pt x="42" y="7"/>
                    </a:cubicBezTo>
                    <a:cubicBezTo>
                      <a:pt x="42" y="8"/>
                      <a:pt x="42" y="8"/>
                      <a:pt x="41" y="6"/>
                    </a:cubicBezTo>
                    <a:cubicBezTo>
                      <a:pt x="41" y="7"/>
                      <a:pt x="41" y="7"/>
                      <a:pt x="41" y="7"/>
                    </a:cubicBezTo>
                    <a:cubicBezTo>
                      <a:pt x="41" y="6"/>
                      <a:pt x="41" y="6"/>
                      <a:pt x="40" y="7"/>
                    </a:cubicBezTo>
                    <a:cubicBezTo>
                      <a:pt x="41" y="7"/>
                      <a:pt x="41" y="8"/>
                      <a:pt x="41" y="9"/>
                    </a:cubicBezTo>
                    <a:cubicBezTo>
                      <a:pt x="41" y="12"/>
                      <a:pt x="41" y="9"/>
                      <a:pt x="41" y="10"/>
                    </a:cubicBezTo>
                    <a:cubicBezTo>
                      <a:pt x="40" y="8"/>
                      <a:pt x="40" y="8"/>
                      <a:pt x="40" y="8"/>
                    </a:cubicBezTo>
                    <a:cubicBezTo>
                      <a:pt x="40" y="5"/>
                      <a:pt x="39" y="7"/>
                      <a:pt x="39" y="7"/>
                    </a:cubicBezTo>
                    <a:cubicBezTo>
                      <a:pt x="39" y="8"/>
                      <a:pt x="39" y="8"/>
                      <a:pt x="39" y="8"/>
                    </a:cubicBezTo>
                    <a:cubicBezTo>
                      <a:pt x="38" y="6"/>
                      <a:pt x="38" y="8"/>
                      <a:pt x="38" y="8"/>
                    </a:cubicBezTo>
                    <a:cubicBezTo>
                      <a:pt x="38" y="9"/>
                      <a:pt x="38" y="11"/>
                      <a:pt x="38" y="11"/>
                    </a:cubicBezTo>
                    <a:cubicBezTo>
                      <a:pt x="38" y="13"/>
                      <a:pt x="38" y="9"/>
                      <a:pt x="37" y="8"/>
                    </a:cubicBezTo>
                    <a:cubicBezTo>
                      <a:pt x="37" y="9"/>
                      <a:pt x="37" y="9"/>
                      <a:pt x="37" y="9"/>
                    </a:cubicBezTo>
                    <a:cubicBezTo>
                      <a:pt x="37" y="8"/>
                      <a:pt x="37" y="8"/>
                      <a:pt x="37" y="8"/>
                    </a:cubicBezTo>
                    <a:cubicBezTo>
                      <a:pt x="37" y="9"/>
                      <a:pt x="37" y="10"/>
                      <a:pt x="37" y="9"/>
                    </a:cubicBezTo>
                    <a:cubicBezTo>
                      <a:pt x="37" y="9"/>
                      <a:pt x="37" y="9"/>
                      <a:pt x="37" y="9"/>
                    </a:cubicBezTo>
                    <a:cubicBezTo>
                      <a:pt x="36" y="9"/>
                      <a:pt x="36" y="8"/>
                      <a:pt x="36" y="8"/>
                    </a:cubicBezTo>
                    <a:cubicBezTo>
                      <a:pt x="36" y="10"/>
                      <a:pt x="36" y="9"/>
                      <a:pt x="36" y="10"/>
                    </a:cubicBezTo>
                    <a:cubicBezTo>
                      <a:pt x="36" y="10"/>
                      <a:pt x="36" y="10"/>
                      <a:pt x="36" y="10"/>
                    </a:cubicBezTo>
                    <a:cubicBezTo>
                      <a:pt x="36" y="11"/>
                      <a:pt x="36" y="11"/>
                      <a:pt x="36" y="11"/>
                    </a:cubicBezTo>
                    <a:cubicBezTo>
                      <a:pt x="36" y="10"/>
                      <a:pt x="36" y="10"/>
                      <a:pt x="36" y="10"/>
                    </a:cubicBezTo>
                    <a:cubicBezTo>
                      <a:pt x="36" y="9"/>
                      <a:pt x="36" y="9"/>
                      <a:pt x="36" y="9"/>
                    </a:cubicBezTo>
                    <a:cubicBezTo>
                      <a:pt x="35" y="8"/>
                      <a:pt x="36" y="10"/>
                      <a:pt x="36" y="11"/>
                    </a:cubicBezTo>
                    <a:cubicBezTo>
                      <a:pt x="36" y="12"/>
                      <a:pt x="36" y="11"/>
                      <a:pt x="35" y="10"/>
                    </a:cubicBezTo>
                    <a:cubicBezTo>
                      <a:pt x="35" y="9"/>
                      <a:pt x="36" y="10"/>
                      <a:pt x="36" y="10"/>
                    </a:cubicBezTo>
                    <a:cubicBezTo>
                      <a:pt x="35" y="9"/>
                      <a:pt x="35" y="9"/>
                      <a:pt x="35" y="9"/>
                    </a:cubicBezTo>
                    <a:cubicBezTo>
                      <a:pt x="35" y="9"/>
                      <a:pt x="36" y="10"/>
                      <a:pt x="35" y="10"/>
                    </a:cubicBezTo>
                    <a:cubicBezTo>
                      <a:pt x="35" y="10"/>
                      <a:pt x="35" y="10"/>
                      <a:pt x="35" y="9"/>
                    </a:cubicBezTo>
                    <a:cubicBezTo>
                      <a:pt x="35" y="10"/>
                      <a:pt x="35" y="10"/>
                      <a:pt x="35" y="10"/>
                    </a:cubicBezTo>
                    <a:cubicBezTo>
                      <a:pt x="35" y="11"/>
                      <a:pt x="35" y="11"/>
                      <a:pt x="35" y="12"/>
                    </a:cubicBezTo>
                    <a:cubicBezTo>
                      <a:pt x="35" y="12"/>
                      <a:pt x="35" y="13"/>
                      <a:pt x="35" y="12"/>
                    </a:cubicBezTo>
                    <a:cubicBezTo>
                      <a:pt x="35" y="12"/>
                      <a:pt x="35" y="12"/>
                      <a:pt x="35" y="12"/>
                    </a:cubicBezTo>
                    <a:cubicBezTo>
                      <a:pt x="35" y="12"/>
                      <a:pt x="35" y="12"/>
                      <a:pt x="35" y="13"/>
                    </a:cubicBezTo>
                    <a:cubicBezTo>
                      <a:pt x="35" y="11"/>
                      <a:pt x="35" y="11"/>
                      <a:pt x="35" y="11"/>
                    </a:cubicBezTo>
                    <a:cubicBezTo>
                      <a:pt x="35" y="12"/>
                      <a:pt x="35" y="12"/>
                      <a:pt x="35" y="13"/>
                    </a:cubicBezTo>
                    <a:cubicBezTo>
                      <a:pt x="34" y="11"/>
                      <a:pt x="34" y="9"/>
                      <a:pt x="33" y="9"/>
                    </a:cubicBezTo>
                    <a:cubicBezTo>
                      <a:pt x="34" y="10"/>
                      <a:pt x="34" y="10"/>
                      <a:pt x="34" y="10"/>
                    </a:cubicBezTo>
                    <a:cubicBezTo>
                      <a:pt x="34" y="11"/>
                      <a:pt x="33" y="10"/>
                      <a:pt x="33" y="9"/>
                    </a:cubicBezTo>
                    <a:cubicBezTo>
                      <a:pt x="33" y="8"/>
                      <a:pt x="34" y="14"/>
                      <a:pt x="33" y="13"/>
                    </a:cubicBezTo>
                    <a:cubicBezTo>
                      <a:pt x="33" y="11"/>
                      <a:pt x="33" y="10"/>
                      <a:pt x="32" y="10"/>
                    </a:cubicBezTo>
                    <a:cubicBezTo>
                      <a:pt x="33" y="10"/>
                      <a:pt x="33" y="11"/>
                      <a:pt x="33" y="11"/>
                    </a:cubicBezTo>
                    <a:cubicBezTo>
                      <a:pt x="33" y="12"/>
                      <a:pt x="32" y="10"/>
                      <a:pt x="33" y="11"/>
                    </a:cubicBezTo>
                    <a:cubicBezTo>
                      <a:pt x="33" y="12"/>
                      <a:pt x="33" y="12"/>
                      <a:pt x="33" y="12"/>
                    </a:cubicBezTo>
                    <a:cubicBezTo>
                      <a:pt x="32" y="8"/>
                      <a:pt x="32" y="11"/>
                      <a:pt x="31" y="9"/>
                    </a:cubicBezTo>
                    <a:cubicBezTo>
                      <a:pt x="31" y="12"/>
                      <a:pt x="31" y="10"/>
                      <a:pt x="31" y="11"/>
                    </a:cubicBezTo>
                    <a:cubicBezTo>
                      <a:pt x="30" y="9"/>
                      <a:pt x="31" y="12"/>
                      <a:pt x="30" y="10"/>
                    </a:cubicBezTo>
                    <a:cubicBezTo>
                      <a:pt x="31" y="13"/>
                      <a:pt x="31" y="13"/>
                      <a:pt x="31" y="13"/>
                    </a:cubicBezTo>
                    <a:cubicBezTo>
                      <a:pt x="30" y="11"/>
                      <a:pt x="32" y="16"/>
                      <a:pt x="31" y="13"/>
                    </a:cubicBezTo>
                    <a:cubicBezTo>
                      <a:pt x="30" y="13"/>
                      <a:pt x="30" y="12"/>
                      <a:pt x="30" y="11"/>
                    </a:cubicBezTo>
                    <a:cubicBezTo>
                      <a:pt x="29" y="9"/>
                      <a:pt x="30" y="14"/>
                      <a:pt x="29" y="11"/>
                    </a:cubicBezTo>
                    <a:cubicBezTo>
                      <a:pt x="30" y="14"/>
                      <a:pt x="30" y="14"/>
                      <a:pt x="30" y="14"/>
                    </a:cubicBezTo>
                    <a:cubicBezTo>
                      <a:pt x="30" y="13"/>
                      <a:pt x="29" y="12"/>
                      <a:pt x="29" y="11"/>
                    </a:cubicBezTo>
                    <a:cubicBezTo>
                      <a:pt x="29" y="12"/>
                      <a:pt x="29" y="13"/>
                      <a:pt x="29" y="12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10"/>
                      <a:pt x="28" y="11"/>
                      <a:pt x="28" y="12"/>
                    </a:cubicBezTo>
                    <a:cubicBezTo>
                      <a:pt x="28" y="11"/>
                      <a:pt x="28" y="12"/>
                      <a:pt x="27" y="11"/>
                    </a:cubicBezTo>
                    <a:cubicBezTo>
                      <a:pt x="28" y="13"/>
                      <a:pt x="26" y="10"/>
                      <a:pt x="27" y="13"/>
                    </a:cubicBezTo>
                    <a:cubicBezTo>
                      <a:pt x="27" y="12"/>
                      <a:pt x="27" y="12"/>
                      <a:pt x="27" y="12"/>
                    </a:cubicBezTo>
                    <a:cubicBezTo>
                      <a:pt x="27" y="13"/>
                      <a:pt x="28" y="15"/>
                      <a:pt x="28" y="15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6" y="11"/>
                      <a:pt x="27" y="13"/>
                      <a:pt x="26" y="12"/>
                    </a:cubicBezTo>
                    <a:cubicBezTo>
                      <a:pt x="27" y="13"/>
                      <a:pt x="26" y="12"/>
                      <a:pt x="26" y="13"/>
                    </a:cubicBezTo>
                    <a:cubicBezTo>
                      <a:pt x="26" y="14"/>
                      <a:pt x="26" y="14"/>
                      <a:pt x="26" y="14"/>
                    </a:cubicBezTo>
                    <a:cubicBezTo>
                      <a:pt x="27" y="15"/>
                      <a:pt x="27" y="15"/>
                      <a:pt x="27" y="15"/>
                    </a:cubicBezTo>
                    <a:cubicBezTo>
                      <a:pt x="26" y="15"/>
                      <a:pt x="26" y="13"/>
                      <a:pt x="26" y="13"/>
                    </a:cubicBezTo>
                    <a:cubicBezTo>
                      <a:pt x="25" y="12"/>
                      <a:pt x="26" y="13"/>
                      <a:pt x="26" y="13"/>
                    </a:cubicBezTo>
                    <a:cubicBezTo>
                      <a:pt x="26" y="13"/>
                      <a:pt x="26" y="13"/>
                      <a:pt x="26" y="14"/>
                    </a:cubicBezTo>
                    <a:cubicBezTo>
                      <a:pt x="26" y="13"/>
                      <a:pt x="26" y="13"/>
                      <a:pt x="26" y="13"/>
                    </a:cubicBezTo>
                    <a:cubicBezTo>
                      <a:pt x="26" y="13"/>
                      <a:pt x="26" y="13"/>
                      <a:pt x="26" y="14"/>
                    </a:cubicBezTo>
                    <a:cubicBezTo>
                      <a:pt x="26" y="13"/>
                      <a:pt x="26" y="13"/>
                      <a:pt x="25" y="13"/>
                    </a:cubicBezTo>
                    <a:cubicBezTo>
                      <a:pt x="26" y="13"/>
                      <a:pt x="26" y="13"/>
                      <a:pt x="26" y="13"/>
                    </a:cubicBezTo>
                    <a:cubicBezTo>
                      <a:pt x="25" y="13"/>
                      <a:pt x="25" y="13"/>
                      <a:pt x="25" y="13"/>
                    </a:cubicBezTo>
                    <a:cubicBezTo>
                      <a:pt x="25" y="13"/>
                      <a:pt x="25" y="13"/>
                      <a:pt x="25" y="13"/>
                    </a:cubicBezTo>
                    <a:cubicBezTo>
                      <a:pt x="25" y="13"/>
                      <a:pt x="25" y="13"/>
                      <a:pt x="25" y="13"/>
                    </a:cubicBezTo>
                    <a:cubicBezTo>
                      <a:pt x="25" y="11"/>
                      <a:pt x="25" y="11"/>
                      <a:pt x="25" y="11"/>
                    </a:cubicBezTo>
                    <a:cubicBezTo>
                      <a:pt x="24" y="11"/>
                      <a:pt x="25" y="13"/>
                      <a:pt x="25" y="13"/>
                    </a:cubicBezTo>
                    <a:cubicBezTo>
                      <a:pt x="24" y="12"/>
                      <a:pt x="24" y="14"/>
                      <a:pt x="24" y="15"/>
                    </a:cubicBezTo>
                    <a:cubicBezTo>
                      <a:pt x="24" y="15"/>
                      <a:pt x="24" y="14"/>
                      <a:pt x="24" y="14"/>
                    </a:cubicBezTo>
                    <a:cubicBezTo>
                      <a:pt x="24" y="15"/>
                      <a:pt x="24" y="16"/>
                      <a:pt x="24" y="15"/>
                    </a:cubicBezTo>
                    <a:cubicBezTo>
                      <a:pt x="24" y="16"/>
                      <a:pt x="23" y="14"/>
                      <a:pt x="23" y="14"/>
                    </a:cubicBezTo>
                    <a:cubicBezTo>
                      <a:pt x="23" y="14"/>
                      <a:pt x="24" y="15"/>
                      <a:pt x="24" y="15"/>
                    </a:cubicBezTo>
                    <a:cubicBezTo>
                      <a:pt x="23" y="13"/>
                      <a:pt x="23" y="17"/>
                      <a:pt x="23" y="15"/>
                    </a:cubicBezTo>
                    <a:cubicBezTo>
                      <a:pt x="23" y="15"/>
                      <a:pt x="22" y="14"/>
                      <a:pt x="22" y="14"/>
                    </a:cubicBezTo>
                    <a:cubicBezTo>
                      <a:pt x="22" y="15"/>
                      <a:pt x="22" y="16"/>
                      <a:pt x="23" y="17"/>
                    </a:cubicBezTo>
                    <a:cubicBezTo>
                      <a:pt x="22" y="16"/>
                      <a:pt x="22" y="16"/>
                      <a:pt x="22" y="16"/>
                    </a:cubicBezTo>
                    <a:cubicBezTo>
                      <a:pt x="22" y="16"/>
                      <a:pt x="22" y="16"/>
                      <a:pt x="22" y="17"/>
                    </a:cubicBezTo>
                    <a:cubicBezTo>
                      <a:pt x="23" y="18"/>
                      <a:pt x="23" y="20"/>
                      <a:pt x="23" y="19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2" y="19"/>
                      <a:pt x="22" y="20"/>
                      <a:pt x="22" y="19"/>
                    </a:cubicBezTo>
                    <a:cubicBezTo>
                      <a:pt x="21" y="16"/>
                      <a:pt x="21" y="17"/>
                      <a:pt x="21" y="17"/>
                    </a:cubicBezTo>
                    <a:cubicBezTo>
                      <a:pt x="21" y="19"/>
                      <a:pt x="21" y="19"/>
                      <a:pt x="21" y="19"/>
                    </a:cubicBezTo>
                    <a:cubicBezTo>
                      <a:pt x="21" y="19"/>
                      <a:pt x="21" y="17"/>
                      <a:pt x="21" y="17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1" y="20"/>
                      <a:pt x="21" y="19"/>
                    </a:cubicBezTo>
                    <a:cubicBezTo>
                      <a:pt x="21" y="20"/>
                      <a:pt x="22" y="22"/>
                      <a:pt x="22" y="24"/>
                    </a:cubicBezTo>
                    <a:cubicBezTo>
                      <a:pt x="22" y="24"/>
                      <a:pt x="22" y="25"/>
                      <a:pt x="22" y="25"/>
                    </a:cubicBezTo>
                    <a:cubicBezTo>
                      <a:pt x="21" y="24"/>
                      <a:pt x="22" y="25"/>
                      <a:pt x="22" y="24"/>
                    </a:cubicBezTo>
                    <a:cubicBezTo>
                      <a:pt x="21" y="22"/>
                      <a:pt x="21" y="22"/>
                      <a:pt x="21" y="22"/>
                    </a:cubicBezTo>
                    <a:cubicBezTo>
                      <a:pt x="21" y="22"/>
                      <a:pt x="20" y="20"/>
                      <a:pt x="20" y="19"/>
                    </a:cubicBezTo>
                    <a:cubicBezTo>
                      <a:pt x="20" y="20"/>
                      <a:pt x="19" y="19"/>
                      <a:pt x="19" y="19"/>
                    </a:cubicBezTo>
                    <a:cubicBezTo>
                      <a:pt x="20" y="22"/>
                      <a:pt x="19" y="21"/>
                      <a:pt x="20" y="23"/>
                    </a:cubicBezTo>
                    <a:cubicBezTo>
                      <a:pt x="20" y="24"/>
                      <a:pt x="19" y="21"/>
                      <a:pt x="19" y="21"/>
                    </a:cubicBezTo>
                    <a:cubicBezTo>
                      <a:pt x="19" y="22"/>
                      <a:pt x="18" y="21"/>
                      <a:pt x="18" y="22"/>
                    </a:cubicBezTo>
                    <a:cubicBezTo>
                      <a:pt x="18" y="21"/>
                      <a:pt x="18" y="21"/>
                      <a:pt x="18" y="21"/>
                    </a:cubicBezTo>
                    <a:cubicBezTo>
                      <a:pt x="18" y="22"/>
                      <a:pt x="17" y="21"/>
                      <a:pt x="18" y="24"/>
                    </a:cubicBezTo>
                    <a:cubicBezTo>
                      <a:pt x="17" y="22"/>
                      <a:pt x="17" y="22"/>
                      <a:pt x="17" y="22"/>
                    </a:cubicBezTo>
                    <a:cubicBezTo>
                      <a:pt x="17" y="22"/>
                      <a:pt x="19" y="25"/>
                      <a:pt x="18" y="24"/>
                    </a:cubicBezTo>
                    <a:cubicBezTo>
                      <a:pt x="17" y="23"/>
                      <a:pt x="17" y="23"/>
                      <a:pt x="17" y="23"/>
                    </a:cubicBezTo>
                    <a:cubicBezTo>
                      <a:pt x="18" y="24"/>
                      <a:pt x="16" y="22"/>
                      <a:pt x="17" y="24"/>
                    </a:cubicBezTo>
                    <a:cubicBezTo>
                      <a:pt x="17" y="23"/>
                      <a:pt x="17" y="23"/>
                      <a:pt x="17" y="23"/>
                    </a:cubicBezTo>
                    <a:cubicBezTo>
                      <a:pt x="17" y="23"/>
                      <a:pt x="16" y="23"/>
                      <a:pt x="17" y="25"/>
                    </a:cubicBezTo>
                    <a:cubicBezTo>
                      <a:pt x="16" y="23"/>
                      <a:pt x="16" y="23"/>
                      <a:pt x="16" y="23"/>
                    </a:cubicBezTo>
                    <a:cubicBezTo>
                      <a:pt x="15" y="22"/>
                      <a:pt x="17" y="25"/>
                      <a:pt x="16" y="24"/>
                    </a:cubicBezTo>
                    <a:cubicBezTo>
                      <a:pt x="16" y="24"/>
                      <a:pt x="16" y="23"/>
                      <a:pt x="16" y="23"/>
                    </a:cubicBezTo>
                    <a:cubicBezTo>
                      <a:pt x="16" y="24"/>
                      <a:pt x="16" y="24"/>
                      <a:pt x="16" y="25"/>
                    </a:cubicBezTo>
                    <a:cubicBezTo>
                      <a:pt x="15" y="23"/>
                      <a:pt x="15" y="23"/>
                      <a:pt x="15" y="23"/>
                    </a:cubicBezTo>
                    <a:cubicBezTo>
                      <a:pt x="14" y="23"/>
                      <a:pt x="13" y="23"/>
                      <a:pt x="13" y="26"/>
                    </a:cubicBezTo>
                    <a:cubicBezTo>
                      <a:pt x="11" y="24"/>
                      <a:pt x="12" y="24"/>
                      <a:pt x="11" y="23"/>
                    </a:cubicBezTo>
                    <a:cubicBezTo>
                      <a:pt x="12" y="25"/>
                      <a:pt x="11" y="24"/>
                      <a:pt x="11" y="24"/>
                    </a:cubicBezTo>
                    <a:cubicBezTo>
                      <a:pt x="11" y="24"/>
                      <a:pt x="11" y="24"/>
                      <a:pt x="11" y="24"/>
                    </a:cubicBezTo>
                    <a:cubicBezTo>
                      <a:pt x="11" y="25"/>
                      <a:pt x="11" y="23"/>
                      <a:pt x="11" y="24"/>
                    </a:cubicBezTo>
                    <a:cubicBezTo>
                      <a:pt x="11" y="25"/>
                      <a:pt x="11" y="25"/>
                      <a:pt x="11" y="25"/>
                    </a:cubicBezTo>
                    <a:cubicBezTo>
                      <a:pt x="12" y="26"/>
                      <a:pt x="10" y="22"/>
                      <a:pt x="11" y="25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6"/>
                      <a:pt x="9" y="23"/>
                      <a:pt x="10" y="25"/>
                    </a:cubicBezTo>
                    <a:cubicBezTo>
                      <a:pt x="10" y="24"/>
                      <a:pt x="10" y="24"/>
                      <a:pt x="10" y="24"/>
                    </a:cubicBezTo>
                    <a:cubicBezTo>
                      <a:pt x="9" y="24"/>
                      <a:pt x="11" y="27"/>
                      <a:pt x="10" y="25"/>
                    </a:cubicBezTo>
                    <a:cubicBezTo>
                      <a:pt x="10" y="26"/>
                      <a:pt x="10" y="26"/>
                      <a:pt x="11" y="28"/>
                    </a:cubicBezTo>
                    <a:cubicBezTo>
                      <a:pt x="9" y="26"/>
                      <a:pt x="9" y="26"/>
                      <a:pt x="9" y="26"/>
                    </a:cubicBezTo>
                    <a:cubicBezTo>
                      <a:pt x="9" y="27"/>
                      <a:pt x="8" y="27"/>
                      <a:pt x="9" y="30"/>
                    </a:cubicBezTo>
                    <a:cubicBezTo>
                      <a:pt x="8" y="29"/>
                      <a:pt x="8" y="29"/>
                      <a:pt x="8" y="29"/>
                    </a:cubicBezTo>
                    <a:cubicBezTo>
                      <a:pt x="9" y="31"/>
                      <a:pt x="6" y="27"/>
                      <a:pt x="8" y="31"/>
                    </a:cubicBezTo>
                    <a:cubicBezTo>
                      <a:pt x="9" y="33"/>
                      <a:pt x="9" y="33"/>
                      <a:pt x="9" y="33"/>
                    </a:cubicBezTo>
                    <a:cubicBezTo>
                      <a:pt x="8" y="30"/>
                      <a:pt x="8" y="30"/>
                      <a:pt x="8" y="30"/>
                    </a:cubicBezTo>
                    <a:cubicBezTo>
                      <a:pt x="8" y="32"/>
                      <a:pt x="7" y="31"/>
                      <a:pt x="8" y="32"/>
                    </a:cubicBezTo>
                    <a:cubicBezTo>
                      <a:pt x="7" y="31"/>
                      <a:pt x="7" y="31"/>
                      <a:pt x="7" y="31"/>
                    </a:cubicBezTo>
                    <a:cubicBezTo>
                      <a:pt x="7" y="31"/>
                      <a:pt x="8" y="33"/>
                      <a:pt x="8" y="33"/>
                    </a:cubicBezTo>
                    <a:cubicBezTo>
                      <a:pt x="7" y="32"/>
                      <a:pt x="7" y="32"/>
                      <a:pt x="7" y="32"/>
                    </a:cubicBezTo>
                    <a:cubicBezTo>
                      <a:pt x="5" y="30"/>
                      <a:pt x="2" y="29"/>
                      <a:pt x="4" y="33"/>
                    </a:cubicBezTo>
                    <a:cubicBezTo>
                      <a:pt x="4" y="33"/>
                      <a:pt x="3" y="31"/>
                      <a:pt x="3" y="31"/>
                    </a:cubicBezTo>
                    <a:cubicBezTo>
                      <a:pt x="4" y="34"/>
                      <a:pt x="0" y="30"/>
                      <a:pt x="2" y="35"/>
                    </a:cubicBezTo>
                    <a:cubicBezTo>
                      <a:pt x="3" y="36"/>
                      <a:pt x="6" y="41"/>
                      <a:pt x="6" y="41"/>
                    </a:cubicBezTo>
                    <a:cubicBezTo>
                      <a:pt x="6" y="39"/>
                      <a:pt x="9" y="40"/>
                      <a:pt x="11" y="42"/>
                    </a:cubicBezTo>
                    <a:cubicBezTo>
                      <a:pt x="11" y="41"/>
                      <a:pt x="11" y="40"/>
                      <a:pt x="12" y="41"/>
                    </a:cubicBezTo>
                    <a:cubicBezTo>
                      <a:pt x="13" y="40"/>
                      <a:pt x="17" y="43"/>
                      <a:pt x="17" y="40"/>
                    </a:cubicBezTo>
                    <a:cubicBezTo>
                      <a:pt x="17" y="40"/>
                      <a:pt x="16" y="39"/>
                      <a:pt x="16" y="38"/>
                    </a:cubicBezTo>
                    <a:cubicBezTo>
                      <a:pt x="17" y="39"/>
                      <a:pt x="17" y="39"/>
                      <a:pt x="17" y="39"/>
                    </a:cubicBezTo>
                    <a:cubicBezTo>
                      <a:pt x="16" y="38"/>
                      <a:pt x="16" y="38"/>
                      <a:pt x="16" y="38"/>
                    </a:cubicBezTo>
                    <a:cubicBezTo>
                      <a:pt x="16" y="37"/>
                      <a:pt x="17" y="39"/>
                      <a:pt x="17" y="39"/>
                    </a:cubicBezTo>
                    <a:cubicBezTo>
                      <a:pt x="17" y="39"/>
                      <a:pt x="18" y="38"/>
                      <a:pt x="18" y="38"/>
                    </a:cubicBezTo>
                    <a:cubicBezTo>
                      <a:pt x="18" y="36"/>
                      <a:pt x="19" y="38"/>
                      <a:pt x="18" y="36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18" y="36"/>
                      <a:pt x="18" y="35"/>
                      <a:pt x="20" y="38"/>
                    </a:cubicBezTo>
                    <a:cubicBezTo>
                      <a:pt x="22" y="39"/>
                      <a:pt x="23" y="37"/>
                      <a:pt x="25" y="37"/>
                    </a:cubicBezTo>
                    <a:cubicBezTo>
                      <a:pt x="26" y="35"/>
                      <a:pt x="27" y="33"/>
                      <a:pt x="29" y="32"/>
                    </a:cubicBezTo>
                    <a:cubicBezTo>
                      <a:pt x="28" y="28"/>
                      <a:pt x="29" y="30"/>
                      <a:pt x="28" y="27"/>
                    </a:cubicBezTo>
                    <a:cubicBezTo>
                      <a:pt x="29" y="28"/>
                      <a:pt x="29" y="28"/>
                      <a:pt x="29" y="28"/>
                    </a:cubicBezTo>
                    <a:cubicBezTo>
                      <a:pt x="28" y="26"/>
                      <a:pt x="29" y="28"/>
                      <a:pt x="30" y="29"/>
                    </a:cubicBezTo>
                    <a:cubicBezTo>
                      <a:pt x="29" y="28"/>
                      <a:pt x="30" y="29"/>
                      <a:pt x="29" y="27"/>
                    </a:cubicBezTo>
                    <a:cubicBezTo>
                      <a:pt x="29" y="25"/>
                      <a:pt x="30" y="30"/>
                      <a:pt x="30" y="29"/>
                    </a:cubicBezTo>
                    <a:cubicBezTo>
                      <a:pt x="30" y="29"/>
                      <a:pt x="30" y="27"/>
                      <a:pt x="30" y="28"/>
                    </a:cubicBezTo>
                    <a:cubicBezTo>
                      <a:pt x="30" y="26"/>
                      <a:pt x="30" y="29"/>
                      <a:pt x="31" y="31"/>
                    </a:cubicBezTo>
                    <a:cubicBezTo>
                      <a:pt x="32" y="30"/>
                      <a:pt x="32" y="28"/>
                      <a:pt x="33" y="29"/>
                    </a:cubicBezTo>
                    <a:cubicBezTo>
                      <a:pt x="33" y="29"/>
                      <a:pt x="33" y="27"/>
                      <a:pt x="33" y="27"/>
                    </a:cubicBezTo>
                    <a:cubicBezTo>
                      <a:pt x="34" y="30"/>
                      <a:pt x="33" y="26"/>
                      <a:pt x="33" y="27"/>
                    </a:cubicBezTo>
                    <a:cubicBezTo>
                      <a:pt x="34" y="28"/>
                      <a:pt x="34" y="28"/>
                      <a:pt x="34" y="28"/>
                    </a:cubicBezTo>
                    <a:cubicBezTo>
                      <a:pt x="34" y="30"/>
                      <a:pt x="34" y="28"/>
                      <a:pt x="35" y="29"/>
                    </a:cubicBezTo>
                    <a:cubicBezTo>
                      <a:pt x="35" y="28"/>
                      <a:pt x="36" y="30"/>
                      <a:pt x="36" y="29"/>
                    </a:cubicBezTo>
                    <a:cubicBezTo>
                      <a:pt x="36" y="30"/>
                      <a:pt x="36" y="29"/>
                      <a:pt x="36" y="30"/>
                    </a:cubicBezTo>
                    <a:cubicBezTo>
                      <a:pt x="36" y="26"/>
                      <a:pt x="37" y="31"/>
                      <a:pt x="37" y="29"/>
                    </a:cubicBezTo>
                    <a:cubicBezTo>
                      <a:pt x="37" y="29"/>
                      <a:pt x="37" y="29"/>
                      <a:pt x="37" y="29"/>
                    </a:cubicBezTo>
                    <a:cubicBezTo>
                      <a:pt x="38" y="29"/>
                      <a:pt x="39" y="29"/>
                      <a:pt x="40" y="27"/>
                    </a:cubicBezTo>
                    <a:cubicBezTo>
                      <a:pt x="40" y="27"/>
                      <a:pt x="41" y="30"/>
                      <a:pt x="41" y="28"/>
                    </a:cubicBezTo>
                    <a:cubicBezTo>
                      <a:pt x="41" y="27"/>
                      <a:pt x="41" y="27"/>
                      <a:pt x="41" y="27"/>
                    </a:cubicBezTo>
                    <a:cubicBezTo>
                      <a:pt x="41" y="27"/>
                      <a:pt x="41" y="28"/>
                      <a:pt x="42" y="28"/>
                    </a:cubicBezTo>
                    <a:cubicBezTo>
                      <a:pt x="42" y="27"/>
                      <a:pt x="42" y="28"/>
                      <a:pt x="43" y="28"/>
                    </a:cubicBezTo>
                    <a:cubicBezTo>
                      <a:pt x="43" y="28"/>
                      <a:pt x="43" y="27"/>
                      <a:pt x="42" y="27"/>
                    </a:cubicBezTo>
                    <a:cubicBezTo>
                      <a:pt x="43" y="29"/>
                      <a:pt x="43" y="26"/>
                      <a:pt x="44" y="27"/>
                    </a:cubicBezTo>
                    <a:cubicBezTo>
                      <a:pt x="43" y="24"/>
                      <a:pt x="44" y="26"/>
                      <a:pt x="44" y="2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518" name="Freeform 193"/>
              <p:cNvSpPr/>
              <p:nvPr>
                <p:custDataLst>
                  <p:tags r:id="rId439"/>
                </p:custDataLst>
              </p:nvPr>
            </p:nvSpPr>
            <p:spPr bwMode="auto">
              <a:xfrm>
                <a:off x="3192" y="2160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519" name="Freeform 194"/>
              <p:cNvSpPr/>
              <p:nvPr>
                <p:custDataLst>
                  <p:tags r:id="rId440"/>
                </p:custDataLst>
              </p:nvPr>
            </p:nvSpPr>
            <p:spPr bwMode="auto">
              <a:xfrm>
                <a:off x="3146" y="2177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2 h 2"/>
                  <a:gd name="T4" fmla="*/ 2 w 2"/>
                  <a:gd name="T5" fmla="*/ 2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0" y="2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520" name="Freeform 195"/>
              <p:cNvSpPr/>
              <p:nvPr>
                <p:custDataLst>
                  <p:tags r:id="rId441"/>
                </p:custDataLst>
              </p:nvPr>
            </p:nvSpPr>
            <p:spPr bwMode="auto">
              <a:xfrm>
                <a:off x="3264" y="1853"/>
                <a:ext cx="2" cy="4"/>
              </a:xfrm>
              <a:custGeom>
                <a:avLst/>
                <a:gdLst>
                  <a:gd name="T0" fmla="*/ 0 w 1"/>
                  <a:gd name="T1" fmla="*/ 1 h 2"/>
                  <a:gd name="T2" fmla="*/ 0 w 1"/>
                  <a:gd name="T3" fmla="*/ 1 h 2"/>
                  <a:gd name="T4" fmla="*/ 0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1" y="0"/>
                      <a:pt x="0" y="2"/>
                      <a:pt x="0" y="1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521" name="Freeform 196"/>
              <p:cNvSpPr/>
              <p:nvPr>
                <p:custDataLst>
                  <p:tags r:id="rId442"/>
                </p:custDataLst>
              </p:nvPr>
            </p:nvSpPr>
            <p:spPr bwMode="auto">
              <a:xfrm>
                <a:off x="3209" y="1836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0 h 2"/>
                  <a:gd name="T4" fmla="*/ 0 w 2"/>
                  <a:gd name="T5" fmla="*/ 2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522" name="Freeform 197"/>
              <p:cNvSpPr/>
              <p:nvPr>
                <p:custDataLst>
                  <p:tags r:id="rId443"/>
                </p:custDataLst>
              </p:nvPr>
            </p:nvSpPr>
            <p:spPr bwMode="auto">
              <a:xfrm>
                <a:off x="3343" y="2470"/>
                <a:ext cx="2" cy="4"/>
              </a:xfrm>
              <a:custGeom>
                <a:avLst/>
                <a:gdLst>
                  <a:gd name="T0" fmla="*/ 1 w 1"/>
                  <a:gd name="T1" fmla="*/ 1 h 2"/>
                  <a:gd name="T2" fmla="*/ 0 w 1"/>
                  <a:gd name="T3" fmla="*/ 1 h 2"/>
                  <a:gd name="T4" fmla="*/ 1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0" y="0"/>
                      <a:pt x="1" y="2"/>
                      <a:pt x="0" y="1"/>
                    </a:cubicBezTo>
                    <a:cubicBezTo>
                      <a:pt x="1" y="2"/>
                      <a:pt x="1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523" name="Freeform 198"/>
              <p:cNvSpPr/>
              <p:nvPr>
                <p:custDataLst>
                  <p:tags r:id="rId444"/>
                </p:custDataLst>
              </p:nvPr>
            </p:nvSpPr>
            <p:spPr bwMode="auto">
              <a:xfrm>
                <a:off x="3186" y="183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524" name="Freeform 199"/>
              <p:cNvSpPr/>
              <p:nvPr>
                <p:custDataLst>
                  <p:tags r:id="rId445"/>
                </p:custDataLst>
              </p:nvPr>
            </p:nvSpPr>
            <p:spPr bwMode="auto">
              <a:xfrm>
                <a:off x="3188" y="1825"/>
                <a:ext cx="2" cy="4"/>
              </a:xfrm>
              <a:custGeom>
                <a:avLst/>
                <a:gdLst>
                  <a:gd name="T0" fmla="*/ 1 w 1"/>
                  <a:gd name="T1" fmla="*/ 0 h 2"/>
                  <a:gd name="T2" fmla="*/ 1 w 1"/>
                  <a:gd name="T3" fmla="*/ 1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0"/>
                      <a:pt x="0" y="2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525" name="Freeform 200"/>
              <p:cNvSpPr/>
              <p:nvPr>
                <p:custDataLst>
                  <p:tags r:id="rId446"/>
                </p:custDataLst>
              </p:nvPr>
            </p:nvSpPr>
            <p:spPr bwMode="auto">
              <a:xfrm>
                <a:off x="3184" y="1833"/>
                <a:ext cx="2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526" name="Freeform 201"/>
              <p:cNvSpPr/>
              <p:nvPr>
                <p:custDataLst>
                  <p:tags r:id="rId447"/>
                </p:custDataLst>
              </p:nvPr>
            </p:nvSpPr>
            <p:spPr bwMode="auto">
              <a:xfrm>
                <a:off x="3351" y="2465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2 h 2"/>
                  <a:gd name="T4" fmla="*/ 0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1"/>
                      <a:pt x="1" y="2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527" name="Freeform 202"/>
              <p:cNvSpPr/>
              <p:nvPr>
                <p:custDataLst>
                  <p:tags r:id="rId448"/>
                </p:custDataLst>
              </p:nvPr>
            </p:nvSpPr>
            <p:spPr bwMode="auto">
              <a:xfrm>
                <a:off x="3173" y="1831"/>
                <a:ext cx="2" cy="5"/>
              </a:xfrm>
              <a:custGeom>
                <a:avLst/>
                <a:gdLst>
                  <a:gd name="T0" fmla="*/ 2 w 2"/>
                  <a:gd name="T1" fmla="*/ 0 h 5"/>
                  <a:gd name="T2" fmla="*/ 2 w 2"/>
                  <a:gd name="T3" fmla="*/ 0 h 5"/>
                  <a:gd name="T4" fmla="*/ 0 w 2"/>
                  <a:gd name="T5" fmla="*/ 5 h 5"/>
                  <a:gd name="T6" fmla="*/ 2 w 2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5">
                    <a:moveTo>
                      <a:pt x="2" y="0"/>
                    </a:moveTo>
                    <a:lnTo>
                      <a:pt x="2" y="0"/>
                    </a:lnTo>
                    <a:lnTo>
                      <a:pt x="0" y="5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528" name="Freeform 203"/>
              <p:cNvSpPr/>
              <p:nvPr>
                <p:custDataLst>
                  <p:tags r:id="rId449"/>
                </p:custDataLst>
              </p:nvPr>
            </p:nvSpPr>
            <p:spPr bwMode="auto">
              <a:xfrm>
                <a:off x="3536" y="1554"/>
                <a:ext cx="8" cy="2"/>
              </a:xfrm>
              <a:custGeom>
                <a:avLst/>
                <a:gdLst>
                  <a:gd name="T0" fmla="*/ 0 w 4"/>
                  <a:gd name="T1" fmla="*/ 1 h 1"/>
                  <a:gd name="T2" fmla="*/ 0 w 4"/>
                  <a:gd name="T3" fmla="*/ 1 h 1"/>
                  <a:gd name="T4" fmla="*/ 1 w 4"/>
                  <a:gd name="T5" fmla="*/ 1 h 1"/>
                  <a:gd name="T6" fmla="*/ 2 w 4"/>
                  <a:gd name="T7" fmla="*/ 0 h 1"/>
                  <a:gd name="T8" fmla="*/ 4 w 4"/>
                  <a:gd name="T9" fmla="*/ 0 h 1"/>
                  <a:gd name="T10" fmla="*/ 0 w 4"/>
                  <a:gd name="T1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2" y="1"/>
                      <a:pt x="3" y="1"/>
                      <a:pt x="2" y="0"/>
                    </a:cubicBezTo>
                    <a:cubicBezTo>
                      <a:pt x="3" y="0"/>
                      <a:pt x="4" y="0"/>
                      <a:pt x="4" y="0"/>
                    </a:cubicBezTo>
                    <a:cubicBezTo>
                      <a:pt x="3" y="0"/>
                      <a:pt x="1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529" name="Freeform 204"/>
              <p:cNvSpPr/>
              <p:nvPr>
                <p:custDataLst>
                  <p:tags r:id="rId450"/>
                </p:custDataLst>
              </p:nvPr>
            </p:nvSpPr>
            <p:spPr bwMode="auto">
              <a:xfrm>
                <a:off x="3538" y="1556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</p:grpSp>
        <p:grpSp>
          <p:nvGrpSpPr>
            <p:cNvPr id="58" name="Group 406"/>
            <p:cNvGrpSpPr/>
            <p:nvPr/>
          </p:nvGrpSpPr>
          <p:grpSpPr bwMode="auto">
            <a:xfrm>
              <a:off x="3112" y="1551"/>
              <a:ext cx="1462" cy="1559"/>
              <a:chOff x="3112" y="1551"/>
              <a:chExt cx="1462" cy="1559"/>
            </a:xfrm>
            <a:grpFill/>
          </p:grpSpPr>
          <p:sp>
            <p:nvSpPr>
              <p:cNvPr id="118" name="Freeform 206"/>
              <p:cNvSpPr/>
              <p:nvPr>
                <p:custDataLst>
                  <p:tags r:id="rId51"/>
                </p:custDataLst>
              </p:nvPr>
            </p:nvSpPr>
            <p:spPr bwMode="auto">
              <a:xfrm>
                <a:off x="3534" y="1558"/>
                <a:ext cx="4" cy="0"/>
              </a:xfrm>
              <a:custGeom>
                <a:avLst/>
                <a:gdLst>
                  <a:gd name="T0" fmla="*/ 1 w 2"/>
                  <a:gd name="T1" fmla="*/ 2 w 2"/>
                  <a:gd name="T2" fmla="*/ 1 w 2"/>
                  <a:gd name="T3" fmla="*/ 1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19" name="Freeform 207"/>
              <p:cNvSpPr/>
              <p:nvPr>
                <p:custDataLst>
                  <p:tags r:id="rId52"/>
                </p:custDataLst>
              </p:nvPr>
            </p:nvSpPr>
            <p:spPr bwMode="auto">
              <a:xfrm>
                <a:off x="3513" y="1581"/>
                <a:ext cx="4" cy="2"/>
              </a:xfrm>
              <a:custGeom>
                <a:avLst/>
                <a:gdLst>
                  <a:gd name="T0" fmla="*/ 1 w 2"/>
                  <a:gd name="T1" fmla="*/ 1 h 1"/>
                  <a:gd name="T2" fmla="*/ 0 w 2"/>
                  <a:gd name="T3" fmla="*/ 0 h 1"/>
                  <a:gd name="T4" fmla="*/ 1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2" y="0"/>
                      <a:pt x="1" y="1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20" name="Freeform 208"/>
              <p:cNvSpPr/>
              <p:nvPr>
                <p:custDataLst>
                  <p:tags r:id="rId53"/>
                </p:custDataLst>
              </p:nvPr>
            </p:nvSpPr>
            <p:spPr bwMode="auto">
              <a:xfrm>
                <a:off x="3513" y="1579"/>
                <a:ext cx="6" cy="2"/>
              </a:xfrm>
              <a:custGeom>
                <a:avLst/>
                <a:gdLst>
                  <a:gd name="T0" fmla="*/ 0 w 3"/>
                  <a:gd name="T1" fmla="*/ 1 h 1"/>
                  <a:gd name="T2" fmla="*/ 3 w 3"/>
                  <a:gd name="T3" fmla="*/ 1 h 1"/>
                  <a:gd name="T4" fmla="*/ 0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2" y="0"/>
                      <a:pt x="1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21" name="Freeform 209"/>
              <p:cNvSpPr/>
              <p:nvPr>
                <p:custDataLst>
                  <p:tags r:id="rId54"/>
                </p:custDataLst>
              </p:nvPr>
            </p:nvSpPr>
            <p:spPr bwMode="auto">
              <a:xfrm>
                <a:off x="3536" y="1551"/>
                <a:ext cx="4" cy="3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2" y="0"/>
                      <a:pt x="1" y="0"/>
                      <a:pt x="0" y="0"/>
                    </a:cubicBezTo>
                    <a:lnTo>
                      <a:pt x="2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22" name="Freeform 210"/>
              <p:cNvSpPr/>
              <p:nvPr>
                <p:custDataLst>
                  <p:tags r:id="rId55"/>
                </p:custDataLst>
              </p:nvPr>
            </p:nvSpPr>
            <p:spPr bwMode="auto">
              <a:xfrm>
                <a:off x="3112" y="1810"/>
                <a:ext cx="161" cy="87"/>
              </a:xfrm>
              <a:custGeom>
                <a:avLst/>
                <a:gdLst>
                  <a:gd name="T0" fmla="*/ 12 w 76"/>
                  <a:gd name="T1" fmla="*/ 18 h 41"/>
                  <a:gd name="T2" fmla="*/ 22 w 76"/>
                  <a:gd name="T3" fmla="*/ 26 h 41"/>
                  <a:gd name="T4" fmla="*/ 33 w 76"/>
                  <a:gd name="T5" fmla="*/ 25 h 41"/>
                  <a:gd name="T6" fmla="*/ 37 w 76"/>
                  <a:gd name="T7" fmla="*/ 28 h 41"/>
                  <a:gd name="T8" fmla="*/ 43 w 76"/>
                  <a:gd name="T9" fmla="*/ 32 h 41"/>
                  <a:gd name="T10" fmla="*/ 48 w 76"/>
                  <a:gd name="T11" fmla="*/ 35 h 41"/>
                  <a:gd name="T12" fmla="*/ 53 w 76"/>
                  <a:gd name="T13" fmla="*/ 33 h 41"/>
                  <a:gd name="T14" fmla="*/ 60 w 76"/>
                  <a:gd name="T15" fmla="*/ 35 h 41"/>
                  <a:gd name="T16" fmla="*/ 63 w 76"/>
                  <a:gd name="T17" fmla="*/ 36 h 41"/>
                  <a:gd name="T18" fmla="*/ 67 w 76"/>
                  <a:gd name="T19" fmla="*/ 40 h 41"/>
                  <a:gd name="T20" fmla="*/ 69 w 76"/>
                  <a:gd name="T21" fmla="*/ 40 h 41"/>
                  <a:gd name="T22" fmla="*/ 72 w 76"/>
                  <a:gd name="T23" fmla="*/ 38 h 41"/>
                  <a:gd name="T24" fmla="*/ 74 w 76"/>
                  <a:gd name="T25" fmla="*/ 36 h 41"/>
                  <a:gd name="T26" fmla="*/ 75 w 76"/>
                  <a:gd name="T27" fmla="*/ 34 h 41"/>
                  <a:gd name="T28" fmla="*/ 71 w 76"/>
                  <a:gd name="T29" fmla="*/ 33 h 41"/>
                  <a:gd name="T30" fmla="*/ 72 w 76"/>
                  <a:gd name="T31" fmla="*/ 31 h 41"/>
                  <a:gd name="T32" fmla="*/ 71 w 76"/>
                  <a:gd name="T33" fmla="*/ 29 h 41"/>
                  <a:gd name="T34" fmla="*/ 73 w 76"/>
                  <a:gd name="T35" fmla="*/ 25 h 41"/>
                  <a:gd name="T36" fmla="*/ 75 w 76"/>
                  <a:gd name="T37" fmla="*/ 22 h 41"/>
                  <a:gd name="T38" fmla="*/ 71 w 76"/>
                  <a:gd name="T39" fmla="*/ 25 h 41"/>
                  <a:gd name="T40" fmla="*/ 67 w 76"/>
                  <a:gd name="T41" fmla="*/ 28 h 41"/>
                  <a:gd name="T42" fmla="*/ 70 w 76"/>
                  <a:gd name="T43" fmla="*/ 22 h 41"/>
                  <a:gd name="T44" fmla="*/ 69 w 76"/>
                  <a:gd name="T45" fmla="*/ 23 h 41"/>
                  <a:gd name="T46" fmla="*/ 70 w 76"/>
                  <a:gd name="T47" fmla="*/ 20 h 41"/>
                  <a:gd name="T48" fmla="*/ 68 w 76"/>
                  <a:gd name="T49" fmla="*/ 20 h 41"/>
                  <a:gd name="T50" fmla="*/ 67 w 76"/>
                  <a:gd name="T51" fmla="*/ 19 h 41"/>
                  <a:gd name="T52" fmla="*/ 62 w 76"/>
                  <a:gd name="T53" fmla="*/ 24 h 41"/>
                  <a:gd name="T54" fmla="*/ 66 w 76"/>
                  <a:gd name="T55" fmla="*/ 18 h 41"/>
                  <a:gd name="T56" fmla="*/ 65 w 76"/>
                  <a:gd name="T57" fmla="*/ 18 h 41"/>
                  <a:gd name="T58" fmla="*/ 60 w 76"/>
                  <a:gd name="T59" fmla="*/ 17 h 41"/>
                  <a:gd name="T60" fmla="*/ 58 w 76"/>
                  <a:gd name="T61" fmla="*/ 17 h 41"/>
                  <a:gd name="T62" fmla="*/ 55 w 76"/>
                  <a:gd name="T63" fmla="*/ 15 h 41"/>
                  <a:gd name="T64" fmla="*/ 53 w 76"/>
                  <a:gd name="T65" fmla="*/ 16 h 41"/>
                  <a:gd name="T66" fmla="*/ 53 w 76"/>
                  <a:gd name="T67" fmla="*/ 15 h 41"/>
                  <a:gd name="T68" fmla="*/ 52 w 76"/>
                  <a:gd name="T69" fmla="*/ 14 h 41"/>
                  <a:gd name="T70" fmla="*/ 50 w 76"/>
                  <a:gd name="T71" fmla="*/ 16 h 41"/>
                  <a:gd name="T72" fmla="*/ 49 w 76"/>
                  <a:gd name="T73" fmla="*/ 13 h 41"/>
                  <a:gd name="T74" fmla="*/ 47 w 76"/>
                  <a:gd name="T75" fmla="*/ 12 h 41"/>
                  <a:gd name="T76" fmla="*/ 45 w 76"/>
                  <a:gd name="T77" fmla="*/ 12 h 41"/>
                  <a:gd name="T78" fmla="*/ 43 w 76"/>
                  <a:gd name="T79" fmla="*/ 11 h 41"/>
                  <a:gd name="T80" fmla="*/ 40 w 76"/>
                  <a:gd name="T81" fmla="*/ 13 h 41"/>
                  <a:gd name="T82" fmla="*/ 40 w 76"/>
                  <a:gd name="T83" fmla="*/ 11 h 41"/>
                  <a:gd name="T84" fmla="*/ 40 w 76"/>
                  <a:gd name="T85" fmla="*/ 11 h 41"/>
                  <a:gd name="T86" fmla="*/ 37 w 76"/>
                  <a:gd name="T87" fmla="*/ 10 h 41"/>
                  <a:gd name="T88" fmla="*/ 34 w 76"/>
                  <a:gd name="T89" fmla="*/ 13 h 41"/>
                  <a:gd name="T90" fmla="*/ 31 w 76"/>
                  <a:gd name="T91" fmla="*/ 14 h 41"/>
                  <a:gd name="T92" fmla="*/ 31 w 76"/>
                  <a:gd name="T93" fmla="*/ 10 h 41"/>
                  <a:gd name="T94" fmla="*/ 26 w 76"/>
                  <a:gd name="T95" fmla="*/ 12 h 41"/>
                  <a:gd name="T96" fmla="*/ 24 w 76"/>
                  <a:gd name="T97" fmla="*/ 12 h 41"/>
                  <a:gd name="T98" fmla="*/ 20 w 76"/>
                  <a:gd name="T99" fmla="*/ 9 h 41"/>
                  <a:gd name="T100" fmla="*/ 20 w 76"/>
                  <a:gd name="T101" fmla="*/ 7 h 41"/>
                  <a:gd name="T102" fmla="*/ 18 w 76"/>
                  <a:gd name="T103" fmla="*/ 6 h 41"/>
                  <a:gd name="T104" fmla="*/ 11 w 76"/>
                  <a:gd name="T105" fmla="*/ 8 h 41"/>
                  <a:gd name="T106" fmla="*/ 4 w 76"/>
                  <a:gd name="T107" fmla="*/ 4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76" h="41">
                    <a:moveTo>
                      <a:pt x="3" y="15"/>
                    </a:moveTo>
                    <a:cubicBezTo>
                      <a:pt x="4" y="15"/>
                      <a:pt x="5" y="15"/>
                      <a:pt x="5" y="16"/>
                    </a:cubicBezTo>
                    <a:cubicBezTo>
                      <a:pt x="7" y="16"/>
                      <a:pt x="8" y="22"/>
                      <a:pt x="11" y="21"/>
                    </a:cubicBezTo>
                    <a:cubicBezTo>
                      <a:pt x="11" y="20"/>
                      <a:pt x="11" y="19"/>
                      <a:pt x="12" y="19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2" y="18"/>
                      <a:pt x="12" y="18"/>
                      <a:pt x="12" y="18"/>
                    </a:cubicBezTo>
                    <a:cubicBezTo>
                      <a:pt x="13" y="18"/>
                      <a:pt x="12" y="20"/>
                      <a:pt x="11" y="20"/>
                    </a:cubicBezTo>
                    <a:cubicBezTo>
                      <a:pt x="12" y="21"/>
                      <a:pt x="13" y="20"/>
                      <a:pt x="14" y="21"/>
                    </a:cubicBezTo>
                    <a:cubicBezTo>
                      <a:pt x="15" y="19"/>
                      <a:pt x="15" y="21"/>
                      <a:pt x="15" y="19"/>
                    </a:cubicBezTo>
                    <a:cubicBezTo>
                      <a:pt x="15" y="20"/>
                      <a:pt x="15" y="20"/>
                      <a:pt x="15" y="20"/>
                    </a:cubicBezTo>
                    <a:cubicBezTo>
                      <a:pt x="16" y="19"/>
                      <a:pt x="16" y="19"/>
                      <a:pt x="16" y="22"/>
                    </a:cubicBezTo>
                    <a:cubicBezTo>
                      <a:pt x="17" y="25"/>
                      <a:pt x="20" y="24"/>
                      <a:pt x="22" y="26"/>
                    </a:cubicBezTo>
                    <a:cubicBezTo>
                      <a:pt x="24" y="27"/>
                      <a:pt x="27" y="26"/>
                      <a:pt x="30" y="26"/>
                    </a:cubicBezTo>
                    <a:cubicBezTo>
                      <a:pt x="31" y="23"/>
                      <a:pt x="31" y="25"/>
                      <a:pt x="33" y="22"/>
                    </a:cubicBezTo>
                    <a:cubicBezTo>
                      <a:pt x="32" y="23"/>
                      <a:pt x="32" y="23"/>
                      <a:pt x="32" y="23"/>
                    </a:cubicBezTo>
                    <a:cubicBezTo>
                      <a:pt x="33" y="22"/>
                      <a:pt x="33" y="24"/>
                      <a:pt x="33" y="25"/>
                    </a:cubicBezTo>
                    <a:cubicBezTo>
                      <a:pt x="33" y="24"/>
                      <a:pt x="33" y="25"/>
                      <a:pt x="34" y="23"/>
                    </a:cubicBezTo>
                    <a:cubicBezTo>
                      <a:pt x="34" y="22"/>
                      <a:pt x="33" y="26"/>
                      <a:pt x="33" y="25"/>
                    </a:cubicBezTo>
                    <a:cubicBezTo>
                      <a:pt x="33" y="26"/>
                      <a:pt x="34" y="24"/>
                      <a:pt x="34" y="24"/>
                    </a:cubicBezTo>
                    <a:cubicBezTo>
                      <a:pt x="35" y="23"/>
                      <a:pt x="33" y="25"/>
                      <a:pt x="33" y="28"/>
                    </a:cubicBezTo>
                    <a:cubicBezTo>
                      <a:pt x="34" y="27"/>
                      <a:pt x="36" y="26"/>
                      <a:pt x="37" y="27"/>
                    </a:cubicBezTo>
                    <a:cubicBezTo>
                      <a:pt x="36" y="28"/>
                      <a:pt x="37" y="26"/>
                      <a:pt x="37" y="26"/>
                    </a:cubicBezTo>
                    <a:cubicBezTo>
                      <a:pt x="36" y="29"/>
                      <a:pt x="38" y="25"/>
                      <a:pt x="37" y="27"/>
                    </a:cubicBezTo>
                    <a:cubicBezTo>
                      <a:pt x="37" y="27"/>
                      <a:pt x="37" y="27"/>
                      <a:pt x="37" y="28"/>
                    </a:cubicBezTo>
                    <a:cubicBezTo>
                      <a:pt x="37" y="29"/>
                      <a:pt x="38" y="27"/>
                      <a:pt x="38" y="29"/>
                    </a:cubicBezTo>
                    <a:cubicBezTo>
                      <a:pt x="39" y="28"/>
                      <a:pt x="38" y="31"/>
                      <a:pt x="39" y="29"/>
                    </a:cubicBezTo>
                    <a:cubicBezTo>
                      <a:pt x="38" y="31"/>
                      <a:pt x="39" y="30"/>
                      <a:pt x="38" y="31"/>
                    </a:cubicBezTo>
                    <a:cubicBezTo>
                      <a:pt x="40" y="28"/>
                      <a:pt x="38" y="33"/>
                      <a:pt x="40" y="30"/>
                    </a:cubicBezTo>
                    <a:cubicBezTo>
                      <a:pt x="40" y="31"/>
                      <a:pt x="40" y="31"/>
                      <a:pt x="40" y="31"/>
                    </a:cubicBezTo>
                    <a:cubicBezTo>
                      <a:pt x="41" y="31"/>
                      <a:pt x="41" y="33"/>
                      <a:pt x="43" y="32"/>
                    </a:cubicBezTo>
                    <a:cubicBezTo>
                      <a:pt x="44" y="31"/>
                      <a:pt x="43" y="35"/>
                      <a:pt x="44" y="34"/>
                    </a:cubicBezTo>
                    <a:cubicBezTo>
                      <a:pt x="45" y="32"/>
                      <a:pt x="45" y="32"/>
                      <a:pt x="45" y="32"/>
                    </a:cubicBezTo>
                    <a:cubicBezTo>
                      <a:pt x="45" y="32"/>
                      <a:pt x="45" y="33"/>
                      <a:pt x="45" y="34"/>
                    </a:cubicBezTo>
                    <a:cubicBezTo>
                      <a:pt x="46" y="33"/>
                      <a:pt x="45" y="34"/>
                      <a:pt x="46" y="35"/>
                    </a:cubicBezTo>
                    <a:cubicBezTo>
                      <a:pt x="46" y="34"/>
                      <a:pt x="46" y="34"/>
                      <a:pt x="47" y="33"/>
                    </a:cubicBezTo>
                    <a:cubicBezTo>
                      <a:pt x="46" y="36"/>
                      <a:pt x="48" y="33"/>
                      <a:pt x="48" y="35"/>
                    </a:cubicBezTo>
                    <a:cubicBezTo>
                      <a:pt x="49" y="32"/>
                      <a:pt x="49" y="33"/>
                      <a:pt x="49" y="33"/>
                    </a:cubicBezTo>
                    <a:cubicBezTo>
                      <a:pt x="49" y="33"/>
                      <a:pt x="49" y="34"/>
                      <a:pt x="48" y="34"/>
                    </a:cubicBezTo>
                    <a:cubicBezTo>
                      <a:pt x="49" y="34"/>
                      <a:pt x="49" y="34"/>
                      <a:pt x="49" y="35"/>
                    </a:cubicBezTo>
                    <a:cubicBezTo>
                      <a:pt x="50" y="35"/>
                      <a:pt x="51" y="33"/>
                      <a:pt x="50" y="34"/>
                    </a:cubicBezTo>
                    <a:cubicBezTo>
                      <a:pt x="49" y="36"/>
                      <a:pt x="51" y="34"/>
                      <a:pt x="51" y="35"/>
                    </a:cubicBezTo>
                    <a:cubicBezTo>
                      <a:pt x="52" y="33"/>
                      <a:pt x="53" y="32"/>
                      <a:pt x="53" y="33"/>
                    </a:cubicBezTo>
                    <a:cubicBezTo>
                      <a:pt x="51" y="35"/>
                      <a:pt x="51" y="35"/>
                      <a:pt x="51" y="35"/>
                    </a:cubicBezTo>
                    <a:cubicBezTo>
                      <a:pt x="53" y="34"/>
                      <a:pt x="52" y="37"/>
                      <a:pt x="55" y="35"/>
                    </a:cubicBezTo>
                    <a:cubicBezTo>
                      <a:pt x="54" y="36"/>
                      <a:pt x="54" y="36"/>
                      <a:pt x="54" y="36"/>
                    </a:cubicBezTo>
                    <a:cubicBezTo>
                      <a:pt x="56" y="35"/>
                      <a:pt x="55" y="38"/>
                      <a:pt x="58" y="35"/>
                    </a:cubicBezTo>
                    <a:cubicBezTo>
                      <a:pt x="57" y="36"/>
                      <a:pt x="57" y="37"/>
                      <a:pt x="57" y="37"/>
                    </a:cubicBezTo>
                    <a:cubicBezTo>
                      <a:pt x="58" y="36"/>
                      <a:pt x="58" y="36"/>
                      <a:pt x="60" y="35"/>
                    </a:cubicBezTo>
                    <a:cubicBezTo>
                      <a:pt x="60" y="35"/>
                      <a:pt x="59" y="36"/>
                      <a:pt x="59" y="36"/>
                    </a:cubicBezTo>
                    <a:cubicBezTo>
                      <a:pt x="59" y="37"/>
                      <a:pt x="58" y="39"/>
                      <a:pt x="60" y="37"/>
                    </a:cubicBezTo>
                    <a:cubicBezTo>
                      <a:pt x="59" y="38"/>
                      <a:pt x="59" y="38"/>
                      <a:pt x="59" y="38"/>
                    </a:cubicBezTo>
                    <a:cubicBezTo>
                      <a:pt x="60" y="37"/>
                      <a:pt x="62" y="36"/>
                      <a:pt x="61" y="38"/>
                    </a:cubicBezTo>
                    <a:cubicBezTo>
                      <a:pt x="62" y="37"/>
                      <a:pt x="62" y="36"/>
                      <a:pt x="63" y="35"/>
                    </a:cubicBezTo>
                    <a:cubicBezTo>
                      <a:pt x="64" y="35"/>
                      <a:pt x="62" y="37"/>
                      <a:pt x="63" y="36"/>
                    </a:cubicBezTo>
                    <a:cubicBezTo>
                      <a:pt x="62" y="37"/>
                      <a:pt x="62" y="37"/>
                      <a:pt x="62" y="37"/>
                    </a:cubicBezTo>
                    <a:cubicBezTo>
                      <a:pt x="62" y="38"/>
                      <a:pt x="63" y="38"/>
                      <a:pt x="64" y="38"/>
                    </a:cubicBezTo>
                    <a:cubicBezTo>
                      <a:pt x="63" y="40"/>
                      <a:pt x="65" y="38"/>
                      <a:pt x="65" y="39"/>
                    </a:cubicBezTo>
                    <a:cubicBezTo>
                      <a:pt x="66" y="38"/>
                      <a:pt x="65" y="40"/>
                      <a:pt x="67" y="38"/>
                    </a:cubicBezTo>
                    <a:cubicBezTo>
                      <a:pt x="66" y="39"/>
                      <a:pt x="66" y="39"/>
                      <a:pt x="66" y="39"/>
                    </a:cubicBezTo>
                    <a:cubicBezTo>
                      <a:pt x="66" y="39"/>
                      <a:pt x="67" y="40"/>
                      <a:pt x="67" y="40"/>
                    </a:cubicBezTo>
                    <a:cubicBezTo>
                      <a:pt x="67" y="41"/>
                      <a:pt x="68" y="39"/>
                      <a:pt x="69" y="39"/>
                    </a:cubicBezTo>
                    <a:cubicBezTo>
                      <a:pt x="68" y="40"/>
                      <a:pt x="68" y="40"/>
                      <a:pt x="68" y="40"/>
                    </a:cubicBezTo>
                    <a:cubicBezTo>
                      <a:pt x="68" y="39"/>
                      <a:pt x="70" y="38"/>
                      <a:pt x="71" y="37"/>
                    </a:cubicBezTo>
                    <a:cubicBezTo>
                      <a:pt x="71" y="38"/>
                      <a:pt x="71" y="37"/>
                      <a:pt x="71" y="38"/>
                    </a:cubicBezTo>
                    <a:cubicBezTo>
                      <a:pt x="70" y="38"/>
                      <a:pt x="69" y="39"/>
                      <a:pt x="68" y="41"/>
                    </a:cubicBezTo>
                    <a:cubicBezTo>
                      <a:pt x="67" y="41"/>
                      <a:pt x="70" y="39"/>
                      <a:pt x="69" y="40"/>
                    </a:cubicBezTo>
                    <a:cubicBezTo>
                      <a:pt x="69" y="41"/>
                      <a:pt x="69" y="41"/>
                      <a:pt x="70" y="39"/>
                    </a:cubicBezTo>
                    <a:cubicBezTo>
                      <a:pt x="69" y="41"/>
                      <a:pt x="69" y="41"/>
                      <a:pt x="69" y="41"/>
                    </a:cubicBezTo>
                    <a:cubicBezTo>
                      <a:pt x="69" y="41"/>
                      <a:pt x="69" y="41"/>
                      <a:pt x="70" y="40"/>
                    </a:cubicBezTo>
                    <a:cubicBezTo>
                      <a:pt x="70" y="41"/>
                      <a:pt x="70" y="40"/>
                      <a:pt x="70" y="40"/>
                    </a:cubicBezTo>
                    <a:cubicBezTo>
                      <a:pt x="71" y="39"/>
                      <a:pt x="71" y="39"/>
                      <a:pt x="73" y="38"/>
                    </a:cubicBezTo>
                    <a:cubicBezTo>
                      <a:pt x="72" y="38"/>
                      <a:pt x="72" y="38"/>
                      <a:pt x="72" y="38"/>
                    </a:cubicBezTo>
                    <a:cubicBezTo>
                      <a:pt x="73" y="37"/>
                      <a:pt x="74" y="37"/>
                      <a:pt x="73" y="38"/>
                    </a:cubicBezTo>
                    <a:cubicBezTo>
                      <a:pt x="72" y="39"/>
                      <a:pt x="71" y="40"/>
                      <a:pt x="70" y="40"/>
                    </a:cubicBezTo>
                    <a:cubicBezTo>
                      <a:pt x="74" y="38"/>
                      <a:pt x="74" y="38"/>
                      <a:pt x="74" y="38"/>
                    </a:cubicBezTo>
                    <a:cubicBezTo>
                      <a:pt x="73" y="39"/>
                      <a:pt x="73" y="38"/>
                      <a:pt x="74" y="37"/>
                    </a:cubicBezTo>
                    <a:cubicBezTo>
                      <a:pt x="73" y="38"/>
                      <a:pt x="73" y="38"/>
                      <a:pt x="73" y="38"/>
                    </a:cubicBezTo>
                    <a:cubicBezTo>
                      <a:pt x="74" y="36"/>
                      <a:pt x="74" y="36"/>
                      <a:pt x="74" y="36"/>
                    </a:cubicBezTo>
                    <a:cubicBezTo>
                      <a:pt x="74" y="37"/>
                      <a:pt x="75" y="35"/>
                      <a:pt x="73" y="36"/>
                    </a:cubicBezTo>
                    <a:cubicBezTo>
                      <a:pt x="72" y="37"/>
                      <a:pt x="72" y="37"/>
                      <a:pt x="72" y="37"/>
                    </a:cubicBezTo>
                    <a:cubicBezTo>
                      <a:pt x="72" y="37"/>
                      <a:pt x="71" y="39"/>
                      <a:pt x="72" y="37"/>
                    </a:cubicBezTo>
                    <a:cubicBezTo>
                      <a:pt x="73" y="36"/>
                      <a:pt x="73" y="36"/>
                      <a:pt x="73" y="36"/>
                    </a:cubicBezTo>
                    <a:cubicBezTo>
                      <a:pt x="73" y="36"/>
                      <a:pt x="73" y="36"/>
                      <a:pt x="73" y="36"/>
                    </a:cubicBezTo>
                    <a:cubicBezTo>
                      <a:pt x="75" y="34"/>
                      <a:pt x="75" y="34"/>
                      <a:pt x="75" y="34"/>
                    </a:cubicBezTo>
                    <a:cubicBezTo>
                      <a:pt x="72" y="37"/>
                      <a:pt x="73" y="35"/>
                      <a:pt x="73" y="35"/>
                    </a:cubicBezTo>
                    <a:cubicBezTo>
                      <a:pt x="73" y="35"/>
                      <a:pt x="73" y="35"/>
                      <a:pt x="73" y="35"/>
                    </a:cubicBezTo>
                    <a:cubicBezTo>
                      <a:pt x="74" y="34"/>
                      <a:pt x="72" y="36"/>
                      <a:pt x="72" y="36"/>
                    </a:cubicBezTo>
                    <a:cubicBezTo>
                      <a:pt x="72" y="35"/>
                      <a:pt x="74" y="33"/>
                      <a:pt x="75" y="33"/>
                    </a:cubicBezTo>
                    <a:cubicBezTo>
                      <a:pt x="74" y="32"/>
                      <a:pt x="72" y="33"/>
                      <a:pt x="73" y="32"/>
                    </a:cubicBezTo>
                    <a:cubicBezTo>
                      <a:pt x="73" y="32"/>
                      <a:pt x="72" y="32"/>
                      <a:pt x="71" y="33"/>
                    </a:cubicBezTo>
                    <a:cubicBezTo>
                      <a:pt x="71" y="33"/>
                      <a:pt x="73" y="31"/>
                      <a:pt x="72" y="32"/>
                    </a:cubicBezTo>
                    <a:cubicBezTo>
                      <a:pt x="73" y="30"/>
                      <a:pt x="74" y="29"/>
                      <a:pt x="75" y="28"/>
                    </a:cubicBezTo>
                    <a:cubicBezTo>
                      <a:pt x="75" y="28"/>
                      <a:pt x="76" y="27"/>
                      <a:pt x="75" y="27"/>
                    </a:cubicBezTo>
                    <a:cubicBezTo>
                      <a:pt x="76" y="27"/>
                      <a:pt x="76" y="26"/>
                      <a:pt x="76" y="26"/>
                    </a:cubicBezTo>
                    <a:cubicBezTo>
                      <a:pt x="75" y="27"/>
                      <a:pt x="74" y="28"/>
                      <a:pt x="74" y="29"/>
                    </a:cubicBezTo>
                    <a:cubicBezTo>
                      <a:pt x="73" y="31"/>
                      <a:pt x="74" y="29"/>
                      <a:pt x="72" y="31"/>
                    </a:cubicBezTo>
                    <a:cubicBezTo>
                      <a:pt x="72" y="30"/>
                      <a:pt x="72" y="30"/>
                      <a:pt x="71" y="30"/>
                    </a:cubicBezTo>
                    <a:cubicBezTo>
                      <a:pt x="71" y="30"/>
                      <a:pt x="72" y="29"/>
                      <a:pt x="73" y="28"/>
                    </a:cubicBezTo>
                    <a:cubicBezTo>
                      <a:pt x="72" y="29"/>
                      <a:pt x="71" y="30"/>
                      <a:pt x="71" y="29"/>
                    </a:cubicBezTo>
                    <a:cubicBezTo>
                      <a:pt x="70" y="31"/>
                      <a:pt x="70" y="31"/>
                      <a:pt x="69" y="32"/>
                    </a:cubicBezTo>
                    <a:cubicBezTo>
                      <a:pt x="68" y="32"/>
                      <a:pt x="68" y="33"/>
                      <a:pt x="68" y="33"/>
                    </a:cubicBezTo>
                    <a:cubicBezTo>
                      <a:pt x="69" y="31"/>
                      <a:pt x="71" y="29"/>
                      <a:pt x="71" y="29"/>
                    </a:cubicBezTo>
                    <a:cubicBezTo>
                      <a:pt x="72" y="27"/>
                      <a:pt x="71" y="29"/>
                      <a:pt x="72" y="27"/>
                    </a:cubicBezTo>
                    <a:cubicBezTo>
                      <a:pt x="74" y="25"/>
                      <a:pt x="75" y="26"/>
                      <a:pt x="74" y="27"/>
                    </a:cubicBezTo>
                    <a:cubicBezTo>
                      <a:pt x="76" y="25"/>
                      <a:pt x="74" y="26"/>
                      <a:pt x="75" y="25"/>
                    </a:cubicBezTo>
                    <a:cubicBezTo>
                      <a:pt x="75" y="25"/>
                      <a:pt x="74" y="25"/>
                      <a:pt x="73" y="26"/>
                    </a:cubicBezTo>
                    <a:cubicBezTo>
                      <a:pt x="73" y="26"/>
                      <a:pt x="73" y="27"/>
                      <a:pt x="72" y="27"/>
                    </a:cubicBezTo>
                    <a:cubicBezTo>
                      <a:pt x="70" y="29"/>
                      <a:pt x="73" y="26"/>
                      <a:pt x="73" y="25"/>
                    </a:cubicBezTo>
                    <a:cubicBezTo>
                      <a:pt x="73" y="25"/>
                      <a:pt x="73" y="25"/>
                      <a:pt x="73" y="25"/>
                    </a:cubicBezTo>
                    <a:cubicBezTo>
                      <a:pt x="74" y="24"/>
                      <a:pt x="72" y="26"/>
                      <a:pt x="72" y="25"/>
                    </a:cubicBezTo>
                    <a:cubicBezTo>
                      <a:pt x="74" y="23"/>
                      <a:pt x="73" y="25"/>
                      <a:pt x="74" y="24"/>
                    </a:cubicBezTo>
                    <a:cubicBezTo>
                      <a:pt x="76" y="22"/>
                      <a:pt x="76" y="22"/>
                      <a:pt x="76" y="22"/>
                    </a:cubicBezTo>
                    <a:cubicBezTo>
                      <a:pt x="75" y="21"/>
                      <a:pt x="74" y="24"/>
                      <a:pt x="74" y="23"/>
                    </a:cubicBezTo>
                    <a:cubicBezTo>
                      <a:pt x="75" y="22"/>
                      <a:pt x="75" y="22"/>
                      <a:pt x="75" y="22"/>
                    </a:cubicBezTo>
                    <a:cubicBezTo>
                      <a:pt x="74" y="22"/>
                      <a:pt x="74" y="22"/>
                      <a:pt x="74" y="22"/>
                    </a:cubicBezTo>
                    <a:cubicBezTo>
                      <a:pt x="73" y="23"/>
                      <a:pt x="72" y="25"/>
                      <a:pt x="73" y="25"/>
                    </a:cubicBezTo>
                    <a:cubicBezTo>
                      <a:pt x="70" y="27"/>
                      <a:pt x="72" y="25"/>
                      <a:pt x="71" y="25"/>
                    </a:cubicBezTo>
                    <a:cubicBezTo>
                      <a:pt x="70" y="27"/>
                      <a:pt x="72" y="25"/>
                      <a:pt x="71" y="27"/>
                    </a:cubicBezTo>
                    <a:cubicBezTo>
                      <a:pt x="70" y="28"/>
                      <a:pt x="69" y="28"/>
                      <a:pt x="69" y="28"/>
                    </a:cubicBezTo>
                    <a:cubicBezTo>
                      <a:pt x="69" y="28"/>
                      <a:pt x="70" y="26"/>
                      <a:pt x="71" y="25"/>
                    </a:cubicBezTo>
                    <a:cubicBezTo>
                      <a:pt x="71" y="25"/>
                      <a:pt x="71" y="25"/>
                      <a:pt x="71" y="26"/>
                    </a:cubicBezTo>
                    <a:cubicBezTo>
                      <a:pt x="72" y="25"/>
                      <a:pt x="73" y="23"/>
                      <a:pt x="74" y="22"/>
                    </a:cubicBezTo>
                    <a:cubicBezTo>
                      <a:pt x="74" y="21"/>
                      <a:pt x="72" y="24"/>
                      <a:pt x="72" y="23"/>
                    </a:cubicBezTo>
                    <a:cubicBezTo>
                      <a:pt x="73" y="23"/>
                      <a:pt x="71" y="24"/>
                      <a:pt x="71" y="25"/>
                    </a:cubicBezTo>
                    <a:cubicBezTo>
                      <a:pt x="68" y="29"/>
                      <a:pt x="73" y="22"/>
                      <a:pt x="72" y="22"/>
                    </a:cubicBezTo>
                    <a:cubicBezTo>
                      <a:pt x="70" y="25"/>
                      <a:pt x="69" y="25"/>
                      <a:pt x="67" y="28"/>
                    </a:cubicBezTo>
                    <a:cubicBezTo>
                      <a:pt x="67" y="29"/>
                      <a:pt x="66" y="29"/>
                      <a:pt x="66" y="29"/>
                    </a:cubicBezTo>
                    <a:cubicBezTo>
                      <a:pt x="68" y="27"/>
                      <a:pt x="67" y="27"/>
                      <a:pt x="69" y="26"/>
                    </a:cubicBezTo>
                    <a:cubicBezTo>
                      <a:pt x="68" y="26"/>
                      <a:pt x="68" y="26"/>
                      <a:pt x="68" y="26"/>
                    </a:cubicBezTo>
                    <a:cubicBezTo>
                      <a:pt x="70" y="24"/>
                      <a:pt x="70" y="24"/>
                      <a:pt x="70" y="24"/>
                    </a:cubicBezTo>
                    <a:cubicBezTo>
                      <a:pt x="71" y="23"/>
                      <a:pt x="71" y="21"/>
                      <a:pt x="72" y="21"/>
                    </a:cubicBezTo>
                    <a:cubicBezTo>
                      <a:pt x="71" y="21"/>
                      <a:pt x="71" y="22"/>
                      <a:pt x="70" y="22"/>
                    </a:cubicBezTo>
                    <a:cubicBezTo>
                      <a:pt x="71" y="22"/>
                      <a:pt x="71" y="21"/>
                      <a:pt x="71" y="21"/>
                    </a:cubicBezTo>
                    <a:cubicBezTo>
                      <a:pt x="71" y="22"/>
                      <a:pt x="69" y="23"/>
                      <a:pt x="69" y="23"/>
                    </a:cubicBezTo>
                    <a:cubicBezTo>
                      <a:pt x="69" y="23"/>
                      <a:pt x="70" y="22"/>
                      <a:pt x="70" y="21"/>
                    </a:cubicBezTo>
                    <a:cubicBezTo>
                      <a:pt x="71" y="20"/>
                      <a:pt x="71" y="20"/>
                      <a:pt x="71" y="20"/>
                    </a:cubicBezTo>
                    <a:cubicBezTo>
                      <a:pt x="70" y="21"/>
                      <a:pt x="72" y="19"/>
                      <a:pt x="71" y="20"/>
                    </a:cubicBezTo>
                    <a:cubicBezTo>
                      <a:pt x="69" y="23"/>
                      <a:pt x="69" y="23"/>
                      <a:pt x="69" y="23"/>
                    </a:cubicBezTo>
                    <a:cubicBezTo>
                      <a:pt x="68" y="23"/>
                      <a:pt x="69" y="22"/>
                      <a:pt x="69" y="22"/>
                    </a:cubicBezTo>
                    <a:cubicBezTo>
                      <a:pt x="70" y="21"/>
                      <a:pt x="70" y="21"/>
                      <a:pt x="70" y="21"/>
                    </a:cubicBezTo>
                    <a:cubicBezTo>
                      <a:pt x="69" y="22"/>
                      <a:pt x="71" y="19"/>
                      <a:pt x="71" y="19"/>
                    </a:cubicBezTo>
                    <a:cubicBezTo>
                      <a:pt x="70" y="21"/>
                      <a:pt x="70" y="21"/>
                      <a:pt x="70" y="21"/>
                    </a:cubicBezTo>
                    <a:cubicBezTo>
                      <a:pt x="71" y="19"/>
                      <a:pt x="71" y="19"/>
                      <a:pt x="71" y="19"/>
                    </a:cubicBezTo>
                    <a:cubicBezTo>
                      <a:pt x="70" y="20"/>
                      <a:pt x="70" y="20"/>
                      <a:pt x="70" y="20"/>
                    </a:cubicBezTo>
                    <a:cubicBezTo>
                      <a:pt x="70" y="19"/>
                      <a:pt x="70" y="19"/>
                      <a:pt x="70" y="19"/>
                    </a:cubicBezTo>
                    <a:cubicBezTo>
                      <a:pt x="70" y="20"/>
                      <a:pt x="68" y="22"/>
                      <a:pt x="69" y="20"/>
                    </a:cubicBezTo>
                    <a:cubicBezTo>
                      <a:pt x="68" y="22"/>
                      <a:pt x="69" y="20"/>
                      <a:pt x="69" y="21"/>
                    </a:cubicBezTo>
                    <a:cubicBezTo>
                      <a:pt x="68" y="23"/>
                      <a:pt x="68" y="22"/>
                      <a:pt x="67" y="22"/>
                    </a:cubicBezTo>
                    <a:cubicBezTo>
                      <a:pt x="69" y="20"/>
                      <a:pt x="67" y="22"/>
                      <a:pt x="67" y="22"/>
                    </a:cubicBezTo>
                    <a:cubicBezTo>
                      <a:pt x="68" y="20"/>
                      <a:pt x="68" y="20"/>
                      <a:pt x="68" y="20"/>
                    </a:cubicBezTo>
                    <a:cubicBezTo>
                      <a:pt x="67" y="22"/>
                      <a:pt x="67" y="22"/>
                      <a:pt x="67" y="22"/>
                    </a:cubicBezTo>
                    <a:cubicBezTo>
                      <a:pt x="69" y="19"/>
                      <a:pt x="66" y="22"/>
                      <a:pt x="67" y="21"/>
                    </a:cubicBezTo>
                    <a:cubicBezTo>
                      <a:pt x="67" y="20"/>
                      <a:pt x="68" y="19"/>
                      <a:pt x="68" y="18"/>
                    </a:cubicBezTo>
                    <a:cubicBezTo>
                      <a:pt x="67" y="21"/>
                      <a:pt x="66" y="21"/>
                      <a:pt x="65" y="23"/>
                    </a:cubicBezTo>
                    <a:cubicBezTo>
                      <a:pt x="66" y="22"/>
                      <a:pt x="67" y="20"/>
                      <a:pt x="68" y="18"/>
                    </a:cubicBezTo>
                    <a:cubicBezTo>
                      <a:pt x="67" y="20"/>
                      <a:pt x="69" y="17"/>
                      <a:pt x="67" y="19"/>
                    </a:cubicBezTo>
                    <a:cubicBezTo>
                      <a:pt x="67" y="20"/>
                      <a:pt x="66" y="20"/>
                      <a:pt x="65" y="21"/>
                    </a:cubicBezTo>
                    <a:cubicBezTo>
                      <a:pt x="65" y="21"/>
                      <a:pt x="66" y="20"/>
                      <a:pt x="66" y="19"/>
                    </a:cubicBezTo>
                    <a:cubicBezTo>
                      <a:pt x="66" y="20"/>
                      <a:pt x="65" y="21"/>
                      <a:pt x="65" y="22"/>
                    </a:cubicBezTo>
                    <a:cubicBezTo>
                      <a:pt x="65" y="21"/>
                      <a:pt x="63" y="23"/>
                      <a:pt x="64" y="22"/>
                    </a:cubicBezTo>
                    <a:cubicBezTo>
                      <a:pt x="65" y="21"/>
                      <a:pt x="65" y="22"/>
                      <a:pt x="65" y="20"/>
                    </a:cubicBezTo>
                    <a:cubicBezTo>
                      <a:pt x="65" y="20"/>
                      <a:pt x="63" y="24"/>
                      <a:pt x="62" y="24"/>
                    </a:cubicBezTo>
                    <a:cubicBezTo>
                      <a:pt x="62" y="25"/>
                      <a:pt x="60" y="27"/>
                      <a:pt x="60" y="28"/>
                    </a:cubicBezTo>
                    <a:cubicBezTo>
                      <a:pt x="60" y="27"/>
                      <a:pt x="60" y="27"/>
                      <a:pt x="61" y="25"/>
                    </a:cubicBezTo>
                    <a:cubicBezTo>
                      <a:pt x="61" y="26"/>
                      <a:pt x="61" y="26"/>
                      <a:pt x="61" y="26"/>
                    </a:cubicBezTo>
                    <a:cubicBezTo>
                      <a:pt x="62" y="23"/>
                      <a:pt x="64" y="22"/>
                      <a:pt x="65" y="20"/>
                    </a:cubicBezTo>
                    <a:cubicBezTo>
                      <a:pt x="64" y="20"/>
                      <a:pt x="64" y="20"/>
                      <a:pt x="64" y="20"/>
                    </a:cubicBezTo>
                    <a:cubicBezTo>
                      <a:pt x="66" y="18"/>
                      <a:pt x="66" y="18"/>
                      <a:pt x="66" y="18"/>
                    </a:cubicBezTo>
                    <a:cubicBezTo>
                      <a:pt x="65" y="19"/>
                      <a:pt x="65" y="18"/>
                      <a:pt x="65" y="18"/>
                    </a:cubicBezTo>
                    <a:cubicBezTo>
                      <a:pt x="64" y="20"/>
                      <a:pt x="65" y="18"/>
                      <a:pt x="65" y="19"/>
                    </a:cubicBezTo>
                    <a:cubicBezTo>
                      <a:pt x="64" y="19"/>
                      <a:pt x="63" y="22"/>
                      <a:pt x="63" y="21"/>
                    </a:cubicBezTo>
                    <a:cubicBezTo>
                      <a:pt x="65" y="18"/>
                      <a:pt x="65" y="18"/>
                      <a:pt x="65" y="18"/>
                    </a:cubicBezTo>
                    <a:cubicBezTo>
                      <a:pt x="65" y="17"/>
                      <a:pt x="64" y="20"/>
                      <a:pt x="64" y="19"/>
                    </a:cubicBezTo>
                    <a:cubicBezTo>
                      <a:pt x="65" y="18"/>
                      <a:pt x="65" y="18"/>
                      <a:pt x="65" y="18"/>
                    </a:cubicBezTo>
                    <a:cubicBezTo>
                      <a:pt x="64" y="17"/>
                      <a:pt x="63" y="17"/>
                      <a:pt x="60" y="20"/>
                    </a:cubicBezTo>
                    <a:cubicBezTo>
                      <a:pt x="61" y="19"/>
                      <a:pt x="61" y="18"/>
                      <a:pt x="61" y="17"/>
                    </a:cubicBezTo>
                    <a:cubicBezTo>
                      <a:pt x="61" y="18"/>
                      <a:pt x="60" y="19"/>
                      <a:pt x="60" y="19"/>
                    </a:cubicBezTo>
                    <a:cubicBezTo>
                      <a:pt x="61" y="17"/>
                      <a:pt x="61" y="17"/>
                      <a:pt x="61" y="17"/>
                    </a:cubicBezTo>
                    <a:cubicBezTo>
                      <a:pt x="61" y="16"/>
                      <a:pt x="60" y="17"/>
                      <a:pt x="59" y="18"/>
                    </a:cubicBezTo>
                    <a:cubicBezTo>
                      <a:pt x="60" y="17"/>
                      <a:pt x="60" y="17"/>
                      <a:pt x="60" y="17"/>
                    </a:cubicBezTo>
                    <a:cubicBezTo>
                      <a:pt x="61" y="16"/>
                      <a:pt x="59" y="18"/>
                      <a:pt x="59" y="18"/>
                    </a:cubicBezTo>
                    <a:cubicBezTo>
                      <a:pt x="60" y="17"/>
                      <a:pt x="60" y="17"/>
                      <a:pt x="60" y="17"/>
                    </a:cubicBezTo>
                    <a:cubicBezTo>
                      <a:pt x="59" y="18"/>
                      <a:pt x="59" y="18"/>
                      <a:pt x="59" y="18"/>
                    </a:cubicBezTo>
                    <a:cubicBezTo>
                      <a:pt x="58" y="19"/>
                      <a:pt x="58" y="18"/>
                      <a:pt x="60" y="16"/>
                    </a:cubicBezTo>
                    <a:cubicBezTo>
                      <a:pt x="59" y="18"/>
                      <a:pt x="59" y="18"/>
                      <a:pt x="59" y="18"/>
                    </a:cubicBezTo>
                    <a:cubicBezTo>
                      <a:pt x="59" y="16"/>
                      <a:pt x="59" y="16"/>
                      <a:pt x="58" y="17"/>
                    </a:cubicBezTo>
                    <a:cubicBezTo>
                      <a:pt x="58" y="17"/>
                      <a:pt x="58" y="18"/>
                      <a:pt x="57" y="19"/>
                    </a:cubicBezTo>
                    <a:cubicBezTo>
                      <a:pt x="56" y="21"/>
                      <a:pt x="57" y="19"/>
                      <a:pt x="56" y="20"/>
                    </a:cubicBezTo>
                    <a:cubicBezTo>
                      <a:pt x="57" y="18"/>
                      <a:pt x="57" y="18"/>
                      <a:pt x="57" y="18"/>
                    </a:cubicBezTo>
                    <a:cubicBezTo>
                      <a:pt x="59" y="15"/>
                      <a:pt x="57" y="17"/>
                      <a:pt x="56" y="16"/>
                    </a:cubicBezTo>
                    <a:cubicBezTo>
                      <a:pt x="56" y="17"/>
                      <a:pt x="56" y="17"/>
                      <a:pt x="56" y="17"/>
                    </a:cubicBezTo>
                    <a:cubicBezTo>
                      <a:pt x="57" y="15"/>
                      <a:pt x="55" y="17"/>
                      <a:pt x="55" y="15"/>
                    </a:cubicBezTo>
                    <a:cubicBezTo>
                      <a:pt x="55" y="16"/>
                      <a:pt x="53" y="19"/>
                      <a:pt x="53" y="19"/>
                    </a:cubicBezTo>
                    <a:cubicBezTo>
                      <a:pt x="52" y="20"/>
                      <a:pt x="54" y="16"/>
                      <a:pt x="55" y="15"/>
                    </a:cubicBezTo>
                    <a:cubicBezTo>
                      <a:pt x="54" y="16"/>
                      <a:pt x="54" y="16"/>
                      <a:pt x="54" y="16"/>
                    </a:cubicBezTo>
                    <a:cubicBezTo>
                      <a:pt x="54" y="16"/>
                      <a:pt x="54" y="16"/>
                      <a:pt x="54" y="16"/>
                    </a:cubicBezTo>
                    <a:cubicBezTo>
                      <a:pt x="53" y="16"/>
                      <a:pt x="53" y="17"/>
                      <a:pt x="53" y="16"/>
                    </a:cubicBezTo>
                    <a:cubicBezTo>
                      <a:pt x="53" y="16"/>
                      <a:pt x="53" y="16"/>
                      <a:pt x="53" y="16"/>
                    </a:cubicBezTo>
                    <a:cubicBezTo>
                      <a:pt x="53" y="16"/>
                      <a:pt x="54" y="14"/>
                      <a:pt x="53" y="15"/>
                    </a:cubicBezTo>
                    <a:cubicBezTo>
                      <a:pt x="52" y="16"/>
                      <a:pt x="53" y="15"/>
                      <a:pt x="52" y="16"/>
                    </a:cubicBezTo>
                    <a:cubicBezTo>
                      <a:pt x="52" y="16"/>
                      <a:pt x="52" y="16"/>
                      <a:pt x="52" y="16"/>
                    </a:cubicBezTo>
                    <a:cubicBezTo>
                      <a:pt x="51" y="17"/>
                      <a:pt x="51" y="17"/>
                      <a:pt x="51" y="17"/>
                    </a:cubicBezTo>
                    <a:cubicBezTo>
                      <a:pt x="52" y="16"/>
                      <a:pt x="52" y="16"/>
                      <a:pt x="52" y="16"/>
                    </a:cubicBezTo>
                    <a:cubicBezTo>
                      <a:pt x="53" y="15"/>
                      <a:pt x="53" y="15"/>
                      <a:pt x="53" y="15"/>
                    </a:cubicBezTo>
                    <a:cubicBezTo>
                      <a:pt x="53" y="14"/>
                      <a:pt x="52" y="16"/>
                      <a:pt x="51" y="17"/>
                    </a:cubicBezTo>
                    <a:cubicBezTo>
                      <a:pt x="51" y="18"/>
                      <a:pt x="51" y="16"/>
                      <a:pt x="51" y="16"/>
                    </a:cubicBezTo>
                    <a:cubicBezTo>
                      <a:pt x="52" y="15"/>
                      <a:pt x="51" y="16"/>
                      <a:pt x="52" y="16"/>
                    </a:cubicBezTo>
                    <a:cubicBezTo>
                      <a:pt x="52" y="15"/>
                      <a:pt x="52" y="15"/>
                      <a:pt x="52" y="14"/>
                    </a:cubicBezTo>
                    <a:cubicBezTo>
                      <a:pt x="52" y="14"/>
                      <a:pt x="51" y="16"/>
                      <a:pt x="51" y="16"/>
                    </a:cubicBezTo>
                    <a:cubicBezTo>
                      <a:pt x="51" y="15"/>
                      <a:pt x="51" y="16"/>
                      <a:pt x="52" y="14"/>
                    </a:cubicBezTo>
                    <a:cubicBezTo>
                      <a:pt x="51" y="15"/>
                      <a:pt x="51" y="15"/>
                      <a:pt x="51" y="15"/>
                    </a:cubicBezTo>
                    <a:cubicBezTo>
                      <a:pt x="51" y="16"/>
                      <a:pt x="51" y="16"/>
                      <a:pt x="50" y="17"/>
                    </a:cubicBezTo>
                    <a:cubicBezTo>
                      <a:pt x="50" y="17"/>
                      <a:pt x="49" y="18"/>
                      <a:pt x="50" y="17"/>
                    </a:cubicBezTo>
                    <a:cubicBezTo>
                      <a:pt x="50" y="17"/>
                      <a:pt x="50" y="17"/>
                      <a:pt x="50" y="17"/>
                    </a:cubicBezTo>
                    <a:cubicBezTo>
                      <a:pt x="50" y="17"/>
                      <a:pt x="50" y="16"/>
                      <a:pt x="49" y="18"/>
                    </a:cubicBezTo>
                    <a:cubicBezTo>
                      <a:pt x="50" y="16"/>
                      <a:pt x="50" y="16"/>
                      <a:pt x="50" y="16"/>
                    </a:cubicBezTo>
                    <a:cubicBezTo>
                      <a:pt x="49" y="17"/>
                      <a:pt x="49" y="17"/>
                      <a:pt x="49" y="17"/>
                    </a:cubicBezTo>
                    <a:cubicBezTo>
                      <a:pt x="50" y="15"/>
                      <a:pt x="51" y="14"/>
                      <a:pt x="51" y="13"/>
                    </a:cubicBezTo>
                    <a:cubicBezTo>
                      <a:pt x="50" y="15"/>
                      <a:pt x="50" y="15"/>
                      <a:pt x="50" y="15"/>
                    </a:cubicBezTo>
                    <a:cubicBezTo>
                      <a:pt x="49" y="15"/>
                      <a:pt x="50" y="14"/>
                      <a:pt x="50" y="14"/>
                    </a:cubicBezTo>
                    <a:cubicBezTo>
                      <a:pt x="50" y="12"/>
                      <a:pt x="47" y="18"/>
                      <a:pt x="48" y="16"/>
                    </a:cubicBezTo>
                    <a:cubicBezTo>
                      <a:pt x="49" y="14"/>
                      <a:pt x="49" y="14"/>
                      <a:pt x="49" y="13"/>
                    </a:cubicBezTo>
                    <a:cubicBezTo>
                      <a:pt x="49" y="14"/>
                      <a:pt x="48" y="14"/>
                      <a:pt x="48" y="14"/>
                    </a:cubicBezTo>
                    <a:cubicBezTo>
                      <a:pt x="48" y="15"/>
                      <a:pt x="49" y="13"/>
                      <a:pt x="49" y="14"/>
                    </a:cubicBezTo>
                    <a:cubicBezTo>
                      <a:pt x="48" y="16"/>
                      <a:pt x="48" y="15"/>
                      <a:pt x="48" y="15"/>
                    </a:cubicBezTo>
                    <a:cubicBezTo>
                      <a:pt x="50" y="11"/>
                      <a:pt x="47" y="14"/>
                      <a:pt x="48" y="12"/>
                    </a:cubicBezTo>
                    <a:cubicBezTo>
                      <a:pt x="47" y="14"/>
                      <a:pt x="47" y="12"/>
                      <a:pt x="47" y="13"/>
                    </a:cubicBezTo>
                    <a:cubicBezTo>
                      <a:pt x="48" y="11"/>
                      <a:pt x="46" y="13"/>
                      <a:pt x="47" y="12"/>
                    </a:cubicBezTo>
                    <a:cubicBezTo>
                      <a:pt x="46" y="14"/>
                      <a:pt x="46" y="14"/>
                      <a:pt x="46" y="14"/>
                    </a:cubicBezTo>
                    <a:cubicBezTo>
                      <a:pt x="46" y="13"/>
                      <a:pt x="44" y="18"/>
                      <a:pt x="45" y="15"/>
                    </a:cubicBezTo>
                    <a:cubicBezTo>
                      <a:pt x="45" y="14"/>
                      <a:pt x="46" y="13"/>
                      <a:pt x="46" y="13"/>
                    </a:cubicBezTo>
                    <a:cubicBezTo>
                      <a:pt x="47" y="10"/>
                      <a:pt x="44" y="14"/>
                      <a:pt x="46" y="12"/>
                    </a:cubicBezTo>
                    <a:cubicBezTo>
                      <a:pt x="45" y="12"/>
                      <a:pt x="44" y="14"/>
                      <a:pt x="44" y="15"/>
                    </a:cubicBezTo>
                    <a:cubicBezTo>
                      <a:pt x="44" y="14"/>
                      <a:pt x="44" y="12"/>
                      <a:pt x="45" y="12"/>
                    </a:cubicBezTo>
                    <a:cubicBezTo>
                      <a:pt x="44" y="12"/>
                      <a:pt x="44" y="13"/>
                      <a:pt x="44" y="12"/>
                    </a:cubicBezTo>
                    <a:cubicBezTo>
                      <a:pt x="44" y="11"/>
                      <a:pt x="45" y="11"/>
                      <a:pt x="45" y="11"/>
                    </a:cubicBezTo>
                    <a:cubicBezTo>
                      <a:pt x="45" y="10"/>
                      <a:pt x="44" y="11"/>
                      <a:pt x="44" y="12"/>
                    </a:cubicBezTo>
                    <a:cubicBezTo>
                      <a:pt x="44" y="10"/>
                      <a:pt x="43" y="11"/>
                      <a:pt x="44" y="10"/>
                    </a:cubicBezTo>
                    <a:cubicBezTo>
                      <a:pt x="42" y="12"/>
                      <a:pt x="44" y="9"/>
                      <a:pt x="42" y="12"/>
                    </a:cubicBezTo>
                    <a:cubicBezTo>
                      <a:pt x="43" y="11"/>
                      <a:pt x="43" y="11"/>
                      <a:pt x="43" y="11"/>
                    </a:cubicBezTo>
                    <a:cubicBezTo>
                      <a:pt x="42" y="12"/>
                      <a:pt x="41" y="13"/>
                      <a:pt x="41" y="13"/>
                    </a:cubicBezTo>
                    <a:cubicBezTo>
                      <a:pt x="42" y="12"/>
                      <a:pt x="42" y="12"/>
                      <a:pt x="42" y="12"/>
                    </a:cubicBezTo>
                    <a:cubicBezTo>
                      <a:pt x="43" y="9"/>
                      <a:pt x="42" y="11"/>
                      <a:pt x="42" y="10"/>
                    </a:cubicBezTo>
                    <a:cubicBezTo>
                      <a:pt x="42" y="11"/>
                      <a:pt x="42" y="10"/>
                      <a:pt x="42" y="11"/>
                    </a:cubicBezTo>
                    <a:cubicBezTo>
                      <a:pt x="41" y="12"/>
                      <a:pt x="41" y="12"/>
                      <a:pt x="41" y="12"/>
                    </a:cubicBezTo>
                    <a:cubicBezTo>
                      <a:pt x="40" y="13"/>
                      <a:pt x="40" y="13"/>
                      <a:pt x="40" y="13"/>
                    </a:cubicBezTo>
                    <a:cubicBezTo>
                      <a:pt x="40" y="13"/>
                      <a:pt x="41" y="11"/>
                      <a:pt x="41" y="11"/>
                    </a:cubicBezTo>
                    <a:cubicBezTo>
                      <a:pt x="41" y="10"/>
                      <a:pt x="41" y="10"/>
                      <a:pt x="41" y="11"/>
                    </a:cubicBezTo>
                    <a:cubicBezTo>
                      <a:pt x="41" y="11"/>
                      <a:pt x="41" y="11"/>
                      <a:pt x="41" y="11"/>
                    </a:cubicBezTo>
                    <a:cubicBezTo>
                      <a:pt x="41" y="11"/>
                      <a:pt x="41" y="11"/>
                      <a:pt x="41" y="11"/>
                    </a:cubicBezTo>
                    <a:cubicBezTo>
                      <a:pt x="41" y="11"/>
                      <a:pt x="40" y="11"/>
                      <a:pt x="40" y="11"/>
                    </a:cubicBezTo>
                    <a:cubicBezTo>
                      <a:pt x="40" y="11"/>
                      <a:pt x="40" y="11"/>
                      <a:pt x="40" y="11"/>
                    </a:cubicBezTo>
                    <a:cubicBezTo>
                      <a:pt x="41" y="11"/>
                      <a:pt x="41" y="11"/>
                      <a:pt x="41" y="11"/>
                    </a:cubicBezTo>
                    <a:cubicBezTo>
                      <a:pt x="41" y="10"/>
                      <a:pt x="41" y="10"/>
                      <a:pt x="41" y="10"/>
                    </a:cubicBezTo>
                    <a:cubicBezTo>
                      <a:pt x="41" y="10"/>
                      <a:pt x="41" y="10"/>
                      <a:pt x="41" y="10"/>
                    </a:cubicBezTo>
                    <a:cubicBezTo>
                      <a:pt x="41" y="10"/>
                      <a:pt x="41" y="10"/>
                      <a:pt x="41" y="10"/>
                    </a:cubicBezTo>
                    <a:cubicBezTo>
                      <a:pt x="41" y="8"/>
                      <a:pt x="41" y="8"/>
                      <a:pt x="41" y="8"/>
                    </a:cubicBezTo>
                    <a:cubicBezTo>
                      <a:pt x="41" y="8"/>
                      <a:pt x="40" y="10"/>
                      <a:pt x="40" y="11"/>
                    </a:cubicBezTo>
                    <a:cubicBezTo>
                      <a:pt x="40" y="9"/>
                      <a:pt x="39" y="10"/>
                      <a:pt x="38" y="11"/>
                    </a:cubicBezTo>
                    <a:cubicBezTo>
                      <a:pt x="38" y="11"/>
                      <a:pt x="39" y="10"/>
                      <a:pt x="39" y="10"/>
                    </a:cubicBezTo>
                    <a:cubicBezTo>
                      <a:pt x="38" y="10"/>
                      <a:pt x="38" y="12"/>
                      <a:pt x="38" y="11"/>
                    </a:cubicBezTo>
                    <a:cubicBezTo>
                      <a:pt x="38" y="11"/>
                      <a:pt x="38" y="10"/>
                      <a:pt x="38" y="9"/>
                    </a:cubicBezTo>
                    <a:cubicBezTo>
                      <a:pt x="38" y="9"/>
                      <a:pt x="38" y="11"/>
                      <a:pt x="38" y="11"/>
                    </a:cubicBezTo>
                    <a:cubicBezTo>
                      <a:pt x="38" y="8"/>
                      <a:pt x="36" y="12"/>
                      <a:pt x="37" y="10"/>
                    </a:cubicBezTo>
                    <a:cubicBezTo>
                      <a:pt x="36" y="10"/>
                      <a:pt x="37" y="9"/>
                      <a:pt x="37" y="9"/>
                    </a:cubicBezTo>
                    <a:cubicBezTo>
                      <a:pt x="37" y="9"/>
                      <a:pt x="36" y="10"/>
                      <a:pt x="35" y="11"/>
                    </a:cubicBezTo>
                    <a:cubicBezTo>
                      <a:pt x="36" y="10"/>
                      <a:pt x="36" y="10"/>
                      <a:pt x="36" y="10"/>
                    </a:cubicBezTo>
                    <a:cubicBezTo>
                      <a:pt x="36" y="10"/>
                      <a:pt x="35" y="10"/>
                      <a:pt x="35" y="11"/>
                    </a:cubicBezTo>
                    <a:cubicBezTo>
                      <a:pt x="34" y="12"/>
                      <a:pt x="34" y="13"/>
                      <a:pt x="34" y="13"/>
                    </a:cubicBezTo>
                    <a:cubicBezTo>
                      <a:pt x="34" y="13"/>
                      <a:pt x="34" y="13"/>
                      <a:pt x="34" y="13"/>
                    </a:cubicBezTo>
                    <a:cubicBezTo>
                      <a:pt x="33" y="12"/>
                      <a:pt x="33" y="13"/>
                      <a:pt x="33" y="13"/>
                    </a:cubicBezTo>
                    <a:cubicBezTo>
                      <a:pt x="33" y="12"/>
                      <a:pt x="33" y="13"/>
                      <a:pt x="34" y="12"/>
                    </a:cubicBezTo>
                    <a:cubicBezTo>
                      <a:pt x="35" y="10"/>
                      <a:pt x="34" y="10"/>
                      <a:pt x="34" y="10"/>
                    </a:cubicBezTo>
                    <a:cubicBezTo>
                      <a:pt x="33" y="11"/>
                      <a:pt x="33" y="11"/>
                      <a:pt x="33" y="11"/>
                    </a:cubicBezTo>
                    <a:cubicBezTo>
                      <a:pt x="33" y="12"/>
                      <a:pt x="34" y="10"/>
                      <a:pt x="33" y="10"/>
                    </a:cubicBezTo>
                    <a:cubicBezTo>
                      <a:pt x="31" y="14"/>
                      <a:pt x="31" y="14"/>
                      <a:pt x="31" y="14"/>
                    </a:cubicBezTo>
                    <a:cubicBezTo>
                      <a:pt x="31" y="14"/>
                      <a:pt x="32" y="12"/>
                      <a:pt x="32" y="11"/>
                    </a:cubicBezTo>
                    <a:cubicBezTo>
                      <a:pt x="32" y="12"/>
                      <a:pt x="30" y="14"/>
                      <a:pt x="29" y="15"/>
                    </a:cubicBezTo>
                    <a:cubicBezTo>
                      <a:pt x="30" y="15"/>
                      <a:pt x="29" y="16"/>
                      <a:pt x="29" y="16"/>
                    </a:cubicBezTo>
                    <a:cubicBezTo>
                      <a:pt x="29" y="15"/>
                      <a:pt x="29" y="16"/>
                      <a:pt x="29" y="15"/>
                    </a:cubicBezTo>
                    <a:cubicBezTo>
                      <a:pt x="30" y="14"/>
                      <a:pt x="30" y="14"/>
                      <a:pt x="30" y="14"/>
                    </a:cubicBezTo>
                    <a:cubicBezTo>
                      <a:pt x="30" y="13"/>
                      <a:pt x="31" y="11"/>
                      <a:pt x="31" y="10"/>
                    </a:cubicBezTo>
                    <a:cubicBezTo>
                      <a:pt x="31" y="11"/>
                      <a:pt x="31" y="10"/>
                      <a:pt x="30" y="10"/>
                    </a:cubicBezTo>
                    <a:cubicBezTo>
                      <a:pt x="29" y="12"/>
                      <a:pt x="29" y="11"/>
                      <a:pt x="28" y="13"/>
                    </a:cubicBezTo>
                    <a:cubicBezTo>
                      <a:pt x="28" y="13"/>
                      <a:pt x="29" y="11"/>
                      <a:pt x="29" y="11"/>
                    </a:cubicBezTo>
                    <a:cubicBezTo>
                      <a:pt x="28" y="11"/>
                      <a:pt x="28" y="10"/>
                      <a:pt x="28" y="11"/>
                    </a:cubicBezTo>
                    <a:cubicBezTo>
                      <a:pt x="28" y="10"/>
                      <a:pt x="28" y="10"/>
                      <a:pt x="28" y="10"/>
                    </a:cubicBezTo>
                    <a:cubicBezTo>
                      <a:pt x="28" y="11"/>
                      <a:pt x="27" y="10"/>
                      <a:pt x="26" y="12"/>
                    </a:cubicBezTo>
                    <a:cubicBezTo>
                      <a:pt x="27" y="11"/>
                      <a:pt x="27" y="11"/>
                      <a:pt x="27" y="11"/>
                    </a:cubicBezTo>
                    <a:cubicBezTo>
                      <a:pt x="27" y="10"/>
                      <a:pt x="25" y="14"/>
                      <a:pt x="26" y="12"/>
                    </a:cubicBezTo>
                    <a:cubicBezTo>
                      <a:pt x="26" y="11"/>
                      <a:pt x="26" y="11"/>
                      <a:pt x="26" y="11"/>
                    </a:cubicBezTo>
                    <a:cubicBezTo>
                      <a:pt x="26" y="12"/>
                      <a:pt x="26" y="10"/>
                      <a:pt x="25" y="11"/>
                    </a:cubicBezTo>
                    <a:cubicBezTo>
                      <a:pt x="26" y="10"/>
                      <a:pt x="26" y="10"/>
                      <a:pt x="26" y="10"/>
                    </a:cubicBezTo>
                    <a:cubicBezTo>
                      <a:pt x="26" y="11"/>
                      <a:pt x="25" y="10"/>
                      <a:pt x="24" y="12"/>
                    </a:cubicBezTo>
                    <a:cubicBezTo>
                      <a:pt x="25" y="10"/>
                      <a:pt x="25" y="10"/>
                      <a:pt x="25" y="10"/>
                    </a:cubicBezTo>
                    <a:cubicBezTo>
                      <a:pt x="26" y="9"/>
                      <a:pt x="24" y="12"/>
                      <a:pt x="24" y="11"/>
                    </a:cubicBezTo>
                    <a:cubicBezTo>
                      <a:pt x="24" y="11"/>
                      <a:pt x="25" y="10"/>
                      <a:pt x="25" y="10"/>
                    </a:cubicBezTo>
                    <a:cubicBezTo>
                      <a:pt x="24" y="11"/>
                      <a:pt x="24" y="11"/>
                      <a:pt x="24" y="11"/>
                    </a:cubicBezTo>
                    <a:cubicBezTo>
                      <a:pt x="24" y="9"/>
                      <a:pt x="24" y="9"/>
                      <a:pt x="24" y="9"/>
                    </a:cubicBezTo>
                    <a:cubicBezTo>
                      <a:pt x="23" y="8"/>
                      <a:pt x="22" y="8"/>
                      <a:pt x="20" y="9"/>
                    </a:cubicBezTo>
                    <a:cubicBezTo>
                      <a:pt x="21" y="7"/>
                      <a:pt x="21" y="8"/>
                      <a:pt x="22" y="6"/>
                    </a:cubicBezTo>
                    <a:cubicBezTo>
                      <a:pt x="21" y="8"/>
                      <a:pt x="21" y="7"/>
                      <a:pt x="21" y="7"/>
                    </a:cubicBezTo>
                    <a:cubicBezTo>
                      <a:pt x="21" y="7"/>
                      <a:pt x="21" y="7"/>
                      <a:pt x="21" y="7"/>
                    </a:cubicBezTo>
                    <a:cubicBezTo>
                      <a:pt x="20" y="7"/>
                      <a:pt x="21" y="6"/>
                      <a:pt x="20" y="6"/>
                    </a:cubicBezTo>
                    <a:cubicBezTo>
                      <a:pt x="20" y="7"/>
                      <a:pt x="20" y="7"/>
                      <a:pt x="20" y="7"/>
                    </a:cubicBezTo>
                    <a:cubicBezTo>
                      <a:pt x="19" y="8"/>
                      <a:pt x="21" y="4"/>
                      <a:pt x="20" y="7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19" y="7"/>
                      <a:pt x="20" y="4"/>
                      <a:pt x="19" y="6"/>
                    </a:cubicBezTo>
                    <a:cubicBezTo>
                      <a:pt x="19" y="6"/>
                      <a:pt x="19" y="6"/>
                      <a:pt x="19" y="6"/>
                    </a:cubicBezTo>
                    <a:cubicBezTo>
                      <a:pt x="20" y="5"/>
                      <a:pt x="18" y="8"/>
                      <a:pt x="18" y="6"/>
                    </a:cubicBezTo>
                    <a:cubicBezTo>
                      <a:pt x="18" y="6"/>
                      <a:pt x="18" y="7"/>
                      <a:pt x="17" y="8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7" y="7"/>
                      <a:pt x="16" y="6"/>
                      <a:pt x="14" y="8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3" y="8"/>
                      <a:pt x="15" y="4"/>
                      <a:pt x="12" y="8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8"/>
                      <a:pt x="12" y="7"/>
                      <a:pt x="11" y="8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0" y="9"/>
                      <a:pt x="10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4"/>
                      <a:pt x="11" y="1"/>
                      <a:pt x="8" y="5"/>
                    </a:cubicBezTo>
                    <a:cubicBezTo>
                      <a:pt x="7" y="5"/>
                      <a:pt x="9" y="2"/>
                      <a:pt x="9" y="3"/>
                    </a:cubicBezTo>
                    <a:cubicBezTo>
                      <a:pt x="6" y="5"/>
                      <a:pt x="8" y="0"/>
                      <a:pt x="4" y="4"/>
                    </a:cubicBezTo>
                    <a:cubicBezTo>
                      <a:pt x="3" y="5"/>
                      <a:pt x="0" y="10"/>
                      <a:pt x="0" y="10"/>
                    </a:cubicBezTo>
                    <a:cubicBezTo>
                      <a:pt x="3" y="9"/>
                      <a:pt x="3" y="12"/>
                      <a:pt x="3" y="1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23" name="Freeform 211"/>
              <p:cNvSpPr/>
              <p:nvPr>
                <p:custDataLst>
                  <p:tags r:id="rId56"/>
                </p:custDataLst>
              </p:nvPr>
            </p:nvSpPr>
            <p:spPr bwMode="auto">
              <a:xfrm>
                <a:off x="3266" y="1867"/>
                <a:ext cx="5" cy="3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2" y="0"/>
                      <a:pt x="1" y="0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24" name="Freeform 212"/>
              <p:cNvSpPr/>
              <p:nvPr>
                <p:custDataLst>
                  <p:tags r:id="rId57"/>
                </p:custDataLst>
              </p:nvPr>
            </p:nvSpPr>
            <p:spPr bwMode="auto">
              <a:xfrm>
                <a:off x="3266" y="1861"/>
                <a:ext cx="3" cy="4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1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0"/>
                      <a:pt x="0" y="1"/>
                      <a:pt x="1" y="1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25" name="Freeform 213"/>
              <p:cNvSpPr/>
              <p:nvPr>
                <p:custDataLst>
                  <p:tags r:id="rId58"/>
                </p:custDataLst>
              </p:nvPr>
            </p:nvSpPr>
            <p:spPr bwMode="auto">
              <a:xfrm>
                <a:off x="3260" y="1855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26" name="Freeform 214"/>
              <p:cNvSpPr/>
              <p:nvPr>
                <p:custDataLst>
                  <p:tags r:id="rId59"/>
                </p:custDataLst>
              </p:nvPr>
            </p:nvSpPr>
            <p:spPr bwMode="auto">
              <a:xfrm>
                <a:off x="3260" y="1893"/>
                <a:ext cx="4" cy="6"/>
              </a:xfrm>
              <a:custGeom>
                <a:avLst/>
                <a:gdLst>
                  <a:gd name="T0" fmla="*/ 0 w 2"/>
                  <a:gd name="T1" fmla="*/ 3 h 3"/>
                  <a:gd name="T2" fmla="*/ 2 w 2"/>
                  <a:gd name="T3" fmla="*/ 0 h 3"/>
                  <a:gd name="T4" fmla="*/ 0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1"/>
                      <a:pt x="1" y="2"/>
                      <a:pt x="0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27" name="Freeform 215"/>
              <p:cNvSpPr/>
              <p:nvPr>
                <p:custDataLst>
                  <p:tags r:id="rId60"/>
                </p:custDataLst>
              </p:nvPr>
            </p:nvSpPr>
            <p:spPr bwMode="auto">
              <a:xfrm>
                <a:off x="3269" y="1870"/>
                <a:ext cx="2" cy="4"/>
              </a:xfrm>
              <a:custGeom>
                <a:avLst/>
                <a:gdLst>
                  <a:gd name="T0" fmla="*/ 1 w 1"/>
                  <a:gd name="T1" fmla="*/ 1 h 2"/>
                  <a:gd name="T2" fmla="*/ 0 w 1"/>
                  <a:gd name="T3" fmla="*/ 1 h 2"/>
                  <a:gd name="T4" fmla="*/ 0 w 1"/>
                  <a:gd name="T5" fmla="*/ 2 h 2"/>
                  <a:gd name="T6" fmla="*/ 1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lnTo>
                      <a:pt x="1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28" name="Freeform 216"/>
              <p:cNvSpPr/>
              <p:nvPr>
                <p:custDataLst>
                  <p:tags r:id="rId61"/>
                </p:custDataLst>
              </p:nvPr>
            </p:nvSpPr>
            <p:spPr bwMode="auto">
              <a:xfrm>
                <a:off x="3260" y="1895"/>
                <a:ext cx="4" cy="4"/>
              </a:xfrm>
              <a:custGeom>
                <a:avLst/>
                <a:gdLst>
                  <a:gd name="T0" fmla="*/ 1 w 2"/>
                  <a:gd name="T1" fmla="*/ 1 h 2"/>
                  <a:gd name="T2" fmla="*/ 1 w 2"/>
                  <a:gd name="T3" fmla="*/ 2 h 2"/>
                  <a:gd name="T4" fmla="*/ 1 w 2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2" y="0"/>
                      <a:pt x="1" y="2"/>
                      <a:pt x="1" y="2"/>
                    </a:cubicBezTo>
                    <a:cubicBezTo>
                      <a:pt x="0" y="2"/>
                      <a:pt x="1" y="2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29" name="Freeform 217"/>
              <p:cNvSpPr/>
              <p:nvPr>
                <p:custDataLst>
                  <p:tags r:id="rId62"/>
                </p:custDataLst>
              </p:nvPr>
            </p:nvSpPr>
            <p:spPr bwMode="auto">
              <a:xfrm>
                <a:off x="4538" y="187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30" name="Freeform 218"/>
              <p:cNvSpPr/>
              <p:nvPr>
                <p:custDataLst>
                  <p:tags r:id="rId63"/>
                </p:custDataLst>
              </p:nvPr>
            </p:nvSpPr>
            <p:spPr bwMode="auto">
              <a:xfrm>
                <a:off x="3213" y="1882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31" name="Freeform 219"/>
              <p:cNvSpPr/>
              <p:nvPr>
                <p:custDataLst>
                  <p:tags r:id="rId64"/>
                </p:custDataLst>
              </p:nvPr>
            </p:nvSpPr>
            <p:spPr bwMode="auto">
              <a:xfrm>
                <a:off x="3190" y="1827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32" name="Freeform 220"/>
              <p:cNvSpPr/>
              <p:nvPr>
                <p:custDataLst>
                  <p:tags r:id="rId65"/>
                </p:custDataLst>
              </p:nvPr>
            </p:nvSpPr>
            <p:spPr bwMode="auto">
              <a:xfrm>
                <a:off x="3271" y="1870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33" name="Freeform 221"/>
              <p:cNvSpPr/>
              <p:nvPr>
                <p:custDataLst>
                  <p:tags r:id="rId66"/>
                </p:custDataLst>
              </p:nvPr>
            </p:nvSpPr>
            <p:spPr bwMode="auto">
              <a:xfrm>
                <a:off x="3190" y="1872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34" name="Freeform 222"/>
              <p:cNvSpPr/>
              <p:nvPr>
                <p:custDataLst>
                  <p:tags r:id="rId67"/>
                </p:custDataLst>
              </p:nvPr>
            </p:nvSpPr>
            <p:spPr bwMode="auto">
              <a:xfrm>
                <a:off x="4574" y="1855"/>
                <a:ext cx="0" cy="2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35" name="Freeform 223"/>
              <p:cNvSpPr/>
              <p:nvPr>
                <p:custDataLst>
                  <p:tags r:id="rId68"/>
                </p:custDataLst>
              </p:nvPr>
            </p:nvSpPr>
            <p:spPr bwMode="auto">
              <a:xfrm>
                <a:off x="3199" y="183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36" name="Freeform 224"/>
              <p:cNvSpPr/>
              <p:nvPr>
                <p:custDataLst>
                  <p:tags r:id="rId69"/>
                </p:custDataLst>
              </p:nvPr>
            </p:nvSpPr>
            <p:spPr bwMode="auto">
              <a:xfrm>
                <a:off x="3271" y="1859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37" name="Freeform 225"/>
              <p:cNvSpPr/>
              <p:nvPr>
                <p:custDataLst>
                  <p:tags r:id="rId70"/>
                </p:custDataLst>
              </p:nvPr>
            </p:nvSpPr>
            <p:spPr bwMode="auto">
              <a:xfrm>
                <a:off x="3742" y="3006"/>
                <a:ext cx="6" cy="9"/>
              </a:xfrm>
              <a:custGeom>
                <a:avLst/>
                <a:gdLst>
                  <a:gd name="T0" fmla="*/ 3 w 3"/>
                  <a:gd name="T1" fmla="*/ 0 h 4"/>
                  <a:gd name="T2" fmla="*/ 1 w 3"/>
                  <a:gd name="T3" fmla="*/ 1 h 4"/>
                  <a:gd name="T4" fmla="*/ 1 w 3"/>
                  <a:gd name="T5" fmla="*/ 3 h 4"/>
                  <a:gd name="T6" fmla="*/ 0 w 3"/>
                  <a:gd name="T7" fmla="*/ 4 h 4"/>
                  <a:gd name="T8" fmla="*/ 2 w 3"/>
                  <a:gd name="T9" fmla="*/ 1 h 4"/>
                  <a:gd name="T10" fmla="*/ 3 w 3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3" y="0"/>
                    </a:move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0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ubicBezTo>
                      <a:pt x="1" y="4"/>
                      <a:pt x="2" y="2"/>
                      <a:pt x="2" y="1"/>
                    </a:cubicBezTo>
                    <a:cubicBezTo>
                      <a:pt x="3" y="1"/>
                      <a:pt x="3" y="0"/>
                      <a:pt x="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38" name="Freeform 226"/>
              <p:cNvSpPr/>
              <p:nvPr>
                <p:custDataLst>
                  <p:tags r:id="rId71"/>
                </p:custDataLst>
              </p:nvPr>
            </p:nvSpPr>
            <p:spPr bwMode="auto">
              <a:xfrm>
                <a:off x="3988" y="301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39" name="Freeform 227"/>
              <p:cNvSpPr/>
              <p:nvPr>
                <p:custDataLst>
                  <p:tags r:id="rId72"/>
                </p:custDataLst>
              </p:nvPr>
            </p:nvSpPr>
            <p:spPr bwMode="auto">
              <a:xfrm>
                <a:off x="3742" y="3008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40" name="Rectangle 228"/>
              <p:cNvSpPr>
                <a:spLocks noChangeArrowheads="1"/>
              </p:cNvSpPr>
              <p:nvPr>
                <p:custDataLst>
                  <p:tags r:id="rId73"/>
                </p:custDataLst>
              </p:nvPr>
            </p:nvSpPr>
            <p:spPr bwMode="auto">
              <a:xfrm>
                <a:off x="3748" y="3015"/>
                <a:ext cx="4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41" name="Freeform 229"/>
              <p:cNvSpPr/>
              <p:nvPr>
                <p:custDataLst>
                  <p:tags r:id="rId74"/>
                </p:custDataLst>
              </p:nvPr>
            </p:nvSpPr>
            <p:spPr bwMode="auto">
              <a:xfrm>
                <a:off x="3744" y="2894"/>
                <a:ext cx="2" cy="10"/>
              </a:xfrm>
              <a:custGeom>
                <a:avLst/>
                <a:gdLst>
                  <a:gd name="T0" fmla="*/ 0 w 1"/>
                  <a:gd name="T1" fmla="*/ 2 h 5"/>
                  <a:gd name="T2" fmla="*/ 1 w 1"/>
                  <a:gd name="T3" fmla="*/ 3 h 5"/>
                  <a:gd name="T4" fmla="*/ 0 w 1"/>
                  <a:gd name="T5" fmla="*/ 5 h 5"/>
                  <a:gd name="T6" fmla="*/ 1 w 1"/>
                  <a:gd name="T7" fmla="*/ 1 h 5"/>
                  <a:gd name="T8" fmla="*/ 1 w 1"/>
                  <a:gd name="T9" fmla="*/ 0 h 5"/>
                  <a:gd name="T10" fmla="*/ 0 w 1"/>
                  <a:gd name="T11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5">
                    <a:moveTo>
                      <a:pt x="0" y="2"/>
                    </a:moveTo>
                    <a:cubicBezTo>
                      <a:pt x="0" y="2"/>
                      <a:pt x="0" y="4"/>
                      <a:pt x="1" y="3"/>
                    </a:cubicBezTo>
                    <a:cubicBezTo>
                      <a:pt x="1" y="3"/>
                      <a:pt x="0" y="4"/>
                      <a:pt x="0" y="5"/>
                    </a:cubicBezTo>
                    <a:cubicBezTo>
                      <a:pt x="1" y="4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1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42" name="Freeform 230"/>
              <p:cNvSpPr/>
              <p:nvPr>
                <p:custDataLst>
                  <p:tags r:id="rId75"/>
                </p:custDataLst>
              </p:nvPr>
            </p:nvSpPr>
            <p:spPr bwMode="auto">
              <a:xfrm>
                <a:off x="3744" y="3004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0"/>
                      <a:pt x="1" y="0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43" name="Freeform 231"/>
              <p:cNvSpPr/>
              <p:nvPr>
                <p:custDataLst>
                  <p:tags r:id="rId76"/>
                </p:custDataLst>
              </p:nvPr>
            </p:nvSpPr>
            <p:spPr bwMode="auto">
              <a:xfrm>
                <a:off x="3742" y="2892"/>
                <a:ext cx="2" cy="4"/>
              </a:xfrm>
              <a:custGeom>
                <a:avLst/>
                <a:gdLst>
                  <a:gd name="T0" fmla="*/ 1 w 1"/>
                  <a:gd name="T1" fmla="*/ 1 h 2"/>
                  <a:gd name="T2" fmla="*/ 0 w 1"/>
                  <a:gd name="T3" fmla="*/ 2 h 2"/>
                  <a:gd name="T4" fmla="*/ 1 w 1"/>
                  <a:gd name="T5" fmla="*/ 1 h 2"/>
                  <a:gd name="T6" fmla="*/ 1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1" y="2"/>
                      <a:pt x="0" y="2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44" name="Freeform 232"/>
              <p:cNvSpPr/>
              <p:nvPr>
                <p:custDataLst>
                  <p:tags r:id="rId77"/>
                </p:custDataLst>
              </p:nvPr>
            </p:nvSpPr>
            <p:spPr bwMode="auto">
              <a:xfrm>
                <a:off x="3772" y="3038"/>
                <a:ext cx="4" cy="4"/>
              </a:xfrm>
              <a:custGeom>
                <a:avLst/>
                <a:gdLst>
                  <a:gd name="T0" fmla="*/ 1 w 2"/>
                  <a:gd name="T1" fmla="*/ 0 h 2"/>
                  <a:gd name="T2" fmla="*/ 2 w 2"/>
                  <a:gd name="T3" fmla="*/ 1 h 2"/>
                  <a:gd name="T4" fmla="*/ 1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0" y="2"/>
                      <a:pt x="2" y="0"/>
                      <a:pt x="2" y="1"/>
                    </a:cubicBezTo>
                    <a:cubicBezTo>
                      <a:pt x="2" y="0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45" name="Freeform 233"/>
              <p:cNvSpPr/>
              <p:nvPr>
                <p:custDataLst>
                  <p:tags r:id="rId78"/>
                </p:custDataLst>
              </p:nvPr>
            </p:nvSpPr>
            <p:spPr bwMode="auto">
              <a:xfrm>
                <a:off x="3895" y="3083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46" name="Freeform 234"/>
              <p:cNvSpPr/>
              <p:nvPr>
                <p:custDataLst>
                  <p:tags r:id="rId79"/>
                </p:custDataLst>
              </p:nvPr>
            </p:nvSpPr>
            <p:spPr bwMode="auto">
              <a:xfrm>
                <a:off x="3602" y="182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47" name="Freeform 235"/>
              <p:cNvSpPr/>
              <p:nvPr>
                <p:custDataLst>
                  <p:tags r:id="rId80"/>
                </p:custDataLst>
              </p:nvPr>
            </p:nvSpPr>
            <p:spPr bwMode="auto">
              <a:xfrm>
                <a:off x="3742" y="2898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48" name="Freeform 236"/>
              <p:cNvSpPr/>
              <p:nvPr>
                <p:custDataLst>
                  <p:tags r:id="rId81"/>
                </p:custDataLst>
              </p:nvPr>
            </p:nvSpPr>
            <p:spPr bwMode="auto">
              <a:xfrm>
                <a:off x="3602" y="182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49" name="Freeform 237"/>
              <p:cNvSpPr/>
              <p:nvPr>
                <p:custDataLst>
                  <p:tags r:id="rId82"/>
                </p:custDataLst>
              </p:nvPr>
            </p:nvSpPr>
            <p:spPr bwMode="auto">
              <a:xfrm>
                <a:off x="3755" y="3027"/>
                <a:ext cx="2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50" name="Oval 238"/>
              <p:cNvSpPr>
                <a:spLocks noChangeArrowheads="1"/>
              </p:cNvSpPr>
              <p:nvPr>
                <p:custDataLst>
                  <p:tags r:id="rId83"/>
                </p:custDataLst>
              </p:nvPr>
            </p:nvSpPr>
            <p:spPr bwMode="auto">
              <a:xfrm>
                <a:off x="3602" y="1823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51" name="Freeform 239"/>
              <p:cNvSpPr/>
              <p:nvPr>
                <p:custDataLst>
                  <p:tags r:id="rId84"/>
                </p:custDataLst>
              </p:nvPr>
            </p:nvSpPr>
            <p:spPr bwMode="auto">
              <a:xfrm>
                <a:off x="3922" y="2890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52" name="Freeform 240"/>
              <p:cNvSpPr/>
              <p:nvPr>
                <p:custDataLst>
                  <p:tags r:id="rId85"/>
                </p:custDataLst>
              </p:nvPr>
            </p:nvSpPr>
            <p:spPr bwMode="auto">
              <a:xfrm>
                <a:off x="3975" y="287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53" name="Freeform 241"/>
              <p:cNvSpPr/>
              <p:nvPr>
                <p:custDataLst>
                  <p:tags r:id="rId86"/>
                </p:custDataLst>
              </p:nvPr>
            </p:nvSpPr>
            <p:spPr bwMode="auto">
              <a:xfrm>
                <a:off x="3954" y="288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54" name="Freeform 242"/>
              <p:cNvSpPr/>
              <p:nvPr>
                <p:custDataLst>
                  <p:tags r:id="rId87"/>
                </p:custDataLst>
              </p:nvPr>
            </p:nvSpPr>
            <p:spPr bwMode="auto">
              <a:xfrm>
                <a:off x="3725" y="2760"/>
                <a:ext cx="399" cy="159"/>
              </a:xfrm>
              <a:custGeom>
                <a:avLst/>
                <a:gdLst>
                  <a:gd name="T0" fmla="*/ 11 w 188"/>
                  <a:gd name="T1" fmla="*/ 59 h 75"/>
                  <a:gd name="T2" fmla="*/ 17 w 188"/>
                  <a:gd name="T3" fmla="*/ 64 h 75"/>
                  <a:gd name="T4" fmla="*/ 14 w 188"/>
                  <a:gd name="T5" fmla="*/ 70 h 75"/>
                  <a:gd name="T6" fmla="*/ 17 w 188"/>
                  <a:gd name="T7" fmla="*/ 71 h 75"/>
                  <a:gd name="T8" fmla="*/ 21 w 188"/>
                  <a:gd name="T9" fmla="*/ 69 h 75"/>
                  <a:gd name="T10" fmla="*/ 22 w 188"/>
                  <a:gd name="T11" fmla="*/ 71 h 75"/>
                  <a:gd name="T12" fmla="*/ 27 w 188"/>
                  <a:gd name="T13" fmla="*/ 67 h 75"/>
                  <a:gd name="T14" fmla="*/ 30 w 188"/>
                  <a:gd name="T15" fmla="*/ 72 h 75"/>
                  <a:gd name="T16" fmla="*/ 31 w 188"/>
                  <a:gd name="T17" fmla="*/ 74 h 75"/>
                  <a:gd name="T18" fmla="*/ 33 w 188"/>
                  <a:gd name="T19" fmla="*/ 72 h 75"/>
                  <a:gd name="T20" fmla="*/ 37 w 188"/>
                  <a:gd name="T21" fmla="*/ 74 h 75"/>
                  <a:gd name="T22" fmla="*/ 40 w 188"/>
                  <a:gd name="T23" fmla="*/ 69 h 75"/>
                  <a:gd name="T24" fmla="*/ 43 w 188"/>
                  <a:gd name="T25" fmla="*/ 64 h 75"/>
                  <a:gd name="T26" fmla="*/ 45 w 188"/>
                  <a:gd name="T27" fmla="*/ 69 h 75"/>
                  <a:gd name="T28" fmla="*/ 54 w 188"/>
                  <a:gd name="T29" fmla="*/ 69 h 75"/>
                  <a:gd name="T30" fmla="*/ 58 w 188"/>
                  <a:gd name="T31" fmla="*/ 69 h 75"/>
                  <a:gd name="T32" fmla="*/ 62 w 188"/>
                  <a:gd name="T33" fmla="*/ 68 h 75"/>
                  <a:gd name="T34" fmla="*/ 73 w 188"/>
                  <a:gd name="T35" fmla="*/ 66 h 75"/>
                  <a:gd name="T36" fmla="*/ 76 w 188"/>
                  <a:gd name="T37" fmla="*/ 65 h 75"/>
                  <a:gd name="T38" fmla="*/ 77 w 188"/>
                  <a:gd name="T39" fmla="*/ 64 h 75"/>
                  <a:gd name="T40" fmla="*/ 80 w 188"/>
                  <a:gd name="T41" fmla="*/ 62 h 75"/>
                  <a:gd name="T42" fmla="*/ 83 w 188"/>
                  <a:gd name="T43" fmla="*/ 63 h 75"/>
                  <a:gd name="T44" fmla="*/ 86 w 188"/>
                  <a:gd name="T45" fmla="*/ 61 h 75"/>
                  <a:gd name="T46" fmla="*/ 94 w 188"/>
                  <a:gd name="T47" fmla="*/ 61 h 75"/>
                  <a:gd name="T48" fmla="*/ 100 w 188"/>
                  <a:gd name="T49" fmla="*/ 59 h 75"/>
                  <a:gd name="T50" fmla="*/ 105 w 188"/>
                  <a:gd name="T51" fmla="*/ 59 h 75"/>
                  <a:gd name="T52" fmla="*/ 108 w 188"/>
                  <a:gd name="T53" fmla="*/ 57 h 75"/>
                  <a:gd name="T54" fmla="*/ 109 w 188"/>
                  <a:gd name="T55" fmla="*/ 57 h 75"/>
                  <a:gd name="T56" fmla="*/ 114 w 188"/>
                  <a:gd name="T57" fmla="*/ 54 h 75"/>
                  <a:gd name="T58" fmla="*/ 120 w 188"/>
                  <a:gd name="T59" fmla="*/ 53 h 75"/>
                  <a:gd name="T60" fmla="*/ 124 w 188"/>
                  <a:gd name="T61" fmla="*/ 50 h 75"/>
                  <a:gd name="T62" fmla="*/ 127 w 188"/>
                  <a:gd name="T63" fmla="*/ 41 h 75"/>
                  <a:gd name="T64" fmla="*/ 133 w 188"/>
                  <a:gd name="T65" fmla="*/ 44 h 75"/>
                  <a:gd name="T66" fmla="*/ 139 w 188"/>
                  <a:gd name="T67" fmla="*/ 41 h 75"/>
                  <a:gd name="T68" fmla="*/ 144 w 188"/>
                  <a:gd name="T69" fmla="*/ 39 h 75"/>
                  <a:gd name="T70" fmla="*/ 156 w 188"/>
                  <a:gd name="T71" fmla="*/ 34 h 75"/>
                  <a:gd name="T72" fmla="*/ 160 w 188"/>
                  <a:gd name="T73" fmla="*/ 33 h 75"/>
                  <a:gd name="T74" fmla="*/ 170 w 188"/>
                  <a:gd name="T75" fmla="*/ 21 h 75"/>
                  <a:gd name="T76" fmla="*/ 173 w 188"/>
                  <a:gd name="T77" fmla="*/ 18 h 75"/>
                  <a:gd name="T78" fmla="*/ 169 w 188"/>
                  <a:gd name="T79" fmla="*/ 9 h 75"/>
                  <a:gd name="T80" fmla="*/ 149 w 188"/>
                  <a:gd name="T81" fmla="*/ 20 h 75"/>
                  <a:gd name="T82" fmla="*/ 110 w 188"/>
                  <a:gd name="T83" fmla="*/ 42 h 75"/>
                  <a:gd name="T84" fmla="*/ 103 w 188"/>
                  <a:gd name="T85" fmla="*/ 39 h 75"/>
                  <a:gd name="T86" fmla="*/ 88 w 188"/>
                  <a:gd name="T87" fmla="*/ 44 h 75"/>
                  <a:gd name="T88" fmla="*/ 69 w 188"/>
                  <a:gd name="T89" fmla="*/ 48 h 75"/>
                  <a:gd name="T90" fmla="*/ 59 w 188"/>
                  <a:gd name="T91" fmla="*/ 49 h 75"/>
                  <a:gd name="T92" fmla="*/ 44 w 188"/>
                  <a:gd name="T93" fmla="*/ 52 h 75"/>
                  <a:gd name="T94" fmla="*/ 29 w 188"/>
                  <a:gd name="T95" fmla="*/ 53 h 75"/>
                  <a:gd name="T96" fmla="*/ 19 w 188"/>
                  <a:gd name="T97" fmla="*/ 53 h 75"/>
                  <a:gd name="T98" fmla="*/ 10 w 188"/>
                  <a:gd name="T99" fmla="*/ 49 h 75"/>
                  <a:gd name="T100" fmla="*/ 7 w 188"/>
                  <a:gd name="T101" fmla="*/ 47 h 75"/>
                  <a:gd name="T102" fmla="*/ 5 w 188"/>
                  <a:gd name="T103" fmla="*/ 47 h 75"/>
                  <a:gd name="T104" fmla="*/ 3 w 188"/>
                  <a:gd name="T105" fmla="*/ 51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88" h="75">
                    <a:moveTo>
                      <a:pt x="5" y="55"/>
                    </a:moveTo>
                    <a:cubicBezTo>
                      <a:pt x="5" y="55"/>
                      <a:pt x="5" y="55"/>
                      <a:pt x="5" y="55"/>
                    </a:cubicBezTo>
                    <a:cubicBezTo>
                      <a:pt x="5" y="57"/>
                      <a:pt x="5" y="54"/>
                      <a:pt x="6" y="54"/>
                    </a:cubicBezTo>
                    <a:cubicBezTo>
                      <a:pt x="6" y="55"/>
                      <a:pt x="4" y="57"/>
                      <a:pt x="4" y="58"/>
                    </a:cubicBezTo>
                    <a:cubicBezTo>
                      <a:pt x="5" y="58"/>
                      <a:pt x="7" y="58"/>
                      <a:pt x="7" y="60"/>
                    </a:cubicBezTo>
                    <a:cubicBezTo>
                      <a:pt x="8" y="60"/>
                      <a:pt x="10" y="59"/>
                      <a:pt x="11" y="59"/>
                    </a:cubicBezTo>
                    <a:cubicBezTo>
                      <a:pt x="12" y="59"/>
                      <a:pt x="10" y="61"/>
                      <a:pt x="11" y="60"/>
                    </a:cubicBezTo>
                    <a:cubicBezTo>
                      <a:pt x="11" y="61"/>
                      <a:pt x="10" y="62"/>
                      <a:pt x="10" y="63"/>
                    </a:cubicBezTo>
                    <a:cubicBezTo>
                      <a:pt x="10" y="62"/>
                      <a:pt x="11" y="64"/>
                      <a:pt x="12" y="61"/>
                    </a:cubicBezTo>
                    <a:cubicBezTo>
                      <a:pt x="12" y="62"/>
                      <a:pt x="14" y="63"/>
                      <a:pt x="15" y="63"/>
                    </a:cubicBezTo>
                    <a:cubicBezTo>
                      <a:pt x="14" y="63"/>
                      <a:pt x="14" y="64"/>
                      <a:pt x="14" y="65"/>
                    </a:cubicBezTo>
                    <a:cubicBezTo>
                      <a:pt x="15" y="64"/>
                      <a:pt x="16" y="63"/>
                      <a:pt x="17" y="64"/>
                    </a:cubicBezTo>
                    <a:cubicBezTo>
                      <a:pt x="17" y="62"/>
                      <a:pt x="17" y="62"/>
                      <a:pt x="18" y="60"/>
                    </a:cubicBezTo>
                    <a:cubicBezTo>
                      <a:pt x="18" y="60"/>
                      <a:pt x="18" y="59"/>
                      <a:pt x="18" y="60"/>
                    </a:cubicBezTo>
                    <a:cubicBezTo>
                      <a:pt x="18" y="61"/>
                      <a:pt x="17" y="64"/>
                      <a:pt x="18" y="64"/>
                    </a:cubicBezTo>
                    <a:cubicBezTo>
                      <a:pt x="17" y="67"/>
                      <a:pt x="17" y="64"/>
                      <a:pt x="16" y="67"/>
                    </a:cubicBezTo>
                    <a:cubicBezTo>
                      <a:pt x="15" y="69"/>
                      <a:pt x="14" y="68"/>
                      <a:pt x="14" y="67"/>
                    </a:cubicBezTo>
                    <a:cubicBezTo>
                      <a:pt x="12" y="69"/>
                      <a:pt x="14" y="67"/>
                      <a:pt x="14" y="70"/>
                    </a:cubicBezTo>
                    <a:cubicBezTo>
                      <a:pt x="14" y="70"/>
                      <a:pt x="15" y="68"/>
                      <a:pt x="16" y="68"/>
                    </a:cubicBezTo>
                    <a:cubicBezTo>
                      <a:pt x="17" y="67"/>
                      <a:pt x="16" y="67"/>
                      <a:pt x="17" y="66"/>
                    </a:cubicBezTo>
                    <a:cubicBezTo>
                      <a:pt x="19" y="64"/>
                      <a:pt x="18" y="68"/>
                      <a:pt x="18" y="68"/>
                    </a:cubicBezTo>
                    <a:cubicBezTo>
                      <a:pt x="17" y="69"/>
                      <a:pt x="17" y="69"/>
                      <a:pt x="17" y="69"/>
                    </a:cubicBezTo>
                    <a:cubicBezTo>
                      <a:pt x="18" y="70"/>
                      <a:pt x="18" y="68"/>
                      <a:pt x="19" y="69"/>
                    </a:cubicBezTo>
                    <a:cubicBezTo>
                      <a:pt x="19" y="72"/>
                      <a:pt x="18" y="69"/>
                      <a:pt x="17" y="71"/>
                    </a:cubicBezTo>
                    <a:cubicBezTo>
                      <a:pt x="17" y="73"/>
                      <a:pt x="17" y="73"/>
                      <a:pt x="17" y="73"/>
                    </a:cubicBezTo>
                    <a:cubicBezTo>
                      <a:pt x="18" y="74"/>
                      <a:pt x="18" y="70"/>
                      <a:pt x="19" y="72"/>
                    </a:cubicBezTo>
                    <a:cubicBezTo>
                      <a:pt x="19" y="73"/>
                      <a:pt x="19" y="73"/>
                      <a:pt x="19" y="73"/>
                    </a:cubicBezTo>
                    <a:cubicBezTo>
                      <a:pt x="20" y="72"/>
                      <a:pt x="20" y="72"/>
                      <a:pt x="20" y="72"/>
                    </a:cubicBezTo>
                    <a:cubicBezTo>
                      <a:pt x="20" y="71"/>
                      <a:pt x="20" y="69"/>
                      <a:pt x="19" y="69"/>
                    </a:cubicBezTo>
                    <a:cubicBezTo>
                      <a:pt x="20" y="66"/>
                      <a:pt x="20" y="69"/>
                      <a:pt x="21" y="69"/>
                    </a:cubicBezTo>
                    <a:cubicBezTo>
                      <a:pt x="22" y="67"/>
                      <a:pt x="21" y="69"/>
                      <a:pt x="21" y="67"/>
                    </a:cubicBezTo>
                    <a:cubicBezTo>
                      <a:pt x="21" y="65"/>
                      <a:pt x="22" y="65"/>
                      <a:pt x="22" y="65"/>
                    </a:cubicBezTo>
                    <a:cubicBezTo>
                      <a:pt x="23" y="65"/>
                      <a:pt x="22" y="67"/>
                      <a:pt x="22" y="68"/>
                    </a:cubicBezTo>
                    <a:cubicBezTo>
                      <a:pt x="22" y="69"/>
                      <a:pt x="22" y="69"/>
                      <a:pt x="22" y="68"/>
                    </a:cubicBezTo>
                    <a:cubicBezTo>
                      <a:pt x="21" y="69"/>
                      <a:pt x="22" y="71"/>
                      <a:pt x="21" y="73"/>
                    </a:cubicBezTo>
                    <a:cubicBezTo>
                      <a:pt x="21" y="74"/>
                      <a:pt x="22" y="72"/>
                      <a:pt x="22" y="71"/>
                    </a:cubicBezTo>
                    <a:cubicBezTo>
                      <a:pt x="22" y="71"/>
                      <a:pt x="23" y="69"/>
                      <a:pt x="22" y="69"/>
                    </a:cubicBezTo>
                    <a:cubicBezTo>
                      <a:pt x="25" y="64"/>
                      <a:pt x="23" y="72"/>
                      <a:pt x="24" y="72"/>
                    </a:cubicBezTo>
                    <a:cubicBezTo>
                      <a:pt x="24" y="69"/>
                      <a:pt x="26" y="68"/>
                      <a:pt x="26" y="64"/>
                    </a:cubicBezTo>
                    <a:cubicBezTo>
                      <a:pt x="26" y="64"/>
                      <a:pt x="27" y="63"/>
                      <a:pt x="27" y="63"/>
                    </a:cubicBezTo>
                    <a:cubicBezTo>
                      <a:pt x="26" y="65"/>
                      <a:pt x="27" y="65"/>
                      <a:pt x="26" y="67"/>
                    </a:cubicBezTo>
                    <a:cubicBezTo>
                      <a:pt x="27" y="67"/>
                      <a:pt x="27" y="67"/>
                      <a:pt x="27" y="67"/>
                    </a:cubicBezTo>
                    <a:cubicBezTo>
                      <a:pt x="26" y="69"/>
                      <a:pt x="26" y="69"/>
                      <a:pt x="26" y="69"/>
                    </a:cubicBezTo>
                    <a:cubicBezTo>
                      <a:pt x="26" y="71"/>
                      <a:pt x="27" y="72"/>
                      <a:pt x="27" y="73"/>
                    </a:cubicBezTo>
                    <a:cubicBezTo>
                      <a:pt x="28" y="73"/>
                      <a:pt x="27" y="71"/>
                      <a:pt x="28" y="71"/>
                    </a:cubicBezTo>
                    <a:cubicBezTo>
                      <a:pt x="27" y="72"/>
                      <a:pt x="28" y="73"/>
                      <a:pt x="28" y="73"/>
                    </a:cubicBezTo>
                    <a:cubicBezTo>
                      <a:pt x="27" y="72"/>
                      <a:pt x="28" y="70"/>
                      <a:pt x="29" y="70"/>
                    </a:cubicBezTo>
                    <a:cubicBezTo>
                      <a:pt x="29" y="70"/>
                      <a:pt x="30" y="72"/>
                      <a:pt x="30" y="72"/>
                    </a:cubicBezTo>
                    <a:cubicBezTo>
                      <a:pt x="29" y="74"/>
                      <a:pt x="29" y="74"/>
                      <a:pt x="29" y="74"/>
                    </a:cubicBezTo>
                    <a:cubicBezTo>
                      <a:pt x="29" y="72"/>
                      <a:pt x="29" y="75"/>
                      <a:pt x="29" y="74"/>
                    </a:cubicBezTo>
                    <a:cubicBezTo>
                      <a:pt x="30" y="73"/>
                      <a:pt x="30" y="71"/>
                      <a:pt x="30" y="70"/>
                    </a:cubicBezTo>
                    <a:cubicBezTo>
                      <a:pt x="31" y="69"/>
                      <a:pt x="31" y="71"/>
                      <a:pt x="31" y="70"/>
                    </a:cubicBezTo>
                    <a:cubicBezTo>
                      <a:pt x="30" y="72"/>
                      <a:pt x="30" y="72"/>
                      <a:pt x="30" y="72"/>
                    </a:cubicBezTo>
                    <a:cubicBezTo>
                      <a:pt x="31" y="71"/>
                      <a:pt x="30" y="75"/>
                      <a:pt x="31" y="74"/>
                    </a:cubicBezTo>
                    <a:cubicBezTo>
                      <a:pt x="32" y="73"/>
                      <a:pt x="32" y="73"/>
                      <a:pt x="32" y="73"/>
                    </a:cubicBezTo>
                    <a:cubicBezTo>
                      <a:pt x="32" y="74"/>
                      <a:pt x="32" y="74"/>
                      <a:pt x="32" y="74"/>
                    </a:cubicBezTo>
                    <a:cubicBezTo>
                      <a:pt x="32" y="73"/>
                      <a:pt x="32" y="73"/>
                      <a:pt x="33" y="73"/>
                    </a:cubicBezTo>
                    <a:cubicBezTo>
                      <a:pt x="33" y="74"/>
                      <a:pt x="33" y="74"/>
                      <a:pt x="33" y="74"/>
                    </a:cubicBezTo>
                    <a:cubicBezTo>
                      <a:pt x="33" y="73"/>
                      <a:pt x="34" y="71"/>
                      <a:pt x="34" y="73"/>
                    </a:cubicBezTo>
                    <a:cubicBezTo>
                      <a:pt x="34" y="70"/>
                      <a:pt x="33" y="73"/>
                      <a:pt x="33" y="72"/>
                    </a:cubicBezTo>
                    <a:cubicBezTo>
                      <a:pt x="33" y="70"/>
                      <a:pt x="34" y="70"/>
                      <a:pt x="34" y="70"/>
                    </a:cubicBezTo>
                    <a:cubicBezTo>
                      <a:pt x="34" y="72"/>
                      <a:pt x="35" y="70"/>
                      <a:pt x="35" y="70"/>
                    </a:cubicBezTo>
                    <a:cubicBezTo>
                      <a:pt x="35" y="71"/>
                      <a:pt x="35" y="72"/>
                      <a:pt x="36" y="72"/>
                    </a:cubicBezTo>
                    <a:cubicBezTo>
                      <a:pt x="36" y="70"/>
                      <a:pt x="36" y="70"/>
                      <a:pt x="36" y="70"/>
                    </a:cubicBezTo>
                    <a:cubicBezTo>
                      <a:pt x="36" y="74"/>
                      <a:pt x="37" y="70"/>
                      <a:pt x="37" y="71"/>
                    </a:cubicBezTo>
                    <a:cubicBezTo>
                      <a:pt x="37" y="72"/>
                      <a:pt x="37" y="73"/>
                      <a:pt x="37" y="74"/>
                    </a:cubicBezTo>
                    <a:cubicBezTo>
                      <a:pt x="37" y="71"/>
                      <a:pt x="38" y="70"/>
                      <a:pt x="38" y="69"/>
                    </a:cubicBezTo>
                    <a:cubicBezTo>
                      <a:pt x="39" y="70"/>
                      <a:pt x="38" y="72"/>
                      <a:pt x="38" y="74"/>
                    </a:cubicBezTo>
                    <a:cubicBezTo>
                      <a:pt x="38" y="72"/>
                      <a:pt x="39" y="75"/>
                      <a:pt x="39" y="73"/>
                    </a:cubicBezTo>
                    <a:cubicBezTo>
                      <a:pt x="39" y="72"/>
                      <a:pt x="39" y="71"/>
                      <a:pt x="39" y="70"/>
                    </a:cubicBezTo>
                    <a:cubicBezTo>
                      <a:pt x="40" y="70"/>
                      <a:pt x="39" y="71"/>
                      <a:pt x="40" y="72"/>
                    </a:cubicBezTo>
                    <a:cubicBezTo>
                      <a:pt x="40" y="72"/>
                      <a:pt x="41" y="69"/>
                      <a:pt x="40" y="69"/>
                    </a:cubicBezTo>
                    <a:cubicBezTo>
                      <a:pt x="41" y="69"/>
                      <a:pt x="41" y="67"/>
                      <a:pt x="42" y="68"/>
                    </a:cubicBezTo>
                    <a:cubicBezTo>
                      <a:pt x="42" y="70"/>
                      <a:pt x="41" y="69"/>
                      <a:pt x="41" y="70"/>
                    </a:cubicBezTo>
                    <a:cubicBezTo>
                      <a:pt x="42" y="70"/>
                      <a:pt x="41" y="66"/>
                      <a:pt x="42" y="66"/>
                    </a:cubicBezTo>
                    <a:cubicBezTo>
                      <a:pt x="42" y="65"/>
                      <a:pt x="42" y="62"/>
                      <a:pt x="43" y="61"/>
                    </a:cubicBezTo>
                    <a:cubicBezTo>
                      <a:pt x="44" y="62"/>
                      <a:pt x="42" y="62"/>
                      <a:pt x="43" y="64"/>
                    </a:cubicBezTo>
                    <a:cubicBezTo>
                      <a:pt x="43" y="64"/>
                      <a:pt x="43" y="64"/>
                      <a:pt x="43" y="64"/>
                    </a:cubicBezTo>
                    <a:cubicBezTo>
                      <a:pt x="44" y="67"/>
                      <a:pt x="42" y="68"/>
                      <a:pt x="43" y="71"/>
                    </a:cubicBezTo>
                    <a:cubicBezTo>
                      <a:pt x="43" y="70"/>
                      <a:pt x="43" y="70"/>
                      <a:pt x="43" y="70"/>
                    </a:cubicBezTo>
                    <a:cubicBezTo>
                      <a:pt x="43" y="73"/>
                      <a:pt x="43" y="73"/>
                      <a:pt x="43" y="73"/>
                    </a:cubicBezTo>
                    <a:cubicBezTo>
                      <a:pt x="43" y="71"/>
                      <a:pt x="44" y="72"/>
                      <a:pt x="44" y="72"/>
                    </a:cubicBezTo>
                    <a:cubicBezTo>
                      <a:pt x="44" y="70"/>
                      <a:pt x="44" y="72"/>
                      <a:pt x="44" y="71"/>
                    </a:cubicBezTo>
                    <a:cubicBezTo>
                      <a:pt x="44" y="71"/>
                      <a:pt x="45" y="68"/>
                      <a:pt x="45" y="69"/>
                    </a:cubicBezTo>
                    <a:cubicBezTo>
                      <a:pt x="45" y="70"/>
                      <a:pt x="46" y="71"/>
                      <a:pt x="45" y="72"/>
                    </a:cubicBezTo>
                    <a:cubicBezTo>
                      <a:pt x="46" y="73"/>
                      <a:pt x="45" y="70"/>
                      <a:pt x="46" y="71"/>
                    </a:cubicBezTo>
                    <a:cubicBezTo>
                      <a:pt x="46" y="72"/>
                      <a:pt x="46" y="72"/>
                      <a:pt x="46" y="72"/>
                    </a:cubicBezTo>
                    <a:cubicBezTo>
                      <a:pt x="48" y="72"/>
                      <a:pt x="50" y="72"/>
                      <a:pt x="52" y="68"/>
                    </a:cubicBezTo>
                    <a:cubicBezTo>
                      <a:pt x="52" y="70"/>
                      <a:pt x="53" y="70"/>
                      <a:pt x="54" y="71"/>
                    </a:cubicBezTo>
                    <a:cubicBezTo>
                      <a:pt x="53" y="70"/>
                      <a:pt x="54" y="69"/>
                      <a:pt x="54" y="69"/>
                    </a:cubicBezTo>
                    <a:cubicBezTo>
                      <a:pt x="55" y="71"/>
                      <a:pt x="55" y="71"/>
                      <a:pt x="55" y="71"/>
                    </a:cubicBezTo>
                    <a:cubicBezTo>
                      <a:pt x="56" y="72"/>
                      <a:pt x="56" y="70"/>
                      <a:pt x="57" y="69"/>
                    </a:cubicBezTo>
                    <a:cubicBezTo>
                      <a:pt x="57" y="70"/>
                      <a:pt x="57" y="70"/>
                      <a:pt x="57" y="70"/>
                    </a:cubicBezTo>
                    <a:cubicBezTo>
                      <a:pt x="58" y="71"/>
                      <a:pt x="57" y="69"/>
                      <a:pt x="58" y="69"/>
                    </a:cubicBezTo>
                    <a:cubicBezTo>
                      <a:pt x="58" y="70"/>
                      <a:pt x="58" y="70"/>
                      <a:pt x="58" y="70"/>
                    </a:cubicBezTo>
                    <a:cubicBezTo>
                      <a:pt x="58" y="69"/>
                      <a:pt x="58" y="69"/>
                      <a:pt x="58" y="69"/>
                    </a:cubicBezTo>
                    <a:cubicBezTo>
                      <a:pt x="59" y="68"/>
                      <a:pt x="59" y="68"/>
                      <a:pt x="59" y="70"/>
                    </a:cubicBezTo>
                    <a:cubicBezTo>
                      <a:pt x="60" y="70"/>
                      <a:pt x="60" y="69"/>
                      <a:pt x="59" y="69"/>
                    </a:cubicBezTo>
                    <a:cubicBezTo>
                      <a:pt x="60" y="70"/>
                      <a:pt x="61" y="70"/>
                      <a:pt x="62" y="69"/>
                    </a:cubicBezTo>
                    <a:cubicBezTo>
                      <a:pt x="62" y="68"/>
                      <a:pt x="62" y="68"/>
                      <a:pt x="62" y="66"/>
                    </a:cubicBezTo>
                    <a:cubicBezTo>
                      <a:pt x="61" y="64"/>
                      <a:pt x="62" y="67"/>
                      <a:pt x="62" y="65"/>
                    </a:cubicBezTo>
                    <a:cubicBezTo>
                      <a:pt x="62" y="66"/>
                      <a:pt x="63" y="67"/>
                      <a:pt x="62" y="68"/>
                    </a:cubicBezTo>
                    <a:cubicBezTo>
                      <a:pt x="64" y="71"/>
                      <a:pt x="65" y="68"/>
                      <a:pt x="67" y="68"/>
                    </a:cubicBezTo>
                    <a:cubicBezTo>
                      <a:pt x="67" y="67"/>
                      <a:pt x="67" y="67"/>
                      <a:pt x="67" y="67"/>
                    </a:cubicBezTo>
                    <a:cubicBezTo>
                      <a:pt x="68" y="69"/>
                      <a:pt x="69" y="67"/>
                      <a:pt x="70" y="67"/>
                    </a:cubicBezTo>
                    <a:cubicBezTo>
                      <a:pt x="70" y="66"/>
                      <a:pt x="70" y="64"/>
                      <a:pt x="71" y="64"/>
                    </a:cubicBezTo>
                    <a:cubicBezTo>
                      <a:pt x="71" y="61"/>
                      <a:pt x="71" y="66"/>
                      <a:pt x="72" y="67"/>
                    </a:cubicBezTo>
                    <a:cubicBezTo>
                      <a:pt x="72" y="66"/>
                      <a:pt x="73" y="66"/>
                      <a:pt x="73" y="66"/>
                    </a:cubicBezTo>
                    <a:cubicBezTo>
                      <a:pt x="73" y="66"/>
                      <a:pt x="73" y="66"/>
                      <a:pt x="73" y="66"/>
                    </a:cubicBezTo>
                    <a:cubicBezTo>
                      <a:pt x="73" y="65"/>
                      <a:pt x="73" y="65"/>
                      <a:pt x="74" y="65"/>
                    </a:cubicBezTo>
                    <a:cubicBezTo>
                      <a:pt x="74" y="66"/>
                      <a:pt x="74" y="66"/>
                      <a:pt x="74" y="66"/>
                    </a:cubicBezTo>
                    <a:cubicBezTo>
                      <a:pt x="74" y="66"/>
                      <a:pt x="75" y="67"/>
                      <a:pt x="75" y="67"/>
                    </a:cubicBezTo>
                    <a:cubicBezTo>
                      <a:pt x="75" y="65"/>
                      <a:pt x="76" y="66"/>
                      <a:pt x="76" y="64"/>
                    </a:cubicBezTo>
                    <a:cubicBezTo>
                      <a:pt x="76" y="65"/>
                      <a:pt x="76" y="65"/>
                      <a:pt x="76" y="65"/>
                    </a:cubicBezTo>
                    <a:cubicBezTo>
                      <a:pt x="76" y="63"/>
                      <a:pt x="76" y="63"/>
                      <a:pt x="76" y="63"/>
                    </a:cubicBezTo>
                    <a:cubicBezTo>
                      <a:pt x="77" y="64"/>
                      <a:pt x="77" y="64"/>
                      <a:pt x="77" y="64"/>
                    </a:cubicBezTo>
                    <a:cubicBezTo>
                      <a:pt x="77" y="66"/>
                      <a:pt x="77" y="66"/>
                      <a:pt x="77" y="66"/>
                    </a:cubicBezTo>
                    <a:cubicBezTo>
                      <a:pt x="78" y="67"/>
                      <a:pt x="77" y="64"/>
                      <a:pt x="77" y="63"/>
                    </a:cubicBezTo>
                    <a:cubicBezTo>
                      <a:pt x="77" y="62"/>
                      <a:pt x="78" y="64"/>
                      <a:pt x="78" y="64"/>
                    </a:cubicBezTo>
                    <a:cubicBezTo>
                      <a:pt x="78" y="65"/>
                      <a:pt x="78" y="64"/>
                      <a:pt x="77" y="64"/>
                    </a:cubicBezTo>
                    <a:cubicBezTo>
                      <a:pt x="77" y="66"/>
                      <a:pt x="78" y="65"/>
                      <a:pt x="78" y="66"/>
                    </a:cubicBezTo>
                    <a:cubicBezTo>
                      <a:pt x="78" y="66"/>
                      <a:pt x="78" y="64"/>
                      <a:pt x="78" y="64"/>
                    </a:cubicBezTo>
                    <a:cubicBezTo>
                      <a:pt x="79" y="64"/>
                      <a:pt x="79" y="64"/>
                      <a:pt x="80" y="65"/>
                    </a:cubicBezTo>
                    <a:cubicBezTo>
                      <a:pt x="80" y="64"/>
                      <a:pt x="80" y="65"/>
                      <a:pt x="80" y="64"/>
                    </a:cubicBezTo>
                    <a:cubicBezTo>
                      <a:pt x="80" y="64"/>
                      <a:pt x="79" y="63"/>
                      <a:pt x="79" y="62"/>
                    </a:cubicBezTo>
                    <a:cubicBezTo>
                      <a:pt x="79" y="62"/>
                      <a:pt x="80" y="61"/>
                      <a:pt x="80" y="62"/>
                    </a:cubicBezTo>
                    <a:cubicBezTo>
                      <a:pt x="80" y="63"/>
                      <a:pt x="80" y="63"/>
                      <a:pt x="80" y="63"/>
                    </a:cubicBezTo>
                    <a:cubicBezTo>
                      <a:pt x="80" y="62"/>
                      <a:pt x="81" y="62"/>
                      <a:pt x="80" y="61"/>
                    </a:cubicBezTo>
                    <a:cubicBezTo>
                      <a:pt x="81" y="63"/>
                      <a:pt x="81" y="63"/>
                      <a:pt x="81" y="63"/>
                    </a:cubicBezTo>
                    <a:cubicBezTo>
                      <a:pt x="81" y="62"/>
                      <a:pt x="81" y="62"/>
                      <a:pt x="82" y="61"/>
                    </a:cubicBezTo>
                    <a:cubicBezTo>
                      <a:pt x="82" y="63"/>
                      <a:pt x="82" y="65"/>
                      <a:pt x="83" y="65"/>
                    </a:cubicBezTo>
                    <a:cubicBezTo>
                      <a:pt x="83" y="63"/>
                      <a:pt x="83" y="63"/>
                      <a:pt x="83" y="63"/>
                    </a:cubicBezTo>
                    <a:cubicBezTo>
                      <a:pt x="84" y="63"/>
                      <a:pt x="84" y="64"/>
                      <a:pt x="84" y="65"/>
                    </a:cubicBezTo>
                    <a:cubicBezTo>
                      <a:pt x="85" y="65"/>
                      <a:pt x="84" y="60"/>
                      <a:pt x="85" y="61"/>
                    </a:cubicBezTo>
                    <a:cubicBezTo>
                      <a:pt x="85" y="63"/>
                      <a:pt x="86" y="63"/>
                      <a:pt x="86" y="64"/>
                    </a:cubicBezTo>
                    <a:cubicBezTo>
                      <a:pt x="86" y="63"/>
                      <a:pt x="86" y="63"/>
                      <a:pt x="86" y="62"/>
                    </a:cubicBezTo>
                    <a:cubicBezTo>
                      <a:pt x="86" y="62"/>
                      <a:pt x="86" y="64"/>
                      <a:pt x="86" y="63"/>
                    </a:cubicBezTo>
                    <a:cubicBezTo>
                      <a:pt x="85" y="61"/>
                      <a:pt x="86" y="62"/>
                      <a:pt x="86" y="61"/>
                    </a:cubicBezTo>
                    <a:cubicBezTo>
                      <a:pt x="88" y="65"/>
                      <a:pt x="89" y="62"/>
                      <a:pt x="91" y="64"/>
                    </a:cubicBezTo>
                    <a:cubicBezTo>
                      <a:pt x="90" y="61"/>
                      <a:pt x="91" y="63"/>
                      <a:pt x="91" y="62"/>
                    </a:cubicBezTo>
                    <a:cubicBezTo>
                      <a:pt x="92" y="64"/>
                      <a:pt x="92" y="61"/>
                      <a:pt x="93" y="63"/>
                    </a:cubicBezTo>
                    <a:cubicBezTo>
                      <a:pt x="92" y="60"/>
                      <a:pt x="92" y="60"/>
                      <a:pt x="92" y="60"/>
                    </a:cubicBezTo>
                    <a:cubicBezTo>
                      <a:pt x="93" y="61"/>
                      <a:pt x="92" y="56"/>
                      <a:pt x="94" y="59"/>
                    </a:cubicBezTo>
                    <a:cubicBezTo>
                      <a:pt x="94" y="60"/>
                      <a:pt x="94" y="61"/>
                      <a:pt x="94" y="61"/>
                    </a:cubicBezTo>
                    <a:cubicBezTo>
                      <a:pt x="95" y="64"/>
                      <a:pt x="95" y="59"/>
                      <a:pt x="96" y="62"/>
                    </a:cubicBezTo>
                    <a:cubicBezTo>
                      <a:pt x="96" y="61"/>
                      <a:pt x="95" y="59"/>
                      <a:pt x="96" y="58"/>
                    </a:cubicBezTo>
                    <a:cubicBezTo>
                      <a:pt x="96" y="59"/>
                      <a:pt x="98" y="60"/>
                      <a:pt x="98" y="60"/>
                    </a:cubicBezTo>
                    <a:cubicBezTo>
                      <a:pt x="98" y="60"/>
                      <a:pt x="98" y="59"/>
                      <a:pt x="98" y="60"/>
                    </a:cubicBezTo>
                    <a:cubicBezTo>
                      <a:pt x="99" y="61"/>
                      <a:pt x="98" y="61"/>
                      <a:pt x="98" y="61"/>
                    </a:cubicBezTo>
                    <a:cubicBezTo>
                      <a:pt x="99" y="62"/>
                      <a:pt x="99" y="60"/>
                      <a:pt x="100" y="59"/>
                    </a:cubicBezTo>
                    <a:cubicBezTo>
                      <a:pt x="101" y="61"/>
                      <a:pt x="101" y="60"/>
                      <a:pt x="102" y="61"/>
                    </a:cubicBezTo>
                    <a:cubicBezTo>
                      <a:pt x="102" y="58"/>
                      <a:pt x="104" y="61"/>
                      <a:pt x="103" y="58"/>
                    </a:cubicBezTo>
                    <a:cubicBezTo>
                      <a:pt x="103" y="59"/>
                      <a:pt x="103" y="59"/>
                      <a:pt x="103" y="59"/>
                    </a:cubicBezTo>
                    <a:cubicBezTo>
                      <a:pt x="104" y="58"/>
                      <a:pt x="103" y="56"/>
                      <a:pt x="104" y="56"/>
                    </a:cubicBezTo>
                    <a:cubicBezTo>
                      <a:pt x="104" y="58"/>
                      <a:pt x="104" y="58"/>
                      <a:pt x="104" y="58"/>
                    </a:cubicBezTo>
                    <a:cubicBezTo>
                      <a:pt x="105" y="61"/>
                      <a:pt x="105" y="58"/>
                      <a:pt x="105" y="59"/>
                    </a:cubicBezTo>
                    <a:cubicBezTo>
                      <a:pt x="105" y="58"/>
                      <a:pt x="106" y="59"/>
                      <a:pt x="106" y="58"/>
                    </a:cubicBezTo>
                    <a:cubicBezTo>
                      <a:pt x="106" y="57"/>
                      <a:pt x="106" y="57"/>
                      <a:pt x="106" y="57"/>
                    </a:cubicBezTo>
                    <a:cubicBezTo>
                      <a:pt x="106" y="56"/>
                      <a:pt x="106" y="56"/>
                      <a:pt x="106" y="56"/>
                    </a:cubicBezTo>
                    <a:cubicBezTo>
                      <a:pt x="107" y="55"/>
                      <a:pt x="107" y="58"/>
                      <a:pt x="107" y="58"/>
                    </a:cubicBezTo>
                    <a:cubicBezTo>
                      <a:pt x="107" y="59"/>
                      <a:pt x="108" y="58"/>
                      <a:pt x="108" y="57"/>
                    </a:cubicBezTo>
                    <a:cubicBezTo>
                      <a:pt x="108" y="57"/>
                      <a:pt x="108" y="57"/>
                      <a:pt x="108" y="57"/>
                    </a:cubicBezTo>
                    <a:cubicBezTo>
                      <a:pt x="108" y="57"/>
                      <a:pt x="108" y="57"/>
                      <a:pt x="108" y="57"/>
                    </a:cubicBezTo>
                    <a:cubicBezTo>
                      <a:pt x="108" y="57"/>
                      <a:pt x="108" y="57"/>
                      <a:pt x="108" y="57"/>
                    </a:cubicBezTo>
                    <a:cubicBezTo>
                      <a:pt x="108" y="57"/>
                      <a:pt x="108" y="57"/>
                      <a:pt x="108" y="57"/>
                    </a:cubicBezTo>
                    <a:cubicBezTo>
                      <a:pt x="108" y="57"/>
                      <a:pt x="108" y="57"/>
                      <a:pt x="108" y="57"/>
                    </a:cubicBezTo>
                    <a:cubicBezTo>
                      <a:pt x="108" y="57"/>
                      <a:pt x="108" y="57"/>
                      <a:pt x="109" y="57"/>
                    </a:cubicBezTo>
                    <a:cubicBezTo>
                      <a:pt x="109" y="57"/>
                      <a:pt x="109" y="57"/>
                      <a:pt x="109" y="57"/>
                    </a:cubicBezTo>
                    <a:cubicBezTo>
                      <a:pt x="109" y="57"/>
                      <a:pt x="109" y="57"/>
                      <a:pt x="109" y="58"/>
                    </a:cubicBezTo>
                    <a:cubicBezTo>
                      <a:pt x="109" y="59"/>
                      <a:pt x="109" y="59"/>
                      <a:pt x="109" y="59"/>
                    </a:cubicBezTo>
                    <a:cubicBezTo>
                      <a:pt x="110" y="59"/>
                      <a:pt x="110" y="57"/>
                      <a:pt x="110" y="57"/>
                    </a:cubicBezTo>
                    <a:cubicBezTo>
                      <a:pt x="111" y="58"/>
                      <a:pt x="113" y="56"/>
                      <a:pt x="113" y="55"/>
                    </a:cubicBezTo>
                    <a:cubicBezTo>
                      <a:pt x="113" y="55"/>
                      <a:pt x="113" y="56"/>
                      <a:pt x="113" y="55"/>
                    </a:cubicBezTo>
                    <a:cubicBezTo>
                      <a:pt x="114" y="55"/>
                      <a:pt x="114" y="53"/>
                      <a:pt x="114" y="54"/>
                    </a:cubicBezTo>
                    <a:cubicBezTo>
                      <a:pt x="114" y="54"/>
                      <a:pt x="115" y="55"/>
                      <a:pt x="115" y="55"/>
                    </a:cubicBezTo>
                    <a:cubicBezTo>
                      <a:pt x="115" y="56"/>
                      <a:pt x="115" y="54"/>
                      <a:pt x="115" y="54"/>
                    </a:cubicBezTo>
                    <a:cubicBezTo>
                      <a:pt x="116" y="56"/>
                      <a:pt x="116" y="52"/>
                      <a:pt x="118" y="53"/>
                    </a:cubicBezTo>
                    <a:cubicBezTo>
                      <a:pt x="118" y="53"/>
                      <a:pt x="118" y="54"/>
                      <a:pt x="118" y="55"/>
                    </a:cubicBezTo>
                    <a:cubicBezTo>
                      <a:pt x="119" y="54"/>
                      <a:pt x="119" y="53"/>
                      <a:pt x="120" y="51"/>
                    </a:cubicBezTo>
                    <a:cubicBezTo>
                      <a:pt x="120" y="53"/>
                      <a:pt x="120" y="53"/>
                      <a:pt x="120" y="53"/>
                    </a:cubicBezTo>
                    <a:cubicBezTo>
                      <a:pt x="120" y="52"/>
                      <a:pt x="121" y="52"/>
                      <a:pt x="121" y="51"/>
                    </a:cubicBezTo>
                    <a:cubicBezTo>
                      <a:pt x="120" y="50"/>
                      <a:pt x="120" y="48"/>
                      <a:pt x="121" y="49"/>
                    </a:cubicBezTo>
                    <a:cubicBezTo>
                      <a:pt x="121" y="49"/>
                      <a:pt x="121" y="49"/>
                      <a:pt x="121" y="49"/>
                    </a:cubicBezTo>
                    <a:cubicBezTo>
                      <a:pt x="122" y="48"/>
                      <a:pt x="122" y="48"/>
                      <a:pt x="122" y="48"/>
                    </a:cubicBezTo>
                    <a:cubicBezTo>
                      <a:pt x="122" y="48"/>
                      <a:pt x="122" y="48"/>
                      <a:pt x="122" y="49"/>
                    </a:cubicBezTo>
                    <a:cubicBezTo>
                      <a:pt x="123" y="51"/>
                      <a:pt x="124" y="50"/>
                      <a:pt x="124" y="50"/>
                    </a:cubicBezTo>
                    <a:cubicBezTo>
                      <a:pt x="124" y="49"/>
                      <a:pt x="124" y="49"/>
                      <a:pt x="124" y="49"/>
                    </a:cubicBezTo>
                    <a:cubicBezTo>
                      <a:pt x="124" y="48"/>
                      <a:pt x="125" y="50"/>
                      <a:pt x="125" y="50"/>
                    </a:cubicBezTo>
                    <a:cubicBezTo>
                      <a:pt x="125" y="45"/>
                      <a:pt x="125" y="45"/>
                      <a:pt x="125" y="45"/>
                    </a:cubicBezTo>
                    <a:cubicBezTo>
                      <a:pt x="125" y="45"/>
                      <a:pt x="126" y="47"/>
                      <a:pt x="126" y="48"/>
                    </a:cubicBezTo>
                    <a:cubicBezTo>
                      <a:pt x="127" y="47"/>
                      <a:pt x="126" y="44"/>
                      <a:pt x="126" y="42"/>
                    </a:cubicBezTo>
                    <a:cubicBezTo>
                      <a:pt x="127" y="43"/>
                      <a:pt x="127" y="41"/>
                      <a:pt x="127" y="41"/>
                    </a:cubicBezTo>
                    <a:cubicBezTo>
                      <a:pt x="128" y="42"/>
                      <a:pt x="127" y="41"/>
                      <a:pt x="127" y="42"/>
                    </a:cubicBezTo>
                    <a:cubicBezTo>
                      <a:pt x="128" y="43"/>
                      <a:pt x="128" y="43"/>
                      <a:pt x="128" y="43"/>
                    </a:cubicBezTo>
                    <a:cubicBezTo>
                      <a:pt x="128" y="44"/>
                      <a:pt x="129" y="46"/>
                      <a:pt x="129" y="47"/>
                    </a:cubicBezTo>
                    <a:cubicBezTo>
                      <a:pt x="129" y="46"/>
                      <a:pt x="131" y="46"/>
                      <a:pt x="132" y="46"/>
                    </a:cubicBezTo>
                    <a:cubicBezTo>
                      <a:pt x="130" y="44"/>
                      <a:pt x="132" y="45"/>
                      <a:pt x="132" y="42"/>
                    </a:cubicBezTo>
                    <a:cubicBezTo>
                      <a:pt x="132" y="41"/>
                      <a:pt x="133" y="44"/>
                      <a:pt x="133" y="44"/>
                    </a:cubicBezTo>
                    <a:cubicBezTo>
                      <a:pt x="134" y="43"/>
                      <a:pt x="135" y="44"/>
                      <a:pt x="136" y="43"/>
                    </a:cubicBezTo>
                    <a:cubicBezTo>
                      <a:pt x="136" y="43"/>
                      <a:pt x="136" y="43"/>
                      <a:pt x="136" y="43"/>
                    </a:cubicBezTo>
                    <a:cubicBezTo>
                      <a:pt x="136" y="42"/>
                      <a:pt x="138" y="43"/>
                      <a:pt x="138" y="40"/>
                    </a:cubicBezTo>
                    <a:cubicBezTo>
                      <a:pt x="138" y="42"/>
                      <a:pt x="138" y="42"/>
                      <a:pt x="138" y="42"/>
                    </a:cubicBezTo>
                    <a:cubicBezTo>
                      <a:pt x="139" y="42"/>
                      <a:pt x="137" y="39"/>
                      <a:pt x="139" y="40"/>
                    </a:cubicBezTo>
                    <a:cubicBezTo>
                      <a:pt x="139" y="41"/>
                      <a:pt x="139" y="41"/>
                      <a:pt x="139" y="41"/>
                    </a:cubicBezTo>
                    <a:cubicBezTo>
                      <a:pt x="139" y="40"/>
                      <a:pt x="140" y="42"/>
                      <a:pt x="140" y="39"/>
                    </a:cubicBezTo>
                    <a:cubicBezTo>
                      <a:pt x="141" y="41"/>
                      <a:pt x="141" y="41"/>
                      <a:pt x="141" y="41"/>
                    </a:cubicBezTo>
                    <a:cubicBezTo>
                      <a:pt x="141" y="40"/>
                      <a:pt x="142" y="40"/>
                      <a:pt x="142" y="38"/>
                    </a:cubicBezTo>
                    <a:cubicBezTo>
                      <a:pt x="142" y="40"/>
                      <a:pt x="142" y="40"/>
                      <a:pt x="142" y="40"/>
                    </a:cubicBezTo>
                    <a:cubicBezTo>
                      <a:pt x="143" y="41"/>
                      <a:pt x="142" y="38"/>
                      <a:pt x="143" y="38"/>
                    </a:cubicBezTo>
                    <a:cubicBezTo>
                      <a:pt x="143" y="38"/>
                      <a:pt x="144" y="39"/>
                      <a:pt x="144" y="39"/>
                    </a:cubicBezTo>
                    <a:cubicBezTo>
                      <a:pt x="143" y="38"/>
                      <a:pt x="144" y="38"/>
                      <a:pt x="144" y="37"/>
                    </a:cubicBezTo>
                    <a:cubicBezTo>
                      <a:pt x="146" y="39"/>
                      <a:pt x="146" y="39"/>
                      <a:pt x="146" y="39"/>
                    </a:cubicBezTo>
                    <a:cubicBezTo>
                      <a:pt x="149" y="37"/>
                      <a:pt x="152" y="36"/>
                      <a:pt x="154" y="33"/>
                    </a:cubicBezTo>
                    <a:cubicBezTo>
                      <a:pt x="156" y="35"/>
                      <a:pt x="154" y="35"/>
                      <a:pt x="155" y="36"/>
                    </a:cubicBezTo>
                    <a:cubicBezTo>
                      <a:pt x="154" y="34"/>
                      <a:pt x="155" y="35"/>
                      <a:pt x="156" y="34"/>
                    </a:cubicBezTo>
                    <a:cubicBezTo>
                      <a:pt x="156" y="34"/>
                      <a:pt x="156" y="34"/>
                      <a:pt x="156" y="34"/>
                    </a:cubicBezTo>
                    <a:cubicBezTo>
                      <a:pt x="156" y="34"/>
                      <a:pt x="157" y="35"/>
                      <a:pt x="157" y="34"/>
                    </a:cubicBezTo>
                    <a:cubicBezTo>
                      <a:pt x="157" y="34"/>
                      <a:pt x="157" y="34"/>
                      <a:pt x="157" y="34"/>
                    </a:cubicBezTo>
                    <a:cubicBezTo>
                      <a:pt x="157" y="32"/>
                      <a:pt x="159" y="36"/>
                      <a:pt x="158" y="33"/>
                    </a:cubicBezTo>
                    <a:cubicBezTo>
                      <a:pt x="159" y="34"/>
                      <a:pt x="159" y="34"/>
                      <a:pt x="159" y="34"/>
                    </a:cubicBezTo>
                    <a:cubicBezTo>
                      <a:pt x="158" y="32"/>
                      <a:pt x="160" y="35"/>
                      <a:pt x="160" y="33"/>
                    </a:cubicBezTo>
                    <a:cubicBezTo>
                      <a:pt x="160" y="33"/>
                      <a:pt x="160" y="33"/>
                      <a:pt x="160" y="33"/>
                    </a:cubicBezTo>
                    <a:cubicBezTo>
                      <a:pt x="161" y="34"/>
                      <a:pt x="160" y="30"/>
                      <a:pt x="161" y="32"/>
                    </a:cubicBezTo>
                    <a:cubicBezTo>
                      <a:pt x="162" y="31"/>
                      <a:pt x="162" y="30"/>
                      <a:pt x="161" y="28"/>
                    </a:cubicBezTo>
                    <a:cubicBezTo>
                      <a:pt x="162" y="30"/>
                      <a:pt x="162" y="30"/>
                      <a:pt x="162" y="30"/>
                    </a:cubicBezTo>
                    <a:cubicBezTo>
                      <a:pt x="164" y="28"/>
                      <a:pt x="167" y="27"/>
                      <a:pt x="167" y="24"/>
                    </a:cubicBezTo>
                    <a:cubicBezTo>
                      <a:pt x="168" y="25"/>
                      <a:pt x="168" y="25"/>
                      <a:pt x="168" y="25"/>
                    </a:cubicBezTo>
                    <a:cubicBezTo>
                      <a:pt x="167" y="22"/>
                      <a:pt x="171" y="25"/>
                      <a:pt x="170" y="21"/>
                    </a:cubicBezTo>
                    <a:cubicBezTo>
                      <a:pt x="169" y="19"/>
                      <a:pt x="169" y="19"/>
                      <a:pt x="169" y="19"/>
                    </a:cubicBezTo>
                    <a:cubicBezTo>
                      <a:pt x="171" y="21"/>
                      <a:pt x="171" y="21"/>
                      <a:pt x="171" y="21"/>
                    </a:cubicBezTo>
                    <a:cubicBezTo>
                      <a:pt x="170" y="20"/>
                      <a:pt x="172" y="20"/>
                      <a:pt x="171" y="19"/>
                    </a:cubicBezTo>
                    <a:cubicBezTo>
                      <a:pt x="171" y="19"/>
                      <a:pt x="171" y="19"/>
                      <a:pt x="172" y="20"/>
                    </a:cubicBezTo>
                    <a:cubicBezTo>
                      <a:pt x="172" y="20"/>
                      <a:pt x="171" y="17"/>
                      <a:pt x="172" y="17"/>
                    </a:cubicBezTo>
                    <a:cubicBezTo>
                      <a:pt x="173" y="18"/>
                      <a:pt x="173" y="18"/>
                      <a:pt x="173" y="18"/>
                    </a:cubicBezTo>
                    <a:cubicBezTo>
                      <a:pt x="177" y="19"/>
                      <a:pt x="182" y="18"/>
                      <a:pt x="181" y="13"/>
                    </a:cubicBezTo>
                    <a:cubicBezTo>
                      <a:pt x="181" y="12"/>
                      <a:pt x="183" y="14"/>
                      <a:pt x="183" y="14"/>
                    </a:cubicBezTo>
                    <a:cubicBezTo>
                      <a:pt x="182" y="10"/>
                      <a:pt x="188" y="11"/>
                      <a:pt x="186" y="6"/>
                    </a:cubicBezTo>
                    <a:cubicBezTo>
                      <a:pt x="186" y="4"/>
                      <a:pt x="182" y="0"/>
                      <a:pt x="182" y="0"/>
                    </a:cubicBezTo>
                    <a:cubicBezTo>
                      <a:pt x="180" y="4"/>
                      <a:pt x="176" y="5"/>
                      <a:pt x="171" y="6"/>
                    </a:cubicBezTo>
                    <a:cubicBezTo>
                      <a:pt x="171" y="7"/>
                      <a:pt x="170" y="9"/>
                      <a:pt x="169" y="9"/>
                    </a:cubicBezTo>
                    <a:cubicBezTo>
                      <a:pt x="165" y="12"/>
                      <a:pt x="158" y="11"/>
                      <a:pt x="154" y="16"/>
                    </a:cubicBezTo>
                    <a:cubicBezTo>
                      <a:pt x="155" y="16"/>
                      <a:pt x="155" y="18"/>
                      <a:pt x="155" y="18"/>
                    </a:cubicBezTo>
                    <a:cubicBezTo>
                      <a:pt x="155" y="18"/>
                      <a:pt x="155" y="18"/>
                      <a:pt x="155" y="18"/>
                    </a:cubicBezTo>
                    <a:cubicBezTo>
                      <a:pt x="155" y="19"/>
                      <a:pt x="155" y="19"/>
                      <a:pt x="155" y="19"/>
                    </a:cubicBezTo>
                    <a:cubicBezTo>
                      <a:pt x="155" y="19"/>
                      <a:pt x="154" y="18"/>
                      <a:pt x="154" y="17"/>
                    </a:cubicBezTo>
                    <a:cubicBezTo>
                      <a:pt x="153" y="19"/>
                      <a:pt x="151" y="20"/>
                      <a:pt x="149" y="20"/>
                    </a:cubicBezTo>
                    <a:cubicBezTo>
                      <a:pt x="150" y="22"/>
                      <a:pt x="148" y="21"/>
                      <a:pt x="149" y="23"/>
                    </a:cubicBezTo>
                    <a:cubicBezTo>
                      <a:pt x="148" y="22"/>
                      <a:pt x="148" y="22"/>
                      <a:pt x="148" y="22"/>
                    </a:cubicBezTo>
                    <a:cubicBezTo>
                      <a:pt x="147" y="24"/>
                      <a:pt x="147" y="24"/>
                      <a:pt x="145" y="22"/>
                    </a:cubicBezTo>
                    <a:cubicBezTo>
                      <a:pt x="139" y="23"/>
                      <a:pt x="134" y="27"/>
                      <a:pt x="128" y="28"/>
                    </a:cubicBezTo>
                    <a:cubicBezTo>
                      <a:pt x="123" y="30"/>
                      <a:pt x="118" y="35"/>
                      <a:pt x="112" y="37"/>
                    </a:cubicBezTo>
                    <a:cubicBezTo>
                      <a:pt x="112" y="40"/>
                      <a:pt x="110" y="39"/>
                      <a:pt x="110" y="42"/>
                    </a:cubicBezTo>
                    <a:cubicBezTo>
                      <a:pt x="110" y="41"/>
                      <a:pt x="110" y="41"/>
                      <a:pt x="110" y="41"/>
                    </a:cubicBezTo>
                    <a:cubicBezTo>
                      <a:pt x="109" y="43"/>
                      <a:pt x="109" y="41"/>
                      <a:pt x="107" y="40"/>
                    </a:cubicBezTo>
                    <a:cubicBezTo>
                      <a:pt x="107" y="42"/>
                      <a:pt x="107" y="41"/>
                      <a:pt x="107" y="43"/>
                    </a:cubicBezTo>
                    <a:cubicBezTo>
                      <a:pt x="107" y="45"/>
                      <a:pt x="106" y="40"/>
                      <a:pt x="106" y="41"/>
                    </a:cubicBezTo>
                    <a:cubicBezTo>
                      <a:pt x="105" y="41"/>
                      <a:pt x="106" y="42"/>
                      <a:pt x="106" y="42"/>
                    </a:cubicBezTo>
                    <a:cubicBezTo>
                      <a:pt x="105" y="45"/>
                      <a:pt x="106" y="41"/>
                      <a:pt x="103" y="39"/>
                    </a:cubicBezTo>
                    <a:cubicBezTo>
                      <a:pt x="101" y="41"/>
                      <a:pt x="98" y="44"/>
                      <a:pt x="95" y="43"/>
                    </a:cubicBezTo>
                    <a:cubicBezTo>
                      <a:pt x="95" y="43"/>
                      <a:pt x="96" y="44"/>
                      <a:pt x="96" y="44"/>
                    </a:cubicBezTo>
                    <a:cubicBezTo>
                      <a:pt x="95" y="41"/>
                      <a:pt x="95" y="46"/>
                      <a:pt x="94" y="44"/>
                    </a:cubicBezTo>
                    <a:cubicBezTo>
                      <a:pt x="94" y="44"/>
                      <a:pt x="94" y="43"/>
                      <a:pt x="94" y="43"/>
                    </a:cubicBezTo>
                    <a:cubicBezTo>
                      <a:pt x="93" y="42"/>
                      <a:pt x="92" y="44"/>
                      <a:pt x="91" y="43"/>
                    </a:cubicBezTo>
                    <a:cubicBezTo>
                      <a:pt x="90" y="45"/>
                      <a:pt x="88" y="42"/>
                      <a:pt x="88" y="44"/>
                    </a:cubicBezTo>
                    <a:cubicBezTo>
                      <a:pt x="88" y="43"/>
                      <a:pt x="87" y="43"/>
                      <a:pt x="87" y="43"/>
                    </a:cubicBezTo>
                    <a:cubicBezTo>
                      <a:pt x="87" y="47"/>
                      <a:pt x="84" y="42"/>
                      <a:pt x="84" y="44"/>
                    </a:cubicBezTo>
                    <a:cubicBezTo>
                      <a:pt x="84" y="44"/>
                      <a:pt x="84" y="44"/>
                      <a:pt x="84" y="44"/>
                    </a:cubicBezTo>
                    <a:cubicBezTo>
                      <a:pt x="81" y="45"/>
                      <a:pt x="77" y="45"/>
                      <a:pt x="75" y="47"/>
                    </a:cubicBezTo>
                    <a:cubicBezTo>
                      <a:pt x="73" y="47"/>
                      <a:pt x="70" y="44"/>
                      <a:pt x="69" y="46"/>
                    </a:cubicBezTo>
                    <a:cubicBezTo>
                      <a:pt x="69" y="48"/>
                      <a:pt x="69" y="48"/>
                      <a:pt x="69" y="48"/>
                    </a:cubicBezTo>
                    <a:cubicBezTo>
                      <a:pt x="68" y="48"/>
                      <a:pt x="69" y="47"/>
                      <a:pt x="68" y="46"/>
                    </a:cubicBezTo>
                    <a:cubicBezTo>
                      <a:pt x="68" y="48"/>
                      <a:pt x="66" y="47"/>
                      <a:pt x="65" y="47"/>
                    </a:cubicBezTo>
                    <a:cubicBezTo>
                      <a:pt x="65" y="47"/>
                      <a:pt x="65" y="48"/>
                      <a:pt x="65" y="49"/>
                    </a:cubicBezTo>
                    <a:cubicBezTo>
                      <a:pt x="63" y="46"/>
                      <a:pt x="62" y="50"/>
                      <a:pt x="60" y="48"/>
                    </a:cubicBezTo>
                    <a:cubicBezTo>
                      <a:pt x="61" y="51"/>
                      <a:pt x="60" y="50"/>
                      <a:pt x="59" y="51"/>
                    </a:cubicBezTo>
                    <a:cubicBezTo>
                      <a:pt x="59" y="51"/>
                      <a:pt x="59" y="50"/>
                      <a:pt x="59" y="49"/>
                    </a:cubicBezTo>
                    <a:cubicBezTo>
                      <a:pt x="58" y="50"/>
                      <a:pt x="57" y="50"/>
                      <a:pt x="56" y="49"/>
                    </a:cubicBezTo>
                    <a:cubicBezTo>
                      <a:pt x="56" y="49"/>
                      <a:pt x="56" y="51"/>
                      <a:pt x="55" y="51"/>
                    </a:cubicBezTo>
                    <a:cubicBezTo>
                      <a:pt x="54" y="49"/>
                      <a:pt x="54" y="51"/>
                      <a:pt x="53" y="50"/>
                    </a:cubicBezTo>
                    <a:cubicBezTo>
                      <a:pt x="54" y="52"/>
                      <a:pt x="52" y="54"/>
                      <a:pt x="52" y="53"/>
                    </a:cubicBezTo>
                    <a:cubicBezTo>
                      <a:pt x="52" y="50"/>
                      <a:pt x="52" y="50"/>
                      <a:pt x="52" y="50"/>
                    </a:cubicBezTo>
                    <a:cubicBezTo>
                      <a:pt x="50" y="52"/>
                      <a:pt x="47" y="49"/>
                      <a:pt x="44" y="52"/>
                    </a:cubicBezTo>
                    <a:cubicBezTo>
                      <a:pt x="44" y="51"/>
                      <a:pt x="44" y="51"/>
                      <a:pt x="44" y="51"/>
                    </a:cubicBezTo>
                    <a:cubicBezTo>
                      <a:pt x="42" y="53"/>
                      <a:pt x="39" y="51"/>
                      <a:pt x="37" y="54"/>
                    </a:cubicBezTo>
                    <a:cubicBezTo>
                      <a:pt x="36" y="53"/>
                      <a:pt x="35" y="52"/>
                      <a:pt x="35" y="52"/>
                    </a:cubicBezTo>
                    <a:cubicBezTo>
                      <a:pt x="34" y="53"/>
                      <a:pt x="33" y="53"/>
                      <a:pt x="32" y="55"/>
                    </a:cubicBezTo>
                    <a:cubicBezTo>
                      <a:pt x="32" y="56"/>
                      <a:pt x="32" y="54"/>
                      <a:pt x="32" y="54"/>
                    </a:cubicBezTo>
                    <a:cubicBezTo>
                      <a:pt x="31" y="53"/>
                      <a:pt x="30" y="51"/>
                      <a:pt x="29" y="53"/>
                    </a:cubicBezTo>
                    <a:cubicBezTo>
                      <a:pt x="29" y="52"/>
                      <a:pt x="29" y="52"/>
                      <a:pt x="29" y="52"/>
                    </a:cubicBezTo>
                    <a:cubicBezTo>
                      <a:pt x="28" y="53"/>
                      <a:pt x="27" y="55"/>
                      <a:pt x="26" y="53"/>
                    </a:cubicBezTo>
                    <a:cubicBezTo>
                      <a:pt x="25" y="54"/>
                      <a:pt x="24" y="55"/>
                      <a:pt x="25" y="56"/>
                    </a:cubicBezTo>
                    <a:cubicBezTo>
                      <a:pt x="24" y="56"/>
                      <a:pt x="25" y="54"/>
                      <a:pt x="24" y="55"/>
                    </a:cubicBezTo>
                    <a:cubicBezTo>
                      <a:pt x="25" y="53"/>
                      <a:pt x="25" y="53"/>
                      <a:pt x="25" y="53"/>
                    </a:cubicBezTo>
                    <a:cubicBezTo>
                      <a:pt x="23" y="52"/>
                      <a:pt x="21" y="53"/>
                      <a:pt x="19" y="53"/>
                    </a:cubicBezTo>
                    <a:cubicBezTo>
                      <a:pt x="19" y="51"/>
                      <a:pt x="17" y="53"/>
                      <a:pt x="16" y="51"/>
                    </a:cubicBezTo>
                    <a:cubicBezTo>
                      <a:pt x="15" y="52"/>
                      <a:pt x="15" y="50"/>
                      <a:pt x="13" y="53"/>
                    </a:cubicBezTo>
                    <a:cubicBezTo>
                      <a:pt x="14" y="51"/>
                      <a:pt x="14" y="51"/>
                      <a:pt x="14" y="51"/>
                    </a:cubicBezTo>
                    <a:cubicBezTo>
                      <a:pt x="13" y="51"/>
                      <a:pt x="12" y="51"/>
                      <a:pt x="11" y="49"/>
                    </a:cubicBezTo>
                    <a:cubicBezTo>
                      <a:pt x="11" y="49"/>
                      <a:pt x="10" y="50"/>
                      <a:pt x="9" y="51"/>
                    </a:cubicBezTo>
                    <a:cubicBezTo>
                      <a:pt x="10" y="49"/>
                      <a:pt x="10" y="49"/>
                      <a:pt x="10" y="49"/>
                    </a:cubicBezTo>
                    <a:cubicBezTo>
                      <a:pt x="9" y="50"/>
                      <a:pt x="7" y="51"/>
                      <a:pt x="6" y="52"/>
                    </a:cubicBezTo>
                    <a:cubicBezTo>
                      <a:pt x="6" y="51"/>
                      <a:pt x="6" y="52"/>
                      <a:pt x="6" y="51"/>
                    </a:cubicBezTo>
                    <a:cubicBezTo>
                      <a:pt x="7" y="51"/>
                      <a:pt x="8" y="50"/>
                      <a:pt x="9" y="48"/>
                    </a:cubicBezTo>
                    <a:cubicBezTo>
                      <a:pt x="9" y="48"/>
                      <a:pt x="6" y="50"/>
                      <a:pt x="7" y="48"/>
                    </a:cubicBezTo>
                    <a:cubicBezTo>
                      <a:pt x="7" y="47"/>
                      <a:pt x="7" y="47"/>
                      <a:pt x="5" y="49"/>
                    </a:cubicBezTo>
                    <a:cubicBezTo>
                      <a:pt x="6" y="48"/>
                      <a:pt x="6" y="48"/>
                      <a:pt x="7" y="47"/>
                    </a:cubicBezTo>
                    <a:cubicBezTo>
                      <a:pt x="6" y="47"/>
                      <a:pt x="6" y="47"/>
                      <a:pt x="5" y="47"/>
                    </a:cubicBezTo>
                    <a:cubicBezTo>
                      <a:pt x="6" y="47"/>
                      <a:pt x="5" y="47"/>
                      <a:pt x="5" y="48"/>
                    </a:cubicBezTo>
                    <a:cubicBezTo>
                      <a:pt x="4" y="48"/>
                      <a:pt x="4" y="48"/>
                      <a:pt x="2" y="49"/>
                    </a:cubicBezTo>
                    <a:cubicBezTo>
                      <a:pt x="3" y="49"/>
                      <a:pt x="3" y="49"/>
                      <a:pt x="3" y="49"/>
                    </a:cubicBezTo>
                    <a:cubicBezTo>
                      <a:pt x="2" y="50"/>
                      <a:pt x="1" y="50"/>
                      <a:pt x="2" y="49"/>
                    </a:cubicBezTo>
                    <a:cubicBezTo>
                      <a:pt x="3" y="48"/>
                      <a:pt x="4" y="48"/>
                      <a:pt x="5" y="47"/>
                    </a:cubicBezTo>
                    <a:cubicBezTo>
                      <a:pt x="1" y="48"/>
                      <a:pt x="1" y="48"/>
                      <a:pt x="1" y="48"/>
                    </a:cubicBezTo>
                    <a:cubicBezTo>
                      <a:pt x="2" y="48"/>
                      <a:pt x="2" y="49"/>
                      <a:pt x="1" y="49"/>
                    </a:cubicBezTo>
                    <a:cubicBezTo>
                      <a:pt x="2" y="49"/>
                      <a:pt x="2" y="49"/>
                      <a:pt x="2" y="49"/>
                    </a:cubicBezTo>
                    <a:cubicBezTo>
                      <a:pt x="0" y="50"/>
                      <a:pt x="0" y="50"/>
                      <a:pt x="0" y="50"/>
                    </a:cubicBezTo>
                    <a:cubicBezTo>
                      <a:pt x="1" y="51"/>
                      <a:pt x="1" y="52"/>
                      <a:pt x="2" y="52"/>
                    </a:cubicBezTo>
                    <a:cubicBezTo>
                      <a:pt x="3" y="51"/>
                      <a:pt x="3" y="51"/>
                      <a:pt x="3" y="51"/>
                    </a:cubicBezTo>
                    <a:cubicBezTo>
                      <a:pt x="4" y="51"/>
                      <a:pt x="5" y="50"/>
                      <a:pt x="5" y="52"/>
                    </a:cubicBezTo>
                    <a:cubicBezTo>
                      <a:pt x="4" y="52"/>
                      <a:pt x="4" y="53"/>
                      <a:pt x="3" y="53"/>
                    </a:cubicBezTo>
                    <a:cubicBezTo>
                      <a:pt x="4" y="53"/>
                      <a:pt x="4" y="53"/>
                      <a:pt x="4" y="53"/>
                    </a:cubicBezTo>
                    <a:cubicBezTo>
                      <a:pt x="2" y="55"/>
                      <a:pt x="2" y="55"/>
                      <a:pt x="2" y="55"/>
                    </a:cubicBezTo>
                    <a:cubicBezTo>
                      <a:pt x="5" y="52"/>
                      <a:pt x="4" y="55"/>
                      <a:pt x="5" y="5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55" name="Freeform 243"/>
              <p:cNvSpPr/>
              <p:nvPr>
                <p:custDataLst>
                  <p:tags r:id="rId88"/>
                </p:custDataLst>
              </p:nvPr>
            </p:nvSpPr>
            <p:spPr bwMode="auto">
              <a:xfrm>
                <a:off x="4005" y="2851"/>
                <a:ext cx="2" cy="5"/>
              </a:xfrm>
              <a:custGeom>
                <a:avLst/>
                <a:gdLst>
                  <a:gd name="T0" fmla="*/ 2 w 2"/>
                  <a:gd name="T1" fmla="*/ 5 h 5"/>
                  <a:gd name="T2" fmla="*/ 2 w 2"/>
                  <a:gd name="T3" fmla="*/ 5 h 5"/>
                  <a:gd name="T4" fmla="*/ 0 w 2"/>
                  <a:gd name="T5" fmla="*/ 0 h 5"/>
                  <a:gd name="T6" fmla="*/ 2 w 2"/>
                  <a:gd name="T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5">
                    <a:moveTo>
                      <a:pt x="2" y="5"/>
                    </a:moveTo>
                    <a:lnTo>
                      <a:pt x="2" y="5"/>
                    </a:lnTo>
                    <a:lnTo>
                      <a:pt x="0" y="0"/>
                    </a:lnTo>
                    <a:lnTo>
                      <a:pt x="2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56" name="Freeform 244"/>
              <p:cNvSpPr/>
              <p:nvPr>
                <p:custDataLst>
                  <p:tags r:id="rId89"/>
                </p:custDataLst>
              </p:nvPr>
            </p:nvSpPr>
            <p:spPr bwMode="auto">
              <a:xfrm>
                <a:off x="3980" y="2866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57" name="Freeform 245"/>
              <p:cNvSpPr/>
              <p:nvPr>
                <p:custDataLst>
                  <p:tags r:id="rId90"/>
                </p:custDataLst>
              </p:nvPr>
            </p:nvSpPr>
            <p:spPr bwMode="auto">
              <a:xfrm>
                <a:off x="3982" y="286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58" name="Freeform 246"/>
              <p:cNvSpPr/>
              <p:nvPr>
                <p:custDataLst>
                  <p:tags r:id="rId91"/>
                </p:custDataLst>
              </p:nvPr>
            </p:nvSpPr>
            <p:spPr bwMode="auto">
              <a:xfrm>
                <a:off x="3748" y="2898"/>
                <a:ext cx="4" cy="2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2" y="1"/>
                      <a:pt x="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59" name="Freeform 247"/>
              <p:cNvSpPr/>
              <p:nvPr>
                <p:custDataLst>
                  <p:tags r:id="rId92"/>
                </p:custDataLst>
              </p:nvPr>
            </p:nvSpPr>
            <p:spPr bwMode="auto">
              <a:xfrm>
                <a:off x="3980" y="2875"/>
                <a:ext cx="2" cy="4"/>
              </a:xfrm>
              <a:custGeom>
                <a:avLst/>
                <a:gdLst>
                  <a:gd name="T0" fmla="*/ 0 w 1"/>
                  <a:gd name="T1" fmla="*/ 1 h 2"/>
                  <a:gd name="T2" fmla="*/ 1 w 1"/>
                  <a:gd name="T3" fmla="*/ 2 h 2"/>
                  <a:gd name="T4" fmla="*/ 0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1" y="0"/>
                      <a:pt x="0" y="2"/>
                      <a:pt x="1" y="2"/>
                    </a:cubicBezTo>
                    <a:cubicBezTo>
                      <a:pt x="1" y="2"/>
                      <a:pt x="0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60" name="Freeform 248"/>
              <p:cNvSpPr/>
              <p:nvPr>
                <p:custDataLst>
                  <p:tags r:id="rId93"/>
                </p:custDataLst>
              </p:nvPr>
            </p:nvSpPr>
            <p:spPr bwMode="auto">
              <a:xfrm>
                <a:off x="3757" y="2909"/>
                <a:ext cx="2" cy="4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" y="1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61" name="Freeform 249"/>
              <p:cNvSpPr/>
              <p:nvPr>
                <p:custDataLst>
                  <p:tags r:id="rId94"/>
                </p:custDataLst>
              </p:nvPr>
            </p:nvSpPr>
            <p:spPr bwMode="auto">
              <a:xfrm>
                <a:off x="3776" y="2913"/>
                <a:ext cx="2" cy="4"/>
              </a:xfrm>
              <a:custGeom>
                <a:avLst/>
                <a:gdLst>
                  <a:gd name="T0" fmla="*/ 0 w 1"/>
                  <a:gd name="T1" fmla="*/ 1 h 2"/>
                  <a:gd name="T2" fmla="*/ 1 w 1"/>
                  <a:gd name="T3" fmla="*/ 1 h 2"/>
                  <a:gd name="T4" fmla="*/ 0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2"/>
                      <a:pt x="1" y="0"/>
                      <a:pt x="1" y="1"/>
                    </a:cubicBezTo>
                    <a:cubicBezTo>
                      <a:pt x="1" y="0"/>
                      <a:pt x="1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62" name="Freeform 250"/>
              <p:cNvSpPr/>
              <p:nvPr>
                <p:custDataLst>
                  <p:tags r:id="rId95"/>
                </p:custDataLst>
              </p:nvPr>
            </p:nvSpPr>
            <p:spPr bwMode="auto">
              <a:xfrm>
                <a:off x="3759" y="2904"/>
                <a:ext cx="2" cy="5"/>
              </a:xfrm>
              <a:custGeom>
                <a:avLst/>
                <a:gdLst>
                  <a:gd name="T0" fmla="*/ 1 w 1"/>
                  <a:gd name="T1" fmla="*/ 0 h 2"/>
                  <a:gd name="T2" fmla="*/ 1 w 1"/>
                  <a:gd name="T3" fmla="*/ 1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1" y="0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63" name="Freeform 251"/>
              <p:cNvSpPr/>
              <p:nvPr>
                <p:custDataLst>
                  <p:tags r:id="rId96"/>
                </p:custDataLst>
              </p:nvPr>
            </p:nvSpPr>
            <p:spPr bwMode="auto">
              <a:xfrm>
                <a:off x="3893" y="3080"/>
                <a:ext cx="4" cy="9"/>
              </a:xfrm>
              <a:custGeom>
                <a:avLst/>
                <a:gdLst>
                  <a:gd name="T0" fmla="*/ 2 w 2"/>
                  <a:gd name="T1" fmla="*/ 0 h 4"/>
                  <a:gd name="T2" fmla="*/ 1 w 2"/>
                  <a:gd name="T3" fmla="*/ 1 h 4"/>
                  <a:gd name="T4" fmla="*/ 1 w 2"/>
                  <a:gd name="T5" fmla="*/ 2 h 4"/>
                  <a:gd name="T6" fmla="*/ 0 w 2"/>
                  <a:gd name="T7" fmla="*/ 4 h 4"/>
                  <a:gd name="T8" fmla="*/ 2 w 2"/>
                  <a:gd name="T9" fmla="*/ 1 h 4"/>
                  <a:gd name="T10" fmla="*/ 2 w 2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0" y="3"/>
                      <a:pt x="1" y="2"/>
                    </a:cubicBezTo>
                    <a:cubicBezTo>
                      <a:pt x="1" y="3"/>
                      <a:pt x="0" y="3"/>
                      <a:pt x="0" y="4"/>
                    </a:cubicBezTo>
                    <a:cubicBezTo>
                      <a:pt x="1" y="3"/>
                      <a:pt x="2" y="1"/>
                      <a:pt x="2" y="1"/>
                    </a:cubicBezTo>
                    <a:cubicBezTo>
                      <a:pt x="2" y="0"/>
                      <a:pt x="2" y="0"/>
                      <a:pt x="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64" name="Freeform 252"/>
              <p:cNvSpPr/>
              <p:nvPr>
                <p:custDataLst>
                  <p:tags r:id="rId97"/>
                </p:custDataLst>
              </p:nvPr>
            </p:nvSpPr>
            <p:spPr bwMode="auto">
              <a:xfrm>
                <a:off x="3786" y="2913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65" name="Freeform 253"/>
              <p:cNvSpPr/>
              <p:nvPr>
                <p:custDataLst>
                  <p:tags r:id="rId98"/>
                </p:custDataLst>
              </p:nvPr>
            </p:nvSpPr>
            <p:spPr bwMode="auto">
              <a:xfrm>
                <a:off x="3952" y="306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66" name="Freeform 254"/>
              <p:cNvSpPr>
                <a:spLocks noEditPoints="1"/>
              </p:cNvSpPr>
              <p:nvPr>
                <p:custDataLst>
                  <p:tags r:id="rId99"/>
                </p:custDataLst>
              </p:nvPr>
            </p:nvSpPr>
            <p:spPr bwMode="auto">
              <a:xfrm>
                <a:off x="3895" y="3015"/>
                <a:ext cx="152" cy="95"/>
              </a:xfrm>
              <a:custGeom>
                <a:avLst/>
                <a:gdLst>
                  <a:gd name="T0" fmla="*/ 54 w 72"/>
                  <a:gd name="T1" fmla="*/ 4 h 45"/>
                  <a:gd name="T2" fmla="*/ 55 w 72"/>
                  <a:gd name="T3" fmla="*/ 8 h 45"/>
                  <a:gd name="T4" fmla="*/ 44 w 72"/>
                  <a:gd name="T5" fmla="*/ 20 h 45"/>
                  <a:gd name="T6" fmla="*/ 38 w 72"/>
                  <a:gd name="T7" fmla="*/ 21 h 45"/>
                  <a:gd name="T8" fmla="*/ 35 w 72"/>
                  <a:gd name="T9" fmla="*/ 21 h 45"/>
                  <a:gd name="T10" fmla="*/ 30 w 72"/>
                  <a:gd name="T11" fmla="*/ 22 h 45"/>
                  <a:gd name="T12" fmla="*/ 27 w 72"/>
                  <a:gd name="T13" fmla="*/ 22 h 45"/>
                  <a:gd name="T14" fmla="*/ 21 w 72"/>
                  <a:gd name="T15" fmla="*/ 23 h 45"/>
                  <a:gd name="T16" fmla="*/ 16 w 72"/>
                  <a:gd name="T17" fmla="*/ 23 h 45"/>
                  <a:gd name="T18" fmla="*/ 11 w 72"/>
                  <a:gd name="T19" fmla="*/ 23 h 45"/>
                  <a:gd name="T20" fmla="*/ 9 w 72"/>
                  <a:gd name="T21" fmla="*/ 21 h 45"/>
                  <a:gd name="T22" fmla="*/ 8 w 72"/>
                  <a:gd name="T23" fmla="*/ 20 h 45"/>
                  <a:gd name="T24" fmla="*/ 7 w 72"/>
                  <a:gd name="T25" fmla="*/ 20 h 45"/>
                  <a:gd name="T26" fmla="*/ 4 w 72"/>
                  <a:gd name="T27" fmla="*/ 22 h 45"/>
                  <a:gd name="T28" fmla="*/ 2 w 72"/>
                  <a:gd name="T29" fmla="*/ 25 h 45"/>
                  <a:gd name="T30" fmla="*/ 2 w 72"/>
                  <a:gd name="T31" fmla="*/ 31 h 45"/>
                  <a:gd name="T32" fmla="*/ 8 w 72"/>
                  <a:gd name="T33" fmla="*/ 29 h 45"/>
                  <a:gd name="T34" fmla="*/ 4 w 72"/>
                  <a:gd name="T35" fmla="*/ 34 h 45"/>
                  <a:gd name="T36" fmla="*/ 3 w 72"/>
                  <a:gd name="T37" fmla="*/ 39 h 45"/>
                  <a:gd name="T38" fmla="*/ 8 w 72"/>
                  <a:gd name="T39" fmla="*/ 33 h 45"/>
                  <a:gd name="T40" fmla="*/ 6 w 72"/>
                  <a:gd name="T41" fmla="*/ 39 h 45"/>
                  <a:gd name="T42" fmla="*/ 7 w 72"/>
                  <a:gd name="T43" fmla="*/ 41 h 45"/>
                  <a:gd name="T44" fmla="*/ 8 w 72"/>
                  <a:gd name="T45" fmla="*/ 42 h 45"/>
                  <a:gd name="T46" fmla="*/ 9 w 72"/>
                  <a:gd name="T47" fmla="*/ 43 h 45"/>
                  <a:gd name="T48" fmla="*/ 12 w 72"/>
                  <a:gd name="T49" fmla="*/ 40 h 45"/>
                  <a:gd name="T50" fmla="*/ 13 w 72"/>
                  <a:gd name="T51" fmla="*/ 44 h 45"/>
                  <a:gd name="T52" fmla="*/ 15 w 72"/>
                  <a:gd name="T53" fmla="*/ 40 h 45"/>
                  <a:gd name="T54" fmla="*/ 16 w 72"/>
                  <a:gd name="T55" fmla="*/ 40 h 45"/>
                  <a:gd name="T56" fmla="*/ 17 w 72"/>
                  <a:gd name="T57" fmla="*/ 42 h 45"/>
                  <a:gd name="T58" fmla="*/ 23 w 72"/>
                  <a:gd name="T59" fmla="*/ 41 h 45"/>
                  <a:gd name="T60" fmla="*/ 24 w 72"/>
                  <a:gd name="T61" fmla="*/ 41 h 45"/>
                  <a:gd name="T62" fmla="*/ 28 w 72"/>
                  <a:gd name="T63" fmla="*/ 41 h 45"/>
                  <a:gd name="T64" fmla="*/ 31 w 72"/>
                  <a:gd name="T65" fmla="*/ 40 h 45"/>
                  <a:gd name="T66" fmla="*/ 33 w 72"/>
                  <a:gd name="T67" fmla="*/ 39 h 45"/>
                  <a:gd name="T68" fmla="*/ 34 w 72"/>
                  <a:gd name="T69" fmla="*/ 40 h 45"/>
                  <a:gd name="T70" fmla="*/ 34 w 72"/>
                  <a:gd name="T71" fmla="*/ 37 h 45"/>
                  <a:gd name="T72" fmla="*/ 37 w 72"/>
                  <a:gd name="T73" fmla="*/ 38 h 45"/>
                  <a:gd name="T74" fmla="*/ 41 w 72"/>
                  <a:gd name="T75" fmla="*/ 39 h 45"/>
                  <a:gd name="T76" fmla="*/ 43 w 72"/>
                  <a:gd name="T77" fmla="*/ 35 h 45"/>
                  <a:gd name="T78" fmla="*/ 46 w 72"/>
                  <a:gd name="T79" fmla="*/ 35 h 45"/>
                  <a:gd name="T80" fmla="*/ 47 w 72"/>
                  <a:gd name="T81" fmla="*/ 34 h 45"/>
                  <a:gd name="T82" fmla="*/ 49 w 72"/>
                  <a:gd name="T83" fmla="*/ 34 h 45"/>
                  <a:gd name="T84" fmla="*/ 50 w 72"/>
                  <a:gd name="T85" fmla="*/ 36 h 45"/>
                  <a:gd name="T86" fmla="*/ 51 w 72"/>
                  <a:gd name="T87" fmla="*/ 32 h 45"/>
                  <a:gd name="T88" fmla="*/ 52 w 72"/>
                  <a:gd name="T89" fmla="*/ 27 h 45"/>
                  <a:gd name="T90" fmla="*/ 54 w 72"/>
                  <a:gd name="T91" fmla="*/ 28 h 45"/>
                  <a:gd name="T92" fmla="*/ 54 w 72"/>
                  <a:gd name="T93" fmla="*/ 23 h 45"/>
                  <a:gd name="T94" fmla="*/ 58 w 72"/>
                  <a:gd name="T95" fmla="*/ 23 h 45"/>
                  <a:gd name="T96" fmla="*/ 59 w 72"/>
                  <a:gd name="T97" fmla="*/ 21 h 45"/>
                  <a:gd name="T98" fmla="*/ 61 w 72"/>
                  <a:gd name="T99" fmla="*/ 20 h 45"/>
                  <a:gd name="T100" fmla="*/ 65 w 72"/>
                  <a:gd name="T101" fmla="*/ 17 h 45"/>
                  <a:gd name="T102" fmla="*/ 65 w 72"/>
                  <a:gd name="T103" fmla="*/ 13 h 45"/>
                  <a:gd name="T104" fmla="*/ 67 w 72"/>
                  <a:gd name="T105" fmla="*/ 8 h 45"/>
                  <a:gd name="T106" fmla="*/ 61 w 72"/>
                  <a:gd name="T107" fmla="*/ 9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72" h="45">
                    <a:moveTo>
                      <a:pt x="68" y="4"/>
                    </a:moveTo>
                    <a:cubicBezTo>
                      <a:pt x="67" y="4"/>
                      <a:pt x="70" y="3"/>
                      <a:pt x="70" y="3"/>
                    </a:cubicBezTo>
                    <a:cubicBezTo>
                      <a:pt x="66" y="4"/>
                      <a:pt x="69" y="0"/>
                      <a:pt x="65" y="3"/>
                    </a:cubicBezTo>
                    <a:cubicBezTo>
                      <a:pt x="64" y="3"/>
                      <a:pt x="63" y="5"/>
                      <a:pt x="63" y="6"/>
                    </a:cubicBezTo>
                    <a:cubicBezTo>
                      <a:pt x="62" y="6"/>
                      <a:pt x="61" y="6"/>
                      <a:pt x="61" y="6"/>
                    </a:cubicBezTo>
                    <a:cubicBezTo>
                      <a:pt x="59" y="4"/>
                      <a:pt x="51" y="2"/>
                      <a:pt x="54" y="4"/>
                    </a:cubicBezTo>
                    <a:cubicBezTo>
                      <a:pt x="55" y="4"/>
                      <a:pt x="56" y="5"/>
                      <a:pt x="56" y="5"/>
                    </a:cubicBezTo>
                    <a:cubicBezTo>
                      <a:pt x="56" y="5"/>
                      <a:pt x="56" y="5"/>
                      <a:pt x="56" y="5"/>
                    </a:cubicBezTo>
                    <a:cubicBezTo>
                      <a:pt x="57" y="6"/>
                      <a:pt x="57" y="6"/>
                      <a:pt x="57" y="6"/>
                    </a:cubicBezTo>
                    <a:cubicBezTo>
                      <a:pt x="57" y="6"/>
                      <a:pt x="55" y="5"/>
                      <a:pt x="55" y="4"/>
                    </a:cubicBezTo>
                    <a:cubicBezTo>
                      <a:pt x="55" y="5"/>
                      <a:pt x="55" y="6"/>
                      <a:pt x="54" y="6"/>
                    </a:cubicBezTo>
                    <a:cubicBezTo>
                      <a:pt x="55" y="7"/>
                      <a:pt x="54" y="6"/>
                      <a:pt x="55" y="8"/>
                    </a:cubicBezTo>
                    <a:cubicBezTo>
                      <a:pt x="55" y="7"/>
                      <a:pt x="55" y="7"/>
                      <a:pt x="55" y="7"/>
                    </a:cubicBezTo>
                    <a:cubicBezTo>
                      <a:pt x="55" y="8"/>
                      <a:pt x="55" y="8"/>
                      <a:pt x="53" y="7"/>
                    </a:cubicBezTo>
                    <a:cubicBezTo>
                      <a:pt x="50" y="7"/>
                      <a:pt x="49" y="9"/>
                      <a:pt x="47" y="10"/>
                    </a:cubicBezTo>
                    <a:cubicBezTo>
                      <a:pt x="46" y="12"/>
                      <a:pt x="45" y="14"/>
                      <a:pt x="43" y="16"/>
                    </a:cubicBezTo>
                    <a:cubicBezTo>
                      <a:pt x="44" y="19"/>
                      <a:pt x="43" y="18"/>
                      <a:pt x="44" y="21"/>
                    </a:cubicBezTo>
                    <a:cubicBezTo>
                      <a:pt x="44" y="20"/>
                      <a:pt x="44" y="20"/>
                      <a:pt x="44" y="20"/>
                    </a:cubicBezTo>
                    <a:cubicBezTo>
                      <a:pt x="44" y="22"/>
                      <a:pt x="43" y="20"/>
                      <a:pt x="42" y="19"/>
                    </a:cubicBezTo>
                    <a:cubicBezTo>
                      <a:pt x="43" y="21"/>
                      <a:pt x="42" y="20"/>
                      <a:pt x="43" y="22"/>
                    </a:cubicBezTo>
                    <a:cubicBezTo>
                      <a:pt x="44" y="23"/>
                      <a:pt x="41" y="19"/>
                      <a:pt x="42" y="20"/>
                    </a:cubicBezTo>
                    <a:cubicBezTo>
                      <a:pt x="41" y="20"/>
                      <a:pt x="42" y="21"/>
                      <a:pt x="42" y="21"/>
                    </a:cubicBezTo>
                    <a:cubicBezTo>
                      <a:pt x="42" y="23"/>
                      <a:pt x="41" y="20"/>
                      <a:pt x="40" y="18"/>
                    </a:cubicBezTo>
                    <a:cubicBezTo>
                      <a:pt x="39" y="19"/>
                      <a:pt x="39" y="22"/>
                      <a:pt x="38" y="21"/>
                    </a:cubicBezTo>
                    <a:cubicBezTo>
                      <a:pt x="38" y="21"/>
                      <a:pt x="38" y="22"/>
                      <a:pt x="38" y="22"/>
                    </a:cubicBezTo>
                    <a:cubicBezTo>
                      <a:pt x="37" y="19"/>
                      <a:pt x="38" y="23"/>
                      <a:pt x="38" y="22"/>
                    </a:cubicBezTo>
                    <a:cubicBezTo>
                      <a:pt x="37" y="21"/>
                      <a:pt x="37" y="21"/>
                      <a:pt x="37" y="21"/>
                    </a:cubicBezTo>
                    <a:cubicBezTo>
                      <a:pt x="36" y="20"/>
                      <a:pt x="37" y="22"/>
                      <a:pt x="36" y="21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36" y="23"/>
                      <a:pt x="35" y="20"/>
                      <a:pt x="35" y="21"/>
                    </a:cubicBezTo>
                    <a:cubicBezTo>
                      <a:pt x="35" y="20"/>
                      <a:pt x="35" y="21"/>
                      <a:pt x="35" y="20"/>
                    </a:cubicBezTo>
                    <a:cubicBezTo>
                      <a:pt x="36" y="24"/>
                      <a:pt x="34" y="19"/>
                      <a:pt x="34" y="21"/>
                    </a:cubicBezTo>
                    <a:cubicBezTo>
                      <a:pt x="34" y="21"/>
                      <a:pt x="34" y="21"/>
                      <a:pt x="34" y="21"/>
                    </a:cubicBezTo>
                    <a:cubicBezTo>
                      <a:pt x="34" y="21"/>
                      <a:pt x="34" y="20"/>
                      <a:pt x="32" y="22"/>
                    </a:cubicBezTo>
                    <a:cubicBezTo>
                      <a:pt x="32" y="22"/>
                      <a:pt x="31" y="19"/>
                      <a:pt x="30" y="21"/>
                    </a:cubicBezTo>
                    <a:cubicBezTo>
                      <a:pt x="30" y="22"/>
                      <a:pt x="30" y="22"/>
                      <a:pt x="30" y="22"/>
                    </a:cubicBezTo>
                    <a:cubicBezTo>
                      <a:pt x="30" y="22"/>
                      <a:pt x="30" y="21"/>
                      <a:pt x="30" y="21"/>
                    </a:cubicBezTo>
                    <a:cubicBezTo>
                      <a:pt x="30" y="22"/>
                      <a:pt x="30" y="20"/>
                      <a:pt x="29" y="20"/>
                    </a:cubicBezTo>
                    <a:cubicBezTo>
                      <a:pt x="29" y="21"/>
                      <a:pt x="29" y="21"/>
                      <a:pt x="29" y="22"/>
                    </a:cubicBezTo>
                    <a:cubicBezTo>
                      <a:pt x="29" y="20"/>
                      <a:pt x="28" y="23"/>
                      <a:pt x="27" y="21"/>
                    </a:cubicBezTo>
                    <a:cubicBezTo>
                      <a:pt x="27" y="25"/>
                      <a:pt x="27" y="23"/>
                      <a:pt x="27" y="24"/>
                    </a:cubicBezTo>
                    <a:cubicBezTo>
                      <a:pt x="27" y="24"/>
                      <a:pt x="27" y="23"/>
                      <a:pt x="27" y="22"/>
                    </a:cubicBezTo>
                    <a:cubicBezTo>
                      <a:pt x="26" y="22"/>
                      <a:pt x="26" y="22"/>
                      <a:pt x="26" y="21"/>
                    </a:cubicBezTo>
                    <a:cubicBezTo>
                      <a:pt x="26" y="22"/>
                      <a:pt x="25" y="24"/>
                      <a:pt x="25" y="23"/>
                    </a:cubicBezTo>
                    <a:cubicBezTo>
                      <a:pt x="25" y="21"/>
                      <a:pt x="25" y="23"/>
                      <a:pt x="25" y="22"/>
                    </a:cubicBezTo>
                    <a:cubicBezTo>
                      <a:pt x="24" y="24"/>
                      <a:pt x="24" y="25"/>
                      <a:pt x="24" y="25"/>
                    </a:cubicBezTo>
                    <a:cubicBezTo>
                      <a:pt x="24" y="22"/>
                      <a:pt x="24" y="22"/>
                      <a:pt x="24" y="22"/>
                    </a:cubicBezTo>
                    <a:cubicBezTo>
                      <a:pt x="23" y="23"/>
                      <a:pt x="23" y="20"/>
                      <a:pt x="21" y="23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0" y="23"/>
                      <a:pt x="20" y="21"/>
                      <a:pt x="18" y="24"/>
                    </a:cubicBezTo>
                    <a:cubicBezTo>
                      <a:pt x="18" y="23"/>
                      <a:pt x="18" y="22"/>
                      <a:pt x="18" y="22"/>
                    </a:cubicBezTo>
                    <a:cubicBezTo>
                      <a:pt x="17" y="24"/>
                      <a:pt x="17" y="23"/>
                      <a:pt x="16" y="25"/>
                    </a:cubicBezTo>
                    <a:cubicBezTo>
                      <a:pt x="16" y="25"/>
                      <a:pt x="16" y="24"/>
                      <a:pt x="16" y="24"/>
                    </a:cubicBezTo>
                    <a:cubicBezTo>
                      <a:pt x="16" y="23"/>
                      <a:pt x="17" y="21"/>
                      <a:pt x="16" y="23"/>
                    </a:cubicBezTo>
                    <a:cubicBezTo>
                      <a:pt x="16" y="22"/>
                      <a:pt x="16" y="22"/>
                      <a:pt x="16" y="22"/>
                    </a:cubicBezTo>
                    <a:cubicBezTo>
                      <a:pt x="15" y="23"/>
                      <a:pt x="14" y="24"/>
                      <a:pt x="15" y="23"/>
                    </a:cubicBezTo>
                    <a:cubicBezTo>
                      <a:pt x="14" y="24"/>
                      <a:pt x="13" y="24"/>
                      <a:pt x="13" y="26"/>
                    </a:cubicBezTo>
                    <a:cubicBezTo>
                      <a:pt x="12" y="26"/>
                      <a:pt x="14" y="23"/>
                      <a:pt x="13" y="25"/>
                    </a:cubicBezTo>
                    <a:cubicBezTo>
                      <a:pt x="14" y="23"/>
                      <a:pt x="14" y="23"/>
                      <a:pt x="14" y="23"/>
                    </a:cubicBezTo>
                    <a:cubicBezTo>
                      <a:pt x="14" y="22"/>
                      <a:pt x="12" y="23"/>
                      <a:pt x="11" y="23"/>
                    </a:cubicBezTo>
                    <a:cubicBezTo>
                      <a:pt x="12" y="21"/>
                      <a:pt x="10" y="23"/>
                      <a:pt x="11" y="22"/>
                    </a:cubicBezTo>
                    <a:cubicBezTo>
                      <a:pt x="10" y="23"/>
                      <a:pt x="11" y="21"/>
                      <a:pt x="9" y="23"/>
                    </a:cubicBezTo>
                    <a:cubicBezTo>
                      <a:pt x="10" y="22"/>
                      <a:pt x="10" y="22"/>
                      <a:pt x="10" y="22"/>
                    </a:cubicBezTo>
                    <a:cubicBezTo>
                      <a:pt x="10" y="22"/>
                      <a:pt x="10" y="21"/>
                      <a:pt x="10" y="21"/>
                    </a:cubicBezTo>
                    <a:cubicBezTo>
                      <a:pt x="10" y="20"/>
                      <a:pt x="8" y="21"/>
                      <a:pt x="8" y="22"/>
                    </a:cubicBezTo>
                    <a:cubicBezTo>
                      <a:pt x="9" y="21"/>
                      <a:pt x="9" y="21"/>
                      <a:pt x="9" y="21"/>
                    </a:cubicBezTo>
                    <a:cubicBezTo>
                      <a:pt x="8" y="21"/>
                      <a:pt x="6" y="22"/>
                      <a:pt x="5" y="23"/>
                    </a:cubicBezTo>
                    <a:cubicBezTo>
                      <a:pt x="6" y="22"/>
                      <a:pt x="5" y="23"/>
                      <a:pt x="5" y="22"/>
                    </a:cubicBezTo>
                    <a:cubicBezTo>
                      <a:pt x="6" y="22"/>
                      <a:pt x="8" y="21"/>
                      <a:pt x="9" y="20"/>
                    </a:cubicBezTo>
                    <a:cubicBezTo>
                      <a:pt x="10" y="20"/>
                      <a:pt x="6" y="21"/>
                      <a:pt x="8" y="20"/>
                    </a:cubicBezTo>
                    <a:cubicBezTo>
                      <a:pt x="9" y="20"/>
                      <a:pt x="8" y="20"/>
                      <a:pt x="6" y="21"/>
                    </a:cubicBezTo>
                    <a:cubicBezTo>
                      <a:pt x="8" y="20"/>
                      <a:pt x="8" y="20"/>
                      <a:pt x="8" y="20"/>
                    </a:cubicBezTo>
                    <a:cubicBezTo>
                      <a:pt x="8" y="20"/>
                      <a:pt x="8" y="20"/>
                      <a:pt x="7" y="20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5" y="21"/>
                      <a:pt x="5" y="20"/>
                      <a:pt x="3" y="21"/>
                    </a:cubicBezTo>
                    <a:cubicBezTo>
                      <a:pt x="4" y="21"/>
                      <a:pt x="4" y="21"/>
                      <a:pt x="4" y="21"/>
                    </a:cubicBezTo>
                    <a:cubicBezTo>
                      <a:pt x="3" y="22"/>
                      <a:pt x="2" y="22"/>
                      <a:pt x="3" y="21"/>
                    </a:cubicBezTo>
                    <a:cubicBezTo>
                      <a:pt x="5" y="20"/>
                      <a:pt x="6" y="20"/>
                      <a:pt x="7" y="20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4" y="20"/>
                      <a:pt x="3" y="21"/>
                      <a:pt x="2" y="21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1" y="22"/>
                      <a:pt x="1" y="22"/>
                      <a:pt x="1" y="22"/>
                    </a:cubicBezTo>
                    <a:cubicBezTo>
                      <a:pt x="2" y="22"/>
                      <a:pt x="1" y="23"/>
                      <a:pt x="2" y="23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4" y="22"/>
                      <a:pt x="6" y="21"/>
                      <a:pt x="4" y="22"/>
                    </a:cubicBezTo>
                    <a:cubicBezTo>
                      <a:pt x="2" y="23"/>
                      <a:pt x="2" y="23"/>
                      <a:pt x="2" y="23"/>
                    </a:cubicBezTo>
                    <a:cubicBezTo>
                      <a:pt x="3" y="23"/>
                      <a:pt x="3" y="23"/>
                      <a:pt x="3" y="23"/>
                    </a:cubicBezTo>
                    <a:cubicBezTo>
                      <a:pt x="1" y="25"/>
                      <a:pt x="1" y="25"/>
                      <a:pt x="1" y="25"/>
                    </a:cubicBezTo>
                    <a:cubicBezTo>
                      <a:pt x="4" y="23"/>
                      <a:pt x="2" y="25"/>
                      <a:pt x="3" y="24"/>
                    </a:cubicBezTo>
                    <a:cubicBezTo>
                      <a:pt x="2" y="25"/>
                      <a:pt x="2" y="25"/>
                      <a:pt x="2" y="25"/>
                    </a:cubicBezTo>
                    <a:cubicBezTo>
                      <a:pt x="2" y="26"/>
                      <a:pt x="4" y="24"/>
                      <a:pt x="4" y="24"/>
                    </a:cubicBezTo>
                    <a:cubicBezTo>
                      <a:pt x="4" y="24"/>
                      <a:pt x="1" y="26"/>
                      <a:pt x="1" y="27"/>
                    </a:cubicBezTo>
                    <a:cubicBezTo>
                      <a:pt x="1" y="27"/>
                      <a:pt x="3" y="26"/>
                      <a:pt x="2" y="28"/>
                    </a:cubicBezTo>
                    <a:cubicBezTo>
                      <a:pt x="2" y="28"/>
                      <a:pt x="4" y="28"/>
                      <a:pt x="5" y="27"/>
                    </a:cubicBezTo>
                    <a:cubicBezTo>
                      <a:pt x="5" y="28"/>
                      <a:pt x="3" y="29"/>
                      <a:pt x="4" y="29"/>
                    </a:cubicBezTo>
                    <a:cubicBezTo>
                      <a:pt x="3" y="29"/>
                      <a:pt x="2" y="30"/>
                      <a:pt x="2" y="31"/>
                    </a:cubicBezTo>
                    <a:cubicBezTo>
                      <a:pt x="3" y="30"/>
                      <a:pt x="2" y="32"/>
                      <a:pt x="4" y="30"/>
                    </a:cubicBezTo>
                    <a:cubicBezTo>
                      <a:pt x="4" y="30"/>
                      <a:pt x="4" y="31"/>
                      <a:pt x="5" y="31"/>
                    </a:cubicBezTo>
                    <a:cubicBezTo>
                      <a:pt x="4" y="31"/>
                      <a:pt x="3" y="33"/>
                      <a:pt x="3" y="33"/>
                    </a:cubicBezTo>
                    <a:cubicBezTo>
                      <a:pt x="4" y="32"/>
                      <a:pt x="5" y="32"/>
                      <a:pt x="5" y="32"/>
                    </a:cubicBezTo>
                    <a:cubicBezTo>
                      <a:pt x="6" y="31"/>
                      <a:pt x="6" y="31"/>
                      <a:pt x="7" y="29"/>
                    </a:cubicBezTo>
                    <a:cubicBezTo>
                      <a:pt x="7" y="29"/>
                      <a:pt x="8" y="28"/>
                      <a:pt x="8" y="29"/>
                    </a:cubicBezTo>
                    <a:cubicBezTo>
                      <a:pt x="7" y="30"/>
                      <a:pt x="5" y="32"/>
                      <a:pt x="6" y="33"/>
                    </a:cubicBezTo>
                    <a:cubicBezTo>
                      <a:pt x="4" y="35"/>
                      <a:pt x="5" y="32"/>
                      <a:pt x="4" y="34"/>
                    </a:cubicBezTo>
                    <a:cubicBezTo>
                      <a:pt x="2" y="36"/>
                      <a:pt x="2" y="36"/>
                      <a:pt x="2" y="35"/>
                    </a:cubicBezTo>
                    <a:cubicBezTo>
                      <a:pt x="0" y="36"/>
                      <a:pt x="2" y="35"/>
                      <a:pt x="1" y="37"/>
                    </a:cubicBezTo>
                    <a:cubicBezTo>
                      <a:pt x="1" y="37"/>
                      <a:pt x="2" y="36"/>
                      <a:pt x="3" y="36"/>
                    </a:cubicBezTo>
                    <a:cubicBezTo>
                      <a:pt x="4" y="35"/>
                      <a:pt x="4" y="35"/>
                      <a:pt x="4" y="34"/>
                    </a:cubicBezTo>
                    <a:cubicBezTo>
                      <a:pt x="6" y="32"/>
                      <a:pt x="4" y="36"/>
                      <a:pt x="4" y="36"/>
                    </a:cubicBezTo>
                    <a:cubicBezTo>
                      <a:pt x="3" y="36"/>
                      <a:pt x="3" y="36"/>
                      <a:pt x="3" y="36"/>
                    </a:cubicBezTo>
                    <a:cubicBezTo>
                      <a:pt x="3" y="37"/>
                      <a:pt x="4" y="36"/>
                      <a:pt x="4" y="36"/>
                    </a:cubicBezTo>
                    <a:cubicBezTo>
                      <a:pt x="3" y="39"/>
                      <a:pt x="4" y="36"/>
                      <a:pt x="3" y="38"/>
                    </a:cubicBezTo>
                    <a:cubicBezTo>
                      <a:pt x="1" y="40"/>
                      <a:pt x="1" y="40"/>
                      <a:pt x="1" y="40"/>
                    </a:cubicBezTo>
                    <a:cubicBezTo>
                      <a:pt x="2" y="41"/>
                      <a:pt x="3" y="38"/>
                      <a:pt x="3" y="39"/>
                    </a:cubicBezTo>
                    <a:cubicBezTo>
                      <a:pt x="2" y="40"/>
                      <a:pt x="2" y="40"/>
                      <a:pt x="2" y="40"/>
                    </a:cubicBezTo>
                    <a:cubicBezTo>
                      <a:pt x="3" y="39"/>
                      <a:pt x="3" y="39"/>
                      <a:pt x="3" y="39"/>
                    </a:cubicBezTo>
                    <a:cubicBezTo>
                      <a:pt x="4" y="38"/>
                      <a:pt x="5" y="37"/>
                      <a:pt x="4" y="37"/>
                    </a:cubicBezTo>
                    <a:cubicBezTo>
                      <a:pt x="6" y="34"/>
                      <a:pt x="5" y="37"/>
                      <a:pt x="6" y="36"/>
                    </a:cubicBezTo>
                    <a:cubicBezTo>
                      <a:pt x="7" y="35"/>
                      <a:pt x="5" y="36"/>
                      <a:pt x="6" y="35"/>
                    </a:cubicBezTo>
                    <a:cubicBezTo>
                      <a:pt x="7" y="33"/>
                      <a:pt x="7" y="34"/>
                      <a:pt x="8" y="33"/>
                    </a:cubicBezTo>
                    <a:cubicBezTo>
                      <a:pt x="8" y="34"/>
                      <a:pt x="7" y="35"/>
                      <a:pt x="6" y="36"/>
                    </a:cubicBezTo>
                    <a:cubicBezTo>
                      <a:pt x="6" y="36"/>
                      <a:pt x="6" y="36"/>
                      <a:pt x="6" y="36"/>
                    </a:cubicBezTo>
                    <a:cubicBezTo>
                      <a:pt x="5" y="37"/>
                      <a:pt x="5" y="39"/>
                      <a:pt x="4" y="40"/>
                    </a:cubicBezTo>
                    <a:cubicBezTo>
                      <a:pt x="4" y="41"/>
                      <a:pt x="5" y="38"/>
                      <a:pt x="5" y="39"/>
                    </a:cubicBezTo>
                    <a:cubicBezTo>
                      <a:pt x="5" y="39"/>
                      <a:pt x="6" y="37"/>
                      <a:pt x="6" y="37"/>
                    </a:cubicBezTo>
                    <a:cubicBezTo>
                      <a:pt x="9" y="33"/>
                      <a:pt x="5" y="40"/>
                      <a:pt x="6" y="39"/>
                    </a:cubicBezTo>
                    <a:cubicBezTo>
                      <a:pt x="7" y="37"/>
                      <a:pt x="9" y="36"/>
                      <a:pt x="10" y="33"/>
                    </a:cubicBezTo>
                    <a:cubicBezTo>
                      <a:pt x="10" y="32"/>
                      <a:pt x="11" y="32"/>
                      <a:pt x="11" y="32"/>
                    </a:cubicBezTo>
                    <a:cubicBezTo>
                      <a:pt x="10" y="34"/>
                      <a:pt x="10" y="34"/>
                      <a:pt x="9" y="35"/>
                    </a:cubicBezTo>
                    <a:cubicBezTo>
                      <a:pt x="9" y="35"/>
                      <a:pt x="9" y="35"/>
                      <a:pt x="9" y="35"/>
                    </a:cubicBezTo>
                    <a:cubicBezTo>
                      <a:pt x="8" y="38"/>
                      <a:pt x="8" y="38"/>
                      <a:pt x="8" y="38"/>
                    </a:cubicBezTo>
                    <a:cubicBezTo>
                      <a:pt x="7" y="39"/>
                      <a:pt x="7" y="40"/>
                      <a:pt x="7" y="41"/>
                    </a:cubicBezTo>
                    <a:cubicBezTo>
                      <a:pt x="8" y="41"/>
                      <a:pt x="8" y="40"/>
                      <a:pt x="8" y="39"/>
                    </a:cubicBezTo>
                    <a:cubicBezTo>
                      <a:pt x="8" y="40"/>
                      <a:pt x="7" y="41"/>
                      <a:pt x="8" y="41"/>
                    </a:cubicBezTo>
                    <a:cubicBezTo>
                      <a:pt x="8" y="40"/>
                      <a:pt x="9" y="38"/>
                      <a:pt x="9" y="38"/>
                    </a:cubicBezTo>
                    <a:cubicBezTo>
                      <a:pt x="10" y="38"/>
                      <a:pt x="9" y="40"/>
                      <a:pt x="9" y="41"/>
                    </a:cubicBezTo>
                    <a:cubicBezTo>
                      <a:pt x="8" y="42"/>
                      <a:pt x="8" y="42"/>
                      <a:pt x="8" y="42"/>
                    </a:cubicBezTo>
                    <a:cubicBezTo>
                      <a:pt x="9" y="41"/>
                      <a:pt x="8" y="43"/>
                      <a:pt x="8" y="42"/>
                    </a:cubicBezTo>
                    <a:cubicBezTo>
                      <a:pt x="9" y="41"/>
                      <a:pt x="9" y="40"/>
                      <a:pt x="10" y="38"/>
                    </a:cubicBezTo>
                    <a:cubicBezTo>
                      <a:pt x="11" y="38"/>
                      <a:pt x="10" y="40"/>
                      <a:pt x="10" y="39"/>
                    </a:cubicBezTo>
                    <a:cubicBezTo>
                      <a:pt x="9" y="40"/>
                      <a:pt x="9" y="40"/>
                      <a:pt x="9" y="40"/>
                    </a:cubicBezTo>
                    <a:cubicBezTo>
                      <a:pt x="10" y="40"/>
                      <a:pt x="8" y="43"/>
                      <a:pt x="9" y="43"/>
                    </a:cubicBezTo>
                    <a:cubicBezTo>
                      <a:pt x="10" y="41"/>
                      <a:pt x="10" y="41"/>
                      <a:pt x="10" y="41"/>
                    </a:cubicBezTo>
                    <a:cubicBezTo>
                      <a:pt x="9" y="43"/>
                      <a:pt x="9" y="43"/>
                      <a:pt x="9" y="43"/>
                    </a:cubicBezTo>
                    <a:cubicBezTo>
                      <a:pt x="10" y="42"/>
                      <a:pt x="10" y="42"/>
                      <a:pt x="10" y="42"/>
                    </a:cubicBezTo>
                    <a:cubicBezTo>
                      <a:pt x="10" y="43"/>
                      <a:pt x="10" y="43"/>
                      <a:pt x="10" y="43"/>
                    </a:cubicBezTo>
                    <a:cubicBezTo>
                      <a:pt x="10" y="42"/>
                      <a:pt x="11" y="40"/>
                      <a:pt x="11" y="42"/>
                    </a:cubicBezTo>
                    <a:cubicBezTo>
                      <a:pt x="12" y="40"/>
                      <a:pt x="11" y="42"/>
                      <a:pt x="11" y="41"/>
                    </a:cubicBezTo>
                    <a:cubicBezTo>
                      <a:pt x="11" y="39"/>
                      <a:pt x="12" y="39"/>
                      <a:pt x="12" y="39"/>
                    </a:cubicBezTo>
                    <a:cubicBezTo>
                      <a:pt x="11" y="42"/>
                      <a:pt x="12" y="39"/>
                      <a:pt x="12" y="40"/>
                    </a:cubicBezTo>
                    <a:cubicBezTo>
                      <a:pt x="12" y="41"/>
                      <a:pt x="12" y="41"/>
                      <a:pt x="12" y="42"/>
                    </a:cubicBezTo>
                    <a:cubicBezTo>
                      <a:pt x="13" y="40"/>
                      <a:pt x="13" y="40"/>
                      <a:pt x="13" y="40"/>
                    </a:cubicBezTo>
                    <a:cubicBezTo>
                      <a:pt x="12" y="43"/>
                      <a:pt x="13" y="39"/>
                      <a:pt x="13" y="41"/>
                    </a:cubicBezTo>
                    <a:cubicBezTo>
                      <a:pt x="13" y="42"/>
                      <a:pt x="12" y="43"/>
                      <a:pt x="12" y="43"/>
                    </a:cubicBezTo>
                    <a:cubicBezTo>
                      <a:pt x="13" y="41"/>
                      <a:pt x="14" y="40"/>
                      <a:pt x="14" y="39"/>
                    </a:cubicBezTo>
                    <a:cubicBezTo>
                      <a:pt x="14" y="40"/>
                      <a:pt x="13" y="42"/>
                      <a:pt x="13" y="44"/>
                    </a:cubicBezTo>
                    <a:cubicBezTo>
                      <a:pt x="14" y="42"/>
                      <a:pt x="13" y="45"/>
                      <a:pt x="14" y="43"/>
                    </a:cubicBezTo>
                    <a:cubicBezTo>
                      <a:pt x="14" y="42"/>
                      <a:pt x="14" y="41"/>
                      <a:pt x="15" y="40"/>
                    </a:cubicBezTo>
                    <a:cubicBezTo>
                      <a:pt x="15" y="40"/>
                      <a:pt x="14" y="41"/>
                      <a:pt x="14" y="42"/>
                    </a:cubicBezTo>
                    <a:cubicBezTo>
                      <a:pt x="14" y="42"/>
                      <a:pt x="15" y="40"/>
                      <a:pt x="15" y="39"/>
                    </a:cubicBezTo>
                    <a:cubicBezTo>
                      <a:pt x="15" y="39"/>
                      <a:pt x="16" y="37"/>
                      <a:pt x="16" y="39"/>
                    </a:cubicBezTo>
                    <a:cubicBezTo>
                      <a:pt x="16" y="40"/>
                      <a:pt x="15" y="39"/>
                      <a:pt x="15" y="40"/>
                    </a:cubicBezTo>
                    <a:cubicBezTo>
                      <a:pt x="16" y="41"/>
                      <a:pt x="17" y="37"/>
                      <a:pt x="17" y="36"/>
                    </a:cubicBezTo>
                    <a:cubicBezTo>
                      <a:pt x="17" y="35"/>
                      <a:pt x="18" y="32"/>
                      <a:pt x="19" y="31"/>
                    </a:cubicBezTo>
                    <a:cubicBezTo>
                      <a:pt x="19" y="32"/>
                      <a:pt x="18" y="32"/>
                      <a:pt x="18" y="34"/>
                    </a:cubicBezTo>
                    <a:cubicBezTo>
                      <a:pt x="18" y="34"/>
                      <a:pt x="18" y="34"/>
                      <a:pt x="18" y="34"/>
                    </a:cubicBezTo>
                    <a:cubicBezTo>
                      <a:pt x="18" y="37"/>
                      <a:pt x="16" y="39"/>
                      <a:pt x="16" y="41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16" y="43"/>
                      <a:pt x="16" y="43"/>
                      <a:pt x="16" y="43"/>
                    </a:cubicBezTo>
                    <a:cubicBezTo>
                      <a:pt x="16" y="41"/>
                      <a:pt x="16" y="43"/>
                      <a:pt x="16" y="42"/>
                    </a:cubicBezTo>
                    <a:cubicBezTo>
                      <a:pt x="17" y="41"/>
                      <a:pt x="16" y="43"/>
                      <a:pt x="16" y="41"/>
                    </a:cubicBezTo>
                    <a:cubicBezTo>
                      <a:pt x="17" y="41"/>
                      <a:pt x="18" y="38"/>
                      <a:pt x="18" y="39"/>
                    </a:cubicBezTo>
                    <a:cubicBezTo>
                      <a:pt x="17" y="43"/>
                      <a:pt x="17" y="43"/>
                      <a:pt x="17" y="43"/>
                    </a:cubicBezTo>
                    <a:cubicBezTo>
                      <a:pt x="17" y="43"/>
                      <a:pt x="17" y="41"/>
                      <a:pt x="17" y="42"/>
                    </a:cubicBezTo>
                    <a:cubicBezTo>
                      <a:pt x="17" y="43"/>
                      <a:pt x="17" y="43"/>
                      <a:pt x="17" y="43"/>
                    </a:cubicBezTo>
                    <a:cubicBezTo>
                      <a:pt x="18" y="43"/>
                      <a:pt x="19" y="43"/>
                      <a:pt x="21" y="39"/>
                    </a:cubicBezTo>
                    <a:cubicBezTo>
                      <a:pt x="21" y="41"/>
                      <a:pt x="21" y="41"/>
                      <a:pt x="21" y="42"/>
                    </a:cubicBezTo>
                    <a:cubicBezTo>
                      <a:pt x="21" y="42"/>
                      <a:pt x="22" y="41"/>
                      <a:pt x="22" y="41"/>
                    </a:cubicBezTo>
                    <a:cubicBezTo>
                      <a:pt x="22" y="43"/>
                      <a:pt x="22" y="43"/>
                      <a:pt x="22" y="43"/>
                    </a:cubicBezTo>
                    <a:cubicBezTo>
                      <a:pt x="22" y="44"/>
                      <a:pt x="23" y="42"/>
                      <a:pt x="23" y="41"/>
                    </a:cubicBezTo>
                    <a:cubicBezTo>
                      <a:pt x="23" y="42"/>
                      <a:pt x="23" y="42"/>
                      <a:pt x="23" y="42"/>
                    </a:cubicBezTo>
                    <a:cubicBezTo>
                      <a:pt x="23" y="44"/>
                      <a:pt x="23" y="41"/>
                      <a:pt x="23" y="41"/>
                    </a:cubicBezTo>
                    <a:cubicBezTo>
                      <a:pt x="23" y="42"/>
                      <a:pt x="23" y="42"/>
                      <a:pt x="23" y="42"/>
                    </a:cubicBezTo>
                    <a:cubicBezTo>
                      <a:pt x="24" y="41"/>
                      <a:pt x="24" y="41"/>
                      <a:pt x="24" y="41"/>
                    </a:cubicBezTo>
                    <a:cubicBezTo>
                      <a:pt x="24" y="40"/>
                      <a:pt x="24" y="41"/>
                      <a:pt x="24" y="43"/>
                    </a:cubicBezTo>
                    <a:cubicBezTo>
                      <a:pt x="24" y="41"/>
                      <a:pt x="24" y="41"/>
                      <a:pt x="24" y="41"/>
                    </a:cubicBezTo>
                    <a:cubicBezTo>
                      <a:pt x="24" y="43"/>
                      <a:pt x="25" y="43"/>
                      <a:pt x="26" y="42"/>
                    </a:cubicBezTo>
                    <a:cubicBezTo>
                      <a:pt x="25" y="42"/>
                      <a:pt x="25" y="41"/>
                      <a:pt x="26" y="39"/>
                    </a:cubicBezTo>
                    <a:cubicBezTo>
                      <a:pt x="26" y="37"/>
                      <a:pt x="26" y="40"/>
                      <a:pt x="26" y="39"/>
                    </a:cubicBezTo>
                    <a:cubicBezTo>
                      <a:pt x="26" y="41"/>
                      <a:pt x="26" y="41"/>
                      <a:pt x="26" y="41"/>
                    </a:cubicBezTo>
                    <a:cubicBezTo>
                      <a:pt x="26" y="44"/>
                      <a:pt x="27" y="42"/>
                      <a:pt x="28" y="42"/>
                    </a:cubicBezTo>
                    <a:cubicBezTo>
                      <a:pt x="28" y="41"/>
                      <a:pt x="28" y="41"/>
                      <a:pt x="28" y="41"/>
                    </a:cubicBezTo>
                    <a:cubicBezTo>
                      <a:pt x="28" y="43"/>
                      <a:pt x="29" y="41"/>
                      <a:pt x="30" y="42"/>
                    </a:cubicBezTo>
                    <a:cubicBezTo>
                      <a:pt x="30" y="41"/>
                      <a:pt x="30" y="38"/>
                      <a:pt x="30" y="38"/>
                    </a:cubicBezTo>
                    <a:cubicBezTo>
                      <a:pt x="30" y="36"/>
                      <a:pt x="30" y="41"/>
                      <a:pt x="30" y="42"/>
                    </a:cubicBezTo>
                    <a:cubicBezTo>
                      <a:pt x="31" y="41"/>
                      <a:pt x="31" y="41"/>
                      <a:pt x="31" y="41"/>
                    </a:cubicBezTo>
                    <a:cubicBezTo>
                      <a:pt x="31" y="41"/>
                      <a:pt x="31" y="41"/>
                      <a:pt x="31" y="41"/>
                    </a:cubicBezTo>
                    <a:cubicBezTo>
                      <a:pt x="31" y="40"/>
                      <a:pt x="31" y="39"/>
                      <a:pt x="31" y="40"/>
                    </a:cubicBezTo>
                    <a:cubicBezTo>
                      <a:pt x="31" y="41"/>
                      <a:pt x="31" y="41"/>
                      <a:pt x="31" y="41"/>
                    </a:cubicBezTo>
                    <a:cubicBezTo>
                      <a:pt x="32" y="41"/>
                      <a:pt x="32" y="42"/>
                      <a:pt x="32" y="42"/>
                    </a:cubicBezTo>
                    <a:cubicBezTo>
                      <a:pt x="32" y="40"/>
                      <a:pt x="33" y="41"/>
                      <a:pt x="33" y="39"/>
                    </a:cubicBezTo>
                    <a:cubicBezTo>
                      <a:pt x="33" y="40"/>
                      <a:pt x="33" y="40"/>
                      <a:pt x="33" y="40"/>
                    </a:cubicBezTo>
                    <a:cubicBezTo>
                      <a:pt x="33" y="39"/>
                      <a:pt x="33" y="39"/>
                      <a:pt x="33" y="39"/>
                    </a:cubicBezTo>
                    <a:cubicBezTo>
                      <a:pt x="33" y="39"/>
                      <a:pt x="33" y="39"/>
                      <a:pt x="33" y="39"/>
                    </a:cubicBezTo>
                    <a:cubicBezTo>
                      <a:pt x="33" y="41"/>
                      <a:pt x="33" y="41"/>
                      <a:pt x="33" y="41"/>
                    </a:cubicBezTo>
                    <a:cubicBezTo>
                      <a:pt x="33" y="42"/>
                      <a:pt x="33" y="40"/>
                      <a:pt x="33" y="39"/>
                    </a:cubicBezTo>
                    <a:cubicBezTo>
                      <a:pt x="33" y="38"/>
                      <a:pt x="33" y="39"/>
                      <a:pt x="33" y="40"/>
                    </a:cubicBezTo>
                    <a:cubicBezTo>
                      <a:pt x="33" y="41"/>
                      <a:pt x="33" y="40"/>
                      <a:pt x="33" y="40"/>
                    </a:cubicBezTo>
                    <a:cubicBezTo>
                      <a:pt x="33" y="41"/>
                      <a:pt x="33" y="40"/>
                      <a:pt x="33" y="41"/>
                    </a:cubicBezTo>
                    <a:cubicBezTo>
                      <a:pt x="33" y="41"/>
                      <a:pt x="33" y="39"/>
                      <a:pt x="34" y="40"/>
                    </a:cubicBezTo>
                    <a:cubicBezTo>
                      <a:pt x="34" y="40"/>
                      <a:pt x="34" y="40"/>
                      <a:pt x="34" y="41"/>
                    </a:cubicBezTo>
                    <a:cubicBezTo>
                      <a:pt x="34" y="40"/>
                      <a:pt x="34" y="40"/>
                      <a:pt x="35" y="40"/>
                    </a:cubicBezTo>
                    <a:cubicBezTo>
                      <a:pt x="34" y="39"/>
                      <a:pt x="34" y="39"/>
                      <a:pt x="34" y="38"/>
                    </a:cubicBezTo>
                    <a:cubicBezTo>
                      <a:pt x="34" y="38"/>
                      <a:pt x="34" y="37"/>
                      <a:pt x="34" y="38"/>
                    </a:cubicBezTo>
                    <a:cubicBezTo>
                      <a:pt x="34" y="38"/>
                      <a:pt x="34" y="38"/>
                      <a:pt x="34" y="38"/>
                    </a:cubicBezTo>
                    <a:cubicBezTo>
                      <a:pt x="34" y="38"/>
                      <a:pt x="35" y="39"/>
                      <a:pt x="34" y="37"/>
                    </a:cubicBezTo>
                    <a:cubicBezTo>
                      <a:pt x="35" y="39"/>
                      <a:pt x="35" y="39"/>
                      <a:pt x="35" y="39"/>
                    </a:cubicBezTo>
                    <a:cubicBezTo>
                      <a:pt x="35" y="38"/>
                      <a:pt x="35" y="38"/>
                      <a:pt x="35" y="38"/>
                    </a:cubicBezTo>
                    <a:cubicBezTo>
                      <a:pt x="35" y="39"/>
                      <a:pt x="35" y="41"/>
                      <a:pt x="36" y="42"/>
                    </a:cubicBezTo>
                    <a:cubicBezTo>
                      <a:pt x="36" y="40"/>
                      <a:pt x="36" y="40"/>
                      <a:pt x="36" y="40"/>
                    </a:cubicBezTo>
                    <a:cubicBezTo>
                      <a:pt x="36" y="40"/>
                      <a:pt x="37" y="40"/>
                      <a:pt x="37" y="41"/>
                    </a:cubicBezTo>
                    <a:cubicBezTo>
                      <a:pt x="38" y="42"/>
                      <a:pt x="37" y="36"/>
                      <a:pt x="37" y="38"/>
                    </a:cubicBezTo>
                    <a:cubicBezTo>
                      <a:pt x="38" y="40"/>
                      <a:pt x="38" y="40"/>
                      <a:pt x="38" y="40"/>
                    </a:cubicBezTo>
                    <a:cubicBezTo>
                      <a:pt x="38" y="40"/>
                      <a:pt x="38" y="39"/>
                      <a:pt x="38" y="39"/>
                    </a:cubicBezTo>
                    <a:cubicBezTo>
                      <a:pt x="38" y="38"/>
                      <a:pt x="38" y="41"/>
                      <a:pt x="38" y="39"/>
                    </a:cubicBezTo>
                    <a:cubicBezTo>
                      <a:pt x="38" y="38"/>
                      <a:pt x="38" y="38"/>
                      <a:pt x="38" y="38"/>
                    </a:cubicBezTo>
                    <a:cubicBezTo>
                      <a:pt x="39" y="42"/>
                      <a:pt x="40" y="38"/>
                      <a:pt x="41" y="40"/>
                    </a:cubicBezTo>
                    <a:cubicBezTo>
                      <a:pt x="40" y="38"/>
                      <a:pt x="41" y="39"/>
                      <a:pt x="41" y="39"/>
                    </a:cubicBezTo>
                    <a:cubicBezTo>
                      <a:pt x="42" y="41"/>
                      <a:pt x="41" y="38"/>
                      <a:pt x="42" y="39"/>
                    </a:cubicBezTo>
                    <a:cubicBezTo>
                      <a:pt x="41" y="37"/>
                      <a:pt x="41" y="37"/>
                      <a:pt x="41" y="37"/>
                    </a:cubicBezTo>
                    <a:cubicBezTo>
                      <a:pt x="42" y="38"/>
                      <a:pt x="40" y="33"/>
                      <a:pt x="42" y="36"/>
                    </a:cubicBezTo>
                    <a:cubicBezTo>
                      <a:pt x="42" y="37"/>
                      <a:pt x="42" y="38"/>
                      <a:pt x="42" y="38"/>
                    </a:cubicBezTo>
                    <a:cubicBezTo>
                      <a:pt x="44" y="41"/>
                      <a:pt x="42" y="36"/>
                      <a:pt x="44" y="38"/>
                    </a:cubicBezTo>
                    <a:cubicBezTo>
                      <a:pt x="43" y="37"/>
                      <a:pt x="43" y="36"/>
                      <a:pt x="43" y="35"/>
                    </a:cubicBezTo>
                    <a:cubicBezTo>
                      <a:pt x="43" y="36"/>
                      <a:pt x="44" y="37"/>
                      <a:pt x="44" y="37"/>
                    </a:cubicBezTo>
                    <a:cubicBezTo>
                      <a:pt x="44" y="37"/>
                      <a:pt x="44" y="36"/>
                      <a:pt x="44" y="37"/>
                    </a:cubicBezTo>
                    <a:cubicBezTo>
                      <a:pt x="45" y="37"/>
                      <a:pt x="45" y="38"/>
                      <a:pt x="45" y="38"/>
                    </a:cubicBezTo>
                    <a:cubicBezTo>
                      <a:pt x="45" y="38"/>
                      <a:pt x="45" y="37"/>
                      <a:pt x="45" y="36"/>
                    </a:cubicBezTo>
                    <a:cubicBezTo>
                      <a:pt x="46" y="38"/>
                      <a:pt x="46" y="37"/>
                      <a:pt x="47" y="38"/>
                    </a:cubicBezTo>
                    <a:cubicBezTo>
                      <a:pt x="46" y="35"/>
                      <a:pt x="48" y="38"/>
                      <a:pt x="46" y="35"/>
                    </a:cubicBezTo>
                    <a:cubicBezTo>
                      <a:pt x="47" y="36"/>
                      <a:pt x="47" y="36"/>
                      <a:pt x="47" y="36"/>
                    </a:cubicBezTo>
                    <a:cubicBezTo>
                      <a:pt x="46" y="35"/>
                      <a:pt x="46" y="34"/>
                      <a:pt x="46" y="33"/>
                    </a:cubicBezTo>
                    <a:cubicBezTo>
                      <a:pt x="47" y="35"/>
                      <a:pt x="47" y="35"/>
                      <a:pt x="47" y="35"/>
                    </a:cubicBezTo>
                    <a:cubicBezTo>
                      <a:pt x="48" y="37"/>
                      <a:pt x="47" y="35"/>
                      <a:pt x="48" y="37"/>
                    </a:cubicBezTo>
                    <a:cubicBezTo>
                      <a:pt x="47" y="35"/>
                      <a:pt x="48" y="36"/>
                      <a:pt x="47" y="35"/>
                    </a:cubicBezTo>
                    <a:cubicBezTo>
                      <a:pt x="47" y="34"/>
                      <a:pt x="47" y="34"/>
                      <a:pt x="47" y="34"/>
                    </a:cubicBezTo>
                    <a:cubicBezTo>
                      <a:pt x="47" y="34"/>
                      <a:pt x="47" y="33"/>
                      <a:pt x="47" y="33"/>
                    </a:cubicBezTo>
                    <a:cubicBezTo>
                      <a:pt x="47" y="33"/>
                      <a:pt x="48" y="35"/>
                      <a:pt x="48" y="35"/>
                    </a:cubicBezTo>
                    <a:cubicBezTo>
                      <a:pt x="49" y="36"/>
                      <a:pt x="49" y="35"/>
                      <a:pt x="48" y="35"/>
                    </a:cubicBezTo>
                    <a:cubicBezTo>
                      <a:pt x="48" y="35"/>
                      <a:pt x="48" y="35"/>
                      <a:pt x="48" y="34"/>
                    </a:cubicBezTo>
                    <a:cubicBezTo>
                      <a:pt x="48" y="34"/>
                      <a:pt x="48" y="35"/>
                      <a:pt x="48" y="35"/>
                    </a:cubicBezTo>
                    <a:cubicBezTo>
                      <a:pt x="48" y="34"/>
                      <a:pt x="48" y="34"/>
                      <a:pt x="49" y="34"/>
                    </a:cubicBezTo>
                    <a:cubicBezTo>
                      <a:pt x="49" y="34"/>
                      <a:pt x="49" y="34"/>
                      <a:pt x="49" y="34"/>
                    </a:cubicBezTo>
                    <a:cubicBezTo>
                      <a:pt x="49" y="34"/>
                      <a:pt x="49" y="35"/>
                      <a:pt x="49" y="35"/>
                    </a:cubicBezTo>
                    <a:cubicBezTo>
                      <a:pt x="49" y="35"/>
                      <a:pt x="49" y="35"/>
                      <a:pt x="49" y="35"/>
                    </a:cubicBezTo>
                    <a:cubicBezTo>
                      <a:pt x="49" y="35"/>
                      <a:pt x="49" y="35"/>
                      <a:pt x="49" y="35"/>
                    </a:cubicBezTo>
                    <a:cubicBezTo>
                      <a:pt x="49" y="35"/>
                      <a:pt x="49" y="35"/>
                      <a:pt x="49" y="35"/>
                    </a:cubicBezTo>
                    <a:cubicBezTo>
                      <a:pt x="50" y="36"/>
                      <a:pt x="50" y="36"/>
                      <a:pt x="50" y="36"/>
                    </a:cubicBezTo>
                    <a:cubicBezTo>
                      <a:pt x="50" y="36"/>
                      <a:pt x="50" y="35"/>
                      <a:pt x="49" y="34"/>
                    </a:cubicBezTo>
                    <a:cubicBezTo>
                      <a:pt x="50" y="35"/>
                      <a:pt x="50" y="33"/>
                      <a:pt x="50" y="32"/>
                    </a:cubicBezTo>
                    <a:cubicBezTo>
                      <a:pt x="50" y="33"/>
                      <a:pt x="51" y="34"/>
                      <a:pt x="50" y="33"/>
                    </a:cubicBezTo>
                    <a:cubicBezTo>
                      <a:pt x="50" y="33"/>
                      <a:pt x="50" y="31"/>
                      <a:pt x="50" y="32"/>
                    </a:cubicBezTo>
                    <a:cubicBezTo>
                      <a:pt x="50" y="32"/>
                      <a:pt x="51" y="33"/>
                      <a:pt x="51" y="33"/>
                    </a:cubicBezTo>
                    <a:cubicBezTo>
                      <a:pt x="52" y="33"/>
                      <a:pt x="51" y="32"/>
                      <a:pt x="51" y="32"/>
                    </a:cubicBezTo>
                    <a:cubicBezTo>
                      <a:pt x="52" y="34"/>
                      <a:pt x="51" y="30"/>
                      <a:pt x="52" y="31"/>
                    </a:cubicBezTo>
                    <a:cubicBezTo>
                      <a:pt x="52" y="31"/>
                      <a:pt x="53" y="32"/>
                      <a:pt x="53" y="33"/>
                    </a:cubicBezTo>
                    <a:cubicBezTo>
                      <a:pt x="53" y="32"/>
                      <a:pt x="53" y="31"/>
                      <a:pt x="52" y="29"/>
                    </a:cubicBezTo>
                    <a:cubicBezTo>
                      <a:pt x="53" y="31"/>
                      <a:pt x="53" y="31"/>
                      <a:pt x="53" y="31"/>
                    </a:cubicBezTo>
                    <a:cubicBezTo>
                      <a:pt x="53" y="31"/>
                      <a:pt x="53" y="30"/>
                      <a:pt x="53" y="29"/>
                    </a:cubicBezTo>
                    <a:cubicBezTo>
                      <a:pt x="52" y="28"/>
                      <a:pt x="51" y="27"/>
                      <a:pt x="52" y="27"/>
                    </a:cubicBezTo>
                    <a:cubicBezTo>
                      <a:pt x="52" y="27"/>
                      <a:pt x="52" y="27"/>
                      <a:pt x="52" y="27"/>
                    </a:cubicBezTo>
                    <a:cubicBezTo>
                      <a:pt x="52" y="26"/>
                      <a:pt x="52" y="26"/>
                      <a:pt x="52" y="26"/>
                    </a:cubicBezTo>
                    <a:cubicBezTo>
                      <a:pt x="52" y="27"/>
                      <a:pt x="52" y="27"/>
                      <a:pt x="53" y="28"/>
                    </a:cubicBezTo>
                    <a:cubicBezTo>
                      <a:pt x="54" y="30"/>
                      <a:pt x="54" y="29"/>
                      <a:pt x="54" y="29"/>
                    </a:cubicBezTo>
                    <a:cubicBezTo>
                      <a:pt x="53" y="27"/>
                      <a:pt x="53" y="27"/>
                      <a:pt x="53" y="27"/>
                    </a:cubicBezTo>
                    <a:cubicBezTo>
                      <a:pt x="53" y="27"/>
                      <a:pt x="54" y="29"/>
                      <a:pt x="54" y="28"/>
                    </a:cubicBezTo>
                    <a:cubicBezTo>
                      <a:pt x="52" y="24"/>
                      <a:pt x="52" y="24"/>
                      <a:pt x="52" y="24"/>
                    </a:cubicBezTo>
                    <a:cubicBezTo>
                      <a:pt x="52" y="24"/>
                      <a:pt x="54" y="26"/>
                      <a:pt x="54" y="27"/>
                    </a:cubicBezTo>
                    <a:cubicBezTo>
                      <a:pt x="54" y="26"/>
                      <a:pt x="53" y="24"/>
                      <a:pt x="52" y="22"/>
                    </a:cubicBezTo>
                    <a:cubicBezTo>
                      <a:pt x="52" y="22"/>
                      <a:pt x="52" y="21"/>
                      <a:pt x="52" y="21"/>
                    </a:cubicBezTo>
                    <a:cubicBezTo>
                      <a:pt x="53" y="22"/>
                      <a:pt x="52" y="21"/>
                      <a:pt x="53" y="22"/>
                    </a:cubicBezTo>
                    <a:cubicBezTo>
                      <a:pt x="54" y="23"/>
                      <a:pt x="54" y="23"/>
                      <a:pt x="54" y="23"/>
                    </a:cubicBezTo>
                    <a:cubicBezTo>
                      <a:pt x="54" y="23"/>
                      <a:pt x="55" y="25"/>
                      <a:pt x="55" y="26"/>
                    </a:cubicBezTo>
                    <a:cubicBezTo>
                      <a:pt x="55" y="25"/>
                      <a:pt x="56" y="26"/>
                      <a:pt x="57" y="26"/>
                    </a:cubicBezTo>
                    <a:cubicBezTo>
                      <a:pt x="55" y="23"/>
                      <a:pt x="56" y="24"/>
                      <a:pt x="55" y="22"/>
                    </a:cubicBezTo>
                    <a:cubicBezTo>
                      <a:pt x="55" y="22"/>
                      <a:pt x="56" y="24"/>
                      <a:pt x="57" y="24"/>
                    </a:cubicBezTo>
                    <a:cubicBezTo>
                      <a:pt x="56" y="23"/>
                      <a:pt x="57" y="23"/>
                      <a:pt x="57" y="23"/>
                    </a:cubicBezTo>
                    <a:cubicBezTo>
                      <a:pt x="58" y="23"/>
                      <a:pt x="58" y="23"/>
                      <a:pt x="58" y="23"/>
                    </a:cubicBezTo>
                    <a:cubicBezTo>
                      <a:pt x="57" y="23"/>
                      <a:pt x="58" y="23"/>
                      <a:pt x="57" y="21"/>
                    </a:cubicBezTo>
                    <a:cubicBezTo>
                      <a:pt x="58" y="22"/>
                      <a:pt x="58" y="22"/>
                      <a:pt x="58" y="22"/>
                    </a:cubicBezTo>
                    <a:cubicBezTo>
                      <a:pt x="59" y="22"/>
                      <a:pt x="56" y="19"/>
                      <a:pt x="57" y="20"/>
                    </a:cubicBezTo>
                    <a:cubicBezTo>
                      <a:pt x="58" y="21"/>
                      <a:pt x="58" y="21"/>
                      <a:pt x="58" y="21"/>
                    </a:cubicBezTo>
                    <a:cubicBezTo>
                      <a:pt x="57" y="20"/>
                      <a:pt x="59" y="22"/>
                      <a:pt x="58" y="20"/>
                    </a:cubicBezTo>
                    <a:cubicBezTo>
                      <a:pt x="59" y="21"/>
                      <a:pt x="59" y="21"/>
                      <a:pt x="59" y="21"/>
                    </a:cubicBezTo>
                    <a:cubicBezTo>
                      <a:pt x="59" y="21"/>
                      <a:pt x="59" y="21"/>
                      <a:pt x="58" y="19"/>
                    </a:cubicBezTo>
                    <a:cubicBezTo>
                      <a:pt x="60" y="21"/>
                      <a:pt x="60" y="21"/>
                      <a:pt x="60" y="21"/>
                    </a:cubicBezTo>
                    <a:cubicBezTo>
                      <a:pt x="60" y="22"/>
                      <a:pt x="58" y="19"/>
                      <a:pt x="59" y="19"/>
                    </a:cubicBezTo>
                    <a:cubicBezTo>
                      <a:pt x="59" y="19"/>
                      <a:pt x="60" y="20"/>
                      <a:pt x="60" y="20"/>
                    </a:cubicBezTo>
                    <a:cubicBezTo>
                      <a:pt x="59" y="19"/>
                      <a:pt x="60" y="19"/>
                      <a:pt x="60" y="19"/>
                    </a:cubicBezTo>
                    <a:cubicBezTo>
                      <a:pt x="61" y="20"/>
                      <a:pt x="61" y="20"/>
                      <a:pt x="61" y="20"/>
                    </a:cubicBezTo>
                    <a:cubicBezTo>
                      <a:pt x="62" y="19"/>
                      <a:pt x="64" y="18"/>
                      <a:pt x="63" y="16"/>
                    </a:cubicBezTo>
                    <a:cubicBezTo>
                      <a:pt x="65" y="17"/>
                      <a:pt x="64" y="17"/>
                      <a:pt x="65" y="18"/>
                    </a:cubicBezTo>
                    <a:cubicBezTo>
                      <a:pt x="64" y="17"/>
                      <a:pt x="65" y="18"/>
                      <a:pt x="65" y="17"/>
                    </a:cubicBezTo>
                    <a:cubicBezTo>
                      <a:pt x="65" y="17"/>
                      <a:pt x="65" y="17"/>
                      <a:pt x="65" y="17"/>
                    </a:cubicBezTo>
                    <a:cubicBezTo>
                      <a:pt x="65" y="17"/>
                      <a:pt x="66" y="18"/>
                      <a:pt x="66" y="17"/>
                    </a:cubicBezTo>
                    <a:cubicBezTo>
                      <a:pt x="65" y="17"/>
                      <a:pt x="65" y="17"/>
                      <a:pt x="65" y="17"/>
                    </a:cubicBezTo>
                    <a:cubicBezTo>
                      <a:pt x="64" y="15"/>
                      <a:pt x="68" y="18"/>
                      <a:pt x="66" y="16"/>
                    </a:cubicBezTo>
                    <a:cubicBezTo>
                      <a:pt x="67" y="17"/>
                      <a:pt x="67" y="17"/>
                      <a:pt x="67" y="17"/>
                    </a:cubicBezTo>
                    <a:cubicBezTo>
                      <a:pt x="65" y="15"/>
                      <a:pt x="68" y="17"/>
                      <a:pt x="66" y="16"/>
                    </a:cubicBezTo>
                    <a:cubicBezTo>
                      <a:pt x="67" y="16"/>
                      <a:pt x="67" y="16"/>
                      <a:pt x="67" y="16"/>
                    </a:cubicBezTo>
                    <a:cubicBezTo>
                      <a:pt x="68" y="17"/>
                      <a:pt x="65" y="14"/>
                      <a:pt x="67" y="15"/>
                    </a:cubicBezTo>
                    <a:cubicBezTo>
                      <a:pt x="67" y="15"/>
                      <a:pt x="66" y="14"/>
                      <a:pt x="65" y="13"/>
                    </a:cubicBezTo>
                    <a:cubicBezTo>
                      <a:pt x="67" y="14"/>
                      <a:pt x="67" y="14"/>
                      <a:pt x="67" y="14"/>
                    </a:cubicBezTo>
                    <a:cubicBezTo>
                      <a:pt x="67" y="13"/>
                      <a:pt x="68" y="12"/>
                      <a:pt x="66" y="10"/>
                    </a:cubicBezTo>
                    <a:cubicBezTo>
                      <a:pt x="67" y="10"/>
                      <a:pt x="67" y="10"/>
                      <a:pt x="67" y="10"/>
                    </a:cubicBezTo>
                    <a:cubicBezTo>
                      <a:pt x="65" y="9"/>
                      <a:pt x="70" y="11"/>
                      <a:pt x="66" y="8"/>
                    </a:cubicBezTo>
                    <a:cubicBezTo>
                      <a:pt x="65" y="7"/>
                      <a:pt x="65" y="7"/>
                      <a:pt x="65" y="7"/>
                    </a:cubicBezTo>
                    <a:cubicBezTo>
                      <a:pt x="67" y="8"/>
                      <a:pt x="67" y="8"/>
                      <a:pt x="67" y="8"/>
                    </a:cubicBezTo>
                    <a:cubicBezTo>
                      <a:pt x="66" y="8"/>
                      <a:pt x="67" y="8"/>
                      <a:pt x="66" y="7"/>
                    </a:cubicBezTo>
                    <a:cubicBezTo>
                      <a:pt x="67" y="8"/>
                      <a:pt x="67" y="8"/>
                      <a:pt x="67" y="8"/>
                    </a:cubicBezTo>
                    <a:cubicBezTo>
                      <a:pt x="67" y="8"/>
                      <a:pt x="65" y="6"/>
                      <a:pt x="65" y="7"/>
                    </a:cubicBezTo>
                    <a:cubicBezTo>
                      <a:pt x="66" y="7"/>
                      <a:pt x="66" y="7"/>
                      <a:pt x="66" y="7"/>
                    </a:cubicBezTo>
                    <a:cubicBezTo>
                      <a:pt x="69" y="7"/>
                      <a:pt x="72" y="3"/>
                      <a:pt x="68" y="4"/>
                    </a:cubicBezTo>
                    <a:close/>
                    <a:moveTo>
                      <a:pt x="61" y="9"/>
                    </a:moveTo>
                    <a:cubicBezTo>
                      <a:pt x="60" y="9"/>
                      <a:pt x="61" y="7"/>
                      <a:pt x="62" y="6"/>
                    </a:cubicBezTo>
                    <a:cubicBezTo>
                      <a:pt x="62" y="8"/>
                      <a:pt x="61" y="9"/>
                      <a:pt x="61" y="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67" name="Freeform 255"/>
              <p:cNvSpPr/>
              <p:nvPr>
                <p:custDataLst>
                  <p:tags r:id="rId100"/>
                </p:custDataLst>
              </p:nvPr>
            </p:nvSpPr>
            <p:spPr bwMode="auto">
              <a:xfrm>
                <a:off x="4011" y="3063"/>
                <a:ext cx="5" cy="5"/>
              </a:xfrm>
              <a:custGeom>
                <a:avLst/>
                <a:gdLst>
                  <a:gd name="T0" fmla="*/ 5 w 5"/>
                  <a:gd name="T1" fmla="*/ 5 h 5"/>
                  <a:gd name="T2" fmla="*/ 0 w 5"/>
                  <a:gd name="T3" fmla="*/ 0 h 5"/>
                  <a:gd name="T4" fmla="*/ 2 w 5"/>
                  <a:gd name="T5" fmla="*/ 5 h 5"/>
                  <a:gd name="T6" fmla="*/ 5 w 5"/>
                  <a:gd name="T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5" y="5"/>
                    </a:moveTo>
                    <a:lnTo>
                      <a:pt x="0" y="0"/>
                    </a:lnTo>
                    <a:lnTo>
                      <a:pt x="2" y="5"/>
                    </a:lnTo>
                    <a:lnTo>
                      <a:pt x="5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68" name="Freeform 256"/>
              <p:cNvSpPr/>
              <p:nvPr>
                <p:custDataLst>
                  <p:tags r:id="rId101"/>
                </p:custDataLst>
              </p:nvPr>
            </p:nvSpPr>
            <p:spPr bwMode="auto">
              <a:xfrm>
                <a:off x="3912" y="3100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69" name="Freeform 257"/>
              <p:cNvSpPr/>
              <p:nvPr>
                <p:custDataLst>
                  <p:tags r:id="rId102"/>
                </p:custDataLst>
              </p:nvPr>
            </p:nvSpPr>
            <p:spPr bwMode="auto">
              <a:xfrm>
                <a:off x="3996" y="3089"/>
                <a:ext cx="3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70" name="Oval 258"/>
              <p:cNvSpPr>
                <a:spLocks noChangeArrowheads="1"/>
              </p:cNvSpPr>
              <p:nvPr>
                <p:custDataLst>
                  <p:tags r:id="rId103"/>
                </p:custDataLst>
              </p:nvPr>
            </p:nvSpPr>
            <p:spPr bwMode="auto">
              <a:xfrm>
                <a:off x="3595" y="1825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71" name="Freeform 259"/>
              <p:cNvSpPr/>
              <p:nvPr>
                <p:custDataLst>
                  <p:tags r:id="rId104"/>
                </p:custDataLst>
              </p:nvPr>
            </p:nvSpPr>
            <p:spPr bwMode="auto">
              <a:xfrm>
                <a:off x="3598" y="1825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0 w 1"/>
                  <a:gd name="T4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72" name="Freeform 260"/>
              <p:cNvSpPr/>
              <p:nvPr>
                <p:custDataLst>
                  <p:tags r:id="rId105"/>
                </p:custDataLst>
              </p:nvPr>
            </p:nvSpPr>
            <p:spPr bwMode="auto">
              <a:xfrm>
                <a:off x="3918" y="285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73" name="Freeform 261"/>
              <p:cNvSpPr/>
              <p:nvPr>
                <p:custDataLst>
                  <p:tags r:id="rId106"/>
                </p:custDataLst>
              </p:nvPr>
            </p:nvSpPr>
            <p:spPr bwMode="auto">
              <a:xfrm>
                <a:off x="3924" y="3038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2 w 2"/>
                  <a:gd name="T5" fmla="*/ 0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2" y="2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74" name="Freeform 262"/>
              <p:cNvSpPr/>
              <p:nvPr>
                <p:custDataLst>
                  <p:tags r:id="rId107"/>
                </p:custDataLst>
              </p:nvPr>
            </p:nvSpPr>
            <p:spPr bwMode="auto">
              <a:xfrm>
                <a:off x="3986" y="3027"/>
                <a:ext cx="2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75" name="Freeform 263"/>
              <p:cNvSpPr/>
              <p:nvPr>
                <p:custDataLst>
                  <p:tags r:id="rId108"/>
                </p:custDataLst>
              </p:nvPr>
            </p:nvSpPr>
            <p:spPr bwMode="auto">
              <a:xfrm>
                <a:off x="3899" y="3091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1" y="0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76" name="Rectangle 264"/>
              <p:cNvSpPr>
                <a:spLocks noChangeArrowheads="1"/>
              </p:cNvSpPr>
              <p:nvPr>
                <p:custDataLst>
                  <p:tags r:id="rId109"/>
                </p:custDataLst>
              </p:nvPr>
            </p:nvSpPr>
            <p:spPr bwMode="auto">
              <a:xfrm>
                <a:off x="4013" y="3004"/>
                <a:ext cx="1" cy="4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77" name="Freeform 265"/>
              <p:cNvSpPr/>
              <p:nvPr>
                <p:custDataLst>
                  <p:tags r:id="rId110"/>
                </p:custDataLst>
              </p:nvPr>
            </p:nvSpPr>
            <p:spPr bwMode="auto">
              <a:xfrm>
                <a:off x="3903" y="3055"/>
                <a:ext cx="6" cy="2"/>
              </a:xfrm>
              <a:custGeom>
                <a:avLst/>
                <a:gdLst>
                  <a:gd name="T0" fmla="*/ 3 w 3"/>
                  <a:gd name="T1" fmla="*/ 0 h 1"/>
                  <a:gd name="T2" fmla="*/ 0 w 3"/>
                  <a:gd name="T3" fmla="*/ 1 h 1"/>
                  <a:gd name="T4" fmla="*/ 3 w 3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1"/>
                      <a:pt x="2" y="0"/>
                      <a:pt x="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78" name="Freeform 266"/>
              <p:cNvSpPr/>
              <p:nvPr>
                <p:custDataLst>
                  <p:tags r:id="rId111"/>
                </p:custDataLst>
              </p:nvPr>
            </p:nvSpPr>
            <p:spPr bwMode="auto">
              <a:xfrm>
                <a:off x="3905" y="3055"/>
                <a:ext cx="4" cy="0"/>
              </a:xfrm>
              <a:custGeom>
                <a:avLst/>
                <a:gdLst>
                  <a:gd name="T0" fmla="*/ 1 w 2"/>
                  <a:gd name="T1" fmla="*/ 2 w 2"/>
                  <a:gd name="T2" fmla="*/ 1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1" y="0"/>
                    </a:move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79" name="Freeform 267"/>
              <p:cNvSpPr/>
              <p:nvPr>
                <p:custDataLst>
                  <p:tags r:id="rId112"/>
                </p:custDataLst>
              </p:nvPr>
            </p:nvSpPr>
            <p:spPr bwMode="auto">
              <a:xfrm>
                <a:off x="3897" y="3085"/>
                <a:ext cx="4" cy="2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80" name="Freeform 268"/>
              <p:cNvSpPr/>
              <p:nvPr>
                <p:custDataLst>
                  <p:tags r:id="rId113"/>
                </p:custDataLst>
              </p:nvPr>
            </p:nvSpPr>
            <p:spPr bwMode="auto">
              <a:xfrm>
                <a:off x="3897" y="3095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81" name="Freeform 269"/>
              <p:cNvSpPr/>
              <p:nvPr>
                <p:custDataLst>
                  <p:tags r:id="rId114"/>
                </p:custDataLst>
              </p:nvPr>
            </p:nvSpPr>
            <p:spPr bwMode="auto">
              <a:xfrm>
                <a:off x="3984" y="3095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82" name="Freeform 270"/>
              <p:cNvSpPr/>
              <p:nvPr>
                <p:custDataLst>
                  <p:tags r:id="rId115"/>
                </p:custDataLst>
              </p:nvPr>
            </p:nvSpPr>
            <p:spPr bwMode="auto">
              <a:xfrm>
                <a:off x="3600" y="182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90" name="Freeform 271"/>
              <p:cNvSpPr/>
              <p:nvPr>
                <p:custDataLst>
                  <p:tags r:id="rId116"/>
                </p:custDataLst>
              </p:nvPr>
            </p:nvSpPr>
            <p:spPr bwMode="auto">
              <a:xfrm>
                <a:off x="3905" y="3100"/>
                <a:ext cx="4" cy="4"/>
              </a:xfrm>
              <a:custGeom>
                <a:avLst/>
                <a:gdLst>
                  <a:gd name="T0" fmla="*/ 1 w 2"/>
                  <a:gd name="T1" fmla="*/ 0 h 2"/>
                  <a:gd name="T2" fmla="*/ 1 w 2"/>
                  <a:gd name="T3" fmla="*/ 1 h 2"/>
                  <a:gd name="T4" fmla="*/ 1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0" y="2"/>
                      <a:pt x="1" y="0"/>
                      <a:pt x="1" y="1"/>
                    </a:cubicBezTo>
                    <a:cubicBezTo>
                      <a:pt x="2" y="0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91" name="Freeform 272"/>
              <p:cNvSpPr/>
              <p:nvPr>
                <p:custDataLst>
                  <p:tags r:id="rId117"/>
                </p:custDataLst>
              </p:nvPr>
            </p:nvSpPr>
            <p:spPr bwMode="auto">
              <a:xfrm>
                <a:off x="4230" y="2480"/>
                <a:ext cx="4" cy="2"/>
              </a:xfrm>
              <a:custGeom>
                <a:avLst/>
                <a:gdLst>
                  <a:gd name="T0" fmla="*/ 1 w 2"/>
                  <a:gd name="T1" fmla="*/ 1 h 1"/>
                  <a:gd name="T2" fmla="*/ 2 w 2"/>
                  <a:gd name="T3" fmla="*/ 1 h 1"/>
                  <a:gd name="T4" fmla="*/ 1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1" y="1"/>
                      <a:pt x="2" y="1"/>
                    </a:cubicBezTo>
                    <a:cubicBezTo>
                      <a:pt x="2" y="0"/>
                      <a:pt x="2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92" name="Freeform 273"/>
              <p:cNvSpPr/>
              <p:nvPr>
                <p:custDataLst>
                  <p:tags r:id="rId118"/>
                </p:custDataLst>
              </p:nvPr>
            </p:nvSpPr>
            <p:spPr bwMode="auto">
              <a:xfrm>
                <a:off x="3895" y="3080"/>
                <a:ext cx="4" cy="3"/>
              </a:xfrm>
              <a:custGeom>
                <a:avLst/>
                <a:gdLst>
                  <a:gd name="T0" fmla="*/ 0 w 2"/>
                  <a:gd name="T1" fmla="*/ 0 h 1"/>
                  <a:gd name="T2" fmla="*/ 1 w 2"/>
                  <a:gd name="T3" fmla="*/ 0 h 1"/>
                  <a:gd name="T4" fmla="*/ 1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2" y="0"/>
                      <a:pt x="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93" name="Freeform 274"/>
              <p:cNvSpPr/>
              <p:nvPr>
                <p:custDataLst>
                  <p:tags r:id="rId119"/>
                </p:custDataLst>
              </p:nvPr>
            </p:nvSpPr>
            <p:spPr bwMode="auto">
              <a:xfrm>
                <a:off x="4007" y="307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94" name="Freeform 275"/>
              <p:cNvSpPr/>
              <p:nvPr>
                <p:custDataLst>
                  <p:tags r:id="rId120"/>
                </p:custDataLst>
              </p:nvPr>
            </p:nvSpPr>
            <p:spPr bwMode="auto">
              <a:xfrm>
                <a:off x="3598" y="182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95" name="Freeform 276"/>
              <p:cNvSpPr/>
              <p:nvPr>
                <p:custDataLst>
                  <p:tags r:id="rId121"/>
                </p:custDataLst>
              </p:nvPr>
            </p:nvSpPr>
            <p:spPr bwMode="auto">
              <a:xfrm>
                <a:off x="4005" y="3074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1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96" name="Freeform 277"/>
              <p:cNvSpPr/>
              <p:nvPr>
                <p:custDataLst>
                  <p:tags r:id="rId122"/>
                </p:custDataLst>
              </p:nvPr>
            </p:nvSpPr>
            <p:spPr bwMode="auto">
              <a:xfrm>
                <a:off x="4007" y="308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97" name="Freeform 278"/>
              <p:cNvSpPr/>
              <p:nvPr>
                <p:custDataLst>
                  <p:tags r:id="rId123"/>
                </p:custDataLst>
              </p:nvPr>
            </p:nvSpPr>
            <p:spPr bwMode="auto">
              <a:xfrm>
                <a:off x="3598" y="1823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98" name="Freeform 279"/>
              <p:cNvSpPr/>
              <p:nvPr>
                <p:custDataLst>
                  <p:tags r:id="rId124"/>
                </p:custDataLst>
              </p:nvPr>
            </p:nvSpPr>
            <p:spPr bwMode="auto">
              <a:xfrm>
                <a:off x="3598" y="1823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0 w 1"/>
                  <a:gd name="T4" fmla="*/ 0 w 1"/>
                  <a:gd name="T5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99" name="Freeform 280"/>
              <p:cNvSpPr/>
              <p:nvPr>
                <p:custDataLst>
                  <p:tags r:id="rId125"/>
                </p:custDataLst>
              </p:nvPr>
            </p:nvSpPr>
            <p:spPr bwMode="auto">
              <a:xfrm>
                <a:off x="4009" y="3083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00" name="Freeform 281"/>
              <p:cNvSpPr/>
              <p:nvPr>
                <p:custDataLst>
                  <p:tags r:id="rId126"/>
                </p:custDataLst>
              </p:nvPr>
            </p:nvSpPr>
            <p:spPr bwMode="auto">
              <a:xfrm>
                <a:off x="3602" y="182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01" name="Freeform 282"/>
              <p:cNvSpPr/>
              <p:nvPr>
                <p:custDataLst>
                  <p:tags r:id="rId127"/>
                </p:custDataLst>
              </p:nvPr>
            </p:nvSpPr>
            <p:spPr bwMode="auto">
              <a:xfrm>
                <a:off x="3929" y="1870"/>
                <a:ext cx="4" cy="8"/>
              </a:xfrm>
              <a:custGeom>
                <a:avLst/>
                <a:gdLst>
                  <a:gd name="T0" fmla="*/ 2 w 2"/>
                  <a:gd name="T1" fmla="*/ 1 h 4"/>
                  <a:gd name="T2" fmla="*/ 1 w 2"/>
                  <a:gd name="T3" fmla="*/ 4 h 4"/>
                  <a:gd name="T4" fmla="*/ 2 w 2"/>
                  <a:gd name="T5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1"/>
                    </a:moveTo>
                    <a:cubicBezTo>
                      <a:pt x="2" y="1"/>
                      <a:pt x="0" y="1"/>
                      <a:pt x="1" y="4"/>
                    </a:cubicBezTo>
                    <a:cubicBezTo>
                      <a:pt x="1" y="0"/>
                      <a:pt x="2" y="4"/>
                      <a:pt x="2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02" name="Freeform 283"/>
              <p:cNvSpPr/>
              <p:nvPr>
                <p:custDataLst>
                  <p:tags r:id="rId128"/>
                </p:custDataLst>
              </p:nvPr>
            </p:nvSpPr>
            <p:spPr bwMode="auto">
              <a:xfrm>
                <a:off x="3687" y="1579"/>
                <a:ext cx="4" cy="4"/>
              </a:xfrm>
              <a:custGeom>
                <a:avLst/>
                <a:gdLst>
                  <a:gd name="T0" fmla="*/ 0 w 4"/>
                  <a:gd name="T1" fmla="*/ 4 h 4"/>
                  <a:gd name="T2" fmla="*/ 4 w 4"/>
                  <a:gd name="T3" fmla="*/ 0 h 4"/>
                  <a:gd name="T4" fmla="*/ 0 w 4"/>
                  <a:gd name="T5" fmla="*/ 2 h 4"/>
                  <a:gd name="T6" fmla="*/ 0 w 4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0" y="4"/>
                    </a:moveTo>
                    <a:lnTo>
                      <a:pt x="4" y="0"/>
                    </a:lnTo>
                    <a:lnTo>
                      <a:pt x="0" y="2"/>
                    </a:lnTo>
                    <a:lnTo>
                      <a:pt x="0" y="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03" name="Freeform 284"/>
              <p:cNvSpPr/>
              <p:nvPr>
                <p:custDataLst>
                  <p:tags r:id="rId129"/>
                </p:custDataLst>
              </p:nvPr>
            </p:nvSpPr>
            <p:spPr bwMode="auto">
              <a:xfrm>
                <a:off x="4086" y="1583"/>
                <a:ext cx="8" cy="4"/>
              </a:xfrm>
              <a:custGeom>
                <a:avLst/>
                <a:gdLst>
                  <a:gd name="T0" fmla="*/ 2 w 4"/>
                  <a:gd name="T1" fmla="*/ 2 h 2"/>
                  <a:gd name="T2" fmla="*/ 1 w 4"/>
                  <a:gd name="T3" fmla="*/ 0 h 2"/>
                  <a:gd name="T4" fmla="*/ 2 w 4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2" y="2"/>
                    </a:moveTo>
                    <a:cubicBezTo>
                      <a:pt x="2" y="2"/>
                      <a:pt x="3" y="1"/>
                      <a:pt x="1" y="0"/>
                    </a:cubicBezTo>
                    <a:cubicBezTo>
                      <a:pt x="4" y="2"/>
                      <a:pt x="0" y="1"/>
                      <a:pt x="2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04" name="Freeform 285"/>
              <p:cNvSpPr/>
              <p:nvPr>
                <p:custDataLst>
                  <p:tags r:id="rId130"/>
                </p:custDataLst>
              </p:nvPr>
            </p:nvSpPr>
            <p:spPr bwMode="auto">
              <a:xfrm>
                <a:off x="3574" y="1912"/>
                <a:ext cx="2" cy="21"/>
              </a:xfrm>
              <a:custGeom>
                <a:avLst/>
                <a:gdLst>
                  <a:gd name="T0" fmla="*/ 0 w 1"/>
                  <a:gd name="T1" fmla="*/ 0 h 10"/>
                  <a:gd name="T2" fmla="*/ 1 w 1"/>
                  <a:gd name="T3" fmla="*/ 10 h 10"/>
                  <a:gd name="T4" fmla="*/ 0 w 1"/>
                  <a:gd name="T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0">
                    <a:moveTo>
                      <a:pt x="0" y="0"/>
                    </a:moveTo>
                    <a:cubicBezTo>
                      <a:pt x="0" y="4"/>
                      <a:pt x="0" y="10"/>
                      <a:pt x="1" y="10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05" name="Freeform 286"/>
              <p:cNvSpPr>
                <a:spLocks noEditPoints="1"/>
              </p:cNvSpPr>
              <p:nvPr>
                <p:custDataLst>
                  <p:tags r:id="rId131"/>
                </p:custDataLst>
              </p:nvPr>
            </p:nvSpPr>
            <p:spPr bwMode="auto">
              <a:xfrm>
                <a:off x="3559" y="1774"/>
                <a:ext cx="77" cy="91"/>
              </a:xfrm>
              <a:custGeom>
                <a:avLst/>
                <a:gdLst>
                  <a:gd name="T0" fmla="*/ 32 w 36"/>
                  <a:gd name="T1" fmla="*/ 19 h 43"/>
                  <a:gd name="T2" fmla="*/ 27 w 36"/>
                  <a:gd name="T3" fmla="*/ 2 h 43"/>
                  <a:gd name="T4" fmla="*/ 8 w 36"/>
                  <a:gd name="T5" fmla="*/ 14 h 43"/>
                  <a:gd name="T6" fmla="*/ 16 w 36"/>
                  <a:gd name="T7" fmla="*/ 25 h 43"/>
                  <a:gd name="T8" fmla="*/ 16 w 36"/>
                  <a:gd name="T9" fmla="*/ 24 h 43"/>
                  <a:gd name="T10" fmla="*/ 17 w 36"/>
                  <a:gd name="T11" fmla="*/ 24 h 43"/>
                  <a:gd name="T12" fmla="*/ 17 w 36"/>
                  <a:gd name="T13" fmla="*/ 23 h 43"/>
                  <a:gd name="T14" fmla="*/ 17 w 36"/>
                  <a:gd name="T15" fmla="*/ 24 h 43"/>
                  <a:gd name="T16" fmla="*/ 19 w 36"/>
                  <a:gd name="T17" fmla="*/ 23 h 43"/>
                  <a:gd name="T18" fmla="*/ 18 w 36"/>
                  <a:gd name="T19" fmla="*/ 24 h 43"/>
                  <a:gd name="T20" fmla="*/ 17 w 36"/>
                  <a:gd name="T21" fmla="*/ 24 h 43"/>
                  <a:gd name="T22" fmla="*/ 19 w 36"/>
                  <a:gd name="T23" fmla="*/ 23 h 43"/>
                  <a:gd name="T24" fmla="*/ 20 w 36"/>
                  <a:gd name="T25" fmla="*/ 23 h 43"/>
                  <a:gd name="T26" fmla="*/ 21 w 36"/>
                  <a:gd name="T27" fmla="*/ 24 h 43"/>
                  <a:gd name="T28" fmla="*/ 21 w 36"/>
                  <a:gd name="T29" fmla="*/ 23 h 43"/>
                  <a:gd name="T30" fmla="*/ 21 w 36"/>
                  <a:gd name="T31" fmla="*/ 23 h 43"/>
                  <a:gd name="T32" fmla="*/ 21 w 36"/>
                  <a:gd name="T33" fmla="*/ 23 h 43"/>
                  <a:gd name="T34" fmla="*/ 21 w 36"/>
                  <a:gd name="T35" fmla="*/ 24 h 43"/>
                  <a:gd name="T36" fmla="*/ 22 w 36"/>
                  <a:gd name="T37" fmla="*/ 24 h 43"/>
                  <a:gd name="T38" fmla="*/ 22 w 36"/>
                  <a:gd name="T39" fmla="*/ 24 h 43"/>
                  <a:gd name="T40" fmla="*/ 22 w 36"/>
                  <a:gd name="T41" fmla="*/ 19 h 43"/>
                  <a:gd name="T42" fmla="*/ 22 w 36"/>
                  <a:gd name="T43" fmla="*/ 19 h 43"/>
                  <a:gd name="T44" fmla="*/ 23 w 36"/>
                  <a:gd name="T45" fmla="*/ 23 h 43"/>
                  <a:gd name="T46" fmla="*/ 27 w 36"/>
                  <a:gd name="T47" fmla="*/ 24 h 43"/>
                  <a:gd name="T48" fmla="*/ 25 w 36"/>
                  <a:gd name="T49" fmla="*/ 24 h 43"/>
                  <a:gd name="T50" fmla="*/ 25 w 36"/>
                  <a:gd name="T51" fmla="*/ 24 h 43"/>
                  <a:gd name="T52" fmla="*/ 26 w 36"/>
                  <a:gd name="T53" fmla="*/ 23 h 43"/>
                  <a:gd name="T54" fmla="*/ 25 w 36"/>
                  <a:gd name="T55" fmla="*/ 24 h 43"/>
                  <a:gd name="T56" fmla="*/ 24 w 36"/>
                  <a:gd name="T57" fmla="*/ 24 h 43"/>
                  <a:gd name="T58" fmla="*/ 24 w 36"/>
                  <a:gd name="T59" fmla="*/ 22 h 43"/>
                  <a:gd name="T60" fmla="*/ 24 w 36"/>
                  <a:gd name="T61" fmla="*/ 24 h 43"/>
                  <a:gd name="T62" fmla="*/ 23 w 36"/>
                  <a:gd name="T63" fmla="*/ 24 h 43"/>
                  <a:gd name="T64" fmla="*/ 23 w 36"/>
                  <a:gd name="T65" fmla="*/ 24 h 43"/>
                  <a:gd name="T66" fmla="*/ 24 w 36"/>
                  <a:gd name="T67" fmla="*/ 24 h 43"/>
                  <a:gd name="T68" fmla="*/ 24 w 36"/>
                  <a:gd name="T69" fmla="*/ 24 h 43"/>
                  <a:gd name="T70" fmla="*/ 25 w 36"/>
                  <a:gd name="T71" fmla="*/ 24 h 43"/>
                  <a:gd name="T72" fmla="*/ 29 w 36"/>
                  <a:gd name="T73" fmla="*/ 24 h 43"/>
                  <a:gd name="T74" fmla="*/ 26 w 36"/>
                  <a:gd name="T75" fmla="*/ 24 h 43"/>
                  <a:gd name="T76" fmla="*/ 24 w 36"/>
                  <a:gd name="T77" fmla="*/ 22 h 43"/>
                  <a:gd name="T78" fmla="*/ 23 w 36"/>
                  <a:gd name="T79" fmla="*/ 21 h 43"/>
                  <a:gd name="T80" fmla="*/ 24 w 36"/>
                  <a:gd name="T81" fmla="*/ 21 h 43"/>
                  <a:gd name="T82" fmla="*/ 24 w 36"/>
                  <a:gd name="T83" fmla="*/ 21 h 43"/>
                  <a:gd name="T84" fmla="*/ 23 w 36"/>
                  <a:gd name="T85" fmla="*/ 20 h 43"/>
                  <a:gd name="T86" fmla="*/ 22 w 36"/>
                  <a:gd name="T87" fmla="*/ 19 h 43"/>
                  <a:gd name="T88" fmla="*/ 22 w 36"/>
                  <a:gd name="T89" fmla="*/ 20 h 43"/>
                  <a:gd name="T90" fmla="*/ 21 w 36"/>
                  <a:gd name="T91" fmla="*/ 19 h 43"/>
                  <a:gd name="T92" fmla="*/ 22 w 36"/>
                  <a:gd name="T93" fmla="*/ 21 h 43"/>
                  <a:gd name="T94" fmla="*/ 20 w 36"/>
                  <a:gd name="T95" fmla="*/ 21 h 43"/>
                  <a:gd name="T96" fmla="*/ 17 w 36"/>
                  <a:gd name="T97" fmla="*/ 20 h 43"/>
                  <a:gd name="T98" fmla="*/ 20 w 36"/>
                  <a:gd name="T99" fmla="*/ 19 h 43"/>
                  <a:gd name="T100" fmla="*/ 18 w 36"/>
                  <a:gd name="T101" fmla="*/ 18 h 43"/>
                  <a:gd name="T102" fmla="*/ 19 w 36"/>
                  <a:gd name="T103" fmla="*/ 18 h 43"/>
                  <a:gd name="T104" fmla="*/ 20 w 36"/>
                  <a:gd name="T105" fmla="*/ 18 h 43"/>
                  <a:gd name="T106" fmla="*/ 21 w 36"/>
                  <a:gd name="T107" fmla="*/ 19 h 43"/>
                  <a:gd name="T108" fmla="*/ 20 w 36"/>
                  <a:gd name="T109" fmla="*/ 18 h 43"/>
                  <a:gd name="T110" fmla="*/ 18 w 36"/>
                  <a:gd name="T111" fmla="*/ 18 h 43"/>
                  <a:gd name="T112" fmla="*/ 18 w 36"/>
                  <a:gd name="T113" fmla="*/ 18 h 43"/>
                  <a:gd name="T114" fmla="*/ 15 w 36"/>
                  <a:gd name="T115" fmla="*/ 18 h 43"/>
                  <a:gd name="T116" fmla="*/ 18 w 36"/>
                  <a:gd name="T117" fmla="*/ 18 h 43"/>
                  <a:gd name="T118" fmla="*/ 18 w 36"/>
                  <a:gd name="T119" fmla="*/ 18 h 43"/>
                  <a:gd name="T120" fmla="*/ 17 w 36"/>
                  <a:gd name="T121" fmla="*/ 19 h 43"/>
                  <a:gd name="T122" fmla="*/ 16 w 36"/>
                  <a:gd name="T123" fmla="*/ 25 h 43"/>
                  <a:gd name="T124" fmla="*/ 14 w 36"/>
                  <a:gd name="T125" fmla="*/ 29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6" h="43">
                    <a:moveTo>
                      <a:pt x="5" y="16"/>
                    </a:moveTo>
                    <a:cubicBezTo>
                      <a:pt x="6" y="19"/>
                      <a:pt x="3" y="20"/>
                      <a:pt x="0" y="23"/>
                    </a:cubicBezTo>
                    <a:cubicBezTo>
                      <a:pt x="0" y="23"/>
                      <a:pt x="1" y="25"/>
                      <a:pt x="1" y="28"/>
                    </a:cubicBezTo>
                    <a:cubicBezTo>
                      <a:pt x="5" y="39"/>
                      <a:pt x="13" y="43"/>
                      <a:pt x="19" y="41"/>
                    </a:cubicBezTo>
                    <a:cubicBezTo>
                      <a:pt x="18" y="40"/>
                      <a:pt x="18" y="39"/>
                      <a:pt x="19" y="39"/>
                    </a:cubicBezTo>
                    <a:cubicBezTo>
                      <a:pt x="19" y="39"/>
                      <a:pt x="19" y="39"/>
                      <a:pt x="19" y="39"/>
                    </a:cubicBezTo>
                    <a:cubicBezTo>
                      <a:pt x="19" y="38"/>
                      <a:pt x="19" y="38"/>
                      <a:pt x="19" y="38"/>
                    </a:cubicBezTo>
                    <a:cubicBezTo>
                      <a:pt x="19" y="38"/>
                      <a:pt x="19" y="39"/>
                      <a:pt x="19" y="40"/>
                    </a:cubicBezTo>
                    <a:cubicBezTo>
                      <a:pt x="20" y="39"/>
                      <a:pt x="21" y="39"/>
                      <a:pt x="23" y="39"/>
                    </a:cubicBezTo>
                    <a:cubicBezTo>
                      <a:pt x="22" y="36"/>
                      <a:pt x="23" y="38"/>
                      <a:pt x="23" y="36"/>
                    </a:cubicBezTo>
                    <a:cubicBezTo>
                      <a:pt x="23" y="37"/>
                      <a:pt x="23" y="37"/>
                      <a:pt x="23" y="37"/>
                    </a:cubicBezTo>
                    <a:cubicBezTo>
                      <a:pt x="23" y="36"/>
                      <a:pt x="23" y="36"/>
                      <a:pt x="25" y="38"/>
                    </a:cubicBezTo>
                    <a:cubicBezTo>
                      <a:pt x="29" y="38"/>
                      <a:pt x="31" y="35"/>
                      <a:pt x="33" y="33"/>
                    </a:cubicBezTo>
                    <a:cubicBezTo>
                      <a:pt x="36" y="30"/>
                      <a:pt x="36" y="26"/>
                      <a:pt x="36" y="21"/>
                    </a:cubicBezTo>
                    <a:cubicBezTo>
                      <a:pt x="33" y="20"/>
                      <a:pt x="35" y="19"/>
                      <a:pt x="32" y="19"/>
                    </a:cubicBezTo>
                    <a:cubicBezTo>
                      <a:pt x="33" y="19"/>
                      <a:pt x="33" y="19"/>
                      <a:pt x="33" y="19"/>
                    </a:cubicBezTo>
                    <a:cubicBezTo>
                      <a:pt x="31" y="18"/>
                      <a:pt x="33" y="18"/>
                      <a:pt x="34" y="17"/>
                    </a:cubicBezTo>
                    <a:cubicBezTo>
                      <a:pt x="33" y="17"/>
                      <a:pt x="34" y="17"/>
                      <a:pt x="32" y="17"/>
                    </a:cubicBezTo>
                    <a:cubicBezTo>
                      <a:pt x="30" y="17"/>
                      <a:pt x="35" y="17"/>
                      <a:pt x="34" y="16"/>
                    </a:cubicBezTo>
                    <a:cubicBezTo>
                      <a:pt x="34" y="16"/>
                      <a:pt x="33" y="17"/>
                      <a:pt x="33" y="16"/>
                    </a:cubicBezTo>
                    <a:cubicBezTo>
                      <a:pt x="31" y="16"/>
                      <a:pt x="34" y="17"/>
                      <a:pt x="36" y="15"/>
                    </a:cubicBezTo>
                    <a:cubicBezTo>
                      <a:pt x="35" y="13"/>
                      <a:pt x="32" y="12"/>
                      <a:pt x="33" y="10"/>
                    </a:cubicBezTo>
                    <a:cubicBezTo>
                      <a:pt x="33" y="11"/>
                      <a:pt x="32" y="11"/>
                      <a:pt x="32" y="11"/>
                    </a:cubicBezTo>
                    <a:cubicBezTo>
                      <a:pt x="35" y="9"/>
                      <a:pt x="31" y="11"/>
                      <a:pt x="32" y="10"/>
                    </a:cubicBezTo>
                    <a:cubicBezTo>
                      <a:pt x="33" y="10"/>
                      <a:pt x="33" y="10"/>
                      <a:pt x="33" y="10"/>
                    </a:cubicBezTo>
                    <a:cubicBezTo>
                      <a:pt x="34" y="9"/>
                      <a:pt x="32" y="9"/>
                      <a:pt x="32" y="7"/>
                    </a:cubicBezTo>
                    <a:cubicBezTo>
                      <a:pt x="30" y="7"/>
                      <a:pt x="32" y="5"/>
                      <a:pt x="30" y="5"/>
                    </a:cubicBezTo>
                    <a:cubicBezTo>
                      <a:pt x="31" y="5"/>
                      <a:pt x="30" y="4"/>
                      <a:pt x="30" y="4"/>
                    </a:cubicBezTo>
                    <a:cubicBezTo>
                      <a:pt x="27" y="6"/>
                      <a:pt x="29" y="1"/>
                      <a:pt x="27" y="3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5" y="1"/>
                      <a:pt x="21" y="0"/>
                      <a:pt x="18" y="3"/>
                    </a:cubicBezTo>
                    <a:cubicBezTo>
                      <a:pt x="16" y="3"/>
                      <a:pt x="12" y="1"/>
                      <a:pt x="13" y="3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4"/>
                      <a:pt x="12" y="3"/>
                    </a:cubicBezTo>
                    <a:cubicBezTo>
                      <a:pt x="13" y="5"/>
                      <a:pt x="11" y="4"/>
                      <a:pt x="11" y="4"/>
                    </a:cubicBezTo>
                    <a:cubicBezTo>
                      <a:pt x="11" y="5"/>
                      <a:pt x="11" y="5"/>
                      <a:pt x="11" y="6"/>
                    </a:cubicBezTo>
                    <a:cubicBezTo>
                      <a:pt x="9" y="4"/>
                      <a:pt x="11" y="8"/>
                      <a:pt x="9" y="7"/>
                    </a:cubicBezTo>
                    <a:cubicBezTo>
                      <a:pt x="12" y="9"/>
                      <a:pt x="10" y="8"/>
                      <a:pt x="10" y="9"/>
                    </a:cubicBezTo>
                    <a:cubicBezTo>
                      <a:pt x="10" y="9"/>
                      <a:pt x="10" y="9"/>
                      <a:pt x="9" y="8"/>
                    </a:cubicBezTo>
                    <a:cubicBezTo>
                      <a:pt x="9" y="9"/>
                      <a:pt x="9" y="9"/>
                      <a:pt x="8" y="9"/>
                    </a:cubicBezTo>
                    <a:cubicBezTo>
                      <a:pt x="8" y="9"/>
                      <a:pt x="10" y="10"/>
                      <a:pt x="9" y="10"/>
                    </a:cubicBezTo>
                    <a:cubicBezTo>
                      <a:pt x="7" y="9"/>
                      <a:pt x="9" y="11"/>
                      <a:pt x="8" y="10"/>
                    </a:cubicBezTo>
                    <a:cubicBezTo>
                      <a:pt x="10" y="11"/>
                      <a:pt x="11" y="13"/>
                      <a:pt x="10" y="12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9" y="12"/>
                      <a:pt x="5" y="12"/>
                      <a:pt x="8" y="14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8" y="15"/>
                      <a:pt x="6" y="15"/>
                      <a:pt x="8" y="17"/>
                    </a:cubicBezTo>
                    <a:cubicBezTo>
                      <a:pt x="8" y="17"/>
                      <a:pt x="7" y="17"/>
                      <a:pt x="7" y="17"/>
                    </a:cubicBezTo>
                    <a:cubicBezTo>
                      <a:pt x="6" y="17"/>
                      <a:pt x="5" y="16"/>
                      <a:pt x="5" y="16"/>
                    </a:cubicBezTo>
                    <a:close/>
                    <a:moveTo>
                      <a:pt x="16" y="26"/>
                    </a:moveTo>
                    <a:cubicBezTo>
                      <a:pt x="16" y="26"/>
                      <a:pt x="16" y="26"/>
                      <a:pt x="16" y="26"/>
                    </a:cubicBezTo>
                    <a:cubicBezTo>
                      <a:pt x="16" y="27"/>
                      <a:pt x="16" y="27"/>
                      <a:pt x="16" y="26"/>
                    </a:cubicBezTo>
                    <a:close/>
                    <a:moveTo>
                      <a:pt x="17" y="24"/>
                    </a:moveTo>
                    <a:cubicBezTo>
                      <a:pt x="17" y="25"/>
                      <a:pt x="16" y="25"/>
                      <a:pt x="17" y="27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6" y="24"/>
                      <a:pt x="16" y="24"/>
                      <a:pt x="17" y="24"/>
                    </a:cubicBezTo>
                    <a:cubicBezTo>
                      <a:pt x="17" y="25"/>
                      <a:pt x="17" y="25"/>
                      <a:pt x="17" y="24"/>
                    </a:cubicBezTo>
                    <a:close/>
                    <a:moveTo>
                      <a:pt x="16" y="25"/>
                    </a:moveTo>
                    <a:cubicBezTo>
                      <a:pt x="16" y="25"/>
                      <a:pt x="16" y="25"/>
                      <a:pt x="16" y="25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6" y="24"/>
                      <a:pt x="16" y="24"/>
                      <a:pt x="16" y="24"/>
                    </a:cubicBezTo>
                    <a:cubicBezTo>
                      <a:pt x="16" y="25"/>
                      <a:pt x="17" y="23"/>
                      <a:pt x="16" y="24"/>
                    </a:cubicBezTo>
                    <a:cubicBezTo>
                      <a:pt x="16" y="24"/>
                      <a:pt x="16" y="24"/>
                      <a:pt x="16" y="24"/>
                    </a:cubicBezTo>
                    <a:cubicBezTo>
                      <a:pt x="16" y="24"/>
                      <a:pt x="16" y="24"/>
                      <a:pt x="16" y="24"/>
                    </a:cubicBezTo>
                    <a:cubicBezTo>
                      <a:pt x="16" y="24"/>
                      <a:pt x="16" y="24"/>
                      <a:pt x="16" y="24"/>
                    </a:cubicBezTo>
                    <a:cubicBezTo>
                      <a:pt x="16" y="24"/>
                      <a:pt x="16" y="24"/>
                      <a:pt x="16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6" y="25"/>
                      <a:pt x="17" y="24"/>
                      <a:pt x="16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6" y="24"/>
                      <a:pt x="16" y="25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6" y="25"/>
                      <a:pt x="16" y="25"/>
                      <a:pt x="16" y="25"/>
                    </a:cubicBezTo>
                    <a:close/>
                    <a:moveTo>
                      <a:pt x="17" y="24"/>
                    </a:move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lose/>
                    <a:moveTo>
                      <a:pt x="17" y="23"/>
                    </a:moveTo>
                    <a:cubicBezTo>
                      <a:pt x="17" y="23"/>
                      <a:pt x="17" y="23"/>
                      <a:pt x="17" y="23"/>
                    </a:cubicBezTo>
                    <a:cubicBezTo>
                      <a:pt x="17" y="23"/>
                      <a:pt x="17" y="23"/>
                      <a:pt x="17" y="23"/>
                    </a:cubicBezTo>
                    <a:cubicBezTo>
                      <a:pt x="17" y="23"/>
                      <a:pt x="17" y="23"/>
                      <a:pt x="17" y="23"/>
                    </a:cubicBezTo>
                    <a:cubicBezTo>
                      <a:pt x="17" y="23"/>
                      <a:pt x="17" y="23"/>
                      <a:pt x="17" y="23"/>
                    </a:cubicBezTo>
                    <a:close/>
                    <a:moveTo>
                      <a:pt x="17" y="24"/>
                    </a:move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lose/>
                    <a:moveTo>
                      <a:pt x="17" y="23"/>
                    </a:moveTo>
                    <a:cubicBezTo>
                      <a:pt x="17" y="23"/>
                      <a:pt x="17" y="23"/>
                      <a:pt x="17" y="23"/>
                    </a:cubicBezTo>
                    <a:cubicBezTo>
                      <a:pt x="18" y="23"/>
                      <a:pt x="18" y="23"/>
                      <a:pt x="18" y="23"/>
                    </a:cubicBezTo>
                    <a:cubicBezTo>
                      <a:pt x="18" y="23"/>
                      <a:pt x="17" y="23"/>
                      <a:pt x="17" y="23"/>
                    </a:cubicBezTo>
                    <a:cubicBezTo>
                      <a:pt x="17" y="23"/>
                      <a:pt x="17" y="23"/>
                      <a:pt x="17" y="23"/>
                    </a:cubicBezTo>
                    <a:cubicBezTo>
                      <a:pt x="17" y="23"/>
                      <a:pt x="17" y="23"/>
                      <a:pt x="17" y="23"/>
                    </a:cubicBezTo>
                    <a:cubicBezTo>
                      <a:pt x="17" y="23"/>
                      <a:pt x="17" y="23"/>
                      <a:pt x="17" y="23"/>
                    </a:cubicBezTo>
                    <a:close/>
                    <a:moveTo>
                      <a:pt x="17" y="24"/>
                    </a:move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lose/>
                    <a:moveTo>
                      <a:pt x="17" y="24"/>
                    </a:move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lose/>
                    <a:moveTo>
                      <a:pt x="17" y="24"/>
                    </a:move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8" y="25"/>
                      <a:pt x="17" y="24"/>
                      <a:pt x="17" y="24"/>
                    </a:cubicBezTo>
                    <a:close/>
                    <a:moveTo>
                      <a:pt x="18" y="24"/>
                    </a:move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8" y="24"/>
                      <a:pt x="18" y="24"/>
                    </a:cubicBezTo>
                    <a:close/>
                    <a:moveTo>
                      <a:pt x="20" y="23"/>
                    </a:moveTo>
                    <a:cubicBezTo>
                      <a:pt x="20" y="23"/>
                      <a:pt x="20" y="23"/>
                      <a:pt x="20" y="23"/>
                    </a:cubicBezTo>
                    <a:cubicBezTo>
                      <a:pt x="20" y="23"/>
                      <a:pt x="19" y="23"/>
                      <a:pt x="19" y="23"/>
                    </a:cubicBezTo>
                    <a:cubicBezTo>
                      <a:pt x="19" y="23"/>
                      <a:pt x="18" y="23"/>
                      <a:pt x="18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9" y="23"/>
                      <a:pt x="19" y="23"/>
                      <a:pt x="18" y="24"/>
                    </a:cubicBezTo>
                    <a:cubicBezTo>
                      <a:pt x="19" y="23"/>
                      <a:pt x="19" y="23"/>
                      <a:pt x="19" y="23"/>
                    </a:cubicBezTo>
                    <a:cubicBezTo>
                      <a:pt x="19" y="23"/>
                      <a:pt x="19" y="23"/>
                      <a:pt x="19" y="24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9" y="24"/>
                      <a:pt x="18" y="25"/>
                      <a:pt x="19" y="26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8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3"/>
                      <a:pt x="17" y="23"/>
                    </a:cubicBezTo>
                    <a:cubicBezTo>
                      <a:pt x="17" y="23"/>
                      <a:pt x="18" y="23"/>
                      <a:pt x="18" y="23"/>
                    </a:cubicBezTo>
                    <a:cubicBezTo>
                      <a:pt x="18" y="23"/>
                      <a:pt x="18" y="23"/>
                      <a:pt x="18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3"/>
                      <a:pt x="18" y="23"/>
                      <a:pt x="18" y="23"/>
                    </a:cubicBezTo>
                    <a:cubicBezTo>
                      <a:pt x="18" y="23"/>
                      <a:pt x="18" y="23"/>
                      <a:pt x="18" y="23"/>
                    </a:cubicBezTo>
                    <a:cubicBezTo>
                      <a:pt x="18" y="22"/>
                      <a:pt x="17" y="22"/>
                      <a:pt x="17" y="22"/>
                    </a:cubicBezTo>
                    <a:cubicBezTo>
                      <a:pt x="18" y="22"/>
                      <a:pt x="18" y="23"/>
                      <a:pt x="18" y="23"/>
                    </a:cubicBezTo>
                    <a:cubicBezTo>
                      <a:pt x="19" y="22"/>
                      <a:pt x="19" y="22"/>
                      <a:pt x="19" y="22"/>
                    </a:cubicBezTo>
                    <a:cubicBezTo>
                      <a:pt x="19" y="22"/>
                      <a:pt x="19" y="23"/>
                      <a:pt x="19" y="23"/>
                    </a:cubicBezTo>
                    <a:cubicBezTo>
                      <a:pt x="19" y="23"/>
                      <a:pt x="20" y="23"/>
                      <a:pt x="20" y="23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20" y="23"/>
                      <a:pt x="21" y="23"/>
                      <a:pt x="21" y="23"/>
                    </a:cubicBezTo>
                    <a:cubicBezTo>
                      <a:pt x="21" y="23"/>
                      <a:pt x="21" y="23"/>
                      <a:pt x="21" y="23"/>
                    </a:cubicBezTo>
                    <a:cubicBezTo>
                      <a:pt x="21" y="23"/>
                      <a:pt x="21" y="23"/>
                      <a:pt x="21" y="23"/>
                    </a:cubicBezTo>
                    <a:cubicBezTo>
                      <a:pt x="21" y="23"/>
                      <a:pt x="21" y="23"/>
                      <a:pt x="21" y="23"/>
                    </a:cubicBezTo>
                    <a:cubicBezTo>
                      <a:pt x="21" y="23"/>
                      <a:pt x="21" y="23"/>
                      <a:pt x="21" y="23"/>
                    </a:cubicBezTo>
                    <a:cubicBezTo>
                      <a:pt x="21" y="23"/>
                      <a:pt x="21" y="23"/>
                      <a:pt x="21" y="23"/>
                    </a:cubicBezTo>
                    <a:cubicBezTo>
                      <a:pt x="21" y="23"/>
                      <a:pt x="21" y="23"/>
                      <a:pt x="20" y="23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20" y="23"/>
                      <a:pt x="20" y="23"/>
                      <a:pt x="21" y="23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20" y="23"/>
                      <a:pt x="20" y="23"/>
                      <a:pt x="20" y="23"/>
                    </a:cubicBezTo>
                    <a:close/>
                    <a:moveTo>
                      <a:pt x="21" y="24"/>
                    </a:moveTo>
                    <a:cubicBezTo>
                      <a:pt x="21" y="24"/>
                      <a:pt x="21" y="24"/>
                      <a:pt x="21" y="24"/>
                    </a:cubicBezTo>
                    <a:cubicBezTo>
                      <a:pt x="21" y="24"/>
                      <a:pt x="21" y="24"/>
                      <a:pt x="21" y="24"/>
                    </a:cubicBezTo>
                    <a:cubicBezTo>
                      <a:pt x="21" y="24"/>
                      <a:pt x="21" y="24"/>
                      <a:pt x="21" y="24"/>
                    </a:cubicBezTo>
                    <a:cubicBezTo>
                      <a:pt x="21" y="24"/>
                      <a:pt x="21" y="24"/>
                      <a:pt x="21" y="24"/>
                    </a:cubicBezTo>
                    <a:close/>
                    <a:moveTo>
                      <a:pt x="21" y="24"/>
                    </a:moveTo>
                    <a:cubicBezTo>
                      <a:pt x="21" y="24"/>
                      <a:pt x="21" y="24"/>
                      <a:pt x="21" y="24"/>
                    </a:cubicBezTo>
                    <a:cubicBezTo>
                      <a:pt x="21" y="24"/>
                      <a:pt x="21" y="24"/>
                      <a:pt x="21" y="24"/>
                    </a:cubicBezTo>
                    <a:cubicBezTo>
                      <a:pt x="21" y="24"/>
                      <a:pt x="21" y="24"/>
                      <a:pt x="21" y="24"/>
                    </a:cubicBezTo>
                    <a:close/>
                    <a:moveTo>
                      <a:pt x="21" y="24"/>
                    </a:moveTo>
                    <a:cubicBezTo>
                      <a:pt x="21" y="24"/>
                      <a:pt x="21" y="24"/>
                      <a:pt x="21" y="24"/>
                    </a:cubicBezTo>
                    <a:cubicBezTo>
                      <a:pt x="21" y="24"/>
                      <a:pt x="21" y="24"/>
                      <a:pt x="21" y="24"/>
                    </a:cubicBezTo>
                    <a:cubicBezTo>
                      <a:pt x="21" y="24"/>
                      <a:pt x="21" y="24"/>
                      <a:pt x="21" y="24"/>
                    </a:cubicBezTo>
                    <a:cubicBezTo>
                      <a:pt x="21" y="24"/>
                      <a:pt x="21" y="24"/>
                      <a:pt x="21" y="24"/>
                    </a:cubicBezTo>
                    <a:close/>
                    <a:moveTo>
                      <a:pt x="21" y="24"/>
                    </a:moveTo>
                    <a:cubicBezTo>
                      <a:pt x="21" y="24"/>
                      <a:pt x="21" y="24"/>
                      <a:pt x="21" y="24"/>
                    </a:cubicBezTo>
                    <a:cubicBezTo>
                      <a:pt x="21" y="24"/>
                      <a:pt x="21" y="24"/>
                      <a:pt x="21" y="24"/>
                    </a:cubicBezTo>
                    <a:cubicBezTo>
                      <a:pt x="21" y="24"/>
                      <a:pt x="21" y="24"/>
                      <a:pt x="21" y="24"/>
                    </a:cubicBezTo>
                    <a:close/>
                    <a:moveTo>
                      <a:pt x="21" y="23"/>
                    </a:moveTo>
                    <a:cubicBezTo>
                      <a:pt x="21" y="23"/>
                      <a:pt x="21" y="23"/>
                      <a:pt x="21" y="23"/>
                    </a:cubicBezTo>
                    <a:cubicBezTo>
                      <a:pt x="21" y="23"/>
                      <a:pt x="21" y="23"/>
                      <a:pt x="21" y="23"/>
                    </a:cubicBezTo>
                    <a:cubicBezTo>
                      <a:pt x="21" y="23"/>
                      <a:pt x="21" y="23"/>
                      <a:pt x="21" y="23"/>
                    </a:cubicBezTo>
                    <a:cubicBezTo>
                      <a:pt x="21" y="23"/>
                      <a:pt x="21" y="23"/>
                      <a:pt x="21" y="23"/>
                    </a:cubicBezTo>
                    <a:close/>
                    <a:moveTo>
                      <a:pt x="21" y="23"/>
                    </a:moveTo>
                    <a:cubicBezTo>
                      <a:pt x="21" y="23"/>
                      <a:pt x="21" y="23"/>
                      <a:pt x="21" y="23"/>
                    </a:cubicBezTo>
                    <a:cubicBezTo>
                      <a:pt x="21" y="23"/>
                      <a:pt x="21" y="23"/>
                      <a:pt x="21" y="23"/>
                    </a:cubicBezTo>
                    <a:cubicBezTo>
                      <a:pt x="21" y="23"/>
                      <a:pt x="21" y="23"/>
                      <a:pt x="21" y="23"/>
                    </a:cubicBezTo>
                    <a:cubicBezTo>
                      <a:pt x="21" y="23"/>
                      <a:pt x="21" y="23"/>
                      <a:pt x="21" y="23"/>
                    </a:cubicBezTo>
                    <a:close/>
                    <a:moveTo>
                      <a:pt x="21" y="23"/>
                    </a:moveTo>
                    <a:cubicBezTo>
                      <a:pt x="21" y="23"/>
                      <a:pt x="21" y="23"/>
                      <a:pt x="21" y="23"/>
                    </a:cubicBezTo>
                    <a:cubicBezTo>
                      <a:pt x="21" y="23"/>
                      <a:pt x="21" y="23"/>
                      <a:pt x="21" y="23"/>
                    </a:cubicBezTo>
                    <a:cubicBezTo>
                      <a:pt x="21" y="23"/>
                      <a:pt x="21" y="23"/>
                      <a:pt x="21" y="23"/>
                    </a:cubicBezTo>
                    <a:cubicBezTo>
                      <a:pt x="21" y="23"/>
                      <a:pt x="21" y="23"/>
                      <a:pt x="21" y="23"/>
                    </a:cubicBezTo>
                    <a:cubicBezTo>
                      <a:pt x="21" y="23"/>
                      <a:pt x="21" y="23"/>
                      <a:pt x="21" y="23"/>
                    </a:cubicBezTo>
                    <a:cubicBezTo>
                      <a:pt x="21" y="23"/>
                      <a:pt x="21" y="23"/>
                      <a:pt x="21" y="23"/>
                    </a:cubicBezTo>
                    <a:close/>
                    <a:moveTo>
                      <a:pt x="21" y="23"/>
                    </a:moveTo>
                    <a:cubicBezTo>
                      <a:pt x="21" y="23"/>
                      <a:pt x="21" y="23"/>
                      <a:pt x="21" y="23"/>
                    </a:cubicBezTo>
                    <a:cubicBezTo>
                      <a:pt x="21" y="23"/>
                      <a:pt x="21" y="23"/>
                      <a:pt x="21" y="23"/>
                    </a:cubicBezTo>
                    <a:cubicBezTo>
                      <a:pt x="21" y="23"/>
                      <a:pt x="21" y="23"/>
                      <a:pt x="21" y="23"/>
                    </a:cubicBezTo>
                    <a:cubicBezTo>
                      <a:pt x="21" y="23"/>
                      <a:pt x="21" y="23"/>
                      <a:pt x="21" y="23"/>
                    </a:cubicBezTo>
                    <a:close/>
                    <a:moveTo>
                      <a:pt x="21" y="24"/>
                    </a:moveTo>
                    <a:cubicBezTo>
                      <a:pt x="21" y="24"/>
                      <a:pt x="21" y="24"/>
                      <a:pt x="21" y="24"/>
                    </a:cubicBezTo>
                    <a:cubicBezTo>
                      <a:pt x="20" y="24"/>
                      <a:pt x="20" y="24"/>
                      <a:pt x="20" y="24"/>
                    </a:cubicBezTo>
                    <a:cubicBezTo>
                      <a:pt x="20" y="24"/>
                      <a:pt x="21" y="24"/>
                      <a:pt x="21" y="24"/>
                    </a:cubicBezTo>
                    <a:cubicBezTo>
                      <a:pt x="21" y="24"/>
                      <a:pt x="21" y="24"/>
                      <a:pt x="21" y="24"/>
                    </a:cubicBezTo>
                    <a:close/>
                    <a:moveTo>
                      <a:pt x="21" y="24"/>
                    </a:moveTo>
                    <a:cubicBezTo>
                      <a:pt x="21" y="24"/>
                      <a:pt x="21" y="24"/>
                      <a:pt x="21" y="24"/>
                    </a:cubicBezTo>
                    <a:cubicBezTo>
                      <a:pt x="21" y="24"/>
                      <a:pt x="21" y="24"/>
                      <a:pt x="21" y="24"/>
                    </a:cubicBezTo>
                    <a:cubicBezTo>
                      <a:pt x="21" y="24"/>
                      <a:pt x="21" y="24"/>
                      <a:pt x="21" y="24"/>
                    </a:cubicBezTo>
                    <a:cubicBezTo>
                      <a:pt x="21" y="24"/>
                      <a:pt x="21" y="24"/>
                      <a:pt x="21" y="24"/>
                    </a:cubicBezTo>
                    <a:close/>
                    <a:moveTo>
                      <a:pt x="21" y="23"/>
                    </a:moveTo>
                    <a:cubicBezTo>
                      <a:pt x="21" y="23"/>
                      <a:pt x="21" y="23"/>
                      <a:pt x="21" y="23"/>
                    </a:cubicBezTo>
                    <a:cubicBezTo>
                      <a:pt x="21" y="23"/>
                      <a:pt x="21" y="23"/>
                      <a:pt x="21" y="23"/>
                    </a:cubicBezTo>
                    <a:cubicBezTo>
                      <a:pt x="21" y="23"/>
                      <a:pt x="21" y="23"/>
                      <a:pt x="21" y="23"/>
                    </a:cubicBezTo>
                    <a:close/>
                    <a:moveTo>
                      <a:pt x="20" y="24"/>
                    </a:moveTo>
                    <a:cubicBezTo>
                      <a:pt x="20" y="24"/>
                      <a:pt x="20" y="24"/>
                      <a:pt x="20" y="24"/>
                    </a:cubicBezTo>
                    <a:cubicBezTo>
                      <a:pt x="20" y="24"/>
                      <a:pt x="20" y="24"/>
                      <a:pt x="20" y="24"/>
                    </a:cubicBezTo>
                    <a:cubicBezTo>
                      <a:pt x="20" y="24"/>
                      <a:pt x="20" y="24"/>
                      <a:pt x="20" y="24"/>
                    </a:cubicBezTo>
                    <a:cubicBezTo>
                      <a:pt x="20" y="24"/>
                      <a:pt x="20" y="24"/>
                      <a:pt x="20" y="24"/>
                    </a:cubicBezTo>
                    <a:close/>
                    <a:moveTo>
                      <a:pt x="20" y="24"/>
                    </a:moveTo>
                    <a:cubicBezTo>
                      <a:pt x="20" y="24"/>
                      <a:pt x="20" y="24"/>
                      <a:pt x="20" y="24"/>
                    </a:cubicBezTo>
                    <a:cubicBezTo>
                      <a:pt x="21" y="24"/>
                      <a:pt x="21" y="24"/>
                      <a:pt x="21" y="25"/>
                    </a:cubicBezTo>
                    <a:lnTo>
                      <a:pt x="20" y="24"/>
                    </a:lnTo>
                    <a:close/>
                    <a:moveTo>
                      <a:pt x="21" y="24"/>
                    </a:moveTo>
                    <a:cubicBezTo>
                      <a:pt x="21" y="24"/>
                      <a:pt x="21" y="24"/>
                      <a:pt x="21" y="24"/>
                    </a:cubicBezTo>
                    <a:cubicBezTo>
                      <a:pt x="21" y="24"/>
                      <a:pt x="21" y="24"/>
                      <a:pt x="21" y="24"/>
                    </a:cubicBezTo>
                    <a:cubicBezTo>
                      <a:pt x="21" y="24"/>
                      <a:pt x="21" y="24"/>
                      <a:pt x="21" y="24"/>
                    </a:cubicBezTo>
                    <a:close/>
                    <a:moveTo>
                      <a:pt x="21" y="24"/>
                    </a:moveTo>
                    <a:cubicBezTo>
                      <a:pt x="21" y="24"/>
                      <a:pt x="21" y="24"/>
                      <a:pt x="21" y="24"/>
                    </a:cubicBezTo>
                    <a:cubicBezTo>
                      <a:pt x="21" y="24"/>
                      <a:pt x="21" y="24"/>
                      <a:pt x="22" y="25"/>
                    </a:cubicBezTo>
                    <a:lnTo>
                      <a:pt x="21" y="24"/>
                    </a:lnTo>
                    <a:close/>
                    <a:moveTo>
                      <a:pt x="22" y="23"/>
                    </a:moveTo>
                    <a:cubicBezTo>
                      <a:pt x="21" y="23"/>
                      <a:pt x="21" y="23"/>
                      <a:pt x="21" y="23"/>
                    </a:cubicBezTo>
                    <a:cubicBezTo>
                      <a:pt x="22" y="23"/>
                      <a:pt x="22" y="23"/>
                      <a:pt x="22" y="23"/>
                    </a:cubicBezTo>
                    <a:cubicBezTo>
                      <a:pt x="22" y="23"/>
                      <a:pt x="22" y="23"/>
                      <a:pt x="22" y="23"/>
                    </a:cubicBezTo>
                    <a:cubicBezTo>
                      <a:pt x="22" y="23"/>
                      <a:pt x="22" y="23"/>
                      <a:pt x="22" y="23"/>
                    </a:cubicBezTo>
                    <a:close/>
                    <a:moveTo>
                      <a:pt x="22" y="23"/>
                    </a:moveTo>
                    <a:cubicBezTo>
                      <a:pt x="22" y="23"/>
                      <a:pt x="22" y="23"/>
                      <a:pt x="22" y="23"/>
                    </a:cubicBezTo>
                    <a:cubicBezTo>
                      <a:pt x="22" y="24"/>
                      <a:pt x="22" y="24"/>
                      <a:pt x="22" y="24"/>
                    </a:cubicBezTo>
                    <a:cubicBezTo>
                      <a:pt x="22" y="24"/>
                      <a:pt x="22" y="24"/>
                      <a:pt x="22" y="24"/>
                    </a:cubicBezTo>
                    <a:cubicBezTo>
                      <a:pt x="22" y="24"/>
                      <a:pt x="22" y="24"/>
                      <a:pt x="22" y="24"/>
                    </a:cubicBezTo>
                    <a:lnTo>
                      <a:pt x="22" y="23"/>
                    </a:lnTo>
                    <a:close/>
                    <a:moveTo>
                      <a:pt x="22" y="23"/>
                    </a:moveTo>
                    <a:cubicBezTo>
                      <a:pt x="22" y="23"/>
                      <a:pt x="22" y="23"/>
                      <a:pt x="22" y="23"/>
                    </a:cubicBezTo>
                    <a:cubicBezTo>
                      <a:pt x="22" y="23"/>
                      <a:pt x="22" y="23"/>
                      <a:pt x="22" y="23"/>
                    </a:cubicBezTo>
                    <a:cubicBezTo>
                      <a:pt x="22" y="23"/>
                      <a:pt x="22" y="23"/>
                      <a:pt x="22" y="23"/>
                    </a:cubicBezTo>
                    <a:close/>
                    <a:moveTo>
                      <a:pt x="22" y="24"/>
                    </a:moveTo>
                    <a:cubicBezTo>
                      <a:pt x="22" y="24"/>
                      <a:pt x="22" y="24"/>
                      <a:pt x="22" y="24"/>
                    </a:cubicBezTo>
                    <a:cubicBezTo>
                      <a:pt x="22" y="24"/>
                      <a:pt x="22" y="24"/>
                      <a:pt x="22" y="24"/>
                    </a:cubicBezTo>
                    <a:cubicBezTo>
                      <a:pt x="22" y="24"/>
                      <a:pt x="22" y="24"/>
                      <a:pt x="22" y="24"/>
                    </a:cubicBezTo>
                    <a:cubicBezTo>
                      <a:pt x="22" y="24"/>
                      <a:pt x="22" y="24"/>
                      <a:pt x="22" y="24"/>
                    </a:cubicBezTo>
                    <a:close/>
                    <a:moveTo>
                      <a:pt x="22" y="24"/>
                    </a:moveTo>
                    <a:cubicBezTo>
                      <a:pt x="22" y="24"/>
                      <a:pt x="22" y="24"/>
                      <a:pt x="22" y="24"/>
                    </a:cubicBezTo>
                    <a:cubicBezTo>
                      <a:pt x="22" y="24"/>
                      <a:pt x="22" y="24"/>
                      <a:pt x="22" y="24"/>
                    </a:cubicBezTo>
                    <a:close/>
                    <a:moveTo>
                      <a:pt x="22" y="24"/>
                    </a:moveTo>
                    <a:cubicBezTo>
                      <a:pt x="22" y="24"/>
                      <a:pt x="22" y="24"/>
                      <a:pt x="22" y="24"/>
                    </a:cubicBezTo>
                    <a:cubicBezTo>
                      <a:pt x="22" y="24"/>
                      <a:pt x="22" y="24"/>
                      <a:pt x="22" y="24"/>
                    </a:cubicBezTo>
                    <a:cubicBezTo>
                      <a:pt x="22" y="24"/>
                      <a:pt x="23" y="24"/>
                      <a:pt x="22" y="24"/>
                    </a:cubicBezTo>
                    <a:close/>
                    <a:moveTo>
                      <a:pt x="22" y="22"/>
                    </a:moveTo>
                    <a:cubicBezTo>
                      <a:pt x="22" y="22"/>
                      <a:pt x="22" y="22"/>
                      <a:pt x="22" y="22"/>
                    </a:cubicBezTo>
                    <a:cubicBezTo>
                      <a:pt x="23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3" y="22"/>
                      <a:pt x="23" y="22"/>
                    </a:cubicBezTo>
                    <a:cubicBezTo>
                      <a:pt x="23" y="22"/>
                      <a:pt x="23" y="22"/>
                      <a:pt x="22" y="22"/>
                    </a:cubicBezTo>
                    <a:close/>
                    <a:moveTo>
                      <a:pt x="22" y="19"/>
                    </a:moveTo>
                    <a:cubicBezTo>
                      <a:pt x="22" y="19"/>
                      <a:pt x="22" y="19"/>
                      <a:pt x="22" y="19"/>
                    </a:cubicBezTo>
                    <a:cubicBezTo>
                      <a:pt x="22" y="19"/>
                      <a:pt x="22" y="19"/>
                      <a:pt x="22" y="19"/>
                    </a:cubicBezTo>
                    <a:cubicBezTo>
                      <a:pt x="22" y="19"/>
                      <a:pt x="22" y="19"/>
                      <a:pt x="22" y="19"/>
                    </a:cubicBezTo>
                    <a:close/>
                    <a:moveTo>
                      <a:pt x="22" y="19"/>
                    </a:moveTo>
                    <a:cubicBezTo>
                      <a:pt x="22" y="19"/>
                      <a:pt x="22" y="19"/>
                      <a:pt x="22" y="19"/>
                    </a:cubicBezTo>
                    <a:cubicBezTo>
                      <a:pt x="22" y="19"/>
                      <a:pt x="22" y="19"/>
                      <a:pt x="22" y="19"/>
                    </a:cubicBezTo>
                    <a:cubicBezTo>
                      <a:pt x="22" y="19"/>
                      <a:pt x="22" y="19"/>
                      <a:pt x="22" y="19"/>
                    </a:cubicBezTo>
                    <a:close/>
                    <a:moveTo>
                      <a:pt x="22" y="19"/>
                    </a:moveTo>
                    <a:cubicBezTo>
                      <a:pt x="22" y="20"/>
                      <a:pt x="22" y="20"/>
                      <a:pt x="22" y="20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2" y="19"/>
                      <a:pt x="22" y="19"/>
                      <a:pt x="22" y="19"/>
                    </a:cubicBezTo>
                    <a:cubicBezTo>
                      <a:pt x="22" y="19"/>
                      <a:pt x="22" y="19"/>
                      <a:pt x="22" y="19"/>
                    </a:cubicBezTo>
                    <a:close/>
                    <a:moveTo>
                      <a:pt x="22" y="19"/>
                    </a:moveTo>
                    <a:cubicBezTo>
                      <a:pt x="23" y="20"/>
                      <a:pt x="23" y="20"/>
                      <a:pt x="23" y="20"/>
                    </a:cubicBezTo>
                    <a:cubicBezTo>
                      <a:pt x="23" y="20"/>
                      <a:pt x="22" y="20"/>
                      <a:pt x="22" y="20"/>
                    </a:cubicBezTo>
                    <a:cubicBezTo>
                      <a:pt x="22" y="20"/>
                      <a:pt x="22" y="19"/>
                      <a:pt x="22" y="19"/>
                    </a:cubicBezTo>
                    <a:close/>
                    <a:moveTo>
                      <a:pt x="22" y="19"/>
                    </a:moveTo>
                    <a:cubicBezTo>
                      <a:pt x="22" y="19"/>
                      <a:pt x="22" y="19"/>
                      <a:pt x="22" y="19"/>
                    </a:cubicBezTo>
                    <a:cubicBezTo>
                      <a:pt x="22" y="19"/>
                      <a:pt x="22" y="19"/>
                      <a:pt x="22" y="19"/>
                    </a:cubicBezTo>
                    <a:cubicBezTo>
                      <a:pt x="23" y="20"/>
                      <a:pt x="23" y="20"/>
                      <a:pt x="23" y="20"/>
                    </a:cubicBezTo>
                    <a:cubicBezTo>
                      <a:pt x="23" y="20"/>
                      <a:pt x="23" y="20"/>
                      <a:pt x="23" y="20"/>
                    </a:cubicBezTo>
                    <a:cubicBezTo>
                      <a:pt x="23" y="20"/>
                      <a:pt x="23" y="20"/>
                      <a:pt x="22" y="19"/>
                    </a:cubicBezTo>
                    <a:close/>
                    <a:moveTo>
                      <a:pt x="22" y="20"/>
                    </a:moveTo>
                    <a:cubicBezTo>
                      <a:pt x="22" y="20"/>
                      <a:pt x="22" y="20"/>
                      <a:pt x="22" y="20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2" y="20"/>
                      <a:pt x="22" y="20"/>
                      <a:pt x="22" y="20"/>
                    </a:cubicBezTo>
                    <a:close/>
                    <a:moveTo>
                      <a:pt x="23" y="23"/>
                    </a:moveTo>
                    <a:cubicBezTo>
                      <a:pt x="23" y="23"/>
                      <a:pt x="23" y="22"/>
                      <a:pt x="22" y="22"/>
                    </a:cubicBezTo>
                    <a:cubicBezTo>
                      <a:pt x="22" y="22"/>
                      <a:pt x="23" y="22"/>
                      <a:pt x="23" y="22"/>
                    </a:cubicBezTo>
                    <a:cubicBezTo>
                      <a:pt x="23" y="22"/>
                      <a:pt x="23" y="22"/>
                      <a:pt x="23" y="23"/>
                    </a:cubicBezTo>
                    <a:cubicBezTo>
                      <a:pt x="23" y="23"/>
                      <a:pt x="23" y="23"/>
                      <a:pt x="23" y="23"/>
                    </a:cubicBezTo>
                    <a:close/>
                    <a:moveTo>
                      <a:pt x="23" y="22"/>
                    </a:moveTo>
                    <a:cubicBezTo>
                      <a:pt x="23" y="22"/>
                      <a:pt x="23" y="22"/>
                      <a:pt x="23" y="22"/>
                    </a:cubicBezTo>
                    <a:cubicBezTo>
                      <a:pt x="23" y="22"/>
                      <a:pt x="23" y="22"/>
                      <a:pt x="23" y="23"/>
                    </a:cubicBezTo>
                    <a:cubicBezTo>
                      <a:pt x="23" y="23"/>
                      <a:pt x="23" y="23"/>
                      <a:pt x="23" y="23"/>
                    </a:cubicBezTo>
                    <a:cubicBezTo>
                      <a:pt x="23" y="23"/>
                      <a:pt x="23" y="22"/>
                      <a:pt x="23" y="22"/>
                    </a:cubicBezTo>
                    <a:close/>
                    <a:moveTo>
                      <a:pt x="27" y="24"/>
                    </a:moveTo>
                    <a:cubicBezTo>
                      <a:pt x="26" y="24"/>
                      <a:pt x="27" y="24"/>
                      <a:pt x="27" y="24"/>
                    </a:cubicBezTo>
                    <a:cubicBezTo>
                      <a:pt x="27" y="24"/>
                      <a:pt x="27" y="24"/>
                      <a:pt x="27" y="24"/>
                    </a:cubicBezTo>
                    <a:close/>
                    <a:moveTo>
                      <a:pt x="27" y="24"/>
                    </a:moveTo>
                    <a:cubicBezTo>
                      <a:pt x="27" y="24"/>
                      <a:pt x="27" y="24"/>
                      <a:pt x="27" y="24"/>
                    </a:cubicBezTo>
                    <a:cubicBezTo>
                      <a:pt x="27" y="24"/>
                      <a:pt x="27" y="24"/>
                      <a:pt x="27" y="24"/>
                    </a:cubicBezTo>
                    <a:cubicBezTo>
                      <a:pt x="27" y="24"/>
                      <a:pt x="27" y="24"/>
                      <a:pt x="27" y="24"/>
                    </a:cubicBezTo>
                    <a:cubicBezTo>
                      <a:pt x="27" y="24"/>
                      <a:pt x="27" y="24"/>
                      <a:pt x="27" y="24"/>
                    </a:cubicBezTo>
                    <a:close/>
                    <a:moveTo>
                      <a:pt x="27" y="24"/>
                    </a:moveTo>
                    <a:cubicBezTo>
                      <a:pt x="27" y="24"/>
                      <a:pt x="27" y="24"/>
                      <a:pt x="27" y="24"/>
                    </a:cubicBezTo>
                    <a:cubicBezTo>
                      <a:pt x="27" y="24"/>
                      <a:pt x="26" y="24"/>
                      <a:pt x="26" y="24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6" y="24"/>
                      <a:pt x="26" y="24"/>
                      <a:pt x="27" y="24"/>
                    </a:cubicBezTo>
                    <a:close/>
                    <a:moveTo>
                      <a:pt x="26" y="24"/>
                    </a:moveTo>
                    <a:cubicBezTo>
                      <a:pt x="26" y="24"/>
                      <a:pt x="26" y="24"/>
                      <a:pt x="26" y="24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6" y="24"/>
                      <a:pt x="26" y="24"/>
                      <a:pt x="26" y="24"/>
                    </a:cubicBezTo>
                    <a:close/>
                    <a:moveTo>
                      <a:pt x="26" y="24"/>
                    </a:moveTo>
                    <a:cubicBezTo>
                      <a:pt x="26" y="24"/>
                      <a:pt x="26" y="24"/>
                      <a:pt x="25" y="24"/>
                    </a:cubicBezTo>
                    <a:cubicBezTo>
                      <a:pt x="26" y="24"/>
                      <a:pt x="25" y="24"/>
                      <a:pt x="26" y="24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6" y="24"/>
                      <a:pt x="26" y="24"/>
                      <a:pt x="26" y="24"/>
                    </a:cubicBezTo>
                    <a:close/>
                    <a:moveTo>
                      <a:pt x="26" y="24"/>
                    </a:moveTo>
                    <a:cubicBezTo>
                      <a:pt x="25" y="24"/>
                      <a:pt x="25" y="24"/>
                      <a:pt x="25" y="24"/>
                    </a:cubicBezTo>
                    <a:cubicBezTo>
                      <a:pt x="25" y="24"/>
                      <a:pt x="25" y="24"/>
                      <a:pt x="25" y="24"/>
                    </a:cubicBezTo>
                    <a:cubicBezTo>
                      <a:pt x="25" y="24"/>
                      <a:pt x="25" y="24"/>
                      <a:pt x="25" y="24"/>
                    </a:cubicBezTo>
                    <a:cubicBezTo>
                      <a:pt x="25" y="24"/>
                      <a:pt x="25" y="24"/>
                      <a:pt x="25" y="24"/>
                    </a:cubicBezTo>
                    <a:cubicBezTo>
                      <a:pt x="25" y="24"/>
                      <a:pt x="25" y="24"/>
                      <a:pt x="26" y="24"/>
                    </a:cubicBezTo>
                    <a:close/>
                    <a:moveTo>
                      <a:pt x="25" y="24"/>
                    </a:moveTo>
                    <a:cubicBezTo>
                      <a:pt x="25" y="24"/>
                      <a:pt x="25" y="24"/>
                      <a:pt x="25" y="24"/>
                    </a:cubicBezTo>
                    <a:cubicBezTo>
                      <a:pt x="25" y="24"/>
                      <a:pt x="25" y="24"/>
                      <a:pt x="26" y="24"/>
                    </a:cubicBezTo>
                    <a:cubicBezTo>
                      <a:pt x="25" y="24"/>
                      <a:pt x="25" y="24"/>
                      <a:pt x="25" y="24"/>
                    </a:cubicBezTo>
                    <a:cubicBezTo>
                      <a:pt x="25" y="24"/>
                      <a:pt x="25" y="24"/>
                      <a:pt x="25" y="24"/>
                    </a:cubicBezTo>
                    <a:cubicBezTo>
                      <a:pt x="25" y="24"/>
                      <a:pt x="25" y="24"/>
                      <a:pt x="25" y="24"/>
                    </a:cubicBezTo>
                    <a:close/>
                    <a:moveTo>
                      <a:pt x="25" y="24"/>
                    </a:moveTo>
                    <a:cubicBezTo>
                      <a:pt x="25" y="24"/>
                      <a:pt x="25" y="24"/>
                      <a:pt x="25" y="24"/>
                    </a:cubicBezTo>
                    <a:cubicBezTo>
                      <a:pt x="25" y="24"/>
                      <a:pt x="25" y="24"/>
                      <a:pt x="26" y="24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6" y="24"/>
                      <a:pt x="25" y="24"/>
                      <a:pt x="25" y="24"/>
                    </a:cubicBezTo>
                    <a:close/>
                    <a:moveTo>
                      <a:pt x="26" y="24"/>
                    </a:moveTo>
                    <a:cubicBezTo>
                      <a:pt x="26" y="24"/>
                      <a:pt x="26" y="24"/>
                      <a:pt x="26" y="24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6" y="24"/>
                      <a:pt x="26" y="24"/>
                      <a:pt x="26" y="24"/>
                    </a:cubicBezTo>
                    <a:close/>
                    <a:moveTo>
                      <a:pt x="26" y="23"/>
                    </a:moveTo>
                    <a:cubicBezTo>
                      <a:pt x="26" y="23"/>
                      <a:pt x="26" y="23"/>
                      <a:pt x="26" y="23"/>
                    </a:cubicBezTo>
                    <a:cubicBezTo>
                      <a:pt x="26" y="23"/>
                      <a:pt x="26" y="23"/>
                      <a:pt x="26" y="23"/>
                    </a:cubicBezTo>
                    <a:cubicBezTo>
                      <a:pt x="26" y="23"/>
                      <a:pt x="26" y="23"/>
                      <a:pt x="26" y="23"/>
                    </a:cubicBezTo>
                    <a:close/>
                    <a:moveTo>
                      <a:pt x="26" y="23"/>
                    </a:moveTo>
                    <a:cubicBezTo>
                      <a:pt x="25" y="23"/>
                      <a:pt x="25" y="23"/>
                      <a:pt x="25" y="23"/>
                    </a:cubicBezTo>
                    <a:cubicBezTo>
                      <a:pt x="25" y="23"/>
                      <a:pt x="26" y="23"/>
                      <a:pt x="25" y="23"/>
                    </a:cubicBezTo>
                    <a:cubicBezTo>
                      <a:pt x="25" y="23"/>
                      <a:pt x="25" y="23"/>
                      <a:pt x="25" y="23"/>
                    </a:cubicBezTo>
                    <a:cubicBezTo>
                      <a:pt x="25" y="23"/>
                      <a:pt x="25" y="23"/>
                      <a:pt x="25" y="23"/>
                    </a:cubicBezTo>
                    <a:cubicBezTo>
                      <a:pt x="26" y="23"/>
                      <a:pt x="26" y="23"/>
                      <a:pt x="26" y="23"/>
                    </a:cubicBezTo>
                    <a:cubicBezTo>
                      <a:pt x="26" y="23"/>
                      <a:pt x="26" y="23"/>
                      <a:pt x="26" y="23"/>
                    </a:cubicBezTo>
                    <a:cubicBezTo>
                      <a:pt x="26" y="23"/>
                      <a:pt x="26" y="23"/>
                      <a:pt x="26" y="23"/>
                    </a:cubicBezTo>
                    <a:close/>
                    <a:moveTo>
                      <a:pt x="25" y="23"/>
                    </a:moveTo>
                    <a:cubicBezTo>
                      <a:pt x="25" y="23"/>
                      <a:pt x="25" y="23"/>
                      <a:pt x="25" y="23"/>
                    </a:cubicBezTo>
                    <a:cubicBezTo>
                      <a:pt x="25" y="23"/>
                      <a:pt x="25" y="23"/>
                      <a:pt x="25" y="23"/>
                    </a:cubicBezTo>
                    <a:cubicBezTo>
                      <a:pt x="25" y="23"/>
                      <a:pt x="25" y="23"/>
                      <a:pt x="26" y="23"/>
                    </a:cubicBezTo>
                    <a:cubicBezTo>
                      <a:pt x="25" y="23"/>
                      <a:pt x="25" y="23"/>
                      <a:pt x="25" y="23"/>
                    </a:cubicBezTo>
                    <a:close/>
                    <a:moveTo>
                      <a:pt x="25" y="24"/>
                    </a:moveTo>
                    <a:cubicBezTo>
                      <a:pt x="25" y="24"/>
                      <a:pt x="25" y="24"/>
                      <a:pt x="25" y="24"/>
                    </a:cubicBezTo>
                    <a:cubicBezTo>
                      <a:pt x="25" y="24"/>
                      <a:pt x="25" y="24"/>
                      <a:pt x="25" y="24"/>
                    </a:cubicBezTo>
                    <a:cubicBezTo>
                      <a:pt x="25" y="24"/>
                      <a:pt x="25" y="24"/>
                      <a:pt x="25" y="24"/>
                    </a:cubicBezTo>
                    <a:cubicBezTo>
                      <a:pt x="25" y="24"/>
                      <a:pt x="25" y="24"/>
                      <a:pt x="25" y="24"/>
                    </a:cubicBezTo>
                    <a:close/>
                    <a:moveTo>
                      <a:pt x="25" y="24"/>
                    </a:moveTo>
                    <a:cubicBezTo>
                      <a:pt x="25" y="24"/>
                      <a:pt x="25" y="24"/>
                      <a:pt x="25" y="24"/>
                    </a:cubicBezTo>
                    <a:cubicBezTo>
                      <a:pt x="25" y="24"/>
                      <a:pt x="25" y="24"/>
                      <a:pt x="25" y="24"/>
                    </a:cubicBezTo>
                    <a:cubicBezTo>
                      <a:pt x="25" y="24"/>
                      <a:pt x="25" y="24"/>
                      <a:pt x="25" y="24"/>
                    </a:cubicBezTo>
                    <a:cubicBezTo>
                      <a:pt x="25" y="24"/>
                      <a:pt x="25" y="24"/>
                      <a:pt x="25" y="24"/>
                    </a:cubicBezTo>
                    <a:close/>
                    <a:moveTo>
                      <a:pt x="24" y="24"/>
                    </a:move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5" y="24"/>
                      <a:pt x="25" y="24"/>
                    </a:cubicBezTo>
                    <a:cubicBezTo>
                      <a:pt x="25" y="24"/>
                      <a:pt x="25" y="24"/>
                      <a:pt x="25" y="24"/>
                    </a:cubicBezTo>
                    <a:cubicBezTo>
                      <a:pt x="24" y="24"/>
                      <a:pt x="24" y="24"/>
                      <a:pt x="24" y="24"/>
                    </a:cubicBezTo>
                    <a:close/>
                    <a:moveTo>
                      <a:pt x="24" y="24"/>
                    </a:move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5" y="24"/>
                      <a:pt x="25" y="24"/>
                      <a:pt x="25" y="24"/>
                    </a:cubicBezTo>
                    <a:cubicBezTo>
                      <a:pt x="24" y="24"/>
                      <a:pt x="24" y="24"/>
                      <a:pt x="24" y="24"/>
                    </a:cubicBezTo>
                    <a:close/>
                    <a:moveTo>
                      <a:pt x="24" y="24"/>
                    </a:move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lose/>
                    <a:moveTo>
                      <a:pt x="24" y="22"/>
                    </a:moveTo>
                    <a:cubicBezTo>
                      <a:pt x="24" y="22"/>
                      <a:pt x="24" y="22"/>
                      <a:pt x="24" y="22"/>
                    </a:cubicBezTo>
                    <a:cubicBezTo>
                      <a:pt x="24" y="22"/>
                      <a:pt x="24" y="22"/>
                      <a:pt x="24" y="22"/>
                    </a:cubicBezTo>
                    <a:cubicBezTo>
                      <a:pt x="24" y="22"/>
                      <a:pt x="24" y="22"/>
                      <a:pt x="24" y="22"/>
                    </a:cubicBezTo>
                    <a:cubicBezTo>
                      <a:pt x="24" y="22"/>
                      <a:pt x="24" y="22"/>
                      <a:pt x="24" y="22"/>
                    </a:cubicBezTo>
                    <a:close/>
                    <a:moveTo>
                      <a:pt x="24" y="22"/>
                    </a:moveTo>
                    <a:cubicBezTo>
                      <a:pt x="24" y="22"/>
                      <a:pt x="24" y="22"/>
                      <a:pt x="24" y="22"/>
                    </a:cubicBezTo>
                    <a:cubicBezTo>
                      <a:pt x="24" y="22"/>
                      <a:pt x="24" y="22"/>
                      <a:pt x="24" y="22"/>
                    </a:cubicBezTo>
                    <a:cubicBezTo>
                      <a:pt x="24" y="22"/>
                      <a:pt x="24" y="22"/>
                      <a:pt x="24" y="22"/>
                    </a:cubicBezTo>
                    <a:cubicBezTo>
                      <a:pt x="24" y="22"/>
                      <a:pt x="24" y="22"/>
                      <a:pt x="24" y="22"/>
                    </a:cubicBezTo>
                    <a:close/>
                    <a:moveTo>
                      <a:pt x="24" y="22"/>
                    </a:moveTo>
                    <a:cubicBezTo>
                      <a:pt x="24" y="22"/>
                      <a:pt x="24" y="22"/>
                      <a:pt x="24" y="22"/>
                    </a:cubicBezTo>
                    <a:cubicBezTo>
                      <a:pt x="23" y="22"/>
                      <a:pt x="23" y="22"/>
                      <a:pt x="23" y="22"/>
                    </a:cubicBezTo>
                    <a:lnTo>
                      <a:pt x="24" y="22"/>
                    </a:lnTo>
                    <a:close/>
                    <a:moveTo>
                      <a:pt x="24" y="22"/>
                    </a:moveTo>
                    <a:cubicBezTo>
                      <a:pt x="24" y="22"/>
                      <a:pt x="24" y="22"/>
                      <a:pt x="24" y="22"/>
                    </a:cubicBezTo>
                    <a:cubicBezTo>
                      <a:pt x="23" y="22"/>
                      <a:pt x="23" y="22"/>
                      <a:pt x="23" y="22"/>
                    </a:cubicBezTo>
                    <a:cubicBezTo>
                      <a:pt x="23" y="22"/>
                      <a:pt x="23" y="22"/>
                      <a:pt x="23" y="22"/>
                    </a:cubicBezTo>
                    <a:cubicBezTo>
                      <a:pt x="23" y="22"/>
                      <a:pt x="23" y="22"/>
                      <a:pt x="23" y="22"/>
                    </a:cubicBezTo>
                    <a:cubicBezTo>
                      <a:pt x="23" y="22"/>
                      <a:pt x="24" y="22"/>
                      <a:pt x="24" y="22"/>
                    </a:cubicBezTo>
                    <a:close/>
                    <a:moveTo>
                      <a:pt x="24" y="24"/>
                    </a:move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lose/>
                    <a:moveTo>
                      <a:pt x="23" y="22"/>
                    </a:moveTo>
                    <a:cubicBezTo>
                      <a:pt x="23" y="22"/>
                      <a:pt x="23" y="23"/>
                      <a:pt x="23" y="23"/>
                    </a:cubicBezTo>
                    <a:cubicBezTo>
                      <a:pt x="23" y="22"/>
                      <a:pt x="23" y="22"/>
                      <a:pt x="23" y="22"/>
                    </a:cubicBezTo>
                    <a:cubicBezTo>
                      <a:pt x="23" y="22"/>
                      <a:pt x="23" y="22"/>
                      <a:pt x="23" y="22"/>
                    </a:cubicBezTo>
                    <a:cubicBezTo>
                      <a:pt x="23" y="22"/>
                      <a:pt x="23" y="22"/>
                      <a:pt x="23" y="22"/>
                    </a:cubicBezTo>
                    <a:close/>
                    <a:moveTo>
                      <a:pt x="24" y="24"/>
                    </a:move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lose/>
                    <a:moveTo>
                      <a:pt x="23" y="24"/>
                    </a:moveTo>
                    <a:cubicBezTo>
                      <a:pt x="23" y="24"/>
                      <a:pt x="23" y="24"/>
                      <a:pt x="23" y="24"/>
                    </a:cubicBezTo>
                    <a:cubicBezTo>
                      <a:pt x="23" y="24"/>
                      <a:pt x="23" y="24"/>
                      <a:pt x="23" y="24"/>
                    </a:cubicBezTo>
                    <a:cubicBezTo>
                      <a:pt x="23" y="24"/>
                      <a:pt x="23" y="24"/>
                      <a:pt x="23" y="24"/>
                    </a:cubicBezTo>
                    <a:cubicBezTo>
                      <a:pt x="23" y="24"/>
                      <a:pt x="23" y="24"/>
                      <a:pt x="23" y="24"/>
                    </a:cubicBezTo>
                    <a:cubicBezTo>
                      <a:pt x="23" y="24"/>
                      <a:pt x="23" y="24"/>
                      <a:pt x="23" y="24"/>
                    </a:cubicBezTo>
                    <a:cubicBezTo>
                      <a:pt x="23" y="24"/>
                      <a:pt x="23" y="24"/>
                      <a:pt x="23" y="24"/>
                    </a:cubicBezTo>
                    <a:cubicBezTo>
                      <a:pt x="23" y="24"/>
                      <a:pt x="23" y="24"/>
                      <a:pt x="23" y="24"/>
                    </a:cubicBezTo>
                    <a:cubicBezTo>
                      <a:pt x="23" y="24"/>
                      <a:pt x="23" y="24"/>
                      <a:pt x="23" y="24"/>
                    </a:cubicBezTo>
                    <a:cubicBezTo>
                      <a:pt x="23" y="24"/>
                      <a:pt x="23" y="24"/>
                      <a:pt x="23" y="24"/>
                    </a:cubicBezTo>
                    <a:cubicBezTo>
                      <a:pt x="23" y="24"/>
                      <a:pt x="23" y="24"/>
                      <a:pt x="23" y="24"/>
                    </a:cubicBezTo>
                    <a:cubicBezTo>
                      <a:pt x="23" y="24"/>
                      <a:pt x="23" y="24"/>
                      <a:pt x="23" y="24"/>
                    </a:cubicBezTo>
                    <a:cubicBezTo>
                      <a:pt x="23" y="24"/>
                      <a:pt x="23" y="24"/>
                      <a:pt x="23" y="24"/>
                    </a:cubicBezTo>
                    <a:cubicBezTo>
                      <a:pt x="23" y="24"/>
                      <a:pt x="23" y="24"/>
                      <a:pt x="23" y="24"/>
                    </a:cubicBezTo>
                    <a:cubicBezTo>
                      <a:pt x="23" y="24"/>
                      <a:pt x="23" y="24"/>
                      <a:pt x="23" y="24"/>
                    </a:cubicBezTo>
                    <a:cubicBezTo>
                      <a:pt x="23" y="24"/>
                      <a:pt x="23" y="24"/>
                      <a:pt x="23" y="24"/>
                    </a:cubicBezTo>
                    <a:cubicBezTo>
                      <a:pt x="23" y="24"/>
                      <a:pt x="23" y="24"/>
                      <a:pt x="23" y="24"/>
                    </a:cubicBezTo>
                    <a:cubicBezTo>
                      <a:pt x="23" y="24"/>
                      <a:pt x="23" y="24"/>
                      <a:pt x="23" y="24"/>
                    </a:cubicBezTo>
                    <a:cubicBezTo>
                      <a:pt x="23" y="24"/>
                      <a:pt x="23" y="24"/>
                      <a:pt x="23" y="24"/>
                    </a:cubicBezTo>
                    <a:cubicBezTo>
                      <a:pt x="23" y="24"/>
                      <a:pt x="23" y="24"/>
                      <a:pt x="23" y="24"/>
                    </a:cubicBezTo>
                    <a:cubicBezTo>
                      <a:pt x="23" y="24"/>
                      <a:pt x="23" y="24"/>
                      <a:pt x="23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3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3" y="24"/>
                    </a:cubicBezTo>
                    <a:close/>
                    <a:moveTo>
                      <a:pt x="24" y="24"/>
                    </a:move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lose/>
                    <a:moveTo>
                      <a:pt x="24" y="24"/>
                    </a:move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lose/>
                    <a:moveTo>
                      <a:pt x="24" y="24"/>
                    </a:move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lose/>
                    <a:moveTo>
                      <a:pt x="24" y="24"/>
                    </a:move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lose/>
                    <a:moveTo>
                      <a:pt x="24" y="24"/>
                    </a:moveTo>
                    <a:cubicBezTo>
                      <a:pt x="24" y="24"/>
                      <a:pt x="24" y="24"/>
                      <a:pt x="25" y="24"/>
                    </a:cubicBezTo>
                    <a:cubicBezTo>
                      <a:pt x="25" y="24"/>
                      <a:pt x="25" y="24"/>
                      <a:pt x="25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lose/>
                    <a:moveTo>
                      <a:pt x="24" y="24"/>
                    </a:moveTo>
                    <a:cubicBezTo>
                      <a:pt x="25" y="24"/>
                      <a:pt x="25" y="24"/>
                      <a:pt x="26" y="24"/>
                    </a:cubicBezTo>
                    <a:cubicBezTo>
                      <a:pt x="26" y="25"/>
                      <a:pt x="26" y="25"/>
                      <a:pt x="26" y="25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6" y="24"/>
                      <a:pt x="25" y="24"/>
                      <a:pt x="25" y="24"/>
                    </a:cubicBezTo>
                    <a:cubicBezTo>
                      <a:pt x="25" y="24"/>
                      <a:pt x="25" y="24"/>
                      <a:pt x="25" y="24"/>
                    </a:cubicBezTo>
                    <a:cubicBezTo>
                      <a:pt x="25" y="24"/>
                      <a:pt x="25" y="24"/>
                      <a:pt x="25" y="24"/>
                    </a:cubicBezTo>
                    <a:cubicBezTo>
                      <a:pt x="25" y="24"/>
                      <a:pt x="26" y="24"/>
                      <a:pt x="26" y="24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6" y="25"/>
                      <a:pt x="27" y="25"/>
                      <a:pt x="27" y="25"/>
                    </a:cubicBezTo>
                    <a:cubicBezTo>
                      <a:pt x="26" y="24"/>
                      <a:pt x="25" y="24"/>
                      <a:pt x="24" y="24"/>
                    </a:cubicBezTo>
                    <a:close/>
                    <a:moveTo>
                      <a:pt x="27" y="25"/>
                    </a:moveTo>
                    <a:cubicBezTo>
                      <a:pt x="27" y="25"/>
                      <a:pt x="27" y="25"/>
                      <a:pt x="27" y="25"/>
                    </a:cubicBezTo>
                    <a:cubicBezTo>
                      <a:pt x="27" y="25"/>
                      <a:pt x="27" y="25"/>
                      <a:pt x="27" y="25"/>
                    </a:cubicBezTo>
                    <a:cubicBezTo>
                      <a:pt x="27" y="25"/>
                      <a:pt x="27" y="25"/>
                      <a:pt x="27" y="25"/>
                    </a:cubicBezTo>
                    <a:close/>
                    <a:moveTo>
                      <a:pt x="27" y="24"/>
                    </a:moveTo>
                    <a:cubicBezTo>
                      <a:pt x="27" y="24"/>
                      <a:pt x="27" y="24"/>
                      <a:pt x="27" y="24"/>
                    </a:cubicBezTo>
                    <a:cubicBezTo>
                      <a:pt x="27" y="24"/>
                      <a:pt x="27" y="24"/>
                      <a:pt x="27" y="24"/>
                    </a:cubicBezTo>
                    <a:cubicBezTo>
                      <a:pt x="28" y="24"/>
                      <a:pt x="28" y="24"/>
                      <a:pt x="27" y="24"/>
                    </a:cubicBezTo>
                    <a:close/>
                    <a:moveTo>
                      <a:pt x="29" y="24"/>
                    </a:moveTo>
                    <a:cubicBezTo>
                      <a:pt x="29" y="24"/>
                      <a:pt x="26" y="24"/>
                      <a:pt x="27" y="24"/>
                    </a:cubicBezTo>
                    <a:cubicBezTo>
                      <a:pt x="28" y="24"/>
                      <a:pt x="28" y="24"/>
                      <a:pt x="28" y="24"/>
                    </a:cubicBezTo>
                    <a:cubicBezTo>
                      <a:pt x="27" y="24"/>
                      <a:pt x="27" y="24"/>
                      <a:pt x="27" y="24"/>
                    </a:cubicBezTo>
                    <a:cubicBezTo>
                      <a:pt x="27" y="24"/>
                      <a:pt x="27" y="24"/>
                      <a:pt x="27" y="24"/>
                    </a:cubicBezTo>
                    <a:cubicBezTo>
                      <a:pt x="27" y="24"/>
                      <a:pt x="27" y="24"/>
                      <a:pt x="26" y="24"/>
                    </a:cubicBezTo>
                    <a:lnTo>
                      <a:pt x="29" y="24"/>
                    </a:lnTo>
                    <a:close/>
                    <a:moveTo>
                      <a:pt x="27" y="24"/>
                    </a:moveTo>
                    <a:cubicBezTo>
                      <a:pt x="27" y="24"/>
                      <a:pt x="26" y="24"/>
                      <a:pt x="26" y="24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6" y="24"/>
                      <a:pt x="26" y="24"/>
                      <a:pt x="27" y="24"/>
                    </a:cubicBezTo>
                    <a:close/>
                    <a:moveTo>
                      <a:pt x="26" y="24"/>
                    </a:moveTo>
                    <a:cubicBezTo>
                      <a:pt x="26" y="24"/>
                      <a:pt x="26" y="24"/>
                      <a:pt x="26" y="24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6" y="24"/>
                      <a:pt x="26" y="24"/>
                      <a:pt x="26" y="24"/>
                    </a:cubicBezTo>
                    <a:close/>
                    <a:moveTo>
                      <a:pt x="26" y="22"/>
                    </a:moveTo>
                    <a:cubicBezTo>
                      <a:pt x="26" y="22"/>
                      <a:pt x="25" y="22"/>
                      <a:pt x="25" y="22"/>
                    </a:cubicBezTo>
                    <a:cubicBezTo>
                      <a:pt x="25" y="22"/>
                      <a:pt x="25" y="22"/>
                      <a:pt x="25" y="22"/>
                    </a:cubicBezTo>
                    <a:cubicBezTo>
                      <a:pt x="25" y="22"/>
                      <a:pt x="26" y="22"/>
                      <a:pt x="26" y="22"/>
                    </a:cubicBezTo>
                    <a:close/>
                    <a:moveTo>
                      <a:pt x="25" y="22"/>
                    </a:moveTo>
                    <a:cubicBezTo>
                      <a:pt x="25" y="22"/>
                      <a:pt x="25" y="22"/>
                      <a:pt x="25" y="22"/>
                    </a:cubicBezTo>
                    <a:cubicBezTo>
                      <a:pt x="25" y="22"/>
                      <a:pt x="25" y="22"/>
                      <a:pt x="25" y="22"/>
                    </a:cubicBezTo>
                    <a:cubicBezTo>
                      <a:pt x="25" y="22"/>
                      <a:pt x="25" y="22"/>
                      <a:pt x="25" y="22"/>
                    </a:cubicBezTo>
                    <a:cubicBezTo>
                      <a:pt x="25" y="22"/>
                      <a:pt x="25" y="22"/>
                      <a:pt x="25" y="22"/>
                    </a:cubicBezTo>
                    <a:cubicBezTo>
                      <a:pt x="25" y="22"/>
                      <a:pt x="25" y="22"/>
                      <a:pt x="25" y="22"/>
                    </a:cubicBezTo>
                    <a:cubicBezTo>
                      <a:pt x="25" y="22"/>
                      <a:pt x="25" y="22"/>
                      <a:pt x="25" y="23"/>
                    </a:cubicBezTo>
                    <a:cubicBezTo>
                      <a:pt x="25" y="23"/>
                      <a:pt x="25" y="23"/>
                      <a:pt x="25" y="23"/>
                    </a:cubicBezTo>
                    <a:cubicBezTo>
                      <a:pt x="25" y="23"/>
                      <a:pt x="25" y="22"/>
                      <a:pt x="25" y="22"/>
                    </a:cubicBezTo>
                    <a:cubicBezTo>
                      <a:pt x="25" y="22"/>
                      <a:pt x="24" y="22"/>
                      <a:pt x="24" y="22"/>
                    </a:cubicBezTo>
                    <a:cubicBezTo>
                      <a:pt x="24" y="22"/>
                      <a:pt x="24" y="22"/>
                      <a:pt x="24" y="22"/>
                    </a:cubicBezTo>
                    <a:cubicBezTo>
                      <a:pt x="24" y="22"/>
                      <a:pt x="24" y="22"/>
                      <a:pt x="25" y="22"/>
                    </a:cubicBezTo>
                    <a:cubicBezTo>
                      <a:pt x="24" y="22"/>
                      <a:pt x="24" y="21"/>
                      <a:pt x="23" y="21"/>
                    </a:cubicBezTo>
                    <a:cubicBezTo>
                      <a:pt x="23" y="21"/>
                      <a:pt x="23" y="21"/>
                      <a:pt x="23" y="21"/>
                    </a:cubicBezTo>
                    <a:cubicBezTo>
                      <a:pt x="23" y="21"/>
                      <a:pt x="23" y="21"/>
                      <a:pt x="23" y="21"/>
                    </a:cubicBezTo>
                    <a:cubicBezTo>
                      <a:pt x="23" y="21"/>
                      <a:pt x="23" y="21"/>
                      <a:pt x="23" y="21"/>
                    </a:cubicBezTo>
                    <a:cubicBezTo>
                      <a:pt x="23" y="21"/>
                      <a:pt x="22" y="21"/>
                      <a:pt x="22" y="20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3" y="21"/>
                      <a:pt x="23" y="21"/>
                      <a:pt x="23" y="21"/>
                    </a:cubicBezTo>
                    <a:cubicBezTo>
                      <a:pt x="23" y="21"/>
                      <a:pt x="23" y="21"/>
                      <a:pt x="24" y="21"/>
                    </a:cubicBezTo>
                    <a:cubicBezTo>
                      <a:pt x="24" y="22"/>
                      <a:pt x="24" y="22"/>
                      <a:pt x="25" y="22"/>
                    </a:cubicBezTo>
                    <a:cubicBezTo>
                      <a:pt x="25" y="22"/>
                      <a:pt x="25" y="22"/>
                      <a:pt x="25" y="22"/>
                    </a:cubicBezTo>
                    <a:close/>
                    <a:moveTo>
                      <a:pt x="23" y="21"/>
                    </a:move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3" y="21"/>
                      <a:pt x="23" y="21"/>
                      <a:pt x="23" y="21"/>
                    </a:cubicBezTo>
                    <a:close/>
                    <a:moveTo>
                      <a:pt x="24" y="21"/>
                    </a:move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21"/>
                      <a:pt x="24" y="21"/>
                      <a:pt x="24" y="21"/>
                    </a:cubicBezTo>
                    <a:close/>
                    <a:moveTo>
                      <a:pt x="24" y="21"/>
                    </a:move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21"/>
                      <a:pt x="24" y="21"/>
                      <a:pt x="24" y="21"/>
                    </a:cubicBezTo>
                    <a:close/>
                    <a:moveTo>
                      <a:pt x="24" y="21"/>
                    </a:move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21"/>
                      <a:pt x="24" y="21"/>
                      <a:pt x="24" y="21"/>
                    </a:cubicBezTo>
                    <a:close/>
                    <a:moveTo>
                      <a:pt x="24" y="21"/>
                    </a:move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21"/>
                      <a:pt x="24" y="21"/>
                      <a:pt x="25" y="21"/>
                    </a:cubicBezTo>
                    <a:cubicBezTo>
                      <a:pt x="25" y="21"/>
                      <a:pt x="24" y="21"/>
                      <a:pt x="24" y="21"/>
                    </a:cubicBezTo>
                    <a:close/>
                    <a:moveTo>
                      <a:pt x="24" y="21"/>
                    </a:moveTo>
                    <a:cubicBezTo>
                      <a:pt x="25" y="21"/>
                      <a:pt x="25" y="21"/>
                      <a:pt x="25" y="21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21"/>
                      <a:pt x="24" y="21"/>
                      <a:pt x="24" y="21"/>
                    </a:cubicBezTo>
                    <a:close/>
                    <a:moveTo>
                      <a:pt x="24" y="21"/>
                    </a:move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21"/>
                      <a:pt x="24" y="21"/>
                      <a:pt x="24" y="21"/>
                    </a:cubicBezTo>
                    <a:close/>
                    <a:moveTo>
                      <a:pt x="24" y="21"/>
                    </a:move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21"/>
                      <a:pt x="24" y="21"/>
                      <a:pt x="24" y="21"/>
                    </a:cubicBezTo>
                    <a:close/>
                    <a:moveTo>
                      <a:pt x="24" y="21"/>
                    </a:moveTo>
                    <a:cubicBezTo>
                      <a:pt x="23" y="21"/>
                      <a:pt x="23" y="21"/>
                      <a:pt x="23" y="21"/>
                    </a:cubicBezTo>
                    <a:cubicBezTo>
                      <a:pt x="23" y="21"/>
                      <a:pt x="23" y="21"/>
                      <a:pt x="23" y="21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21"/>
                      <a:pt x="24" y="21"/>
                      <a:pt x="24" y="21"/>
                    </a:cubicBezTo>
                    <a:close/>
                    <a:moveTo>
                      <a:pt x="23" y="20"/>
                    </a:moveTo>
                    <a:cubicBezTo>
                      <a:pt x="23" y="20"/>
                      <a:pt x="23" y="20"/>
                      <a:pt x="23" y="20"/>
                    </a:cubicBezTo>
                    <a:cubicBezTo>
                      <a:pt x="23" y="20"/>
                      <a:pt x="23" y="20"/>
                      <a:pt x="23" y="20"/>
                    </a:cubicBezTo>
                    <a:cubicBezTo>
                      <a:pt x="23" y="20"/>
                      <a:pt x="23" y="20"/>
                      <a:pt x="23" y="20"/>
                    </a:cubicBezTo>
                    <a:cubicBezTo>
                      <a:pt x="23" y="20"/>
                      <a:pt x="23" y="20"/>
                      <a:pt x="23" y="20"/>
                    </a:cubicBezTo>
                    <a:cubicBezTo>
                      <a:pt x="23" y="20"/>
                      <a:pt x="23" y="20"/>
                      <a:pt x="23" y="20"/>
                    </a:cubicBezTo>
                    <a:cubicBezTo>
                      <a:pt x="23" y="20"/>
                      <a:pt x="23" y="20"/>
                      <a:pt x="23" y="20"/>
                    </a:cubicBezTo>
                    <a:close/>
                    <a:moveTo>
                      <a:pt x="23" y="20"/>
                    </a:moveTo>
                    <a:cubicBezTo>
                      <a:pt x="23" y="20"/>
                      <a:pt x="23" y="20"/>
                      <a:pt x="23" y="20"/>
                    </a:cubicBezTo>
                    <a:cubicBezTo>
                      <a:pt x="23" y="20"/>
                      <a:pt x="23" y="20"/>
                      <a:pt x="23" y="20"/>
                    </a:cubicBezTo>
                    <a:cubicBezTo>
                      <a:pt x="23" y="20"/>
                      <a:pt x="23" y="20"/>
                      <a:pt x="23" y="20"/>
                    </a:cubicBezTo>
                    <a:close/>
                    <a:moveTo>
                      <a:pt x="23" y="20"/>
                    </a:moveTo>
                    <a:cubicBezTo>
                      <a:pt x="23" y="20"/>
                      <a:pt x="23" y="20"/>
                      <a:pt x="23" y="20"/>
                    </a:cubicBezTo>
                    <a:cubicBezTo>
                      <a:pt x="23" y="19"/>
                      <a:pt x="23" y="19"/>
                      <a:pt x="23" y="20"/>
                    </a:cubicBezTo>
                    <a:close/>
                    <a:moveTo>
                      <a:pt x="23" y="20"/>
                    </a:moveTo>
                    <a:cubicBezTo>
                      <a:pt x="23" y="20"/>
                      <a:pt x="23" y="20"/>
                      <a:pt x="23" y="20"/>
                    </a:cubicBezTo>
                    <a:cubicBezTo>
                      <a:pt x="22" y="19"/>
                      <a:pt x="22" y="18"/>
                      <a:pt x="22" y="18"/>
                    </a:cubicBezTo>
                    <a:cubicBezTo>
                      <a:pt x="21" y="17"/>
                      <a:pt x="22" y="18"/>
                      <a:pt x="23" y="20"/>
                    </a:cubicBezTo>
                    <a:close/>
                    <a:moveTo>
                      <a:pt x="22" y="19"/>
                    </a:moveTo>
                    <a:cubicBezTo>
                      <a:pt x="22" y="19"/>
                      <a:pt x="22" y="19"/>
                      <a:pt x="22" y="19"/>
                    </a:cubicBezTo>
                    <a:cubicBezTo>
                      <a:pt x="22" y="19"/>
                      <a:pt x="22" y="19"/>
                      <a:pt x="22" y="19"/>
                    </a:cubicBezTo>
                    <a:cubicBezTo>
                      <a:pt x="22" y="19"/>
                      <a:pt x="22" y="19"/>
                      <a:pt x="22" y="19"/>
                    </a:cubicBezTo>
                    <a:cubicBezTo>
                      <a:pt x="22" y="19"/>
                      <a:pt x="22" y="19"/>
                      <a:pt x="22" y="19"/>
                    </a:cubicBezTo>
                    <a:cubicBezTo>
                      <a:pt x="22" y="19"/>
                      <a:pt x="22" y="19"/>
                      <a:pt x="22" y="19"/>
                    </a:cubicBezTo>
                    <a:close/>
                    <a:moveTo>
                      <a:pt x="22" y="20"/>
                    </a:moveTo>
                    <a:cubicBezTo>
                      <a:pt x="22" y="20"/>
                      <a:pt x="22" y="20"/>
                      <a:pt x="22" y="20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2" y="20"/>
                      <a:pt x="22" y="20"/>
                      <a:pt x="22" y="20"/>
                    </a:cubicBezTo>
                    <a:close/>
                    <a:moveTo>
                      <a:pt x="22" y="19"/>
                    </a:moveTo>
                    <a:cubicBezTo>
                      <a:pt x="22" y="19"/>
                      <a:pt x="22" y="19"/>
                      <a:pt x="22" y="19"/>
                    </a:cubicBezTo>
                    <a:cubicBezTo>
                      <a:pt x="22" y="19"/>
                      <a:pt x="22" y="19"/>
                      <a:pt x="22" y="19"/>
                    </a:cubicBezTo>
                    <a:close/>
                    <a:moveTo>
                      <a:pt x="22" y="19"/>
                    </a:moveTo>
                    <a:cubicBezTo>
                      <a:pt x="22" y="19"/>
                      <a:pt x="22" y="19"/>
                      <a:pt x="22" y="19"/>
                    </a:cubicBezTo>
                    <a:cubicBezTo>
                      <a:pt x="22" y="19"/>
                      <a:pt x="22" y="19"/>
                      <a:pt x="22" y="19"/>
                    </a:cubicBezTo>
                    <a:cubicBezTo>
                      <a:pt x="22" y="19"/>
                      <a:pt x="22" y="19"/>
                      <a:pt x="22" y="19"/>
                    </a:cubicBezTo>
                    <a:close/>
                    <a:moveTo>
                      <a:pt x="22" y="20"/>
                    </a:moveTo>
                    <a:cubicBezTo>
                      <a:pt x="22" y="20"/>
                      <a:pt x="22" y="20"/>
                      <a:pt x="22" y="20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2" y="21"/>
                      <a:pt x="22" y="21"/>
                      <a:pt x="22" y="21"/>
                    </a:cubicBezTo>
                    <a:cubicBezTo>
                      <a:pt x="22" y="21"/>
                      <a:pt x="22" y="21"/>
                      <a:pt x="22" y="21"/>
                    </a:cubicBezTo>
                    <a:cubicBezTo>
                      <a:pt x="22" y="21"/>
                      <a:pt x="22" y="20"/>
                      <a:pt x="22" y="20"/>
                    </a:cubicBezTo>
                    <a:cubicBezTo>
                      <a:pt x="22" y="20"/>
                      <a:pt x="22" y="20"/>
                      <a:pt x="22" y="20"/>
                    </a:cubicBezTo>
                    <a:close/>
                    <a:moveTo>
                      <a:pt x="21" y="19"/>
                    </a:moveTo>
                    <a:cubicBezTo>
                      <a:pt x="21" y="19"/>
                      <a:pt x="22" y="19"/>
                      <a:pt x="22" y="19"/>
                    </a:cubicBezTo>
                    <a:cubicBezTo>
                      <a:pt x="22" y="19"/>
                      <a:pt x="22" y="19"/>
                      <a:pt x="22" y="19"/>
                    </a:cubicBezTo>
                    <a:cubicBezTo>
                      <a:pt x="22" y="19"/>
                      <a:pt x="22" y="19"/>
                      <a:pt x="22" y="19"/>
                    </a:cubicBezTo>
                    <a:cubicBezTo>
                      <a:pt x="21" y="19"/>
                      <a:pt x="21" y="19"/>
                      <a:pt x="21" y="19"/>
                    </a:cubicBezTo>
                    <a:cubicBezTo>
                      <a:pt x="21" y="19"/>
                      <a:pt x="21" y="19"/>
                      <a:pt x="21" y="19"/>
                    </a:cubicBezTo>
                    <a:close/>
                    <a:moveTo>
                      <a:pt x="21" y="19"/>
                    </a:moveTo>
                    <a:cubicBezTo>
                      <a:pt x="21" y="19"/>
                      <a:pt x="21" y="19"/>
                      <a:pt x="21" y="19"/>
                    </a:cubicBezTo>
                    <a:cubicBezTo>
                      <a:pt x="21" y="19"/>
                      <a:pt x="21" y="19"/>
                      <a:pt x="21" y="19"/>
                    </a:cubicBezTo>
                    <a:cubicBezTo>
                      <a:pt x="21" y="19"/>
                      <a:pt x="21" y="19"/>
                      <a:pt x="21" y="19"/>
                    </a:cubicBezTo>
                    <a:close/>
                    <a:moveTo>
                      <a:pt x="21" y="19"/>
                    </a:moveTo>
                    <a:cubicBezTo>
                      <a:pt x="22" y="20"/>
                      <a:pt x="22" y="20"/>
                      <a:pt x="22" y="20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2" y="20"/>
                      <a:pt x="21" y="20"/>
                      <a:pt x="21" y="20"/>
                    </a:cubicBezTo>
                    <a:cubicBezTo>
                      <a:pt x="21" y="20"/>
                      <a:pt x="21" y="20"/>
                      <a:pt x="21" y="20"/>
                    </a:cubicBezTo>
                    <a:cubicBezTo>
                      <a:pt x="21" y="20"/>
                      <a:pt x="21" y="20"/>
                      <a:pt x="21" y="20"/>
                    </a:cubicBezTo>
                    <a:cubicBezTo>
                      <a:pt x="21" y="20"/>
                      <a:pt x="21" y="20"/>
                      <a:pt x="21" y="19"/>
                    </a:cubicBezTo>
                    <a:close/>
                    <a:moveTo>
                      <a:pt x="22" y="21"/>
                    </a:moveTo>
                    <a:cubicBezTo>
                      <a:pt x="22" y="21"/>
                      <a:pt x="22" y="21"/>
                      <a:pt x="22" y="21"/>
                    </a:cubicBezTo>
                    <a:cubicBezTo>
                      <a:pt x="22" y="21"/>
                      <a:pt x="22" y="21"/>
                      <a:pt x="22" y="21"/>
                    </a:cubicBezTo>
                    <a:cubicBezTo>
                      <a:pt x="22" y="21"/>
                      <a:pt x="21" y="21"/>
                      <a:pt x="21" y="21"/>
                    </a:cubicBezTo>
                    <a:cubicBezTo>
                      <a:pt x="21" y="21"/>
                      <a:pt x="21" y="21"/>
                      <a:pt x="22" y="21"/>
                    </a:cubicBezTo>
                    <a:close/>
                    <a:moveTo>
                      <a:pt x="22" y="21"/>
                    </a:move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1"/>
                      <a:pt x="22" y="21"/>
                      <a:pt x="22" y="21"/>
                    </a:cubicBezTo>
                    <a:cubicBezTo>
                      <a:pt x="22" y="21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1"/>
                      <a:pt x="21" y="21"/>
                      <a:pt x="21" y="21"/>
                    </a:cubicBezTo>
                    <a:cubicBezTo>
                      <a:pt x="21" y="21"/>
                      <a:pt x="22" y="21"/>
                      <a:pt x="22" y="21"/>
                    </a:cubicBezTo>
                    <a:close/>
                    <a:moveTo>
                      <a:pt x="20" y="21"/>
                    </a:moveTo>
                    <a:cubicBezTo>
                      <a:pt x="20" y="21"/>
                      <a:pt x="20" y="22"/>
                      <a:pt x="20" y="22"/>
                    </a:cubicBezTo>
                    <a:cubicBezTo>
                      <a:pt x="20" y="21"/>
                      <a:pt x="20" y="21"/>
                      <a:pt x="20" y="21"/>
                    </a:cubicBezTo>
                    <a:cubicBezTo>
                      <a:pt x="20" y="21"/>
                      <a:pt x="20" y="21"/>
                      <a:pt x="20" y="21"/>
                    </a:cubicBezTo>
                    <a:cubicBezTo>
                      <a:pt x="20" y="21"/>
                      <a:pt x="20" y="21"/>
                      <a:pt x="20" y="21"/>
                    </a:cubicBezTo>
                    <a:cubicBezTo>
                      <a:pt x="20" y="21"/>
                      <a:pt x="20" y="21"/>
                      <a:pt x="20" y="20"/>
                    </a:cubicBezTo>
                    <a:cubicBezTo>
                      <a:pt x="19" y="20"/>
                      <a:pt x="19" y="20"/>
                      <a:pt x="19" y="20"/>
                    </a:cubicBezTo>
                    <a:cubicBezTo>
                      <a:pt x="19" y="20"/>
                      <a:pt x="19" y="20"/>
                      <a:pt x="19" y="20"/>
                    </a:cubicBezTo>
                    <a:cubicBezTo>
                      <a:pt x="19" y="20"/>
                      <a:pt x="19" y="20"/>
                      <a:pt x="19" y="20"/>
                    </a:cubicBezTo>
                    <a:cubicBezTo>
                      <a:pt x="19" y="20"/>
                      <a:pt x="19" y="20"/>
                      <a:pt x="19" y="20"/>
                    </a:cubicBezTo>
                    <a:cubicBezTo>
                      <a:pt x="18" y="21"/>
                      <a:pt x="18" y="20"/>
                      <a:pt x="17" y="21"/>
                    </a:cubicBezTo>
                    <a:cubicBezTo>
                      <a:pt x="18" y="20"/>
                      <a:pt x="18" y="20"/>
                      <a:pt x="18" y="20"/>
                    </a:cubicBezTo>
                    <a:cubicBezTo>
                      <a:pt x="18" y="20"/>
                      <a:pt x="18" y="20"/>
                      <a:pt x="18" y="20"/>
                    </a:cubicBezTo>
                    <a:cubicBezTo>
                      <a:pt x="17" y="20"/>
                      <a:pt x="18" y="20"/>
                      <a:pt x="18" y="20"/>
                    </a:cubicBezTo>
                    <a:cubicBezTo>
                      <a:pt x="18" y="20"/>
                      <a:pt x="18" y="20"/>
                      <a:pt x="18" y="20"/>
                    </a:cubicBezTo>
                    <a:cubicBezTo>
                      <a:pt x="18" y="20"/>
                      <a:pt x="18" y="20"/>
                      <a:pt x="18" y="20"/>
                    </a:cubicBezTo>
                    <a:cubicBezTo>
                      <a:pt x="18" y="20"/>
                      <a:pt x="18" y="19"/>
                      <a:pt x="18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8" y="20"/>
                      <a:pt x="18" y="20"/>
                      <a:pt x="18" y="20"/>
                    </a:cubicBezTo>
                    <a:cubicBezTo>
                      <a:pt x="18" y="20"/>
                      <a:pt x="17" y="20"/>
                      <a:pt x="17" y="20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8" y="19"/>
                      <a:pt x="17" y="19"/>
                      <a:pt x="17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8"/>
                      <a:pt x="19" y="18"/>
                      <a:pt x="20" y="18"/>
                    </a:cubicBezTo>
                    <a:cubicBezTo>
                      <a:pt x="20" y="18"/>
                      <a:pt x="20" y="18"/>
                      <a:pt x="20" y="18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8"/>
                      <a:pt x="19" y="18"/>
                      <a:pt x="20" y="18"/>
                    </a:cubicBezTo>
                    <a:cubicBezTo>
                      <a:pt x="19" y="19"/>
                      <a:pt x="19" y="20"/>
                      <a:pt x="19" y="20"/>
                    </a:cubicBezTo>
                    <a:cubicBezTo>
                      <a:pt x="19" y="20"/>
                      <a:pt x="19" y="20"/>
                      <a:pt x="19" y="20"/>
                    </a:cubicBezTo>
                    <a:cubicBezTo>
                      <a:pt x="19" y="19"/>
                      <a:pt x="19" y="19"/>
                      <a:pt x="19" y="19"/>
                    </a:cubicBezTo>
                    <a:cubicBezTo>
                      <a:pt x="20" y="18"/>
                      <a:pt x="19" y="21"/>
                      <a:pt x="20" y="19"/>
                    </a:cubicBezTo>
                    <a:cubicBezTo>
                      <a:pt x="20" y="19"/>
                      <a:pt x="20" y="19"/>
                      <a:pt x="20" y="19"/>
                    </a:cubicBezTo>
                    <a:cubicBezTo>
                      <a:pt x="20" y="19"/>
                      <a:pt x="20" y="19"/>
                      <a:pt x="20" y="19"/>
                    </a:cubicBezTo>
                    <a:cubicBezTo>
                      <a:pt x="20" y="20"/>
                      <a:pt x="19" y="20"/>
                      <a:pt x="19" y="20"/>
                    </a:cubicBezTo>
                    <a:cubicBezTo>
                      <a:pt x="19" y="20"/>
                      <a:pt x="19" y="20"/>
                      <a:pt x="20" y="20"/>
                    </a:cubicBezTo>
                    <a:cubicBezTo>
                      <a:pt x="20" y="20"/>
                      <a:pt x="20" y="19"/>
                      <a:pt x="20" y="19"/>
                    </a:cubicBezTo>
                    <a:cubicBezTo>
                      <a:pt x="21" y="19"/>
                      <a:pt x="21" y="19"/>
                      <a:pt x="21" y="19"/>
                    </a:cubicBezTo>
                    <a:cubicBezTo>
                      <a:pt x="21" y="19"/>
                      <a:pt x="21" y="19"/>
                      <a:pt x="21" y="19"/>
                    </a:cubicBezTo>
                    <a:cubicBezTo>
                      <a:pt x="20" y="19"/>
                      <a:pt x="20" y="19"/>
                      <a:pt x="20" y="19"/>
                    </a:cubicBezTo>
                    <a:cubicBezTo>
                      <a:pt x="21" y="19"/>
                      <a:pt x="21" y="19"/>
                      <a:pt x="21" y="19"/>
                    </a:cubicBezTo>
                    <a:cubicBezTo>
                      <a:pt x="21" y="19"/>
                      <a:pt x="20" y="20"/>
                      <a:pt x="20" y="20"/>
                    </a:cubicBezTo>
                    <a:cubicBezTo>
                      <a:pt x="20" y="20"/>
                      <a:pt x="20" y="20"/>
                      <a:pt x="20" y="20"/>
                    </a:cubicBezTo>
                    <a:cubicBezTo>
                      <a:pt x="20" y="20"/>
                      <a:pt x="20" y="20"/>
                      <a:pt x="20" y="20"/>
                    </a:cubicBezTo>
                    <a:cubicBezTo>
                      <a:pt x="20" y="20"/>
                      <a:pt x="20" y="21"/>
                      <a:pt x="20" y="21"/>
                    </a:cubicBezTo>
                    <a:cubicBezTo>
                      <a:pt x="21" y="21"/>
                      <a:pt x="21" y="21"/>
                      <a:pt x="21" y="21"/>
                    </a:cubicBezTo>
                    <a:cubicBezTo>
                      <a:pt x="21" y="21"/>
                      <a:pt x="21" y="21"/>
                      <a:pt x="21" y="21"/>
                    </a:cubicBezTo>
                    <a:cubicBezTo>
                      <a:pt x="21" y="21"/>
                      <a:pt x="21" y="21"/>
                      <a:pt x="20" y="21"/>
                    </a:cubicBezTo>
                    <a:close/>
                    <a:moveTo>
                      <a:pt x="18" y="18"/>
                    </a:moveTo>
                    <a:cubicBezTo>
                      <a:pt x="19" y="18"/>
                      <a:pt x="19" y="18"/>
                      <a:pt x="18" y="18"/>
                    </a:cubicBezTo>
                    <a:cubicBezTo>
                      <a:pt x="19" y="18"/>
                      <a:pt x="19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lose/>
                    <a:moveTo>
                      <a:pt x="18" y="18"/>
                    </a:move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lose/>
                    <a:moveTo>
                      <a:pt x="19" y="18"/>
                    </a:move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8"/>
                      <a:pt x="19" y="18"/>
                      <a:pt x="19" y="18"/>
                    </a:cubicBezTo>
                    <a:close/>
                    <a:moveTo>
                      <a:pt x="19" y="18"/>
                    </a:move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8"/>
                      <a:pt x="18" y="18"/>
                      <a:pt x="18" y="18"/>
                    </a:cubicBezTo>
                    <a:cubicBezTo>
                      <a:pt x="18" y="18"/>
                      <a:pt x="19" y="18"/>
                      <a:pt x="19" y="18"/>
                    </a:cubicBezTo>
                    <a:close/>
                    <a:moveTo>
                      <a:pt x="19" y="18"/>
                    </a:move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8"/>
                      <a:pt x="20" y="18"/>
                      <a:pt x="19" y="18"/>
                    </a:cubicBezTo>
                    <a:cubicBezTo>
                      <a:pt x="19" y="18"/>
                      <a:pt x="19" y="18"/>
                      <a:pt x="19" y="18"/>
                    </a:cubicBezTo>
                    <a:close/>
                    <a:moveTo>
                      <a:pt x="19" y="18"/>
                    </a:move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8"/>
                      <a:pt x="20" y="18"/>
                      <a:pt x="19" y="18"/>
                    </a:cubicBezTo>
                    <a:close/>
                    <a:moveTo>
                      <a:pt x="20" y="18"/>
                    </a:moveTo>
                    <a:cubicBezTo>
                      <a:pt x="20" y="18"/>
                      <a:pt x="20" y="19"/>
                      <a:pt x="20" y="19"/>
                    </a:cubicBezTo>
                    <a:cubicBezTo>
                      <a:pt x="20" y="19"/>
                      <a:pt x="20" y="19"/>
                      <a:pt x="20" y="19"/>
                    </a:cubicBezTo>
                    <a:cubicBezTo>
                      <a:pt x="20" y="18"/>
                      <a:pt x="20" y="18"/>
                      <a:pt x="20" y="18"/>
                    </a:cubicBezTo>
                    <a:cubicBezTo>
                      <a:pt x="20" y="18"/>
                      <a:pt x="20" y="18"/>
                      <a:pt x="20" y="18"/>
                    </a:cubicBezTo>
                    <a:close/>
                    <a:moveTo>
                      <a:pt x="20" y="18"/>
                    </a:moveTo>
                    <a:cubicBezTo>
                      <a:pt x="20" y="18"/>
                      <a:pt x="20" y="18"/>
                      <a:pt x="20" y="18"/>
                    </a:cubicBezTo>
                    <a:cubicBezTo>
                      <a:pt x="20" y="18"/>
                      <a:pt x="20" y="18"/>
                      <a:pt x="20" y="18"/>
                    </a:cubicBezTo>
                    <a:cubicBezTo>
                      <a:pt x="20" y="18"/>
                      <a:pt x="20" y="18"/>
                      <a:pt x="20" y="18"/>
                    </a:cubicBezTo>
                    <a:close/>
                    <a:moveTo>
                      <a:pt x="21" y="19"/>
                    </a:moveTo>
                    <a:cubicBezTo>
                      <a:pt x="21" y="19"/>
                      <a:pt x="21" y="19"/>
                      <a:pt x="21" y="19"/>
                    </a:cubicBezTo>
                    <a:cubicBezTo>
                      <a:pt x="20" y="19"/>
                      <a:pt x="20" y="19"/>
                      <a:pt x="20" y="19"/>
                    </a:cubicBezTo>
                    <a:cubicBezTo>
                      <a:pt x="20" y="19"/>
                      <a:pt x="20" y="19"/>
                      <a:pt x="20" y="18"/>
                    </a:cubicBezTo>
                    <a:cubicBezTo>
                      <a:pt x="20" y="19"/>
                      <a:pt x="20" y="19"/>
                      <a:pt x="21" y="19"/>
                    </a:cubicBezTo>
                    <a:close/>
                    <a:moveTo>
                      <a:pt x="20" y="18"/>
                    </a:moveTo>
                    <a:cubicBezTo>
                      <a:pt x="20" y="19"/>
                      <a:pt x="20" y="19"/>
                      <a:pt x="21" y="19"/>
                    </a:cubicBezTo>
                    <a:cubicBezTo>
                      <a:pt x="21" y="19"/>
                      <a:pt x="21" y="19"/>
                      <a:pt x="21" y="19"/>
                    </a:cubicBezTo>
                    <a:cubicBezTo>
                      <a:pt x="20" y="19"/>
                      <a:pt x="20" y="18"/>
                      <a:pt x="20" y="18"/>
                    </a:cubicBezTo>
                    <a:close/>
                    <a:moveTo>
                      <a:pt x="21" y="19"/>
                    </a:moveTo>
                    <a:cubicBezTo>
                      <a:pt x="21" y="19"/>
                      <a:pt x="21" y="19"/>
                      <a:pt x="21" y="19"/>
                    </a:cubicBezTo>
                    <a:cubicBezTo>
                      <a:pt x="21" y="19"/>
                      <a:pt x="21" y="19"/>
                      <a:pt x="21" y="19"/>
                    </a:cubicBezTo>
                    <a:cubicBezTo>
                      <a:pt x="21" y="19"/>
                      <a:pt x="21" y="19"/>
                      <a:pt x="21" y="19"/>
                    </a:cubicBezTo>
                    <a:cubicBezTo>
                      <a:pt x="21" y="19"/>
                      <a:pt x="21" y="19"/>
                      <a:pt x="21" y="19"/>
                    </a:cubicBezTo>
                    <a:close/>
                    <a:moveTo>
                      <a:pt x="21" y="19"/>
                    </a:moveTo>
                    <a:cubicBezTo>
                      <a:pt x="21" y="19"/>
                      <a:pt x="21" y="19"/>
                      <a:pt x="21" y="19"/>
                    </a:cubicBezTo>
                    <a:cubicBezTo>
                      <a:pt x="21" y="19"/>
                      <a:pt x="21" y="19"/>
                      <a:pt x="21" y="19"/>
                    </a:cubicBezTo>
                    <a:cubicBezTo>
                      <a:pt x="21" y="19"/>
                      <a:pt x="21" y="19"/>
                      <a:pt x="21" y="19"/>
                    </a:cubicBezTo>
                    <a:cubicBezTo>
                      <a:pt x="21" y="19"/>
                      <a:pt x="21" y="19"/>
                      <a:pt x="21" y="19"/>
                    </a:cubicBezTo>
                    <a:close/>
                    <a:moveTo>
                      <a:pt x="21" y="19"/>
                    </a:moveTo>
                    <a:cubicBezTo>
                      <a:pt x="21" y="19"/>
                      <a:pt x="21" y="19"/>
                      <a:pt x="21" y="19"/>
                    </a:cubicBezTo>
                    <a:cubicBezTo>
                      <a:pt x="21" y="19"/>
                      <a:pt x="21" y="19"/>
                      <a:pt x="21" y="19"/>
                    </a:cubicBezTo>
                    <a:cubicBezTo>
                      <a:pt x="21" y="19"/>
                      <a:pt x="21" y="19"/>
                      <a:pt x="21" y="19"/>
                    </a:cubicBezTo>
                    <a:cubicBezTo>
                      <a:pt x="21" y="19"/>
                      <a:pt x="21" y="19"/>
                      <a:pt x="21" y="19"/>
                    </a:cubicBezTo>
                    <a:close/>
                    <a:moveTo>
                      <a:pt x="20" y="18"/>
                    </a:moveTo>
                    <a:cubicBezTo>
                      <a:pt x="20" y="18"/>
                      <a:pt x="20" y="18"/>
                      <a:pt x="20" y="18"/>
                    </a:cubicBezTo>
                    <a:cubicBezTo>
                      <a:pt x="20" y="18"/>
                      <a:pt x="20" y="18"/>
                      <a:pt x="21" y="19"/>
                    </a:cubicBezTo>
                    <a:lnTo>
                      <a:pt x="20" y="18"/>
                    </a:lnTo>
                    <a:close/>
                    <a:moveTo>
                      <a:pt x="19" y="18"/>
                    </a:moveTo>
                    <a:cubicBezTo>
                      <a:pt x="20" y="17"/>
                      <a:pt x="20" y="17"/>
                      <a:pt x="20" y="17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8"/>
                      <a:pt x="19" y="18"/>
                      <a:pt x="19" y="18"/>
                    </a:cubicBezTo>
                    <a:close/>
                    <a:moveTo>
                      <a:pt x="19" y="18"/>
                    </a:moveTo>
                    <a:cubicBezTo>
                      <a:pt x="20" y="18"/>
                      <a:pt x="20" y="18"/>
                      <a:pt x="20" y="18"/>
                    </a:cubicBezTo>
                    <a:cubicBezTo>
                      <a:pt x="20" y="18"/>
                      <a:pt x="19" y="18"/>
                      <a:pt x="19" y="18"/>
                    </a:cubicBezTo>
                    <a:cubicBezTo>
                      <a:pt x="19" y="18"/>
                      <a:pt x="19" y="18"/>
                      <a:pt x="19" y="18"/>
                    </a:cubicBezTo>
                    <a:close/>
                    <a:moveTo>
                      <a:pt x="18" y="18"/>
                    </a:move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8" y="18"/>
                      <a:pt x="18" y="18"/>
                      <a:pt x="18" y="18"/>
                    </a:cubicBezTo>
                    <a:close/>
                    <a:moveTo>
                      <a:pt x="18" y="18"/>
                    </a:moveTo>
                    <a:cubicBezTo>
                      <a:pt x="18" y="18"/>
                      <a:pt x="18" y="18"/>
                      <a:pt x="18" y="18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8"/>
                      <a:pt x="18" y="18"/>
                      <a:pt x="18" y="18"/>
                    </a:cubicBezTo>
                    <a:close/>
                    <a:moveTo>
                      <a:pt x="18" y="18"/>
                    </a:move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lose/>
                    <a:moveTo>
                      <a:pt x="18" y="18"/>
                    </a:move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lose/>
                    <a:moveTo>
                      <a:pt x="18" y="18"/>
                    </a:move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lose/>
                    <a:moveTo>
                      <a:pt x="18" y="18"/>
                    </a:moveTo>
                    <a:cubicBezTo>
                      <a:pt x="17" y="18"/>
                      <a:pt x="17" y="18"/>
                      <a:pt x="17" y="18"/>
                    </a:cubicBezTo>
                    <a:cubicBezTo>
                      <a:pt x="17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6" y="19"/>
                      <a:pt x="18" y="18"/>
                      <a:pt x="16" y="18"/>
                    </a:cubicBezTo>
                    <a:cubicBezTo>
                      <a:pt x="18" y="18"/>
                      <a:pt x="16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6" y="18"/>
                      <a:pt x="17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7" y="18"/>
                      <a:pt x="18" y="18"/>
                      <a:pt x="17" y="18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15" y="18"/>
                      <a:pt x="15" y="18"/>
                      <a:pt x="15" y="18"/>
                    </a:cubicBezTo>
                    <a:cubicBezTo>
                      <a:pt x="15" y="18"/>
                      <a:pt x="17" y="18"/>
                      <a:pt x="18" y="18"/>
                    </a:cubicBezTo>
                    <a:cubicBezTo>
                      <a:pt x="17" y="18"/>
                      <a:pt x="17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7" y="18"/>
                      <a:pt x="17" y="18"/>
                      <a:pt x="17" y="19"/>
                    </a:cubicBezTo>
                    <a:cubicBezTo>
                      <a:pt x="16" y="19"/>
                      <a:pt x="17" y="18"/>
                      <a:pt x="18" y="18"/>
                    </a:cubicBezTo>
                    <a:cubicBezTo>
                      <a:pt x="16" y="19"/>
                      <a:pt x="17" y="18"/>
                      <a:pt x="16" y="19"/>
                    </a:cubicBezTo>
                    <a:cubicBezTo>
                      <a:pt x="16" y="19"/>
                      <a:pt x="17" y="19"/>
                      <a:pt x="17" y="19"/>
                    </a:cubicBezTo>
                    <a:cubicBezTo>
                      <a:pt x="17" y="19"/>
                      <a:pt x="19" y="18"/>
                      <a:pt x="17" y="19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9" y="18"/>
                    </a:cubicBezTo>
                    <a:cubicBezTo>
                      <a:pt x="18" y="18"/>
                      <a:pt x="18" y="19"/>
                      <a:pt x="18" y="19"/>
                    </a:cubicBezTo>
                    <a:cubicBezTo>
                      <a:pt x="17" y="19"/>
                      <a:pt x="17" y="19"/>
                      <a:pt x="17" y="19"/>
                    </a:cubicBezTo>
                    <a:cubicBezTo>
                      <a:pt x="17" y="19"/>
                      <a:pt x="17" y="19"/>
                      <a:pt x="17" y="19"/>
                    </a:cubicBezTo>
                    <a:cubicBezTo>
                      <a:pt x="17" y="19"/>
                      <a:pt x="17" y="19"/>
                      <a:pt x="17" y="19"/>
                    </a:cubicBezTo>
                    <a:cubicBezTo>
                      <a:pt x="17" y="19"/>
                      <a:pt x="17" y="19"/>
                      <a:pt x="17" y="19"/>
                    </a:cubicBezTo>
                    <a:cubicBezTo>
                      <a:pt x="17" y="19"/>
                      <a:pt x="17" y="19"/>
                      <a:pt x="17" y="19"/>
                    </a:cubicBezTo>
                    <a:cubicBezTo>
                      <a:pt x="17" y="19"/>
                      <a:pt x="17" y="19"/>
                      <a:pt x="17" y="19"/>
                    </a:cubicBezTo>
                    <a:cubicBezTo>
                      <a:pt x="17" y="19"/>
                      <a:pt x="17" y="19"/>
                      <a:pt x="17" y="19"/>
                    </a:cubicBezTo>
                    <a:cubicBezTo>
                      <a:pt x="17" y="19"/>
                      <a:pt x="16" y="19"/>
                      <a:pt x="16" y="19"/>
                    </a:cubicBezTo>
                    <a:cubicBezTo>
                      <a:pt x="16" y="19"/>
                      <a:pt x="16" y="19"/>
                      <a:pt x="16" y="19"/>
                    </a:cubicBezTo>
                    <a:cubicBezTo>
                      <a:pt x="16" y="19"/>
                      <a:pt x="16" y="19"/>
                      <a:pt x="16" y="19"/>
                    </a:cubicBezTo>
                    <a:cubicBezTo>
                      <a:pt x="16" y="19"/>
                      <a:pt x="15" y="18"/>
                      <a:pt x="15" y="18"/>
                    </a:cubicBezTo>
                    <a:cubicBezTo>
                      <a:pt x="16" y="18"/>
                      <a:pt x="16" y="18"/>
                      <a:pt x="16" y="19"/>
                    </a:cubicBezTo>
                    <a:cubicBezTo>
                      <a:pt x="18" y="18"/>
                      <a:pt x="15" y="19"/>
                      <a:pt x="18" y="18"/>
                    </a:cubicBezTo>
                    <a:close/>
                    <a:moveTo>
                      <a:pt x="17" y="24"/>
                    </a:move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6" y="24"/>
                      <a:pt x="16" y="24"/>
                    </a:cubicBezTo>
                    <a:cubicBezTo>
                      <a:pt x="16" y="24"/>
                      <a:pt x="15" y="24"/>
                      <a:pt x="15" y="23"/>
                    </a:cubicBezTo>
                    <a:cubicBezTo>
                      <a:pt x="16" y="23"/>
                      <a:pt x="16" y="24"/>
                      <a:pt x="17" y="24"/>
                    </a:cubicBezTo>
                    <a:close/>
                    <a:moveTo>
                      <a:pt x="15" y="26"/>
                    </a:moveTo>
                    <a:cubicBezTo>
                      <a:pt x="15" y="26"/>
                      <a:pt x="15" y="26"/>
                      <a:pt x="15" y="26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6" y="26"/>
                      <a:pt x="16" y="26"/>
                      <a:pt x="16" y="26"/>
                    </a:cubicBezTo>
                    <a:cubicBezTo>
                      <a:pt x="15" y="26"/>
                      <a:pt x="15" y="26"/>
                      <a:pt x="15" y="27"/>
                    </a:cubicBezTo>
                    <a:cubicBezTo>
                      <a:pt x="15" y="26"/>
                      <a:pt x="15" y="26"/>
                      <a:pt x="15" y="26"/>
                    </a:cubicBezTo>
                    <a:cubicBezTo>
                      <a:pt x="15" y="26"/>
                      <a:pt x="15" y="26"/>
                      <a:pt x="15" y="26"/>
                    </a:cubicBezTo>
                    <a:close/>
                    <a:moveTo>
                      <a:pt x="15" y="26"/>
                    </a:moveTo>
                    <a:cubicBezTo>
                      <a:pt x="14" y="27"/>
                      <a:pt x="15" y="26"/>
                      <a:pt x="14" y="27"/>
                    </a:cubicBezTo>
                    <a:cubicBezTo>
                      <a:pt x="14" y="27"/>
                      <a:pt x="14" y="27"/>
                      <a:pt x="14" y="26"/>
                    </a:cubicBezTo>
                    <a:cubicBezTo>
                      <a:pt x="14" y="26"/>
                      <a:pt x="15" y="26"/>
                      <a:pt x="15" y="26"/>
                    </a:cubicBezTo>
                    <a:close/>
                    <a:moveTo>
                      <a:pt x="15" y="29"/>
                    </a:moveTo>
                    <a:cubicBezTo>
                      <a:pt x="14" y="30"/>
                      <a:pt x="14" y="30"/>
                      <a:pt x="14" y="29"/>
                    </a:cubicBezTo>
                    <a:cubicBezTo>
                      <a:pt x="14" y="29"/>
                      <a:pt x="14" y="29"/>
                      <a:pt x="15" y="29"/>
                    </a:cubicBezTo>
                    <a:close/>
                    <a:moveTo>
                      <a:pt x="13" y="28"/>
                    </a:moveTo>
                    <a:cubicBezTo>
                      <a:pt x="13" y="28"/>
                      <a:pt x="13" y="27"/>
                      <a:pt x="13" y="27"/>
                    </a:cubicBezTo>
                    <a:cubicBezTo>
                      <a:pt x="13" y="27"/>
                      <a:pt x="13" y="28"/>
                      <a:pt x="13" y="28"/>
                    </a:cubicBezTo>
                    <a:cubicBezTo>
                      <a:pt x="13" y="28"/>
                      <a:pt x="13" y="28"/>
                      <a:pt x="13" y="28"/>
                    </a:cubicBezTo>
                    <a:cubicBezTo>
                      <a:pt x="13" y="28"/>
                      <a:pt x="12" y="28"/>
                      <a:pt x="12" y="29"/>
                    </a:cubicBezTo>
                    <a:lnTo>
                      <a:pt x="13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06" name="Freeform 287"/>
              <p:cNvSpPr/>
              <p:nvPr>
                <p:custDataLst>
                  <p:tags r:id="rId132"/>
                </p:custDataLst>
              </p:nvPr>
            </p:nvSpPr>
            <p:spPr bwMode="auto">
              <a:xfrm>
                <a:off x="3608" y="1908"/>
                <a:ext cx="4" cy="6"/>
              </a:xfrm>
              <a:custGeom>
                <a:avLst/>
                <a:gdLst>
                  <a:gd name="T0" fmla="*/ 1 w 2"/>
                  <a:gd name="T1" fmla="*/ 0 h 3"/>
                  <a:gd name="T2" fmla="*/ 0 w 2"/>
                  <a:gd name="T3" fmla="*/ 2 h 3"/>
                  <a:gd name="T4" fmla="*/ 1 w 2"/>
                  <a:gd name="T5" fmla="*/ 3 h 3"/>
                  <a:gd name="T6" fmla="*/ 1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1" y="0"/>
                      <a:pt x="0" y="1"/>
                      <a:pt x="0" y="2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2" y="2"/>
                      <a:pt x="1" y="1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07" name="Freeform 288"/>
              <p:cNvSpPr/>
              <p:nvPr>
                <p:custDataLst>
                  <p:tags r:id="rId133"/>
                </p:custDataLst>
              </p:nvPr>
            </p:nvSpPr>
            <p:spPr bwMode="auto">
              <a:xfrm>
                <a:off x="4113" y="1587"/>
                <a:ext cx="4" cy="5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2 h 2"/>
                  <a:gd name="T4" fmla="*/ 0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1" y="2"/>
                      <a:pt x="1" y="2"/>
                      <a:pt x="2" y="2"/>
                    </a:cubicBezTo>
                    <a:cubicBezTo>
                      <a:pt x="0" y="0"/>
                      <a:pt x="1" y="2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08" name="Freeform 289"/>
              <p:cNvSpPr/>
              <p:nvPr>
                <p:custDataLst>
                  <p:tags r:id="rId134"/>
                </p:custDataLst>
              </p:nvPr>
            </p:nvSpPr>
            <p:spPr bwMode="auto">
              <a:xfrm>
                <a:off x="3593" y="182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09" name="Freeform 290"/>
              <p:cNvSpPr/>
              <p:nvPr>
                <p:custDataLst>
                  <p:tags r:id="rId135"/>
                </p:custDataLst>
              </p:nvPr>
            </p:nvSpPr>
            <p:spPr bwMode="auto">
              <a:xfrm>
                <a:off x="4251" y="1730"/>
                <a:ext cx="4" cy="4"/>
              </a:xfrm>
              <a:custGeom>
                <a:avLst/>
                <a:gdLst>
                  <a:gd name="T0" fmla="*/ 0 w 4"/>
                  <a:gd name="T1" fmla="*/ 2 h 4"/>
                  <a:gd name="T2" fmla="*/ 2 w 4"/>
                  <a:gd name="T3" fmla="*/ 4 h 4"/>
                  <a:gd name="T4" fmla="*/ 4 w 4"/>
                  <a:gd name="T5" fmla="*/ 0 h 4"/>
                  <a:gd name="T6" fmla="*/ 0 w 4"/>
                  <a:gd name="T7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0" y="2"/>
                    </a:moveTo>
                    <a:lnTo>
                      <a:pt x="2" y="4"/>
                    </a:lnTo>
                    <a:lnTo>
                      <a:pt x="4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10" name="Freeform 291"/>
              <p:cNvSpPr/>
              <p:nvPr>
                <p:custDataLst>
                  <p:tags r:id="rId136"/>
                </p:custDataLst>
              </p:nvPr>
            </p:nvSpPr>
            <p:spPr bwMode="auto">
              <a:xfrm>
                <a:off x="3980" y="2436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11" name="Freeform 292"/>
              <p:cNvSpPr/>
              <p:nvPr>
                <p:custDataLst>
                  <p:tags r:id="rId137"/>
                </p:custDataLst>
              </p:nvPr>
            </p:nvSpPr>
            <p:spPr bwMode="auto">
              <a:xfrm>
                <a:off x="3980" y="2446"/>
                <a:ext cx="4" cy="5"/>
              </a:xfrm>
              <a:custGeom>
                <a:avLst/>
                <a:gdLst>
                  <a:gd name="T0" fmla="*/ 1 w 2"/>
                  <a:gd name="T1" fmla="*/ 1 h 2"/>
                  <a:gd name="T2" fmla="*/ 1 w 2"/>
                  <a:gd name="T3" fmla="*/ 0 h 2"/>
                  <a:gd name="T4" fmla="*/ 1 w 2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2" y="2"/>
                      <a:pt x="0" y="0"/>
                      <a:pt x="1" y="0"/>
                    </a:cubicBezTo>
                    <a:cubicBezTo>
                      <a:pt x="0" y="0"/>
                      <a:pt x="1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12" name="Freeform 293"/>
              <p:cNvSpPr/>
              <p:nvPr>
                <p:custDataLst>
                  <p:tags r:id="rId138"/>
                </p:custDataLst>
              </p:nvPr>
            </p:nvSpPr>
            <p:spPr bwMode="auto">
              <a:xfrm>
                <a:off x="4062" y="2253"/>
                <a:ext cx="0" cy="2"/>
              </a:xfrm>
              <a:custGeom>
                <a:avLst/>
                <a:gdLst>
                  <a:gd name="T0" fmla="*/ 0 h 2"/>
                  <a:gd name="T1" fmla="*/ 0 h 2"/>
                  <a:gd name="T2" fmla="*/ 2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13" name="Freeform 294"/>
              <p:cNvSpPr/>
              <p:nvPr>
                <p:custDataLst>
                  <p:tags r:id="rId139"/>
                </p:custDataLst>
              </p:nvPr>
            </p:nvSpPr>
            <p:spPr bwMode="auto">
              <a:xfrm>
                <a:off x="4162" y="2200"/>
                <a:ext cx="2" cy="5"/>
              </a:xfrm>
              <a:custGeom>
                <a:avLst/>
                <a:gdLst>
                  <a:gd name="T0" fmla="*/ 0 w 1"/>
                  <a:gd name="T1" fmla="*/ 1 h 2"/>
                  <a:gd name="T2" fmla="*/ 1 w 1"/>
                  <a:gd name="T3" fmla="*/ 1 h 2"/>
                  <a:gd name="T4" fmla="*/ 0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0"/>
                      <a:pt x="1" y="2"/>
                      <a:pt x="1" y="1"/>
                    </a:cubicBezTo>
                    <a:cubicBezTo>
                      <a:pt x="1" y="1"/>
                      <a:pt x="0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14" name="Freeform 295"/>
              <p:cNvSpPr/>
              <p:nvPr>
                <p:custDataLst>
                  <p:tags r:id="rId140"/>
                </p:custDataLst>
              </p:nvPr>
            </p:nvSpPr>
            <p:spPr bwMode="auto">
              <a:xfrm>
                <a:off x="4164" y="2139"/>
                <a:ext cx="4" cy="2"/>
              </a:xfrm>
              <a:custGeom>
                <a:avLst/>
                <a:gdLst>
                  <a:gd name="T0" fmla="*/ 4 w 4"/>
                  <a:gd name="T1" fmla="*/ 2 h 2"/>
                  <a:gd name="T2" fmla="*/ 4 w 4"/>
                  <a:gd name="T3" fmla="*/ 0 h 2"/>
                  <a:gd name="T4" fmla="*/ 0 w 4"/>
                  <a:gd name="T5" fmla="*/ 2 h 2"/>
                  <a:gd name="T6" fmla="*/ 4 w 4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4" y="2"/>
                    </a:moveTo>
                    <a:lnTo>
                      <a:pt x="4" y="0"/>
                    </a:lnTo>
                    <a:lnTo>
                      <a:pt x="0" y="2"/>
                    </a:lnTo>
                    <a:lnTo>
                      <a:pt x="4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15" name="Freeform 296"/>
              <p:cNvSpPr/>
              <p:nvPr>
                <p:custDataLst>
                  <p:tags r:id="rId141"/>
                </p:custDataLst>
              </p:nvPr>
            </p:nvSpPr>
            <p:spPr bwMode="auto">
              <a:xfrm>
                <a:off x="3606" y="1819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16" name="Oval 297"/>
              <p:cNvSpPr>
                <a:spLocks noChangeArrowheads="1"/>
              </p:cNvSpPr>
              <p:nvPr>
                <p:custDataLst>
                  <p:tags r:id="rId142"/>
                </p:custDataLst>
              </p:nvPr>
            </p:nvSpPr>
            <p:spPr bwMode="auto">
              <a:xfrm>
                <a:off x="3598" y="1817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17" name="Oval 298"/>
              <p:cNvSpPr>
                <a:spLocks noChangeArrowheads="1"/>
              </p:cNvSpPr>
              <p:nvPr>
                <p:custDataLst>
                  <p:tags r:id="rId143"/>
                </p:custDataLst>
              </p:nvPr>
            </p:nvSpPr>
            <p:spPr bwMode="auto">
              <a:xfrm>
                <a:off x="3600" y="1817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18" name="Freeform 299"/>
              <p:cNvSpPr/>
              <p:nvPr>
                <p:custDataLst>
                  <p:tags r:id="rId144"/>
                </p:custDataLst>
              </p:nvPr>
            </p:nvSpPr>
            <p:spPr bwMode="auto">
              <a:xfrm>
                <a:off x="3598" y="1817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  <a:gd name="T3" fmla="*/ 0 w 1"/>
                  <a:gd name="T4" fmla="*/ 0 w 1"/>
                  <a:gd name="T5" fmla="*/ 1 w 1"/>
                  <a:gd name="T6" fmla="*/ 1 w 1"/>
                  <a:gd name="T7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  <a:cxn ang="0">
                    <a:pos x="T7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19" name="Oval 300"/>
              <p:cNvSpPr>
                <a:spLocks noChangeArrowheads="1"/>
              </p:cNvSpPr>
              <p:nvPr>
                <p:custDataLst>
                  <p:tags r:id="rId145"/>
                </p:custDataLst>
              </p:nvPr>
            </p:nvSpPr>
            <p:spPr bwMode="auto">
              <a:xfrm>
                <a:off x="3602" y="1819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20" name="Freeform 301"/>
              <p:cNvSpPr/>
              <p:nvPr>
                <p:custDataLst>
                  <p:tags r:id="rId146"/>
                </p:custDataLst>
              </p:nvPr>
            </p:nvSpPr>
            <p:spPr bwMode="auto">
              <a:xfrm>
                <a:off x="3602" y="1817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1 h 1"/>
                  <a:gd name="T4" fmla="*/ 0 h 1"/>
                  <a:gd name="T5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21" name="Freeform 302"/>
              <p:cNvSpPr/>
              <p:nvPr>
                <p:custDataLst>
                  <p:tags r:id="rId147"/>
                </p:custDataLst>
              </p:nvPr>
            </p:nvSpPr>
            <p:spPr bwMode="auto">
              <a:xfrm>
                <a:off x="3602" y="1817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22" name="Oval 303"/>
              <p:cNvSpPr>
                <a:spLocks noChangeArrowheads="1"/>
              </p:cNvSpPr>
              <p:nvPr>
                <p:custDataLst>
                  <p:tags r:id="rId148"/>
                </p:custDataLst>
              </p:nvPr>
            </p:nvSpPr>
            <p:spPr bwMode="auto">
              <a:xfrm>
                <a:off x="3593" y="1814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23" name="Freeform 304"/>
              <p:cNvSpPr/>
              <p:nvPr>
                <p:custDataLst>
                  <p:tags r:id="rId149"/>
                </p:custDataLst>
              </p:nvPr>
            </p:nvSpPr>
            <p:spPr bwMode="auto">
              <a:xfrm>
                <a:off x="3598" y="1814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24" name="Freeform 305"/>
              <p:cNvSpPr/>
              <p:nvPr>
                <p:custDataLst>
                  <p:tags r:id="rId150"/>
                </p:custDataLst>
              </p:nvPr>
            </p:nvSpPr>
            <p:spPr bwMode="auto">
              <a:xfrm>
                <a:off x="3598" y="181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25" name="Oval 306"/>
              <p:cNvSpPr>
                <a:spLocks noChangeArrowheads="1"/>
              </p:cNvSpPr>
              <p:nvPr>
                <p:custDataLst>
                  <p:tags r:id="rId151"/>
                </p:custDataLst>
              </p:nvPr>
            </p:nvSpPr>
            <p:spPr bwMode="auto">
              <a:xfrm>
                <a:off x="3612" y="1821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26" name="Freeform 307"/>
              <p:cNvSpPr/>
              <p:nvPr>
                <p:custDataLst>
                  <p:tags r:id="rId152"/>
                </p:custDataLst>
              </p:nvPr>
            </p:nvSpPr>
            <p:spPr bwMode="auto">
              <a:xfrm>
                <a:off x="3977" y="2478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27" name="Freeform 308"/>
              <p:cNvSpPr/>
              <p:nvPr>
                <p:custDataLst>
                  <p:tags r:id="rId153"/>
                </p:custDataLst>
              </p:nvPr>
            </p:nvSpPr>
            <p:spPr bwMode="auto">
              <a:xfrm>
                <a:off x="3595" y="1812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28" name="Freeform 309"/>
              <p:cNvSpPr/>
              <p:nvPr>
                <p:custDataLst>
                  <p:tags r:id="rId154"/>
                </p:custDataLst>
              </p:nvPr>
            </p:nvSpPr>
            <p:spPr bwMode="auto">
              <a:xfrm>
                <a:off x="3598" y="1814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29" name="Freeform 310"/>
              <p:cNvSpPr/>
              <p:nvPr>
                <p:custDataLst>
                  <p:tags r:id="rId155"/>
                </p:custDataLst>
              </p:nvPr>
            </p:nvSpPr>
            <p:spPr bwMode="auto">
              <a:xfrm>
                <a:off x="3967" y="2491"/>
                <a:ext cx="4" cy="4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0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1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30" name="Freeform 311"/>
              <p:cNvSpPr/>
              <p:nvPr>
                <p:custDataLst>
                  <p:tags r:id="rId156"/>
                </p:custDataLst>
              </p:nvPr>
            </p:nvSpPr>
            <p:spPr bwMode="auto">
              <a:xfrm>
                <a:off x="3825" y="2268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31" name="Freeform 312"/>
              <p:cNvSpPr/>
              <p:nvPr>
                <p:custDataLst>
                  <p:tags r:id="rId157"/>
                </p:custDataLst>
              </p:nvPr>
            </p:nvSpPr>
            <p:spPr bwMode="auto">
              <a:xfrm>
                <a:off x="3810" y="2268"/>
                <a:ext cx="8" cy="2"/>
              </a:xfrm>
              <a:custGeom>
                <a:avLst/>
                <a:gdLst>
                  <a:gd name="T0" fmla="*/ 4 w 4"/>
                  <a:gd name="T1" fmla="*/ 0 h 1"/>
                  <a:gd name="T2" fmla="*/ 0 w 4"/>
                  <a:gd name="T3" fmla="*/ 0 h 1"/>
                  <a:gd name="T4" fmla="*/ 4 w 4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4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1"/>
                      <a:pt x="2" y="0"/>
                      <a:pt x="4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32" name="Freeform 313"/>
              <p:cNvSpPr/>
              <p:nvPr>
                <p:custDataLst>
                  <p:tags r:id="rId158"/>
                </p:custDataLst>
              </p:nvPr>
            </p:nvSpPr>
            <p:spPr bwMode="auto">
              <a:xfrm>
                <a:off x="3835" y="2275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33" name="Freeform 314"/>
              <p:cNvSpPr/>
              <p:nvPr>
                <p:custDataLst>
                  <p:tags r:id="rId159"/>
                </p:custDataLst>
              </p:nvPr>
            </p:nvSpPr>
            <p:spPr bwMode="auto">
              <a:xfrm>
                <a:off x="3833" y="2268"/>
                <a:ext cx="2" cy="4"/>
              </a:xfrm>
              <a:custGeom>
                <a:avLst/>
                <a:gdLst>
                  <a:gd name="T0" fmla="*/ 1 w 1"/>
                  <a:gd name="T1" fmla="*/ 1 h 2"/>
                  <a:gd name="T2" fmla="*/ 0 w 1"/>
                  <a:gd name="T3" fmla="*/ 1 h 2"/>
                  <a:gd name="T4" fmla="*/ 1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0" y="1"/>
                      <a:pt x="0" y="0"/>
                      <a:pt x="0" y="1"/>
                    </a:cubicBezTo>
                    <a:cubicBezTo>
                      <a:pt x="1" y="2"/>
                      <a:pt x="0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34" name="Freeform 315"/>
              <p:cNvSpPr/>
              <p:nvPr>
                <p:custDataLst>
                  <p:tags r:id="rId160"/>
                </p:custDataLst>
              </p:nvPr>
            </p:nvSpPr>
            <p:spPr bwMode="auto">
              <a:xfrm>
                <a:off x="3833" y="2328"/>
                <a:ext cx="9" cy="2"/>
              </a:xfrm>
              <a:custGeom>
                <a:avLst/>
                <a:gdLst>
                  <a:gd name="T0" fmla="*/ 0 w 4"/>
                  <a:gd name="T1" fmla="*/ 1 h 1"/>
                  <a:gd name="T2" fmla="*/ 4 w 4"/>
                  <a:gd name="T3" fmla="*/ 0 h 1"/>
                  <a:gd name="T4" fmla="*/ 4 w 4"/>
                  <a:gd name="T5" fmla="*/ 0 h 1"/>
                  <a:gd name="T6" fmla="*/ 3 w 4"/>
                  <a:gd name="T7" fmla="*/ 0 h 1"/>
                  <a:gd name="T8" fmla="*/ 2 w 4"/>
                  <a:gd name="T9" fmla="*/ 0 h 1"/>
                  <a:gd name="T10" fmla="*/ 0 w 4"/>
                  <a:gd name="T1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1" y="1"/>
                      <a:pt x="3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3" y="0"/>
                      <a:pt x="3" y="0"/>
                    </a:cubicBezTo>
                    <a:cubicBezTo>
                      <a:pt x="2" y="0"/>
                      <a:pt x="1" y="0"/>
                      <a:pt x="2" y="0"/>
                    </a:cubicBezTo>
                    <a:cubicBezTo>
                      <a:pt x="1" y="1"/>
                      <a:pt x="0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35" name="Freeform 316"/>
              <p:cNvSpPr/>
              <p:nvPr>
                <p:custDataLst>
                  <p:tags r:id="rId161"/>
                </p:custDataLst>
              </p:nvPr>
            </p:nvSpPr>
            <p:spPr bwMode="auto">
              <a:xfrm>
                <a:off x="3837" y="2330"/>
                <a:ext cx="5" cy="2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0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1" y="1"/>
                      <a:pt x="2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36" name="Freeform 317"/>
              <p:cNvSpPr/>
              <p:nvPr>
                <p:custDataLst>
                  <p:tags r:id="rId162"/>
                </p:custDataLst>
              </p:nvPr>
            </p:nvSpPr>
            <p:spPr bwMode="auto">
              <a:xfrm>
                <a:off x="3839" y="2328"/>
                <a:ext cx="5" cy="0"/>
              </a:xfrm>
              <a:custGeom>
                <a:avLst/>
                <a:gdLst>
                  <a:gd name="T0" fmla="*/ 1 w 2"/>
                  <a:gd name="T1" fmla="*/ 0 w 2"/>
                  <a:gd name="T2" fmla="*/ 1 w 2"/>
                  <a:gd name="T3" fmla="*/ 1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37" name="Freeform 318"/>
              <p:cNvSpPr/>
              <p:nvPr>
                <p:custDataLst>
                  <p:tags r:id="rId163"/>
                </p:custDataLst>
              </p:nvPr>
            </p:nvSpPr>
            <p:spPr bwMode="auto">
              <a:xfrm>
                <a:off x="3827" y="2268"/>
                <a:ext cx="2" cy="4"/>
              </a:xfrm>
              <a:custGeom>
                <a:avLst/>
                <a:gdLst>
                  <a:gd name="T0" fmla="*/ 1 w 1"/>
                  <a:gd name="T1" fmla="*/ 2 h 2"/>
                  <a:gd name="T2" fmla="*/ 0 w 1"/>
                  <a:gd name="T3" fmla="*/ 0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1"/>
                      <a:pt x="1" y="1"/>
                      <a:pt x="0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38" name="Freeform 319"/>
              <p:cNvSpPr/>
              <p:nvPr>
                <p:custDataLst>
                  <p:tags r:id="rId164"/>
                </p:custDataLst>
              </p:nvPr>
            </p:nvSpPr>
            <p:spPr bwMode="auto">
              <a:xfrm>
                <a:off x="3729" y="2856"/>
                <a:ext cx="6" cy="4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2 h 2"/>
                  <a:gd name="T4" fmla="*/ 3 w 3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2" y="1"/>
                      <a:pt x="2" y="1"/>
                      <a:pt x="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39" name="Freeform 320"/>
              <p:cNvSpPr/>
              <p:nvPr>
                <p:custDataLst>
                  <p:tags r:id="rId165"/>
                </p:custDataLst>
              </p:nvPr>
            </p:nvSpPr>
            <p:spPr bwMode="auto">
              <a:xfrm>
                <a:off x="3731" y="2854"/>
                <a:ext cx="2" cy="4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0 h 2"/>
                  <a:gd name="T4" fmla="*/ 0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2"/>
                      <a:pt x="0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40" name="Freeform 321"/>
              <p:cNvSpPr/>
              <p:nvPr>
                <p:custDataLst>
                  <p:tags r:id="rId166"/>
                </p:custDataLst>
              </p:nvPr>
            </p:nvSpPr>
            <p:spPr bwMode="auto">
              <a:xfrm>
                <a:off x="3897" y="2822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41" name="Freeform 322"/>
              <p:cNvSpPr/>
              <p:nvPr>
                <p:custDataLst>
                  <p:tags r:id="rId167"/>
                </p:custDataLst>
              </p:nvPr>
            </p:nvSpPr>
            <p:spPr bwMode="auto">
              <a:xfrm>
                <a:off x="4007" y="2790"/>
                <a:ext cx="2" cy="4"/>
              </a:xfrm>
              <a:custGeom>
                <a:avLst/>
                <a:gdLst>
                  <a:gd name="T0" fmla="*/ 2 w 2"/>
                  <a:gd name="T1" fmla="*/ 4 h 4"/>
                  <a:gd name="T2" fmla="*/ 2 w 2"/>
                  <a:gd name="T3" fmla="*/ 4 h 4"/>
                  <a:gd name="T4" fmla="*/ 0 w 2"/>
                  <a:gd name="T5" fmla="*/ 0 h 4"/>
                  <a:gd name="T6" fmla="*/ 2 w 2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lnTo>
                      <a:pt x="2" y="4"/>
                    </a:lnTo>
                    <a:lnTo>
                      <a:pt x="0" y="0"/>
                    </a:lnTo>
                    <a:lnTo>
                      <a:pt x="2" y="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42" name="Freeform 323"/>
              <p:cNvSpPr/>
              <p:nvPr>
                <p:custDataLst>
                  <p:tags r:id="rId168"/>
                </p:custDataLst>
              </p:nvPr>
            </p:nvSpPr>
            <p:spPr bwMode="auto">
              <a:xfrm>
                <a:off x="3971" y="2813"/>
                <a:ext cx="2" cy="4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1 h 2"/>
                  <a:gd name="T4" fmla="*/ 0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0"/>
                      <a:pt x="0" y="2"/>
                      <a:pt x="1" y="1"/>
                    </a:cubicBezTo>
                    <a:cubicBezTo>
                      <a:pt x="1" y="1"/>
                      <a:pt x="1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43" name="Freeform 324"/>
              <p:cNvSpPr/>
              <p:nvPr>
                <p:custDataLst>
                  <p:tags r:id="rId169"/>
                </p:custDataLst>
              </p:nvPr>
            </p:nvSpPr>
            <p:spPr bwMode="auto">
              <a:xfrm>
                <a:off x="3969" y="2501"/>
                <a:ext cx="2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44" name="Freeform 325"/>
              <p:cNvSpPr/>
              <p:nvPr>
                <p:custDataLst>
                  <p:tags r:id="rId170"/>
                </p:custDataLst>
              </p:nvPr>
            </p:nvSpPr>
            <p:spPr bwMode="auto">
              <a:xfrm>
                <a:off x="3850" y="286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45" name="Freeform 326"/>
              <p:cNvSpPr/>
              <p:nvPr>
                <p:custDataLst>
                  <p:tags r:id="rId171"/>
                </p:custDataLst>
              </p:nvPr>
            </p:nvSpPr>
            <p:spPr bwMode="auto">
              <a:xfrm>
                <a:off x="3668" y="2060"/>
                <a:ext cx="8" cy="17"/>
              </a:xfrm>
              <a:custGeom>
                <a:avLst/>
                <a:gdLst>
                  <a:gd name="T0" fmla="*/ 4 w 4"/>
                  <a:gd name="T1" fmla="*/ 0 h 8"/>
                  <a:gd name="T2" fmla="*/ 0 w 4"/>
                  <a:gd name="T3" fmla="*/ 6 h 8"/>
                  <a:gd name="T4" fmla="*/ 4 w 4"/>
                  <a:gd name="T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8">
                    <a:moveTo>
                      <a:pt x="4" y="0"/>
                    </a:moveTo>
                    <a:cubicBezTo>
                      <a:pt x="2" y="1"/>
                      <a:pt x="1" y="5"/>
                      <a:pt x="0" y="6"/>
                    </a:cubicBezTo>
                    <a:cubicBezTo>
                      <a:pt x="1" y="8"/>
                      <a:pt x="3" y="1"/>
                      <a:pt x="4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51" name="Freeform 327"/>
              <p:cNvSpPr/>
              <p:nvPr>
                <p:custDataLst>
                  <p:tags r:id="rId172"/>
                </p:custDataLst>
              </p:nvPr>
            </p:nvSpPr>
            <p:spPr bwMode="auto">
              <a:xfrm>
                <a:off x="3837" y="2328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52" name="Freeform 328"/>
              <p:cNvSpPr/>
              <p:nvPr>
                <p:custDataLst>
                  <p:tags r:id="rId173"/>
                </p:custDataLst>
              </p:nvPr>
            </p:nvSpPr>
            <p:spPr bwMode="auto">
              <a:xfrm>
                <a:off x="3965" y="2504"/>
                <a:ext cx="4" cy="2"/>
              </a:xfrm>
              <a:custGeom>
                <a:avLst/>
                <a:gdLst>
                  <a:gd name="T0" fmla="*/ 1 w 2"/>
                  <a:gd name="T1" fmla="*/ 0 h 1"/>
                  <a:gd name="T2" fmla="*/ 0 w 2"/>
                  <a:gd name="T3" fmla="*/ 0 h 1"/>
                  <a:gd name="T4" fmla="*/ 1 w 2"/>
                  <a:gd name="T5" fmla="*/ 1 h 1"/>
                  <a:gd name="T6" fmla="*/ 1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2" y="0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53" name="Freeform 329"/>
              <p:cNvSpPr/>
              <p:nvPr>
                <p:custDataLst>
                  <p:tags r:id="rId174"/>
                </p:custDataLst>
              </p:nvPr>
            </p:nvSpPr>
            <p:spPr bwMode="auto">
              <a:xfrm>
                <a:off x="3973" y="2476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0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54" name="Freeform 330"/>
              <p:cNvSpPr/>
              <p:nvPr>
                <p:custDataLst>
                  <p:tags r:id="rId175"/>
                </p:custDataLst>
              </p:nvPr>
            </p:nvSpPr>
            <p:spPr bwMode="auto">
              <a:xfrm>
                <a:off x="3965" y="2497"/>
                <a:ext cx="10" cy="4"/>
              </a:xfrm>
              <a:custGeom>
                <a:avLst/>
                <a:gdLst>
                  <a:gd name="T0" fmla="*/ 5 w 5"/>
                  <a:gd name="T1" fmla="*/ 1 h 2"/>
                  <a:gd name="T2" fmla="*/ 1 w 5"/>
                  <a:gd name="T3" fmla="*/ 2 h 2"/>
                  <a:gd name="T4" fmla="*/ 0 w 5"/>
                  <a:gd name="T5" fmla="*/ 2 h 2"/>
                  <a:gd name="T6" fmla="*/ 2 w 5"/>
                  <a:gd name="T7" fmla="*/ 2 h 2"/>
                  <a:gd name="T8" fmla="*/ 3 w 5"/>
                  <a:gd name="T9" fmla="*/ 1 h 2"/>
                  <a:gd name="T10" fmla="*/ 5 w 5"/>
                  <a:gd name="T11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2">
                    <a:moveTo>
                      <a:pt x="5" y="1"/>
                    </a:moveTo>
                    <a:cubicBezTo>
                      <a:pt x="4" y="0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1" y="2"/>
                      <a:pt x="2" y="2"/>
                      <a:pt x="2" y="2"/>
                    </a:cubicBezTo>
                    <a:cubicBezTo>
                      <a:pt x="2" y="2"/>
                      <a:pt x="4" y="2"/>
                      <a:pt x="3" y="1"/>
                    </a:cubicBezTo>
                    <a:cubicBezTo>
                      <a:pt x="4" y="1"/>
                      <a:pt x="5" y="1"/>
                      <a:pt x="5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55" name="Freeform 331"/>
              <p:cNvSpPr/>
              <p:nvPr>
                <p:custDataLst>
                  <p:tags r:id="rId176"/>
                </p:custDataLst>
              </p:nvPr>
            </p:nvSpPr>
            <p:spPr bwMode="auto">
              <a:xfrm>
                <a:off x="3835" y="2474"/>
                <a:ext cx="4" cy="0"/>
              </a:xfrm>
              <a:custGeom>
                <a:avLst/>
                <a:gdLst>
                  <a:gd name="T0" fmla="*/ 0 w 2"/>
                  <a:gd name="T1" fmla="*/ 1 w 2"/>
                  <a:gd name="T2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cubicBezTo>
                      <a:pt x="0" y="0"/>
                      <a:pt x="2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56" name="Freeform 332"/>
              <p:cNvSpPr/>
              <p:nvPr>
                <p:custDataLst>
                  <p:tags r:id="rId177"/>
                </p:custDataLst>
              </p:nvPr>
            </p:nvSpPr>
            <p:spPr bwMode="auto">
              <a:xfrm>
                <a:off x="3829" y="2345"/>
                <a:ext cx="4" cy="0"/>
              </a:xfrm>
              <a:custGeom>
                <a:avLst/>
                <a:gdLst>
                  <a:gd name="T0" fmla="*/ 1 w 2"/>
                  <a:gd name="T1" fmla="*/ 1 w 2"/>
                  <a:gd name="T2" fmla="*/ 1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1" y="0"/>
                    </a:moveTo>
                    <a:cubicBezTo>
                      <a:pt x="0" y="0"/>
                      <a:pt x="2" y="0"/>
                      <a:pt x="1" y="0"/>
                    </a:cubicBezTo>
                    <a:cubicBezTo>
                      <a:pt x="2" y="0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57" name="Freeform 333"/>
              <p:cNvSpPr/>
              <p:nvPr>
                <p:custDataLst>
                  <p:tags r:id="rId178"/>
                </p:custDataLst>
              </p:nvPr>
            </p:nvSpPr>
            <p:spPr bwMode="auto">
              <a:xfrm>
                <a:off x="3831" y="2336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58" name="Freeform 334"/>
              <p:cNvSpPr/>
              <p:nvPr>
                <p:custDataLst>
                  <p:tags r:id="rId179"/>
                </p:custDataLst>
              </p:nvPr>
            </p:nvSpPr>
            <p:spPr bwMode="auto">
              <a:xfrm>
                <a:off x="3850" y="2491"/>
                <a:ext cx="4" cy="2"/>
              </a:xfrm>
              <a:custGeom>
                <a:avLst/>
                <a:gdLst>
                  <a:gd name="T0" fmla="*/ 0 w 4"/>
                  <a:gd name="T1" fmla="*/ 2 h 2"/>
                  <a:gd name="T2" fmla="*/ 0 w 4"/>
                  <a:gd name="T3" fmla="*/ 2 h 2"/>
                  <a:gd name="T4" fmla="*/ 4 w 4"/>
                  <a:gd name="T5" fmla="*/ 0 h 2"/>
                  <a:gd name="T6" fmla="*/ 0 w 4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lnTo>
                      <a:pt x="0" y="2"/>
                    </a:lnTo>
                    <a:lnTo>
                      <a:pt x="4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59" name="Freeform 335"/>
              <p:cNvSpPr/>
              <p:nvPr>
                <p:custDataLst>
                  <p:tags r:id="rId180"/>
                </p:custDataLst>
              </p:nvPr>
            </p:nvSpPr>
            <p:spPr bwMode="auto">
              <a:xfrm>
                <a:off x="3835" y="2336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1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60" name="Rectangle 336"/>
              <p:cNvSpPr>
                <a:spLocks noChangeArrowheads="1"/>
              </p:cNvSpPr>
              <p:nvPr>
                <p:custDataLst>
                  <p:tags r:id="rId181"/>
                </p:custDataLst>
              </p:nvPr>
            </p:nvSpPr>
            <p:spPr bwMode="auto">
              <a:xfrm>
                <a:off x="3835" y="2434"/>
                <a:ext cx="2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61" name="Freeform 337"/>
              <p:cNvSpPr/>
              <p:nvPr>
                <p:custDataLst>
                  <p:tags r:id="rId182"/>
                </p:custDataLst>
              </p:nvPr>
            </p:nvSpPr>
            <p:spPr bwMode="auto">
              <a:xfrm>
                <a:off x="3831" y="2349"/>
                <a:ext cx="4" cy="0"/>
              </a:xfrm>
              <a:custGeom>
                <a:avLst/>
                <a:gdLst>
                  <a:gd name="T0" fmla="*/ 0 w 2"/>
                  <a:gd name="T1" fmla="*/ 2 w 2"/>
                  <a:gd name="T2" fmla="*/ 2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1" y="0"/>
                      <a:pt x="2" y="0"/>
                      <a:pt x="2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62" name="Freeform 338"/>
              <p:cNvSpPr/>
              <p:nvPr>
                <p:custDataLst>
                  <p:tags r:id="rId183"/>
                </p:custDataLst>
              </p:nvPr>
            </p:nvSpPr>
            <p:spPr bwMode="auto">
              <a:xfrm>
                <a:off x="3602" y="1823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0 w 1"/>
                  <a:gd name="T4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63" name="Freeform 339"/>
              <p:cNvSpPr/>
              <p:nvPr>
                <p:custDataLst>
                  <p:tags r:id="rId184"/>
                </p:custDataLst>
              </p:nvPr>
            </p:nvSpPr>
            <p:spPr bwMode="auto">
              <a:xfrm>
                <a:off x="3905" y="227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64" name="Freeform 340"/>
              <p:cNvSpPr/>
              <p:nvPr>
                <p:custDataLst>
                  <p:tags r:id="rId185"/>
                </p:custDataLst>
              </p:nvPr>
            </p:nvSpPr>
            <p:spPr bwMode="auto">
              <a:xfrm>
                <a:off x="3778" y="2979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1" y="0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65" name="Freeform 341"/>
              <p:cNvSpPr/>
              <p:nvPr>
                <p:custDataLst>
                  <p:tags r:id="rId186"/>
                </p:custDataLst>
              </p:nvPr>
            </p:nvSpPr>
            <p:spPr bwMode="auto">
              <a:xfrm>
                <a:off x="3746" y="2826"/>
                <a:ext cx="399" cy="167"/>
              </a:xfrm>
              <a:custGeom>
                <a:avLst/>
                <a:gdLst>
                  <a:gd name="T0" fmla="*/ 154 w 188"/>
                  <a:gd name="T1" fmla="*/ 20 h 79"/>
                  <a:gd name="T2" fmla="*/ 145 w 188"/>
                  <a:gd name="T3" fmla="*/ 25 h 79"/>
                  <a:gd name="T4" fmla="*/ 108 w 188"/>
                  <a:gd name="T5" fmla="*/ 47 h 79"/>
                  <a:gd name="T6" fmla="*/ 94 w 188"/>
                  <a:gd name="T7" fmla="*/ 49 h 79"/>
                  <a:gd name="T8" fmla="*/ 84 w 188"/>
                  <a:gd name="T9" fmla="*/ 48 h 79"/>
                  <a:gd name="T10" fmla="*/ 64 w 188"/>
                  <a:gd name="T11" fmla="*/ 52 h 79"/>
                  <a:gd name="T12" fmla="*/ 52 w 188"/>
                  <a:gd name="T13" fmla="*/ 54 h 79"/>
                  <a:gd name="T14" fmla="*/ 33 w 188"/>
                  <a:gd name="T15" fmla="*/ 56 h 79"/>
                  <a:gd name="T16" fmla="*/ 23 w 188"/>
                  <a:gd name="T17" fmla="*/ 60 h 79"/>
                  <a:gd name="T18" fmla="*/ 12 w 188"/>
                  <a:gd name="T19" fmla="*/ 55 h 79"/>
                  <a:gd name="T20" fmla="*/ 5 w 188"/>
                  <a:gd name="T21" fmla="*/ 55 h 79"/>
                  <a:gd name="T22" fmla="*/ 5 w 188"/>
                  <a:gd name="T23" fmla="*/ 53 h 79"/>
                  <a:gd name="T24" fmla="*/ 4 w 188"/>
                  <a:gd name="T25" fmla="*/ 51 h 79"/>
                  <a:gd name="T26" fmla="*/ 3 w 188"/>
                  <a:gd name="T27" fmla="*/ 53 h 79"/>
                  <a:gd name="T28" fmla="*/ 3 w 188"/>
                  <a:gd name="T29" fmla="*/ 56 h 79"/>
                  <a:gd name="T30" fmla="*/ 0 w 188"/>
                  <a:gd name="T31" fmla="*/ 58 h 79"/>
                  <a:gd name="T32" fmla="*/ 2 w 188"/>
                  <a:gd name="T33" fmla="*/ 61 h 79"/>
                  <a:gd name="T34" fmla="*/ 13 w 188"/>
                  <a:gd name="T35" fmla="*/ 66 h 79"/>
                  <a:gd name="T36" fmla="*/ 15 w 188"/>
                  <a:gd name="T37" fmla="*/ 70 h 79"/>
                  <a:gd name="T38" fmla="*/ 16 w 188"/>
                  <a:gd name="T39" fmla="*/ 72 h 79"/>
                  <a:gd name="T40" fmla="*/ 18 w 188"/>
                  <a:gd name="T41" fmla="*/ 76 h 79"/>
                  <a:gd name="T42" fmla="*/ 21 w 188"/>
                  <a:gd name="T43" fmla="*/ 71 h 79"/>
                  <a:gd name="T44" fmla="*/ 26 w 188"/>
                  <a:gd name="T45" fmla="*/ 67 h 79"/>
                  <a:gd name="T46" fmla="*/ 27 w 188"/>
                  <a:gd name="T47" fmla="*/ 76 h 79"/>
                  <a:gd name="T48" fmla="*/ 30 w 188"/>
                  <a:gd name="T49" fmla="*/ 74 h 79"/>
                  <a:gd name="T50" fmla="*/ 31 w 188"/>
                  <a:gd name="T51" fmla="*/ 78 h 79"/>
                  <a:gd name="T52" fmla="*/ 35 w 188"/>
                  <a:gd name="T53" fmla="*/ 74 h 79"/>
                  <a:gd name="T54" fmla="*/ 38 w 188"/>
                  <a:gd name="T55" fmla="*/ 73 h 79"/>
                  <a:gd name="T56" fmla="*/ 42 w 188"/>
                  <a:gd name="T57" fmla="*/ 64 h 79"/>
                  <a:gd name="T58" fmla="*/ 43 w 188"/>
                  <a:gd name="T59" fmla="*/ 76 h 79"/>
                  <a:gd name="T60" fmla="*/ 51 w 188"/>
                  <a:gd name="T61" fmla="*/ 72 h 79"/>
                  <a:gd name="T62" fmla="*/ 57 w 188"/>
                  <a:gd name="T63" fmla="*/ 72 h 79"/>
                  <a:gd name="T64" fmla="*/ 61 w 188"/>
                  <a:gd name="T65" fmla="*/ 70 h 79"/>
                  <a:gd name="T66" fmla="*/ 70 w 188"/>
                  <a:gd name="T67" fmla="*/ 68 h 79"/>
                  <a:gd name="T68" fmla="*/ 75 w 188"/>
                  <a:gd name="T69" fmla="*/ 71 h 79"/>
                  <a:gd name="T70" fmla="*/ 77 w 188"/>
                  <a:gd name="T71" fmla="*/ 68 h 79"/>
                  <a:gd name="T72" fmla="*/ 80 w 188"/>
                  <a:gd name="T73" fmla="*/ 68 h 79"/>
                  <a:gd name="T74" fmla="*/ 81 w 188"/>
                  <a:gd name="T75" fmla="*/ 66 h 79"/>
                  <a:gd name="T76" fmla="*/ 86 w 188"/>
                  <a:gd name="T77" fmla="*/ 67 h 79"/>
                  <a:gd name="T78" fmla="*/ 92 w 188"/>
                  <a:gd name="T79" fmla="*/ 65 h 79"/>
                  <a:gd name="T80" fmla="*/ 98 w 188"/>
                  <a:gd name="T81" fmla="*/ 64 h 79"/>
                  <a:gd name="T82" fmla="*/ 104 w 188"/>
                  <a:gd name="T83" fmla="*/ 60 h 79"/>
                  <a:gd name="T84" fmla="*/ 107 w 188"/>
                  <a:gd name="T85" fmla="*/ 62 h 79"/>
                  <a:gd name="T86" fmla="*/ 108 w 188"/>
                  <a:gd name="T87" fmla="*/ 62 h 79"/>
                  <a:gd name="T88" fmla="*/ 114 w 188"/>
                  <a:gd name="T89" fmla="*/ 59 h 79"/>
                  <a:gd name="T90" fmla="*/ 119 w 188"/>
                  <a:gd name="T91" fmla="*/ 59 h 79"/>
                  <a:gd name="T92" fmla="*/ 122 w 188"/>
                  <a:gd name="T93" fmla="*/ 52 h 79"/>
                  <a:gd name="T94" fmla="*/ 126 w 188"/>
                  <a:gd name="T95" fmla="*/ 52 h 79"/>
                  <a:gd name="T96" fmla="*/ 132 w 188"/>
                  <a:gd name="T97" fmla="*/ 50 h 79"/>
                  <a:gd name="T98" fmla="*/ 139 w 188"/>
                  <a:gd name="T99" fmla="*/ 45 h 79"/>
                  <a:gd name="T100" fmla="*/ 143 w 188"/>
                  <a:gd name="T101" fmla="*/ 43 h 79"/>
                  <a:gd name="T102" fmla="*/ 156 w 188"/>
                  <a:gd name="T103" fmla="*/ 39 h 79"/>
                  <a:gd name="T104" fmla="*/ 160 w 188"/>
                  <a:gd name="T105" fmla="*/ 37 h 79"/>
                  <a:gd name="T106" fmla="*/ 167 w 188"/>
                  <a:gd name="T107" fmla="*/ 26 h 79"/>
                  <a:gd name="T108" fmla="*/ 172 w 188"/>
                  <a:gd name="T109" fmla="*/ 21 h 79"/>
                  <a:gd name="T110" fmla="*/ 180 w 188"/>
                  <a:gd name="T111" fmla="*/ 0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88" h="79">
                    <a:moveTo>
                      <a:pt x="180" y="0"/>
                    </a:moveTo>
                    <a:cubicBezTo>
                      <a:pt x="179" y="5"/>
                      <a:pt x="175" y="6"/>
                      <a:pt x="171" y="7"/>
                    </a:cubicBezTo>
                    <a:cubicBezTo>
                      <a:pt x="170" y="8"/>
                      <a:pt x="169" y="10"/>
                      <a:pt x="168" y="10"/>
                    </a:cubicBezTo>
                    <a:cubicBezTo>
                      <a:pt x="164" y="15"/>
                      <a:pt x="157" y="14"/>
                      <a:pt x="154" y="19"/>
                    </a:cubicBezTo>
                    <a:cubicBezTo>
                      <a:pt x="155" y="19"/>
                      <a:pt x="155" y="20"/>
                      <a:pt x="155" y="21"/>
                    </a:cubicBezTo>
                    <a:cubicBezTo>
                      <a:pt x="154" y="20"/>
                      <a:pt x="154" y="20"/>
                      <a:pt x="154" y="20"/>
                    </a:cubicBezTo>
                    <a:cubicBezTo>
                      <a:pt x="155" y="22"/>
                      <a:pt x="155" y="22"/>
                      <a:pt x="155" y="22"/>
                    </a:cubicBezTo>
                    <a:cubicBezTo>
                      <a:pt x="155" y="22"/>
                      <a:pt x="154" y="20"/>
                      <a:pt x="154" y="20"/>
                    </a:cubicBezTo>
                    <a:cubicBezTo>
                      <a:pt x="152" y="21"/>
                      <a:pt x="151" y="23"/>
                      <a:pt x="149" y="23"/>
                    </a:cubicBezTo>
                    <a:cubicBezTo>
                      <a:pt x="149" y="25"/>
                      <a:pt x="148" y="24"/>
                      <a:pt x="149" y="26"/>
                    </a:cubicBezTo>
                    <a:cubicBezTo>
                      <a:pt x="148" y="25"/>
                      <a:pt x="148" y="25"/>
                      <a:pt x="148" y="25"/>
                    </a:cubicBezTo>
                    <a:cubicBezTo>
                      <a:pt x="147" y="27"/>
                      <a:pt x="147" y="27"/>
                      <a:pt x="145" y="25"/>
                    </a:cubicBezTo>
                    <a:cubicBezTo>
                      <a:pt x="139" y="27"/>
                      <a:pt x="134" y="30"/>
                      <a:pt x="128" y="32"/>
                    </a:cubicBezTo>
                    <a:cubicBezTo>
                      <a:pt x="123" y="34"/>
                      <a:pt x="118" y="39"/>
                      <a:pt x="112" y="41"/>
                    </a:cubicBezTo>
                    <a:cubicBezTo>
                      <a:pt x="112" y="45"/>
                      <a:pt x="111" y="43"/>
                      <a:pt x="110" y="47"/>
                    </a:cubicBezTo>
                    <a:cubicBezTo>
                      <a:pt x="110" y="46"/>
                      <a:pt x="110" y="46"/>
                      <a:pt x="110" y="46"/>
                    </a:cubicBezTo>
                    <a:cubicBezTo>
                      <a:pt x="110" y="47"/>
                      <a:pt x="109" y="46"/>
                      <a:pt x="107" y="45"/>
                    </a:cubicBezTo>
                    <a:cubicBezTo>
                      <a:pt x="108" y="46"/>
                      <a:pt x="107" y="45"/>
                      <a:pt x="108" y="47"/>
                    </a:cubicBezTo>
                    <a:cubicBezTo>
                      <a:pt x="108" y="49"/>
                      <a:pt x="106" y="45"/>
                      <a:pt x="106" y="46"/>
                    </a:cubicBezTo>
                    <a:cubicBezTo>
                      <a:pt x="105" y="45"/>
                      <a:pt x="106" y="47"/>
                      <a:pt x="106" y="46"/>
                    </a:cubicBezTo>
                    <a:cubicBezTo>
                      <a:pt x="105" y="49"/>
                      <a:pt x="106" y="45"/>
                      <a:pt x="103" y="44"/>
                    </a:cubicBezTo>
                    <a:cubicBezTo>
                      <a:pt x="101" y="45"/>
                      <a:pt x="98" y="48"/>
                      <a:pt x="95" y="47"/>
                    </a:cubicBezTo>
                    <a:cubicBezTo>
                      <a:pt x="95" y="47"/>
                      <a:pt x="96" y="49"/>
                      <a:pt x="96" y="49"/>
                    </a:cubicBezTo>
                    <a:cubicBezTo>
                      <a:pt x="95" y="46"/>
                      <a:pt x="95" y="50"/>
                      <a:pt x="94" y="49"/>
                    </a:cubicBezTo>
                    <a:cubicBezTo>
                      <a:pt x="94" y="48"/>
                      <a:pt x="94" y="48"/>
                      <a:pt x="94" y="48"/>
                    </a:cubicBezTo>
                    <a:cubicBezTo>
                      <a:pt x="93" y="47"/>
                      <a:pt x="92" y="49"/>
                      <a:pt x="91" y="48"/>
                    </a:cubicBezTo>
                    <a:cubicBezTo>
                      <a:pt x="90" y="49"/>
                      <a:pt x="88" y="47"/>
                      <a:pt x="88" y="49"/>
                    </a:cubicBezTo>
                    <a:cubicBezTo>
                      <a:pt x="88" y="47"/>
                      <a:pt x="87" y="48"/>
                      <a:pt x="87" y="47"/>
                    </a:cubicBezTo>
                    <a:cubicBezTo>
                      <a:pt x="87" y="51"/>
                      <a:pt x="84" y="46"/>
                      <a:pt x="84" y="49"/>
                    </a:cubicBezTo>
                    <a:cubicBezTo>
                      <a:pt x="84" y="48"/>
                      <a:pt x="84" y="48"/>
                      <a:pt x="84" y="48"/>
                    </a:cubicBezTo>
                    <a:cubicBezTo>
                      <a:pt x="81" y="49"/>
                      <a:pt x="77" y="49"/>
                      <a:pt x="74" y="51"/>
                    </a:cubicBezTo>
                    <a:cubicBezTo>
                      <a:pt x="73" y="52"/>
                      <a:pt x="70" y="48"/>
                      <a:pt x="69" y="50"/>
                    </a:cubicBezTo>
                    <a:cubicBezTo>
                      <a:pt x="68" y="52"/>
                      <a:pt x="68" y="52"/>
                      <a:pt x="68" y="52"/>
                    </a:cubicBezTo>
                    <a:cubicBezTo>
                      <a:pt x="68" y="52"/>
                      <a:pt x="68" y="51"/>
                      <a:pt x="68" y="51"/>
                    </a:cubicBezTo>
                    <a:cubicBezTo>
                      <a:pt x="67" y="52"/>
                      <a:pt x="66" y="51"/>
                      <a:pt x="65" y="51"/>
                    </a:cubicBezTo>
                    <a:cubicBezTo>
                      <a:pt x="65" y="51"/>
                      <a:pt x="64" y="52"/>
                      <a:pt x="64" y="52"/>
                    </a:cubicBezTo>
                    <a:cubicBezTo>
                      <a:pt x="63" y="50"/>
                      <a:pt x="61" y="54"/>
                      <a:pt x="60" y="52"/>
                    </a:cubicBezTo>
                    <a:cubicBezTo>
                      <a:pt x="61" y="55"/>
                      <a:pt x="59" y="54"/>
                      <a:pt x="59" y="55"/>
                    </a:cubicBezTo>
                    <a:cubicBezTo>
                      <a:pt x="58" y="55"/>
                      <a:pt x="58" y="54"/>
                      <a:pt x="58" y="53"/>
                    </a:cubicBezTo>
                    <a:cubicBezTo>
                      <a:pt x="57" y="53"/>
                      <a:pt x="57" y="54"/>
                      <a:pt x="56" y="53"/>
                    </a:cubicBezTo>
                    <a:cubicBezTo>
                      <a:pt x="55" y="53"/>
                      <a:pt x="55" y="55"/>
                      <a:pt x="54" y="55"/>
                    </a:cubicBezTo>
                    <a:cubicBezTo>
                      <a:pt x="54" y="52"/>
                      <a:pt x="53" y="54"/>
                      <a:pt x="52" y="54"/>
                    </a:cubicBezTo>
                    <a:cubicBezTo>
                      <a:pt x="52" y="56"/>
                      <a:pt x="52" y="57"/>
                      <a:pt x="51" y="56"/>
                    </a:cubicBezTo>
                    <a:cubicBezTo>
                      <a:pt x="51" y="54"/>
                      <a:pt x="51" y="54"/>
                      <a:pt x="51" y="54"/>
                    </a:cubicBezTo>
                    <a:cubicBezTo>
                      <a:pt x="49" y="56"/>
                      <a:pt x="46" y="53"/>
                      <a:pt x="43" y="56"/>
                    </a:cubicBezTo>
                    <a:cubicBezTo>
                      <a:pt x="43" y="54"/>
                      <a:pt x="43" y="54"/>
                      <a:pt x="43" y="54"/>
                    </a:cubicBezTo>
                    <a:cubicBezTo>
                      <a:pt x="41" y="56"/>
                      <a:pt x="38" y="54"/>
                      <a:pt x="36" y="57"/>
                    </a:cubicBezTo>
                    <a:cubicBezTo>
                      <a:pt x="35" y="56"/>
                      <a:pt x="34" y="56"/>
                      <a:pt x="33" y="56"/>
                    </a:cubicBezTo>
                    <a:cubicBezTo>
                      <a:pt x="32" y="57"/>
                      <a:pt x="32" y="57"/>
                      <a:pt x="31" y="59"/>
                    </a:cubicBezTo>
                    <a:cubicBezTo>
                      <a:pt x="31" y="59"/>
                      <a:pt x="31" y="58"/>
                      <a:pt x="31" y="57"/>
                    </a:cubicBezTo>
                    <a:cubicBezTo>
                      <a:pt x="30" y="57"/>
                      <a:pt x="29" y="54"/>
                      <a:pt x="28" y="57"/>
                    </a:cubicBezTo>
                    <a:cubicBezTo>
                      <a:pt x="28" y="55"/>
                      <a:pt x="28" y="55"/>
                      <a:pt x="28" y="55"/>
                    </a:cubicBezTo>
                    <a:cubicBezTo>
                      <a:pt x="27" y="57"/>
                      <a:pt x="25" y="58"/>
                      <a:pt x="25" y="57"/>
                    </a:cubicBezTo>
                    <a:cubicBezTo>
                      <a:pt x="24" y="58"/>
                      <a:pt x="23" y="58"/>
                      <a:pt x="23" y="60"/>
                    </a:cubicBezTo>
                    <a:cubicBezTo>
                      <a:pt x="23" y="60"/>
                      <a:pt x="23" y="57"/>
                      <a:pt x="23" y="59"/>
                    </a:cubicBezTo>
                    <a:cubicBezTo>
                      <a:pt x="23" y="57"/>
                      <a:pt x="23" y="57"/>
                      <a:pt x="23" y="57"/>
                    </a:cubicBezTo>
                    <a:cubicBezTo>
                      <a:pt x="21" y="56"/>
                      <a:pt x="19" y="56"/>
                      <a:pt x="17" y="57"/>
                    </a:cubicBezTo>
                    <a:cubicBezTo>
                      <a:pt x="17" y="55"/>
                      <a:pt x="15" y="57"/>
                      <a:pt x="14" y="55"/>
                    </a:cubicBezTo>
                    <a:cubicBezTo>
                      <a:pt x="13" y="56"/>
                      <a:pt x="13" y="54"/>
                      <a:pt x="11" y="56"/>
                    </a:cubicBezTo>
                    <a:cubicBezTo>
                      <a:pt x="12" y="55"/>
                      <a:pt x="12" y="55"/>
                      <a:pt x="12" y="55"/>
                    </a:cubicBezTo>
                    <a:cubicBezTo>
                      <a:pt x="11" y="54"/>
                      <a:pt x="10" y="54"/>
                      <a:pt x="9" y="53"/>
                    </a:cubicBezTo>
                    <a:cubicBezTo>
                      <a:pt x="9" y="52"/>
                      <a:pt x="8" y="54"/>
                      <a:pt x="7" y="54"/>
                    </a:cubicBezTo>
                    <a:cubicBezTo>
                      <a:pt x="8" y="53"/>
                      <a:pt x="8" y="53"/>
                      <a:pt x="8" y="53"/>
                    </a:cubicBezTo>
                    <a:cubicBezTo>
                      <a:pt x="8" y="53"/>
                      <a:pt x="7" y="54"/>
                      <a:pt x="6" y="55"/>
                    </a:cubicBezTo>
                    <a:cubicBezTo>
                      <a:pt x="6" y="54"/>
                      <a:pt x="6" y="54"/>
                      <a:pt x="6" y="54"/>
                    </a:cubicBezTo>
                    <a:cubicBezTo>
                      <a:pt x="5" y="55"/>
                      <a:pt x="5" y="55"/>
                      <a:pt x="5" y="55"/>
                    </a:cubicBezTo>
                    <a:cubicBezTo>
                      <a:pt x="5" y="55"/>
                      <a:pt x="5" y="56"/>
                      <a:pt x="5" y="56"/>
                    </a:cubicBezTo>
                    <a:cubicBezTo>
                      <a:pt x="5" y="55"/>
                      <a:pt x="4" y="56"/>
                      <a:pt x="4" y="54"/>
                    </a:cubicBezTo>
                    <a:cubicBezTo>
                      <a:pt x="5" y="54"/>
                      <a:pt x="7" y="53"/>
                      <a:pt x="8" y="52"/>
                    </a:cubicBezTo>
                    <a:cubicBezTo>
                      <a:pt x="8" y="51"/>
                      <a:pt x="5" y="53"/>
                      <a:pt x="6" y="52"/>
                    </a:cubicBezTo>
                    <a:cubicBezTo>
                      <a:pt x="6" y="51"/>
                      <a:pt x="6" y="51"/>
                      <a:pt x="5" y="51"/>
                    </a:cubicBezTo>
                    <a:cubicBezTo>
                      <a:pt x="5" y="52"/>
                      <a:pt x="5" y="52"/>
                      <a:pt x="5" y="53"/>
                    </a:cubicBezTo>
                    <a:cubicBezTo>
                      <a:pt x="5" y="53"/>
                      <a:pt x="5" y="52"/>
                      <a:pt x="5" y="52"/>
                    </a:cubicBezTo>
                    <a:cubicBezTo>
                      <a:pt x="4" y="52"/>
                      <a:pt x="4" y="52"/>
                      <a:pt x="4" y="52"/>
                    </a:cubicBezTo>
                    <a:cubicBezTo>
                      <a:pt x="4" y="52"/>
                      <a:pt x="4" y="52"/>
                      <a:pt x="5" y="52"/>
                    </a:cubicBezTo>
                    <a:cubicBezTo>
                      <a:pt x="5" y="51"/>
                      <a:pt x="5" y="51"/>
                      <a:pt x="5" y="51"/>
                    </a:cubicBezTo>
                    <a:cubicBezTo>
                      <a:pt x="4" y="52"/>
                      <a:pt x="4" y="52"/>
                      <a:pt x="4" y="52"/>
                    </a:cubicBezTo>
                    <a:cubicBezTo>
                      <a:pt x="4" y="51"/>
                      <a:pt x="4" y="51"/>
                      <a:pt x="4" y="51"/>
                    </a:cubicBezTo>
                    <a:cubicBezTo>
                      <a:pt x="3" y="51"/>
                      <a:pt x="3" y="51"/>
                      <a:pt x="2" y="50"/>
                    </a:cubicBezTo>
                    <a:cubicBezTo>
                      <a:pt x="1" y="52"/>
                      <a:pt x="4" y="46"/>
                      <a:pt x="0" y="55"/>
                    </a:cubicBezTo>
                    <a:cubicBezTo>
                      <a:pt x="1" y="55"/>
                      <a:pt x="1" y="55"/>
                      <a:pt x="1" y="55"/>
                    </a:cubicBezTo>
                    <a:cubicBezTo>
                      <a:pt x="2" y="54"/>
                      <a:pt x="2" y="54"/>
                      <a:pt x="2" y="54"/>
                    </a:cubicBezTo>
                    <a:cubicBezTo>
                      <a:pt x="2" y="54"/>
                      <a:pt x="3" y="54"/>
                      <a:pt x="3" y="54"/>
                    </a:cubicBezTo>
                    <a:cubicBezTo>
                      <a:pt x="3" y="54"/>
                      <a:pt x="3" y="53"/>
                      <a:pt x="3" y="53"/>
                    </a:cubicBezTo>
                    <a:cubicBezTo>
                      <a:pt x="3" y="53"/>
                      <a:pt x="3" y="54"/>
                      <a:pt x="3" y="53"/>
                    </a:cubicBezTo>
                    <a:cubicBezTo>
                      <a:pt x="3" y="52"/>
                      <a:pt x="4" y="51"/>
                      <a:pt x="4" y="53"/>
                    </a:cubicBezTo>
                    <a:cubicBezTo>
                      <a:pt x="4" y="54"/>
                      <a:pt x="4" y="54"/>
                      <a:pt x="4" y="55"/>
                    </a:cubicBezTo>
                    <a:cubicBezTo>
                      <a:pt x="4" y="55"/>
                      <a:pt x="3" y="56"/>
                      <a:pt x="3" y="56"/>
                    </a:cubicBezTo>
                    <a:cubicBezTo>
                      <a:pt x="3" y="56"/>
                      <a:pt x="3" y="56"/>
                      <a:pt x="3" y="56"/>
                    </a:cubicBezTo>
                    <a:cubicBezTo>
                      <a:pt x="3" y="56"/>
                      <a:pt x="3" y="56"/>
                      <a:pt x="3" y="56"/>
                    </a:cubicBezTo>
                    <a:cubicBezTo>
                      <a:pt x="3" y="56"/>
                      <a:pt x="3" y="56"/>
                      <a:pt x="3" y="56"/>
                    </a:cubicBezTo>
                    <a:cubicBezTo>
                      <a:pt x="3" y="56"/>
                      <a:pt x="3" y="56"/>
                      <a:pt x="3" y="56"/>
                    </a:cubicBezTo>
                    <a:cubicBezTo>
                      <a:pt x="3" y="56"/>
                      <a:pt x="3" y="55"/>
                      <a:pt x="3" y="55"/>
                    </a:cubicBezTo>
                    <a:cubicBezTo>
                      <a:pt x="2" y="55"/>
                      <a:pt x="2" y="56"/>
                      <a:pt x="1" y="56"/>
                    </a:cubicBezTo>
                    <a:cubicBezTo>
                      <a:pt x="2" y="56"/>
                      <a:pt x="2" y="56"/>
                      <a:pt x="2" y="56"/>
                    </a:cubicBezTo>
                    <a:cubicBezTo>
                      <a:pt x="0" y="58"/>
                      <a:pt x="0" y="58"/>
                      <a:pt x="0" y="58"/>
                    </a:cubicBezTo>
                    <a:cubicBezTo>
                      <a:pt x="2" y="57"/>
                      <a:pt x="2" y="57"/>
                      <a:pt x="3" y="58"/>
                    </a:cubicBezTo>
                    <a:cubicBezTo>
                      <a:pt x="3" y="58"/>
                      <a:pt x="3" y="58"/>
                      <a:pt x="3" y="58"/>
                    </a:cubicBezTo>
                    <a:cubicBezTo>
                      <a:pt x="3" y="58"/>
                      <a:pt x="3" y="58"/>
                      <a:pt x="3" y="58"/>
                    </a:cubicBezTo>
                    <a:cubicBezTo>
                      <a:pt x="3" y="58"/>
                      <a:pt x="3" y="58"/>
                      <a:pt x="3" y="58"/>
                    </a:cubicBezTo>
                    <a:cubicBezTo>
                      <a:pt x="3" y="60"/>
                      <a:pt x="4" y="57"/>
                      <a:pt x="4" y="58"/>
                    </a:cubicBezTo>
                    <a:cubicBezTo>
                      <a:pt x="4" y="58"/>
                      <a:pt x="2" y="60"/>
                      <a:pt x="2" y="61"/>
                    </a:cubicBezTo>
                    <a:cubicBezTo>
                      <a:pt x="3" y="62"/>
                      <a:pt x="6" y="61"/>
                      <a:pt x="6" y="63"/>
                    </a:cubicBezTo>
                    <a:cubicBezTo>
                      <a:pt x="7" y="63"/>
                      <a:pt x="8" y="63"/>
                      <a:pt x="9" y="62"/>
                    </a:cubicBezTo>
                    <a:cubicBezTo>
                      <a:pt x="10" y="62"/>
                      <a:pt x="8" y="65"/>
                      <a:pt x="9" y="64"/>
                    </a:cubicBezTo>
                    <a:cubicBezTo>
                      <a:pt x="9" y="65"/>
                      <a:pt x="9" y="66"/>
                      <a:pt x="8" y="66"/>
                    </a:cubicBezTo>
                    <a:cubicBezTo>
                      <a:pt x="9" y="66"/>
                      <a:pt x="10" y="67"/>
                      <a:pt x="10" y="65"/>
                    </a:cubicBezTo>
                    <a:cubicBezTo>
                      <a:pt x="11" y="66"/>
                      <a:pt x="12" y="67"/>
                      <a:pt x="13" y="66"/>
                    </a:cubicBezTo>
                    <a:cubicBezTo>
                      <a:pt x="13" y="66"/>
                      <a:pt x="12" y="68"/>
                      <a:pt x="12" y="69"/>
                    </a:cubicBezTo>
                    <a:cubicBezTo>
                      <a:pt x="13" y="67"/>
                      <a:pt x="15" y="67"/>
                      <a:pt x="15" y="67"/>
                    </a:cubicBezTo>
                    <a:cubicBezTo>
                      <a:pt x="16" y="66"/>
                      <a:pt x="16" y="66"/>
                      <a:pt x="16" y="64"/>
                    </a:cubicBezTo>
                    <a:cubicBezTo>
                      <a:pt x="16" y="64"/>
                      <a:pt x="17" y="63"/>
                      <a:pt x="17" y="63"/>
                    </a:cubicBezTo>
                    <a:cubicBezTo>
                      <a:pt x="17" y="65"/>
                      <a:pt x="16" y="68"/>
                      <a:pt x="17" y="68"/>
                    </a:cubicBezTo>
                    <a:cubicBezTo>
                      <a:pt x="16" y="71"/>
                      <a:pt x="15" y="67"/>
                      <a:pt x="15" y="70"/>
                    </a:cubicBezTo>
                    <a:cubicBezTo>
                      <a:pt x="14" y="72"/>
                      <a:pt x="12" y="72"/>
                      <a:pt x="12" y="70"/>
                    </a:cubicBezTo>
                    <a:cubicBezTo>
                      <a:pt x="11" y="73"/>
                      <a:pt x="13" y="71"/>
                      <a:pt x="12" y="73"/>
                    </a:cubicBezTo>
                    <a:cubicBezTo>
                      <a:pt x="13" y="73"/>
                      <a:pt x="14" y="72"/>
                      <a:pt x="15" y="72"/>
                    </a:cubicBezTo>
                    <a:cubicBezTo>
                      <a:pt x="15" y="71"/>
                      <a:pt x="15" y="70"/>
                      <a:pt x="16" y="70"/>
                    </a:cubicBezTo>
                    <a:cubicBezTo>
                      <a:pt x="17" y="67"/>
                      <a:pt x="16" y="72"/>
                      <a:pt x="17" y="72"/>
                    </a:cubicBezTo>
                    <a:cubicBezTo>
                      <a:pt x="16" y="72"/>
                      <a:pt x="16" y="72"/>
                      <a:pt x="16" y="72"/>
                    </a:cubicBezTo>
                    <a:cubicBezTo>
                      <a:pt x="16" y="73"/>
                      <a:pt x="17" y="72"/>
                      <a:pt x="18" y="72"/>
                    </a:cubicBezTo>
                    <a:cubicBezTo>
                      <a:pt x="17" y="75"/>
                      <a:pt x="17" y="72"/>
                      <a:pt x="16" y="74"/>
                    </a:cubicBezTo>
                    <a:cubicBezTo>
                      <a:pt x="16" y="76"/>
                      <a:pt x="16" y="76"/>
                      <a:pt x="16" y="76"/>
                    </a:cubicBezTo>
                    <a:cubicBezTo>
                      <a:pt x="17" y="77"/>
                      <a:pt x="17" y="74"/>
                      <a:pt x="18" y="75"/>
                    </a:cubicBezTo>
                    <a:cubicBezTo>
                      <a:pt x="17" y="76"/>
                      <a:pt x="17" y="76"/>
                      <a:pt x="17" y="76"/>
                    </a:cubicBezTo>
                    <a:cubicBezTo>
                      <a:pt x="18" y="76"/>
                      <a:pt x="18" y="76"/>
                      <a:pt x="18" y="76"/>
                    </a:cubicBezTo>
                    <a:cubicBezTo>
                      <a:pt x="18" y="74"/>
                      <a:pt x="19" y="73"/>
                      <a:pt x="18" y="73"/>
                    </a:cubicBezTo>
                    <a:cubicBezTo>
                      <a:pt x="19" y="70"/>
                      <a:pt x="19" y="72"/>
                      <a:pt x="20" y="72"/>
                    </a:cubicBezTo>
                    <a:cubicBezTo>
                      <a:pt x="20" y="70"/>
                      <a:pt x="19" y="72"/>
                      <a:pt x="20" y="70"/>
                    </a:cubicBezTo>
                    <a:cubicBezTo>
                      <a:pt x="20" y="69"/>
                      <a:pt x="20" y="69"/>
                      <a:pt x="21" y="69"/>
                    </a:cubicBezTo>
                    <a:cubicBezTo>
                      <a:pt x="22" y="69"/>
                      <a:pt x="21" y="71"/>
                      <a:pt x="21" y="72"/>
                    </a:cubicBezTo>
                    <a:cubicBezTo>
                      <a:pt x="21" y="72"/>
                      <a:pt x="20" y="72"/>
                      <a:pt x="21" y="71"/>
                    </a:cubicBezTo>
                    <a:cubicBezTo>
                      <a:pt x="19" y="73"/>
                      <a:pt x="20" y="75"/>
                      <a:pt x="19" y="76"/>
                    </a:cubicBezTo>
                    <a:cubicBezTo>
                      <a:pt x="20" y="77"/>
                      <a:pt x="20" y="75"/>
                      <a:pt x="21" y="75"/>
                    </a:cubicBezTo>
                    <a:cubicBezTo>
                      <a:pt x="21" y="74"/>
                      <a:pt x="21" y="73"/>
                      <a:pt x="21" y="72"/>
                    </a:cubicBezTo>
                    <a:cubicBezTo>
                      <a:pt x="23" y="68"/>
                      <a:pt x="21" y="76"/>
                      <a:pt x="23" y="75"/>
                    </a:cubicBezTo>
                    <a:cubicBezTo>
                      <a:pt x="23" y="72"/>
                      <a:pt x="25" y="71"/>
                      <a:pt x="25" y="68"/>
                    </a:cubicBezTo>
                    <a:cubicBezTo>
                      <a:pt x="25" y="67"/>
                      <a:pt x="25" y="66"/>
                      <a:pt x="26" y="67"/>
                    </a:cubicBezTo>
                    <a:cubicBezTo>
                      <a:pt x="25" y="69"/>
                      <a:pt x="26" y="68"/>
                      <a:pt x="25" y="70"/>
                    </a:cubicBezTo>
                    <a:cubicBezTo>
                      <a:pt x="25" y="70"/>
                      <a:pt x="25" y="70"/>
                      <a:pt x="25" y="70"/>
                    </a:cubicBezTo>
                    <a:cubicBezTo>
                      <a:pt x="24" y="73"/>
                      <a:pt x="24" y="73"/>
                      <a:pt x="24" y="73"/>
                    </a:cubicBezTo>
                    <a:cubicBezTo>
                      <a:pt x="25" y="74"/>
                      <a:pt x="25" y="76"/>
                      <a:pt x="26" y="77"/>
                    </a:cubicBezTo>
                    <a:cubicBezTo>
                      <a:pt x="26" y="76"/>
                      <a:pt x="26" y="75"/>
                      <a:pt x="26" y="74"/>
                    </a:cubicBezTo>
                    <a:cubicBezTo>
                      <a:pt x="26" y="75"/>
                      <a:pt x="26" y="76"/>
                      <a:pt x="27" y="76"/>
                    </a:cubicBezTo>
                    <a:cubicBezTo>
                      <a:pt x="26" y="76"/>
                      <a:pt x="27" y="74"/>
                      <a:pt x="27" y="73"/>
                    </a:cubicBezTo>
                    <a:cubicBezTo>
                      <a:pt x="28" y="73"/>
                      <a:pt x="28" y="75"/>
                      <a:pt x="28" y="76"/>
                    </a:cubicBezTo>
                    <a:cubicBezTo>
                      <a:pt x="27" y="77"/>
                      <a:pt x="27" y="77"/>
                      <a:pt x="27" y="77"/>
                    </a:cubicBezTo>
                    <a:cubicBezTo>
                      <a:pt x="28" y="76"/>
                      <a:pt x="28" y="78"/>
                      <a:pt x="28" y="78"/>
                    </a:cubicBezTo>
                    <a:cubicBezTo>
                      <a:pt x="28" y="76"/>
                      <a:pt x="29" y="75"/>
                      <a:pt x="29" y="73"/>
                    </a:cubicBezTo>
                    <a:cubicBezTo>
                      <a:pt x="30" y="73"/>
                      <a:pt x="30" y="74"/>
                      <a:pt x="30" y="74"/>
                    </a:cubicBezTo>
                    <a:cubicBezTo>
                      <a:pt x="29" y="75"/>
                      <a:pt x="29" y="75"/>
                      <a:pt x="29" y="75"/>
                    </a:cubicBezTo>
                    <a:cubicBezTo>
                      <a:pt x="30" y="75"/>
                      <a:pt x="29" y="78"/>
                      <a:pt x="30" y="78"/>
                    </a:cubicBezTo>
                    <a:cubicBezTo>
                      <a:pt x="30" y="76"/>
                      <a:pt x="30" y="76"/>
                      <a:pt x="30" y="76"/>
                    </a:cubicBezTo>
                    <a:cubicBezTo>
                      <a:pt x="30" y="78"/>
                      <a:pt x="30" y="78"/>
                      <a:pt x="30" y="78"/>
                    </a:cubicBezTo>
                    <a:cubicBezTo>
                      <a:pt x="31" y="77"/>
                      <a:pt x="31" y="77"/>
                      <a:pt x="31" y="76"/>
                    </a:cubicBezTo>
                    <a:cubicBezTo>
                      <a:pt x="31" y="78"/>
                      <a:pt x="31" y="78"/>
                      <a:pt x="31" y="78"/>
                    </a:cubicBezTo>
                    <a:cubicBezTo>
                      <a:pt x="32" y="77"/>
                      <a:pt x="32" y="75"/>
                      <a:pt x="33" y="77"/>
                    </a:cubicBezTo>
                    <a:cubicBezTo>
                      <a:pt x="32" y="74"/>
                      <a:pt x="32" y="77"/>
                      <a:pt x="32" y="75"/>
                    </a:cubicBezTo>
                    <a:cubicBezTo>
                      <a:pt x="31" y="73"/>
                      <a:pt x="32" y="74"/>
                      <a:pt x="33" y="73"/>
                    </a:cubicBezTo>
                    <a:cubicBezTo>
                      <a:pt x="32" y="76"/>
                      <a:pt x="33" y="74"/>
                      <a:pt x="34" y="74"/>
                    </a:cubicBezTo>
                    <a:cubicBezTo>
                      <a:pt x="34" y="75"/>
                      <a:pt x="34" y="75"/>
                      <a:pt x="34" y="76"/>
                    </a:cubicBezTo>
                    <a:cubicBezTo>
                      <a:pt x="35" y="74"/>
                      <a:pt x="35" y="74"/>
                      <a:pt x="35" y="74"/>
                    </a:cubicBezTo>
                    <a:cubicBezTo>
                      <a:pt x="35" y="78"/>
                      <a:pt x="36" y="73"/>
                      <a:pt x="36" y="74"/>
                    </a:cubicBezTo>
                    <a:cubicBezTo>
                      <a:pt x="36" y="75"/>
                      <a:pt x="36" y="77"/>
                      <a:pt x="36" y="77"/>
                    </a:cubicBezTo>
                    <a:cubicBezTo>
                      <a:pt x="36" y="75"/>
                      <a:pt x="37" y="74"/>
                      <a:pt x="37" y="72"/>
                    </a:cubicBezTo>
                    <a:cubicBezTo>
                      <a:pt x="38" y="73"/>
                      <a:pt x="36" y="76"/>
                      <a:pt x="37" y="78"/>
                    </a:cubicBezTo>
                    <a:cubicBezTo>
                      <a:pt x="37" y="75"/>
                      <a:pt x="38" y="79"/>
                      <a:pt x="38" y="76"/>
                    </a:cubicBezTo>
                    <a:cubicBezTo>
                      <a:pt x="37" y="75"/>
                      <a:pt x="38" y="75"/>
                      <a:pt x="38" y="73"/>
                    </a:cubicBezTo>
                    <a:cubicBezTo>
                      <a:pt x="39" y="74"/>
                      <a:pt x="38" y="75"/>
                      <a:pt x="39" y="75"/>
                    </a:cubicBezTo>
                    <a:cubicBezTo>
                      <a:pt x="39" y="75"/>
                      <a:pt x="39" y="73"/>
                      <a:pt x="39" y="72"/>
                    </a:cubicBezTo>
                    <a:cubicBezTo>
                      <a:pt x="39" y="73"/>
                      <a:pt x="40" y="70"/>
                      <a:pt x="40" y="72"/>
                    </a:cubicBezTo>
                    <a:cubicBezTo>
                      <a:pt x="41" y="74"/>
                      <a:pt x="39" y="73"/>
                      <a:pt x="40" y="74"/>
                    </a:cubicBezTo>
                    <a:cubicBezTo>
                      <a:pt x="41" y="74"/>
                      <a:pt x="40" y="70"/>
                      <a:pt x="41" y="69"/>
                    </a:cubicBezTo>
                    <a:cubicBezTo>
                      <a:pt x="41" y="68"/>
                      <a:pt x="41" y="65"/>
                      <a:pt x="42" y="64"/>
                    </a:cubicBezTo>
                    <a:cubicBezTo>
                      <a:pt x="43" y="65"/>
                      <a:pt x="41" y="65"/>
                      <a:pt x="42" y="68"/>
                    </a:cubicBezTo>
                    <a:cubicBezTo>
                      <a:pt x="42" y="67"/>
                      <a:pt x="42" y="67"/>
                      <a:pt x="42" y="67"/>
                    </a:cubicBezTo>
                    <a:cubicBezTo>
                      <a:pt x="43" y="70"/>
                      <a:pt x="41" y="72"/>
                      <a:pt x="41" y="74"/>
                    </a:cubicBezTo>
                    <a:cubicBezTo>
                      <a:pt x="42" y="73"/>
                      <a:pt x="42" y="73"/>
                      <a:pt x="42" y="73"/>
                    </a:cubicBezTo>
                    <a:cubicBezTo>
                      <a:pt x="42" y="77"/>
                      <a:pt x="42" y="77"/>
                      <a:pt x="42" y="77"/>
                    </a:cubicBezTo>
                    <a:cubicBezTo>
                      <a:pt x="42" y="75"/>
                      <a:pt x="43" y="76"/>
                      <a:pt x="43" y="76"/>
                    </a:cubicBezTo>
                    <a:cubicBezTo>
                      <a:pt x="43" y="74"/>
                      <a:pt x="43" y="76"/>
                      <a:pt x="43" y="75"/>
                    </a:cubicBezTo>
                    <a:cubicBezTo>
                      <a:pt x="43" y="74"/>
                      <a:pt x="43" y="71"/>
                      <a:pt x="44" y="73"/>
                    </a:cubicBezTo>
                    <a:cubicBezTo>
                      <a:pt x="44" y="74"/>
                      <a:pt x="44" y="75"/>
                      <a:pt x="44" y="76"/>
                    </a:cubicBezTo>
                    <a:cubicBezTo>
                      <a:pt x="45" y="77"/>
                      <a:pt x="44" y="74"/>
                      <a:pt x="45" y="75"/>
                    </a:cubicBezTo>
                    <a:cubicBezTo>
                      <a:pt x="45" y="76"/>
                      <a:pt x="45" y="76"/>
                      <a:pt x="45" y="76"/>
                    </a:cubicBezTo>
                    <a:cubicBezTo>
                      <a:pt x="47" y="76"/>
                      <a:pt x="50" y="76"/>
                      <a:pt x="51" y="72"/>
                    </a:cubicBezTo>
                    <a:cubicBezTo>
                      <a:pt x="52" y="73"/>
                      <a:pt x="52" y="73"/>
                      <a:pt x="53" y="74"/>
                    </a:cubicBezTo>
                    <a:cubicBezTo>
                      <a:pt x="53" y="74"/>
                      <a:pt x="53" y="73"/>
                      <a:pt x="53" y="72"/>
                    </a:cubicBezTo>
                    <a:cubicBezTo>
                      <a:pt x="54" y="74"/>
                      <a:pt x="54" y="74"/>
                      <a:pt x="54" y="74"/>
                    </a:cubicBezTo>
                    <a:cubicBezTo>
                      <a:pt x="55" y="76"/>
                      <a:pt x="55" y="74"/>
                      <a:pt x="56" y="72"/>
                    </a:cubicBezTo>
                    <a:cubicBezTo>
                      <a:pt x="56" y="74"/>
                      <a:pt x="56" y="74"/>
                      <a:pt x="56" y="74"/>
                    </a:cubicBezTo>
                    <a:cubicBezTo>
                      <a:pt x="57" y="75"/>
                      <a:pt x="56" y="73"/>
                      <a:pt x="57" y="72"/>
                    </a:cubicBezTo>
                    <a:cubicBezTo>
                      <a:pt x="57" y="74"/>
                      <a:pt x="57" y="74"/>
                      <a:pt x="57" y="74"/>
                    </a:cubicBezTo>
                    <a:cubicBezTo>
                      <a:pt x="57" y="72"/>
                      <a:pt x="57" y="72"/>
                      <a:pt x="57" y="72"/>
                    </a:cubicBezTo>
                    <a:cubicBezTo>
                      <a:pt x="58" y="72"/>
                      <a:pt x="58" y="72"/>
                      <a:pt x="58" y="74"/>
                    </a:cubicBezTo>
                    <a:cubicBezTo>
                      <a:pt x="59" y="74"/>
                      <a:pt x="59" y="73"/>
                      <a:pt x="58" y="73"/>
                    </a:cubicBezTo>
                    <a:cubicBezTo>
                      <a:pt x="59" y="74"/>
                      <a:pt x="60" y="74"/>
                      <a:pt x="61" y="73"/>
                    </a:cubicBezTo>
                    <a:cubicBezTo>
                      <a:pt x="61" y="72"/>
                      <a:pt x="61" y="72"/>
                      <a:pt x="61" y="70"/>
                    </a:cubicBezTo>
                    <a:cubicBezTo>
                      <a:pt x="61" y="68"/>
                      <a:pt x="61" y="71"/>
                      <a:pt x="61" y="69"/>
                    </a:cubicBezTo>
                    <a:cubicBezTo>
                      <a:pt x="61" y="70"/>
                      <a:pt x="62" y="71"/>
                      <a:pt x="61" y="72"/>
                    </a:cubicBezTo>
                    <a:cubicBezTo>
                      <a:pt x="63" y="75"/>
                      <a:pt x="64" y="72"/>
                      <a:pt x="66" y="72"/>
                    </a:cubicBezTo>
                    <a:cubicBezTo>
                      <a:pt x="66" y="71"/>
                      <a:pt x="66" y="71"/>
                      <a:pt x="66" y="71"/>
                    </a:cubicBezTo>
                    <a:cubicBezTo>
                      <a:pt x="68" y="73"/>
                      <a:pt x="68" y="71"/>
                      <a:pt x="70" y="72"/>
                    </a:cubicBezTo>
                    <a:cubicBezTo>
                      <a:pt x="69" y="71"/>
                      <a:pt x="69" y="68"/>
                      <a:pt x="70" y="68"/>
                    </a:cubicBezTo>
                    <a:cubicBezTo>
                      <a:pt x="70" y="66"/>
                      <a:pt x="70" y="70"/>
                      <a:pt x="71" y="71"/>
                    </a:cubicBezTo>
                    <a:cubicBezTo>
                      <a:pt x="71" y="71"/>
                      <a:pt x="72" y="70"/>
                      <a:pt x="72" y="70"/>
                    </a:cubicBezTo>
                    <a:cubicBezTo>
                      <a:pt x="72" y="71"/>
                      <a:pt x="72" y="71"/>
                      <a:pt x="72" y="71"/>
                    </a:cubicBezTo>
                    <a:cubicBezTo>
                      <a:pt x="72" y="70"/>
                      <a:pt x="73" y="69"/>
                      <a:pt x="73" y="70"/>
                    </a:cubicBezTo>
                    <a:cubicBezTo>
                      <a:pt x="73" y="70"/>
                      <a:pt x="73" y="70"/>
                      <a:pt x="73" y="70"/>
                    </a:cubicBezTo>
                    <a:cubicBezTo>
                      <a:pt x="74" y="70"/>
                      <a:pt x="74" y="71"/>
                      <a:pt x="75" y="71"/>
                    </a:cubicBezTo>
                    <a:cubicBezTo>
                      <a:pt x="75" y="69"/>
                      <a:pt x="76" y="70"/>
                      <a:pt x="76" y="69"/>
                    </a:cubicBezTo>
                    <a:cubicBezTo>
                      <a:pt x="76" y="69"/>
                      <a:pt x="76" y="69"/>
                      <a:pt x="76" y="69"/>
                    </a:cubicBezTo>
                    <a:cubicBezTo>
                      <a:pt x="76" y="68"/>
                      <a:pt x="76" y="68"/>
                      <a:pt x="76" y="68"/>
                    </a:cubicBezTo>
                    <a:cubicBezTo>
                      <a:pt x="76" y="68"/>
                      <a:pt x="76" y="68"/>
                      <a:pt x="76" y="68"/>
                    </a:cubicBezTo>
                    <a:cubicBezTo>
                      <a:pt x="76" y="70"/>
                      <a:pt x="76" y="70"/>
                      <a:pt x="76" y="70"/>
                    </a:cubicBezTo>
                    <a:cubicBezTo>
                      <a:pt x="77" y="71"/>
                      <a:pt x="76" y="69"/>
                      <a:pt x="77" y="68"/>
                    </a:cubicBezTo>
                    <a:cubicBezTo>
                      <a:pt x="77" y="67"/>
                      <a:pt x="77" y="68"/>
                      <a:pt x="77" y="69"/>
                    </a:cubicBezTo>
                    <a:cubicBezTo>
                      <a:pt x="77" y="70"/>
                      <a:pt x="77" y="68"/>
                      <a:pt x="77" y="69"/>
                    </a:cubicBezTo>
                    <a:cubicBezTo>
                      <a:pt x="77" y="70"/>
                      <a:pt x="77" y="69"/>
                      <a:pt x="77" y="70"/>
                    </a:cubicBezTo>
                    <a:cubicBezTo>
                      <a:pt x="78" y="70"/>
                      <a:pt x="77" y="68"/>
                      <a:pt x="78" y="69"/>
                    </a:cubicBezTo>
                    <a:cubicBezTo>
                      <a:pt x="78" y="69"/>
                      <a:pt x="79" y="68"/>
                      <a:pt x="79" y="70"/>
                    </a:cubicBezTo>
                    <a:cubicBezTo>
                      <a:pt x="79" y="69"/>
                      <a:pt x="80" y="69"/>
                      <a:pt x="80" y="68"/>
                    </a:cubicBezTo>
                    <a:cubicBezTo>
                      <a:pt x="79" y="68"/>
                      <a:pt x="79" y="68"/>
                      <a:pt x="79" y="66"/>
                    </a:cubicBezTo>
                    <a:cubicBezTo>
                      <a:pt x="79" y="66"/>
                      <a:pt x="79" y="66"/>
                      <a:pt x="79" y="66"/>
                    </a:cubicBezTo>
                    <a:cubicBezTo>
                      <a:pt x="79" y="67"/>
                      <a:pt x="79" y="67"/>
                      <a:pt x="79" y="67"/>
                    </a:cubicBezTo>
                    <a:cubicBezTo>
                      <a:pt x="79" y="66"/>
                      <a:pt x="80" y="67"/>
                      <a:pt x="80" y="65"/>
                    </a:cubicBezTo>
                    <a:cubicBezTo>
                      <a:pt x="80" y="67"/>
                      <a:pt x="80" y="67"/>
                      <a:pt x="80" y="67"/>
                    </a:cubicBezTo>
                    <a:cubicBezTo>
                      <a:pt x="80" y="66"/>
                      <a:pt x="81" y="66"/>
                      <a:pt x="81" y="66"/>
                    </a:cubicBezTo>
                    <a:cubicBezTo>
                      <a:pt x="82" y="67"/>
                      <a:pt x="82" y="69"/>
                      <a:pt x="82" y="70"/>
                    </a:cubicBezTo>
                    <a:cubicBezTo>
                      <a:pt x="83" y="68"/>
                      <a:pt x="83" y="68"/>
                      <a:pt x="83" y="68"/>
                    </a:cubicBezTo>
                    <a:cubicBezTo>
                      <a:pt x="83" y="68"/>
                      <a:pt x="83" y="68"/>
                      <a:pt x="83" y="69"/>
                    </a:cubicBezTo>
                    <a:cubicBezTo>
                      <a:pt x="85" y="70"/>
                      <a:pt x="84" y="64"/>
                      <a:pt x="85" y="65"/>
                    </a:cubicBezTo>
                    <a:cubicBezTo>
                      <a:pt x="85" y="67"/>
                      <a:pt x="85" y="68"/>
                      <a:pt x="86" y="68"/>
                    </a:cubicBezTo>
                    <a:cubicBezTo>
                      <a:pt x="86" y="68"/>
                      <a:pt x="86" y="67"/>
                      <a:pt x="86" y="67"/>
                    </a:cubicBezTo>
                    <a:cubicBezTo>
                      <a:pt x="86" y="66"/>
                      <a:pt x="86" y="68"/>
                      <a:pt x="85" y="67"/>
                    </a:cubicBezTo>
                    <a:cubicBezTo>
                      <a:pt x="85" y="66"/>
                      <a:pt x="86" y="66"/>
                      <a:pt x="86" y="66"/>
                    </a:cubicBezTo>
                    <a:cubicBezTo>
                      <a:pt x="87" y="70"/>
                      <a:pt x="89" y="66"/>
                      <a:pt x="91" y="68"/>
                    </a:cubicBezTo>
                    <a:cubicBezTo>
                      <a:pt x="90" y="66"/>
                      <a:pt x="91" y="67"/>
                      <a:pt x="91" y="66"/>
                    </a:cubicBezTo>
                    <a:cubicBezTo>
                      <a:pt x="92" y="69"/>
                      <a:pt x="92" y="66"/>
                      <a:pt x="93" y="67"/>
                    </a:cubicBezTo>
                    <a:cubicBezTo>
                      <a:pt x="92" y="65"/>
                      <a:pt x="92" y="65"/>
                      <a:pt x="92" y="65"/>
                    </a:cubicBezTo>
                    <a:cubicBezTo>
                      <a:pt x="93" y="66"/>
                      <a:pt x="92" y="61"/>
                      <a:pt x="94" y="63"/>
                    </a:cubicBezTo>
                    <a:cubicBezTo>
                      <a:pt x="94" y="64"/>
                      <a:pt x="94" y="65"/>
                      <a:pt x="94" y="66"/>
                    </a:cubicBezTo>
                    <a:cubicBezTo>
                      <a:pt x="95" y="68"/>
                      <a:pt x="95" y="63"/>
                      <a:pt x="96" y="66"/>
                    </a:cubicBezTo>
                    <a:cubicBezTo>
                      <a:pt x="96" y="65"/>
                      <a:pt x="95" y="63"/>
                      <a:pt x="96" y="62"/>
                    </a:cubicBezTo>
                    <a:cubicBezTo>
                      <a:pt x="96" y="63"/>
                      <a:pt x="98" y="64"/>
                      <a:pt x="98" y="65"/>
                    </a:cubicBezTo>
                    <a:cubicBezTo>
                      <a:pt x="98" y="64"/>
                      <a:pt x="98" y="64"/>
                      <a:pt x="98" y="64"/>
                    </a:cubicBezTo>
                    <a:cubicBezTo>
                      <a:pt x="99" y="65"/>
                      <a:pt x="98" y="65"/>
                      <a:pt x="98" y="65"/>
                    </a:cubicBezTo>
                    <a:cubicBezTo>
                      <a:pt x="99" y="66"/>
                      <a:pt x="99" y="65"/>
                      <a:pt x="100" y="64"/>
                    </a:cubicBezTo>
                    <a:cubicBezTo>
                      <a:pt x="101" y="65"/>
                      <a:pt x="101" y="64"/>
                      <a:pt x="102" y="65"/>
                    </a:cubicBezTo>
                    <a:cubicBezTo>
                      <a:pt x="102" y="63"/>
                      <a:pt x="104" y="66"/>
                      <a:pt x="103" y="63"/>
                    </a:cubicBezTo>
                    <a:cubicBezTo>
                      <a:pt x="104" y="64"/>
                      <a:pt x="104" y="64"/>
                      <a:pt x="104" y="64"/>
                    </a:cubicBezTo>
                    <a:cubicBezTo>
                      <a:pt x="104" y="63"/>
                      <a:pt x="103" y="61"/>
                      <a:pt x="104" y="60"/>
                    </a:cubicBezTo>
                    <a:cubicBezTo>
                      <a:pt x="104" y="62"/>
                      <a:pt x="104" y="62"/>
                      <a:pt x="104" y="62"/>
                    </a:cubicBezTo>
                    <a:cubicBezTo>
                      <a:pt x="105" y="65"/>
                      <a:pt x="105" y="63"/>
                      <a:pt x="106" y="64"/>
                    </a:cubicBezTo>
                    <a:cubicBezTo>
                      <a:pt x="105" y="62"/>
                      <a:pt x="106" y="64"/>
                      <a:pt x="106" y="62"/>
                    </a:cubicBezTo>
                    <a:cubicBezTo>
                      <a:pt x="106" y="62"/>
                      <a:pt x="106" y="62"/>
                      <a:pt x="106" y="62"/>
                    </a:cubicBezTo>
                    <a:cubicBezTo>
                      <a:pt x="106" y="61"/>
                      <a:pt x="106" y="61"/>
                      <a:pt x="106" y="60"/>
                    </a:cubicBezTo>
                    <a:cubicBezTo>
                      <a:pt x="107" y="60"/>
                      <a:pt x="107" y="62"/>
                      <a:pt x="107" y="62"/>
                    </a:cubicBezTo>
                    <a:cubicBezTo>
                      <a:pt x="108" y="63"/>
                      <a:pt x="108" y="62"/>
                      <a:pt x="108" y="62"/>
                    </a:cubicBezTo>
                    <a:cubicBezTo>
                      <a:pt x="108" y="62"/>
                      <a:pt x="108" y="62"/>
                      <a:pt x="108" y="61"/>
                    </a:cubicBezTo>
                    <a:cubicBezTo>
                      <a:pt x="108" y="62"/>
                      <a:pt x="108" y="62"/>
                      <a:pt x="108" y="62"/>
                    </a:cubicBezTo>
                    <a:cubicBezTo>
                      <a:pt x="108" y="62"/>
                      <a:pt x="108" y="61"/>
                      <a:pt x="109" y="61"/>
                    </a:cubicBezTo>
                    <a:cubicBezTo>
                      <a:pt x="109" y="61"/>
                      <a:pt x="109" y="61"/>
                      <a:pt x="109" y="61"/>
                    </a:cubicBezTo>
                    <a:cubicBezTo>
                      <a:pt x="108" y="62"/>
                      <a:pt x="108" y="62"/>
                      <a:pt x="108" y="62"/>
                    </a:cubicBezTo>
                    <a:cubicBezTo>
                      <a:pt x="108" y="62"/>
                      <a:pt x="109" y="62"/>
                      <a:pt x="109" y="62"/>
                    </a:cubicBezTo>
                    <a:cubicBezTo>
                      <a:pt x="109" y="62"/>
                      <a:pt x="109" y="62"/>
                      <a:pt x="109" y="62"/>
                    </a:cubicBezTo>
                    <a:cubicBezTo>
                      <a:pt x="109" y="62"/>
                      <a:pt x="109" y="62"/>
                      <a:pt x="109" y="62"/>
                    </a:cubicBezTo>
                    <a:cubicBezTo>
                      <a:pt x="110" y="64"/>
                      <a:pt x="110" y="64"/>
                      <a:pt x="110" y="64"/>
                    </a:cubicBezTo>
                    <a:cubicBezTo>
                      <a:pt x="110" y="64"/>
                      <a:pt x="110" y="62"/>
                      <a:pt x="110" y="61"/>
                    </a:cubicBezTo>
                    <a:cubicBezTo>
                      <a:pt x="112" y="62"/>
                      <a:pt x="113" y="60"/>
                      <a:pt x="114" y="59"/>
                    </a:cubicBezTo>
                    <a:cubicBezTo>
                      <a:pt x="113" y="59"/>
                      <a:pt x="114" y="60"/>
                      <a:pt x="114" y="60"/>
                    </a:cubicBezTo>
                    <a:cubicBezTo>
                      <a:pt x="114" y="59"/>
                      <a:pt x="114" y="58"/>
                      <a:pt x="114" y="59"/>
                    </a:cubicBezTo>
                    <a:cubicBezTo>
                      <a:pt x="114" y="58"/>
                      <a:pt x="115" y="60"/>
                      <a:pt x="116" y="60"/>
                    </a:cubicBezTo>
                    <a:cubicBezTo>
                      <a:pt x="116" y="60"/>
                      <a:pt x="115" y="58"/>
                      <a:pt x="115" y="58"/>
                    </a:cubicBezTo>
                    <a:cubicBezTo>
                      <a:pt x="117" y="60"/>
                      <a:pt x="117" y="56"/>
                      <a:pt x="118" y="57"/>
                    </a:cubicBezTo>
                    <a:cubicBezTo>
                      <a:pt x="118" y="58"/>
                      <a:pt x="118" y="58"/>
                      <a:pt x="119" y="59"/>
                    </a:cubicBezTo>
                    <a:cubicBezTo>
                      <a:pt x="119" y="58"/>
                      <a:pt x="120" y="57"/>
                      <a:pt x="120" y="55"/>
                    </a:cubicBezTo>
                    <a:cubicBezTo>
                      <a:pt x="120" y="57"/>
                      <a:pt x="120" y="57"/>
                      <a:pt x="120" y="57"/>
                    </a:cubicBezTo>
                    <a:cubicBezTo>
                      <a:pt x="121" y="57"/>
                      <a:pt x="121" y="56"/>
                      <a:pt x="121" y="55"/>
                    </a:cubicBezTo>
                    <a:cubicBezTo>
                      <a:pt x="120" y="54"/>
                      <a:pt x="121" y="52"/>
                      <a:pt x="121" y="53"/>
                    </a:cubicBezTo>
                    <a:cubicBezTo>
                      <a:pt x="121" y="53"/>
                      <a:pt x="121" y="53"/>
                      <a:pt x="121" y="53"/>
                    </a:cubicBezTo>
                    <a:cubicBezTo>
                      <a:pt x="122" y="52"/>
                      <a:pt x="122" y="52"/>
                      <a:pt x="122" y="52"/>
                    </a:cubicBezTo>
                    <a:cubicBezTo>
                      <a:pt x="123" y="52"/>
                      <a:pt x="122" y="52"/>
                      <a:pt x="122" y="53"/>
                    </a:cubicBezTo>
                    <a:cubicBezTo>
                      <a:pt x="123" y="55"/>
                      <a:pt x="124" y="54"/>
                      <a:pt x="125" y="54"/>
                    </a:cubicBezTo>
                    <a:cubicBezTo>
                      <a:pt x="124" y="53"/>
                      <a:pt x="124" y="53"/>
                      <a:pt x="124" y="53"/>
                    </a:cubicBezTo>
                    <a:cubicBezTo>
                      <a:pt x="125" y="52"/>
                      <a:pt x="125" y="54"/>
                      <a:pt x="125" y="54"/>
                    </a:cubicBezTo>
                    <a:cubicBezTo>
                      <a:pt x="125" y="49"/>
                      <a:pt x="125" y="49"/>
                      <a:pt x="125" y="49"/>
                    </a:cubicBezTo>
                    <a:cubicBezTo>
                      <a:pt x="125" y="49"/>
                      <a:pt x="126" y="51"/>
                      <a:pt x="126" y="52"/>
                    </a:cubicBezTo>
                    <a:cubicBezTo>
                      <a:pt x="127" y="51"/>
                      <a:pt x="126" y="48"/>
                      <a:pt x="126" y="46"/>
                    </a:cubicBezTo>
                    <a:cubicBezTo>
                      <a:pt x="127" y="47"/>
                      <a:pt x="127" y="45"/>
                      <a:pt x="128" y="45"/>
                    </a:cubicBezTo>
                    <a:cubicBezTo>
                      <a:pt x="128" y="46"/>
                      <a:pt x="127" y="45"/>
                      <a:pt x="128" y="46"/>
                    </a:cubicBezTo>
                    <a:cubicBezTo>
                      <a:pt x="129" y="47"/>
                      <a:pt x="129" y="47"/>
                      <a:pt x="129" y="47"/>
                    </a:cubicBezTo>
                    <a:cubicBezTo>
                      <a:pt x="128" y="48"/>
                      <a:pt x="130" y="50"/>
                      <a:pt x="130" y="51"/>
                    </a:cubicBezTo>
                    <a:cubicBezTo>
                      <a:pt x="130" y="50"/>
                      <a:pt x="132" y="50"/>
                      <a:pt x="132" y="50"/>
                    </a:cubicBezTo>
                    <a:cubicBezTo>
                      <a:pt x="131" y="48"/>
                      <a:pt x="133" y="49"/>
                      <a:pt x="132" y="46"/>
                    </a:cubicBezTo>
                    <a:cubicBezTo>
                      <a:pt x="133" y="45"/>
                      <a:pt x="133" y="48"/>
                      <a:pt x="134" y="48"/>
                    </a:cubicBezTo>
                    <a:cubicBezTo>
                      <a:pt x="134" y="47"/>
                      <a:pt x="135" y="47"/>
                      <a:pt x="136" y="47"/>
                    </a:cubicBezTo>
                    <a:cubicBezTo>
                      <a:pt x="136" y="47"/>
                      <a:pt x="136" y="47"/>
                      <a:pt x="136" y="47"/>
                    </a:cubicBezTo>
                    <a:cubicBezTo>
                      <a:pt x="137" y="46"/>
                      <a:pt x="138" y="46"/>
                      <a:pt x="138" y="44"/>
                    </a:cubicBezTo>
                    <a:cubicBezTo>
                      <a:pt x="139" y="45"/>
                      <a:pt x="139" y="45"/>
                      <a:pt x="139" y="45"/>
                    </a:cubicBezTo>
                    <a:cubicBezTo>
                      <a:pt x="140" y="46"/>
                      <a:pt x="137" y="42"/>
                      <a:pt x="139" y="43"/>
                    </a:cubicBezTo>
                    <a:cubicBezTo>
                      <a:pt x="139" y="44"/>
                      <a:pt x="139" y="44"/>
                      <a:pt x="139" y="44"/>
                    </a:cubicBezTo>
                    <a:cubicBezTo>
                      <a:pt x="139" y="43"/>
                      <a:pt x="141" y="45"/>
                      <a:pt x="141" y="43"/>
                    </a:cubicBezTo>
                    <a:cubicBezTo>
                      <a:pt x="141" y="44"/>
                      <a:pt x="141" y="44"/>
                      <a:pt x="141" y="44"/>
                    </a:cubicBezTo>
                    <a:cubicBezTo>
                      <a:pt x="141" y="43"/>
                      <a:pt x="142" y="43"/>
                      <a:pt x="142" y="41"/>
                    </a:cubicBezTo>
                    <a:cubicBezTo>
                      <a:pt x="143" y="43"/>
                      <a:pt x="143" y="43"/>
                      <a:pt x="143" y="43"/>
                    </a:cubicBezTo>
                    <a:cubicBezTo>
                      <a:pt x="144" y="44"/>
                      <a:pt x="142" y="41"/>
                      <a:pt x="143" y="42"/>
                    </a:cubicBezTo>
                    <a:cubicBezTo>
                      <a:pt x="143" y="42"/>
                      <a:pt x="144" y="42"/>
                      <a:pt x="144" y="43"/>
                    </a:cubicBezTo>
                    <a:cubicBezTo>
                      <a:pt x="144" y="41"/>
                      <a:pt x="145" y="41"/>
                      <a:pt x="145" y="40"/>
                    </a:cubicBezTo>
                    <a:cubicBezTo>
                      <a:pt x="146" y="42"/>
                      <a:pt x="146" y="42"/>
                      <a:pt x="146" y="42"/>
                    </a:cubicBezTo>
                    <a:cubicBezTo>
                      <a:pt x="149" y="41"/>
                      <a:pt x="153" y="39"/>
                      <a:pt x="154" y="36"/>
                    </a:cubicBezTo>
                    <a:cubicBezTo>
                      <a:pt x="156" y="38"/>
                      <a:pt x="154" y="37"/>
                      <a:pt x="156" y="39"/>
                    </a:cubicBezTo>
                    <a:cubicBezTo>
                      <a:pt x="154" y="37"/>
                      <a:pt x="156" y="38"/>
                      <a:pt x="156" y="37"/>
                    </a:cubicBezTo>
                    <a:cubicBezTo>
                      <a:pt x="156" y="37"/>
                      <a:pt x="156" y="37"/>
                      <a:pt x="156" y="37"/>
                    </a:cubicBezTo>
                    <a:cubicBezTo>
                      <a:pt x="157" y="36"/>
                      <a:pt x="158" y="38"/>
                      <a:pt x="158" y="37"/>
                    </a:cubicBezTo>
                    <a:cubicBezTo>
                      <a:pt x="157" y="36"/>
                      <a:pt x="157" y="36"/>
                      <a:pt x="157" y="36"/>
                    </a:cubicBezTo>
                    <a:cubicBezTo>
                      <a:pt x="157" y="35"/>
                      <a:pt x="160" y="38"/>
                      <a:pt x="158" y="36"/>
                    </a:cubicBezTo>
                    <a:cubicBezTo>
                      <a:pt x="160" y="37"/>
                      <a:pt x="160" y="37"/>
                      <a:pt x="160" y="37"/>
                    </a:cubicBezTo>
                    <a:cubicBezTo>
                      <a:pt x="159" y="34"/>
                      <a:pt x="161" y="37"/>
                      <a:pt x="160" y="35"/>
                    </a:cubicBezTo>
                    <a:cubicBezTo>
                      <a:pt x="160" y="35"/>
                      <a:pt x="160" y="35"/>
                      <a:pt x="160" y="35"/>
                    </a:cubicBezTo>
                    <a:cubicBezTo>
                      <a:pt x="162" y="36"/>
                      <a:pt x="160" y="32"/>
                      <a:pt x="162" y="34"/>
                    </a:cubicBezTo>
                    <a:cubicBezTo>
                      <a:pt x="162" y="33"/>
                      <a:pt x="162" y="32"/>
                      <a:pt x="161" y="30"/>
                    </a:cubicBezTo>
                    <a:cubicBezTo>
                      <a:pt x="163" y="33"/>
                      <a:pt x="163" y="33"/>
                      <a:pt x="163" y="33"/>
                    </a:cubicBezTo>
                    <a:cubicBezTo>
                      <a:pt x="164" y="30"/>
                      <a:pt x="167" y="29"/>
                      <a:pt x="167" y="26"/>
                    </a:cubicBezTo>
                    <a:cubicBezTo>
                      <a:pt x="168" y="27"/>
                      <a:pt x="168" y="27"/>
                      <a:pt x="168" y="27"/>
                    </a:cubicBezTo>
                    <a:cubicBezTo>
                      <a:pt x="168" y="24"/>
                      <a:pt x="172" y="27"/>
                      <a:pt x="170" y="23"/>
                    </a:cubicBezTo>
                    <a:cubicBezTo>
                      <a:pt x="169" y="21"/>
                      <a:pt x="169" y="21"/>
                      <a:pt x="169" y="21"/>
                    </a:cubicBezTo>
                    <a:cubicBezTo>
                      <a:pt x="171" y="23"/>
                      <a:pt x="171" y="23"/>
                      <a:pt x="171" y="23"/>
                    </a:cubicBezTo>
                    <a:cubicBezTo>
                      <a:pt x="170" y="22"/>
                      <a:pt x="172" y="22"/>
                      <a:pt x="171" y="20"/>
                    </a:cubicBezTo>
                    <a:cubicBezTo>
                      <a:pt x="171" y="21"/>
                      <a:pt x="171" y="21"/>
                      <a:pt x="172" y="21"/>
                    </a:cubicBezTo>
                    <a:cubicBezTo>
                      <a:pt x="172" y="21"/>
                      <a:pt x="171" y="19"/>
                      <a:pt x="172" y="19"/>
                    </a:cubicBezTo>
                    <a:cubicBezTo>
                      <a:pt x="172" y="20"/>
                      <a:pt x="172" y="20"/>
                      <a:pt x="172" y="20"/>
                    </a:cubicBezTo>
                    <a:cubicBezTo>
                      <a:pt x="177" y="20"/>
                      <a:pt x="182" y="19"/>
                      <a:pt x="180" y="14"/>
                    </a:cubicBezTo>
                    <a:cubicBezTo>
                      <a:pt x="180" y="13"/>
                      <a:pt x="182" y="15"/>
                      <a:pt x="182" y="15"/>
                    </a:cubicBezTo>
                    <a:cubicBezTo>
                      <a:pt x="181" y="11"/>
                      <a:pt x="188" y="11"/>
                      <a:pt x="185" y="6"/>
                    </a:cubicBezTo>
                    <a:cubicBezTo>
                      <a:pt x="185" y="4"/>
                      <a:pt x="180" y="0"/>
                      <a:pt x="18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66" name="Freeform 342"/>
              <p:cNvSpPr/>
              <p:nvPr>
                <p:custDataLst>
                  <p:tags r:id="rId187"/>
                </p:custDataLst>
              </p:nvPr>
            </p:nvSpPr>
            <p:spPr bwMode="auto">
              <a:xfrm>
                <a:off x="3757" y="2934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0 w 1"/>
                  <a:gd name="T5" fmla="*/ 1 h 1"/>
                  <a:gd name="T6" fmla="*/ 0 w 1"/>
                  <a:gd name="T7" fmla="*/ 1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67" name="Freeform 343"/>
              <p:cNvSpPr/>
              <p:nvPr>
                <p:custDataLst>
                  <p:tags r:id="rId188"/>
                </p:custDataLst>
              </p:nvPr>
            </p:nvSpPr>
            <p:spPr bwMode="auto">
              <a:xfrm>
                <a:off x="4226" y="2525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1" y="0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68" name="Freeform 344"/>
              <p:cNvSpPr/>
              <p:nvPr>
                <p:custDataLst>
                  <p:tags r:id="rId189"/>
                </p:custDataLst>
              </p:nvPr>
            </p:nvSpPr>
            <p:spPr bwMode="auto">
              <a:xfrm>
                <a:off x="3752" y="2940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69" name="Freeform 345"/>
              <p:cNvSpPr/>
              <p:nvPr>
                <p:custDataLst>
                  <p:tags r:id="rId190"/>
                </p:custDataLst>
              </p:nvPr>
            </p:nvSpPr>
            <p:spPr bwMode="auto">
              <a:xfrm>
                <a:off x="3975" y="295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70" name="Freeform 346"/>
              <p:cNvSpPr/>
              <p:nvPr>
                <p:custDataLst>
                  <p:tags r:id="rId191"/>
                </p:custDataLst>
              </p:nvPr>
            </p:nvSpPr>
            <p:spPr bwMode="auto">
              <a:xfrm>
                <a:off x="3905" y="227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71" name="Freeform 347"/>
              <p:cNvSpPr/>
              <p:nvPr>
                <p:custDataLst>
                  <p:tags r:id="rId192"/>
                </p:custDataLst>
              </p:nvPr>
            </p:nvSpPr>
            <p:spPr bwMode="auto">
              <a:xfrm>
                <a:off x="4289" y="2557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0"/>
                      <a:pt x="0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72" name="Freeform 348"/>
              <p:cNvSpPr/>
              <p:nvPr>
                <p:custDataLst>
                  <p:tags r:id="rId193"/>
                </p:custDataLst>
              </p:nvPr>
            </p:nvSpPr>
            <p:spPr bwMode="auto">
              <a:xfrm>
                <a:off x="3899" y="2262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0 w 2"/>
                  <a:gd name="T5" fmla="*/ 0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73" name="Freeform 349"/>
              <p:cNvSpPr/>
              <p:nvPr>
                <p:custDataLst>
                  <p:tags r:id="rId194"/>
                </p:custDataLst>
              </p:nvPr>
            </p:nvSpPr>
            <p:spPr bwMode="auto">
              <a:xfrm>
                <a:off x="3939" y="2926"/>
                <a:ext cx="0" cy="2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74" name="Freeform 350"/>
              <p:cNvSpPr/>
              <p:nvPr>
                <p:custDataLst>
                  <p:tags r:id="rId195"/>
                </p:custDataLst>
              </p:nvPr>
            </p:nvSpPr>
            <p:spPr bwMode="auto">
              <a:xfrm>
                <a:off x="3888" y="2281"/>
                <a:ext cx="2" cy="4"/>
              </a:xfrm>
              <a:custGeom>
                <a:avLst/>
                <a:gdLst>
                  <a:gd name="T0" fmla="*/ 2 w 2"/>
                  <a:gd name="T1" fmla="*/ 0 h 4"/>
                  <a:gd name="T2" fmla="*/ 2 w 2"/>
                  <a:gd name="T3" fmla="*/ 0 h 4"/>
                  <a:gd name="T4" fmla="*/ 0 w 2"/>
                  <a:gd name="T5" fmla="*/ 4 h 4"/>
                  <a:gd name="T6" fmla="*/ 2 w 2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lnTo>
                      <a:pt x="2" y="0"/>
                    </a:lnTo>
                    <a:lnTo>
                      <a:pt x="0" y="4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75" name="Freeform 351"/>
              <p:cNvSpPr/>
              <p:nvPr>
                <p:custDataLst>
                  <p:tags r:id="rId196"/>
                </p:custDataLst>
              </p:nvPr>
            </p:nvSpPr>
            <p:spPr bwMode="auto">
              <a:xfrm>
                <a:off x="3842" y="2270"/>
                <a:ext cx="2" cy="5"/>
              </a:xfrm>
              <a:custGeom>
                <a:avLst/>
                <a:gdLst>
                  <a:gd name="T0" fmla="*/ 0 w 1"/>
                  <a:gd name="T1" fmla="*/ 1 h 2"/>
                  <a:gd name="T2" fmla="*/ 1 w 1"/>
                  <a:gd name="T3" fmla="*/ 1 h 2"/>
                  <a:gd name="T4" fmla="*/ 0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1" y="2"/>
                      <a:pt x="0" y="0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76" name="Freeform 352"/>
              <p:cNvSpPr/>
              <p:nvPr>
                <p:custDataLst>
                  <p:tags r:id="rId197"/>
                </p:custDataLst>
              </p:nvPr>
            </p:nvSpPr>
            <p:spPr bwMode="auto">
              <a:xfrm>
                <a:off x="3844" y="2268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77" name="Freeform 353"/>
              <p:cNvSpPr/>
              <p:nvPr>
                <p:custDataLst>
                  <p:tags r:id="rId198"/>
                </p:custDataLst>
              </p:nvPr>
            </p:nvSpPr>
            <p:spPr bwMode="auto">
              <a:xfrm>
                <a:off x="3899" y="2272"/>
                <a:ext cx="4" cy="0"/>
              </a:xfrm>
              <a:custGeom>
                <a:avLst/>
                <a:gdLst>
                  <a:gd name="T0" fmla="*/ 0 w 2"/>
                  <a:gd name="T1" fmla="*/ 2 w 2"/>
                  <a:gd name="T2" fmla="*/ 2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78" name="Freeform 354"/>
              <p:cNvSpPr/>
              <p:nvPr>
                <p:custDataLst>
                  <p:tags r:id="rId199"/>
                </p:custDataLst>
              </p:nvPr>
            </p:nvSpPr>
            <p:spPr bwMode="auto">
              <a:xfrm>
                <a:off x="3776" y="2983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79" name="Freeform 355"/>
              <p:cNvSpPr/>
              <p:nvPr>
                <p:custDataLst>
                  <p:tags r:id="rId200"/>
                </p:custDataLst>
              </p:nvPr>
            </p:nvSpPr>
            <p:spPr bwMode="auto">
              <a:xfrm>
                <a:off x="3795" y="2985"/>
                <a:ext cx="2" cy="6"/>
              </a:xfrm>
              <a:custGeom>
                <a:avLst/>
                <a:gdLst>
                  <a:gd name="T0" fmla="*/ 1 w 1"/>
                  <a:gd name="T1" fmla="*/ 2 h 3"/>
                  <a:gd name="T2" fmla="*/ 0 w 1"/>
                  <a:gd name="T3" fmla="*/ 1 h 3"/>
                  <a:gd name="T4" fmla="*/ 1 w 1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2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0" y="3"/>
                      <a:pt x="1" y="1"/>
                      <a:pt x="1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80" name="Freeform 356"/>
              <p:cNvSpPr/>
              <p:nvPr>
                <p:custDataLst>
                  <p:tags r:id="rId201"/>
                </p:custDataLst>
              </p:nvPr>
            </p:nvSpPr>
            <p:spPr bwMode="auto">
              <a:xfrm>
                <a:off x="3765" y="2972"/>
                <a:ext cx="7" cy="2"/>
              </a:xfrm>
              <a:custGeom>
                <a:avLst/>
                <a:gdLst>
                  <a:gd name="T0" fmla="*/ 0 w 3"/>
                  <a:gd name="T1" fmla="*/ 1 h 1"/>
                  <a:gd name="T2" fmla="*/ 3 w 3"/>
                  <a:gd name="T3" fmla="*/ 0 h 1"/>
                  <a:gd name="T4" fmla="*/ 0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1"/>
                      <a:pt x="3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81" name="Freeform 357"/>
              <p:cNvSpPr/>
              <p:nvPr>
                <p:custDataLst>
                  <p:tags r:id="rId202"/>
                </p:custDataLst>
              </p:nvPr>
            </p:nvSpPr>
            <p:spPr bwMode="auto">
              <a:xfrm>
                <a:off x="3803" y="2985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82" name="Freeform 358"/>
              <p:cNvSpPr/>
              <p:nvPr>
                <p:custDataLst>
                  <p:tags r:id="rId203"/>
                </p:custDataLst>
              </p:nvPr>
            </p:nvSpPr>
            <p:spPr bwMode="auto">
              <a:xfrm>
                <a:off x="3479" y="207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83" name="Freeform 359"/>
              <p:cNvSpPr/>
              <p:nvPr>
                <p:custDataLst>
                  <p:tags r:id="rId204"/>
                </p:custDataLst>
              </p:nvPr>
            </p:nvSpPr>
            <p:spPr bwMode="auto">
              <a:xfrm>
                <a:off x="3761" y="2966"/>
                <a:ext cx="2" cy="4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1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84" name="Freeform 360"/>
              <p:cNvSpPr/>
              <p:nvPr>
                <p:custDataLst>
                  <p:tags r:id="rId205"/>
                </p:custDataLst>
              </p:nvPr>
            </p:nvSpPr>
            <p:spPr bwMode="auto">
              <a:xfrm>
                <a:off x="3943" y="2966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85" name="Freeform 361"/>
              <p:cNvSpPr/>
              <p:nvPr>
                <p:custDataLst>
                  <p:tags r:id="rId206"/>
                </p:custDataLst>
              </p:nvPr>
            </p:nvSpPr>
            <p:spPr bwMode="auto">
              <a:xfrm>
                <a:off x="4003" y="2940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86" name="Freeform 362"/>
              <p:cNvSpPr/>
              <p:nvPr>
                <p:custDataLst>
                  <p:tags r:id="rId207"/>
                </p:custDataLst>
              </p:nvPr>
            </p:nvSpPr>
            <p:spPr bwMode="auto">
              <a:xfrm>
                <a:off x="4003" y="294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87" name="Freeform 363"/>
              <p:cNvSpPr/>
              <p:nvPr>
                <p:custDataLst>
                  <p:tags r:id="rId208"/>
                </p:custDataLst>
              </p:nvPr>
            </p:nvSpPr>
            <p:spPr bwMode="auto">
              <a:xfrm>
                <a:off x="3996" y="2951"/>
                <a:ext cx="3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88" name="Freeform 364"/>
              <p:cNvSpPr/>
              <p:nvPr>
                <p:custDataLst>
                  <p:tags r:id="rId209"/>
                </p:custDataLst>
              </p:nvPr>
            </p:nvSpPr>
            <p:spPr bwMode="auto">
              <a:xfrm>
                <a:off x="3757" y="3023"/>
                <a:ext cx="4" cy="4"/>
              </a:xfrm>
              <a:custGeom>
                <a:avLst/>
                <a:gdLst>
                  <a:gd name="T0" fmla="*/ 1 w 2"/>
                  <a:gd name="T1" fmla="*/ 0 h 2"/>
                  <a:gd name="T2" fmla="*/ 1 w 2"/>
                  <a:gd name="T3" fmla="*/ 2 h 2"/>
                  <a:gd name="T4" fmla="*/ 1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0" y="2"/>
                      <a:pt x="2" y="1"/>
                      <a:pt x="1" y="2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89" name="Freeform 365"/>
              <p:cNvSpPr/>
              <p:nvPr>
                <p:custDataLst>
                  <p:tags r:id="rId210"/>
                </p:custDataLst>
              </p:nvPr>
            </p:nvSpPr>
            <p:spPr bwMode="auto">
              <a:xfrm>
                <a:off x="4003" y="2949"/>
                <a:ext cx="0" cy="4"/>
              </a:xfrm>
              <a:custGeom>
                <a:avLst/>
                <a:gdLst>
                  <a:gd name="T0" fmla="*/ 2 h 2"/>
                  <a:gd name="T1" fmla="*/ 1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2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90" name="Freeform 366"/>
              <p:cNvSpPr/>
              <p:nvPr>
                <p:custDataLst>
                  <p:tags r:id="rId211"/>
                </p:custDataLst>
              </p:nvPr>
            </p:nvSpPr>
            <p:spPr bwMode="auto">
              <a:xfrm>
                <a:off x="3869" y="2938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91" name="Freeform 367"/>
              <p:cNvSpPr/>
              <p:nvPr>
                <p:custDataLst>
                  <p:tags r:id="rId212"/>
                </p:custDataLst>
              </p:nvPr>
            </p:nvSpPr>
            <p:spPr bwMode="auto">
              <a:xfrm>
                <a:off x="4026" y="2926"/>
                <a:ext cx="2" cy="4"/>
              </a:xfrm>
              <a:custGeom>
                <a:avLst/>
                <a:gdLst>
                  <a:gd name="T0" fmla="*/ 0 w 2"/>
                  <a:gd name="T1" fmla="*/ 0 h 4"/>
                  <a:gd name="T2" fmla="*/ 2 w 2"/>
                  <a:gd name="T3" fmla="*/ 4 h 4"/>
                  <a:gd name="T4" fmla="*/ 2 w 2"/>
                  <a:gd name="T5" fmla="*/ 4 h 4"/>
                  <a:gd name="T6" fmla="*/ 0 w 2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lnTo>
                      <a:pt x="2" y="4"/>
                    </a:lnTo>
                    <a:lnTo>
                      <a:pt x="2" y="4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92" name="Rectangle 368"/>
              <p:cNvSpPr>
                <a:spLocks noChangeArrowheads="1"/>
              </p:cNvSpPr>
              <p:nvPr>
                <p:custDataLst>
                  <p:tags r:id="rId213"/>
                </p:custDataLst>
              </p:nvPr>
            </p:nvSpPr>
            <p:spPr bwMode="auto">
              <a:xfrm>
                <a:off x="4275" y="2542"/>
                <a:ext cx="1" cy="2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93" name="Oval 369"/>
              <p:cNvSpPr>
                <a:spLocks noChangeArrowheads="1"/>
              </p:cNvSpPr>
              <p:nvPr>
                <p:custDataLst>
                  <p:tags r:id="rId214"/>
                </p:custDataLst>
              </p:nvPr>
            </p:nvSpPr>
            <p:spPr bwMode="auto">
              <a:xfrm>
                <a:off x="3472" y="2075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94" name="Freeform 370"/>
              <p:cNvSpPr/>
              <p:nvPr>
                <p:custDataLst>
                  <p:tags r:id="rId215"/>
                </p:custDataLst>
              </p:nvPr>
            </p:nvSpPr>
            <p:spPr bwMode="auto">
              <a:xfrm>
                <a:off x="4219" y="2518"/>
                <a:ext cx="2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95" name="Freeform 371"/>
              <p:cNvSpPr/>
              <p:nvPr>
                <p:custDataLst>
                  <p:tags r:id="rId216"/>
                </p:custDataLst>
              </p:nvPr>
            </p:nvSpPr>
            <p:spPr bwMode="auto">
              <a:xfrm>
                <a:off x="4230" y="2525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96" name="Freeform 372"/>
              <p:cNvSpPr/>
              <p:nvPr>
                <p:custDataLst>
                  <p:tags r:id="rId217"/>
                </p:custDataLst>
              </p:nvPr>
            </p:nvSpPr>
            <p:spPr bwMode="auto">
              <a:xfrm>
                <a:off x="3472" y="207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97" name="Freeform 373"/>
              <p:cNvSpPr/>
              <p:nvPr>
                <p:custDataLst>
                  <p:tags r:id="rId218"/>
                </p:custDataLst>
              </p:nvPr>
            </p:nvSpPr>
            <p:spPr bwMode="auto">
              <a:xfrm>
                <a:off x="4217" y="2482"/>
                <a:ext cx="145" cy="117"/>
              </a:xfrm>
              <a:custGeom>
                <a:avLst/>
                <a:gdLst>
                  <a:gd name="T0" fmla="*/ 63 w 68"/>
                  <a:gd name="T1" fmla="*/ 35 h 55"/>
                  <a:gd name="T2" fmla="*/ 47 w 68"/>
                  <a:gd name="T3" fmla="*/ 21 h 55"/>
                  <a:gd name="T4" fmla="*/ 43 w 68"/>
                  <a:gd name="T5" fmla="*/ 21 h 55"/>
                  <a:gd name="T6" fmla="*/ 40 w 68"/>
                  <a:gd name="T7" fmla="*/ 15 h 55"/>
                  <a:gd name="T8" fmla="*/ 35 w 68"/>
                  <a:gd name="T9" fmla="*/ 11 h 55"/>
                  <a:gd name="T10" fmla="*/ 29 w 68"/>
                  <a:gd name="T11" fmla="*/ 6 h 55"/>
                  <a:gd name="T12" fmla="*/ 24 w 68"/>
                  <a:gd name="T13" fmla="*/ 7 h 55"/>
                  <a:gd name="T14" fmla="*/ 16 w 68"/>
                  <a:gd name="T15" fmla="*/ 6 h 55"/>
                  <a:gd name="T16" fmla="*/ 13 w 68"/>
                  <a:gd name="T17" fmla="*/ 5 h 55"/>
                  <a:gd name="T18" fmla="*/ 10 w 68"/>
                  <a:gd name="T19" fmla="*/ 1 h 55"/>
                  <a:gd name="T20" fmla="*/ 9 w 68"/>
                  <a:gd name="T21" fmla="*/ 1 h 55"/>
                  <a:gd name="T22" fmla="*/ 5 w 68"/>
                  <a:gd name="T23" fmla="*/ 2 h 55"/>
                  <a:gd name="T24" fmla="*/ 2 w 68"/>
                  <a:gd name="T25" fmla="*/ 3 h 55"/>
                  <a:gd name="T26" fmla="*/ 2 w 68"/>
                  <a:gd name="T27" fmla="*/ 6 h 55"/>
                  <a:gd name="T28" fmla="*/ 5 w 68"/>
                  <a:gd name="T29" fmla="*/ 8 h 55"/>
                  <a:gd name="T30" fmla="*/ 4 w 68"/>
                  <a:gd name="T31" fmla="*/ 10 h 55"/>
                  <a:gd name="T32" fmla="*/ 6 w 68"/>
                  <a:gd name="T33" fmla="*/ 13 h 55"/>
                  <a:gd name="T34" fmla="*/ 4 w 68"/>
                  <a:gd name="T35" fmla="*/ 16 h 55"/>
                  <a:gd name="T36" fmla="*/ 2 w 68"/>
                  <a:gd name="T37" fmla="*/ 19 h 55"/>
                  <a:gd name="T38" fmla="*/ 6 w 68"/>
                  <a:gd name="T39" fmla="*/ 16 h 55"/>
                  <a:gd name="T40" fmla="*/ 9 w 68"/>
                  <a:gd name="T41" fmla="*/ 13 h 55"/>
                  <a:gd name="T42" fmla="*/ 7 w 68"/>
                  <a:gd name="T43" fmla="*/ 19 h 55"/>
                  <a:gd name="T44" fmla="*/ 8 w 68"/>
                  <a:gd name="T45" fmla="*/ 18 h 55"/>
                  <a:gd name="T46" fmla="*/ 8 w 68"/>
                  <a:gd name="T47" fmla="*/ 21 h 55"/>
                  <a:gd name="T48" fmla="*/ 9 w 68"/>
                  <a:gd name="T49" fmla="*/ 21 h 55"/>
                  <a:gd name="T50" fmla="*/ 10 w 68"/>
                  <a:gd name="T51" fmla="*/ 22 h 55"/>
                  <a:gd name="T52" fmla="*/ 15 w 68"/>
                  <a:gd name="T53" fmla="*/ 17 h 55"/>
                  <a:gd name="T54" fmla="*/ 11 w 68"/>
                  <a:gd name="T55" fmla="*/ 23 h 55"/>
                  <a:gd name="T56" fmla="*/ 13 w 68"/>
                  <a:gd name="T57" fmla="*/ 23 h 55"/>
                  <a:gd name="T58" fmla="*/ 16 w 68"/>
                  <a:gd name="T59" fmla="*/ 23 h 55"/>
                  <a:gd name="T60" fmla="*/ 18 w 68"/>
                  <a:gd name="T61" fmla="*/ 24 h 55"/>
                  <a:gd name="T62" fmla="*/ 18 w 68"/>
                  <a:gd name="T63" fmla="*/ 24 h 55"/>
                  <a:gd name="T64" fmla="*/ 21 w 68"/>
                  <a:gd name="T65" fmla="*/ 24 h 55"/>
                  <a:gd name="T66" fmla="*/ 23 w 68"/>
                  <a:gd name="T67" fmla="*/ 23 h 55"/>
                  <a:gd name="T68" fmla="*/ 22 w 68"/>
                  <a:gd name="T69" fmla="*/ 26 h 55"/>
                  <a:gd name="T70" fmla="*/ 25 w 68"/>
                  <a:gd name="T71" fmla="*/ 24 h 55"/>
                  <a:gd name="T72" fmla="*/ 24 w 68"/>
                  <a:gd name="T73" fmla="*/ 27 h 55"/>
                  <a:gd name="T74" fmla="*/ 26 w 68"/>
                  <a:gd name="T75" fmla="*/ 29 h 55"/>
                  <a:gd name="T76" fmla="*/ 28 w 68"/>
                  <a:gd name="T77" fmla="*/ 30 h 55"/>
                  <a:gd name="T78" fmla="*/ 29 w 68"/>
                  <a:gd name="T79" fmla="*/ 32 h 55"/>
                  <a:gd name="T80" fmla="*/ 31 w 68"/>
                  <a:gd name="T81" fmla="*/ 31 h 55"/>
                  <a:gd name="T82" fmla="*/ 32 w 68"/>
                  <a:gd name="T83" fmla="*/ 32 h 55"/>
                  <a:gd name="T84" fmla="*/ 31 w 68"/>
                  <a:gd name="T85" fmla="*/ 33 h 55"/>
                  <a:gd name="T86" fmla="*/ 34 w 68"/>
                  <a:gd name="T87" fmla="*/ 34 h 55"/>
                  <a:gd name="T88" fmla="*/ 37 w 68"/>
                  <a:gd name="T89" fmla="*/ 34 h 55"/>
                  <a:gd name="T90" fmla="*/ 39 w 68"/>
                  <a:gd name="T91" fmla="*/ 34 h 55"/>
                  <a:gd name="T92" fmla="*/ 44 w 68"/>
                  <a:gd name="T93" fmla="*/ 32 h 55"/>
                  <a:gd name="T94" fmla="*/ 43 w 68"/>
                  <a:gd name="T95" fmla="*/ 36 h 55"/>
                  <a:gd name="T96" fmla="*/ 46 w 68"/>
                  <a:gd name="T97" fmla="*/ 36 h 55"/>
                  <a:gd name="T98" fmla="*/ 47 w 68"/>
                  <a:gd name="T99" fmla="*/ 38 h 55"/>
                  <a:gd name="T100" fmla="*/ 48 w 68"/>
                  <a:gd name="T101" fmla="*/ 43 h 55"/>
                  <a:gd name="T102" fmla="*/ 50 w 68"/>
                  <a:gd name="T103" fmla="*/ 44 h 55"/>
                  <a:gd name="T104" fmla="*/ 58 w 68"/>
                  <a:gd name="T105" fmla="*/ 45 h 55"/>
                  <a:gd name="T106" fmla="*/ 58 w 68"/>
                  <a:gd name="T107" fmla="*/ 51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68" h="55">
                    <a:moveTo>
                      <a:pt x="66" y="42"/>
                    </a:moveTo>
                    <a:cubicBezTo>
                      <a:pt x="65" y="40"/>
                      <a:pt x="67" y="35"/>
                      <a:pt x="64" y="34"/>
                    </a:cubicBezTo>
                    <a:cubicBezTo>
                      <a:pt x="63" y="35"/>
                      <a:pt x="62" y="35"/>
                      <a:pt x="62" y="36"/>
                    </a:cubicBezTo>
                    <a:cubicBezTo>
                      <a:pt x="62" y="35"/>
                      <a:pt x="62" y="35"/>
                      <a:pt x="62" y="35"/>
                    </a:cubicBezTo>
                    <a:cubicBezTo>
                      <a:pt x="61" y="36"/>
                      <a:pt x="61" y="36"/>
                      <a:pt x="61" y="36"/>
                    </a:cubicBezTo>
                    <a:cubicBezTo>
                      <a:pt x="61" y="36"/>
                      <a:pt x="62" y="35"/>
                      <a:pt x="63" y="35"/>
                    </a:cubicBezTo>
                    <a:cubicBezTo>
                      <a:pt x="62" y="34"/>
                      <a:pt x="61" y="34"/>
                      <a:pt x="61" y="33"/>
                    </a:cubicBezTo>
                    <a:cubicBezTo>
                      <a:pt x="59" y="34"/>
                      <a:pt x="60" y="32"/>
                      <a:pt x="58" y="34"/>
                    </a:cubicBezTo>
                    <a:cubicBezTo>
                      <a:pt x="59" y="33"/>
                      <a:pt x="59" y="33"/>
                      <a:pt x="59" y="33"/>
                    </a:cubicBezTo>
                    <a:cubicBezTo>
                      <a:pt x="58" y="33"/>
                      <a:pt x="58" y="33"/>
                      <a:pt x="59" y="31"/>
                    </a:cubicBezTo>
                    <a:cubicBezTo>
                      <a:pt x="59" y="28"/>
                      <a:pt x="56" y="27"/>
                      <a:pt x="55" y="24"/>
                    </a:cubicBezTo>
                    <a:cubicBezTo>
                      <a:pt x="53" y="22"/>
                      <a:pt x="50" y="22"/>
                      <a:pt x="47" y="21"/>
                    </a:cubicBezTo>
                    <a:cubicBezTo>
                      <a:pt x="45" y="23"/>
                      <a:pt x="45" y="22"/>
                      <a:pt x="43" y="23"/>
                    </a:cubicBezTo>
                    <a:cubicBezTo>
                      <a:pt x="44" y="23"/>
                      <a:pt x="44" y="23"/>
                      <a:pt x="44" y="23"/>
                    </a:cubicBezTo>
                    <a:cubicBezTo>
                      <a:pt x="42" y="23"/>
                      <a:pt x="43" y="22"/>
                      <a:pt x="44" y="21"/>
                    </a:cubicBezTo>
                    <a:cubicBezTo>
                      <a:pt x="43" y="22"/>
                      <a:pt x="44" y="21"/>
                      <a:pt x="42" y="22"/>
                    </a:cubicBezTo>
                    <a:cubicBezTo>
                      <a:pt x="41" y="24"/>
                      <a:pt x="44" y="20"/>
                      <a:pt x="43" y="21"/>
                    </a:cubicBezTo>
                    <a:cubicBezTo>
                      <a:pt x="44" y="20"/>
                      <a:pt x="42" y="22"/>
                      <a:pt x="43" y="21"/>
                    </a:cubicBezTo>
                    <a:cubicBezTo>
                      <a:pt x="41" y="22"/>
                      <a:pt x="44" y="20"/>
                      <a:pt x="44" y="18"/>
                    </a:cubicBezTo>
                    <a:cubicBezTo>
                      <a:pt x="43" y="18"/>
                      <a:pt x="41" y="19"/>
                      <a:pt x="41" y="17"/>
                    </a:cubicBezTo>
                    <a:cubicBezTo>
                      <a:pt x="41" y="17"/>
                      <a:pt x="40" y="18"/>
                      <a:pt x="40" y="18"/>
                    </a:cubicBezTo>
                    <a:cubicBezTo>
                      <a:pt x="42" y="16"/>
                      <a:pt x="39" y="19"/>
                      <a:pt x="40" y="17"/>
                    </a:cubicBezTo>
                    <a:cubicBezTo>
                      <a:pt x="40" y="17"/>
                      <a:pt x="40" y="17"/>
                      <a:pt x="40" y="17"/>
                    </a:cubicBezTo>
                    <a:cubicBezTo>
                      <a:pt x="41" y="15"/>
                      <a:pt x="39" y="17"/>
                      <a:pt x="40" y="15"/>
                    </a:cubicBezTo>
                    <a:cubicBezTo>
                      <a:pt x="40" y="15"/>
                      <a:pt x="40" y="15"/>
                      <a:pt x="40" y="15"/>
                    </a:cubicBezTo>
                    <a:cubicBezTo>
                      <a:pt x="38" y="16"/>
                      <a:pt x="40" y="13"/>
                      <a:pt x="39" y="15"/>
                    </a:cubicBezTo>
                    <a:cubicBezTo>
                      <a:pt x="40" y="14"/>
                      <a:pt x="39" y="14"/>
                      <a:pt x="40" y="13"/>
                    </a:cubicBezTo>
                    <a:cubicBezTo>
                      <a:pt x="37" y="16"/>
                      <a:pt x="40" y="12"/>
                      <a:pt x="38" y="13"/>
                    </a:cubicBezTo>
                    <a:cubicBezTo>
                      <a:pt x="38" y="13"/>
                      <a:pt x="38" y="13"/>
                      <a:pt x="38" y="13"/>
                    </a:cubicBezTo>
                    <a:cubicBezTo>
                      <a:pt x="37" y="12"/>
                      <a:pt x="37" y="11"/>
                      <a:pt x="35" y="11"/>
                    </a:cubicBezTo>
                    <a:cubicBezTo>
                      <a:pt x="34" y="11"/>
                      <a:pt x="36" y="8"/>
                      <a:pt x="34" y="9"/>
                    </a:cubicBezTo>
                    <a:cubicBezTo>
                      <a:pt x="33" y="10"/>
                      <a:pt x="33" y="10"/>
                      <a:pt x="33" y="10"/>
                    </a:cubicBezTo>
                    <a:cubicBezTo>
                      <a:pt x="32" y="10"/>
                      <a:pt x="33" y="9"/>
                      <a:pt x="34" y="9"/>
                    </a:cubicBezTo>
                    <a:cubicBezTo>
                      <a:pt x="32" y="10"/>
                      <a:pt x="33" y="8"/>
                      <a:pt x="33" y="7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2" y="7"/>
                      <a:pt x="29" y="7"/>
                      <a:pt x="29" y="6"/>
                    </a:cubicBezTo>
                    <a:cubicBezTo>
                      <a:pt x="28" y="9"/>
                      <a:pt x="28" y="7"/>
                      <a:pt x="28" y="8"/>
                    </a:cubicBezTo>
                    <a:cubicBezTo>
                      <a:pt x="28" y="8"/>
                      <a:pt x="28" y="7"/>
                      <a:pt x="28" y="6"/>
                    </a:cubicBezTo>
                    <a:cubicBezTo>
                      <a:pt x="28" y="6"/>
                      <a:pt x="28" y="6"/>
                      <a:pt x="28" y="5"/>
                    </a:cubicBezTo>
                    <a:cubicBezTo>
                      <a:pt x="27" y="6"/>
                      <a:pt x="26" y="7"/>
                      <a:pt x="26" y="7"/>
                    </a:cubicBezTo>
                    <a:cubicBezTo>
                      <a:pt x="27" y="4"/>
                      <a:pt x="26" y="6"/>
                      <a:pt x="26" y="5"/>
                    </a:cubicBezTo>
                    <a:cubicBezTo>
                      <a:pt x="25" y="7"/>
                      <a:pt x="24" y="8"/>
                      <a:pt x="24" y="7"/>
                    </a:cubicBezTo>
                    <a:cubicBezTo>
                      <a:pt x="26" y="5"/>
                      <a:pt x="26" y="5"/>
                      <a:pt x="26" y="5"/>
                    </a:cubicBezTo>
                    <a:cubicBezTo>
                      <a:pt x="24" y="6"/>
                      <a:pt x="24" y="3"/>
                      <a:pt x="22" y="5"/>
                    </a:cubicBezTo>
                    <a:cubicBezTo>
                      <a:pt x="22" y="4"/>
                      <a:pt x="22" y="4"/>
                      <a:pt x="22" y="4"/>
                    </a:cubicBezTo>
                    <a:cubicBezTo>
                      <a:pt x="21" y="5"/>
                      <a:pt x="21" y="3"/>
                      <a:pt x="19" y="5"/>
                    </a:cubicBezTo>
                    <a:cubicBezTo>
                      <a:pt x="19" y="4"/>
                      <a:pt x="19" y="4"/>
                      <a:pt x="19" y="3"/>
                    </a:cubicBezTo>
                    <a:cubicBezTo>
                      <a:pt x="18" y="4"/>
                      <a:pt x="18" y="4"/>
                      <a:pt x="16" y="6"/>
                    </a:cubicBezTo>
                    <a:cubicBezTo>
                      <a:pt x="16" y="6"/>
                      <a:pt x="17" y="5"/>
                      <a:pt x="17" y="4"/>
                    </a:cubicBezTo>
                    <a:cubicBezTo>
                      <a:pt x="17" y="4"/>
                      <a:pt x="18" y="2"/>
                      <a:pt x="16" y="4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6" y="4"/>
                      <a:pt x="14" y="5"/>
                      <a:pt x="15" y="3"/>
                    </a:cubicBezTo>
                    <a:cubicBezTo>
                      <a:pt x="14" y="4"/>
                      <a:pt x="14" y="5"/>
                      <a:pt x="13" y="6"/>
                    </a:cubicBezTo>
                    <a:cubicBezTo>
                      <a:pt x="13" y="6"/>
                      <a:pt x="14" y="4"/>
                      <a:pt x="13" y="5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3"/>
                      <a:pt x="13" y="3"/>
                      <a:pt x="12" y="4"/>
                    </a:cubicBezTo>
                    <a:cubicBezTo>
                      <a:pt x="13" y="2"/>
                      <a:pt x="11" y="3"/>
                      <a:pt x="12" y="2"/>
                    </a:cubicBezTo>
                    <a:cubicBezTo>
                      <a:pt x="11" y="3"/>
                      <a:pt x="12" y="1"/>
                      <a:pt x="9" y="3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10" y="2"/>
                      <a:pt x="10" y="2"/>
                      <a:pt x="10" y="1"/>
                    </a:cubicBezTo>
                    <a:cubicBezTo>
                      <a:pt x="11" y="1"/>
                      <a:pt x="9" y="2"/>
                      <a:pt x="8" y="2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2"/>
                      <a:pt x="7" y="3"/>
                      <a:pt x="6" y="4"/>
                    </a:cubicBezTo>
                    <a:cubicBezTo>
                      <a:pt x="6" y="3"/>
                      <a:pt x="5" y="4"/>
                      <a:pt x="6" y="3"/>
                    </a:cubicBezTo>
                    <a:cubicBezTo>
                      <a:pt x="7" y="3"/>
                      <a:pt x="8" y="2"/>
                      <a:pt x="10" y="1"/>
                    </a:cubicBezTo>
                    <a:cubicBezTo>
                      <a:pt x="10" y="0"/>
                      <a:pt x="7" y="2"/>
                      <a:pt x="9" y="1"/>
                    </a:cubicBezTo>
                    <a:cubicBezTo>
                      <a:pt x="9" y="0"/>
                      <a:pt x="9" y="1"/>
                      <a:pt x="7" y="2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1"/>
                      <a:pt x="8" y="1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6" y="2"/>
                      <a:pt x="6" y="1"/>
                      <a:pt x="4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3"/>
                      <a:pt x="3" y="3"/>
                      <a:pt x="4" y="2"/>
                    </a:cubicBezTo>
                    <a:cubicBezTo>
                      <a:pt x="6" y="1"/>
                      <a:pt x="7" y="1"/>
                      <a:pt x="7" y="1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5" y="1"/>
                      <a:pt x="4" y="2"/>
                      <a:pt x="3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3" y="3"/>
                      <a:pt x="2" y="4"/>
                      <a:pt x="3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5" y="3"/>
                      <a:pt x="7" y="2"/>
                      <a:pt x="5" y="3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4" y="4"/>
                      <a:pt x="4" y="4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5" y="4"/>
                      <a:pt x="3" y="6"/>
                      <a:pt x="4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2" y="7"/>
                      <a:pt x="4" y="5"/>
                      <a:pt x="5" y="5"/>
                    </a:cubicBezTo>
                    <a:cubicBezTo>
                      <a:pt x="4" y="5"/>
                      <a:pt x="2" y="7"/>
                      <a:pt x="2" y="8"/>
                    </a:cubicBezTo>
                    <a:cubicBezTo>
                      <a:pt x="2" y="8"/>
                      <a:pt x="4" y="7"/>
                      <a:pt x="3" y="9"/>
                    </a:cubicBezTo>
                    <a:cubicBezTo>
                      <a:pt x="3" y="9"/>
                      <a:pt x="4" y="9"/>
                      <a:pt x="5" y="8"/>
                    </a:cubicBezTo>
                    <a:cubicBezTo>
                      <a:pt x="5" y="8"/>
                      <a:pt x="3" y="10"/>
                      <a:pt x="4" y="9"/>
                    </a:cubicBezTo>
                    <a:cubicBezTo>
                      <a:pt x="3" y="10"/>
                      <a:pt x="2" y="12"/>
                      <a:pt x="1" y="13"/>
                    </a:cubicBezTo>
                    <a:cubicBezTo>
                      <a:pt x="1" y="13"/>
                      <a:pt x="0" y="14"/>
                      <a:pt x="1" y="14"/>
                    </a:cubicBezTo>
                    <a:cubicBezTo>
                      <a:pt x="0" y="14"/>
                      <a:pt x="0" y="15"/>
                      <a:pt x="0" y="15"/>
                    </a:cubicBezTo>
                    <a:cubicBezTo>
                      <a:pt x="1" y="14"/>
                      <a:pt x="2" y="13"/>
                      <a:pt x="2" y="12"/>
                    </a:cubicBezTo>
                    <a:cubicBezTo>
                      <a:pt x="3" y="10"/>
                      <a:pt x="3" y="12"/>
                      <a:pt x="4" y="10"/>
                    </a:cubicBezTo>
                    <a:cubicBezTo>
                      <a:pt x="4" y="11"/>
                      <a:pt x="5" y="11"/>
                      <a:pt x="5" y="11"/>
                    </a:cubicBezTo>
                    <a:cubicBezTo>
                      <a:pt x="5" y="11"/>
                      <a:pt x="4" y="12"/>
                      <a:pt x="3" y="13"/>
                    </a:cubicBezTo>
                    <a:cubicBezTo>
                      <a:pt x="5" y="12"/>
                      <a:pt x="6" y="11"/>
                      <a:pt x="6" y="12"/>
                    </a:cubicBezTo>
                    <a:cubicBezTo>
                      <a:pt x="7" y="11"/>
                      <a:pt x="7" y="11"/>
                      <a:pt x="8" y="9"/>
                    </a:cubicBezTo>
                    <a:cubicBezTo>
                      <a:pt x="8" y="9"/>
                      <a:pt x="8" y="8"/>
                      <a:pt x="8" y="9"/>
                    </a:cubicBezTo>
                    <a:cubicBezTo>
                      <a:pt x="7" y="10"/>
                      <a:pt x="6" y="12"/>
                      <a:pt x="6" y="13"/>
                    </a:cubicBezTo>
                    <a:cubicBezTo>
                      <a:pt x="4" y="15"/>
                      <a:pt x="6" y="12"/>
                      <a:pt x="4" y="14"/>
                    </a:cubicBezTo>
                    <a:cubicBezTo>
                      <a:pt x="2" y="16"/>
                      <a:pt x="2" y="15"/>
                      <a:pt x="3" y="14"/>
                    </a:cubicBezTo>
                    <a:cubicBezTo>
                      <a:pt x="1" y="16"/>
                      <a:pt x="3" y="15"/>
                      <a:pt x="1" y="16"/>
                    </a:cubicBezTo>
                    <a:cubicBezTo>
                      <a:pt x="1" y="17"/>
                      <a:pt x="2" y="16"/>
                      <a:pt x="3" y="16"/>
                    </a:cubicBezTo>
                    <a:cubicBezTo>
                      <a:pt x="4" y="15"/>
                      <a:pt x="4" y="15"/>
                      <a:pt x="4" y="14"/>
                    </a:cubicBezTo>
                    <a:cubicBezTo>
                      <a:pt x="6" y="12"/>
                      <a:pt x="4" y="16"/>
                      <a:pt x="4" y="16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3" y="17"/>
                      <a:pt x="4" y="16"/>
                      <a:pt x="4" y="16"/>
                    </a:cubicBezTo>
                    <a:cubicBezTo>
                      <a:pt x="2" y="19"/>
                      <a:pt x="4" y="16"/>
                      <a:pt x="2" y="18"/>
                    </a:cubicBezTo>
                    <a:cubicBezTo>
                      <a:pt x="1" y="20"/>
                      <a:pt x="1" y="20"/>
                      <a:pt x="1" y="20"/>
                    </a:cubicBezTo>
                    <a:cubicBezTo>
                      <a:pt x="1" y="20"/>
                      <a:pt x="3" y="18"/>
                      <a:pt x="3" y="18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3" y="18"/>
                      <a:pt x="4" y="17"/>
                      <a:pt x="4" y="17"/>
                    </a:cubicBezTo>
                    <a:cubicBezTo>
                      <a:pt x="6" y="14"/>
                      <a:pt x="4" y="16"/>
                      <a:pt x="5" y="16"/>
                    </a:cubicBezTo>
                    <a:cubicBezTo>
                      <a:pt x="6" y="15"/>
                      <a:pt x="5" y="16"/>
                      <a:pt x="6" y="15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8" y="14"/>
                      <a:pt x="6" y="15"/>
                      <a:pt x="6" y="16"/>
                    </a:cubicBezTo>
                    <a:cubicBezTo>
                      <a:pt x="6" y="16"/>
                      <a:pt x="5" y="16"/>
                      <a:pt x="6" y="15"/>
                    </a:cubicBezTo>
                    <a:cubicBezTo>
                      <a:pt x="5" y="17"/>
                      <a:pt x="4" y="19"/>
                      <a:pt x="3" y="19"/>
                    </a:cubicBezTo>
                    <a:cubicBezTo>
                      <a:pt x="3" y="21"/>
                      <a:pt x="4" y="18"/>
                      <a:pt x="5" y="18"/>
                    </a:cubicBezTo>
                    <a:cubicBezTo>
                      <a:pt x="4" y="19"/>
                      <a:pt x="5" y="17"/>
                      <a:pt x="6" y="16"/>
                    </a:cubicBezTo>
                    <a:cubicBezTo>
                      <a:pt x="9" y="13"/>
                      <a:pt x="4" y="20"/>
                      <a:pt x="5" y="19"/>
                    </a:cubicBezTo>
                    <a:cubicBezTo>
                      <a:pt x="7" y="17"/>
                      <a:pt x="8" y="16"/>
                      <a:pt x="9" y="13"/>
                    </a:cubicBezTo>
                    <a:cubicBezTo>
                      <a:pt x="10" y="13"/>
                      <a:pt x="10" y="12"/>
                      <a:pt x="10" y="12"/>
                    </a:cubicBezTo>
                    <a:cubicBezTo>
                      <a:pt x="9" y="14"/>
                      <a:pt x="9" y="14"/>
                      <a:pt x="8" y="15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6" y="19"/>
                      <a:pt x="6" y="20"/>
                      <a:pt x="5" y="21"/>
                    </a:cubicBezTo>
                    <a:cubicBezTo>
                      <a:pt x="6" y="20"/>
                      <a:pt x="6" y="19"/>
                      <a:pt x="7" y="19"/>
                    </a:cubicBezTo>
                    <a:cubicBezTo>
                      <a:pt x="6" y="20"/>
                      <a:pt x="6" y="21"/>
                      <a:pt x="6" y="21"/>
                    </a:cubicBezTo>
                    <a:cubicBezTo>
                      <a:pt x="6" y="20"/>
                      <a:pt x="7" y="18"/>
                      <a:pt x="8" y="18"/>
                    </a:cubicBezTo>
                    <a:cubicBezTo>
                      <a:pt x="8" y="18"/>
                      <a:pt x="7" y="20"/>
                      <a:pt x="7" y="20"/>
                    </a:cubicBezTo>
                    <a:cubicBezTo>
                      <a:pt x="6" y="22"/>
                      <a:pt x="6" y="22"/>
                      <a:pt x="6" y="22"/>
                    </a:cubicBezTo>
                    <a:cubicBezTo>
                      <a:pt x="7" y="20"/>
                      <a:pt x="5" y="22"/>
                      <a:pt x="6" y="22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9" y="18"/>
                      <a:pt x="8" y="19"/>
                      <a:pt x="8" y="19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8" y="20"/>
                      <a:pt x="6" y="23"/>
                      <a:pt x="7" y="22"/>
                    </a:cubicBezTo>
                    <a:cubicBezTo>
                      <a:pt x="7" y="21"/>
                      <a:pt x="7" y="21"/>
                      <a:pt x="7" y="21"/>
                    </a:cubicBezTo>
                    <a:cubicBezTo>
                      <a:pt x="7" y="22"/>
                      <a:pt x="7" y="22"/>
                      <a:pt x="7" y="22"/>
                    </a:cubicBezTo>
                    <a:cubicBezTo>
                      <a:pt x="7" y="21"/>
                      <a:pt x="7" y="22"/>
                      <a:pt x="8" y="21"/>
                    </a:cubicBezTo>
                    <a:cubicBezTo>
                      <a:pt x="7" y="22"/>
                      <a:pt x="7" y="22"/>
                      <a:pt x="7" y="22"/>
                    </a:cubicBezTo>
                    <a:cubicBezTo>
                      <a:pt x="8" y="22"/>
                      <a:pt x="9" y="20"/>
                      <a:pt x="8" y="22"/>
                    </a:cubicBezTo>
                    <a:cubicBezTo>
                      <a:pt x="9" y="19"/>
                      <a:pt x="8" y="21"/>
                      <a:pt x="8" y="20"/>
                    </a:cubicBezTo>
                    <a:cubicBezTo>
                      <a:pt x="9" y="19"/>
                      <a:pt x="9" y="19"/>
                      <a:pt x="10" y="19"/>
                    </a:cubicBezTo>
                    <a:cubicBezTo>
                      <a:pt x="8" y="21"/>
                      <a:pt x="10" y="19"/>
                      <a:pt x="10" y="19"/>
                    </a:cubicBezTo>
                    <a:cubicBezTo>
                      <a:pt x="9" y="21"/>
                      <a:pt x="9" y="21"/>
                      <a:pt x="9" y="21"/>
                    </a:cubicBezTo>
                    <a:cubicBezTo>
                      <a:pt x="10" y="19"/>
                      <a:pt x="10" y="19"/>
                      <a:pt x="10" y="19"/>
                    </a:cubicBezTo>
                    <a:cubicBezTo>
                      <a:pt x="8" y="23"/>
                      <a:pt x="11" y="19"/>
                      <a:pt x="10" y="20"/>
                    </a:cubicBezTo>
                    <a:cubicBezTo>
                      <a:pt x="10" y="21"/>
                      <a:pt x="9" y="22"/>
                      <a:pt x="9" y="23"/>
                    </a:cubicBezTo>
                    <a:cubicBezTo>
                      <a:pt x="10" y="20"/>
                      <a:pt x="11" y="20"/>
                      <a:pt x="12" y="18"/>
                    </a:cubicBezTo>
                    <a:cubicBezTo>
                      <a:pt x="11" y="19"/>
                      <a:pt x="10" y="21"/>
                      <a:pt x="9" y="23"/>
                    </a:cubicBezTo>
                    <a:cubicBezTo>
                      <a:pt x="10" y="21"/>
                      <a:pt x="9" y="24"/>
                      <a:pt x="10" y="22"/>
                    </a:cubicBezTo>
                    <a:cubicBezTo>
                      <a:pt x="10" y="21"/>
                      <a:pt x="11" y="21"/>
                      <a:pt x="12" y="20"/>
                    </a:cubicBezTo>
                    <a:cubicBezTo>
                      <a:pt x="12" y="20"/>
                      <a:pt x="11" y="21"/>
                      <a:pt x="11" y="21"/>
                    </a:cubicBezTo>
                    <a:cubicBezTo>
                      <a:pt x="11" y="21"/>
                      <a:pt x="12" y="19"/>
                      <a:pt x="12" y="19"/>
                    </a:cubicBezTo>
                    <a:cubicBezTo>
                      <a:pt x="12" y="19"/>
                      <a:pt x="14" y="17"/>
                      <a:pt x="13" y="19"/>
                    </a:cubicBezTo>
                    <a:cubicBezTo>
                      <a:pt x="12" y="20"/>
                      <a:pt x="12" y="19"/>
                      <a:pt x="12" y="20"/>
                    </a:cubicBezTo>
                    <a:cubicBezTo>
                      <a:pt x="12" y="21"/>
                      <a:pt x="14" y="17"/>
                      <a:pt x="15" y="17"/>
                    </a:cubicBezTo>
                    <a:cubicBezTo>
                      <a:pt x="15" y="16"/>
                      <a:pt x="16" y="13"/>
                      <a:pt x="17" y="12"/>
                    </a:cubicBezTo>
                    <a:cubicBezTo>
                      <a:pt x="17" y="13"/>
                      <a:pt x="16" y="13"/>
                      <a:pt x="16" y="15"/>
                    </a:cubicBezTo>
                    <a:cubicBezTo>
                      <a:pt x="16" y="15"/>
                      <a:pt x="16" y="15"/>
                      <a:pt x="16" y="15"/>
                    </a:cubicBezTo>
                    <a:cubicBezTo>
                      <a:pt x="15" y="18"/>
                      <a:pt x="13" y="19"/>
                      <a:pt x="12" y="21"/>
                    </a:cubicBezTo>
                    <a:cubicBezTo>
                      <a:pt x="13" y="20"/>
                      <a:pt x="13" y="20"/>
                      <a:pt x="13" y="20"/>
                    </a:cubicBezTo>
                    <a:cubicBezTo>
                      <a:pt x="11" y="23"/>
                      <a:pt x="11" y="23"/>
                      <a:pt x="11" y="23"/>
                    </a:cubicBezTo>
                    <a:cubicBezTo>
                      <a:pt x="12" y="21"/>
                      <a:pt x="12" y="23"/>
                      <a:pt x="12" y="22"/>
                    </a:cubicBezTo>
                    <a:cubicBezTo>
                      <a:pt x="13" y="21"/>
                      <a:pt x="12" y="23"/>
                      <a:pt x="12" y="22"/>
                    </a:cubicBezTo>
                    <a:cubicBezTo>
                      <a:pt x="13" y="21"/>
                      <a:pt x="14" y="19"/>
                      <a:pt x="14" y="20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2" y="23"/>
                      <a:pt x="13" y="21"/>
                      <a:pt x="13" y="22"/>
                    </a:cubicBezTo>
                    <a:cubicBezTo>
                      <a:pt x="13" y="23"/>
                      <a:pt x="13" y="23"/>
                      <a:pt x="13" y="23"/>
                    </a:cubicBezTo>
                    <a:cubicBezTo>
                      <a:pt x="13" y="23"/>
                      <a:pt x="14" y="24"/>
                      <a:pt x="16" y="20"/>
                    </a:cubicBezTo>
                    <a:cubicBezTo>
                      <a:pt x="16" y="22"/>
                      <a:pt x="16" y="22"/>
                      <a:pt x="15" y="23"/>
                    </a:cubicBezTo>
                    <a:cubicBezTo>
                      <a:pt x="16" y="23"/>
                      <a:pt x="16" y="22"/>
                      <a:pt x="16" y="22"/>
                    </a:cubicBezTo>
                    <a:cubicBezTo>
                      <a:pt x="16" y="23"/>
                      <a:pt x="16" y="23"/>
                      <a:pt x="16" y="23"/>
                    </a:cubicBezTo>
                    <a:cubicBezTo>
                      <a:pt x="15" y="25"/>
                      <a:pt x="16" y="23"/>
                      <a:pt x="17" y="22"/>
                    </a:cubicBezTo>
                    <a:cubicBezTo>
                      <a:pt x="16" y="23"/>
                      <a:pt x="16" y="23"/>
                      <a:pt x="16" y="23"/>
                    </a:cubicBezTo>
                    <a:cubicBezTo>
                      <a:pt x="16" y="25"/>
                      <a:pt x="17" y="23"/>
                      <a:pt x="17" y="22"/>
                    </a:cubicBezTo>
                    <a:cubicBezTo>
                      <a:pt x="17" y="23"/>
                      <a:pt x="17" y="23"/>
                      <a:pt x="17" y="23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8" y="22"/>
                      <a:pt x="18" y="22"/>
                      <a:pt x="17" y="24"/>
                    </a:cubicBezTo>
                    <a:cubicBezTo>
                      <a:pt x="18" y="23"/>
                      <a:pt x="18" y="23"/>
                      <a:pt x="18" y="23"/>
                    </a:cubicBezTo>
                    <a:cubicBezTo>
                      <a:pt x="17" y="24"/>
                      <a:pt x="18" y="24"/>
                      <a:pt x="18" y="24"/>
                    </a:cubicBezTo>
                    <a:cubicBezTo>
                      <a:pt x="18" y="24"/>
                      <a:pt x="18" y="23"/>
                      <a:pt x="18" y="24"/>
                    </a:cubicBezTo>
                    <a:cubicBezTo>
                      <a:pt x="18" y="23"/>
                      <a:pt x="19" y="23"/>
                      <a:pt x="20" y="21"/>
                    </a:cubicBezTo>
                    <a:cubicBezTo>
                      <a:pt x="21" y="19"/>
                      <a:pt x="19" y="22"/>
                      <a:pt x="20" y="21"/>
                    </a:cubicBezTo>
                    <a:cubicBezTo>
                      <a:pt x="19" y="23"/>
                      <a:pt x="19" y="23"/>
                      <a:pt x="19" y="23"/>
                    </a:cubicBezTo>
                    <a:cubicBezTo>
                      <a:pt x="19" y="23"/>
                      <a:pt x="19" y="24"/>
                      <a:pt x="18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9" y="23"/>
                      <a:pt x="19" y="23"/>
                      <a:pt x="19" y="23"/>
                    </a:cubicBezTo>
                    <a:cubicBezTo>
                      <a:pt x="18" y="25"/>
                      <a:pt x="20" y="23"/>
                      <a:pt x="20" y="24"/>
                    </a:cubicBezTo>
                    <a:cubicBezTo>
                      <a:pt x="20" y="24"/>
                      <a:pt x="22" y="22"/>
                      <a:pt x="22" y="22"/>
                    </a:cubicBezTo>
                    <a:cubicBezTo>
                      <a:pt x="24" y="20"/>
                      <a:pt x="21" y="24"/>
                      <a:pt x="20" y="25"/>
                    </a:cubicBezTo>
                    <a:cubicBezTo>
                      <a:pt x="21" y="24"/>
                      <a:pt x="21" y="24"/>
                      <a:pt x="21" y="24"/>
                    </a:cubicBezTo>
                    <a:cubicBezTo>
                      <a:pt x="21" y="24"/>
                      <a:pt x="21" y="24"/>
                      <a:pt x="21" y="24"/>
                    </a:cubicBezTo>
                    <a:cubicBezTo>
                      <a:pt x="22" y="24"/>
                      <a:pt x="22" y="23"/>
                      <a:pt x="22" y="24"/>
                    </a:cubicBezTo>
                    <a:cubicBezTo>
                      <a:pt x="22" y="24"/>
                      <a:pt x="22" y="24"/>
                      <a:pt x="22" y="24"/>
                    </a:cubicBezTo>
                    <a:cubicBezTo>
                      <a:pt x="22" y="25"/>
                      <a:pt x="21" y="26"/>
                      <a:pt x="21" y="26"/>
                    </a:cubicBezTo>
                    <a:cubicBezTo>
                      <a:pt x="22" y="24"/>
                      <a:pt x="22" y="25"/>
                      <a:pt x="23" y="24"/>
                    </a:cubicBezTo>
                    <a:cubicBezTo>
                      <a:pt x="22" y="25"/>
                      <a:pt x="22" y="25"/>
                      <a:pt x="22" y="25"/>
                    </a:cubicBezTo>
                    <a:cubicBezTo>
                      <a:pt x="23" y="23"/>
                      <a:pt x="23" y="23"/>
                      <a:pt x="23" y="23"/>
                    </a:cubicBezTo>
                    <a:cubicBezTo>
                      <a:pt x="23" y="24"/>
                      <a:pt x="23" y="24"/>
                      <a:pt x="23" y="24"/>
                    </a:cubicBezTo>
                    <a:cubicBezTo>
                      <a:pt x="22" y="26"/>
                      <a:pt x="22" y="26"/>
                      <a:pt x="22" y="26"/>
                    </a:cubicBezTo>
                    <a:cubicBezTo>
                      <a:pt x="21" y="26"/>
                      <a:pt x="23" y="24"/>
                      <a:pt x="24" y="24"/>
                    </a:cubicBezTo>
                    <a:cubicBezTo>
                      <a:pt x="24" y="23"/>
                      <a:pt x="23" y="24"/>
                      <a:pt x="23" y="25"/>
                    </a:cubicBezTo>
                    <a:cubicBezTo>
                      <a:pt x="22" y="25"/>
                      <a:pt x="23" y="25"/>
                      <a:pt x="23" y="25"/>
                    </a:cubicBezTo>
                    <a:cubicBezTo>
                      <a:pt x="22" y="26"/>
                      <a:pt x="23" y="25"/>
                      <a:pt x="22" y="26"/>
                    </a:cubicBezTo>
                    <a:cubicBezTo>
                      <a:pt x="22" y="26"/>
                      <a:pt x="23" y="25"/>
                      <a:pt x="23" y="25"/>
                    </a:cubicBezTo>
                    <a:cubicBezTo>
                      <a:pt x="23" y="25"/>
                      <a:pt x="24" y="25"/>
                      <a:pt x="23" y="26"/>
                    </a:cubicBezTo>
                    <a:cubicBezTo>
                      <a:pt x="23" y="26"/>
                      <a:pt x="23" y="26"/>
                      <a:pt x="24" y="25"/>
                    </a:cubicBezTo>
                    <a:cubicBezTo>
                      <a:pt x="24" y="25"/>
                      <a:pt x="24" y="24"/>
                      <a:pt x="25" y="24"/>
                    </a:cubicBezTo>
                    <a:cubicBezTo>
                      <a:pt x="25" y="24"/>
                      <a:pt x="25" y="23"/>
                      <a:pt x="25" y="24"/>
                    </a:cubicBezTo>
                    <a:cubicBezTo>
                      <a:pt x="25" y="24"/>
                      <a:pt x="25" y="24"/>
                      <a:pt x="25" y="24"/>
                    </a:cubicBezTo>
                    <a:cubicBezTo>
                      <a:pt x="25" y="24"/>
                      <a:pt x="25" y="24"/>
                      <a:pt x="26" y="23"/>
                    </a:cubicBezTo>
                    <a:cubicBezTo>
                      <a:pt x="24" y="25"/>
                      <a:pt x="24" y="25"/>
                      <a:pt x="24" y="25"/>
                    </a:cubicBezTo>
                    <a:cubicBezTo>
                      <a:pt x="25" y="24"/>
                      <a:pt x="25" y="24"/>
                      <a:pt x="26" y="24"/>
                    </a:cubicBezTo>
                    <a:cubicBezTo>
                      <a:pt x="25" y="25"/>
                      <a:pt x="23" y="27"/>
                      <a:pt x="23" y="27"/>
                    </a:cubicBezTo>
                    <a:cubicBezTo>
                      <a:pt x="25" y="26"/>
                      <a:pt x="25" y="26"/>
                      <a:pt x="25" y="26"/>
                    </a:cubicBezTo>
                    <a:cubicBezTo>
                      <a:pt x="25" y="26"/>
                      <a:pt x="25" y="26"/>
                      <a:pt x="24" y="27"/>
                    </a:cubicBezTo>
                    <a:cubicBezTo>
                      <a:pt x="24" y="28"/>
                      <a:pt x="27" y="24"/>
                      <a:pt x="27" y="25"/>
                    </a:cubicBezTo>
                    <a:cubicBezTo>
                      <a:pt x="25" y="27"/>
                      <a:pt x="25" y="27"/>
                      <a:pt x="25" y="27"/>
                    </a:cubicBezTo>
                    <a:cubicBezTo>
                      <a:pt x="26" y="27"/>
                      <a:pt x="26" y="27"/>
                      <a:pt x="26" y="27"/>
                    </a:cubicBezTo>
                    <a:cubicBezTo>
                      <a:pt x="26" y="26"/>
                      <a:pt x="25" y="28"/>
                      <a:pt x="25" y="27"/>
                    </a:cubicBezTo>
                    <a:cubicBezTo>
                      <a:pt x="26" y="26"/>
                      <a:pt x="26" y="26"/>
                      <a:pt x="26" y="26"/>
                    </a:cubicBezTo>
                    <a:cubicBezTo>
                      <a:pt x="24" y="29"/>
                      <a:pt x="27" y="27"/>
                      <a:pt x="26" y="29"/>
                    </a:cubicBezTo>
                    <a:cubicBezTo>
                      <a:pt x="27" y="27"/>
                      <a:pt x="26" y="29"/>
                      <a:pt x="27" y="28"/>
                    </a:cubicBezTo>
                    <a:cubicBezTo>
                      <a:pt x="25" y="30"/>
                      <a:pt x="27" y="28"/>
                      <a:pt x="26" y="29"/>
                    </a:cubicBezTo>
                    <a:cubicBezTo>
                      <a:pt x="28" y="27"/>
                      <a:pt x="28" y="27"/>
                      <a:pt x="28" y="27"/>
                    </a:cubicBezTo>
                    <a:cubicBezTo>
                      <a:pt x="27" y="29"/>
                      <a:pt x="31" y="25"/>
                      <a:pt x="29" y="27"/>
                    </a:cubicBezTo>
                    <a:cubicBezTo>
                      <a:pt x="27" y="29"/>
                      <a:pt x="27" y="29"/>
                      <a:pt x="27" y="29"/>
                    </a:cubicBezTo>
                    <a:cubicBezTo>
                      <a:pt x="26" y="31"/>
                      <a:pt x="29" y="27"/>
                      <a:pt x="28" y="30"/>
                    </a:cubicBezTo>
                    <a:cubicBezTo>
                      <a:pt x="28" y="29"/>
                      <a:pt x="29" y="28"/>
                      <a:pt x="30" y="27"/>
                    </a:cubicBezTo>
                    <a:cubicBezTo>
                      <a:pt x="30" y="28"/>
                      <a:pt x="29" y="29"/>
                      <a:pt x="29" y="30"/>
                    </a:cubicBezTo>
                    <a:cubicBezTo>
                      <a:pt x="29" y="29"/>
                      <a:pt x="30" y="29"/>
                      <a:pt x="29" y="30"/>
                    </a:cubicBezTo>
                    <a:cubicBezTo>
                      <a:pt x="28" y="30"/>
                      <a:pt x="28" y="30"/>
                      <a:pt x="28" y="30"/>
                    </a:cubicBezTo>
                    <a:cubicBezTo>
                      <a:pt x="28" y="31"/>
                      <a:pt x="29" y="30"/>
                      <a:pt x="30" y="30"/>
                    </a:cubicBezTo>
                    <a:cubicBezTo>
                      <a:pt x="28" y="31"/>
                      <a:pt x="29" y="31"/>
                      <a:pt x="29" y="32"/>
                    </a:cubicBezTo>
                    <a:cubicBezTo>
                      <a:pt x="31" y="30"/>
                      <a:pt x="29" y="33"/>
                      <a:pt x="31" y="31"/>
                    </a:cubicBezTo>
                    <a:cubicBezTo>
                      <a:pt x="30" y="31"/>
                      <a:pt x="30" y="31"/>
                      <a:pt x="30" y="31"/>
                    </a:cubicBezTo>
                    <a:cubicBezTo>
                      <a:pt x="31" y="31"/>
                      <a:pt x="32" y="29"/>
                      <a:pt x="32" y="29"/>
                    </a:cubicBezTo>
                    <a:cubicBezTo>
                      <a:pt x="31" y="31"/>
                      <a:pt x="31" y="31"/>
                      <a:pt x="31" y="31"/>
                    </a:cubicBezTo>
                    <a:cubicBezTo>
                      <a:pt x="29" y="33"/>
                      <a:pt x="31" y="31"/>
                      <a:pt x="30" y="32"/>
                    </a:cubicBezTo>
                    <a:cubicBezTo>
                      <a:pt x="31" y="31"/>
                      <a:pt x="30" y="32"/>
                      <a:pt x="31" y="31"/>
                    </a:cubicBezTo>
                    <a:cubicBezTo>
                      <a:pt x="32" y="31"/>
                      <a:pt x="32" y="31"/>
                      <a:pt x="32" y="31"/>
                    </a:cubicBezTo>
                    <a:cubicBezTo>
                      <a:pt x="33" y="30"/>
                      <a:pt x="33" y="30"/>
                      <a:pt x="33" y="30"/>
                    </a:cubicBezTo>
                    <a:cubicBezTo>
                      <a:pt x="33" y="30"/>
                      <a:pt x="31" y="32"/>
                      <a:pt x="31" y="32"/>
                    </a:cubicBezTo>
                    <a:cubicBezTo>
                      <a:pt x="31" y="33"/>
                      <a:pt x="31" y="32"/>
                      <a:pt x="32" y="32"/>
                    </a:cubicBezTo>
                    <a:cubicBezTo>
                      <a:pt x="32" y="32"/>
                      <a:pt x="32" y="32"/>
                      <a:pt x="32" y="32"/>
                    </a:cubicBezTo>
                    <a:cubicBezTo>
                      <a:pt x="32" y="32"/>
                      <a:pt x="32" y="32"/>
                      <a:pt x="32" y="32"/>
                    </a:cubicBezTo>
                    <a:cubicBezTo>
                      <a:pt x="32" y="32"/>
                      <a:pt x="32" y="32"/>
                      <a:pt x="32" y="32"/>
                    </a:cubicBezTo>
                    <a:cubicBezTo>
                      <a:pt x="32" y="32"/>
                      <a:pt x="32" y="32"/>
                      <a:pt x="32" y="32"/>
                    </a:cubicBezTo>
                    <a:cubicBezTo>
                      <a:pt x="32" y="32"/>
                      <a:pt x="32" y="32"/>
                      <a:pt x="32" y="32"/>
                    </a:cubicBezTo>
                    <a:cubicBezTo>
                      <a:pt x="32" y="32"/>
                      <a:pt x="32" y="32"/>
                      <a:pt x="32" y="32"/>
                    </a:cubicBezTo>
                    <a:cubicBezTo>
                      <a:pt x="32" y="32"/>
                      <a:pt x="32" y="32"/>
                      <a:pt x="32" y="32"/>
                    </a:cubicBezTo>
                    <a:cubicBezTo>
                      <a:pt x="32" y="32"/>
                      <a:pt x="32" y="32"/>
                      <a:pt x="31" y="33"/>
                    </a:cubicBezTo>
                    <a:cubicBezTo>
                      <a:pt x="30" y="34"/>
                      <a:pt x="30" y="34"/>
                      <a:pt x="30" y="34"/>
                    </a:cubicBezTo>
                    <a:cubicBezTo>
                      <a:pt x="30" y="34"/>
                      <a:pt x="32" y="33"/>
                      <a:pt x="32" y="32"/>
                    </a:cubicBezTo>
                    <a:cubicBezTo>
                      <a:pt x="32" y="34"/>
                      <a:pt x="33" y="33"/>
                      <a:pt x="34" y="33"/>
                    </a:cubicBezTo>
                    <a:cubicBezTo>
                      <a:pt x="34" y="33"/>
                      <a:pt x="33" y="33"/>
                      <a:pt x="33" y="33"/>
                    </a:cubicBezTo>
                    <a:cubicBezTo>
                      <a:pt x="34" y="33"/>
                      <a:pt x="35" y="32"/>
                      <a:pt x="34" y="33"/>
                    </a:cubicBezTo>
                    <a:cubicBezTo>
                      <a:pt x="35" y="32"/>
                      <a:pt x="33" y="34"/>
                      <a:pt x="34" y="34"/>
                    </a:cubicBezTo>
                    <a:cubicBezTo>
                      <a:pt x="33" y="34"/>
                      <a:pt x="35" y="33"/>
                      <a:pt x="34" y="33"/>
                    </a:cubicBezTo>
                    <a:cubicBezTo>
                      <a:pt x="33" y="35"/>
                      <a:pt x="36" y="32"/>
                      <a:pt x="35" y="34"/>
                    </a:cubicBezTo>
                    <a:cubicBezTo>
                      <a:pt x="36" y="33"/>
                      <a:pt x="35" y="34"/>
                      <a:pt x="34" y="35"/>
                    </a:cubicBezTo>
                    <a:cubicBezTo>
                      <a:pt x="35" y="34"/>
                      <a:pt x="36" y="34"/>
                      <a:pt x="37" y="33"/>
                    </a:cubicBezTo>
                    <a:cubicBezTo>
                      <a:pt x="36" y="34"/>
                      <a:pt x="36" y="34"/>
                      <a:pt x="36" y="34"/>
                    </a:cubicBezTo>
                    <a:cubicBezTo>
                      <a:pt x="36" y="34"/>
                      <a:pt x="36" y="34"/>
                      <a:pt x="37" y="34"/>
                    </a:cubicBezTo>
                    <a:cubicBezTo>
                      <a:pt x="38" y="33"/>
                      <a:pt x="39" y="32"/>
                      <a:pt x="39" y="32"/>
                    </a:cubicBezTo>
                    <a:cubicBezTo>
                      <a:pt x="39" y="32"/>
                      <a:pt x="39" y="32"/>
                      <a:pt x="39" y="32"/>
                    </a:cubicBezTo>
                    <a:cubicBezTo>
                      <a:pt x="40" y="32"/>
                      <a:pt x="40" y="32"/>
                      <a:pt x="40" y="32"/>
                    </a:cubicBezTo>
                    <a:cubicBezTo>
                      <a:pt x="39" y="33"/>
                      <a:pt x="39" y="32"/>
                      <a:pt x="39" y="33"/>
                    </a:cubicBezTo>
                    <a:cubicBezTo>
                      <a:pt x="37" y="35"/>
                      <a:pt x="38" y="34"/>
                      <a:pt x="38" y="35"/>
                    </a:cubicBezTo>
                    <a:cubicBezTo>
                      <a:pt x="39" y="34"/>
                      <a:pt x="39" y="34"/>
                      <a:pt x="39" y="34"/>
                    </a:cubicBezTo>
                    <a:cubicBezTo>
                      <a:pt x="40" y="33"/>
                      <a:pt x="38" y="35"/>
                      <a:pt x="38" y="35"/>
                    </a:cubicBezTo>
                    <a:cubicBezTo>
                      <a:pt x="42" y="32"/>
                      <a:pt x="42" y="32"/>
                      <a:pt x="42" y="32"/>
                    </a:cubicBezTo>
                    <a:cubicBezTo>
                      <a:pt x="42" y="32"/>
                      <a:pt x="41" y="33"/>
                      <a:pt x="40" y="34"/>
                    </a:cubicBezTo>
                    <a:cubicBezTo>
                      <a:pt x="40" y="34"/>
                      <a:pt x="42" y="32"/>
                      <a:pt x="44" y="31"/>
                    </a:cubicBezTo>
                    <a:cubicBezTo>
                      <a:pt x="44" y="31"/>
                      <a:pt x="45" y="31"/>
                      <a:pt x="45" y="31"/>
                    </a:cubicBezTo>
                    <a:cubicBezTo>
                      <a:pt x="44" y="32"/>
                      <a:pt x="45" y="31"/>
                      <a:pt x="44" y="32"/>
                    </a:cubicBezTo>
                    <a:cubicBezTo>
                      <a:pt x="43" y="33"/>
                      <a:pt x="43" y="33"/>
                      <a:pt x="43" y="33"/>
                    </a:cubicBezTo>
                    <a:cubicBezTo>
                      <a:pt x="43" y="33"/>
                      <a:pt x="41" y="34"/>
                      <a:pt x="40" y="35"/>
                    </a:cubicBezTo>
                    <a:cubicBezTo>
                      <a:pt x="41" y="35"/>
                      <a:pt x="41" y="36"/>
                      <a:pt x="41" y="36"/>
                    </a:cubicBezTo>
                    <a:cubicBezTo>
                      <a:pt x="43" y="34"/>
                      <a:pt x="42" y="35"/>
                      <a:pt x="44" y="34"/>
                    </a:cubicBezTo>
                    <a:cubicBezTo>
                      <a:pt x="44" y="34"/>
                      <a:pt x="43" y="35"/>
                      <a:pt x="42" y="36"/>
                    </a:cubicBezTo>
                    <a:cubicBezTo>
                      <a:pt x="43" y="35"/>
                      <a:pt x="43" y="36"/>
                      <a:pt x="43" y="36"/>
                    </a:cubicBezTo>
                    <a:cubicBezTo>
                      <a:pt x="43" y="36"/>
                      <a:pt x="43" y="36"/>
                      <a:pt x="43" y="36"/>
                    </a:cubicBezTo>
                    <a:cubicBezTo>
                      <a:pt x="44" y="36"/>
                      <a:pt x="43" y="37"/>
                      <a:pt x="45" y="36"/>
                    </a:cubicBezTo>
                    <a:cubicBezTo>
                      <a:pt x="44" y="37"/>
                      <a:pt x="44" y="37"/>
                      <a:pt x="44" y="37"/>
                    </a:cubicBezTo>
                    <a:cubicBezTo>
                      <a:pt x="44" y="37"/>
                      <a:pt x="47" y="34"/>
                      <a:pt x="46" y="36"/>
                    </a:cubicBezTo>
                    <a:cubicBezTo>
                      <a:pt x="45" y="36"/>
                      <a:pt x="45" y="36"/>
                      <a:pt x="45" y="36"/>
                    </a:cubicBezTo>
                    <a:cubicBezTo>
                      <a:pt x="46" y="36"/>
                      <a:pt x="44" y="38"/>
                      <a:pt x="46" y="36"/>
                    </a:cubicBezTo>
                    <a:cubicBezTo>
                      <a:pt x="45" y="37"/>
                      <a:pt x="45" y="37"/>
                      <a:pt x="45" y="37"/>
                    </a:cubicBezTo>
                    <a:cubicBezTo>
                      <a:pt x="45" y="37"/>
                      <a:pt x="45" y="37"/>
                      <a:pt x="47" y="36"/>
                    </a:cubicBezTo>
                    <a:cubicBezTo>
                      <a:pt x="45" y="38"/>
                      <a:pt x="45" y="38"/>
                      <a:pt x="45" y="38"/>
                    </a:cubicBezTo>
                    <a:cubicBezTo>
                      <a:pt x="45" y="39"/>
                      <a:pt x="47" y="36"/>
                      <a:pt x="47" y="37"/>
                    </a:cubicBezTo>
                    <a:cubicBezTo>
                      <a:pt x="47" y="37"/>
                      <a:pt x="46" y="38"/>
                      <a:pt x="46" y="38"/>
                    </a:cubicBezTo>
                    <a:cubicBezTo>
                      <a:pt x="47" y="37"/>
                      <a:pt x="47" y="38"/>
                      <a:pt x="47" y="38"/>
                    </a:cubicBezTo>
                    <a:cubicBezTo>
                      <a:pt x="46" y="39"/>
                      <a:pt x="46" y="39"/>
                      <a:pt x="46" y="39"/>
                    </a:cubicBezTo>
                    <a:cubicBezTo>
                      <a:pt x="47" y="40"/>
                      <a:pt x="47" y="41"/>
                      <a:pt x="50" y="41"/>
                    </a:cubicBezTo>
                    <a:cubicBezTo>
                      <a:pt x="48" y="42"/>
                      <a:pt x="48" y="41"/>
                      <a:pt x="47" y="43"/>
                    </a:cubicBezTo>
                    <a:cubicBezTo>
                      <a:pt x="49" y="41"/>
                      <a:pt x="48" y="42"/>
                      <a:pt x="49" y="42"/>
                    </a:cubicBezTo>
                    <a:cubicBezTo>
                      <a:pt x="48" y="42"/>
                      <a:pt x="48" y="42"/>
                      <a:pt x="48" y="42"/>
                    </a:cubicBezTo>
                    <a:cubicBezTo>
                      <a:pt x="49" y="42"/>
                      <a:pt x="48" y="43"/>
                      <a:pt x="48" y="43"/>
                    </a:cubicBezTo>
                    <a:cubicBezTo>
                      <a:pt x="49" y="43"/>
                      <a:pt x="49" y="43"/>
                      <a:pt x="49" y="43"/>
                    </a:cubicBezTo>
                    <a:cubicBezTo>
                      <a:pt x="50" y="42"/>
                      <a:pt x="47" y="45"/>
                      <a:pt x="49" y="43"/>
                    </a:cubicBezTo>
                    <a:cubicBezTo>
                      <a:pt x="48" y="44"/>
                      <a:pt x="48" y="44"/>
                      <a:pt x="48" y="44"/>
                    </a:cubicBezTo>
                    <a:cubicBezTo>
                      <a:pt x="50" y="43"/>
                      <a:pt x="47" y="45"/>
                      <a:pt x="49" y="44"/>
                    </a:cubicBezTo>
                    <a:cubicBezTo>
                      <a:pt x="49" y="44"/>
                      <a:pt x="49" y="44"/>
                      <a:pt x="49" y="44"/>
                    </a:cubicBezTo>
                    <a:cubicBezTo>
                      <a:pt x="48" y="45"/>
                      <a:pt x="51" y="43"/>
                      <a:pt x="50" y="44"/>
                    </a:cubicBezTo>
                    <a:cubicBezTo>
                      <a:pt x="50" y="44"/>
                      <a:pt x="51" y="44"/>
                      <a:pt x="53" y="43"/>
                    </a:cubicBezTo>
                    <a:cubicBezTo>
                      <a:pt x="51" y="44"/>
                      <a:pt x="51" y="44"/>
                      <a:pt x="51" y="44"/>
                    </a:cubicBezTo>
                    <a:cubicBezTo>
                      <a:pt x="52" y="44"/>
                      <a:pt x="52" y="46"/>
                      <a:pt x="55" y="45"/>
                    </a:cubicBezTo>
                    <a:cubicBezTo>
                      <a:pt x="54" y="45"/>
                      <a:pt x="54" y="45"/>
                      <a:pt x="54" y="45"/>
                    </a:cubicBezTo>
                    <a:cubicBezTo>
                      <a:pt x="56" y="44"/>
                      <a:pt x="52" y="48"/>
                      <a:pt x="56" y="45"/>
                    </a:cubicBezTo>
                    <a:cubicBezTo>
                      <a:pt x="58" y="45"/>
                      <a:pt x="58" y="45"/>
                      <a:pt x="58" y="45"/>
                    </a:cubicBezTo>
                    <a:cubicBezTo>
                      <a:pt x="56" y="46"/>
                      <a:pt x="56" y="46"/>
                      <a:pt x="56" y="46"/>
                    </a:cubicBezTo>
                    <a:cubicBezTo>
                      <a:pt x="57" y="46"/>
                      <a:pt x="56" y="46"/>
                      <a:pt x="58" y="46"/>
                    </a:cubicBezTo>
                    <a:cubicBezTo>
                      <a:pt x="56" y="46"/>
                      <a:pt x="56" y="46"/>
                      <a:pt x="56" y="46"/>
                    </a:cubicBezTo>
                    <a:cubicBezTo>
                      <a:pt x="56" y="47"/>
                      <a:pt x="59" y="46"/>
                      <a:pt x="58" y="46"/>
                    </a:cubicBezTo>
                    <a:cubicBezTo>
                      <a:pt x="57" y="46"/>
                      <a:pt x="57" y="46"/>
                      <a:pt x="57" y="46"/>
                    </a:cubicBezTo>
                    <a:cubicBezTo>
                      <a:pt x="55" y="49"/>
                      <a:pt x="54" y="52"/>
                      <a:pt x="58" y="51"/>
                    </a:cubicBezTo>
                    <a:cubicBezTo>
                      <a:pt x="59" y="50"/>
                      <a:pt x="56" y="52"/>
                      <a:pt x="56" y="52"/>
                    </a:cubicBezTo>
                    <a:cubicBezTo>
                      <a:pt x="60" y="51"/>
                      <a:pt x="56" y="55"/>
                      <a:pt x="61" y="53"/>
                    </a:cubicBezTo>
                    <a:cubicBezTo>
                      <a:pt x="63" y="53"/>
                      <a:pt x="68" y="50"/>
                      <a:pt x="68" y="50"/>
                    </a:cubicBezTo>
                    <a:cubicBezTo>
                      <a:pt x="65" y="50"/>
                      <a:pt x="66" y="47"/>
                      <a:pt x="68" y="44"/>
                    </a:cubicBezTo>
                    <a:cubicBezTo>
                      <a:pt x="67" y="44"/>
                      <a:pt x="66" y="43"/>
                      <a:pt x="66" y="4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98" name="Freeform 374"/>
              <p:cNvSpPr/>
              <p:nvPr>
                <p:custDataLst>
                  <p:tags r:id="rId219"/>
                </p:custDataLst>
              </p:nvPr>
            </p:nvSpPr>
            <p:spPr bwMode="auto">
              <a:xfrm>
                <a:off x="3472" y="2077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  <a:gd name="T4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99" name="Freeform 375"/>
              <p:cNvSpPr/>
              <p:nvPr>
                <p:custDataLst>
                  <p:tags r:id="rId220"/>
                </p:custDataLst>
              </p:nvPr>
            </p:nvSpPr>
            <p:spPr bwMode="auto">
              <a:xfrm>
                <a:off x="4219" y="2506"/>
                <a:ext cx="2" cy="4"/>
              </a:xfrm>
              <a:custGeom>
                <a:avLst/>
                <a:gdLst>
                  <a:gd name="T0" fmla="*/ 0 w 1"/>
                  <a:gd name="T1" fmla="*/ 1 h 2"/>
                  <a:gd name="T2" fmla="*/ 1 w 1"/>
                  <a:gd name="T3" fmla="*/ 1 h 2"/>
                  <a:gd name="T4" fmla="*/ 1 w 1"/>
                  <a:gd name="T5" fmla="*/ 0 h 2"/>
                  <a:gd name="T6" fmla="*/ 0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2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00" name="Freeform 376"/>
              <p:cNvSpPr/>
              <p:nvPr>
                <p:custDataLst>
                  <p:tags r:id="rId221"/>
                </p:custDataLst>
              </p:nvPr>
            </p:nvSpPr>
            <p:spPr bwMode="auto">
              <a:xfrm>
                <a:off x="4228" y="2482"/>
                <a:ext cx="6" cy="3"/>
              </a:xfrm>
              <a:custGeom>
                <a:avLst/>
                <a:gdLst>
                  <a:gd name="T0" fmla="*/ 3 w 3"/>
                  <a:gd name="T1" fmla="*/ 0 h 1"/>
                  <a:gd name="T2" fmla="*/ 0 w 3"/>
                  <a:gd name="T3" fmla="*/ 1 h 1"/>
                  <a:gd name="T4" fmla="*/ 3 w 3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1"/>
                      <a:pt x="2" y="0"/>
                      <a:pt x="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01" name="Freeform 377"/>
              <p:cNvSpPr/>
              <p:nvPr>
                <p:custDataLst>
                  <p:tags r:id="rId222"/>
                </p:custDataLst>
              </p:nvPr>
            </p:nvSpPr>
            <p:spPr bwMode="auto">
              <a:xfrm>
                <a:off x="3472" y="2073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  <a:gd name="T3" fmla="*/ 1 h 1"/>
                  <a:gd name="T4" fmla="*/ 1 h 1"/>
                  <a:gd name="T5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02" name="Freeform 378"/>
              <p:cNvSpPr/>
              <p:nvPr>
                <p:custDataLst>
                  <p:tags r:id="rId223"/>
                </p:custDataLst>
              </p:nvPr>
            </p:nvSpPr>
            <p:spPr bwMode="auto">
              <a:xfrm>
                <a:off x="3472" y="207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03" name="Freeform 379"/>
              <p:cNvSpPr/>
              <p:nvPr>
                <p:custDataLst>
                  <p:tags r:id="rId224"/>
                </p:custDataLst>
              </p:nvPr>
            </p:nvSpPr>
            <p:spPr bwMode="auto">
              <a:xfrm>
                <a:off x="4219" y="2510"/>
                <a:ext cx="5" cy="2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0 h 1"/>
                  <a:gd name="T4" fmla="*/ 0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0" y="1"/>
                      <a:pt x="1" y="1"/>
                      <a:pt x="2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04" name="Freeform 380"/>
              <p:cNvSpPr/>
              <p:nvPr>
                <p:custDataLst>
                  <p:tags r:id="rId225"/>
                </p:custDataLst>
              </p:nvPr>
            </p:nvSpPr>
            <p:spPr bwMode="auto">
              <a:xfrm>
                <a:off x="4221" y="2514"/>
                <a:ext cx="3" cy="4"/>
              </a:xfrm>
              <a:custGeom>
                <a:avLst/>
                <a:gdLst>
                  <a:gd name="T0" fmla="*/ 1 w 1"/>
                  <a:gd name="T1" fmla="*/ 0 h 2"/>
                  <a:gd name="T2" fmla="*/ 1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1" y="1"/>
                      <a:pt x="1" y="2"/>
                    </a:cubicBezTo>
                    <a:cubicBezTo>
                      <a:pt x="1" y="1"/>
                      <a:pt x="1" y="1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05" name="Oval 381"/>
              <p:cNvSpPr>
                <a:spLocks noChangeArrowheads="1"/>
              </p:cNvSpPr>
              <p:nvPr>
                <p:custDataLst>
                  <p:tags r:id="rId226"/>
                </p:custDataLst>
              </p:nvPr>
            </p:nvSpPr>
            <p:spPr bwMode="auto">
              <a:xfrm>
                <a:off x="3905" y="2275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06" name="Freeform 382"/>
              <p:cNvSpPr/>
              <p:nvPr>
                <p:custDataLst>
                  <p:tags r:id="rId227"/>
                </p:custDataLst>
              </p:nvPr>
            </p:nvSpPr>
            <p:spPr bwMode="auto">
              <a:xfrm>
                <a:off x="4217" y="2510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07" name="Freeform 383"/>
              <p:cNvSpPr/>
              <p:nvPr>
                <p:custDataLst>
                  <p:tags r:id="rId228"/>
                </p:custDataLst>
              </p:nvPr>
            </p:nvSpPr>
            <p:spPr bwMode="auto">
              <a:xfrm>
                <a:off x="4296" y="2552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08" name="Freeform 384"/>
              <p:cNvSpPr/>
              <p:nvPr>
                <p:custDataLst>
                  <p:tags r:id="rId229"/>
                </p:custDataLst>
              </p:nvPr>
            </p:nvSpPr>
            <p:spPr bwMode="auto">
              <a:xfrm>
                <a:off x="4289" y="255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09" name="Freeform 385"/>
              <p:cNvSpPr/>
              <p:nvPr>
                <p:custDataLst>
                  <p:tags r:id="rId230"/>
                </p:custDataLst>
              </p:nvPr>
            </p:nvSpPr>
            <p:spPr bwMode="auto">
              <a:xfrm>
                <a:off x="4296" y="2552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10" name="Freeform 386"/>
              <p:cNvSpPr/>
              <p:nvPr>
                <p:custDataLst>
                  <p:tags r:id="rId231"/>
                </p:custDataLst>
              </p:nvPr>
            </p:nvSpPr>
            <p:spPr bwMode="auto">
              <a:xfrm>
                <a:off x="4306" y="2555"/>
                <a:ext cx="2" cy="4"/>
              </a:xfrm>
              <a:custGeom>
                <a:avLst/>
                <a:gdLst>
                  <a:gd name="T0" fmla="*/ 0 w 2"/>
                  <a:gd name="T1" fmla="*/ 4 h 4"/>
                  <a:gd name="T2" fmla="*/ 0 w 2"/>
                  <a:gd name="T3" fmla="*/ 4 h 4"/>
                  <a:gd name="T4" fmla="*/ 2 w 2"/>
                  <a:gd name="T5" fmla="*/ 0 h 4"/>
                  <a:gd name="T6" fmla="*/ 0 w 2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lnTo>
                      <a:pt x="0" y="4"/>
                    </a:lnTo>
                    <a:lnTo>
                      <a:pt x="2" y="0"/>
                    </a:lnTo>
                    <a:lnTo>
                      <a:pt x="0" y="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11" name="Freeform 387"/>
              <p:cNvSpPr/>
              <p:nvPr>
                <p:custDataLst>
                  <p:tags r:id="rId232"/>
                </p:custDataLst>
              </p:nvPr>
            </p:nvSpPr>
            <p:spPr bwMode="auto">
              <a:xfrm>
                <a:off x="3903" y="2275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12" name="Freeform 388"/>
              <p:cNvSpPr/>
              <p:nvPr>
                <p:custDataLst>
                  <p:tags r:id="rId233"/>
                </p:custDataLst>
              </p:nvPr>
            </p:nvSpPr>
            <p:spPr bwMode="auto">
              <a:xfrm>
                <a:off x="3901" y="257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13" name="Freeform 389"/>
              <p:cNvSpPr/>
              <p:nvPr>
                <p:custDataLst>
                  <p:tags r:id="rId234"/>
                </p:custDataLst>
              </p:nvPr>
            </p:nvSpPr>
            <p:spPr bwMode="auto">
              <a:xfrm>
                <a:off x="4285" y="255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14" name="Freeform 390"/>
              <p:cNvSpPr/>
              <p:nvPr>
                <p:custDataLst>
                  <p:tags r:id="rId235"/>
                </p:custDataLst>
              </p:nvPr>
            </p:nvSpPr>
            <p:spPr bwMode="auto">
              <a:xfrm>
                <a:off x="3472" y="207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15" name="Rectangle 391"/>
              <p:cNvSpPr>
                <a:spLocks noChangeArrowheads="1"/>
              </p:cNvSpPr>
              <p:nvPr>
                <p:custDataLst>
                  <p:tags r:id="rId236"/>
                </p:custDataLst>
              </p:nvPr>
            </p:nvSpPr>
            <p:spPr bwMode="auto">
              <a:xfrm>
                <a:off x="3472" y="2079"/>
                <a:ext cx="1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16" name="Freeform 392"/>
              <p:cNvSpPr/>
              <p:nvPr>
                <p:custDataLst>
                  <p:tags r:id="rId237"/>
                </p:custDataLst>
              </p:nvPr>
            </p:nvSpPr>
            <p:spPr bwMode="auto">
              <a:xfrm>
                <a:off x="4277" y="2495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17" name="Freeform 393"/>
              <p:cNvSpPr/>
              <p:nvPr>
                <p:custDataLst>
                  <p:tags r:id="rId238"/>
                </p:custDataLst>
              </p:nvPr>
            </p:nvSpPr>
            <p:spPr bwMode="auto">
              <a:xfrm>
                <a:off x="3472" y="207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18" name="Freeform 394"/>
              <p:cNvSpPr/>
              <p:nvPr>
                <p:custDataLst>
                  <p:tags r:id="rId239"/>
                </p:custDataLst>
              </p:nvPr>
            </p:nvSpPr>
            <p:spPr bwMode="auto">
              <a:xfrm>
                <a:off x="4255" y="253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19" name="Freeform 395"/>
              <p:cNvSpPr/>
              <p:nvPr>
                <p:custDataLst>
                  <p:tags r:id="rId240"/>
                </p:custDataLst>
              </p:nvPr>
            </p:nvSpPr>
            <p:spPr bwMode="auto">
              <a:xfrm>
                <a:off x="3678" y="2461"/>
                <a:ext cx="19" cy="13"/>
              </a:xfrm>
              <a:custGeom>
                <a:avLst/>
                <a:gdLst>
                  <a:gd name="T0" fmla="*/ 0 w 9"/>
                  <a:gd name="T1" fmla="*/ 0 h 6"/>
                  <a:gd name="T2" fmla="*/ 9 w 9"/>
                  <a:gd name="T3" fmla="*/ 6 h 6"/>
                  <a:gd name="T4" fmla="*/ 0 w 9"/>
                  <a:gd name="T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9" h="6">
                    <a:moveTo>
                      <a:pt x="0" y="0"/>
                    </a:moveTo>
                    <a:cubicBezTo>
                      <a:pt x="9" y="6"/>
                      <a:pt x="9" y="6"/>
                      <a:pt x="9" y="6"/>
                    </a:cubicBezTo>
                    <a:cubicBezTo>
                      <a:pt x="6" y="3"/>
                      <a:pt x="1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20" name="Freeform 396"/>
              <p:cNvSpPr/>
              <p:nvPr>
                <p:custDataLst>
                  <p:tags r:id="rId241"/>
                </p:custDataLst>
              </p:nvPr>
            </p:nvSpPr>
            <p:spPr bwMode="auto">
              <a:xfrm>
                <a:off x="3496" y="2319"/>
                <a:ext cx="4" cy="6"/>
              </a:xfrm>
              <a:custGeom>
                <a:avLst/>
                <a:gdLst>
                  <a:gd name="T0" fmla="*/ 1 w 2"/>
                  <a:gd name="T1" fmla="*/ 1 h 3"/>
                  <a:gd name="T2" fmla="*/ 2 w 2"/>
                  <a:gd name="T3" fmla="*/ 3 h 3"/>
                  <a:gd name="T4" fmla="*/ 2 w 2"/>
                  <a:gd name="T5" fmla="*/ 1 h 3"/>
                  <a:gd name="T6" fmla="*/ 1 w 2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2" y="2"/>
                      <a:pt x="2" y="2"/>
                      <a:pt x="2" y="3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0" y="0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21" name="Freeform 397"/>
              <p:cNvSpPr/>
              <p:nvPr>
                <p:custDataLst>
                  <p:tags r:id="rId242"/>
                </p:custDataLst>
              </p:nvPr>
            </p:nvSpPr>
            <p:spPr bwMode="auto">
              <a:xfrm>
                <a:off x="3483" y="2156"/>
                <a:ext cx="6" cy="4"/>
              </a:xfrm>
              <a:custGeom>
                <a:avLst/>
                <a:gdLst>
                  <a:gd name="T0" fmla="*/ 2 w 3"/>
                  <a:gd name="T1" fmla="*/ 1 h 2"/>
                  <a:gd name="T2" fmla="*/ 1 w 3"/>
                  <a:gd name="T3" fmla="*/ 2 h 2"/>
                  <a:gd name="T4" fmla="*/ 2 w 3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2" y="1"/>
                    </a:moveTo>
                    <a:cubicBezTo>
                      <a:pt x="0" y="0"/>
                      <a:pt x="3" y="1"/>
                      <a:pt x="1" y="2"/>
                    </a:cubicBezTo>
                    <a:cubicBezTo>
                      <a:pt x="2" y="2"/>
                      <a:pt x="2" y="2"/>
                      <a:pt x="2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22" name="Freeform 398"/>
              <p:cNvSpPr/>
              <p:nvPr>
                <p:custDataLst>
                  <p:tags r:id="rId243"/>
                </p:custDataLst>
              </p:nvPr>
            </p:nvSpPr>
            <p:spPr bwMode="auto">
              <a:xfrm>
                <a:off x="3534" y="2347"/>
                <a:ext cx="13" cy="6"/>
              </a:xfrm>
              <a:custGeom>
                <a:avLst/>
                <a:gdLst>
                  <a:gd name="T0" fmla="*/ 0 w 6"/>
                  <a:gd name="T1" fmla="*/ 0 h 3"/>
                  <a:gd name="T2" fmla="*/ 4 w 6"/>
                  <a:gd name="T3" fmla="*/ 3 h 3"/>
                  <a:gd name="T4" fmla="*/ 0 w 6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3">
                    <a:moveTo>
                      <a:pt x="0" y="0"/>
                    </a:moveTo>
                    <a:cubicBezTo>
                      <a:pt x="0" y="2"/>
                      <a:pt x="3" y="3"/>
                      <a:pt x="4" y="3"/>
                    </a:cubicBezTo>
                    <a:cubicBezTo>
                      <a:pt x="6" y="3"/>
                      <a:pt x="1" y="2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23" name="Freeform 399"/>
              <p:cNvSpPr/>
              <p:nvPr>
                <p:custDataLst>
                  <p:tags r:id="rId244"/>
                </p:custDataLst>
              </p:nvPr>
            </p:nvSpPr>
            <p:spPr bwMode="auto">
              <a:xfrm>
                <a:off x="3466" y="2090"/>
                <a:ext cx="4" cy="4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0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1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24" name="Freeform 400"/>
              <p:cNvSpPr/>
              <p:nvPr>
                <p:custDataLst>
                  <p:tags r:id="rId245"/>
                </p:custDataLst>
              </p:nvPr>
            </p:nvSpPr>
            <p:spPr bwMode="auto">
              <a:xfrm>
                <a:off x="3466" y="2103"/>
                <a:ext cx="4" cy="0"/>
              </a:xfrm>
              <a:custGeom>
                <a:avLst/>
                <a:gdLst>
                  <a:gd name="T0" fmla="*/ 0 w 2"/>
                  <a:gd name="T1" fmla="*/ 1 w 2"/>
                  <a:gd name="T2" fmla="*/ 1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25" name="Freeform 401"/>
              <p:cNvSpPr/>
              <p:nvPr>
                <p:custDataLst>
                  <p:tags r:id="rId246"/>
                </p:custDataLst>
              </p:nvPr>
            </p:nvSpPr>
            <p:spPr bwMode="auto">
              <a:xfrm>
                <a:off x="3477" y="2152"/>
                <a:ext cx="4" cy="8"/>
              </a:xfrm>
              <a:custGeom>
                <a:avLst/>
                <a:gdLst>
                  <a:gd name="T0" fmla="*/ 2 w 2"/>
                  <a:gd name="T1" fmla="*/ 4 h 4"/>
                  <a:gd name="T2" fmla="*/ 1 w 2"/>
                  <a:gd name="T3" fmla="*/ 0 h 4"/>
                  <a:gd name="T4" fmla="*/ 2 w 2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2" y="3"/>
                      <a:pt x="1" y="1"/>
                      <a:pt x="1" y="0"/>
                    </a:cubicBezTo>
                    <a:cubicBezTo>
                      <a:pt x="0" y="2"/>
                      <a:pt x="1" y="2"/>
                      <a:pt x="2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26" name="Freeform 402"/>
              <p:cNvSpPr/>
              <p:nvPr>
                <p:custDataLst>
                  <p:tags r:id="rId247"/>
                </p:custDataLst>
              </p:nvPr>
            </p:nvSpPr>
            <p:spPr bwMode="auto">
              <a:xfrm>
                <a:off x="3466" y="2096"/>
                <a:ext cx="8" cy="5"/>
              </a:xfrm>
              <a:custGeom>
                <a:avLst/>
                <a:gdLst>
                  <a:gd name="T0" fmla="*/ 0 w 4"/>
                  <a:gd name="T1" fmla="*/ 2 h 2"/>
                  <a:gd name="T2" fmla="*/ 0 w 4"/>
                  <a:gd name="T3" fmla="*/ 2 h 2"/>
                  <a:gd name="T4" fmla="*/ 2 w 4"/>
                  <a:gd name="T5" fmla="*/ 2 h 2"/>
                  <a:gd name="T6" fmla="*/ 2 w 4"/>
                  <a:gd name="T7" fmla="*/ 1 h 2"/>
                  <a:gd name="T8" fmla="*/ 4 w 4"/>
                  <a:gd name="T9" fmla="*/ 0 h 2"/>
                  <a:gd name="T10" fmla="*/ 0 w 4"/>
                  <a:gd name="T1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2" y="2"/>
                    </a:cubicBezTo>
                    <a:cubicBezTo>
                      <a:pt x="2" y="2"/>
                      <a:pt x="3" y="1"/>
                      <a:pt x="2" y="1"/>
                    </a:cubicBezTo>
                    <a:cubicBezTo>
                      <a:pt x="3" y="0"/>
                      <a:pt x="4" y="1"/>
                      <a:pt x="4" y="0"/>
                    </a:cubicBezTo>
                    <a:cubicBezTo>
                      <a:pt x="3" y="0"/>
                      <a:pt x="1" y="1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27" name="Freeform 403"/>
              <p:cNvSpPr/>
              <p:nvPr>
                <p:custDataLst>
                  <p:tags r:id="rId248"/>
                </p:custDataLst>
              </p:nvPr>
            </p:nvSpPr>
            <p:spPr bwMode="auto">
              <a:xfrm>
                <a:off x="3470" y="2101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28" name="Freeform 404"/>
              <p:cNvSpPr/>
              <p:nvPr>
                <p:custDataLst>
                  <p:tags r:id="rId249"/>
                </p:custDataLst>
              </p:nvPr>
            </p:nvSpPr>
            <p:spPr bwMode="auto">
              <a:xfrm>
                <a:off x="3718" y="2501"/>
                <a:ext cx="5" cy="5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2 h 2"/>
                  <a:gd name="T4" fmla="*/ 0 w 2"/>
                  <a:gd name="T5" fmla="*/ 0 h 2"/>
                  <a:gd name="T6" fmla="*/ 0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1" y="2"/>
                      <a:pt x="2" y="1"/>
                      <a:pt x="2" y="2"/>
                    </a:cubicBezTo>
                    <a:cubicBezTo>
                      <a:pt x="2" y="1"/>
                      <a:pt x="1" y="1"/>
                      <a:pt x="0" y="0"/>
                    </a:cubicBezTo>
                    <a:cubicBezTo>
                      <a:pt x="0" y="0"/>
                      <a:pt x="0" y="2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29" name="Freeform 405"/>
              <p:cNvSpPr/>
              <p:nvPr>
                <p:custDataLst>
                  <p:tags r:id="rId250"/>
                </p:custDataLst>
              </p:nvPr>
            </p:nvSpPr>
            <p:spPr bwMode="auto">
              <a:xfrm>
                <a:off x="3629" y="2417"/>
                <a:ext cx="7" cy="6"/>
              </a:xfrm>
              <a:custGeom>
                <a:avLst/>
                <a:gdLst>
                  <a:gd name="T0" fmla="*/ 2 w 3"/>
                  <a:gd name="T1" fmla="*/ 3 h 3"/>
                  <a:gd name="T2" fmla="*/ 0 w 3"/>
                  <a:gd name="T3" fmla="*/ 0 h 3"/>
                  <a:gd name="T4" fmla="*/ 2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3" y="2"/>
                      <a:pt x="1" y="1"/>
                      <a:pt x="0" y="0"/>
                    </a:cubicBezTo>
                    <a:cubicBezTo>
                      <a:pt x="0" y="1"/>
                      <a:pt x="1" y="2"/>
                      <a:pt x="2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</p:grpSp>
        <p:sp>
          <p:nvSpPr>
            <p:cNvPr id="59" name="Freeform 407"/>
            <p:cNvSpPr/>
            <p:nvPr>
              <p:custDataLst>
                <p:tags r:id="rId5"/>
              </p:custDataLst>
            </p:nvPr>
          </p:nvSpPr>
          <p:spPr bwMode="auto">
            <a:xfrm>
              <a:off x="3716" y="2495"/>
              <a:ext cx="5" cy="4"/>
            </a:xfrm>
            <a:custGeom>
              <a:avLst/>
              <a:gdLst>
                <a:gd name="T0" fmla="*/ 2 w 2"/>
                <a:gd name="T1" fmla="*/ 2 h 2"/>
                <a:gd name="T2" fmla="*/ 0 w 2"/>
                <a:gd name="T3" fmla="*/ 0 h 2"/>
                <a:gd name="T4" fmla="*/ 2 w 2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1" y="1"/>
                    <a:pt x="1" y="0"/>
                    <a:pt x="0" y="0"/>
                  </a:cubicBezTo>
                  <a:cubicBezTo>
                    <a:pt x="1" y="1"/>
                    <a:pt x="1" y="1"/>
                    <a:pt x="2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rgbClr val="34322F"/>
                </a:solidFill>
              </a:endParaRPr>
            </a:p>
          </p:txBody>
        </p:sp>
        <p:sp>
          <p:nvSpPr>
            <p:cNvPr id="60" name="Freeform 408"/>
            <p:cNvSpPr/>
            <p:nvPr>
              <p:custDataLst>
                <p:tags r:id="rId6"/>
              </p:custDataLst>
            </p:nvPr>
          </p:nvSpPr>
          <p:spPr bwMode="auto">
            <a:xfrm>
              <a:off x="3706" y="2480"/>
              <a:ext cx="10" cy="15"/>
            </a:xfrm>
            <a:custGeom>
              <a:avLst/>
              <a:gdLst>
                <a:gd name="T0" fmla="*/ 5 w 5"/>
                <a:gd name="T1" fmla="*/ 7 h 7"/>
                <a:gd name="T2" fmla="*/ 2 w 5"/>
                <a:gd name="T3" fmla="*/ 3 h 7"/>
                <a:gd name="T4" fmla="*/ 2 w 5"/>
                <a:gd name="T5" fmla="*/ 1 h 7"/>
                <a:gd name="T6" fmla="*/ 3 w 5"/>
                <a:gd name="T7" fmla="*/ 7 h 7"/>
                <a:gd name="T8" fmla="*/ 3 w 5"/>
                <a:gd name="T9" fmla="*/ 7 h 7"/>
                <a:gd name="T10" fmla="*/ 5 w 5"/>
                <a:gd name="T11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7">
                  <a:moveTo>
                    <a:pt x="5" y="7"/>
                  </a:moveTo>
                  <a:cubicBezTo>
                    <a:pt x="4" y="5"/>
                    <a:pt x="4" y="3"/>
                    <a:pt x="2" y="3"/>
                  </a:cubicBezTo>
                  <a:cubicBezTo>
                    <a:pt x="1" y="1"/>
                    <a:pt x="4" y="3"/>
                    <a:pt x="2" y="1"/>
                  </a:cubicBezTo>
                  <a:cubicBezTo>
                    <a:pt x="0" y="0"/>
                    <a:pt x="1" y="4"/>
                    <a:pt x="3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4" y="7"/>
                    <a:pt x="4" y="7"/>
                    <a:pt x="5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rgbClr val="34322F"/>
                </a:solidFill>
              </a:endParaRPr>
            </a:p>
          </p:txBody>
        </p:sp>
        <p:sp>
          <p:nvSpPr>
            <p:cNvPr id="61" name="Freeform 409"/>
            <p:cNvSpPr/>
            <p:nvPr>
              <p:custDataLst>
                <p:tags r:id="rId7"/>
              </p:custDataLst>
            </p:nvPr>
          </p:nvSpPr>
          <p:spPr bwMode="auto">
            <a:xfrm>
              <a:off x="3782" y="3038"/>
              <a:ext cx="2" cy="4"/>
            </a:xfrm>
            <a:custGeom>
              <a:avLst/>
              <a:gdLst>
                <a:gd name="T0" fmla="*/ 0 w 1"/>
                <a:gd name="T1" fmla="*/ 0 h 2"/>
                <a:gd name="T2" fmla="*/ 0 w 1"/>
                <a:gd name="T3" fmla="*/ 2 h 2"/>
                <a:gd name="T4" fmla="*/ 1 w 1"/>
                <a:gd name="T5" fmla="*/ 1 h 2"/>
                <a:gd name="T6" fmla="*/ 0 w 1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1" y="1"/>
                    <a:pt x="1" y="1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rgbClr val="34322F"/>
                </a:solidFill>
              </a:endParaRPr>
            </a:p>
          </p:txBody>
        </p:sp>
        <p:sp>
          <p:nvSpPr>
            <p:cNvPr id="62" name="Freeform 410"/>
            <p:cNvSpPr/>
            <p:nvPr>
              <p:custDataLst>
                <p:tags r:id="rId8"/>
              </p:custDataLst>
            </p:nvPr>
          </p:nvSpPr>
          <p:spPr bwMode="auto">
            <a:xfrm>
              <a:off x="3631" y="2249"/>
              <a:ext cx="3" cy="2"/>
            </a:xfrm>
            <a:custGeom>
              <a:avLst/>
              <a:gdLst>
                <a:gd name="T0" fmla="*/ 3 w 3"/>
                <a:gd name="T1" fmla="*/ 0 h 2"/>
                <a:gd name="T2" fmla="*/ 0 w 3"/>
                <a:gd name="T3" fmla="*/ 0 h 2"/>
                <a:gd name="T4" fmla="*/ 0 w 3"/>
                <a:gd name="T5" fmla="*/ 2 h 2"/>
                <a:gd name="T6" fmla="*/ 3 w 3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">
                  <a:moveTo>
                    <a:pt x="3" y="0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3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rgbClr val="34322F"/>
                </a:solidFill>
              </a:endParaRPr>
            </a:p>
          </p:txBody>
        </p:sp>
        <p:sp>
          <p:nvSpPr>
            <p:cNvPr id="63" name="Freeform 411"/>
            <p:cNvSpPr/>
            <p:nvPr>
              <p:custDataLst>
                <p:tags r:id="rId9"/>
              </p:custDataLst>
            </p:nvPr>
          </p:nvSpPr>
          <p:spPr bwMode="auto">
            <a:xfrm>
              <a:off x="3988" y="3019"/>
              <a:ext cx="0" cy="2"/>
            </a:xfrm>
            <a:custGeom>
              <a:avLst/>
              <a:gdLst>
                <a:gd name="T0" fmla="*/ 0 h 1"/>
                <a:gd name="T1" fmla="*/ 1 h 1"/>
                <a:gd name="T2" fmla="*/ 1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rgbClr val="34322F"/>
                </a:solidFill>
              </a:endParaRPr>
            </a:p>
          </p:txBody>
        </p:sp>
        <p:sp>
          <p:nvSpPr>
            <p:cNvPr id="64" name="Freeform 412"/>
            <p:cNvSpPr/>
            <p:nvPr>
              <p:custDataLst>
                <p:tags r:id="rId10"/>
              </p:custDataLst>
            </p:nvPr>
          </p:nvSpPr>
          <p:spPr bwMode="auto">
            <a:xfrm>
              <a:off x="3856" y="3002"/>
              <a:ext cx="0" cy="2"/>
            </a:xfrm>
            <a:custGeom>
              <a:avLst/>
              <a:gdLst>
                <a:gd name="T0" fmla="*/ 0 h 1"/>
                <a:gd name="T1" fmla="*/ 1 h 1"/>
                <a:gd name="T2" fmla="*/ 1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rgbClr val="34322F"/>
                </a:solidFill>
              </a:endParaRPr>
            </a:p>
          </p:txBody>
        </p:sp>
        <p:sp>
          <p:nvSpPr>
            <p:cNvPr id="65" name="Freeform 413"/>
            <p:cNvSpPr/>
            <p:nvPr>
              <p:custDataLst>
                <p:tags r:id="rId11"/>
              </p:custDataLst>
            </p:nvPr>
          </p:nvSpPr>
          <p:spPr bwMode="auto">
            <a:xfrm>
              <a:off x="3924" y="2998"/>
              <a:ext cx="2" cy="2"/>
            </a:xfrm>
            <a:custGeom>
              <a:avLst/>
              <a:gdLst>
                <a:gd name="T0" fmla="*/ 0 w 1"/>
                <a:gd name="T1" fmla="*/ 1 h 1"/>
                <a:gd name="T2" fmla="*/ 0 w 1"/>
                <a:gd name="T3" fmla="*/ 1 h 1"/>
                <a:gd name="T4" fmla="*/ 1 w 1"/>
                <a:gd name="T5" fmla="*/ 0 h 1"/>
                <a:gd name="T6" fmla="*/ 0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  <a:lnTo>
                    <a:pt x="0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rgbClr val="34322F"/>
                </a:solidFill>
              </a:endParaRPr>
            </a:p>
          </p:txBody>
        </p:sp>
        <p:sp>
          <p:nvSpPr>
            <p:cNvPr id="66" name="Freeform 414"/>
            <p:cNvSpPr/>
            <p:nvPr>
              <p:custDataLst>
                <p:tags r:id="rId12"/>
              </p:custDataLst>
            </p:nvPr>
          </p:nvSpPr>
          <p:spPr bwMode="auto">
            <a:xfrm>
              <a:off x="3561" y="1990"/>
              <a:ext cx="3" cy="9"/>
            </a:xfrm>
            <a:custGeom>
              <a:avLst/>
              <a:gdLst>
                <a:gd name="T0" fmla="*/ 1 w 1"/>
                <a:gd name="T1" fmla="*/ 1 h 4"/>
                <a:gd name="T2" fmla="*/ 0 w 1"/>
                <a:gd name="T3" fmla="*/ 0 h 4"/>
                <a:gd name="T4" fmla="*/ 1 w 1"/>
                <a:gd name="T5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4">
                  <a:moveTo>
                    <a:pt x="1" y="1"/>
                  </a:moveTo>
                  <a:cubicBezTo>
                    <a:pt x="1" y="1"/>
                    <a:pt x="0" y="0"/>
                    <a:pt x="0" y="0"/>
                  </a:cubicBezTo>
                  <a:cubicBezTo>
                    <a:pt x="0" y="3"/>
                    <a:pt x="0" y="4"/>
                    <a:pt x="1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rgbClr val="34322F"/>
                </a:solidFill>
              </a:endParaRPr>
            </a:p>
          </p:txBody>
        </p:sp>
        <p:sp>
          <p:nvSpPr>
            <p:cNvPr id="67" name="Freeform 415"/>
            <p:cNvSpPr/>
            <p:nvPr>
              <p:custDataLst>
                <p:tags r:id="rId13"/>
              </p:custDataLst>
            </p:nvPr>
          </p:nvSpPr>
          <p:spPr bwMode="auto">
            <a:xfrm>
              <a:off x="3795" y="3040"/>
              <a:ext cx="2" cy="2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1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rgbClr val="34322F"/>
                </a:solidFill>
              </a:endParaRPr>
            </a:p>
          </p:txBody>
        </p:sp>
        <p:sp>
          <p:nvSpPr>
            <p:cNvPr id="68" name="Freeform 416"/>
            <p:cNvSpPr/>
            <p:nvPr>
              <p:custDataLst>
                <p:tags r:id="rId14"/>
              </p:custDataLst>
            </p:nvPr>
          </p:nvSpPr>
          <p:spPr bwMode="auto">
            <a:xfrm>
              <a:off x="3958" y="3032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rgbClr val="34322F"/>
                </a:solidFill>
              </a:endParaRPr>
            </a:p>
          </p:txBody>
        </p:sp>
        <p:sp>
          <p:nvSpPr>
            <p:cNvPr id="69" name="Freeform 417"/>
            <p:cNvSpPr/>
            <p:nvPr>
              <p:custDataLst>
                <p:tags r:id="rId15"/>
              </p:custDataLst>
            </p:nvPr>
          </p:nvSpPr>
          <p:spPr bwMode="auto">
            <a:xfrm>
              <a:off x="3982" y="3027"/>
              <a:ext cx="0" cy="3"/>
            </a:xfrm>
            <a:custGeom>
              <a:avLst/>
              <a:gdLst>
                <a:gd name="T0" fmla="*/ 0 h 1"/>
                <a:gd name="T1" fmla="*/ 0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rgbClr val="34322F"/>
                </a:solidFill>
              </a:endParaRPr>
            </a:p>
          </p:txBody>
        </p:sp>
        <p:sp>
          <p:nvSpPr>
            <p:cNvPr id="83" name="Freeform 418"/>
            <p:cNvSpPr/>
            <p:nvPr>
              <p:custDataLst>
                <p:tags r:id="rId16"/>
              </p:custDataLst>
            </p:nvPr>
          </p:nvSpPr>
          <p:spPr bwMode="auto">
            <a:xfrm>
              <a:off x="3595" y="182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rgbClr val="34322F"/>
                </a:solidFill>
              </a:endParaRPr>
            </a:p>
          </p:txBody>
        </p:sp>
        <p:sp>
          <p:nvSpPr>
            <p:cNvPr id="84" name="Freeform 419"/>
            <p:cNvSpPr/>
            <p:nvPr>
              <p:custDataLst>
                <p:tags r:id="rId17"/>
              </p:custDataLst>
            </p:nvPr>
          </p:nvSpPr>
          <p:spPr bwMode="auto">
            <a:xfrm>
              <a:off x="3757" y="2981"/>
              <a:ext cx="2" cy="2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0 h 1"/>
                <a:gd name="T4" fmla="*/ 1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rgbClr val="34322F"/>
                </a:solidFill>
              </a:endParaRPr>
            </a:p>
          </p:txBody>
        </p:sp>
        <p:sp>
          <p:nvSpPr>
            <p:cNvPr id="85" name="Freeform 420"/>
            <p:cNvSpPr/>
            <p:nvPr>
              <p:custDataLst>
                <p:tags r:id="rId18"/>
              </p:custDataLst>
            </p:nvPr>
          </p:nvSpPr>
          <p:spPr bwMode="auto">
            <a:xfrm>
              <a:off x="3627" y="1789"/>
              <a:ext cx="2" cy="0"/>
            </a:xfrm>
            <a:custGeom>
              <a:avLst/>
              <a:gdLst>
                <a:gd name="T0" fmla="*/ 0 w 1"/>
                <a:gd name="T1" fmla="*/ 0 w 1"/>
                <a:gd name="T2" fmla="*/ 1 w 1"/>
                <a:gd name="T3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rgbClr val="34322F"/>
                </a:solidFill>
              </a:endParaRPr>
            </a:p>
          </p:txBody>
        </p:sp>
        <p:sp>
          <p:nvSpPr>
            <p:cNvPr id="86" name="Freeform 421"/>
            <p:cNvSpPr/>
            <p:nvPr>
              <p:custDataLst>
                <p:tags r:id="rId19"/>
              </p:custDataLst>
            </p:nvPr>
          </p:nvSpPr>
          <p:spPr bwMode="auto">
            <a:xfrm>
              <a:off x="3578" y="179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rgbClr val="34322F"/>
                </a:solidFill>
              </a:endParaRPr>
            </a:p>
          </p:txBody>
        </p:sp>
        <p:sp>
          <p:nvSpPr>
            <p:cNvPr id="87" name="Rectangle 422"/>
            <p:cNvSpPr>
              <a:spLocks noChangeArrowheads="1"/>
            </p:cNvSpPr>
            <p:nvPr>
              <p:custDataLst>
                <p:tags r:id="rId20"/>
              </p:custDataLst>
            </p:nvPr>
          </p:nvSpPr>
          <p:spPr bwMode="auto">
            <a:xfrm>
              <a:off x="3593" y="1825"/>
              <a:ext cx="1" cy="1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rgbClr val="34322F"/>
                </a:solidFill>
              </a:endParaRPr>
            </a:p>
          </p:txBody>
        </p:sp>
        <p:sp>
          <p:nvSpPr>
            <p:cNvPr id="88" name="Freeform 423"/>
            <p:cNvSpPr/>
            <p:nvPr>
              <p:custDataLst>
                <p:tags r:id="rId21"/>
              </p:custDataLst>
            </p:nvPr>
          </p:nvSpPr>
          <p:spPr bwMode="auto">
            <a:xfrm>
              <a:off x="3593" y="1825"/>
              <a:ext cx="0" cy="2"/>
            </a:xfrm>
            <a:custGeom>
              <a:avLst/>
              <a:gdLst>
                <a:gd name="T0" fmla="*/ 0 h 2"/>
                <a:gd name="T1" fmla="*/ 0 h 2"/>
                <a:gd name="T2" fmla="*/ 2 h 2"/>
                <a:gd name="T3" fmla="*/ 0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2">
                  <a:moveTo>
                    <a:pt x="0" y="0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rgbClr val="34322F"/>
                </a:solidFill>
              </a:endParaRPr>
            </a:p>
          </p:txBody>
        </p:sp>
        <p:sp>
          <p:nvSpPr>
            <p:cNvPr id="89" name="Freeform 424"/>
            <p:cNvSpPr/>
            <p:nvPr>
              <p:custDataLst>
                <p:tags r:id="rId22"/>
              </p:custDataLst>
            </p:nvPr>
          </p:nvSpPr>
          <p:spPr bwMode="auto">
            <a:xfrm>
              <a:off x="3593" y="1825"/>
              <a:ext cx="0" cy="2"/>
            </a:xfrm>
            <a:custGeom>
              <a:avLst/>
              <a:gdLst>
                <a:gd name="T0" fmla="*/ 0 h 1"/>
                <a:gd name="T1" fmla="*/ 1 h 1"/>
                <a:gd name="T2" fmla="*/ 1 h 1"/>
                <a:gd name="T3" fmla="*/ 1 h 1"/>
                <a:gd name="T4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rgbClr val="34322F"/>
                </a:solidFill>
              </a:endParaRPr>
            </a:p>
          </p:txBody>
        </p:sp>
        <p:sp>
          <p:nvSpPr>
            <p:cNvPr id="90" name="Freeform 425"/>
            <p:cNvSpPr/>
            <p:nvPr>
              <p:custDataLst>
                <p:tags r:id="rId23"/>
              </p:custDataLst>
            </p:nvPr>
          </p:nvSpPr>
          <p:spPr bwMode="auto">
            <a:xfrm>
              <a:off x="3638" y="2417"/>
              <a:ext cx="6" cy="6"/>
            </a:xfrm>
            <a:custGeom>
              <a:avLst/>
              <a:gdLst>
                <a:gd name="T0" fmla="*/ 1 w 3"/>
                <a:gd name="T1" fmla="*/ 2 h 3"/>
                <a:gd name="T2" fmla="*/ 3 w 3"/>
                <a:gd name="T3" fmla="*/ 2 h 3"/>
                <a:gd name="T4" fmla="*/ 1 w 3"/>
                <a:gd name="T5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3">
                  <a:moveTo>
                    <a:pt x="1" y="2"/>
                  </a:moveTo>
                  <a:cubicBezTo>
                    <a:pt x="2" y="2"/>
                    <a:pt x="3" y="3"/>
                    <a:pt x="3" y="2"/>
                  </a:cubicBezTo>
                  <a:cubicBezTo>
                    <a:pt x="0" y="0"/>
                    <a:pt x="0" y="0"/>
                    <a:pt x="1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rgbClr val="34322F"/>
                </a:solidFill>
              </a:endParaRPr>
            </a:p>
          </p:txBody>
        </p:sp>
        <p:sp>
          <p:nvSpPr>
            <p:cNvPr id="91" name="Freeform 426"/>
            <p:cNvSpPr/>
            <p:nvPr>
              <p:custDataLst>
                <p:tags r:id="rId24"/>
              </p:custDataLst>
            </p:nvPr>
          </p:nvSpPr>
          <p:spPr bwMode="auto">
            <a:xfrm>
              <a:off x="3708" y="2743"/>
              <a:ext cx="2" cy="7"/>
            </a:xfrm>
            <a:custGeom>
              <a:avLst/>
              <a:gdLst>
                <a:gd name="T0" fmla="*/ 1 w 1"/>
                <a:gd name="T1" fmla="*/ 3 h 3"/>
                <a:gd name="T2" fmla="*/ 0 w 1"/>
                <a:gd name="T3" fmla="*/ 0 h 3"/>
                <a:gd name="T4" fmla="*/ 1 w 1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3">
                  <a:moveTo>
                    <a:pt x="1" y="3"/>
                  </a:moveTo>
                  <a:cubicBezTo>
                    <a:pt x="1" y="3"/>
                    <a:pt x="1" y="0"/>
                    <a:pt x="0" y="0"/>
                  </a:cubicBezTo>
                  <a:cubicBezTo>
                    <a:pt x="0" y="0"/>
                    <a:pt x="0" y="3"/>
                    <a:pt x="1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rgbClr val="34322F"/>
                </a:solidFill>
              </a:endParaRPr>
            </a:p>
          </p:txBody>
        </p:sp>
        <p:sp>
          <p:nvSpPr>
            <p:cNvPr id="92" name="Freeform 427"/>
            <p:cNvSpPr/>
            <p:nvPr>
              <p:custDataLst>
                <p:tags r:id="rId25"/>
              </p:custDataLst>
            </p:nvPr>
          </p:nvSpPr>
          <p:spPr bwMode="auto">
            <a:xfrm>
              <a:off x="3714" y="2737"/>
              <a:ext cx="4" cy="2"/>
            </a:xfrm>
            <a:custGeom>
              <a:avLst/>
              <a:gdLst>
                <a:gd name="T0" fmla="*/ 1 w 2"/>
                <a:gd name="T1" fmla="*/ 1 h 1"/>
                <a:gd name="T2" fmla="*/ 0 w 2"/>
                <a:gd name="T3" fmla="*/ 0 h 1"/>
                <a:gd name="T4" fmla="*/ 1 w 2"/>
                <a:gd name="T5" fmla="*/ 1 h 1"/>
                <a:gd name="T6" fmla="*/ 1 w 2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1" y="1"/>
                    <a:pt x="1" y="1"/>
                  </a:cubicBezTo>
                  <a:cubicBezTo>
                    <a:pt x="1" y="1"/>
                    <a:pt x="2" y="1"/>
                    <a:pt x="1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rgbClr val="34322F"/>
                </a:solidFill>
              </a:endParaRPr>
            </a:p>
          </p:txBody>
        </p:sp>
        <p:sp>
          <p:nvSpPr>
            <p:cNvPr id="93" name="Freeform 428"/>
            <p:cNvSpPr/>
            <p:nvPr>
              <p:custDataLst>
                <p:tags r:id="rId26"/>
              </p:custDataLst>
            </p:nvPr>
          </p:nvSpPr>
          <p:spPr bwMode="auto">
            <a:xfrm>
              <a:off x="3706" y="2737"/>
              <a:ext cx="10" cy="4"/>
            </a:xfrm>
            <a:custGeom>
              <a:avLst/>
              <a:gdLst>
                <a:gd name="T0" fmla="*/ 0 w 5"/>
                <a:gd name="T1" fmla="*/ 1 h 2"/>
                <a:gd name="T2" fmla="*/ 4 w 5"/>
                <a:gd name="T3" fmla="*/ 1 h 2"/>
                <a:gd name="T4" fmla="*/ 5 w 5"/>
                <a:gd name="T5" fmla="*/ 2 h 2"/>
                <a:gd name="T6" fmla="*/ 3 w 5"/>
                <a:gd name="T7" fmla="*/ 1 h 2"/>
                <a:gd name="T8" fmla="*/ 2 w 5"/>
                <a:gd name="T9" fmla="*/ 1 h 2"/>
                <a:gd name="T10" fmla="*/ 0 w 5"/>
                <a:gd name="T11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2">
                  <a:moveTo>
                    <a:pt x="0" y="1"/>
                  </a:moveTo>
                  <a:cubicBezTo>
                    <a:pt x="1" y="2"/>
                    <a:pt x="3" y="2"/>
                    <a:pt x="4" y="1"/>
                  </a:cubicBezTo>
                  <a:cubicBezTo>
                    <a:pt x="4" y="1"/>
                    <a:pt x="5" y="2"/>
                    <a:pt x="5" y="2"/>
                  </a:cubicBezTo>
                  <a:cubicBezTo>
                    <a:pt x="4" y="1"/>
                    <a:pt x="4" y="1"/>
                    <a:pt x="3" y="1"/>
                  </a:cubicBezTo>
                  <a:cubicBezTo>
                    <a:pt x="3" y="1"/>
                    <a:pt x="1" y="0"/>
                    <a:pt x="2" y="1"/>
                  </a:cubicBezTo>
                  <a:cubicBezTo>
                    <a:pt x="2" y="1"/>
                    <a:pt x="1" y="0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rgbClr val="34322F"/>
                </a:solidFill>
              </a:endParaRPr>
            </a:p>
          </p:txBody>
        </p:sp>
        <p:sp>
          <p:nvSpPr>
            <p:cNvPr id="94" name="Freeform 429"/>
            <p:cNvSpPr/>
            <p:nvPr>
              <p:custDataLst>
                <p:tags r:id="rId27"/>
              </p:custDataLst>
            </p:nvPr>
          </p:nvSpPr>
          <p:spPr bwMode="auto">
            <a:xfrm>
              <a:off x="3755" y="2718"/>
              <a:ext cx="4" cy="6"/>
            </a:xfrm>
            <a:custGeom>
              <a:avLst/>
              <a:gdLst>
                <a:gd name="T0" fmla="*/ 2 w 2"/>
                <a:gd name="T1" fmla="*/ 3 h 3"/>
                <a:gd name="T2" fmla="*/ 0 w 2"/>
                <a:gd name="T3" fmla="*/ 0 h 3"/>
                <a:gd name="T4" fmla="*/ 2 w 2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2" y="3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2"/>
                    <a:pt x="1" y="2"/>
                    <a:pt x="2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rgbClr val="34322F"/>
                </a:solidFill>
              </a:endParaRPr>
            </a:p>
          </p:txBody>
        </p:sp>
        <p:sp>
          <p:nvSpPr>
            <p:cNvPr id="95" name="Freeform 430"/>
            <p:cNvSpPr/>
            <p:nvPr>
              <p:custDataLst>
                <p:tags r:id="rId28"/>
              </p:custDataLst>
            </p:nvPr>
          </p:nvSpPr>
          <p:spPr bwMode="auto">
            <a:xfrm>
              <a:off x="3761" y="2733"/>
              <a:ext cx="4" cy="17"/>
            </a:xfrm>
            <a:custGeom>
              <a:avLst/>
              <a:gdLst>
                <a:gd name="T0" fmla="*/ 1 w 2"/>
                <a:gd name="T1" fmla="*/ 7 h 8"/>
                <a:gd name="T2" fmla="*/ 0 w 2"/>
                <a:gd name="T3" fmla="*/ 3 h 8"/>
                <a:gd name="T4" fmla="*/ 1 w 2"/>
                <a:gd name="T5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8">
                  <a:moveTo>
                    <a:pt x="1" y="7"/>
                  </a:moveTo>
                  <a:cubicBezTo>
                    <a:pt x="2" y="0"/>
                    <a:pt x="1" y="8"/>
                    <a:pt x="0" y="3"/>
                  </a:cubicBezTo>
                  <a:cubicBezTo>
                    <a:pt x="0" y="5"/>
                    <a:pt x="0" y="6"/>
                    <a:pt x="1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rgbClr val="34322F"/>
                </a:solidFill>
              </a:endParaRPr>
            </a:p>
          </p:txBody>
        </p:sp>
        <p:sp>
          <p:nvSpPr>
            <p:cNvPr id="96" name="Freeform 431"/>
            <p:cNvSpPr/>
            <p:nvPr>
              <p:custDataLst>
                <p:tags r:id="rId29"/>
              </p:custDataLst>
            </p:nvPr>
          </p:nvSpPr>
          <p:spPr bwMode="auto">
            <a:xfrm>
              <a:off x="3759" y="2720"/>
              <a:ext cx="2" cy="2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1" y="1"/>
                    <a:pt x="1" y="0"/>
                  </a:cubicBezTo>
                  <a:cubicBezTo>
                    <a:pt x="0" y="0"/>
                    <a:pt x="1" y="0"/>
                    <a:pt x="1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rgbClr val="34322F"/>
                </a:solidFill>
              </a:endParaRPr>
            </a:p>
          </p:txBody>
        </p:sp>
        <p:sp>
          <p:nvSpPr>
            <p:cNvPr id="97" name="Freeform 432"/>
            <p:cNvSpPr/>
            <p:nvPr>
              <p:custDataLst>
                <p:tags r:id="rId30"/>
              </p:custDataLst>
            </p:nvPr>
          </p:nvSpPr>
          <p:spPr bwMode="auto">
            <a:xfrm>
              <a:off x="3761" y="2714"/>
              <a:ext cx="6" cy="12"/>
            </a:xfrm>
            <a:custGeom>
              <a:avLst/>
              <a:gdLst>
                <a:gd name="T0" fmla="*/ 0 w 3"/>
                <a:gd name="T1" fmla="*/ 5 h 6"/>
                <a:gd name="T2" fmla="*/ 3 w 3"/>
                <a:gd name="T3" fmla="*/ 3 h 6"/>
                <a:gd name="T4" fmla="*/ 0 w 3"/>
                <a:gd name="T5" fmla="*/ 5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6">
                  <a:moveTo>
                    <a:pt x="0" y="5"/>
                  </a:moveTo>
                  <a:cubicBezTo>
                    <a:pt x="1" y="6"/>
                    <a:pt x="2" y="3"/>
                    <a:pt x="3" y="3"/>
                  </a:cubicBezTo>
                  <a:cubicBezTo>
                    <a:pt x="2" y="0"/>
                    <a:pt x="1" y="4"/>
                    <a:pt x="0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rgbClr val="34322F"/>
                </a:solidFill>
              </a:endParaRPr>
            </a:p>
          </p:txBody>
        </p:sp>
        <p:sp>
          <p:nvSpPr>
            <p:cNvPr id="98" name="Freeform 433"/>
            <p:cNvSpPr/>
            <p:nvPr>
              <p:custDataLst>
                <p:tags r:id="rId31"/>
              </p:custDataLst>
            </p:nvPr>
          </p:nvSpPr>
          <p:spPr bwMode="auto">
            <a:xfrm>
              <a:off x="3712" y="2737"/>
              <a:ext cx="0" cy="2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rgbClr val="34322F"/>
                </a:solidFill>
              </a:endParaRPr>
            </a:p>
          </p:txBody>
        </p:sp>
        <p:sp>
          <p:nvSpPr>
            <p:cNvPr id="99" name="Freeform 434"/>
            <p:cNvSpPr>
              <a:spLocks noEditPoints="1"/>
            </p:cNvSpPr>
            <p:nvPr>
              <p:custDataLst>
                <p:tags r:id="rId32"/>
              </p:custDataLst>
            </p:nvPr>
          </p:nvSpPr>
          <p:spPr bwMode="auto">
            <a:xfrm>
              <a:off x="3742" y="2907"/>
              <a:ext cx="384" cy="146"/>
            </a:xfrm>
            <a:custGeom>
              <a:avLst/>
              <a:gdLst>
                <a:gd name="T0" fmla="*/ 150 w 181"/>
                <a:gd name="T1" fmla="*/ 21 h 69"/>
                <a:gd name="T2" fmla="*/ 144 w 181"/>
                <a:gd name="T3" fmla="*/ 25 h 69"/>
                <a:gd name="T4" fmla="*/ 103 w 181"/>
                <a:gd name="T5" fmla="*/ 42 h 69"/>
                <a:gd name="T6" fmla="*/ 91 w 181"/>
                <a:gd name="T7" fmla="*/ 45 h 69"/>
                <a:gd name="T8" fmla="*/ 79 w 181"/>
                <a:gd name="T9" fmla="*/ 44 h 69"/>
                <a:gd name="T10" fmla="*/ 60 w 181"/>
                <a:gd name="T11" fmla="*/ 44 h 69"/>
                <a:gd name="T12" fmla="*/ 50 w 181"/>
                <a:gd name="T13" fmla="*/ 47 h 69"/>
                <a:gd name="T14" fmla="*/ 32 w 181"/>
                <a:gd name="T15" fmla="*/ 47 h 69"/>
                <a:gd name="T16" fmla="*/ 22 w 181"/>
                <a:gd name="T17" fmla="*/ 44 h 69"/>
                <a:gd name="T18" fmla="*/ 10 w 181"/>
                <a:gd name="T19" fmla="*/ 39 h 69"/>
                <a:gd name="T20" fmla="*/ 10 w 181"/>
                <a:gd name="T21" fmla="*/ 37 h 69"/>
                <a:gd name="T22" fmla="*/ 10 w 181"/>
                <a:gd name="T23" fmla="*/ 35 h 69"/>
                <a:gd name="T24" fmla="*/ 10 w 181"/>
                <a:gd name="T25" fmla="*/ 34 h 69"/>
                <a:gd name="T26" fmla="*/ 10 w 181"/>
                <a:gd name="T27" fmla="*/ 30 h 69"/>
                <a:gd name="T28" fmla="*/ 2 w 181"/>
                <a:gd name="T29" fmla="*/ 32 h 69"/>
                <a:gd name="T30" fmla="*/ 6 w 181"/>
                <a:gd name="T31" fmla="*/ 44 h 69"/>
                <a:gd name="T32" fmla="*/ 10 w 181"/>
                <a:gd name="T33" fmla="*/ 51 h 69"/>
                <a:gd name="T34" fmla="*/ 4 w 181"/>
                <a:gd name="T35" fmla="*/ 55 h 69"/>
                <a:gd name="T36" fmla="*/ 8 w 181"/>
                <a:gd name="T37" fmla="*/ 58 h 69"/>
                <a:gd name="T38" fmla="*/ 13 w 181"/>
                <a:gd name="T39" fmla="*/ 57 h 69"/>
                <a:gd name="T40" fmla="*/ 13 w 181"/>
                <a:gd name="T41" fmla="*/ 60 h 69"/>
                <a:gd name="T42" fmla="*/ 19 w 181"/>
                <a:gd name="T43" fmla="*/ 57 h 69"/>
                <a:gd name="T44" fmla="*/ 20 w 181"/>
                <a:gd name="T45" fmla="*/ 63 h 69"/>
                <a:gd name="T46" fmla="*/ 22 w 181"/>
                <a:gd name="T47" fmla="*/ 66 h 69"/>
                <a:gd name="T48" fmla="*/ 24 w 181"/>
                <a:gd name="T49" fmla="*/ 64 h 69"/>
                <a:gd name="T50" fmla="*/ 28 w 181"/>
                <a:gd name="T51" fmla="*/ 64 h 69"/>
                <a:gd name="T52" fmla="*/ 31 w 181"/>
                <a:gd name="T53" fmla="*/ 66 h 69"/>
                <a:gd name="T54" fmla="*/ 36 w 181"/>
                <a:gd name="T55" fmla="*/ 58 h 69"/>
                <a:gd name="T56" fmla="*/ 36 w 181"/>
                <a:gd name="T57" fmla="*/ 65 h 69"/>
                <a:gd name="T58" fmla="*/ 46 w 181"/>
                <a:gd name="T59" fmla="*/ 67 h 69"/>
                <a:gd name="T60" fmla="*/ 50 w 181"/>
                <a:gd name="T61" fmla="*/ 66 h 69"/>
                <a:gd name="T62" fmla="*/ 55 w 181"/>
                <a:gd name="T63" fmla="*/ 62 h 69"/>
                <a:gd name="T64" fmla="*/ 65 w 181"/>
                <a:gd name="T65" fmla="*/ 66 h 69"/>
                <a:gd name="T66" fmla="*/ 69 w 181"/>
                <a:gd name="T67" fmla="*/ 63 h 69"/>
                <a:gd name="T68" fmla="*/ 71 w 181"/>
                <a:gd name="T69" fmla="*/ 63 h 69"/>
                <a:gd name="T70" fmla="*/ 72 w 181"/>
                <a:gd name="T71" fmla="*/ 61 h 69"/>
                <a:gd name="T72" fmla="*/ 76 w 181"/>
                <a:gd name="T73" fmla="*/ 65 h 69"/>
                <a:gd name="T74" fmla="*/ 79 w 181"/>
                <a:gd name="T75" fmla="*/ 63 h 69"/>
                <a:gd name="T76" fmla="*/ 88 w 181"/>
                <a:gd name="T77" fmla="*/ 60 h 69"/>
                <a:gd name="T78" fmla="*/ 92 w 181"/>
                <a:gd name="T79" fmla="*/ 62 h 69"/>
                <a:gd name="T80" fmla="*/ 98 w 181"/>
                <a:gd name="T81" fmla="*/ 60 h 69"/>
                <a:gd name="T82" fmla="*/ 102 w 181"/>
                <a:gd name="T83" fmla="*/ 59 h 69"/>
                <a:gd name="T84" fmla="*/ 103 w 181"/>
                <a:gd name="T85" fmla="*/ 59 h 69"/>
                <a:gd name="T86" fmla="*/ 108 w 181"/>
                <a:gd name="T87" fmla="*/ 58 h 69"/>
                <a:gd name="T88" fmla="*/ 115 w 181"/>
                <a:gd name="T89" fmla="*/ 53 h 69"/>
                <a:gd name="T90" fmla="*/ 117 w 181"/>
                <a:gd name="T91" fmla="*/ 52 h 69"/>
                <a:gd name="T92" fmla="*/ 122 w 181"/>
                <a:gd name="T93" fmla="*/ 45 h 69"/>
                <a:gd name="T94" fmla="*/ 127 w 181"/>
                <a:gd name="T95" fmla="*/ 45 h 69"/>
                <a:gd name="T96" fmla="*/ 134 w 181"/>
                <a:gd name="T97" fmla="*/ 43 h 69"/>
                <a:gd name="T98" fmla="*/ 139 w 181"/>
                <a:gd name="T99" fmla="*/ 41 h 69"/>
                <a:gd name="T100" fmla="*/ 152 w 181"/>
                <a:gd name="T101" fmla="*/ 37 h 69"/>
                <a:gd name="T102" fmla="*/ 156 w 181"/>
                <a:gd name="T103" fmla="*/ 35 h 69"/>
                <a:gd name="T104" fmla="*/ 163 w 181"/>
                <a:gd name="T105" fmla="*/ 27 h 69"/>
                <a:gd name="T106" fmla="*/ 167 w 181"/>
                <a:gd name="T107" fmla="*/ 19 h 69"/>
                <a:gd name="T108" fmla="*/ 10 w 181"/>
                <a:gd name="T109" fmla="*/ 31 h 69"/>
                <a:gd name="T110" fmla="*/ 10 w 181"/>
                <a:gd name="T111" fmla="*/ 35 h 69"/>
                <a:gd name="T112" fmla="*/ 9 w 181"/>
                <a:gd name="T113" fmla="*/ 34 h 69"/>
                <a:gd name="T114" fmla="*/ 7 w 181"/>
                <a:gd name="T115" fmla="*/ 35 h 69"/>
                <a:gd name="T116" fmla="*/ 8 w 181"/>
                <a:gd name="T117" fmla="*/ 36 h 69"/>
                <a:gd name="T118" fmla="*/ 10 w 181"/>
                <a:gd name="T119" fmla="*/ 36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81" h="69">
                  <a:moveTo>
                    <a:pt x="177" y="5"/>
                  </a:moveTo>
                  <a:cubicBezTo>
                    <a:pt x="177" y="2"/>
                    <a:pt x="172" y="0"/>
                    <a:pt x="172" y="0"/>
                  </a:cubicBezTo>
                  <a:cubicBezTo>
                    <a:pt x="172" y="4"/>
                    <a:pt x="169" y="7"/>
                    <a:pt x="164" y="8"/>
                  </a:cubicBezTo>
                  <a:cubicBezTo>
                    <a:pt x="163" y="9"/>
                    <a:pt x="163" y="11"/>
                    <a:pt x="162" y="11"/>
                  </a:cubicBezTo>
                  <a:cubicBezTo>
                    <a:pt x="159" y="15"/>
                    <a:pt x="152" y="15"/>
                    <a:pt x="149" y="19"/>
                  </a:cubicBezTo>
                  <a:cubicBezTo>
                    <a:pt x="150" y="19"/>
                    <a:pt x="150" y="20"/>
                    <a:pt x="150" y="21"/>
                  </a:cubicBezTo>
                  <a:cubicBezTo>
                    <a:pt x="150" y="20"/>
                    <a:pt x="150" y="20"/>
                    <a:pt x="150" y="20"/>
                  </a:cubicBezTo>
                  <a:cubicBezTo>
                    <a:pt x="150" y="22"/>
                    <a:pt x="150" y="22"/>
                    <a:pt x="150" y="22"/>
                  </a:cubicBezTo>
                  <a:cubicBezTo>
                    <a:pt x="150" y="22"/>
                    <a:pt x="149" y="21"/>
                    <a:pt x="149" y="20"/>
                  </a:cubicBezTo>
                  <a:cubicBezTo>
                    <a:pt x="147" y="21"/>
                    <a:pt x="146" y="23"/>
                    <a:pt x="144" y="24"/>
                  </a:cubicBezTo>
                  <a:cubicBezTo>
                    <a:pt x="145" y="26"/>
                    <a:pt x="143" y="24"/>
                    <a:pt x="144" y="26"/>
                  </a:cubicBezTo>
                  <a:cubicBezTo>
                    <a:pt x="144" y="25"/>
                    <a:pt x="144" y="25"/>
                    <a:pt x="144" y="25"/>
                  </a:cubicBezTo>
                  <a:cubicBezTo>
                    <a:pt x="143" y="27"/>
                    <a:pt x="143" y="27"/>
                    <a:pt x="141" y="25"/>
                  </a:cubicBezTo>
                  <a:cubicBezTo>
                    <a:pt x="135" y="26"/>
                    <a:pt x="130" y="30"/>
                    <a:pt x="125" y="31"/>
                  </a:cubicBezTo>
                  <a:cubicBezTo>
                    <a:pt x="119" y="33"/>
                    <a:pt x="114" y="37"/>
                    <a:pt x="108" y="39"/>
                  </a:cubicBezTo>
                  <a:cubicBezTo>
                    <a:pt x="108" y="42"/>
                    <a:pt x="106" y="41"/>
                    <a:pt x="106" y="44"/>
                  </a:cubicBezTo>
                  <a:cubicBezTo>
                    <a:pt x="106" y="43"/>
                    <a:pt x="106" y="43"/>
                    <a:pt x="106" y="43"/>
                  </a:cubicBezTo>
                  <a:cubicBezTo>
                    <a:pt x="105" y="45"/>
                    <a:pt x="104" y="43"/>
                    <a:pt x="103" y="42"/>
                  </a:cubicBezTo>
                  <a:cubicBezTo>
                    <a:pt x="103" y="44"/>
                    <a:pt x="102" y="43"/>
                    <a:pt x="103" y="45"/>
                  </a:cubicBezTo>
                  <a:cubicBezTo>
                    <a:pt x="103" y="46"/>
                    <a:pt x="102" y="42"/>
                    <a:pt x="101" y="43"/>
                  </a:cubicBezTo>
                  <a:cubicBezTo>
                    <a:pt x="101" y="42"/>
                    <a:pt x="101" y="44"/>
                    <a:pt x="101" y="44"/>
                  </a:cubicBezTo>
                  <a:cubicBezTo>
                    <a:pt x="100" y="46"/>
                    <a:pt x="101" y="42"/>
                    <a:pt x="99" y="41"/>
                  </a:cubicBezTo>
                  <a:cubicBezTo>
                    <a:pt x="96" y="42"/>
                    <a:pt x="94" y="45"/>
                    <a:pt x="91" y="44"/>
                  </a:cubicBezTo>
                  <a:cubicBezTo>
                    <a:pt x="91" y="44"/>
                    <a:pt x="91" y="45"/>
                    <a:pt x="91" y="45"/>
                  </a:cubicBezTo>
                  <a:cubicBezTo>
                    <a:pt x="90" y="42"/>
                    <a:pt x="90" y="46"/>
                    <a:pt x="90" y="45"/>
                  </a:cubicBezTo>
                  <a:cubicBezTo>
                    <a:pt x="90" y="44"/>
                    <a:pt x="90" y="44"/>
                    <a:pt x="90" y="44"/>
                  </a:cubicBezTo>
                  <a:cubicBezTo>
                    <a:pt x="88" y="43"/>
                    <a:pt x="88" y="45"/>
                    <a:pt x="86" y="44"/>
                  </a:cubicBezTo>
                  <a:cubicBezTo>
                    <a:pt x="85" y="45"/>
                    <a:pt x="84" y="42"/>
                    <a:pt x="83" y="44"/>
                  </a:cubicBezTo>
                  <a:cubicBezTo>
                    <a:pt x="83" y="43"/>
                    <a:pt x="83" y="43"/>
                    <a:pt x="82" y="43"/>
                  </a:cubicBezTo>
                  <a:cubicBezTo>
                    <a:pt x="82" y="47"/>
                    <a:pt x="80" y="42"/>
                    <a:pt x="79" y="44"/>
                  </a:cubicBezTo>
                  <a:cubicBezTo>
                    <a:pt x="79" y="44"/>
                    <a:pt x="79" y="44"/>
                    <a:pt x="79" y="44"/>
                  </a:cubicBezTo>
                  <a:cubicBezTo>
                    <a:pt x="76" y="44"/>
                    <a:pt x="73" y="43"/>
                    <a:pt x="70" y="46"/>
                  </a:cubicBezTo>
                  <a:cubicBezTo>
                    <a:pt x="68" y="46"/>
                    <a:pt x="66" y="43"/>
                    <a:pt x="64" y="44"/>
                  </a:cubicBezTo>
                  <a:cubicBezTo>
                    <a:pt x="64" y="46"/>
                    <a:pt x="64" y="46"/>
                    <a:pt x="64" y="46"/>
                  </a:cubicBezTo>
                  <a:cubicBezTo>
                    <a:pt x="63" y="46"/>
                    <a:pt x="64" y="45"/>
                    <a:pt x="64" y="44"/>
                  </a:cubicBezTo>
                  <a:cubicBezTo>
                    <a:pt x="63" y="46"/>
                    <a:pt x="61" y="44"/>
                    <a:pt x="60" y="44"/>
                  </a:cubicBezTo>
                  <a:cubicBezTo>
                    <a:pt x="60" y="45"/>
                    <a:pt x="60" y="45"/>
                    <a:pt x="60" y="46"/>
                  </a:cubicBezTo>
                  <a:cubicBezTo>
                    <a:pt x="59" y="43"/>
                    <a:pt x="57" y="47"/>
                    <a:pt x="55" y="45"/>
                  </a:cubicBezTo>
                  <a:cubicBezTo>
                    <a:pt x="56" y="48"/>
                    <a:pt x="55" y="47"/>
                    <a:pt x="54" y="48"/>
                  </a:cubicBezTo>
                  <a:cubicBezTo>
                    <a:pt x="54" y="47"/>
                    <a:pt x="54" y="46"/>
                    <a:pt x="54" y="46"/>
                  </a:cubicBezTo>
                  <a:cubicBezTo>
                    <a:pt x="53" y="46"/>
                    <a:pt x="52" y="46"/>
                    <a:pt x="51" y="45"/>
                  </a:cubicBezTo>
                  <a:cubicBezTo>
                    <a:pt x="51" y="46"/>
                    <a:pt x="50" y="48"/>
                    <a:pt x="50" y="47"/>
                  </a:cubicBezTo>
                  <a:cubicBezTo>
                    <a:pt x="49" y="45"/>
                    <a:pt x="48" y="47"/>
                    <a:pt x="48" y="46"/>
                  </a:cubicBezTo>
                  <a:cubicBezTo>
                    <a:pt x="48" y="48"/>
                    <a:pt x="47" y="49"/>
                    <a:pt x="46" y="49"/>
                  </a:cubicBezTo>
                  <a:cubicBezTo>
                    <a:pt x="47" y="46"/>
                    <a:pt x="47" y="46"/>
                    <a:pt x="47" y="46"/>
                  </a:cubicBezTo>
                  <a:cubicBezTo>
                    <a:pt x="44" y="47"/>
                    <a:pt x="42" y="44"/>
                    <a:pt x="39" y="47"/>
                  </a:cubicBezTo>
                  <a:cubicBezTo>
                    <a:pt x="39" y="45"/>
                    <a:pt x="39" y="45"/>
                    <a:pt x="39" y="45"/>
                  </a:cubicBezTo>
                  <a:cubicBezTo>
                    <a:pt x="36" y="47"/>
                    <a:pt x="35" y="45"/>
                    <a:pt x="32" y="47"/>
                  </a:cubicBezTo>
                  <a:cubicBezTo>
                    <a:pt x="33" y="46"/>
                    <a:pt x="30" y="45"/>
                    <a:pt x="30" y="45"/>
                  </a:cubicBezTo>
                  <a:cubicBezTo>
                    <a:pt x="29" y="46"/>
                    <a:pt x="28" y="46"/>
                    <a:pt x="27" y="48"/>
                  </a:cubicBezTo>
                  <a:cubicBezTo>
                    <a:pt x="27" y="48"/>
                    <a:pt x="27" y="46"/>
                    <a:pt x="27" y="46"/>
                  </a:cubicBezTo>
                  <a:cubicBezTo>
                    <a:pt x="26" y="45"/>
                    <a:pt x="26" y="43"/>
                    <a:pt x="25" y="45"/>
                  </a:cubicBezTo>
                  <a:cubicBezTo>
                    <a:pt x="25" y="43"/>
                    <a:pt x="25" y="43"/>
                    <a:pt x="25" y="43"/>
                  </a:cubicBezTo>
                  <a:cubicBezTo>
                    <a:pt x="24" y="44"/>
                    <a:pt x="22" y="46"/>
                    <a:pt x="22" y="44"/>
                  </a:cubicBezTo>
                  <a:cubicBezTo>
                    <a:pt x="21" y="45"/>
                    <a:pt x="20" y="45"/>
                    <a:pt x="20" y="46"/>
                  </a:cubicBezTo>
                  <a:cubicBezTo>
                    <a:pt x="19" y="46"/>
                    <a:pt x="20" y="44"/>
                    <a:pt x="19" y="45"/>
                  </a:cubicBezTo>
                  <a:cubicBezTo>
                    <a:pt x="21" y="44"/>
                    <a:pt x="21" y="44"/>
                    <a:pt x="21" y="44"/>
                  </a:cubicBezTo>
                  <a:cubicBezTo>
                    <a:pt x="19" y="42"/>
                    <a:pt x="17" y="42"/>
                    <a:pt x="15" y="42"/>
                  </a:cubicBezTo>
                  <a:cubicBezTo>
                    <a:pt x="16" y="40"/>
                    <a:pt x="13" y="41"/>
                    <a:pt x="13" y="39"/>
                  </a:cubicBezTo>
                  <a:cubicBezTo>
                    <a:pt x="12" y="40"/>
                    <a:pt x="13" y="38"/>
                    <a:pt x="10" y="39"/>
                  </a:cubicBezTo>
                  <a:cubicBezTo>
                    <a:pt x="11" y="39"/>
                    <a:pt x="11" y="39"/>
                    <a:pt x="11" y="39"/>
                  </a:cubicBezTo>
                  <a:cubicBezTo>
                    <a:pt x="11" y="38"/>
                    <a:pt x="11" y="37"/>
                    <a:pt x="12" y="37"/>
                  </a:cubicBezTo>
                  <a:cubicBezTo>
                    <a:pt x="12" y="37"/>
                    <a:pt x="11" y="37"/>
                    <a:pt x="11" y="37"/>
                  </a:cubicBezTo>
                  <a:cubicBezTo>
                    <a:pt x="11" y="36"/>
                    <a:pt x="11" y="36"/>
                    <a:pt x="11" y="36"/>
                  </a:cubicBezTo>
                  <a:cubicBezTo>
                    <a:pt x="11" y="36"/>
                    <a:pt x="11" y="36"/>
                    <a:pt x="11" y="37"/>
                  </a:cubicBezTo>
                  <a:cubicBezTo>
                    <a:pt x="10" y="37"/>
                    <a:pt x="10" y="37"/>
                    <a:pt x="10" y="37"/>
                  </a:cubicBezTo>
                  <a:cubicBezTo>
                    <a:pt x="10" y="36"/>
                    <a:pt x="10" y="36"/>
                    <a:pt x="10" y="36"/>
                  </a:cubicBezTo>
                  <a:cubicBezTo>
                    <a:pt x="10" y="36"/>
                    <a:pt x="10" y="36"/>
                    <a:pt x="10" y="36"/>
                  </a:cubicBezTo>
                  <a:cubicBezTo>
                    <a:pt x="10" y="36"/>
                    <a:pt x="10" y="36"/>
                    <a:pt x="10" y="36"/>
                  </a:cubicBezTo>
                  <a:cubicBezTo>
                    <a:pt x="10" y="36"/>
                    <a:pt x="10" y="36"/>
                    <a:pt x="10" y="36"/>
                  </a:cubicBezTo>
                  <a:cubicBezTo>
                    <a:pt x="10" y="36"/>
                    <a:pt x="11" y="36"/>
                    <a:pt x="11" y="36"/>
                  </a:cubicBezTo>
                  <a:cubicBezTo>
                    <a:pt x="11" y="36"/>
                    <a:pt x="11" y="36"/>
                    <a:pt x="10" y="35"/>
                  </a:cubicBezTo>
                  <a:cubicBezTo>
                    <a:pt x="10" y="35"/>
                    <a:pt x="10" y="35"/>
                    <a:pt x="10" y="35"/>
                  </a:cubicBezTo>
                  <a:cubicBezTo>
                    <a:pt x="11" y="35"/>
                    <a:pt x="11" y="35"/>
                    <a:pt x="11" y="35"/>
                  </a:cubicBezTo>
                  <a:cubicBezTo>
                    <a:pt x="11" y="35"/>
                    <a:pt x="11" y="35"/>
                    <a:pt x="11" y="34"/>
                  </a:cubicBezTo>
                  <a:cubicBezTo>
                    <a:pt x="11" y="34"/>
                    <a:pt x="11" y="34"/>
                    <a:pt x="11" y="34"/>
                  </a:cubicBezTo>
                  <a:cubicBezTo>
                    <a:pt x="11" y="34"/>
                    <a:pt x="11" y="34"/>
                    <a:pt x="11" y="34"/>
                  </a:cubicBezTo>
                  <a:cubicBezTo>
                    <a:pt x="9" y="35"/>
                    <a:pt x="12" y="34"/>
                    <a:pt x="10" y="34"/>
                  </a:cubicBezTo>
                  <a:cubicBezTo>
                    <a:pt x="10" y="34"/>
                    <a:pt x="10" y="33"/>
                    <a:pt x="11" y="32"/>
                  </a:cubicBezTo>
                  <a:cubicBezTo>
                    <a:pt x="10" y="34"/>
                    <a:pt x="10" y="32"/>
                    <a:pt x="10" y="31"/>
                  </a:cubicBezTo>
                  <a:cubicBezTo>
                    <a:pt x="10" y="31"/>
                    <a:pt x="10" y="31"/>
                    <a:pt x="10" y="31"/>
                  </a:cubicBezTo>
                  <a:cubicBezTo>
                    <a:pt x="10" y="30"/>
                    <a:pt x="10" y="30"/>
                    <a:pt x="10" y="29"/>
                  </a:cubicBezTo>
                  <a:cubicBezTo>
                    <a:pt x="10" y="29"/>
                    <a:pt x="10" y="29"/>
                    <a:pt x="10" y="29"/>
                  </a:cubicBezTo>
                  <a:cubicBezTo>
                    <a:pt x="10" y="29"/>
                    <a:pt x="10" y="30"/>
                    <a:pt x="10" y="30"/>
                  </a:cubicBezTo>
                  <a:cubicBezTo>
                    <a:pt x="10" y="30"/>
                    <a:pt x="9" y="30"/>
                    <a:pt x="5" y="31"/>
                  </a:cubicBezTo>
                  <a:cubicBezTo>
                    <a:pt x="4" y="32"/>
                    <a:pt x="9" y="31"/>
                    <a:pt x="8" y="32"/>
                  </a:cubicBezTo>
                  <a:cubicBezTo>
                    <a:pt x="5" y="32"/>
                    <a:pt x="9" y="34"/>
                    <a:pt x="6" y="34"/>
                  </a:cubicBezTo>
                  <a:cubicBezTo>
                    <a:pt x="4" y="33"/>
                    <a:pt x="4" y="33"/>
                    <a:pt x="4" y="33"/>
                  </a:cubicBezTo>
                  <a:cubicBezTo>
                    <a:pt x="4" y="33"/>
                    <a:pt x="5" y="33"/>
                    <a:pt x="5" y="33"/>
                  </a:cubicBezTo>
                  <a:cubicBezTo>
                    <a:pt x="2" y="32"/>
                    <a:pt x="2" y="32"/>
                    <a:pt x="2" y="32"/>
                  </a:cubicBezTo>
                  <a:cubicBezTo>
                    <a:pt x="5" y="34"/>
                    <a:pt x="3" y="35"/>
                    <a:pt x="3" y="35"/>
                  </a:cubicBezTo>
                  <a:cubicBezTo>
                    <a:pt x="3" y="35"/>
                    <a:pt x="3" y="35"/>
                    <a:pt x="3" y="35"/>
                  </a:cubicBezTo>
                  <a:cubicBezTo>
                    <a:pt x="1" y="36"/>
                    <a:pt x="4" y="35"/>
                    <a:pt x="4" y="36"/>
                  </a:cubicBezTo>
                  <a:cubicBezTo>
                    <a:pt x="4" y="36"/>
                    <a:pt x="1" y="36"/>
                    <a:pt x="0" y="37"/>
                  </a:cubicBezTo>
                  <a:cubicBezTo>
                    <a:pt x="1" y="38"/>
                    <a:pt x="3" y="40"/>
                    <a:pt x="2" y="42"/>
                  </a:cubicBezTo>
                  <a:cubicBezTo>
                    <a:pt x="3" y="43"/>
                    <a:pt x="4" y="44"/>
                    <a:pt x="6" y="44"/>
                  </a:cubicBezTo>
                  <a:cubicBezTo>
                    <a:pt x="6" y="44"/>
                    <a:pt x="3" y="45"/>
                    <a:pt x="5" y="45"/>
                  </a:cubicBezTo>
                  <a:cubicBezTo>
                    <a:pt x="4" y="46"/>
                    <a:pt x="3" y="47"/>
                    <a:pt x="3" y="47"/>
                  </a:cubicBezTo>
                  <a:cubicBezTo>
                    <a:pt x="4" y="47"/>
                    <a:pt x="4" y="49"/>
                    <a:pt x="5" y="46"/>
                  </a:cubicBezTo>
                  <a:cubicBezTo>
                    <a:pt x="6" y="48"/>
                    <a:pt x="7" y="49"/>
                    <a:pt x="8" y="49"/>
                  </a:cubicBezTo>
                  <a:cubicBezTo>
                    <a:pt x="8" y="49"/>
                    <a:pt x="6" y="50"/>
                    <a:pt x="6" y="51"/>
                  </a:cubicBezTo>
                  <a:cubicBezTo>
                    <a:pt x="8" y="50"/>
                    <a:pt x="9" y="50"/>
                    <a:pt x="10" y="51"/>
                  </a:cubicBezTo>
                  <a:cubicBezTo>
                    <a:pt x="11" y="50"/>
                    <a:pt x="10" y="50"/>
                    <a:pt x="11" y="48"/>
                  </a:cubicBezTo>
                  <a:cubicBezTo>
                    <a:pt x="12" y="48"/>
                    <a:pt x="12" y="48"/>
                    <a:pt x="13" y="48"/>
                  </a:cubicBezTo>
                  <a:cubicBezTo>
                    <a:pt x="12" y="49"/>
                    <a:pt x="10" y="52"/>
                    <a:pt x="11" y="52"/>
                  </a:cubicBezTo>
                  <a:cubicBezTo>
                    <a:pt x="9" y="55"/>
                    <a:pt x="10" y="51"/>
                    <a:pt x="8" y="54"/>
                  </a:cubicBezTo>
                  <a:cubicBezTo>
                    <a:pt x="7" y="55"/>
                    <a:pt x="5" y="54"/>
                    <a:pt x="6" y="53"/>
                  </a:cubicBezTo>
                  <a:cubicBezTo>
                    <a:pt x="3" y="54"/>
                    <a:pt x="6" y="54"/>
                    <a:pt x="4" y="55"/>
                  </a:cubicBezTo>
                  <a:cubicBezTo>
                    <a:pt x="5" y="56"/>
                    <a:pt x="6" y="55"/>
                    <a:pt x="8" y="55"/>
                  </a:cubicBezTo>
                  <a:cubicBezTo>
                    <a:pt x="8" y="54"/>
                    <a:pt x="8" y="54"/>
                    <a:pt x="9" y="53"/>
                  </a:cubicBezTo>
                  <a:cubicBezTo>
                    <a:pt x="11" y="52"/>
                    <a:pt x="9" y="56"/>
                    <a:pt x="9" y="56"/>
                  </a:cubicBezTo>
                  <a:cubicBezTo>
                    <a:pt x="9" y="56"/>
                    <a:pt x="9" y="56"/>
                    <a:pt x="9" y="56"/>
                  </a:cubicBezTo>
                  <a:cubicBezTo>
                    <a:pt x="9" y="57"/>
                    <a:pt x="10" y="56"/>
                    <a:pt x="11" y="57"/>
                  </a:cubicBezTo>
                  <a:cubicBezTo>
                    <a:pt x="9" y="60"/>
                    <a:pt x="9" y="56"/>
                    <a:pt x="8" y="58"/>
                  </a:cubicBezTo>
                  <a:cubicBezTo>
                    <a:pt x="7" y="60"/>
                    <a:pt x="7" y="60"/>
                    <a:pt x="7" y="60"/>
                  </a:cubicBezTo>
                  <a:cubicBezTo>
                    <a:pt x="8" y="61"/>
                    <a:pt x="9" y="58"/>
                    <a:pt x="10" y="59"/>
                  </a:cubicBezTo>
                  <a:cubicBezTo>
                    <a:pt x="9" y="60"/>
                    <a:pt x="9" y="60"/>
                    <a:pt x="9" y="60"/>
                  </a:cubicBezTo>
                  <a:cubicBezTo>
                    <a:pt x="10" y="60"/>
                    <a:pt x="10" y="60"/>
                    <a:pt x="10" y="60"/>
                  </a:cubicBezTo>
                  <a:cubicBezTo>
                    <a:pt x="11" y="59"/>
                    <a:pt x="11" y="57"/>
                    <a:pt x="11" y="57"/>
                  </a:cubicBezTo>
                  <a:cubicBezTo>
                    <a:pt x="13" y="55"/>
                    <a:pt x="11" y="57"/>
                    <a:pt x="13" y="57"/>
                  </a:cubicBezTo>
                  <a:cubicBezTo>
                    <a:pt x="14" y="56"/>
                    <a:pt x="12" y="57"/>
                    <a:pt x="13" y="56"/>
                  </a:cubicBezTo>
                  <a:cubicBezTo>
                    <a:pt x="14" y="54"/>
                    <a:pt x="14" y="54"/>
                    <a:pt x="15" y="54"/>
                  </a:cubicBezTo>
                  <a:cubicBezTo>
                    <a:pt x="15" y="55"/>
                    <a:pt x="14" y="56"/>
                    <a:pt x="14" y="57"/>
                  </a:cubicBezTo>
                  <a:cubicBezTo>
                    <a:pt x="14" y="58"/>
                    <a:pt x="13" y="57"/>
                    <a:pt x="14" y="57"/>
                  </a:cubicBezTo>
                  <a:cubicBezTo>
                    <a:pt x="12" y="58"/>
                    <a:pt x="12" y="60"/>
                    <a:pt x="11" y="61"/>
                  </a:cubicBezTo>
                  <a:cubicBezTo>
                    <a:pt x="11" y="62"/>
                    <a:pt x="12" y="60"/>
                    <a:pt x="13" y="60"/>
                  </a:cubicBezTo>
                  <a:cubicBezTo>
                    <a:pt x="13" y="60"/>
                    <a:pt x="14" y="58"/>
                    <a:pt x="14" y="58"/>
                  </a:cubicBezTo>
                  <a:cubicBezTo>
                    <a:pt x="17" y="54"/>
                    <a:pt x="13" y="61"/>
                    <a:pt x="15" y="61"/>
                  </a:cubicBezTo>
                  <a:cubicBezTo>
                    <a:pt x="16" y="58"/>
                    <a:pt x="18" y="58"/>
                    <a:pt x="19" y="54"/>
                  </a:cubicBezTo>
                  <a:cubicBezTo>
                    <a:pt x="19" y="54"/>
                    <a:pt x="20" y="53"/>
                    <a:pt x="20" y="54"/>
                  </a:cubicBezTo>
                  <a:cubicBezTo>
                    <a:pt x="19" y="56"/>
                    <a:pt x="20" y="56"/>
                    <a:pt x="18" y="57"/>
                  </a:cubicBezTo>
                  <a:cubicBezTo>
                    <a:pt x="19" y="57"/>
                    <a:pt x="19" y="57"/>
                    <a:pt x="19" y="57"/>
                  </a:cubicBezTo>
                  <a:cubicBezTo>
                    <a:pt x="17" y="59"/>
                    <a:pt x="17" y="59"/>
                    <a:pt x="17" y="59"/>
                  </a:cubicBezTo>
                  <a:cubicBezTo>
                    <a:pt x="17" y="61"/>
                    <a:pt x="17" y="63"/>
                    <a:pt x="17" y="64"/>
                  </a:cubicBezTo>
                  <a:cubicBezTo>
                    <a:pt x="18" y="63"/>
                    <a:pt x="18" y="62"/>
                    <a:pt x="19" y="62"/>
                  </a:cubicBezTo>
                  <a:cubicBezTo>
                    <a:pt x="18" y="62"/>
                    <a:pt x="18" y="63"/>
                    <a:pt x="19" y="64"/>
                  </a:cubicBezTo>
                  <a:cubicBezTo>
                    <a:pt x="18" y="63"/>
                    <a:pt x="20" y="61"/>
                    <a:pt x="20" y="60"/>
                  </a:cubicBezTo>
                  <a:cubicBezTo>
                    <a:pt x="21" y="61"/>
                    <a:pt x="21" y="63"/>
                    <a:pt x="20" y="63"/>
                  </a:cubicBezTo>
                  <a:cubicBezTo>
                    <a:pt x="19" y="65"/>
                    <a:pt x="19" y="65"/>
                    <a:pt x="19" y="65"/>
                  </a:cubicBezTo>
                  <a:cubicBezTo>
                    <a:pt x="20" y="63"/>
                    <a:pt x="19" y="65"/>
                    <a:pt x="20" y="65"/>
                  </a:cubicBezTo>
                  <a:cubicBezTo>
                    <a:pt x="20" y="64"/>
                    <a:pt x="21" y="62"/>
                    <a:pt x="22" y="61"/>
                  </a:cubicBezTo>
                  <a:cubicBezTo>
                    <a:pt x="22" y="61"/>
                    <a:pt x="22" y="62"/>
                    <a:pt x="23" y="62"/>
                  </a:cubicBezTo>
                  <a:cubicBezTo>
                    <a:pt x="21" y="63"/>
                    <a:pt x="21" y="63"/>
                    <a:pt x="21" y="63"/>
                  </a:cubicBezTo>
                  <a:cubicBezTo>
                    <a:pt x="22" y="63"/>
                    <a:pt x="21" y="66"/>
                    <a:pt x="22" y="66"/>
                  </a:cubicBezTo>
                  <a:cubicBezTo>
                    <a:pt x="23" y="64"/>
                    <a:pt x="23" y="64"/>
                    <a:pt x="23" y="64"/>
                  </a:cubicBezTo>
                  <a:cubicBezTo>
                    <a:pt x="22" y="66"/>
                    <a:pt x="22" y="66"/>
                    <a:pt x="22" y="66"/>
                  </a:cubicBezTo>
                  <a:cubicBezTo>
                    <a:pt x="23" y="65"/>
                    <a:pt x="23" y="65"/>
                    <a:pt x="24" y="65"/>
                  </a:cubicBezTo>
                  <a:cubicBezTo>
                    <a:pt x="23" y="66"/>
                    <a:pt x="23" y="66"/>
                    <a:pt x="23" y="66"/>
                  </a:cubicBezTo>
                  <a:cubicBezTo>
                    <a:pt x="24" y="65"/>
                    <a:pt x="25" y="63"/>
                    <a:pt x="25" y="65"/>
                  </a:cubicBezTo>
                  <a:cubicBezTo>
                    <a:pt x="25" y="63"/>
                    <a:pt x="24" y="65"/>
                    <a:pt x="24" y="64"/>
                  </a:cubicBezTo>
                  <a:cubicBezTo>
                    <a:pt x="24" y="62"/>
                    <a:pt x="25" y="62"/>
                    <a:pt x="25" y="62"/>
                  </a:cubicBezTo>
                  <a:cubicBezTo>
                    <a:pt x="25" y="62"/>
                    <a:pt x="25" y="62"/>
                    <a:pt x="25" y="63"/>
                  </a:cubicBezTo>
                  <a:cubicBezTo>
                    <a:pt x="26" y="62"/>
                    <a:pt x="26" y="62"/>
                    <a:pt x="26" y="62"/>
                  </a:cubicBezTo>
                  <a:cubicBezTo>
                    <a:pt x="26" y="63"/>
                    <a:pt x="26" y="64"/>
                    <a:pt x="26" y="65"/>
                  </a:cubicBezTo>
                  <a:cubicBezTo>
                    <a:pt x="27" y="63"/>
                    <a:pt x="27" y="63"/>
                    <a:pt x="27" y="63"/>
                  </a:cubicBezTo>
                  <a:cubicBezTo>
                    <a:pt x="26" y="66"/>
                    <a:pt x="28" y="62"/>
                    <a:pt x="28" y="64"/>
                  </a:cubicBezTo>
                  <a:cubicBezTo>
                    <a:pt x="28" y="65"/>
                    <a:pt x="27" y="66"/>
                    <a:pt x="27" y="67"/>
                  </a:cubicBezTo>
                  <a:cubicBezTo>
                    <a:pt x="28" y="64"/>
                    <a:pt x="29" y="64"/>
                    <a:pt x="30" y="62"/>
                  </a:cubicBezTo>
                  <a:cubicBezTo>
                    <a:pt x="30" y="63"/>
                    <a:pt x="28" y="65"/>
                    <a:pt x="28" y="67"/>
                  </a:cubicBezTo>
                  <a:cubicBezTo>
                    <a:pt x="29" y="65"/>
                    <a:pt x="29" y="69"/>
                    <a:pt x="30" y="66"/>
                  </a:cubicBezTo>
                  <a:cubicBezTo>
                    <a:pt x="30" y="65"/>
                    <a:pt x="31" y="64"/>
                    <a:pt x="31" y="63"/>
                  </a:cubicBezTo>
                  <a:cubicBezTo>
                    <a:pt x="32" y="64"/>
                    <a:pt x="31" y="64"/>
                    <a:pt x="31" y="66"/>
                  </a:cubicBezTo>
                  <a:cubicBezTo>
                    <a:pt x="32" y="65"/>
                    <a:pt x="32" y="63"/>
                    <a:pt x="32" y="62"/>
                  </a:cubicBezTo>
                  <a:cubicBezTo>
                    <a:pt x="32" y="63"/>
                    <a:pt x="33" y="61"/>
                    <a:pt x="34" y="62"/>
                  </a:cubicBezTo>
                  <a:cubicBezTo>
                    <a:pt x="33" y="64"/>
                    <a:pt x="32" y="63"/>
                    <a:pt x="33" y="64"/>
                  </a:cubicBezTo>
                  <a:cubicBezTo>
                    <a:pt x="34" y="65"/>
                    <a:pt x="34" y="60"/>
                    <a:pt x="35" y="60"/>
                  </a:cubicBezTo>
                  <a:cubicBezTo>
                    <a:pt x="35" y="59"/>
                    <a:pt x="36" y="56"/>
                    <a:pt x="36" y="55"/>
                  </a:cubicBezTo>
                  <a:cubicBezTo>
                    <a:pt x="37" y="56"/>
                    <a:pt x="36" y="56"/>
                    <a:pt x="36" y="58"/>
                  </a:cubicBezTo>
                  <a:cubicBezTo>
                    <a:pt x="36" y="58"/>
                    <a:pt x="36" y="58"/>
                    <a:pt x="36" y="58"/>
                  </a:cubicBezTo>
                  <a:cubicBezTo>
                    <a:pt x="36" y="61"/>
                    <a:pt x="34" y="63"/>
                    <a:pt x="34" y="65"/>
                  </a:cubicBezTo>
                  <a:cubicBezTo>
                    <a:pt x="35" y="64"/>
                    <a:pt x="35" y="64"/>
                    <a:pt x="35" y="64"/>
                  </a:cubicBezTo>
                  <a:cubicBezTo>
                    <a:pt x="35" y="65"/>
                    <a:pt x="34" y="66"/>
                    <a:pt x="34" y="67"/>
                  </a:cubicBezTo>
                  <a:cubicBezTo>
                    <a:pt x="35" y="65"/>
                    <a:pt x="36" y="67"/>
                    <a:pt x="36" y="66"/>
                  </a:cubicBezTo>
                  <a:cubicBezTo>
                    <a:pt x="36" y="65"/>
                    <a:pt x="35" y="67"/>
                    <a:pt x="36" y="65"/>
                  </a:cubicBezTo>
                  <a:cubicBezTo>
                    <a:pt x="36" y="65"/>
                    <a:pt x="37" y="62"/>
                    <a:pt x="37" y="63"/>
                  </a:cubicBezTo>
                  <a:cubicBezTo>
                    <a:pt x="37" y="65"/>
                    <a:pt x="37" y="66"/>
                    <a:pt x="37" y="67"/>
                  </a:cubicBezTo>
                  <a:cubicBezTo>
                    <a:pt x="37" y="68"/>
                    <a:pt x="37" y="65"/>
                    <a:pt x="38" y="66"/>
                  </a:cubicBezTo>
                  <a:cubicBezTo>
                    <a:pt x="38" y="67"/>
                    <a:pt x="38" y="67"/>
                    <a:pt x="38" y="67"/>
                  </a:cubicBezTo>
                  <a:cubicBezTo>
                    <a:pt x="40" y="68"/>
                    <a:pt x="42" y="67"/>
                    <a:pt x="45" y="63"/>
                  </a:cubicBezTo>
                  <a:cubicBezTo>
                    <a:pt x="45" y="65"/>
                    <a:pt x="45" y="65"/>
                    <a:pt x="46" y="67"/>
                  </a:cubicBezTo>
                  <a:cubicBezTo>
                    <a:pt x="46" y="66"/>
                    <a:pt x="46" y="65"/>
                    <a:pt x="47" y="65"/>
                  </a:cubicBezTo>
                  <a:cubicBezTo>
                    <a:pt x="47" y="67"/>
                    <a:pt x="47" y="67"/>
                    <a:pt x="47" y="67"/>
                  </a:cubicBezTo>
                  <a:cubicBezTo>
                    <a:pt x="48" y="68"/>
                    <a:pt x="49" y="66"/>
                    <a:pt x="49" y="65"/>
                  </a:cubicBezTo>
                  <a:cubicBezTo>
                    <a:pt x="49" y="66"/>
                    <a:pt x="49" y="66"/>
                    <a:pt x="49" y="66"/>
                  </a:cubicBezTo>
                  <a:cubicBezTo>
                    <a:pt x="50" y="68"/>
                    <a:pt x="50" y="65"/>
                    <a:pt x="50" y="65"/>
                  </a:cubicBezTo>
                  <a:cubicBezTo>
                    <a:pt x="50" y="66"/>
                    <a:pt x="50" y="66"/>
                    <a:pt x="50" y="66"/>
                  </a:cubicBezTo>
                  <a:cubicBezTo>
                    <a:pt x="51" y="65"/>
                    <a:pt x="51" y="65"/>
                    <a:pt x="51" y="65"/>
                  </a:cubicBezTo>
                  <a:cubicBezTo>
                    <a:pt x="51" y="64"/>
                    <a:pt x="52" y="65"/>
                    <a:pt x="52" y="67"/>
                  </a:cubicBezTo>
                  <a:cubicBezTo>
                    <a:pt x="52" y="66"/>
                    <a:pt x="52" y="66"/>
                    <a:pt x="52" y="65"/>
                  </a:cubicBezTo>
                  <a:cubicBezTo>
                    <a:pt x="52" y="67"/>
                    <a:pt x="54" y="67"/>
                    <a:pt x="55" y="66"/>
                  </a:cubicBezTo>
                  <a:cubicBezTo>
                    <a:pt x="54" y="65"/>
                    <a:pt x="54" y="65"/>
                    <a:pt x="54" y="63"/>
                  </a:cubicBezTo>
                  <a:cubicBezTo>
                    <a:pt x="54" y="61"/>
                    <a:pt x="55" y="64"/>
                    <a:pt x="55" y="62"/>
                  </a:cubicBezTo>
                  <a:cubicBezTo>
                    <a:pt x="55" y="63"/>
                    <a:pt x="55" y="64"/>
                    <a:pt x="55" y="65"/>
                  </a:cubicBezTo>
                  <a:cubicBezTo>
                    <a:pt x="56" y="68"/>
                    <a:pt x="58" y="65"/>
                    <a:pt x="59" y="66"/>
                  </a:cubicBezTo>
                  <a:cubicBezTo>
                    <a:pt x="60" y="65"/>
                    <a:pt x="60" y="65"/>
                    <a:pt x="60" y="65"/>
                  </a:cubicBezTo>
                  <a:cubicBezTo>
                    <a:pt x="61" y="67"/>
                    <a:pt x="62" y="64"/>
                    <a:pt x="63" y="65"/>
                  </a:cubicBezTo>
                  <a:cubicBezTo>
                    <a:pt x="63" y="65"/>
                    <a:pt x="63" y="62"/>
                    <a:pt x="64" y="62"/>
                  </a:cubicBezTo>
                  <a:cubicBezTo>
                    <a:pt x="64" y="60"/>
                    <a:pt x="64" y="64"/>
                    <a:pt x="65" y="66"/>
                  </a:cubicBezTo>
                  <a:cubicBezTo>
                    <a:pt x="65" y="65"/>
                    <a:pt x="65" y="64"/>
                    <a:pt x="66" y="64"/>
                  </a:cubicBezTo>
                  <a:cubicBezTo>
                    <a:pt x="66" y="65"/>
                    <a:pt x="66" y="65"/>
                    <a:pt x="66" y="65"/>
                  </a:cubicBezTo>
                  <a:cubicBezTo>
                    <a:pt x="66" y="64"/>
                    <a:pt x="67" y="63"/>
                    <a:pt x="67" y="64"/>
                  </a:cubicBezTo>
                  <a:cubicBezTo>
                    <a:pt x="67" y="64"/>
                    <a:pt x="67" y="64"/>
                    <a:pt x="67" y="64"/>
                  </a:cubicBezTo>
                  <a:cubicBezTo>
                    <a:pt x="67" y="64"/>
                    <a:pt x="68" y="66"/>
                    <a:pt x="68" y="65"/>
                  </a:cubicBezTo>
                  <a:cubicBezTo>
                    <a:pt x="68" y="64"/>
                    <a:pt x="69" y="65"/>
                    <a:pt x="69" y="63"/>
                  </a:cubicBezTo>
                  <a:cubicBezTo>
                    <a:pt x="69" y="64"/>
                    <a:pt x="69" y="64"/>
                    <a:pt x="69" y="64"/>
                  </a:cubicBezTo>
                  <a:cubicBezTo>
                    <a:pt x="69" y="62"/>
                    <a:pt x="69" y="62"/>
                    <a:pt x="69" y="62"/>
                  </a:cubicBezTo>
                  <a:cubicBezTo>
                    <a:pt x="70" y="63"/>
                    <a:pt x="70" y="63"/>
                    <a:pt x="70" y="63"/>
                  </a:cubicBezTo>
                  <a:cubicBezTo>
                    <a:pt x="70" y="65"/>
                    <a:pt x="70" y="65"/>
                    <a:pt x="70" y="65"/>
                  </a:cubicBezTo>
                  <a:cubicBezTo>
                    <a:pt x="71" y="66"/>
                    <a:pt x="70" y="63"/>
                    <a:pt x="70" y="62"/>
                  </a:cubicBezTo>
                  <a:cubicBezTo>
                    <a:pt x="71" y="61"/>
                    <a:pt x="71" y="63"/>
                    <a:pt x="71" y="63"/>
                  </a:cubicBezTo>
                  <a:cubicBezTo>
                    <a:pt x="71" y="64"/>
                    <a:pt x="71" y="63"/>
                    <a:pt x="71" y="63"/>
                  </a:cubicBezTo>
                  <a:cubicBezTo>
                    <a:pt x="70" y="65"/>
                    <a:pt x="71" y="64"/>
                    <a:pt x="71" y="65"/>
                  </a:cubicBezTo>
                  <a:cubicBezTo>
                    <a:pt x="71" y="65"/>
                    <a:pt x="71" y="63"/>
                    <a:pt x="72" y="63"/>
                  </a:cubicBezTo>
                  <a:cubicBezTo>
                    <a:pt x="72" y="63"/>
                    <a:pt x="73" y="63"/>
                    <a:pt x="73" y="65"/>
                  </a:cubicBezTo>
                  <a:cubicBezTo>
                    <a:pt x="73" y="64"/>
                    <a:pt x="73" y="64"/>
                    <a:pt x="73" y="63"/>
                  </a:cubicBezTo>
                  <a:cubicBezTo>
                    <a:pt x="73" y="63"/>
                    <a:pt x="73" y="62"/>
                    <a:pt x="72" y="61"/>
                  </a:cubicBezTo>
                  <a:cubicBezTo>
                    <a:pt x="73" y="61"/>
                    <a:pt x="73" y="61"/>
                    <a:pt x="73" y="61"/>
                  </a:cubicBezTo>
                  <a:cubicBezTo>
                    <a:pt x="73" y="62"/>
                    <a:pt x="73" y="62"/>
                    <a:pt x="73" y="62"/>
                  </a:cubicBezTo>
                  <a:cubicBezTo>
                    <a:pt x="73" y="61"/>
                    <a:pt x="74" y="62"/>
                    <a:pt x="74" y="60"/>
                  </a:cubicBezTo>
                  <a:cubicBezTo>
                    <a:pt x="74" y="62"/>
                    <a:pt x="74" y="62"/>
                    <a:pt x="74" y="62"/>
                  </a:cubicBezTo>
                  <a:cubicBezTo>
                    <a:pt x="74" y="61"/>
                    <a:pt x="75" y="61"/>
                    <a:pt x="75" y="61"/>
                  </a:cubicBezTo>
                  <a:cubicBezTo>
                    <a:pt x="75" y="62"/>
                    <a:pt x="75" y="64"/>
                    <a:pt x="76" y="65"/>
                  </a:cubicBezTo>
                  <a:cubicBezTo>
                    <a:pt x="77" y="63"/>
                    <a:pt x="77" y="63"/>
                    <a:pt x="77" y="63"/>
                  </a:cubicBezTo>
                  <a:cubicBezTo>
                    <a:pt x="77" y="63"/>
                    <a:pt x="77" y="63"/>
                    <a:pt x="77" y="64"/>
                  </a:cubicBezTo>
                  <a:cubicBezTo>
                    <a:pt x="78" y="65"/>
                    <a:pt x="78" y="59"/>
                    <a:pt x="79" y="61"/>
                  </a:cubicBezTo>
                  <a:cubicBezTo>
                    <a:pt x="79" y="63"/>
                    <a:pt x="79" y="63"/>
                    <a:pt x="80" y="64"/>
                  </a:cubicBezTo>
                  <a:cubicBezTo>
                    <a:pt x="80" y="63"/>
                    <a:pt x="80" y="63"/>
                    <a:pt x="80" y="62"/>
                  </a:cubicBezTo>
                  <a:cubicBezTo>
                    <a:pt x="80" y="61"/>
                    <a:pt x="80" y="64"/>
                    <a:pt x="79" y="63"/>
                  </a:cubicBezTo>
                  <a:cubicBezTo>
                    <a:pt x="79" y="61"/>
                    <a:pt x="80" y="62"/>
                    <a:pt x="80" y="61"/>
                  </a:cubicBezTo>
                  <a:cubicBezTo>
                    <a:pt x="81" y="66"/>
                    <a:pt x="83" y="62"/>
                    <a:pt x="84" y="64"/>
                  </a:cubicBezTo>
                  <a:cubicBezTo>
                    <a:pt x="84" y="61"/>
                    <a:pt x="85" y="63"/>
                    <a:pt x="85" y="62"/>
                  </a:cubicBezTo>
                  <a:cubicBezTo>
                    <a:pt x="85" y="65"/>
                    <a:pt x="86" y="62"/>
                    <a:pt x="86" y="63"/>
                  </a:cubicBezTo>
                  <a:cubicBezTo>
                    <a:pt x="86" y="61"/>
                    <a:pt x="86" y="61"/>
                    <a:pt x="86" y="61"/>
                  </a:cubicBezTo>
                  <a:cubicBezTo>
                    <a:pt x="87" y="62"/>
                    <a:pt x="87" y="57"/>
                    <a:pt x="88" y="60"/>
                  </a:cubicBezTo>
                  <a:cubicBezTo>
                    <a:pt x="88" y="60"/>
                    <a:pt x="88" y="61"/>
                    <a:pt x="88" y="62"/>
                  </a:cubicBezTo>
                  <a:cubicBezTo>
                    <a:pt x="89" y="65"/>
                    <a:pt x="89" y="59"/>
                    <a:pt x="90" y="62"/>
                  </a:cubicBezTo>
                  <a:cubicBezTo>
                    <a:pt x="90" y="61"/>
                    <a:pt x="89" y="60"/>
                    <a:pt x="90" y="59"/>
                  </a:cubicBezTo>
                  <a:cubicBezTo>
                    <a:pt x="91" y="60"/>
                    <a:pt x="92" y="61"/>
                    <a:pt x="92" y="62"/>
                  </a:cubicBezTo>
                  <a:cubicBezTo>
                    <a:pt x="92" y="61"/>
                    <a:pt x="92" y="60"/>
                    <a:pt x="92" y="61"/>
                  </a:cubicBezTo>
                  <a:cubicBezTo>
                    <a:pt x="93" y="62"/>
                    <a:pt x="92" y="62"/>
                    <a:pt x="92" y="62"/>
                  </a:cubicBezTo>
                  <a:cubicBezTo>
                    <a:pt x="93" y="63"/>
                    <a:pt x="93" y="61"/>
                    <a:pt x="94" y="60"/>
                  </a:cubicBezTo>
                  <a:cubicBezTo>
                    <a:pt x="94" y="62"/>
                    <a:pt x="95" y="61"/>
                    <a:pt x="96" y="62"/>
                  </a:cubicBezTo>
                  <a:cubicBezTo>
                    <a:pt x="96" y="60"/>
                    <a:pt x="98" y="63"/>
                    <a:pt x="97" y="60"/>
                  </a:cubicBezTo>
                  <a:cubicBezTo>
                    <a:pt x="98" y="61"/>
                    <a:pt x="98" y="61"/>
                    <a:pt x="98" y="61"/>
                  </a:cubicBezTo>
                  <a:cubicBezTo>
                    <a:pt x="98" y="60"/>
                    <a:pt x="98" y="58"/>
                    <a:pt x="98" y="58"/>
                  </a:cubicBezTo>
                  <a:cubicBezTo>
                    <a:pt x="98" y="60"/>
                    <a:pt x="98" y="60"/>
                    <a:pt x="98" y="60"/>
                  </a:cubicBezTo>
                  <a:cubicBezTo>
                    <a:pt x="99" y="62"/>
                    <a:pt x="99" y="60"/>
                    <a:pt x="100" y="61"/>
                  </a:cubicBezTo>
                  <a:cubicBezTo>
                    <a:pt x="99" y="59"/>
                    <a:pt x="100" y="61"/>
                    <a:pt x="100" y="60"/>
                  </a:cubicBezTo>
                  <a:cubicBezTo>
                    <a:pt x="100" y="59"/>
                    <a:pt x="100" y="59"/>
                    <a:pt x="100" y="59"/>
                  </a:cubicBezTo>
                  <a:cubicBezTo>
                    <a:pt x="101" y="58"/>
                    <a:pt x="100" y="58"/>
                    <a:pt x="101" y="57"/>
                  </a:cubicBezTo>
                  <a:cubicBezTo>
                    <a:pt x="101" y="57"/>
                    <a:pt x="101" y="60"/>
                    <a:pt x="101" y="59"/>
                  </a:cubicBezTo>
                  <a:cubicBezTo>
                    <a:pt x="102" y="60"/>
                    <a:pt x="102" y="60"/>
                    <a:pt x="102" y="59"/>
                  </a:cubicBezTo>
                  <a:cubicBezTo>
                    <a:pt x="102" y="59"/>
                    <a:pt x="102" y="59"/>
                    <a:pt x="102" y="59"/>
                  </a:cubicBezTo>
                  <a:cubicBezTo>
                    <a:pt x="102" y="59"/>
                    <a:pt x="102" y="59"/>
                    <a:pt x="102" y="59"/>
                  </a:cubicBezTo>
                  <a:cubicBezTo>
                    <a:pt x="103" y="59"/>
                    <a:pt x="103" y="59"/>
                    <a:pt x="103" y="59"/>
                  </a:cubicBezTo>
                  <a:cubicBezTo>
                    <a:pt x="103" y="59"/>
                    <a:pt x="103" y="59"/>
                    <a:pt x="103" y="59"/>
                  </a:cubicBezTo>
                  <a:cubicBezTo>
                    <a:pt x="103" y="59"/>
                    <a:pt x="103" y="59"/>
                    <a:pt x="102" y="59"/>
                  </a:cubicBezTo>
                  <a:cubicBezTo>
                    <a:pt x="103" y="59"/>
                    <a:pt x="103" y="59"/>
                    <a:pt x="103" y="59"/>
                  </a:cubicBezTo>
                  <a:cubicBezTo>
                    <a:pt x="103" y="59"/>
                    <a:pt x="103" y="59"/>
                    <a:pt x="103" y="59"/>
                  </a:cubicBezTo>
                  <a:cubicBezTo>
                    <a:pt x="103" y="59"/>
                    <a:pt x="103" y="59"/>
                    <a:pt x="103" y="60"/>
                  </a:cubicBezTo>
                  <a:cubicBezTo>
                    <a:pt x="104" y="61"/>
                    <a:pt x="104" y="61"/>
                    <a:pt x="104" y="61"/>
                  </a:cubicBezTo>
                  <a:cubicBezTo>
                    <a:pt x="104" y="61"/>
                    <a:pt x="104" y="59"/>
                    <a:pt x="104" y="59"/>
                  </a:cubicBezTo>
                  <a:cubicBezTo>
                    <a:pt x="106" y="60"/>
                    <a:pt x="108" y="58"/>
                    <a:pt x="108" y="57"/>
                  </a:cubicBezTo>
                  <a:cubicBezTo>
                    <a:pt x="108" y="57"/>
                    <a:pt x="108" y="58"/>
                    <a:pt x="108" y="58"/>
                  </a:cubicBezTo>
                  <a:cubicBezTo>
                    <a:pt x="108" y="57"/>
                    <a:pt x="108" y="56"/>
                    <a:pt x="109" y="57"/>
                  </a:cubicBezTo>
                  <a:cubicBezTo>
                    <a:pt x="109" y="56"/>
                    <a:pt x="109" y="58"/>
                    <a:pt x="110" y="58"/>
                  </a:cubicBezTo>
                  <a:cubicBezTo>
                    <a:pt x="110" y="58"/>
                    <a:pt x="110" y="56"/>
                    <a:pt x="109" y="56"/>
                  </a:cubicBezTo>
                  <a:cubicBezTo>
                    <a:pt x="111" y="59"/>
                    <a:pt x="111" y="55"/>
                    <a:pt x="113" y="56"/>
                  </a:cubicBezTo>
                  <a:cubicBezTo>
                    <a:pt x="113" y="56"/>
                    <a:pt x="113" y="57"/>
                    <a:pt x="113" y="57"/>
                  </a:cubicBezTo>
                  <a:cubicBezTo>
                    <a:pt x="114" y="56"/>
                    <a:pt x="114" y="55"/>
                    <a:pt x="115" y="53"/>
                  </a:cubicBezTo>
                  <a:cubicBezTo>
                    <a:pt x="115" y="55"/>
                    <a:pt x="115" y="55"/>
                    <a:pt x="115" y="55"/>
                  </a:cubicBezTo>
                  <a:cubicBezTo>
                    <a:pt x="115" y="55"/>
                    <a:pt x="116" y="55"/>
                    <a:pt x="116" y="54"/>
                  </a:cubicBezTo>
                  <a:cubicBezTo>
                    <a:pt x="115" y="52"/>
                    <a:pt x="116" y="51"/>
                    <a:pt x="116" y="51"/>
                  </a:cubicBezTo>
                  <a:cubicBezTo>
                    <a:pt x="116" y="51"/>
                    <a:pt x="116" y="51"/>
                    <a:pt x="116" y="51"/>
                  </a:cubicBezTo>
                  <a:cubicBezTo>
                    <a:pt x="117" y="50"/>
                    <a:pt x="117" y="50"/>
                    <a:pt x="117" y="50"/>
                  </a:cubicBezTo>
                  <a:cubicBezTo>
                    <a:pt x="118" y="51"/>
                    <a:pt x="117" y="51"/>
                    <a:pt x="117" y="52"/>
                  </a:cubicBezTo>
                  <a:cubicBezTo>
                    <a:pt x="118" y="54"/>
                    <a:pt x="119" y="53"/>
                    <a:pt x="119" y="53"/>
                  </a:cubicBezTo>
                  <a:cubicBezTo>
                    <a:pt x="119" y="51"/>
                    <a:pt x="119" y="51"/>
                    <a:pt x="119" y="51"/>
                  </a:cubicBezTo>
                  <a:cubicBezTo>
                    <a:pt x="120" y="51"/>
                    <a:pt x="120" y="53"/>
                    <a:pt x="120" y="53"/>
                  </a:cubicBezTo>
                  <a:cubicBezTo>
                    <a:pt x="120" y="47"/>
                    <a:pt x="120" y="47"/>
                    <a:pt x="120" y="47"/>
                  </a:cubicBezTo>
                  <a:cubicBezTo>
                    <a:pt x="120" y="48"/>
                    <a:pt x="121" y="50"/>
                    <a:pt x="121" y="51"/>
                  </a:cubicBezTo>
                  <a:cubicBezTo>
                    <a:pt x="122" y="50"/>
                    <a:pt x="122" y="47"/>
                    <a:pt x="122" y="45"/>
                  </a:cubicBezTo>
                  <a:cubicBezTo>
                    <a:pt x="122" y="46"/>
                    <a:pt x="123" y="44"/>
                    <a:pt x="123" y="44"/>
                  </a:cubicBezTo>
                  <a:cubicBezTo>
                    <a:pt x="124" y="45"/>
                    <a:pt x="123" y="44"/>
                    <a:pt x="123" y="45"/>
                  </a:cubicBezTo>
                  <a:cubicBezTo>
                    <a:pt x="124" y="47"/>
                    <a:pt x="124" y="47"/>
                    <a:pt x="124" y="47"/>
                  </a:cubicBezTo>
                  <a:cubicBezTo>
                    <a:pt x="123" y="47"/>
                    <a:pt x="125" y="49"/>
                    <a:pt x="125" y="50"/>
                  </a:cubicBezTo>
                  <a:cubicBezTo>
                    <a:pt x="125" y="49"/>
                    <a:pt x="126" y="49"/>
                    <a:pt x="127" y="50"/>
                  </a:cubicBezTo>
                  <a:cubicBezTo>
                    <a:pt x="126" y="47"/>
                    <a:pt x="128" y="48"/>
                    <a:pt x="127" y="45"/>
                  </a:cubicBezTo>
                  <a:cubicBezTo>
                    <a:pt x="128" y="45"/>
                    <a:pt x="128" y="47"/>
                    <a:pt x="129" y="48"/>
                  </a:cubicBezTo>
                  <a:cubicBezTo>
                    <a:pt x="129" y="46"/>
                    <a:pt x="131" y="47"/>
                    <a:pt x="131" y="46"/>
                  </a:cubicBezTo>
                  <a:cubicBezTo>
                    <a:pt x="131" y="47"/>
                    <a:pt x="131" y="47"/>
                    <a:pt x="131" y="47"/>
                  </a:cubicBezTo>
                  <a:cubicBezTo>
                    <a:pt x="132" y="46"/>
                    <a:pt x="134" y="46"/>
                    <a:pt x="133" y="43"/>
                  </a:cubicBezTo>
                  <a:cubicBezTo>
                    <a:pt x="134" y="45"/>
                    <a:pt x="134" y="45"/>
                    <a:pt x="134" y="45"/>
                  </a:cubicBezTo>
                  <a:cubicBezTo>
                    <a:pt x="135" y="45"/>
                    <a:pt x="133" y="42"/>
                    <a:pt x="134" y="43"/>
                  </a:cubicBezTo>
                  <a:cubicBezTo>
                    <a:pt x="135" y="44"/>
                    <a:pt x="135" y="44"/>
                    <a:pt x="135" y="44"/>
                  </a:cubicBezTo>
                  <a:cubicBezTo>
                    <a:pt x="135" y="43"/>
                    <a:pt x="136" y="45"/>
                    <a:pt x="136" y="43"/>
                  </a:cubicBezTo>
                  <a:cubicBezTo>
                    <a:pt x="136" y="44"/>
                    <a:pt x="136" y="44"/>
                    <a:pt x="136" y="44"/>
                  </a:cubicBezTo>
                  <a:cubicBezTo>
                    <a:pt x="137" y="43"/>
                    <a:pt x="138" y="43"/>
                    <a:pt x="137" y="41"/>
                  </a:cubicBezTo>
                  <a:cubicBezTo>
                    <a:pt x="138" y="43"/>
                    <a:pt x="138" y="43"/>
                    <a:pt x="138" y="43"/>
                  </a:cubicBezTo>
                  <a:cubicBezTo>
                    <a:pt x="139" y="44"/>
                    <a:pt x="138" y="41"/>
                    <a:pt x="139" y="41"/>
                  </a:cubicBezTo>
                  <a:cubicBezTo>
                    <a:pt x="139" y="42"/>
                    <a:pt x="140" y="42"/>
                    <a:pt x="139" y="42"/>
                  </a:cubicBezTo>
                  <a:cubicBezTo>
                    <a:pt x="139" y="41"/>
                    <a:pt x="140" y="41"/>
                    <a:pt x="140" y="40"/>
                  </a:cubicBezTo>
                  <a:cubicBezTo>
                    <a:pt x="142" y="42"/>
                    <a:pt x="142" y="42"/>
                    <a:pt x="142" y="42"/>
                  </a:cubicBezTo>
                  <a:cubicBezTo>
                    <a:pt x="145" y="41"/>
                    <a:pt x="148" y="39"/>
                    <a:pt x="150" y="36"/>
                  </a:cubicBezTo>
                  <a:cubicBezTo>
                    <a:pt x="152" y="38"/>
                    <a:pt x="150" y="38"/>
                    <a:pt x="151" y="39"/>
                  </a:cubicBezTo>
                  <a:cubicBezTo>
                    <a:pt x="150" y="37"/>
                    <a:pt x="151" y="38"/>
                    <a:pt x="152" y="37"/>
                  </a:cubicBezTo>
                  <a:cubicBezTo>
                    <a:pt x="152" y="37"/>
                    <a:pt x="152" y="37"/>
                    <a:pt x="152" y="37"/>
                  </a:cubicBezTo>
                  <a:cubicBezTo>
                    <a:pt x="152" y="37"/>
                    <a:pt x="153" y="38"/>
                    <a:pt x="153" y="37"/>
                  </a:cubicBezTo>
                  <a:cubicBezTo>
                    <a:pt x="153" y="37"/>
                    <a:pt x="153" y="37"/>
                    <a:pt x="153" y="37"/>
                  </a:cubicBezTo>
                  <a:cubicBezTo>
                    <a:pt x="153" y="35"/>
                    <a:pt x="155" y="38"/>
                    <a:pt x="154" y="36"/>
                  </a:cubicBezTo>
                  <a:cubicBezTo>
                    <a:pt x="155" y="37"/>
                    <a:pt x="155" y="37"/>
                    <a:pt x="155" y="37"/>
                  </a:cubicBezTo>
                  <a:cubicBezTo>
                    <a:pt x="154" y="35"/>
                    <a:pt x="156" y="37"/>
                    <a:pt x="156" y="35"/>
                  </a:cubicBezTo>
                  <a:cubicBezTo>
                    <a:pt x="156" y="36"/>
                    <a:pt x="156" y="36"/>
                    <a:pt x="156" y="36"/>
                  </a:cubicBezTo>
                  <a:cubicBezTo>
                    <a:pt x="157" y="36"/>
                    <a:pt x="156" y="32"/>
                    <a:pt x="157" y="34"/>
                  </a:cubicBezTo>
                  <a:cubicBezTo>
                    <a:pt x="157" y="33"/>
                    <a:pt x="158" y="32"/>
                    <a:pt x="157" y="31"/>
                  </a:cubicBezTo>
                  <a:cubicBezTo>
                    <a:pt x="158" y="33"/>
                    <a:pt x="158" y="33"/>
                    <a:pt x="158" y="33"/>
                  </a:cubicBezTo>
                  <a:cubicBezTo>
                    <a:pt x="160" y="30"/>
                    <a:pt x="163" y="29"/>
                    <a:pt x="162" y="26"/>
                  </a:cubicBezTo>
                  <a:cubicBezTo>
                    <a:pt x="163" y="27"/>
                    <a:pt x="163" y="27"/>
                    <a:pt x="163" y="27"/>
                  </a:cubicBezTo>
                  <a:cubicBezTo>
                    <a:pt x="163" y="24"/>
                    <a:pt x="167" y="27"/>
                    <a:pt x="165" y="23"/>
                  </a:cubicBezTo>
                  <a:cubicBezTo>
                    <a:pt x="164" y="21"/>
                    <a:pt x="164" y="21"/>
                    <a:pt x="164" y="21"/>
                  </a:cubicBezTo>
                  <a:cubicBezTo>
                    <a:pt x="166" y="23"/>
                    <a:pt x="166" y="23"/>
                    <a:pt x="166" y="23"/>
                  </a:cubicBezTo>
                  <a:cubicBezTo>
                    <a:pt x="165" y="21"/>
                    <a:pt x="167" y="21"/>
                    <a:pt x="166" y="20"/>
                  </a:cubicBezTo>
                  <a:cubicBezTo>
                    <a:pt x="166" y="21"/>
                    <a:pt x="166" y="21"/>
                    <a:pt x="167" y="21"/>
                  </a:cubicBezTo>
                  <a:cubicBezTo>
                    <a:pt x="167" y="21"/>
                    <a:pt x="166" y="19"/>
                    <a:pt x="167" y="19"/>
                  </a:cubicBezTo>
                  <a:cubicBezTo>
                    <a:pt x="167" y="20"/>
                    <a:pt x="167" y="20"/>
                    <a:pt x="167" y="20"/>
                  </a:cubicBezTo>
                  <a:cubicBezTo>
                    <a:pt x="171" y="20"/>
                    <a:pt x="176" y="17"/>
                    <a:pt x="174" y="13"/>
                  </a:cubicBezTo>
                  <a:cubicBezTo>
                    <a:pt x="174" y="12"/>
                    <a:pt x="177" y="14"/>
                    <a:pt x="177" y="14"/>
                  </a:cubicBezTo>
                  <a:cubicBezTo>
                    <a:pt x="175" y="10"/>
                    <a:pt x="181" y="9"/>
                    <a:pt x="177" y="5"/>
                  </a:cubicBezTo>
                  <a:close/>
                  <a:moveTo>
                    <a:pt x="10" y="32"/>
                  </a:moveTo>
                  <a:cubicBezTo>
                    <a:pt x="10" y="32"/>
                    <a:pt x="10" y="32"/>
                    <a:pt x="10" y="31"/>
                  </a:cubicBezTo>
                  <a:cubicBezTo>
                    <a:pt x="10" y="32"/>
                    <a:pt x="10" y="32"/>
                    <a:pt x="10" y="32"/>
                  </a:cubicBezTo>
                  <a:close/>
                  <a:moveTo>
                    <a:pt x="6" y="35"/>
                  </a:moveTo>
                  <a:cubicBezTo>
                    <a:pt x="6" y="35"/>
                    <a:pt x="6" y="35"/>
                    <a:pt x="5" y="35"/>
                  </a:cubicBezTo>
                  <a:cubicBezTo>
                    <a:pt x="6" y="34"/>
                    <a:pt x="6" y="34"/>
                    <a:pt x="6" y="34"/>
                  </a:cubicBezTo>
                  <a:cubicBezTo>
                    <a:pt x="6" y="34"/>
                    <a:pt x="6" y="35"/>
                    <a:pt x="6" y="35"/>
                  </a:cubicBezTo>
                  <a:close/>
                  <a:moveTo>
                    <a:pt x="10" y="35"/>
                  </a:moveTo>
                  <a:cubicBezTo>
                    <a:pt x="10" y="35"/>
                    <a:pt x="10" y="35"/>
                    <a:pt x="10" y="35"/>
                  </a:cubicBezTo>
                  <a:cubicBezTo>
                    <a:pt x="10" y="35"/>
                    <a:pt x="10" y="35"/>
                    <a:pt x="10" y="35"/>
                  </a:cubicBezTo>
                  <a:close/>
                  <a:moveTo>
                    <a:pt x="9" y="32"/>
                  </a:moveTo>
                  <a:cubicBezTo>
                    <a:pt x="9" y="33"/>
                    <a:pt x="8" y="33"/>
                    <a:pt x="8" y="33"/>
                  </a:cubicBezTo>
                  <a:cubicBezTo>
                    <a:pt x="9" y="31"/>
                    <a:pt x="10" y="31"/>
                    <a:pt x="10" y="32"/>
                  </a:cubicBezTo>
                  <a:cubicBezTo>
                    <a:pt x="9" y="33"/>
                    <a:pt x="9" y="34"/>
                    <a:pt x="9" y="34"/>
                  </a:cubicBezTo>
                  <a:cubicBezTo>
                    <a:pt x="8" y="34"/>
                    <a:pt x="8" y="34"/>
                    <a:pt x="8" y="34"/>
                  </a:cubicBezTo>
                  <a:cubicBezTo>
                    <a:pt x="8" y="34"/>
                    <a:pt x="9" y="34"/>
                    <a:pt x="9" y="32"/>
                  </a:cubicBezTo>
                  <a:close/>
                  <a:moveTo>
                    <a:pt x="7" y="35"/>
                  </a:moveTo>
                  <a:cubicBezTo>
                    <a:pt x="7" y="35"/>
                    <a:pt x="7" y="34"/>
                    <a:pt x="7" y="34"/>
                  </a:cubicBezTo>
                  <a:cubicBezTo>
                    <a:pt x="7" y="34"/>
                    <a:pt x="7" y="34"/>
                    <a:pt x="7" y="35"/>
                  </a:cubicBezTo>
                  <a:cubicBezTo>
                    <a:pt x="7" y="35"/>
                    <a:pt x="7" y="35"/>
                    <a:pt x="7" y="35"/>
                  </a:cubicBezTo>
                  <a:close/>
                  <a:moveTo>
                    <a:pt x="7" y="35"/>
                  </a:moveTo>
                  <a:cubicBezTo>
                    <a:pt x="7" y="35"/>
                    <a:pt x="7" y="35"/>
                    <a:pt x="7" y="35"/>
                  </a:cubicBezTo>
                  <a:cubicBezTo>
                    <a:pt x="7" y="35"/>
                    <a:pt x="7" y="35"/>
                    <a:pt x="7" y="35"/>
                  </a:cubicBezTo>
                  <a:cubicBezTo>
                    <a:pt x="7" y="35"/>
                    <a:pt x="7" y="35"/>
                    <a:pt x="7" y="35"/>
                  </a:cubicBezTo>
                  <a:cubicBezTo>
                    <a:pt x="8" y="35"/>
                    <a:pt x="8" y="35"/>
                    <a:pt x="8" y="35"/>
                  </a:cubicBezTo>
                  <a:cubicBezTo>
                    <a:pt x="8" y="35"/>
                    <a:pt x="8" y="35"/>
                    <a:pt x="8" y="36"/>
                  </a:cubicBezTo>
                  <a:cubicBezTo>
                    <a:pt x="8" y="36"/>
                    <a:pt x="9" y="35"/>
                    <a:pt x="9" y="35"/>
                  </a:cubicBezTo>
                  <a:cubicBezTo>
                    <a:pt x="9" y="35"/>
                    <a:pt x="10" y="36"/>
                    <a:pt x="10" y="36"/>
                  </a:cubicBezTo>
                  <a:cubicBezTo>
                    <a:pt x="10" y="36"/>
                    <a:pt x="10" y="36"/>
                    <a:pt x="10" y="36"/>
                  </a:cubicBezTo>
                  <a:cubicBezTo>
                    <a:pt x="9" y="36"/>
                    <a:pt x="8" y="36"/>
                    <a:pt x="7" y="35"/>
                  </a:cubicBezTo>
                  <a:close/>
                  <a:moveTo>
                    <a:pt x="9" y="36"/>
                  </a:moveTo>
                  <a:cubicBezTo>
                    <a:pt x="10" y="36"/>
                    <a:pt x="10" y="36"/>
                    <a:pt x="10" y="36"/>
                  </a:cubicBezTo>
                  <a:cubicBezTo>
                    <a:pt x="10" y="36"/>
                    <a:pt x="10" y="36"/>
                    <a:pt x="10" y="37"/>
                  </a:cubicBezTo>
                  <a:cubicBezTo>
                    <a:pt x="10" y="36"/>
                    <a:pt x="9" y="36"/>
                    <a:pt x="9" y="3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rgbClr val="34322F"/>
                </a:solidFill>
              </a:endParaRPr>
            </a:p>
          </p:txBody>
        </p:sp>
        <p:sp>
          <p:nvSpPr>
            <p:cNvPr id="100" name="Freeform 435"/>
            <p:cNvSpPr/>
            <p:nvPr>
              <p:custDataLst>
                <p:tags r:id="rId33"/>
              </p:custDataLst>
            </p:nvPr>
          </p:nvSpPr>
          <p:spPr bwMode="auto">
            <a:xfrm>
              <a:off x="3712" y="2809"/>
              <a:ext cx="4" cy="2"/>
            </a:xfrm>
            <a:custGeom>
              <a:avLst/>
              <a:gdLst>
                <a:gd name="T0" fmla="*/ 1 w 2"/>
                <a:gd name="T1" fmla="*/ 0 h 1"/>
                <a:gd name="T2" fmla="*/ 0 w 2"/>
                <a:gd name="T3" fmla="*/ 1 h 1"/>
                <a:gd name="T4" fmla="*/ 2 w 2"/>
                <a:gd name="T5" fmla="*/ 0 h 1"/>
                <a:gd name="T6" fmla="*/ 1 w 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2" y="1"/>
                    <a:pt x="2" y="0"/>
                  </a:cubicBezTo>
                  <a:lnTo>
                    <a:pt x="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rgbClr val="34322F"/>
                </a:solidFill>
              </a:endParaRPr>
            </a:p>
          </p:txBody>
        </p:sp>
        <p:sp>
          <p:nvSpPr>
            <p:cNvPr id="101" name="Freeform 436"/>
            <p:cNvSpPr>
              <a:spLocks noEditPoints="1"/>
            </p:cNvSpPr>
            <p:nvPr>
              <p:custDataLst>
                <p:tags r:id="rId34"/>
              </p:custDataLst>
            </p:nvPr>
          </p:nvSpPr>
          <p:spPr bwMode="auto">
            <a:xfrm>
              <a:off x="3434" y="1624"/>
              <a:ext cx="862" cy="1213"/>
            </a:xfrm>
            <a:custGeom>
              <a:avLst/>
              <a:gdLst>
                <a:gd name="T0" fmla="*/ 172 w 406"/>
                <a:gd name="T1" fmla="*/ 570 h 572"/>
                <a:gd name="T2" fmla="*/ 205 w 406"/>
                <a:gd name="T3" fmla="*/ 568 h 572"/>
                <a:gd name="T4" fmla="*/ 239 w 406"/>
                <a:gd name="T5" fmla="*/ 564 h 572"/>
                <a:gd name="T6" fmla="*/ 281 w 406"/>
                <a:gd name="T7" fmla="*/ 547 h 572"/>
                <a:gd name="T8" fmla="*/ 300 w 406"/>
                <a:gd name="T9" fmla="*/ 522 h 572"/>
                <a:gd name="T10" fmla="*/ 204 w 406"/>
                <a:gd name="T11" fmla="*/ 395 h 572"/>
                <a:gd name="T12" fmla="*/ 207 w 406"/>
                <a:gd name="T13" fmla="*/ 339 h 572"/>
                <a:gd name="T14" fmla="*/ 214 w 406"/>
                <a:gd name="T15" fmla="*/ 279 h 572"/>
                <a:gd name="T16" fmla="*/ 177 w 406"/>
                <a:gd name="T17" fmla="*/ 304 h 572"/>
                <a:gd name="T18" fmla="*/ 184 w 406"/>
                <a:gd name="T19" fmla="*/ 298 h 572"/>
                <a:gd name="T20" fmla="*/ 197 w 406"/>
                <a:gd name="T21" fmla="*/ 321 h 572"/>
                <a:gd name="T22" fmla="*/ 186 w 406"/>
                <a:gd name="T23" fmla="*/ 337 h 572"/>
                <a:gd name="T24" fmla="*/ 190 w 406"/>
                <a:gd name="T25" fmla="*/ 347 h 572"/>
                <a:gd name="T26" fmla="*/ 189 w 406"/>
                <a:gd name="T27" fmla="*/ 365 h 572"/>
                <a:gd name="T28" fmla="*/ 189 w 406"/>
                <a:gd name="T29" fmla="*/ 382 h 572"/>
                <a:gd name="T30" fmla="*/ 194 w 406"/>
                <a:gd name="T31" fmla="*/ 401 h 572"/>
                <a:gd name="T32" fmla="*/ 198 w 406"/>
                <a:gd name="T33" fmla="*/ 426 h 572"/>
                <a:gd name="T34" fmla="*/ 92 w 406"/>
                <a:gd name="T35" fmla="*/ 277 h 572"/>
                <a:gd name="T36" fmla="*/ 68 w 406"/>
                <a:gd name="T37" fmla="*/ 218 h 572"/>
                <a:gd name="T38" fmla="*/ 189 w 406"/>
                <a:gd name="T39" fmla="*/ 198 h 572"/>
                <a:gd name="T40" fmla="*/ 299 w 406"/>
                <a:gd name="T41" fmla="*/ 279 h 572"/>
                <a:gd name="T42" fmla="*/ 240 w 406"/>
                <a:gd name="T43" fmla="*/ 425 h 572"/>
                <a:gd name="T44" fmla="*/ 250 w 406"/>
                <a:gd name="T45" fmla="*/ 401 h 572"/>
                <a:gd name="T46" fmla="*/ 257 w 406"/>
                <a:gd name="T47" fmla="*/ 380 h 572"/>
                <a:gd name="T48" fmla="*/ 262 w 406"/>
                <a:gd name="T49" fmla="*/ 342 h 572"/>
                <a:gd name="T50" fmla="*/ 279 w 406"/>
                <a:gd name="T51" fmla="*/ 305 h 572"/>
                <a:gd name="T52" fmla="*/ 323 w 406"/>
                <a:gd name="T53" fmla="*/ 287 h 572"/>
                <a:gd name="T54" fmla="*/ 345 w 406"/>
                <a:gd name="T55" fmla="*/ 231 h 572"/>
                <a:gd name="T56" fmla="*/ 313 w 406"/>
                <a:gd name="T57" fmla="*/ 163 h 572"/>
                <a:gd name="T58" fmla="*/ 199 w 406"/>
                <a:gd name="T59" fmla="*/ 120 h 572"/>
                <a:gd name="T60" fmla="*/ 99 w 406"/>
                <a:gd name="T61" fmla="*/ 189 h 572"/>
                <a:gd name="T62" fmla="*/ 67 w 406"/>
                <a:gd name="T63" fmla="*/ 156 h 572"/>
                <a:gd name="T64" fmla="*/ 18 w 406"/>
                <a:gd name="T65" fmla="*/ 247 h 572"/>
                <a:gd name="T66" fmla="*/ 17 w 406"/>
                <a:gd name="T67" fmla="*/ 216 h 572"/>
                <a:gd name="T68" fmla="*/ 18 w 406"/>
                <a:gd name="T69" fmla="*/ 212 h 572"/>
                <a:gd name="T70" fmla="*/ 18 w 406"/>
                <a:gd name="T71" fmla="*/ 213 h 572"/>
                <a:gd name="T72" fmla="*/ 20 w 406"/>
                <a:gd name="T73" fmla="*/ 216 h 572"/>
                <a:gd name="T74" fmla="*/ 36 w 406"/>
                <a:gd name="T75" fmla="*/ 256 h 572"/>
                <a:gd name="T76" fmla="*/ 80 w 406"/>
                <a:gd name="T77" fmla="*/ 293 h 572"/>
                <a:gd name="T78" fmla="*/ 143 w 406"/>
                <a:gd name="T79" fmla="*/ 304 h 572"/>
                <a:gd name="T80" fmla="*/ 162 w 406"/>
                <a:gd name="T81" fmla="*/ 375 h 572"/>
                <a:gd name="T82" fmla="*/ 177 w 406"/>
                <a:gd name="T83" fmla="*/ 504 h 572"/>
                <a:gd name="T84" fmla="*/ 192 w 406"/>
                <a:gd name="T85" fmla="*/ 530 h 572"/>
                <a:gd name="T86" fmla="*/ 191 w 406"/>
                <a:gd name="T87" fmla="*/ 504 h 572"/>
                <a:gd name="T88" fmla="*/ 192 w 406"/>
                <a:gd name="T89" fmla="*/ 486 h 572"/>
                <a:gd name="T90" fmla="*/ 194 w 406"/>
                <a:gd name="T91" fmla="*/ 451 h 572"/>
                <a:gd name="T92" fmla="*/ 220 w 406"/>
                <a:gd name="T93" fmla="*/ 447 h 572"/>
                <a:gd name="T94" fmla="*/ 240 w 406"/>
                <a:gd name="T95" fmla="*/ 469 h 572"/>
                <a:gd name="T96" fmla="*/ 247 w 406"/>
                <a:gd name="T97" fmla="*/ 543 h 572"/>
                <a:gd name="T98" fmla="*/ 146 w 406"/>
                <a:gd name="T99" fmla="*/ 545 h 572"/>
                <a:gd name="T100" fmla="*/ 137 w 406"/>
                <a:gd name="T101" fmla="*/ 524 h 572"/>
                <a:gd name="T102" fmla="*/ 130 w 406"/>
                <a:gd name="T103" fmla="*/ 553 h 572"/>
                <a:gd name="T104" fmla="*/ 193 w 406"/>
                <a:gd name="T105" fmla="*/ 309 h 572"/>
                <a:gd name="T106" fmla="*/ 196 w 406"/>
                <a:gd name="T107" fmla="*/ 303 h 572"/>
                <a:gd name="T108" fmla="*/ 209 w 406"/>
                <a:gd name="T109" fmla="*/ 295 h 572"/>
                <a:gd name="T110" fmla="*/ 218 w 406"/>
                <a:gd name="T111" fmla="*/ 301 h 572"/>
                <a:gd name="T112" fmla="*/ 221 w 406"/>
                <a:gd name="T113" fmla="*/ 307 h 572"/>
                <a:gd name="T114" fmla="*/ 211 w 406"/>
                <a:gd name="T115" fmla="*/ 310 h 572"/>
                <a:gd name="T116" fmla="*/ 222 w 406"/>
                <a:gd name="T117" fmla="*/ 307 h 572"/>
                <a:gd name="T118" fmla="*/ 191 w 406"/>
                <a:gd name="T119" fmla="*/ 185 h 572"/>
                <a:gd name="T120" fmla="*/ 63 w 406"/>
                <a:gd name="T121" fmla="*/ 186 h 572"/>
                <a:gd name="T122" fmla="*/ 22 w 406"/>
                <a:gd name="T123" fmla="*/ 214 h 5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06" h="572">
                  <a:moveTo>
                    <a:pt x="135" y="564"/>
                  </a:moveTo>
                  <a:cubicBezTo>
                    <a:pt x="136" y="564"/>
                    <a:pt x="137" y="565"/>
                    <a:pt x="137" y="564"/>
                  </a:cubicBezTo>
                  <a:cubicBezTo>
                    <a:pt x="137" y="565"/>
                    <a:pt x="137" y="565"/>
                    <a:pt x="137" y="565"/>
                  </a:cubicBezTo>
                  <a:cubicBezTo>
                    <a:pt x="138" y="565"/>
                    <a:pt x="140" y="563"/>
                    <a:pt x="139" y="566"/>
                  </a:cubicBezTo>
                  <a:cubicBezTo>
                    <a:pt x="140" y="563"/>
                    <a:pt x="139" y="565"/>
                    <a:pt x="138" y="564"/>
                  </a:cubicBezTo>
                  <a:cubicBezTo>
                    <a:pt x="139" y="562"/>
                    <a:pt x="140" y="563"/>
                    <a:pt x="141" y="562"/>
                  </a:cubicBezTo>
                  <a:cubicBezTo>
                    <a:pt x="139" y="565"/>
                    <a:pt x="142" y="563"/>
                    <a:pt x="142" y="564"/>
                  </a:cubicBezTo>
                  <a:cubicBezTo>
                    <a:pt x="142" y="565"/>
                    <a:pt x="142" y="565"/>
                    <a:pt x="142" y="566"/>
                  </a:cubicBezTo>
                  <a:cubicBezTo>
                    <a:pt x="143" y="564"/>
                    <a:pt x="143" y="564"/>
                    <a:pt x="143" y="564"/>
                  </a:cubicBezTo>
                  <a:cubicBezTo>
                    <a:pt x="142" y="568"/>
                    <a:pt x="145" y="564"/>
                    <a:pt x="145" y="566"/>
                  </a:cubicBezTo>
                  <a:cubicBezTo>
                    <a:pt x="144" y="566"/>
                    <a:pt x="144" y="568"/>
                    <a:pt x="144" y="569"/>
                  </a:cubicBezTo>
                  <a:cubicBezTo>
                    <a:pt x="144" y="566"/>
                    <a:pt x="146" y="566"/>
                    <a:pt x="147" y="564"/>
                  </a:cubicBezTo>
                  <a:cubicBezTo>
                    <a:pt x="148" y="565"/>
                    <a:pt x="145" y="567"/>
                    <a:pt x="145" y="569"/>
                  </a:cubicBezTo>
                  <a:cubicBezTo>
                    <a:pt x="146" y="567"/>
                    <a:pt x="146" y="571"/>
                    <a:pt x="147" y="568"/>
                  </a:cubicBezTo>
                  <a:cubicBezTo>
                    <a:pt x="147" y="567"/>
                    <a:pt x="148" y="567"/>
                    <a:pt x="149" y="566"/>
                  </a:cubicBezTo>
                  <a:cubicBezTo>
                    <a:pt x="150" y="566"/>
                    <a:pt x="148" y="567"/>
                    <a:pt x="148" y="568"/>
                  </a:cubicBezTo>
                  <a:cubicBezTo>
                    <a:pt x="149" y="568"/>
                    <a:pt x="150" y="566"/>
                    <a:pt x="150" y="565"/>
                  </a:cubicBezTo>
                  <a:cubicBezTo>
                    <a:pt x="150" y="566"/>
                    <a:pt x="152" y="564"/>
                    <a:pt x="152" y="565"/>
                  </a:cubicBezTo>
                  <a:cubicBezTo>
                    <a:pt x="152" y="567"/>
                    <a:pt x="150" y="566"/>
                    <a:pt x="150" y="567"/>
                  </a:cubicBezTo>
                  <a:cubicBezTo>
                    <a:pt x="152" y="568"/>
                    <a:pt x="152" y="563"/>
                    <a:pt x="154" y="563"/>
                  </a:cubicBezTo>
                  <a:cubicBezTo>
                    <a:pt x="153" y="562"/>
                    <a:pt x="155" y="559"/>
                    <a:pt x="155" y="558"/>
                  </a:cubicBezTo>
                  <a:cubicBezTo>
                    <a:pt x="157" y="560"/>
                    <a:pt x="155" y="559"/>
                    <a:pt x="155" y="561"/>
                  </a:cubicBezTo>
                  <a:cubicBezTo>
                    <a:pt x="155" y="561"/>
                    <a:pt x="155" y="561"/>
                    <a:pt x="155" y="561"/>
                  </a:cubicBezTo>
                  <a:cubicBezTo>
                    <a:pt x="155" y="564"/>
                    <a:pt x="152" y="566"/>
                    <a:pt x="153" y="568"/>
                  </a:cubicBezTo>
                  <a:cubicBezTo>
                    <a:pt x="154" y="567"/>
                    <a:pt x="154" y="567"/>
                    <a:pt x="154" y="567"/>
                  </a:cubicBezTo>
                  <a:cubicBezTo>
                    <a:pt x="153" y="568"/>
                    <a:pt x="153" y="569"/>
                    <a:pt x="153" y="570"/>
                  </a:cubicBezTo>
                  <a:cubicBezTo>
                    <a:pt x="153" y="568"/>
                    <a:pt x="154" y="570"/>
                    <a:pt x="155" y="570"/>
                  </a:cubicBezTo>
                  <a:cubicBezTo>
                    <a:pt x="155" y="568"/>
                    <a:pt x="154" y="570"/>
                    <a:pt x="154" y="569"/>
                  </a:cubicBezTo>
                  <a:cubicBezTo>
                    <a:pt x="155" y="568"/>
                    <a:pt x="156" y="566"/>
                    <a:pt x="157" y="567"/>
                  </a:cubicBezTo>
                  <a:cubicBezTo>
                    <a:pt x="156" y="568"/>
                    <a:pt x="157" y="569"/>
                    <a:pt x="156" y="570"/>
                  </a:cubicBezTo>
                  <a:cubicBezTo>
                    <a:pt x="157" y="571"/>
                    <a:pt x="157" y="568"/>
                    <a:pt x="157" y="569"/>
                  </a:cubicBezTo>
                  <a:cubicBezTo>
                    <a:pt x="157" y="570"/>
                    <a:pt x="157" y="570"/>
                    <a:pt x="157" y="570"/>
                  </a:cubicBezTo>
                  <a:cubicBezTo>
                    <a:pt x="160" y="571"/>
                    <a:pt x="164" y="571"/>
                    <a:pt x="166" y="567"/>
                  </a:cubicBezTo>
                  <a:cubicBezTo>
                    <a:pt x="166" y="569"/>
                    <a:pt x="167" y="569"/>
                    <a:pt x="169" y="570"/>
                  </a:cubicBezTo>
                  <a:cubicBezTo>
                    <a:pt x="168" y="570"/>
                    <a:pt x="169" y="569"/>
                    <a:pt x="169" y="568"/>
                  </a:cubicBezTo>
                  <a:cubicBezTo>
                    <a:pt x="170" y="570"/>
                    <a:pt x="170" y="570"/>
                    <a:pt x="170" y="570"/>
                  </a:cubicBezTo>
                  <a:cubicBezTo>
                    <a:pt x="170" y="572"/>
                    <a:pt x="172" y="570"/>
                    <a:pt x="172" y="569"/>
                  </a:cubicBezTo>
                  <a:cubicBezTo>
                    <a:pt x="172" y="570"/>
                    <a:pt x="172" y="570"/>
                    <a:pt x="172" y="570"/>
                  </a:cubicBezTo>
                  <a:cubicBezTo>
                    <a:pt x="173" y="571"/>
                    <a:pt x="173" y="569"/>
                    <a:pt x="173" y="568"/>
                  </a:cubicBezTo>
                  <a:cubicBezTo>
                    <a:pt x="174" y="570"/>
                    <a:pt x="174" y="570"/>
                    <a:pt x="174" y="570"/>
                  </a:cubicBezTo>
                  <a:cubicBezTo>
                    <a:pt x="174" y="569"/>
                    <a:pt x="174" y="569"/>
                    <a:pt x="174" y="569"/>
                  </a:cubicBezTo>
                  <a:cubicBezTo>
                    <a:pt x="174" y="568"/>
                    <a:pt x="175" y="568"/>
                    <a:pt x="175" y="570"/>
                  </a:cubicBezTo>
                  <a:cubicBezTo>
                    <a:pt x="175" y="570"/>
                    <a:pt x="176" y="569"/>
                    <a:pt x="175" y="569"/>
                  </a:cubicBezTo>
                  <a:cubicBezTo>
                    <a:pt x="176" y="570"/>
                    <a:pt x="178" y="570"/>
                    <a:pt x="179" y="569"/>
                  </a:cubicBezTo>
                  <a:cubicBezTo>
                    <a:pt x="178" y="569"/>
                    <a:pt x="178" y="568"/>
                    <a:pt x="178" y="567"/>
                  </a:cubicBezTo>
                  <a:cubicBezTo>
                    <a:pt x="178" y="564"/>
                    <a:pt x="179" y="567"/>
                    <a:pt x="179" y="566"/>
                  </a:cubicBezTo>
                  <a:cubicBezTo>
                    <a:pt x="179" y="567"/>
                    <a:pt x="180" y="567"/>
                    <a:pt x="179" y="568"/>
                  </a:cubicBezTo>
                  <a:cubicBezTo>
                    <a:pt x="181" y="571"/>
                    <a:pt x="183" y="569"/>
                    <a:pt x="184" y="569"/>
                  </a:cubicBezTo>
                  <a:cubicBezTo>
                    <a:pt x="185" y="568"/>
                    <a:pt x="185" y="568"/>
                    <a:pt x="185" y="568"/>
                  </a:cubicBezTo>
                  <a:cubicBezTo>
                    <a:pt x="186" y="570"/>
                    <a:pt x="188" y="568"/>
                    <a:pt x="189" y="569"/>
                  </a:cubicBezTo>
                  <a:cubicBezTo>
                    <a:pt x="189" y="568"/>
                    <a:pt x="189" y="565"/>
                    <a:pt x="190" y="565"/>
                  </a:cubicBezTo>
                  <a:cubicBezTo>
                    <a:pt x="190" y="563"/>
                    <a:pt x="190" y="567"/>
                    <a:pt x="191" y="569"/>
                  </a:cubicBezTo>
                  <a:cubicBezTo>
                    <a:pt x="191" y="568"/>
                    <a:pt x="192" y="567"/>
                    <a:pt x="192" y="567"/>
                  </a:cubicBezTo>
                  <a:cubicBezTo>
                    <a:pt x="192" y="568"/>
                    <a:pt x="192" y="568"/>
                    <a:pt x="192" y="568"/>
                  </a:cubicBezTo>
                  <a:cubicBezTo>
                    <a:pt x="192" y="567"/>
                    <a:pt x="193" y="566"/>
                    <a:pt x="194" y="567"/>
                  </a:cubicBezTo>
                  <a:cubicBezTo>
                    <a:pt x="194" y="567"/>
                    <a:pt x="194" y="567"/>
                    <a:pt x="194" y="567"/>
                  </a:cubicBezTo>
                  <a:cubicBezTo>
                    <a:pt x="194" y="567"/>
                    <a:pt x="195" y="569"/>
                    <a:pt x="195" y="568"/>
                  </a:cubicBezTo>
                  <a:cubicBezTo>
                    <a:pt x="195" y="567"/>
                    <a:pt x="196" y="568"/>
                    <a:pt x="196" y="566"/>
                  </a:cubicBezTo>
                  <a:cubicBezTo>
                    <a:pt x="197" y="567"/>
                    <a:pt x="197" y="567"/>
                    <a:pt x="197" y="567"/>
                  </a:cubicBezTo>
                  <a:cubicBezTo>
                    <a:pt x="197" y="565"/>
                    <a:pt x="197" y="565"/>
                    <a:pt x="197" y="565"/>
                  </a:cubicBezTo>
                  <a:cubicBezTo>
                    <a:pt x="197" y="566"/>
                    <a:pt x="197" y="566"/>
                    <a:pt x="197" y="566"/>
                  </a:cubicBezTo>
                  <a:cubicBezTo>
                    <a:pt x="197" y="568"/>
                    <a:pt x="197" y="568"/>
                    <a:pt x="197" y="568"/>
                  </a:cubicBezTo>
                  <a:cubicBezTo>
                    <a:pt x="198" y="569"/>
                    <a:pt x="197" y="566"/>
                    <a:pt x="198" y="565"/>
                  </a:cubicBezTo>
                  <a:cubicBezTo>
                    <a:pt x="198" y="564"/>
                    <a:pt x="198" y="566"/>
                    <a:pt x="199" y="566"/>
                  </a:cubicBezTo>
                  <a:cubicBezTo>
                    <a:pt x="198" y="567"/>
                    <a:pt x="198" y="566"/>
                    <a:pt x="198" y="566"/>
                  </a:cubicBezTo>
                  <a:cubicBezTo>
                    <a:pt x="198" y="568"/>
                    <a:pt x="198" y="567"/>
                    <a:pt x="199" y="568"/>
                  </a:cubicBezTo>
                  <a:cubicBezTo>
                    <a:pt x="199" y="568"/>
                    <a:pt x="199" y="566"/>
                    <a:pt x="199" y="566"/>
                  </a:cubicBezTo>
                  <a:cubicBezTo>
                    <a:pt x="200" y="566"/>
                    <a:pt x="201" y="566"/>
                    <a:pt x="200" y="568"/>
                  </a:cubicBezTo>
                  <a:cubicBezTo>
                    <a:pt x="201" y="567"/>
                    <a:pt x="201" y="567"/>
                    <a:pt x="201" y="566"/>
                  </a:cubicBezTo>
                  <a:cubicBezTo>
                    <a:pt x="201" y="566"/>
                    <a:pt x="200" y="565"/>
                    <a:pt x="200" y="564"/>
                  </a:cubicBezTo>
                  <a:cubicBezTo>
                    <a:pt x="201" y="564"/>
                    <a:pt x="201" y="564"/>
                    <a:pt x="201" y="564"/>
                  </a:cubicBezTo>
                  <a:cubicBezTo>
                    <a:pt x="201" y="565"/>
                    <a:pt x="201" y="565"/>
                    <a:pt x="201" y="565"/>
                  </a:cubicBezTo>
                  <a:cubicBezTo>
                    <a:pt x="201" y="564"/>
                    <a:pt x="202" y="565"/>
                    <a:pt x="202" y="563"/>
                  </a:cubicBezTo>
                  <a:cubicBezTo>
                    <a:pt x="202" y="565"/>
                    <a:pt x="202" y="565"/>
                    <a:pt x="202" y="565"/>
                  </a:cubicBezTo>
                  <a:cubicBezTo>
                    <a:pt x="203" y="564"/>
                    <a:pt x="203" y="564"/>
                    <a:pt x="204" y="564"/>
                  </a:cubicBezTo>
                  <a:cubicBezTo>
                    <a:pt x="204" y="566"/>
                    <a:pt x="204" y="568"/>
                    <a:pt x="205" y="568"/>
                  </a:cubicBezTo>
                  <a:cubicBezTo>
                    <a:pt x="205" y="566"/>
                    <a:pt x="205" y="566"/>
                    <a:pt x="205" y="566"/>
                  </a:cubicBezTo>
                  <a:cubicBezTo>
                    <a:pt x="206" y="566"/>
                    <a:pt x="206" y="566"/>
                    <a:pt x="206" y="567"/>
                  </a:cubicBezTo>
                  <a:cubicBezTo>
                    <a:pt x="207" y="568"/>
                    <a:pt x="207" y="562"/>
                    <a:pt x="209" y="564"/>
                  </a:cubicBezTo>
                  <a:cubicBezTo>
                    <a:pt x="208" y="566"/>
                    <a:pt x="209" y="566"/>
                    <a:pt x="209" y="567"/>
                  </a:cubicBezTo>
                  <a:cubicBezTo>
                    <a:pt x="209" y="566"/>
                    <a:pt x="209" y="566"/>
                    <a:pt x="209" y="566"/>
                  </a:cubicBezTo>
                  <a:cubicBezTo>
                    <a:pt x="209" y="565"/>
                    <a:pt x="209" y="567"/>
                    <a:pt x="209" y="566"/>
                  </a:cubicBezTo>
                  <a:cubicBezTo>
                    <a:pt x="208" y="564"/>
                    <a:pt x="209" y="565"/>
                    <a:pt x="209" y="564"/>
                  </a:cubicBezTo>
                  <a:cubicBezTo>
                    <a:pt x="211" y="569"/>
                    <a:pt x="213" y="565"/>
                    <a:pt x="215" y="567"/>
                  </a:cubicBezTo>
                  <a:cubicBezTo>
                    <a:pt x="215" y="565"/>
                    <a:pt x="216" y="567"/>
                    <a:pt x="216" y="566"/>
                  </a:cubicBezTo>
                  <a:cubicBezTo>
                    <a:pt x="216" y="568"/>
                    <a:pt x="217" y="565"/>
                    <a:pt x="217" y="567"/>
                  </a:cubicBezTo>
                  <a:cubicBezTo>
                    <a:pt x="217" y="564"/>
                    <a:pt x="217" y="564"/>
                    <a:pt x="217" y="564"/>
                  </a:cubicBezTo>
                  <a:cubicBezTo>
                    <a:pt x="218" y="566"/>
                    <a:pt x="218" y="560"/>
                    <a:pt x="219" y="563"/>
                  </a:cubicBezTo>
                  <a:cubicBezTo>
                    <a:pt x="220" y="564"/>
                    <a:pt x="219" y="565"/>
                    <a:pt x="219" y="565"/>
                  </a:cubicBezTo>
                  <a:cubicBezTo>
                    <a:pt x="220" y="568"/>
                    <a:pt x="221" y="563"/>
                    <a:pt x="222" y="566"/>
                  </a:cubicBezTo>
                  <a:cubicBezTo>
                    <a:pt x="222" y="565"/>
                    <a:pt x="221" y="563"/>
                    <a:pt x="222" y="562"/>
                  </a:cubicBezTo>
                  <a:cubicBezTo>
                    <a:pt x="223" y="563"/>
                    <a:pt x="224" y="565"/>
                    <a:pt x="224" y="565"/>
                  </a:cubicBezTo>
                  <a:cubicBezTo>
                    <a:pt x="224" y="565"/>
                    <a:pt x="224" y="564"/>
                    <a:pt x="225" y="565"/>
                  </a:cubicBezTo>
                  <a:cubicBezTo>
                    <a:pt x="225" y="565"/>
                    <a:pt x="225" y="565"/>
                    <a:pt x="225" y="566"/>
                  </a:cubicBezTo>
                  <a:cubicBezTo>
                    <a:pt x="226" y="566"/>
                    <a:pt x="226" y="565"/>
                    <a:pt x="227" y="564"/>
                  </a:cubicBezTo>
                  <a:cubicBezTo>
                    <a:pt x="227" y="566"/>
                    <a:pt x="229" y="565"/>
                    <a:pt x="230" y="566"/>
                  </a:cubicBezTo>
                  <a:cubicBezTo>
                    <a:pt x="230" y="563"/>
                    <a:pt x="231" y="567"/>
                    <a:pt x="231" y="564"/>
                  </a:cubicBezTo>
                  <a:cubicBezTo>
                    <a:pt x="231" y="564"/>
                    <a:pt x="231" y="564"/>
                    <a:pt x="231" y="564"/>
                  </a:cubicBezTo>
                  <a:cubicBezTo>
                    <a:pt x="232" y="564"/>
                    <a:pt x="232" y="562"/>
                    <a:pt x="232" y="561"/>
                  </a:cubicBezTo>
                  <a:cubicBezTo>
                    <a:pt x="232" y="563"/>
                    <a:pt x="232" y="563"/>
                    <a:pt x="232" y="563"/>
                  </a:cubicBezTo>
                  <a:cubicBezTo>
                    <a:pt x="232" y="566"/>
                    <a:pt x="234" y="564"/>
                    <a:pt x="234" y="565"/>
                  </a:cubicBezTo>
                  <a:cubicBezTo>
                    <a:pt x="233" y="563"/>
                    <a:pt x="234" y="565"/>
                    <a:pt x="234" y="563"/>
                  </a:cubicBezTo>
                  <a:cubicBezTo>
                    <a:pt x="235" y="563"/>
                    <a:pt x="235" y="563"/>
                    <a:pt x="235" y="563"/>
                  </a:cubicBezTo>
                  <a:cubicBezTo>
                    <a:pt x="235" y="562"/>
                    <a:pt x="235" y="562"/>
                    <a:pt x="236" y="561"/>
                  </a:cubicBezTo>
                  <a:cubicBezTo>
                    <a:pt x="236" y="561"/>
                    <a:pt x="236" y="564"/>
                    <a:pt x="236" y="563"/>
                  </a:cubicBezTo>
                  <a:cubicBezTo>
                    <a:pt x="237" y="564"/>
                    <a:pt x="237" y="564"/>
                    <a:pt x="237" y="563"/>
                  </a:cubicBezTo>
                  <a:cubicBezTo>
                    <a:pt x="237" y="563"/>
                    <a:pt x="237" y="563"/>
                    <a:pt x="237" y="563"/>
                  </a:cubicBezTo>
                  <a:cubicBezTo>
                    <a:pt x="237" y="563"/>
                    <a:pt x="237" y="563"/>
                    <a:pt x="238" y="563"/>
                  </a:cubicBezTo>
                  <a:cubicBezTo>
                    <a:pt x="238" y="563"/>
                    <a:pt x="238" y="563"/>
                    <a:pt x="238" y="563"/>
                  </a:cubicBezTo>
                  <a:cubicBezTo>
                    <a:pt x="238" y="563"/>
                    <a:pt x="238" y="563"/>
                    <a:pt x="238" y="563"/>
                  </a:cubicBezTo>
                  <a:cubicBezTo>
                    <a:pt x="238" y="563"/>
                    <a:pt x="238" y="563"/>
                    <a:pt x="238" y="563"/>
                  </a:cubicBezTo>
                  <a:cubicBezTo>
                    <a:pt x="238" y="563"/>
                    <a:pt x="238" y="563"/>
                    <a:pt x="238" y="563"/>
                  </a:cubicBezTo>
                  <a:cubicBezTo>
                    <a:pt x="238" y="564"/>
                    <a:pt x="238" y="563"/>
                    <a:pt x="238" y="563"/>
                  </a:cubicBezTo>
                  <a:cubicBezTo>
                    <a:pt x="238" y="563"/>
                    <a:pt x="239" y="563"/>
                    <a:pt x="239" y="564"/>
                  </a:cubicBezTo>
                  <a:cubicBezTo>
                    <a:pt x="239" y="565"/>
                    <a:pt x="239" y="565"/>
                    <a:pt x="239" y="565"/>
                  </a:cubicBezTo>
                  <a:cubicBezTo>
                    <a:pt x="239" y="565"/>
                    <a:pt x="240" y="563"/>
                    <a:pt x="240" y="563"/>
                  </a:cubicBezTo>
                  <a:cubicBezTo>
                    <a:pt x="242" y="564"/>
                    <a:pt x="244" y="562"/>
                    <a:pt x="245" y="561"/>
                  </a:cubicBezTo>
                  <a:cubicBezTo>
                    <a:pt x="244" y="561"/>
                    <a:pt x="244" y="562"/>
                    <a:pt x="244" y="562"/>
                  </a:cubicBezTo>
                  <a:cubicBezTo>
                    <a:pt x="245" y="561"/>
                    <a:pt x="245" y="560"/>
                    <a:pt x="245" y="561"/>
                  </a:cubicBezTo>
                  <a:cubicBezTo>
                    <a:pt x="246" y="560"/>
                    <a:pt x="246" y="562"/>
                    <a:pt x="247" y="562"/>
                  </a:cubicBezTo>
                  <a:cubicBezTo>
                    <a:pt x="247" y="562"/>
                    <a:pt x="247" y="560"/>
                    <a:pt x="247" y="561"/>
                  </a:cubicBezTo>
                  <a:cubicBezTo>
                    <a:pt x="248" y="563"/>
                    <a:pt x="249" y="559"/>
                    <a:pt x="251" y="560"/>
                  </a:cubicBezTo>
                  <a:cubicBezTo>
                    <a:pt x="251" y="560"/>
                    <a:pt x="251" y="561"/>
                    <a:pt x="251" y="561"/>
                  </a:cubicBezTo>
                  <a:cubicBezTo>
                    <a:pt x="252" y="560"/>
                    <a:pt x="253" y="560"/>
                    <a:pt x="253" y="558"/>
                  </a:cubicBezTo>
                  <a:cubicBezTo>
                    <a:pt x="253" y="559"/>
                    <a:pt x="253" y="559"/>
                    <a:pt x="253" y="559"/>
                  </a:cubicBezTo>
                  <a:cubicBezTo>
                    <a:pt x="254" y="559"/>
                    <a:pt x="255" y="559"/>
                    <a:pt x="255" y="557"/>
                  </a:cubicBezTo>
                  <a:cubicBezTo>
                    <a:pt x="254" y="557"/>
                    <a:pt x="255" y="558"/>
                    <a:pt x="255" y="558"/>
                  </a:cubicBezTo>
                  <a:cubicBezTo>
                    <a:pt x="254" y="557"/>
                    <a:pt x="255" y="555"/>
                    <a:pt x="255" y="555"/>
                  </a:cubicBezTo>
                  <a:cubicBezTo>
                    <a:pt x="255" y="556"/>
                    <a:pt x="255" y="556"/>
                    <a:pt x="255" y="556"/>
                  </a:cubicBezTo>
                  <a:cubicBezTo>
                    <a:pt x="256" y="555"/>
                    <a:pt x="256" y="555"/>
                    <a:pt x="257" y="554"/>
                  </a:cubicBezTo>
                  <a:cubicBezTo>
                    <a:pt x="257" y="555"/>
                    <a:pt x="256" y="555"/>
                    <a:pt x="257" y="556"/>
                  </a:cubicBezTo>
                  <a:cubicBezTo>
                    <a:pt x="257" y="558"/>
                    <a:pt x="259" y="557"/>
                    <a:pt x="259" y="557"/>
                  </a:cubicBezTo>
                  <a:cubicBezTo>
                    <a:pt x="259" y="555"/>
                    <a:pt x="259" y="555"/>
                    <a:pt x="259" y="555"/>
                  </a:cubicBezTo>
                  <a:cubicBezTo>
                    <a:pt x="260" y="555"/>
                    <a:pt x="260" y="557"/>
                    <a:pt x="260" y="557"/>
                  </a:cubicBezTo>
                  <a:cubicBezTo>
                    <a:pt x="261" y="551"/>
                    <a:pt x="261" y="551"/>
                    <a:pt x="261" y="551"/>
                  </a:cubicBezTo>
                  <a:cubicBezTo>
                    <a:pt x="260" y="552"/>
                    <a:pt x="262" y="553"/>
                    <a:pt x="261" y="555"/>
                  </a:cubicBezTo>
                  <a:cubicBezTo>
                    <a:pt x="263" y="554"/>
                    <a:pt x="263" y="551"/>
                    <a:pt x="263" y="549"/>
                  </a:cubicBezTo>
                  <a:cubicBezTo>
                    <a:pt x="263" y="550"/>
                    <a:pt x="264" y="548"/>
                    <a:pt x="265" y="548"/>
                  </a:cubicBezTo>
                  <a:cubicBezTo>
                    <a:pt x="265" y="549"/>
                    <a:pt x="264" y="548"/>
                    <a:pt x="264" y="549"/>
                  </a:cubicBezTo>
                  <a:cubicBezTo>
                    <a:pt x="266" y="550"/>
                    <a:pt x="266" y="550"/>
                    <a:pt x="266" y="550"/>
                  </a:cubicBezTo>
                  <a:cubicBezTo>
                    <a:pt x="265" y="551"/>
                    <a:pt x="266" y="553"/>
                    <a:pt x="266" y="554"/>
                  </a:cubicBezTo>
                  <a:cubicBezTo>
                    <a:pt x="266" y="553"/>
                    <a:pt x="268" y="553"/>
                    <a:pt x="269" y="553"/>
                  </a:cubicBezTo>
                  <a:cubicBezTo>
                    <a:pt x="268" y="551"/>
                    <a:pt x="270" y="552"/>
                    <a:pt x="270" y="549"/>
                  </a:cubicBezTo>
                  <a:cubicBezTo>
                    <a:pt x="271" y="549"/>
                    <a:pt x="271" y="551"/>
                    <a:pt x="271" y="552"/>
                  </a:cubicBezTo>
                  <a:cubicBezTo>
                    <a:pt x="272" y="550"/>
                    <a:pt x="274" y="550"/>
                    <a:pt x="275" y="550"/>
                  </a:cubicBezTo>
                  <a:cubicBezTo>
                    <a:pt x="275" y="550"/>
                    <a:pt x="275" y="550"/>
                    <a:pt x="275" y="550"/>
                  </a:cubicBezTo>
                  <a:cubicBezTo>
                    <a:pt x="275" y="549"/>
                    <a:pt x="277" y="549"/>
                    <a:pt x="277" y="547"/>
                  </a:cubicBezTo>
                  <a:cubicBezTo>
                    <a:pt x="278" y="548"/>
                    <a:pt x="278" y="548"/>
                    <a:pt x="278" y="548"/>
                  </a:cubicBezTo>
                  <a:cubicBezTo>
                    <a:pt x="279" y="549"/>
                    <a:pt x="277" y="545"/>
                    <a:pt x="278" y="546"/>
                  </a:cubicBezTo>
                  <a:cubicBezTo>
                    <a:pt x="279" y="547"/>
                    <a:pt x="279" y="547"/>
                    <a:pt x="279" y="547"/>
                  </a:cubicBezTo>
                  <a:cubicBezTo>
                    <a:pt x="279" y="546"/>
                    <a:pt x="281" y="548"/>
                    <a:pt x="281" y="546"/>
                  </a:cubicBezTo>
                  <a:cubicBezTo>
                    <a:pt x="281" y="547"/>
                    <a:pt x="281" y="547"/>
                    <a:pt x="281" y="547"/>
                  </a:cubicBezTo>
                  <a:cubicBezTo>
                    <a:pt x="281" y="546"/>
                    <a:pt x="282" y="546"/>
                    <a:pt x="282" y="544"/>
                  </a:cubicBezTo>
                  <a:cubicBezTo>
                    <a:pt x="283" y="546"/>
                    <a:pt x="283" y="546"/>
                    <a:pt x="283" y="546"/>
                  </a:cubicBezTo>
                  <a:cubicBezTo>
                    <a:pt x="284" y="547"/>
                    <a:pt x="283" y="544"/>
                    <a:pt x="284" y="544"/>
                  </a:cubicBezTo>
                  <a:cubicBezTo>
                    <a:pt x="284" y="544"/>
                    <a:pt x="285" y="545"/>
                    <a:pt x="285" y="545"/>
                  </a:cubicBezTo>
                  <a:cubicBezTo>
                    <a:pt x="285" y="544"/>
                    <a:pt x="286" y="544"/>
                    <a:pt x="286" y="543"/>
                  </a:cubicBezTo>
                  <a:cubicBezTo>
                    <a:pt x="288" y="545"/>
                    <a:pt x="288" y="545"/>
                    <a:pt x="288" y="545"/>
                  </a:cubicBezTo>
                  <a:cubicBezTo>
                    <a:pt x="291" y="543"/>
                    <a:pt x="295" y="541"/>
                    <a:pt x="298" y="537"/>
                  </a:cubicBezTo>
                  <a:cubicBezTo>
                    <a:pt x="300" y="539"/>
                    <a:pt x="298" y="539"/>
                    <a:pt x="299" y="540"/>
                  </a:cubicBezTo>
                  <a:cubicBezTo>
                    <a:pt x="298" y="538"/>
                    <a:pt x="299" y="539"/>
                    <a:pt x="300" y="538"/>
                  </a:cubicBezTo>
                  <a:cubicBezTo>
                    <a:pt x="300" y="538"/>
                    <a:pt x="300" y="538"/>
                    <a:pt x="300" y="538"/>
                  </a:cubicBezTo>
                  <a:cubicBezTo>
                    <a:pt x="300" y="538"/>
                    <a:pt x="301" y="539"/>
                    <a:pt x="302" y="538"/>
                  </a:cubicBezTo>
                  <a:cubicBezTo>
                    <a:pt x="301" y="537"/>
                    <a:pt x="301" y="537"/>
                    <a:pt x="301" y="537"/>
                  </a:cubicBezTo>
                  <a:cubicBezTo>
                    <a:pt x="301" y="536"/>
                    <a:pt x="304" y="539"/>
                    <a:pt x="303" y="536"/>
                  </a:cubicBezTo>
                  <a:cubicBezTo>
                    <a:pt x="304" y="537"/>
                    <a:pt x="304" y="537"/>
                    <a:pt x="304" y="537"/>
                  </a:cubicBezTo>
                  <a:cubicBezTo>
                    <a:pt x="303" y="535"/>
                    <a:pt x="305" y="538"/>
                    <a:pt x="305" y="535"/>
                  </a:cubicBezTo>
                  <a:cubicBezTo>
                    <a:pt x="305" y="536"/>
                    <a:pt x="305" y="536"/>
                    <a:pt x="305" y="536"/>
                  </a:cubicBezTo>
                  <a:cubicBezTo>
                    <a:pt x="306" y="536"/>
                    <a:pt x="305" y="532"/>
                    <a:pt x="306" y="534"/>
                  </a:cubicBezTo>
                  <a:cubicBezTo>
                    <a:pt x="307" y="533"/>
                    <a:pt x="307" y="532"/>
                    <a:pt x="306" y="530"/>
                  </a:cubicBezTo>
                  <a:cubicBezTo>
                    <a:pt x="308" y="533"/>
                    <a:pt x="308" y="533"/>
                    <a:pt x="308" y="533"/>
                  </a:cubicBezTo>
                  <a:cubicBezTo>
                    <a:pt x="310" y="530"/>
                    <a:pt x="313" y="528"/>
                    <a:pt x="314" y="524"/>
                  </a:cubicBezTo>
                  <a:cubicBezTo>
                    <a:pt x="314" y="525"/>
                    <a:pt x="314" y="525"/>
                    <a:pt x="314" y="525"/>
                  </a:cubicBezTo>
                  <a:cubicBezTo>
                    <a:pt x="314" y="522"/>
                    <a:pt x="319" y="525"/>
                    <a:pt x="317" y="521"/>
                  </a:cubicBezTo>
                  <a:cubicBezTo>
                    <a:pt x="316" y="519"/>
                    <a:pt x="316" y="519"/>
                    <a:pt x="316" y="519"/>
                  </a:cubicBezTo>
                  <a:cubicBezTo>
                    <a:pt x="318" y="520"/>
                    <a:pt x="318" y="520"/>
                    <a:pt x="318" y="520"/>
                  </a:cubicBezTo>
                  <a:cubicBezTo>
                    <a:pt x="317" y="519"/>
                    <a:pt x="319" y="519"/>
                    <a:pt x="318" y="518"/>
                  </a:cubicBezTo>
                  <a:cubicBezTo>
                    <a:pt x="318" y="518"/>
                    <a:pt x="318" y="519"/>
                    <a:pt x="319" y="519"/>
                  </a:cubicBezTo>
                  <a:cubicBezTo>
                    <a:pt x="320" y="519"/>
                    <a:pt x="318" y="516"/>
                    <a:pt x="319" y="516"/>
                  </a:cubicBezTo>
                  <a:cubicBezTo>
                    <a:pt x="320" y="517"/>
                    <a:pt x="320" y="517"/>
                    <a:pt x="320" y="517"/>
                  </a:cubicBezTo>
                  <a:cubicBezTo>
                    <a:pt x="324" y="517"/>
                    <a:pt x="329" y="511"/>
                    <a:pt x="325" y="508"/>
                  </a:cubicBezTo>
                  <a:cubicBezTo>
                    <a:pt x="324" y="507"/>
                    <a:pt x="327" y="507"/>
                    <a:pt x="327" y="507"/>
                  </a:cubicBezTo>
                  <a:cubicBezTo>
                    <a:pt x="323" y="505"/>
                    <a:pt x="324" y="499"/>
                    <a:pt x="317" y="501"/>
                  </a:cubicBezTo>
                  <a:cubicBezTo>
                    <a:pt x="315" y="501"/>
                    <a:pt x="312" y="506"/>
                    <a:pt x="312" y="506"/>
                  </a:cubicBezTo>
                  <a:cubicBezTo>
                    <a:pt x="318" y="506"/>
                    <a:pt x="315" y="512"/>
                    <a:pt x="315" y="509"/>
                  </a:cubicBezTo>
                  <a:cubicBezTo>
                    <a:pt x="313" y="508"/>
                    <a:pt x="315" y="509"/>
                    <a:pt x="313" y="509"/>
                  </a:cubicBezTo>
                  <a:cubicBezTo>
                    <a:pt x="312" y="512"/>
                    <a:pt x="303" y="513"/>
                    <a:pt x="299" y="519"/>
                  </a:cubicBezTo>
                  <a:cubicBezTo>
                    <a:pt x="300" y="519"/>
                    <a:pt x="300" y="520"/>
                    <a:pt x="300" y="521"/>
                  </a:cubicBezTo>
                  <a:cubicBezTo>
                    <a:pt x="299" y="520"/>
                    <a:pt x="299" y="520"/>
                    <a:pt x="299" y="520"/>
                  </a:cubicBezTo>
                  <a:cubicBezTo>
                    <a:pt x="300" y="522"/>
                    <a:pt x="300" y="522"/>
                    <a:pt x="300" y="522"/>
                  </a:cubicBezTo>
                  <a:cubicBezTo>
                    <a:pt x="299" y="522"/>
                    <a:pt x="298" y="521"/>
                    <a:pt x="299" y="520"/>
                  </a:cubicBezTo>
                  <a:cubicBezTo>
                    <a:pt x="296" y="522"/>
                    <a:pt x="294" y="524"/>
                    <a:pt x="292" y="525"/>
                  </a:cubicBezTo>
                  <a:cubicBezTo>
                    <a:pt x="293" y="527"/>
                    <a:pt x="291" y="526"/>
                    <a:pt x="292" y="528"/>
                  </a:cubicBezTo>
                  <a:cubicBezTo>
                    <a:pt x="291" y="527"/>
                    <a:pt x="291" y="527"/>
                    <a:pt x="291" y="527"/>
                  </a:cubicBezTo>
                  <a:cubicBezTo>
                    <a:pt x="290" y="529"/>
                    <a:pt x="290" y="529"/>
                    <a:pt x="287" y="527"/>
                  </a:cubicBezTo>
                  <a:cubicBezTo>
                    <a:pt x="280" y="529"/>
                    <a:pt x="275" y="533"/>
                    <a:pt x="268" y="535"/>
                  </a:cubicBezTo>
                  <a:cubicBezTo>
                    <a:pt x="263" y="536"/>
                    <a:pt x="259" y="538"/>
                    <a:pt x="255" y="540"/>
                  </a:cubicBezTo>
                  <a:cubicBezTo>
                    <a:pt x="255" y="537"/>
                    <a:pt x="256" y="534"/>
                    <a:pt x="257" y="531"/>
                  </a:cubicBezTo>
                  <a:cubicBezTo>
                    <a:pt x="257" y="529"/>
                    <a:pt x="255" y="527"/>
                    <a:pt x="256" y="525"/>
                  </a:cubicBezTo>
                  <a:cubicBezTo>
                    <a:pt x="255" y="519"/>
                    <a:pt x="260" y="512"/>
                    <a:pt x="257" y="505"/>
                  </a:cubicBezTo>
                  <a:cubicBezTo>
                    <a:pt x="257" y="505"/>
                    <a:pt x="256" y="505"/>
                    <a:pt x="255" y="504"/>
                  </a:cubicBezTo>
                  <a:cubicBezTo>
                    <a:pt x="256" y="504"/>
                    <a:pt x="256" y="504"/>
                    <a:pt x="256" y="504"/>
                  </a:cubicBezTo>
                  <a:cubicBezTo>
                    <a:pt x="254" y="504"/>
                    <a:pt x="254" y="504"/>
                    <a:pt x="254" y="504"/>
                  </a:cubicBezTo>
                  <a:cubicBezTo>
                    <a:pt x="254" y="503"/>
                    <a:pt x="256" y="504"/>
                    <a:pt x="256" y="504"/>
                  </a:cubicBezTo>
                  <a:cubicBezTo>
                    <a:pt x="256" y="501"/>
                    <a:pt x="256" y="499"/>
                    <a:pt x="256" y="496"/>
                  </a:cubicBezTo>
                  <a:cubicBezTo>
                    <a:pt x="254" y="496"/>
                    <a:pt x="256" y="494"/>
                    <a:pt x="254" y="494"/>
                  </a:cubicBezTo>
                  <a:cubicBezTo>
                    <a:pt x="255" y="494"/>
                    <a:pt x="255" y="494"/>
                    <a:pt x="255" y="494"/>
                  </a:cubicBezTo>
                  <a:cubicBezTo>
                    <a:pt x="254" y="492"/>
                    <a:pt x="254" y="492"/>
                    <a:pt x="257" y="491"/>
                  </a:cubicBezTo>
                  <a:cubicBezTo>
                    <a:pt x="259" y="481"/>
                    <a:pt x="257" y="475"/>
                    <a:pt x="256" y="465"/>
                  </a:cubicBezTo>
                  <a:cubicBezTo>
                    <a:pt x="254" y="457"/>
                    <a:pt x="250" y="447"/>
                    <a:pt x="242" y="440"/>
                  </a:cubicBezTo>
                  <a:cubicBezTo>
                    <a:pt x="242" y="440"/>
                    <a:pt x="242" y="440"/>
                    <a:pt x="242" y="440"/>
                  </a:cubicBezTo>
                  <a:cubicBezTo>
                    <a:pt x="242" y="440"/>
                    <a:pt x="242" y="440"/>
                    <a:pt x="242" y="440"/>
                  </a:cubicBezTo>
                  <a:cubicBezTo>
                    <a:pt x="241" y="439"/>
                    <a:pt x="241" y="439"/>
                    <a:pt x="240" y="438"/>
                  </a:cubicBezTo>
                  <a:cubicBezTo>
                    <a:pt x="237" y="440"/>
                    <a:pt x="236" y="437"/>
                    <a:pt x="233" y="438"/>
                  </a:cubicBezTo>
                  <a:cubicBezTo>
                    <a:pt x="234" y="437"/>
                    <a:pt x="234" y="437"/>
                    <a:pt x="234" y="437"/>
                  </a:cubicBezTo>
                  <a:cubicBezTo>
                    <a:pt x="232" y="438"/>
                    <a:pt x="232" y="436"/>
                    <a:pt x="232" y="434"/>
                  </a:cubicBezTo>
                  <a:cubicBezTo>
                    <a:pt x="231" y="435"/>
                    <a:pt x="231" y="434"/>
                    <a:pt x="230" y="436"/>
                  </a:cubicBezTo>
                  <a:cubicBezTo>
                    <a:pt x="228" y="437"/>
                    <a:pt x="230" y="433"/>
                    <a:pt x="229" y="433"/>
                  </a:cubicBezTo>
                  <a:cubicBezTo>
                    <a:pt x="229" y="432"/>
                    <a:pt x="228" y="434"/>
                    <a:pt x="228" y="433"/>
                  </a:cubicBezTo>
                  <a:cubicBezTo>
                    <a:pt x="225" y="435"/>
                    <a:pt x="229" y="433"/>
                    <a:pt x="227" y="429"/>
                  </a:cubicBezTo>
                  <a:cubicBezTo>
                    <a:pt x="223" y="428"/>
                    <a:pt x="219" y="429"/>
                    <a:pt x="215" y="428"/>
                  </a:cubicBezTo>
                  <a:cubicBezTo>
                    <a:pt x="214" y="427"/>
                    <a:pt x="214" y="425"/>
                    <a:pt x="214" y="424"/>
                  </a:cubicBezTo>
                  <a:cubicBezTo>
                    <a:pt x="212" y="424"/>
                    <a:pt x="214" y="423"/>
                    <a:pt x="212" y="424"/>
                  </a:cubicBezTo>
                  <a:cubicBezTo>
                    <a:pt x="213" y="424"/>
                    <a:pt x="213" y="424"/>
                    <a:pt x="213" y="424"/>
                  </a:cubicBezTo>
                  <a:cubicBezTo>
                    <a:pt x="212" y="423"/>
                    <a:pt x="211" y="423"/>
                    <a:pt x="214" y="421"/>
                  </a:cubicBezTo>
                  <a:cubicBezTo>
                    <a:pt x="216" y="417"/>
                    <a:pt x="214" y="413"/>
                    <a:pt x="214" y="409"/>
                  </a:cubicBezTo>
                  <a:cubicBezTo>
                    <a:pt x="213" y="405"/>
                    <a:pt x="211" y="401"/>
                    <a:pt x="210" y="397"/>
                  </a:cubicBezTo>
                  <a:cubicBezTo>
                    <a:pt x="206" y="397"/>
                    <a:pt x="207" y="396"/>
                    <a:pt x="204" y="395"/>
                  </a:cubicBezTo>
                  <a:cubicBezTo>
                    <a:pt x="206" y="395"/>
                    <a:pt x="206" y="395"/>
                    <a:pt x="206" y="395"/>
                  </a:cubicBezTo>
                  <a:cubicBezTo>
                    <a:pt x="204" y="395"/>
                    <a:pt x="206" y="394"/>
                    <a:pt x="207" y="394"/>
                  </a:cubicBezTo>
                  <a:cubicBezTo>
                    <a:pt x="206" y="394"/>
                    <a:pt x="207" y="393"/>
                    <a:pt x="205" y="394"/>
                  </a:cubicBezTo>
                  <a:cubicBezTo>
                    <a:pt x="203" y="393"/>
                    <a:pt x="207" y="393"/>
                    <a:pt x="206" y="393"/>
                  </a:cubicBezTo>
                  <a:cubicBezTo>
                    <a:pt x="207" y="392"/>
                    <a:pt x="205" y="393"/>
                    <a:pt x="206" y="393"/>
                  </a:cubicBezTo>
                  <a:cubicBezTo>
                    <a:pt x="203" y="392"/>
                    <a:pt x="207" y="393"/>
                    <a:pt x="209" y="391"/>
                  </a:cubicBezTo>
                  <a:cubicBezTo>
                    <a:pt x="208" y="390"/>
                    <a:pt x="206" y="388"/>
                    <a:pt x="207" y="387"/>
                  </a:cubicBezTo>
                  <a:cubicBezTo>
                    <a:pt x="207" y="387"/>
                    <a:pt x="206" y="387"/>
                    <a:pt x="206" y="387"/>
                  </a:cubicBezTo>
                  <a:cubicBezTo>
                    <a:pt x="209" y="386"/>
                    <a:pt x="205" y="386"/>
                    <a:pt x="206" y="386"/>
                  </a:cubicBezTo>
                  <a:cubicBezTo>
                    <a:pt x="207" y="386"/>
                    <a:pt x="207" y="386"/>
                    <a:pt x="207" y="386"/>
                  </a:cubicBezTo>
                  <a:cubicBezTo>
                    <a:pt x="209" y="385"/>
                    <a:pt x="207" y="385"/>
                    <a:pt x="208" y="384"/>
                  </a:cubicBezTo>
                  <a:cubicBezTo>
                    <a:pt x="207" y="383"/>
                    <a:pt x="210" y="382"/>
                    <a:pt x="208" y="382"/>
                  </a:cubicBezTo>
                  <a:cubicBezTo>
                    <a:pt x="209" y="382"/>
                    <a:pt x="209" y="382"/>
                    <a:pt x="210" y="382"/>
                  </a:cubicBezTo>
                  <a:cubicBezTo>
                    <a:pt x="206" y="381"/>
                    <a:pt x="211" y="380"/>
                    <a:pt x="209" y="379"/>
                  </a:cubicBezTo>
                  <a:cubicBezTo>
                    <a:pt x="209" y="380"/>
                    <a:pt x="209" y="380"/>
                    <a:pt x="209" y="380"/>
                  </a:cubicBezTo>
                  <a:cubicBezTo>
                    <a:pt x="209" y="378"/>
                    <a:pt x="210" y="376"/>
                    <a:pt x="208" y="374"/>
                  </a:cubicBezTo>
                  <a:cubicBezTo>
                    <a:pt x="208" y="372"/>
                    <a:pt x="212" y="371"/>
                    <a:pt x="210" y="370"/>
                  </a:cubicBezTo>
                  <a:cubicBezTo>
                    <a:pt x="208" y="370"/>
                    <a:pt x="208" y="370"/>
                    <a:pt x="208" y="370"/>
                  </a:cubicBezTo>
                  <a:cubicBezTo>
                    <a:pt x="209" y="369"/>
                    <a:pt x="210" y="370"/>
                    <a:pt x="210" y="370"/>
                  </a:cubicBezTo>
                  <a:cubicBezTo>
                    <a:pt x="209" y="369"/>
                    <a:pt x="211" y="368"/>
                    <a:pt x="211" y="367"/>
                  </a:cubicBezTo>
                  <a:cubicBezTo>
                    <a:pt x="210" y="367"/>
                    <a:pt x="210" y="367"/>
                    <a:pt x="209" y="367"/>
                  </a:cubicBezTo>
                  <a:cubicBezTo>
                    <a:pt x="212" y="366"/>
                    <a:pt x="208" y="365"/>
                    <a:pt x="210" y="364"/>
                  </a:cubicBezTo>
                  <a:cubicBezTo>
                    <a:pt x="207" y="364"/>
                    <a:pt x="209" y="363"/>
                    <a:pt x="208" y="363"/>
                  </a:cubicBezTo>
                  <a:cubicBezTo>
                    <a:pt x="208" y="363"/>
                    <a:pt x="209" y="363"/>
                    <a:pt x="209" y="363"/>
                  </a:cubicBezTo>
                  <a:cubicBezTo>
                    <a:pt x="209" y="362"/>
                    <a:pt x="209" y="362"/>
                    <a:pt x="210" y="361"/>
                  </a:cubicBezTo>
                  <a:cubicBezTo>
                    <a:pt x="210" y="361"/>
                    <a:pt x="208" y="360"/>
                    <a:pt x="209" y="360"/>
                  </a:cubicBezTo>
                  <a:cubicBezTo>
                    <a:pt x="211" y="360"/>
                    <a:pt x="209" y="359"/>
                    <a:pt x="210" y="359"/>
                  </a:cubicBezTo>
                  <a:cubicBezTo>
                    <a:pt x="208" y="359"/>
                    <a:pt x="206" y="358"/>
                    <a:pt x="207" y="358"/>
                  </a:cubicBezTo>
                  <a:cubicBezTo>
                    <a:pt x="210" y="358"/>
                    <a:pt x="210" y="358"/>
                    <a:pt x="210" y="358"/>
                  </a:cubicBezTo>
                  <a:cubicBezTo>
                    <a:pt x="208" y="357"/>
                    <a:pt x="212" y="355"/>
                    <a:pt x="208" y="353"/>
                  </a:cubicBezTo>
                  <a:cubicBezTo>
                    <a:pt x="210" y="353"/>
                    <a:pt x="210" y="353"/>
                    <a:pt x="210" y="353"/>
                  </a:cubicBezTo>
                  <a:cubicBezTo>
                    <a:pt x="208" y="351"/>
                    <a:pt x="210" y="349"/>
                    <a:pt x="207" y="347"/>
                  </a:cubicBezTo>
                  <a:cubicBezTo>
                    <a:pt x="208" y="347"/>
                    <a:pt x="209" y="346"/>
                    <a:pt x="209" y="346"/>
                  </a:cubicBezTo>
                  <a:cubicBezTo>
                    <a:pt x="207" y="345"/>
                    <a:pt x="207" y="345"/>
                    <a:pt x="205" y="344"/>
                  </a:cubicBezTo>
                  <a:cubicBezTo>
                    <a:pt x="205" y="344"/>
                    <a:pt x="206" y="344"/>
                    <a:pt x="207" y="344"/>
                  </a:cubicBezTo>
                  <a:cubicBezTo>
                    <a:pt x="207" y="343"/>
                    <a:pt x="210" y="342"/>
                    <a:pt x="207" y="342"/>
                  </a:cubicBezTo>
                  <a:cubicBezTo>
                    <a:pt x="209" y="342"/>
                    <a:pt x="209" y="342"/>
                    <a:pt x="209" y="342"/>
                  </a:cubicBezTo>
                  <a:cubicBezTo>
                    <a:pt x="207" y="341"/>
                    <a:pt x="205" y="340"/>
                    <a:pt x="207" y="339"/>
                  </a:cubicBezTo>
                  <a:cubicBezTo>
                    <a:pt x="206" y="339"/>
                    <a:pt x="205" y="339"/>
                    <a:pt x="204" y="339"/>
                  </a:cubicBezTo>
                  <a:cubicBezTo>
                    <a:pt x="203" y="339"/>
                    <a:pt x="206" y="339"/>
                    <a:pt x="205" y="338"/>
                  </a:cubicBezTo>
                  <a:cubicBezTo>
                    <a:pt x="207" y="339"/>
                    <a:pt x="207" y="339"/>
                    <a:pt x="207" y="339"/>
                  </a:cubicBezTo>
                  <a:cubicBezTo>
                    <a:pt x="207" y="337"/>
                    <a:pt x="206" y="336"/>
                    <a:pt x="205" y="334"/>
                  </a:cubicBezTo>
                  <a:cubicBezTo>
                    <a:pt x="207" y="334"/>
                    <a:pt x="204" y="333"/>
                    <a:pt x="206" y="332"/>
                  </a:cubicBezTo>
                  <a:cubicBezTo>
                    <a:pt x="204" y="331"/>
                    <a:pt x="206" y="330"/>
                    <a:pt x="203" y="330"/>
                  </a:cubicBezTo>
                  <a:cubicBezTo>
                    <a:pt x="204" y="330"/>
                    <a:pt x="204" y="330"/>
                    <a:pt x="204" y="330"/>
                  </a:cubicBezTo>
                  <a:cubicBezTo>
                    <a:pt x="205" y="329"/>
                    <a:pt x="205" y="329"/>
                    <a:pt x="205" y="328"/>
                  </a:cubicBezTo>
                  <a:cubicBezTo>
                    <a:pt x="205" y="327"/>
                    <a:pt x="203" y="327"/>
                    <a:pt x="203" y="327"/>
                  </a:cubicBezTo>
                  <a:cubicBezTo>
                    <a:pt x="204" y="327"/>
                    <a:pt x="204" y="327"/>
                    <a:pt x="204" y="327"/>
                  </a:cubicBezTo>
                  <a:cubicBezTo>
                    <a:pt x="203" y="326"/>
                    <a:pt x="201" y="327"/>
                    <a:pt x="200" y="327"/>
                  </a:cubicBezTo>
                  <a:cubicBezTo>
                    <a:pt x="200" y="326"/>
                    <a:pt x="199" y="326"/>
                    <a:pt x="200" y="326"/>
                  </a:cubicBezTo>
                  <a:cubicBezTo>
                    <a:pt x="201" y="326"/>
                    <a:pt x="203" y="326"/>
                    <a:pt x="205" y="326"/>
                  </a:cubicBezTo>
                  <a:cubicBezTo>
                    <a:pt x="205" y="325"/>
                    <a:pt x="202" y="325"/>
                    <a:pt x="203" y="325"/>
                  </a:cubicBezTo>
                  <a:cubicBezTo>
                    <a:pt x="206" y="325"/>
                    <a:pt x="208" y="326"/>
                    <a:pt x="209" y="326"/>
                  </a:cubicBezTo>
                  <a:cubicBezTo>
                    <a:pt x="214" y="327"/>
                    <a:pt x="220" y="328"/>
                    <a:pt x="231" y="322"/>
                  </a:cubicBezTo>
                  <a:cubicBezTo>
                    <a:pt x="231" y="319"/>
                    <a:pt x="234" y="318"/>
                    <a:pt x="233" y="315"/>
                  </a:cubicBezTo>
                  <a:cubicBezTo>
                    <a:pt x="233" y="316"/>
                    <a:pt x="233" y="316"/>
                    <a:pt x="233" y="316"/>
                  </a:cubicBezTo>
                  <a:cubicBezTo>
                    <a:pt x="233" y="314"/>
                    <a:pt x="234" y="314"/>
                    <a:pt x="236" y="313"/>
                  </a:cubicBezTo>
                  <a:cubicBezTo>
                    <a:pt x="235" y="313"/>
                    <a:pt x="236" y="312"/>
                    <a:pt x="234" y="312"/>
                  </a:cubicBezTo>
                  <a:cubicBezTo>
                    <a:pt x="233" y="311"/>
                    <a:pt x="238" y="312"/>
                    <a:pt x="237" y="310"/>
                  </a:cubicBezTo>
                  <a:cubicBezTo>
                    <a:pt x="238" y="311"/>
                    <a:pt x="236" y="310"/>
                    <a:pt x="236" y="310"/>
                  </a:cubicBezTo>
                  <a:cubicBezTo>
                    <a:pt x="235" y="308"/>
                    <a:pt x="238" y="311"/>
                    <a:pt x="240" y="308"/>
                  </a:cubicBezTo>
                  <a:cubicBezTo>
                    <a:pt x="239" y="305"/>
                    <a:pt x="237" y="302"/>
                    <a:pt x="238" y="299"/>
                  </a:cubicBezTo>
                  <a:cubicBezTo>
                    <a:pt x="238" y="299"/>
                    <a:pt x="236" y="300"/>
                    <a:pt x="236" y="299"/>
                  </a:cubicBezTo>
                  <a:cubicBezTo>
                    <a:pt x="239" y="298"/>
                    <a:pt x="235" y="299"/>
                    <a:pt x="236" y="298"/>
                  </a:cubicBezTo>
                  <a:cubicBezTo>
                    <a:pt x="237" y="298"/>
                    <a:pt x="237" y="298"/>
                    <a:pt x="237" y="298"/>
                  </a:cubicBezTo>
                  <a:cubicBezTo>
                    <a:pt x="238" y="296"/>
                    <a:pt x="236" y="296"/>
                    <a:pt x="236" y="294"/>
                  </a:cubicBezTo>
                  <a:cubicBezTo>
                    <a:pt x="235" y="293"/>
                    <a:pt x="236" y="291"/>
                    <a:pt x="234" y="291"/>
                  </a:cubicBezTo>
                  <a:cubicBezTo>
                    <a:pt x="236" y="290"/>
                    <a:pt x="235" y="290"/>
                    <a:pt x="235" y="289"/>
                  </a:cubicBezTo>
                  <a:cubicBezTo>
                    <a:pt x="232" y="291"/>
                    <a:pt x="235" y="286"/>
                    <a:pt x="232" y="287"/>
                  </a:cubicBezTo>
                  <a:cubicBezTo>
                    <a:pt x="233" y="286"/>
                    <a:pt x="233" y="286"/>
                    <a:pt x="233" y="286"/>
                  </a:cubicBezTo>
                  <a:cubicBezTo>
                    <a:pt x="230" y="284"/>
                    <a:pt x="227" y="281"/>
                    <a:pt x="223" y="281"/>
                  </a:cubicBezTo>
                  <a:cubicBezTo>
                    <a:pt x="221" y="281"/>
                    <a:pt x="220" y="277"/>
                    <a:pt x="218" y="278"/>
                  </a:cubicBezTo>
                  <a:cubicBezTo>
                    <a:pt x="217" y="280"/>
                    <a:pt x="217" y="280"/>
                    <a:pt x="217" y="280"/>
                  </a:cubicBezTo>
                  <a:cubicBezTo>
                    <a:pt x="217" y="280"/>
                    <a:pt x="218" y="279"/>
                    <a:pt x="218" y="278"/>
                  </a:cubicBezTo>
                  <a:cubicBezTo>
                    <a:pt x="216" y="280"/>
                    <a:pt x="216" y="277"/>
                    <a:pt x="214" y="277"/>
                  </a:cubicBezTo>
                  <a:cubicBezTo>
                    <a:pt x="214" y="278"/>
                    <a:pt x="214" y="278"/>
                    <a:pt x="214" y="279"/>
                  </a:cubicBezTo>
                  <a:cubicBezTo>
                    <a:pt x="213" y="276"/>
                    <a:pt x="211" y="280"/>
                    <a:pt x="210" y="277"/>
                  </a:cubicBezTo>
                  <a:cubicBezTo>
                    <a:pt x="210" y="281"/>
                    <a:pt x="209" y="279"/>
                    <a:pt x="209" y="280"/>
                  </a:cubicBezTo>
                  <a:cubicBezTo>
                    <a:pt x="208" y="280"/>
                    <a:pt x="208" y="279"/>
                    <a:pt x="208" y="278"/>
                  </a:cubicBezTo>
                  <a:cubicBezTo>
                    <a:pt x="208" y="279"/>
                    <a:pt x="207" y="279"/>
                    <a:pt x="206" y="278"/>
                  </a:cubicBezTo>
                  <a:cubicBezTo>
                    <a:pt x="206" y="278"/>
                    <a:pt x="206" y="280"/>
                    <a:pt x="205" y="280"/>
                  </a:cubicBezTo>
                  <a:cubicBezTo>
                    <a:pt x="205" y="277"/>
                    <a:pt x="204" y="280"/>
                    <a:pt x="203" y="279"/>
                  </a:cubicBezTo>
                  <a:cubicBezTo>
                    <a:pt x="204" y="281"/>
                    <a:pt x="203" y="283"/>
                    <a:pt x="202" y="282"/>
                  </a:cubicBezTo>
                  <a:cubicBezTo>
                    <a:pt x="202" y="279"/>
                    <a:pt x="202" y="279"/>
                    <a:pt x="202" y="279"/>
                  </a:cubicBezTo>
                  <a:cubicBezTo>
                    <a:pt x="201" y="281"/>
                    <a:pt x="198" y="278"/>
                    <a:pt x="197" y="282"/>
                  </a:cubicBezTo>
                  <a:cubicBezTo>
                    <a:pt x="196" y="280"/>
                    <a:pt x="196" y="280"/>
                    <a:pt x="196" y="280"/>
                  </a:cubicBezTo>
                  <a:cubicBezTo>
                    <a:pt x="195" y="283"/>
                    <a:pt x="192" y="281"/>
                    <a:pt x="191" y="285"/>
                  </a:cubicBezTo>
                  <a:cubicBezTo>
                    <a:pt x="191" y="284"/>
                    <a:pt x="190" y="284"/>
                    <a:pt x="189" y="284"/>
                  </a:cubicBezTo>
                  <a:cubicBezTo>
                    <a:pt x="189" y="286"/>
                    <a:pt x="189" y="285"/>
                    <a:pt x="189" y="288"/>
                  </a:cubicBezTo>
                  <a:cubicBezTo>
                    <a:pt x="189" y="288"/>
                    <a:pt x="188" y="287"/>
                    <a:pt x="188" y="286"/>
                  </a:cubicBezTo>
                  <a:cubicBezTo>
                    <a:pt x="187" y="286"/>
                    <a:pt x="185" y="284"/>
                    <a:pt x="186" y="287"/>
                  </a:cubicBezTo>
                  <a:cubicBezTo>
                    <a:pt x="185" y="286"/>
                    <a:pt x="185" y="286"/>
                    <a:pt x="185" y="286"/>
                  </a:cubicBezTo>
                  <a:cubicBezTo>
                    <a:pt x="185" y="287"/>
                    <a:pt x="185" y="289"/>
                    <a:pt x="183" y="288"/>
                  </a:cubicBezTo>
                  <a:cubicBezTo>
                    <a:pt x="184" y="289"/>
                    <a:pt x="183" y="290"/>
                    <a:pt x="184" y="291"/>
                  </a:cubicBezTo>
                  <a:cubicBezTo>
                    <a:pt x="184" y="292"/>
                    <a:pt x="183" y="289"/>
                    <a:pt x="183" y="291"/>
                  </a:cubicBezTo>
                  <a:cubicBezTo>
                    <a:pt x="183" y="289"/>
                    <a:pt x="183" y="289"/>
                    <a:pt x="183" y="289"/>
                  </a:cubicBezTo>
                  <a:cubicBezTo>
                    <a:pt x="181" y="289"/>
                    <a:pt x="180" y="291"/>
                    <a:pt x="179" y="293"/>
                  </a:cubicBezTo>
                  <a:cubicBezTo>
                    <a:pt x="178" y="291"/>
                    <a:pt x="178" y="294"/>
                    <a:pt x="176" y="293"/>
                  </a:cubicBezTo>
                  <a:cubicBezTo>
                    <a:pt x="177" y="295"/>
                    <a:pt x="175" y="294"/>
                    <a:pt x="176" y="297"/>
                  </a:cubicBezTo>
                  <a:cubicBezTo>
                    <a:pt x="175" y="296"/>
                    <a:pt x="175" y="296"/>
                    <a:pt x="175" y="296"/>
                  </a:cubicBezTo>
                  <a:cubicBezTo>
                    <a:pt x="175" y="296"/>
                    <a:pt x="174" y="297"/>
                    <a:pt x="172" y="297"/>
                  </a:cubicBezTo>
                  <a:cubicBezTo>
                    <a:pt x="172" y="298"/>
                    <a:pt x="173" y="299"/>
                    <a:pt x="174" y="300"/>
                  </a:cubicBezTo>
                  <a:cubicBezTo>
                    <a:pt x="172" y="299"/>
                    <a:pt x="172" y="299"/>
                    <a:pt x="172" y="299"/>
                  </a:cubicBezTo>
                  <a:cubicBezTo>
                    <a:pt x="173" y="300"/>
                    <a:pt x="175" y="301"/>
                    <a:pt x="176" y="302"/>
                  </a:cubicBezTo>
                  <a:cubicBezTo>
                    <a:pt x="175" y="302"/>
                    <a:pt x="176" y="302"/>
                    <a:pt x="175" y="302"/>
                  </a:cubicBezTo>
                  <a:cubicBezTo>
                    <a:pt x="175" y="302"/>
                    <a:pt x="173" y="301"/>
                    <a:pt x="172" y="300"/>
                  </a:cubicBezTo>
                  <a:cubicBezTo>
                    <a:pt x="171" y="301"/>
                    <a:pt x="174" y="303"/>
                    <a:pt x="172" y="303"/>
                  </a:cubicBezTo>
                  <a:cubicBezTo>
                    <a:pt x="172" y="304"/>
                    <a:pt x="172" y="305"/>
                    <a:pt x="174" y="305"/>
                  </a:cubicBezTo>
                  <a:cubicBezTo>
                    <a:pt x="173" y="305"/>
                    <a:pt x="173" y="305"/>
                    <a:pt x="172" y="305"/>
                  </a:cubicBezTo>
                  <a:cubicBezTo>
                    <a:pt x="172" y="306"/>
                    <a:pt x="173" y="306"/>
                    <a:pt x="173" y="306"/>
                  </a:cubicBezTo>
                  <a:cubicBezTo>
                    <a:pt x="173" y="306"/>
                    <a:pt x="174" y="306"/>
                    <a:pt x="174" y="306"/>
                  </a:cubicBezTo>
                  <a:cubicBezTo>
                    <a:pt x="175" y="305"/>
                    <a:pt x="175" y="306"/>
                    <a:pt x="176" y="305"/>
                  </a:cubicBezTo>
                  <a:cubicBezTo>
                    <a:pt x="177" y="305"/>
                    <a:pt x="178" y="306"/>
                    <a:pt x="179" y="306"/>
                  </a:cubicBezTo>
                  <a:cubicBezTo>
                    <a:pt x="178" y="306"/>
                    <a:pt x="177" y="305"/>
                    <a:pt x="177" y="304"/>
                  </a:cubicBezTo>
                  <a:cubicBezTo>
                    <a:pt x="178" y="304"/>
                    <a:pt x="177" y="304"/>
                    <a:pt x="176" y="304"/>
                  </a:cubicBezTo>
                  <a:cubicBezTo>
                    <a:pt x="176" y="304"/>
                    <a:pt x="176" y="304"/>
                    <a:pt x="176" y="304"/>
                  </a:cubicBezTo>
                  <a:cubicBezTo>
                    <a:pt x="176" y="304"/>
                    <a:pt x="175" y="304"/>
                    <a:pt x="174" y="303"/>
                  </a:cubicBezTo>
                  <a:cubicBezTo>
                    <a:pt x="175" y="304"/>
                    <a:pt x="175" y="304"/>
                    <a:pt x="175" y="304"/>
                  </a:cubicBezTo>
                  <a:cubicBezTo>
                    <a:pt x="174" y="303"/>
                    <a:pt x="174" y="303"/>
                    <a:pt x="174" y="303"/>
                  </a:cubicBezTo>
                  <a:cubicBezTo>
                    <a:pt x="175" y="303"/>
                    <a:pt x="176" y="303"/>
                    <a:pt x="176" y="303"/>
                  </a:cubicBezTo>
                  <a:cubicBezTo>
                    <a:pt x="176" y="303"/>
                    <a:pt x="175" y="303"/>
                    <a:pt x="177" y="303"/>
                  </a:cubicBezTo>
                  <a:cubicBezTo>
                    <a:pt x="179" y="303"/>
                    <a:pt x="179" y="303"/>
                    <a:pt x="179" y="303"/>
                  </a:cubicBezTo>
                  <a:cubicBezTo>
                    <a:pt x="179" y="303"/>
                    <a:pt x="178" y="303"/>
                    <a:pt x="178" y="303"/>
                  </a:cubicBezTo>
                  <a:cubicBezTo>
                    <a:pt x="179" y="303"/>
                    <a:pt x="179" y="303"/>
                    <a:pt x="179" y="303"/>
                  </a:cubicBezTo>
                  <a:cubicBezTo>
                    <a:pt x="179" y="303"/>
                    <a:pt x="179" y="303"/>
                    <a:pt x="179" y="303"/>
                  </a:cubicBezTo>
                  <a:cubicBezTo>
                    <a:pt x="179" y="303"/>
                    <a:pt x="179" y="303"/>
                    <a:pt x="179" y="303"/>
                  </a:cubicBezTo>
                  <a:cubicBezTo>
                    <a:pt x="179" y="303"/>
                    <a:pt x="179" y="303"/>
                    <a:pt x="179" y="303"/>
                  </a:cubicBezTo>
                  <a:cubicBezTo>
                    <a:pt x="179" y="303"/>
                    <a:pt x="179" y="303"/>
                    <a:pt x="179" y="303"/>
                  </a:cubicBezTo>
                  <a:cubicBezTo>
                    <a:pt x="179" y="303"/>
                    <a:pt x="179" y="303"/>
                    <a:pt x="179" y="303"/>
                  </a:cubicBezTo>
                  <a:cubicBezTo>
                    <a:pt x="178" y="302"/>
                    <a:pt x="178" y="302"/>
                    <a:pt x="178" y="302"/>
                  </a:cubicBezTo>
                  <a:cubicBezTo>
                    <a:pt x="178" y="302"/>
                    <a:pt x="179" y="302"/>
                    <a:pt x="179" y="303"/>
                  </a:cubicBezTo>
                  <a:cubicBezTo>
                    <a:pt x="180" y="303"/>
                    <a:pt x="180" y="303"/>
                    <a:pt x="180" y="303"/>
                  </a:cubicBezTo>
                  <a:cubicBezTo>
                    <a:pt x="180" y="303"/>
                    <a:pt x="180" y="303"/>
                    <a:pt x="180" y="303"/>
                  </a:cubicBezTo>
                  <a:cubicBezTo>
                    <a:pt x="180" y="303"/>
                    <a:pt x="180" y="303"/>
                    <a:pt x="179" y="303"/>
                  </a:cubicBezTo>
                  <a:cubicBezTo>
                    <a:pt x="179" y="303"/>
                    <a:pt x="179" y="303"/>
                    <a:pt x="179" y="303"/>
                  </a:cubicBezTo>
                  <a:cubicBezTo>
                    <a:pt x="179" y="303"/>
                    <a:pt x="179" y="303"/>
                    <a:pt x="179" y="303"/>
                  </a:cubicBezTo>
                  <a:cubicBezTo>
                    <a:pt x="179" y="303"/>
                    <a:pt x="179" y="303"/>
                    <a:pt x="179" y="303"/>
                  </a:cubicBezTo>
                  <a:cubicBezTo>
                    <a:pt x="179" y="303"/>
                    <a:pt x="179" y="303"/>
                    <a:pt x="179" y="303"/>
                  </a:cubicBezTo>
                  <a:cubicBezTo>
                    <a:pt x="179" y="303"/>
                    <a:pt x="179" y="303"/>
                    <a:pt x="179" y="303"/>
                  </a:cubicBezTo>
                  <a:cubicBezTo>
                    <a:pt x="180" y="303"/>
                    <a:pt x="181" y="304"/>
                    <a:pt x="181" y="304"/>
                  </a:cubicBezTo>
                  <a:cubicBezTo>
                    <a:pt x="181" y="304"/>
                    <a:pt x="180" y="302"/>
                    <a:pt x="182" y="303"/>
                  </a:cubicBezTo>
                  <a:cubicBezTo>
                    <a:pt x="182" y="303"/>
                    <a:pt x="182" y="302"/>
                    <a:pt x="181" y="301"/>
                  </a:cubicBezTo>
                  <a:cubicBezTo>
                    <a:pt x="181" y="300"/>
                    <a:pt x="183" y="303"/>
                    <a:pt x="182" y="302"/>
                  </a:cubicBezTo>
                  <a:cubicBezTo>
                    <a:pt x="183" y="303"/>
                    <a:pt x="185" y="304"/>
                    <a:pt x="186" y="305"/>
                  </a:cubicBezTo>
                  <a:cubicBezTo>
                    <a:pt x="186" y="305"/>
                    <a:pt x="187" y="306"/>
                    <a:pt x="186" y="306"/>
                  </a:cubicBezTo>
                  <a:cubicBezTo>
                    <a:pt x="187" y="306"/>
                    <a:pt x="187" y="307"/>
                    <a:pt x="187" y="307"/>
                  </a:cubicBezTo>
                  <a:cubicBezTo>
                    <a:pt x="187" y="306"/>
                    <a:pt x="185" y="305"/>
                    <a:pt x="185" y="304"/>
                  </a:cubicBezTo>
                  <a:cubicBezTo>
                    <a:pt x="183" y="303"/>
                    <a:pt x="185" y="304"/>
                    <a:pt x="183" y="302"/>
                  </a:cubicBezTo>
                  <a:cubicBezTo>
                    <a:pt x="184" y="302"/>
                    <a:pt x="184" y="302"/>
                    <a:pt x="184" y="301"/>
                  </a:cubicBezTo>
                  <a:cubicBezTo>
                    <a:pt x="184" y="301"/>
                    <a:pt x="185" y="303"/>
                    <a:pt x="186" y="303"/>
                  </a:cubicBezTo>
                  <a:cubicBezTo>
                    <a:pt x="185" y="302"/>
                    <a:pt x="185" y="301"/>
                    <a:pt x="185" y="301"/>
                  </a:cubicBezTo>
                  <a:cubicBezTo>
                    <a:pt x="185" y="300"/>
                    <a:pt x="184" y="300"/>
                    <a:pt x="184" y="298"/>
                  </a:cubicBezTo>
                  <a:cubicBezTo>
                    <a:pt x="183" y="298"/>
                    <a:pt x="183" y="297"/>
                    <a:pt x="183" y="297"/>
                  </a:cubicBezTo>
                  <a:cubicBezTo>
                    <a:pt x="184" y="299"/>
                    <a:pt x="186" y="301"/>
                    <a:pt x="186" y="301"/>
                  </a:cubicBezTo>
                  <a:cubicBezTo>
                    <a:pt x="188" y="304"/>
                    <a:pt x="185" y="301"/>
                    <a:pt x="187" y="303"/>
                  </a:cubicBezTo>
                  <a:cubicBezTo>
                    <a:pt x="188" y="305"/>
                    <a:pt x="187" y="306"/>
                    <a:pt x="187" y="305"/>
                  </a:cubicBezTo>
                  <a:cubicBezTo>
                    <a:pt x="188" y="307"/>
                    <a:pt x="187" y="305"/>
                    <a:pt x="188" y="307"/>
                  </a:cubicBezTo>
                  <a:cubicBezTo>
                    <a:pt x="188" y="307"/>
                    <a:pt x="188" y="305"/>
                    <a:pt x="188" y="305"/>
                  </a:cubicBezTo>
                  <a:cubicBezTo>
                    <a:pt x="187" y="304"/>
                    <a:pt x="187" y="304"/>
                    <a:pt x="187" y="303"/>
                  </a:cubicBezTo>
                  <a:cubicBezTo>
                    <a:pt x="186" y="300"/>
                    <a:pt x="188" y="304"/>
                    <a:pt x="188" y="304"/>
                  </a:cubicBezTo>
                  <a:cubicBezTo>
                    <a:pt x="189" y="305"/>
                    <a:pt x="189" y="305"/>
                    <a:pt x="189" y="305"/>
                  </a:cubicBezTo>
                  <a:cubicBezTo>
                    <a:pt x="189" y="306"/>
                    <a:pt x="188" y="304"/>
                    <a:pt x="189" y="304"/>
                  </a:cubicBezTo>
                  <a:cubicBezTo>
                    <a:pt x="190" y="307"/>
                    <a:pt x="189" y="305"/>
                    <a:pt x="189" y="306"/>
                  </a:cubicBezTo>
                  <a:cubicBezTo>
                    <a:pt x="190" y="308"/>
                    <a:pt x="190" y="308"/>
                    <a:pt x="190" y="308"/>
                  </a:cubicBezTo>
                  <a:cubicBezTo>
                    <a:pt x="190" y="308"/>
                    <a:pt x="189" y="309"/>
                    <a:pt x="188" y="310"/>
                  </a:cubicBezTo>
                  <a:cubicBezTo>
                    <a:pt x="188" y="309"/>
                    <a:pt x="188" y="309"/>
                    <a:pt x="188" y="309"/>
                  </a:cubicBezTo>
                  <a:cubicBezTo>
                    <a:pt x="187" y="311"/>
                    <a:pt x="186" y="306"/>
                    <a:pt x="186" y="311"/>
                  </a:cubicBezTo>
                  <a:cubicBezTo>
                    <a:pt x="186" y="312"/>
                    <a:pt x="186" y="312"/>
                    <a:pt x="186" y="312"/>
                  </a:cubicBezTo>
                  <a:cubicBezTo>
                    <a:pt x="185" y="310"/>
                    <a:pt x="185" y="310"/>
                    <a:pt x="185" y="310"/>
                  </a:cubicBezTo>
                  <a:cubicBezTo>
                    <a:pt x="185" y="311"/>
                    <a:pt x="184" y="310"/>
                    <a:pt x="184" y="312"/>
                  </a:cubicBezTo>
                  <a:cubicBezTo>
                    <a:pt x="184" y="310"/>
                    <a:pt x="184" y="310"/>
                    <a:pt x="184" y="310"/>
                  </a:cubicBezTo>
                  <a:cubicBezTo>
                    <a:pt x="184" y="310"/>
                    <a:pt x="184" y="313"/>
                    <a:pt x="183" y="312"/>
                  </a:cubicBezTo>
                  <a:cubicBezTo>
                    <a:pt x="183" y="311"/>
                    <a:pt x="183" y="311"/>
                    <a:pt x="183" y="311"/>
                  </a:cubicBezTo>
                  <a:cubicBezTo>
                    <a:pt x="183" y="311"/>
                    <a:pt x="183" y="311"/>
                    <a:pt x="183" y="311"/>
                  </a:cubicBezTo>
                  <a:cubicBezTo>
                    <a:pt x="182" y="311"/>
                    <a:pt x="182" y="312"/>
                    <a:pt x="181" y="312"/>
                  </a:cubicBezTo>
                  <a:cubicBezTo>
                    <a:pt x="182" y="311"/>
                    <a:pt x="182" y="311"/>
                    <a:pt x="183" y="310"/>
                  </a:cubicBezTo>
                  <a:cubicBezTo>
                    <a:pt x="181" y="308"/>
                    <a:pt x="177" y="307"/>
                    <a:pt x="178" y="311"/>
                  </a:cubicBezTo>
                  <a:cubicBezTo>
                    <a:pt x="178" y="312"/>
                    <a:pt x="176" y="309"/>
                    <a:pt x="176" y="309"/>
                  </a:cubicBezTo>
                  <a:cubicBezTo>
                    <a:pt x="177" y="312"/>
                    <a:pt x="172" y="313"/>
                    <a:pt x="178" y="313"/>
                  </a:cubicBezTo>
                  <a:cubicBezTo>
                    <a:pt x="178" y="313"/>
                    <a:pt x="179" y="313"/>
                    <a:pt x="179" y="313"/>
                  </a:cubicBezTo>
                  <a:cubicBezTo>
                    <a:pt x="179" y="314"/>
                    <a:pt x="180" y="316"/>
                    <a:pt x="183" y="321"/>
                  </a:cubicBezTo>
                  <a:cubicBezTo>
                    <a:pt x="183" y="321"/>
                    <a:pt x="183" y="321"/>
                    <a:pt x="183" y="321"/>
                  </a:cubicBezTo>
                  <a:cubicBezTo>
                    <a:pt x="185" y="320"/>
                    <a:pt x="189" y="325"/>
                    <a:pt x="192" y="323"/>
                  </a:cubicBezTo>
                  <a:cubicBezTo>
                    <a:pt x="192" y="322"/>
                    <a:pt x="192" y="321"/>
                    <a:pt x="192" y="321"/>
                  </a:cubicBezTo>
                  <a:cubicBezTo>
                    <a:pt x="192" y="322"/>
                    <a:pt x="192" y="322"/>
                    <a:pt x="192" y="322"/>
                  </a:cubicBezTo>
                  <a:cubicBezTo>
                    <a:pt x="193" y="320"/>
                    <a:pt x="193" y="320"/>
                    <a:pt x="193" y="320"/>
                  </a:cubicBezTo>
                  <a:cubicBezTo>
                    <a:pt x="193" y="320"/>
                    <a:pt x="193" y="322"/>
                    <a:pt x="192" y="322"/>
                  </a:cubicBezTo>
                  <a:cubicBezTo>
                    <a:pt x="194" y="322"/>
                    <a:pt x="195" y="322"/>
                    <a:pt x="196" y="322"/>
                  </a:cubicBezTo>
                  <a:cubicBezTo>
                    <a:pt x="197" y="320"/>
                    <a:pt x="197" y="322"/>
                    <a:pt x="197" y="320"/>
                  </a:cubicBezTo>
                  <a:cubicBezTo>
                    <a:pt x="197" y="321"/>
                    <a:pt x="197" y="321"/>
                    <a:pt x="197" y="321"/>
                  </a:cubicBezTo>
                  <a:cubicBezTo>
                    <a:pt x="198" y="320"/>
                    <a:pt x="198" y="320"/>
                    <a:pt x="199" y="322"/>
                  </a:cubicBezTo>
                  <a:cubicBezTo>
                    <a:pt x="199" y="323"/>
                    <a:pt x="199" y="323"/>
                    <a:pt x="199" y="323"/>
                  </a:cubicBezTo>
                  <a:cubicBezTo>
                    <a:pt x="198" y="323"/>
                    <a:pt x="198" y="323"/>
                    <a:pt x="197" y="323"/>
                  </a:cubicBezTo>
                  <a:cubicBezTo>
                    <a:pt x="198" y="323"/>
                    <a:pt x="198" y="323"/>
                    <a:pt x="198" y="323"/>
                  </a:cubicBezTo>
                  <a:cubicBezTo>
                    <a:pt x="197" y="324"/>
                    <a:pt x="197" y="324"/>
                    <a:pt x="197" y="324"/>
                  </a:cubicBezTo>
                  <a:cubicBezTo>
                    <a:pt x="197" y="324"/>
                    <a:pt x="196" y="325"/>
                    <a:pt x="197" y="325"/>
                  </a:cubicBezTo>
                  <a:cubicBezTo>
                    <a:pt x="199" y="325"/>
                    <a:pt x="199" y="325"/>
                    <a:pt x="199" y="325"/>
                  </a:cubicBezTo>
                  <a:cubicBezTo>
                    <a:pt x="199" y="325"/>
                    <a:pt x="201" y="325"/>
                    <a:pt x="199" y="326"/>
                  </a:cubicBezTo>
                  <a:cubicBezTo>
                    <a:pt x="197" y="326"/>
                    <a:pt x="197" y="326"/>
                    <a:pt x="197" y="326"/>
                  </a:cubicBezTo>
                  <a:cubicBezTo>
                    <a:pt x="197" y="326"/>
                    <a:pt x="198" y="326"/>
                    <a:pt x="198" y="326"/>
                  </a:cubicBezTo>
                  <a:cubicBezTo>
                    <a:pt x="195" y="326"/>
                    <a:pt x="195" y="326"/>
                    <a:pt x="195" y="326"/>
                  </a:cubicBezTo>
                  <a:cubicBezTo>
                    <a:pt x="199" y="326"/>
                    <a:pt x="196" y="327"/>
                    <a:pt x="197" y="327"/>
                  </a:cubicBezTo>
                  <a:cubicBezTo>
                    <a:pt x="196" y="327"/>
                    <a:pt x="196" y="327"/>
                    <a:pt x="196" y="327"/>
                  </a:cubicBezTo>
                  <a:cubicBezTo>
                    <a:pt x="195" y="328"/>
                    <a:pt x="198" y="327"/>
                    <a:pt x="198" y="327"/>
                  </a:cubicBezTo>
                  <a:cubicBezTo>
                    <a:pt x="198" y="328"/>
                    <a:pt x="195" y="328"/>
                    <a:pt x="194" y="328"/>
                  </a:cubicBezTo>
                  <a:cubicBezTo>
                    <a:pt x="194" y="329"/>
                    <a:pt x="196" y="329"/>
                    <a:pt x="194" y="330"/>
                  </a:cubicBezTo>
                  <a:cubicBezTo>
                    <a:pt x="195" y="330"/>
                    <a:pt x="196" y="331"/>
                    <a:pt x="197" y="331"/>
                  </a:cubicBezTo>
                  <a:cubicBezTo>
                    <a:pt x="197" y="332"/>
                    <a:pt x="194" y="331"/>
                    <a:pt x="195" y="332"/>
                  </a:cubicBezTo>
                  <a:cubicBezTo>
                    <a:pt x="195" y="332"/>
                    <a:pt x="194" y="332"/>
                    <a:pt x="193" y="332"/>
                  </a:cubicBezTo>
                  <a:cubicBezTo>
                    <a:pt x="194" y="332"/>
                    <a:pt x="193" y="333"/>
                    <a:pt x="195" y="332"/>
                  </a:cubicBezTo>
                  <a:cubicBezTo>
                    <a:pt x="194" y="333"/>
                    <a:pt x="194" y="334"/>
                    <a:pt x="195" y="334"/>
                  </a:cubicBezTo>
                  <a:cubicBezTo>
                    <a:pt x="195" y="334"/>
                    <a:pt x="193" y="334"/>
                    <a:pt x="192" y="334"/>
                  </a:cubicBezTo>
                  <a:cubicBezTo>
                    <a:pt x="194" y="334"/>
                    <a:pt x="195" y="335"/>
                    <a:pt x="194" y="335"/>
                  </a:cubicBezTo>
                  <a:cubicBezTo>
                    <a:pt x="196" y="335"/>
                    <a:pt x="196" y="335"/>
                    <a:pt x="198" y="335"/>
                  </a:cubicBezTo>
                  <a:cubicBezTo>
                    <a:pt x="198" y="335"/>
                    <a:pt x="199" y="335"/>
                    <a:pt x="199" y="335"/>
                  </a:cubicBezTo>
                  <a:cubicBezTo>
                    <a:pt x="197" y="336"/>
                    <a:pt x="194" y="336"/>
                    <a:pt x="194" y="336"/>
                  </a:cubicBezTo>
                  <a:cubicBezTo>
                    <a:pt x="191" y="336"/>
                    <a:pt x="194" y="335"/>
                    <a:pt x="192" y="336"/>
                  </a:cubicBezTo>
                  <a:cubicBezTo>
                    <a:pt x="189" y="335"/>
                    <a:pt x="189" y="335"/>
                    <a:pt x="191" y="334"/>
                  </a:cubicBezTo>
                  <a:cubicBezTo>
                    <a:pt x="188" y="334"/>
                    <a:pt x="190" y="335"/>
                    <a:pt x="188" y="335"/>
                  </a:cubicBezTo>
                  <a:cubicBezTo>
                    <a:pt x="188" y="335"/>
                    <a:pt x="189" y="335"/>
                    <a:pt x="190" y="336"/>
                  </a:cubicBezTo>
                  <a:cubicBezTo>
                    <a:pt x="191" y="336"/>
                    <a:pt x="191" y="336"/>
                    <a:pt x="192" y="336"/>
                  </a:cubicBezTo>
                  <a:cubicBezTo>
                    <a:pt x="195" y="336"/>
                    <a:pt x="190" y="336"/>
                    <a:pt x="190" y="337"/>
                  </a:cubicBezTo>
                  <a:cubicBezTo>
                    <a:pt x="190" y="336"/>
                    <a:pt x="190" y="336"/>
                    <a:pt x="190" y="336"/>
                  </a:cubicBezTo>
                  <a:cubicBezTo>
                    <a:pt x="189" y="337"/>
                    <a:pt x="191" y="337"/>
                    <a:pt x="190" y="337"/>
                  </a:cubicBezTo>
                  <a:cubicBezTo>
                    <a:pt x="187" y="337"/>
                    <a:pt x="190" y="337"/>
                    <a:pt x="188" y="336"/>
                  </a:cubicBezTo>
                  <a:cubicBezTo>
                    <a:pt x="186" y="337"/>
                    <a:pt x="186" y="337"/>
                    <a:pt x="186" y="337"/>
                  </a:cubicBezTo>
                  <a:cubicBezTo>
                    <a:pt x="185" y="337"/>
                    <a:pt x="188" y="337"/>
                    <a:pt x="188" y="337"/>
                  </a:cubicBezTo>
                  <a:cubicBezTo>
                    <a:pt x="186" y="337"/>
                    <a:pt x="186" y="337"/>
                    <a:pt x="186" y="337"/>
                  </a:cubicBezTo>
                  <a:cubicBezTo>
                    <a:pt x="187" y="338"/>
                    <a:pt x="187" y="338"/>
                    <a:pt x="187" y="338"/>
                  </a:cubicBezTo>
                  <a:cubicBezTo>
                    <a:pt x="188" y="338"/>
                    <a:pt x="190" y="338"/>
                    <a:pt x="190" y="337"/>
                  </a:cubicBezTo>
                  <a:cubicBezTo>
                    <a:pt x="193" y="337"/>
                    <a:pt x="190" y="338"/>
                    <a:pt x="191" y="338"/>
                  </a:cubicBezTo>
                  <a:cubicBezTo>
                    <a:pt x="193" y="338"/>
                    <a:pt x="191" y="338"/>
                    <a:pt x="193" y="338"/>
                  </a:cubicBezTo>
                  <a:cubicBezTo>
                    <a:pt x="194" y="338"/>
                    <a:pt x="194" y="338"/>
                    <a:pt x="195" y="338"/>
                  </a:cubicBezTo>
                  <a:cubicBezTo>
                    <a:pt x="195" y="339"/>
                    <a:pt x="193" y="339"/>
                    <a:pt x="191" y="339"/>
                  </a:cubicBezTo>
                  <a:cubicBezTo>
                    <a:pt x="191" y="339"/>
                    <a:pt x="191" y="338"/>
                    <a:pt x="192" y="338"/>
                  </a:cubicBezTo>
                  <a:cubicBezTo>
                    <a:pt x="190" y="338"/>
                    <a:pt x="188" y="339"/>
                    <a:pt x="187" y="338"/>
                  </a:cubicBezTo>
                  <a:cubicBezTo>
                    <a:pt x="186" y="339"/>
                    <a:pt x="188" y="339"/>
                    <a:pt x="189" y="339"/>
                  </a:cubicBezTo>
                  <a:cubicBezTo>
                    <a:pt x="189" y="339"/>
                    <a:pt x="190" y="339"/>
                    <a:pt x="191" y="339"/>
                  </a:cubicBezTo>
                  <a:cubicBezTo>
                    <a:pt x="196" y="340"/>
                    <a:pt x="187" y="339"/>
                    <a:pt x="188" y="340"/>
                  </a:cubicBezTo>
                  <a:cubicBezTo>
                    <a:pt x="191" y="340"/>
                    <a:pt x="193" y="341"/>
                    <a:pt x="196" y="340"/>
                  </a:cubicBezTo>
                  <a:cubicBezTo>
                    <a:pt x="197" y="341"/>
                    <a:pt x="197" y="341"/>
                    <a:pt x="197" y="341"/>
                  </a:cubicBezTo>
                  <a:cubicBezTo>
                    <a:pt x="195" y="341"/>
                    <a:pt x="195" y="341"/>
                    <a:pt x="193" y="341"/>
                  </a:cubicBezTo>
                  <a:cubicBezTo>
                    <a:pt x="193" y="341"/>
                    <a:pt x="193" y="341"/>
                    <a:pt x="193" y="341"/>
                  </a:cubicBezTo>
                  <a:cubicBezTo>
                    <a:pt x="191" y="341"/>
                    <a:pt x="191" y="341"/>
                    <a:pt x="191" y="341"/>
                  </a:cubicBezTo>
                  <a:cubicBezTo>
                    <a:pt x="189" y="341"/>
                    <a:pt x="188" y="341"/>
                    <a:pt x="187" y="341"/>
                  </a:cubicBezTo>
                  <a:cubicBezTo>
                    <a:pt x="188" y="342"/>
                    <a:pt x="189" y="341"/>
                    <a:pt x="189" y="342"/>
                  </a:cubicBezTo>
                  <a:cubicBezTo>
                    <a:pt x="188" y="342"/>
                    <a:pt x="187" y="342"/>
                    <a:pt x="187" y="342"/>
                  </a:cubicBezTo>
                  <a:cubicBezTo>
                    <a:pt x="188" y="342"/>
                    <a:pt x="190" y="342"/>
                    <a:pt x="191" y="342"/>
                  </a:cubicBezTo>
                  <a:cubicBezTo>
                    <a:pt x="191" y="343"/>
                    <a:pt x="189" y="343"/>
                    <a:pt x="188" y="343"/>
                  </a:cubicBezTo>
                  <a:cubicBezTo>
                    <a:pt x="187" y="342"/>
                    <a:pt x="187" y="342"/>
                    <a:pt x="187" y="342"/>
                  </a:cubicBezTo>
                  <a:cubicBezTo>
                    <a:pt x="188" y="343"/>
                    <a:pt x="186" y="342"/>
                    <a:pt x="186" y="343"/>
                  </a:cubicBezTo>
                  <a:cubicBezTo>
                    <a:pt x="188" y="343"/>
                    <a:pt x="189" y="343"/>
                    <a:pt x="191" y="343"/>
                  </a:cubicBezTo>
                  <a:cubicBezTo>
                    <a:pt x="191" y="343"/>
                    <a:pt x="190" y="344"/>
                    <a:pt x="190" y="344"/>
                  </a:cubicBezTo>
                  <a:cubicBezTo>
                    <a:pt x="189" y="343"/>
                    <a:pt x="189" y="343"/>
                    <a:pt x="189" y="343"/>
                  </a:cubicBezTo>
                  <a:cubicBezTo>
                    <a:pt x="189" y="344"/>
                    <a:pt x="186" y="343"/>
                    <a:pt x="186" y="344"/>
                  </a:cubicBezTo>
                  <a:cubicBezTo>
                    <a:pt x="188" y="344"/>
                    <a:pt x="188" y="344"/>
                    <a:pt x="188" y="344"/>
                  </a:cubicBezTo>
                  <a:cubicBezTo>
                    <a:pt x="186" y="344"/>
                    <a:pt x="186" y="344"/>
                    <a:pt x="186" y="344"/>
                  </a:cubicBezTo>
                  <a:cubicBezTo>
                    <a:pt x="188" y="344"/>
                    <a:pt x="187" y="344"/>
                    <a:pt x="188" y="344"/>
                  </a:cubicBezTo>
                  <a:cubicBezTo>
                    <a:pt x="187" y="344"/>
                    <a:pt x="187" y="344"/>
                    <a:pt x="187" y="344"/>
                  </a:cubicBezTo>
                  <a:cubicBezTo>
                    <a:pt x="187" y="345"/>
                    <a:pt x="190" y="345"/>
                    <a:pt x="188" y="345"/>
                  </a:cubicBezTo>
                  <a:cubicBezTo>
                    <a:pt x="190" y="345"/>
                    <a:pt x="188" y="345"/>
                    <a:pt x="189" y="345"/>
                  </a:cubicBezTo>
                  <a:cubicBezTo>
                    <a:pt x="191" y="344"/>
                    <a:pt x="191" y="345"/>
                    <a:pt x="191" y="345"/>
                  </a:cubicBezTo>
                  <a:cubicBezTo>
                    <a:pt x="188" y="345"/>
                    <a:pt x="191" y="346"/>
                    <a:pt x="191" y="346"/>
                  </a:cubicBezTo>
                  <a:cubicBezTo>
                    <a:pt x="190" y="346"/>
                    <a:pt x="189" y="346"/>
                    <a:pt x="188" y="346"/>
                  </a:cubicBezTo>
                  <a:cubicBezTo>
                    <a:pt x="190" y="346"/>
                    <a:pt x="190" y="346"/>
                    <a:pt x="190" y="346"/>
                  </a:cubicBezTo>
                  <a:cubicBezTo>
                    <a:pt x="187" y="346"/>
                    <a:pt x="191" y="347"/>
                    <a:pt x="190" y="347"/>
                  </a:cubicBezTo>
                  <a:cubicBezTo>
                    <a:pt x="189" y="347"/>
                    <a:pt x="187" y="347"/>
                    <a:pt x="187" y="347"/>
                  </a:cubicBezTo>
                  <a:cubicBezTo>
                    <a:pt x="190" y="347"/>
                    <a:pt x="190" y="347"/>
                    <a:pt x="192" y="347"/>
                  </a:cubicBezTo>
                  <a:cubicBezTo>
                    <a:pt x="191" y="348"/>
                    <a:pt x="189" y="347"/>
                    <a:pt x="187" y="347"/>
                  </a:cubicBezTo>
                  <a:cubicBezTo>
                    <a:pt x="189" y="348"/>
                    <a:pt x="185" y="348"/>
                    <a:pt x="188" y="348"/>
                  </a:cubicBezTo>
                  <a:cubicBezTo>
                    <a:pt x="189" y="348"/>
                    <a:pt x="190" y="348"/>
                    <a:pt x="191" y="348"/>
                  </a:cubicBezTo>
                  <a:cubicBezTo>
                    <a:pt x="191" y="349"/>
                    <a:pt x="190" y="348"/>
                    <a:pt x="189" y="348"/>
                  </a:cubicBezTo>
                  <a:cubicBezTo>
                    <a:pt x="189" y="349"/>
                    <a:pt x="191" y="349"/>
                    <a:pt x="192" y="349"/>
                  </a:cubicBezTo>
                  <a:cubicBezTo>
                    <a:pt x="191" y="349"/>
                    <a:pt x="194" y="349"/>
                    <a:pt x="192" y="350"/>
                  </a:cubicBezTo>
                  <a:cubicBezTo>
                    <a:pt x="191" y="350"/>
                    <a:pt x="191" y="349"/>
                    <a:pt x="190" y="349"/>
                  </a:cubicBezTo>
                  <a:cubicBezTo>
                    <a:pt x="190" y="350"/>
                    <a:pt x="194" y="350"/>
                    <a:pt x="195" y="350"/>
                  </a:cubicBezTo>
                  <a:cubicBezTo>
                    <a:pt x="196" y="350"/>
                    <a:pt x="199" y="351"/>
                    <a:pt x="200" y="351"/>
                  </a:cubicBezTo>
                  <a:cubicBezTo>
                    <a:pt x="199" y="352"/>
                    <a:pt x="199" y="351"/>
                    <a:pt x="197" y="351"/>
                  </a:cubicBezTo>
                  <a:cubicBezTo>
                    <a:pt x="197" y="351"/>
                    <a:pt x="197" y="351"/>
                    <a:pt x="197" y="351"/>
                  </a:cubicBezTo>
                  <a:cubicBezTo>
                    <a:pt x="194" y="351"/>
                    <a:pt x="192" y="350"/>
                    <a:pt x="190" y="350"/>
                  </a:cubicBezTo>
                  <a:cubicBezTo>
                    <a:pt x="191" y="350"/>
                    <a:pt x="191" y="350"/>
                    <a:pt x="191" y="350"/>
                  </a:cubicBezTo>
                  <a:cubicBezTo>
                    <a:pt x="188" y="350"/>
                    <a:pt x="188" y="350"/>
                    <a:pt x="188" y="350"/>
                  </a:cubicBezTo>
                  <a:cubicBezTo>
                    <a:pt x="190" y="350"/>
                    <a:pt x="188" y="351"/>
                    <a:pt x="189" y="351"/>
                  </a:cubicBezTo>
                  <a:cubicBezTo>
                    <a:pt x="190" y="351"/>
                    <a:pt x="188" y="351"/>
                    <a:pt x="189" y="351"/>
                  </a:cubicBezTo>
                  <a:cubicBezTo>
                    <a:pt x="190" y="351"/>
                    <a:pt x="193" y="351"/>
                    <a:pt x="192" y="352"/>
                  </a:cubicBezTo>
                  <a:cubicBezTo>
                    <a:pt x="188" y="351"/>
                    <a:pt x="188" y="351"/>
                    <a:pt x="188" y="351"/>
                  </a:cubicBezTo>
                  <a:cubicBezTo>
                    <a:pt x="188" y="352"/>
                    <a:pt x="190" y="352"/>
                    <a:pt x="189" y="352"/>
                  </a:cubicBezTo>
                  <a:cubicBezTo>
                    <a:pt x="188" y="352"/>
                    <a:pt x="188" y="352"/>
                    <a:pt x="188" y="352"/>
                  </a:cubicBezTo>
                  <a:cubicBezTo>
                    <a:pt x="188" y="353"/>
                    <a:pt x="188" y="354"/>
                    <a:pt x="192" y="356"/>
                  </a:cubicBezTo>
                  <a:cubicBezTo>
                    <a:pt x="190" y="356"/>
                    <a:pt x="190" y="356"/>
                    <a:pt x="189" y="357"/>
                  </a:cubicBezTo>
                  <a:cubicBezTo>
                    <a:pt x="189" y="357"/>
                    <a:pt x="191" y="357"/>
                    <a:pt x="191" y="357"/>
                  </a:cubicBezTo>
                  <a:cubicBezTo>
                    <a:pt x="189" y="357"/>
                    <a:pt x="189" y="357"/>
                    <a:pt x="189" y="357"/>
                  </a:cubicBezTo>
                  <a:cubicBezTo>
                    <a:pt x="188" y="357"/>
                    <a:pt x="189" y="358"/>
                    <a:pt x="191" y="359"/>
                  </a:cubicBezTo>
                  <a:cubicBezTo>
                    <a:pt x="189" y="358"/>
                    <a:pt x="189" y="358"/>
                    <a:pt x="189" y="358"/>
                  </a:cubicBezTo>
                  <a:cubicBezTo>
                    <a:pt x="188" y="359"/>
                    <a:pt x="190" y="359"/>
                    <a:pt x="191" y="359"/>
                  </a:cubicBezTo>
                  <a:cubicBezTo>
                    <a:pt x="189" y="359"/>
                    <a:pt x="189" y="359"/>
                    <a:pt x="189" y="359"/>
                  </a:cubicBezTo>
                  <a:cubicBezTo>
                    <a:pt x="191" y="359"/>
                    <a:pt x="191" y="359"/>
                    <a:pt x="191" y="359"/>
                  </a:cubicBezTo>
                  <a:cubicBezTo>
                    <a:pt x="191" y="360"/>
                    <a:pt x="191" y="360"/>
                    <a:pt x="189" y="360"/>
                  </a:cubicBezTo>
                  <a:cubicBezTo>
                    <a:pt x="190" y="360"/>
                    <a:pt x="190" y="360"/>
                    <a:pt x="190" y="360"/>
                  </a:cubicBezTo>
                  <a:cubicBezTo>
                    <a:pt x="189" y="360"/>
                    <a:pt x="189" y="361"/>
                    <a:pt x="189" y="362"/>
                  </a:cubicBezTo>
                  <a:cubicBezTo>
                    <a:pt x="190" y="362"/>
                    <a:pt x="191" y="362"/>
                    <a:pt x="192" y="362"/>
                  </a:cubicBezTo>
                  <a:cubicBezTo>
                    <a:pt x="194" y="362"/>
                    <a:pt x="192" y="362"/>
                    <a:pt x="193" y="362"/>
                  </a:cubicBezTo>
                  <a:cubicBezTo>
                    <a:pt x="191" y="362"/>
                    <a:pt x="191" y="362"/>
                    <a:pt x="191" y="362"/>
                  </a:cubicBezTo>
                  <a:cubicBezTo>
                    <a:pt x="187" y="362"/>
                    <a:pt x="190" y="364"/>
                    <a:pt x="189" y="365"/>
                  </a:cubicBezTo>
                  <a:cubicBezTo>
                    <a:pt x="190" y="365"/>
                    <a:pt x="190" y="365"/>
                    <a:pt x="190" y="365"/>
                  </a:cubicBezTo>
                  <a:cubicBezTo>
                    <a:pt x="188" y="365"/>
                    <a:pt x="190" y="366"/>
                    <a:pt x="189" y="367"/>
                  </a:cubicBezTo>
                  <a:cubicBezTo>
                    <a:pt x="190" y="367"/>
                    <a:pt x="193" y="367"/>
                    <a:pt x="193" y="368"/>
                  </a:cubicBezTo>
                  <a:cubicBezTo>
                    <a:pt x="195" y="368"/>
                    <a:pt x="190" y="368"/>
                    <a:pt x="189" y="368"/>
                  </a:cubicBezTo>
                  <a:cubicBezTo>
                    <a:pt x="190" y="368"/>
                    <a:pt x="190" y="368"/>
                    <a:pt x="190" y="369"/>
                  </a:cubicBezTo>
                  <a:cubicBezTo>
                    <a:pt x="190" y="369"/>
                    <a:pt x="190" y="369"/>
                    <a:pt x="190" y="369"/>
                  </a:cubicBezTo>
                  <a:cubicBezTo>
                    <a:pt x="191" y="369"/>
                    <a:pt x="191" y="369"/>
                    <a:pt x="190" y="369"/>
                  </a:cubicBezTo>
                  <a:cubicBezTo>
                    <a:pt x="190" y="369"/>
                    <a:pt x="190" y="369"/>
                    <a:pt x="190" y="369"/>
                  </a:cubicBezTo>
                  <a:cubicBezTo>
                    <a:pt x="190" y="370"/>
                    <a:pt x="189" y="370"/>
                    <a:pt x="189" y="370"/>
                  </a:cubicBezTo>
                  <a:cubicBezTo>
                    <a:pt x="191" y="370"/>
                    <a:pt x="190" y="371"/>
                    <a:pt x="191" y="371"/>
                  </a:cubicBezTo>
                  <a:cubicBezTo>
                    <a:pt x="190" y="371"/>
                    <a:pt x="190" y="371"/>
                    <a:pt x="190" y="371"/>
                  </a:cubicBezTo>
                  <a:cubicBezTo>
                    <a:pt x="192" y="371"/>
                    <a:pt x="192" y="371"/>
                    <a:pt x="192" y="371"/>
                  </a:cubicBezTo>
                  <a:cubicBezTo>
                    <a:pt x="191" y="371"/>
                    <a:pt x="191" y="371"/>
                    <a:pt x="191" y="371"/>
                  </a:cubicBezTo>
                  <a:cubicBezTo>
                    <a:pt x="189" y="371"/>
                    <a:pt x="189" y="371"/>
                    <a:pt x="189" y="371"/>
                  </a:cubicBezTo>
                  <a:cubicBezTo>
                    <a:pt x="188" y="371"/>
                    <a:pt x="191" y="371"/>
                    <a:pt x="192" y="372"/>
                  </a:cubicBezTo>
                  <a:cubicBezTo>
                    <a:pt x="193" y="372"/>
                    <a:pt x="191" y="372"/>
                    <a:pt x="191" y="372"/>
                  </a:cubicBezTo>
                  <a:cubicBezTo>
                    <a:pt x="190" y="372"/>
                    <a:pt x="191" y="372"/>
                    <a:pt x="191" y="372"/>
                  </a:cubicBezTo>
                  <a:cubicBezTo>
                    <a:pt x="189" y="371"/>
                    <a:pt x="190" y="372"/>
                    <a:pt x="189" y="372"/>
                  </a:cubicBezTo>
                  <a:cubicBezTo>
                    <a:pt x="189" y="372"/>
                    <a:pt x="191" y="372"/>
                    <a:pt x="191" y="372"/>
                  </a:cubicBezTo>
                  <a:cubicBezTo>
                    <a:pt x="190" y="373"/>
                    <a:pt x="191" y="373"/>
                    <a:pt x="189" y="373"/>
                  </a:cubicBezTo>
                  <a:cubicBezTo>
                    <a:pt x="190" y="373"/>
                    <a:pt x="190" y="373"/>
                    <a:pt x="191" y="374"/>
                  </a:cubicBezTo>
                  <a:cubicBezTo>
                    <a:pt x="191" y="373"/>
                    <a:pt x="191" y="373"/>
                    <a:pt x="193" y="373"/>
                  </a:cubicBezTo>
                  <a:cubicBezTo>
                    <a:pt x="193" y="373"/>
                    <a:pt x="193" y="374"/>
                    <a:pt x="192" y="374"/>
                  </a:cubicBezTo>
                  <a:cubicBezTo>
                    <a:pt x="192" y="374"/>
                    <a:pt x="192" y="374"/>
                    <a:pt x="192" y="374"/>
                  </a:cubicBezTo>
                  <a:cubicBezTo>
                    <a:pt x="192" y="374"/>
                    <a:pt x="192" y="374"/>
                    <a:pt x="193" y="374"/>
                  </a:cubicBezTo>
                  <a:cubicBezTo>
                    <a:pt x="191" y="374"/>
                    <a:pt x="191" y="374"/>
                    <a:pt x="191" y="374"/>
                  </a:cubicBezTo>
                  <a:cubicBezTo>
                    <a:pt x="193" y="374"/>
                    <a:pt x="192" y="375"/>
                    <a:pt x="193" y="375"/>
                  </a:cubicBezTo>
                  <a:cubicBezTo>
                    <a:pt x="191" y="375"/>
                    <a:pt x="189" y="375"/>
                    <a:pt x="189" y="375"/>
                  </a:cubicBezTo>
                  <a:cubicBezTo>
                    <a:pt x="190" y="376"/>
                    <a:pt x="190" y="376"/>
                    <a:pt x="190" y="376"/>
                  </a:cubicBezTo>
                  <a:cubicBezTo>
                    <a:pt x="191" y="376"/>
                    <a:pt x="190" y="376"/>
                    <a:pt x="189" y="376"/>
                  </a:cubicBezTo>
                  <a:cubicBezTo>
                    <a:pt x="188" y="376"/>
                    <a:pt x="194" y="377"/>
                    <a:pt x="192" y="377"/>
                  </a:cubicBezTo>
                  <a:cubicBezTo>
                    <a:pt x="190" y="377"/>
                    <a:pt x="190" y="377"/>
                    <a:pt x="189" y="377"/>
                  </a:cubicBezTo>
                  <a:cubicBezTo>
                    <a:pt x="190" y="378"/>
                    <a:pt x="191" y="378"/>
                    <a:pt x="191" y="378"/>
                  </a:cubicBezTo>
                  <a:cubicBezTo>
                    <a:pt x="192" y="378"/>
                    <a:pt x="189" y="377"/>
                    <a:pt x="191" y="377"/>
                  </a:cubicBezTo>
                  <a:cubicBezTo>
                    <a:pt x="192" y="377"/>
                    <a:pt x="191" y="378"/>
                    <a:pt x="192" y="378"/>
                  </a:cubicBezTo>
                  <a:cubicBezTo>
                    <a:pt x="187" y="378"/>
                    <a:pt x="191" y="380"/>
                    <a:pt x="188" y="380"/>
                  </a:cubicBezTo>
                  <a:cubicBezTo>
                    <a:pt x="191" y="380"/>
                    <a:pt x="189" y="381"/>
                    <a:pt x="190" y="381"/>
                  </a:cubicBezTo>
                  <a:cubicBezTo>
                    <a:pt x="187" y="381"/>
                    <a:pt x="190" y="382"/>
                    <a:pt x="189" y="382"/>
                  </a:cubicBezTo>
                  <a:cubicBezTo>
                    <a:pt x="191" y="382"/>
                    <a:pt x="191" y="382"/>
                    <a:pt x="191" y="382"/>
                  </a:cubicBezTo>
                  <a:cubicBezTo>
                    <a:pt x="190" y="382"/>
                    <a:pt x="195" y="383"/>
                    <a:pt x="192" y="383"/>
                  </a:cubicBezTo>
                  <a:cubicBezTo>
                    <a:pt x="191" y="383"/>
                    <a:pt x="190" y="383"/>
                    <a:pt x="190" y="383"/>
                  </a:cubicBezTo>
                  <a:cubicBezTo>
                    <a:pt x="187" y="383"/>
                    <a:pt x="192" y="384"/>
                    <a:pt x="189" y="384"/>
                  </a:cubicBezTo>
                  <a:cubicBezTo>
                    <a:pt x="190" y="384"/>
                    <a:pt x="192" y="384"/>
                    <a:pt x="193" y="385"/>
                  </a:cubicBezTo>
                  <a:cubicBezTo>
                    <a:pt x="192" y="385"/>
                    <a:pt x="190" y="385"/>
                    <a:pt x="190" y="385"/>
                  </a:cubicBezTo>
                  <a:cubicBezTo>
                    <a:pt x="190" y="386"/>
                    <a:pt x="191" y="386"/>
                    <a:pt x="190" y="386"/>
                  </a:cubicBezTo>
                  <a:cubicBezTo>
                    <a:pt x="189" y="386"/>
                    <a:pt x="189" y="386"/>
                    <a:pt x="189" y="386"/>
                  </a:cubicBezTo>
                  <a:cubicBezTo>
                    <a:pt x="188" y="386"/>
                    <a:pt x="189" y="386"/>
                    <a:pt x="190" y="387"/>
                  </a:cubicBezTo>
                  <a:cubicBezTo>
                    <a:pt x="188" y="387"/>
                    <a:pt x="189" y="388"/>
                    <a:pt x="188" y="388"/>
                  </a:cubicBezTo>
                  <a:cubicBezTo>
                    <a:pt x="191" y="389"/>
                    <a:pt x="187" y="389"/>
                    <a:pt x="190" y="389"/>
                  </a:cubicBezTo>
                  <a:cubicBezTo>
                    <a:pt x="189" y="389"/>
                    <a:pt x="189" y="389"/>
                    <a:pt x="189" y="389"/>
                  </a:cubicBezTo>
                  <a:cubicBezTo>
                    <a:pt x="190" y="389"/>
                    <a:pt x="192" y="390"/>
                    <a:pt x="192" y="390"/>
                  </a:cubicBezTo>
                  <a:cubicBezTo>
                    <a:pt x="190" y="390"/>
                    <a:pt x="190" y="390"/>
                    <a:pt x="190" y="390"/>
                  </a:cubicBezTo>
                  <a:cubicBezTo>
                    <a:pt x="188" y="390"/>
                    <a:pt x="190" y="390"/>
                    <a:pt x="189" y="391"/>
                  </a:cubicBezTo>
                  <a:cubicBezTo>
                    <a:pt x="190" y="390"/>
                    <a:pt x="189" y="391"/>
                    <a:pt x="190" y="391"/>
                  </a:cubicBezTo>
                  <a:cubicBezTo>
                    <a:pt x="191" y="391"/>
                    <a:pt x="191" y="391"/>
                    <a:pt x="191" y="391"/>
                  </a:cubicBezTo>
                  <a:cubicBezTo>
                    <a:pt x="192" y="392"/>
                    <a:pt x="192" y="391"/>
                    <a:pt x="192" y="392"/>
                  </a:cubicBezTo>
                  <a:cubicBezTo>
                    <a:pt x="192" y="392"/>
                    <a:pt x="190" y="392"/>
                    <a:pt x="190" y="392"/>
                  </a:cubicBezTo>
                  <a:cubicBezTo>
                    <a:pt x="189" y="392"/>
                    <a:pt x="190" y="392"/>
                    <a:pt x="190" y="393"/>
                  </a:cubicBezTo>
                  <a:cubicBezTo>
                    <a:pt x="190" y="393"/>
                    <a:pt x="190" y="392"/>
                    <a:pt x="191" y="393"/>
                  </a:cubicBezTo>
                  <a:cubicBezTo>
                    <a:pt x="191" y="393"/>
                    <a:pt x="190" y="393"/>
                    <a:pt x="190" y="393"/>
                  </a:cubicBezTo>
                  <a:cubicBezTo>
                    <a:pt x="190" y="393"/>
                    <a:pt x="191" y="393"/>
                    <a:pt x="191" y="393"/>
                  </a:cubicBezTo>
                  <a:cubicBezTo>
                    <a:pt x="191" y="393"/>
                    <a:pt x="191" y="393"/>
                    <a:pt x="191" y="393"/>
                  </a:cubicBezTo>
                  <a:cubicBezTo>
                    <a:pt x="190" y="393"/>
                    <a:pt x="190" y="393"/>
                    <a:pt x="190" y="393"/>
                  </a:cubicBezTo>
                  <a:cubicBezTo>
                    <a:pt x="190" y="393"/>
                    <a:pt x="190" y="393"/>
                    <a:pt x="190" y="393"/>
                  </a:cubicBezTo>
                  <a:cubicBezTo>
                    <a:pt x="190" y="393"/>
                    <a:pt x="190" y="393"/>
                    <a:pt x="190" y="393"/>
                  </a:cubicBezTo>
                  <a:cubicBezTo>
                    <a:pt x="190" y="393"/>
                    <a:pt x="190" y="393"/>
                    <a:pt x="190" y="393"/>
                  </a:cubicBezTo>
                  <a:cubicBezTo>
                    <a:pt x="188" y="393"/>
                    <a:pt x="188" y="393"/>
                    <a:pt x="188" y="393"/>
                  </a:cubicBezTo>
                  <a:cubicBezTo>
                    <a:pt x="188" y="394"/>
                    <a:pt x="190" y="394"/>
                    <a:pt x="191" y="394"/>
                  </a:cubicBezTo>
                  <a:cubicBezTo>
                    <a:pt x="189" y="395"/>
                    <a:pt x="191" y="396"/>
                    <a:pt x="192" y="396"/>
                  </a:cubicBezTo>
                  <a:cubicBezTo>
                    <a:pt x="192" y="396"/>
                    <a:pt x="190" y="396"/>
                    <a:pt x="191" y="396"/>
                  </a:cubicBezTo>
                  <a:cubicBezTo>
                    <a:pt x="191" y="397"/>
                    <a:pt x="193" y="397"/>
                    <a:pt x="192" y="397"/>
                  </a:cubicBezTo>
                  <a:cubicBezTo>
                    <a:pt x="192" y="397"/>
                    <a:pt x="191" y="397"/>
                    <a:pt x="191" y="398"/>
                  </a:cubicBezTo>
                  <a:cubicBezTo>
                    <a:pt x="190" y="398"/>
                    <a:pt x="192" y="397"/>
                    <a:pt x="192" y="397"/>
                  </a:cubicBezTo>
                  <a:cubicBezTo>
                    <a:pt x="190" y="398"/>
                    <a:pt x="194" y="399"/>
                    <a:pt x="192" y="400"/>
                  </a:cubicBezTo>
                  <a:cubicBezTo>
                    <a:pt x="192" y="399"/>
                    <a:pt x="191" y="399"/>
                    <a:pt x="191" y="399"/>
                  </a:cubicBezTo>
                  <a:cubicBezTo>
                    <a:pt x="191" y="400"/>
                    <a:pt x="192" y="400"/>
                    <a:pt x="194" y="401"/>
                  </a:cubicBezTo>
                  <a:cubicBezTo>
                    <a:pt x="192" y="401"/>
                    <a:pt x="192" y="401"/>
                    <a:pt x="192" y="401"/>
                  </a:cubicBezTo>
                  <a:cubicBezTo>
                    <a:pt x="192" y="401"/>
                    <a:pt x="193" y="401"/>
                    <a:pt x="194" y="401"/>
                  </a:cubicBezTo>
                  <a:cubicBezTo>
                    <a:pt x="195" y="401"/>
                    <a:pt x="196" y="401"/>
                    <a:pt x="196" y="402"/>
                  </a:cubicBezTo>
                  <a:cubicBezTo>
                    <a:pt x="196" y="402"/>
                    <a:pt x="196" y="402"/>
                    <a:pt x="196" y="402"/>
                  </a:cubicBezTo>
                  <a:cubicBezTo>
                    <a:pt x="196" y="402"/>
                    <a:pt x="197" y="402"/>
                    <a:pt x="197" y="402"/>
                  </a:cubicBezTo>
                  <a:cubicBezTo>
                    <a:pt x="196" y="403"/>
                    <a:pt x="196" y="402"/>
                    <a:pt x="195" y="402"/>
                  </a:cubicBezTo>
                  <a:cubicBezTo>
                    <a:pt x="193" y="403"/>
                    <a:pt x="194" y="404"/>
                    <a:pt x="194" y="404"/>
                  </a:cubicBezTo>
                  <a:cubicBezTo>
                    <a:pt x="195" y="404"/>
                    <a:pt x="195" y="404"/>
                    <a:pt x="195" y="404"/>
                  </a:cubicBezTo>
                  <a:cubicBezTo>
                    <a:pt x="196" y="404"/>
                    <a:pt x="194" y="404"/>
                    <a:pt x="194" y="404"/>
                  </a:cubicBezTo>
                  <a:cubicBezTo>
                    <a:pt x="199" y="405"/>
                    <a:pt x="199" y="405"/>
                    <a:pt x="199" y="405"/>
                  </a:cubicBezTo>
                  <a:cubicBezTo>
                    <a:pt x="198" y="404"/>
                    <a:pt x="197" y="405"/>
                    <a:pt x="196" y="405"/>
                  </a:cubicBezTo>
                  <a:cubicBezTo>
                    <a:pt x="196" y="405"/>
                    <a:pt x="199" y="406"/>
                    <a:pt x="201" y="406"/>
                  </a:cubicBezTo>
                  <a:cubicBezTo>
                    <a:pt x="200" y="406"/>
                    <a:pt x="201" y="406"/>
                    <a:pt x="201" y="407"/>
                  </a:cubicBezTo>
                  <a:cubicBezTo>
                    <a:pt x="200" y="407"/>
                    <a:pt x="202" y="407"/>
                    <a:pt x="200" y="407"/>
                  </a:cubicBezTo>
                  <a:cubicBezTo>
                    <a:pt x="199" y="407"/>
                    <a:pt x="199" y="407"/>
                    <a:pt x="199" y="407"/>
                  </a:cubicBezTo>
                  <a:cubicBezTo>
                    <a:pt x="199" y="407"/>
                    <a:pt x="197" y="407"/>
                    <a:pt x="196" y="407"/>
                  </a:cubicBezTo>
                  <a:cubicBezTo>
                    <a:pt x="196" y="407"/>
                    <a:pt x="196" y="408"/>
                    <a:pt x="195" y="409"/>
                  </a:cubicBezTo>
                  <a:cubicBezTo>
                    <a:pt x="198" y="408"/>
                    <a:pt x="197" y="410"/>
                    <a:pt x="199" y="409"/>
                  </a:cubicBezTo>
                  <a:cubicBezTo>
                    <a:pt x="200" y="410"/>
                    <a:pt x="197" y="410"/>
                    <a:pt x="197" y="410"/>
                  </a:cubicBezTo>
                  <a:cubicBezTo>
                    <a:pt x="198" y="411"/>
                    <a:pt x="197" y="411"/>
                    <a:pt x="197" y="412"/>
                  </a:cubicBezTo>
                  <a:cubicBezTo>
                    <a:pt x="197" y="412"/>
                    <a:pt x="197" y="412"/>
                    <a:pt x="197" y="412"/>
                  </a:cubicBezTo>
                  <a:cubicBezTo>
                    <a:pt x="198" y="412"/>
                    <a:pt x="197" y="413"/>
                    <a:pt x="199" y="413"/>
                  </a:cubicBezTo>
                  <a:cubicBezTo>
                    <a:pt x="198" y="413"/>
                    <a:pt x="198" y="413"/>
                    <a:pt x="198" y="413"/>
                  </a:cubicBezTo>
                  <a:cubicBezTo>
                    <a:pt x="197" y="414"/>
                    <a:pt x="201" y="413"/>
                    <a:pt x="200" y="414"/>
                  </a:cubicBezTo>
                  <a:cubicBezTo>
                    <a:pt x="199" y="414"/>
                    <a:pt x="199" y="414"/>
                    <a:pt x="199" y="414"/>
                  </a:cubicBezTo>
                  <a:cubicBezTo>
                    <a:pt x="200" y="414"/>
                    <a:pt x="198" y="415"/>
                    <a:pt x="200" y="415"/>
                  </a:cubicBezTo>
                  <a:cubicBezTo>
                    <a:pt x="199" y="415"/>
                    <a:pt x="199" y="415"/>
                    <a:pt x="198" y="415"/>
                  </a:cubicBezTo>
                  <a:cubicBezTo>
                    <a:pt x="199" y="415"/>
                    <a:pt x="199" y="416"/>
                    <a:pt x="200" y="416"/>
                  </a:cubicBezTo>
                  <a:cubicBezTo>
                    <a:pt x="198" y="416"/>
                    <a:pt x="198" y="416"/>
                    <a:pt x="198" y="416"/>
                  </a:cubicBezTo>
                  <a:cubicBezTo>
                    <a:pt x="197" y="417"/>
                    <a:pt x="201" y="416"/>
                    <a:pt x="200" y="417"/>
                  </a:cubicBezTo>
                  <a:cubicBezTo>
                    <a:pt x="200" y="417"/>
                    <a:pt x="199" y="417"/>
                    <a:pt x="199" y="417"/>
                  </a:cubicBezTo>
                  <a:cubicBezTo>
                    <a:pt x="200" y="417"/>
                    <a:pt x="200" y="418"/>
                    <a:pt x="200" y="418"/>
                  </a:cubicBezTo>
                  <a:cubicBezTo>
                    <a:pt x="198" y="419"/>
                    <a:pt x="198" y="419"/>
                    <a:pt x="198" y="419"/>
                  </a:cubicBezTo>
                  <a:cubicBezTo>
                    <a:pt x="198" y="421"/>
                    <a:pt x="198" y="423"/>
                    <a:pt x="201" y="425"/>
                  </a:cubicBezTo>
                  <a:cubicBezTo>
                    <a:pt x="198" y="425"/>
                    <a:pt x="199" y="424"/>
                    <a:pt x="197" y="425"/>
                  </a:cubicBezTo>
                  <a:cubicBezTo>
                    <a:pt x="200" y="425"/>
                    <a:pt x="198" y="425"/>
                    <a:pt x="199" y="426"/>
                  </a:cubicBezTo>
                  <a:cubicBezTo>
                    <a:pt x="198" y="426"/>
                    <a:pt x="198" y="426"/>
                    <a:pt x="198" y="426"/>
                  </a:cubicBezTo>
                  <a:cubicBezTo>
                    <a:pt x="199" y="426"/>
                    <a:pt x="198" y="426"/>
                    <a:pt x="198" y="426"/>
                  </a:cubicBezTo>
                  <a:cubicBezTo>
                    <a:pt x="199" y="426"/>
                    <a:pt x="199" y="426"/>
                    <a:pt x="199" y="426"/>
                  </a:cubicBezTo>
                  <a:cubicBezTo>
                    <a:pt x="199" y="426"/>
                    <a:pt x="199" y="427"/>
                    <a:pt x="199" y="427"/>
                  </a:cubicBezTo>
                  <a:cubicBezTo>
                    <a:pt x="199" y="427"/>
                    <a:pt x="199" y="427"/>
                    <a:pt x="199" y="427"/>
                  </a:cubicBezTo>
                  <a:cubicBezTo>
                    <a:pt x="199" y="427"/>
                    <a:pt x="199" y="427"/>
                    <a:pt x="199" y="427"/>
                  </a:cubicBezTo>
                  <a:cubicBezTo>
                    <a:pt x="198" y="427"/>
                    <a:pt x="197" y="427"/>
                    <a:pt x="199" y="427"/>
                  </a:cubicBezTo>
                  <a:cubicBezTo>
                    <a:pt x="199" y="427"/>
                    <a:pt x="199" y="427"/>
                    <a:pt x="199" y="427"/>
                  </a:cubicBezTo>
                  <a:cubicBezTo>
                    <a:pt x="197" y="428"/>
                    <a:pt x="197" y="428"/>
                    <a:pt x="197" y="428"/>
                  </a:cubicBezTo>
                  <a:cubicBezTo>
                    <a:pt x="200" y="428"/>
                    <a:pt x="198" y="428"/>
                    <a:pt x="198" y="428"/>
                  </a:cubicBezTo>
                  <a:cubicBezTo>
                    <a:pt x="197" y="429"/>
                    <a:pt x="194" y="427"/>
                    <a:pt x="194" y="429"/>
                  </a:cubicBezTo>
                  <a:cubicBezTo>
                    <a:pt x="194" y="429"/>
                    <a:pt x="194" y="429"/>
                    <a:pt x="194" y="429"/>
                  </a:cubicBezTo>
                  <a:cubicBezTo>
                    <a:pt x="189" y="432"/>
                    <a:pt x="183" y="435"/>
                    <a:pt x="180" y="441"/>
                  </a:cubicBezTo>
                  <a:cubicBezTo>
                    <a:pt x="180" y="442"/>
                    <a:pt x="179" y="443"/>
                    <a:pt x="178" y="444"/>
                  </a:cubicBezTo>
                  <a:cubicBezTo>
                    <a:pt x="178" y="441"/>
                    <a:pt x="178" y="437"/>
                    <a:pt x="180" y="434"/>
                  </a:cubicBezTo>
                  <a:cubicBezTo>
                    <a:pt x="179" y="431"/>
                    <a:pt x="178" y="427"/>
                    <a:pt x="179" y="425"/>
                  </a:cubicBezTo>
                  <a:cubicBezTo>
                    <a:pt x="178" y="412"/>
                    <a:pt x="182" y="402"/>
                    <a:pt x="179" y="389"/>
                  </a:cubicBezTo>
                  <a:cubicBezTo>
                    <a:pt x="179" y="390"/>
                    <a:pt x="178" y="389"/>
                    <a:pt x="177" y="389"/>
                  </a:cubicBezTo>
                  <a:cubicBezTo>
                    <a:pt x="178" y="389"/>
                    <a:pt x="178" y="389"/>
                    <a:pt x="178" y="389"/>
                  </a:cubicBezTo>
                  <a:cubicBezTo>
                    <a:pt x="176" y="388"/>
                    <a:pt x="176" y="388"/>
                    <a:pt x="176" y="388"/>
                  </a:cubicBezTo>
                  <a:cubicBezTo>
                    <a:pt x="176" y="387"/>
                    <a:pt x="178" y="387"/>
                    <a:pt x="178" y="388"/>
                  </a:cubicBezTo>
                  <a:cubicBezTo>
                    <a:pt x="178" y="383"/>
                    <a:pt x="177" y="379"/>
                    <a:pt x="178" y="374"/>
                  </a:cubicBezTo>
                  <a:cubicBezTo>
                    <a:pt x="175" y="374"/>
                    <a:pt x="177" y="371"/>
                    <a:pt x="175" y="371"/>
                  </a:cubicBezTo>
                  <a:cubicBezTo>
                    <a:pt x="176" y="371"/>
                    <a:pt x="176" y="371"/>
                    <a:pt x="176" y="371"/>
                  </a:cubicBezTo>
                  <a:cubicBezTo>
                    <a:pt x="175" y="368"/>
                    <a:pt x="175" y="368"/>
                    <a:pt x="177" y="365"/>
                  </a:cubicBezTo>
                  <a:cubicBezTo>
                    <a:pt x="178" y="353"/>
                    <a:pt x="176" y="340"/>
                    <a:pt x="174" y="326"/>
                  </a:cubicBezTo>
                  <a:cubicBezTo>
                    <a:pt x="170" y="313"/>
                    <a:pt x="162" y="297"/>
                    <a:pt x="148" y="288"/>
                  </a:cubicBezTo>
                  <a:cubicBezTo>
                    <a:pt x="143" y="290"/>
                    <a:pt x="142" y="286"/>
                    <a:pt x="138" y="288"/>
                  </a:cubicBezTo>
                  <a:cubicBezTo>
                    <a:pt x="138" y="287"/>
                    <a:pt x="138" y="287"/>
                    <a:pt x="138" y="287"/>
                  </a:cubicBezTo>
                  <a:cubicBezTo>
                    <a:pt x="136" y="288"/>
                    <a:pt x="136" y="286"/>
                    <a:pt x="133" y="284"/>
                  </a:cubicBezTo>
                  <a:cubicBezTo>
                    <a:pt x="133" y="285"/>
                    <a:pt x="132" y="284"/>
                    <a:pt x="132" y="286"/>
                  </a:cubicBezTo>
                  <a:cubicBezTo>
                    <a:pt x="131" y="287"/>
                    <a:pt x="131" y="282"/>
                    <a:pt x="129" y="283"/>
                  </a:cubicBezTo>
                  <a:cubicBezTo>
                    <a:pt x="129" y="282"/>
                    <a:pt x="129" y="284"/>
                    <a:pt x="129" y="283"/>
                  </a:cubicBezTo>
                  <a:cubicBezTo>
                    <a:pt x="125" y="285"/>
                    <a:pt x="129" y="282"/>
                    <a:pt x="127" y="279"/>
                  </a:cubicBezTo>
                  <a:cubicBezTo>
                    <a:pt x="120" y="278"/>
                    <a:pt x="113" y="280"/>
                    <a:pt x="107" y="278"/>
                  </a:cubicBezTo>
                  <a:cubicBezTo>
                    <a:pt x="108" y="278"/>
                    <a:pt x="108" y="280"/>
                    <a:pt x="107" y="280"/>
                  </a:cubicBezTo>
                  <a:cubicBezTo>
                    <a:pt x="107" y="276"/>
                    <a:pt x="105" y="280"/>
                    <a:pt x="104" y="279"/>
                  </a:cubicBezTo>
                  <a:cubicBezTo>
                    <a:pt x="104" y="278"/>
                    <a:pt x="105" y="278"/>
                    <a:pt x="105" y="278"/>
                  </a:cubicBezTo>
                  <a:cubicBezTo>
                    <a:pt x="103" y="276"/>
                    <a:pt x="101" y="278"/>
                    <a:pt x="98" y="277"/>
                  </a:cubicBezTo>
                  <a:cubicBezTo>
                    <a:pt x="96" y="278"/>
                    <a:pt x="94" y="275"/>
                    <a:pt x="92" y="277"/>
                  </a:cubicBezTo>
                  <a:cubicBezTo>
                    <a:pt x="93" y="275"/>
                    <a:pt x="91" y="276"/>
                    <a:pt x="91" y="275"/>
                  </a:cubicBezTo>
                  <a:cubicBezTo>
                    <a:pt x="89" y="279"/>
                    <a:pt x="88" y="273"/>
                    <a:pt x="85" y="275"/>
                  </a:cubicBezTo>
                  <a:cubicBezTo>
                    <a:pt x="86" y="275"/>
                    <a:pt x="86" y="275"/>
                    <a:pt x="86" y="275"/>
                  </a:cubicBezTo>
                  <a:cubicBezTo>
                    <a:pt x="80" y="274"/>
                    <a:pt x="77" y="272"/>
                    <a:pt x="72" y="271"/>
                  </a:cubicBezTo>
                  <a:cubicBezTo>
                    <a:pt x="69" y="270"/>
                    <a:pt x="69" y="264"/>
                    <a:pt x="66" y="264"/>
                  </a:cubicBezTo>
                  <a:cubicBezTo>
                    <a:pt x="65" y="265"/>
                    <a:pt x="65" y="265"/>
                    <a:pt x="64" y="265"/>
                  </a:cubicBezTo>
                  <a:cubicBezTo>
                    <a:pt x="64" y="264"/>
                    <a:pt x="65" y="264"/>
                    <a:pt x="65" y="264"/>
                  </a:cubicBezTo>
                  <a:cubicBezTo>
                    <a:pt x="63" y="263"/>
                    <a:pt x="63" y="260"/>
                    <a:pt x="62" y="259"/>
                  </a:cubicBezTo>
                  <a:cubicBezTo>
                    <a:pt x="62" y="259"/>
                    <a:pt x="61" y="258"/>
                    <a:pt x="60" y="259"/>
                  </a:cubicBezTo>
                  <a:cubicBezTo>
                    <a:pt x="61" y="256"/>
                    <a:pt x="56" y="255"/>
                    <a:pt x="57" y="252"/>
                  </a:cubicBezTo>
                  <a:cubicBezTo>
                    <a:pt x="54" y="254"/>
                    <a:pt x="54" y="252"/>
                    <a:pt x="53" y="251"/>
                  </a:cubicBezTo>
                  <a:cubicBezTo>
                    <a:pt x="53" y="251"/>
                    <a:pt x="54" y="250"/>
                    <a:pt x="54" y="250"/>
                  </a:cubicBezTo>
                  <a:cubicBezTo>
                    <a:pt x="53" y="249"/>
                    <a:pt x="53" y="248"/>
                    <a:pt x="53" y="245"/>
                  </a:cubicBezTo>
                  <a:cubicBezTo>
                    <a:pt x="52" y="245"/>
                    <a:pt x="50" y="245"/>
                    <a:pt x="50" y="244"/>
                  </a:cubicBezTo>
                  <a:cubicBezTo>
                    <a:pt x="52" y="242"/>
                    <a:pt x="50" y="241"/>
                    <a:pt x="50" y="240"/>
                  </a:cubicBezTo>
                  <a:cubicBezTo>
                    <a:pt x="48" y="241"/>
                    <a:pt x="46" y="240"/>
                    <a:pt x="47" y="239"/>
                  </a:cubicBezTo>
                  <a:cubicBezTo>
                    <a:pt x="49" y="238"/>
                    <a:pt x="49" y="238"/>
                    <a:pt x="49" y="238"/>
                  </a:cubicBezTo>
                  <a:cubicBezTo>
                    <a:pt x="46" y="235"/>
                    <a:pt x="48" y="230"/>
                    <a:pt x="44" y="225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2" y="219"/>
                    <a:pt x="42" y="213"/>
                    <a:pt x="37" y="209"/>
                  </a:cubicBezTo>
                  <a:cubicBezTo>
                    <a:pt x="37" y="208"/>
                    <a:pt x="37" y="207"/>
                    <a:pt x="36" y="205"/>
                  </a:cubicBezTo>
                  <a:cubicBezTo>
                    <a:pt x="37" y="205"/>
                    <a:pt x="39" y="204"/>
                    <a:pt x="40" y="203"/>
                  </a:cubicBezTo>
                  <a:cubicBezTo>
                    <a:pt x="36" y="203"/>
                    <a:pt x="36" y="203"/>
                    <a:pt x="36" y="203"/>
                  </a:cubicBezTo>
                  <a:cubicBezTo>
                    <a:pt x="41" y="201"/>
                    <a:pt x="44" y="197"/>
                    <a:pt x="48" y="196"/>
                  </a:cubicBezTo>
                  <a:cubicBezTo>
                    <a:pt x="47" y="198"/>
                    <a:pt x="49" y="198"/>
                    <a:pt x="49" y="199"/>
                  </a:cubicBezTo>
                  <a:cubicBezTo>
                    <a:pt x="50" y="198"/>
                    <a:pt x="50" y="196"/>
                    <a:pt x="52" y="196"/>
                  </a:cubicBezTo>
                  <a:cubicBezTo>
                    <a:pt x="51" y="199"/>
                    <a:pt x="51" y="199"/>
                    <a:pt x="51" y="199"/>
                  </a:cubicBezTo>
                  <a:cubicBezTo>
                    <a:pt x="52" y="197"/>
                    <a:pt x="56" y="193"/>
                    <a:pt x="59" y="190"/>
                  </a:cubicBezTo>
                  <a:cubicBezTo>
                    <a:pt x="59" y="197"/>
                    <a:pt x="61" y="192"/>
                    <a:pt x="62" y="201"/>
                  </a:cubicBezTo>
                  <a:cubicBezTo>
                    <a:pt x="60" y="200"/>
                    <a:pt x="60" y="200"/>
                    <a:pt x="60" y="200"/>
                  </a:cubicBezTo>
                  <a:cubicBezTo>
                    <a:pt x="61" y="202"/>
                    <a:pt x="61" y="203"/>
                    <a:pt x="62" y="206"/>
                  </a:cubicBezTo>
                  <a:cubicBezTo>
                    <a:pt x="64" y="206"/>
                    <a:pt x="65" y="204"/>
                    <a:pt x="64" y="199"/>
                  </a:cubicBezTo>
                  <a:cubicBezTo>
                    <a:pt x="68" y="202"/>
                    <a:pt x="65" y="203"/>
                    <a:pt x="68" y="212"/>
                  </a:cubicBezTo>
                  <a:cubicBezTo>
                    <a:pt x="71" y="214"/>
                    <a:pt x="66" y="208"/>
                    <a:pt x="69" y="207"/>
                  </a:cubicBezTo>
                  <a:cubicBezTo>
                    <a:pt x="70" y="206"/>
                    <a:pt x="71" y="211"/>
                    <a:pt x="75" y="215"/>
                  </a:cubicBezTo>
                  <a:cubicBezTo>
                    <a:pt x="82" y="221"/>
                    <a:pt x="78" y="220"/>
                    <a:pt x="81" y="223"/>
                  </a:cubicBezTo>
                  <a:cubicBezTo>
                    <a:pt x="79" y="223"/>
                    <a:pt x="71" y="217"/>
                    <a:pt x="73" y="217"/>
                  </a:cubicBezTo>
                  <a:cubicBezTo>
                    <a:pt x="65" y="209"/>
                    <a:pt x="73" y="224"/>
                    <a:pt x="68" y="218"/>
                  </a:cubicBezTo>
                  <a:cubicBezTo>
                    <a:pt x="75" y="226"/>
                    <a:pt x="76" y="226"/>
                    <a:pt x="82" y="226"/>
                  </a:cubicBezTo>
                  <a:cubicBezTo>
                    <a:pt x="79" y="225"/>
                    <a:pt x="85" y="224"/>
                    <a:pt x="82" y="223"/>
                  </a:cubicBezTo>
                  <a:cubicBezTo>
                    <a:pt x="98" y="219"/>
                    <a:pt x="96" y="225"/>
                    <a:pt x="106" y="216"/>
                  </a:cubicBezTo>
                  <a:cubicBezTo>
                    <a:pt x="103" y="216"/>
                    <a:pt x="111" y="202"/>
                    <a:pt x="104" y="206"/>
                  </a:cubicBezTo>
                  <a:cubicBezTo>
                    <a:pt x="104" y="204"/>
                    <a:pt x="105" y="201"/>
                    <a:pt x="107" y="200"/>
                  </a:cubicBezTo>
                  <a:cubicBezTo>
                    <a:pt x="107" y="203"/>
                    <a:pt x="110" y="197"/>
                    <a:pt x="110" y="201"/>
                  </a:cubicBezTo>
                  <a:cubicBezTo>
                    <a:pt x="111" y="198"/>
                    <a:pt x="111" y="198"/>
                    <a:pt x="111" y="198"/>
                  </a:cubicBezTo>
                  <a:cubicBezTo>
                    <a:pt x="111" y="204"/>
                    <a:pt x="111" y="204"/>
                    <a:pt x="111" y="204"/>
                  </a:cubicBezTo>
                  <a:cubicBezTo>
                    <a:pt x="114" y="201"/>
                    <a:pt x="118" y="196"/>
                    <a:pt x="120" y="194"/>
                  </a:cubicBezTo>
                  <a:cubicBezTo>
                    <a:pt x="121" y="189"/>
                    <a:pt x="117" y="195"/>
                    <a:pt x="119" y="190"/>
                  </a:cubicBezTo>
                  <a:cubicBezTo>
                    <a:pt x="119" y="192"/>
                    <a:pt x="121" y="189"/>
                    <a:pt x="122" y="186"/>
                  </a:cubicBezTo>
                  <a:cubicBezTo>
                    <a:pt x="120" y="191"/>
                    <a:pt x="119" y="186"/>
                    <a:pt x="120" y="182"/>
                  </a:cubicBezTo>
                  <a:cubicBezTo>
                    <a:pt x="120" y="181"/>
                    <a:pt x="121" y="180"/>
                    <a:pt x="121" y="179"/>
                  </a:cubicBezTo>
                  <a:cubicBezTo>
                    <a:pt x="122" y="180"/>
                    <a:pt x="122" y="180"/>
                    <a:pt x="122" y="181"/>
                  </a:cubicBezTo>
                  <a:cubicBezTo>
                    <a:pt x="122" y="182"/>
                    <a:pt x="122" y="182"/>
                    <a:pt x="122" y="183"/>
                  </a:cubicBezTo>
                  <a:cubicBezTo>
                    <a:pt x="123" y="183"/>
                    <a:pt x="123" y="183"/>
                    <a:pt x="123" y="183"/>
                  </a:cubicBezTo>
                  <a:cubicBezTo>
                    <a:pt x="123" y="183"/>
                    <a:pt x="122" y="183"/>
                    <a:pt x="122" y="183"/>
                  </a:cubicBezTo>
                  <a:cubicBezTo>
                    <a:pt x="122" y="188"/>
                    <a:pt x="125" y="188"/>
                    <a:pt x="126" y="189"/>
                  </a:cubicBezTo>
                  <a:cubicBezTo>
                    <a:pt x="126" y="193"/>
                    <a:pt x="126" y="193"/>
                    <a:pt x="126" y="193"/>
                  </a:cubicBezTo>
                  <a:cubicBezTo>
                    <a:pt x="127" y="193"/>
                    <a:pt x="127" y="193"/>
                    <a:pt x="127" y="193"/>
                  </a:cubicBezTo>
                  <a:cubicBezTo>
                    <a:pt x="130" y="197"/>
                    <a:pt x="134" y="202"/>
                    <a:pt x="132" y="203"/>
                  </a:cubicBezTo>
                  <a:cubicBezTo>
                    <a:pt x="134" y="205"/>
                    <a:pt x="136" y="206"/>
                    <a:pt x="135" y="203"/>
                  </a:cubicBezTo>
                  <a:cubicBezTo>
                    <a:pt x="136" y="205"/>
                    <a:pt x="140" y="212"/>
                    <a:pt x="151" y="211"/>
                  </a:cubicBezTo>
                  <a:cubicBezTo>
                    <a:pt x="161" y="208"/>
                    <a:pt x="165" y="201"/>
                    <a:pt x="167" y="197"/>
                  </a:cubicBezTo>
                  <a:cubicBezTo>
                    <a:pt x="164" y="201"/>
                    <a:pt x="163" y="200"/>
                    <a:pt x="162" y="200"/>
                  </a:cubicBezTo>
                  <a:cubicBezTo>
                    <a:pt x="161" y="197"/>
                    <a:pt x="164" y="198"/>
                    <a:pt x="164" y="194"/>
                  </a:cubicBezTo>
                  <a:cubicBezTo>
                    <a:pt x="165" y="195"/>
                    <a:pt x="167" y="192"/>
                    <a:pt x="166" y="196"/>
                  </a:cubicBezTo>
                  <a:cubicBezTo>
                    <a:pt x="170" y="191"/>
                    <a:pt x="171" y="185"/>
                    <a:pt x="173" y="179"/>
                  </a:cubicBezTo>
                  <a:cubicBezTo>
                    <a:pt x="173" y="180"/>
                    <a:pt x="173" y="180"/>
                    <a:pt x="174" y="181"/>
                  </a:cubicBezTo>
                  <a:cubicBezTo>
                    <a:pt x="174" y="181"/>
                    <a:pt x="174" y="181"/>
                    <a:pt x="174" y="182"/>
                  </a:cubicBezTo>
                  <a:cubicBezTo>
                    <a:pt x="174" y="182"/>
                    <a:pt x="174" y="182"/>
                    <a:pt x="174" y="183"/>
                  </a:cubicBezTo>
                  <a:cubicBezTo>
                    <a:pt x="175" y="184"/>
                    <a:pt x="175" y="185"/>
                    <a:pt x="176" y="186"/>
                  </a:cubicBezTo>
                  <a:cubicBezTo>
                    <a:pt x="175" y="185"/>
                    <a:pt x="175" y="185"/>
                    <a:pt x="175" y="184"/>
                  </a:cubicBezTo>
                  <a:cubicBezTo>
                    <a:pt x="175" y="185"/>
                    <a:pt x="175" y="186"/>
                    <a:pt x="176" y="187"/>
                  </a:cubicBezTo>
                  <a:cubicBezTo>
                    <a:pt x="176" y="187"/>
                    <a:pt x="176" y="187"/>
                    <a:pt x="176" y="187"/>
                  </a:cubicBezTo>
                  <a:cubicBezTo>
                    <a:pt x="177" y="189"/>
                    <a:pt x="177" y="190"/>
                    <a:pt x="178" y="191"/>
                  </a:cubicBezTo>
                  <a:cubicBezTo>
                    <a:pt x="176" y="191"/>
                    <a:pt x="176" y="191"/>
                    <a:pt x="176" y="191"/>
                  </a:cubicBezTo>
                  <a:cubicBezTo>
                    <a:pt x="176" y="194"/>
                    <a:pt x="188" y="201"/>
                    <a:pt x="189" y="198"/>
                  </a:cubicBezTo>
                  <a:cubicBezTo>
                    <a:pt x="205" y="196"/>
                    <a:pt x="210" y="186"/>
                    <a:pt x="213" y="179"/>
                  </a:cubicBezTo>
                  <a:cubicBezTo>
                    <a:pt x="214" y="178"/>
                    <a:pt x="214" y="178"/>
                    <a:pt x="214" y="178"/>
                  </a:cubicBezTo>
                  <a:cubicBezTo>
                    <a:pt x="214" y="178"/>
                    <a:pt x="214" y="178"/>
                    <a:pt x="214" y="178"/>
                  </a:cubicBezTo>
                  <a:cubicBezTo>
                    <a:pt x="214" y="178"/>
                    <a:pt x="214" y="177"/>
                    <a:pt x="214" y="177"/>
                  </a:cubicBezTo>
                  <a:cubicBezTo>
                    <a:pt x="214" y="177"/>
                    <a:pt x="215" y="177"/>
                    <a:pt x="215" y="177"/>
                  </a:cubicBezTo>
                  <a:cubicBezTo>
                    <a:pt x="219" y="183"/>
                    <a:pt x="215" y="181"/>
                    <a:pt x="216" y="184"/>
                  </a:cubicBezTo>
                  <a:cubicBezTo>
                    <a:pt x="224" y="191"/>
                    <a:pt x="234" y="187"/>
                    <a:pt x="239" y="182"/>
                  </a:cubicBezTo>
                  <a:cubicBezTo>
                    <a:pt x="239" y="182"/>
                    <a:pt x="240" y="183"/>
                    <a:pt x="239" y="183"/>
                  </a:cubicBezTo>
                  <a:cubicBezTo>
                    <a:pt x="244" y="179"/>
                    <a:pt x="250" y="173"/>
                    <a:pt x="253" y="167"/>
                  </a:cubicBezTo>
                  <a:cubicBezTo>
                    <a:pt x="255" y="173"/>
                    <a:pt x="258" y="178"/>
                    <a:pt x="262" y="183"/>
                  </a:cubicBezTo>
                  <a:cubicBezTo>
                    <a:pt x="272" y="194"/>
                    <a:pt x="282" y="179"/>
                    <a:pt x="282" y="172"/>
                  </a:cubicBezTo>
                  <a:cubicBezTo>
                    <a:pt x="282" y="171"/>
                    <a:pt x="283" y="172"/>
                    <a:pt x="283" y="173"/>
                  </a:cubicBezTo>
                  <a:cubicBezTo>
                    <a:pt x="283" y="162"/>
                    <a:pt x="288" y="150"/>
                    <a:pt x="283" y="141"/>
                  </a:cubicBezTo>
                  <a:cubicBezTo>
                    <a:pt x="281" y="138"/>
                    <a:pt x="281" y="138"/>
                    <a:pt x="281" y="138"/>
                  </a:cubicBezTo>
                  <a:cubicBezTo>
                    <a:pt x="282" y="136"/>
                    <a:pt x="283" y="136"/>
                    <a:pt x="284" y="134"/>
                  </a:cubicBezTo>
                  <a:cubicBezTo>
                    <a:pt x="283" y="132"/>
                    <a:pt x="283" y="124"/>
                    <a:pt x="282" y="122"/>
                  </a:cubicBezTo>
                  <a:cubicBezTo>
                    <a:pt x="283" y="121"/>
                    <a:pt x="283" y="123"/>
                    <a:pt x="283" y="123"/>
                  </a:cubicBezTo>
                  <a:cubicBezTo>
                    <a:pt x="284" y="122"/>
                    <a:pt x="284" y="121"/>
                    <a:pt x="284" y="120"/>
                  </a:cubicBezTo>
                  <a:cubicBezTo>
                    <a:pt x="285" y="120"/>
                    <a:pt x="286" y="120"/>
                    <a:pt x="287" y="120"/>
                  </a:cubicBezTo>
                  <a:cubicBezTo>
                    <a:pt x="293" y="141"/>
                    <a:pt x="294" y="171"/>
                    <a:pt x="312" y="180"/>
                  </a:cubicBezTo>
                  <a:cubicBezTo>
                    <a:pt x="316" y="182"/>
                    <a:pt x="313" y="183"/>
                    <a:pt x="315" y="184"/>
                  </a:cubicBezTo>
                  <a:cubicBezTo>
                    <a:pt x="325" y="187"/>
                    <a:pt x="336" y="188"/>
                    <a:pt x="347" y="188"/>
                  </a:cubicBezTo>
                  <a:cubicBezTo>
                    <a:pt x="346" y="189"/>
                    <a:pt x="345" y="190"/>
                    <a:pt x="344" y="191"/>
                  </a:cubicBezTo>
                  <a:cubicBezTo>
                    <a:pt x="346" y="193"/>
                    <a:pt x="342" y="195"/>
                    <a:pt x="343" y="196"/>
                  </a:cubicBezTo>
                  <a:cubicBezTo>
                    <a:pt x="343" y="196"/>
                    <a:pt x="343" y="196"/>
                    <a:pt x="343" y="195"/>
                  </a:cubicBezTo>
                  <a:cubicBezTo>
                    <a:pt x="340" y="201"/>
                    <a:pt x="343" y="196"/>
                    <a:pt x="338" y="200"/>
                  </a:cubicBezTo>
                  <a:cubicBezTo>
                    <a:pt x="327" y="213"/>
                    <a:pt x="329" y="230"/>
                    <a:pt x="329" y="240"/>
                  </a:cubicBezTo>
                  <a:cubicBezTo>
                    <a:pt x="330" y="251"/>
                    <a:pt x="331" y="257"/>
                    <a:pt x="326" y="263"/>
                  </a:cubicBezTo>
                  <a:cubicBezTo>
                    <a:pt x="327" y="267"/>
                    <a:pt x="324" y="267"/>
                    <a:pt x="325" y="270"/>
                  </a:cubicBezTo>
                  <a:cubicBezTo>
                    <a:pt x="324" y="269"/>
                    <a:pt x="324" y="269"/>
                    <a:pt x="324" y="269"/>
                  </a:cubicBezTo>
                  <a:cubicBezTo>
                    <a:pt x="324" y="271"/>
                    <a:pt x="323" y="270"/>
                    <a:pt x="321" y="270"/>
                  </a:cubicBezTo>
                  <a:cubicBezTo>
                    <a:pt x="321" y="271"/>
                    <a:pt x="320" y="271"/>
                    <a:pt x="321" y="272"/>
                  </a:cubicBezTo>
                  <a:cubicBezTo>
                    <a:pt x="322" y="274"/>
                    <a:pt x="319" y="270"/>
                    <a:pt x="318" y="271"/>
                  </a:cubicBezTo>
                  <a:cubicBezTo>
                    <a:pt x="318" y="271"/>
                    <a:pt x="319" y="272"/>
                    <a:pt x="318" y="272"/>
                  </a:cubicBezTo>
                  <a:cubicBezTo>
                    <a:pt x="317" y="275"/>
                    <a:pt x="318" y="271"/>
                    <a:pt x="315" y="270"/>
                  </a:cubicBezTo>
                  <a:cubicBezTo>
                    <a:pt x="311" y="273"/>
                    <a:pt x="306" y="276"/>
                    <a:pt x="302" y="277"/>
                  </a:cubicBezTo>
                  <a:cubicBezTo>
                    <a:pt x="302" y="277"/>
                    <a:pt x="303" y="278"/>
                    <a:pt x="302" y="278"/>
                  </a:cubicBezTo>
                  <a:cubicBezTo>
                    <a:pt x="301" y="275"/>
                    <a:pt x="301" y="280"/>
                    <a:pt x="299" y="279"/>
                  </a:cubicBezTo>
                  <a:cubicBezTo>
                    <a:pt x="300" y="277"/>
                    <a:pt x="300" y="277"/>
                    <a:pt x="300" y="277"/>
                  </a:cubicBezTo>
                  <a:cubicBezTo>
                    <a:pt x="297" y="277"/>
                    <a:pt x="296" y="279"/>
                    <a:pt x="293" y="279"/>
                  </a:cubicBezTo>
                  <a:cubicBezTo>
                    <a:pt x="292" y="280"/>
                    <a:pt x="288" y="279"/>
                    <a:pt x="287" y="281"/>
                  </a:cubicBezTo>
                  <a:cubicBezTo>
                    <a:pt x="287" y="280"/>
                    <a:pt x="286" y="280"/>
                    <a:pt x="285" y="280"/>
                  </a:cubicBezTo>
                  <a:cubicBezTo>
                    <a:pt x="285" y="284"/>
                    <a:pt x="281" y="280"/>
                    <a:pt x="280" y="284"/>
                  </a:cubicBezTo>
                  <a:cubicBezTo>
                    <a:pt x="280" y="283"/>
                    <a:pt x="280" y="283"/>
                    <a:pt x="280" y="283"/>
                  </a:cubicBezTo>
                  <a:cubicBezTo>
                    <a:pt x="274" y="287"/>
                    <a:pt x="267" y="290"/>
                    <a:pt x="263" y="297"/>
                  </a:cubicBezTo>
                  <a:cubicBezTo>
                    <a:pt x="260" y="300"/>
                    <a:pt x="256" y="300"/>
                    <a:pt x="254" y="305"/>
                  </a:cubicBezTo>
                  <a:cubicBezTo>
                    <a:pt x="254" y="306"/>
                    <a:pt x="255" y="306"/>
                    <a:pt x="255" y="307"/>
                  </a:cubicBezTo>
                  <a:cubicBezTo>
                    <a:pt x="255" y="308"/>
                    <a:pt x="254" y="306"/>
                    <a:pt x="254" y="306"/>
                  </a:cubicBezTo>
                  <a:cubicBezTo>
                    <a:pt x="254" y="309"/>
                    <a:pt x="251" y="310"/>
                    <a:pt x="250" y="312"/>
                  </a:cubicBezTo>
                  <a:cubicBezTo>
                    <a:pt x="250" y="313"/>
                    <a:pt x="250" y="314"/>
                    <a:pt x="251" y="314"/>
                  </a:cubicBezTo>
                  <a:cubicBezTo>
                    <a:pt x="247" y="315"/>
                    <a:pt x="248" y="320"/>
                    <a:pt x="245" y="322"/>
                  </a:cubicBezTo>
                  <a:cubicBezTo>
                    <a:pt x="248" y="322"/>
                    <a:pt x="246" y="324"/>
                    <a:pt x="247" y="325"/>
                  </a:cubicBezTo>
                  <a:cubicBezTo>
                    <a:pt x="246" y="326"/>
                    <a:pt x="245" y="326"/>
                    <a:pt x="245" y="325"/>
                  </a:cubicBezTo>
                  <a:cubicBezTo>
                    <a:pt x="245" y="327"/>
                    <a:pt x="244" y="328"/>
                    <a:pt x="243" y="330"/>
                  </a:cubicBezTo>
                  <a:cubicBezTo>
                    <a:pt x="243" y="332"/>
                    <a:pt x="244" y="333"/>
                    <a:pt x="243" y="334"/>
                  </a:cubicBezTo>
                  <a:cubicBezTo>
                    <a:pt x="241" y="334"/>
                    <a:pt x="242" y="336"/>
                    <a:pt x="241" y="338"/>
                  </a:cubicBezTo>
                  <a:cubicBezTo>
                    <a:pt x="243" y="338"/>
                    <a:pt x="244" y="340"/>
                    <a:pt x="243" y="341"/>
                  </a:cubicBezTo>
                  <a:cubicBezTo>
                    <a:pt x="240" y="340"/>
                    <a:pt x="240" y="340"/>
                    <a:pt x="240" y="340"/>
                  </a:cubicBezTo>
                  <a:cubicBezTo>
                    <a:pt x="241" y="344"/>
                    <a:pt x="237" y="350"/>
                    <a:pt x="240" y="355"/>
                  </a:cubicBezTo>
                  <a:cubicBezTo>
                    <a:pt x="238" y="355"/>
                    <a:pt x="238" y="355"/>
                    <a:pt x="238" y="355"/>
                  </a:cubicBezTo>
                  <a:cubicBezTo>
                    <a:pt x="239" y="360"/>
                    <a:pt x="236" y="365"/>
                    <a:pt x="239" y="370"/>
                  </a:cubicBezTo>
                  <a:cubicBezTo>
                    <a:pt x="238" y="371"/>
                    <a:pt x="237" y="373"/>
                    <a:pt x="237" y="374"/>
                  </a:cubicBezTo>
                  <a:cubicBezTo>
                    <a:pt x="239" y="376"/>
                    <a:pt x="238" y="376"/>
                    <a:pt x="241" y="378"/>
                  </a:cubicBezTo>
                  <a:cubicBezTo>
                    <a:pt x="241" y="378"/>
                    <a:pt x="239" y="379"/>
                    <a:pt x="239" y="379"/>
                  </a:cubicBezTo>
                  <a:cubicBezTo>
                    <a:pt x="238" y="381"/>
                    <a:pt x="236" y="383"/>
                    <a:pt x="238" y="385"/>
                  </a:cubicBezTo>
                  <a:cubicBezTo>
                    <a:pt x="237" y="385"/>
                    <a:pt x="237" y="385"/>
                    <a:pt x="237" y="385"/>
                  </a:cubicBezTo>
                  <a:cubicBezTo>
                    <a:pt x="238" y="387"/>
                    <a:pt x="240" y="389"/>
                    <a:pt x="238" y="391"/>
                  </a:cubicBezTo>
                  <a:cubicBezTo>
                    <a:pt x="239" y="391"/>
                    <a:pt x="239" y="393"/>
                    <a:pt x="241" y="393"/>
                  </a:cubicBezTo>
                  <a:cubicBezTo>
                    <a:pt x="241" y="393"/>
                    <a:pt x="239" y="393"/>
                    <a:pt x="240" y="394"/>
                  </a:cubicBezTo>
                  <a:cubicBezTo>
                    <a:pt x="238" y="393"/>
                    <a:pt x="238" y="393"/>
                    <a:pt x="238" y="393"/>
                  </a:cubicBezTo>
                  <a:cubicBezTo>
                    <a:pt x="237" y="397"/>
                    <a:pt x="238" y="401"/>
                    <a:pt x="239" y="405"/>
                  </a:cubicBezTo>
                  <a:cubicBezTo>
                    <a:pt x="236" y="406"/>
                    <a:pt x="239" y="409"/>
                    <a:pt x="237" y="411"/>
                  </a:cubicBezTo>
                  <a:cubicBezTo>
                    <a:pt x="239" y="412"/>
                    <a:pt x="237" y="415"/>
                    <a:pt x="240" y="416"/>
                  </a:cubicBezTo>
                  <a:cubicBezTo>
                    <a:pt x="238" y="416"/>
                    <a:pt x="238" y="416"/>
                    <a:pt x="238" y="416"/>
                  </a:cubicBezTo>
                  <a:cubicBezTo>
                    <a:pt x="238" y="418"/>
                    <a:pt x="238" y="420"/>
                    <a:pt x="237" y="423"/>
                  </a:cubicBezTo>
                  <a:cubicBezTo>
                    <a:pt x="237" y="424"/>
                    <a:pt x="239" y="424"/>
                    <a:pt x="240" y="425"/>
                  </a:cubicBezTo>
                  <a:cubicBezTo>
                    <a:pt x="238" y="425"/>
                    <a:pt x="238" y="425"/>
                    <a:pt x="238" y="425"/>
                  </a:cubicBezTo>
                  <a:cubicBezTo>
                    <a:pt x="239" y="426"/>
                    <a:pt x="241" y="427"/>
                    <a:pt x="243" y="427"/>
                  </a:cubicBezTo>
                  <a:cubicBezTo>
                    <a:pt x="242" y="428"/>
                    <a:pt x="243" y="428"/>
                    <a:pt x="242" y="429"/>
                  </a:cubicBezTo>
                  <a:cubicBezTo>
                    <a:pt x="241" y="428"/>
                    <a:pt x="239" y="428"/>
                    <a:pt x="237" y="427"/>
                  </a:cubicBezTo>
                  <a:cubicBezTo>
                    <a:pt x="237" y="428"/>
                    <a:pt x="240" y="430"/>
                    <a:pt x="238" y="431"/>
                  </a:cubicBezTo>
                  <a:cubicBezTo>
                    <a:pt x="238" y="432"/>
                    <a:pt x="239" y="433"/>
                    <a:pt x="241" y="433"/>
                  </a:cubicBezTo>
                  <a:cubicBezTo>
                    <a:pt x="240" y="433"/>
                    <a:pt x="239" y="434"/>
                    <a:pt x="239" y="433"/>
                  </a:cubicBezTo>
                  <a:cubicBezTo>
                    <a:pt x="239" y="434"/>
                    <a:pt x="239" y="435"/>
                    <a:pt x="240" y="435"/>
                  </a:cubicBezTo>
                  <a:cubicBezTo>
                    <a:pt x="240" y="435"/>
                    <a:pt x="240" y="435"/>
                    <a:pt x="240" y="435"/>
                  </a:cubicBezTo>
                  <a:cubicBezTo>
                    <a:pt x="241" y="435"/>
                    <a:pt x="241" y="436"/>
                    <a:pt x="243" y="436"/>
                  </a:cubicBezTo>
                  <a:cubicBezTo>
                    <a:pt x="243" y="435"/>
                    <a:pt x="243" y="435"/>
                    <a:pt x="243" y="435"/>
                  </a:cubicBezTo>
                  <a:cubicBezTo>
                    <a:pt x="244" y="435"/>
                    <a:pt x="245" y="436"/>
                    <a:pt x="243" y="437"/>
                  </a:cubicBezTo>
                  <a:cubicBezTo>
                    <a:pt x="242" y="437"/>
                    <a:pt x="241" y="436"/>
                    <a:pt x="240" y="437"/>
                  </a:cubicBezTo>
                  <a:cubicBezTo>
                    <a:pt x="244" y="439"/>
                    <a:pt x="244" y="439"/>
                    <a:pt x="244" y="439"/>
                  </a:cubicBezTo>
                  <a:cubicBezTo>
                    <a:pt x="243" y="439"/>
                    <a:pt x="244" y="438"/>
                    <a:pt x="245" y="438"/>
                  </a:cubicBezTo>
                  <a:cubicBezTo>
                    <a:pt x="244" y="437"/>
                    <a:pt x="244" y="437"/>
                    <a:pt x="244" y="437"/>
                  </a:cubicBezTo>
                  <a:cubicBezTo>
                    <a:pt x="246" y="437"/>
                    <a:pt x="246" y="437"/>
                    <a:pt x="246" y="437"/>
                  </a:cubicBezTo>
                  <a:cubicBezTo>
                    <a:pt x="245" y="435"/>
                    <a:pt x="246" y="434"/>
                    <a:pt x="245" y="432"/>
                  </a:cubicBezTo>
                  <a:cubicBezTo>
                    <a:pt x="244" y="433"/>
                    <a:pt x="244" y="433"/>
                    <a:pt x="244" y="433"/>
                  </a:cubicBezTo>
                  <a:cubicBezTo>
                    <a:pt x="243" y="432"/>
                    <a:pt x="241" y="431"/>
                    <a:pt x="243" y="430"/>
                  </a:cubicBezTo>
                  <a:cubicBezTo>
                    <a:pt x="244" y="430"/>
                    <a:pt x="244" y="430"/>
                    <a:pt x="245" y="430"/>
                  </a:cubicBezTo>
                  <a:cubicBezTo>
                    <a:pt x="245" y="430"/>
                    <a:pt x="244" y="430"/>
                    <a:pt x="244" y="429"/>
                  </a:cubicBezTo>
                  <a:cubicBezTo>
                    <a:pt x="247" y="430"/>
                    <a:pt x="247" y="430"/>
                    <a:pt x="247" y="430"/>
                  </a:cubicBezTo>
                  <a:cubicBezTo>
                    <a:pt x="243" y="429"/>
                    <a:pt x="246" y="427"/>
                    <a:pt x="245" y="427"/>
                  </a:cubicBezTo>
                  <a:cubicBezTo>
                    <a:pt x="246" y="427"/>
                    <a:pt x="246" y="427"/>
                    <a:pt x="246" y="427"/>
                  </a:cubicBezTo>
                  <a:cubicBezTo>
                    <a:pt x="247" y="425"/>
                    <a:pt x="244" y="427"/>
                    <a:pt x="244" y="426"/>
                  </a:cubicBezTo>
                  <a:cubicBezTo>
                    <a:pt x="245" y="425"/>
                    <a:pt x="247" y="426"/>
                    <a:pt x="248" y="425"/>
                  </a:cubicBezTo>
                  <a:cubicBezTo>
                    <a:pt x="248" y="423"/>
                    <a:pt x="246" y="421"/>
                    <a:pt x="248" y="419"/>
                  </a:cubicBezTo>
                  <a:cubicBezTo>
                    <a:pt x="248" y="418"/>
                    <a:pt x="247" y="416"/>
                    <a:pt x="246" y="415"/>
                  </a:cubicBezTo>
                  <a:cubicBezTo>
                    <a:pt x="246" y="414"/>
                    <a:pt x="248" y="415"/>
                    <a:pt x="247" y="414"/>
                  </a:cubicBezTo>
                  <a:cubicBezTo>
                    <a:pt x="248" y="414"/>
                    <a:pt x="249" y="414"/>
                    <a:pt x="250" y="414"/>
                  </a:cubicBezTo>
                  <a:cubicBezTo>
                    <a:pt x="249" y="414"/>
                    <a:pt x="250" y="412"/>
                    <a:pt x="248" y="413"/>
                  </a:cubicBezTo>
                  <a:cubicBezTo>
                    <a:pt x="249" y="411"/>
                    <a:pt x="249" y="409"/>
                    <a:pt x="249" y="407"/>
                  </a:cubicBezTo>
                  <a:cubicBezTo>
                    <a:pt x="249" y="408"/>
                    <a:pt x="250" y="408"/>
                    <a:pt x="251" y="407"/>
                  </a:cubicBezTo>
                  <a:cubicBezTo>
                    <a:pt x="250" y="406"/>
                    <a:pt x="249" y="405"/>
                    <a:pt x="249" y="403"/>
                  </a:cubicBezTo>
                  <a:cubicBezTo>
                    <a:pt x="248" y="403"/>
                    <a:pt x="248" y="404"/>
                    <a:pt x="246" y="403"/>
                  </a:cubicBezTo>
                  <a:cubicBezTo>
                    <a:pt x="246" y="403"/>
                    <a:pt x="245" y="403"/>
                    <a:pt x="245" y="402"/>
                  </a:cubicBezTo>
                  <a:cubicBezTo>
                    <a:pt x="247" y="402"/>
                    <a:pt x="250" y="403"/>
                    <a:pt x="250" y="401"/>
                  </a:cubicBezTo>
                  <a:cubicBezTo>
                    <a:pt x="253" y="402"/>
                    <a:pt x="249" y="404"/>
                    <a:pt x="252" y="403"/>
                  </a:cubicBezTo>
                  <a:cubicBezTo>
                    <a:pt x="254" y="404"/>
                    <a:pt x="254" y="406"/>
                    <a:pt x="253" y="407"/>
                  </a:cubicBezTo>
                  <a:cubicBezTo>
                    <a:pt x="255" y="408"/>
                    <a:pt x="253" y="406"/>
                    <a:pt x="256" y="406"/>
                  </a:cubicBezTo>
                  <a:cubicBezTo>
                    <a:pt x="256" y="405"/>
                    <a:pt x="254" y="405"/>
                    <a:pt x="254" y="403"/>
                  </a:cubicBezTo>
                  <a:cubicBezTo>
                    <a:pt x="253" y="403"/>
                    <a:pt x="253" y="403"/>
                    <a:pt x="252" y="402"/>
                  </a:cubicBezTo>
                  <a:cubicBezTo>
                    <a:pt x="249" y="401"/>
                    <a:pt x="254" y="401"/>
                    <a:pt x="254" y="400"/>
                  </a:cubicBezTo>
                  <a:cubicBezTo>
                    <a:pt x="254" y="401"/>
                    <a:pt x="254" y="401"/>
                    <a:pt x="254" y="401"/>
                  </a:cubicBezTo>
                  <a:cubicBezTo>
                    <a:pt x="255" y="400"/>
                    <a:pt x="254" y="400"/>
                    <a:pt x="254" y="399"/>
                  </a:cubicBezTo>
                  <a:cubicBezTo>
                    <a:pt x="257" y="398"/>
                    <a:pt x="254" y="400"/>
                    <a:pt x="256" y="401"/>
                  </a:cubicBezTo>
                  <a:cubicBezTo>
                    <a:pt x="258" y="400"/>
                    <a:pt x="258" y="400"/>
                    <a:pt x="258" y="400"/>
                  </a:cubicBezTo>
                  <a:cubicBezTo>
                    <a:pt x="259" y="399"/>
                    <a:pt x="256" y="400"/>
                    <a:pt x="257" y="398"/>
                  </a:cubicBezTo>
                  <a:cubicBezTo>
                    <a:pt x="258" y="398"/>
                    <a:pt x="258" y="398"/>
                    <a:pt x="258" y="398"/>
                  </a:cubicBezTo>
                  <a:cubicBezTo>
                    <a:pt x="257" y="397"/>
                    <a:pt x="257" y="397"/>
                    <a:pt x="257" y="397"/>
                  </a:cubicBezTo>
                  <a:cubicBezTo>
                    <a:pt x="256" y="397"/>
                    <a:pt x="254" y="397"/>
                    <a:pt x="254" y="398"/>
                  </a:cubicBezTo>
                  <a:cubicBezTo>
                    <a:pt x="251" y="397"/>
                    <a:pt x="254" y="397"/>
                    <a:pt x="254" y="396"/>
                  </a:cubicBezTo>
                  <a:cubicBezTo>
                    <a:pt x="252" y="395"/>
                    <a:pt x="254" y="396"/>
                    <a:pt x="252" y="396"/>
                  </a:cubicBezTo>
                  <a:cubicBezTo>
                    <a:pt x="250" y="396"/>
                    <a:pt x="250" y="395"/>
                    <a:pt x="250" y="394"/>
                  </a:cubicBezTo>
                  <a:cubicBezTo>
                    <a:pt x="250" y="393"/>
                    <a:pt x="252" y="394"/>
                    <a:pt x="253" y="393"/>
                  </a:cubicBezTo>
                  <a:cubicBezTo>
                    <a:pt x="254" y="394"/>
                    <a:pt x="254" y="395"/>
                    <a:pt x="253" y="394"/>
                  </a:cubicBezTo>
                  <a:cubicBezTo>
                    <a:pt x="254" y="396"/>
                    <a:pt x="256" y="394"/>
                    <a:pt x="258" y="395"/>
                  </a:cubicBezTo>
                  <a:cubicBezTo>
                    <a:pt x="259" y="394"/>
                    <a:pt x="257" y="394"/>
                    <a:pt x="256" y="393"/>
                  </a:cubicBezTo>
                  <a:cubicBezTo>
                    <a:pt x="256" y="394"/>
                    <a:pt x="254" y="393"/>
                    <a:pt x="254" y="393"/>
                  </a:cubicBezTo>
                  <a:cubicBezTo>
                    <a:pt x="249" y="391"/>
                    <a:pt x="257" y="392"/>
                    <a:pt x="257" y="390"/>
                  </a:cubicBezTo>
                  <a:cubicBezTo>
                    <a:pt x="253" y="390"/>
                    <a:pt x="252" y="387"/>
                    <a:pt x="249" y="389"/>
                  </a:cubicBezTo>
                  <a:cubicBezTo>
                    <a:pt x="248" y="388"/>
                    <a:pt x="248" y="387"/>
                    <a:pt x="248" y="387"/>
                  </a:cubicBezTo>
                  <a:cubicBezTo>
                    <a:pt x="250" y="388"/>
                    <a:pt x="250" y="386"/>
                    <a:pt x="252" y="387"/>
                  </a:cubicBezTo>
                  <a:cubicBezTo>
                    <a:pt x="252" y="386"/>
                    <a:pt x="252" y="386"/>
                    <a:pt x="252" y="386"/>
                  </a:cubicBezTo>
                  <a:cubicBezTo>
                    <a:pt x="254" y="388"/>
                    <a:pt x="254" y="388"/>
                    <a:pt x="254" y="388"/>
                  </a:cubicBezTo>
                  <a:cubicBezTo>
                    <a:pt x="256" y="387"/>
                    <a:pt x="257" y="385"/>
                    <a:pt x="258" y="386"/>
                  </a:cubicBezTo>
                  <a:cubicBezTo>
                    <a:pt x="257" y="385"/>
                    <a:pt x="256" y="386"/>
                    <a:pt x="256" y="385"/>
                  </a:cubicBezTo>
                  <a:cubicBezTo>
                    <a:pt x="257" y="385"/>
                    <a:pt x="258" y="385"/>
                    <a:pt x="258" y="384"/>
                  </a:cubicBezTo>
                  <a:cubicBezTo>
                    <a:pt x="257" y="385"/>
                    <a:pt x="255" y="384"/>
                    <a:pt x="254" y="383"/>
                  </a:cubicBezTo>
                  <a:cubicBezTo>
                    <a:pt x="255" y="382"/>
                    <a:pt x="257" y="382"/>
                    <a:pt x="257" y="382"/>
                  </a:cubicBezTo>
                  <a:cubicBezTo>
                    <a:pt x="259" y="383"/>
                    <a:pt x="259" y="383"/>
                    <a:pt x="259" y="383"/>
                  </a:cubicBezTo>
                  <a:cubicBezTo>
                    <a:pt x="257" y="382"/>
                    <a:pt x="260" y="383"/>
                    <a:pt x="259" y="382"/>
                  </a:cubicBezTo>
                  <a:cubicBezTo>
                    <a:pt x="258" y="381"/>
                    <a:pt x="256" y="381"/>
                    <a:pt x="255" y="380"/>
                  </a:cubicBezTo>
                  <a:cubicBezTo>
                    <a:pt x="254" y="380"/>
                    <a:pt x="256" y="379"/>
                    <a:pt x="256" y="379"/>
                  </a:cubicBezTo>
                  <a:cubicBezTo>
                    <a:pt x="257" y="380"/>
                    <a:pt x="257" y="380"/>
                    <a:pt x="257" y="380"/>
                  </a:cubicBezTo>
                  <a:cubicBezTo>
                    <a:pt x="256" y="379"/>
                    <a:pt x="260" y="380"/>
                    <a:pt x="259" y="379"/>
                  </a:cubicBezTo>
                  <a:cubicBezTo>
                    <a:pt x="258" y="378"/>
                    <a:pt x="258" y="378"/>
                    <a:pt x="258" y="378"/>
                  </a:cubicBezTo>
                  <a:cubicBezTo>
                    <a:pt x="258" y="378"/>
                    <a:pt x="259" y="378"/>
                    <a:pt x="259" y="378"/>
                  </a:cubicBezTo>
                  <a:cubicBezTo>
                    <a:pt x="258" y="378"/>
                    <a:pt x="258" y="377"/>
                    <a:pt x="258" y="377"/>
                  </a:cubicBezTo>
                  <a:cubicBezTo>
                    <a:pt x="259" y="377"/>
                    <a:pt x="259" y="377"/>
                    <a:pt x="259" y="377"/>
                  </a:cubicBezTo>
                  <a:cubicBezTo>
                    <a:pt x="258" y="376"/>
                    <a:pt x="256" y="375"/>
                    <a:pt x="258" y="375"/>
                  </a:cubicBezTo>
                  <a:cubicBezTo>
                    <a:pt x="256" y="375"/>
                    <a:pt x="258" y="376"/>
                    <a:pt x="257" y="376"/>
                  </a:cubicBezTo>
                  <a:cubicBezTo>
                    <a:pt x="255" y="377"/>
                    <a:pt x="255" y="375"/>
                    <a:pt x="255" y="375"/>
                  </a:cubicBezTo>
                  <a:cubicBezTo>
                    <a:pt x="258" y="375"/>
                    <a:pt x="255" y="374"/>
                    <a:pt x="255" y="373"/>
                  </a:cubicBezTo>
                  <a:cubicBezTo>
                    <a:pt x="256" y="373"/>
                    <a:pt x="257" y="372"/>
                    <a:pt x="258" y="372"/>
                  </a:cubicBezTo>
                  <a:cubicBezTo>
                    <a:pt x="256" y="372"/>
                    <a:pt x="256" y="372"/>
                    <a:pt x="256" y="372"/>
                  </a:cubicBezTo>
                  <a:cubicBezTo>
                    <a:pt x="259" y="372"/>
                    <a:pt x="255" y="370"/>
                    <a:pt x="256" y="370"/>
                  </a:cubicBezTo>
                  <a:cubicBezTo>
                    <a:pt x="257" y="370"/>
                    <a:pt x="259" y="370"/>
                    <a:pt x="259" y="370"/>
                  </a:cubicBezTo>
                  <a:cubicBezTo>
                    <a:pt x="257" y="370"/>
                    <a:pt x="256" y="368"/>
                    <a:pt x="254" y="368"/>
                  </a:cubicBezTo>
                  <a:cubicBezTo>
                    <a:pt x="255" y="367"/>
                    <a:pt x="258" y="369"/>
                    <a:pt x="260" y="369"/>
                  </a:cubicBezTo>
                  <a:cubicBezTo>
                    <a:pt x="258" y="368"/>
                    <a:pt x="261" y="367"/>
                    <a:pt x="258" y="366"/>
                  </a:cubicBezTo>
                  <a:cubicBezTo>
                    <a:pt x="257" y="367"/>
                    <a:pt x="257" y="366"/>
                    <a:pt x="256" y="366"/>
                  </a:cubicBezTo>
                  <a:cubicBezTo>
                    <a:pt x="256" y="365"/>
                    <a:pt x="257" y="366"/>
                    <a:pt x="258" y="365"/>
                  </a:cubicBezTo>
                  <a:cubicBezTo>
                    <a:pt x="258" y="365"/>
                    <a:pt x="256" y="364"/>
                    <a:pt x="255" y="365"/>
                  </a:cubicBezTo>
                  <a:cubicBezTo>
                    <a:pt x="255" y="364"/>
                    <a:pt x="253" y="363"/>
                    <a:pt x="255" y="362"/>
                  </a:cubicBezTo>
                  <a:cubicBezTo>
                    <a:pt x="256" y="362"/>
                    <a:pt x="255" y="364"/>
                    <a:pt x="257" y="363"/>
                  </a:cubicBezTo>
                  <a:cubicBezTo>
                    <a:pt x="257" y="362"/>
                    <a:pt x="253" y="362"/>
                    <a:pt x="252" y="360"/>
                  </a:cubicBezTo>
                  <a:cubicBezTo>
                    <a:pt x="251" y="361"/>
                    <a:pt x="248" y="360"/>
                    <a:pt x="248" y="359"/>
                  </a:cubicBezTo>
                  <a:cubicBezTo>
                    <a:pt x="249" y="357"/>
                    <a:pt x="248" y="360"/>
                    <a:pt x="251" y="360"/>
                  </a:cubicBezTo>
                  <a:cubicBezTo>
                    <a:pt x="250" y="359"/>
                    <a:pt x="250" y="359"/>
                    <a:pt x="250" y="359"/>
                  </a:cubicBezTo>
                  <a:cubicBezTo>
                    <a:pt x="254" y="358"/>
                    <a:pt x="255" y="362"/>
                    <a:pt x="257" y="361"/>
                  </a:cubicBezTo>
                  <a:cubicBezTo>
                    <a:pt x="257" y="360"/>
                    <a:pt x="257" y="360"/>
                    <a:pt x="257" y="360"/>
                  </a:cubicBezTo>
                  <a:cubicBezTo>
                    <a:pt x="257" y="360"/>
                    <a:pt x="259" y="361"/>
                    <a:pt x="260" y="361"/>
                  </a:cubicBezTo>
                  <a:cubicBezTo>
                    <a:pt x="258" y="360"/>
                    <a:pt x="259" y="359"/>
                    <a:pt x="259" y="359"/>
                  </a:cubicBezTo>
                  <a:cubicBezTo>
                    <a:pt x="257" y="358"/>
                    <a:pt x="259" y="359"/>
                    <a:pt x="258" y="359"/>
                  </a:cubicBezTo>
                  <a:cubicBezTo>
                    <a:pt x="258" y="358"/>
                    <a:pt x="255" y="357"/>
                    <a:pt x="256" y="356"/>
                  </a:cubicBezTo>
                  <a:cubicBezTo>
                    <a:pt x="257" y="357"/>
                    <a:pt x="259" y="356"/>
                    <a:pt x="259" y="357"/>
                  </a:cubicBezTo>
                  <a:cubicBezTo>
                    <a:pt x="260" y="356"/>
                    <a:pt x="257" y="356"/>
                    <a:pt x="259" y="356"/>
                  </a:cubicBezTo>
                  <a:cubicBezTo>
                    <a:pt x="260" y="356"/>
                    <a:pt x="260" y="356"/>
                    <a:pt x="260" y="356"/>
                  </a:cubicBezTo>
                  <a:cubicBezTo>
                    <a:pt x="260" y="353"/>
                    <a:pt x="261" y="349"/>
                    <a:pt x="257" y="345"/>
                  </a:cubicBezTo>
                  <a:cubicBezTo>
                    <a:pt x="259" y="345"/>
                    <a:pt x="260" y="344"/>
                    <a:pt x="261" y="343"/>
                  </a:cubicBezTo>
                  <a:cubicBezTo>
                    <a:pt x="261" y="343"/>
                    <a:pt x="260" y="343"/>
                    <a:pt x="260" y="342"/>
                  </a:cubicBezTo>
                  <a:cubicBezTo>
                    <a:pt x="262" y="342"/>
                    <a:pt x="262" y="342"/>
                    <a:pt x="262" y="342"/>
                  </a:cubicBezTo>
                  <a:cubicBezTo>
                    <a:pt x="263" y="341"/>
                    <a:pt x="262" y="340"/>
                    <a:pt x="261" y="339"/>
                  </a:cubicBezTo>
                  <a:cubicBezTo>
                    <a:pt x="262" y="339"/>
                    <a:pt x="262" y="339"/>
                    <a:pt x="262" y="339"/>
                  </a:cubicBezTo>
                  <a:cubicBezTo>
                    <a:pt x="264" y="338"/>
                    <a:pt x="261" y="338"/>
                    <a:pt x="261" y="337"/>
                  </a:cubicBezTo>
                  <a:cubicBezTo>
                    <a:pt x="263" y="337"/>
                    <a:pt x="263" y="337"/>
                    <a:pt x="263" y="337"/>
                  </a:cubicBezTo>
                  <a:cubicBezTo>
                    <a:pt x="261" y="337"/>
                    <a:pt x="261" y="337"/>
                    <a:pt x="261" y="337"/>
                  </a:cubicBezTo>
                  <a:cubicBezTo>
                    <a:pt x="261" y="336"/>
                    <a:pt x="262" y="335"/>
                    <a:pt x="264" y="336"/>
                  </a:cubicBezTo>
                  <a:cubicBezTo>
                    <a:pt x="263" y="335"/>
                    <a:pt x="263" y="335"/>
                    <a:pt x="262" y="335"/>
                  </a:cubicBezTo>
                  <a:cubicBezTo>
                    <a:pt x="264" y="335"/>
                    <a:pt x="264" y="332"/>
                    <a:pt x="264" y="331"/>
                  </a:cubicBezTo>
                  <a:cubicBezTo>
                    <a:pt x="263" y="331"/>
                    <a:pt x="263" y="331"/>
                    <a:pt x="261" y="330"/>
                  </a:cubicBezTo>
                  <a:cubicBezTo>
                    <a:pt x="259" y="329"/>
                    <a:pt x="262" y="330"/>
                    <a:pt x="261" y="329"/>
                  </a:cubicBezTo>
                  <a:cubicBezTo>
                    <a:pt x="262" y="329"/>
                    <a:pt x="263" y="329"/>
                    <a:pt x="263" y="330"/>
                  </a:cubicBezTo>
                  <a:cubicBezTo>
                    <a:pt x="266" y="329"/>
                    <a:pt x="266" y="326"/>
                    <a:pt x="268" y="325"/>
                  </a:cubicBezTo>
                  <a:cubicBezTo>
                    <a:pt x="267" y="324"/>
                    <a:pt x="267" y="324"/>
                    <a:pt x="267" y="324"/>
                  </a:cubicBezTo>
                  <a:cubicBezTo>
                    <a:pt x="270" y="323"/>
                    <a:pt x="268" y="321"/>
                    <a:pt x="270" y="320"/>
                  </a:cubicBezTo>
                  <a:cubicBezTo>
                    <a:pt x="269" y="320"/>
                    <a:pt x="267" y="318"/>
                    <a:pt x="268" y="317"/>
                  </a:cubicBezTo>
                  <a:cubicBezTo>
                    <a:pt x="266" y="315"/>
                    <a:pt x="270" y="318"/>
                    <a:pt x="271" y="318"/>
                  </a:cubicBezTo>
                  <a:cubicBezTo>
                    <a:pt x="271" y="317"/>
                    <a:pt x="271" y="316"/>
                    <a:pt x="271" y="316"/>
                  </a:cubicBezTo>
                  <a:cubicBezTo>
                    <a:pt x="272" y="316"/>
                    <a:pt x="272" y="316"/>
                    <a:pt x="272" y="316"/>
                  </a:cubicBezTo>
                  <a:cubicBezTo>
                    <a:pt x="271" y="315"/>
                    <a:pt x="271" y="314"/>
                    <a:pt x="272" y="314"/>
                  </a:cubicBezTo>
                  <a:cubicBezTo>
                    <a:pt x="272" y="314"/>
                    <a:pt x="272" y="314"/>
                    <a:pt x="272" y="314"/>
                  </a:cubicBezTo>
                  <a:cubicBezTo>
                    <a:pt x="273" y="314"/>
                    <a:pt x="274" y="314"/>
                    <a:pt x="274" y="313"/>
                  </a:cubicBezTo>
                  <a:cubicBezTo>
                    <a:pt x="274" y="311"/>
                    <a:pt x="275" y="312"/>
                    <a:pt x="274" y="310"/>
                  </a:cubicBezTo>
                  <a:cubicBezTo>
                    <a:pt x="275" y="311"/>
                    <a:pt x="275" y="311"/>
                    <a:pt x="275" y="311"/>
                  </a:cubicBezTo>
                  <a:cubicBezTo>
                    <a:pt x="273" y="310"/>
                    <a:pt x="273" y="310"/>
                    <a:pt x="273" y="310"/>
                  </a:cubicBezTo>
                  <a:cubicBezTo>
                    <a:pt x="275" y="309"/>
                    <a:pt x="275" y="309"/>
                    <a:pt x="275" y="309"/>
                  </a:cubicBezTo>
                  <a:cubicBezTo>
                    <a:pt x="276" y="311"/>
                    <a:pt x="276" y="311"/>
                    <a:pt x="276" y="311"/>
                  </a:cubicBezTo>
                  <a:cubicBezTo>
                    <a:pt x="277" y="311"/>
                    <a:pt x="275" y="310"/>
                    <a:pt x="275" y="309"/>
                  </a:cubicBezTo>
                  <a:cubicBezTo>
                    <a:pt x="274" y="308"/>
                    <a:pt x="275" y="309"/>
                    <a:pt x="276" y="309"/>
                  </a:cubicBezTo>
                  <a:cubicBezTo>
                    <a:pt x="277" y="310"/>
                    <a:pt x="276" y="309"/>
                    <a:pt x="276" y="309"/>
                  </a:cubicBezTo>
                  <a:cubicBezTo>
                    <a:pt x="276" y="310"/>
                    <a:pt x="276" y="309"/>
                    <a:pt x="277" y="310"/>
                  </a:cubicBezTo>
                  <a:cubicBezTo>
                    <a:pt x="277" y="310"/>
                    <a:pt x="276" y="308"/>
                    <a:pt x="276" y="308"/>
                  </a:cubicBezTo>
                  <a:cubicBezTo>
                    <a:pt x="277" y="308"/>
                    <a:pt x="277" y="307"/>
                    <a:pt x="278" y="308"/>
                  </a:cubicBezTo>
                  <a:cubicBezTo>
                    <a:pt x="278" y="307"/>
                    <a:pt x="279" y="307"/>
                    <a:pt x="278" y="306"/>
                  </a:cubicBezTo>
                  <a:cubicBezTo>
                    <a:pt x="278" y="306"/>
                    <a:pt x="277" y="307"/>
                    <a:pt x="276" y="306"/>
                  </a:cubicBezTo>
                  <a:cubicBezTo>
                    <a:pt x="276" y="305"/>
                    <a:pt x="277" y="305"/>
                    <a:pt x="277" y="305"/>
                  </a:cubicBezTo>
                  <a:cubicBezTo>
                    <a:pt x="277" y="306"/>
                    <a:pt x="277" y="306"/>
                    <a:pt x="277" y="306"/>
                  </a:cubicBezTo>
                  <a:cubicBezTo>
                    <a:pt x="277" y="305"/>
                    <a:pt x="278" y="305"/>
                    <a:pt x="277" y="304"/>
                  </a:cubicBezTo>
                  <a:cubicBezTo>
                    <a:pt x="279" y="305"/>
                    <a:pt x="279" y="305"/>
                    <a:pt x="279" y="305"/>
                  </a:cubicBezTo>
                  <a:cubicBezTo>
                    <a:pt x="278" y="304"/>
                    <a:pt x="279" y="303"/>
                    <a:pt x="279" y="303"/>
                  </a:cubicBezTo>
                  <a:cubicBezTo>
                    <a:pt x="280" y="304"/>
                    <a:pt x="281" y="306"/>
                    <a:pt x="282" y="306"/>
                  </a:cubicBezTo>
                  <a:cubicBezTo>
                    <a:pt x="282" y="304"/>
                    <a:pt x="282" y="304"/>
                    <a:pt x="282" y="304"/>
                  </a:cubicBezTo>
                  <a:cubicBezTo>
                    <a:pt x="282" y="303"/>
                    <a:pt x="283" y="304"/>
                    <a:pt x="283" y="304"/>
                  </a:cubicBezTo>
                  <a:cubicBezTo>
                    <a:pt x="285" y="304"/>
                    <a:pt x="282" y="299"/>
                    <a:pt x="284" y="300"/>
                  </a:cubicBezTo>
                  <a:cubicBezTo>
                    <a:pt x="285" y="302"/>
                    <a:pt x="285" y="302"/>
                    <a:pt x="286" y="302"/>
                  </a:cubicBezTo>
                  <a:cubicBezTo>
                    <a:pt x="286" y="301"/>
                    <a:pt x="286" y="301"/>
                    <a:pt x="286" y="301"/>
                  </a:cubicBezTo>
                  <a:cubicBezTo>
                    <a:pt x="285" y="300"/>
                    <a:pt x="286" y="302"/>
                    <a:pt x="285" y="301"/>
                  </a:cubicBezTo>
                  <a:cubicBezTo>
                    <a:pt x="285" y="300"/>
                    <a:pt x="285" y="300"/>
                    <a:pt x="285" y="300"/>
                  </a:cubicBezTo>
                  <a:cubicBezTo>
                    <a:pt x="288" y="303"/>
                    <a:pt x="290" y="299"/>
                    <a:pt x="293" y="300"/>
                  </a:cubicBezTo>
                  <a:cubicBezTo>
                    <a:pt x="292" y="298"/>
                    <a:pt x="294" y="299"/>
                    <a:pt x="294" y="298"/>
                  </a:cubicBezTo>
                  <a:cubicBezTo>
                    <a:pt x="294" y="300"/>
                    <a:pt x="295" y="297"/>
                    <a:pt x="296" y="298"/>
                  </a:cubicBezTo>
                  <a:cubicBezTo>
                    <a:pt x="295" y="296"/>
                    <a:pt x="295" y="296"/>
                    <a:pt x="295" y="296"/>
                  </a:cubicBezTo>
                  <a:cubicBezTo>
                    <a:pt x="296" y="297"/>
                    <a:pt x="295" y="291"/>
                    <a:pt x="297" y="294"/>
                  </a:cubicBezTo>
                  <a:cubicBezTo>
                    <a:pt x="298" y="295"/>
                    <a:pt x="298" y="296"/>
                    <a:pt x="297" y="296"/>
                  </a:cubicBezTo>
                  <a:cubicBezTo>
                    <a:pt x="299" y="299"/>
                    <a:pt x="300" y="293"/>
                    <a:pt x="301" y="296"/>
                  </a:cubicBezTo>
                  <a:cubicBezTo>
                    <a:pt x="301" y="295"/>
                    <a:pt x="300" y="294"/>
                    <a:pt x="301" y="292"/>
                  </a:cubicBezTo>
                  <a:cubicBezTo>
                    <a:pt x="302" y="293"/>
                    <a:pt x="304" y="294"/>
                    <a:pt x="304" y="294"/>
                  </a:cubicBezTo>
                  <a:cubicBezTo>
                    <a:pt x="304" y="294"/>
                    <a:pt x="304" y="293"/>
                    <a:pt x="305" y="294"/>
                  </a:cubicBezTo>
                  <a:cubicBezTo>
                    <a:pt x="305" y="294"/>
                    <a:pt x="305" y="294"/>
                    <a:pt x="305" y="295"/>
                  </a:cubicBezTo>
                  <a:cubicBezTo>
                    <a:pt x="306" y="295"/>
                    <a:pt x="307" y="294"/>
                    <a:pt x="308" y="293"/>
                  </a:cubicBezTo>
                  <a:cubicBezTo>
                    <a:pt x="309" y="294"/>
                    <a:pt x="310" y="293"/>
                    <a:pt x="312" y="293"/>
                  </a:cubicBezTo>
                  <a:cubicBezTo>
                    <a:pt x="312" y="291"/>
                    <a:pt x="315" y="293"/>
                    <a:pt x="314" y="290"/>
                  </a:cubicBezTo>
                  <a:cubicBezTo>
                    <a:pt x="314" y="291"/>
                    <a:pt x="314" y="291"/>
                    <a:pt x="314" y="291"/>
                  </a:cubicBezTo>
                  <a:cubicBezTo>
                    <a:pt x="314" y="290"/>
                    <a:pt x="314" y="288"/>
                    <a:pt x="315" y="288"/>
                  </a:cubicBezTo>
                  <a:cubicBezTo>
                    <a:pt x="315" y="290"/>
                    <a:pt x="315" y="290"/>
                    <a:pt x="315" y="290"/>
                  </a:cubicBezTo>
                  <a:cubicBezTo>
                    <a:pt x="316" y="292"/>
                    <a:pt x="317" y="290"/>
                    <a:pt x="318" y="291"/>
                  </a:cubicBezTo>
                  <a:cubicBezTo>
                    <a:pt x="316" y="289"/>
                    <a:pt x="318" y="291"/>
                    <a:pt x="318" y="289"/>
                  </a:cubicBezTo>
                  <a:cubicBezTo>
                    <a:pt x="318" y="288"/>
                    <a:pt x="318" y="288"/>
                    <a:pt x="318" y="288"/>
                  </a:cubicBezTo>
                  <a:cubicBezTo>
                    <a:pt x="319" y="287"/>
                    <a:pt x="318" y="287"/>
                    <a:pt x="319" y="286"/>
                  </a:cubicBezTo>
                  <a:cubicBezTo>
                    <a:pt x="320" y="286"/>
                    <a:pt x="321" y="288"/>
                    <a:pt x="320" y="288"/>
                  </a:cubicBezTo>
                  <a:cubicBezTo>
                    <a:pt x="321" y="289"/>
                    <a:pt x="322" y="288"/>
                    <a:pt x="322" y="287"/>
                  </a:cubicBezTo>
                  <a:cubicBezTo>
                    <a:pt x="322" y="287"/>
                    <a:pt x="322" y="287"/>
                    <a:pt x="322" y="287"/>
                  </a:cubicBezTo>
                  <a:cubicBezTo>
                    <a:pt x="322" y="287"/>
                    <a:pt x="322" y="287"/>
                    <a:pt x="322" y="287"/>
                  </a:cubicBezTo>
                  <a:cubicBezTo>
                    <a:pt x="323" y="287"/>
                    <a:pt x="323" y="287"/>
                    <a:pt x="323" y="287"/>
                  </a:cubicBezTo>
                  <a:cubicBezTo>
                    <a:pt x="323" y="287"/>
                    <a:pt x="323" y="287"/>
                    <a:pt x="323" y="287"/>
                  </a:cubicBezTo>
                  <a:cubicBezTo>
                    <a:pt x="323" y="287"/>
                    <a:pt x="323" y="287"/>
                    <a:pt x="322" y="287"/>
                  </a:cubicBezTo>
                  <a:cubicBezTo>
                    <a:pt x="323" y="287"/>
                    <a:pt x="323" y="287"/>
                    <a:pt x="323" y="287"/>
                  </a:cubicBezTo>
                  <a:cubicBezTo>
                    <a:pt x="323" y="287"/>
                    <a:pt x="323" y="287"/>
                    <a:pt x="323" y="287"/>
                  </a:cubicBezTo>
                  <a:cubicBezTo>
                    <a:pt x="324" y="287"/>
                    <a:pt x="324" y="287"/>
                    <a:pt x="324" y="287"/>
                  </a:cubicBezTo>
                  <a:cubicBezTo>
                    <a:pt x="325" y="289"/>
                    <a:pt x="325" y="289"/>
                    <a:pt x="325" y="289"/>
                  </a:cubicBezTo>
                  <a:cubicBezTo>
                    <a:pt x="325" y="289"/>
                    <a:pt x="326" y="286"/>
                    <a:pt x="326" y="286"/>
                  </a:cubicBezTo>
                  <a:cubicBezTo>
                    <a:pt x="328" y="286"/>
                    <a:pt x="331" y="283"/>
                    <a:pt x="332" y="281"/>
                  </a:cubicBezTo>
                  <a:cubicBezTo>
                    <a:pt x="332" y="282"/>
                    <a:pt x="332" y="282"/>
                    <a:pt x="332" y="282"/>
                  </a:cubicBezTo>
                  <a:cubicBezTo>
                    <a:pt x="332" y="281"/>
                    <a:pt x="332" y="279"/>
                    <a:pt x="333" y="280"/>
                  </a:cubicBezTo>
                  <a:cubicBezTo>
                    <a:pt x="333" y="279"/>
                    <a:pt x="334" y="280"/>
                    <a:pt x="335" y="280"/>
                  </a:cubicBezTo>
                  <a:cubicBezTo>
                    <a:pt x="335" y="280"/>
                    <a:pt x="334" y="279"/>
                    <a:pt x="334" y="279"/>
                  </a:cubicBezTo>
                  <a:cubicBezTo>
                    <a:pt x="337" y="279"/>
                    <a:pt x="337" y="275"/>
                    <a:pt x="339" y="274"/>
                  </a:cubicBezTo>
                  <a:cubicBezTo>
                    <a:pt x="339" y="274"/>
                    <a:pt x="340" y="275"/>
                    <a:pt x="340" y="276"/>
                  </a:cubicBezTo>
                  <a:cubicBezTo>
                    <a:pt x="341" y="274"/>
                    <a:pt x="341" y="272"/>
                    <a:pt x="341" y="270"/>
                  </a:cubicBezTo>
                  <a:cubicBezTo>
                    <a:pt x="341" y="270"/>
                    <a:pt x="342" y="270"/>
                    <a:pt x="342" y="271"/>
                  </a:cubicBezTo>
                  <a:cubicBezTo>
                    <a:pt x="342" y="270"/>
                    <a:pt x="343" y="269"/>
                    <a:pt x="342" y="267"/>
                  </a:cubicBezTo>
                  <a:cubicBezTo>
                    <a:pt x="341" y="268"/>
                    <a:pt x="343" y="268"/>
                    <a:pt x="342" y="268"/>
                  </a:cubicBezTo>
                  <a:cubicBezTo>
                    <a:pt x="341" y="268"/>
                    <a:pt x="340" y="266"/>
                    <a:pt x="341" y="266"/>
                  </a:cubicBezTo>
                  <a:cubicBezTo>
                    <a:pt x="341" y="266"/>
                    <a:pt x="341" y="266"/>
                    <a:pt x="341" y="266"/>
                  </a:cubicBezTo>
                  <a:cubicBezTo>
                    <a:pt x="342" y="265"/>
                    <a:pt x="341" y="265"/>
                    <a:pt x="342" y="263"/>
                  </a:cubicBezTo>
                  <a:cubicBezTo>
                    <a:pt x="343" y="263"/>
                    <a:pt x="342" y="264"/>
                    <a:pt x="343" y="264"/>
                  </a:cubicBezTo>
                  <a:cubicBezTo>
                    <a:pt x="345" y="265"/>
                    <a:pt x="345" y="262"/>
                    <a:pt x="346" y="262"/>
                  </a:cubicBezTo>
                  <a:cubicBezTo>
                    <a:pt x="344" y="261"/>
                    <a:pt x="344" y="261"/>
                    <a:pt x="344" y="261"/>
                  </a:cubicBezTo>
                  <a:cubicBezTo>
                    <a:pt x="344" y="260"/>
                    <a:pt x="346" y="261"/>
                    <a:pt x="346" y="260"/>
                  </a:cubicBezTo>
                  <a:cubicBezTo>
                    <a:pt x="342" y="256"/>
                    <a:pt x="342" y="256"/>
                    <a:pt x="342" y="256"/>
                  </a:cubicBezTo>
                  <a:cubicBezTo>
                    <a:pt x="342" y="257"/>
                    <a:pt x="344" y="256"/>
                    <a:pt x="345" y="257"/>
                  </a:cubicBezTo>
                  <a:cubicBezTo>
                    <a:pt x="346" y="255"/>
                    <a:pt x="342" y="254"/>
                    <a:pt x="341" y="253"/>
                  </a:cubicBezTo>
                  <a:cubicBezTo>
                    <a:pt x="342" y="252"/>
                    <a:pt x="341" y="250"/>
                    <a:pt x="341" y="250"/>
                  </a:cubicBezTo>
                  <a:cubicBezTo>
                    <a:pt x="342" y="250"/>
                    <a:pt x="341" y="250"/>
                    <a:pt x="342" y="250"/>
                  </a:cubicBezTo>
                  <a:cubicBezTo>
                    <a:pt x="343" y="250"/>
                    <a:pt x="343" y="250"/>
                    <a:pt x="343" y="250"/>
                  </a:cubicBezTo>
                  <a:cubicBezTo>
                    <a:pt x="343" y="251"/>
                    <a:pt x="346" y="250"/>
                    <a:pt x="347" y="251"/>
                  </a:cubicBezTo>
                  <a:cubicBezTo>
                    <a:pt x="346" y="249"/>
                    <a:pt x="347" y="247"/>
                    <a:pt x="347" y="246"/>
                  </a:cubicBezTo>
                  <a:cubicBezTo>
                    <a:pt x="345" y="247"/>
                    <a:pt x="346" y="244"/>
                    <a:pt x="343" y="244"/>
                  </a:cubicBezTo>
                  <a:cubicBezTo>
                    <a:pt x="343" y="242"/>
                    <a:pt x="346" y="243"/>
                    <a:pt x="346" y="242"/>
                  </a:cubicBezTo>
                  <a:cubicBezTo>
                    <a:pt x="345" y="240"/>
                    <a:pt x="346" y="239"/>
                    <a:pt x="345" y="237"/>
                  </a:cubicBezTo>
                  <a:cubicBezTo>
                    <a:pt x="346" y="237"/>
                    <a:pt x="346" y="237"/>
                    <a:pt x="346" y="237"/>
                  </a:cubicBezTo>
                  <a:cubicBezTo>
                    <a:pt x="345" y="236"/>
                    <a:pt x="346" y="233"/>
                    <a:pt x="344" y="232"/>
                  </a:cubicBezTo>
                  <a:cubicBezTo>
                    <a:pt x="345" y="232"/>
                    <a:pt x="345" y="232"/>
                    <a:pt x="345" y="232"/>
                  </a:cubicBezTo>
                  <a:cubicBezTo>
                    <a:pt x="346" y="231"/>
                    <a:pt x="342" y="232"/>
                    <a:pt x="343" y="230"/>
                  </a:cubicBezTo>
                  <a:cubicBezTo>
                    <a:pt x="345" y="231"/>
                    <a:pt x="345" y="231"/>
                    <a:pt x="345" y="231"/>
                  </a:cubicBezTo>
                  <a:cubicBezTo>
                    <a:pt x="343" y="230"/>
                    <a:pt x="346" y="229"/>
                    <a:pt x="344" y="227"/>
                  </a:cubicBezTo>
                  <a:cubicBezTo>
                    <a:pt x="344" y="227"/>
                    <a:pt x="345" y="227"/>
                    <a:pt x="345" y="228"/>
                  </a:cubicBezTo>
                  <a:cubicBezTo>
                    <a:pt x="344" y="226"/>
                    <a:pt x="345" y="225"/>
                    <a:pt x="343" y="224"/>
                  </a:cubicBezTo>
                  <a:cubicBezTo>
                    <a:pt x="344" y="224"/>
                    <a:pt x="345" y="224"/>
                    <a:pt x="345" y="225"/>
                  </a:cubicBezTo>
                  <a:cubicBezTo>
                    <a:pt x="346" y="224"/>
                    <a:pt x="343" y="223"/>
                    <a:pt x="344" y="222"/>
                  </a:cubicBezTo>
                  <a:cubicBezTo>
                    <a:pt x="344" y="222"/>
                    <a:pt x="345" y="222"/>
                    <a:pt x="346" y="222"/>
                  </a:cubicBezTo>
                  <a:cubicBezTo>
                    <a:pt x="344" y="221"/>
                    <a:pt x="345" y="219"/>
                    <a:pt x="344" y="219"/>
                  </a:cubicBezTo>
                  <a:cubicBezTo>
                    <a:pt x="345" y="219"/>
                    <a:pt x="346" y="218"/>
                    <a:pt x="347" y="218"/>
                  </a:cubicBezTo>
                  <a:cubicBezTo>
                    <a:pt x="348" y="213"/>
                    <a:pt x="351" y="208"/>
                    <a:pt x="353" y="202"/>
                  </a:cubicBezTo>
                  <a:cubicBezTo>
                    <a:pt x="355" y="203"/>
                    <a:pt x="353" y="204"/>
                    <a:pt x="355" y="204"/>
                  </a:cubicBezTo>
                  <a:cubicBezTo>
                    <a:pt x="353" y="203"/>
                    <a:pt x="355" y="203"/>
                    <a:pt x="355" y="202"/>
                  </a:cubicBezTo>
                  <a:cubicBezTo>
                    <a:pt x="356" y="202"/>
                    <a:pt x="356" y="202"/>
                    <a:pt x="356" y="202"/>
                  </a:cubicBezTo>
                  <a:cubicBezTo>
                    <a:pt x="356" y="201"/>
                    <a:pt x="357" y="202"/>
                    <a:pt x="357" y="201"/>
                  </a:cubicBezTo>
                  <a:cubicBezTo>
                    <a:pt x="357" y="200"/>
                    <a:pt x="357" y="200"/>
                    <a:pt x="357" y="200"/>
                  </a:cubicBezTo>
                  <a:cubicBezTo>
                    <a:pt x="356" y="199"/>
                    <a:pt x="360" y="201"/>
                    <a:pt x="358" y="199"/>
                  </a:cubicBezTo>
                  <a:cubicBezTo>
                    <a:pt x="360" y="200"/>
                    <a:pt x="360" y="200"/>
                    <a:pt x="360" y="200"/>
                  </a:cubicBezTo>
                  <a:cubicBezTo>
                    <a:pt x="359" y="197"/>
                    <a:pt x="361" y="199"/>
                    <a:pt x="361" y="197"/>
                  </a:cubicBezTo>
                  <a:cubicBezTo>
                    <a:pt x="361" y="197"/>
                    <a:pt x="361" y="197"/>
                    <a:pt x="361" y="197"/>
                  </a:cubicBezTo>
                  <a:cubicBezTo>
                    <a:pt x="363" y="198"/>
                    <a:pt x="362" y="194"/>
                    <a:pt x="363" y="195"/>
                  </a:cubicBezTo>
                  <a:cubicBezTo>
                    <a:pt x="364" y="194"/>
                    <a:pt x="365" y="193"/>
                    <a:pt x="364" y="191"/>
                  </a:cubicBezTo>
                  <a:cubicBezTo>
                    <a:pt x="365" y="193"/>
                    <a:pt x="365" y="193"/>
                    <a:pt x="365" y="193"/>
                  </a:cubicBezTo>
                  <a:cubicBezTo>
                    <a:pt x="366" y="192"/>
                    <a:pt x="368" y="191"/>
                    <a:pt x="369" y="190"/>
                  </a:cubicBezTo>
                  <a:cubicBezTo>
                    <a:pt x="374" y="190"/>
                    <a:pt x="379" y="190"/>
                    <a:pt x="383" y="191"/>
                  </a:cubicBezTo>
                  <a:cubicBezTo>
                    <a:pt x="386" y="192"/>
                    <a:pt x="388" y="193"/>
                    <a:pt x="390" y="194"/>
                  </a:cubicBezTo>
                  <a:cubicBezTo>
                    <a:pt x="389" y="196"/>
                    <a:pt x="388" y="198"/>
                    <a:pt x="388" y="200"/>
                  </a:cubicBezTo>
                  <a:cubicBezTo>
                    <a:pt x="387" y="201"/>
                    <a:pt x="386" y="199"/>
                    <a:pt x="386" y="199"/>
                  </a:cubicBezTo>
                  <a:cubicBezTo>
                    <a:pt x="384" y="205"/>
                    <a:pt x="377" y="203"/>
                    <a:pt x="373" y="209"/>
                  </a:cubicBezTo>
                  <a:cubicBezTo>
                    <a:pt x="369" y="210"/>
                    <a:pt x="365" y="215"/>
                    <a:pt x="365" y="215"/>
                  </a:cubicBezTo>
                  <a:cubicBezTo>
                    <a:pt x="382" y="216"/>
                    <a:pt x="389" y="211"/>
                    <a:pt x="399" y="205"/>
                  </a:cubicBezTo>
                  <a:cubicBezTo>
                    <a:pt x="401" y="203"/>
                    <a:pt x="402" y="201"/>
                    <a:pt x="403" y="198"/>
                  </a:cubicBezTo>
                  <a:cubicBezTo>
                    <a:pt x="405" y="199"/>
                    <a:pt x="406" y="199"/>
                    <a:pt x="406" y="198"/>
                  </a:cubicBezTo>
                  <a:cubicBezTo>
                    <a:pt x="405" y="197"/>
                    <a:pt x="404" y="197"/>
                    <a:pt x="404" y="196"/>
                  </a:cubicBezTo>
                  <a:cubicBezTo>
                    <a:pt x="404" y="194"/>
                    <a:pt x="405" y="191"/>
                    <a:pt x="406" y="188"/>
                  </a:cubicBezTo>
                  <a:cubicBezTo>
                    <a:pt x="398" y="164"/>
                    <a:pt x="382" y="170"/>
                    <a:pt x="375" y="170"/>
                  </a:cubicBezTo>
                  <a:cubicBezTo>
                    <a:pt x="367" y="172"/>
                    <a:pt x="361" y="175"/>
                    <a:pt x="356" y="179"/>
                  </a:cubicBezTo>
                  <a:cubicBezTo>
                    <a:pt x="356" y="179"/>
                    <a:pt x="356" y="179"/>
                    <a:pt x="357" y="180"/>
                  </a:cubicBezTo>
                  <a:cubicBezTo>
                    <a:pt x="354" y="179"/>
                    <a:pt x="351" y="179"/>
                    <a:pt x="349" y="179"/>
                  </a:cubicBezTo>
                  <a:cubicBezTo>
                    <a:pt x="332" y="177"/>
                    <a:pt x="315" y="175"/>
                    <a:pt x="313" y="163"/>
                  </a:cubicBezTo>
                  <a:cubicBezTo>
                    <a:pt x="308" y="154"/>
                    <a:pt x="303" y="139"/>
                    <a:pt x="301" y="128"/>
                  </a:cubicBezTo>
                  <a:cubicBezTo>
                    <a:pt x="300" y="124"/>
                    <a:pt x="300" y="121"/>
                    <a:pt x="299" y="117"/>
                  </a:cubicBezTo>
                  <a:cubicBezTo>
                    <a:pt x="323" y="112"/>
                    <a:pt x="296" y="118"/>
                    <a:pt x="307" y="115"/>
                  </a:cubicBezTo>
                  <a:cubicBezTo>
                    <a:pt x="307" y="115"/>
                    <a:pt x="307" y="115"/>
                    <a:pt x="307" y="115"/>
                  </a:cubicBezTo>
                  <a:cubicBezTo>
                    <a:pt x="307" y="114"/>
                    <a:pt x="307" y="114"/>
                    <a:pt x="307" y="114"/>
                  </a:cubicBezTo>
                  <a:cubicBezTo>
                    <a:pt x="306" y="113"/>
                    <a:pt x="306" y="113"/>
                    <a:pt x="306" y="113"/>
                  </a:cubicBezTo>
                  <a:cubicBezTo>
                    <a:pt x="306" y="110"/>
                    <a:pt x="306" y="110"/>
                    <a:pt x="306" y="110"/>
                  </a:cubicBezTo>
                  <a:cubicBezTo>
                    <a:pt x="303" y="103"/>
                    <a:pt x="304" y="96"/>
                    <a:pt x="292" y="85"/>
                  </a:cubicBezTo>
                  <a:cubicBezTo>
                    <a:pt x="277" y="75"/>
                    <a:pt x="266" y="83"/>
                    <a:pt x="261" y="92"/>
                  </a:cubicBezTo>
                  <a:cubicBezTo>
                    <a:pt x="260" y="93"/>
                    <a:pt x="259" y="94"/>
                    <a:pt x="258" y="95"/>
                  </a:cubicBezTo>
                  <a:cubicBezTo>
                    <a:pt x="257" y="95"/>
                    <a:pt x="257" y="95"/>
                    <a:pt x="257" y="95"/>
                  </a:cubicBezTo>
                  <a:cubicBezTo>
                    <a:pt x="255" y="97"/>
                    <a:pt x="253" y="98"/>
                    <a:pt x="251" y="102"/>
                  </a:cubicBezTo>
                  <a:cubicBezTo>
                    <a:pt x="251" y="102"/>
                    <a:pt x="251" y="102"/>
                    <a:pt x="251" y="102"/>
                  </a:cubicBezTo>
                  <a:cubicBezTo>
                    <a:pt x="251" y="106"/>
                    <a:pt x="245" y="110"/>
                    <a:pt x="247" y="113"/>
                  </a:cubicBezTo>
                  <a:cubicBezTo>
                    <a:pt x="245" y="115"/>
                    <a:pt x="245" y="115"/>
                    <a:pt x="245" y="115"/>
                  </a:cubicBezTo>
                  <a:cubicBezTo>
                    <a:pt x="246" y="120"/>
                    <a:pt x="243" y="122"/>
                    <a:pt x="245" y="127"/>
                  </a:cubicBezTo>
                  <a:cubicBezTo>
                    <a:pt x="244" y="126"/>
                    <a:pt x="244" y="126"/>
                    <a:pt x="244" y="126"/>
                  </a:cubicBezTo>
                  <a:cubicBezTo>
                    <a:pt x="243" y="133"/>
                    <a:pt x="248" y="140"/>
                    <a:pt x="246" y="142"/>
                  </a:cubicBezTo>
                  <a:cubicBezTo>
                    <a:pt x="246" y="144"/>
                    <a:pt x="246" y="145"/>
                    <a:pt x="247" y="147"/>
                  </a:cubicBezTo>
                  <a:cubicBezTo>
                    <a:pt x="241" y="158"/>
                    <a:pt x="234" y="167"/>
                    <a:pt x="228" y="171"/>
                  </a:cubicBezTo>
                  <a:cubicBezTo>
                    <a:pt x="228" y="169"/>
                    <a:pt x="226" y="166"/>
                    <a:pt x="223" y="162"/>
                  </a:cubicBezTo>
                  <a:cubicBezTo>
                    <a:pt x="223" y="162"/>
                    <a:pt x="223" y="162"/>
                    <a:pt x="224" y="162"/>
                  </a:cubicBezTo>
                  <a:cubicBezTo>
                    <a:pt x="224" y="162"/>
                    <a:pt x="223" y="161"/>
                    <a:pt x="223" y="161"/>
                  </a:cubicBezTo>
                  <a:cubicBezTo>
                    <a:pt x="223" y="161"/>
                    <a:pt x="223" y="161"/>
                    <a:pt x="223" y="160"/>
                  </a:cubicBezTo>
                  <a:cubicBezTo>
                    <a:pt x="228" y="153"/>
                    <a:pt x="228" y="143"/>
                    <a:pt x="231" y="134"/>
                  </a:cubicBezTo>
                  <a:cubicBezTo>
                    <a:pt x="231" y="134"/>
                    <a:pt x="232" y="136"/>
                    <a:pt x="232" y="137"/>
                  </a:cubicBezTo>
                  <a:cubicBezTo>
                    <a:pt x="233" y="129"/>
                    <a:pt x="233" y="121"/>
                    <a:pt x="230" y="115"/>
                  </a:cubicBezTo>
                  <a:cubicBezTo>
                    <a:pt x="231" y="115"/>
                    <a:pt x="231" y="115"/>
                    <a:pt x="232" y="117"/>
                  </a:cubicBezTo>
                  <a:cubicBezTo>
                    <a:pt x="231" y="111"/>
                    <a:pt x="229" y="105"/>
                    <a:pt x="227" y="103"/>
                  </a:cubicBezTo>
                  <a:cubicBezTo>
                    <a:pt x="227" y="107"/>
                    <a:pt x="228" y="103"/>
                    <a:pt x="228" y="106"/>
                  </a:cubicBezTo>
                  <a:cubicBezTo>
                    <a:pt x="228" y="110"/>
                    <a:pt x="225" y="104"/>
                    <a:pt x="223" y="100"/>
                  </a:cubicBezTo>
                  <a:cubicBezTo>
                    <a:pt x="223" y="100"/>
                    <a:pt x="223" y="100"/>
                    <a:pt x="223" y="100"/>
                  </a:cubicBezTo>
                  <a:cubicBezTo>
                    <a:pt x="220" y="96"/>
                    <a:pt x="218" y="95"/>
                    <a:pt x="213" y="96"/>
                  </a:cubicBezTo>
                  <a:cubicBezTo>
                    <a:pt x="209" y="95"/>
                    <a:pt x="216" y="95"/>
                    <a:pt x="214" y="94"/>
                  </a:cubicBezTo>
                  <a:cubicBezTo>
                    <a:pt x="211" y="90"/>
                    <a:pt x="201" y="99"/>
                    <a:pt x="201" y="100"/>
                  </a:cubicBezTo>
                  <a:cubicBezTo>
                    <a:pt x="200" y="102"/>
                    <a:pt x="199" y="104"/>
                    <a:pt x="200" y="104"/>
                  </a:cubicBezTo>
                  <a:cubicBezTo>
                    <a:pt x="198" y="108"/>
                    <a:pt x="198" y="105"/>
                    <a:pt x="197" y="108"/>
                  </a:cubicBezTo>
                  <a:cubicBezTo>
                    <a:pt x="196" y="112"/>
                    <a:pt x="197" y="116"/>
                    <a:pt x="199" y="120"/>
                  </a:cubicBezTo>
                  <a:cubicBezTo>
                    <a:pt x="198" y="119"/>
                    <a:pt x="196" y="123"/>
                    <a:pt x="195" y="120"/>
                  </a:cubicBezTo>
                  <a:cubicBezTo>
                    <a:pt x="196" y="129"/>
                    <a:pt x="200" y="133"/>
                    <a:pt x="202" y="137"/>
                  </a:cubicBezTo>
                  <a:cubicBezTo>
                    <a:pt x="202" y="140"/>
                    <a:pt x="205" y="147"/>
                    <a:pt x="207" y="149"/>
                  </a:cubicBezTo>
                  <a:cubicBezTo>
                    <a:pt x="206" y="151"/>
                    <a:pt x="206" y="147"/>
                    <a:pt x="205" y="147"/>
                  </a:cubicBezTo>
                  <a:cubicBezTo>
                    <a:pt x="205" y="151"/>
                    <a:pt x="205" y="151"/>
                    <a:pt x="205" y="151"/>
                  </a:cubicBezTo>
                  <a:cubicBezTo>
                    <a:pt x="202" y="146"/>
                    <a:pt x="203" y="153"/>
                    <a:pt x="201" y="150"/>
                  </a:cubicBezTo>
                  <a:cubicBezTo>
                    <a:pt x="202" y="153"/>
                    <a:pt x="204" y="158"/>
                    <a:pt x="206" y="163"/>
                  </a:cubicBezTo>
                  <a:cubicBezTo>
                    <a:pt x="203" y="170"/>
                    <a:pt x="201" y="172"/>
                    <a:pt x="194" y="178"/>
                  </a:cubicBezTo>
                  <a:cubicBezTo>
                    <a:pt x="195" y="178"/>
                    <a:pt x="192" y="180"/>
                    <a:pt x="194" y="181"/>
                  </a:cubicBezTo>
                  <a:cubicBezTo>
                    <a:pt x="194" y="183"/>
                    <a:pt x="192" y="183"/>
                    <a:pt x="191" y="183"/>
                  </a:cubicBezTo>
                  <a:cubicBezTo>
                    <a:pt x="192" y="182"/>
                    <a:pt x="193" y="182"/>
                    <a:pt x="192" y="176"/>
                  </a:cubicBezTo>
                  <a:cubicBezTo>
                    <a:pt x="186" y="156"/>
                    <a:pt x="180" y="130"/>
                    <a:pt x="179" y="108"/>
                  </a:cubicBezTo>
                  <a:cubicBezTo>
                    <a:pt x="179" y="110"/>
                    <a:pt x="178" y="110"/>
                    <a:pt x="178" y="108"/>
                  </a:cubicBezTo>
                  <a:cubicBezTo>
                    <a:pt x="181" y="106"/>
                    <a:pt x="176" y="101"/>
                    <a:pt x="177" y="97"/>
                  </a:cubicBezTo>
                  <a:cubicBezTo>
                    <a:pt x="178" y="97"/>
                    <a:pt x="178" y="99"/>
                    <a:pt x="178" y="100"/>
                  </a:cubicBezTo>
                  <a:cubicBezTo>
                    <a:pt x="179" y="89"/>
                    <a:pt x="176" y="81"/>
                    <a:pt x="177" y="71"/>
                  </a:cubicBezTo>
                  <a:cubicBezTo>
                    <a:pt x="175" y="62"/>
                    <a:pt x="178" y="51"/>
                    <a:pt x="176" y="45"/>
                  </a:cubicBezTo>
                  <a:cubicBezTo>
                    <a:pt x="177" y="46"/>
                    <a:pt x="176" y="41"/>
                    <a:pt x="177" y="39"/>
                  </a:cubicBezTo>
                  <a:cubicBezTo>
                    <a:pt x="176" y="36"/>
                    <a:pt x="176" y="34"/>
                    <a:pt x="176" y="31"/>
                  </a:cubicBezTo>
                  <a:cubicBezTo>
                    <a:pt x="176" y="30"/>
                    <a:pt x="176" y="29"/>
                    <a:pt x="176" y="28"/>
                  </a:cubicBezTo>
                  <a:cubicBezTo>
                    <a:pt x="176" y="27"/>
                    <a:pt x="176" y="27"/>
                    <a:pt x="176" y="27"/>
                  </a:cubicBezTo>
                  <a:cubicBezTo>
                    <a:pt x="176" y="23"/>
                    <a:pt x="177" y="18"/>
                    <a:pt x="176" y="14"/>
                  </a:cubicBezTo>
                  <a:cubicBezTo>
                    <a:pt x="176" y="13"/>
                    <a:pt x="175" y="2"/>
                    <a:pt x="174" y="1"/>
                  </a:cubicBezTo>
                  <a:cubicBezTo>
                    <a:pt x="173" y="0"/>
                    <a:pt x="172" y="6"/>
                    <a:pt x="170" y="6"/>
                  </a:cubicBezTo>
                  <a:cubicBezTo>
                    <a:pt x="162" y="5"/>
                    <a:pt x="168" y="10"/>
                    <a:pt x="161" y="11"/>
                  </a:cubicBezTo>
                  <a:cubicBezTo>
                    <a:pt x="157" y="12"/>
                    <a:pt x="156" y="13"/>
                    <a:pt x="154" y="16"/>
                  </a:cubicBezTo>
                  <a:cubicBezTo>
                    <a:pt x="155" y="20"/>
                    <a:pt x="155" y="24"/>
                    <a:pt x="155" y="28"/>
                  </a:cubicBezTo>
                  <a:cubicBezTo>
                    <a:pt x="156" y="67"/>
                    <a:pt x="156" y="67"/>
                    <a:pt x="156" y="67"/>
                  </a:cubicBezTo>
                  <a:cubicBezTo>
                    <a:pt x="156" y="75"/>
                    <a:pt x="154" y="84"/>
                    <a:pt x="153" y="92"/>
                  </a:cubicBezTo>
                  <a:cubicBezTo>
                    <a:pt x="148" y="91"/>
                    <a:pt x="142" y="91"/>
                    <a:pt x="139" y="94"/>
                  </a:cubicBezTo>
                  <a:cubicBezTo>
                    <a:pt x="137" y="95"/>
                    <a:pt x="135" y="96"/>
                    <a:pt x="134" y="98"/>
                  </a:cubicBezTo>
                  <a:cubicBezTo>
                    <a:pt x="125" y="103"/>
                    <a:pt x="119" y="113"/>
                    <a:pt x="119" y="118"/>
                  </a:cubicBezTo>
                  <a:cubicBezTo>
                    <a:pt x="118" y="121"/>
                    <a:pt x="118" y="124"/>
                    <a:pt x="118" y="127"/>
                  </a:cubicBezTo>
                  <a:cubicBezTo>
                    <a:pt x="115" y="132"/>
                    <a:pt x="113" y="140"/>
                    <a:pt x="112" y="144"/>
                  </a:cubicBezTo>
                  <a:cubicBezTo>
                    <a:pt x="111" y="152"/>
                    <a:pt x="111" y="155"/>
                    <a:pt x="111" y="160"/>
                  </a:cubicBezTo>
                  <a:cubicBezTo>
                    <a:pt x="111" y="163"/>
                    <a:pt x="109" y="164"/>
                    <a:pt x="108" y="165"/>
                  </a:cubicBezTo>
                  <a:cubicBezTo>
                    <a:pt x="105" y="174"/>
                    <a:pt x="100" y="181"/>
                    <a:pt x="100" y="189"/>
                  </a:cubicBezTo>
                  <a:cubicBezTo>
                    <a:pt x="99" y="189"/>
                    <a:pt x="99" y="189"/>
                    <a:pt x="99" y="189"/>
                  </a:cubicBezTo>
                  <a:cubicBezTo>
                    <a:pt x="98" y="195"/>
                    <a:pt x="93" y="208"/>
                    <a:pt x="88" y="208"/>
                  </a:cubicBezTo>
                  <a:cubicBezTo>
                    <a:pt x="88" y="210"/>
                    <a:pt x="83" y="208"/>
                    <a:pt x="85" y="211"/>
                  </a:cubicBezTo>
                  <a:cubicBezTo>
                    <a:pt x="82" y="210"/>
                    <a:pt x="85" y="209"/>
                    <a:pt x="82" y="208"/>
                  </a:cubicBezTo>
                  <a:cubicBezTo>
                    <a:pt x="83" y="209"/>
                    <a:pt x="84" y="208"/>
                    <a:pt x="85" y="208"/>
                  </a:cubicBezTo>
                  <a:cubicBezTo>
                    <a:pt x="78" y="200"/>
                    <a:pt x="79" y="178"/>
                    <a:pt x="79" y="161"/>
                  </a:cubicBezTo>
                  <a:cubicBezTo>
                    <a:pt x="81" y="156"/>
                    <a:pt x="80" y="144"/>
                    <a:pt x="81" y="133"/>
                  </a:cubicBezTo>
                  <a:cubicBezTo>
                    <a:pt x="81" y="131"/>
                    <a:pt x="81" y="131"/>
                    <a:pt x="81" y="131"/>
                  </a:cubicBezTo>
                  <a:cubicBezTo>
                    <a:pt x="82" y="131"/>
                    <a:pt x="82" y="131"/>
                    <a:pt x="83" y="131"/>
                  </a:cubicBezTo>
                  <a:cubicBezTo>
                    <a:pt x="83" y="131"/>
                    <a:pt x="83" y="130"/>
                    <a:pt x="83" y="130"/>
                  </a:cubicBezTo>
                  <a:cubicBezTo>
                    <a:pt x="83" y="129"/>
                    <a:pt x="83" y="129"/>
                    <a:pt x="83" y="129"/>
                  </a:cubicBezTo>
                  <a:cubicBezTo>
                    <a:pt x="83" y="128"/>
                    <a:pt x="83" y="128"/>
                    <a:pt x="83" y="128"/>
                  </a:cubicBezTo>
                  <a:cubicBezTo>
                    <a:pt x="82" y="128"/>
                    <a:pt x="82" y="128"/>
                    <a:pt x="81" y="128"/>
                  </a:cubicBezTo>
                  <a:cubicBezTo>
                    <a:pt x="81" y="127"/>
                    <a:pt x="81" y="127"/>
                    <a:pt x="81" y="127"/>
                  </a:cubicBezTo>
                  <a:cubicBezTo>
                    <a:pt x="82" y="128"/>
                    <a:pt x="82" y="128"/>
                    <a:pt x="83" y="128"/>
                  </a:cubicBezTo>
                  <a:cubicBezTo>
                    <a:pt x="83" y="128"/>
                    <a:pt x="83" y="128"/>
                    <a:pt x="83" y="128"/>
                  </a:cubicBezTo>
                  <a:cubicBezTo>
                    <a:pt x="83" y="127"/>
                    <a:pt x="83" y="127"/>
                    <a:pt x="83" y="127"/>
                  </a:cubicBezTo>
                  <a:cubicBezTo>
                    <a:pt x="83" y="127"/>
                    <a:pt x="83" y="127"/>
                    <a:pt x="83" y="127"/>
                  </a:cubicBezTo>
                  <a:cubicBezTo>
                    <a:pt x="83" y="127"/>
                    <a:pt x="83" y="127"/>
                    <a:pt x="83" y="127"/>
                  </a:cubicBezTo>
                  <a:cubicBezTo>
                    <a:pt x="83" y="127"/>
                    <a:pt x="83" y="127"/>
                    <a:pt x="83" y="127"/>
                  </a:cubicBezTo>
                  <a:cubicBezTo>
                    <a:pt x="83" y="127"/>
                    <a:pt x="82" y="127"/>
                    <a:pt x="81" y="127"/>
                  </a:cubicBezTo>
                  <a:cubicBezTo>
                    <a:pt x="81" y="126"/>
                    <a:pt x="81" y="126"/>
                    <a:pt x="81" y="126"/>
                  </a:cubicBezTo>
                  <a:cubicBezTo>
                    <a:pt x="62" y="125"/>
                    <a:pt x="75" y="126"/>
                    <a:pt x="71" y="127"/>
                  </a:cubicBezTo>
                  <a:cubicBezTo>
                    <a:pt x="71" y="127"/>
                    <a:pt x="71" y="127"/>
                    <a:pt x="71" y="127"/>
                  </a:cubicBezTo>
                  <a:cubicBezTo>
                    <a:pt x="66" y="126"/>
                    <a:pt x="63" y="126"/>
                    <a:pt x="69" y="126"/>
                  </a:cubicBezTo>
                  <a:cubicBezTo>
                    <a:pt x="69" y="127"/>
                    <a:pt x="69" y="127"/>
                    <a:pt x="69" y="127"/>
                  </a:cubicBezTo>
                  <a:cubicBezTo>
                    <a:pt x="69" y="127"/>
                    <a:pt x="69" y="127"/>
                    <a:pt x="69" y="127"/>
                  </a:cubicBezTo>
                  <a:cubicBezTo>
                    <a:pt x="70" y="127"/>
                    <a:pt x="70" y="127"/>
                    <a:pt x="71" y="127"/>
                  </a:cubicBezTo>
                  <a:cubicBezTo>
                    <a:pt x="71" y="127"/>
                    <a:pt x="71" y="127"/>
                    <a:pt x="71" y="127"/>
                  </a:cubicBezTo>
                  <a:cubicBezTo>
                    <a:pt x="70" y="127"/>
                    <a:pt x="70" y="127"/>
                    <a:pt x="69" y="127"/>
                  </a:cubicBezTo>
                  <a:cubicBezTo>
                    <a:pt x="69" y="129"/>
                    <a:pt x="69" y="131"/>
                    <a:pt x="71" y="129"/>
                  </a:cubicBezTo>
                  <a:cubicBezTo>
                    <a:pt x="71" y="129"/>
                    <a:pt x="71" y="129"/>
                    <a:pt x="71" y="130"/>
                  </a:cubicBezTo>
                  <a:cubicBezTo>
                    <a:pt x="71" y="130"/>
                    <a:pt x="71" y="130"/>
                    <a:pt x="71" y="130"/>
                  </a:cubicBezTo>
                  <a:cubicBezTo>
                    <a:pt x="70" y="132"/>
                    <a:pt x="70" y="134"/>
                    <a:pt x="70" y="136"/>
                  </a:cubicBezTo>
                  <a:cubicBezTo>
                    <a:pt x="70" y="138"/>
                    <a:pt x="70" y="139"/>
                    <a:pt x="70" y="140"/>
                  </a:cubicBezTo>
                  <a:cubicBezTo>
                    <a:pt x="70" y="140"/>
                    <a:pt x="70" y="140"/>
                    <a:pt x="70" y="140"/>
                  </a:cubicBezTo>
                  <a:cubicBezTo>
                    <a:pt x="69" y="144"/>
                    <a:pt x="69" y="147"/>
                    <a:pt x="68" y="151"/>
                  </a:cubicBezTo>
                  <a:cubicBezTo>
                    <a:pt x="68" y="151"/>
                    <a:pt x="67" y="151"/>
                    <a:pt x="67" y="152"/>
                  </a:cubicBezTo>
                  <a:cubicBezTo>
                    <a:pt x="67" y="153"/>
                    <a:pt x="67" y="155"/>
                    <a:pt x="67" y="156"/>
                  </a:cubicBezTo>
                  <a:cubicBezTo>
                    <a:pt x="67" y="160"/>
                    <a:pt x="66" y="164"/>
                    <a:pt x="64" y="168"/>
                  </a:cubicBezTo>
                  <a:cubicBezTo>
                    <a:pt x="64" y="168"/>
                    <a:pt x="64" y="169"/>
                    <a:pt x="64" y="169"/>
                  </a:cubicBezTo>
                  <a:cubicBezTo>
                    <a:pt x="63" y="164"/>
                    <a:pt x="64" y="157"/>
                    <a:pt x="65" y="155"/>
                  </a:cubicBezTo>
                  <a:cubicBezTo>
                    <a:pt x="63" y="149"/>
                    <a:pt x="64" y="160"/>
                    <a:pt x="62" y="159"/>
                  </a:cubicBezTo>
                  <a:cubicBezTo>
                    <a:pt x="62" y="163"/>
                    <a:pt x="62" y="166"/>
                    <a:pt x="63" y="171"/>
                  </a:cubicBezTo>
                  <a:cubicBezTo>
                    <a:pt x="62" y="174"/>
                    <a:pt x="63" y="175"/>
                    <a:pt x="61" y="179"/>
                  </a:cubicBezTo>
                  <a:cubicBezTo>
                    <a:pt x="60" y="178"/>
                    <a:pt x="60" y="178"/>
                    <a:pt x="60" y="178"/>
                  </a:cubicBezTo>
                  <a:cubicBezTo>
                    <a:pt x="58" y="183"/>
                    <a:pt x="58" y="185"/>
                    <a:pt x="58" y="188"/>
                  </a:cubicBezTo>
                  <a:cubicBezTo>
                    <a:pt x="54" y="190"/>
                    <a:pt x="55" y="191"/>
                    <a:pt x="51" y="193"/>
                  </a:cubicBezTo>
                  <a:cubicBezTo>
                    <a:pt x="54" y="190"/>
                    <a:pt x="55" y="186"/>
                    <a:pt x="55" y="183"/>
                  </a:cubicBezTo>
                  <a:cubicBezTo>
                    <a:pt x="51" y="187"/>
                    <a:pt x="48" y="194"/>
                    <a:pt x="43" y="194"/>
                  </a:cubicBezTo>
                  <a:cubicBezTo>
                    <a:pt x="38" y="196"/>
                    <a:pt x="35" y="199"/>
                    <a:pt x="35" y="201"/>
                  </a:cubicBezTo>
                  <a:cubicBezTo>
                    <a:pt x="36" y="200"/>
                    <a:pt x="31" y="201"/>
                    <a:pt x="34" y="199"/>
                  </a:cubicBezTo>
                  <a:cubicBezTo>
                    <a:pt x="32" y="200"/>
                    <a:pt x="30" y="201"/>
                    <a:pt x="29" y="201"/>
                  </a:cubicBezTo>
                  <a:cubicBezTo>
                    <a:pt x="29" y="201"/>
                    <a:pt x="29" y="201"/>
                    <a:pt x="29" y="201"/>
                  </a:cubicBezTo>
                  <a:cubicBezTo>
                    <a:pt x="28" y="201"/>
                    <a:pt x="28" y="200"/>
                    <a:pt x="28" y="199"/>
                  </a:cubicBezTo>
                  <a:cubicBezTo>
                    <a:pt x="26" y="197"/>
                    <a:pt x="23" y="193"/>
                    <a:pt x="19" y="196"/>
                  </a:cubicBezTo>
                  <a:cubicBezTo>
                    <a:pt x="19" y="194"/>
                    <a:pt x="19" y="194"/>
                    <a:pt x="19" y="194"/>
                  </a:cubicBezTo>
                  <a:cubicBezTo>
                    <a:pt x="16" y="196"/>
                    <a:pt x="12" y="198"/>
                    <a:pt x="9" y="198"/>
                  </a:cubicBezTo>
                  <a:cubicBezTo>
                    <a:pt x="9" y="200"/>
                    <a:pt x="8" y="202"/>
                    <a:pt x="10" y="203"/>
                  </a:cubicBezTo>
                  <a:cubicBezTo>
                    <a:pt x="9" y="204"/>
                    <a:pt x="7" y="201"/>
                    <a:pt x="8" y="203"/>
                  </a:cubicBezTo>
                  <a:cubicBezTo>
                    <a:pt x="7" y="201"/>
                    <a:pt x="7" y="201"/>
                    <a:pt x="7" y="201"/>
                  </a:cubicBezTo>
                  <a:cubicBezTo>
                    <a:pt x="1" y="206"/>
                    <a:pt x="3" y="212"/>
                    <a:pt x="3" y="217"/>
                  </a:cubicBezTo>
                  <a:cubicBezTo>
                    <a:pt x="0" y="218"/>
                    <a:pt x="3" y="221"/>
                    <a:pt x="2" y="224"/>
                  </a:cubicBezTo>
                  <a:cubicBezTo>
                    <a:pt x="3" y="226"/>
                    <a:pt x="2" y="229"/>
                    <a:pt x="5" y="229"/>
                  </a:cubicBezTo>
                  <a:cubicBezTo>
                    <a:pt x="4" y="230"/>
                    <a:pt x="4" y="230"/>
                    <a:pt x="4" y="230"/>
                  </a:cubicBezTo>
                  <a:cubicBezTo>
                    <a:pt x="4" y="232"/>
                    <a:pt x="4" y="235"/>
                    <a:pt x="5" y="237"/>
                  </a:cubicBezTo>
                  <a:cubicBezTo>
                    <a:pt x="5" y="239"/>
                    <a:pt x="7" y="238"/>
                    <a:pt x="8" y="239"/>
                  </a:cubicBezTo>
                  <a:cubicBezTo>
                    <a:pt x="7" y="240"/>
                    <a:pt x="7" y="240"/>
                    <a:pt x="7" y="240"/>
                  </a:cubicBezTo>
                  <a:cubicBezTo>
                    <a:pt x="8" y="241"/>
                    <a:pt x="10" y="240"/>
                    <a:pt x="12" y="240"/>
                  </a:cubicBezTo>
                  <a:cubicBezTo>
                    <a:pt x="12" y="241"/>
                    <a:pt x="12" y="241"/>
                    <a:pt x="12" y="242"/>
                  </a:cubicBezTo>
                  <a:cubicBezTo>
                    <a:pt x="11" y="242"/>
                    <a:pt x="9" y="242"/>
                    <a:pt x="7" y="242"/>
                  </a:cubicBezTo>
                  <a:cubicBezTo>
                    <a:pt x="8" y="244"/>
                    <a:pt x="11" y="244"/>
                    <a:pt x="10" y="246"/>
                  </a:cubicBezTo>
                  <a:cubicBezTo>
                    <a:pt x="11" y="247"/>
                    <a:pt x="12" y="248"/>
                    <a:pt x="14" y="247"/>
                  </a:cubicBezTo>
                  <a:cubicBezTo>
                    <a:pt x="13" y="247"/>
                    <a:pt x="14" y="248"/>
                    <a:pt x="13" y="248"/>
                  </a:cubicBezTo>
                  <a:cubicBezTo>
                    <a:pt x="13" y="249"/>
                    <a:pt x="14" y="249"/>
                    <a:pt x="15" y="249"/>
                  </a:cubicBezTo>
                  <a:cubicBezTo>
                    <a:pt x="15" y="249"/>
                    <a:pt x="15" y="249"/>
                    <a:pt x="15" y="249"/>
                  </a:cubicBezTo>
                  <a:cubicBezTo>
                    <a:pt x="16" y="248"/>
                    <a:pt x="17" y="249"/>
                    <a:pt x="18" y="247"/>
                  </a:cubicBezTo>
                  <a:cubicBezTo>
                    <a:pt x="17" y="247"/>
                    <a:pt x="17" y="247"/>
                    <a:pt x="17" y="246"/>
                  </a:cubicBezTo>
                  <a:cubicBezTo>
                    <a:pt x="18" y="246"/>
                    <a:pt x="19" y="246"/>
                    <a:pt x="19" y="248"/>
                  </a:cubicBezTo>
                  <a:cubicBezTo>
                    <a:pt x="18" y="249"/>
                    <a:pt x="16" y="249"/>
                    <a:pt x="17" y="250"/>
                  </a:cubicBezTo>
                  <a:cubicBezTo>
                    <a:pt x="18" y="250"/>
                    <a:pt x="20" y="249"/>
                    <a:pt x="21" y="248"/>
                  </a:cubicBezTo>
                  <a:cubicBezTo>
                    <a:pt x="20" y="249"/>
                    <a:pt x="19" y="248"/>
                    <a:pt x="20" y="246"/>
                  </a:cubicBezTo>
                  <a:cubicBezTo>
                    <a:pt x="19" y="247"/>
                    <a:pt x="19" y="247"/>
                    <a:pt x="19" y="247"/>
                  </a:cubicBezTo>
                  <a:cubicBezTo>
                    <a:pt x="20" y="246"/>
                    <a:pt x="20" y="246"/>
                    <a:pt x="20" y="246"/>
                  </a:cubicBezTo>
                  <a:cubicBezTo>
                    <a:pt x="18" y="245"/>
                    <a:pt x="19" y="243"/>
                    <a:pt x="17" y="243"/>
                  </a:cubicBezTo>
                  <a:cubicBezTo>
                    <a:pt x="16" y="245"/>
                    <a:pt x="16" y="245"/>
                    <a:pt x="16" y="245"/>
                  </a:cubicBezTo>
                  <a:cubicBezTo>
                    <a:pt x="15" y="244"/>
                    <a:pt x="13" y="244"/>
                    <a:pt x="13" y="243"/>
                  </a:cubicBezTo>
                  <a:cubicBezTo>
                    <a:pt x="14" y="243"/>
                    <a:pt x="15" y="242"/>
                    <a:pt x="15" y="241"/>
                  </a:cubicBezTo>
                  <a:cubicBezTo>
                    <a:pt x="15" y="241"/>
                    <a:pt x="14" y="241"/>
                    <a:pt x="15" y="241"/>
                  </a:cubicBezTo>
                  <a:cubicBezTo>
                    <a:pt x="17" y="240"/>
                    <a:pt x="17" y="240"/>
                    <a:pt x="17" y="240"/>
                  </a:cubicBezTo>
                  <a:cubicBezTo>
                    <a:pt x="14" y="242"/>
                    <a:pt x="15" y="238"/>
                    <a:pt x="14" y="238"/>
                  </a:cubicBezTo>
                  <a:cubicBezTo>
                    <a:pt x="15" y="238"/>
                    <a:pt x="15" y="238"/>
                    <a:pt x="15" y="238"/>
                  </a:cubicBezTo>
                  <a:cubicBezTo>
                    <a:pt x="15" y="236"/>
                    <a:pt x="13" y="239"/>
                    <a:pt x="13" y="238"/>
                  </a:cubicBezTo>
                  <a:cubicBezTo>
                    <a:pt x="13" y="237"/>
                    <a:pt x="15" y="237"/>
                    <a:pt x="16" y="235"/>
                  </a:cubicBezTo>
                  <a:cubicBezTo>
                    <a:pt x="15" y="234"/>
                    <a:pt x="12" y="233"/>
                    <a:pt x="14" y="230"/>
                  </a:cubicBezTo>
                  <a:cubicBezTo>
                    <a:pt x="13" y="229"/>
                    <a:pt x="12" y="228"/>
                    <a:pt x="11" y="227"/>
                  </a:cubicBezTo>
                  <a:cubicBezTo>
                    <a:pt x="10" y="226"/>
                    <a:pt x="13" y="227"/>
                    <a:pt x="12" y="226"/>
                  </a:cubicBezTo>
                  <a:cubicBezTo>
                    <a:pt x="13" y="226"/>
                    <a:pt x="14" y="225"/>
                    <a:pt x="15" y="225"/>
                  </a:cubicBezTo>
                  <a:cubicBezTo>
                    <a:pt x="14" y="225"/>
                    <a:pt x="15" y="223"/>
                    <a:pt x="12" y="224"/>
                  </a:cubicBezTo>
                  <a:cubicBezTo>
                    <a:pt x="13" y="222"/>
                    <a:pt x="13" y="221"/>
                    <a:pt x="13" y="219"/>
                  </a:cubicBezTo>
                  <a:cubicBezTo>
                    <a:pt x="13" y="219"/>
                    <a:pt x="14" y="219"/>
                    <a:pt x="15" y="219"/>
                  </a:cubicBezTo>
                  <a:cubicBezTo>
                    <a:pt x="14" y="218"/>
                    <a:pt x="12" y="217"/>
                    <a:pt x="13" y="216"/>
                  </a:cubicBezTo>
                  <a:cubicBezTo>
                    <a:pt x="12" y="215"/>
                    <a:pt x="12" y="216"/>
                    <a:pt x="10" y="215"/>
                  </a:cubicBezTo>
                  <a:cubicBezTo>
                    <a:pt x="10" y="215"/>
                    <a:pt x="9" y="215"/>
                    <a:pt x="9" y="214"/>
                  </a:cubicBezTo>
                  <a:cubicBezTo>
                    <a:pt x="11" y="214"/>
                    <a:pt x="14" y="215"/>
                    <a:pt x="14" y="214"/>
                  </a:cubicBezTo>
                  <a:cubicBezTo>
                    <a:pt x="17" y="215"/>
                    <a:pt x="13" y="216"/>
                    <a:pt x="16" y="216"/>
                  </a:cubicBezTo>
                  <a:cubicBezTo>
                    <a:pt x="18" y="216"/>
                    <a:pt x="18" y="218"/>
                    <a:pt x="17" y="219"/>
                  </a:cubicBezTo>
                  <a:cubicBezTo>
                    <a:pt x="19" y="220"/>
                    <a:pt x="17" y="218"/>
                    <a:pt x="19" y="218"/>
                  </a:cubicBezTo>
                  <a:cubicBezTo>
                    <a:pt x="19" y="217"/>
                    <a:pt x="18" y="217"/>
                    <a:pt x="18" y="216"/>
                  </a:cubicBezTo>
                  <a:cubicBezTo>
                    <a:pt x="18" y="216"/>
                    <a:pt x="17" y="216"/>
                    <a:pt x="17" y="216"/>
                  </a:cubicBezTo>
                  <a:cubicBezTo>
                    <a:pt x="17" y="215"/>
                    <a:pt x="18" y="215"/>
                    <a:pt x="18" y="215"/>
                  </a:cubicBezTo>
                  <a:cubicBezTo>
                    <a:pt x="18" y="215"/>
                    <a:pt x="18" y="215"/>
                    <a:pt x="18" y="215"/>
                  </a:cubicBezTo>
                  <a:cubicBezTo>
                    <a:pt x="17" y="216"/>
                    <a:pt x="17" y="216"/>
                    <a:pt x="17" y="216"/>
                  </a:cubicBezTo>
                  <a:cubicBezTo>
                    <a:pt x="17" y="216"/>
                    <a:pt x="17" y="216"/>
                    <a:pt x="17" y="216"/>
                  </a:cubicBezTo>
                  <a:cubicBezTo>
                    <a:pt x="17" y="216"/>
                    <a:pt x="17" y="216"/>
                    <a:pt x="17" y="216"/>
                  </a:cubicBezTo>
                  <a:cubicBezTo>
                    <a:pt x="17" y="215"/>
                    <a:pt x="17" y="215"/>
                    <a:pt x="17" y="215"/>
                  </a:cubicBezTo>
                  <a:cubicBezTo>
                    <a:pt x="17" y="215"/>
                    <a:pt x="17" y="216"/>
                    <a:pt x="17" y="216"/>
                  </a:cubicBezTo>
                  <a:cubicBezTo>
                    <a:pt x="17" y="216"/>
                    <a:pt x="17" y="216"/>
                    <a:pt x="17" y="216"/>
                  </a:cubicBezTo>
                  <a:cubicBezTo>
                    <a:pt x="17" y="215"/>
                    <a:pt x="17" y="215"/>
                    <a:pt x="17" y="215"/>
                  </a:cubicBezTo>
                  <a:cubicBezTo>
                    <a:pt x="17" y="215"/>
                    <a:pt x="17" y="215"/>
                    <a:pt x="17" y="215"/>
                  </a:cubicBezTo>
                  <a:cubicBezTo>
                    <a:pt x="18" y="214"/>
                    <a:pt x="18" y="214"/>
                    <a:pt x="18" y="214"/>
                  </a:cubicBezTo>
                  <a:cubicBezTo>
                    <a:pt x="18" y="214"/>
                    <a:pt x="18" y="214"/>
                    <a:pt x="18" y="214"/>
                  </a:cubicBezTo>
                  <a:cubicBezTo>
                    <a:pt x="17" y="215"/>
                    <a:pt x="17" y="215"/>
                    <a:pt x="17" y="216"/>
                  </a:cubicBezTo>
                  <a:cubicBezTo>
                    <a:pt x="17" y="216"/>
                    <a:pt x="17" y="216"/>
                    <a:pt x="17" y="216"/>
                  </a:cubicBezTo>
                  <a:cubicBezTo>
                    <a:pt x="16" y="216"/>
                    <a:pt x="16" y="215"/>
                    <a:pt x="16" y="215"/>
                  </a:cubicBezTo>
                  <a:cubicBezTo>
                    <a:pt x="14" y="214"/>
                    <a:pt x="17" y="214"/>
                    <a:pt x="18" y="214"/>
                  </a:cubicBezTo>
                  <a:cubicBezTo>
                    <a:pt x="18" y="214"/>
                    <a:pt x="18" y="214"/>
                    <a:pt x="18" y="214"/>
                  </a:cubicBezTo>
                  <a:cubicBezTo>
                    <a:pt x="18" y="214"/>
                    <a:pt x="18" y="214"/>
                    <a:pt x="18" y="214"/>
                  </a:cubicBezTo>
                  <a:cubicBezTo>
                    <a:pt x="18" y="214"/>
                    <a:pt x="18" y="214"/>
                    <a:pt x="18" y="214"/>
                  </a:cubicBezTo>
                  <a:cubicBezTo>
                    <a:pt x="17" y="214"/>
                    <a:pt x="17" y="215"/>
                    <a:pt x="17" y="215"/>
                  </a:cubicBezTo>
                  <a:cubicBezTo>
                    <a:pt x="17" y="215"/>
                    <a:pt x="17" y="215"/>
                    <a:pt x="17" y="215"/>
                  </a:cubicBezTo>
                  <a:cubicBezTo>
                    <a:pt x="17" y="216"/>
                    <a:pt x="17" y="216"/>
                    <a:pt x="17" y="216"/>
                  </a:cubicBezTo>
                  <a:cubicBezTo>
                    <a:pt x="18" y="215"/>
                    <a:pt x="18" y="215"/>
                    <a:pt x="18" y="215"/>
                  </a:cubicBezTo>
                  <a:cubicBezTo>
                    <a:pt x="18" y="215"/>
                    <a:pt x="18" y="214"/>
                    <a:pt x="18" y="214"/>
                  </a:cubicBezTo>
                  <a:cubicBezTo>
                    <a:pt x="18" y="214"/>
                    <a:pt x="18" y="214"/>
                    <a:pt x="18" y="214"/>
                  </a:cubicBezTo>
                  <a:cubicBezTo>
                    <a:pt x="18" y="215"/>
                    <a:pt x="17" y="215"/>
                    <a:pt x="17" y="215"/>
                  </a:cubicBezTo>
                  <a:cubicBezTo>
                    <a:pt x="17" y="215"/>
                    <a:pt x="17" y="215"/>
                    <a:pt x="18" y="215"/>
                  </a:cubicBezTo>
                  <a:cubicBezTo>
                    <a:pt x="17" y="215"/>
                    <a:pt x="17" y="215"/>
                    <a:pt x="17" y="215"/>
                  </a:cubicBezTo>
                  <a:cubicBezTo>
                    <a:pt x="18" y="214"/>
                    <a:pt x="18" y="214"/>
                    <a:pt x="18" y="214"/>
                  </a:cubicBezTo>
                  <a:cubicBezTo>
                    <a:pt x="18" y="214"/>
                    <a:pt x="18" y="214"/>
                    <a:pt x="18" y="214"/>
                  </a:cubicBezTo>
                  <a:cubicBezTo>
                    <a:pt x="18" y="214"/>
                    <a:pt x="18" y="214"/>
                    <a:pt x="18" y="214"/>
                  </a:cubicBezTo>
                  <a:cubicBezTo>
                    <a:pt x="18" y="214"/>
                    <a:pt x="18" y="214"/>
                    <a:pt x="18" y="214"/>
                  </a:cubicBezTo>
                  <a:cubicBezTo>
                    <a:pt x="18" y="214"/>
                    <a:pt x="18" y="214"/>
                    <a:pt x="18" y="214"/>
                  </a:cubicBezTo>
                  <a:cubicBezTo>
                    <a:pt x="18" y="213"/>
                    <a:pt x="18" y="213"/>
                    <a:pt x="18" y="213"/>
                  </a:cubicBezTo>
                  <a:cubicBezTo>
                    <a:pt x="18" y="213"/>
                    <a:pt x="18" y="213"/>
                    <a:pt x="18" y="213"/>
                  </a:cubicBezTo>
                  <a:cubicBezTo>
                    <a:pt x="18" y="213"/>
                    <a:pt x="18" y="213"/>
                    <a:pt x="18" y="213"/>
                  </a:cubicBezTo>
                  <a:cubicBezTo>
                    <a:pt x="18" y="213"/>
                    <a:pt x="18" y="213"/>
                    <a:pt x="18" y="213"/>
                  </a:cubicBezTo>
                  <a:cubicBezTo>
                    <a:pt x="18" y="213"/>
                    <a:pt x="18" y="213"/>
                    <a:pt x="18" y="213"/>
                  </a:cubicBezTo>
                  <a:cubicBezTo>
                    <a:pt x="18" y="212"/>
                    <a:pt x="18" y="212"/>
                    <a:pt x="18" y="212"/>
                  </a:cubicBezTo>
                  <a:cubicBezTo>
                    <a:pt x="18" y="212"/>
                    <a:pt x="18" y="212"/>
                    <a:pt x="18" y="212"/>
                  </a:cubicBezTo>
                  <a:cubicBezTo>
                    <a:pt x="18" y="212"/>
                    <a:pt x="18" y="212"/>
                    <a:pt x="18" y="212"/>
                  </a:cubicBezTo>
                  <a:cubicBezTo>
                    <a:pt x="18" y="212"/>
                    <a:pt x="18" y="212"/>
                    <a:pt x="18" y="212"/>
                  </a:cubicBezTo>
                  <a:cubicBezTo>
                    <a:pt x="18" y="212"/>
                    <a:pt x="18" y="212"/>
                    <a:pt x="18" y="212"/>
                  </a:cubicBezTo>
                  <a:cubicBezTo>
                    <a:pt x="18" y="212"/>
                    <a:pt x="18" y="212"/>
                    <a:pt x="18" y="212"/>
                  </a:cubicBezTo>
                  <a:cubicBezTo>
                    <a:pt x="18" y="212"/>
                    <a:pt x="18" y="212"/>
                    <a:pt x="18" y="212"/>
                  </a:cubicBezTo>
                  <a:cubicBezTo>
                    <a:pt x="18" y="212"/>
                    <a:pt x="18" y="212"/>
                    <a:pt x="18" y="212"/>
                  </a:cubicBezTo>
                  <a:cubicBezTo>
                    <a:pt x="18" y="212"/>
                    <a:pt x="18" y="212"/>
                    <a:pt x="18" y="212"/>
                  </a:cubicBezTo>
                  <a:cubicBezTo>
                    <a:pt x="18" y="212"/>
                    <a:pt x="18" y="212"/>
                    <a:pt x="18" y="212"/>
                  </a:cubicBezTo>
                  <a:cubicBezTo>
                    <a:pt x="18" y="212"/>
                    <a:pt x="18" y="212"/>
                    <a:pt x="18" y="212"/>
                  </a:cubicBezTo>
                  <a:cubicBezTo>
                    <a:pt x="18" y="212"/>
                    <a:pt x="18" y="212"/>
                    <a:pt x="18" y="212"/>
                  </a:cubicBezTo>
                  <a:cubicBezTo>
                    <a:pt x="18" y="212"/>
                    <a:pt x="18" y="212"/>
                    <a:pt x="18" y="212"/>
                  </a:cubicBezTo>
                  <a:cubicBezTo>
                    <a:pt x="18" y="212"/>
                    <a:pt x="18" y="212"/>
                    <a:pt x="18" y="212"/>
                  </a:cubicBezTo>
                  <a:cubicBezTo>
                    <a:pt x="18" y="212"/>
                    <a:pt x="18" y="212"/>
                    <a:pt x="18" y="212"/>
                  </a:cubicBezTo>
                  <a:cubicBezTo>
                    <a:pt x="18" y="212"/>
                    <a:pt x="18" y="212"/>
                    <a:pt x="19" y="212"/>
                  </a:cubicBezTo>
                  <a:cubicBezTo>
                    <a:pt x="19" y="212"/>
                    <a:pt x="19" y="212"/>
                    <a:pt x="19" y="212"/>
                  </a:cubicBezTo>
                  <a:cubicBezTo>
                    <a:pt x="19" y="212"/>
                    <a:pt x="19" y="212"/>
                    <a:pt x="19" y="212"/>
                  </a:cubicBezTo>
                  <a:cubicBezTo>
                    <a:pt x="19" y="212"/>
                    <a:pt x="19" y="212"/>
                    <a:pt x="19" y="212"/>
                  </a:cubicBezTo>
                  <a:cubicBezTo>
                    <a:pt x="20" y="212"/>
                    <a:pt x="19" y="213"/>
                    <a:pt x="19" y="213"/>
                  </a:cubicBezTo>
                  <a:cubicBezTo>
                    <a:pt x="19" y="213"/>
                    <a:pt x="19" y="213"/>
                    <a:pt x="19" y="213"/>
                  </a:cubicBezTo>
                  <a:cubicBezTo>
                    <a:pt x="19" y="213"/>
                    <a:pt x="19" y="213"/>
                    <a:pt x="19" y="213"/>
                  </a:cubicBezTo>
                  <a:cubicBezTo>
                    <a:pt x="19" y="213"/>
                    <a:pt x="19" y="213"/>
                    <a:pt x="19" y="213"/>
                  </a:cubicBezTo>
                  <a:cubicBezTo>
                    <a:pt x="19" y="213"/>
                    <a:pt x="19" y="213"/>
                    <a:pt x="19" y="213"/>
                  </a:cubicBezTo>
                  <a:cubicBezTo>
                    <a:pt x="19" y="213"/>
                    <a:pt x="19" y="213"/>
                    <a:pt x="19" y="213"/>
                  </a:cubicBezTo>
                  <a:cubicBezTo>
                    <a:pt x="19" y="213"/>
                    <a:pt x="19" y="213"/>
                    <a:pt x="19" y="213"/>
                  </a:cubicBezTo>
                  <a:cubicBezTo>
                    <a:pt x="19" y="213"/>
                    <a:pt x="19" y="213"/>
                    <a:pt x="19" y="213"/>
                  </a:cubicBezTo>
                  <a:cubicBezTo>
                    <a:pt x="19" y="213"/>
                    <a:pt x="19" y="213"/>
                    <a:pt x="19" y="213"/>
                  </a:cubicBezTo>
                  <a:cubicBezTo>
                    <a:pt x="19" y="213"/>
                    <a:pt x="19" y="213"/>
                    <a:pt x="19" y="213"/>
                  </a:cubicBezTo>
                  <a:cubicBezTo>
                    <a:pt x="19" y="213"/>
                    <a:pt x="19" y="213"/>
                    <a:pt x="18" y="213"/>
                  </a:cubicBezTo>
                  <a:cubicBezTo>
                    <a:pt x="19" y="213"/>
                    <a:pt x="19" y="213"/>
                    <a:pt x="19" y="212"/>
                  </a:cubicBezTo>
                  <a:cubicBezTo>
                    <a:pt x="19" y="212"/>
                    <a:pt x="19" y="212"/>
                    <a:pt x="19" y="212"/>
                  </a:cubicBezTo>
                  <a:cubicBezTo>
                    <a:pt x="19" y="212"/>
                    <a:pt x="19" y="212"/>
                    <a:pt x="19" y="212"/>
                  </a:cubicBezTo>
                  <a:cubicBezTo>
                    <a:pt x="19" y="212"/>
                    <a:pt x="19" y="212"/>
                    <a:pt x="19" y="212"/>
                  </a:cubicBezTo>
                  <a:cubicBezTo>
                    <a:pt x="19" y="212"/>
                    <a:pt x="19" y="212"/>
                    <a:pt x="19" y="212"/>
                  </a:cubicBezTo>
                  <a:cubicBezTo>
                    <a:pt x="19" y="212"/>
                    <a:pt x="19" y="212"/>
                    <a:pt x="19" y="212"/>
                  </a:cubicBezTo>
                  <a:cubicBezTo>
                    <a:pt x="19" y="212"/>
                    <a:pt x="18" y="212"/>
                    <a:pt x="18" y="212"/>
                  </a:cubicBezTo>
                  <a:cubicBezTo>
                    <a:pt x="18" y="212"/>
                    <a:pt x="18" y="212"/>
                    <a:pt x="18" y="212"/>
                  </a:cubicBezTo>
                  <a:cubicBezTo>
                    <a:pt x="18" y="212"/>
                    <a:pt x="18" y="212"/>
                    <a:pt x="18" y="212"/>
                  </a:cubicBezTo>
                  <a:cubicBezTo>
                    <a:pt x="18" y="212"/>
                    <a:pt x="18" y="212"/>
                    <a:pt x="18" y="212"/>
                  </a:cubicBezTo>
                  <a:cubicBezTo>
                    <a:pt x="18" y="212"/>
                    <a:pt x="18" y="212"/>
                    <a:pt x="18" y="212"/>
                  </a:cubicBezTo>
                  <a:cubicBezTo>
                    <a:pt x="18" y="212"/>
                    <a:pt x="18" y="212"/>
                    <a:pt x="18" y="212"/>
                  </a:cubicBezTo>
                  <a:cubicBezTo>
                    <a:pt x="18" y="212"/>
                    <a:pt x="18" y="213"/>
                    <a:pt x="18" y="213"/>
                  </a:cubicBezTo>
                  <a:cubicBezTo>
                    <a:pt x="18" y="213"/>
                    <a:pt x="18" y="213"/>
                    <a:pt x="18" y="213"/>
                  </a:cubicBezTo>
                  <a:cubicBezTo>
                    <a:pt x="18" y="213"/>
                    <a:pt x="18" y="213"/>
                    <a:pt x="18" y="213"/>
                  </a:cubicBezTo>
                  <a:cubicBezTo>
                    <a:pt x="18" y="213"/>
                    <a:pt x="18" y="213"/>
                    <a:pt x="18" y="213"/>
                  </a:cubicBezTo>
                  <a:cubicBezTo>
                    <a:pt x="18" y="213"/>
                    <a:pt x="18" y="213"/>
                    <a:pt x="18" y="213"/>
                  </a:cubicBezTo>
                  <a:cubicBezTo>
                    <a:pt x="18" y="213"/>
                    <a:pt x="18" y="213"/>
                    <a:pt x="18" y="213"/>
                  </a:cubicBezTo>
                  <a:cubicBezTo>
                    <a:pt x="18" y="213"/>
                    <a:pt x="19" y="213"/>
                    <a:pt x="19" y="213"/>
                  </a:cubicBezTo>
                  <a:cubicBezTo>
                    <a:pt x="18" y="213"/>
                    <a:pt x="18" y="213"/>
                    <a:pt x="18" y="213"/>
                  </a:cubicBezTo>
                  <a:cubicBezTo>
                    <a:pt x="18" y="213"/>
                    <a:pt x="18" y="214"/>
                    <a:pt x="18" y="214"/>
                  </a:cubicBezTo>
                  <a:cubicBezTo>
                    <a:pt x="18" y="214"/>
                    <a:pt x="18" y="214"/>
                    <a:pt x="18" y="213"/>
                  </a:cubicBezTo>
                  <a:cubicBezTo>
                    <a:pt x="18" y="214"/>
                    <a:pt x="18" y="214"/>
                    <a:pt x="18" y="214"/>
                  </a:cubicBezTo>
                  <a:cubicBezTo>
                    <a:pt x="18" y="214"/>
                    <a:pt x="18" y="214"/>
                    <a:pt x="18" y="214"/>
                  </a:cubicBezTo>
                  <a:cubicBezTo>
                    <a:pt x="18" y="214"/>
                    <a:pt x="18" y="214"/>
                    <a:pt x="18" y="214"/>
                  </a:cubicBezTo>
                  <a:cubicBezTo>
                    <a:pt x="18" y="214"/>
                    <a:pt x="18" y="214"/>
                    <a:pt x="18" y="214"/>
                  </a:cubicBezTo>
                  <a:cubicBezTo>
                    <a:pt x="18" y="215"/>
                    <a:pt x="18" y="215"/>
                    <a:pt x="18" y="215"/>
                  </a:cubicBezTo>
                  <a:cubicBezTo>
                    <a:pt x="18" y="215"/>
                    <a:pt x="18" y="215"/>
                    <a:pt x="18" y="215"/>
                  </a:cubicBezTo>
                  <a:cubicBezTo>
                    <a:pt x="18" y="215"/>
                    <a:pt x="18" y="215"/>
                    <a:pt x="18" y="215"/>
                  </a:cubicBezTo>
                  <a:cubicBezTo>
                    <a:pt x="18" y="215"/>
                    <a:pt x="18" y="215"/>
                    <a:pt x="18" y="215"/>
                  </a:cubicBezTo>
                  <a:cubicBezTo>
                    <a:pt x="18" y="215"/>
                    <a:pt x="18" y="215"/>
                    <a:pt x="18" y="215"/>
                  </a:cubicBezTo>
                  <a:cubicBezTo>
                    <a:pt x="18" y="216"/>
                    <a:pt x="18" y="216"/>
                    <a:pt x="18" y="216"/>
                  </a:cubicBezTo>
                  <a:cubicBezTo>
                    <a:pt x="18" y="216"/>
                    <a:pt x="18" y="216"/>
                    <a:pt x="18" y="216"/>
                  </a:cubicBezTo>
                  <a:cubicBezTo>
                    <a:pt x="19" y="216"/>
                    <a:pt x="18" y="215"/>
                    <a:pt x="19" y="215"/>
                  </a:cubicBezTo>
                  <a:cubicBezTo>
                    <a:pt x="19" y="215"/>
                    <a:pt x="19" y="215"/>
                    <a:pt x="19" y="215"/>
                  </a:cubicBezTo>
                  <a:cubicBezTo>
                    <a:pt x="19" y="215"/>
                    <a:pt x="19" y="215"/>
                    <a:pt x="19" y="215"/>
                  </a:cubicBezTo>
                  <a:cubicBezTo>
                    <a:pt x="19" y="215"/>
                    <a:pt x="19" y="216"/>
                    <a:pt x="19" y="216"/>
                  </a:cubicBezTo>
                  <a:cubicBezTo>
                    <a:pt x="19" y="216"/>
                    <a:pt x="19" y="216"/>
                    <a:pt x="19" y="215"/>
                  </a:cubicBezTo>
                  <a:cubicBezTo>
                    <a:pt x="19" y="216"/>
                    <a:pt x="19" y="216"/>
                    <a:pt x="19" y="216"/>
                  </a:cubicBezTo>
                  <a:cubicBezTo>
                    <a:pt x="19" y="215"/>
                    <a:pt x="20" y="217"/>
                    <a:pt x="20" y="215"/>
                  </a:cubicBezTo>
                  <a:cubicBezTo>
                    <a:pt x="19" y="215"/>
                    <a:pt x="19" y="215"/>
                    <a:pt x="19" y="215"/>
                  </a:cubicBezTo>
                  <a:cubicBezTo>
                    <a:pt x="20" y="215"/>
                    <a:pt x="18" y="215"/>
                    <a:pt x="19" y="214"/>
                  </a:cubicBezTo>
                  <a:cubicBezTo>
                    <a:pt x="19" y="214"/>
                    <a:pt x="19" y="214"/>
                    <a:pt x="19" y="214"/>
                  </a:cubicBezTo>
                  <a:cubicBezTo>
                    <a:pt x="19" y="214"/>
                    <a:pt x="19" y="214"/>
                    <a:pt x="19" y="213"/>
                  </a:cubicBezTo>
                  <a:cubicBezTo>
                    <a:pt x="19" y="213"/>
                    <a:pt x="19" y="214"/>
                    <a:pt x="19" y="214"/>
                  </a:cubicBezTo>
                  <a:cubicBezTo>
                    <a:pt x="19" y="214"/>
                    <a:pt x="19" y="214"/>
                    <a:pt x="19" y="214"/>
                  </a:cubicBezTo>
                  <a:cubicBezTo>
                    <a:pt x="19" y="214"/>
                    <a:pt x="20" y="214"/>
                    <a:pt x="20" y="214"/>
                  </a:cubicBezTo>
                  <a:cubicBezTo>
                    <a:pt x="20" y="214"/>
                    <a:pt x="19" y="214"/>
                    <a:pt x="20" y="215"/>
                  </a:cubicBezTo>
                  <a:cubicBezTo>
                    <a:pt x="22" y="215"/>
                    <a:pt x="22" y="215"/>
                    <a:pt x="22" y="215"/>
                  </a:cubicBezTo>
                  <a:cubicBezTo>
                    <a:pt x="21" y="216"/>
                    <a:pt x="21" y="216"/>
                    <a:pt x="21" y="216"/>
                  </a:cubicBezTo>
                  <a:cubicBezTo>
                    <a:pt x="20" y="216"/>
                    <a:pt x="20" y="216"/>
                    <a:pt x="20" y="216"/>
                  </a:cubicBezTo>
                  <a:cubicBezTo>
                    <a:pt x="21" y="216"/>
                    <a:pt x="21" y="216"/>
                    <a:pt x="21" y="216"/>
                  </a:cubicBezTo>
                  <a:cubicBezTo>
                    <a:pt x="20" y="217"/>
                    <a:pt x="20" y="217"/>
                    <a:pt x="20" y="217"/>
                  </a:cubicBezTo>
                  <a:cubicBezTo>
                    <a:pt x="21" y="216"/>
                    <a:pt x="21" y="216"/>
                    <a:pt x="21" y="216"/>
                  </a:cubicBezTo>
                  <a:cubicBezTo>
                    <a:pt x="21" y="217"/>
                    <a:pt x="21" y="217"/>
                    <a:pt x="21" y="217"/>
                  </a:cubicBezTo>
                  <a:cubicBezTo>
                    <a:pt x="20" y="218"/>
                    <a:pt x="23" y="217"/>
                    <a:pt x="22" y="218"/>
                  </a:cubicBezTo>
                  <a:cubicBezTo>
                    <a:pt x="21" y="218"/>
                    <a:pt x="20" y="219"/>
                    <a:pt x="20" y="219"/>
                  </a:cubicBezTo>
                  <a:cubicBezTo>
                    <a:pt x="22" y="218"/>
                    <a:pt x="23" y="219"/>
                    <a:pt x="25" y="218"/>
                  </a:cubicBezTo>
                  <a:cubicBezTo>
                    <a:pt x="24" y="219"/>
                    <a:pt x="21" y="219"/>
                    <a:pt x="20" y="220"/>
                  </a:cubicBezTo>
                  <a:cubicBezTo>
                    <a:pt x="22" y="220"/>
                    <a:pt x="19" y="222"/>
                    <a:pt x="22" y="221"/>
                  </a:cubicBezTo>
                  <a:cubicBezTo>
                    <a:pt x="22" y="220"/>
                    <a:pt x="23" y="221"/>
                    <a:pt x="25" y="220"/>
                  </a:cubicBezTo>
                  <a:cubicBezTo>
                    <a:pt x="25" y="222"/>
                    <a:pt x="23" y="221"/>
                    <a:pt x="23" y="222"/>
                  </a:cubicBezTo>
                  <a:cubicBezTo>
                    <a:pt x="23" y="222"/>
                    <a:pt x="25" y="222"/>
                    <a:pt x="26" y="221"/>
                  </a:cubicBezTo>
                  <a:cubicBezTo>
                    <a:pt x="26" y="222"/>
                    <a:pt x="28" y="222"/>
                    <a:pt x="27" y="223"/>
                  </a:cubicBezTo>
                  <a:cubicBezTo>
                    <a:pt x="25" y="224"/>
                    <a:pt x="26" y="222"/>
                    <a:pt x="25" y="223"/>
                  </a:cubicBezTo>
                  <a:cubicBezTo>
                    <a:pt x="25" y="224"/>
                    <a:pt x="29" y="222"/>
                    <a:pt x="30" y="224"/>
                  </a:cubicBezTo>
                  <a:cubicBezTo>
                    <a:pt x="31" y="223"/>
                    <a:pt x="34" y="223"/>
                    <a:pt x="35" y="224"/>
                  </a:cubicBezTo>
                  <a:cubicBezTo>
                    <a:pt x="35" y="226"/>
                    <a:pt x="34" y="223"/>
                    <a:pt x="32" y="224"/>
                  </a:cubicBezTo>
                  <a:cubicBezTo>
                    <a:pt x="32" y="225"/>
                    <a:pt x="32" y="225"/>
                    <a:pt x="32" y="225"/>
                  </a:cubicBezTo>
                  <a:cubicBezTo>
                    <a:pt x="30" y="227"/>
                    <a:pt x="27" y="224"/>
                    <a:pt x="25" y="225"/>
                  </a:cubicBezTo>
                  <a:cubicBezTo>
                    <a:pt x="26" y="226"/>
                    <a:pt x="26" y="226"/>
                    <a:pt x="26" y="226"/>
                  </a:cubicBezTo>
                  <a:cubicBezTo>
                    <a:pt x="25" y="226"/>
                    <a:pt x="24" y="226"/>
                    <a:pt x="23" y="227"/>
                  </a:cubicBezTo>
                  <a:cubicBezTo>
                    <a:pt x="25" y="226"/>
                    <a:pt x="24" y="228"/>
                    <a:pt x="25" y="228"/>
                  </a:cubicBezTo>
                  <a:cubicBezTo>
                    <a:pt x="26" y="228"/>
                    <a:pt x="24" y="228"/>
                    <a:pt x="25" y="228"/>
                  </a:cubicBezTo>
                  <a:cubicBezTo>
                    <a:pt x="26" y="228"/>
                    <a:pt x="29" y="228"/>
                    <a:pt x="28" y="230"/>
                  </a:cubicBezTo>
                  <a:cubicBezTo>
                    <a:pt x="27" y="229"/>
                    <a:pt x="26" y="230"/>
                    <a:pt x="25" y="230"/>
                  </a:cubicBezTo>
                  <a:cubicBezTo>
                    <a:pt x="24" y="231"/>
                    <a:pt x="27" y="230"/>
                    <a:pt x="26" y="231"/>
                  </a:cubicBezTo>
                  <a:cubicBezTo>
                    <a:pt x="25" y="231"/>
                    <a:pt x="25" y="231"/>
                    <a:pt x="25" y="231"/>
                  </a:cubicBezTo>
                  <a:cubicBezTo>
                    <a:pt x="25" y="233"/>
                    <a:pt x="26" y="241"/>
                    <a:pt x="32" y="242"/>
                  </a:cubicBezTo>
                  <a:cubicBezTo>
                    <a:pt x="31" y="243"/>
                    <a:pt x="31" y="245"/>
                    <a:pt x="30" y="247"/>
                  </a:cubicBezTo>
                  <a:cubicBezTo>
                    <a:pt x="31" y="246"/>
                    <a:pt x="32" y="246"/>
                    <a:pt x="33" y="247"/>
                  </a:cubicBezTo>
                  <a:cubicBezTo>
                    <a:pt x="31" y="248"/>
                    <a:pt x="31" y="248"/>
                    <a:pt x="31" y="248"/>
                  </a:cubicBezTo>
                  <a:cubicBezTo>
                    <a:pt x="30" y="250"/>
                    <a:pt x="33" y="251"/>
                    <a:pt x="34" y="251"/>
                  </a:cubicBezTo>
                  <a:cubicBezTo>
                    <a:pt x="33" y="252"/>
                    <a:pt x="33" y="252"/>
                    <a:pt x="33" y="252"/>
                  </a:cubicBezTo>
                  <a:cubicBezTo>
                    <a:pt x="32" y="254"/>
                    <a:pt x="34" y="253"/>
                    <a:pt x="35" y="253"/>
                  </a:cubicBezTo>
                  <a:cubicBezTo>
                    <a:pt x="34" y="254"/>
                    <a:pt x="34" y="254"/>
                    <a:pt x="34" y="254"/>
                  </a:cubicBezTo>
                  <a:cubicBezTo>
                    <a:pt x="35" y="254"/>
                    <a:pt x="35" y="254"/>
                    <a:pt x="35" y="254"/>
                  </a:cubicBezTo>
                  <a:cubicBezTo>
                    <a:pt x="36" y="255"/>
                    <a:pt x="36" y="256"/>
                    <a:pt x="34" y="257"/>
                  </a:cubicBezTo>
                  <a:cubicBezTo>
                    <a:pt x="35" y="257"/>
                    <a:pt x="35" y="257"/>
                    <a:pt x="36" y="256"/>
                  </a:cubicBezTo>
                  <a:cubicBezTo>
                    <a:pt x="35" y="258"/>
                    <a:pt x="36" y="261"/>
                    <a:pt x="38" y="262"/>
                  </a:cubicBezTo>
                  <a:cubicBezTo>
                    <a:pt x="38" y="261"/>
                    <a:pt x="39" y="261"/>
                    <a:pt x="40" y="260"/>
                  </a:cubicBezTo>
                  <a:cubicBezTo>
                    <a:pt x="42" y="259"/>
                    <a:pt x="40" y="260"/>
                    <a:pt x="41" y="260"/>
                  </a:cubicBezTo>
                  <a:cubicBezTo>
                    <a:pt x="41" y="261"/>
                    <a:pt x="40" y="262"/>
                    <a:pt x="39" y="262"/>
                  </a:cubicBezTo>
                  <a:cubicBezTo>
                    <a:pt x="38" y="265"/>
                    <a:pt x="42" y="267"/>
                    <a:pt x="44" y="270"/>
                  </a:cubicBezTo>
                  <a:cubicBezTo>
                    <a:pt x="44" y="270"/>
                    <a:pt x="44" y="270"/>
                    <a:pt x="45" y="270"/>
                  </a:cubicBezTo>
                  <a:cubicBezTo>
                    <a:pt x="44" y="273"/>
                    <a:pt x="48" y="273"/>
                    <a:pt x="48" y="276"/>
                  </a:cubicBezTo>
                  <a:cubicBezTo>
                    <a:pt x="49" y="275"/>
                    <a:pt x="51" y="273"/>
                    <a:pt x="52" y="274"/>
                  </a:cubicBezTo>
                  <a:cubicBezTo>
                    <a:pt x="54" y="274"/>
                    <a:pt x="50" y="276"/>
                    <a:pt x="50" y="279"/>
                  </a:cubicBezTo>
                  <a:cubicBezTo>
                    <a:pt x="51" y="278"/>
                    <a:pt x="52" y="279"/>
                    <a:pt x="53" y="279"/>
                  </a:cubicBezTo>
                  <a:cubicBezTo>
                    <a:pt x="52" y="280"/>
                    <a:pt x="52" y="280"/>
                    <a:pt x="52" y="280"/>
                  </a:cubicBezTo>
                  <a:cubicBezTo>
                    <a:pt x="54" y="279"/>
                    <a:pt x="55" y="280"/>
                    <a:pt x="55" y="281"/>
                  </a:cubicBezTo>
                  <a:cubicBezTo>
                    <a:pt x="55" y="281"/>
                    <a:pt x="55" y="281"/>
                    <a:pt x="55" y="281"/>
                  </a:cubicBezTo>
                  <a:cubicBezTo>
                    <a:pt x="55" y="282"/>
                    <a:pt x="55" y="283"/>
                    <a:pt x="56" y="284"/>
                  </a:cubicBezTo>
                  <a:cubicBezTo>
                    <a:pt x="57" y="282"/>
                    <a:pt x="58" y="284"/>
                    <a:pt x="59" y="283"/>
                  </a:cubicBezTo>
                  <a:cubicBezTo>
                    <a:pt x="59" y="284"/>
                    <a:pt x="59" y="284"/>
                    <a:pt x="59" y="284"/>
                  </a:cubicBezTo>
                  <a:cubicBezTo>
                    <a:pt x="60" y="283"/>
                    <a:pt x="60" y="283"/>
                    <a:pt x="60" y="283"/>
                  </a:cubicBezTo>
                  <a:cubicBezTo>
                    <a:pt x="61" y="285"/>
                    <a:pt x="61" y="285"/>
                    <a:pt x="61" y="285"/>
                  </a:cubicBezTo>
                  <a:cubicBezTo>
                    <a:pt x="59" y="285"/>
                    <a:pt x="59" y="285"/>
                    <a:pt x="59" y="285"/>
                  </a:cubicBezTo>
                  <a:cubicBezTo>
                    <a:pt x="60" y="287"/>
                    <a:pt x="60" y="285"/>
                    <a:pt x="62" y="284"/>
                  </a:cubicBezTo>
                  <a:cubicBezTo>
                    <a:pt x="63" y="284"/>
                    <a:pt x="62" y="285"/>
                    <a:pt x="62" y="286"/>
                  </a:cubicBezTo>
                  <a:cubicBezTo>
                    <a:pt x="62" y="287"/>
                    <a:pt x="62" y="285"/>
                    <a:pt x="61" y="285"/>
                  </a:cubicBezTo>
                  <a:cubicBezTo>
                    <a:pt x="60" y="286"/>
                    <a:pt x="62" y="286"/>
                    <a:pt x="61" y="287"/>
                  </a:cubicBezTo>
                  <a:cubicBezTo>
                    <a:pt x="62" y="287"/>
                    <a:pt x="63" y="286"/>
                    <a:pt x="63" y="286"/>
                  </a:cubicBezTo>
                  <a:cubicBezTo>
                    <a:pt x="64" y="287"/>
                    <a:pt x="65" y="287"/>
                    <a:pt x="65" y="289"/>
                  </a:cubicBezTo>
                  <a:cubicBezTo>
                    <a:pt x="65" y="288"/>
                    <a:pt x="66" y="289"/>
                    <a:pt x="67" y="288"/>
                  </a:cubicBezTo>
                  <a:cubicBezTo>
                    <a:pt x="66" y="288"/>
                    <a:pt x="66" y="287"/>
                    <a:pt x="66" y="286"/>
                  </a:cubicBezTo>
                  <a:cubicBezTo>
                    <a:pt x="67" y="286"/>
                    <a:pt x="68" y="286"/>
                    <a:pt x="68" y="287"/>
                  </a:cubicBezTo>
                  <a:cubicBezTo>
                    <a:pt x="67" y="287"/>
                    <a:pt x="67" y="287"/>
                    <a:pt x="67" y="287"/>
                  </a:cubicBezTo>
                  <a:cubicBezTo>
                    <a:pt x="68" y="287"/>
                    <a:pt x="69" y="288"/>
                    <a:pt x="69" y="286"/>
                  </a:cubicBezTo>
                  <a:cubicBezTo>
                    <a:pt x="69" y="289"/>
                    <a:pt x="69" y="289"/>
                    <a:pt x="69" y="289"/>
                  </a:cubicBezTo>
                  <a:cubicBezTo>
                    <a:pt x="70" y="288"/>
                    <a:pt x="71" y="288"/>
                    <a:pt x="72" y="288"/>
                  </a:cubicBezTo>
                  <a:cubicBezTo>
                    <a:pt x="71" y="290"/>
                    <a:pt x="69" y="291"/>
                    <a:pt x="71" y="292"/>
                  </a:cubicBezTo>
                  <a:cubicBezTo>
                    <a:pt x="73" y="291"/>
                    <a:pt x="73" y="291"/>
                    <a:pt x="73" y="291"/>
                  </a:cubicBezTo>
                  <a:cubicBezTo>
                    <a:pt x="74" y="291"/>
                    <a:pt x="74" y="292"/>
                    <a:pt x="74" y="293"/>
                  </a:cubicBezTo>
                  <a:cubicBezTo>
                    <a:pt x="76" y="294"/>
                    <a:pt x="77" y="289"/>
                    <a:pt x="79" y="291"/>
                  </a:cubicBezTo>
                  <a:cubicBezTo>
                    <a:pt x="78" y="293"/>
                    <a:pt x="78" y="293"/>
                    <a:pt x="79" y="294"/>
                  </a:cubicBezTo>
                  <a:cubicBezTo>
                    <a:pt x="79" y="293"/>
                    <a:pt x="79" y="293"/>
                    <a:pt x="80" y="293"/>
                  </a:cubicBezTo>
                  <a:cubicBezTo>
                    <a:pt x="80" y="292"/>
                    <a:pt x="79" y="294"/>
                    <a:pt x="79" y="293"/>
                  </a:cubicBezTo>
                  <a:cubicBezTo>
                    <a:pt x="79" y="291"/>
                    <a:pt x="80" y="292"/>
                    <a:pt x="80" y="292"/>
                  </a:cubicBezTo>
                  <a:cubicBezTo>
                    <a:pt x="81" y="296"/>
                    <a:pt x="86" y="294"/>
                    <a:pt x="88" y="296"/>
                  </a:cubicBezTo>
                  <a:cubicBezTo>
                    <a:pt x="88" y="294"/>
                    <a:pt x="90" y="295"/>
                    <a:pt x="90" y="295"/>
                  </a:cubicBezTo>
                  <a:cubicBezTo>
                    <a:pt x="90" y="297"/>
                    <a:pt x="92" y="294"/>
                    <a:pt x="93" y="296"/>
                  </a:cubicBezTo>
                  <a:cubicBezTo>
                    <a:pt x="92" y="293"/>
                    <a:pt x="92" y="293"/>
                    <a:pt x="92" y="293"/>
                  </a:cubicBezTo>
                  <a:cubicBezTo>
                    <a:pt x="94" y="295"/>
                    <a:pt x="95" y="290"/>
                    <a:pt x="96" y="293"/>
                  </a:cubicBezTo>
                  <a:cubicBezTo>
                    <a:pt x="97" y="293"/>
                    <a:pt x="96" y="294"/>
                    <a:pt x="95" y="295"/>
                  </a:cubicBezTo>
                  <a:cubicBezTo>
                    <a:pt x="96" y="298"/>
                    <a:pt x="99" y="293"/>
                    <a:pt x="100" y="296"/>
                  </a:cubicBezTo>
                  <a:cubicBezTo>
                    <a:pt x="100" y="295"/>
                    <a:pt x="99" y="293"/>
                    <a:pt x="101" y="292"/>
                  </a:cubicBezTo>
                  <a:cubicBezTo>
                    <a:pt x="101" y="294"/>
                    <a:pt x="103" y="295"/>
                    <a:pt x="103" y="295"/>
                  </a:cubicBezTo>
                  <a:cubicBezTo>
                    <a:pt x="104" y="295"/>
                    <a:pt x="104" y="294"/>
                    <a:pt x="105" y="295"/>
                  </a:cubicBezTo>
                  <a:cubicBezTo>
                    <a:pt x="104" y="296"/>
                    <a:pt x="104" y="296"/>
                    <a:pt x="104" y="296"/>
                  </a:cubicBezTo>
                  <a:cubicBezTo>
                    <a:pt x="105" y="297"/>
                    <a:pt x="106" y="296"/>
                    <a:pt x="107" y="295"/>
                  </a:cubicBezTo>
                  <a:cubicBezTo>
                    <a:pt x="108" y="297"/>
                    <a:pt x="110" y="296"/>
                    <a:pt x="111" y="297"/>
                  </a:cubicBezTo>
                  <a:cubicBezTo>
                    <a:pt x="112" y="295"/>
                    <a:pt x="113" y="299"/>
                    <a:pt x="113" y="295"/>
                  </a:cubicBezTo>
                  <a:cubicBezTo>
                    <a:pt x="114" y="296"/>
                    <a:pt x="114" y="296"/>
                    <a:pt x="114" y="296"/>
                  </a:cubicBezTo>
                  <a:cubicBezTo>
                    <a:pt x="114" y="296"/>
                    <a:pt x="115" y="294"/>
                    <a:pt x="115" y="294"/>
                  </a:cubicBezTo>
                  <a:cubicBezTo>
                    <a:pt x="115" y="296"/>
                    <a:pt x="115" y="296"/>
                    <a:pt x="115" y="296"/>
                  </a:cubicBezTo>
                  <a:cubicBezTo>
                    <a:pt x="114" y="298"/>
                    <a:pt x="117" y="296"/>
                    <a:pt x="117" y="298"/>
                  </a:cubicBezTo>
                  <a:cubicBezTo>
                    <a:pt x="116" y="296"/>
                    <a:pt x="117" y="298"/>
                    <a:pt x="118" y="296"/>
                  </a:cubicBezTo>
                  <a:cubicBezTo>
                    <a:pt x="118" y="296"/>
                    <a:pt x="118" y="296"/>
                    <a:pt x="118" y="296"/>
                  </a:cubicBezTo>
                  <a:cubicBezTo>
                    <a:pt x="120" y="296"/>
                    <a:pt x="119" y="295"/>
                    <a:pt x="120" y="295"/>
                  </a:cubicBezTo>
                  <a:cubicBezTo>
                    <a:pt x="121" y="295"/>
                    <a:pt x="120" y="297"/>
                    <a:pt x="120" y="297"/>
                  </a:cubicBezTo>
                  <a:cubicBezTo>
                    <a:pt x="120" y="298"/>
                    <a:pt x="121" y="298"/>
                    <a:pt x="122" y="297"/>
                  </a:cubicBezTo>
                  <a:cubicBezTo>
                    <a:pt x="122" y="298"/>
                    <a:pt x="122" y="298"/>
                    <a:pt x="123" y="298"/>
                  </a:cubicBezTo>
                  <a:cubicBezTo>
                    <a:pt x="123" y="298"/>
                    <a:pt x="123" y="298"/>
                    <a:pt x="123" y="298"/>
                  </a:cubicBezTo>
                  <a:cubicBezTo>
                    <a:pt x="123" y="298"/>
                    <a:pt x="124" y="298"/>
                    <a:pt x="124" y="299"/>
                  </a:cubicBezTo>
                  <a:cubicBezTo>
                    <a:pt x="123" y="300"/>
                    <a:pt x="123" y="300"/>
                    <a:pt x="123" y="300"/>
                  </a:cubicBezTo>
                  <a:cubicBezTo>
                    <a:pt x="124" y="300"/>
                    <a:pt x="125" y="299"/>
                    <a:pt x="125" y="298"/>
                  </a:cubicBezTo>
                  <a:cubicBezTo>
                    <a:pt x="127" y="300"/>
                    <a:pt x="131" y="300"/>
                    <a:pt x="132" y="300"/>
                  </a:cubicBezTo>
                  <a:cubicBezTo>
                    <a:pt x="131" y="299"/>
                    <a:pt x="131" y="301"/>
                    <a:pt x="131" y="300"/>
                  </a:cubicBezTo>
                  <a:cubicBezTo>
                    <a:pt x="132" y="300"/>
                    <a:pt x="133" y="299"/>
                    <a:pt x="133" y="300"/>
                  </a:cubicBezTo>
                  <a:cubicBezTo>
                    <a:pt x="134" y="300"/>
                    <a:pt x="133" y="301"/>
                    <a:pt x="134" y="302"/>
                  </a:cubicBezTo>
                  <a:cubicBezTo>
                    <a:pt x="133" y="302"/>
                    <a:pt x="135" y="300"/>
                    <a:pt x="134" y="300"/>
                  </a:cubicBezTo>
                  <a:cubicBezTo>
                    <a:pt x="134" y="303"/>
                    <a:pt x="138" y="301"/>
                    <a:pt x="139" y="304"/>
                  </a:cubicBezTo>
                  <a:cubicBezTo>
                    <a:pt x="139" y="303"/>
                    <a:pt x="138" y="304"/>
                    <a:pt x="137" y="305"/>
                  </a:cubicBezTo>
                  <a:cubicBezTo>
                    <a:pt x="139" y="305"/>
                    <a:pt x="141" y="305"/>
                    <a:pt x="143" y="304"/>
                  </a:cubicBezTo>
                  <a:cubicBezTo>
                    <a:pt x="142" y="305"/>
                    <a:pt x="142" y="305"/>
                    <a:pt x="141" y="305"/>
                  </a:cubicBezTo>
                  <a:cubicBezTo>
                    <a:pt x="142" y="306"/>
                    <a:pt x="143" y="307"/>
                    <a:pt x="144" y="306"/>
                  </a:cubicBezTo>
                  <a:cubicBezTo>
                    <a:pt x="145" y="305"/>
                    <a:pt x="144" y="307"/>
                    <a:pt x="144" y="306"/>
                  </a:cubicBezTo>
                  <a:cubicBezTo>
                    <a:pt x="144" y="305"/>
                    <a:pt x="146" y="305"/>
                    <a:pt x="146" y="306"/>
                  </a:cubicBezTo>
                  <a:cubicBezTo>
                    <a:pt x="146" y="306"/>
                    <a:pt x="146" y="306"/>
                    <a:pt x="146" y="306"/>
                  </a:cubicBezTo>
                  <a:cubicBezTo>
                    <a:pt x="147" y="307"/>
                    <a:pt x="147" y="306"/>
                    <a:pt x="148" y="307"/>
                  </a:cubicBezTo>
                  <a:cubicBezTo>
                    <a:pt x="148" y="308"/>
                    <a:pt x="147" y="307"/>
                    <a:pt x="147" y="308"/>
                  </a:cubicBezTo>
                  <a:cubicBezTo>
                    <a:pt x="145" y="310"/>
                    <a:pt x="147" y="311"/>
                    <a:pt x="147" y="311"/>
                  </a:cubicBezTo>
                  <a:cubicBezTo>
                    <a:pt x="149" y="311"/>
                    <a:pt x="149" y="311"/>
                    <a:pt x="149" y="311"/>
                  </a:cubicBezTo>
                  <a:cubicBezTo>
                    <a:pt x="150" y="311"/>
                    <a:pt x="148" y="312"/>
                    <a:pt x="148" y="312"/>
                  </a:cubicBezTo>
                  <a:cubicBezTo>
                    <a:pt x="154" y="312"/>
                    <a:pt x="154" y="312"/>
                    <a:pt x="154" y="312"/>
                  </a:cubicBezTo>
                  <a:cubicBezTo>
                    <a:pt x="153" y="312"/>
                    <a:pt x="152" y="314"/>
                    <a:pt x="151" y="314"/>
                  </a:cubicBezTo>
                  <a:cubicBezTo>
                    <a:pt x="152" y="315"/>
                    <a:pt x="155" y="315"/>
                    <a:pt x="157" y="315"/>
                  </a:cubicBezTo>
                  <a:cubicBezTo>
                    <a:pt x="157" y="316"/>
                    <a:pt x="158" y="317"/>
                    <a:pt x="159" y="318"/>
                  </a:cubicBezTo>
                  <a:cubicBezTo>
                    <a:pt x="158" y="319"/>
                    <a:pt x="159" y="317"/>
                    <a:pt x="158" y="318"/>
                  </a:cubicBezTo>
                  <a:cubicBezTo>
                    <a:pt x="157" y="319"/>
                    <a:pt x="157" y="319"/>
                    <a:pt x="157" y="319"/>
                  </a:cubicBezTo>
                  <a:cubicBezTo>
                    <a:pt x="156" y="318"/>
                    <a:pt x="154" y="320"/>
                    <a:pt x="153" y="320"/>
                  </a:cubicBezTo>
                  <a:cubicBezTo>
                    <a:pt x="155" y="320"/>
                    <a:pt x="154" y="323"/>
                    <a:pt x="154" y="325"/>
                  </a:cubicBezTo>
                  <a:cubicBezTo>
                    <a:pt x="157" y="323"/>
                    <a:pt x="156" y="326"/>
                    <a:pt x="159" y="325"/>
                  </a:cubicBezTo>
                  <a:cubicBezTo>
                    <a:pt x="160" y="327"/>
                    <a:pt x="157" y="327"/>
                    <a:pt x="156" y="328"/>
                  </a:cubicBezTo>
                  <a:cubicBezTo>
                    <a:pt x="158" y="329"/>
                    <a:pt x="158" y="331"/>
                    <a:pt x="158" y="333"/>
                  </a:cubicBezTo>
                  <a:cubicBezTo>
                    <a:pt x="158" y="333"/>
                    <a:pt x="158" y="333"/>
                    <a:pt x="158" y="333"/>
                  </a:cubicBezTo>
                  <a:cubicBezTo>
                    <a:pt x="159" y="334"/>
                    <a:pt x="158" y="337"/>
                    <a:pt x="161" y="338"/>
                  </a:cubicBezTo>
                  <a:cubicBezTo>
                    <a:pt x="160" y="338"/>
                    <a:pt x="160" y="338"/>
                    <a:pt x="159" y="338"/>
                  </a:cubicBezTo>
                  <a:cubicBezTo>
                    <a:pt x="159" y="340"/>
                    <a:pt x="163" y="338"/>
                    <a:pt x="162" y="340"/>
                  </a:cubicBezTo>
                  <a:cubicBezTo>
                    <a:pt x="160" y="339"/>
                    <a:pt x="160" y="339"/>
                    <a:pt x="160" y="339"/>
                  </a:cubicBezTo>
                  <a:cubicBezTo>
                    <a:pt x="162" y="340"/>
                    <a:pt x="160" y="342"/>
                    <a:pt x="162" y="343"/>
                  </a:cubicBezTo>
                  <a:cubicBezTo>
                    <a:pt x="161" y="343"/>
                    <a:pt x="161" y="343"/>
                    <a:pt x="160" y="343"/>
                  </a:cubicBezTo>
                  <a:cubicBezTo>
                    <a:pt x="161" y="344"/>
                    <a:pt x="161" y="345"/>
                    <a:pt x="163" y="346"/>
                  </a:cubicBezTo>
                  <a:cubicBezTo>
                    <a:pt x="162" y="347"/>
                    <a:pt x="161" y="346"/>
                    <a:pt x="160" y="346"/>
                  </a:cubicBezTo>
                  <a:cubicBezTo>
                    <a:pt x="160" y="347"/>
                    <a:pt x="163" y="347"/>
                    <a:pt x="162" y="348"/>
                  </a:cubicBezTo>
                  <a:cubicBezTo>
                    <a:pt x="162" y="349"/>
                    <a:pt x="161" y="349"/>
                    <a:pt x="161" y="349"/>
                  </a:cubicBezTo>
                  <a:cubicBezTo>
                    <a:pt x="162" y="350"/>
                    <a:pt x="162" y="351"/>
                    <a:pt x="163" y="352"/>
                  </a:cubicBezTo>
                  <a:cubicBezTo>
                    <a:pt x="162" y="352"/>
                    <a:pt x="162" y="353"/>
                    <a:pt x="161" y="353"/>
                  </a:cubicBezTo>
                  <a:cubicBezTo>
                    <a:pt x="161" y="360"/>
                    <a:pt x="162" y="366"/>
                    <a:pt x="164" y="372"/>
                  </a:cubicBezTo>
                  <a:cubicBezTo>
                    <a:pt x="161" y="374"/>
                    <a:pt x="162" y="371"/>
                    <a:pt x="161" y="372"/>
                  </a:cubicBezTo>
                  <a:cubicBezTo>
                    <a:pt x="163" y="372"/>
                    <a:pt x="161" y="373"/>
                    <a:pt x="162" y="375"/>
                  </a:cubicBezTo>
                  <a:cubicBezTo>
                    <a:pt x="162" y="375"/>
                    <a:pt x="162" y="375"/>
                    <a:pt x="162" y="375"/>
                  </a:cubicBezTo>
                  <a:cubicBezTo>
                    <a:pt x="162" y="376"/>
                    <a:pt x="161" y="376"/>
                    <a:pt x="162" y="377"/>
                  </a:cubicBezTo>
                  <a:cubicBezTo>
                    <a:pt x="162" y="377"/>
                    <a:pt x="162" y="377"/>
                    <a:pt x="162" y="377"/>
                  </a:cubicBezTo>
                  <a:cubicBezTo>
                    <a:pt x="164" y="378"/>
                    <a:pt x="159" y="379"/>
                    <a:pt x="162" y="379"/>
                  </a:cubicBezTo>
                  <a:cubicBezTo>
                    <a:pt x="161" y="380"/>
                    <a:pt x="161" y="380"/>
                    <a:pt x="161" y="380"/>
                  </a:cubicBezTo>
                  <a:cubicBezTo>
                    <a:pt x="163" y="381"/>
                    <a:pt x="160" y="382"/>
                    <a:pt x="162" y="383"/>
                  </a:cubicBezTo>
                  <a:cubicBezTo>
                    <a:pt x="162" y="383"/>
                    <a:pt x="162" y="383"/>
                    <a:pt x="162" y="383"/>
                  </a:cubicBezTo>
                  <a:cubicBezTo>
                    <a:pt x="161" y="384"/>
                    <a:pt x="165" y="386"/>
                    <a:pt x="163" y="386"/>
                  </a:cubicBezTo>
                  <a:cubicBezTo>
                    <a:pt x="163" y="388"/>
                    <a:pt x="164" y="389"/>
                    <a:pt x="166" y="389"/>
                  </a:cubicBezTo>
                  <a:cubicBezTo>
                    <a:pt x="165" y="390"/>
                    <a:pt x="164" y="389"/>
                    <a:pt x="163" y="389"/>
                  </a:cubicBezTo>
                  <a:cubicBezTo>
                    <a:pt x="164" y="394"/>
                    <a:pt x="164" y="400"/>
                    <a:pt x="167" y="404"/>
                  </a:cubicBezTo>
                  <a:cubicBezTo>
                    <a:pt x="166" y="404"/>
                    <a:pt x="166" y="404"/>
                    <a:pt x="165" y="404"/>
                  </a:cubicBezTo>
                  <a:cubicBezTo>
                    <a:pt x="168" y="406"/>
                    <a:pt x="163" y="409"/>
                    <a:pt x="168" y="411"/>
                  </a:cubicBezTo>
                  <a:cubicBezTo>
                    <a:pt x="170" y="412"/>
                    <a:pt x="170" y="412"/>
                    <a:pt x="170" y="412"/>
                  </a:cubicBezTo>
                  <a:cubicBezTo>
                    <a:pt x="169" y="412"/>
                    <a:pt x="168" y="412"/>
                    <a:pt x="167" y="413"/>
                  </a:cubicBezTo>
                  <a:cubicBezTo>
                    <a:pt x="168" y="413"/>
                    <a:pt x="167" y="415"/>
                    <a:pt x="169" y="416"/>
                  </a:cubicBezTo>
                  <a:cubicBezTo>
                    <a:pt x="168" y="416"/>
                    <a:pt x="168" y="416"/>
                    <a:pt x="168" y="416"/>
                  </a:cubicBezTo>
                  <a:cubicBezTo>
                    <a:pt x="167" y="417"/>
                    <a:pt x="170" y="418"/>
                    <a:pt x="169" y="419"/>
                  </a:cubicBezTo>
                  <a:cubicBezTo>
                    <a:pt x="169" y="419"/>
                    <a:pt x="169" y="419"/>
                    <a:pt x="169" y="419"/>
                  </a:cubicBezTo>
                  <a:cubicBezTo>
                    <a:pt x="166" y="425"/>
                    <a:pt x="163" y="434"/>
                    <a:pt x="168" y="438"/>
                  </a:cubicBezTo>
                  <a:cubicBezTo>
                    <a:pt x="169" y="440"/>
                    <a:pt x="166" y="439"/>
                    <a:pt x="166" y="440"/>
                  </a:cubicBezTo>
                  <a:cubicBezTo>
                    <a:pt x="170" y="444"/>
                    <a:pt x="167" y="452"/>
                    <a:pt x="173" y="453"/>
                  </a:cubicBezTo>
                  <a:cubicBezTo>
                    <a:pt x="173" y="454"/>
                    <a:pt x="173" y="454"/>
                    <a:pt x="173" y="455"/>
                  </a:cubicBezTo>
                  <a:cubicBezTo>
                    <a:pt x="173" y="455"/>
                    <a:pt x="173" y="456"/>
                    <a:pt x="174" y="456"/>
                  </a:cubicBezTo>
                  <a:cubicBezTo>
                    <a:pt x="171" y="457"/>
                    <a:pt x="174" y="460"/>
                    <a:pt x="172" y="462"/>
                  </a:cubicBezTo>
                  <a:cubicBezTo>
                    <a:pt x="175" y="462"/>
                    <a:pt x="174" y="463"/>
                    <a:pt x="174" y="464"/>
                  </a:cubicBezTo>
                  <a:cubicBezTo>
                    <a:pt x="174" y="464"/>
                    <a:pt x="173" y="464"/>
                    <a:pt x="173" y="464"/>
                  </a:cubicBezTo>
                  <a:cubicBezTo>
                    <a:pt x="173" y="466"/>
                    <a:pt x="173" y="466"/>
                    <a:pt x="172" y="468"/>
                  </a:cubicBezTo>
                  <a:cubicBezTo>
                    <a:pt x="172" y="469"/>
                    <a:pt x="174" y="469"/>
                    <a:pt x="173" y="470"/>
                  </a:cubicBezTo>
                  <a:cubicBezTo>
                    <a:pt x="171" y="471"/>
                    <a:pt x="173" y="472"/>
                    <a:pt x="172" y="473"/>
                  </a:cubicBezTo>
                  <a:cubicBezTo>
                    <a:pt x="174" y="473"/>
                    <a:pt x="175" y="474"/>
                    <a:pt x="175" y="475"/>
                  </a:cubicBezTo>
                  <a:cubicBezTo>
                    <a:pt x="172" y="475"/>
                    <a:pt x="172" y="475"/>
                    <a:pt x="172" y="475"/>
                  </a:cubicBezTo>
                  <a:cubicBezTo>
                    <a:pt x="174" y="477"/>
                    <a:pt x="170" y="481"/>
                    <a:pt x="174" y="485"/>
                  </a:cubicBezTo>
                  <a:cubicBezTo>
                    <a:pt x="172" y="485"/>
                    <a:pt x="172" y="485"/>
                    <a:pt x="172" y="485"/>
                  </a:cubicBezTo>
                  <a:cubicBezTo>
                    <a:pt x="174" y="488"/>
                    <a:pt x="173" y="491"/>
                    <a:pt x="176" y="494"/>
                  </a:cubicBezTo>
                  <a:cubicBezTo>
                    <a:pt x="175" y="495"/>
                    <a:pt x="175" y="496"/>
                    <a:pt x="175" y="497"/>
                  </a:cubicBezTo>
                  <a:cubicBezTo>
                    <a:pt x="176" y="498"/>
                    <a:pt x="176" y="499"/>
                    <a:pt x="178" y="499"/>
                  </a:cubicBezTo>
                  <a:cubicBezTo>
                    <a:pt x="178" y="500"/>
                    <a:pt x="177" y="500"/>
                    <a:pt x="177" y="500"/>
                  </a:cubicBezTo>
                  <a:cubicBezTo>
                    <a:pt x="176" y="501"/>
                    <a:pt x="174" y="504"/>
                    <a:pt x="177" y="504"/>
                  </a:cubicBezTo>
                  <a:cubicBezTo>
                    <a:pt x="175" y="505"/>
                    <a:pt x="175" y="505"/>
                    <a:pt x="175" y="505"/>
                  </a:cubicBezTo>
                  <a:cubicBezTo>
                    <a:pt x="177" y="506"/>
                    <a:pt x="179" y="507"/>
                    <a:pt x="177" y="508"/>
                  </a:cubicBezTo>
                  <a:cubicBezTo>
                    <a:pt x="178" y="509"/>
                    <a:pt x="179" y="510"/>
                    <a:pt x="181" y="509"/>
                  </a:cubicBezTo>
                  <a:cubicBezTo>
                    <a:pt x="181" y="510"/>
                    <a:pt x="178" y="510"/>
                    <a:pt x="180" y="510"/>
                  </a:cubicBezTo>
                  <a:cubicBezTo>
                    <a:pt x="178" y="510"/>
                    <a:pt x="178" y="510"/>
                    <a:pt x="178" y="510"/>
                  </a:cubicBezTo>
                  <a:cubicBezTo>
                    <a:pt x="177" y="513"/>
                    <a:pt x="179" y="515"/>
                    <a:pt x="180" y="518"/>
                  </a:cubicBezTo>
                  <a:cubicBezTo>
                    <a:pt x="178" y="519"/>
                    <a:pt x="181" y="520"/>
                    <a:pt x="179" y="522"/>
                  </a:cubicBezTo>
                  <a:cubicBezTo>
                    <a:pt x="181" y="523"/>
                    <a:pt x="179" y="525"/>
                    <a:pt x="182" y="525"/>
                  </a:cubicBezTo>
                  <a:cubicBezTo>
                    <a:pt x="181" y="525"/>
                    <a:pt x="181" y="525"/>
                    <a:pt x="181" y="525"/>
                  </a:cubicBezTo>
                  <a:cubicBezTo>
                    <a:pt x="181" y="526"/>
                    <a:pt x="181" y="528"/>
                    <a:pt x="180" y="530"/>
                  </a:cubicBezTo>
                  <a:cubicBezTo>
                    <a:pt x="180" y="531"/>
                    <a:pt x="182" y="530"/>
                    <a:pt x="183" y="531"/>
                  </a:cubicBezTo>
                  <a:cubicBezTo>
                    <a:pt x="182" y="531"/>
                    <a:pt x="182" y="531"/>
                    <a:pt x="182" y="531"/>
                  </a:cubicBezTo>
                  <a:cubicBezTo>
                    <a:pt x="183" y="532"/>
                    <a:pt x="185" y="532"/>
                    <a:pt x="186" y="532"/>
                  </a:cubicBezTo>
                  <a:cubicBezTo>
                    <a:pt x="185" y="533"/>
                    <a:pt x="186" y="533"/>
                    <a:pt x="185" y="533"/>
                  </a:cubicBezTo>
                  <a:cubicBezTo>
                    <a:pt x="185" y="533"/>
                    <a:pt x="183" y="533"/>
                    <a:pt x="181" y="532"/>
                  </a:cubicBezTo>
                  <a:cubicBezTo>
                    <a:pt x="181" y="534"/>
                    <a:pt x="184" y="534"/>
                    <a:pt x="182" y="535"/>
                  </a:cubicBezTo>
                  <a:cubicBezTo>
                    <a:pt x="182" y="536"/>
                    <a:pt x="182" y="536"/>
                    <a:pt x="184" y="536"/>
                  </a:cubicBezTo>
                  <a:cubicBezTo>
                    <a:pt x="184" y="536"/>
                    <a:pt x="183" y="537"/>
                    <a:pt x="182" y="537"/>
                  </a:cubicBezTo>
                  <a:cubicBezTo>
                    <a:pt x="183" y="537"/>
                    <a:pt x="183" y="538"/>
                    <a:pt x="184" y="538"/>
                  </a:cubicBezTo>
                  <a:cubicBezTo>
                    <a:pt x="184" y="538"/>
                    <a:pt x="184" y="537"/>
                    <a:pt x="184" y="537"/>
                  </a:cubicBezTo>
                  <a:cubicBezTo>
                    <a:pt x="185" y="537"/>
                    <a:pt x="185" y="538"/>
                    <a:pt x="187" y="538"/>
                  </a:cubicBezTo>
                  <a:cubicBezTo>
                    <a:pt x="187" y="537"/>
                    <a:pt x="186" y="537"/>
                    <a:pt x="186" y="537"/>
                  </a:cubicBezTo>
                  <a:cubicBezTo>
                    <a:pt x="188" y="537"/>
                    <a:pt x="188" y="538"/>
                    <a:pt x="187" y="538"/>
                  </a:cubicBezTo>
                  <a:cubicBezTo>
                    <a:pt x="186" y="539"/>
                    <a:pt x="185" y="538"/>
                    <a:pt x="184" y="539"/>
                  </a:cubicBezTo>
                  <a:cubicBezTo>
                    <a:pt x="188" y="540"/>
                    <a:pt x="188" y="540"/>
                    <a:pt x="188" y="540"/>
                  </a:cubicBezTo>
                  <a:cubicBezTo>
                    <a:pt x="186" y="540"/>
                    <a:pt x="187" y="539"/>
                    <a:pt x="189" y="539"/>
                  </a:cubicBezTo>
                  <a:cubicBezTo>
                    <a:pt x="188" y="538"/>
                    <a:pt x="188" y="538"/>
                    <a:pt x="188" y="538"/>
                  </a:cubicBezTo>
                  <a:cubicBezTo>
                    <a:pt x="189" y="538"/>
                    <a:pt x="189" y="538"/>
                    <a:pt x="189" y="538"/>
                  </a:cubicBezTo>
                  <a:cubicBezTo>
                    <a:pt x="189" y="537"/>
                    <a:pt x="190" y="536"/>
                    <a:pt x="189" y="535"/>
                  </a:cubicBezTo>
                  <a:cubicBezTo>
                    <a:pt x="187" y="536"/>
                    <a:pt x="187" y="536"/>
                    <a:pt x="187" y="536"/>
                  </a:cubicBezTo>
                  <a:cubicBezTo>
                    <a:pt x="187" y="535"/>
                    <a:pt x="185" y="535"/>
                    <a:pt x="187" y="534"/>
                  </a:cubicBezTo>
                  <a:cubicBezTo>
                    <a:pt x="187" y="534"/>
                    <a:pt x="188" y="534"/>
                    <a:pt x="189" y="534"/>
                  </a:cubicBezTo>
                  <a:cubicBezTo>
                    <a:pt x="189" y="534"/>
                    <a:pt x="188" y="533"/>
                    <a:pt x="188" y="533"/>
                  </a:cubicBezTo>
                  <a:cubicBezTo>
                    <a:pt x="191" y="533"/>
                    <a:pt x="191" y="533"/>
                    <a:pt x="191" y="533"/>
                  </a:cubicBezTo>
                  <a:cubicBezTo>
                    <a:pt x="187" y="533"/>
                    <a:pt x="189" y="532"/>
                    <a:pt x="189" y="531"/>
                  </a:cubicBezTo>
                  <a:cubicBezTo>
                    <a:pt x="189" y="531"/>
                    <a:pt x="189" y="531"/>
                    <a:pt x="189" y="531"/>
                  </a:cubicBezTo>
                  <a:cubicBezTo>
                    <a:pt x="190" y="530"/>
                    <a:pt x="188" y="532"/>
                    <a:pt x="188" y="531"/>
                  </a:cubicBezTo>
                  <a:cubicBezTo>
                    <a:pt x="188" y="530"/>
                    <a:pt x="191" y="530"/>
                    <a:pt x="192" y="530"/>
                  </a:cubicBezTo>
                  <a:cubicBezTo>
                    <a:pt x="191" y="529"/>
                    <a:pt x="189" y="527"/>
                    <a:pt x="191" y="526"/>
                  </a:cubicBezTo>
                  <a:cubicBezTo>
                    <a:pt x="190" y="525"/>
                    <a:pt x="189" y="524"/>
                    <a:pt x="188" y="524"/>
                  </a:cubicBezTo>
                  <a:cubicBezTo>
                    <a:pt x="188" y="523"/>
                    <a:pt x="191" y="523"/>
                    <a:pt x="190" y="523"/>
                  </a:cubicBezTo>
                  <a:cubicBezTo>
                    <a:pt x="190" y="523"/>
                    <a:pt x="191" y="522"/>
                    <a:pt x="192" y="522"/>
                  </a:cubicBezTo>
                  <a:cubicBezTo>
                    <a:pt x="191" y="522"/>
                    <a:pt x="192" y="521"/>
                    <a:pt x="190" y="522"/>
                  </a:cubicBezTo>
                  <a:cubicBezTo>
                    <a:pt x="190" y="520"/>
                    <a:pt x="191" y="519"/>
                    <a:pt x="190" y="518"/>
                  </a:cubicBezTo>
                  <a:cubicBezTo>
                    <a:pt x="190" y="518"/>
                    <a:pt x="192" y="518"/>
                    <a:pt x="193" y="518"/>
                  </a:cubicBezTo>
                  <a:cubicBezTo>
                    <a:pt x="191" y="517"/>
                    <a:pt x="190" y="516"/>
                    <a:pt x="190" y="515"/>
                  </a:cubicBezTo>
                  <a:cubicBezTo>
                    <a:pt x="189" y="515"/>
                    <a:pt x="189" y="516"/>
                    <a:pt x="187" y="516"/>
                  </a:cubicBezTo>
                  <a:cubicBezTo>
                    <a:pt x="187" y="516"/>
                    <a:pt x="186" y="516"/>
                    <a:pt x="186" y="515"/>
                  </a:cubicBezTo>
                  <a:cubicBezTo>
                    <a:pt x="188" y="515"/>
                    <a:pt x="191" y="515"/>
                    <a:pt x="191" y="514"/>
                  </a:cubicBezTo>
                  <a:cubicBezTo>
                    <a:pt x="193" y="514"/>
                    <a:pt x="190" y="515"/>
                    <a:pt x="193" y="515"/>
                  </a:cubicBezTo>
                  <a:cubicBezTo>
                    <a:pt x="195" y="515"/>
                    <a:pt x="196" y="517"/>
                    <a:pt x="194" y="517"/>
                  </a:cubicBezTo>
                  <a:cubicBezTo>
                    <a:pt x="197" y="518"/>
                    <a:pt x="195" y="516"/>
                    <a:pt x="197" y="516"/>
                  </a:cubicBezTo>
                  <a:cubicBezTo>
                    <a:pt x="197" y="516"/>
                    <a:pt x="195" y="515"/>
                    <a:pt x="195" y="514"/>
                  </a:cubicBezTo>
                  <a:cubicBezTo>
                    <a:pt x="194" y="514"/>
                    <a:pt x="194" y="515"/>
                    <a:pt x="193" y="514"/>
                  </a:cubicBezTo>
                  <a:cubicBezTo>
                    <a:pt x="190" y="514"/>
                    <a:pt x="194" y="513"/>
                    <a:pt x="194" y="513"/>
                  </a:cubicBezTo>
                  <a:cubicBezTo>
                    <a:pt x="195" y="513"/>
                    <a:pt x="195" y="513"/>
                    <a:pt x="195" y="513"/>
                  </a:cubicBezTo>
                  <a:cubicBezTo>
                    <a:pt x="196" y="512"/>
                    <a:pt x="194" y="512"/>
                    <a:pt x="194" y="511"/>
                  </a:cubicBezTo>
                  <a:cubicBezTo>
                    <a:pt x="197" y="511"/>
                    <a:pt x="195" y="513"/>
                    <a:pt x="197" y="513"/>
                  </a:cubicBezTo>
                  <a:cubicBezTo>
                    <a:pt x="199" y="512"/>
                    <a:pt x="199" y="512"/>
                    <a:pt x="199" y="512"/>
                  </a:cubicBezTo>
                  <a:cubicBezTo>
                    <a:pt x="199" y="511"/>
                    <a:pt x="196" y="512"/>
                    <a:pt x="197" y="511"/>
                  </a:cubicBezTo>
                  <a:cubicBezTo>
                    <a:pt x="198" y="511"/>
                    <a:pt x="198" y="511"/>
                    <a:pt x="198" y="511"/>
                  </a:cubicBezTo>
                  <a:cubicBezTo>
                    <a:pt x="197" y="510"/>
                    <a:pt x="197" y="510"/>
                    <a:pt x="197" y="510"/>
                  </a:cubicBezTo>
                  <a:cubicBezTo>
                    <a:pt x="196" y="510"/>
                    <a:pt x="194" y="510"/>
                    <a:pt x="195" y="511"/>
                  </a:cubicBezTo>
                  <a:cubicBezTo>
                    <a:pt x="191" y="511"/>
                    <a:pt x="194" y="511"/>
                    <a:pt x="193" y="510"/>
                  </a:cubicBezTo>
                  <a:cubicBezTo>
                    <a:pt x="192" y="509"/>
                    <a:pt x="194" y="510"/>
                    <a:pt x="192" y="510"/>
                  </a:cubicBezTo>
                  <a:cubicBezTo>
                    <a:pt x="190" y="510"/>
                    <a:pt x="190" y="510"/>
                    <a:pt x="190" y="509"/>
                  </a:cubicBezTo>
                  <a:cubicBezTo>
                    <a:pt x="190" y="508"/>
                    <a:pt x="192" y="509"/>
                    <a:pt x="193" y="508"/>
                  </a:cubicBezTo>
                  <a:cubicBezTo>
                    <a:pt x="193" y="508"/>
                    <a:pt x="193" y="509"/>
                    <a:pt x="192" y="509"/>
                  </a:cubicBezTo>
                  <a:cubicBezTo>
                    <a:pt x="194" y="510"/>
                    <a:pt x="196" y="508"/>
                    <a:pt x="197" y="509"/>
                  </a:cubicBezTo>
                  <a:cubicBezTo>
                    <a:pt x="198" y="508"/>
                    <a:pt x="196" y="508"/>
                    <a:pt x="196" y="508"/>
                  </a:cubicBezTo>
                  <a:cubicBezTo>
                    <a:pt x="195" y="508"/>
                    <a:pt x="194" y="508"/>
                    <a:pt x="193" y="508"/>
                  </a:cubicBezTo>
                  <a:cubicBezTo>
                    <a:pt x="188" y="507"/>
                    <a:pt x="197" y="507"/>
                    <a:pt x="196" y="506"/>
                  </a:cubicBezTo>
                  <a:cubicBezTo>
                    <a:pt x="193" y="506"/>
                    <a:pt x="191" y="504"/>
                    <a:pt x="188" y="506"/>
                  </a:cubicBezTo>
                  <a:cubicBezTo>
                    <a:pt x="187" y="505"/>
                    <a:pt x="187" y="505"/>
                    <a:pt x="187" y="505"/>
                  </a:cubicBezTo>
                  <a:cubicBezTo>
                    <a:pt x="189" y="505"/>
                    <a:pt x="189" y="504"/>
                    <a:pt x="191" y="504"/>
                  </a:cubicBezTo>
                  <a:cubicBezTo>
                    <a:pt x="191" y="504"/>
                    <a:pt x="191" y="504"/>
                    <a:pt x="191" y="504"/>
                  </a:cubicBezTo>
                  <a:cubicBezTo>
                    <a:pt x="193" y="504"/>
                    <a:pt x="193" y="504"/>
                    <a:pt x="193" y="504"/>
                  </a:cubicBezTo>
                  <a:cubicBezTo>
                    <a:pt x="195" y="504"/>
                    <a:pt x="196" y="503"/>
                    <a:pt x="197" y="503"/>
                  </a:cubicBezTo>
                  <a:cubicBezTo>
                    <a:pt x="196" y="502"/>
                    <a:pt x="195" y="503"/>
                    <a:pt x="194" y="502"/>
                  </a:cubicBezTo>
                  <a:cubicBezTo>
                    <a:pt x="195" y="502"/>
                    <a:pt x="195" y="502"/>
                    <a:pt x="196" y="502"/>
                  </a:cubicBezTo>
                  <a:cubicBezTo>
                    <a:pt x="195" y="502"/>
                    <a:pt x="193" y="503"/>
                    <a:pt x="193" y="502"/>
                  </a:cubicBezTo>
                  <a:cubicBezTo>
                    <a:pt x="193" y="501"/>
                    <a:pt x="195" y="500"/>
                    <a:pt x="195" y="501"/>
                  </a:cubicBezTo>
                  <a:cubicBezTo>
                    <a:pt x="197" y="501"/>
                    <a:pt x="197" y="501"/>
                    <a:pt x="197" y="501"/>
                  </a:cubicBezTo>
                  <a:cubicBezTo>
                    <a:pt x="195" y="501"/>
                    <a:pt x="198" y="501"/>
                    <a:pt x="197" y="500"/>
                  </a:cubicBezTo>
                  <a:cubicBezTo>
                    <a:pt x="196" y="500"/>
                    <a:pt x="194" y="500"/>
                    <a:pt x="193" y="500"/>
                  </a:cubicBezTo>
                  <a:cubicBezTo>
                    <a:pt x="192" y="499"/>
                    <a:pt x="194" y="499"/>
                    <a:pt x="193" y="499"/>
                  </a:cubicBezTo>
                  <a:cubicBezTo>
                    <a:pt x="195" y="500"/>
                    <a:pt x="195" y="500"/>
                    <a:pt x="195" y="500"/>
                  </a:cubicBezTo>
                  <a:cubicBezTo>
                    <a:pt x="194" y="499"/>
                    <a:pt x="198" y="499"/>
                    <a:pt x="197" y="498"/>
                  </a:cubicBezTo>
                  <a:cubicBezTo>
                    <a:pt x="195" y="498"/>
                    <a:pt x="195" y="498"/>
                    <a:pt x="195" y="498"/>
                  </a:cubicBezTo>
                  <a:cubicBezTo>
                    <a:pt x="196" y="498"/>
                    <a:pt x="196" y="498"/>
                    <a:pt x="197" y="498"/>
                  </a:cubicBezTo>
                  <a:cubicBezTo>
                    <a:pt x="196" y="498"/>
                    <a:pt x="196" y="497"/>
                    <a:pt x="196" y="497"/>
                  </a:cubicBezTo>
                  <a:cubicBezTo>
                    <a:pt x="197" y="497"/>
                    <a:pt x="197" y="497"/>
                    <a:pt x="197" y="497"/>
                  </a:cubicBezTo>
                  <a:cubicBezTo>
                    <a:pt x="196" y="497"/>
                    <a:pt x="193" y="496"/>
                    <a:pt x="196" y="496"/>
                  </a:cubicBezTo>
                  <a:cubicBezTo>
                    <a:pt x="193" y="496"/>
                    <a:pt x="196" y="496"/>
                    <a:pt x="194" y="497"/>
                  </a:cubicBezTo>
                  <a:cubicBezTo>
                    <a:pt x="192" y="497"/>
                    <a:pt x="193" y="496"/>
                    <a:pt x="192" y="496"/>
                  </a:cubicBezTo>
                  <a:cubicBezTo>
                    <a:pt x="195" y="496"/>
                    <a:pt x="192" y="495"/>
                    <a:pt x="192" y="495"/>
                  </a:cubicBezTo>
                  <a:cubicBezTo>
                    <a:pt x="193" y="494"/>
                    <a:pt x="194" y="494"/>
                    <a:pt x="194" y="494"/>
                  </a:cubicBezTo>
                  <a:cubicBezTo>
                    <a:pt x="193" y="494"/>
                    <a:pt x="193" y="494"/>
                    <a:pt x="193" y="494"/>
                  </a:cubicBezTo>
                  <a:cubicBezTo>
                    <a:pt x="196" y="493"/>
                    <a:pt x="192" y="493"/>
                    <a:pt x="193" y="492"/>
                  </a:cubicBezTo>
                  <a:cubicBezTo>
                    <a:pt x="194" y="492"/>
                    <a:pt x="195" y="492"/>
                    <a:pt x="196" y="492"/>
                  </a:cubicBezTo>
                  <a:cubicBezTo>
                    <a:pt x="193" y="493"/>
                    <a:pt x="193" y="491"/>
                    <a:pt x="191" y="491"/>
                  </a:cubicBezTo>
                  <a:cubicBezTo>
                    <a:pt x="192" y="490"/>
                    <a:pt x="194" y="492"/>
                    <a:pt x="196" y="491"/>
                  </a:cubicBezTo>
                  <a:cubicBezTo>
                    <a:pt x="194" y="491"/>
                    <a:pt x="197" y="490"/>
                    <a:pt x="195" y="490"/>
                  </a:cubicBezTo>
                  <a:cubicBezTo>
                    <a:pt x="194" y="491"/>
                    <a:pt x="193" y="490"/>
                    <a:pt x="192" y="490"/>
                  </a:cubicBezTo>
                  <a:cubicBezTo>
                    <a:pt x="192" y="489"/>
                    <a:pt x="193" y="490"/>
                    <a:pt x="194" y="489"/>
                  </a:cubicBezTo>
                  <a:cubicBezTo>
                    <a:pt x="193" y="489"/>
                    <a:pt x="191" y="488"/>
                    <a:pt x="191" y="489"/>
                  </a:cubicBezTo>
                  <a:cubicBezTo>
                    <a:pt x="191" y="488"/>
                    <a:pt x="189" y="488"/>
                    <a:pt x="190" y="487"/>
                  </a:cubicBezTo>
                  <a:cubicBezTo>
                    <a:pt x="192" y="487"/>
                    <a:pt x="191" y="488"/>
                    <a:pt x="192" y="488"/>
                  </a:cubicBezTo>
                  <a:cubicBezTo>
                    <a:pt x="192" y="487"/>
                    <a:pt x="188" y="488"/>
                    <a:pt x="187" y="487"/>
                  </a:cubicBezTo>
                  <a:cubicBezTo>
                    <a:pt x="187" y="487"/>
                    <a:pt x="184" y="487"/>
                    <a:pt x="183" y="486"/>
                  </a:cubicBezTo>
                  <a:cubicBezTo>
                    <a:pt x="183" y="485"/>
                    <a:pt x="184" y="487"/>
                    <a:pt x="186" y="486"/>
                  </a:cubicBezTo>
                  <a:cubicBezTo>
                    <a:pt x="185" y="486"/>
                    <a:pt x="185" y="486"/>
                    <a:pt x="185" y="486"/>
                  </a:cubicBezTo>
                  <a:cubicBezTo>
                    <a:pt x="188" y="485"/>
                    <a:pt x="190" y="487"/>
                    <a:pt x="193" y="486"/>
                  </a:cubicBezTo>
                  <a:cubicBezTo>
                    <a:pt x="192" y="486"/>
                    <a:pt x="192" y="486"/>
                    <a:pt x="192" y="486"/>
                  </a:cubicBezTo>
                  <a:cubicBezTo>
                    <a:pt x="195" y="486"/>
                    <a:pt x="195" y="486"/>
                    <a:pt x="195" y="486"/>
                  </a:cubicBezTo>
                  <a:cubicBezTo>
                    <a:pt x="193" y="486"/>
                    <a:pt x="194" y="485"/>
                    <a:pt x="194" y="484"/>
                  </a:cubicBezTo>
                  <a:cubicBezTo>
                    <a:pt x="192" y="484"/>
                    <a:pt x="194" y="485"/>
                    <a:pt x="193" y="485"/>
                  </a:cubicBezTo>
                  <a:cubicBezTo>
                    <a:pt x="192" y="484"/>
                    <a:pt x="190" y="484"/>
                    <a:pt x="191" y="483"/>
                  </a:cubicBezTo>
                  <a:cubicBezTo>
                    <a:pt x="192" y="484"/>
                    <a:pt x="193" y="483"/>
                    <a:pt x="194" y="483"/>
                  </a:cubicBezTo>
                  <a:cubicBezTo>
                    <a:pt x="195" y="483"/>
                    <a:pt x="192" y="483"/>
                    <a:pt x="193" y="482"/>
                  </a:cubicBezTo>
                  <a:cubicBezTo>
                    <a:pt x="194" y="483"/>
                    <a:pt x="194" y="483"/>
                    <a:pt x="194" y="483"/>
                  </a:cubicBezTo>
                  <a:cubicBezTo>
                    <a:pt x="194" y="480"/>
                    <a:pt x="194" y="478"/>
                    <a:pt x="190" y="476"/>
                  </a:cubicBezTo>
                  <a:cubicBezTo>
                    <a:pt x="191" y="475"/>
                    <a:pt x="191" y="475"/>
                    <a:pt x="193" y="474"/>
                  </a:cubicBezTo>
                  <a:cubicBezTo>
                    <a:pt x="192" y="474"/>
                    <a:pt x="191" y="474"/>
                    <a:pt x="191" y="473"/>
                  </a:cubicBezTo>
                  <a:cubicBezTo>
                    <a:pt x="193" y="473"/>
                    <a:pt x="193" y="473"/>
                    <a:pt x="193" y="473"/>
                  </a:cubicBezTo>
                  <a:cubicBezTo>
                    <a:pt x="194" y="472"/>
                    <a:pt x="192" y="472"/>
                    <a:pt x="191" y="471"/>
                  </a:cubicBezTo>
                  <a:cubicBezTo>
                    <a:pt x="193" y="471"/>
                    <a:pt x="193" y="471"/>
                    <a:pt x="193" y="471"/>
                  </a:cubicBezTo>
                  <a:cubicBezTo>
                    <a:pt x="194" y="471"/>
                    <a:pt x="192" y="470"/>
                    <a:pt x="191" y="470"/>
                  </a:cubicBezTo>
                  <a:cubicBezTo>
                    <a:pt x="193" y="470"/>
                    <a:pt x="193" y="470"/>
                    <a:pt x="193" y="470"/>
                  </a:cubicBezTo>
                  <a:cubicBezTo>
                    <a:pt x="191" y="470"/>
                    <a:pt x="191" y="470"/>
                    <a:pt x="191" y="470"/>
                  </a:cubicBezTo>
                  <a:cubicBezTo>
                    <a:pt x="191" y="469"/>
                    <a:pt x="191" y="468"/>
                    <a:pt x="193" y="469"/>
                  </a:cubicBezTo>
                  <a:cubicBezTo>
                    <a:pt x="193" y="469"/>
                    <a:pt x="192" y="468"/>
                    <a:pt x="192" y="468"/>
                  </a:cubicBezTo>
                  <a:cubicBezTo>
                    <a:pt x="193" y="468"/>
                    <a:pt x="193" y="467"/>
                    <a:pt x="193" y="466"/>
                  </a:cubicBezTo>
                  <a:cubicBezTo>
                    <a:pt x="192" y="466"/>
                    <a:pt x="191" y="466"/>
                    <a:pt x="190" y="466"/>
                  </a:cubicBezTo>
                  <a:cubicBezTo>
                    <a:pt x="188" y="465"/>
                    <a:pt x="190" y="466"/>
                    <a:pt x="189" y="465"/>
                  </a:cubicBezTo>
                  <a:cubicBezTo>
                    <a:pt x="190" y="465"/>
                    <a:pt x="191" y="465"/>
                    <a:pt x="192" y="465"/>
                  </a:cubicBezTo>
                  <a:cubicBezTo>
                    <a:pt x="195" y="465"/>
                    <a:pt x="192" y="462"/>
                    <a:pt x="193" y="461"/>
                  </a:cubicBezTo>
                  <a:cubicBezTo>
                    <a:pt x="192" y="460"/>
                    <a:pt x="192" y="460"/>
                    <a:pt x="192" y="460"/>
                  </a:cubicBezTo>
                  <a:cubicBezTo>
                    <a:pt x="195" y="460"/>
                    <a:pt x="193" y="459"/>
                    <a:pt x="194" y="458"/>
                  </a:cubicBezTo>
                  <a:cubicBezTo>
                    <a:pt x="193" y="458"/>
                    <a:pt x="191" y="457"/>
                    <a:pt x="191" y="456"/>
                  </a:cubicBezTo>
                  <a:cubicBezTo>
                    <a:pt x="189" y="455"/>
                    <a:pt x="193" y="457"/>
                    <a:pt x="195" y="457"/>
                  </a:cubicBezTo>
                  <a:cubicBezTo>
                    <a:pt x="194" y="456"/>
                    <a:pt x="194" y="456"/>
                    <a:pt x="194" y="456"/>
                  </a:cubicBezTo>
                  <a:cubicBezTo>
                    <a:pt x="194" y="456"/>
                    <a:pt x="194" y="456"/>
                    <a:pt x="194" y="456"/>
                  </a:cubicBezTo>
                  <a:cubicBezTo>
                    <a:pt x="194" y="455"/>
                    <a:pt x="193" y="454"/>
                    <a:pt x="194" y="454"/>
                  </a:cubicBezTo>
                  <a:cubicBezTo>
                    <a:pt x="194" y="454"/>
                    <a:pt x="194" y="454"/>
                    <a:pt x="194" y="454"/>
                  </a:cubicBezTo>
                  <a:cubicBezTo>
                    <a:pt x="195" y="454"/>
                    <a:pt x="196" y="455"/>
                    <a:pt x="196" y="454"/>
                  </a:cubicBezTo>
                  <a:cubicBezTo>
                    <a:pt x="194" y="453"/>
                    <a:pt x="196" y="453"/>
                    <a:pt x="194" y="452"/>
                  </a:cubicBezTo>
                  <a:cubicBezTo>
                    <a:pt x="195" y="452"/>
                    <a:pt x="195" y="452"/>
                    <a:pt x="195" y="452"/>
                  </a:cubicBezTo>
                  <a:cubicBezTo>
                    <a:pt x="194" y="451"/>
                    <a:pt x="194" y="451"/>
                    <a:pt x="194" y="451"/>
                  </a:cubicBezTo>
                  <a:cubicBezTo>
                    <a:pt x="195" y="451"/>
                    <a:pt x="195" y="451"/>
                    <a:pt x="195" y="451"/>
                  </a:cubicBezTo>
                  <a:cubicBezTo>
                    <a:pt x="196" y="453"/>
                    <a:pt x="196" y="453"/>
                    <a:pt x="196" y="453"/>
                  </a:cubicBezTo>
                  <a:cubicBezTo>
                    <a:pt x="197" y="452"/>
                    <a:pt x="195" y="452"/>
                    <a:pt x="194" y="451"/>
                  </a:cubicBezTo>
                  <a:cubicBezTo>
                    <a:pt x="193" y="450"/>
                    <a:pt x="195" y="450"/>
                    <a:pt x="195" y="451"/>
                  </a:cubicBezTo>
                  <a:cubicBezTo>
                    <a:pt x="196" y="451"/>
                    <a:pt x="195" y="451"/>
                    <a:pt x="195" y="451"/>
                  </a:cubicBezTo>
                  <a:cubicBezTo>
                    <a:pt x="196" y="452"/>
                    <a:pt x="196" y="451"/>
                    <a:pt x="196" y="452"/>
                  </a:cubicBezTo>
                  <a:cubicBezTo>
                    <a:pt x="196" y="451"/>
                    <a:pt x="195" y="450"/>
                    <a:pt x="195" y="450"/>
                  </a:cubicBezTo>
                  <a:cubicBezTo>
                    <a:pt x="195" y="451"/>
                    <a:pt x="196" y="450"/>
                    <a:pt x="197" y="451"/>
                  </a:cubicBezTo>
                  <a:cubicBezTo>
                    <a:pt x="196" y="450"/>
                    <a:pt x="197" y="450"/>
                    <a:pt x="196" y="450"/>
                  </a:cubicBezTo>
                  <a:cubicBezTo>
                    <a:pt x="196" y="450"/>
                    <a:pt x="195" y="449"/>
                    <a:pt x="194" y="449"/>
                  </a:cubicBezTo>
                  <a:cubicBezTo>
                    <a:pt x="194" y="448"/>
                    <a:pt x="194" y="448"/>
                    <a:pt x="195" y="448"/>
                  </a:cubicBezTo>
                  <a:cubicBezTo>
                    <a:pt x="195" y="449"/>
                    <a:pt x="195" y="449"/>
                    <a:pt x="195" y="449"/>
                  </a:cubicBezTo>
                  <a:cubicBezTo>
                    <a:pt x="195" y="448"/>
                    <a:pt x="196" y="448"/>
                    <a:pt x="194" y="447"/>
                  </a:cubicBezTo>
                  <a:cubicBezTo>
                    <a:pt x="196" y="449"/>
                    <a:pt x="196" y="449"/>
                    <a:pt x="196" y="449"/>
                  </a:cubicBezTo>
                  <a:cubicBezTo>
                    <a:pt x="196" y="448"/>
                    <a:pt x="196" y="448"/>
                    <a:pt x="196" y="447"/>
                  </a:cubicBezTo>
                  <a:cubicBezTo>
                    <a:pt x="197" y="448"/>
                    <a:pt x="198" y="450"/>
                    <a:pt x="199" y="450"/>
                  </a:cubicBezTo>
                  <a:cubicBezTo>
                    <a:pt x="198" y="448"/>
                    <a:pt x="198" y="448"/>
                    <a:pt x="198" y="448"/>
                  </a:cubicBezTo>
                  <a:cubicBezTo>
                    <a:pt x="199" y="448"/>
                    <a:pt x="199" y="448"/>
                    <a:pt x="199" y="449"/>
                  </a:cubicBezTo>
                  <a:cubicBezTo>
                    <a:pt x="200" y="449"/>
                    <a:pt x="198" y="444"/>
                    <a:pt x="199" y="445"/>
                  </a:cubicBezTo>
                  <a:cubicBezTo>
                    <a:pt x="200" y="447"/>
                    <a:pt x="200" y="447"/>
                    <a:pt x="201" y="447"/>
                  </a:cubicBezTo>
                  <a:cubicBezTo>
                    <a:pt x="200" y="446"/>
                    <a:pt x="200" y="446"/>
                    <a:pt x="200" y="446"/>
                  </a:cubicBezTo>
                  <a:cubicBezTo>
                    <a:pt x="200" y="446"/>
                    <a:pt x="201" y="448"/>
                    <a:pt x="200" y="447"/>
                  </a:cubicBezTo>
                  <a:cubicBezTo>
                    <a:pt x="199" y="446"/>
                    <a:pt x="200" y="446"/>
                    <a:pt x="200" y="445"/>
                  </a:cubicBezTo>
                  <a:cubicBezTo>
                    <a:pt x="200" y="446"/>
                    <a:pt x="201" y="447"/>
                    <a:pt x="202" y="447"/>
                  </a:cubicBezTo>
                  <a:cubicBezTo>
                    <a:pt x="202" y="447"/>
                    <a:pt x="202" y="447"/>
                    <a:pt x="202" y="447"/>
                  </a:cubicBezTo>
                  <a:cubicBezTo>
                    <a:pt x="205" y="449"/>
                    <a:pt x="200" y="450"/>
                    <a:pt x="204" y="454"/>
                  </a:cubicBezTo>
                  <a:cubicBezTo>
                    <a:pt x="205" y="456"/>
                    <a:pt x="206" y="463"/>
                    <a:pt x="206" y="463"/>
                  </a:cubicBezTo>
                  <a:cubicBezTo>
                    <a:pt x="214" y="451"/>
                    <a:pt x="212" y="449"/>
                    <a:pt x="214" y="446"/>
                  </a:cubicBezTo>
                  <a:cubicBezTo>
                    <a:pt x="214" y="447"/>
                    <a:pt x="214" y="447"/>
                    <a:pt x="214" y="447"/>
                  </a:cubicBezTo>
                  <a:cubicBezTo>
                    <a:pt x="214" y="446"/>
                    <a:pt x="214" y="446"/>
                    <a:pt x="214" y="446"/>
                  </a:cubicBezTo>
                  <a:cubicBezTo>
                    <a:pt x="214" y="446"/>
                    <a:pt x="215" y="446"/>
                    <a:pt x="215" y="446"/>
                  </a:cubicBezTo>
                  <a:cubicBezTo>
                    <a:pt x="215" y="446"/>
                    <a:pt x="215" y="447"/>
                    <a:pt x="216" y="445"/>
                  </a:cubicBezTo>
                  <a:cubicBezTo>
                    <a:pt x="216" y="445"/>
                    <a:pt x="216" y="445"/>
                    <a:pt x="216" y="445"/>
                  </a:cubicBezTo>
                  <a:cubicBezTo>
                    <a:pt x="216" y="445"/>
                    <a:pt x="217" y="443"/>
                    <a:pt x="217" y="443"/>
                  </a:cubicBezTo>
                  <a:cubicBezTo>
                    <a:pt x="216" y="445"/>
                    <a:pt x="216" y="445"/>
                    <a:pt x="216" y="445"/>
                  </a:cubicBezTo>
                  <a:cubicBezTo>
                    <a:pt x="216" y="447"/>
                    <a:pt x="217" y="446"/>
                    <a:pt x="217" y="447"/>
                  </a:cubicBezTo>
                  <a:cubicBezTo>
                    <a:pt x="217" y="445"/>
                    <a:pt x="217" y="447"/>
                    <a:pt x="218" y="445"/>
                  </a:cubicBezTo>
                  <a:cubicBezTo>
                    <a:pt x="218" y="445"/>
                    <a:pt x="218" y="445"/>
                    <a:pt x="218" y="445"/>
                  </a:cubicBezTo>
                  <a:cubicBezTo>
                    <a:pt x="219" y="445"/>
                    <a:pt x="219" y="444"/>
                    <a:pt x="220" y="444"/>
                  </a:cubicBezTo>
                  <a:cubicBezTo>
                    <a:pt x="220" y="444"/>
                    <a:pt x="219" y="446"/>
                    <a:pt x="219" y="446"/>
                  </a:cubicBezTo>
                  <a:cubicBezTo>
                    <a:pt x="219" y="447"/>
                    <a:pt x="219" y="447"/>
                    <a:pt x="220" y="447"/>
                  </a:cubicBezTo>
                  <a:cubicBezTo>
                    <a:pt x="220" y="447"/>
                    <a:pt x="220" y="446"/>
                    <a:pt x="220" y="446"/>
                  </a:cubicBezTo>
                  <a:cubicBezTo>
                    <a:pt x="220" y="446"/>
                    <a:pt x="220" y="446"/>
                    <a:pt x="220" y="447"/>
                  </a:cubicBezTo>
                  <a:cubicBezTo>
                    <a:pt x="220" y="446"/>
                    <a:pt x="220" y="446"/>
                    <a:pt x="220" y="446"/>
                  </a:cubicBezTo>
                  <a:cubicBezTo>
                    <a:pt x="220" y="446"/>
                    <a:pt x="220" y="446"/>
                    <a:pt x="220" y="447"/>
                  </a:cubicBezTo>
                  <a:cubicBezTo>
                    <a:pt x="220" y="447"/>
                    <a:pt x="220" y="447"/>
                    <a:pt x="220" y="447"/>
                  </a:cubicBezTo>
                  <a:cubicBezTo>
                    <a:pt x="220" y="447"/>
                    <a:pt x="220" y="447"/>
                    <a:pt x="220" y="447"/>
                  </a:cubicBezTo>
                  <a:cubicBezTo>
                    <a:pt x="220" y="447"/>
                    <a:pt x="220" y="447"/>
                    <a:pt x="220" y="447"/>
                  </a:cubicBezTo>
                  <a:cubicBezTo>
                    <a:pt x="220" y="447"/>
                    <a:pt x="220" y="447"/>
                    <a:pt x="220" y="448"/>
                  </a:cubicBezTo>
                  <a:cubicBezTo>
                    <a:pt x="220" y="449"/>
                    <a:pt x="220" y="449"/>
                    <a:pt x="220" y="449"/>
                  </a:cubicBezTo>
                  <a:cubicBezTo>
                    <a:pt x="220" y="449"/>
                    <a:pt x="221" y="448"/>
                    <a:pt x="221" y="447"/>
                  </a:cubicBezTo>
                  <a:cubicBezTo>
                    <a:pt x="222" y="449"/>
                    <a:pt x="224" y="448"/>
                    <a:pt x="225" y="448"/>
                  </a:cubicBezTo>
                  <a:cubicBezTo>
                    <a:pt x="225" y="448"/>
                    <a:pt x="224" y="449"/>
                    <a:pt x="225" y="449"/>
                  </a:cubicBezTo>
                  <a:cubicBezTo>
                    <a:pt x="225" y="449"/>
                    <a:pt x="226" y="448"/>
                    <a:pt x="226" y="449"/>
                  </a:cubicBezTo>
                  <a:cubicBezTo>
                    <a:pt x="226" y="448"/>
                    <a:pt x="225" y="450"/>
                    <a:pt x="225" y="450"/>
                  </a:cubicBezTo>
                  <a:cubicBezTo>
                    <a:pt x="225" y="451"/>
                    <a:pt x="226" y="449"/>
                    <a:pt x="226" y="449"/>
                  </a:cubicBezTo>
                  <a:cubicBezTo>
                    <a:pt x="225" y="452"/>
                    <a:pt x="229" y="450"/>
                    <a:pt x="229" y="452"/>
                  </a:cubicBezTo>
                  <a:cubicBezTo>
                    <a:pt x="229" y="451"/>
                    <a:pt x="228" y="452"/>
                    <a:pt x="227" y="452"/>
                  </a:cubicBezTo>
                  <a:cubicBezTo>
                    <a:pt x="228" y="452"/>
                    <a:pt x="229" y="452"/>
                    <a:pt x="232" y="452"/>
                  </a:cubicBezTo>
                  <a:cubicBezTo>
                    <a:pt x="230" y="453"/>
                    <a:pt x="230" y="453"/>
                    <a:pt x="230" y="453"/>
                  </a:cubicBezTo>
                  <a:cubicBezTo>
                    <a:pt x="230" y="453"/>
                    <a:pt x="231" y="453"/>
                    <a:pt x="232" y="453"/>
                  </a:cubicBezTo>
                  <a:cubicBezTo>
                    <a:pt x="233" y="452"/>
                    <a:pt x="234" y="452"/>
                    <a:pt x="234" y="452"/>
                  </a:cubicBezTo>
                  <a:cubicBezTo>
                    <a:pt x="234" y="452"/>
                    <a:pt x="234" y="452"/>
                    <a:pt x="234" y="452"/>
                  </a:cubicBezTo>
                  <a:cubicBezTo>
                    <a:pt x="235" y="453"/>
                    <a:pt x="235" y="452"/>
                    <a:pt x="236" y="453"/>
                  </a:cubicBezTo>
                  <a:cubicBezTo>
                    <a:pt x="235" y="454"/>
                    <a:pt x="235" y="453"/>
                    <a:pt x="234" y="454"/>
                  </a:cubicBezTo>
                  <a:cubicBezTo>
                    <a:pt x="232" y="455"/>
                    <a:pt x="233" y="456"/>
                    <a:pt x="233" y="456"/>
                  </a:cubicBezTo>
                  <a:cubicBezTo>
                    <a:pt x="235" y="456"/>
                    <a:pt x="235" y="456"/>
                    <a:pt x="235" y="456"/>
                  </a:cubicBezTo>
                  <a:cubicBezTo>
                    <a:pt x="236" y="456"/>
                    <a:pt x="234" y="457"/>
                    <a:pt x="234" y="457"/>
                  </a:cubicBezTo>
                  <a:cubicBezTo>
                    <a:pt x="239" y="456"/>
                    <a:pt x="239" y="456"/>
                    <a:pt x="239" y="456"/>
                  </a:cubicBezTo>
                  <a:cubicBezTo>
                    <a:pt x="238" y="456"/>
                    <a:pt x="237" y="458"/>
                    <a:pt x="236" y="457"/>
                  </a:cubicBezTo>
                  <a:cubicBezTo>
                    <a:pt x="237" y="458"/>
                    <a:pt x="240" y="458"/>
                    <a:pt x="241" y="458"/>
                  </a:cubicBezTo>
                  <a:cubicBezTo>
                    <a:pt x="241" y="459"/>
                    <a:pt x="243" y="459"/>
                    <a:pt x="243" y="460"/>
                  </a:cubicBezTo>
                  <a:cubicBezTo>
                    <a:pt x="242" y="460"/>
                    <a:pt x="243" y="459"/>
                    <a:pt x="242" y="460"/>
                  </a:cubicBezTo>
                  <a:cubicBezTo>
                    <a:pt x="240" y="461"/>
                    <a:pt x="240" y="461"/>
                    <a:pt x="240" y="461"/>
                  </a:cubicBezTo>
                  <a:cubicBezTo>
                    <a:pt x="240" y="460"/>
                    <a:pt x="238" y="461"/>
                    <a:pt x="237" y="461"/>
                  </a:cubicBezTo>
                  <a:cubicBezTo>
                    <a:pt x="238" y="462"/>
                    <a:pt x="238" y="463"/>
                    <a:pt x="237" y="464"/>
                  </a:cubicBezTo>
                  <a:cubicBezTo>
                    <a:pt x="240" y="463"/>
                    <a:pt x="239" y="465"/>
                    <a:pt x="242" y="465"/>
                  </a:cubicBezTo>
                  <a:cubicBezTo>
                    <a:pt x="242" y="466"/>
                    <a:pt x="240" y="466"/>
                    <a:pt x="239" y="466"/>
                  </a:cubicBezTo>
                  <a:cubicBezTo>
                    <a:pt x="240" y="467"/>
                    <a:pt x="240" y="468"/>
                    <a:pt x="240" y="469"/>
                  </a:cubicBezTo>
                  <a:cubicBezTo>
                    <a:pt x="240" y="469"/>
                    <a:pt x="240" y="469"/>
                    <a:pt x="240" y="469"/>
                  </a:cubicBezTo>
                  <a:cubicBezTo>
                    <a:pt x="240" y="470"/>
                    <a:pt x="240" y="472"/>
                    <a:pt x="242" y="472"/>
                  </a:cubicBezTo>
                  <a:cubicBezTo>
                    <a:pt x="241" y="472"/>
                    <a:pt x="241" y="472"/>
                    <a:pt x="241" y="472"/>
                  </a:cubicBezTo>
                  <a:cubicBezTo>
                    <a:pt x="240" y="473"/>
                    <a:pt x="244" y="472"/>
                    <a:pt x="243" y="474"/>
                  </a:cubicBezTo>
                  <a:cubicBezTo>
                    <a:pt x="242" y="473"/>
                    <a:pt x="242" y="473"/>
                    <a:pt x="242" y="473"/>
                  </a:cubicBezTo>
                  <a:cubicBezTo>
                    <a:pt x="243" y="474"/>
                    <a:pt x="241" y="475"/>
                    <a:pt x="243" y="476"/>
                  </a:cubicBezTo>
                  <a:cubicBezTo>
                    <a:pt x="242" y="476"/>
                    <a:pt x="242" y="476"/>
                    <a:pt x="241" y="475"/>
                  </a:cubicBezTo>
                  <a:cubicBezTo>
                    <a:pt x="242" y="476"/>
                    <a:pt x="242" y="477"/>
                    <a:pt x="243" y="478"/>
                  </a:cubicBezTo>
                  <a:cubicBezTo>
                    <a:pt x="241" y="478"/>
                    <a:pt x="241" y="478"/>
                    <a:pt x="241" y="478"/>
                  </a:cubicBezTo>
                  <a:cubicBezTo>
                    <a:pt x="240" y="478"/>
                    <a:pt x="244" y="478"/>
                    <a:pt x="243" y="479"/>
                  </a:cubicBezTo>
                  <a:cubicBezTo>
                    <a:pt x="243" y="479"/>
                    <a:pt x="242" y="480"/>
                    <a:pt x="242" y="480"/>
                  </a:cubicBezTo>
                  <a:cubicBezTo>
                    <a:pt x="243" y="480"/>
                    <a:pt x="243" y="481"/>
                    <a:pt x="243" y="481"/>
                  </a:cubicBezTo>
                  <a:cubicBezTo>
                    <a:pt x="241" y="482"/>
                    <a:pt x="241" y="482"/>
                    <a:pt x="241" y="482"/>
                  </a:cubicBezTo>
                  <a:cubicBezTo>
                    <a:pt x="241" y="486"/>
                    <a:pt x="241" y="490"/>
                    <a:pt x="243" y="494"/>
                  </a:cubicBezTo>
                  <a:cubicBezTo>
                    <a:pt x="240" y="494"/>
                    <a:pt x="241" y="493"/>
                    <a:pt x="240" y="493"/>
                  </a:cubicBezTo>
                  <a:cubicBezTo>
                    <a:pt x="242" y="493"/>
                    <a:pt x="240" y="494"/>
                    <a:pt x="241" y="495"/>
                  </a:cubicBezTo>
                  <a:cubicBezTo>
                    <a:pt x="241" y="495"/>
                    <a:pt x="241" y="495"/>
                    <a:pt x="241" y="495"/>
                  </a:cubicBezTo>
                  <a:cubicBezTo>
                    <a:pt x="241" y="496"/>
                    <a:pt x="240" y="496"/>
                    <a:pt x="240" y="497"/>
                  </a:cubicBezTo>
                  <a:cubicBezTo>
                    <a:pt x="241" y="497"/>
                    <a:pt x="241" y="497"/>
                    <a:pt x="241" y="497"/>
                  </a:cubicBezTo>
                  <a:cubicBezTo>
                    <a:pt x="242" y="497"/>
                    <a:pt x="238" y="498"/>
                    <a:pt x="241" y="498"/>
                  </a:cubicBezTo>
                  <a:cubicBezTo>
                    <a:pt x="239" y="499"/>
                    <a:pt x="239" y="499"/>
                    <a:pt x="239" y="499"/>
                  </a:cubicBezTo>
                  <a:cubicBezTo>
                    <a:pt x="242" y="499"/>
                    <a:pt x="238" y="499"/>
                    <a:pt x="240" y="500"/>
                  </a:cubicBezTo>
                  <a:cubicBezTo>
                    <a:pt x="240" y="500"/>
                    <a:pt x="240" y="500"/>
                    <a:pt x="240" y="500"/>
                  </a:cubicBezTo>
                  <a:cubicBezTo>
                    <a:pt x="239" y="501"/>
                    <a:pt x="243" y="502"/>
                    <a:pt x="241" y="502"/>
                  </a:cubicBezTo>
                  <a:cubicBezTo>
                    <a:pt x="241" y="503"/>
                    <a:pt x="242" y="504"/>
                    <a:pt x="244" y="504"/>
                  </a:cubicBezTo>
                  <a:cubicBezTo>
                    <a:pt x="241" y="504"/>
                    <a:pt x="241" y="504"/>
                    <a:pt x="241" y="504"/>
                  </a:cubicBezTo>
                  <a:cubicBezTo>
                    <a:pt x="242" y="507"/>
                    <a:pt x="241" y="511"/>
                    <a:pt x="244" y="513"/>
                  </a:cubicBezTo>
                  <a:cubicBezTo>
                    <a:pt x="243" y="513"/>
                    <a:pt x="243" y="513"/>
                    <a:pt x="243" y="513"/>
                  </a:cubicBezTo>
                  <a:cubicBezTo>
                    <a:pt x="245" y="515"/>
                    <a:pt x="241" y="517"/>
                    <a:pt x="245" y="518"/>
                  </a:cubicBezTo>
                  <a:cubicBezTo>
                    <a:pt x="247" y="518"/>
                    <a:pt x="247" y="518"/>
                    <a:pt x="247" y="518"/>
                  </a:cubicBezTo>
                  <a:cubicBezTo>
                    <a:pt x="244" y="519"/>
                    <a:pt x="244" y="519"/>
                    <a:pt x="244" y="519"/>
                  </a:cubicBezTo>
                  <a:cubicBezTo>
                    <a:pt x="246" y="519"/>
                    <a:pt x="245" y="520"/>
                    <a:pt x="247" y="521"/>
                  </a:cubicBezTo>
                  <a:cubicBezTo>
                    <a:pt x="245" y="521"/>
                    <a:pt x="245" y="521"/>
                    <a:pt x="245" y="521"/>
                  </a:cubicBezTo>
                  <a:cubicBezTo>
                    <a:pt x="245" y="521"/>
                    <a:pt x="247" y="522"/>
                    <a:pt x="247" y="523"/>
                  </a:cubicBezTo>
                  <a:cubicBezTo>
                    <a:pt x="246" y="523"/>
                    <a:pt x="246" y="523"/>
                    <a:pt x="246" y="523"/>
                  </a:cubicBezTo>
                  <a:cubicBezTo>
                    <a:pt x="243" y="527"/>
                    <a:pt x="241" y="532"/>
                    <a:pt x="246" y="534"/>
                  </a:cubicBezTo>
                  <a:cubicBezTo>
                    <a:pt x="247" y="535"/>
                    <a:pt x="243" y="535"/>
                    <a:pt x="244" y="536"/>
                  </a:cubicBezTo>
                  <a:cubicBezTo>
                    <a:pt x="247" y="538"/>
                    <a:pt x="245" y="541"/>
                    <a:pt x="247" y="543"/>
                  </a:cubicBezTo>
                  <a:cubicBezTo>
                    <a:pt x="246" y="546"/>
                    <a:pt x="244" y="545"/>
                    <a:pt x="243" y="548"/>
                  </a:cubicBezTo>
                  <a:cubicBezTo>
                    <a:pt x="243" y="547"/>
                    <a:pt x="243" y="547"/>
                    <a:pt x="243" y="547"/>
                  </a:cubicBezTo>
                  <a:cubicBezTo>
                    <a:pt x="242" y="549"/>
                    <a:pt x="241" y="547"/>
                    <a:pt x="240" y="546"/>
                  </a:cubicBezTo>
                  <a:cubicBezTo>
                    <a:pt x="240" y="547"/>
                    <a:pt x="239" y="547"/>
                    <a:pt x="240" y="549"/>
                  </a:cubicBezTo>
                  <a:cubicBezTo>
                    <a:pt x="239" y="550"/>
                    <a:pt x="238" y="546"/>
                    <a:pt x="238" y="547"/>
                  </a:cubicBezTo>
                  <a:cubicBezTo>
                    <a:pt x="238" y="546"/>
                    <a:pt x="238" y="548"/>
                    <a:pt x="238" y="548"/>
                  </a:cubicBezTo>
                  <a:cubicBezTo>
                    <a:pt x="236" y="550"/>
                    <a:pt x="238" y="546"/>
                    <a:pt x="235" y="545"/>
                  </a:cubicBezTo>
                  <a:cubicBezTo>
                    <a:pt x="232" y="546"/>
                    <a:pt x="228" y="548"/>
                    <a:pt x="225" y="547"/>
                  </a:cubicBezTo>
                  <a:cubicBezTo>
                    <a:pt x="225" y="547"/>
                    <a:pt x="225" y="549"/>
                    <a:pt x="225" y="549"/>
                  </a:cubicBezTo>
                  <a:cubicBezTo>
                    <a:pt x="224" y="546"/>
                    <a:pt x="224" y="550"/>
                    <a:pt x="223" y="549"/>
                  </a:cubicBezTo>
                  <a:cubicBezTo>
                    <a:pt x="223" y="548"/>
                    <a:pt x="223" y="548"/>
                    <a:pt x="223" y="547"/>
                  </a:cubicBezTo>
                  <a:cubicBezTo>
                    <a:pt x="222" y="546"/>
                    <a:pt x="220" y="548"/>
                    <a:pt x="219" y="547"/>
                  </a:cubicBezTo>
                  <a:cubicBezTo>
                    <a:pt x="218" y="549"/>
                    <a:pt x="216" y="546"/>
                    <a:pt x="215" y="548"/>
                  </a:cubicBezTo>
                  <a:cubicBezTo>
                    <a:pt x="215" y="546"/>
                    <a:pt x="214" y="547"/>
                    <a:pt x="214" y="546"/>
                  </a:cubicBezTo>
                  <a:cubicBezTo>
                    <a:pt x="213" y="550"/>
                    <a:pt x="211" y="545"/>
                    <a:pt x="210" y="547"/>
                  </a:cubicBezTo>
                  <a:cubicBezTo>
                    <a:pt x="210" y="547"/>
                    <a:pt x="210" y="547"/>
                    <a:pt x="210" y="547"/>
                  </a:cubicBezTo>
                  <a:cubicBezTo>
                    <a:pt x="206" y="547"/>
                    <a:pt x="202" y="547"/>
                    <a:pt x="198" y="549"/>
                  </a:cubicBezTo>
                  <a:cubicBezTo>
                    <a:pt x="195" y="549"/>
                    <a:pt x="193" y="546"/>
                    <a:pt x="190" y="547"/>
                  </a:cubicBezTo>
                  <a:cubicBezTo>
                    <a:pt x="190" y="548"/>
                    <a:pt x="190" y="549"/>
                    <a:pt x="190" y="549"/>
                  </a:cubicBezTo>
                  <a:cubicBezTo>
                    <a:pt x="189" y="549"/>
                    <a:pt x="190" y="548"/>
                    <a:pt x="190" y="547"/>
                  </a:cubicBezTo>
                  <a:cubicBezTo>
                    <a:pt x="188" y="549"/>
                    <a:pt x="187" y="547"/>
                    <a:pt x="185" y="547"/>
                  </a:cubicBezTo>
                  <a:cubicBezTo>
                    <a:pt x="185" y="548"/>
                    <a:pt x="184" y="548"/>
                    <a:pt x="185" y="549"/>
                  </a:cubicBezTo>
                  <a:cubicBezTo>
                    <a:pt x="183" y="546"/>
                    <a:pt x="181" y="550"/>
                    <a:pt x="179" y="548"/>
                  </a:cubicBezTo>
                  <a:cubicBezTo>
                    <a:pt x="179" y="552"/>
                    <a:pt x="178" y="550"/>
                    <a:pt x="177" y="551"/>
                  </a:cubicBezTo>
                  <a:cubicBezTo>
                    <a:pt x="177" y="551"/>
                    <a:pt x="177" y="550"/>
                    <a:pt x="177" y="549"/>
                  </a:cubicBezTo>
                  <a:cubicBezTo>
                    <a:pt x="175" y="550"/>
                    <a:pt x="175" y="550"/>
                    <a:pt x="173" y="549"/>
                  </a:cubicBezTo>
                  <a:cubicBezTo>
                    <a:pt x="172" y="549"/>
                    <a:pt x="172" y="551"/>
                    <a:pt x="171" y="551"/>
                  </a:cubicBezTo>
                  <a:cubicBezTo>
                    <a:pt x="171" y="548"/>
                    <a:pt x="170" y="550"/>
                    <a:pt x="169" y="550"/>
                  </a:cubicBezTo>
                  <a:cubicBezTo>
                    <a:pt x="169" y="552"/>
                    <a:pt x="168" y="553"/>
                    <a:pt x="167" y="552"/>
                  </a:cubicBezTo>
                  <a:cubicBezTo>
                    <a:pt x="168" y="549"/>
                    <a:pt x="168" y="549"/>
                    <a:pt x="168" y="549"/>
                  </a:cubicBezTo>
                  <a:cubicBezTo>
                    <a:pt x="165" y="551"/>
                    <a:pt x="162" y="548"/>
                    <a:pt x="159" y="551"/>
                  </a:cubicBezTo>
                  <a:cubicBezTo>
                    <a:pt x="159" y="549"/>
                    <a:pt x="159" y="549"/>
                    <a:pt x="159" y="549"/>
                  </a:cubicBezTo>
                  <a:cubicBezTo>
                    <a:pt x="156" y="550"/>
                    <a:pt x="154" y="548"/>
                    <a:pt x="151" y="549"/>
                  </a:cubicBezTo>
                  <a:cubicBezTo>
                    <a:pt x="150" y="548"/>
                    <a:pt x="150" y="547"/>
                    <a:pt x="149" y="547"/>
                  </a:cubicBezTo>
                  <a:cubicBezTo>
                    <a:pt x="148" y="548"/>
                    <a:pt x="148" y="548"/>
                    <a:pt x="146" y="549"/>
                  </a:cubicBezTo>
                  <a:cubicBezTo>
                    <a:pt x="146" y="549"/>
                    <a:pt x="146" y="548"/>
                    <a:pt x="147" y="547"/>
                  </a:cubicBezTo>
                  <a:cubicBezTo>
                    <a:pt x="146" y="546"/>
                    <a:pt x="147" y="544"/>
                    <a:pt x="145" y="545"/>
                  </a:cubicBezTo>
                  <a:cubicBezTo>
                    <a:pt x="146" y="545"/>
                    <a:pt x="146" y="545"/>
                    <a:pt x="146" y="545"/>
                  </a:cubicBezTo>
                  <a:cubicBezTo>
                    <a:pt x="145" y="545"/>
                    <a:pt x="143" y="545"/>
                    <a:pt x="144" y="544"/>
                  </a:cubicBezTo>
                  <a:cubicBezTo>
                    <a:pt x="143" y="544"/>
                    <a:pt x="142" y="543"/>
                    <a:pt x="140" y="544"/>
                  </a:cubicBezTo>
                  <a:cubicBezTo>
                    <a:pt x="140" y="543"/>
                    <a:pt x="143" y="543"/>
                    <a:pt x="141" y="543"/>
                  </a:cubicBezTo>
                  <a:cubicBezTo>
                    <a:pt x="143" y="543"/>
                    <a:pt x="143" y="543"/>
                    <a:pt x="143" y="543"/>
                  </a:cubicBezTo>
                  <a:cubicBezTo>
                    <a:pt x="143" y="541"/>
                    <a:pt x="142" y="539"/>
                    <a:pt x="142" y="537"/>
                  </a:cubicBezTo>
                  <a:cubicBezTo>
                    <a:pt x="145" y="537"/>
                    <a:pt x="142" y="534"/>
                    <a:pt x="144" y="534"/>
                  </a:cubicBezTo>
                  <a:cubicBezTo>
                    <a:pt x="143" y="533"/>
                    <a:pt x="146" y="532"/>
                    <a:pt x="143" y="530"/>
                  </a:cubicBezTo>
                  <a:cubicBezTo>
                    <a:pt x="144" y="531"/>
                    <a:pt x="144" y="531"/>
                    <a:pt x="144" y="531"/>
                  </a:cubicBezTo>
                  <a:cubicBezTo>
                    <a:pt x="145" y="530"/>
                    <a:pt x="146" y="528"/>
                    <a:pt x="147" y="527"/>
                  </a:cubicBezTo>
                  <a:cubicBezTo>
                    <a:pt x="148" y="527"/>
                    <a:pt x="146" y="526"/>
                    <a:pt x="146" y="525"/>
                  </a:cubicBezTo>
                  <a:cubicBezTo>
                    <a:pt x="147" y="525"/>
                    <a:pt x="147" y="525"/>
                    <a:pt x="147" y="525"/>
                  </a:cubicBezTo>
                  <a:cubicBezTo>
                    <a:pt x="147" y="524"/>
                    <a:pt x="145" y="523"/>
                    <a:pt x="145" y="522"/>
                  </a:cubicBezTo>
                  <a:cubicBezTo>
                    <a:pt x="146" y="522"/>
                    <a:pt x="145" y="521"/>
                    <a:pt x="146" y="521"/>
                  </a:cubicBezTo>
                  <a:cubicBezTo>
                    <a:pt x="146" y="522"/>
                    <a:pt x="147" y="523"/>
                    <a:pt x="149" y="525"/>
                  </a:cubicBezTo>
                  <a:cubicBezTo>
                    <a:pt x="150" y="525"/>
                    <a:pt x="147" y="522"/>
                    <a:pt x="149" y="523"/>
                  </a:cubicBezTo>
                  <a:cubicBezTo>
                    <a:pt x="150" y="522"/>
                    <a:pt x="150" y="521"/>
                    <a:pt x="149" y="520"/>
                  </a:cubicBezTo>
                  <a:cubicBezTo>
                    <a:pt x="149" y="521"/>
                    <a:pt x="150" y="520"/>
                    <a:pt x="150" y="521"/>
                  </a:cubicBezTo>
                  <a:cubicBezTo>
                    <a:pt x="151" y="521"/>
                    <a:pt x="151" y="520"/>
                    <a:pt x="151" y="520"/>
                  </a:cubicBezTo>
                  <a:cubicBezTo>
                    <a:pt x="150" y="520"/>
                    <a:pt x="150" y="520"/>
                    <a:pt x="150" y="520"/>
                  </a:cubicBezTo>
                  <a:cubicBezTo>
                    <a:pt x="149" y="519"/>
                    <a:pt x="150" y="518"/>
                    <a:pt x="148" y="517"/>
                  </a:cubicBezTo>
                  <a:cubicBezTo>
                    <a:pt x="148" y="517"/>
                    <a:pt x="149" y="518"/>
                    <a:pt x="148" y="518"/>
                  </a:cubicBezTo>
                  <a:cubicBezTo>
                    <a:pt x="147" y="517"/>
                    <a:pt x="148" y="516"/>
                    <a:pt x="149" y="516"/>
                  </a:cubicBezTo>
                  <a:cubicBezTo>
                    <a:pt x="150" y="517"/>
                    <a:pt x="150" y="519"/>
                    <a:pt x="151" y="519"/>
                  </a:cubicBezTo>
                  <a:cubicBezTo>
                    <a:pt x="150" y="515"/>
                    <a:pt x="150" y="515"/>
                    <a:pt x="150" y="515"/>
                  </a:cubicBezTo>
                  <a:cubicBezTo>
                    <a:pt x="150" y="516"/>
                    <a:pt x="149" y="516"/>
                    <a:pt x="148" y="515"/>
                  </a:cubicBezTo>
                  <a:cubicBezTo>
                    <a:pt x="148" y="516"/>
                    <a:pt x="148" y="516"/>
                    <a:pt x="148" y="516"/>
                  </a:cubicBezTo>
                  <a:cubicBezTo>
                    <a:pt x="147" y="515"/>
                    <a:pt x="147" y="515"/>
                    <a:pt x="147" y="515"/>
                  </a:cubicBezTo>
                  <a:cubicBezTo>
                    <a:pt x="147" y="516"/>
                    <a:pt x="145" y="516"/>
                    <a:pt x="145" y="517"/>
                  </a:cubicBezTo>
                  <a:cubicBezTo>
                    <a:pt x="147" y="518"/>
                    <a:pt x="147" y="518"/>
                    <a:pt x="147" y="518"/>
                  </a:cubicBezTo>
                  <a:cubicBezTo>
                    <a:pt x="146" y="519"/>
                    <a:pt x="147" y="521"/>
                    <a:pt x="146" y="520"/>
                  </a:cubicBezTo>
                  <a:cubicBezTo>
                    <a:pt x="145" y="519"/>
                    <a:pt x="145" y="519"/>
                    <a:pt x="144" y="519"/>
                  </a:cubicBezTo>
                  <a:cubicBezTo>
                    <a:pt x="144" y="519"/>
                    <a:pt x="144" y="519"/>
                    <a:pt x="144" y="519"/>
                  </a:cubicBezTo>
                  <a:cubicBezTo>
                    <a:pt x="142" y="518"/>
                    <a:pt x="142" y="518"/>
                    <a:pt x="142" y="518"/>
                  </a:cubicBezTo>
                  <a:cubicBezTo>
                    <a:pt x="145" y="520"/>
                    <a:pt x="142" y="520"/>
                    <a:pt x="142" y="521"/>
                  </a:cubicBezTo>
                  <a:cubicBezTo>
                    <a:pt x="142" y="520"/>
                    <a:pt x="142" y="520"/>
                    <a:pt x="142" y="520"/>
                  </a:cubicBezTo>
                  <a:cubicBezTo>
                    <a:pt x="140" y="521"/>
                    <a:pt x="143" y="521"/>
                    <a:pt x="143" y="522"/>
                  </a:cubicBezTo>
                  <a:cubicBezTo>
                    <a:pt x="142" y="522"/>
                    <a:pt x="140" y="520"/>
                    <a:pt x="139" y="520"/>
                  </a:cubicBezTo>
                  <a:cubicBezTo>
                    <a:pt x="138" y="521"/>
                    <a:pt x="139" y="524"/>
                    <a:pt x="137" y="524"/>
                  </a:cubicBezTo>
                  <a:cubicBezTo>
                    <a:pt x="136" y="525"/>
                    <a:pt x="137" y="526"/>
                    <a:pt x="137" y="528"/>
                  </a:cubicBezTo>
                  <a:cubicBezTo>
                    <a:pt x="137" y="529"/>
                    <a:pt x="135" y="527"/>
                    <a:pt x="136" y="528"/>
                  </a:cubicBezTo>
                  <a:cubicBezTo>
                    <a:pt x="135" y="527"/>
                    <a:pt x="134" y="527"/>
                    <a:pt x="133" y="527"/>
                  </a:cubicBezTo>
                  <a:cubicBezTo>
                    <a:pt x="134" y="527"/>
                    <a:pt x="132" y="528"/>
                    <a:pt x="135" y="529"/>
                  </a:cubicBezTo>
                  <a:cubicBezTo>
                    <a:pt x="133" y="529"/>
                    <a:pt x="132" y="532"/>
                    <a:pt x="133" y="533"/>
                  </a:cubicBezTo>
                  <a:cubicBezTo>
                    <a:pt x="133" y="533"/>
                    <a:pt x="131" y="532"/>
                    <a:pt x="130" y="532"/>
                  </a:cubicBezTo>
                  <a:cubicBezTo>
                    <a:pt x="131" y="534"/>
                    <a:pt x="132" y="535"/>
                    <a:pt x="131" y="536"/>
                  </a:cubicBezTo>
                  <a:cubicBezTo>
                    <a:pt x="133" y="537"/>
                    <a:pt x="133" y="536"/>
                    <a:pt x="135" y="537"/>
                  </a:cubicBezTo>
                  <a:cubicBezTo>
                    <a:pt x="135" y="537"/>
                    <a:pt x="136" y="537"/>
                    <a:pt x="136" y="537"/>
                  </a:cubicBezTo>
                  <a:cubicBezTo>
                    <a:pt x="134" y="537"/>
                    <a:pt x="131" y="537"/>
                    <a:pt x="131" y="538"/>
                  </a:cubicBezTo>
                  <a:cubicBezTo>
                    <a:pt x="128" y="538"/>
                    <a:pt x="132" y="536"/>
                    <a:pt x="129" y="536"/>
                  </a:cubicBezTo>
                  <a:cubicBezTo>
                    <a:pt x="126" y="535"/>
                    <a:pt x="127" y="533"/>
                    <a:pt x="128" y="533"/>
                  </a:cubicBezTo>
                  <a:cubicBezTo>
                    <a:pt x="126" y="531"/>
                    <a:pt x="128" y="533"/>
                    <a:pt x="126" y="533"/>
                  </a:cubicBezTo>
                  <a:cubicBezTo>
                    <a:pt x="126" y="534"/>
                    <a:pt x="127" y="535"/>
                    <a:pt x="127" y="536"/>
                  </a:cubicBezTo>
                  <a:cubicBezTo>
                    <a:pt x="128" y="537"/>
                    <a:pt x="128" y="536"/>
                    <a:pt x="129" y="537"/>
                  </a:cubicBezTo>
                  <a:cubicBezTo>
                    <a:pt x="131" y="539"/>
                    <a:pt x="127" y="539"/>
                    <a:pt x="127" y="539"/>
                  </a:cubicBezTo>
                  <a:cubicBezTo>
                    <a:pt x="126" y="538"/>
                    <a:pt x="126" y="538"/>
                    <a:pt x="126" y="538"/>
                  </a:cubicBezTo>
                  <a:cubicBezTo>
                    <a:pt x="125" y="539"/>
                    <a:pt x="127" y="540"/>
                    <a:pt x="127" y="541"/>
                  </a:cubicBezTo>
                  <a:cubicBezTo>
                    <a:pt x="124" y="541"/>
                    <a:pt x="126" y="539"/>
                    <a:pt x="124" y="538"/>
                  </a:cubicBezTo>
                  <a:cubicBezTo>
                    <a:pt x="122" y="539"/>
                    <a:pt x="122" y="539"/>
                    <a:pt x="122" y="539"/>
                  </a:cubicBezTo>
                  <a:cubicBezTo>
                    <a:pt x="122" y="542"/>
                    <a:pt x="125" y="540"/>
                    <a:pt x="124" y="542"/>
                  </a:cubicBezTo>
                  <a:cubicBezTo>
                    <a:pt x="123" y="542"/>
                    <a:pt x="123" y="542"/>
                    <a:pt x="123" y="542"/>
                  </a:cubicBezTo>
                  <a:cubicBezTo>
                    <a:pt x="124" y="543"/>
                    <a:pt x="124" y="543"/>
                    <a:pt x="124" y="543"/>
                  </a:cubicBezTo>
                  <a:cubicBezTo>
                    <a:pt x="125" y="543"/>
                    <a:pt x="127" y="543"/>
                    <a:pt x="126" y="542"/>
                  </a:cubicBezTo>
                  <a:cubicBezTo>
                    <a:pt x="130" y="542"/>
                    <a:pt x="127" y="543"/>
                    <a:pt x="128" y="544"/>
                  </a:cubicBezTo>
                  <a:cubicBezTo>
                    <a:pt x="130" y="545"/>
                    <a:pt x="127" y="544"/>
                    <a:pt x="129" y="543"/>
                  </a:cubicBezTo>
                  <a:cubicBezTo>
                    <a:pt x="131" y="543"/>
                    <a:pt x="131" y="544"/>
                    <a:pt x="131" y="545"/>
                  </a:cubicBezTo>
                  <a:cubicBezTo>
                    <a:pt x="132" y="546"/>
                    <a:pt x="130" y="546"/>
                    <a:pt x="129" y="547"/>
                  </a:cubicBezTo>
                  <a:cubicBezTo>
                    <a:pt x="128" y="546"/>
                    <a:pt x="128" y="545"/>
                    <a:pt x="129" y="545"/>
                  </a:cubicBezTo>
                  <a:cubicBezTo>
                    <a:pt x="127" y="544"/>
                    <a:pt x="125" y="547"/>
                    <a:pt x="124" y="546"/>
                  </a:cubicBezTo>
                  <a:cubicBezTo>
                    <a:pt x="123" y="548"/>
                    <a:pt x="125" y="547"/>
                    <a:pt x="126" y="548"/>
                  </a:cubicBezTo>
                  <a:cubicBezTo>
                    <a:pt x="126" y="547"/>
                    <a:pt x="128" y="547"/>
                    <a:pt x="128" y="547"/>
                  </a:cubicBezTo>
                  <a:cubicBezTo>
                    <a:pt x="133" y="548"/>
                    <a:pt x="125" y="549"/>
                    <a:pt x="127" y="551"/>
                  </a:cubicBezTo>
                  <a:cubicBezTo>
                    <a:pt x="130" y="550"/>
                    <a:pt x="132" y="552"/>
                    <a:pt x="134" y="549"/>
                  </a:cubicBezTo>
                  <a:cubicBezTo>
                    <a:pt x="135" y="549"/>
                    <a:pt x="136" y="550"/>
                    <a:pt x="136" y="550"/>
                  </a:cubicBezTo>
                  <a:cubicBezTo>
                    <a:pt x="134" y="551"/>
                    <a:pt x="135" y="552"/>
                    <a:pt x="133" y="552"/>
                  </a:cubicBezTo>
                  <a:cubicBezTo>
                    <a:pt x="133" y="553"/>
                    <a:pt x="133" y="553"/>
                    <a:pt x="133" y="553"/>
                  </a:cubicBezTo>
                  <a:cubicBezTo>
                    <a:pt x="130" y="553"/>
                    <a:pt x="130" y="553"/>
                    <a:pt x="130" y="553"/>
                  </a:cubicBezTo>
                  <a:cubicBezTo>
                    <a:pt x="130" y="554"/>
                    <a:pt x="129" y="557"/>
                    <a:pt x="129" y="558"/>
                  </a:cubicBezTo>
                  <a:cubicBezTo>
                    <a:pt x="130" y="558"/>
                    <a:pt x="130" y="556"/>
                    <a:pt x="131" y="557"/>
                  </a:cubicBezTo>
                  <a:cubicBezTo>
                    <a:pt x="130" y="557"/>
                    <a:pt x="130" y="559"/>
                    <a:pt x="131" y="559"/>
                  </a:cubicBezTo>
                  <a:cubicBezTo>
                    <a:pt x="130" y="558"/>
                    <a:pt x="133" y="557"/>
                    <a:pt x="134" y="557"/>
                  </a:cubicBezTo>
                  <a:cubicBezTo>
                    <a:pt x="134" y="558"/>
                    <a:pt x="134" y="560"/>
                    <a:pt x="133" y="560"/>
                  </a:cubicBezTo>
                  <a:cubicBezTo>
                    <a:pt x="131" y="561"/>
                    <a:pt x="131" y="561"/>
                    <a:pt x="131" y="561"/>
                  </a:cubicBezTo>
                  <a:cubicBezTo>
                    <a:pt x="133" y="560"/>
                    <a:pt x="131" y="562"/>
                    <a:pt x="132" y="562"/>
                  </a:cubicBezTo>
                  <a:cubicBezTo>
                    <a:pt x="133" y="561"/>
                    <a:pt x="135" y="560"/>
                    <a:pt x="136" y="559"/>
                  </a:cubicBezTo>
                  <a:cubicBezTo>
                    <a:pt x="137" y="559"/>
                    <a:pt x="136" y="561"/>
                    <a:pt x="137" y="561"/>
                  </a:cubicBezTo>
                  <a:cubicBezTo>
                    <a:pt x="135" y="561"/>
                    <a:pt x="135" y="561"/>
                    <a:pt x="135" y="561"/>
                  </a:cubicBezTo>
                  <a:cubicBezTo>
                    <a:pt x="136" y="562"/>
                    <a:pt x="133" y="564"/>
                    <a:pt x="135" y="564"/>
                  </a:cubicBezTo>
                  <a:cubicBezTo>
                    <a:pt x="136" y="563"/>
                    <a:pt x="136" y="563"/>
                    <a:pt x="136" y="563"/>
                  </a:cubicBezTo>
                  <a:cubicBezTo>
                    <a:pt x="136" y="564"/>
                    <a:pt x="136" y="564"/>
                    <a:pt x="135" y="564"/>
                  </a:cubicBezTo>
                  <a:close/>
                  <a:moveTo>
                    <a:pt x="181" y="303"/>
                  </a:moveTo>
                  <a:cubicBezTo>
                    <a:pt x="181" y="303"/>
                    <a:pt x="181" y="303"/>
                    <a:pt x="181" y="303"/>
                  </a:cubicBezTo>
                  <a:cubicBezTo>
                    <a:pt x="181" y="303"/>
                    <a:pt x="181" y="303"/>
                    <a:pt x="181" y="303"/>
                  </a:cubicBezTo>
                  <a:cubicBezTo>
                    <a:pt x="181" y="303"/>
                    <a:pt x="181" y="303"/>
                    <a:pt x="181" y="303"/>
                  </a:cubicBezTo>
                  <a:close/>
                  <a:moveTo>
                    <a:pt x="191" y="308"/>
                  </a:moveTo>
                  <a:cubicBezTo>
                    <a:pt x="190" y="307"/>
                    <a:pt x="190" y="306"/>
                    <a:pt x="190" y="306"/>
                  </a:cubicBezTo>
                  <a:cubicBezTo>
                    <a:pt x="191" y="308"/>
                    <a:pt x="191" y="308"/>
                    <a:pt x="191" y="308"/>
                  </a:cubicBezTo>
                  <a:cubicBezTo>
                    <a:pt x="191" y="308"/>
                    <a:pt x="191" y="308"/>
                    <a:pt x="191" y="308"/>
                  </a:cubicBezTo>
                  <a:close/>
                  <a:moveTo>
                    <a:pt x="199" y="323"/>
                  </a:moveTo>
                  <a:cubicBezTo>
                    <a:pt x="199" y="323"/>
                    <a:pt x="199" y="323"/>
                    <a:pt x="199" y="324"/>
                  </a:cubicBezTo>
                  <a:cubicBezTo>
                    <a:pt x="199" y="324"/>
                    <a:pt x="199" y="324"/>
                    <a:pt x="199" y="324"/>
                  </a:cubicBezTo>
                  <a:cubicBezTo>
                    <a:pt x="199" y="324"/>
                    <a:pt x="199" y="324"/>
                    <a:pt x="199" y="324"/>
                  </a:cubicBezTo>
                  <a:cubicBezTo>
                    <a:pt x="199" y="324"/>
                    <a:pt x="200" y="324"/>
                    <a:pt x="200" y="324"/>
                  </a:cubicBezTo>
                  <a:cubicBezTo>
                    <a:pt x="200" y="324"/>
                    <a:pt x="200" y="324"/>
                    <a:pt x="200" y="324"/>
                  </a:cubicBezTo>
                  <a:cubicBezTo>
                    <a:pt x="198" y="324"/>
                    <a:pt x="198" y="324"/>
                    <a:pt x="199" y="323"/>
                  </a:cubicBezTo>
                  <a:close/>
                  <a:moveTo>
                    <a:pt x="198" y="307"/>
                  </a:moveTo>
                  <a:cubicBezTo>
                    <a:pt x="198" y="307"/>
                    <a:pt x="198" y="307"/>
                    <a:pt x="198" y="307"/>
                  </a:cubicBezTo>
                  <a:cubicBezTo>
                    <a:pt x="198" y="307"/>
                    <a:pt x="198" y="306"/>
                    <a:pt x="198" y="306"/>
                  </a:cubicBezTo>
                  <a:cubicBezTo>
                    <a:pt x="198" y="307"/>
                    <a:pt x="198" y="307"/>
                    <a:pt x="198" y="307"/>
                  </a:cubicBezTo>
                  <a:cubicBezTo>
                    <a:pt x="197" y="308"/>
                    <a:pt x="197" y="304"/>
                    <a:pt x="197" y="307"/>
                  </a:cubicBezTo>
                  <a:cubicBezTo>
                    <a:pt x="197" y="305"/>
                    <a:pt x="197" y="305"/>
                    <a:pt x="197" y="305"/>
                  </a:cubicBezTo>
                  <a:cubicBezTo>
                    <a:pt x="196" y="308"/>
                    <a:pt x="196" y="304"/>
                    <a:pt x="196" y="306"/>
                  </a:cubicBezTo>
                  <a:cubicBezTo>
                    <a:pt x="196" y="306"/>
                    <a:pt x="196" y="306"/>
                    <a:pt x="196" y="306"/>
                  </a:cubicBezTo>
                  <a:cubicBezTo>
                    <a:pt x="195" y="305"/>
                    <a:pt x="194" y="309"/>
                    <a:pt x="194" y="307"/>
                  </a:cubicBezTo>
                  <a:cubicBezTo>
                    <a:pt x="194" y="307"/>
                    <a:pt x="193" y="307"/>
                    <a:pt x="193" y="309"/>
                  </a:cubicBezTo>
                  <a:cubicBezTo>
                    <a:pt x="193" y="307"/>
                    <a:pt x="193" y="307"/>
                    <a:pt x="193" y="307"/>
                  </a:cubicBezTo>
                  <a:cubicBezTo>
                    <a:pt x="192" y="307"/>
                    <a:pt x="192" y="307"/>
                    <a:pt x="191" y="308"/>
                  </a:cubicBezTo>
                  <a:cubicBezTo>
                    <a:pt x="191" y="307"/>
                    <a:pt x="191" y="307"/>
                    <a:pt x="191" y="307"/>
                  </a:cubicBezTo>
                  <a:cubicBezTo>
                    <a:pt x="190" y="306"/>
                    <a:pt x="189" y="304"/>
                    <a:pt x="189" y="304"/>
                  </a:cubicBezTo>
                  <a:cubicBezTo>
                    <a:pt x="188" y="302"/>
                    <a:pt x="189" y="304"/>
                    <a:pt x="189" y="303"/>
                  </a:cubicBezTo>
                  <a:cubicBezTo>
                    <a:pt x="189" y="302"/>
                    <a:pt x="189" y="303"/>
                    <a:pt x="188" y="302"/>
                  </a:cubicBezTo>
                  <a:cubicBezTo>
                    <a:pt x="188" y="300"/>
                    <a:pt x="188" y="300"/>
                    <a:pt x="188" y="300"/>
                  </a:cubicBezTo>
                  <a:cubicBezTo>
                    <a:pt x="188" y="300"/>
                    <a:pt x="189" y="302"/>
                    <a:pt x="190" y="303"/>
                  </a:cubicBezTo>
                  <a:cubicBezTo>
                    <a:pt x="190" y="303"/>
                    <a:pt x="190" y="303"/>
                    <a:pt x="189" y="302"/>
                  </a:cubicBezTo>
                  <a:cubicBezTo>
                    <a:pt x="190" y="304"/>
                    <a:pt x="191" y="305"/>
                    <a:pt x="191" y="307"/>
                  </a:cubicBezTo>
                  <a:cubicBezTo>
                    <a:pt x="192" y="308"/>
                    <a:pt x="190" y="305"/>
                    <a:pt x="191" y="305"/>
                  </a:cubicBezTo>
                  <a:cubicBezTo>
                    <a:pt x="191" y="306"/>
                    <a:pt x="190" y="304"/>
                    <a:pt x="190" y="303"/>
                  </a:cubicBezTo>
                  <a:cubicBezTo>
                    <a:pt x="188" y="298"/>
                    <a:pt x="192" y="306"/>
                    <a:pt x="192" y="305"/>
                  </a:cubicBezTo>
                  <a:cubicBezTo>
                    <a:pt x="190" y="302"/>
                    <a:pt x="191" y="301"/>
                    <a:pt x="189" y="298"/>
                  </a:cubicBezTo>
                  <a:cubicBezTo>
                    <a:pt x="189" y="297"/>
                    <a:pt x="189" y="296"/>
                    <a:pt x="189" y="297"/>
                  </a:cubicBezTo>
                  <a:cubicBezTo>
                    <a:pt x="190" y="299"/>
                    <a:pt x="190" y="298"/>
                    <a:pt x="190" y="300"/>
                  </a:cubicBezTo>
                  <a:cubicBezTo>
                    <a:pt x="191" y="300"/>
                    <a:pt x="191" y="300"/>
                    <a:pt x="191" y="300"/>
                  </a:cubicBezTo>
                  <a:cubicBezTo>
                    <a:pt x="191" y="302"/>
                    <a:pt x="191" y="302"/>
                    <a:pt x="191" y="302"/>
                  </a:cubicBezTo>
                  <a:cubicBezTo>
                    <a:pt x="193" y="306"/>
                    <a:pt x="193" y="306"/>
                    <a:pt x="193" y="306"/>
                  </a:cubicBezTo>
                  <a:cubicBezTo>
                    <a:pt x="193" y="305"/>
                    <a:pt x="192" y="304"/>
                    <a:pt x="193" y="303"/>
                  </a:cubicBezTo>
                  <a:cubicBezTo>
                    <a:pt x="193" y="304"/>
                    <a:pt x="193" y="305"/>
                    <a:pt x="193" y="305"/>
                  </a:cubicBezTo>
                  <a:cubicBezTo>
                    <a:pt x="193" y="304"/>
                    <a:pt x="192" y="302"/>
                    <a:pt x="192" y="302"/>
                  </a:cubicBezTo>
                  <a:cubicBezTo>
                    <a:pt x="193" y="301"/>
                    <a:pt x="194" y="303"/>
                    <a:pt x="194" y="304"/>
                  </a:cubicBezTo>
                  <a:cubicBezTo>
                    <a:pt x="194" y="306"/>
                    <a:pt x="194" y="306"/>
                    <a:pt x="194" y="306"/>
                  </a:cubicBezTo>
                  <a:cubicBezTo>
                    <a:pt x="194" y="304"/>
                    <a:pt x="194" y="306"/>
                    <a:pt x="194" y="306"/>
                  </a:cubicBezTo>
                  <a:cubicBezTo>
                    <a:pt x="194" y="304"/>
                    <a:pt x="194" y="303"/>
                    <a:pt x="193" y="301"/>
                  </a:cubicBezTo>
                  <a:cubicBezTo>
                    <a:pt x="193" y="301"/>
                    <a:pt x="194" y="302"/>
                    <a:pt x="194" y="302"/>
                  </a:cubicBezTo>
                  <a:cubicBezTo>
                    <a:pt x="194" y="303"/>
                    <a:pt x="194" y="303"/>
                    <a:pt x="194" y="303"/>
                  </a:cubicBezTo>
                  <a:cubicBezTo>
                    <a:pt x="194" y="303"/>
                    <a:pt x="195" y="306"/>
                    <a:pt x="195" y="305"/>
                  </a:cubicBezTo>
                  <a:cubicBezTo>
                    <a:pt x="195" y="304"/>
                    <a:pt x="195" y="304"/>
                    <a:pt x="195" y="304"/>
                  </a:cubicBezTo>
                  <a:cubicBezTo>
                    <a:pt x="195" y="304"/>
                    <a:pt x="195" y="305"/>
                    <a:pt x="195" y="305"/>
                  </a:cubicBezTo>
                  <a:cubicBezTo>
                    <a:pt x="195" y="304"/>
                    <a:pt x="195" y="304"/>
                    <a:pt x="195" y="304"/>
                  </a:cubicBezTo>
                  <a:cubicBezTo>
                    <a:pt x="196" y="305"/>
                    <a:pt x="196" y="305"/>
                    <a:pt x="196" y="305"/>
                  </a:cubicBezTo>
                  <a:cubicBezTo>
                    <a:pt x="196" y="304"/>
                    <a:pt x="195" y="302"/>
                    <a:pt x="196" y="304"/>
                  </a:cubicBezTo>
                  <a:cubicBezTo>
                    <a:pt x="195" y="301"/>
                    <a:pt x="196" y="304"/>
                    <a:pt x="195" y="303"/>
                  </a:cubicBezTo>
                  <a:cubicBezTo>
                    <a:pt x="194" y="301"/>
                    <a:pt x="195" y="301"/>
                    <a:pt x="195" y="301"/>
                  </a:cubicBezTo>
                  <a:cubicBezTo>
                    <a:pt x="196" y="303"/>
                    <a:pt x="195" y="301"/>
                    <a:pt x="196" y="301"/>
                  </a:cubicBezTo>
                  <a:cubicBezTo>
                    <a:pt x="196" y="302"/>
                    <a:pt x="196" y="302"/>
                    <a:pt x="196" y="303"/>
                  </a:cubicBezTo>
                  <a:cubicBezTo>
                    <a:pt x="196" y="301"/>
                    <a:pt x="196" y="301"/>
                    <a:pt x="196" y="301"/>
                  </a:cubicBezTo>
                  <a:cubicBezTo>
                    <a:pt x="197" y="304"/>
                    <a:pt x="196" y="300"/>
                    <a:pt x="197" y="301"/>
                  </a:cubicBezTo>
                  <a:cubicBezTo>
                    <a:pt x="197" y="302"/>
                    <a:pt x="197" y="303"/>
                    <a:pt x="198" y="304"/>
                  </a:cubicBezTo>
                  <a:cubicBezTo>
                    <a:pt x="197" y="301"/>
                    <a:pt x="197" y="301"/>
                    <a:pt x="196" y="299"/>
                  </a:cubicBezTo>
                  <a:cubicBezTo>
                    <a:pt x="197" y="300"/>
                    <a:pt x="197" y="302"/>
                    <a:pt x="198" y="304"/>
                  </a:cubicBezTo>
                  <a:cubicBezTo>
                    <a:pt x="198" y="302"/>
                    <a:pt x="199" y="305"/>
                    <a:pt x="198" y="302"/>
                  </a:cubicBezTo>
                  <a:cubicBezTo>
                    <a:pt x="198" y="302"/>
                    <a:pt x="198" y="301"/>
                    <a:pt x="197" y="300"/>
                  </a:cubicBezTo>
                  <a:cubicBezTo>
                    <a:pt x="198" y="300"/>
                    <a:pt x="198" y="301"/>
                    <a:pt x="198" y="302"/>
                  </a:cubicBezTo>
                  <a:cubicBezTo>
                    <a:pt x="198" y="301"/>
                    <a:pt x="198" y="299"/>
                    <a:pt x="198" y="299"/>
                  </a:cubicBezTo>
                  <a:cubicBezTo>
                    <a:pt x="198" y="299"/>
                    <a:pt x="198" y="296"/>
                    <a:pt x="198" y="298"/>
                  </a:cubicBezTo>
                  <a:cubicBezTo>
                    <a:pt x="199" y="300"/>
                    <a:pt x="198" y="299"/>
                    <a:pt x="198" y="300"/>
                  </a:cubicBezTo>
                  <a:cubicBezTo>
                    <a:pt x="199" y="300"/>
                    <a:pt x="198" y="296"/>
                    <a:pt x="198" y="295"/>
                  </a:cubicBezTo>
                  <a:cubicBezTo>
                    <a:pt x="198" y="294"/>
                    <a:pt x="197" y="291"/>
                    <a:pt x="197" y="290"/>
                  </a:cubicBezTo>
                  <a:cubicBezTo>
                    <a:pt x="198" y="291"/>
                    <a:pt x="197" y="291"/>
                    <a:pt x="198" y="293"/>
                  </a:cubicBezTo>
                  <a:cubicBezTo>
                    <a:pt x="198" y="293"/>
                    <a:pt x="198" y="293"/>
                    <a:pt x="198" y="293"/>
                  </a:cubicBezTo>
                  <a:cubicBezTo>
                    <a:pt x="199" y="296"/>
                    <a:pt x="198" y="298"/>
                    <a:pt x="199" y="300"/>
                  </a:cubicBezTo>
                  <a:cubicBezTo>
                    <a:pt x="199" y="299"/>
                    <a:pt x="199" y="299"/>
                    <a:pt x="199" y="299"/>
                  </a:cubicBezTo>
                  <a:cubicBezTo>
                    <a:pt x="200" y="302"/>
                    <a:pt x="200" y="302"/>
                    <a:pt x="200" y="302"/>
                  </a:cubicBezTo>
                  <a:cubicBezTo>
                    <a:pt x="200" y="300"/>
                    <a:pt x="200" y="301"/>
                    <a:pt x="200" y="301"/>
                  </a:cubicBezTo>
                  <a:cubicBezTo>
                    <a:pt x="200" y="299"/>
                    <a:pt x="200" y="302"/>
                    <a:pt x="200" y="300"/>
                  </a:cubicBezTo>
                  <a:cubicBezTo>
                    <a:pt x="200" y="300"/>
                    <a:pt x="200" y="297"/>
                    <a:pt x="200" y="298"/>
                  </a:cubicBezTo>
                  <a:cubicBezTo>
                    <a:pt x="201" y="301"/>
                    <a:pt x="201" y="301"/>
                    <a:pt x="201" y="301"/>
                  </a:cubicBezTo>
                  <a:cubicBezTo>
                    <a:pt x="201" y="302"/>
                    <a:pt x="201" y="299"/>
                    <a:pt x="201" y="300"/>
                  </a:cubicBezTo>
                  <a:cubicBezTo>
                    <a:pt x="201" y="301"/>
                    <a:pt x="201" y="301"/>
                    <a:pt x="201" y="301"/>
                  </a:cubicBezTo>
                  <a:cubicBezTo>
                    <a:pt x="202" y="301"/>
                    <a:pt x="203" y="301"/>
                    <a:pt x="204" y="297"/>
                  </a:cubicBezTo>
                  <a:cubicBezTo>
                    <a:pt x="204" y="298"/>
                    <a:pt x="204" y="299"/>
                    <a:pt x="205" y="300"/>
                  </a:cubicBezTo>
                  <a:cubicBezTo>
                    <a:pt x="205" y="299"/>
                    <a:pt x="205" y="298"/>
                    <a:pt x="205" y="298"/>
                  </a:cubicBezTo>
                  <a:cubicBezTo>
                    <a:pt x="205" y="300"/>
                    <a:pt x="205" y="300"/>
                    <a:pt x="205" y="300"/>
                  </a:cubicBezTo>
                  <a:cubicBezTo>
                    <a:pt x="206" y="301"/>
                    <a:pt x="206" y="299"/>
                    <a:pt x="206" y="298"/>
                  </a:cubicBezTo>
                  <a:cubicBezTo>
                    <a:pt x="206" y="299"/>
                    <a:pt x="206" y="299"/>
                    <a:pt x="206" y="299"/>
                  </a:cubicBezTo>
                  <a:cubicBezTo>
                    <a:pt x="207" y="300"/>
                    <a:pt x="207" y="298"/>
                    <a:pt x="207" y="298"/>
                  </a:cubicBezTo>
                  <a:cubicBezTo>
                    <a:pt x="207" y="299"/>
                    <a:pt x="207" y="299"/>
                    <a:pt x="207" y="299"/>
                  </a:cubicBezTo>
                  <a:cubicBezTo>
                    <a:pt x="207" y="298"/>
                    <a:pt x="207" y="298"/>
                    <a:pt x="207" y="298"/>
                  </a:cubicBezTo>
                  <a:cubicBezTo>
                    <a:pt x="207" y="297"/>
                    <a:pt x="207" y="297"/>
                    <a:pt x="207" y="299"/>
                  </a:cubicBezTo>
                  <a:cubicBezTo>
                    <a:pt x="208" y="298"/>
                    <a:pt x="208" y="298"/>
                    <a:pt x="208" y="298"/>
                  </a:cubicBezTo>
                  <a:cubicBezTo>
                    <a:pt x="208" y="299"/>
                    <a:pt x="208" y="299"/>
                    <a:pt x="209" y="298"/>
                  </a:cubicBezTo>
                  <a:cubicBezTo>
                    <a:pt x="209" y="298"/>
                    <a:pt x="209" y="297"/>
                    <a:pt x="209" y="296"/>
                  </a:cubicBezTo>
                  <a:cubicBezTo>
                    <a:pt x="209" y="293"/>
                    <a:pt x="209" y="296"/>
                    <a:pt x="209" y="295"/>
                  </a:cubicBezTo>
                  <a:cubicBezTo>
                    <a:pt x="209" y="297"/>
                    <a:pt x="209" y="297"/>
                    <a:pt x="209" y="297"/>
                  </a:cubicBezTo>
                  <a:cubicBezTo>
                    <a:pt x="209" y="300"/>
                    <a:pt x="210" y="298"/>
                    <a:pt x="211" y="299"/>
                  </a:cubicBezTo>
                  <a:cubicBezTo>
                    <a:pt x="211" y="297"/>
                    <a:pt x="211" y="297"/>
                    <a:pt x="211" y="297"/>
                  </a:cubicBezTo>
                  <a:cubicBezTo>
                    <a:pt x="211" y="300"/>
                    <a:pt x="212" y="297"/>
                    <a:pt x="212" y="299"/>
                  </a:cubicBezTo>
                  <a:cubicBezTo>
                    <a:pt x="213" y="298"/>
                    <a:pt x="213" y="295"/>
                    <a:pt x="214" y="295"/>
                  </a:cubicBezTo>
                  <a:cubicBezTo>
                    <a:pt x="214" y="293"/>
                    <a:pt x="213" y="298"/>
                    <a:pt x="213" y="299"/>
                  </a:cubicBezTo>
                  <a:cubicBezTo>
                    <a:pt x="213" y="298"/>
                    <a:pt x="214" y="298"/>
                    <a:pt x="214" y="298"/>
                  </a:cubicBezTo>
                  <a:cubicBezTo>
                    <a:pt x="214" y="298"/>
                    <a:pt x="214" y="298"/>
                    <a:pt x="214" y="298"/>
                  </a:cubicBezTo>
                  <a:cubicBezTo>
                    <a:pt x="214" y="297"/>
                    <a:pt x="215" y="296"/>
                    <a:pt x="215" y="297"/>
                  </a:cubicBezTo>
                  <a:cubicBezTo>
                    <a:pt x="214" y="298"/>
                    <a:pt x="214" y="298"/>
                    <a:pt x="214" y="298"/>
                  </a:cubicBezTo>
                  <a:cubicBezTo>
                    <a:pt x="215" y="298"/>
                    <a:pt x="214" y="299"/>
                    <a:pt x="215" y="299"/>
                  </a:cubicBezTo>
                  <a:cubicBezTo>
                    <a:pt x="215" y="297"/>
                    <a:pt x="215" y="298"/>
                    <a:pt x="216" y="297"/>
                  </a:cubicBezTo>
                  <a:cubicBezTo>
                    <a:pt x="215" y="298"/>
                    <a:pt x="215" y="298"/>
                    <a:pt x="215" y="298"/>
                  </a:cubicBezTo>
                  <a:cubicBezTo>
                    <a:pt x="216" y="296"/>
                    <a:pt x="216" y="296"/>
                    <a:pt x="216" y="296"/>
                  </a:cubicBezTo>
                  <a:cubicBezTo>
                    <a:pt x="216" y="297"/>
                    <a:pt x="216" y="297"/>
                    <a:pt x="216" y="297"/>
                  </a:cubicBezTo>
                  <a:cubicBezTo>
                    <a:pt x="215" y="299"/>
                    <a:pt x="215" y="299"/>
                    <a:pt x="215" y="299"/>
                  </a:cubicBezTo>
                  <a:cubicBezTo>
                    <a:pt x="215" y="300"/>
                    <a:pt x="216" y="297"/>
                    <a:pt x="216" y="297"/>
                  </a:cubicBezTo>
                  <a:cubicBezTo>
                    <a:pt x="217" y="296"/>
                    <a:pt x="216" y="297"/>
                    <a:pt x="216" y="298"/>
                  </a:cubicBezTo>
                  <a:cubicBezTo>
                    <a:pt x="216" y="298"/>
                    <a:pt x="216" y="297"/>
                    <a:pt x="216" y="298"/>
                  </a:cubicBezTo>
                  <a:cubicBezTo>
                    <a:pt x="215" y="299"/>
                    <a:pt x="216" y="298"/>
                    <a:pt x="215" y="299"/>
                  </a:cubicBezTo>
                  <a:cubicBezTo>
                    <a:pt x="215" y="299"/>
                    <a:pt x="216" y="297"/>
                    <a:pt x="216" y="298"/>
                  </a:cubicBezTo>
                  <a:cubicBezTo>
                    <a:pt x="216" y="298"/>
                    <a:pt x="217" y="298"/>
                    <a:pt x="216" y="299"/>
                  </a:cubicBezTo>
                  <a:cubicBezTo>
                    <a:pt x="216" y="298"/>
                    <a:pt x="216" y="299"/>
                    <a:pt x="217" y="298"/>
                  </a:cubicBezTo>
                  <a:cubicBezTo>
                    <a:pt x="217" y="298"/>
                    <a:pt x="217" y="297"/>
                    <a:pt x="217" y="296"/>
                  </a:cubicBezTo>
                  <a:cubicBezTo>
                    <a:pt x="218" y="296"/>
                    <a:pt x="218" y="296"/>
                    <a:pt x="218" y="296"/>
                  </a:cubicBezTo>
                  <a:cubicBezTo>
                    <a:pt x="217" y="297"/>
                    <a:pt x="217" y="297"/>
                    <a:pt x="217" y="297"/>
                  </a:cubicBezTo>
                  <a:cubicBezTo>
                    <a:pt x="218" y="296"/>
                    <a:pt x="218" y="297"/>
                    <a:pt x="218" y="296"/>
                  </a:cubicBezTo>
                  <a:cubicBezTo>
                    <a:pt x="217" y="298"/>
                    <a:pt x="217" y="298"/>
                    <a:pt x="217" y="298"/>
                  </a:cubicBezTo>
                  <a:cubicBezTo>
                    <a:pt x="218" y="297"/>
                    <a:pt x="218" y="297"/>
                    <a:pt x="219" y="297"/>
                  </a:cubicBezTo>
                  <a:cubicBezTo>
                    <a:pt x="218" y="298"/>
                    <a:pt x="216" y="300"/>
                    <a:pt x="216" y="300"/>
                  </a:cubicBezTo>
                  <a:cubicBezTo>
                    <a:pt x="218" y="299"/>
                    <a:pt x="218" y="299"/>
                    <a:pt x="218" y="299"/>
                  </a:cubicBezTo>
                  <a:cubicBezTo>
                    <a:pt x="218" y="299"/>
                    <a:pt x="218" y="299"/>
                    <a:pt x="217" y="300"/>
                  </a:cubicBezTo>
                  <a:cubicBezTo>
                    <a:pt x="217" y="301"/>
                    <a:pt x="220" y="296"/>
                    <a:pt x="220" y="298"/>
                  </a:cubicBezTo>
                  <a:cubicBezTo>
                    <a:pt x="218" y="299"/>
                    <a:pt x="218" y="299"/>
                    <a:pt x="218" y="300"/>
                  </a:cubicBezTo>
                  <a:cubicBezTo>
                    <a:pt x="219" y="299"/>
                    <a:pt x="219" y="299"/>
                    <a:pt x="219" y="299"/>
                  </a:cubicBezTo>
                  <a:cubicBezTo>
                    <a:pt x="219" y="298"/>
                    <a:pt x="218" y="300"/>
                    <a:pt x="219" y="299"/>
                  </a:cubicBezTo>
                  <a:cubicBezTo>
                    <a:pt x="219" y="298"/>
                    <a:pt x="219" y="298"/>
                    <a:pt x="220" y="298"/>
                  </a:cubicBezTo>
                  <a:cubicBezTo>
                    <a:pt x="217" y="301"/>
                    <a:pt x="219" y="300"/>
                    <a:pt x="218" y="301"/>
                  </a:cubicBezTo>
                  <a:cubicBezTo>
                    <a:pt x="220" y="300"/>
                    <a:pt x="219" y="301"/>
                    <a:pt x="219" y="301"/>
                  </a:cubicBezTo>
                  <a:cubicBezTo>
                    <a:pt x="217" y="302"/>
                    <a:pt x="220" y="301"/>
                    <a:pt x="218" y="302"/>
                  </a:cubicBezTo>
                  <a:cubicBezTo>
                    <a:pt x="221" y="300"/>
                    <a:pt x="221" y="300"/>
                    <a:pt x="221" y="300"/>
                  </a:cubicBezTo>
                  <a:cubicBezTo>
                    <a:pt x="219" y="301"/>
                    <a:pt x="224" y="299"/>
                    <a:pt x="222" y="300"/>
                  </a:cubicBezTo>
                  <a:cubicBezTo>
                    <a:pt x="221" y="301"/>
                    <a:pt x="220" y="301"/>
                    <a:pt x="220" y="301"/>
                  </a:cubicBezTo>
                  <a:cubicBezTo>
                    <a:pt x="217" y="303"/>
                    <a:pt x="222" y="301"/>
                    <a:pt x="219" y="302"/>
                  </a:cubicBezTo>
                  <a:cubicBezTo>
                    <a:pt x="223" y="301"/>
                    <a:pt x="223" y="301"/>
                    <a:pt x="223" y="301"/>
                  </a:cubicBezTo>
                  <a:cubicBezTo>
                    <a:pt x="222" y="302"/>
                    <a:pt x="221" y="302"/>
                    <a:pt x="220" y="303"/>
                  </a:cubicBezTo>
                  <a:cubicBezTo>
                    <a:pt x="221" y="302"/>
                    <a:pt x="221" y="302"/>
                    <a:pt x="221" y="303"/>
                  </a:cubicBezTo>
                  <a:cubicBezTo>
                    <a:pt x="220" y="303"/>
                    <a:pt x="220" y="303"/>
                    <a:pt x="220" y="303"/>
                  </a:cubicBezTo>
                  <a:cubicBezTo>
                    <a:pt x="219" y="303"/>
                    <a:pt x="220" y="303"/>
                    <a:pt x="221" y="303"/>
                  </a:cubicBezTo>
                  <a:cubicBezTo>
                    <a:pt x="219" y="303"/>
                    <a:pt x="221" y="304"/>
                    <a:pt x="219" y="304"/>
                  </a:cubicBezTo>
                  <a:cubicBezTo>
                    <a:pt x="222" y="304"/>
                    <a:pt x="218" y="304"/>
                    <a:pt x="222" y="304"/>
                  </a:cubicBezTo>
                  <a:cubicBezTo>
                    <a:pt x="221" y="304"/>
                    <a:pt x="221" y="304"/>
                    <a:pt x="221" y="304"/>
                  </a:cubicBezTo>
                  <a:cubicBezTo>
                    <a:pt x="222" y="304"/>
                    <a:pt x="223" y="304"/>
                    <a:pt x="224" y="305"/>
                  </a:cubicBezTo>
                  <a:cubicBezTo>
                    <a:pt x="222" y="305"/>
                    <a:pt x="222" y="305"/>
                    <a:pt x="222" y="305"/>
                  </a:cubicBezTo>
                  <a:cubicBezTo>
                    <a:pt x="221" y="305"/>
                    <a:pt x="221" y="305"/>
                    <a:pt x="221" y="305"/>
                  </a:cubicBezTo>
                  <a:cubicBezTo>
                    <a:pt x="221" y="305"/>
                    <a:pt x="221" y="304"/>
                    <a:pt x="221" y="304"/>
                  </a:cubicBezTo>
                  <a:cubicBezTo>
                    <a:pt x="221" y="304"/>
                    <a:pt x="221" y="305"/>
                    <a:pt x="221" y="305"/>
                  </a:cubicBezTo>
                  <a:cubicBezTo>
                    <a:pt x="219" y="305"/>
                    <a:pt x="221" y="305"/>
                    <a:pt x="220" y="305"/>
                  </a:cubicBezTo>
                  <a:cubicBezTo>
                    <a:pt x="222" y="305"/>
                    <a:pt x="220" y="305"/>
                    <a:pt x="221" y="305"/>
                  </a:cubicBezTo>
                  <a:cubicBezTo>
                    <a:pt x="221" y="305"/>
                    <a:pt x="221" y="305"/>
                    <a:pt x="221" y="305"/>
                  </a:cubicBezTo>
                  <a:cubicBezTo>
                    <a:pt x="221" y="306"/>
                    <a:pt x="222" y="306"/>
                    <a:pt x="222" y="306"/>
                  </a:cubicBezTo>
                  <a:cubicBezTo>
                    <a:pt x="222" y="306"/>
                    <a:pt x="221" y="305"/>
                    <a:pt x="221" y="305"/>
                  </a:cubicBezTo>
                  <a:cubicBezTo>
                    <a:pt x="222" y="305"/>
                    <a:pt x="222" y="305"/>
                    <a:pt x="222" y="305"/>
                  </a:cubicBezTo>
                  <a:cubicBezTo>
                    <a:pt x="223" y="306"/>
                    <a:pt x="223" y="306"/>
                    <a:pt x="223" y="306"/>
                  </a:cubicBezTo>
                  <a:cubicBezTo>
                    <a:pt x="223" y="306"/>
                    <a:pt x="222" y="306"/>
                    <a:pt x="222" y="306"/>
                  </a:cubicBezTo>
                  <a:cubicBezTo>
                    <a:pt x="222" y="306"/>
                    <a:pt x="221" y="306"/>
                    <a:pt x="222" y="306"/>
                  </a:cubicBezTo>
                  <a:cubicBezTo>
                    <a:pt x="221" y="306"/>
                    <a:pt x="221" y="306"/>
                    <a:pt x="221" y="306"/>
                  </a:cubicBezTo>
                  <a:cubicBezTo>
                    <a:pt x="220" y="306"/>
                    <a:pt x="221" y="306"/>
                    <a:pt x="221" y="306"/>
                  </a:cubicBezTo>
                  <a:cubicBezTo>
                    <a:pt x="221" y="306"/>
                    <a:pt x="221" y="306"/>
                    <a:pt x="221" y="306"/>
                  </a:cubicBezTo>
                  <a:cubicBezTo>
                    <a:pt x="221" y="306"/>
                    <a:pt x="221" y="306"/>
                    <a:pt x="221" y="306"/>
                  </a:cubicBezTo>
                  <a:cubicBezTo>
                    <a:pt x="221" y="306"/>
                    <a:pt x="221" y="306"/>
                    <a:pt x="221" y="306"/>
                  </a:cubicBezTo>
                  <a:cubicBezTo>
                    <a:pt x="221" y="306"/>
                    <a:pt x="221" y="306"/>
                    <a:pt x="221" y="306"/>
                  </a:cubicBezTo>
                  <a:cubicBezTo>
                    <a:pt x="221" y="306"/>
                    <a:pt x="221" y="306"/>
                    <a:pt x="221" y="306"/>
                  </a:cubicBezTo>
                  <a:cubicBezTo>
                    <a:pt x="221" y="306"/>
                    <a:pt x="221" y="306"/>
                    <a:pt x="221" y="306"/>
                  </a:cubicBezTo>
                  <a:cubicBezTo>
                    <a:pt x="221" y="307"/>
                    <a:pt x="221" y="307"/>
                    <a:pt x="222" y="307"/>
                  </a:cubicBezTo>
                  <a:cubicBezTo>
                    <a:pt x="222" y="307"/>
                    <a:pt x="221" y="307"/>
                    <a:pt x="221" y="307"/>
                  </a:cubicBezTo>
                  <a:cubicBezTo>
                    <a:pt x="221" y="307"/>
                    <a:pt x="221" y="307"/>
                    <a:pt x="221" y="307"/>
                  </a:cubicBezTo>
                  <a:cubicBezTo>
                    <a:pt x="222" y="307"/>
                    <a:pt x="222" y="307"/>
                    <a:pt x="222" y="307"/>
                  </a:cubicBezTo>
                  <a:cubicBezTo>
                    <a:pt x="222" y="307"/>
                    <a:pt x="222" y="307"/>
                    <a:pt x="222" y="307"/>
                  </a:cubicBezTo>
                  <a:cubicBezTo>
                    <a:pt x="222" y="307"/>
                    <a:pt x="222" y="307"/>
                    <a:pt x="222" y="307"/>
                  </a:cubicBezTo>
                  <a:cubicBezTo>
                    <a:pt x="222" y="307"/>
                    <a:pt x="222" y="307"/>
                    <a:pt x="222" y="307"/>
                  </a:cubicBezTo>
                  <a:cubicBezTo>
                    <a:pt x="222" y="307"/>
                    <a:pt x="222" y="307"/>
                    <a:pt x="222" y="307"/>
                  </a:cubicBezTo>
                  <a:cubicBezTo>
                    <a:pt x="222" y="307"/>
                    <a:pt x="222" y="307"/>
                    <a:pt x="222" y="307"/>
                  </a:cubicBezTo>
                  <a:cubicBezTo>
                    <a:pt x="222" y="307"/>
                    <a:pt x="222" y="307"/>
                    <a:pt x="222" y="307"/>
                  </a:cubicBezTo>
                  <a:cubicBezTo>
                    <a:pt x="222" y="307"/>
                    <a:pt x="222" y="307"/>
                    <a:pt x="222" y="307"/>
                  </a:cubicBezTo>
                  <a:cubicBezTo>
                    <a:pt x="222" y="307"/>
                    <a:pt x="222" y="307"/>
                    <a:pt x="222" y="307"/>
                  </a:cubicBezTo>
                  <a:cubicBezTo>
                    <a:pt x="222" y="307"/>
                    <a:pt x="222" y="307"/>
                    <a:pt x="222" y="307"/>
                  </a:cubicBezTo>
                  <a:cubicBezTo>
                    <a:pt x="222" y="307"/>
                    <a:pt x="222" y="307"/>
                    <a:pt x="222" y="307"/>
                  </a:cubicBezTo>
                  <a:cubicBezTo>
                    <a:pt x="222" y="307"/>
                    <a:pt x="222" y="307"/>
                    <a:pt x="222" y="307"/>
                  </a:cubicBezTo>
                  <a:cubicBezTo>
                    <a:pt x="222" y="308"/>
                    <a:pt x="222" y="308"/>
                    <a:pt x="222" y="309"/>
                  </a:cubicBezTo>
                  <a:cubicBezTo>
                    <a:pt x="222" y="307"/>
                    <a:pt x="222" y="307"/>
                    <a:pt x="222" y="307"/>
                  </a:cubicBezTo>
                  <a:cubicBezTo>
                    <a:pt x="222" y="308"/>
                    <a:pt x="222" y="308"/>
                    <a:pt x="222" y="309"/>
                  </a:cubicBezTo>
                  <a:cubicBezTo>
                    <a:pt x="222" y="310"/>
                    <a:pt x="222" y="309"/>
                    <a:pt x="222" y="309"/>
                  </a:cubicBezTo>
                  <a:cubicBezTo>
                    <a:pt x="222" y="310"/>
                    <a:pt x="222" y="312"/>
                    <a:pt x="222" y="311"/>
                  </a:cubicBezTo>
                  <a:cubicBezTo>
                    <a:pt x="222" y="311"/>
                    <a:pt x="222" y="311"/>
                    <a:pt x="222" y="311"/>
                  </a:cubicBezTo>
                  <a:cubicBezTo>
                    <a:pt x="222" y="311"/>
                    <a:pt x="222" y="312"/>
                    <a:pt x="221" y="312"/>
                  </a:cubicBezTo>
                  <a:cubicBezTo>
                    <a:pt x="221" y="311"/>
                    <a:pt x="221" y="311"/>
                    <a:pt x="221" y="310"/>
                  </a:cubicBezTo>
                  <a:cubicBezTo>
                    <a:pt x="221" y="308"/>
                    <a:pt x="221" y="309"/>
                    <a:pt x="220" y="309"/>
                  </a:cubicBezTo>
                  <a:cubicBezTo>
                    <a:pt x="220" y="310"/>
                    <a:pt x="220" y="310"/>
                    <a:pt x="220" y="310"/>
                  </a:cubicBezTo>
                  <a:cubicBezTo>
                    <a:pt x="220" y="311"/>
                    <a:pt x="220" y="309"/>
                    <a:pt x="220" y="309"/>
                  </a:cubicBezTo>
                  <a:cubicBezTo>
                    <a:pt x="219" y="314"/>
                    <a:pt x="219" y="314"/>
                    <a:pt x="219" y="314"/>
                  </a:cubicBezTo>
                  <a:cubicBezTo>
                    <a:pt x="219" y="313"/>
                    <a:pt x="219" y="311"/>
                    <a:pt x="219" y="310"/>
                  </a:cubicBezTo>
                  <a:cubicBezTo>
                    <a:pt x="219" y="311"/>
                    <a:pt x="218" y="314"/>
                    <a:pt x="217" y="315"/>
                  </a:cubicBezTo>
                  <a:cubicBezTo>
                    <a:pt x="217" y="315"/>
                    <a:pt x="216" y="316"/>
                    <a:pt x="216" y="316"/>
                  </a:cubicBezTo>
                  <a:cubicBezTo>
                    <a:pt x="216" y="314"/>
                    <a:pt x="216" y="316"/>
                    <a:pt x="216" y="315"/>
                  </a:cubicBezTo>
                  <a:cubicBezTo>
                    <a:pt x="216" y="313"/>
                    <a:pt x="216" y="313"/>
                    <a:pt x="216" y="313"/>
                  </a:cubicBezTo>
                  <a:cubicBezTo>
                    <a:pt x="217" y="313"/>
                    <a:pt x="217" y="311"/>
                    <a:pt x="217" y="310"/>
                  </a:cubicBezTo>
                  <a:cubicBezTo>
                    <a:pt x="217" y="311"/>
                    <a:pt x="216" y="309"/>
                    <a:pt x="216" y="309"/>
                  </a:cubicBezTo>
                  <a:cubicBezTo>
                    <a:pt x="215" y="312"/>
                    <a:pt x="215" y="310"/>
                    <a:pt x="214" y="313"/>
                  </a:cubicBezTo>
                  <a:cubicBezTo>
                    <a:pt x="214" y="313"/>
                    <a:pt x="214" y="311"/>
                    <a:pt x="214" y="310"/>
                  </a:cubicBezTo>
                  <a:cubicBezTo>
                    <a:pt x="213" y="311"/>
                    <a:pt x="213" y="310"/>
                    <a:pt x="212" y="310"/>
                  </a:cubicBezTo>
                  <a:cubicBezTo>
                    <a:pt x="213" y="310"/>
                    <a:pt x="213" y="310"/>
                    <a:pt x="213" y="310"/>
                  </a:cubicBezTo>
                  <a:cubicBezTo>
                    <a:pt x="212" y="310"/>
                    <a:pt x="211" y="309"/>
                    <a:pt x="210" y="312"/>
                  </a:cubicBezTo>
                  <a:cubicBezTo>
                    <a:pt x="211" y="310"/>
                    <a:pt x="211" y="310"/>
                    <a:pt x="211" y="310"/>
                  </a:cubicBezTo>
                  <a:cubicBezTo>
                    <a:pt x="210" y="309"/>
                    <a:pt x="210" y="313"/>
                    <a:pt x="209" y="312"/>
                  </a:cubicBezTo>
                  <a:cubicBezTo>
                    <a:pt x="210" y="310"/>
                    <a:pt x="210" y="310"/>
                    <a:pt x="210" y="310"/>
                  </a:cubicBezTo>
                  <a:cubicBezTo>
                    <a:pt x="209" y="312"/>
                    <a:pt x="209" y="309"/>
                    <a:pt x="208" y="311"/>
                  </a:cubicBezTo>
                  <a:cubicBezTo>
                    <a:pt x="209" y="310"/>
                    <a:pt x="209" y="310"/>
                    <a:pt x="209" y="310"/>
                  </a:cubicBezTo>
                  <a:cubicBezTo>
                    <a:pt x="208" y="310"/>
                    <a:pt x="208" y="310"/>
                    <a:pt x="207" y="311"/>
                  </a:cubicBezTo>
                  <a:cubicBezTo>
                    <a:pt x="208" y="309"/>
                    <a:pt x="208" y="309"/>
                    <a:pt x="208" y="309"/>
                  </a:cubicBezTo>
                  <a:cubicBezTo>
                    <a:pt x="208" y="308"/>
                    <a:pt x="207" y="311"/>
                    <a:pt x="207" y="311"/>
                  </a:cubicBezTo>
                  <a:cubicBezTo>
                    <a:pt x="207" y="310"/>
                    <a:pt x="207" y="309"/>
                    <a:pt x="207" y="309"/>
                  </a:cubicBezTo>
                  <a:cubicBezTo>
                    <a:pt x="206" y="310"/>
                    <a:pt x="206" y="310"/>
                    <a:pt x="205" y="311"/>
                  </a:cubicBezTo>
                  <a:cubicBezTo>
                    <a:pt x="206" y="309"/>
                    <a:pt x="206" y="309"/>
                    <a:pt x="206" y="309"/>
                  </a:cubicBezTo>
                  <a:cubicBezTo>
                    <a:pt x="203" y="308"/>
                    <a:pt x="201" y="307"/>
                    <a:pt x="199" y="309"/>
                  </a:cubicBezTo>
                  <a:cubicBezTo>
                    <a:pt x="199" y="306"/>
                    <a:pt x="199" y="308"/>
                    <a:pt x="199" y="306"/>
                  </a:cubicBezTo>
                  <a:cubicBezTo>
                    <a:pt x="199" y="308"/>
                    <a:pt x="199" y="306"/>
                    <a:pt x="198" y="307"/>
                  </a:cubicBezTo>
                  <a:close/>
                  <a:moveTo>
                    <a:pt x="221" y="306"/>
                  </a:moveTo>
                  <a:cubicBezTo>
                    <a:pt x="221" y="306"/>
                    <a:pt x="222" y="306"/>
                    <a:pt x="222" y="306"/>
                  </a:cubicBezTo>
                  <a:cubicBezTo>
                    <a:pt x="222" y="306"/>
                    <a:pt x="222" y="306"/>
                    <a:pt x="222" y="306"/>
                  </a:cubicBezTo>
                  <a:cubicBezTo>
                    <a:pt x="222" y="306"/>
                    <a:pt x="222" y="306"/>
                    <a:pt x="222" y="306"/>
                  </a:cubicBezTo>
                  <a:cubicBezTo>
                    <a:pt x="222" y="306"/>
                    <a:pt x="222" y="306"/>
                    <a:pt x="222" y="306"/>
                  </a:cubicBezTo>
                  <a:cubicBezTo>
                    <a:pt x="222" y="306"/>
                    <a:pt x="222" y="307"/>
                    <a:pt x="222" y="307"/>
                  </a:cubicBezTo>
                  <a:cubicBezTo>
                    <a:pt x="222" y="307"/>
                    <a:pt x="222" y="307"/>
                    <a:pt x="222" y="307"/>
                  </a:cubicBezTo>
                  <a:cubicBezTo>
                    <a:pt x="222" y="307"/>
                    <a:pt x="222" y="306"/>
                    <a:pt x="222" y="306"/>
                  </a:cubicBezTo>
                  <a:cubicBezTo>
                    <a:pt x="222" y="306"/>
                    <a:pt x="221" y="306"/>
                    <a:pt x="221" y="306"/>
                  </a:cubicBezTo>
                  <a:close/>
                  <a:moveTo>
                    <a:pt x="222" y="306"/>
                  </a:moveTo>
                  <a:cubicBezTo>
                    <a:pt x="222" y="306"/>
                    <a:pt x="222" y="306"/>
                    <a:pt x="222" y="306"/>
                  </a:cubicBezTo>
                  <a:cubicBezTo>
                    <a:pt x="221" y="306"/>
                    <a:pt x="221" y="306"/>
                    <a:pt x="221" y="306"/>
                  </a:cubicBezTo>
                  <a:cubicBezTo>
                    <a:pt x="222" y="306"/>
                    <a:pt x="222" y="306"/>
                    <a:pt x="222" y="306"/>
                  </a:cubicBezTo>
                  <a:close/>
                  <a:moveTo>
                    <a:pt x="222" y="307"/>
                  </a:moveTo>
                  <a:cubicBezTo>
                    <a:pt x="222" y="307"/>
                    <a:pt x="222" y="307"/>
                    <a:pt x="222" y="307"/>
                  </a:cubicBezTo>
                  <a:cubicBezTo>
                    <a:pt x="222" y="307"/>
                    <a:pt x="222" y="307"/>
                    <a:pt x="222" y="307"/>
                  </a:cubicBezTo>
                  <a:cubicBezTo>
                    <a:pt x="222" y="307"/>
                    <a:pt x="222" y="307"/>
                    <a:pt x="222" y="307"/>
                  </a:cubicBezTo>
                  <a:cubicBezTo>
                    <a:pt x="222" y="307"/>
                    <a:pt x="222" y="307"/>
                    <a:pt x="222" y="307"/>
                  </a:cubicBezTo>
                  <a:close/>
                  <a:moveTo>
                    <a:pt x="222" y="307"/>
                  </a:moveTo>
                  <a:cubicBezTo>
                    <a:pt x="222" y="307"/>
                    <a:pt x="222" y="307"/>
                    <a:pt x="222" y="307"/>
                  </a:cubicBezTo>
                  <a:cubicBezTo>
                    <a:pt x="222" y="307"/>
                    <a:pt x="222" y="307"/>
                    <a:pt x="222" y="307"/>
                  </a:cubicBezTo>
                  <a:cubicBezTo>
                    <a:pt x="222" y="307"/>
                    <a:pt x="222" y="307"/>
                    <a:pt x="222" y="307"/>
                  </a:cubicBezTo>
                  <a:close/>
                  <a:moveTo>
                    <a:pt x="222" y="307"/>
                  </a:moveTo>
                  <a:cubicBezTo>
                    <a:pt x="222" y="307"/>
                    <a:pt x="222" y="307"/>
                    <a:pt x="222" y="307"/>
                  </a:cubicBezTo>
                  <a:cubicBezTo>
                    <a:pt x="222" y="306"/>
                    <a:pt x="222" y="307"/>
                    <a:pt x="222" y="307"/>
                  </a:cubicBezTo>
                  <a:close/>
                  <a:moveTo>
                    <a:pt x="382" y="181"/>
                  </a:moveTo>
                  <a:cubicBezTo>
                    <a:pt x="383" y="179"/>
                    <a:pt x="383" y="179"/>
                    <a:pt x="383" y="179"/>
                  </a:cubicBezTo>
                  <a:cubicBezTo>
                    <a:pt x="384" y="180"/>
                    <a:pt x="384" y="181"/>
                    <a:pt x="384" y="182"/>
                  </a:cubicBezTo>
                  <a:cubicBezTo>
                    <a:pt x="385" y="180"/>
                    <a:pt x="387" y="181"/>
                    <a:pt x="387" y="180"/>
                  </a:cubicBezTo>
                  <a:cubicBezTo>
                    <a:pt x="388" y="180"/>
                    <a:pt x="387" y="181"/>
                    <a:pt x="387" y="181"/>
                  </a:cubicBezTo>
                  <a:cubicBezTo>
                    <a:pt x="388" y="181"/>
                    <a:pt x="391" y="180"/>
                    <a:pt x="392" y="181"/>
                  </a:cubicBezTo>
                  <a:cubicBezTo>
                    <a:pt x="391" y="182"/>
                    <a:pt x="391" y="182"/>
                    <a:pt x="391" y="182"/>
                  </a:cubicBezTo>
                  <a:cubicBezTo>
                    <a:pt x="393" y="184"/>
                    <a:pt x="393" y="186"/>
                    <a:pt x="393" y="188"/>
                  </a:cubicBezTo>
                  <a:cubicBezTo>
                    <a:pt x="389" y="186"/>
                    <a:pt x="384" y="185"/>
                    <a:pt x="380" y="183"/>
                  </a:cubicBezTo>
                  <a:cubicBezTo>
                    <a:pt x="381" y="183"/>
                    <a:pt x="382" y="183"/>
                    <a:pt x="382" y="181"/>
                  </a:cubicBezTo>
                  <a:close/>
                  <a:moveTo>
                    <a:pt x="262" y="151"/>
                  </a:moveTo>
                  <a:cubicBezTo>
                    <a:pt x="262" y="150"/>
                    <a:pt x="262" y="150"/>
                    <a:pt x="262" y="150"/>
                  </a:cubicBezTo>
                  <a:cubicBezTo>
                    <a:pt x="262" y="150"/>
                    <a:pt x="262" y="150"/>
                    <a:pt x="262" y="150"/>
                  </a:cubicBezTo>
                  <a:cubicBezTo>
                    <a:pt x="263" y="148"/>
                    <a:pt x="264" y="146"/>
                    <a:pt x="264" y="144"/>
                  </a:cubicBezTo>
                  <a:cubicBezTo>
                    <a:pt x="265" y="144"/>
                    <a:pt x="265" y="145"/>
                    <a:pt x="265" y="146"/>
                  </a:cubicBezTo>
                  <a:cubicBezTo>
                    <a:pt x="267" y="141"/>
                    <a:pt x="267" y="135"/>
                    <a:pt x="267" y="130"/>
                  </a:cubicBezTo>
                  <a:cubicBezTo>
                    <a:pt x="268" y="130"/>
                    <a:pt x="268" y="131"/>
                    <a:pt x="269" y="133"/>
                  </a:cubicBezTo>
                  <a:cubicBezTo>
                    <a:pt x="271" y="128"/>
                    <a:pt x="267" y="127"/>
                    <a:pt x="269" y="122"/>
                  </a:cubicBezTo>
                  <a:cubicBezTo>
                    <a:pt x="270" y="121"/>
                    <a:pt x="271" y="118"/>
                    <a:pt x="271" y="119"/>
                  </a:cubicBezTo>
                  <a:cubicBezTo>
                    <a:pt x="271" y="117"/>
                    <a:pt x="272" y="109"/>
                    <a:pt x="271" y="107"/>
                  </a:cubicBezTo>
                  <a:cubicBezTo>
                    <a:pt x="272" y="106"/>
                    <a:pt x="272" y="105"/>
                    <a:pt x="273" y="103"/>
                  </a:cubicBezTo>
                  <a:cubicBezTo>
                    <a:pt x="274" y="104"/>
                    <a:pt x="274" y="105"/>
                    <a:pt x="275" y="107"/>
                  </a:cubicBezTo>
                  <a:cubicBezTo>
                    <a:pt x="274" y="107"/>
                    <a:pt x="273" y="107"/>
                    <a:pt x="272" y="107"/>
                  </a:cubicBezTo>
                  <a:cubicBezTo>
                    <a:pt x="272" y="107"/>
                    <a:pt x="272" y="107"/>
                    <a:pt x="272" y="107"/>
                  </a:cubicBezTo>
                  <a:cubicBezTo>
                    <a:pt x="272" y="107"/>
                    <a:pt x="272" y="107"/>
                    <a:pt x="272" y="107"/>
                  </a:cubicBezTo>
                  <a:cubicBezTo>
                    <a:pt x="272" y="108"/>
                    <a:pt x="272" y="108"/>
                    <a:pt x="272" y="108"/>
                  </a:cubicBezTo>
                  <a:cubicBezTo>
                    <a:pt x="272" y="111"/>
                    <a:pt x="272" y="111"/>
                    <a:pt x="272" y="111"/>
                  </a:cubicBezTo>
                  <a:cubicBezTo>
                    <a:pt x="272" y="120"/>
                    <a:pt x="272" y="120"/>
                    <a:pt x="272" y="120"/>
                  </a:cubicBezTo>
                  <a:cubicBezTo>
                    <a:pt x="272" y="133"/>
                    <a:pt x="272" y="145"/>
                    <a:pt x="271" y="156"/>
                  </a:cubicBezTo>
                  <a:cubicBezTo>
                    <a:pt x="271" y="160"/>
                    <a:pt x="271" y="162"/>
                    <a:pt x="270" y="164"/>
                  </a:cubicBezTo>
                  <a:cubicBezTo>
                    <a:pt x="268" y="161"/>
                    <a:pt x="265" y="157"/>
                    <a:pt x="265" y="152"/>
                  </a:cubicBezTo>
                  <a:cubicBezTo>
                    <a:pt x="265" y="155"/>
                    <a:pt x="263" y="153"/>
                    <a:pt x="262" y="151"/>
                  </a:cubicBezTo>
                  <a:cubicBezTo>
                    <a:pt x="262" y="151"/>
                    <a:pt x="262" y="151"/>
                    <a:pt x="262" y="151"/>
                  </a:cubicBezTo>
                  <a:close/>
                  <a:moveTo>
                    <a:pt x="212" y="121"/>
                  </a:moveTo>
                  <a:cubicBezTo>
                    <a:pt x="212" y="118"/>
                    <a:pt x="212" y="116"/>
                    <a:pt x="213" y="114"/>
                  </a:cubicBezTo>
                  <a:cubicBezTo>
                    <a:pt x="215" y="119"/>
                    <a:pt x="215" y="127"/>
                    <a:pt x="213" y="134"/>
                  </a:cubicBezTo>
                  <a:cubicBezTo>
                    <a:pt x="212" y="129"/>
                    <a:pt x="211" y="125"/>
                    <a:pt x="212" y="121"/>
                  </a:cubicBezTo>
                  <a:close/>
                  <a:moveTo>
                    <a:pt x="191" y="185"/>
                  </a:moveTo>
                  <a:cubicBezTo>
                    <a:pt x="191" y="185"/>
                    <a:pt x="191" y="184"/>
                    <a:pt x="191" y="185"/>
                  </a:cubicBezTo>
                  <a:cubicBezTo>
                    <a:pt x="190" y="185"/>
                    <a:pt x="190" y="184"/>
                    <a:pt x="190" y="184"/>
                  </a:cubicBezTo>
                  <a:cubicBezTo>
                    <a:pt x="190" y="184"/>
                    <a:pt x="191" y="184"/>
                    <a:pt x="191" y="185"/>
                  </a:cubicBezTo>
                  <a:close/>
                  <a:moveTo>
                    <a:pt x="148" y="192"/>
                  </a:moveTo>
                  <a:cubicBezTo>
                    <a:pt x="148" y="191"/>
                    <a:pt x="148" y="192"/>
                    <a:pt x="148" y="192"/>
                  </a:cubicBezTo>
                  <a:cubicBezTo>
                    <a:pt x="148" y="192"/>
                    <a:pt x="148" y="192"/>
                    <a:pt x="148" y="191"/>
                  </a:cubicBezTo>
                  <a:cubicBezTo>
                    <a:pt x="148" y="191"/>
                    <a:pt x="148" y="192"/>
                    <a:pt x="148" y="192"/>
                  </a:cubicBezTo>
                  <a:close/>
                  <a:moveTo>
                    <a:pt x="134" y="148"/>
                  </a:moveTo>
                  <a:cubicBezTo>
                    <a:pt x="136" y="149"/>
                    <a:pt x="136" y="149"/>
                    <a:pt x="136" y="149"/>
                  </a:cubicBezTo>
                  <a:cubicBezTo>
                    <a:pt x="135" y="142"/>
                    <a:pt x="136" y="133"/>
                    <a:pt x="139" y="125"/>
                  </a:cubicBezTo>
                  <a:cubicBezTo>
                    <a:pt x="140" y="124"/>
                    <a:pt x="140" y="124"/>
                    <a:pt x="140" y="124"/>
                  </a:cubicBezTo>
                  <a:cubicBezTo>
                    <a:pt x="140" y="124"/>
                    <a:pt x="140" y="124"/>
                    <a:pt x="139" y="124"/>
                  </a:cubicBezTo>
                  <a:cubicBezTo>
                    <a:pt x="140" y="123"/>
                    <a:pt x="140" y="123"/>
                    <a:pt x="140" y="122"/>
                  </a:cubicBezTo>
                  <a:cubicBezTo>
                    <a:pt x="140" y="121"/>
                    <a:pt x="141" y="120"/>
                    <a:pt x="141" y="120"/>
                  </a:cubicBezTo>
                  <a:cubicBezTo>
                    <a:pt x="142" y="120"/>
                    <a:pt x="142" y="121"/>
                    <a:pt x="142" y="120"/>
                  </a:cubicBezTo>
                  <a:cubicBezTo>
                    <a:pt x="142" y="119"/>
                    <a:pt x="144" y="118"/>
                    <a:pt x="145" y="117"/>
                  </a:cubicBezTo>
                  <a:cubicBezTo>
                    <a:pt x="146" y="117"/>
                    <a:pt x="147" y="118"/>
                    <a:pt x="149" y="118"/>
                  </a:cubicBezTo>
                  <a:cubicBezTo>
                    <a:pt x="142" y="122"/>
                    <a:pt x="144" y="121"/>
                    <a:pt x="149" y="118"/>
                  </a:cubicBezTo>
                  <a:cubicBezTo>
                    <a:pt x="149" y="118"/>
                    <a:pt x="150" y="119"/>
                    <a:pt x="151" y="119"/>
                  </a:cubicBezTo>
                  <a:cubicBezTo>
                    <a:pt x="151" y="121"/>
                    <a:pt x="151" y="121"/>
                    <a:pt x="151" y="121"/>
                  </a:cubicBezTo>
                  <a:cubicBezTo>
                    <a:pt x="152" y="121"/>
                    <a:pt x="154" y="120"/>
                    <a:pt x="155" y="120"/>
                  </a:cubicBezTo>
                  <a:cubicBezTo>
                    <a:pt x="155" y="123"/>
                    <a:pt x="154" y="119"/>
                    <a:pt x="153" y="121"/>
                  </a:cubicBezTo>
                  <a:cubicBezTo>
                    <a:pt x="155" y="129"/>
                    <a:pt x="153" y="139"/>
                    <a:pt x="153" y="149"/>
                  </a:cubicBezTo>
                  <a:cubicBezTo>
                    <a:pt x="154" y="151"/>
                    <a:pt x="154" y="153"/>
                    <a:pt x="155" y="153"/>
                  </a:cubicBezTo>
                  <a:cubicBezTo>
                    <a:pt x="152" y="164"/>
                    <a:pt x="154" y="178"/>
                    <a:pt x="149" y="185"/>
                  </a:cubicBezTo>
                  <a:cubicBezTo>
                    <a:pt x="153" y="184"/>
                    <a:pt x="150" y="189"/>
                    <a:pt x="149" y="191"/>
                  </a:cubicBezTo>
                  <a:cubicBezTo>
                    <a:pt x="148" y="189"/>
                    <a:pt x="146" y="186"/>
                    <a:pt x="144" y="183"/>
                  </a:cubicBezTo>
                  <a:cubicBezTo>
                    <a:pt x="143" y="180"/>
                    <a:pt x="140" y="179"/>
                    <a:pt x="140" y="174"/>
                  </a:cubicBezTo>
                  <a:cubicBezTo>
                    <a:pt x="141" y="170"/>
                    <a:pt x="137" y="163"/>
                    <a:pt x="137" y="158"/>
                  </a:cubicBezTo>
                  <a:cubicBezTo>
                    <a:pt x="136" y="160"/>
                    <a:pt x="133" y="153"/>
                    <a:pt x="134" y="148"/>
                  </a:cubicBezTo>
                  <a:close/>
                  <a:moveTo>
                    <a:pt x="65" y="183"/>
                  </a:moveTo>
                  <a:cubicBezTo>
                    <a:pt x="65" y="185"/>
                    <a:pt x="63" y="186"/>
                    <a:pt x="63" y="187"/>
                  </a:cubicBezTo>
                  <a:cubicBezTo>
                    <a:pt x="63" y="187"/>
                    <a:pt x="63" y="187"/>
                    <a:pt x="63" y="187"/>
                  </a:cubicBezTo>
                  <a:cubicBezTo>
                    <a:pt x="64" y="186"/>
                    <a:pt x="64" y="186"/>
                    <a:pt x="63" y="186"/>
                  </a:cubicBezTo>
                  <a:cubicBezTo>
                    <a:pt x="63" y="184"/>
                    <a:pt x="63" y="184"/>
                    <a:pt x="63" y="184"/>
                  </a:cubicBezTo>
                  <a:cubicBezTo>
                    <a:pt x="64" y="183"/>
                    <a:pt x="65" y="183"/>
                    <a:pt x="65" y="183"/>
                  </a:cubicBezTo>
                  <a:close/>
                  <a:moveTo>
                    <a:pt x="63" y="185"/>
                  </a:moveTo>
                  <a:cubicBezTo>
                    <a:pt x="63" y="185"/>
                    <a:pt x="63" y="186"/>
                    <a:pt x="63" y="186"/>
                  </a:cubicBezTo>
                  <a:cubicBezTo>
                    <a:pt x="62" y="186"/>
                    <a:pt x="62" y="186"/>
                    <a:pt x="63" y="185"/>
                  </a:cubicBezTo>
                  <a:close/>
                  <a:moveTo>
                    <a:pt x="62" y="188"/>
                  </a:moveTo>
                  <a:cubicBezTo>
                    <a:pt x="62" y="188"/>
                    <a:pt x="62" y="188"/>
                    <a:pt x="63" y="187"/>
                  </a:cubicBezTo>
                  <a:cubicBezTo>
                    <a:pt x="63" y="190"/>
                    <a:pt x="64" y="192"/>
                    <a:pt x="64" y="196"/>
                  </a:cubicBezTo>
                  <a:cubicBezTo>
                    <a:pt x="62" y="197"/>
                    <a:pt x="62" y="192"/>
                    <a:pt x="62" y="188"/>
                  </a:cubicBezTo>
                  <a:close/>
                  <a:moveTo>
                    <a:pt x="16" y="210"/>
                  </a:moveTo>
                  <a:cubicBezTo>
                    <a:pt x="16" y="210"/>
                    <a:pt x="16" y="210"/>
                    <a:pt x="16" y="210"/>
                  </a:cubicBezTo>
                  <a:cubicBezTo>
                    <a:pt x="16" y="210"/>
                    <a:pt x="16" y="210"/>
                    <a:pt x="16" y="210"/>
                  </a:cubicBezTo>
                  <a:cubicBezTo>
                    <a:pt x="16" y="210"/>
                    <a:pt x="16" y="210"/>
                    <a:pt x="16" y="210"/>
                  </a:cubicBezTo>
                  <a:close/>
                  <a:moveTo>
                    <a:pt x="17" y="208"/>
                  </a:moveTo>
                  <a:cubicBezTo>
                    <a:pt x="17" y="208"/>
                    <a:pt x="17" y="208"/>
                    <a:pt x="17" y="207"/>
                  </a:cubicBezTo>
                  <a:cubicBezTo>
                    <a:pt x="17" y="207"/>
                    <a:pt x="17" y="206"/>
                    <a:pt x="18" y="206"/>
                  </a:cubicBezTo>
                  <a:cubicBezTo>
                    <a:pt x="18" y="207"/>
                    <a:pt x="18" y="207"/>
                    <a:pt x="18" y="208"/>
                  </a:cubicBezTo>
                  <a:cubicBezTo>
                    <a:pt x="18" y="208"/>
                    <a:pt x="18" y="208"/>
                    <a:pt x="17" y="208"/>
                  </a:cubicBezTo>
                  <a:close/>
                  <a:moveTo>
                    <a:pt x="18" y="212"/>
                  </a:moveTo>
                  <a:cubicBezTo>
                    <a:pt x="18" y="212"/>
                    <a:pt x="18" y="212"/>
                    <a:pt x="18" y="212"/>
                  </a:cubicBezTo>
                  <a:cubicBezTo>
                    <a:pt x="18" y="212"/>
                    <a:pt x="18" y="212"/>
                    <a:pt x="18" y="212"/>
                  </a:cubicBezTo>
                  <a:close/>
                  <a:moveTo>
                    <a:pt x="19" y="213"/>
                  </a:moveTo>
                  <a:cubicBezTo>
                    <a:pt x="19" y="213"/>
                    <a:pt x="19" y="213"/>
                    <a:pt x="19" y="213"/>
                  </a:cubicBezTo>
                  <a:cubicBezTo>
                    <a:pt x="19" y="213"/>
                    <a:pt x="19" y="213"/>
                    <a:pt x="19" y="213"/>
                  </a:cubicBezTo>
                  <a:cubicBezTo>
                    <a:pt x="19" y="213"/>
                    <a:pt x="19" y="213"/>
                    <a:pt x="19" y="213"/>
                  </a:cubicBezTo>
                  <a:close/>
                  <a:moveTo>
                    <a:pt x="20" y="214"/>
                  </a:moveTo>
                  <a:cubicBezTo>
                    <a:pt x="20" y="214"/>
                    <a:pt x="20" y="214"/>
                    <a:pt x="20" y="214"/>
                  </a:cubicBezTo>
                  <a:cubicBezTo>
                    <a:pt x="20" y="214"/>
                    <a:pt x="20" y="214"/>
                    <a:pt x="20" y="214"/>
                  </a:cubicBezTo>
                  <a:cubicBezTo>
                    <a:pt x="20" y="214"/>
                    <a:pt x="20" y="214"/>
                    <a:pt x="21" y="214"/>
                  </a:cubicBezTo>
                  <a:cubicBezTo>
                    <a:pt x="21" y="214"/>
                    <a:pt x="20" y="214"/>
                    <a:pt x="20" y="214"/>
                  </a:cubicBezTo>
                  <a:close/>
                  <a:moveTo>
                    <a:pt x="21" y="217"/>
                  </a:moveTo>
                  <a:cubicBezTo>
                    <a:pt x="21" y="216"/>
                    <a:pt x="21" y="216"/>
                    <a:pt x="21" y="216"/>
                  </a:cubicBezTo>
                  <a:cubicBezTo>
                    <a:pt x="22" y="216"/>
                    <a:pt x="22" y="216"/>
                    <a:pt x="22" y="216"/>
                  </a:cubicBezTo>
                  <a:cubicBezTo>
                    <a:pt x="22" y="216"/>
                    <a:pt x="21" y="216"/>
                    <a:pt x="21" y="217"/>
                  </a:cubicBezTo>
                  <a:close/>
                  <a:moveTo>
                    <a:pt x="21" y="214"/>
                  </a:moveTo>
                  <a:cubicBezTo>
                    <a:pt x="21" y="214"/>
                    <a:pt x="21" y="214"/>
                    <a:pt x="21" y="214"/>
                  </a:cubicBezTo>
                  <a:cubicBezTo>
                    <a:pt x="21" y="214"/>
                    <a:pt x="21" y="214"/>
                    <a:pt x="21" y="214"/>
                  </a:cubicBezTo>
                  <a:cubicBezTo>
                    <a:pt x="21" y="214"/>
                    <a:pt x="21" y="214"/>
                    <a:pt x="21" y="214"/>
                  </a:cubicBezTo>
                  <a:cubicBezTo>
                    <a:pt x="21" y="214"/>
                    <a:pt x="20" y="214"/>
                    <a:pt x="20" y="214"/>
                  </a:cubicBezTo>
                  <a:cubicBezTo>
                    <a:pt x="21" y="214"/>
                    <a:pt x="21" y="214"/>
                    <a:pt x="21" y="214"/>
                  </a:cubicBezTo>
                  <a:cubicBezTo>
                    <a:pt x="21" y="214"/>
                    <a:pt x="21" y="214"/>
                    <a:pt x="21" y="214"/>
                  </a:cubicBezTo>
                  <a:cubicBezTo>
                    <a:pt x="22" y="214"/>
                    <a:pt x="22" y="214"/>
                    <a:pt x="22" y="214"/>
                  </a:cubicBezTo>
                  <a:lnTo>
                    <a:pt x="21" y="214"/>
                  </a:lnTo>
                  <a:close/>
                  <a:moveTo>
                    <a:pt x="122" y="297"/>
                  </a:moveTo>
                  <a:cubicBezTo>
                    <a:pt x="122" y="297"/>
                    <a:pt x="122" y="297"/>
                    <a:pt x="122" y="297"/>
                  </a:cubicBezTo>
                  <a:cubicBezTo>
                    <a:pt x="122" y="297"/>
                    <a:pt x="122" y="297"/>
                    <a:pt x="122" y="297"/>
                  </a:cubicBezTo>
                  <a:close/>
                  <a:moveTo>
                    <a:pt x="123" y="297"/>
                  </a:moveTo>
                  <a:cubicBezTo>
                    <a:pt x="122" y="298"/>
                    <a:pt x="122" y="297"/>
                    <a:pt x="122" y="297"/>
                  </a:cubicBezTo>
                  <a:cubicBezTo>
                    <a:pt x="122" y="297"/>
                    <a:pt x="122" y="297"/>
                    <a:pt x="123" y="297"/>
                  </a:cubicBezTo>
                  <a:cubicBezTo>
                    <a:pt x="123" y="297"/>
                    <a:pt x="123" y="297"/>
                    <a:pt x="123" y="297"/>
                  </a:cubicBezTo>
                  <a:close/>
                  <a:moveTo>
                    <a:pt x="213" y="429"/>
                  </a:moveTo>
                  <a:cubicBezTo>
                    <a:pt x="213" y="429"/>
                    <a:pt x="213" y="429"/>
                    <a:pt x="213" y="429"/>
                  </a:cubicBezTo>
                  <a:cubicBezTo>
                    <a:pt x="213" y="429"/>
                    <a:pt x="213" y="429"/>
                    <a:pt x="213" y="429"/>
                  </a:cubicBezTo>
                  <a:cubicBezTo>
                    <a:pt x="213" y="429"/>
                    <a:pt x="213" y="429"/>
                    <a:pt x="213" y="429"/>
                  </a:cubicBezTo>
                  <a:cubicBezTo>
                    <a:pt x="213" y="429"/>
                    <a:pt x="213" y="429"/>
                    <a:pt x="213" y="42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rgbClr val="34322F"/>
                </a:solidFill>
              </a:endParaRPr>
            </a:p>
          </p:txBody>
        </p:sp>
        <p:sp>
          <p:nvSpPr>
            <p:cNvPr id="102" name="Freeform 437"/>
            <p:cNvSpPr/>
            <p:nvPr>
              <p:custDataLst>
                <p:tags r:id="rId35"/>
              </p:custDataLst>
            </p:nvPr>
          </p:nvSpPr>
          <p:spPr bwMode="auto">
            <a:xfrm>
              <a:off x="3695" y="2760"/>
              <a:ext cx="4" cy="2"/>
            </a:xfrm>
            <a:custGeom>
              <a:avLst/>
              <a:gdLst>
                <a:gd name="T0" fmla="*/ 1 w 2"/>
                <a:gd name="T1" fmla="*/ 0 h 1"/>
                <a:gd name="T2" fmla="*/ 2 w 2"/>
                <a:gd name="T3" fmla="*/ 0 h 1"/>
                <a:gd name="T4" fmla="*/ 1 w 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0" y="0"/>
                    <a:pt x="1" y="1"/>
                    <a:pt x="2" y="0"/>
                  </a:cubicBezTo>
                  <a:lnTo>
                    <a:pt x="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rgbClr val="34322F"/>
                </a:solidFill>
              </a:endParaRPr>
            </a:p>
          </p:txBody>
        </p:sp>
        <p:sp>
          <p:nvSpPr>
            <p:cNvPr id="103" name="Freeform 438"/>
            <p:cNvSpPr/>
            <p:nvPr>
              <p:custDataLst>
                <p:tags r:id="rId36"/>
              </p:custDataLst>
            </p:nvPr>
          </p:nvSpPr>
          <p:spPr bwMode="auto">
            <a:xfrm>
              <a:off x="3699" y="2760"/>
              <a:ext cx="5" cy="4"/>
            </a:xfrm>
            <a:custGeom>
              <a:avLst/>
              <a:gdLst>
                <a:gd name="T0" fmla="*/ 1 w 2"/>
                <a:gd name="T1" fmla="*/ 2 h 2"/>
                <a:gd name="T2" fmla="*/ 2 w 2"/>
                <a:gd name="T3" fmla="*/ 1 h 2"/>
                <a:gd name="T4" fmla="*/ 1 w 2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1" y="2"/>
                    <a:pt x="2" y="1"/>
                    <a:pt x="2" y="1"/>
                  </a:cubicBezTo>
                  <a:cubicBezTo>
                    <a:pt x="0" y="0"/>
                    <a:pt x="2" y="2"/>
                    <a:pt x="1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rgbClr val="34322F"/>
                </a:solidFill>
              </a:endParaRPr>
            </a:p>
          </p:txBody>
        </p:sp>
        <p:sp>
          <p:nvSpPr>
            <p:cNvPr id="104" name="Freeform 439"/>
            <p:cNvSpPr/>
            <p:nvPr>
              <p:custDataLst>
                <p:tags r:id="rId37"/>
              </p:custDataLst>
            </p:nvPr>
          </p:nvSpPr>
          <p:spPr bwMode="auto">
            <a:xfrm>
              <a:off x="3916" y="2586"/>
              <a:ext cx="4" cy="2"/>
            </a:xfrm>
            <a:custGeom>
              <a:avLst/>
              <a:gdLst>
                <a:gd name="T0" fmla="*/ 0 w 2"/>
                <a:gd name="T1" fmla="*/ 1 h 1"/>
                <a:gd name="T2" fmla="*/ 1 w 2"/>
                <a:gd name="T3" fmla="*/ 0 h 1"/>
                <a:gd name="T4" fmla="*/ 0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0" y="0"/>
                    <a:pt x="2" y="0"/>
                    <a:pt x="1" y="0"/>
                  </a:cubicBezTo>
                  <a:cubicBezTo>
                    <a:pt x="1" y="0"/>
                    <a:pt x="0" y="0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rgbClr val="34322F"/>
                </a:solidFill>
              </a:endParaRPr>
            </a:p>
          </p:txBody>
        </p:sp>
        <p:sp>
          <p:nvSpPr>
            <p:cNvPr id="105" name="Freeform 440"/>
            <p:cNvSpPr/>
            <p:nvPr>
              <p:custDataLst>
                <p:tags r:id="rId38"/>
              </p:custDataLst>
            </p:nvPr>
          </p:nvSpPr>
          <p:spPr bwMode="auto">
            <a:xfrm>
              <a:off x="3941" y="2610"/>
              <a:ext cx="5" cy="0"/>
            </a:xfrm>
            <a:custGeom>
              <a:avLst/>
              <a:gdLst>
                <a:gd name="T0" fmla="*/ 0 w 5"/>
                <a:gd name="T1" fmla="*/ 0 w 5"/>
                <a:gd name="T2" fmla="*/ 5 w 5"/>
                <a:gd name="T3" fmla="*/ 0 w 5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5">
                  <a:moveTo>
                    <a:pt x="0" y="0"/>
                  </a:moveTo>
                  <a:lnTo>
                    <a:pt x="0" y="0"/>
                  </a:lnTo>
                  <a:lnTo>
                    <a:pt x="5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rgbClr val="34322F"/>
                </a:solidFill>
              </a:endParaRPr>
            </a:p>
          </p:txBody>
        </p:sp>
        <p:sp>
          <p:nvSpPr>
            <p:cNvPr id="106" name="Freeform 441"/>
            <p:cNvSpPr/>
            <p:nvPr>
              <p:custDataLst>
                <p:tags r:id="rId39"/>
              </p:custDataLst>
            </p:nvPr>
          </p:nvSpPr>
          <p:spPr bwMode="auto">
            <a:xfrm>
              <a:off x="3729" y="2272"/>
              <a:ext cx="2" cy="5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1 h 2"/>
                <a:gd name="T4" fmla="*/ 0 w 1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1"/>
                    <a:pt x="1" y="0"/>
                    <a:pt x="1" y="1"/>
                  </a:cubicBezTo>
                  <a:cubicBezTo>
                    <a:pt x="1" y="1"/>
                    <a:pt x="0" y="1"/>
                    <a:pt x="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rgbClr val="34322F"/>
                </a:solidFill>
              </a:endParaRPr>
            </a:p>
          </p:txBody>
        </p:sp>
        <p:sp>
          <p:nvSpPr>
            <p:cNvPr id="107" name="Freeform 442"/>
            <p:cNvSpPr/>
            <p:nvPr>
              <p:custDataLst>
                <p:tags r:id="rId40"/>
              </p:custDataLst>
            </p:nvPr>
          </p:nvSpPr>
          <p:spPr bwMode="auto">
            <a:xfrm>
              <a:off x="3852" y="2714"/>
              <a:ext cx="2" cy="0"/>
            </a:xfrm>
            <a:custGeom>
              <a:avLst/>
              <a:gdLst>
                <a:gd name="T0" fmla="*/ 0 w 1"/>
                <a:gd name="T1" fmla="*/ 1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rgbClr val="34322F"/>
                </a:solidFill>
              </a:endParaRPr>
            </a:p>
          </p:txBody>
        </p:sp>
        <p:sp>
          <p:nvSpPr>
            <p:cNvPr id="108" name="Freeform 443"/>
            <p:cNvSpPr/>
            <p:nvPr>
              <p:custDataLst>
                <p:tags r:id="rId41"/>
              </p:custDataLst>
            </p:nvPr>
          </p:nvSpPr>
          <p:spPr bwMode="auto">
            <a:xfrm>
              <a:off x="3850" y="2692"/>
              <a:ext cx="4" cy="2"/>
            </a:xfrm>
            <a:custGeom>
              <a:avLst/>
              <a:gdLst>
                <a:gd name="T0" fmla="*/ 1 w 2"/>
                <a:gd name="T1" fmla="*/ 1 h 1"/>
                <a:gd name="T2" fmla="*/ 1 w 2"/>
                <a:gd name="T3" fmla="*/ 0 h 1"/>
                <a:gd name="T4" fmla="*/ 1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2" y="1"/>
                    <a:pt x="0" y="1"/>
                    <a:pt x="1" y="0"/>
                  </a:cubicBezTo>
                  <a:cubicBezTo>
                    <a:pt x="0" y="1"/>
                    <a:pt x="1" y="1"/>
                    <a:pt x="1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rgbClr val="34322F"/>
                </a:solidFill>
              </a:endParaRPr>
            </a:p>
          </p:txBody>
        </p:sp>
        <p:sp>
          <p:nvSpPr>
            <p:cNvPr id="109" name="Freeform 444"/>
            <p:cNvSpPr/>
            <p:nvPr>
              <p:custDataLst>
                <p:tags r:id="rId42"/>
              </p:custDataLst>
            </p:nvPr>
          </p:nvSpPr>
          <p:spPr bwMode="auto">
            <a:xfrm>
              <a:off x="3848" y="2686"/>
              <a:ext cx="2" cy="2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0 w 1"/>
                <a:gd name="T5" fmla="*/ 1 h 1"/>
                <a:gd name="T6" fmla="*/ 1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lnTo>
                    <a:pt x="1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rgbClr val="34322F"/>
                </a:solidFill>
              </a:endParaRPr>
            </a:p>
          </p:txBody>
        </p:sp>
        <p:sp>
          <p:nvSpPr>
            <p:cNvPr id="110" name="Freeform 445"/>
            <p:cNvSpPr/>
            <p:nvPr>
              <p:custDataLst>
                <p:tags r:id="rId43"/>
              </p:custDataLst>
            </p:nvPr>
          </p:nvSpPr>
          <p:spPr bwMode="auto">
            <a:xfrm>
              <a:off x="3846" y="2711"/>
              <a:ext cx="4" cy="3"/>
            </a:xfrm>
            <a:custGeom>
              <a:avLst/>
              <a:gdLst>
                <a:gd name="T0" fmla="*/ 0 w 2"/>
                <a:gd name="T1" fmla="*/ 1 h 1"/>
                <a:gd name="T2" fmla="*/ 2 w 2"/>
                <a:gd name="T3" fmla="*/ 0 h 1"/>
                <a:gd name="T4" fmla="*/ 0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2" y="1"/>
                    <a:pt x="1" y="0"/>
                    <a:pt x="2" y="0"/>
                  </a:cubicBezTo>
                  <a:cubicBezTo>
                    <a:pt x="1" y="1"/>
                    <a:pt x="0" y="1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rgbClr val="34322F"/>
                </a:solidFill>
              </a:endParaRPr>
            </a:p>
          </p:txBody>
        </p:sp>
        <p:sp>
          <p:nvSpPr>
            <p:cNvPr id="111" name="Freeform 446"/>
            <p:cNvSpPr/>
            <p:nvPr>
              <p:custDataLst>
                <p:tags r:id="rId44"/>
              </p:custDataLst>
            </p:nvPr>
          </p:nvSpPr>
          <p:spPr bwMode="auto">
            <a:xfrm>
              <a:off x="3822" y="2773"/>
              <a:ext cx="5" cy="2"/>
            </a:xfrm>
            <a:custGeom>
              <a:avLst/>
              <a:gdLst>
                <a:gd name="T0" fmla="*/ 1 w 2"/>
                <a:gd name="T1" fmla="*/ 1 h 1"/>
                <a:gd name="T2" fmla="*/ 0 w 2"/>
                <a:gd name="T3" fmla="*/ 0 h 1"/>
                <a:gd name="T4" fmla="*/ 1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2" y="0"/>
                    <a:pt x="1" y="1"/>
                    <a:pt x="0" y="0"/>
                  </a:cubicBezTo>
                  <a:cubicBezTo>
                    <a:pt x="0" y="1"/>
                    <a:pt x="0" y="1"/>
                    <a:pt x="1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rgbClr val="34322F"/>
                </a:solidFill>
              </a:endParaRPr>
            </a:p>
          </p:txBody>
        </p:sp>
        <p:sp>
          <p:nvSpPr>
            <p:cNvPr id="112" name="Freeform 447"/>
            <p:cNvSpPr/>
            <p:nvPr>
              <p:custDataLst>
                <p:tags r:id="rId45"/>
              </p:custDataLst>
            </p:nvPr>
          </p:nvSpPr>
          <p:spPr bwMode="auto">
            <a:xfrm>
              <a:off x="3765" y="2315"/>
              <a:ext cx="4" cy="0"/>
            </a:xfrm>
            <a:custGeom>
              <a:avLst/>
              <a:gdLst>
                <a:gd name="T0" fmla="*/ 0 w 4"/>
                <a:gd name="T1" fmla="*/ 0 w 4"/>
                <a:gd name="T2" fmla="*/ 4 w 4"/>
                <a:gd name="T3" fmla="*/ 0 w 4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4">
                  <a:moveTo>
                    <a:pt x="0" y="0"/>
                  </a:moveTo>
                  <a:lnTo>
                    <a:pt x="0" y="0"/>
                  </a:lnTo>
                  <a:lnTo>
                    <a:pt x="4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rgbClr val="34322F"/>
                </a:solidFill>
              </a:endParaRPr>
            </a:p>
          </p:txBody>
        </p:sp>
        <p:sp>
          <p:nvSpPr>
            <p:cNvPr id="113" name="Freeform 448"/>
            <p:cNvSpPr/>
            <p:nvPr>
              <p:custDataLst>
                <p:tags r:id="rId46"/>
              </p:custDataLst>
            </p:nvPr>
          </p:nvSpPr>
          <p:spPr bwMode="auto">
            <a:xfrm>
              <a:off x="3842" y="2733"/>
              <a:ext cx="4" cy="0"/>
            </a:xfrm>
            <a:custGeom>
              <a:avLst/>
              <a:gdLst>
                <a:gd name="T0" fmla="*/ 1 w 2"/>
                <a:gd name="T1" fmla="*/ 2 w 2"/>
                <a:gd name="T2" fmla="*/ 1 w 2"/>
                <a:gd name="T3" fmla="*/ 1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2">
                  <a:moveTo>
                    <a:pt x="1" y="0"/>
                  </a:moveTo>
                  <a:cubicBezTo>
                    <a:pt x="1" y="0"/>
                    <a:pt x="2" y="0"/>
                    <a:pt x="2" y="0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1" y="0"/>
                    <a:pt x="0" y="0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rgbClr val="34322F"/>
                </a:solidFill>
              </a:endParaRPr>
            </a:p>
          </p:txBody>
        </p:sp>
        <p:sp>
          <p:nvSpPr>
            <p:cNvPr id="114" name="Freeform 449"/>
            <p:cNvSpPr/>
            <p:nvPr>
              <p:custDataLst>
                <p:tags r:id="rId47"/>
              </p:custDataLst>
            </p:nvPr>
          </p:nvSpPr>
          <p:spPr bwMode="auto">
            <a:xfrm>
              <a:off x="3822" y="2769"/>
              <a:ext cx="7" cy="2"/>
            </a:xfrm>
            <a:custGeom>
              <a:avLst/>
              <a:gdLst>
                <a:gd name="T0" fmla="*/ 0 w 3"/>
                <a:gd name="T1" fmla="*/ 1 h 1"/>
                <a:gd name="T2" fmla="*/ 3 w 3"/>
                <a:gd name="T3" fmla="*/ 1 h 1"/>
                <a:gd name="T4" fmla="*/ 0 w 3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1">
                  <a:moveTo>
                    <a:pt x="0" y="1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2" y="0"/>
                    <a:pt x="1" y="1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rgbClr val="34322F"/>
                </a:solidFill>
              </a:endParaRPr>
            </a:p>
          </p:txBody>
        </p:sp>
        <p:sp>
          <p:nvSpPr>
            <p:cNvPr id="115" name="Freeform 450"/>
            <p:cNvSpPr/>
            <p:nvPr>
              <p:custDataLst>
                <p:tags r:id="rId48"/>
              </p:custDataLst>
            </p:nvPr>
          </p:nvSpPr>
          <p:spPr bwMode="auto">
            <a:xfrm>
              <a:off x="3846" y="2731"/>
              <a:ext cx="2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rgbClr val="34322F"/>
                </a:solidFill>
              </a:endParaRPr>
            </a:p>
          </p:txBody>
        </p:sp>
        <p:sp>
          <p:nvSpPr>
            <p:cNvPr id="116" name="Freeform 451"/>
            <p:cNvSpPr/>
            <p:nvPr>
              <p:custDataLst>
                <p:tags r:id="rId49"/>
              </p:custDataLst>
            </p:nvPr>
          </p:nvSpPr>
          <p:spPr bwMode="auto">
            <a:xfrm>
              <a:off x="3844" y="2724"/>
              <a:ext cx="4" cy="2"/>
            </a:xfrm>
            <a:custGeom>
              <a:avLst/>
              <a:gdLst>
                <a:gd name="T0" fmla="*/ 0 w 2"/>
                <a:gd name="T1" fmla="*/ 0 h 1"/>
                <a:gd name="T2" fmla="*/ 2 w 2"/>
                <a:gd name="T3" fmla="*/ 1 h 1"/>
                <a:gd name="T4" fmla="*/ 0 w 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2" y="0"/>
                    <a:pt x="1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rgbClr val="34322F"/>
                </a:solidFill>
              </a:endParaRPr>
            </a:p>
          </p:txBody>
        </p:sp>
        <p:sp>
          <p:nvSpPr>
            <p:cNvPr id="117" name="Freeform 452"/>
            <p:cNvSpPr/>
            <p:nvPr>
              <p:custDataLst>
                <p:tags r:id="rId50"/>
              </p:custDataLst>
            </p:nvPr>
          </p:nvSpPr>
          <p:spPr bwMode="auto">
            <a:xfrm>
              <a:off x="3844" y="2728"/>
              <a:ext cx="8" cy="3"/>
            </a:xfrm>
            <a:custGeom>
              <a:avLst/>
              <a:gdLst>
                <a:gd name="T0" fmla="*/ 0 w 4"/>
                <a:gd name="T1" fmla="*/ 1 h 1"/>
                <a:gd name="T2" fmla="*/ 1 w 4"/>
                <a:gd name="T3" fmla="*/ 1 h 1"/>
                <a:gd name="T4" fmla="*/ 2 w 4"/>
                <a:gd name="T5" fmla="*/ 0 h 1"/>
                <a:gd name="T6" fmla="*/ 4 w 4"/>
                <a:gd name="T7" fmla="*/ 0 h 1"/>
                <a:gd name="T8" fmla="*/ 0 w 4"/>
                <a:gd name="T9" fmla="*/ 1 h 1"/>
                <a:gd name="T10" fmla="*/ 0 w 4"/>
                <a:gd name="T11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0" y="1"/>
                    <a:pt x="1" y="1"/>
                    <a:pt x="1" y="1"/>
                  </a:cubicBezTo>
                  <a:cubicBezTo>
                    <a:pt x="2" y="1"/>
                    <a:pt x="3" y="0"/>
                    <a:pt x="2" y="0"/>
                  </a:cubicBezTo>
                  <a:cubicBezTo>
                    <a:pt x="3" y="0"/>
                    <a:pt x="4" y="0"/>
                    <a:pt x="4" y="0"/>
                  </a:cubicBezTo>
                  <a:cubicBezTo>
                    <a:pt x="3" y="0"/>
                    <a:pt x="1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rgbClr val="34322F"/>
                </a:solidFill>
              </a:endParaRP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bldLvl="0" animBg="1"/>
    </p:bld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矩形 5"/>
          <p:cNvSpPr/>
          <p:nvPr>
            <p:custDataLst>
              <p:tags r:id="rId1"/>
            </p:custDataLst>
          </p:nvPr>
        </p:nvSpPr>
        <p:spPr>
          <a:xfrm>
            <a:off x="207010" y="708025"/>
            <a:ext cx="5060950" cy="1530350"/>
          </a:xfrm>
          <a:prstGeom prst="rect">
            <a:avLst/>
          </a:prstGeom>
          <a:solidFill>
            <a:srgbClr val="1E7AB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350">
              <a:latin typeface="Noto Serif CJK SC" panose="02020400000000000000" pitchFamily="18" charset="-122"/>
              <a:ea typeface="FZHei-B01S" panose="02010601030101010101" pitchFamily="2" charset="-122"/>
              <a:sym typeface="Noto Serif CJK SC" panose="02020400000000000000" pitchFamily="18" charset="-122"/>
            </a:endParaRPr>
          </a:p>
        </p:txBody>
      </p:sp>
      <p:sp>
        <p:nvSpPr>
          <p:cNvPr id="9" name="矩形 8"/>
          <p:cNvSpPr/>
          <p:nvPr>
            <p:custDataLst>
              <p:tags r:id="rId2"/>
            </p:custDataLst>
          </p:nvPr>
        </p:nvSpPr>
        <p:spPr>
          <a:xfrm>
            <a:off x="207010" y="1406525"/>
            <a:ext cx="8709660" cy="475932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350">
              <a:latin typeface="Noto Serif CJK SC" panose="02020400000000000000" pitchFamily="18" charset="-122"/>
              <a:ea typeface="FZHei-B01S" panose="02010601030101010101" pitchFamily="2" charset="-122"/>
              <a:sym typeface="Noto Serif CJK SC" panose="02020400000000000000" pitchFamily="18" charset="-122"/>
            </a:endParaRPr>
          </a:p>
        </p:txBody>
      </p:sp>
      <p:sp>
        <p:nvSpPr>
          <p:cNvPr id="11" name="Title 1"/>
          <p:cNvSpPr>
            <a:spLocks noGrp="1"/>
          </p:cNvSpPr>
          <p:nvPr>
            <p:custDataLst>
              <p:tags r:id="rId3"/>
            </p:custDataLst>
          </p:nvPr>
        </p:nvSpPr>
        <p:spPr>
          <a:xfrm>
            <a:off x="368935" y="751840"/>
            <a:ext cx="5574665" cy="72136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5335" kern="120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+mj-ea"/>
                <a:cs typeface="Times New Roman" panose="02020603050405020304" pitchFamily="18" charset="0"/>
              </a:defRPr>
            </a:lvl1pPr>
          </a:lstStyle>
          <a:p>
            <a:r>
              <a:rPr lang="en-US" altLang="zh-CN" sz="3600" dirty="0">
                <a:solidFill>
                  <a:schemeClr val="bg1"/>
                </a:solidFill>
              </a:rPr>
              <a:t>Array-Based Stacks (III)</a:t>
            </a:r>
          </a:p>
        </p:txBody>
      </p:sp>
      <p:pic>
        <p:nvPicPr>
          <p:cNvPr id="13" name="图片 12" descr="华工标志（透明版"/>
          <p:cNvPicPr>
            <a:picLocks noChangeAspect="1"/>
          </p:cNvPicPr>
          <p:nvPr>
            <p:custDataLst>
              <p:tags r:id="rId4"/>
            </p:custDataLst>
          </p:nvPr>
        </p:nvPicPr>
        <p:blipFill>
          <a:blip r:embed="rId452" cstate="print"/>
          <a:stretch>
            <a:fillRect/>
          </a:stretch>
        </p:blipFill>
        <p:spPr>
          <a:xfrm>
            <a:off x="7740015" y="116205"/>
            <a:ext cx="1230630" cy="1230630"/>
          </a:xfrm>
          <a:prstGeom prst="rect">
            <a:avLst/>
          </a:prstGeom>
        </p:spPr>
      </p:pic>
      <p:sp>
        <p:nvSpPr>
          <p:cNvPr id="54275" name="Content Placeholder 2"/>
          <p:cNvSpPr>
            <a:spLocks noGrp="1"/>
          </p:cNvSpPr>
          <p:nvPr>
            <p:ph idx="1"/>
          </p:nvPr>
        </p:nvSpPr>
        <p:spPr>
          <a:xfrm>
            <a:off x="418582" y="1757047"/>
            <a:ext cx="7886700" cy="4351337"/>
          </a:xfrm>
        </p:spPr>
        <p:txBody>
          <a:bodyPr>
            <a:noAutofit/>
          </a:bodyPr>
          <a:lstStyle/>
          <a:p>
            <a:pPr fontAlgn="auto">
              <a:lnSpc>
                <a:spcPct val="100000"/>
              </a:lnSpc>
              <a:spcBef>
                <a:spcPts val="1200"/>
              </a:spcBef>
            </a:pPr>
            <a:r>
              <a:rPr lang="en-US" altLang="zh-CN" sz="2400" dirty="0"/>
              <a:t>Make </a:t>
            </a:r>
            <a:r>
              <a:rPr lang="en-US" altLang="zh-CN" sz="2400" dirty="0">
                <a:solidFill>
                  <a:srgbClr val="FF0000"/>
                </a:solidFill>
              </a:rPr>
              <a:t>the tail of the array be the top of the stack</a:t>
            </a:r>
          </a:p>
          <a:p>
            <a:pPr lvl="1" fontAlgn="auto">
              <a:lnSpc>
                <a:spcPct val="100000"/>
              </a:lnSpc>
              <a:spcBef>
                <a:spcPts val="1200"/>
              </a:spcBef>
            </a:pPr>
            <a:r>
              <a:rPr lang="en-US" altLang="zh-CN" sz="2000" dirty="0"/>
              <a:t>Pushing an element onto the stack by appending it to the tail of the list</a:t>
            </a:r>
          </a:p>
          <a:p>
            <a:pPr lvl="1" fontAlgn="auto">
              <a:lnSpc>
                <a:spcPct val="100000"/>
              </a:lnSpc>
              <a:spcBef>
                <a:spcPts val="1200"/>
              </a:spcBef>
            </a:pPr>
            <a:r>
              <a:rPr lang="en-US" altLang="zh-CN" sz="2000" dirty="0"/>
              <a:t>The cost for each </a:t>
            </a:r>
            <a:r>
              <a:rPr lang="en-US" altLang="zh-CN" sz="2000" b="1" dirty="0">
                <a:solidFill>
                  <a:srgbClr val="C00000"/>
                </a:solidFill>
              </a:rPr>
              <a:t>push</a:t>
            </a:r>
            <a:r>
              <a:rPr lang="en-US" altLang="zh-CN" sz="2000" dirty="0"/>
              <a:t> and </a:t>
            </a:r>
            <a:r>
              <a:rPr lang="en-US" altLang="zh-CN" sz="2000" b="1" dirty="0">
                <a:solidFill>
                  <a:srgbClr val="C00000"/>
                </a:solidFill>
              </a:rPr>
              <a:t>pop</a:t>
            </a:r>
            <a:r>
              <a:rPr lang="en-US" altLang="zh-CN" sz="2000" dirty="0"/>
              <a:t> operation is simply </a:t>
            </a:r>
            <a:r>
              <a:rPr lang="el-GR" altLang="zh-CN" sz="2000" dirty="0"/>
              <a:t>Θ</a:t>
            </a:r>
            <a:r>
              <a:rPr lang="en-US" altLang="zh-CN" sz="2000" dirty="0"/>
              <a:t>(1).</a:t>
            </a:r>
          </a:p>
          <a:p>
            <a:pPr fontAlgn="auto">
              <a:lnSpc>
                <a:spcPct val="100000"/>
              </a:lnSpc>
              <a:spcBef>
                <a:spcPts val="1200"/>
              </a:spcBef>
            </a:pPr>
            <a:r>
              <a:rPr lang="en-US" altLang="zh-CN" sz="2400" dirty="0"/>
              <a:t>Setting of </a:t>
            </a:r>
            <a:r>
              <a:rPr lang="en-US" altLang="zh-CN" sz="2400" b="1" dirty="0">
                <a:solidFill>
                  <a:srgbClr val="C00000"/>
                </a:solidFill>
              </a:rPr>
              <a:t>top</a:t>
            </a:r>
          </a:p>
          <a:p>
            <a:pPr lvl="1" fontAlgn="auto">
              <a:lnSpc>
                <a:spcPct val="100000"/>
              </a:lnSpc>
              <a:spcBef>
                <a:spcPts val="1200"/>
              </a:spcBef>
            </a:pPr>
            <a:r>
              <a:rPr lang="en-US" altLang="zh-CN" sz="2000" dirty="0"/>
              <a:t>The array index of the first free position in the stack</a:t>
            </a:r>
          </a:p>
          <a:p>
            <a:pPr lvl="2" fontAlgn="auto">
              <a:lnSpc>
                <a:spcPct val="100000"/>
              </a:lnSpc>
              <a:spcBef>
                <a:spcPts val="1200"/>
              </a:spcBef>
            </a:pPr>
            <a:r>
              <a:rPr lang="en-US" altLang="zh-CN" sz="1800" dirty="0"/>
              <a:t>An empty stack has top set to 0.</a:t>
            </a:r>
            <a:endParaRPr lang="en-US" altLang="zh-CN" sz="900" dirty="0"/>
          </a:p>
          <a:p>
            <a:pPr lvl="1" fontAlgn="auto">
              <a:lnSpc>
                <a:spcPct val="100000"/>
              </a:lnSpc>
              <a:spcBef>
                <a:spcPts val="1200"/>
              </a:spcBef>
            </a:pPr>
            <a:r>
              <a:rPr lang="en-US" altLang="zh-CN" sz="2000" dirty="0"/>
              <a:t>Push: first </a:t>
            </a:r>
            <a:r>
              <a:rPr lang="en-US" altLang="zh-CN" sz="2000" dirty="0">
                <a:solidFill>
                  <a:srgbClr val="008000"/>
                </a:solidFill>
              </a:rPr>
              <a:t>insert</a:t>
            </a:r>
            <a:r>
              <a:rPr lang="en-US" altLang="zh-CN" sz="2000" dirty="0"/>
              <a:t> the element, then </a:t>
            </a:r>
            <a:r>
              <a:rPr lang="en-US" altLang="zh-CN" sz="2000" dirty="0">
                <a:solidFill>
                  <a:srgbClr val="008000"/>
                </a:solidFill>
              </a:rPr>
              <a:t>increment</a:t>
            </a:r>
            <a:r>
              <a:rPr lang="en-US" altLang="zh-CN" sz="2000" dirty="0"/>
              <a:t> top</a:t>
            </a:r>
          </a:p>
          <a:p>
            <a:pPr lvl="1" fontAlgn="auto">
              <a:lnSpc>
                <a:spcPct val="100000"/>
              </a:lnSpc>
              <a:spcBef>
                <a:spcPts val="1200"/>
              </a:spcBef>
            </a:pPr>
            <a:r>
              <a:rPr lang="en-US" altLang="zh-CN" sz="2000" dirty="0"/>
              <a:t>Pop: first </a:t>
            </a:r>
            <a:r>
              <a:rPr lang="en-US" altLang="zh-CN" sz="2000" dirty="0">
                <a:solidFill>
                  <a:srgbClr val="3A3AB9"/>
                </a:solidFill>
              </a:rPr>
              <a:t>decrement</a:t>
            </a:r>
            <a:r>
              <a:rPr lang="en-US" altLang="zh-CN" sz="2000" dirty="0"/>
              <a:t> top, then </a:t>
            </a:r>
            <a:r>
              <a:rPr lang="en-US" altLang="zh-CN" sz="2000" dirty="0">
                <a:solidFill>
                  <a:srgbClr val="3A3AB9"/>
                </a:solidFill>
              </a:rPr>
              <a:t>removes</a:t>
            </a:r>
            <a:r>
              <a:rPr lang="en-US" altLang="zh-CN" sz="2000" dirty="0"/>
              <a:t> the top element;</a:t>
            </a:r>
          </a:p>
          <a:p>
            <a:pPr lvl="2" fontAlgn="auto">
              <a:lnSpc>
                <a:spcPct val="100000"/>
              </a:lnSpc>
              <a:spcBef>
                <a:spcPts val="1200"/>
              </a:spcBef>
            </a:pPr>
            <a:r>
              <a:rPr lang="en-US" altLang="zh-CN" sz="1800" dirty="0">
                <a:solidFill>
                  <a:srgbClr val="FF0000"/>
                </a:solidFill>
              </a:rPr>
              <a:t>Pay attention to the order of two operations</a:t>
            </a:r>
          </a:p>
        </p:txBody>
      </p:sp>
      <p:sp>
        <p:nvSpPr>
          <p:cNvPr id="54276" name="Slide Number Placeholder 3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557530" indent="-21463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857250" indent="-1714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200150" indent="-1714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1543050" indent="-1714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1885950" indent="-1714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228850" indent="-1714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2571750" indent="-1714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2914650" indent="-1714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fld id="{C6C3B9D9-2298-4B2B-810A-777F02B39A61}" type="slidenum">
              <a:rPr lang="en-US" altLang="zh-CN" sz="465" smtClean="0"/>
              <a:pPr/>
              <a:t>33</a:t>
            </a:fld>
            <a:endParaRPr lang="en-US" altLang="zh-CN" sz="465"/>
          </a:p>
        </p:txBody>
      </p:sp>
      <p:sp>
        <p:nvSpPr>
          <p:cNvPr id="2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fld id="{0780CFD4-2A12-41CE-9C50-075AB1FCC55E}" type="datetime1">
              <a:rPr lang="zh-CN" altLang="en-US" sz="465" smtClean="0"/>
              <a:pPr>
                <a:defRPr/>
              </a:pPr>
              <a:t>2025/12/16</a:t>
            </a:fld>
            <a:endParaRPr lang="zh-CN" altLang="en-US" sz="465"/>
          </a:p>
        </p:txBody>
      </p:sp>
      <p:sp>
        <p:nvSpPr>
          <p:cNvPr id="3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altLang="zh-CN" sz="465"/>
              <a:t>Stacks and Queues - Lecture 6</a:t>
            </a:r>
            <a:endParaRPr lang="zh-CN" altLang="en-US" sz="465"/>
          </a:p>
        </p:txBody>
      </p:sp>
      <p:grpSp>
        <p:nvGrpSpPr>
          <p:cNvPr id="56" name="Group 4"/>
          <p:cNvGrpSpPr>
            <a:grpSpLocks noChangeAspect="1"/>
          </p:cNvGrpSpPr>
          <p:nvPr/>
        </p:nvGrpSpPr>
        <p:grpSpPr bwMode="auto">
          <a:xfrm rot="960000">
            <a:off x="7845425" y="5128895"/>
            <a:ext cx="780415" cy="911860"/>
            <a:chOff x="3082" y="1214"/>
            <a:chExt cx="1623" cy="1896"/>
          </a:xfrm>
          <a:solidFill>
            <a:srgbClr val="345F86">
              <a:alpha val="57000"/>
            </a:srgbClr>
          </a:solidFill>
        </p:grpSpPr>
        <p:grpSp>
          <p:nvGrpSpPr>
            <p:cNvPr id="57" name="Group 205"/>
            <p:cNvGrpSpPr/>
            <p:nvPr/>
          </p:nvGrpSpPr>
          <p:grpSpPr bwMode="auto">
            <a:xfrm>
              <a:off x="3082" y="1214"/>
              <a:ext cx="1623" cy="1603"/>
              <a:chOff x="3082" y="1214"/>
              <a:chExt cx="1623" cy="1603"/>
            </a:xfrm>
            <a:grpFill/>
          </p:grpSpPr>
          <p:sp>
            <p:nvSpPr>
              <p:cNvPr id="330" name="Freeform 5"/>
              <p:cNvSpPr/>
              <p:nvPr>
                <p:custDataLst>
                  <p:tags r:id="rId251"/>
                </p:custDataLst>
              </p:nvPr>
            </p:nvSpPr>
            <p:spPr bwMode="auto">
              <a:xfrm>
                <a:off x="3608" y="2103"/>
                <a:ext cx="13" cy="0"/>
              </a:xfrm>
              <a:custGeom>
                <a:avLst/>
                <a:gdLst>
                  <a:gd name="T0" fmla="*/ 0 w 6"/>
                  <a:gd name="T1" fmla="*/ 6 w 6"/>
                  <a:gd name="T2" fmla="*/ 0 w 6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6">
                    <a:moveTo>
                      <a:pt x="0" y="0"/>
                    </a:moveTo>
                    <a:cubicBezTo>
                      <a:pt x="1" y="0"/>
                      <a:pt x="3" y="0"/>
                      <a:pt x="6" y="0"/>
                    </a:cubicBezTo>
                    <a:cubicBezTo>
                      <a:pt x="3" y="0"/>
                      <a:pt x="2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31" name="Freeform 6"/>
              <p:cNvSpPr/>
              <p:nvPr>
                <p:custDataLst>
                  <p:tags r:id="rId252"/>
                </p:custDataLst>
              </p:nvPr>
            </p:nvSpPr>
            <p:spPr bwMode="auto">
              <a:xfrm>
                <a:off x="3576" y="1893"/>
                <a:ext cx="5" cy="0"/>
              </a:xfrm>
              <a:custGeom>
                <a:avLst/>
                <a:gdLst>
                  <a:gd name="T0" fmla="*/ 0 w 2"/>
                  <a:gd name="T1" fmla="*/ 0 w 2"/>
                  <a:gd name="T2" fmla="*/ 0 w 2"/>
                  <a:gd name="T3" fmla="*/ 0 w 2"/>
                  <a:gd name="T4" fmla="*/ 2 w 2"/>
                  <a:gd name="T5" fmla="*/ 2 w 2"/>
                  <a:gd name="T6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32" name="Freeform 7"/>
              <p:cNvSpPr/>
              <p:nvPr>
                <p:custDataLst>
                  <p:tags r:id="rId253"/>
                </p:custDataLst>
              </p:nvPr>
            </p:nvSpPr>
            <p:spPr bwMode="auto">
              <a:xfrm>
                <a:off x="3615" y="1903"/>
                <a:ext cx="0" cy="5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33" name="Freeform 8"/>
              <p:cNvSpPr/>
              <p:nvPr>
                <p:custDataLst>
                  <p:tags r:id="rId254"/>
                </p:custDataLst>
              </p:nvPr>
            </p:nvSpPr>
            <p:spPr bwMode="auto">
              <a:xfrm>
                <a:off x="3566" y="1893"/>
                <a:ext cx="6" cy="0"/>
              </a:xfrm>
              <a:custGeom>
                <a:avLst/>
                <a:gdLst>
                  <a:gd name="T0" fmla="*/ 3 w 3"/>
                  <a:gd name="T1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cubicBezTo>
                      <a:pt x="0" y="0"/>
                      <a:pt x="1" y="0"/>
                      <a:pt x="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34" name="Freeform 9"/>
              <p:cNvSpPr/>
              <p:nvPr>
                <p:custDataLst>
                  <p:tags r:id="rId255"/>
                </p:custDataLst>
              </p:nvPr>
            </p:nvSpPr>
            <p:spPr bwMode="auto">
              <a:xfrm>
                <a:off x="3820" y="2304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35" name="Freeform 10"/>
              <p:cNvSpPr/>
              <p:nvPr>
                <p:custDataLst>
                  <p:tags r:id="rId256"/>
                </p:custDataLst>
              </p:nvPr>
            </p:nvSpPr>
            <p:spPr bwMode="auto">
              <a:xfrm>
                <a:off x="3642" y="2209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1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36" name="Freeform 11"/>
              <p:cNvSpPr/>
              <p:nvPr>
                <p:custDataLst>
                  <p:tags r:id="rId257"/>
                </p:custDataLst>
              </p:nvPr>
            </p:nvSpPr>
            <p:spPr bwMode="auto">
              <a:xfrm>
                <a:off x="3549" y="2154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37" name="Freeform 12"/>
              <p:cNvSpPr/>
              <p:nvPr>
                <p:custDataLst>
                  <p:tags r:id="rId258"/>
                </p:custDataLst>
              </p:nvPr>
            </p:nvSpPr>
            <p:spPr bwMode="auto">
              <a:xfrm>
                <a:off x="3610" y="1895"/>
                <a:ext cx="9" cy="8"/>
              </a:xfrm>
              <a:custGeom>
                <a:avLst/>
                <a:gdLst>
                  <a:gd name="T0" fmla="*/ 1 w 4"/>
                  <a:gd name="T1" fmla="*/ 1 h 4"/>
                  <a:gd name="T2" fmla="*/ 1 w 4"/>
                  <a:gd name="T3" fmla="*/ 2 h 4"/>
                  <a:gd name="T4" fmla="*/ 0 w 4"/>
                  <a:gd name="T5" fmla="*/ 2 h 4"/>
                  <a:gd name="T6" fmla="*/ 2 w 4"/>
                  <a:gd name="T7" fmla="*/ 4 h 4"/>
                  <a:gd name="T8" fmla="*/ 2 w 4"/>
                  <a:gd name="T9" fmla="*/ 2 h 4"/>
                  <a:gd name="T10" fmla="*/ 3 w 4"/>
                  <a:gd name="T11" fmla="*/ 1 h 4"/>
                  <a:gd name="T12" fmla="*/ 4 w 4"/>
                  <a:gd name="T13" fmla="*/ 0 h 4"/>
                  <a:gd name="T14" fmla="*/ 4 w 4"/>
                  <a:gd name="T15" fmla="*/ 0 h 4"/>
                  <a:gd name="T16" fmla="*/ 4 w 4"/>
                  <a:gd name="T17" fmla="*/ 0 h 4"/>
                  <a:gd name="T18" fmla="*/ 2 w 4"/>
                  <a:gd name="T19" fmla="*/ 0 h 4"/>
                  <a:gd name="T20" fmla="*/ 2 w 4"/>
                  <a:gd name="T21" fmla="*/ 0 h 4"/>
                  <a:gd name="T22" fmla="*/ 1 w 4"/>
                  <a:gd name="T23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1" y="2"/>
                      <a:pt x="2" y="3"/>
                      <a:pt x="2" y="4"/>
                    </a:cubicBezTo>
                    <a:cubicBezTo>
                      <a:pt x="2" y="3"/>
                      <a:pt x="2" y="3"/>
                      <a:pt x="2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1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38" name="Freeform 13"/>
              <p:cNvSpPr/>
              <p:nvPr>
                <p:custDataLst>
                  <p:tags r:id="rId259"/>
                </p:custDataLst>
              </p:nvPr>
            </p:nvSpPr>
            <p:spPr bwMode="auto">
              <a:xfrm>
                <a:off x="3926" y="1914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39" name="Freeform 14"/>
              <p:cNvSpPr/>
              <p:nvPr>
                <p:custDataLst>
                  <p:tags r:id="rId260"/>
                </p:custDataLst>
              </p:nvPr>
            </p:nvSpPr>
            <p:spPr bwMode="auto">
              <a:xfrm>
                <a:off x="3810" y="1774"/>
                <a:ext cx="2" cy="4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0 h 2"/>
                  <a:gd name="T4" fmla="*/ 1 w 1"/>
                  <a:gd name="T5" fmla="*/ 2 h 2"/>
                  <a:gd name="T6" fmla="*/ 0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40" name="Freeform 15"/>
              <p:cNvSpPr/>
              <p:nvPr>
                <p:custDataLst>
                  <p:tags r:id="rId261"/>
                </p:custDataLst>
              </p:nvPr>
            </p:nvSpPr>
            <p:spPr bwMode="auto">
              <a:xfrm>
                <a:off x="3846" y="2474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41" name="Freeform 16"/>
              <p:cNvSpPr/>
              <p:nvPr>
                <p:custDataLst>
                  <p:tags r:id="rId262"/>
                </p:custDataLst>
              </p:nvPr>
            </p:nvSpPr>
            <p:spPr bwMode="auto">
              <a:xfrm>
                <a:off x="3943" y="2546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42" name="Freeform 17"/>
              <p:cNvSpPr/>
              <p:nvPr>
                <p:custDataLst>
                  <p:tags r:id="rId263"/>
                </p:custDataLst>
              </p:nvPr>
            </p:nvSpPr>
            <p:spPr bwMode="auto">
              <a:xfrm>
                <a:off x="3846" y="2474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43" name="Freeform 18"/>
              <p:cNvSpPr/>
              <p:nvPr>
                <p:custDataLst>
                  <p:tags r:id="rId264"/>
                </p:custDataLst>
              </p:nvPr>
            </p:nvSpPr>
            <p:spPr bwMode="auto">
              <a:xfrm>
                <a:off x="4156" y="220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44" name="Freeform 19"/>
              <p:cNvSpPr/>
              <p:nvPr>
                <p:custDataLst>
                  <p:tags r:id="rId265"/>
                </p:custDataLst>
              </p:nvPr>
            </p:nvSpPr>
            <p:spPr bwMode="auto">
              <a:xfrm>
                <a:off x="4056" y="2213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1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45" name="Freeform 20"/>
              <p:cNvSpPr/>
              <p:nvPr>
                <p:custDataLst>
                  <p:tags r:id="rId266"/>
                </p:custDataLst>
              </p:nvPr>
            </p:nvSpPr>
            <p:spPr bwMode="auto">
              <a:xfrm>
                <a:off x="3837" y="2470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46" name="Freeform 21"/>
              <p:cNvSpPr/>
              <p:nvPr>
                <p:custDataLst>
                  <p:tags r:id="rId267"/>
                </p:custDataLst>
              </p:nvPr>
            </p:nvSpPr>
            <p:spPr bwMode="auto">
              <a:xfrm>
                <a:off x="3954" y="2311"/>
                <a:ext cx="0" cy="2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47" name="Freeform 22"/>
              <p:cNvSpPr/>
              <p:nvPr>
                <p:custDataLst>
                  <p:tags r:id="rId268"/>
                </p:custDataLst>
              </p:nvPr>
            </p:nvSpPr>
            <p:spPr bwMode="auto">
              <a:xfrm>
                <a:off x="3576" y="189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48" name="Freeform 23"/>
              <p:cNvSpPr/>
              <p:nvPr>
                <p:custDataLst>
                  <p:tags r:id="rId269"/>
                </p:custDataLst>
              </p:nvPr>
            </p:nvSpPr>
            <p:spPr bwMode="auto">
              <a:xfrm>
                <a:off x="3281" y="254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49" name="Freeform 24"/>
              <p:cNvSpPr/>
              <p:nvPr>
                <p:custDataLst>
                  <p:tags r:id="rId270"/>
                </p:custDataLst>
              </p:nvPr>
            </p:nvSpPr>
            <p:spPr bwMode="auto">
              <a:xfrm>
                <a:off x="3364" y="2470"/>
                <a:ext cx="2" cy="4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1 h 2"/>
                  <a:gd name="T4" fmla="*/ 1 w 1"/>
                  <a:gd name="T5" fmla="*/ 1 h 2"/>
                  <a:gd name="T6" fmla="*/ 1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50" name="Freeform 25"/>
              <p:cNvSpPr/>
              <p:nvPr>
                <p:custDataLst>
                  <p:tags r:id="rId271"/>
                </p:custDataLst>
              </p:nvPr>
            </p:nvSpPr>
            <p:spPr bwMode="auto">
              <a:xfrm>
                <a:off x="3360" y="2470"/>
                <a:ext cx="2" cy="4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2 h 2"/>
                  <a:gd name="T4" fmla="*/ 0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1"/>
                      <a:pt x="1" y="2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51" name="Freeform 26"/>
              <p:cNvSpPr/>
              <p:nvPr>
                <p:custDataLst>
                  <p:tags r:id="rId272"/>
                </p:custDataLst>
              </p:nvPr>
            </p:nvSpPr>
            <p:spPr bwMode="auto">
              <a:xfrm>
                <a:off x="3353" y="2470"/>
                <a:ext cx="3" cy="4"/>
              </a:xfrm>
              <a:custGeom>
                <a:avLst/>
                <a:gdLst>
                  <a:gd name="T0" fmla="*/ 1 w 1"/>
                  <a:gd name="T1" fmla="*/ 2 h 2"/>
                  <a:gd name="T2" fmla="*/ 0 w 1"/>
                  <a:gd name="T3" fmla="*/ 1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0"/>
                      <a:pt x="1" y="1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52" name="Freeform 27"/>
              <p:cNvSpPr/>
              <p:nvPr>
                <p:custDataLst>
                  <p:tags r:id="rId273"/>
                </p:custDataLst>
              </p:nvPr>
            </p:nvSpPr>
            <p:spPr bwMode="auto">
              <a:xfrm>
                <a:off x="3392" y="2482"/>
                <a:ext cx="2" cy="5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1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2"/>
                      <a:pt x="1" y="1"/>
                      <a:pt x="1" y="1"/>
                    </a:cubicBezTo>
                    <a:cubicBezTo>
                      <a:pt x="0" y="0"/>
                      <a:pt x="1" y="1"/>
                      <a:pt x="1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53" name="Freeform 28"/>
              <p:cNvSpPr/>
              <p:nvPr>
                <p:custDataLst>
                  <p:tags r:id="rId274"/>
                </p:custDataLst>
              </p:nvPr>
            </p:nvSpPr>
            <p:spPr bwMode="auto">
              <a:xfrm>
                <a:off x="3390" y="2480"/>
                <a:ext cx="2" cy="7"/>
              </a:xfrm>
              <a:custGeom>
                <a:avLst/>
                <a:gdLst>
                  <a:gd name="T0" fmla="*/ 1 w 1"/>
                  <a:gd name="T1" fmla="*/ 3 h 3"/>
                  <a:gd name="T2" fmla="*/ 0 w 1"/>
                  <a:gd name="T3" fmla="*/ 0 h 3"/>
                  <a:gd name="T4" fmla="*/ 1 w 1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2"/>
                      <a:pt x="1" y="2"/>
                      <a:pt x="1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54" name="Freeform 29"/>
              <p:cNvSpPr/>
              <p:nvPr>
                <p:custDataLst>
                  <p:tags r:id="rId275"/>
                </p:custDataLst>
              </p:nvPr>
            </p:nvSpPr>
            <p:spPr bwMode="auto">
              <a:xfrm>
                <a:off x="3341" y="2474"/>
                <a:ext cx="2" cy="4"/>
              </a:xfrm>
              <a:custGeom>
                <a:avLst/>
                <a:gdLst>
                  <a:gd name="T0" fmla="*/ 1 w 1"/>
                  <a:gd name="T1" fmla="*/ 1 h 2"/>
                  <a:gd name="T2" fmla="*/ 0 w 1"/>
                  <a:gd name="T3" fmla="*/ 0 h 2"/>
                  <a:gd name="T4" fmla="*/ 1 w 1"/>
                  <a:gd name="T5" fmla="*/ 2 h 2"/>
                  <a:gd name="T6" fmla="*/ 1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lnTo>
                      <a:pt x="1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55" name="Freeform 30"/>
              <p:cNvSpPr/>
              <p:nvPr>
                <p:custDataLst>
                  <p:tags r:id="rId276"/>
                </p:custDataLst>
              </p:nvPr>
            </p:nvSpPr>
            <p:spPr bwMode="auto">
              <a:xfrm>
                <a:off x="3822" y="2279"/>
                <a:ext cx="5" cy="4"/>
              </a:xfrm>
              <a:custGeom>
                <a:avLst/>
                <a:gdLst>
                  <a:gd name="T0" fmla="*/ 1 w 2"/>
                  <a:gd name="T1" fmla="*/ 0 h 2"/>
                  <a:gd name="T2" fmla="*/ 0 w 2"/>
                  <a:gd name="T3" fmla="*/ 1 h 2"/>
                  <a:gd name="T4" fmla="*/ 0 w 2"/>
                  <a:gd name="T5" fmla="*/ 2 h 2"/>
                  <a:gd name="T6" fmla="*/ 1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1"/>
                      <a:pt x="2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56" name="Freeform 31"/>
              <p:cNvSpPr/>
              <p:nvPr>
                <p:custDataLst>
                  <p:tags r:id="rId277"/>
                </p:custDataLst>
              </p:nvPr>
            </p:nvSpPr>
            <p:spPr bwMode="auto">
              <a:xfrm>
                <a:off x="3292" y="2529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0 w 2"/>
                  <a:gd name="T5" fmla="*/ 0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57" name="Freeform 32"/>
              <p:cNvSpPr/>
              <p:nvPr>
                <p:custDataLst>
                  <p:tags r:id="rId278"/>
                </p:custDataLst>
              </p:nvPr>
            </p:nvSpPr>
            <p:spPr bwMode="auto">
              <a:xfrm>
                <a:off x="3699" y="2796"/>
                <a:ext cx="7" cy="5"/>
              </a:xfrm>
              <a:custGeom>
                <a:avLst/>
                <a:gdLst>
                  <a:gd name="T0" fmla="*/ 2 w 3"/>
                  <a:gd name="T1" fmla="*/ 2 h 2"/>
                  <a:gd name="T2" fmla="*/ 2 w 3"/>
                  <a:gd name="T3" fmla="*/ 0 h 2"/>
                  <a:gd name="T4" fmla="*/ 2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3" y="1"/>
                      <a:pt x="2" y="0"/>
                      <a:pt x="2" y="0"/>
                    </a:cubicBezTo>
                    <a:cubicBezTo>
                      <a:pt x="0" y="0"/>
                      <a:pt x="3" y="1"/>
                      <a:pt x="2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58" name="Freeform 33"/>
              <p:cNvSpPr/>
              <p:nvPr>
                <p:custDataLst>
                  <p:tags r:id="rId279"/>
                </p:custDataLst>
              </p:nvPr>
            </p:nvSpPr>
            <p:spPr bwMode="auto">
              <a:xfrm>
                <a:off x="4616" y="1870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1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59" name="Freeform 34"/>
              <p:cNvSpPr/>
              <p:nvPr>
                <p:custDataLst>
                  <p:tags r:id="rId280"/>
                </p:custDataLst>
              </p:nvPr>
            </p:nvSpPr>
            <p:spPr bwMode="auto">
              <a:xfrm>
                <a:off x="3262" y="2567"/>
                <a:ext cx="4" cy="4"/>
              </a:xfrm>
              <a:custGeom>
                <a:avLst/>
                <a:gdLst>
                  <a:gd name="T0" fmla="*/ 0 w 4"/>
                  <a:gd name="T1" fmla="*/ 2 h 4"/>
                  <a:gd name="T2" fmla="*/ 4 w 4"/>
                  <a:gd name="T3" fmla="*/ 4 h 4"/>
                  <a:gd name="T4" fmla="*/ 0 w 4"/>
                  <a:gd name="T5" fmla="*/ 0 h 4"/>
                  <a:gd name="T6" fmla="*/ 0 w 4"/>
                  <a:gd name="T7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0" y="2"/>
                    </a:moveTo>
                    <a:lnTo>
                      <a:pt x="4" y="4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60" name="Freeform 35"/>
              <p:cNvSpPr/>
              <p:nvPr>
                <p:custDataLst>
                  <p:tags r:id="rId281"/>
                </p:custDataLst>
              </p:nvPr>
            </p:nvSpPr>
            <p:spPr bwMode="auto">
              <a:xfrm>
                <a:off x="3570" y="1893"/>
                <a:ext cx="6" cy="6"/>
              </a:xfrm>
              <a:custGeom>
                <a:avLst/>
                <a:gdLst>
                  <a:gd name="T0" fmla="*/ 1 w 3"/>
                  <a:gd name="T1" fmla="*/ 0 h 3"/>
                  <a:gd name="T2" fmla="*/ 1 w 3"/>
                  <a:gd name="T3" fmla="*/ 0 h 3"/>
                  <a:gd name="T4" fmla="*/ 1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2 w 3"/>
                  <a:gd name="T11" fmla="*/ 1 h 3"/>
                  <a:gd name="T12" fmla="*/ 0 w 3"/>
                  <a:gd name="T13" fmla="*/ 2 h 3"/>
                  <a:gd name="T14" fmla="*/ 2 w 3"/>
                  <a:gd name="T15" fmla="*/ 2 h 3"/>
                  <a:gd name="T16" fmla="*/ 3 w 3"/>
                  <a:gd name="T17" fmla="*/ 0 h 3"/>
                  <a:gd name="T18" fmla="*/ 1 w 3"/>
                  <a:gd name="T1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0" y="0"/>
                      <a:pt x="0" y="2"/>
                    </a:cubicBezTo>
                    <a:cubicBezTo>
                      <a:pt x="0" y="3"/>
                      <a:pt x="1" y="3"/>
                      <a:pt x="2" y="2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2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61" name="Freeform 36"/>
              <p:cNvSpPr/>
              <p:nvPr>
                <p:custDataLst>
                  <p:tags r:id="rId282"/>
                </p:custDataLst>
              </p:nvPr>
            </p:nvSpPr>
            <p:spPr bwMode="auto">
              <a:xfrm>
                <a:off x="3207" y="2465"/>
                <a:ext cx="183" cy="174"/>
              </a:xfrm>
              <a:custGeom>
                <a:avLst/>
                <a:gdLst>
                  <a:gd name="T0" fmla="*/ 83 w 86"/>
                  <a:gd name="T1" fmla="*/ 5 h 82"/>
                  <a:gd name="T2" fmla="*/ 80 w 86"/>
                  <a:gd name="T3" fmla="*/ 4 h 82"/>
                  <a:gd name="T4" fmla="*/ 77 w 86"/>
                  <a:gd name="T5" fmla="*/ 8 h 82"/>
                  <a:gd name="T6" fmla="*/ 76 w 86"/>
                  <a:gd name="T7" fmla="*/ 6 h 82"/>
                  <a:gd name="T8" fmla="*/ 72 w 86"/>
                  <a:gd name="T9" fmla="*/ 7 h 82"/>
                  <a:gd name="T10" fmla="*/ 70 w 86"/>
                  <a:gd name="T11" fmla="*/ 4 h 82"/>
                  <a:gd name="T12" fmla="*/ 67 w 86"/>
                  <a:gd name="T13" fmla="*/ 1 h 82"/>
                  <a:gd name="T14" fmla="*/ 68 w 86"/>
                  <a:gd name="T15" fmla="*/ 6 h 82"/>
                  <a:gd name="T16" fmla="*/ 70 w 86"/>
                  <a:gd name="T17" fmla="*/ 10 h 82"/>
                  <a:gd name="T18" fmla="*/ 65 w 86"/>
                  <a:gd name="T19" fmla="*/ 6 h 82"/>
                  <a:gd name="T20" fmla="*/ 65 w 86"/>
                  <a:gd name="T21" fmla="*/ 8 h 82"/>
                  <a:gd name="T22" fmla="*/ 62 w 86"/>
                  <a:gd name="T23" fmla="*/ 6 h 82"/>
                  <a:gd name="T24" fmla="*/ 61 w 86"/>
                  <a:gd name="T25" fmla="*/ 8 h 82"/>
                  <a:gd name="T26" fmla="*/ 59 w 86"/>
                  <a:gd name="T27" fmla="*/ 9 h 82"/>
                  <a:gd name="T28" fmla="*/ 62 w 86"/>
                  <a:gd name="T29" fmla="*/ 15 h 82"/>
                  <a:gd name="T30" fmla="*/ 58 w 86"/>
                  <a:gd name="T31" fmla="*/ 10 h 82"/>
                  <a:gd name="T32" fmla="*/ 57 w 86"/>
                  <a:gd name="T33" fmla="*/ 12 h 82"/>
                  <a:gd name="T34" fmla="*/ 53 w 86"/>
                  <a:gd name="T35" fmla="*/ 17 h 82"/>
                  <a:gd name="T36" fmla="*/ 51 w 86"/>
                  <a:gd name="T37" fmla="*/ 19 h 82"/>
                  <a:gd name="T38" fmla="*/ 48 w 86"/>
                  <a:gd name="T39" fmla="*/ 22 h 82"/>
                  <a:gd name="T40" fmla="*/ 48 w 86"/>
                  <a:gd name="T41" fmla="*/ 24 h 82"/>
                  <a:gd name="T42" fmla="*/ 46 w 86"/>
                  <a:gd name="T43" fmla="*/ 24 h 82"/>
                  <a:gd name="T44" fmla="*/ 45 w 86"/>
                  <a:gd name="T45" fmla="*/ 25 h 82"/>
                  <a:gd name="T46" fmla="*/ 46 w 86"/>
                  <a:gd name="T47" fmla="*/ 27 h 82"/>
                  <a:gd name="T48" fmla="*/ 43 w 86"/>
                  <a:gd name="T49" fmla="*/ 28 h 82"/>
                  <a:gd name="T50" fmla="*/ 40 w 86"/>
                  <a:gd name="T51" fmla="*/ 30 h 82"/>
                  <a:gd name="T52" fmla="*/ 38 w 86"/>
                  <a:gd name="T53" fmla="*/ 32 h 82"/>
                  <a:gd name="T54" fmla="*/ 36 w 86"/>
                  <a:gd name="T55" fmla="*/ 34 h 82"/>
                  <a:gd name="T56" fmla="*/ 36 w 86"/>
                  <a:gd name="T57" fmla="*/ 37 h 82"/>
                  <a:gd name="T58" fmla="*/ 34 w 86"/>
                  <a:gd name="T59" fmla="*/ 36 h 82"/>
                  <a:gd name="T60" fmla="*/ 34 w 86"/>
                  <a:gd name="T61" fmla="*/ 37 h 82"/>
                  <a:gd name="T62" fmla="*/ 31 w 86"/>
                  <a:gd name="T63" fmla="*/ 41 h 82"/>
                  <a:gd name="T64" fmla="*/ 32 w 86"/>
                  <a:gd name="T65" fmla="*/ 45 h 82"/>
                  <a:gd name="T66" fmla="*/ 31 w 86"/>
                  <a:gd name="T67" fmla="*/ 48 h 82"/>
                  <a:gd name="T68" fmla="*/ 28 w 86"/>
                  <a:gd name="T69" fmla="*/ 47 h 82"/>
                  <a:gd name="T70" fmla="*/ 25 w 86"/>
                  <a:gd name="T71" fmla="*/ 53 h 82"/>
                  <a:gd name="T72" fmla="*/ 24 w 86"/>
                  <a:gd name="T73" fmla="*/ 55 h 82"/>
                  <a:gd name="T74" fmla="*/ 18 w 86"/>
                  <a:gd name="T75" fmla="*/ 59 h 82"/>
                  <a:gd name="T76" fmla="*/ 15 w 86"/>
                  <a:gd name="T77" fmla="*/ 59 h 82"/>
                  <a:gd name="T78" fmla="*/ 14 w 86"/>
                  <a:gd name="T79" fmla="*/ 60 h 82"/>
                  <a:gd name="T80" fmla="*/ 11 w 86"/>
                  <a:gd name="T81" fmla="*/ 69 h 82"/>
                  <a:gd name="T82" fmla="*/ 2 w 86"/>
                  <a:gd name="T83" fmla="*/ 75 h 82"/>
                  <a:gd name="T84" fmla="*/ 23 w 86"/>
                  <a:gd name="T85" fmla="*/ 72 h 82"/>
                  <a:gd name="T86" fmla="*/ 28 w 86"/>
                  <a:gd name="T87" fmla="*/ 68 h 82"/>
                  <a:gd name="T88" fmla="*/ 42 w 86"/>
                  <a:gd name="T89" fmla="*/ 48 h 82"/>
                  <a:gd name="T90" fmla="*/ 49 w 86"/>
                  <a:gd name="T91" fmla="*/ 45 h 82"/>
                  <a:gd name="T92" fmla="*/ 55 w 86"/>
                  <a:gd name="T93" fmla="*/ 43 h 82"/>
                  <a:gd name="T94" fmla="*/ 63 w 86"/>
                  <a:gd name="T95" fmla="*/ 35 h 82"/>
                  <a:gd name="T96" fmla="*/ 68 w 86"/>
                  <a:gd name="T97" fmla="*/ 31 h 82"/>
                  <a:gd name="T98" fmla="*/ 74 w 86"/>
                  <a:gd name="T99" fmla="*/ 23 h 82"/>
                  <a:gd name="T100" fmla="*/ 75 w 86"/>
                  <a:gd name="T101" fmla="*/ 16 h 82"/>
                  <a:gd name="T102" fmla="*/ 82 w 86"/>
                  <a:gd name="T103" fmla="*/ 14 h 82"/>
                  <a:gd name="T104" fmla="*/ 84 w 86"/>
                  <a:gd name="T105" fmla="*/ 13 h 82"/>
                  <a:gd name="T106" fmla="*/ 84 w 86"/>
                  <a:gd name="T107" fmla="*/ 7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86" h="82">
                    <a:moveTo>
                      <a:pt x="84" y="7"/>
                    </a:moveTo>
                    <a:cubicBezTo>
                      <a:pt x="85" y="8"/>
                      <a:pt x="85" y="9"/>
                      <a:pt x="86" y="10"/>
                    </a:cubicBezTo>
                    <a:cubicBezTo>
                      <a:pt x="85" y="6"/>
                      <a:pt x="85" y="6"/>
                      <a:pt x="85" y="6"/>
                    </a:cubicBezTo>
                    <a:cubicBezTo>
                      <a:pt x="85" y="7"/>
                      <a:pt x="85" y="6"/>
                      <a:pt x="84" y="5"/>
                    </a:cubicBezTo>
                    <a:cubicBezTo>
                      <a:pt x="84" y="6"/>
                      <a:pt x="84" y="6"/>
                      <a:pt x="84" y="6"/>
                    </a:cubicBezTo>
                    <a:cubicBezTo>
                      <a:pt x="83" y="5"/>
                      <a:pt x="83" y="5"/>
                      <a:pt x="83" y="5"/>
                    </a:cubicBezTo>
                    <a:cubicBezTo>
                      <a:pt x="83" y="5"/>
                      <a:pt x="82" y="4"/>
                      <a:pt x="82" y="6"/>
                    </a:cubicBezTo>
                    <a:cubicBezTo>
                      <a:pt x="83" y="7"/>
                      <a:pt x="83" y="7"/>
                      <a:pt x="83" y="7"/>
                    </a:cubicBezTo>
                    <a:cubicBezTo>
                      <a:pt x="83" y="7"/>
                      <a:pt x="84" y="9"/>
                      <a:pt x="83" y="8"/>
                    </a:cubicBezTo>
                    <a:cubicBezTo>
                      <a:pt x="82" y="6"/>
                      <a:pt x="82" y="6"/>
                      <a:pt x="82" y="6"/>
                    </a:cubicBezTo>
                    <a:cubicBezTo>
                      <a:pt x="82" y="6"/>
                      <a:pt x="82" y="6"/>
                      <a:pt x="82" y="6"/>
                    </a:cubicBezTo>
                    <a:cubicBezTo>
                      <a:pt x="80" y="4"/>
                      <a:pt x="80" y="4"/>
                      <a:pt x="80" y="4"/>
                    </a:cubicBezTo>
                    <a:cubicBezTo>
                      <a:pt x="82" y="7"/>
                      <a:pt x="80" y="5"/>
                      <a:pt x="81" y="6"/>
                    </a:cubicBezTo>
                    <a:cubicBezTo>
                      <a:pt x="80" y="6"/>
                      <a:pt x="80" y="6"/>
                      <a:pt x="80" y="6"/>
                    </a:cubicBezTo>
                    <a:cubicBezTo>
                      <a:pt x="79" y="5"/>
                      <a:pt x="81" y="7"/>
                      <a:pt x="81" y="7"/>
                    </a:cubicBezTo>
                    <a:cubicBezTo>
                      <a:pt x="80" y="7"/>
                      <a:pt x="79" y="5"/>
                      <a:pt x="79" y="4"/>
                    </a:cubicBezTo>
                    <a:cubicBezTo>
                      <a:pt x="78" y="4"/>
                      <a:pt x="79" y="6"/>
                      <a:pt x="77" y="5"/>
                    </a:cubicBezTo>
                    <a:cubicBezTo>
                      <a:pt x="77" y="5"/>
                      <a:pt x="77" y="6"/>
                      <a:pt x="77" y="8"/>
                    </a:cubicBezTo>
                    <a:cubicBezTo>
                      <a:pt x="77" y="8"/>
                      <a:pt x="76" y="5"/>
                      <a:pt x="76" y="6"/>
                    </a:cubicBezTo>
                    <a:cubicBezTo>
                      <a:pt x="75" y="5"/>
                      <a:pt x="74" y="3"/>
                      <a:pt x="74" y="2"/>
                    </a:cubicBezTo>
                    <a:cubicBezTo>
                      <a:pt x="74" y="2"/>
                      <a:pt x="73" y="1"/>
                      <a:pt x="73" y="2"/>
                    </a:cubicBezTo>
                    <a:cubicBezTo>
                      <a:pt x="73" y="1"/>
                      <a:pt x="72" y="0"/>
                      <a:pt x="72" y="0"/>
                    </a:cubicBezTo>
                    <a:cubicBezTo>
                      <a:pt x="73" y="1"/>
                      <a:pt x="74" y="3"/>
                      <a:pt x="74" y="3"/>
                    </a:cubicBezTo>
                    <a:cubicBezTo>
                      <a:pt x="76" y="5"/>
                      <a:pt x="74" y="4"/>
                      <a:pt x="76" y="6"/>
                    </a:cubicBezTo>
                    <a:cubicBezTo>
                      <a:pt x="75" y="6"/>
                      <a:pt x="74" y="6"/>
                      <a:pt x="74" y="7"/>
                    </a:cubicBezTo>
                    <a:cubicBezTo>
                      <a:pt x="74" y="7"/>
                      <a:pt x="73" y="5"/>
                      <a:pt x="73" y="4"/>
                    </a:cubicBezTo>
                    <a:cubicBezTo>
                      <a:pt x="73" y="6"/>
                      <a:pt x="73" y="7"/>
                      <a:pt x="73" y="7"/>
                    </a:cubicBezTo>
                    <a:cubicBezTo>
                      <a:pt x="74" y="8"/>
                      <a:pt x="74" y="8"/>
                      <a:pt x="75" y="10"/>
                    </a:cubicBezTo>
                    <a:cubicBezTo>
                      <a:pt x="75" y="10"/>
                      <a:pt x="75" y="11"/>
                      <a:pt x="75" y="11"/>
                    </a:cubicBezTo>
                    <a:cubicBezTo>
                      <a:pt x="74" y="9"/>
                      <a:pt x="72" y="7"/>
                      <a:pt x="72" y="7"/>
                    </a:cubicBezTo>
                    <a:cubicBezTo>
                      <a:pt x="71" y="5"/>
                      <a:pt x="73" y="7"/>
                      <a:pt x="71" y="5"/>
                    </a:cubicBezTo>
                    <a:cubicBezTo>
                      <a:pt x="70" y="3"/>
                      <a:pt x="71" y="2"/>
                      <a:pt x="72" y="3"/>
                    </a:cubicBezTo>
                    <a:cubicBezTo>
                      <a:pt x="71" y="1"/>
                      <a:pt x="71" y="3"/>
                      <a:pt x="70" y="1"/>
                    </a:cubicBezTo>
                    <a:cubicBezTo>
                      <a:pt x="70" y="1"/>
                      <a:pt x="70" y="3"/>
                      <a:pt x="70" y="3"/>
                    </a:cubicBezTo>
                    <a:cubicBezTo>
                      <a:pt x="71" y="4"/>
                      <a:pt x="71" y="4"/>
                      <a:pt x="71" y="5"/>
                    </a:cubicBezTo>
                    <a:cubicBezTo>
                      <a:pt x="72" y="8"/>
                      <a:pt x="70" y="4"/>
                      <a:pt x="70" y="4"/>
                    </a:cubicBezTo>
                    <a:cubicBezTo>
                      <a:pt x="69" y="3"/>
                      <a:pt x="69" y="3"/>
                      <a:pt x="69" y="3"/>
                    </a:cubicBezTo>
                    <a:cubicBezTo>
                      <a:pt x="69" y="3"/>
                      <a:pt x="69" y="4"/>
                      <a:pt x="69" y="4"/>
                    </a:cubicBezTo>
                    <a:cubicBezTo>
                      <a:pt x="67" y="2"/>
                      <a:pt x="69" y="4"/>
                      <a:pt x="68" y="2"/>
                    </a:cubicBezTo>
                    <a:cubicBezTo>
                      <a:pt x="67" y="0"/>
                      <a:pt x="67" y="0"/>
                      <a:pt x="67" y="0"/>
                    </a:cubicBezTo>
                    <a:cubicBezTo>
                      <a:pt x="66" y="0"/>
                      <a:pt x="68" y="2"/>
                      <a:pt x="67" y="2"/>
                    </a:cubicBezTo>
                    <a:cubicBezTo>
                      <a:pt x="67" y="1"/>
                      <a:pt x="67" y="1"/>
                      <a:pt x="67" y="1"/>
                    </a:cubicBezTo>
                    <a:cubicBezTo>
                      <a:pt x="67" y="2"/>
                      <a:pt x="67" y="2"/>
                      <a:pt x="67" y="2"/>
                    </a:cubicBezTo>
                    <a:cubicBezTo>
                      <a:pt x="68" y="3"/>
                      <a:pt x="69" y="4"/>
                      <a:pt x="69" y="4"/>
                    </a:cubicBezTo>
                    <a:cubicBezTo>
                      <a:pt x="70" y="7"/>
                      <a:pt x="69" y="4"/>
                      <a:pt x="69" y="5"/>
                    </a:cubicBezTo>
                    <a:cubicBezTo>
                      <a:pt x="69" y="7"/>
                      <a:pt x="69" y="5"/>
                      <a:pt x="70" y="6"/>
                    </a:cubicBezTo>
                    <a:cubicBezTo>
                      <a:pt x="71" y="8"/>
                      <a:pt x="70" y="8"/>
                      <a:pt x="70" y="8"/>
                    </a:cubicBezTo>
                    <a:cubicBezTo>
                      <a:pt x="70" y="9"/>
                      <a:pt x="69" y="7"/>
                      <a:pt x="68" y="6"/>
                    </a:cubicBezTo>
                    <a:cubicBezTo>
                      <a:pt x="68" y="6"/>
                      <a:pt x="68" y="5"/>
                      <a:pt x="69" y="6"/>
                    </a:cubicBezTo>
                    <a:cubicBezTo>
                      <a:pt x="68" y="4"/>
                      <a:pt x="67" y="3"/>
                      <a:pt x="66" y="2"/>
                    </a:cubicBezTo>
                    <a:cubicBezTo>
                      <a:pt x="65" y="1"/>
                      <a:pt x="67" y="4"/>
                      <a:pt x="67" y="4"/>
                    </a:cubicBezTo>
                    <a:cubicBezTo>
                      <a:pt x="67" y="3"/>
                      <a:pt x="68" y="5"/>
                      <a:pt x="68" y="6"/>
                    </a:cubicBezTo>
                    <a:cubicBezTo>
                      <a:pt x="70" y="10"/>
                      <a:pt x="66" y="3"/>
                      <a:pt x="66" y="4"/>
                    </a:cubicBezTo>
                    <a:cubicBezTo>
                      <a:pt x="68" y="6"/>
                      <a:pt x="67" y="8"/>
                      <a:pt x="70" y="10"/>
                    </a:cubicBezTo>
                    <a:cubicBezTo>
                      <a:pt x="70" y="11"/>
                      <a:pt x="70" y="12"/>
                      <a:pt x="70" y="12"/>
                    </a:cubicBezTo>
                    <a:cubicBezTo>
                      <a:pt x="69" y="10"/>
                      <a:pt x="69" y="10"/>
                      <a:pt x="68" y="8"/>
                    </a:cubicBezTo>
                    <a:cubicBezTo>
                      <a:pt x="68" y="9"/>
                      <a:pt x="68" y="9"/>
                      <a:pt x="68" y="9"/>
                    </a:cubicBezTo>
                    <a:cubicBezTo>
                      <a:pt x="66" y="6"/>
                      <a:pt x="66" y="6"/>
                      <a:pt x="66" y="6"/>
                    </a:cubicBezTo>
                    <a:cubicBezTo>
                      <a:pt x="64" y="3"/>
                      <a:pt x="64" y="3"/>
                      <a:pt x="64" y="3"/>
                    </a:cubicBezTo>
                    <a:cubicBezTo>
                      <a:pt x="64" y="4"/>
                      <a:pt x="65" y="5"/>
                      <a:pt x="65" y="6"/>
                    </a:cubicBezTo>
                    <a:cubicBezTo>
                      <a:pt x="64" y="5"/>
                      <a:pt x="64" y="4"/>
                      <a:pt x="64" y="4"/>
                    </a:cubicBezTo>
                    <a:cubicBezTo>
                      <a:pt x="64" y="5"/>
                      <a:pt x="65" y="7"/>
                      <a:pt x="65" y="7"/>
                    </a:cubicBezTo>
                    <a:cubicBezTo>
                      <a:pt x="65" y="7"/>
                      <a:pt x="64" y="6"/>
                      <a:pt x="63" y="5"/>
                    </a:cubicBezTo>
                    <a:cubicBezTo>
                      <a:pt x="63" y="4"/>
                      <a:pt x="63" y="4"/>
                      <a:pt x="63" y="4"/>
                    </a:cubicBezTo>
                    <a:cubicBezTo>
                      <a:pt x="63" y="5"/>
                      <a:pt x="62" y="3"/>
                      <a:pt x="62" y="4"/>
                    </a:cubicBezTo>
                    <a:cubicBezTo>
                      <a:pt x="63" y="5"/>
                      <a:pt x="64" y="6"/>
                      <a:pt x="65" y="8"/>
                    </a:cubicBezTo>
                    <a:cubicBezTo>
                      <a:pt x="65" y="8"/>
                      <a:pt x="64" y="7"/>
                      <a:pt x="64" y="7"/>
                    </a:cubicBezTo>
                    <a:cubicBezTo>
                      <a:pt x="63" y="6"/>
                      <a:pt x="63" y="6"/>
                      <a:pt x="63" y="6"/>
                    </a:cubicBezTo>
                    <a:cubicBezTo>
                      <a:pt x="63" y="7"/>
                      <a:pt x="62" y="4"/>
                      <a:pt x="62" y="5"/>
                    </a:cubicBezTo>
                    <a:cubicBezTo>
                      <a:pt x="62" y="6"/>
                      <a:pt x="62" y="6"/>
                      <a:pt x="62" y="6"/>
                    </a:cubicBezTo>
                    <a:cubicBezTo>
                      <a:pt x="62" y="6"/>
                      <a:pt x="62" y="5"/>
                      <a:pt x="61" y="5"/>
                    </a:cubicBezTo>
                    <a:cubicBezTo>
                      <a:pt x="62" y="6"/>
                      <a:pt x="62" y="6"/>
                      <a:pt x="62" y="6"/>
                    </a:cubicBezTo>
                    <a:cubicBezTo>
                      <a:pt x="61" y="5"/>
                      <a:pt x="61" y="5"/>
                      <a:pt x="61" y="5"/>
                    </a:cubicBezTo>
                    <a:cubicBezTo>
                      <a:pt x="62" y="6"/>
                      <a:pt x="63" y="8"/>
                      <a:pt x="61" y="6"/>
                    </a:cubicBezTo>
                    <a:cubicBezTo>
                      <a:pt x="63" y="8"/>
                      <a:pt x="61" y="6"/>
                      <a:pt x="62" y="7"/>
                    </a:cubicBezTo>
                    <a:cubicBezTo>
                      <a:pt x="64" y="9"/>
                      <a:pt x="63" y="9"/>
                      <a:pt x="63" y="9"/>
                    </a:cubicBezTo>
                    <a:cubicBezTo>
                      <a:pt x="62" y="7"/>
                      <a:pt x="63" y="9"/>
                      <a:pt x="63" y="9"/>
                    </a:cubicBezTo>
                    <a:cubicBezTo>
                      <a:pt x="61" y="8"/>
                      <a:pt x="61" y="8"/>
                      <a:pt x="61" y="8"/>
                    </a:cubicBezTo>
                    <a:cubicBezTo>
                      <a:pt x="62" y="9"/>
                      <a:pt x="62" y="9"/>
                      <a:pt x="62" y="9"/>
                    </a:cubicBezTo>
                    <a:cubicBezTo>
                      <a:pt x="60" y="6"/>
                      <a:pt x="62" y="10"/>
                      <a:pt x="61" y="10"/>
                    </a:cubicBezTo>
                    <a:cubicBezTo>
                      <a:pt x="61" y="9"/>
                      <a:pt x="60" y="7"/>
                      <a:pt x="60" y="7"/>
                    </a:cubicBezTo>
                    <a:cubicBezTo>
                      <a:pt x="61" y="9"/>
                      <a:pt x="61" y="10"/>
                      <a:pt x="62" y="11"/>
                    </a:cubicBezTo>
                    <a:cubicBezTo>
                      <a:pt x="61" y="11"/>
                      <a:pt x="60" y="9"/>
                      <a:pt x="59" y="7"/>
                    </a:cubicBezTo>
                    <a:cubicBezTo>
                      <a:pt x="60" y="9"/>
                      <a:pt x="58" y="7"/>
                      <a:pt x="59" y="9"/>
                    </a:cubicBezTo>
                    <a:cubicBezTo>
                      <a:pt x="60" y="9"/>
                      <a:pt x="60" y="10"/>
                      <a:pt x="61" y="11"/>
                    </a:cubicBezTo>
                    <a:cubicBezTo>
                      <a:pt x="61" y="11"/>
                      <a:pt x="60" y="10"/>
                      <a:pt x="60" y="10"/>
                    </a:cubicBezTo>
                    <a:cubicBezTo>
                      <a:pt x="60" y="10"/>
                      <a:pt x="61" y="12"/>
                      <a:pt x="61" y="12"/>
                    </a:cubicBezTo>
                    <a:cubicBezTo>
                      <a:pt x="61" y="12"/>
                      <a:pt x="62" y="14"/>
                      <a:pt x="61" y="13"/>
                    </a:cubicBezTo>
                    <a:cubicBezTo>
                      <a:pt x="60" y="12"/>
                      <a:pt x="61" y="12"/>
                      <a:pt x="60" y="11"/>
                    </a:cubicBezTo>
                    <a:cubicBezTo>
                      <a:pt x="60" y="11"/>
                      <a:pt x="62" y="15"/>
                      <a:pt x="62" y="15"/>
                    </a:cubicBezTo>
                    <a:cubicBezTo>
                      <a:pt x="63" y="16"/>
                      <a:pt x="65" y="18"/>
                      <a:pt x="65" y="19"/>
                    </a:cubicBezTo>
                    <a:cubicBezTo>
                      <a:pt x="64" y="19"/>
                      <a:pt x="65" y="18"/>
                      <a:pt x="63" y="17"/>
                    </a:cubicBezTo>
                    <a:cubicBezTo>
                      <a:pt x="63" y="17"/>
                      <a:pt x="63" y="17"/>
                      <a:pt x="63" y="17"/>
                    </a:cubicBezTo>
                    <a:cubicBezTo>
                      <a:pt x="61" y="15"/>
                      <a:pt x="61" y="13"/>
                      <a:pt x="59" y="11"/>
                    </a:cubicBezTo>
                    <a:cubicBezTo>
                      <a:pt x="60" y="12"/>
                      <a:pt x="60" y="12"/>
                      <a:pt x="60" y="12"/>
                    </a:cubicBezTo>
                    <a:cubicBezTo>
                      <a:pt x="59" y="12"/>
                      <a:pt x="58" y="10"/>
                      <a:pt x="58" y="10"/>
                    </a:cubicBezTo>
                    <a:cubicBezTo>
                      <a:pt x="59" y="12"/>
                      <a:pt x="57" y="11"/>
                      <a:pt x="58" y="11"/>
                    </a:cubicBezTo>
                    <a:cubicBezTo>
                      <a:pt x="59" y="12"/>
                      <a:pt x="58" y="11"/>
                      <a:pt x="58" y="12"/>
                    </a:cubicBezTo>
                    <a:cubicBezTo>
                      <a:pt x="58" y="12"/>
                      <a:pt x="60" y="14"/>
                      <a:pt x="59" y="14"/>
                    </a:cubicBezTo>
                    <a:cubicBezTo>
                      <a:pt x="57" y="11"/>
                      <a:pt x="57" y="11"/>
                      <a:pt x="57" y="11"/>
                    </a:cubicBezTo>
                    <a:cubicBezTo>
                      <a:pt x="56" y="11"/>
                      <a:pt x="58" y="13"/>
                      <a:pt x="57" y="12"/>
                    </a:cubicBezTo>
                    <a:cubicBezTo>
                      <a:pt x="57" y="12"/>
                      <a:pt x="57" y="12"/>
                      <a:pt x="57" y="12"/>
                    </a:cubicBezTo>
                    <a:cubicBezTo>
                      <a:pt x="56" y="12"/>
                      <a:pt x="55" y="13"/>
                      <a:pt x="57" y="17"/>
                    </a:cubicBezTo>
                    <a:cubicBezTo>
                      <a:pt x="56" y="16"/>
                      <a:pt x="55" y="16"/>
                      <a:pt x="54" y="15"/>
                    </a:cubicBezTo>
                    <a:cubicBezTo>
                      <a:pt x="55" y="16"/>
                      <a:pt x="55" y="17"/>
                      <a:pt x="55" y="17"/>
                    </a:cubicBezTo>
                    <a:cubicBezTo>
                      <a:pt x="54" y="16"/>
                      <a:pt x="54" y="16"/>
                      <a:pt x="54" y="16"/>
                    </a:cubicBezTo>
                    <a:cubicBezTo>
                      <a:pt x="53" y="15"/>
                      <a:pt x="54" y="17"/>
                      <a:pt x="54" y="18"/>
                    </a:cubicBezTo>
                    <a:cubicBezTo>
                      <a:pt x="53" y="17"/>
                      <a:pt x="53" y="17"/>
                      <a:pt x="53" y="17"/>
                    </a:cubicBezTo>
                    <a:cubicBezTo>
                      <a:pt x="52" y="16"/>
                      <a:pt x="54" y="18"/>
                      <a:pt x="54" y="18"/>
                    </a:cubicBezTo>
                    <a:cubicBezTo>
                      <a:pt x="53" y="17"/>
                      <a:pt x="53" y="17"/>
                      <a:pt x="53" y="17"/>
                    </a:cubicBezTo>
                    <a:cubicBezTo>
                      <a:pt x="54" y="18"/>
                      <a:pt x="54" y="18"/>
                      <a:pt x="54" y="18"/>
                    </a:cubicBezTo>
                    <a:cubicBezTo>
                      <a:pt x="54" y="19"/>
                      <a:pt x="53" y="19"/>
                      <a:pt x="52" y="17"/>
                    </a:cubicBezTo>
                    <a:cubicBezTo>
                      <a:pt x="53" y="18"/>
                      <a:pt x="53" y="18"/>
                      <a:pt x="53" y="18"/>
                    </a:cubicBezTo>
                    <a:cubicBezTo>
                      <a:pt x="52" y="18"/>
                      <a:pt x="51" y="18"/>
                      <a:pt x="51" y="19"/>
                    </a:cubicBezTo>
                    <a:cubicBezTo>
                      <a:pt x="52" y="19"/>
                      <a:pt x="52" y="20"/>
                      <a:pt x="53" y="21"/>
                    </a:cubicBezTo>
                    <a:cubicBezTo>
                      <a:pt x="55" y="22"/>
                      <a:pt x="53" y="20"/>
                      <a:pt x="54" y="22"/>
                    </a:cubicBezTo>
                    <a:cubicBezTo>
                      <a:pt x="53" y="21"/>
                      <a:pt x="52" y="20"/>
                      <a:pt x="52" y="20"/>
                    </a:cubicBezTo>
                    <a:cubicBezTo>
                      <a:pt x="49" y="18"/>
                      <a:pt x="50" y="21"/>
                      <a:pt x="50" y="20"/>
                    </a:cubicBezTo>
                    <a:cubicBezTo>
                      <a:pt x="50" y="21"/>
                      <a:pt x="50" y="21"/>
                      <a:pt x="50" y="21"/>
                    </a:cubicBezTo>
                    <a:cubicBezTo>
                      <a:pt x="48" y="20"/>
                      <a:pt x="50" y="22"/>
                      <a:pt x="48" y="22"/>
                    </a:cubicBezTo>
                    <a:cubicBezTo>
                      <a:pt x="49" y="22"/>
                      <a:pt x="51" y="25"/>
                      <a:pt x="51" y="25"/>
                    </a:cubicBezTo>
                    <a:cubicBezTo>
                      <a:pt x="52" y="26"/>
                      <a:pt x="49" y="23"/>
                      <a:pt x="48" y="22"/>
                    </a:cubicBezTo>
                    <a:cubicBezTo>
                      <a:pt x="48" y="23"/>
                      <a:pt x="48" y="23"/>
                      <a:pt x="48" y="23"/>
                    </a:cubicBezTo>
                    <a:cubicBezTo>
                      <a:pt x="48" y="23"/>
                      <a:pt x="48" y="23"/>
                      <a:pt x="48" y="23"/>
                    </a:cubicBezTo>
                    <a:cubicBezTo>
                      <a:pt x="48" y="24"/>
                      <a:pt x="49" y="25"/>
                      <a:pt x="48" y="24"/>
                    </a:cubicBezTo>
                    <a:cubicBezTo>
                      <a:pt x="48" y="24"/>
                      <a:pt x="48" y="24"/>
                      <a:pt x="48" y="24"/>
                    </a:cubicBezTo>
                    <a:cubicBezTo>
                      <a:pt x="48" y="24"/>
                      <a:pt x="47" y="23"/>
                      <a:pt x="47" y="23"/>
                    </a:cubicBezTo>
                    <a:cubicBezTo>
                      <a:pt x="48" y="25"/>
                      <a:pt x="47" y="24"/>
                      <a:pt x="48" y="25"/>
                    </a:cubicBezTo>
                    <a:cubicBezTo>
                      <a:pt x="47" y="25"/>
                      <a:pt x="47" y="25"/>
                      <a:pt x="47" y="25"/>
                    </a:cubicBezTo>
                    <a:cubicBezTo>
                      <a:pt x="48" y="26"/>
                      <a:pt x="48" y="26"/>
                      <a:pt x="48" y="26"/>
                    </a:cubicBezTo>
                    <a:cubicBezTo>
                      <a:pt x="47" y="26"/>
                      <a:pt x="47" y="26"/>
                      <a:pt x="47" y="26"/>
                    </a:cubicBezTo>
                    <a:cubicBezTo>
                      <a:pt x="46" y="24"/>
                      <a:pt x="46" y="24"/>
                      <a:pt x="46" y="24"/>
                    </a:cubicBezTo>
                    <a:cubicBezTo>
                      <a:pt x="45" y="24"/>
                      <a:pt x="47" y="25"/>
                      <a:pt x="47" y="26"/>
                    </a:cubicBezTo>
                    <a:cubicBezTo>
                      <a:pt x="48" y="27"/>
                      <a:pt x="47" y="26"/>
                      <a:pt x="46" y="26"/>
                    </a:cubicBezTo>
                    <a:cubicBezTo>
                      <a:pt x="46" y="25"/>
                      <a:pt x="47" y="26"/>
                      <a:pt x="47" y="25"/>
                    </a:cubicBezTo>
                    <a:cubicBezTo>
                      <a:pt x="46" y="24"/>
                      <a:pt x="46" y="25"/>
                      <a:pt x="46" y="25"/>
                    </a:cubicBezTo>
                    <a:cubicBezTo>
                      <a:pt x="46" y="25"/>
                      <a:pt x="47" y="26"/>
                      <a:pt x="46" y="26"/>
                    </a:cubicBezTo>
                    <a:cubicBezTo>
                      <a:pt x="46" y="26"/>
                      <a:pt x="46" y="26"/>
                      <a:pt x="45" y="25"/>
                    </a:cubicBezTo>
                    <a:cubicBezTo>
                      <a:pt x="46" y="26"/>
                      <a:pt x="45" y="26"/>
                      <a:pt x="46" y="27"/>
                    </a:cubicBezTo>
                    <a:cubicBezTo>
                      <a:pt x="46" y="27"/>
                      <a:pt x="47" y="27"/>
                      <a:pt x="47" y="28"/>
                    </a:cubicBezTo>
                    <a:cubicBezTo>
                      <a:pt x="47" y="28"/>
                      <a:pt x="47" y="28"/>
                      <a:pt x="47" y="28"/>
                    </a:cubicBezTo>
                    <a:cubicBezTo>
                      <a:pt x="47" y="27"/>
                      <a:pt x="47" y="27"/>
                      <a:pt x="47" y="27"/>
                    </a:cubicBezTo>
                    <a:cubicBezTo>
                      <a:pt x="47" y="28"/>
                      <a:pt x="46" y="28"/>
                      <a:pt x="47" y="29"/>
                    </a:cubicBezTo>
                    <a:cubicBezTo>
                      <a:pt x="46" y="27"/>
                      <a:pt x="46" y="27"/>
                      <a:pt x="46" y="27"/>
                    </a:cubicBezTo>
                    <a:cubicBezTo>
                      <a:pt x="47" y="28"/>
                      <a:pt x="46" y="28"/>
                      <a:pt x="46" y="29"/>
                    </a:cubicBezTo>
                    <a:cubicBezTo>
                      <a:pt x="45" y="27"/>
                      <a:pt x="44" y="26"/>
                      <a:pt x="44" y="26"/>
                    </a:cubicBezTo>
                    <a:cubicBezTo>
                      <a:pt x="44" y="27"/>
                      <a:pt x="44" y="27"/>
                      <a:pt x="44" y="27"/>
                    </a:cubicBezTo>
                    <a:cubicBezTo>
                      <a:pt x="44" y="28"/>
                      <a:pt x="44" y="27"/>
                      <a:pt x="43" y="27"/>
                    </a:cubicBezTo>
                    <a:cubicBezTo>
                      <a:pt x="42" y="26"/>
                      <a:pt x="46" y="31"/>
                      <a:pt x="45" y="30"/>
                    </a:cubicBezTo>
                    <a:cubicBezTo>
                      <a:pt x="44" y="28"/>
                      <a:pt x="43" y="28"/>
                      <a:pt x="43" y="28"/>
                    </a:cubicBezTo>
                    <a:cubicBezTo>
                      <a:pt x="43" y="29"/>
                      <a:pt x="43" y="29"/>
                      <a:pt x="43" y="29"/>
                    </a:cubicBezTo>
                    <a:cubicBezTo>
                      <a:pt x="44" y="29"/>
                      <a:pt x="42" y="28"/>
                      <a:pt x="44" y="28"/>
                    </a:cubicBezTo>
                    <a:cubicBezTo>
                      <a:pt x="44" y="29"/>
                      <a:pt x="44" y="29"/>
                      <a:pt x="44" y="30"/>
                    </a:cubicBezTo>
                    <a:cubicBezTo>
                      <a:pt x="41" y="27"/>
                      <a:pt x="42" y="30"/>
                      <a:pt x="40" y="29"/>
                    </a:cubicBezTo>
                    <a:cubicBezTo>
                      <a:pt x="42" y="30"/>
                      <a:pt x="41" y="29"/>
                      <a:pt x="41" y="30"/>
                    </a:cubicBezTo>
                    <a:cubicBezTo>
                      <a:pt x="39" y="28"/>
                      <a:pt x="41" y="31"/>
                      <a:pt x="40" y="30"/>
                    </a:cubicBezTo>
                    <a:cubicBezTo>
                      <a:pt x="42" y="32"/>
                      <a:pt x="42" y="32"/>
                      <a:pt x="42" y="32"/>
                    </a:cubicBezTo>
                    <a:cubicBezTo>
                      <a:pt x="40" y="31"/>
                      <a:pt x="44" y="35"/>
                      <a:pt x="41" y="33"/>
                    </a:cubicBezTo>
                    <a:cubicBezTo>
                      <a:pt x="40" y="31"/>
                      <a:pt x="40" y="31"/>
                      <a:pt x="40" y="31"/>
                    </a:cubicBezTo>
                    <a:cubicBezTo>
                      <a:pt x="38" y="29"/>
                      <a:pt x="41" y="33"/>
                      <a:pt x="39" y="31"/>
                    </a:cubicBezTo>
                    <a:cubicBezTo>
                      <a:pt x="39" y="32"/>
                      <a:pt x="40" y="33"/>
                      <a:pt x="41" y="34"/>
                    </a:cubicBezTo>
                    <a:cubicBezTo>
                      <a:pt x="40" y="33"/>
                      <a:pt x="39" y="33"/>
                      <a:pt x="38" y="32"/>
                    </a:cubicBezTo>
                    <a:cubicBezTo>
                      <a:pt x="39" y="33"/>
                      <a:pt x="39" y="33"/>
                      <a:pt x="38" y="33"/>
                    </a:cubicBezTo>
                    <a:cubicBezTo>
                      <a:pt x="38" y="32"/>
                      <a:pt x="38" y="32"/>
                      <a:pt x="38" y="32"/>
                    </a:cubicBezTo>
                    <a:cubicBezTo>
                      <a:pt x="37" y="32"/>
                      <a:pt x="38" y="33"/>
                      <a:pt x="38" y="33"/>
                    </a:cubicBezTo>
                    <a:cubicBezTo>
                      <a:pt x="37" y="32"/>
                      <a:pt x="37" y="33"/>
                      <a:pt x="36" y="33"/>
                    </a:cubicBezTo>
                    <a:cubicBezTo>
                      <a:pt x="37" y="35"/>
                      <a:pt x="35" y="32"/>
                      <a:pt x="37" y="35"/>
                    </a:cubicBezTo>
                    <a:cubicBezTo>
                      <a:pt x="36" y="34"/>
                      <a:pt x="36" y="34"/>
                      <a:pt x="36" y="34"/>
                    </a:cubicBezTo>
                    <a:cubicBezTo>
                      <a:pt x="37" y="35"/>
                      <a:pt x="38" y="36"/>
                      <a:pt x="38" y="37"/>
                    </a:cubicBezTo>
                    <a:cubicBezTo>
                      <a:pt x="36" y="35"/>
                      <a:pt x="36" y="35"/>
                      <a:pt x="36" y="35"/>
                    </a:cubicBezTo>
                    <a:cubicBezTo>
                      <a:pt x="35" y="33"/>
                      <a:pt x="36" y="35"/>
                      <a:pt x="35" y="34"/>
                    </a:cubicBezTo>
                    <a:cubicBezTo>
                      <a:pt x="36" y="35"/>
                      <a:pt x="35" y="34"/>
                      <a:pt x="36" y="35"/>
                    </a:cubicBezTo>
                    <a:cubicBezTo>
                      <a:pt x="36" y="36"/>
                      <a:pt x="36" y="36"/>
                      <a:pt x="36" y="36"/>
                    </a:cubicBezTo>
                    <a:cubicBezTo>
                      <a:pt x="36" y="37"/>
                      <a:pt x="36" y="37"/>
                      <a:pt x="36" y="37"/>
                    </a:cubicBezTo>
                    <a:cubicBezTo>
                      <a:pt x="36" y="38"/>
                      <a:pt x="35" y="36"/>
                      <a:pt x="35" y="36"/>
                    </a:cubicBezTo>
                    <a:cubicBezTo>
                      <a:pt x="34" y="35"/>
                      <a:pt x="34" y="36"/>
                      <a:pt x="35" y="36"/>
                    </a:cubicBezTo>
                    <a:cubicBezTo>
                      <a:pt x="35" y="36"/>
                      <a:pt x="35" y="36"/>
                      <a:pt x="35" y="37"/>
                    </a:cubicBezTo>
                    <a:cubicBezTo>
                      <a:pt x="35" y="36"/>
                      <a:pt x="35" y="36"/>
                      <a:pt x="35" y="36"/>
                    </a:cubicBezTo>
                    <a:cubicBezTo>
                      <a:pt x="35" y="36"/>
                      <a:pt x="35" y="36"/>
                      <a:pt x="35" y="37"/>
                    </a:cubicBezTo>
                    <a:cubicBezTo>
                      <a:pt x="35" y="36"/>
                      <a:pt x="35" y="36"/>
                      <a:pt x="34" y="36"/>
                    </a:cubicBezTo>
                    <a:cubicBezTo>
                      <a:pt x="34" y="36"/>
                      <a:pt x="34" y="36"/>
                      <a:pt x="35" y="36"/>
                    </a:cubicBezTo>
                    <a:cubicBezTo>
                      <a:pt x="34" y="36"/>
                      <a:pt x="34" y="36"/>
                      <a:pt x="34" y="36"/>
                    </a:cubicBezTo>
                    <a:cubicBezTo>
                      <a:pt x="34" y="36"/>
                      <a:pt x="34" y="36"/>
                      <a:pt x="34" y="36"/>
                    </a:cubicBezTo>
                    <a:cubicBezTo>
                      <a:pt x="34" y="36"/>
                      <a:pt x="34" y="36"/>
                      <a:pt x="34" y="36"/>
                    </a:cubicBezTo>
                    <a:cubicBezTo>
                      <a:pt x="33" y="35"/>
                      <a:pt x="33" y="35"/>
                      <a:pt x="33" y="35"/>
                    </a:cubicBezTo>
                    <a:cubicBezTo>
                      <a:pt x="33" y="35"/>
                      <a:pt x="33" y="36"/>
                      <a:pt x="34" y="37"/>
                    </a:cubicBezTo>
                    <a:cubicBezTo>
                      <a:pt x="32" y="36"/>
                      <a:pt x="33" y="38"/>
                      <a:pt x="33" y="39"/>
                    </a:cubicBezTo>
                    <a:cubicBezTo>
                      <a:pt x="33" y="39"/>
                      <a:pt x="32" y="38"/>
                      <a:pt x="33" y="38"/>
                    </a:cubicBezTo>
                    <a:cubicBezTo>
                      <a:pt x="33" y="39"/>
                      <a:pt x="33" y="40"/>
                      <a:pt x="33" y="39"/>
                    </a:cubicBezTo>
                    <a:cubicBezTo>
                      <a:pt x="33" y="40"/>
                      <a:pt x="32" y="38"/>
                      <a:pt x="32" y="38"/>
                    </a:cubicBezTo>
                    <a:cubicBezTo>
                      <a:pt x="31" y="38"/>
                      <a:pt x="33" y="40"/>
                      <a:pt x="32" y="40"/>
                    </a:cubicBezTo>
                    <a:cubicBezTo>
                      <a:pt x="30" y="38"/>
                      <a:pt x="33" y="42"/>
                      <a:pt x="31" y="41"/>
                    </a:cubicBezTo>
                    <a:cubicBezTo>
                      <a:pt x="31" y="41"/>
                      <a:pt x="31" y="40"/>
                      <a:pt x="30" y="39"/>
                    </a:cubicBezTo>
                    <a:cubicBezTo>
                      <a:pt x="30" y="40"/>
                      <a:pt x="30" y="41"/>
                      <a:pt x="31" y="43"/>
                    </a:cubicBezTo>
                    <a:cubicBezTo>
                      <a:pt x="30" y="41"/>
                      <a:pt x="30" y="41"/>
                      <a:pt x="30" y="41"/>
                    </a:cubicBezTo>
                    <a:cubicBezTo>
                      <a:pt x="30" y="41"/>
                      <a:pt x="30" y="42"/>
                      <a:pt x="31" y="43"/>
                    </a:cubicBezTo>
                    <a:cubicBezTo>
                      <a:pt x="32" y="44"/>
                      <a:pt x="32" y="45"/>
                      <a:pt x="32" y="45"/>
                    </a:cubicBezTo>
                    <a:cubicBezTo>
                      <a:pt x="32" y="45"/>
                      <a:pt x="32" y="45"/>
                      <a:pt x="32" y="45"/>
                    </a:cubicBezTo>
                    <a:cubicBezTo>
                      <a:pt x="32" y="46"/>
                      <a:pt x="32" y="46"/>
                      <a:pt x="32" y="46"/>
                    </a:cubicBezTo>
                    <a:cubicBezTo>
                      <a:pt x="31" y="45"/>
                      <a:pt x="31" y="45"/>
                      <a:pt x="31" y="45"/>
                    </a:cubicBezTo>
                    <a:cubicBezTo>
                      <a:pt x="29" y="43"/>
                      <a:pt x="29" y="44"/>
                      <a:pt x="29" y="44"/>
                    </a:cubicBezTo>
                    <a:cubicBezTo>
                      <a:pt x="30" y="45"/>
                      <a:pt x="30" y="45"/>
                      <a:pt x="30" y="45"/>
                    </a:cubicBezTo>
                    <a:cubicBezTo>
                      <a:pt x="30" y="46"/>
                      <a:pt x="29" y="44"/>
                      <a:pt x="29" y="44"/>
                    </a:cubicBezTo>
                    <a:cubicBezTo>
                      <a:pt x="31" y="48"/>
                      <a:pt x="31" y="48"/>
                      <a:pt x="31" y="48"/>
                    </a:cubicBezTo>
                    <a:cubicBezTo>
                      <a:pt x="31" y="48"/>
                      <a:pt x="30" y="47"/>
                      <a:pt x="29" y="46"/>
                    </a:cubicBezTo>
                    <a:cubicBezTo>
                      <a:pt x="29" y="46"/>
                      <a:pt x="31" y="49"/>
                      <a:pt x="31" y="50"/>
                    </a:cubicBezTo>
                    <a:cubicBezTo>
                      <a:pt x="31" y="50"/>
                      <a:pt x="31" y="51"/>
                      <a:pt x="31" y="51"/>
                    </a:cubicBezTo>
                    <a:cubicBezTo>
                      <a:pt x="30" y="50"/>
                      <a:pt x="31" y="51"/>
                      <a:pt x="31" y="51"/>
                    </a:cubicBezTo>
                    <a:cubicBezTo>
                      <a:pt x="30" y="50"/>
                      <a:pt x="30" y="50"/>
                      <a:pt x="30" y="50"/>
                    </a:cubicBezTo>
                    <a:cubicBezTo>
                      <a:pt x="30" y="49"/>
                      <a:pt x="28" y="48"/>
                      <a:pt x="28" y="47"/>
                    </a:cubicBezTo>
                    <a:cubicBezTo>
                      <a:pt x="28" y="48"/>
                      <a:pt x="27" y="47"/>
                      <a:pt x="26" y="47"/>
                    </a:cubicBezTo>
                    <a:cubicBezTo>
                      <a:pt x="28" y="49"/>
                      <a:pt x="27" y="49"/>
                      <a:pt x="28" y="51"/>
                    </a:cubicBezTo>
                    <a:cubicBezTo>
                      <a:pt x="28" y="51"/>
                      <a:pt x="27" y="49"/>
                      <a:pt x="26" y="49"/>
                    </a:cubicBezTo>
                    <a:cubicBezTo>
                      <a:pt x="27" y="50"/>
                      <a:pt x="26" y="50"/>
                      <a:pt x="25" y="50"/>
                    </a:cubicBezTo>
                    <a:cubicBezTo>
                      <a:pt x="25" y="50"/>
                      <a:pt x="25" y="50"/>
                      <a:pt x="25" y="50"/>
                    </a:cubicBezTo>
                    <a:cubicBezTo>
                      <a:pt x="25" y="51"/>
                      <a:pt x="24" y="51"/>
                      <a:pt x="25" y="53"/>
                    </a:cubicBezTo>
                    <a:cubicBezTo>
                      <a:pt x="25" y="52"/>
                      <a:pt x="25" y="52"/>
                      <a:pt x="25" y="52"/>
                    </a:cubicBezTo>
                    <a:cubicBezTo>
                      <a:pt x="24" y="51"/>
                      <a:pt x="27" y="54"/>
                      <a:pt x="25" y="53"/>
                    </a:cubicBezTo>
                    <a:cubicBezTo>
                      <a:pt x="25" y="52"/>
                      <a:pt x="25" y="52"/>
                      <a:pt x="25" y="52"/>
                    </a:cubicBezTo>
                    <a:cubicBezTo>
                      <a:pt x="25" y="53"/>
                      <a:pt x="23" y="52"/>
                      <a:pt x="24" y="54"/>
                    </a:cubicBezTo>
                    <a:cubicBezTo>
                      <a:pt x="24" y="53"/>
                      <a:pt x="24" y="53"/>
                      <a:pt x="24" y="53"/>
                    </a:cubicBezTo>
                    <a:cubicBezTo>
                      <a:pt x="24" y="53"/>
                      <a:pt x="23" y="53"/>
                      <a:pt x="24" y="55"/>
                    </a:cubicBezTo>
                    <a:cubicBezTo>
                      <a:pt x="23" y="53"/>
                      <a:pt x="23" y="53"/>
                      <a:pt x="23" y="53"/>
                    </a:cubicBezTo>
                    <a:cubicBezTo>
                      <a:pt x="22" y="52"/>
                      <a:pt x="24" y="55"/>
                      <a:pt x="23" y="55"/>
                    </a:cubicBezTo>
                    <a:cubicBezTo>
                      <a:pt x="23" y="55"/>
                      <a:pt x="22" y="54"/>
                      <a:pt x="22" y="54"/>
                    </a:cubicBezTo>
                    <a:cubicBezTo>
                      <a:pt x="23" y="55"/>
                      <a:pt x="22" y="55"/>
                      <a:pt x="23" y="55"/>
                    </a:cubicBezTo>
                    <a:cubicBezTo>
                      <a:pt x="21" y="54"/>
                      <a:pt x="21" y="54"/>
                      <a:pt x="21" y="54"/>
                    </a:cubicBezTo>
                    <a:cubicBezTo>
                      <a:pt x="20" y="55"/>
                      <a:pt x="18" y="56"/>
                      <a:pt x="18" y="59"/>
                    </a:cubicBezTo>
                    <a:cubicBezTo>
                      <a:pt x="16" y="57"/>
                      <a:pt x="17" y="57"/>
                      <a:pt x="16" y="56"/>
                    </a:cubicBezTo>
                    <a:cubicBezTo>
                      <a:pt x="18" y="58"/>
                      <a:pt x="16" y="57"/>
                      <a:pt x="16" y="58"/>
                    </a:cubicBezTo>
                    <a:cubicBezTo>
                      <a:pt x="16" y="57"/>
                      <a:pt x="16" y="57"/>
                      <a:pt x="16" y="57"/>
                    </a:cubicBezTo>
                    <a:cubicBezTo>
                      <a:pt x="16" y="58"/>
                      <a:pt x="15" y="57"/>
                      <a:pt x="16" y="58"/>
                    </a:cubicBezTo>
                    <a:cubicBezTo>
                      <a:pt x="16" y="58"/>
                      <a:pt x="16" y="58"/>
                      <a:pt x="16" y="58"/>
                    </a:cubicBezTo>
                    <a:cubicBezTo>
                      <a:pt x="17" y="59"/>
                      <a:pt x="14" y="56"/>
                      <a:pt x="15" y="59"/>
                    </a:cubicBezTo>
                    <a:cubicBezTo>
                      <a:pt x="14" y="57"/>
                      <a:pt x="14" y="57"/>
                      <a:pt x="14" y="57"/>
                    </a:cubicBezTo>
                    <a:cubicBezTo>
                      <a:pt x="16" y="60"/>
                      <a:pt x="13" y="57"/>
                      <a:pt x="15" y="59"/>
                    </a:cubicBezTo>
                    <a:cubicBezTo>
                      <a:pt x="14" y="59"/>
                      <a:pt x="14" y="59"/>
                      <a:pt x="14" y="59"/>
                    </a:cubicBezTo>
                    <a:cubicBezTo>
                      <a:pt x="13" y="58"/>
                      <a:pt x="15" y="61"/>
                      <a:pt x="14" y="60"/>
                    </a:cubicBezTo>
                    <a:cubicBezTo>
                      <a:pt x="14" y="60"/>
                      <a:pt x="14" y="61"/>
                      <a:pt x="15" y="63"/>
                    </a:cubicBezTo>
                    <a:cubicBezTo>
                      <a:pt x="14" y="60"/>
                      <a:pt x="14" y="60"/>
                      <a:pt x="14" y="60"/>
                    </a:cubicBezTo>
                    <a:cubicBezTo>
                      <a:pt x="13" y="62"/>
                      <a:pt x="12" y="63"/>
                      <a:pt x="13" y="65"/>
                    </a:cubicBezTo>
                    <a:cubicBezTo>
                      <a:pt x="12" y="65"/>
                      <a:pt x="12" y="65"/>
                      <a:pt x="12" y="65"/>
                    </a:cubicBezTo>
                    <a:cubicBezTo>
                      <a:pt x="13" y="67"/>
                      <a:pt x="9" y="64"/>
                      <a:pt x="12" y="67"/>
                    </a:cubicBezTo>
                    <a:cubicBezTo>
                      <a:pt x="13" y="69"/>
                      <a:pt x="13" y="69"/>
                      <a:pt x="13" y="69"/>
                    </a:cubicBezTo>
                    <a:cubicBezTo>
                      <a:pt x="11" y="67"/>
                      <a:pt x="11" y="67"/>
                      <a:pt x="11" y="67"/>
                    </a:cubicBezTo>
                    <a:cubicBezTo>
                      <a:pt x="11" y="68"/>
                      <a:pt x="10" y="68"/>
                      <a:pt x="11" y="69"/>
                    </a:cubicBezTo>
                    <a:cubicBezTo>
                      <a:pt x="10" y="68"/>
                      <a:pt x="10" y="68"/>
                      <a:pt x="10" y="68"/>
                    </a:cubicBezTo>
                    <a:cubicBezTo>
                      <a:pt x="10" y="68"/>
                      <a:pt x="11" y="70"/>
                      <a:pt x="11" y="70"/>
                    </a:cubicBezTo>
                    <a:cubicBezTo>
                      <a:pt x="10" y="69"/>
                      <a:pt x="10" y="69"/>
                      <a:pt x="10" y="69"/>
                    </a:cubicBezTo>
                    <a:cubicBezTo>
                      <a:pt x="7" y="68"/>
                      <a:pt x="4" y="67"/>
                      <a:pt x="5" y="71"/>
                    </a:cubicBezTo>
                    <a:cubicBezTo>
                      <a:pt x="5" y="72"/>
                      <a:pt x="3" y="70"/>
                      <a:pt x="3" y="70"/>
                    </a:cubicBezTo>
                    <a:cubicBezTo>
                      <a:pt x="5" y="73"/>
                      <a:pt x="0" y="70"/>
                      <a:pt x="2" y="75"/>
                    </a:cubicBezTo>
                    <a:cubicBezTo>
                      <a:pt x="2" y="77"/>
                      <a:pt x="6" y="82"/>
                      <a:pt x="6" y="82"/>
                    </a:cubicBezTo>
                    <a:cubicBezTo>
                      <a:pt x="7" y="78"/>
                      <a:pt x="10" y="79"/>
                      <a:pt x="14" y="80"/>
                    </a:cubicBezTo>
                    <a:cubicBezTo>
                      <a:pt x="14" y="79"/>
                      <a:pt x="14" y="77"/>
                      <a:pt x="15" y="78"/>
                    </a:cubicBezTo>
                    <a:cubicBezTo>
                      <a:pt x="18" y="75"/>
                      <a:pt x="23" y="77"/>
                      <a:pt x="24" y="73"/>
                    </a:cubicBezTo>
                    <a:cubicBezTo>
                      <a:pt x="23" y="73"/>
                      <a:pt x="23" y="72"/>
                      <a:pt x="23" y="71"/>
                    </a:cubicBezTo>
                    <a:cubicBezTo>
                      <a:pt x="23" y="72"/>
                      <a:pt x="23" y="72"/>
                      <a:pt x="23" y="72"/>
                    </a:cubicBezTo>
                    <a:cubicBezTo>
                      <a:pt x="22" y="71"/>
                      <a:pt x="22" y="71"/>
                      <a:pt x="22" y="71"/>
                    </a:cubicBezTo>
                    <a:cubicBezTo>
                      <a:pt x="23" y="70"/>
                      <a:pt x="24" y="72"/>
                      <a:pt x="24" y="72"/>
                    </a:cubicBezTo>
                    <a:cubicBezTo>
                      <a:pt x="25" y="71"/>
                      <a:pt x="25" y="70"/>
                      <a:pt x="26" y="70"/>
                    </a:cubicBezTo>
                    <a:cubicBezTo>
                      <a:pt x="25" y="68"/>
                      <a:pt x="27" y="69"/>
                      <a:pt x="25" y="67"/>
                    </a:cubicBezTo>
                    <a:cubicBezTo>
                      <a:pt x="26" y="68"/>
                      <a:pt x="26" y="68"/>
                      <a:pt x="26" y="68"/>
                    </a:cubicBezTo>
                    <a:cubicBezTo>
                      <a:pt x="26" y="67"/>
                      <a:pt x="26" y="67"/>
                      <a:pt x="28" y="68"/>
                    </a:cubicBezTo>
                    <a:cubicBezTo>
                      <a:pt x="32" y="68"/>
                      <a:pt x="33" y="64"/>
                      <a:pt x="36" y="63"/>
                    </a:cubicBezTo>
                    <a:cubicBezTo>
                      <a:pt x="39" y="60"/>
                      <a:pt x="40" y="57"/>
                      <a:pt x="43" y="54"/>
                    </a:cubicBezTo>
                    <a:cubicBezTo>
                      <a:pt x="41" y="51"/>
                      <a:pt x="42" y="52"/>
                      <a:pt x="41" y="49"/>
                    </a:cubicBezTo>
                    <a:cubicBezTo>
                      <a:pt x="42" y="50"/>
                      <a:pt x="42" y="50"/>
                      <a:pt x="42" y="50"/>
                    </a:cubicBezTo>
                    <a:cubicBezTo>
                      <a:pt x="41" y="48"/>
                      <a:pt x="42" y="49"/>
                      <a:pt x="44" y="50"/>
                    </a:cubicBezTo>
                    <a:cubicBezTo>
                      <a:pt x="43" y="49"/>
                      <a:pt x="44" y="50"/>
                      <a:pt x="42" y="48"/>
                    </a:cubicBezTo>
                    <a:cubicBezTo>
                      <a:pt x="41" y="47"/>
                      <a:pt x="44" y="50"/>
                      <a:pt x="44" y="49"/>
                    </a:cubicBezTo>
                    <a:cubicBezTo>
                      <a:pt x="45" y="50"/>
                      <a:pt x="43" y="48"/>
                      <a:pt x="44" y="49"/>
                    </a:cubicBezTo>
                    <a:cubicBezTo>
                      <a:pt x="43" y="46"/>
                      <a:pt x="44" y="50"/>
                      <a:pt x="47" y="50"/>
                    </a:cubicBezTo>
                    <a:cubicBezTo>
                      <a:pt x="47" y="49"/>
                      <a:pt x="47" y="46"/>
                      <a:pt x="49" y="46"/>
                    </a:cubicBezTo>
                    <a:cubicBezTo>
                      <a:pt x="49" y="46"/>
                      <a:pt x="48" y="45"/>
                      <a:pt x="48" y="45"/>
                    </a:cubicBezTo>
                    <a:cubicBezTo>
                      <a:pt x="50" y="47"/>
                      <a:pt x="48" y="44"/>
                      <a:pt x="49" y="45"/>
                    </a:cubicBezTo>
                    <a:cubicBezTo>
                      <a:pt x="50" y="46"/>
                      <a:pt x="50" y="46"/>
                      <a:pt x="50" y="46"/>
                    </a:cubicBezTo>
                    <a:cubicBezTo>
                      <a:pt x="51" y="46"/>
                      <a:pt x="50" y="45"/>
                      <a:pt x="52" y="45"/>
                    </a:cubicBezTo>
                    <a:cubicBezTo>
                      <a:pt x="51" y="44"/>
                      <a:pt x="54" y="45"/>
                      <a:pt x="53" y="44"/>
                    </a:cubicBezTo>
                    <a:cubicBezTo>
                      <a:pt x="54" y="45"/>
                      <a:pt x="54" y="44"/>
                      <a:pt x="54" y="45"/>
                    </a:cubicBezTo>
                    <a:cubicBezTo>
                      <a:pt x="52" y="42"/>
                      <a:pt x="56" y="45"/>
                      <a:pt x="55" y="43"/>
                    </a:cubicBezTo>
                    <a:cubicBezTo>
                      <a:pt x="55" y="43"/>
                      <a:pt x="55" y="43"/>
                      <a:pt x="55" y="43"/>
                    </a:cubicBezTo>
                    <a:cubicBezTo>
                      <a:pt x="56" y="42"/>
                      <a:pt x="58" y="42"/>
                      <a:pt x="58" y="39"/>
                    </a:cubicBezTo>
                    <a:cubicBezTo>
                      <a:pt x="59" y="38"/>
                      <a:pt x="62" y="40"/>
                      <a:pt x="62" y="38"/>
                    </a:cubicBezTo>
                    <a:cubicBezTo>
                      <a:pt x="61" y="37"/>
                      <a:pt x="61" y="37"/>
                      <a:pt x="61" y="37"/>
                    </a:cubicBezTo>
                    <a:cubicBezTo>
                      <a:pt x="61" y="36"/>
                      <a:pt x="62" y="37"/>
                      <a:pt x="62" y="38"/>
                    </a:cubicBezTo>
                    <a:cubicBezTo>
                      <a:pt x="61" y="36"/>
                      <a:pt x="63" y="37"/>
                      <a:pt x="64" y="37"/>
                    </a:cubicBezTo>
                    <a:cubicBezTo>
                      <a:pt x="63" y="36"/>
                      <a:pt x="63" y="36"/>
                      <a:pt x="63" y="35"/>
                    </a:cubicBezTo>
                    <a:cubicBezTo>
                      <a:pt x="66" y="36"/>
                      <a:pt x="63" y="33"/>
                      <a:pt x="66" y="34"/>
                    </a:cubicBezTo>
                    <a:cubicBezTo>
                      <a:pt x="63" y="32"/>
                      <a:pt x="65" y="33"/>
                      <a:pt x="64" y="32"/>
                    </a:cubicBezTo>
                    <a:cubicBezTo>
                      <a:pt x="64" y="32"/>
                      <a:pt x="65" y="33"/>
                      <a:pt x="65" y="33"/>
                    </a:cubicBezTo>
                    <a:cubicBezTo>
                      <a:pt x="66" y="33"/>
                      <a:pt x="66" y="32"/>
                      <a:pt x="67" y="33"/>
                    </a:cubicBezTo>
                    <a:cubicBezTo>
                      <a:pt x="67" y="32"/>
                      <a:pt x="66" y="31"/>
                      <a:pt x="66" y="31"/>
                    </a:cubicBezTo>
                    <a:cubicBezTo>
                      <a:pt x="68" y="33"/>
                      <a:pt x="67" y="31"/>
                      <a:pt x="68" y="31"/>
                    </a:cubicBezTo>
                    <a:cubicBezTo>
                      <a:pt x="66" y="29"/>
                      <a:pt x="66" y="28"/>
                      <a:pt x="66" y="28"/>
                    </a:cubicBezTo>
                    <a:cubicBezTo>
                      <a:pt x="68" y="31"/>
                      <a:pt x="68" y="31"/>
                      <a:pt x="68" y="31"/>
                    </a:cubicBezTo>
                    <a:cubicBezTo>
                      <a:pt x="68" y="29"/>
                      <a:pt x="71" y="30"/>
                      <a:pt x="70" y="27"/>
                    </a:cubicBezTo>
                    <a:cubicBezTo>
                      <a:pt x="71" y="28"/>
                      <a:pt x="71" y="28"/>
                      <a:pt x="71" y="28"/>
                    </a:cubicBezTo>
                    <a:cubicBezTo>
                      <a:pt x="71" y="25"/>
                      <a:pt x="73" y="26"/>
                      <a:pt x="72" y="23"/>
                    </a:cubicBezTo>
                    <a:cubicBezTo>
                      <a:pt x="73" y="23"/>
                      <a:pt x="73" y="24"/>
                      <a:pt x="74" y="23"/>
                    </a:cubicBezTo>
                    <a:cubicBezTo>
                      <a:pt x="73" y="22"/>
                      <a:pt x="73" y="22"/>
                      <a:pt x="72" y="20"/>
                    </a:cubicBezTo>
                    <a:cubicBezTo>
                      <a:pt x="72" y="20"/>
                      <a:pt x="73" y="21"/>
                      <a:pt x="74" y="21"/>
                    </a:cubicBezTo>
                    <a:cubicBezTo>
                      <a:pt x="74" y="21"/>
                      <a:pt x="76" y="23"/>
                      <a:pt x="75" y="20"/>
                    </a:cubicBezTo>
                    <a:cubicBezTo>
                      <a:pt x="76" y="21"/>
                      <a:pt x="76" y="21"/>
                      <a:pt x="76" y="21"/>
                    </a:cubicBezTo>
                    <a:cubicBezTo>
                      <a:pt x="76" y="20"/>
                      <a:pt x="75" y="18"/>
                      <a:pt x="76" y="19"/>
                    </a:cubicBezTo>
                    <a:cubicBezTo>
                      <a:pt x="76" y="18"/>
                      <a:pt x="76" y="17"/>
                      <a:pt x="75" y="16"/>
                    </a:cubicBezTo>
                    <a:cubicBezTo>
                      <a:pt x="75" y="16"/>
                      <a:pt x="76" y="18"/>
                      <a:pt x="76" y="17"/>
                    </a:cubicBezTo>
                    <a:cubicBezTo>
                      <a:pt x="77" y="19"/>
                      <a:pt x="77" y="19"/>
                      <a:pt x="77" y="19"/>
                    </a:cubicBezTo>
                    <a:cubicBezTo>
                      <a:pt x="78" y="18"/>
                      <a:pt x="78" y="17"/>
                      <a:pt x="79" y="15"/>
                    </a:cubicBezTo>
                    <a:cubicBezTo>
                      <a:pt x="80" y="17"/>
                      <a:pt x="80" y="15"/>
                      <a:pt x="81" y="15"/>
                    </a:cubicBezTo>
                    <a:cubicBezTo>
                      <a:pt x="81" y="14"/>
                      <a:pt x="82" y="15"/>
                      <a:pt x="81" y="13"/>
                    </a:cubicBezTo>
                    <a:cubicBezTo>
                      <a:pt x="82" y="14"/>
                      <a:pt x="82" y="14"/>
                      <a:pt x="82" y="14"/>
                    </a:cubicBezTo>
                    <a:cubicBezTo>
                      <a:pt x="82" y="14"/>
                      <a:pt x="83" y="13"/>
                      <a:pt x="84" y="14"/>
                    </a:cubicBezTo>
                    <a:cubicBezTo>
                      <a:pt x="84" y="14"/>
                      <a:pt x="83" y="12"/>
                      <a:pt x="83" y="11"/>
                    </a:cubicBezTo>
                    <a:cubicBezTo>
                      <a:pt x="84" y="12"/>
                      <a:pt x="84" y="12"/>
                      <a:pt x="84" y="12"/>
                    </a:cubicBezTo>
                    <a:cubicBezTo>
                      <a:pt x="84" y="11"/>
                      <a:pt x="83" y="10"/>
                      <a:pt x="82" y="8"/>
                    </a:cubicBezTo>
                    <a:cubicBezTo>
                      <a:pt x="83" y="9"/>
                      <a:pt x="82" y="8"/>
                      <a:pt x="83" y="9"/>
                    </a:cubicBezTo>
                    <a:cubicBezTo>
                      <a:pt x="83" y="10"/>
                      <a:pt x="84" y="11"/>
                      <a:pt x="84" y="13"/>
                    </a:cubicBezTo>
                    <a:cubicBezTo>
                      <a:pt x="85" y="13"/>
                      <a:pt x="84" y="10"/>
                      <a:pt x="85" y="11"/>
                    </a:cubicBezTo>
                    <a:cubicBezTo>
                      <a:pt x="86" y="12"/>
                      <a:pt x="86" y="11"/>
                      <a:pt x="85" y="9"/>
                    </a:cubicBezTo>
                    <a:cubicBezTo>
                      <a:pt x="85" y="10"/>
                      <a:pt x="85" y="10"/>
                      <a:pt x="86" y="11"/>
                    </a:cubicBezTo>
                    <a:cubicBezTo>
                      <a:pt x="86" y="11"/>
                      <a:pt x="86" y="11"/>
                      <a:pt x="86" y="10"/>
                    </a:cubicBezTo>
                    <a:cubicBezTo>
                      <a:pt x="86" y="10"/>
                      <a:pt x="85" y="10"/>
                      <a:pt x="85" y="10"/>
                    </a:cubicBezTo>
                    <a:cubicBezTo>
                      <a:pt x="85" y="9"/>
                      <a:pt x="85" y="8"/>
                      <a:pt x="84" y="7"/>
                    </a:cubicBezTo>
                    <a:cubicBezTo>
                      <a:pt x="84" y="7"/>
                      <a:pt x="84" y="7"/>
                      <a:pt x="84" y="7"/>
                    </a:cubicBezTo>
                    <a:cubicBezTo>
                      <a:pt x="83" y="6"/>
                      <a:pt x="84" y="5"/>
                      <a:pt x="84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62" name="Freeform 37"/>
              <p:cNvSpPr/>
              <p:nvPr>
                <p:custDataLst>
                  <p:tags r:id="rId283"/>
                </p:custDataLst>
              </p:nvPr>
            </p:nvSpPr>
            <p:spPr bwMode="auto">
              <a:xfrm>
                <a:off x="3725" y="2268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63" name="Freeform 38"/>
              <p:cNvSpPr/>
              <p:nvPr>
                <p:custDataLst>
                  <p:tags r:id="rId284"/>
                </p:custDataLst>
              </p:nvPr>
            </p:nvSpPr>
            <p:spPr bwMode="auto">
              <a:xfrm>
                <a:off x="3474" y="207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64" name="Freeform 39"/>
              <p:cNvSpPr/>
              <p:nvPr>
                <p:custDataLst>
                  <p:tags r:id="rId285"/>
                </p:custDataLst>
              </p:nvPr>
            </p:nvSpPr>
            <p:spPr bwMode="auto">
              <a:xfrm>
                <a:off x="3799" y="2608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65" name="Freeform 40"/>
              <p:cNvSpPr/>
              <p:nvPr>
                <p:custDataLst>
                  <p:tags r:id="rId286"/>
                </p:custDataLst>
              </p:nvPr>
            </p:nvSpPr>
            <p:spPr bwMode="auto">
              <a:xfrm>
                <a:off x="3470" y="2079"/>
                <a:ext cx="2" cy="3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1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66" name="Freeform 41"/>
              <p:cNvSpPr/>
              <p:nvPr>
                <p:custDataLst>
                  <p:tags r:id="rId287"/>
                </p:custDataLst>
              </p:nvPr>
            </p:nvSpPr>
            <p:spPr bwMode="auto">
              <a:xfrm>
                <a:off x="3825" y="276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67" name="Freeform 42"/>
              <p:cNvSpPr/>
              <p:nvPr>
                <p:custDataLst>
                  <p:tags r:id="rId288"/>
                </p:custDataLst>
              </p:nvPr>
            </p:nvSpPr>
            <p:spPr bwMode="auto">
              <a:xfrm>
                <a:off x="3466" y="2152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68" name="Freeform 43"/>
              <p:cNvSpPr/>
              <p:nvPr>
                <p:custDataLst>
                  <p:tags r:id="rId289"/>
                </p:custDataLst>
              </p:nvPr>
            </p:nvSpPr>
            <p:spPr bwMode="auto">
              <a:xfrm>
                <a:off x="3916" y="2582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69" name="Freeform 44"/>
              <p:cNvSpPr/>
              <p:nvPr>
                <p:custDataLst>
                  <p:tags r:id="rId290"/>
                </p:custDataLst>
              </p:nvPr>
            </p:nvSpPr>
            <p:spPr bwMode="auto">
              <a:xfrm>
                <a:off x="3899" y="278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70" name="Freeform 45"/>
              <p:cNvSpPr/>
              <p:nvPr>
                <p:custDataLst>
                  <p:tags r:id="rId291"/>
                </p:custDataLst>
              </p:nvPr>
            </p:nvSpPr>
            <p:spPr bwMode="auto">
              <a:xfrm>
                <a:off x="3926" y="2582"/>
                <a:ext cx="3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71" name="Freeform 46"/>
              <p:cNvSpPr/>
              <p:nvPr>
                <p:custDataLst>
                  <p:tags r:id="rId292"/>
                </p:custDataLst>
              </p:nvPr>
            </p:nvSpPr>
            <p:spPr bwMode="auto">
              <a:xfrm>
                <a:off x="3850" y="268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72" name="Freeform 47"/>
              <p:cNvSpPr/>
              <p:nvPr>
                <p:custDataLst>
                  <p:tags r:id="rId293"/>
                </p:custDataLst>
              </p:nvPr>
            </p:nvSpPr>
            <p:spPr bwMode="auto">
              <a:xfrm>
                <a:off x="3926" y="258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73" name="Freeform 48"/>
              <p:cNvSpPr/>
              <p:nvPr>
                <p:custDataLst>
                  <p:tags r:id="rId294"/>
                </p:custDataLst>
              </p:nvPr>
            </p:nvSpPr>
            <p:spPr bwMode="auto">
              <a:xfrm>
                <a:off x="3810" y="278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74" name="Freeform 49"/>
              <p:cNvSpPr/>
              <p:nvPr>
                <p:custDataLst>
                  <p:tags r:id="rId295"/>
                </p:custDataLst>
              </p:nvPr>
            </p:nvSpPr>
            <p:spPr bwMode="auto">
              <a:xfrm>
                <a:off x="3827" y="2270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0"/>
                      <a:pt x="1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75" name="Freeform 50"/>
              <p:cNvSpPr/>
              <p:nvPr>
                <p:custDataLst>
                  <p:tags r:id="rId296"/>
                </p:custDataLst>
              </p:nvPr>
            </p:nvSpPr>
            <p:spPr bwMode="auto">
              <a:xfrm>
                <a:off x="3470" y="208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76" name="Freeform 51"/>
              <p:cNvSpPr/>
              <p:nvPr>
                <p:custDataLst>
                  <p:tags r:id="rId297"/>
                </p:custDataLst>
              </p:nvPr>
            </p:nvSpPr>
            <p:spPr bwMode="auto">
              <a:xfrm>
                <a:off x="4497" y="2332"/>
                <a:ext cx="2" cy="4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1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1" y="0"/>
                      <a:pt x="0" y="1"/>
                    </a:cubicBezTo>
                    <a:cubicBezTo>
                      <a:pt x="1" y="1"/>
                      <a:pt x="0" y="2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77" name="Freeform 52"/>
              <p:cNvSpPr/>
              <p:nvPr>
                <p:custDataLst>
                  <p:tags r:id="rId298"/>
                </p:custDataLst>
              </p:nvPr>
            </p:nvSpPr>
            <p:spPr bwMode="auto">
              <a:xfrm>
                <a:off x="4468" y="2319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2 w 2"/>
                  <a:gd name="T3" fmla="*/ 0 h 2"/>
                  <a:gd name="T4" fmla="*/ 0 w 2"/>
                  <a:gd name="T5" fmla="*/ 2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2" y="0"/>
                    </a:lnTo>
                    <a:lnTo>
                      <a:pt x="0" y="2"/>
                    </a:lnTo>
                    <a:lnTo>
                      <a:pt x="2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78" name="Freeform 53"/>
              <p:cNvSpPr/>
              <p:nvPr>
                <p:custDataLst>
                  <p:tags r:id="rId299"/>
                </p:custDataLst>
              </p:nvPr>
            </p:nvSpPr>
            <p:spPr bwMode="auto">
              <a:xfrm>
                <a:off x="4451" y="2270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79" name="Freeform 54"/>
              <p:cNvSpPr/>
              <p:nvPr>
                <p:custDataLst>
                  <p:tags r:id="rId300"/>
                </p:custDataLst>
              </p:nvPr>
            </p:nvSpPr>
            <p:spPr bwMode="auto">
              <a:xfrm>
                <a:off x="4385" y="2289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80" name="Freeform 55"/>
              <p:cNvSpPr/>
              <p:nvPr>
                <p:custDataLst>
                  <p:tags r:id="rId301"/>
                </p:custDataLst>
              </p:nvPr>
            </p:nvSpPr>
            <p:spPr bwMode="auto">
              <a:xfrm>
                <a:off x="4381" y="2277"/>
                <a:ext cx="4" cy="2"/>
              </a:xfrm>
              <a:custGeom>
                <a:avLst/>
                <a:gdLst>
                  <a:gd name="T0" fmla="*/ 1 w 2"/>
                  <a:gd name="T1" fmla="*/ 1 h 1"/>
                  <a:gd name="T2" fmla="*/ 1 w 2"/>
                  <a:gd name="T3" fmla="*/ 1 h 1"/>
                  <a:gd name="T4" fmla="*/ 1 w 2"/>
                  <a:gd name="T5" fmla="*/ 0 h 1"/>
                  <a:gd name="T6" fmla="*/ 1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1" y="1"/>
                      <a:pt x="1" y="1"/>
                    </a:cubicBezTo>
                    <a:cubicBezTo>
                      <a:pt x="1" y="0"/>
                      <a:pt x="2" y="0"/>
                      <a:pt x="1" y="0"/>
                    </a:cubicBezTo>
                    <a:lnTo>
                      <a:pt x="1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81" name="Freeform 56"/>
              <p:cNvSpPr/>
              <p:nvPr>
                <p:custDataLst>
                  <p:tags r:id="rId302"/>
                </p:custDataLst>
              </p:nvPr>
            </p:nvSpPr>
            <p:spPr bwMode="auto">
              <a:xfrm>
                <a:off x="4383" y="2281"/>
                <a:ext cx="4" cy="2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82" name="Freeform 57"/>
              <p:cNvSpPr/>
              <p:nvPr>
                <p:custDataLst>
                  <p:tags r:id="rId303"/>
                </p:custDataLst>
              </p:nvPr>
            </p:nvSpPr>
            <p:spPr bwMode="auto">
              <a:xfrm>
                <a:off x="4504" y="232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83" name="Freeform 58"/>
              <p:cNvSpPr/>
              <p:nvPr>
                <p:custDataLst>
                  <p:tags r:id="rId304"/>
                </p:custDataLst>
              </p:nvPr>
            </p:nvSpPr>
            <p:spPr bwMode="auto">
              <a:xfrm>
                <a:off x="3602" y="1893"/>
                <a:ext cx="27" cy="2"/>
              </a:xfrm>
              <a:custGeom>
                <a:avLst/>
                <a:gdLst>
                  <a:gd name="T0" fmla="*/ 4 w 13"/>
                  <a:gd name="T1" fmla="*/ 1 h 1"/>
                  <a:gd name="T2" fmla="*/ 6 w 13"/>
                  <a:gd name="T3" fmla="*/ 1 h 1"/>
                  <a:gd name="T4" fmla="*/ 6 w 13"/>
                  <a:gd name="T5" fmla="*/ 1 h 1"/>
                  <a:gd name="T6" fmla="*/ 6 w 13"/>
                  <a:gd name="T7" fmla="*/ 1 h 1"/>
                  <a:gd name="T8" fmla="*/ 6 w 13"/>
                  <a:gd name="T9" fmla="*/ 1 h 1"/>
                  <a:gd name="T10" fmla="*/ 6 w 13"/>
                  <a:gd name="T11" fmla="*/ 1 h 1"/>
                  <a:gd name="T12" fmla="*/ 6 w 13"/>
                  <a:gd name="T13" fmla="*/ 1 h 1"/>
                  <a:gd name="T14" fmla="*/ 6 w 13"/>
                  <a:gd name="T15" fmla="*/ 1 h 1"/>
                  <a:gd name="T16" fmla="*/ 4 w 13"/>
                  <a:gd name="T17" fmla="*/ 1 h 1"/>
                  <a:gd name="T18" fmla="*/ 4 w 13"/>
                  <a:gd name="T1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3" h="1">
                    <a:moveTo>
                      <a:pt x="4" y="1"/>
                    </a:moveTo>
                    <a:cubicBezTo>
                      <a:pt x="4" y="1"/>
                      <a:pt x="5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0" y="0"/>
                      <a:pt x="13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84" name="Freeform 59"/>
              <p:cNvSpPr/>
              <p:nvPr>
                <p:custDataLst>
                  <p:tags r:id="rId305"/>
                </p:custDataLst>
              </p:nvPr>
            </p:nvSpPr>
            <p:spPr bwMode="auto">
              <a:xfrm>
                <a:off x="4495" y="2332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85" name="Freeform 60"/>
              <p:cNvSpPr/>
              <p:nvPr>
                <p:custDataLst>
                  <p:tags r:id="rId306"/>
                </p:custDataLst>
              </p:nvPr>
            </p:nvSpPr>
            <p:spPr bwMode="auto">
              <a:xfrm>
                <a:off x="4381" y="2277"/>
                <a:ext cx="4" cy="8"/>
              </a:xfrm>
              <a:custGeom>
                <a:avLst/>
                <a:gdLst>
                  <a:gd name="T0" fmla="*/ 2 w 2"/>
                  <a:gd name="T1" fmla="*/ 1 h 4"/>
                  <a:gd name="T2" fmla="*/ 2 w 2"/>
                  <a:gd name="T3" fmla="*/ 0 h 4"/>
                  <a:gd name="T4" fmla="*/ 1 w 2"/>
                  <a:gd name="T5" fmla="*/ 2 h 4"/>
                  <a:gd name="T6" fmla="*/ 1 w 2"/>
                  <a:gd name="T7" fmla="*/ 2 h 4"/>
                  <a:gd name="T8" fmla="*/ 0 w 2"/>
                  <a:gd name="T9" fmla="*/ 4 h 4"/>
                  <a:gd name="T10" fmla="*/ 2 w 2"/>
                  <a:gd name="T11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4">
                    <a:moveTo>
                      <a:pt x="2" y="1"/>
                    </a:moveTo>
                    <a:cubicBezTo>
                      <a:pt x="2" y="1"/>
                      <a:pt x="2" y="0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0" y="3"/>
                      <a:pt x="1" y="2"/>
                    </a:cubicBezTo>
                    <a:cubicBezTo>
                      <a:pt x="0" y="3"/>
                      <a:pt x="0" y="4"/>
                      <a:pt x="0" y="4"/>
                    </a:cubicBezTo>
                    <a:cubicBezTo>
                      <a:pt x="1" y="3"/>
                      <a:pt x="1" y="1"/>
                      <a:pt x="2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86" name="Freeform 61"/>
              <p:cNvSpPr/>
              <p:nvPr>
                <p:custDataLst>
                  <p:tags r:id="rId307"/>
                </p:custDataLst>
              </p:nvPr>
            </p:nvSpPr>
            <p:spPr bwMode="auto">
              <a:xfrm>
                <a:off x="4519" y="2328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0 w 2"/>
                  <a:gd name="T3" fmla="*/ 2 h 2"/>
                  <a:gd name="T4" fmla="*/ 2 w 2"/>
                  <a:gd name="T5" fmla="*/ 0 h 2"/>
                  <a:gd name="T6" fmla="*/ 0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87" name="Freeform 62"/>
              <p:cNvSpPr/>
              <p:nvPr>
                <p:custDataLst>
                  <p:tags r:id="rId308"/>
                </p:custDataLst>
              </p:nvPr>
            </p:nvSpPr>
            <p:spPr bwMode="auto">
              <a:xfrm>
                <a:off x="4504" y="2325"/>
                <a:ext cx="0" cy="3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88" name="Freeform 63"/>
              <p:cNvSpPr/>
              <p:nvPr>
                <p:custDataLst>
                  <p:tags r:id="rId309"/>
                </p:custDataLst>
              </p:nvPr>
            </p:nvSpPr>
            <p:spPr bwMode="auto">
              <a:xfrm>
                <a:off x="4391" y="2294"/>
                <a:ext cx="4" cy="4"/>
              </a:xfrm>
              <a:custGeom>
                <a:avLst/>
                <a:gdLst>
                  <a:gd name="T0" fmla="*/ 1 w 2"/>
                  <a:gd name="T1" fmla="*/ 1 h 2"/>
                  <a:gd name="T2" fmla="*/ 1 w 2"/>
                  <a:gd name="T3" fmla="*/ 1 h 2"/>
                  <a:gd name="T4" fmla="*/ 1 w 2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89" name="Freeform 64"/>
              <p:cNvSpPr/>
              <p:nvPr>
                <p:custDataLst>
                  <p:tags r:id="rId310"/>
                </p:custDataLst>
              </p:nvPr>
            </p:nvSpPr>
            <p:spPr bwMode="auto">
              <a:xfrm>
                <a:off x="4381" y="2281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90" name="Freeform 65"/>
              <p:cNvSpPr/>
              <p:nvPr>
                <p:custDataLst>
                  <p:tags r:id="rId311"/>
                </p:custDataLst>
              </p:nvPr>
            </p:nvSpPr>
            <p:spPr bwMode="auto">
              <a:xfrm>
                <a:off x="3332" y="1903"/>
                <a:ext cx="2" cy="7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3 h 3"/>
                  <a:gd name="T4" fmla="*/ 1 w 1"/>
                  <a:gd name="T5" fmla="*/ 0 h 3"/>
                  <a:gd name="T6" fmla="*/ 0 w 1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3"/>
                      <a:pt x="0" y="3"/>
                      <a:pt x="1" y="3"/>
                    </a:cubicBezTo>
                    <a:cubicBezTo>
                      <a:pt x="1" y="2"/>
                      <a:pt x="1" y="1"/>
                      <a:pt x="1" y="0"/>
                    </a:cubicBezTo>
                    <a:lnTo>
                      <a:pt x="0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91" name="Freeform 66"/>
              <p:cNvSpPr/>
              <p:nvPr>
                <p:custDataLst>
                  <p:tags r:id="rId312"/>
                </p:custDataLst>
              </p:nvPr>
            </p:nvSpPr>
            <p:spPr bwMode="auto">
              <a:xfrm>
                <a:off x="3566" y="2372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0" y="0"/>
                    </a:cubicBezTo>
                    <a:cubicBezTo>
                      <a:pt x="0" y="1"/>
                      <a:pt x="1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92" name="Freeform 67"/>
              <p:cNvSpPr/>
              <p:nvPr>
                <p:custDataLst>
                  <p:tags r:id="rId313"/>
                </p:custDataLst>
              </p:nvPr>
            </p:nvSpPr>
            <p:spPr bwMode="auto">
              <a:xfrm>
                <a:off x="3474" y="2073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93" name="Freeform 68"/>
              <p:cNvSpPr/>
              <p:nvPr>
                <p:custDataLst>
                  <p:tags r:id="rId314"/>
                </p:custDataLst>
              </p:nvPr>
            </p:nvSpPr>
            <p:spPr bwMode="auto">
              <a:xfrm>
                <a:off x="4060" y="1568"/>
                <a:ext cx="2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1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94" name="Freeform 69"/>
              <p:cNvSpPr/>
              <p:nvPr>
                <p:custDataLst>
                  <p:tags r:id="rId315"/>
                </p:custDataLst>
              </p:nvPr>
            </p:nvSpPr>
            <p:spPr bwMode="auto">
              <a:xfrm>
                <a:off x="3472" y="2073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0 w 1"/>
                  <a:gd name="T3" fmla="*/ 1 w 1"/>
                  <a:gd name="T4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95" name="Freeform 70"/>
              <p:cNvSpPr/>
              <p:nvPr>
                <p:custDataLst>
                  <p:tags r:id="rId316"/>
                </p:custDataLst>
              </p:nvPr>
            </p:nvSpPr>
            <p:spPr bwMode="auto">
              <a:xfrm>
                <a:off x="3474" y="2073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1 h 1"/>
                  <a:gd name="T4" fmla="*/ 1 h 1"/>
                  <a:gd name="T5" fmla="*/ 1 h 1"/>
                  <a:gd name="T6" fmla="*/ 0 h 1"/>
                  <a:gd name="T7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  <a:cxn ang="0">
                    <a:pos x="0" y="T7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96" name="Freeform 71"/>
              <p:cNvSpPr/>
              <p:nvPr>
                <p:custDataLst>
                  <p:tags r:id="rId317"/>
                </p:custDataLst>
              </p:nvPr>
            </p:nvSpPr>
            <p:spPr bwMode="auto">
              <a:xfrm>
                <a:off x="3702" y="1530"/>
                <a:ext cx="4" cy="2"/>
              </a:xfrm>
              <a:custGeom>
                <a:avLst/>
                <a:gdLst>
                  <a:gd name="T0" fmla="*/ 0 w 2"/>
                  <a:gd name="T1" fmla="*/ 1 h 1"/>
                  <a:gd name="T2" fmla="*/ 0 w 2"/>
                  <a:gd name="T3" fmla="*/ 1 h 1"/>
                  <a:gd name="T4" fmla="*/ 2 w 2"/>
                  <a:gd name="T5" fmla="*/ 0 h 1"/>
                  <a:gd name="T6" fmla="*/ 0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0"/>
                      <a:pt x="2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97" name="Freeform 72"/>
              <p:cNvSpPr/>
              <p:nvPr>
                <p:custDataLst>
                  <p:tags r:id="rId318"/>
                </p:custDataLst>
              </p:nvPr>
            </p:nvSpPr>
            <p:spPr bwMode="auto">
              <a:xfrm>
                <a:off x="3421" y="2084"/>
                <a:ext cx="17" cy="15"/>
              </a:xfrm>
              <a:custGeom>
                <a:avLst/>
                <a:gdLst>
                  <a:gd name="T0" fmla="*/ 2 w 8"/>
                  <a:gd name="T1" fmla="*/ 5 h 7"/>
                  <a:gd name="T2" fmla="*/ 4 w 8"/>
                  <a:gd name="T3" fmla="*/ 2 h 7"/>
                  <a:gd name="T4" fmla="*/ 2 w 8"/>
                  <a:gd name="T5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" h="7">
                    <a:moveTo>
                      <a:pt x="2" y="5"/>
                    </a:moveTo>
                    <a:cubicBezTo>
                      <a:pt x="8" y="0"/>
                      <a:pt x="0" y="7"/>
                      <a:pt x="4" y="2"/>
                    </a:cubicBezTo>
                    <a:cubicBezTo>
                      <a:pt x="2" y="3"/>
                      <a:pt x="2" y="4"/>
                      <a:pt x="2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98" name="Freeform 73"/>
              <p:cNvSpPr/>
              <p:nvPr>
                <p:custDataLst>
                  <p:tags r:id="rId319"/>
                </p:custDataLst>
              </p:nvPr>
            </p:nvSpPr>
            <p:spPr bwMode="auto">
              <a:xfrm>
                <a:off x="4381" y="2247"/>
                <a:ext cx="2" cy="4"/>
              </a:xfrm>
              <a:custGeom>
                <a:avLst/>
                <a:gdLst>
                  <a:gd name="T0" fmla="*/ 0 w 1"/>
                  <a:gd name="T1" fmla="*/ 1 h 2"/>
                  <a:gd name="T2" fmla="*/ 1 w 1"/>
                  <a:gd name="T3" fmla="*/ 0 h 2"/>
                  <a:gd name="T4" fmla="*/ 0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2"/>
                      <a:pt x="0" y="0"/>
                      <a:pt x="1" y="0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99" name="Freeform 74"/>
              <p:cNvSpPr/>
              <p:nvPr>
                <p:custDataLst>
                  <p:tags r:id="rId320"/>
                </p:custDataLst>
              </p:nvPr>
            </p:nvSpPr>
            <p:spPr bwMode="auto">
              <a:xfrm>
                <a:off x="4381" y="2247"/>
                <a:ext cx="2" cy="6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3 h 3"/>
                  <a:gd name="T4" fmla="*/ 1 w 1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2"/>
                      <a:pt x="1" y="1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00" name="Freeform 75"/>
              <p:cNvSpPr/>
              <p:nvPr>
                <p:custDataLst>
                  <p:tags r:id="rId321"/>
                </p:custDataLst>
              </p:nvPr>
            </p:nvSpPr>
            <p:spPr bwMode="auto">
              <a:xfrm>
                <a:off x="3914" y="153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01" name="Freeform 76"/>
              <p:cNvSpPr/>
              <p:nvPr>
                <p:custDataLst>
                  <p:tags r:id="rId322"/>
                </p:custDataLst>
              </p:nvPr>
            </p:nvSpPr>
            <p:spPr bwMode="auto">
              <a:xfrm>
                <a:off x="3317" y="1492"/>
                <a:ext cx="1064" cy="1219"/>
              </a:xfrm>
              <a:custGeom>
                <a:avLst/>
                <a:gdLst>
                  <a:gd name="T0" fmla="*/ 307 w 501"/>
                  <a:gd name="T1" fmla="*/ 7 h 575"/>
                  <a:gd name="T2" fmla="*/ 204 w 501"/>
                  <a:gd name="T3" fmla="*/ 13 h 575"/>
                  <a:gd name="T4" fmla="*/ 130 w 501"/>
                  <a:gd name="T5" fmla="*/ 42 h 575"/>
                  <a:gd name="T6" fmla="*/ 23 w 501"/>
                  <a:gd name="T7" fmla="*/ 152 h 575"/>
                  <a:gd name="T8" fmla="*/ 0 w 501"/>
                  <a:gd name="T9" fmla="*/ 247 h 575"/>
                  <a:gd name="T10" fmla="*/ 50 w 501"/>
                  <a:gd name="T11" fmla="*/ 385 h 575"/>
                  <a:gd name="T12" fmla="*/ 111 w 501"/>
                  <a:gd name="T13" fmla="*/ 430 h 575"/>
                  <a:gd name="T14" fmla="*/ 184 w 501"/>
                  <a:gd name="T15" fmla="*/ 490 h 575"/>
                  <a:gd name="T16" fmla="*/ 202 w 501"/>
                  <a:gd name="T17" fmla="*/ 528 h 575"/>
                  <a:gd name="T18" fmla="*/ 213 w 501"/>
                  <a:gd name="T19" fmla="*/ 562 h 575"/>
                  <a:gd name="T20" fmla="*/ 214 w 501"/>
                  <a:gd name="T21" fmla="*/ 567 h 575"/>
                  <a:gd name="T22" fmla="*/ 211 w 501"/>
                  <a:gd name="T23" fmla="*/ 536 h 575"/>
                  <a:gd name="T24" fmla="*/ 199 w 501"/>
                  <a:gd name="T25" fmla="*/ 494 h 575"/>
                  <a:gd name="T26" fmla="*/ 165 w 501"/>
                  <a:gd name="T27" fmla="*/ 454 h 575"/>
                  <a:gd name="T28" fmla="*/ 164 w 501"/>
                  <a:gd name="T29" fmla="*/ 451 h 575"/>
                  <a:gd name="T30" fmla="*/ 135 w 501"/>
                  <a:gd name="T31" fmla="*/ 430 h 575"/>
                  <a:gd name="T32" fmla="*/ 134 w 501"/>
                  <a:gd name="T33" fmla="*/ 428 h 575"/>
                  <a:gd name="T34" fmla="*/ 125 w 501"/>
                  <a:gd name="T35" fmla="*/ 419 h 575"/>
                  <a:gd name="T36" fmla="*/ 97 w 501"/>
                  <a:gd name="T37" fmla="*/ 407 h 575"/>
                  <a:gd name="T38" fmla="*/ 85 w 501"/>
                  <a:gd name="T39" fmla="*/ 394 h 575"/>
                  <a:gd name="T40" fmla="*/ 77 w 501"/>
                  <a:gd name="T41" fmla="*/ 384 h 575"/>
                  <a:gd name="T42" fmla="*/ 63 w 501"/>
                  <a:gd name="T43" fmla="*/ 368 h 575"/>
                  <a:gd name="T44" fmla="*/ 49 w 501"/>
                  <a:gd name="T45" fmla="*/ 353 h 575"/>
                  <a:gd name="T46" fmla="*/ 40 w 501"/>
                  <a:gd name="T47" fmla="*/ 338 h 575"/>
                  <a:gd name="T48" fmla="*/ 25 w 501"/>
                  <a:gd name="T49" fmla="*/ 323 h 575"/>
                  <a:gd name="T50" fmla="*/ 29 w 501"/>
                  <a:gd name="T51" fmla="*/ 315 h 575"/>
                  <a:gd name="T52" fmla="*/ 21 w 501"/>
                  <a:gd name="T53" fmla="*/ 247 h 575"/>
                  <a:gd name="T54" fmla="*/ 23 w 501"/>
                  <a:gd name="T55" fmla="*/ 221 h 575"/>
                  <a:gd name="T56" fmla="*/ 26 w 501"/>
                  <a:gd name="T57" fmla="*/ 191 h 575"/>
                  <a:gd name="T58" fmla="*/ 56 w 501"/>
                  <a:gd name="T59" fmla="*/ 133 h 575"/>
                  <a:gd name="T60" fmla="*/ 74 w 501"/>
                  <a:gd name="T61" fmla="*/ 107 h 575"/>
                  <a:gd name="T62" fmla="*/ 84 w 501"/>
                  <a:gd name="T63" fmla="*/ 99 h 575"/>
                  <a:gd name="T64" fmla="*/ 90 w 501"/>
                  <a:gd name="T65" fmla="*/ 91 h 575"/>
                  <a:gd name="T66" fmla="*/ 110 w 501"/>
                  <a:gd name="T67" fmla="*/ 80 h 575"/>
                  <a:gd name="T68" fmla="*/ 129 w 501"/>
                  <a:gd name="T69" fmla="*/ 65 h 575"/>
                  <a:gd name="T70" fmla="*/ 182 w 501"/>
                  <a:gd name="T71" fmla="*/ 36 h 575"/>
                  <a:gd name="T72" fmla="*/ 211 w 501"/>
                  <a:gd name="T73" fmla="*/ 29 h 575"/>
                  <a:gd name="T74" fmla="*/ 253 w 501"/>
                  <a:gd name="T75" fmla="*/ 19 h 575"/>
                  <a:gd name="T76" fmla="*/ 281 w 501"/>
                  <a:gd name="T77" fmla="*/ 19 h 575"/>
                  <a:gd name="T78" fmla="*/ 284 w 501"/>
                  <a:gd name="T79" fmla="*/ 19 h 575"/>
                  <a:gd name="T80" fmla="*/ 320 w 501"/>
                  <a:gd name="T81" fmla="*/ 24 h 575"/>
                  <a:gd name="T82" fmla="*/ 369 w 501"/>
                  <a:gd name="T83" fmla="*/ 42 h 575"/>
                  <a:gd name="T84" fmla="*/ 388 w 501"/>
                  <a:gd name="T85" fmla="*/ 53 h 575"/>
                  <a:gd name="T86" fmla="*/ 407 w 501"/>
                  <a:gd name="T87" fmla="*/ 71 h 575"/>
                  <a:gd name="T88" fmla="*/ 435 w 501"/>
                  <a:gd name="T89" fmla="*/ 107 h 575"/>
                  <a:gd name="T90" fmla="*/ 462 w 501"/>
                  <a:gd name="T91" fmla="*/ 154 h 575"/>
                  <a:gd name="T92" fmla="*/ 471 w 501"/>
                  <a:gd name="T93" fmla="*/ 184 h 575"/>
                  <a:gd name="T94" fmla="*/ 464 w 501"/>
                  <a:gd name="T95" fmla="*/ 279 h 575"/>
                  <a:gd name="T96" fmla="*/ 451 w 501"/>
                  <a:gd name="T97" fmla="*/ 307 h 575"/>
                  <a:gd name="T98" fmla="*/ 395 w 501"/>
                  <a:gd name="T99" fmla="*/ 377 h 575"/>
                  <a:gd name="T100" fmla="*/ 368 w 501"/>
                  <a:gd name="T101" fmla="*/ 412 h 575"/>
                  <a:gd name="T102" fmla="*/ 363 w 501"/>
                  <a:gd name="T103" fmla="*/ 573 h 575"/>
                  <a:gd name="T104" fmla="*/ 446 w 501"/>
                  <a:gd name="T105" fmla="*/ 342 h 575"/>
                  <a:gd name="T106" fmla="*/ 463 w 501"/>
                  <a:gd name="T107" fmla="*/ 118 h 5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501" h="575">
                    <a:moveTo>
                      <a:pt x="463" y="118"/>
                    </a:moveTo>
                    <a:cubicBezTo>
                      <a:pt x="439" y="74"/>
                      <a:pt x="402" y="38"/>
                      <a:pt x="355" y="17"/>
                    </a:cubicBezTo>
                    <a:cubicBezTo>
                      <a:pt x="347" y="17"/>
                      <a:pt x="337" y="12"/>
                      <a:pt x="328" y="12"/>
                    </a:cubicBezTo>
                    <a:cubicBezTo>
                      <a:pt x="328" y="11"/>
                      <a:pt x="328" y="11"/>
                      <a:pt x="328" y="11"/>
                    </a:cubicBezTo>
                    <a:cubicBezTo>
                      <a:pt x="320" y="11"/>
                      <a:pt x="319" y="8"/>
                      <a:pt x="310" y="5"/>
                    </a:cubicBezTo>
                    <a:cubicBezTo>
                      <a:pt x="309" y="7"/>
                      <a:pt x="306" y="5"/>
                      <a:pt x="307" y="7"/>
                    </a:cubicBezTo>
                    <a:cubicBezTo>
                      <a:pt x="303" y="8"/>
                      <a:pt x="301" y="3"/>
                      <a:pt x="296" y="4"/>
                    </a:cubicBezTo>
                    <a:cubicBezTo>
                      <a:pt x="296" y="3"/>
                      <a:pt x="296" y="5"/>
                      <a:pt x="295" y="4"/>
                    </a:cubicBezTo>
                    <a:cubicBezTo>
                      <a:pt x="282" y="5"/>
                      <a:pt x="298" y="3"/>
                      <a:pt x="282" y="0"/>
                    </a:cubicBezTo>
                    <a:cubicBezTo>
                      <a:pt x="259" y="0"/>
                      <a:pt x="236" y="5"/>
                      <a:pt x="215" y="9"/>
                    </a:cubicBezTo>
                    <a:cubicBezTo>
                      <a:pt x="216" y="9"/>
                      <a:pt x="217" y="10"/>
                      <a:pt x="215" y="11"/>
                    </a:cubicBezTo>
                    <a:cubicBezTo>
                      <a:pt x="212" y="8"/>
                      <a:pt x="208" y="13"/>
                      <a:pt x="204" y="13"/>
                    </a:cubicBezTo>
                    <a:cubicBezTo>
                      <a:pt x="204" y="12"/>
                      <a:pt x="206" y="12"/>
                      <a:pt x="207" y="11"/>
                    </a:cubicBezTo>
                    <a:cubicBezTo>
                      <a:pt x="197" y="13"/>
                      <a:pt x="190" y="17"/>
                      <a:pt x="181" y="19"/>
                    </a:cubicBezTo>
                    <a:cubicBezTo>
                      <a:pt x="173" y="24"/>
                      <a:pt x="163" y="25"/>
                      <a:pt x="158" y="29"/>
                    </a:cubicBezTo>
                    <a:cubicBezTo>
                      <a:pt x="159" y="27"/>
                      <a:pt x="154" y="30"/>
                      <a:pt x="152" y="30"/>
                    </a:cubicBezTo>
                    <a:cubicBezTo>
                      <a:pt x="148" y="37"/>
                      <a:pt x="136" y="37"/>
                      <a:pt x="131" y="43"/>
                    </a:cubicBezTo>
                    <a:cubicBezTo>
                      <a:pt x="130" y="42"/>
                      <a:pt x="130" y="42"/>
                      <a:pt x="130" y="42"/>
                    </a:cubicBezTo>
                    <a:cubicBezTo>
                      <a:pt x="110" y="54"/>
                      <a:pt x="88" y="68"/>
                      <a:pt x="70" y="87"/>
                    </a:cubicBezTo>
                    <a:cubicBezTo>
                      <a:pt x="59" y="96"/>
                      <a:pt x="48" y="108"/>
                      <a:pt x="39" y="121"/>
                    </a:cubicBezTo>
                    <a:cubicBezTo>
                      <a:pt x="38" y="123"/>
                      <a:pt x="40" y="122"/>
                      <a:pt x="39" y="124"/>
                    </a:cubicBezTo>
                    <a:cubicBezTo>
                      <a:pt x="37" y="127"/>
                      <a:pt x="38" y="123"/>
                      <a:pt x="37" y="124"/>
                    </a:cubicBezTo>
                    <a:cubicBezTo>
                      <a:pt x="34" y="132"/>
                      <a:pt x="28" y="140"/>
                      <a:pt x="23" y="148"/>
                    </a:cubicBezTo>
                    <a:cubicBezTo>
                      <a:pt x="23" y="150"/>
                      <a:pt x="22" y="152"/>
                      <a:pt x="23" y="152"/>
                    </a:cubicBezTo>
                    <a:cubicBezTo>
                      <a:pt x="17" y="161"/>
                      <a:pt x="14" y="176"/>
                      <a:pt x="9" y="185"/>
                    </a:cubicBezTo>
                    <a:cubicBezTo>
                      <a:pt x="14" y="183"/>
                      <a:pt x="10" y="192"/>
                      <a:pt x="10" y="196"/>
                    </a:cubicBezTo>
                    <a:cubicBezTo>
                      <a:pt x="9" y="198"/>
                      <a:pt x="8" y="198"/>
                      <a:pt x="8" y="197"/>
                    </a:cubicBezTo>
                    <a:cubicBezTo>
                      <a:pt x="6" y="205"/>
                      <a:pt x="5" y="209"/>
                      <a:pt x="3" y="219"/>
                    </a:cubicBezTo>
                    <a:cubicBezTo>
                      <a:pt x="2" y="223"/>
                      <a:pt x="4" y="225"/>
                      <a:pt x="3" y="230"/>
                    </a:cubicBezTo>
                    <a:cubicBezTo>
                      <a:pt x="0" y="233"/>
                      <a:pt x="1" y="241"/>
                      <a:pt x="0" y="247"/>
                    </a:cubicBezTo>
                    <a:cubicBezTo>
                      <a:pt x="2" y="245"/>
                      <a:pt x="4" y="252"/>
                      <a:pt x="3" y="257"/>
                    </a:cubicBezTo>
                    <a:cubicBezTo>
                      <a:pt x="0" y="256"/>
                      <a:pt x="0" y="256"/>
                      <a:pt x="0" y="256"/>
                    </a:cubicBezTo>
                    <a:cubicBezTo>
                      <a:pt x="1" y="272"/>
                      <a:pt x="0" y="297"/>
                      <a:pt x="9" y="316"/>
                    </a:cubicBezTo>
                    <a:cubicBezTo>
                      <a:pt x="8" y="318"/>
                      <a:pt x="8" y="318"/>
                      <a:pt x="8" y="318"/>
                    </a:cubicBezTo>
                    <a:cubicBezTo>
                      <a:pt x="17" y="337"/>
                      <a:pt x="25" y="356"/>
                      <a:pt x="39" y="370"/>
                    </a:cubicBezTo>
                    <a:cubicBezTo>
                      <a:pt x="42" y="375"/>
                      <a:pt x="47" y="381"/>
                      <a:pt x="50" y="385"/>
                    </a:cubicBezTo>
                    <a:cubicBezTo>
                      <a:pt x="56" y="390"/>
                      <a:pt x="58" y="391"/>
                      <a:pt x="63" y="393"/>
                    </a:cubicBezTo>
                    <a:cubicBezTo>
                      <a:pt x="65" y="395"/>
                      <a:pt x="65" y="397"/>
                      <a:pt x="65" y="398"/>
                    </a:cubicBezTo>
                    <a:cubicBezTo>
                      <a:pt x="71" y="405"/>
                      <a:pt x="76" y="411"/>
                      <a:pt x="83" y="414"/>
                    </a:cubicBezTo>
                    <a:cubicBezTo>
                      <a:pt x="83" y="415"/>
                      <a:pt x="83" y="415"/>
                      <a:pt x="83" y="415"/>
                    </a:cubicBezTo>
                    <a:cubicBezTo>
                      <a:pt x="89" y="419"/>
                      <a:pt x="98" y="423"/>
                      <a:pt x="104" y="429"/>
                    </a:cubicBezTo>
                    <a:cubicBezTo>
                      <a:pt x="106" y="429"/>
                      <a:pt x="113" y="433"/>
                      <a:pt x="111" y="430"/>
                    </a:cubicBezTo>
                    <a:cubicBezTo>
                      <a:pt x="114" y="431"/>
                      <a:pt x="111" y="433"/>
                      <a:pt x="115" y="433"/>
                    </a:cubicBezTo>
                    <a:cubicBezTo>
                      <a:pt x="111" y="433"/>
                      <a:pt x="111" y="433"/>
                      <a:pt x="111" y="433"/>
                    </a:cubicBezTo>
                    <a:cubicBezTo>
                      <a:pt x="125" y="443"/>
                      <a:pt x="138" y="450"/>
                      <a:pt x="152" y="459"/>
                    </a:cubicBezTo>
                    <a:cubicBezTo>
                      <a:pt x="154" y="464"/>
                      <a:pt x="165" y="469"/>
                      <a:pt x="170" y="476"/>
                    </a:cubicBezTo>
                    <a:cubicBezTo>
                      <a:pt x="175" y="479"/>
                      <a:pt x="180" y="487"/>
                      <a:pt x="185" y="489"/>
                    </a:cubicBezTo>
                    <a:cubicBezTo>
                      <a:pt x="184" y="490"/>
                      <a:pt x="184" y="490"/>
                      <a:pt x="184" y="490"/>
                    </a:cubicBezTo>
                    <a:cubicBezTo>
                      <a:pt x="188" y="495"/>
                      <a:pt x="194" y="503"/>
                      <a:pt x="196" y="512"/>
                    </a:cubicBezTo>
                    <a:cubicBezTo>
                      <a:pt x="198" y="518"/>
                      <a:pt x="200" y="517"/>
                      <a:pt x="202" y="521"/>
                    </a:cubicBezTo>
                    <a:cubicBezTo>
                      <a:pt x="201" y="521"/>
                      <a:pt x="201" y="521"/>
                      <a:pt x="201" y="521"/>
                    </a:cubicBezTo>
                    <a:cubicBezTo>
                      <a:pt x="203" y="525"/>
                      <a:pt x="206" y="526"/>
                      <a:pt x="207" y="528"/>
                    </a:cubicBezTo>
                    <a:cubicBezTo>
                      <a:pt x="207" y="532"/>
                      <a:pt x="208" y="532"/>
                      <a:pt x="208" y="536"/>
                    </a:cubicBezTo>
                    <a:cubicBezTo>
                      <a:pt x="207" y="532"/>
                      <a:pt x="205" y="530"/>
                      <a:pt x="202" y="528"/>
                    </a:cubicBezTo>
                    <a:cubicBezTo>
                      <a:pt x="203" y="534"/>
                      <a:pt x="207" y="539"/>
                      <a:pt x="206" y="543"/>
                    </a:cubicBezTo>
                    <a:cubicBezTo>
                      <a:pt x="207" y="547"/>
                      <a:pt x="207" y="551"/>
                      <a:pt x="209" y="551"/>
                    </a:cubicBezTo>
                    <a:cubicBezTo>
                      <a:pt x="209" y="552"/>
                      <a:pt x="208" y="555"/>
                      <a:pt x="207" y="552"/>
                    </a:cubicBezTo>
                    <a:cubicBezTo>
                      <a:pt x="208" y="556"/>
                      <a:pt x="208" y="558"/>
                      <a:pt x="209" y="560"/>
                    </a:cubicBezTo>
                    <a:cubicBezTo>
                      <a:pt x="209" y="560"/>
                      <a:pt x="209" y="559"/>
                      <a:pt x="209" y="558"/>
                    </a:cubicBezTo>
                    <a:cubicBezTo>
                      <a:pt x="211" y="560"/>
                      <a:pt x="211" y="563"/>
                      <a:pt x="213" y="562"/>
                    </a:cubicBezTo>
                    <a:cubicBezTo>
                      <a:pt x="212" y="561"/>
                      <a:pt x="212" y="560"/>
                      <a:pt x="212" y="558"/>
                    </a:cubicBezTo>
                    <a:cubicBezTo>
                      <a:pt x="213" y="559"/>
                      <a:pt x="214" y="565"/>
                      <a:pt x="213" y="567"/>
                    </a:cubicBezTo>
                    <a:cubicBezTo>
                      <a:pt x="212" y="569"/>
                      <a:pt x="210" y="563"/>
                      <a:pt x="210" y="566"/>
                    </a:cubicBezTo>
                    <a:cubicBezTo>
                      <a:pt x="213" y="575"/>
                      <a:pt x="213" y="575"/>
                      <a:pt x="213" y="575"/>
                    </a:cubicBezTo>
                    <a:cubicBezTo>
                      <a:pt x="213" y="573"/>
                      <a:pt x="214" y="570"/>
                      <a:pt x="215" y="571"/>
                    </a:cubicBezTo>
                    <a:cubicBezTo>
                      <a:pt x="214" y="567"/>
                      <a:pt x="214" y="567"/>
                      <a:pt x="214" y="567"/>
                    </a:cubicBezTo>
                    <a:cubicBezTo>
                      <a:pt x="215" y="567"/>
                      <a:pt x="215" y="567"/>
                      <a:pt x="215" y="567"/>
                    </a:cubicBezTo>
                    <a:cubicBezTo>
                      <a:pt x="214" y="560"/>
                      <a:pt x="215" y="555"/>
                      <a:pt x="214" y="548"/>
                    </a:cubicBezTo>
                    <a:cubicBezTo>
                      <a:pt x="212" y="551"/>
                      <a:pt x="212" y="551"/>
                      <a:pt x="212" y="551"/>
                    </a:cubicBezTo>
                    <a:cubicBezTo>
                      <a:pt x="212" y="547"/>
                      <a:pt x="209" y="543"/>
                      <a:pt x="210" y="539"/>
                    </a:cubicBezTo>
                    <a:cubicBezTo>
                      <a:pt x="211" y="541"/>
                      <a:pt x="211" y="539"/>
                      <a:pt x="212" y="539"/>
                    </a:cubicBezTo>
                    <a:cubicBezTo>
                      <a:pt x="212" y="538"/>
                      <a:pt x="211" y="537"/>
                      <a:pt x="211" y="536"/>
                    </a:cubicBezTo>
                    <a:cubicBezTo>
                      <a:pt x="214" y="538"/>
                      <a:pt x="214" y="538"/>
                      <a:pt x="214" y="538"/>
                    </a:cubicBezTo>
                    <a:cubicBezTo>
                      <a:pt x="210" y="536"/>
                      <a:pt x="210" y="526"/>
                      <a:pt x="210" y="525"/>
                    </a:cubicBezTo>
                    <a:cubicBezTo>
                      <a:pt x="210" y="525"/>
                      <a:pt x="210" y="525"/>
                      <a:pt x="210" y="525"/>
                    </a:cubicBezTo>
                    <a:cubicBezTo>
                      <a:pt x="209" y="519"/>
                      <a:pt x="209" y="527"/>
                      <a:pt x="208" y="523"/>
                    </a:cubicBezTo>
                    <a:cubicBezTo>
                      <a:pt x="207" y="519"/>
                      <a:pt x="210" y="520"/>
                      <a:pt x="210" y="517"/>
                    </a:cubicBezTo>
                    <a:cubicBezTo>
                      <a:pt x="207" y="511"/>
                      <a:pt x="202" y="501"/>
                      <a:pt x="199" y="494"/>
                    </a:cubicBezTo>
                    <a:cubicBezTo>
                      <a:pt x="196" y="489"/>
                      <a:pt x="191" y="484"/>
                      <a:pt x="186" y="481"/>
                    </a:cubicBezTo>
                    <a:cubicBezTo>
                      <a:pt x="183" y="477"/>
                      <a:pt x="189" y="480"/>
                      <a:pt x="184" y="476"/>
                    </a:cubicBezTo>
                    <a:cubicBezTo>
                      <a:pt x="186" y="476"/>
                      <a:pt x="186" y="475"/>
                      <a:pt x="186" y="474"/>
                    </a:cubicBezTo>
                    <a:cubicBezTo>
                      <a:pt x="185" y="474"/>
                      <a:pt x="179" y="467"/>
                      <a:pt x="181" y="471"/>
                    </a:cubicBezTo>
                    <a:cubicBezTo>
                      <a:pt x="176" y="466"/>
                      <a:pt x="169" y="460"/>
                      <a:pt x="163" y="455"/>
                    </a:cubicBezTo>
                    <a:cubicBezTo>
                      <a:pt x="165" y="457"/>
                      <a:pt x="167" y="456"/>
                      <a:pt x="165" y="454"/>
                    </a:cubicBezTo>
                    <a:cubicBezTo>
                      <a:pt x="162" y="453"/>
                      <a:pt x="156" y="450"/>
                      <a:pt x="151" y="445"/>
                    </a:cubicBezTo>
                    <a:cubicBezTo>
                      <a:pt x="150" y="447"/>
                      <a:pt x="152" y="448"/>
                      <a:pt x="150" y="449"/>
                    </a:cubicBezTo>
                    <a:cubicBezTo>
                      <a:pt x="149" y="449"/>
                      <a:pt x="147" y="449"/>
                      <a:pt x="146" y="447"/>
                    </a:cubicBezTo>
                    <a:cubicBezTo>
                      <a:pt x="147" y="445"/>
                      <a:pt x="148" y="443"/>
                      <a:pt x="144" y="440"/>
                    </a:cubicBezTo>
                    <a:cubicBezTo>
                      <a:pt x="146" y="438"/>
                      <a:pt x="152" y="446"/>
                      <a:pt x="151" y="442"/>
                    </a:cubicBezTo>
                    <a:cubicBezTo>
                      <a:pt x="154" y="442"/>
                      <a:pt x="163" y="448"/>
                      <a:pt x="164" y="451"/>
                    </a:cubicBezTo>
                    <a:cubicBezTo>
                      <a:pt x="170" y="452"/>
                      <a:pt x="161" y="448"/>
                      <a:pt x="163" y="447"/>
                    </a:cubicBezTo>
                    <a:cubicBezTo>
                      <a:pt x="159" y="444"/>
                      <a:pt x="157" y="444"/>
                      <a:pt x="151" y="440"/>
                    </a:cubicBezTo>
                    <a:cubicBezTo>
                      <a:pt x="150" y="440"/>
                      <a:pt x="152" y="442"/>
                      <a:pt x="148" y="441"/>
                    </a:cubicBezTo>
                    <a:cubicBezTo>
                      <a:pt x="142" y="439"/>
                      <a:pt x="143" y="435"/>
                      <a:pt x="141" y="434"/>
                    </a:cubicBezTo>
                    <a:cubicBezTo>
                      <a:pt x="144" y="435"/>
                      <a:pt x="144" y="435"/>
                      <a:pt x="144" y="435"/>
                    </a:cubicBezTo>
                    <a:cubicBezTo>
                      <a:pt x="141" y="432"/>
                      <a:pt x="139" y="432"/>
                      <a:pt x="135" y="430"/>
                    </a:cubicBezTo>
                    <a:cubicBezTo>
                      <a:pt x="136" y="426"/>
                      <a:pt x="142" y="434"/>
                      <a:pt x="144" y="433"/>
                    </a:cubicBezTo>
                    <a:cubicBezTo>
                      <a:pt x="143" y="429"/>
                      <a:pt x="143" y="429"/>
                      <a:pt x="143" y="429"/>
                    </a:cubicBezTo>
                    <a:cubicBezTo>
                      <a:pt x="137" y="425"/>
                      <a:pt x="140" y="430"/>
                      <a:pt x="134" y="425"/>
                    </a:cubicBezTo>
                    <a:cubicBezTo>
                      <a:pt x="135" y="425"/>
                      <a:pt x="135" y="425"/>
                      <a:pt x="135" y="425"/>
                    </a:cubicBezTo>
                    <a:cubicBezTo>
                      <a:pt x="131" y="423"/>
                      <a:pt x="131" y="423"/>
                      <a:pt x="131" y="423"/>
                    </a:cubicBezTo>
                    <a:cubicBezTo>
                      <a:pt x="131" y="424"/>
                      <a:pt x="130" y="426"/>
                      <a:pt x="134" y="428"/>
                    </a:cubicBezTo>
                    <a:cubicBezTo>
                      <a:pt x="130" y="429"/>
                      <a:pt x="131" y="427"/>
                      <a:pt x="125" y="424"/>
                    </a:cubicBezTo>
                    <a:cubicBezTo>
                      <a:pt x="122" y="424"/>
                      <a:pt x="127" y="425"/>
                      <a:pt x="126" y="427"/>
                    </a:cubicBezTo>
                    <a:cubicBezTo>
                      <a:pt x="126" y="428"/>
                      <a:pt x="123" y="426"/>
                      <a:pt x="120" y="425"/>
                    </a:cubicBezTo>
                    <a:cubicBezTo>
                      <a:pt x="116" y="422"/>
                      <a:pt x="119" y="421"/>
                      <a:pt x="118" y="419"/>
                    </a:cubicBezTo>
                    <a:cubicBezTo>
                      <a:pt x="119" y="420"/>
                      <a:pt x="122" y="422"/>
                      <a:pt x="121" y="422"/>
                    </a:cubicBezTo>
                    <a:cubicBezTo>
                      <a:pt x="127" y="424"/>
                      <a:pt x="121" y="418"/>
                      <a:pt x="125" y="419"/>
                    </a:cubicBezTo>
                    <a:cubicBezTo>
                      <a:pt x="122" y="415"/>
                      <a:pt x="121" y="417"/>
                      <a:pt x="118" y="416"/>
                    </a:cubicBezTo>
                    <a:cubicBezTo>
                      <a:pt x="119" y="417"/>
                      <a:pt x="117" y="418"/>
                      <a:pt x="117" y="419"/>
                    </a:cubicBezTo>
                    <a:cubicBezTo>
                      <a:pt x="108" y="418"/>
                      <a:pt x="115" y="413"/>
                      <a:pt x="108" y="409"/>
                    </a:cubicBezTo>
                    <a:cubicBezTo>
                      <a:pt x="108" y="413"/>
                      <a:pt x="98" y="407"/>
                      <a:pt x="100" y="413"/>
                    </a:cubicBezTo>
                    <a:cubicBezTo>
                      <a:pt x="98" y="412"/>
                      <a:pt x="96" y="411"/>
                      <a:pt x="95" y="410"/>
                    </a:cubicBezTo>
                    <a:cubicBezTo>
                      <a:pt x="98" y="409"/>
                      <a:pt x="93" y="407"/>
                      <a:pt x="97" y="407"/>
                    </a:cubicBezTo>
                    <a:cubicBezTo>
                      <a:pt x="95" y="405"/>
                      <a:pt x="95" y="405"/>
                      <a:pt x="95" y="405"/>
                    </a:cubicBezTo>
                    <a:cubicBezTo>
                      <a:pt x="100" y="406"/>
                      <a:pt x="100" y="406"/>
                      <a:pt x="100" y="406"/>
                    </a:cubicBezTo>
                    <a:cubicBezTo>
                      <a:pt x="98" y="403"/>
                      <a:pt x="95" y="399"/>
                      <a:pt x="94" y="397"/>
                    </a:cubicBezTo>
                    <a:cubicBezTo>
                      <a:pt x="91" y="395"/>
                      <a:pt x="94" y="399"/>
                      <a:pt x="90" y="397"/>
                    </a:cubicBezTo>
                    <a:cubicBezTo>
                      <a:pt x="92" y="397"/>
                      <a:pt x="91" y="394"/>
                      <a:pt x="89" y="393"/>
                    </a:cubicBezTo>
                    <a:cubicBezTo>
                      <a:pt x="92" y="396"/>
                      <a:pt x="87" y="395"/>
                      <a:pt x="85" y="394"/>
                    </a:cubicBezTo>
                    <a:cubicBezTo>
                      <a:pt x="82" y="392"/>
                      <a:pt x="81" y="388"/>
                      <a:pt x="81" y="388"/>
                    </a:cubicBezTo>
                    <a:cubicBezTo>
                      <a:pt x="86" y="389"/>
                      <a:pt x="86" y="389"/>
                      <a:pt x="86" y="389"/>
                    </a:cubicBezTo>
                    <a:cubicBezTo>
                      <a:pt x="82" y="388"/>
                      <a:pt x="85" y="388"/>
                      <a:pt x="82" y="386"/>
                    </a:cubicBezTo>
                    <a:cubicBezTo>
                      <a:pt x="81" y="386"/>
                      <a:pt x="78" y="386"/>
                      <a:pt x="77" y="387"/>
                    </a:cubicBezTo>
                    <a:cubicBezTo>
                      <a:pt x="75" y="385"/>
                      <a:pt x="74" y="383"/>
                      <a:pt x="73" y="383"/>
                    </a:cubicBezTo>
                    <a:cubicBezTo>
                      <a:pt x="77" y="384"/>
                      <a:pt x="77" y="384"/>
                      <a:pt x="77" y="384"/>
                    </a:cubicBezTo>
                    <a:cubicBezTo>
                      <a:pt x="73" y="381"/>
                      <a:pt x="79" y="381"/>
                      <a:pt x="74" y="378"/>
                    </a:cubicBezTo>
                    <a:cubicBezTo>
                      <a:pt x="72" y="378"/>
                      <a:pt x="72" y="378"/>
                      <a:pt x="72" y="378"/>
                    </a:cubicBezTo>
                    <a:cubicBezTo>
                      <a:pt x="72" y="377"/>
                      <a:pt x="72" y="376"/>
                      <a:pt x="73" y="377"/>
                    </a:cubicBezTo>
                    <a:cubicBezTo>
                      <a:pt x="71" y="377"/>
                      <a:pt x="69" y="375"/>
                      <a:pt x="68" y="374"/>
                    </a:cubicBezTo>
                    <a:cubicBezTo>
                      <a:pt x="69" y="373"/>
                      <a:pt x="69" y="373"/>
                      <a:pt x="69" y="373"/>
                    </a:cubicBezTo>
                    <a:cubicBezTo>
                      <a:pt x="67" y="372"/>
                      <a:pt x="63" y="371"/>
                      <a:pt x="63" y="368"/>
                    </a:cubicBezTo>
                    <a:cubicBezTo>
                      <a:pt x="62" y="371"/>
                      <a:pt x="65" y="370"/>
                      <a:pt x="66" y="373"/>
                    </a:cubicBezTo>
                    <a:cubicBezTo>
                      <a:pt x="66" y="377"/>
                      <a:pt x="62" y="372"/>
                      <a:pt x="62" y="371"/>
                    </a:cubicBezTo>
                    <a:cubicBezTo>
                      <a:pt x="64" y="370"/>
                      <a:pt x="58" y="367"/>
                      <a:pt x="56" y="364"/>
                    </a:cubicBezTo>
                    <a:cubicBezTo>
                      <a:pt x="56" y="363"/>
                      <a:pt x="55" y="361"/>
                      <a:pt x="55" y="360"/>
                    </a:cubicBezTo>
                    <a:cubicBezTo>
                      <a:pt x="53" y="360"/>
                      <a:pt x="53" y="360"/>
                      <a:pt x="53" y="360"/>
                    </a:cubicBezTo>
                    <a:cubicBezTo>
                      <a:pt x="56" y="357"/>
                      <a:pt x="49" y="356"/>
                      <a:pt x="49" y="353"/>
                    </a:cubicBezTo>
                    <a:cubicBezTo>
                      <a:pt x="50" y="354"/>
                      <a:pt x="51" y="353"/>
                      <a:pt x="51" y="351"/>
                    </a:cubicBezTo>
                    <a:cubicBezTo>
                      <a:pt x="50" y="355"/>
                      <a:pt x="45" y="349"/>
                      <a:pt x="44" y="350"/>
                    </a:cubicBezTo>
                    <a:cubicBezTo>
                      <a:pt x="42" y="345"/>
                      <a:pt x="48" y="349"/>
                      <a:pt x="48" y="347"/>
                    </a:cubicBezTo>
                    <a:cubicBezTo>
                      <a:pt x="45" y="346"/>
                      <a:pt x="46" y="341"/>
                      <a:pt x="43" y="341"/>
                    </a:cubicBezTo>
                    <a:cubicBezTo>
                      <a:pt x="44" y="345"/>
                      <a:pt x="41" y="341"/>
                      <a:pt x="40" y="341"/>
                    </a:cubicBezTo>
                    <a:cubicBezTo>
                      <a:pt x="38" y="337"/>
                      <a:pt x="41" y="341"/>
                      <a:pt x="40" y="338"/>
                    </a:cubicBezTo>
                    <a:cubicBezTo>
                      <a:pt x="39" y="336"/>
                      <a:pt x="36" y="335"/>
                      <a:pt x="37" y="338"/>
                    </a:cubicBezTo>
                    <a:cubicBezTo>
                      <a:pt x="36" y="335"/>
                      <a:pt x="32" y="333"/>
                      <a:pt x="32" y="330"/>
                    </a:cubicBezTo>
                    <a:cubicBezTo>
                      <a:pt x="33" y="328"/>
                      <a:pt x="36" y="335"/>
                      <a:pt x="36" y="333"/>
                    </a:cubicBezTo>
                    <a:cubicBezTo>
                      <a:pt x="32" y="326"/>
                      <a:pt x="30" y="331"/>
                      <a:pt x="27" y="325"/>
                    </a:cubicBezTo>
                    <a:cubicBezTo>
                      <a:pt x="27" y="328"/>
                      <a:pt x="24" y="327"/>
                      <a:pt x="22" y="324"/>
                    </a:cubicBezTo>
                    <a:cubicBezTo>
                      <a:pt x="19" y="317"/>
                      <a:pt x="24" y="327"/>
                      <a:pt x="25" y="323"/>
                    </a:cubicBezTo>
                    <a:cubicBezTo>
                      <a:pt x="23" y="321"/>
                      <a:pt x="23" y="321"/>
                      <a:pt x="23" y="321"/>
                    </a:cubicBezTo>
                    <a:cubicBezTo>
                      <a:pt x="25" y="316"/>
                      <a:pt x="31" y="327"/>
                      <a:pt x="32" y="322"/>
                    </a:cubicBezTo>
                    <a:cubicBezTo>
                      <a:pt x="30" y="320"/>
                      <a:pt x="30" y="320"/>
                      <a:pt x="30" y="320"/>
                    </a:cubicBezTo>
                    <a:cubicBezTo>
                      <a:pt x="31" y="320"/>
                      <a:pt x="32" y="321"/>
                      <a:pt x="33" y="319"/>
                    </a:cubicBezTo>
                    <a:cubicBezTo>
                      <a:pt x="30" y="319"/>
                      <a:pt x="30" y="313"/>
                      <a:pt x="29" y="312"/>
                    </a:cubicBezTo>
                    <a:cubicBezTo>
                      <a:pt x="27" y="312"/>
                      <a:pt x="30" y="315"/>
                      <a:pt x="29" y="315"/>
                    </a:cubicBezTo>
                    <a:cubicBezTo>
                      <a:pt x="27" y="312"/>
                      <a:pt x="24" y="311"/>
                      <a:pt x="24" y="306"/>
                    </a:cubicBezTo>
                    <a:cubicBezTo>
                      <a:pt x="26" y="308"/>
                      <a:pt x="26" y="304"/>
                      <a:pt x="27" y="305"/>
                    </a:cubicBezTo>
                    <a:cubicBezTo>
                      <a:pt x="27" y="303"/>
                      <a:pt x="25" y="305"/>
                      <a:pt x="25" y="301"/>
                    </a:cubicBezTo>
                    <a:cubicBezTo>
                      <a:pt x="26" y="301"/>
                      <a:pt x="26" y="301"/>
                      <a:pt x="26" y="301"/>
                    </a:cubicBezTo>
                    <a:cubicBezTo>
                      <a:pt x="23" y="289"/>
                      <a:pt x="22" y="272"/>
                      <a:pt x="18" y="260"/>
                    </a:cubicBezTo>
                    <a:cubicBezTo>
                      <a:pt x="20" y="258"/>
                      <a:pt x="20" y="254"/>
                      <a:pt x="21" y="247"/>
                    </a:cubicBezTo>
                    <a:cubicBezTo>
                      <a:pt x="21" y="250"/>
                      <a:pt x="19" y="247"/>
                      <a:pt x="19" y="246"/>
                    </a:cubicBezTo>
                    <a:cubicBezTo>
                      <a:pt x="21" y="242"/>
                      <a:pt x="21" y="242"/>
                      <a:pt x="21" y="242"/>
                    </a:cubicBezTo>
                    <a:cubicBezTo>
                      <a:pt x="23" y="239"/>
                      <a:pt x="22" y="233"/>
                      <a:pt x="21" y="230"/>
                    </a:cubicBezTo>
                    <a:cubicBezTo>
                      <a:pt x="22" y="229"/>
                      <a:pt x="22" y="229"/>
                      <a:pt x="23" y="229"/>
                    </a:cubicBezTo>
                    <a:cubicBezTo>
                      <a:pt x="24" y="225"/>
                      <a:pt x="22" y="225"/>
                      <a:pt x="22" y="224"/>
                    </a:cubicBezTo>
                    <a:cubicBezTo>
                      <a:pt x="23" y="221"/>
                      <a:pt x="23" y="221"/>
                      <a:pt x="23" y="221"/>
                    </a:cubicBezTo>
                    <a:cubicBezTo>
                      <a:pt x="22" y="221"/>
                      <a:pt x="22" y="221"/>
                      <a:pt x="22" y="221"/>
                    </a:cubicBezTo>
                    <a:cubicBezTo>
                      <a:pt x="22" y="217"/>
                      <a:pt x="23" y="213"/>
                      <a:pt x="25" y="213"/>
                    </a:cubicBezTo>
                    <a:cubicBezTo>
                      <a:pt x="25" y="212"/>
                      <a:pt x="25" y="211"/>
                      <a:pt x="24" y="212"/>
                    </a:cubicBezTo>
                    <a:cubicBezTo>
                      <a:pt x="26" y="209"/>
                      <a:pt x="28" y="200"/>
                      <a:pt x="29" y="193"/>
                    </a:cubicBezTo>
                    <a:cubicBezTo>
                      <a:pt x="28" y="196"/>
                      <a:pt x="27" y="196"/>
                      <a:pt x="26" y="196"/>
                    </a:cubicBezTo>
                    <a:cubicBezTo>
                      <a:pt x="24" y="194"/>
                      <a:pt x="27" y="194"/>
                      <a:pt x="26" y="191"/>
                    </a:cubicBezTo>
                    <a:cubicBezTo>
                      <a:pt x="27" y="192"/>
                      <a:pt x="28" y="189"/>
                      <a:pt x="28" y="192"/>
                    </a:cubicBezTo>
                    <a:cubicBezTo>
                      <a:pt x="33" y="185"/>
                      <a:pt x="36" y="173"/>
                      <a:pt x="40" y="164"/>
                    </a:cubicBezTo>
                    <a:cubicBezTo>
                      <a:pt x="40" y="162"/>
                      <a:pt x="40" y="162"/>
                      <a:pt x="39" y="161"/>
                    </a:cubicBezTo>
                    <a:cubicBezTo>
                      <a:pt x="45" y="156"/>
                      <a:pt x="47" y="148"/>
                      <a:pt x="51" y="142"/>
                    </a:cubicBezTo>
                    <a:cubicBezTo>
                      <a:pt x="49" y="143"/>
                      <a:pt x="48" y="139"/>
                      <a:pt x="50" y="136"/>
                    </a:cubicBezTo>
                    <a:cubicBezTo>
                      <a:pt x="51" y="131"/>
                      <a:pt x="53" y="136"/>
                      <a:pt x="56" y="133"/>
                    </a:cubicBezTo>
                    <a:cubicBezTo>
                      <a:pt x="57" y="131"/>
                      <a:pt x="59" y="128"/>
                      <a:pt x="60" y="127"/>
                    </a:cubicBezTo>
                    <a:cubicBezTo>
                      <a:pt x="60" y="127"/>
                      <a:pt x="60" y="127"/>
                      <a:pt x="60" y="127"/>
                    </a:cubicBezTo>
                    <a:cubicBezTo>
                      <a:pt x="61" y="125"/>
                      <a:pt x="63" y="121"/>
                      <a:pt x="65" y="120"/>
                    </a:cubicBezTo>
                    <a:cubicBezTo>
                      <a:pt x="65" y="120"/>
                      <a:pt x="65" y="120"/>
                      <a:pt x="65" y="120"/>
                    </a:cubicBezTo>
                    <a:cubicBezTo>
                      <a:pt x="67" y="118"/>
                      <a:pt x="69" y="117"/>
                      <a:pt x="71" y="115"/>
                    </a:cubicBezTo>
                    <a:cubicBezTo>
                      <a:pt x="70" y="113"/>
                      <a:pt x="75" y="109"/>
                      <a:pt x="74" y="107"/>
                    </a:cubicBezTo>
                    <a:cubicBezTo>
                      <a:pt x="75" y="107"/>
                      <a:pt x="74" y="107"/>
                      <a:pt x="75" y="107"/>
                    </a:cubicBezTo>
                    <a:cubicBezTo>
                      <a:pt x="74" y="106"/>
                      <a:pt x="74" y="106"/>
                      <a:pt x="74" y="106"/>
                    </a:cubicBezTo>
                    <a:cubicBezTo>
                      <a:pt x="78" y="103"/>
                      <a:pt x="78" y="103"/>
                      <a:pt x="78" y="103"/>
                    </a:cubicBezTo>
                    <a:cubicBezTo>
                      <a:pt x="78" y="104"/>
                      <a:pt x="78" y="105"/>
                      <a:pt x="78" y="106"/>
                    </a:cubicBezTo>
                    <a:cubicBezTo>
                      <a:pt x="82" y="103"/>
                      <a:pt x="78" y="104"/>
                      <a:pt x="79" y="101"/>
                    </a:cubicBezTo>
                    <a:cubicBezTo>
                      <a:pt x="81" y="98"/>
                      <a:pt x="82" y="99"/>
                      <a:pt x="84" y="99"/>
                    </a:cubicBezTo>
                    <a:cubicBezTo>
                      <a:pt x="84" y="100"/>
                      <a:pt x="82" y="100"/>
                      <a:pt x="81" y="101"/>
                    </a:cubicBezTo>
                    <a:cubicBezTo>
                      <a:pt x="81" y="103"/>
                      <a:pt x="83" y="100"/>
                      <a:pt x="84" y="101"/>
                    </a:cubicBezTo>
                    <a:cubicBezTo>
                      <a:pt x="85" y="100"/>
                      <a:pt x="84" y="98"/>
                      <a:pt x="86" y="97"/>
                    </a:cubicBezTo>
                    <a:cubicBezTo>
                      <a:pt x="88" y="96"/>
                      <a:pt x="92" y="92"/>
                      <a:pt x="92" y="93"/>
                    </a:cubicBezTo>
                    <a:cubicBezTo>
                      <a:pt x="93" y="91"/>
                      <a:pt x="95" y="90"/>
                      <a:pt x="96" y="88"/>
                    </a:cubicBezTo>
                    <a:cubicBezTo>
                      <a:pt x="94" y="89"/>
                      <a:pt x="91" y="91"/>
                      <a:pt x="90" y="91"/>
                    </a:cubicBezTo>
                    <a:cubicBezTo>
                      <a:pt x="91" y="90"/>
                      <a:pt x="94" y="87"/>
                      <a:pt x="94" y="87"/>
                    </a:cubicBezTo>
                    <a:cubicBezTo>
                      <a:pt x="94" y="88"/>
                      <a:pt x="94" y="88"/>
                      <a:pt x="94" y="88"/>
                    </a:cubicBezTo>
                    <a:cubicBezTo>
                      <a:pt x="94" y="87"/>
                      <a:pt x="99" y="84"/>
                      <a:pt x="96" y="85"/>
                    </a:cubicBezTo>
                    <a:cubicBezTo>
                      <a:pt x="100" y="84"/>
                      <a:pt x="100" y="84"/>
                      <a:pt x="100" y="84"/>
                    </a:cubicBezTo>
                    <a:cubicBezTo>
                      <a:pt x="100" y="82"/>
                      <a:pt x="103" y="80"/>
                      <a:pt x="105" y="78"/>
                    </a:cubicBezTo>
                    <a:cubicBezTo>
                      <a:pt x="106" y="80"/>
                      <a:pt x="106" y="82"/>
                      <a:pt x="110" y="80"/>
                    </a:cubicBezTo>
                    <a:cubicBezTo>
                      <a:pt x="113" y="76"/>
                      <a:pt x="113" y="76"/>
                      <a:pt x="113" y="76"/>
                    </a:cubicBezTo>
                    <a:cubicBezTo>
                      <a:pt x="115" y="74"/>
                      <a:pt x="116" y="74"/>
                      <a:pt x="116" y="75"/>
                    </a:cubicBezTo>
                    <a:cubicBezTo>
                      <a:pt x="124" y="71"/>
                      <a:pt x="121" y="66"/>
                      <a:pt x="128" y="64"/>
                    </a:cubicBezTo>
                    <a:cubicBezTo>
                      <a:pt x="126" y="67"/>
                      <a:pt x="129" y="66"/>
                      <a:pt x="132" y="65"/>
                    </a:cubicBezTo>
                    <a:cubicBezTo>
                      <a:pt x="131" y="65"/>
                      <a:pt x="131" y="64"/>
                      <a:pt x="132" y="63"/>
                    </a:cubicBezTo>
                    <a:cubicBezTo>
                      <a:pt x="131" y="63"/>
                      <a:pt x="132" y="65"/>
                      <a:pt x="129" y="65"/>
                    </a:cubicBezTo>
                    <a:cubicBezTo>
                      <a:pt x="128" y="65"/>
                      <a:pt x="131" y="63"/>
                      <a:pt x="132" y="62"/>
                    </a:cubicBezTo>
                    <a:cubicBezTo>
                      <a:pt x="139" y="63"/>
                      <a:pt x="150" y="53"/>
                      <a:pt x="160" y="50"/>
                    </a:cubicBezTo>
                    <a:cubicBezTo>
                      <a:pt x="158" y="48"/>
                      <a:pt x="163" y="48"/>
                      <a:pt x="164" y="46"/>
                    </a:cubicBezTo>
                    <a:cubicBezTo>
                      <a:pt x="165" y="49"/>
                      <a:pt x="169" y="43"/>
                      <a:pt x="172" y="44"/>
                    </a:cubicBezTo>
                    <a:cubicBezTo>
                      <a:pt x="170" y="42"/>
                      <a:pt x="170" y="42"/>
                      <a:pt x="170" y="42"/>
                    </a:cubicBezTo>
                    <a:cubicBezTo>
                      <a:pt x="176" y="41"/>
                      <a:pt x="177" y="34"/>
                      <a:pt x="182" y="36"/>
                    </a:cubicBezTo>
                    <a:cubicBezTo>
                      <a:pt x="185" y="35"/>
                      <a:pt x="182" y="38"/>
                      <a:pt x="181" y="39"/>
                    </a:cubicBezTo>
                    <a:cubicBezTo>
                      <a:pt x="186" y="40"/>
                      <a:pt x="191" y="32"/>
                      <a:pt x="196" y="34"/>
                    </a:cubicBezTo>
                    <a:cubicBezTo>
                      <a:pt x="196" y="33"/>
                      <a:pt x="194" y="32"/>
                      <a:pt x="197" y="30"/>
                    </a:cubicBezTo>
                    <a:cubicBezTo>
                      <a:pt x="201" y="30"/>
                      <a:pt x="207" y="29"/>
                      <a:pt x="207" y="29"/>
                    </a:cubicBezTo>
                    <a:cubicBezTo>
                      <a:pt x="209" y="28"/>
                      <a:pt x="210" y="27"/>
                      <a:pt x="213" y="27"/>
                    </a:cubicBezTo>
                    <a:cubicBezTo>
                      <a:pt x="213" y="28"/>
                      <a:pt x="212" y="28"/>
                      <a:pt x="211" y="29"/>
                    </a:cubicBezTo>
                    <a:cubicBezTo>
                      <a:pt x="215" y="28"/>
                      <a:pt x="219" y="26"/>
                      <a:pt x="222" y="24"/>
                    </a:cubicBezTo>
                    <a:cubicBezTo>
                      <a:pt x="225" y="26"/>
                      <a:pt x="233" y="23"/>
                      <a:pt x="238" y="23"/>
                    </a:cubicBezTo>
                    <a:cubicBezTo>
                      <a:pt x="241" y="20"/>
                      <a:pt x="247" y="23"/>
                      <a:pt x="247" y="20"/>
                    </a:cubicBezTo>
                    <a:cubicBezTo>
                      <a:pt x="247" y="20"/>
                      <a:pt x="247" y="20"/>
                      <a:pt x="248" y="21"/>
                    </a:cubicBezTo>
                    <a:cubicBezTo>
                      <a:pt x="249" y="19"/>
                      <a:pt x="251" y="17"/>
                      <a:pt x="253" y="17"/>
                    </a:cubicBezTo>
                    <a:cubicBezTo>
                      <a:pt x="253" y="19"/>
                      <a:pt x="253" y="19"/>
                      <a:pt x="253" y="19"/>
                    </a:cubicBezTo>
                    <a:cubicBezTo>
                      <a:pt x="252" y="22"/>
                      <a:pt x="260" y="19"/>
                      <a:pt x="261" y="20"/>
                    </a:cubicBezTo>
                    <a:cubicBezTo>
                      <a:pt x="258" y="19"/>
                      <a:pt x="263" y="20"/>
                      <a:pt x="263" y="18"/>
                    </a:cubicBezTo>
                    <a:cubicBezTo>
                      <a:pt x="266" y="18"/>
                      <a:pt x="266" y="18"/>
                      <a:pt x="266" y="18"/>
                    </a:cubicBezTo>
                    <a:cubicBezTo>
                      <a:pt x="271" y="17"/>
                      <a:pt x="267" y="17"/>
                      <a:pt x="273" y="16"/>
                    </a:cubicBezTo>
                    <a:cubicBezTo>
                      <a:pt x="276" y="16"/>
                      <a:pt x="274" y="19"/>
                      <a:pt x="273" y="19"/>
                    </a:cubicBezTo>
                    <a:cubicBezTo>
                      <a:pt x="275" y="20"/>
                      <a:pt x="278" y="19"/>
                      <a:pt x="281" y="19"/>
                    </a:cubicBezTo>
                    <a:cubicBezTo>
                      <a:pt x="280" y="18"/>
                      <a:pt x="280" y="18"/>
                      <a:pt x="281" y="18"/>
                    </a:cubicBezTo>
                    <a:cubicBezTo>
                      <a:pt x="281" y="18"/>
                      <a:pt x="281" y="18"/>
                      <a:pt x="281" y="19"/>
                    </a:cubicBezTo>
                    <a:cubicBezTo>
                      <a:pt x="282" y="18"/>
                      <a:pt x="283" y="18"/>
                      <a:pt x="285" y="18"/>
                    </a:cubicBezTo>
                    <a:cubicBezTo>
                      <a:pt x="285" y="19"/>
                      <a:pt x="285" y="19"/>
                      <a:pt x="285" y="19"/>
                    </a:cubicBezTo>
                    <a:cubicBezTo>
                      <a:pt x="283" y="19"/>
                      <a:pt x="282" y="19"/>
                      <a:pt x="281" y="19"/>
                    </a:cubicBezTo>
                    <a:cubicBezTo>
                      <a:pt x="282" y="19"/>
                      <a:pt x="283" y="19"/>
                      <a:pt x="284" y="19"/>
                    </a:cubicBezTo>
                    <a:cubicBezTo>
                      <a:pt x="285" y="19"/>
                      <a:pt x="285" y="19"/>
                      <a:pt x="285" y="19"/>
                    </a:cubicBezTo>
                    <a:cubicBezTo>
                      <a:pt x="286" y="19"/>
                      <a:pt x="287" y="19"/>
                      <a:pt x="288" y="20"/>
                    </a:cubicBezTo>
                    <a:cubicBezTo>
                      <a:pt x="287" y="21"/>
                      <a:pt x="287" y="21"/>
                      <a:pt x="287" y="21"/>
                    </a:cubicBezTo>
                    <a:cubicBezTo>
                      <a:pt x="289" y="22"/>
                      <a:pt x="294" y="20"/>
                      <a:pt x="294" y="20"/>
                    </a:cubicBezTo>
                    <a:cubicBezTo>
                      <a:pt x="303" y="22"/>
                      <a:pt x="318" y="23"/>
                      <a:pt x="322" y="24"/>
                    </a:cubicBezTo>
                    <a:cubicBezTo>
                      <a:pt x="319" y="23"/>
                      <a:pt x="318" y="24"/>
                      <a:pt x="320" y="24"/>
                    </a:cubicBezTo>
                    <a:cubicBezTo>
                      <a:pt x="323" y="25"/>
                      <a:pt x="326" y="24"/>
                      <a:pt x="326" y="25"/>
                    </a:cubicBezTo>
                    <a:cubicBezTo>
                      <a:pt x="329" y="25"/>
                      <a:pt x="328" y="27"/>
                      <a:pt x="332" y="28"/>
                    </a:cubicBezTo>
                    <a:cubicBezTo>
                      <a:pt x="332" y="29"/>
                      <a:pt x="333" y="27"/>
                      <a:pt x="332" y="27"/>
                    </a:cubicBezTo>
                    <a:cubicBezTo>
                      <a:pt x="337" y="31"/>
                      <a:pt x="347" y="31"/>
                      <a:pt x="354" y="36"/>
                    </a:cubicBezTo>
                    <a:cubicBezTo>
                      <a:pt x="353" y="36"/>
                      <a:pt x="352" y="36"/>
                      <a:pt x="351" y="37"/>
                    </a:cubicBezTo>
                    <a:cubicBezTo>
                      <a:pt x="357" y="38"/>
                      <a:pt x="363" y="41"/>
                      <a:pt x="369" y="42"/>
                    </a:cubicBezTo>
                    <a:cubicBezTo>
                      <a:pt x="368" y="42"/>
                      <a:pt x="368" y="43"/>
                      <a:pt x="366" y="43"/>
                    </a:cubicBezTo>
                    <a:cubicBezTo>
                      <a:pt x="369" y="44"/>
                      <a:pt x="372" y="46"/>
                      <a:pt x="375" y="47"/>
                    </a:cubicBezTo>
                    <a:cubicBezTo>
                      <a:pt x="375" y="47"/>
                      <a:pt x="375" y="47"/>
                      <a:pt x="375" y="47"/>
                    </a:cubicBezTo>
                    <a:cubicBezTo>
                      <a:pt x="373" y="44"/>
                      <a:pt x="378" y="46"/>
                      <a:pt x="381" y="48"/>
                    </a:cubicBezTo>
                    <a:cubicBezTo>
                      <a:pt x="380" y="48"/>
                      <a:pt x="380" y="48"/>
                      <a:pt x="380" y="48"/>
                    </a:cubicBezTo>
                    <a:cubicBezTo>
                      <a:pt x="384" y="51"/>
                      <a:pt x="385" y="50"/>
                      <a:pt x="388" y="53"/>
                    </a:cubicBezTo>
                    <a:cubicBezTo>
                      <a:pt x="390" y="55"/>
                      <a:pt x="386" y="52"/>
                      <a:pt x="386" y="53"/>
                    </a:cubicBezTo>
                    <a:cubicBezTo>
                      <a:pt x="386" y="56"/>
                      <a:pt x="393" y="61"/>
                      <a:pt x="394" y="62"/>
                    </a:cubicBezTo>
                    <a:cubicBezTo>
                      <a:pt x="395" y="62"/>
                      <a:pt x="396" y="63"/>
                      <a:pt x="397" y="62"/>
                    </a:cubicBezTo>
                    <a:cubicBezTo>
                      <a:pt x="400" y="64"/>
                      <a:pt x="397" y="64"/>
                      <a:pt x="399" y="66"/>
                    </a:cubicBezTo>
                    <a:cubicBezTo>
                      <a:pt x="409" y="69"/>
                      <a:pt x="409" y="69"/>
                      <a:pt x="409" y="69"/>
                    </a:cubicBezTo>
                    <a:cubicBezTo>
                      <a:pt x="408" y="69"/>
                      <a:pt x="410" y="73"/>
                      <a:pt x="407" y="71"/>
                    </a:cubicBezTo>
                    <a:cubicBezTo>
                      <a:pt x="412" y="76"/>
                      <a:pt x="417" y="77"/>
                      <a:pt x="422" y="80"/>
                    </a:cubicBezTo>
                    <a:cubicBezTo>
                      <a:pt x="423" y="82"/>
                      <a:pt x="428" y="87"/>
                      <a:pt x="430" y="89"/>
                    </a:cubicBezTo>
                    <a:cubicBezTo>
                      <a:pt x="429" y="90"/>
                      <a:pt x="428" y="87"/>
                      <a:pt x="427" y="87"/>
                    </a:cubicBezTo>
                    <a:cubicBezTo>
                      <a:pt x="428" y="91"/>
                      <a:pt x="428" y="91"/>
                      <a:pt x="428" y="91"/>
                    </a:cubicBezTo>
                    <a:cubicBezTo>
                      <a:pt x="425" y="87"/>
                      <a:pt x="427" y="93"/>
                      <a:pt x="424" y="91"/>
                    </a:cubicBezTo>
                    <a:cubicBezTo>
                      <a:pt x="428" y="94"/>
                      <a:pt x="432" y="102"/>
                      <a:pt x="435" y="107"/>
                    </a:cubicBezTo>
                    <a:cubicBezTo>
                      <a:pt x="435" y="102"/>
                      <a:pt x="440" y="113"/>
                      <a:pt x="443" y="111"/>
                    </a:cubicBezTo>
                    <a:cubicBezTo>
                      <a:pt x="447" y="117"/>
                      <a:pt x="443" y="115"/>
                      <a:pt x="443" y="118"/>
                    </a:cubicBezTo>
                    <a:cubicBezTo>
                      <a:pt x="448" y="124"/>
                      <a:pt x="451" y="130"/>
                      <a:pt x="453" y="136"/>
                    </a:cubicBezTo>
                    <a:cubicBezTo>
                      <a:pt x="453" y="136"/>
                      <a:pt x="453" y="136"/>
                      <a:pt x="453" y="136"/>
                    </a:cubicBezTo>
                    <a:cubicBezTo>
                      <a:pt x="456" y="141"/>
                      <a:pt x="459" y="150"/>
                      <a:pt x="464" y="155"/>
                    </a:cubicBezTo>
                    <a:cubicBezTo>
                      <a:pt x="463" y="154"/>
                      <a:pt x="463" y="155"/>
                      <a:pt x="462" y="154"/>
                    </a:cubicBezTo>
                    <a:cubicBezTo>
                      <a:pt x="463" y="160"/>
                      <a:pt x="465" y="154"/>
                      <a:pt x="466" y="161"/>
                    </a:cubicBezTo>
                    <a:cubicBezTo>
                      <a:pt x="465" y="160"/>
                      <a:pt x="465" y="160"/>
                      <a:pt x="465" y="160"/>
                    </a:cubicBezTo>
                    <a:cubicBezTo>
                      <a:pt x="467" y="164"/>
                      <a:pt x="467" y="169"/>
                      <a:pt x="470" y="173"/>
                    </a:cubicBezTo>
                    <a:cubicBezTo>
                      <a:pt x="469" y="174"/>
                      <a:pt x="469" y="173"/>
                      <a:pt x="468" y="172"/>
                    </a:cubicBezTo>
                    <a:cubicBezTo>
                      <a:pt x="470" y="177"/>
                      <a:pt x="471" y="182"/>
                      <a:pt x="474" y="186"/>
                    </a:cubicBezTo>
                    <a:cubicBezTo>
                      <a:pt x="473" y="186"/>
                      <a:pt x="472" y="186"/>
                      <a:pt x="471" y="184"/>
                    </a:cubicBezTo>
                    <a:cubicBezTo>
                      <a:pt x="471" y="189"/>
                      <a:pt x="474" y="189"/>
                      <a:pt x="474" y="193"/>
                    </a:cubicBezTo>
                    <a:cubicBezTo>
                      <a:pt x="475" y="194"/>
                      <a:pt x="474" y="197"/>
                      <a:pt x="474" y="196"/>
                    </a:cubicBezTo>
                    <a:cubicBezTo>
                      <a:pt x="475" y="198"/>
                      <a:pt x="476" y="205"/>
                      <a:pt x="477" y="207"/>
                    </a:cubicBezTo>
                    <a:cubicBezTo>
                      <a:pt x="476" y="208"/>
                      <a:pt x="476" y="209"/>
                      <a:pt x="475" y="212"/>
                    </a:cubicBezTo>
                    <a:cubicBezTo>
                      <a:pt x="478" y="236"/>
                      <a:pt x="473" y="260"/>
                      <a:pt x="467" y="283"/>
                    </a:cubicBezTo>
                    <a:cubicBezTo>
                      <a:pt x="463" y="286"/>
                      <a:pt x="467" y="277"/>
                      <a:pt x="464" y="279"/>
                    </a:cubicBezTo>
                    <a:cubicBezTo>
                      <a:pt x="467" y="280"/>
                      <a:pt x="464" y="283"/>
                      <a:pt x="461" y="290"/>
                    </a:cubicBezTo>
                    <a:cubicBezTo>
                      <a:pt x="461" y="290"/>
                      <a:pt x="461" y="290"/>
                      <a:pt x="461" y="290"/>
                    </a:cubicBezTo>
                    <a:cubicBezTo>
                      <a:pt x="460" y="293"/>
                      <a:pt x="458" y="294"/>
                      <a:pt x="457" y="297"/>
                    </a:cubicBezTo>
                    <a:cubicBezTo>
                      <a:pt x="458" y="297"/>
                      <a:pt x="458" y="297"/>
                      <a:pt x="458" y="297"/>
                    </a:cubicBezTo>
                    <a:cubicBezTo>
                      <a:pt x="458" y="301"/>
                      <a:pt x="452" y="303"/>
                      <a:pt x="453" y="306"/>
                    </a:cubicBezTo>
                    <a:cubicBezTo>
                      <a:pt x="451" y="307"/>
                      <a:pt x="451" y="307"/>
                      <a:pt x="451" y="307"/>
                    </a:cubicBezTo>
                    <a:cubicBezTo>
                      <a:pt x="451" y="312"/>
                      <a:pt x="447" y="312"/>
                      <a:pt x="447" y="316"/>
                    </a:cubicBezTo>
                    <a:cubicBezTo>
                      <a:pt x="447" y="316"/>
                      <a:pt x="447" y="316"/>
                      <a:pt x="447" y="316"/>
                    </a:cubicBezTo>
                    <a:cubicBezTo>
                      <a:pt x="443" y="320"/>
                      <a:pt x="442" y="327"/>
                      <a:pt x="439" y="328"/>
                    </a:cubicBezTo>
                    <a:cubicBezTo>
                      <a:pt x="437" y="332"/>
                      <a:pt x="434" y="337"/>
                      <a:pt x="435" y="339"/>
                    </a:cubicBezTo>
                    <a:cubicBezTo>
                      <a:pt x="433" y="339"/>
                      <a:pt x="433" y="338"/>
                      <a:pt x="433" y="337"/>
                    </a:cubicBezTo>
                    <a:cubicBezTo>
                      <a:pt x="422" y="352"/>
                      <a:pt x="406" y="365"/>
                      <a:pt x="395" y="377"/>
                    </a:cubicBezTo>
                    <a:cubicBezTo>
                      <a:pt x="394" y="378"/>
                      <a:pt x="395" y="377"/>
                      <a:pt x="395" y="376"/>
                    </a:cubicBezTo>
                    <a:cubicBezTo>
                      <a:pt x="389" y="385"/>
                      <a:pt x="378" y="390"/>
                      <a:pt x="378" y="398"/>
                    </a:cubicBezTo>
                    <a:cubicBezTo>
                      <a:pt x="377" y="402"/>
                      <a:pt x="377" y="402"/>
                      <a:pt x="377" y="402"/>
                    </a:cubicBezTo>
                    <a:cubicBezTo>
                      <a:pt x="375" y="403"/>
                      <a:pt x="375" y="402"/>
                      <a:pt x="373" y="403"/>
                    </a:cubicBezTo>
                    <a:cubicBezTo>
                      <a:pt x="373" y="406"/>
                      <a:pt x="368" y="411"/>
                      <a:pt x="369" y="413"/>
                    </a:cubicBezTo>
                    <a:cubicBezTo>
                      <a:pt x="368" y="414"/>
                      <a:pt x="369" y="412"/>
                      <a:pt x="368" y="412"/>
                    </a:cubicBezTo>
                    <a:cubicBezTo>
                      <a:pt x="365" y="416"/>
                      <a:pt x="365" y="422"/>
                      <a:pt x="363" y="426"/>
                    </a:cubicBezTo>
                    <a:cubicBezTo>
                      <a:pt x="363" y="424"/>
                      <a:pt x="363" y="424"/>
                      <a:pt x="363" y="424"/>
                    </a:cubicBezTo>
                    <a:cubicBezTo>
                      <a:pt x="349" y="443"/>
                      <a:pt x="340" y="473"/>
                      <a:pt x="342" y="493"/>
                    </a:cubicBezTo>
                    <a:cubicBezTo>
                      <a:pt x="343" y="498"/>
                      <a:pt x="340" y="495"/>
                      <a:pt x="340" y="497"/>
                    </a:cubicBezTo>
                    <a:cubicBezTo>
                      <a:pt x="342" y="517"/>
                      <a:pt x="338" y="542"/>
                      <a:pt x="349" y="558"/>
                    </a:cubicBezTo>
                    <a:cubicBezTo>
                      <a:pt x="355" y="570"/>
                      <a:pt x="363" y="573"/>
                      <a:pt x="363" y="573"/>
                    </a:cubicBezTo>
                    <a:cubicBezTo>
                      <a:pt x="346" y="542"/>
                      <a:pt x="349" y="513"/>
                      <a:pt x="356" y="481"/>
                    </a:cubicBezTo>
                    <a:cubicBezTo>
                      <a:pt x="356" y="470"/>
                      <a:pt x="359" y="457"/>
                      <a:pt x="363" y="448"/>
                    </a:cubicBezTo>
                    <a:cubicBezTo>
                      <a:pt x="376" y="404"/>
                      <a:pt x="410" y="388"/>
                      <a:pt x="444" y="349"/>
                    </a:cubicBezTo>
                    <a:cubicBezTo>
                      <a:pt x="442" y="350"/>
                      <a:pt x="443" y="348"/>
                      <a:pt x="444" y="346"/>
                    </a:cubicBezTo>
                    <a:cubicBezTo>
                      <a:pt x="445" y="345"/>
                      <a:pt x="445" y="345"/>
                      <a:pt x="445" y="345"/>
                    </a:cubicBezTo>
                    <a:cubicBezTo>
                      <a:pt x="446" y="342"/>
                      <a:pt x="446" y="342"/>
                      <a:pt x="446" y="342"/>
                    </a:cubicBezTo>
                    <a:cubicBezTo>
                      <a:pt x="448" y="339"/>
                      <a:pt x="449" y="341"/>
                      <a:pt x="447" y="344"/>
                    </a:cubicBezTo>
                    <a:cubicBezTo>
                      <a:pt x="459" y="329"/>
                      <a:pt x="467" y="314"/>
                      <a:pt x="475" y="297"/>
                    </a:cubicBezTo>
                    <a:cubicBezTo>
                      <a:pt x="474" y="295"/>
                      <a:pt x="479" y="288"/>
                      <a:pt x="477" y="286"/>
                    </a:cubicBezTo>
                    <a:cubicBezTo>
                      <a:pt x="478" y="286"/>
                      <a:pt x="478" y="286"/>
                      <a:pt x="478" y="287"/>
                    </a:cubicBezTo>
                    <a:cubicBezTo>
                      <a:pt x="481" y="274"/>
                      <a:pt x="482" y="274"/>
                      <a:pt x="487" y="263"/>
                    </a:cubicBezTo>
                    <a:cubicBezTo>
                      <a:pt x="501" y="211"/>
                      <a:pt x="485" y="161"/>
                      <a:pt x="463" y="11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02" name="Rectangle 77"/>
              <p:cNvSpPr>
                <a:spLocks noChangeArrowheads="1"/>
              </p:cNvSpPr>
              <p:nvPr>
                <p:custDataLst>
                  <p:tags r:id="rId323"/>
                </p:custDataLst>
              </p:nvPr>
            </p:nvSpPr>
            <p:spPr bwMode="auto">
              <a:xfrm>
                <a:off x="4586" y="1893"/>
                <a:ext cx="1" cy="2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03" name="Freeform 78"/>
              <p:cNvSpPr/>
              <p:nvPr>
                <p:custDataLst>
                  <p:tags r:id="rId324"/>
                </p:custDataLst>
              </p:nvPr>
            </p:nvSpPr>
            <p:spPr bwMode="auto">
              <a:xfrm>
                <a:off x="3937" y="2817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04" name="Freeform 79"/>
              <p:cNvSpPr/>
              <p:nvPr>
                <p:custDataLst>
                  <p:tags r:id="rId325"/>
                </p:custDataLst>
              </p:nvPr>
            </p:nvSpPr>
            <p:spPr bwMode="auto">
              <a:xfrm>
                <a:off x="4629" y="1859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2 w 2"/>
                  <a:gd name="T3" fmla="*/ 2 h 2"/>
                  <a:gd name="T4" fmla="*/ 0 w 2"/>
                  <a:gd name="T5" fmla="*/ 0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2" y="2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05" name="Freeform 80"/>
              <p:cNvSpPr/>
              <p:nvPr>
                <p:custDataLst>
                  <p:tags r:id="rId326"/>
                </p:custDataLst>
              </p:nvPr>
            </p:nvSpPr>
            <p:spPr bwMode="auto">
              <a:xfrm>
                <a:off x="3967" y="2813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06" name="Freeform 81"/>
              <p:cNvSpPr/>
              <p:nvPr>
                <p:custDataLst>
                  <p:tags r:id="rId327"/>
                </p:custDataLst>
              </p:nvPr>
            </p:nvSpPr>
            <p:spPr bwMode="auto">
              <a:xfrm>
                <a:off x="4618" y="1878"/>
                <a:ext cx="2" cy="4"/>
              </a:xfrm>
              <a:custGeom>
                <a:avLst/>
                <a:gdLst>
                  <a:gd name="T0" fmla="*/ 0 w 1"/>
                  <a:gd name="T1" fmla="*/ 1 h 2"/>
                  <a:gd name="T2" fmla="*/ 1 w 1"/>
                  <a:gd name="T3" fmla="*/ 2 h 2"/>
                  <a:gd name="T4" fmla="*/ 0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0"/>
                      <a:pt x="1" y="2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07" name="Freeform 82"/>
              <p:cNvSpPr/>
              <p:nvPr>
                <p:custDataLst>
                  <p:tags r:id="rId328"/>
                </p:custDataLst>
              </p:nvPr>
            </p:nvSpPr>
            <p:spPr bwMode="auto">
              <a:xfrm>
                <a:off x="3814" y="226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08" name="Freeform 83"/>
              <p:cNvSpPr/>
              <p:nvPr>
                <p:custDataLst>
                  <p:tags r:id="rId329"/>
                </p:custDataLst>
              </p:nvPr>
            </p:nvSpPr>
            <p:spPr bwMode="auto">
              <a:xfrm>
                <a:off x="3876" y="2438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09" name="Freeform 84"/>
              <p:cNvSpPr/>
              <p:nvPr>
                <p:custDataLst>
                  <p:tags r:id="rId330"/>
                </p:custDataLst>
              </p:nvPr>
            </p:nvSpPr>
            <p:spPr bwMode="auto">
              <a:xfrm>
                <a:off x="4618" y="187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10" name="Freeform 85"/>
              <p:cNvSpPr/>
              <p:nvPr>
                <p:custDataLst>
                  <p:tags r:id="rId331"/>
                </p:custDataLst>
              </p:nvPr>
            </p:nvSpPr>
            <p:spPr bwMode="auto">
              <a:xfrm>
                <a:off x="3801" y="2272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11" name="Freeform 86"/>
              <p:cNvSpPr/>
              <p:nvPr>
                <p:custDataLst>
                  <p:tags r:id="rId332"/>
                </p:custDataLst>
              </p:nvPr>
            </p:nvSpPr>
            <p:spPr bwMode="auto">
              <a:xfrm>
                <a:off x="3808" y="2266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12" name="Freeform 87"/>
              <p:cNvSpPr/>
              <p:nvPr>
                <p:custDataLst>
                  <p:tags r:id="rId333"/>
                </p:custDataLst>
              </p:nvPr>
            </p:nvSpPr>
            <p:spPr bwMode="auto">
              <a:xfrm>
                <a:off x="3878" y="2393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13" name="Freeform 88"/>
              <p:cNvSpPr/>
              <p:nvPr>
                <p:custDataLst>
                  <p:tags r:id="rId334"/>
                </p:custDataLst>
              </p:nvPr>
            </p:nvSpPr>
            <p:spPr bwMode="auto">
              <a:xfrm>
                <a:off x="3810" y="2266"/>
                <a:ext cx="6" cy="0"/>
              </a:xfrm>
              <a:custGeom>
                <a:avLst/>
                <a:gdLst>
                  <a:gd name="T0" fmla="*/ 1 w 3"/>
                  <a:gd name="T1" fmla="*/ 0 w 3"/>
                  <a:gd name="T2" fmla="*/ 1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3" y="0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14" name="Freeform 89"/>
              <p:cNvSpPr/>
              <p:nvPr>
                <p:custDataLst>
                  <p:tags r:id="rId335"/>
                </p:custDataLst>
              </p:nvPr>
            </p:nvSpPr>
            <p:spPr bwMode="auto">
              <a:xfrm>
                <a:off x="3935" y="2247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15" name="Freeform 90"/>
              <p:cNvSpPr/>
              <p:nvPr>
                <p:custDataLst>
                  <p:tags r:id="rId336"/>
                </p:custDataLst>
              </p:nvPr>
            </p:nvSpPr>
            <p:spPr bwMode="auto">
              <a:xfrm>
                <a:off x="3876" y="2213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16" name="Oval 91"/>
              <p:cNvSpPr>
                <a:spLocks noChangeArrowheads="1"/>
              </p:cNvSpPr>
              <p:nvPr>
                <p:custDataLst>
                  <p:tags r:id="rId337"/>
                </p:custDataLst>
              </p:nvPr>
            </p:nvSpPr>
            <p:spPr bwMode="auto">
              <a:xfrm>
                <a:off x="3814" y="2266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17" name="Freeform 92"/>
              <p:cNvSpPr/>
              <p:nvPr>
                <p:custDataLst>
                  <p:tags r:id="rId338"/>
                </p:custDataLst>
              </p:nvPr>
            </p:nvSpPr>
            <p:spPr bwMode="auto">
              <a:xfrm>
                <a:off x="3801" y="2007"/>
                <a:ext cx="5" cy="7"/>
              </a:xfrm>
              <a:custGeom>
                <a:avLst/>
                <a:gdLst>
                  <a:gd name="T0" fmla="*/ 1 w 2"/>
                  <a:gd name="T1" fmla="*/ 0 h 3"/>
                  <a:gd name="T2" fmla="*/ 2 w 2"/>
                  <a:gd name="T3" fmla="*/ 3 h 3"/>
                  <a:gd name="T4" fmla="*/ 1 w 2"/>
                  <a:gd name="T5" fmla="*/ 2 h 3"/>
                  <a:gd name="T6" fmla="*/ 1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0" y="0"/>
                      <a:pt x="0" y="1"/>
                      <a:pt x="2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18" name="Freeform 93"/>
              <p:cNvSpPr/>
              <p:nvPr>
                <p:custDataLst>
                  <p:tags r:id="rId339"/>
                </p:custDataLst>
              </p:nvPr>
            </p:nvSpPr>
            <p:spPr bwMode="auto">
              <a:xfrm>
                <a:off x="3837" y="245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19" name="Freeform 94"/>
              <p:cNvSpPr/>
              <p:nvPr>
                <p:custDataLst>
                  <p:tags r:id="rId340"/>
                </p:custDataLst>
              </p:nvPr>
            </p:nvSpPr>
            <p:spPr bwMode="auto">
              <a:xfrm>
                <a:off x="4398" y="2296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20" name="Freeform 95"/>
              <p:cNvSpPr/>
              <p:nvPr>
                <p:custDataLst>
                  <p:tags r:id="rId341"/>
                </p:custDataLst>
              </p:nvPr>
            </p:nvSpPr>
            <p:spPr bwMode="auto">
              <a:xfrm>
                <a:off x="4376" y="2249"/>
                <a:ext cx="227" cy="119"/>
              </a:xfrm>
              <a:custGeom>
                <a:avLst/>
                <a:gdLst>
                  <a:gd name="T0" fmla="*/ 90 w 107"/>
                  <a:gd name="T1" fmla="*/ 34 h 56"/>
                  <a:gd name="T2" fmla="*/ 75 w 107"/>
                  <a:gd name="T3" fmla="*/ 23 h 56"/>
                  <a:gd name="T4" fmla="*/ 59 w 107"/>
                  <a:gd name="T5" fmla="*/ 22 h 56"/>
                  <a:gd name="T6" fmla="*/ 54 w 107"/>
                  <a:gd name="T7" fmla="*/ 18 h 56"/>
                  <a:gd name="T8" fmla="*/ 44 w 107"/>
                  <a:gd name="T9" fmla="*/ 13 h 56"/>
                  <a:gd name="T10" fmla="*/ 37 w 107"/>
                  <a:gd name="T11" fmla="*/ 9 h 56"/>
                  <a:gd name="T12" fmla="*/ 30 w 107"/>
                  <a:gd name="T13" fmla="*/ 11 h 56"/>
                  <a:gd name="T14" fmla="*/ 20 w 107"/>
                  <a:gd name="T15" fmla="*/ 8 h 56"/>
                  <a:gd name="T16" fmla="*/ 15 w 107"/>
                  <a:gd name="T17" fmla="*/ 6 h 56"/>
                  <a:gd name="T18" fmla="*/ 9 w 107"/>
                  <a:gd name="T19" fmla="*/ 1 h 56"/>
                  <a:gd name="T20" fmla="*/ 6 w 107"/>
                  <a:gd name="T21" fmla="*/ 1 h 56"/>
                  <a:gd name="T22" fmla="*/ 3 w 107"/>
                  <a:gd name="T23" fmla="*/ 3 h 56"/>
                  <a:gd name="T24" fmla="*/ 0 w 107"/>
                  <a:gd name="T25" fmla="*/ 5 h 56"/>
                  <a:gd name="T26" fmla="*/ 1 w 107"/>
                  <a:gd name="T27" fmla="*/ 8 h 56"/>
                  <a:gd name="T28" fmla="*/ 6 w 107"/>
                  <a:gd name="T29" fmla="*/ 9 h 56"/>
                  <a:gd name="T30" fmla="*/ 8 w 107"/>
                  <a:gd name="T31" fmla="*/ 14 h 56"/>
                  <a:gd name="T32" fmla="*/ 3 w 107"/>
                  <a:gd name="T33" fmla="*/ 19 h 56"/>
                  <a:gd name="T34" fmla="*/ 5 w 107"/>
                  <a:gd name="T35" fmla="*/ 20 h 56"/>
                  <a:gd name="T36" fmla="*/ 8 w 107"/>
                  <a:gd name="T37" fmla="*/ 18 h 56"/>
                  <a:gd name="T38" fmla="*/ 8 w 107"/>
                  <a:gd name="T39" fmla="*/ 20 h 56"/>
                  <a:gd name="T40" fmla="*/ 12 w 107"/>
                  <a:gd name="T41" fmla="*/ 17 h 56"/>
                  <a:gd name="T42" fmla="*/ 11 w 107"/>
                  <a:gd name="T43" fmla="*/ 22 h 56"/>
                  <a:gd name="T44" fmla="*/ 11 w 107"/>
                  <a:gd name="T45" fmla="*/ 25 h 56"/>
                  <a:gd name="T46" fmla="*/ 13 w 107"/>
                  <a:gd name="T47" fmla="*/ 23 h 56"/>
                  <a:gd name="T48" fmla="*/ 14 w 107"/>
                  <a:gd name="T49" fmla="*/ 25 h 56"/>
                  <a:gd name="T50" fmla="*/ 17 w 107"/>
                  <a:gd name="T51" fmla="*/ 22 h 56"/>
                  <a:gd name="T52" fmla="*/ 21 w 107"/>
                  <a:gd name="T53" fmla="*/ 18 h 56"/>
                  <a:gd name="T54" fmla="*/ 20 w 107"/>
                  <a:gd name="T55" fmla="*/ 23 h 56"/>
                  <a:gd name="T56" fmla="*/ 24 w 107"/>
                  <a:gd name="T57" fmla="*/ 26 h 56"/>
                  <a:gd name="T58" fmla="*/ 26 w 107"/>
                  <a:gd name="T59" fmla="*/ 27 h 56"/>
                  <a:gd name="T60" fmla="*/ 28 w 107"/>
                  <a:gd name="T61" fmla="*/ 27 h 56"/>
                  <a:gd name="T62" fmla="*/ 33 w 107"/>
                  <a:gd name="T63" fmla="*/ 29 h 56"/>
                  <a:gd name="T64" fmla="*/ 35 w 107"/>
                  <a:gd name="T65" fmla="*/ 30 h 56"/>
                  <a:gd name="T66" fmla="*/ 36 w 107"/>
                  <a:gd name="T67" fmla="*/ 30 h 56"/>
                  <a:gd name="T68" fmla="*/ 38 w 107"/>
                  <a:gd name="T69" fmla="*/ 28 h 56"/>
                  <a:gd name="T70" fmla="*/ 39 w 107"/>
                  <a:gd name="T71" fmla="*/ 31 h 56"/>
                  <a:gd name="T72" fmla="*/ 41 w 107"/>
                  <a:gd name="T73" fmla="*/ 30 h 56"/>
                  <a:gd name="T74" fmla="*/ 44 w 107"/>
                  <a:gd name="T75" fmla="*/ 33 h 56"/>
                  <a:gd name="T76" fmla="*/ 48 w 107"/>
                  <a:gd name="T77" fmla="*/ 34 h 56"/>
                  <a:gd name="T78" fmla="*/ 50 w 107"/>
                  <a:gd name="T79" fmla="*/ 37 h 56"/>
                  <a:gd name="T80" fmla="*/ 52 w 107"/>
                  <a:gd name="T81" fmla="*/ 36 h 56"/>
                  <a:gd name="T82" fmla="*/ 52 w 107"/>
                  <a:gd name="T83" fmla="*/ 37 h 56"/>
                  <a:gd name="T84" fmla="*/ 55 w 107"/>
                  <a:gd name="T85" fmla="*/ 37 h 56"/>
                  <a:gd name="T86" fmla="*/ 58 w 107"/>
                  <a:gd name="T87" fmla="*/ 38 h 56"/>
                  <a:gd name="T88" fmla="*/ 61 w 107"/>
                  <a:gd name="T89" fmla="*/ 38 h 56"/>
                  <a:gd name="T90" fmla="*/ 67 w 107"/>
                  <a:gd name="T91" fmla="*/ 33 h 56"/>
                  <a:gd name="T92" fmla="*/ 67 w 107"/>
                  <a:gd name="T93" fmla="*/ 38 h 56"/>
                  <a:gd name="T94" fmla="*/ 71 w 107"/>
                  <a:gd name="T95" fmla="*/ 39 h 56"/>
                  <a:gd name="T96" fmla="*/ 73 w 107"/>
                  <a:gd name="T97" fmla="*/ 40 h 56"/>
                  <a:gd name="T98" fmla="*/ 79 w 107"/>
                  <a:gd name="T99" fmla="*/ 44 h 56"/>
                  <a:gd name="T100" fmla="*/ 81 w 107"/>
                  <a:gd name="T101" fmla="*/ 46 h 56"/>
                  <a:gd name="T102" fmla="*/ 90 w 107"/>
                  <a:gd name="T103" fmla="*/ 46 h 56"/>
                  <a:gd name="T104" fmla="*/ 93 w 107"/>
                  <a:gd name="T105" fmla="*/ 47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07" h="56">
                    <a:moveTo>
                      <a:pt x="102" y="41"/>
                    </a:moveTo>
                    <a:cubicBezTo>
                      <a:pt x="101" y="41"/>
                      <a:pt x="100" y="41"/>
                      <a:pt x="100" y="40"/>
                    </a:cubicBezTo>
                    <a:cubicBezTo>
                      <a:pt x="96" y="38"/>
                      <a:pt x="96" y="32"/>
                      <a:pt x="92" y="32"/>
                    </a:cubicBezTo>
                    <a:cubicBezTo>
                      <a:pt x="91" y="33"/>
                      <a:pt x="91" y="34"/>
                      <a:pt x="90" y="34"/>
                    </a:cubicBezTo>
                    <a:cubicBezTo>
                      <a:pt x="91" y="33"/>
                      <a:pt x="91" y="33"/>
                      <a:pt x="91" y="33"/>
                    </a:cubicBezTo>
                    <a:cubicBezTo>
                      <a:pt x="90" y="34"/>
                      <a:pt x="90" y="34"/>
                      <a:pt x="90" y="34"/>
                    </a:cubicBezTo>
                    <a:cubicBezTo>
                      <a:pt x="89" y="34"/>
                      <a:pt x="90" y="33"/>
                      <a:pt x="91" y="33"/>
                    </a:cubicBezTo>
                    <a:cubicBezTo>
                      <a:pt x="89" y="32"/>
                      <a:pt x="88" y="32"/>
                      <a:pt x="87" y="31"/>
                    </a:cubicBezTo>
                    <a:cubicBezTo>
                      <a:pt x="86" y="32"/>
                      <a:pt x="86" y="30"/>
                      <a:pt x="85" y="32"/>
                    </a:cubicBezTo>
                    <a:cubicBezTo>
                      <a:pt x="86" y="31"/>
                      <a:pt x="86" y="31"/>
                      <a:pt x="86" y="31"/>
                    </a:cubicBezTo>
                    <a:cubicBezTo>
                      <a:pt x="84" y="32"/>
                      <a:pt x="84" y="32"/>
                      <a:pt x="85" y="29"/>
                    </a:cubicBezTo>
                    <a:cubicBezTo>
                      <a:pt x="82" y="25"/>
                      <a:pt x="78" y="26"/>
                      <a:pt x="75" y="23"/>
                    </a:cubicBezTo>
                    <a:cubicBezTo>
                      <a:pt x="72" y="22"/>
                      <a:pt x="68" y="22"/>
                      <a:pt x="64" y="21"/>
                    </a:cubicBezTo>
                    <a:cubicBezTo>
                      <a:pt x="62" y="24"/>
                      <a:pt x="62" y="23"/>
                      <a:pt x="60" y="25"/>
                    </a:cubicBezTo>
                    <a:cubicBezTo>
                      <a:pt x="61" y="24"/>
                      <a:pt x="61" y="24"/>
                      <a:pt x="61" y="24"/>
                    </a:cubicBezTo>
                    <a:cubicBezTo>
                      <a:pt x="60" y="25"/>
                      <a:pt x="60" y="24"/>
                      <a:pt x="60" y="22"/>
                    </a:cubicBezTo>
                    <a:cubicBezTo>
                      <a:pt x="60" y="23"/>
                      <a:pt x="60" y="22"/>
                      <a:pt x="59" y="24"/>
                    </a:cubicBezTo>
                    <a:cubicBezTo>
                      <a:pt x="58" y="26"/>
                      <a:pt x="60" y="21"/>
                      <a:pt x="59" y="22"/>
                    </a:cubicBezTo>
                    <a:cubicBezTo>
                      <a:pt x="60" y="21"/>
                      <a:pt x="59" y="23"/>
                      <a:pt x="59" y="22"/>
                    </a:cubicBezTo>
                    <a:cubicBezTo>
                      <a:pt x="57" y="24"/>
                      <a:pt x="60" y="22"/>
                      <a:pt x="59" y="19"/>
                    </a:cubicBezTo>
                    <a:cubicBezTo>
                      <a:pt x="57" y="19"/>
                      <a:pt x="55" y="20"/>
                      <a:pt x="54" y="19"/>
                    </a:cubicBezTo>
                    <a:cubicBezTo>
                      <a:pt x="54" y="19"/>
                      <a:pt x="54" y="20"/>
                      <a:pt x="54" y="20"/>
                    </a:cubicBezTo>
                    <a:cubicBezTo>
                      <a:pt x="55" y="17"/>
                      <a:pt x="53" y="21"/>
                      <a:pt x="53" y="19"/>
                    </a:cubicBezTo>
                    <a:cubicBezTo>
                      <a:pt x="53" y="19"/>
                      <a:pt x="53" y="19"/>
                      <a:pt x="54" y="18"/>
                    </a:cubicBezTo>
                    <a:cubicBezTo>
                      <a:pt x="54" y="17"/>
                      <a:pt x="52" y="18"/>
                      <a:pt x="52" y="17"/>
                    </a:cubicBezTo>
                    <a:cubicBezTo>
                      <a:pt x="51" y="18"/>
                      <a:pt x="52" y="15"/>
                      <a:pt x="51" y="16"/>
                    </a:cubicBezTo>
                    <a:cubicBezTo>
                      <a:pt x="51" y="15"/>
                      <a:pt x="51" y="15"/>
                      <a:pt x="51" y="15"/>
                    </a:cubicBezTo>
                    <a:cubicBezTo>
                      <a:pt x="49" y="18"/>
                      <a:pt x="50" y="13"/>
                      <a:pt x="49" y="15"/>
                    </a:cubicBezTo>
                    <a:cubicBezTo>
                      <a:pt x="49" y="14"/>
                      <a:pt x="49" y="14"/>
                      <a:pt x="49" y="14"/>
                    </a:cubicBezTo>
                    <a:cubicBezTo>
                      <a:pt x="47" y="14"/>
                      <a:pt x="46" y="12"/>
                      <a:pt x="44" y="13"/>
                    </a:cubicBezTo>
                    <a:cubicBezTo>
                      <a:pt x="43" y="13"/>
                      <a:pt x="43" y="10"/>
                      <a:pt x="41" y="11"/>
                    </a:cubicBezTo>
                    <a:cubicBezTo>
                      <a:pt x="40" y="12"/>
                      <a:pt x="40" y="12"/>
                      <a:pt x="40" y="12"/>
                    </a:cubicBezTo>
                    <a:cubicBezTo>
                      <a:pt x="40" y="12"/>
                      <a:pt x="41" y="11"/>
                      <a:pt x="41" y="11"/>
                    </a:cubicBezTo>
                    <a:cubicBezTo>
                      <a:pt x="40" y="12"/>
                      <a:pt x="40" y="10"/>
                      <a:pt x="39" y="10"/>
                    </a:cubicBezTo>
                    <a:cubicBezTo>
                      <a:pt x="39" y="10"/>
                      <a:pt x="39" y="10"/>
                      <a:pt x="39" y="11"/>
                    </a:cubicBezTo>
                    <a:cubicBezTo>
                      <a:pt x="39" y="9"/>
                      <a:pt x="37" y="11"/>
                      <a:pt x="37" y="9"/>
                    </a:cubicBezTo>
                    <a:cubicBezTo>
                      <a:pt x="35" y="12"/>
                      <a:pt x="35" y="11"/>
                      <a:pt x="35" y="11"/>
                    </a:cubicBezTo>
                    <a:cubicBezTo>
                      <a:pt x="35" y="11"/>
                      <a:pt x="35" y="10"/>
                      <a:pt x="35" y="10"/>
                    </a:cubicBezTo>
                    <a:cubicBezTo>
                      <a:pt x="35" y="10"/>
                      <a:pt x="34" y="10"/>
                      <a:pt x="34" y="9"/>
                    </a:cubicBezTo>
                    <a:cubicBezTo>
                      <a:pt x="34" y="9"/>
                      <a:pt x="33" y="11"/>
                      <a:pt x="33" y="10"/>
                    </a:cubicBezTo>
                    <a:cubicBezTo>
                      <a:pt x="34" y="8"/>
                      <a:pt x="32" y="10"/>
                      <a:pt x="32" y="9"/>
                    </a:cubicBezTo>
                    <a:cubicBezTo>
                      <a:pt x="31" y="10"/>
                      <a:pt x="30" y="12"/>
                      <a:pt x="30" y="11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0" y="9"/>
                      <a:pt x="30" y="6"/>
                      <a:pt x="27" y="8"/>
                    </a:cubicBezTo>
                    <a:cubicBezTo>
                      <a:pt x="28" y="7"/>
                      <a:pt x="28" y="7"/>
                      <a:pt x="28" y="7"/>
                    </a:cubicBezTo>
                    <a:cubicBezTo>
                      <a:pt x="26" y="8"/>
                      <a:pt x="25" y="5"/>
                      <a:pt x="23" y="7"/>
                    </a:cubicBezTo>
                    <a:cubicBezTo>
                      <a:pt x="23" y="6"/>
                      <a:pt x="23" y="6"/>
                      <a:pt x="22" y="5"/>
                    </a:cubicBezTo>
                    <a:cubicBezTo>
                      <a:pt x="21" y="7"/>
                      <a:pt x="21" y="6"/>
                      <a:pt x="20" y="8"/>
                    </a:cubicBezTo>
                    <a:cubicBezTo>
                      <a:pt x="19" y="8"/>
                      <a:pt x="20" y="7"/>
                      <a:pt x="20" y="6"/>
                    </a:cubicBezTo>
                    <a:cubicBezTo>
                      <a:pt x="20" y="6"/>
                      <a:pt x="21" y="3"/>
                      <a:pt x="19" y="5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18" y="5"/>
                      <a:pt x="17" y="6"/>
                      <a:pt x="17" y="5"/>
                    </a:cubicBezTo>
                    <a:cubicBezTo>
                      <a:pt x="16" y="6"/>
                      <a:pt x="16" y="6"/>
                      <a:pt x="15" y="7"/>
                    </a:cubicBezTo>
                    <a:cubicBezTo>
                      <a:pt x="15" y="7"/>
                      <a:pt x="16" y="5"/>
                      <a:pt x="15" y="6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6" y="4"/>
                      <a:pt x="14" y="4"/>
                      <a:pt x="13" y="4"/>
                    </a:cubicBezTo>
                    <a:cubicBezTo>
                      <a:pt x="14" y="2"/>
                      <a:pt x="11" y="4"/>
                      <a:pt x="12" y="2"/>
                    </a:cubicBezTo>
                    <a:cubicBezTo>
                      <a:pt x="11" y="3"/>
                      <a:pt x="11" y="1"/>
                      <a:pt x="9" y="4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9" y="2"/>
                      <a:pt x="9" y="2"/>
                      <a:pt x="9" y="1"/>
                    </a:cubicBezTo>
                    <a:cubicBezTo>
                      <a:pt x="8" y="0"/>
                      <a:pt x="7" y="2"/>
                      <a:pt x="7" y="3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2"/>
                      <a:pt x="5" y="4"/>
                      <a:pt x="4" y="5"/>
                    </a:cubicBezTo>
                    <a:cubicBezTo>
                      <a:pt x="5" y="4"/>
                      <a:pt x="4" y="5"/>
                      <a:pt x="4" y="4"/>
                    </a:cubicBezTo>
                    <a:cubicBezTo>
                      <a:pt x="5" y="3"/>
                      <a:pt x="6" y="2"/>
                      <a:pt x="7" y="1"/>
                    </a:cubicBezTo>
                    <a:cubicBezTo>
                      <a:pt x="7" y="0"/>
                      <a:pt x="5" y="3"/>
                      <a:pt x="6" y="1"/>
                    </a:cubicBezTo>
                    <a:cubicBezTo>
                      <a:pt x="6" y="0"/>
                      <a:pt x="5" y="0"/>
                      <a:pt x="4" y="2"/>
                    </a:cubicBezTo>
                    <a:cubicBezTo>
                      <a:pt x="5" y="1"/>
                      <a:pt x="5" y="1"/>
                      <a:pt x="5" y="0"/>
                    </a:cubicBezTo>
                    <a:cubicBezTo>
                      <a:pt x="5" y="0"/>
                      <a:pt x="5" y="0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2"/>
                      <a:pt x="3" y="2"/>
                      <a:pt x="2" y="4"/>
                    </a:cubicBezTo>
                    <a:cubicBezTo>
                      <a:pt x="2" y="3"/>
                      <a:pt x="3" y="3"/>
                      <a:pt x="3" y="3"/>
                    </a:cubicBezTo>
                    <a:cubicBezTo>
                      <a:pt x="2" y="4"/>
                      <a:pt x="1" y="5"/>
                      <a:pt x="2" y="3"/>
                    </a:cubicBezTo>
                    <a:cubicBezTo>
                      <a:pt x="2" y="2"/>
                      <a:pt x="3" y="2"/>
                      <a:pt x="4" y="1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2"/>
                      <a:pt x="1" y="3"/>
                      <a:pt x="0" y="5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5"/>
                      <a:pt x="0" y="6"/>
                      <a:pt x="2" y="6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4"/>
                      <a:pt x="4" y="3"/>
                      <a:pt x="3" y="4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3" y="6"/>
                      <a:pt x="3" y="6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3" y="5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2" y="9"/>
                      <a:pt x="3" y="6"/>
                      <a:pt x="4" y="6"/>
                    </a:cubicBezTo>
                    <a:cubicBezTo>
                      <a:pt x="4" y="7"/>
                      <a:pt x="2" y="9"/>
                      <a:pt x="2" y="10"/>
                    </a:cubicBezTo>
                    <a:cubicBezTo>
                      <a:pt x="2" y="10"/>
                      <a:pt x="4" y="9"/>
                      <a:pt x="3" y="11"/>
                    </a:cubicBezTo>
                    <a:cubicBezTo>
                      <a:pt x="4" y="10"/>
                      <a:pt x="5" y="10"/>
                      <a:pt x="6" y="9"/>
                    </a:cubicBezTo>
                    <a:cubicBezTo>
                      <a:pt x="6" y="9"/>
                      <a:pt x="4" y="11"/>
                      <a:pt x="5" y="11"/>
                    </a:cubicBezTo>
                    <a:cubicBezTo>
                      <a:pt x="5" y="11"/>
                      <a:pt x="4" y="12"/>
                      <a:pt x="4" y="13"/>
                    </a:cubicBezTo>
                    <a:cubicBezTo>
                      <a:pt x="5" y="12"/>
                      <a:pt x="4" y="13"/>
                      <a:pt x="5" y="11"/>
                    </a:cubicBezTo>
                    <a:cubicBezTo>
                      <a:pt x="6" y="12"/>
                      <a:pt x="6" y="13"/>
                      <a:pt x="7" y="12"/>
                    </a:cubicBezTo>
                    <a:cubicBezTo>
                      <a:pt x="7" y="12"/>
                      <a:pt x="6" y="14"/>
                      <a:pt x="5" y="15"/>
                    </a:cubicBezTo>
                    <a:cubicBezTo>
                      <a:pt x="6" y="13"/>
                      <a:pt x="7" y="13"/>
                      <a:pt x="8" y="14"/>
                    </a:cubicBezTo>
                    <a:cubicBezTo>
                      <a:pt x="9" y="12"/>
                      <a:pt x="8" y="12"/>
                      <a:pt x="9" y="11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9" y="11"/>
                      <a:pt x="8" y="14"/>
                      <a:pt x="8" y="14"/>
                    </a:cubicBezTo>
                    <a:cubicBezTo>
                      <a:pt x="6" y="16"/>
                      <a:pt x="8" y="13"/>
                      <a:pt x="6" y="16"/>
                    </a:cubicBezTo>
                    <a:cubicBezTo>
                      <a:pt x="5" y="18"/>
                      <a:pt x="4" y="17"/>
                      <a:pt x="5" y="16"/>
                    </a:cubicBezTo>
                    <a:cubicBezTo>
                      <a:pt x="3" y="18"/>
                      <a:pt x="5" y="17"/>
                      <a:pt x="3" y="19"/>
                    </a:cubicBezTo>
                    <a:cubicBezTo>
                      <a:pt x="4" y="19"/>
                      <a:pt x="5" y="18"/>
                      <a:pt x="5" y="18"/>
                    </a:cubicBezTo>
                    <a:cubicBezTo>
                      <a:pt x="6" y="17"/>
                      <a:pt x="6" y="16"/>
                      <a:pt x="7" y="16"/>
                    </a:cubicBezTo>
                    <a:cubicBezTo>
                      <a:pt x="8" y="14"/>
                      <a:pt x="6" y="17"/>
                      <a:pt x="6" y="18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6" y="19"/>
                      <a:pt x="7" y="18"/>
                      <a:pt x="7" y="18"/>
                    </a:cubicBezTo>
                    <a:cubicBezTo>
                      <a:pt x="5" y="21"/>
                      <a:pt x="6" y="18"/>
                      <a:pt x="5" y="20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4" y="22"/>
                      <a:pt x="6" y="19"/>
                      <a:pt x="6" y="20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6" y="21"/>
                      <a:pt x="6" y="21"/>
                      <a:pt x="6" y="21"/>
                    </a:cubicBezTo>
                    <a:cubicBezTo>
                      <a:pt x="6" y="20"/>
                      <a:pt x="7" y="18"/>
                      <a:pt x="7" y="18"/>
                    </a:cubicBezTo>
                    <a:cubicBezTo>
                      <a:pt x="9" y="16"/>
                      <a:pt x="7" y="18"/>
                      <a:pt x="8" y="18"/>
                    </a:cubicBezTo>
                    <a:cubicBezTo>
                      <a:pt x="9" y="16"/>
                      <a:pt x="8" y="18"/>
                      <a:pt x="9" y="16"/>
                    </a:cubicBezTo>
                    <a:cubicBezTo>
                      <a:pt x="9" y="15"/>
                      <a:pt x="10" y="15"/>
                      <a:pt x="10" y="15"/>
                    </a:cubicBezTo>
                    <a:cubicBezTo>
                      <a:pt x="10" y="15"/>
                      <a:pt x="9" y="17"/>
                      <a:pt x="9" y="18"/>
                    </a:cubicBezTo>
                    <a:cubicBezTo>
                      <a:pt x="9" y="18"/>
                      <a:pt x="8" y="18"/>
                      <a:pt x="9" y="17"/>
                    </a:cubicBezTo>
                    <a:cubicBezTo>
                      <a:pt x="7" y="19"/>
                      <a:pt x="7" y="21"/>
                      <a:pt x="6" y="21"/>
                    </a:cubicBezTo>
                    <a:cubicBezTo>
                      <a:pt x="6" y="23"/>
                      <a:pt x="7" y="20"/>
                      <a:pt x="8" y="20"/>
                    </a:cubicBezTo>
                    <a:cubicBezTo>
                      <a:pt x="7" y="21"/>
                      <a:pt x="8" y="19"/>
                      <a:pt x="9" y="18"/>
                    </a:cubicBezTo>
                    <a:cubicBezTo>
                      <a:pt x="12" y="14"/>
                      <a:pt x="7" y="21"/>
                      <a:pt x="8" y="21"/>
                    </a:cubicBezTo>
                    <a:cubicBezTo>
                      <a:pt x="10" y="18"/>
                      <a:pt x="11" y="18"/>
                      <a:pt x="12" y="15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2" y="16"/>
                      <a:pt x="13" y="16"/>
                      <a:pt x="11" y="17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0" y="19"/>
                      <a:pt x="10" y="19"/>
                      <a:pt x="10" y="19"/>
                    </a:cubicBezTo>
                    <a:cubicBezTo>
                      <a:pt x="10" y="21"/>
                      <a:pt x="9" y="22"/>
                      <a:pt x="9" y="23"/>
                    </a:cubicBezTo>
                    <a:cubicBezTo>
                      <a:pt x="10" y="22"/>
                      <a:pt x="10" y="21"/>
                      <a:pt x="10" y="21"/>
                    </a:cubicBezTo>
                    <a:cubicBezTo>
                      <a:pt x="10" y="22"/>
                      <a:pt x="9" y="23"/>
                      <a:pt x="10" y="23"/>
                    </a:cubicBezTo>
                    <a:cubicBezTo>
                      <a:pt x="10" y="22"/>
                      <a:pt x="11" y="20"/>
                      <a:pt x="11" y="20"/>
                    </a:cubicBezTo>
                    <a:cubicBezTo>
                      <a:pt x="12" y="20"/>
                      <a:pt x="11" y="22"/>
                      <a:pt x="11" y="22"/>
                    </a:cubicBezTo>
                    <a:cubicBezTo>
                      <a:pt x="10" y="24"/>
                      <a:pt x="10" y="24"/>
                      <a:pt x="10" y="24"/>
                    </a:cubicBezTo>
                    <a:cubicBezTo>
                      <a:pt x="11" y="23"/>
                      <a:pt x="9" y="24"/>
                      <a:pt x="10" y="24"/>
                    </a:cubicBezTo>
                    <a:cubicBezTo>
                      <a:pt x="12" y="20"/>
                      <a:pt x="12" y="20"/>
                      <a:pt x="12" y="20"/>
                    </a:cubicBezTo>
                    <a:cubicBezTo>
                      <a:pt x="13" y="20"/>
                      <a:pt x="12" y="21"/>
                      <a:pt x="12" y="21"/>
                    </a:cubicBezTo>
                    <a:cubicBezTo>
                      <a:pt x="11" y="22"/>
                      <a:pt x="11" y="22"/>
                      <a:pt x="11" y="22"/>
                    </a:cubicBezTo>
                    <a:cubicBezTo>
                      <a:pt x="12" y="22"/>
                      <a:pt x="10" y="25"/>
                      <a:pt x="11" y="25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1" y="25"/>
                      <a:pt x="11" y="25"/>
                      <a:pt x="11" y="25"/>
                    </a:cubicBezTo>
                    <a:cubicBezTo>
                      <a:pt x="11" y="24"/>
                      <a:pt x="12" y="24"/>
                      <a:pt x="12" y="24"/>
                    </a:cubicBezTo>
                    <a:cubicBezTo>
                      <a:pt x="11" y="25"/>
                      <a:pt x="11" y="25"/>
                      <a:pt x="11" y="25"/>
                    </a:cubicBezTo>
                    <a:cubicBezTo>
                      <a:pt x="12" y="24"/>
                      <a:pt x="13" y="22"/>
                      <a:pt x="12" y="24"/>
                    </a:cubicBezTo>
                    <a:cubicBezTo>
                      <a:pt x="14" y="22"/>
                      <a:pt x="12" y="24"/>
                      <a:pt x="13" y="23"/>
                    </a:cubicBezTo>
                    <a:cubicBezTo>
                      <a:pt x="13" y="21"/>
                      <a:pt x="14" y="21"/>
                      <a:pt x="14" y="21"/>
                    </a:cubicBezTo>
                    <a:cubicBezTo>
                      <a:pt x="13" y="24"/>
                      <a:pt x="14" y="22"/>
                      <a:pt x="14" y="22"/>
                    </a:cubicBezTo>
                    <a:cubicBezTo>
                      <a:pt x="14" y="23"/>
                      <a:pt x="14" y="23"/>
                      <a:pt x="14" y="24"/>
                    </a:cubicBezTo>
                    <a:cubicBezTo>
                      <a:pt x="15" y="22"/>
                      <a:pt x="15" y="22"/>
                      <a:pt x="15" y="22"/>
                    </a:cubicBezTo>
                    <a:cubicBezTo>
                      <a:pt x="13" y="25"/>
                      <a:pt x="15" y="22"/>
                      <a:pt x="15" y="23"/>
                    </a:cubicBezTo>
                    <a:cubicBezTo>
                      <a:pt x="14" y="24"/>
                      <a:pt x="14" y="25"/>
                      <a:pt x="14" y="25"/>
                    </a:cubicBezTo>
                    <a:cubicBezTo>
                      <a:pt x="15" y="23"/>
                      <a:pt x="16" y="23"/>
                      <a:pt x="16" y="21"/>
                    </a:cubicBezTo>
                    <a:cubicBezTo>
                      <a:pt x="16" y="22"/>
                      <a:pt x="15" y="24"/>
                      <a:pt x="14" y="26"/>
                    </a:cubicBezTo>
                    <a:cubicBezTo>
                      <a:pt x="15" y="24"/>
                      <a:pt x="14" y="27"/>
                      <a:pt x="15" y="25"/>
                    </a:cubicBezTo>
                    <a:cubicBezTo>
                      <a:pt x="15" y="24"/>
                      <a:pt x="16" y="23"/>
                      <a:pt x="17" y="22"/>
                    </a:cubicBezTo>
                    <a:cubicBezTo>
                      <a:pt x="17" y="23"/>
                      <a:pt x="16" y="23"/>
                      <a:pt x="16" y="24"/>
                    </a:cubicBezTo>
                    <a:cubicBezTo>
                      <a:pt x="16" y="24"/>
                      <a:pt x="17" y="23"/>
                      <a:pt x="17" y="22"/>
                    </a:cubicBezTo>
                    <a:cubicBezTo>
                      <a:pt x="17" y="22"/>
                      <a:pt x="19" y="20"/>
                      <a:pt x="18" y="22"/>
                    </a:cubicBezTo>
                    <a:cubicBezTo>
                      <a:pt x="18" y="23"/>
                      <a:pt x="17" y="22"/>
                      <a:pt x="17" y="23"/>
                    </a:cubicBezTo>
                    <a:cubicBezTo>
                      <a:pt x="17" y="24"/>
                      <a:pt x="19" y="20"/>
                      <a:pt x="20" y="20"/>
                    </a:cubicBezTo>
                    <a:cubicBezTo>
                      <a:pt x="20" y="19"/>
                      <a:pt x="22" y="16"/>
                      <a:pt x="22" y="15"/>
                    </a:cubicBezTo>
                    <a:cubicBezTo>
                      <a:pt x="23" y="16"/>
                      <a:pt x="22" y="16"/>
                      <a:pt x="21" y="18"/>
                    </a:cubicBezTo>
                    <a:cubicBezTo>
                      <a:pt x="21" y="18"/>
                      <a:pt x="21" y="18"/>
                      <a:pt x="21" y="18"/>
                    </a:cubicBezTo>
                    <a:cubicBezTo>
                      <a:pt x="20" y="21"/>
                      <a:pt x="18" y="22"/>
                      <a:pt x="18" y="24"/>
                    </a:cubicBezTo>
                    <a:cubicBezTo>
                      <a:pt x="18" y="23"/>
                      <a:pt x="18" y="23"/>
                      <a:pt x="18" y="23"/>
                    </a:cubicBezTo>
                    <a:cubicBezTo>
                      <a:pt x="17" y="26"/>
                      <a:pt x="17" y="26"/>
                      <a:pt x="17" y="26"/>
                    </a:cubicBezTo>
                    <a:cubicBezTo>
                      <a:pt x="18" y="24"/>
                      <a:pt x="18" y="26"/>
                      <a:pt x="18" y="26"/>
                    </a:cubicBezTo>
                    <a:cubicBezTo>
                      <a:pt x="19" y="24"/>
                      <a:pt x="17" y="26"/>
                      <a:pt x="18" y="25"/>
                    </a:cubicBezTo>
                    <a:cubicBezTo>
                      <a:pt x="19" y="25"/>
                      <a:pt x="20" y="22"/>
                      <a:pt x="20" y="23"/>
                    </a:cubicBezTo>
                    <a:cubicBezTo>
                      <a:pt x="18" y="26"/>
                      <a:pt x="18" y="26"/>
                      <a:pt x="18" y="26"/>
                    </a:cubicBezTo>
                    <a:cubicBezTo>
                      <a:pt x="18" y="27"/>
                      <a:pt x="19" y="24"/>
                      <a:pt x="19" y="25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19" y="27"/>
                      <a:pt x="21" y="28"/>
                      <a:pt x="23" y="24"/>
                    </a:cubicBezTo>
                    <a:cubicBezTo>
                      <a:pt x="23" y="26"/>
                      <a:pt x="23" y="26"/>
                      <a:pt x="23" y="27"/>
                    </a:cubicBezTo>
                    <a:cubicBezTo>
                      <a:pt x="23" y="27"/>
                      <a:pt x="24" y="26"/>
                      <a:pt x="24" y="26"/>
                    </a:cubicBezTo>
                    <a:cubicBezTo>
                      <a:pt x="23" y="28"/>
                      <a:pt x="23" y="28"/>
                      <a:pt x="23" y="28"/>
                    </a:cubicBezTo>
                    <a:cubicBezTo>
                      <a:pt x="23" y="29"/>
                      <a:pt x="24" y="27"/>
                      <a:pt x="25" y="26"/>
                    </a:cubicBezTo>
                    <a:cubicBezTo>
                      <a:pt x="25" y="28"/>
                      <a:pt x="25" y="28"/>
                      <a:pt x="25" y="28"/>
                    </a:cubicBezTo>
                    <a:cubicBezTo>
                      <a:pt x="24" y="29"/>
                      <a:pt x="25" y="27"/>
                      <a:pt x="26" y="26"/>
                    </a:cubicBezTo>
                    <a:cubicBezTo>
                      <a:pt x="25" y="28"/>
                      <a:pt x="25" y="28"/>
                      <a:pt x="25" y="28"/>
                    </a:cubicBezTo>
                    <a:cubicBezTo>
                      <a:pt x="26" y="27"/>
                      <a:pt x="26" y="27"/>
                      <a:pt x="26" y="27"/>
                    </a:cubicBezTo>
                    <a:cubicBezTo>
                      <a:pt x="26" y="26"/>
                      <a:pt x="27" y="26"/>
                      <a:pt x="26" y="28"/>
                    </a:cubicBezTo>
                    <a:cubicBezTo>
                      <a:pt x="26" y="27"/>
                      <a:pt x="26" y="27"/>
                      <a:pt x="26" y="27"/>
                    </a:cubicBezTo>
                    <a:cubicBezTo>
                      <a:pt x="26" y="28"/>
                      <a:pt x="27" y="29"/>
                      <a:pt x="27" y="28"/>
                    </a:cubicBezTo>
                    <a:cubicBezTo>
                      <a:pt x="28" y="28"/>
                      <a:pt x="28" y="27"/>
                      <a:pt x="28" y="26"/>
                    </a:cubicBezTo>
                    <a:cubicBezTo>
                      <a:pt x="29" y="24"/>
                      <a:pt x="28" y="26"/>
                      <a:pt x="29" y="25"/>
                    </a:cubicBezTo>
                    <a:cubicBezTo>
                      <a:pt x="28" y="27"/>
                      <a:pt x="28" y="27"/>
                      <a:pt x="28" y="27"/>
                    </a:cubicBezTo>
                    <a:cubicBezTo>
                      <a:pt x="27" y="30"/>
                      <a:pt x="29" y="28"/>
                      <a:pt x="30" y="29"/>
                    </a:cubicBezTo>
                    <a:cubicBezTo>
                      <a:pt x="31" y="28"/>
                      <a:pt x="31" y="28"/>
                      <a:pt x="31" y="28"/>
                    </a:cubicBezTo>
                    <a:cubicBezTo>
                      <a:pt x="30" y="30"/>
                      <a:pt x="32" y="28"/>
                      <a:pt x="32" y="30"/>
                    </a:cubicBezTo>
                    <a:cubicBezTo>
                      <a:pt x="32" y="29"/>
                      <a:pt x="33" y="26"/>
                      <a:pt x="34" y="26"/>
                    </a:cubicBezTo>
                    <a:cubicBezTo>
                      <a:pt x="35" y="25"/>
                      <a:pt x="33" y="29"/>
                      <a:pt x="32" y="30"/>
                    </a:cubicBezTo>
                    <a:cubicBezTo>
                      <a:pt x="33" y="29"/>
                      <a:pt x="33" y="29"/>
                      <a:pt x="33" y="29"/>
                    </a:cubicBezTo>
                    <a:cubicBezTo>
                      <a:pt x="33" y="30"/>
                      <a:pt x="33" y="30"/>
                      <a:pt x="33" y="30"/>
                    </a:cubicBezTo>
                    <a:cubicBezTo>
                      <a:pt x="34" y="29"/>
                      <a:pt x="34" y="28"/>
                      <a:pt x="34" y="29"/>
                    </a:cubicBezTo>
                    <a:cubicBezTo>
                      <a:pt x="34" y="29"/>
                      <a:pt x="34" y="29"/>
                      <a:pt x="34" y="29"/>
                    </a:cubicBezTo>
                    <a:cubicBezTo>
                      <a:pt x="34" y="30"/>
                      <a:pt x="34" y="31"/>
                      <a:pt x="34" y="31"/>
                    </a:cubicBezTo>
                    <a:cubicBezTo>
                      <a:pt x="35" y="29"/>
                      <a:pt x="35" y="30"/>
                      <a:pt x="36" y="29"/>
                    </a:cubicBezTo>
                    <a:cubicBezTo>
                      <a:pt x="35" y="30"/>
                      <a:pt x="35" y="30"/>
                      <a:pt x="35" y="30"/>
                    </a:cubicBezTo>
                    <a:cubicBezTo>
                      <a:pt x="36" y="28"/>
                      <a:pt x="36" y="28"/>
                      <a:pt x="36" y="28"/>
                    </a:cubicBezTo>
                    <a:cubicBezTo>
                      <a:pt x="36" y="29"/>
                      <a:pt x="36" y="29"/>
                      <a:pt x="36" y="29"/>
                    </a:cubicBezTo>
                    <a:cubicBezTo>
                      <a:pt x="35" y="31"/>
                      <a:pt x="35" y="31"/>
                      <a:pt x="35" y="31"/>
                    </a:cubicBezTo>
                    <a:cubicBezTo>
                      <a:pt x="35" y="32"/>
                      <a:pt x="36" y="29"/>
                      <a:pt x="36" y="29"/>
                    </a:cubicBezTo>
                    <a:cubicBezTo>
                      <a:pt x="37" y="28"/>
                      <a:pt x="37" y="29"/>
                      <a:pt x="36" y="30"/>
                    </a:cubicBezTo>
                    <a:cubicBezTo>
                      <a:pt x="36" y="30"/>
                      <a:pt x="36" y="29"/>
                      <a:pt x="36" y="30"/>
                    </a:cubicBezTo>
                    <a:cubicBezTo>
                      <a:pt x="35" y="31"/>
                      <a:pt x="36" y="30"/>
                      <a:pt x="36" y="31"/>
                    </a:cubicBezTo>
                    <a:cubicBezTo>
                      <a:pt x="36" y="31"/>
                      <a:pt x="37" y="29"/>
                      <a:pt x="37" y="30"/>
                    </a:cubicBezTo>
                    <a:cubicBezTo>
                      <a:pt x="37" y="30"/>
                      <a:pt x="37" y="30"/>
                      <a:pt x="37" y="31"/>
                    </a:cubicBezTo>
                    <a:cubicBezTo>
                      <a:pt x="37" y="30"/>
                      <a:pt x="37" y="31"/>
                      <a:pt x="38" y="30"/>
                    </a:cubicBezTo>
                    <a:cubicBezTo>
                      <a:pt x="38" y="30"/>
                      <a:pt x="38" y="29"/>
                      <a:pt x="38" y="28"/>
                    </a:cubicBezTo>
                    <a:cubicBezTo>
                      <a:pt x="38" y="28"/>
                      <a:pt x="39" y="28"/>
                      <a:pt x="38" y="28"/>
                    </a:cubicBezTo>
                    <a:cubicBezTo>
                      <a:pt x="38" y="29"/>
                      <a:pt x="38" y="29"/>
                      <a:pt x="38" y="29"/>
                    </a:cubicBezTo>
                    <a:cubicBezTo>
                      <a:pt x="38" y="28"/>
                      <a:pt x="38" y="29"/>
                      <a:pt x="39" y="28"/>
                    </a:cubicBezTo>
                    <a:cubicBezTo>
                      <a:pt x="38" y="30"/>
                      <a:pt x="38" y="30"/>
                      <a:pt x="38" y="30"/>
                    </a:cubicBezTo>
                    <a:cubicBezTo>
                      <a:pt x="39" y="29"/>
                      <a:pt x="39" y="29"/>
                      <a:pt x="39" y="29"/>
                    </a:cubicBezTo>
                    <a:cubicBezTo>
                      <a:pt x="39" y="30"/>
                      <a:pt x="38" y="32"/>
                      <a:pt x="38" y="32"/>
                    </a:cubicBezTo>
                    <a:cubicBezTo>
                      <a:pt x="39" y="31"/>
                      <a:pt x="39" y="31"/>
                      <a:pt x="39" y="31"/>
                    </a:cubicBezTo>
                    <a:cubicBezTo>
                      <a:pt x="39" y="31"/>
                      <a:pt x="39" y="31"/>
                      <a:pt x="39" y="32"/>
                    </a:cubicBezTo>
                    <a:cubicBezTo>
                      <a:pt x="39" y="33"/>
                      <a:pt x="41" y="28"/>
                      <a:pt x="41" y="30"/>
                    </a:cubicBezTo>
                    <a:cubicBezTo>
                      <a:pt x="40" y="31"/>
                      <a:pt x="40" y="32"/>
                      <a:pt x="40" y="32"/>
                    </a:cubicBezTo>
                    <a:cubicBezTo>
                      <a:pt x="40" y="32"/>
                      <a:pt x="41" y="31"/>
                      <a:pt x="41" y="31"/>
                    </a:cubicBezTo>
                    <a:cubicBezTo>
                      <a:pt x="41" y="31"/>
                      <a:pt x="40" y="33"/>
                      <a:pt x="40" y="31"/>
                    </a:cubicBezTo>
                    <a:cubicBezTo>
                      <a:pt x="41" y="30"/>
                      <a:pt x="41" y="31"/>
                      <a:pt x="41" y="30"/>
                    </a:cubicBezTo>
                    <a:cubicBezTo>
                      <a:pt x="40" y="35"/>
                      <a:pt x="42" y="32"/>
                      <a:pt x="42" y="34"/>
                    </a:cubicBezTo>
                    <a:cubicBezTo>
                      <a:pt x="43" y="32"/>
                      <a:pt x="43" y="34"/>
                      <a:pt x="43" y="33"/>
                    </a:cubicBezTo>
                    <a:cubicBezTo>
                      <a:pt x="42" y="35"/>
                      <a:pt x="44" y="33"/>
                      <a:pt x="43" y="34"/>
                    </a:cubicBezTo>
                    <a:cubicBezTo>
                      <a:pt x="44" y="32"/>
                      <a:pt x="44" y="32"/>
                      <a:pt x="44" y="32"/>
                    </a:cubicBezTo>
                    <a:cubicBezTo>
                      <a:pt x="44" y="33"/>
                      <a:pt x="46" y="29"/>
                      <a:pt x="45" y="31"/>
                    </a:cubicBezTo>
                    <a:cubicBezTo>
                      <a:pt x="45" y="32"/>
                      <a:pt x="45" y="33"/>
                      <a:pt x="44" y="33"/>
                    </a:cubicBezTo>
                    <a:cubicBezTo>
                      <a:pt x="44" y="36"/>
                      <a:pt x="46" y="32"/>
                      <a:pt x="45" y="35"/>
                    </a:cubicBezTo>
                    <a:cubicBezTo>
                      <a:pt x="46" y="34"/>
                      <a:pt x="46" y="32"/>
                      <a:pt x="47" y="31"/>
                    </a:cubicBezTo>
                    <a:cubicBezTo>
                      <a:pt x="47" y="33"/>
                      <a:pt x="47" y="34"/>
                      <a:pt x="46" y="34"/>
                    </a:cubicBezTo>
                    <a:cubicBezTo>
                      <a:pt x="47" y="34"/>
                      <a:pt x="47" y="33"/>
                      <a:pt x="47" y="34"/>
                    </a:cubicBezTo>
                    <a:cubicBezTo>
                      <a:pt x="47" y="35"/>
                      <a:pt x="47" y="35"/>
                      <a:pt x="46" y="35"/>
                    </a:cubicBezTo>
                    <a:cubicBezTo>
                      <a:pt x="46" y="36"/>
                      <a:pt x="47" y="35"/>
                      <a:pt x="48" y="34"/>
                    </a:cubicBezTo>
                    <a:cubicBezTo>
                      <a:pt x="47" y="36"/>
                      <a:pt x="48" y="35"/>
                      <a:pt x="48" y="37"/>
                    </a:cubicBezTo>
                    <a:cubicBezTo>
                      <a:pt x="49" y="35"/>
                      <a:pt x="48" y="38"/>
                      <a:pt x="49" y="35"/>
                    </a:cubicBezTo>
                    <a:cubicBezTo>
                      <a:pt x="49" y="36"/>
                      <a:pt x="49" y="36"/>
                      <a:pt x="49" y="36"/>
                    </a:cubicBezTo>
                    <a:cubicBezTo>
                      <a:pt x="50" y="35"/>
                      <a:pt x="51" y="33"/>
                      <a:pt x="51" y="33"/>
                    </a:cubicBezTo>
                    <a:cubicBezTo>
                      <a:pt x="50" y="35"/>
                      <a:pt x="50" y="35"/>
                      <a:pt x="50" y="35"/>
                    </a:cubicBezTo>
                    <a:cubicBezTo>
                      <a:pt x="49" y="37"/>
                      <a:pt x="50" y="36"/>
                      <a:pt x="50" y="37"/>
                    </a:cubicBezTo>
                    <a:cubicBezTo>
                      <a:pt x="50" y="35"/>
                      <a:pt x="50" y="37"/>
                      <a:pt x="51" y="36"/>
                    </a:cubicBezTo>
                    <a:cubicBezTo>
                      <a:pt x="51" y="35"/>
                      <a:pt x="51" y="35"/>
                      <a:pt x="51" y="35"/>
                    </a:cubicBezTo>
                    <a:cubicBezTo>
                      <a:pt x="52" y="35"/>
                      <a:pt x="52" y="34"/>
                      <a:pt x="52" y="34"/>
                    </a:cubicBezTo>
                    <a:cubicBezTo>
                      <a:pt x="52" y="34"/>
                      <a:pt x="51" y="36"/>
                      <a:pt x="51" y="36"/>
                    </a:cubicBezTo>
                    <a:cubicBezTo>
                      <a:pt x="51" y="37"/>
                      <a:pt x="51" y="37"/>
                      <a:pt x="52" y="36"/>
                    </a:cubicBezTo>
                    <a:cubicBezTo>
                      <a:pt x="52" y="36"/>
                      <a:pt x="52" y="36"/>
                      <a:pt x="52" y="36"/>
                    </a:cubicBezTo>
                    <a:cubicBezTo>
                      <a:pt x="52" y="36"/>
                      <a:pt x="52" y="36"/>
                      <a:pt x="52" y="36"/>
                    </a:cubicBezTo>
                    <a:cubicBezTo>
                      <a:pt x="52" y="36"/>
                      <a:pt x="52" y="36"/>
                      <a:pt x="52" y="36"/>
                    </a:cubicBezTo>
                    <a:cubicBezTo>
                      <a:pt x="52" y="36"/>
                      <a:pt x="52" y="36"/>
                      <a:pt x="52" y="36"/>
                    </a:cubicBezTo>
                    <a:cubicBezTo>
                      <a:pt x="52" y="36"/>
                      <a:pt x="52" y="36"/>
                      <a:pt x="52" y="36"/>
                    </a:cubicBezTo>
                    <a:cubicBezTo>
                      <a:pt x="52" y="37"/>
                      <a:pt x="52" y="37"/>
                      <a:pt x="52" y="37"/>
                    </a:cubicBezTo>
                    <a:cubicBezTo>
                      <a:pt x="52" y="37"/>
                      <a:pt x="52" y="37"/>
                      <a:pt x="52" y="37"/>
                    </a:cubicBezTo>
                    <a:cubicBezTo>
                      <a:pt x="52" y="37"/>
                      <a:pt x="52" y="37"/>
                      <a:pt x="52" y="37"/>
                    </a:cubicBezTo>
                    <a:cubicBezTo>
                      <a:pt x="51" y="39"/>
                      <a:pt x="51" y="39"/>
                      <a:pt x="51" y="39"/>
                    </a:cubicBezTo>
                    <a:cubicBezTo>
                      <a:pt x="51" y="39"/>
                      <a:pt x="52" y="37"/>
                      <a:pt x="53" y="37"/>
                    </a:cubicBezTo>
                    <a:cubicBezTo>
                      <a:pt x="53" y="38"/>
                      <a:pt x="54" y="37"/>
                      <a:pt x="55" y="37"/>
                    </a:cubicBezTo>
                    <a:cubicBezTo>
                      <a:pt x="55" y="37"/>
                      <a:pt x="54" y="38"/>
                      <a:pt x="55" y="37"/>
                    </a:cubicBezTo>
                    <a:cubicBezTo>
                      <a:pt x="55" y="37"/>
                      <a:pt x="56" y="36"/>
                      <a:pt x="55" y="37"/>
                    </a:cubicBezTo>
                    <a:cubicBezTo>
                      <a:pt x="56" y="36"/>
                      <a:pt x="55" y="38"/>
                      <a:pt x="55" y="38"/>
                    </a:cubicBezTo>
                    <a:cubicBezTo>
                      <a:pt x="55" y="38"/>
                      <a:pt x="56" y="37"/>
                      <a:pt x="56" y="37"/>
                    </a:cubicBezTo>
                    <a:cubicBezTo>
                      <a:pt x="55" y="39"/>
                      <a:pt x="58" y="36"/>
                      <a:pt x="57" y="38"/>
                    </a:cubicBezTo>
                    <a:cubicBezTo>
                      <a:pt x="58" y="37"/>
                      <a:pt x="57" y="38"/>
                      <a:pt x="57" y="39"/>
                    </a:cubicBezTo>
                    <a:cubicBezTo>
                      <a:pt x="57" y="38"/>
                      <a:pt x="58" y="38"/>
                      <a:pt x="59" y="36"/>
                    </a:cubicBezTo>
                    <a:cubicBezTo>
                      <a:pt x="58" y="38"/>
                      <a:pt x="58" y="38"/>
                      <a:pt x="58" y="38"/>
                    </a:cubicBezTo>
                    <a:cubicBezTo>
                      <a:pt x="59" y="38"/>
                      <a:pt x="59" y="38"/>
                      <a:pt x="60" y="37"/>
                    </a:cubicBezTo>
                    <a:cubicBezTo>
                      <a:pt x="60" y="36"/>
                      <a:pt x="61" y="35"/>
                      <a:pt x="61" y="35"/>
                    </a:cubicBezTo>
                    <a:cubicBezTo>
                      <a:pt x="61" y="35"/>
                      <a:pt x="61" y="35"/>
                      <a:pt x="61" y="35"/>
                    </a:cubicBezTo>
                    <a:cubicBezTo>
                      <a:pt x="61" y="36"/>
                      <a:pt x="62" y="35"/>
                      <a:pt x="62" y="35"/>
                    </a:cubicBezTo>
                    <a:cubicBezTo>
                      <a:pt x="62" y="36"/>
                      <a:pt x="62" y="35"/>
                      <a:pt x="61" y="36"/>
                    </a:cubicBezTo>
                    <a:cubicBezTo>
                      <a:pt x="60" y="39"/>
                      <a:pt x="61" y="38"/>
                      <a:pt x="61" y="38"/>
                    </a:cubicBezTo>
                    <a:cubicBezTo>
                      <a:pt x="62" y="37"/>
                      <a:pt x="62" y="37"/>
                      <a:pt x="62" y="37"/>
                    </a:cubicBezTo>
                    <a:cubicBezTo>
                      <a:pt x="63" y="36"/>
                      <a:pt x="61" y="38"/>
                      <a:pt x="62" y="38"/>
                    </a:cubicBezTo>
                    <a:cubicBezTo>
                      <a:pt x="64" y="34"/>
                      <a:pt x="64" y="34"/>
                      <a:pt x="64" y="34"/>
                    </a:cubicBezTo>
                    <a:cubicBezTo>
                      <a:pt x="64" y="34"/>
                      <a:pt x="64" y="36"/>
                      <a:pt x="63" y="37"/>
                    </a:cubicBezTo>
                    <a:cubicBezTo>
                      <a:pt x="64" y="37"/>
                      <a:pt x="65" y="34"/>
                      <a:pt x="66" y="33"/>
                    </a:cubicBezTo>
                    <a:cubicBezTo>
                      <a:pt x="66" y="34"/>
                      <a:pt x="67" y="33"/>
                      <a:pt x="67" y="33"/>
                    </a:cubicBezTo>
                    <a:cubicBezTo>
                      <a:pt x="67" y="34"/>
                      <a:pt x="67" y="33"/>
                      <a:pt x="67" y="34"/>
                    </a:cubicBezTo>
                    <a:cubicBezTo>
                      <a:pt x="66" y="35"/>
                      <a:pt x="66" y="35"/>
                      <a:pt x="66" y="35"/>
                    </a:cubicBezTo>
                    <a:cubicBezTo>
                      <a:pt x="66" y="35"/>
                      <a:pt x="65" y="37"/>
                      <a:pt x="65" y="38"/>
                    </a:cubicBezTo>
                    <a:cubicBezTo>
                      <a:pt x="65" y="37"/>
                      <a:pt x="66" y="39"/>
                      <a:pt x="66" y="39"/>
                    </a:cubicBezTo>
                    <a:cubicBezTo>
                      <a:pt x="67" y="36"/>
                      <a:pt x="67" y="38"/>
                      <a:pt x="68" y="36"/>
                    </a:cubicBezTo>
                    <a:cubicBezTo>
                      <a:pt x="69" y="36"/>
                      <a:pt x="67" y="38"/>
                      <a:pt x="67" y="38"/>
                    </a:cubicBezTo>
                    <a:cubicBezTo>
                      <a:pt x="68" y="38"/>
                      <a:pt x="68" y="39"/>
                      <a:pt x="69" y="39"/>
                    </a:cubicBezTo>
                    <a:cubicBezTo>
                      <a:pt x="69" y="39"/>
                      <a:pt x="69" y="39"/>
                      <a:pt x="69" y="39"/>
                    </a:cubicBezTo>
                    <a:cubicBezTo>
                      <a:pt x="69" y="38"/>
                      <a:pt x="70" y="39"/>
                      <a:pt x="71" y="38"/>
                    </a:cubicBezTo>
                    <a:cubicBezTo>
                      <a:pt x="70" y="39"/>
                      <a:pt x="70" y="39"/>
                      <a:pt x="70" y="39"/>
                    </a:cubicBezTo>
                    <a:cubicBezTo>
                      <a:pt x="70" y="40"/>
                      <a:pt x="72" y="36"/>
                      <a:pt x="72" y="37"/>
                    </a:cubicBezTo>
                    <a:cubicBezTo>
                      <a:pt x="71" y="39"/>
                      <a:pt x="71" y="39"/>
                      <a:pt x="71" y="39"/>
                    </a:cubicBezTo>
                    <a:cubicBezTo>
                      <a:pt x="72" y="38"/>
                      <a:pt x="71" y="40"/>
                      <a:pt x="72" y="38"/>
                    </a:cubicBezTo>
                    <a:cubicBezTo>
                      <a:pt x="72" y="39"/>
                      <a:pt x="72" y="39"/>
                      <a:pt x="72" y="39"/>
                    </a:cubicBezTo>
                    <a:cubicBezTo>
                      <a:pt x="72" y="39"/>
                      <a:pt x="73" y="39"/>
                      <a:pt x="74" y="38"/>
                    </a:cubicBezTo>
                    <a:cubicBezTo>
                      <a:pt x="73" y="40"/>
                      <a:pt x="73" y="40"/>
                      <a:pt x="73" y="40"/>
                    </a:cubicBezTo>
                    <a:cubicBezTo>
                      <a:pt x="72" y="41"/>
                      <a:pt x="74" y="38"/>
                      <a:pt x="74" y="39"/>
                    </a:cubicBezTo>
                    <a:cubicBezTo>
                      <a:pt x="74" y="39"/>
                      <a:pt x="74" y="40"/>
                      <a:pt x="73" y="40"/>
                    </a:cubicBezTo>
                    <a:cubicBezTo>
                      <a:pt x="74" y="39"/>
                      <a:pt x="75" y="39"/>
                      <a:pt x="75" y="39"/>
                    </a:cubicBezTo>
                    <a:cubicBezTo>
                      <a:pt x="74" y="41"/>
                      <a:pt x="74" y="41"/>
                      <a:pt x="74" y="41"/>
                    </a:cubicBezTo>
                    <a:cubicBezTo>
                      <a:pt x="76" y="42"/>
                      <a:pt x="77" y="43"/>
                      <a:pt x="80" y="42"/>
                    </a:cubicBezTo>
                    <a:cubicBezTo>
                      <a:pt x="79" y="44"/>
                      <a:pt x="79" y="43"/>
                      <a:pt x="78" y="45"/>
                    </a:cubicBezTo>
                    <a:cubicBezTo>
                      <a:pt x="79" y="43"/>
                      <a:pt x="79" y="44"/>
                      <a:pt x="79" y="44"/>
                    </a:cubicBezTo>
                    <a:cubicBezTo>
                      <a:pt x="79" y="44"/>
                      <a:pt x="79" y="44"/>
                      <a:pt x="79" y="44"/>
                    </a:cubicBezTo>
                    <a:cubicBezTo>
                      <a:pt x="80" y="44"/>
                      <a:pt x="79" y="45"/>
                      <a:pt x="80" y="45"/>
                    </a:cubicBezTo>
                    <a:cubicBezTo>
                      <a:pt x="80" y="44"/>
                      <a:pt x="80" y="44"/>
                      <a:pt x="80" y="44"/>
                    </a:cubicBezTo>
                    <a:cubicBezTo>
                      <a:pt x="81" y="43"/>
                      <a:pt x="79" y="47"/>
                      <a:pt x="81" y="45"/>
                    </a:cubicBezTo>
                    <a:cubicBezTo>
                      <a:pt x="80" y="46"/>
                      <a:pt x="80" y="46"/>
                      <a:pt x="80" y="46"/>
                    </a:cubicBezTo>
                    <a:cubicBezTo>
                      <a:pt x="81" y="44"/>
                      <a:pt x="80" y="47"/>
                      <a:pt x="81" y="46"/>
                    </a:cubicBezTo>
                    <a:cubicBezTo>
                      <a:pt x="81" y="46"/>
                      <a:pt x="81" y="46"/>
                      <a:pt x="81" y="46"/>
                    </a:cubicBezTo>
                    <a:cubicBezTo>
                      <a:pt x="81" y="47"/>
                      <a:pt x="83" y="44"/>
                      <a:pt x="82" y="46"/>
                    </a:cubicBezTo>
                    <a:cubicBezTo>
                      <a:pt x="83" y="46"/>
                      <a:pt x="83" y="46"/>
                      <a:pt x="84" y="44"/>
                    </a:cubicBezTo>
                    <a:cubicBezTo>
                      <a:pt x="83" y="46"/>
                      <a:pt x="83" y="46"/>
                      <a:pt x="83" y="46"/>
                    </a:cubicBezTo>
                    <a:cubicBezTo>
                      <a:pt x="85" y="46"/>
                      <a:pt x="86" y="47"/>
                      <a:pt x="88" y="46"/>
                    </a:cubicBezTo>
                    <a:cubicBezTo>
                      <a:pt x="87" y="47"/>
                      <a:pt x="87" y="47"/>
                      <a:pt x="87" y="47"/>
                    </a:cubicBezTo>
                    <a:cubicBezTo>
                      <a:pt x="89" y="45"/>
                      <a:pt x="87" y="49"/>
                      <a:pt x="90" y="46"/>
                    </a:cubicBezTo>
                    <a:cubicBezTo>
                      <a:pt x="92" y="45"/>
                      <a:pt x="92" y="45"/>
                      <a:pt x="92" y="45"/>
                    </a:cubicBezTo>
                    <a:cubicBezTo>
                      <a:pt x="90" y="47"/>
                      <a:pt x="90" y="47"/>
                      <a:pt x="90" y="47"/>
                    </a:cubicBezTo>
                    <a:cubicBezTo>
                      <a:pt x="91" y="46"/>
                      <a:pt x="91" y="47"/>
                      <a:pt x="92" y="46"/>
                    </a:cubicBezTo>
                    <a:cubicBezTo>
                      <a:pt x="91" y="47"/>
                      <a:pt x="91" y="47"/>
                      <a:pt x="91" y="47"/>
                    </a:cubicBezTo>
                    <a:cubicBezTo>
                      <a:pt x="91" y="47"/>
                      <a:pt x="93" y="45"/>
                      <a:pt x="93" y="46"/>
                    </a:cubicBezTo>
                    <a:cubicBezTo>
                      <a:pt x="93" y="47"/>
                      <a:pt x="93" y="47"/>
                      <a:pt x="93" y="47"/>
                    </a:cubicBezTo>
                    <a:cubicBezTo>
                      <a:pt x="92" y="50"/>
                      <a:pt x="93" y="54"/>
                      <a:pt x="96" y="51"/>
                    </a:cubicBezTo>
                    <a:cubicBezTo>
                      <a:pt x="97" y="51"/>
                      <a:pt x="95" y="53"/>
                      <a:pt x="95" y="53"/>
                    </a:cubicBezTo>
                    <a:cubicBezTo>
                      <a:pt x="99" y="51"/>
                      <a:pt x="97" y="56"/>
                      <a:pt x="101" y="53"/>
                    </a:cubicBezTo>
                    <a:cubicBezTo>
                      <a:pt x="103" y="52"/>
                      <a:pt x="107" y="48"/>
                      <a:pt x="107" y="48"/>
                    </a:cubicBezTo>
                    <a:cubicBezTo>
                      <a:pt x="103" y="48"/>
                      <a:pt x="103" y="45"/>
                      <a:pt x="102" y="4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21" name="Freeform 96"/>
              <p:cNvSpPr/>
              <p:nvPr>
                <p:custDataLst>
                  <p:tags r:id="rId342"/>
                </p:custDataLst>
              </p:nvPr>
            </p:nvSpPr>
            <p:spPr bwMode="auto">
              <a:xfrm>
                <a:off x="4117" y="223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22" name="Freeform 97"/>
              <p:cNvSpPr/>
              <p:nvPr>
                <p:custDataLst>
                  <p:tags r:id="rId343"/>
                </p:custDataLst>
              </p:nvPr>
            </p:nvSpPr>
            <p:spPr bwMode="auto">
              <a:xfrm>
                <a:off x="4487" y="232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23" name="Freeform 98"/>
              <p:cNvSpPr/>
              <p:nvPr>
                <p:custDataLst>
                  <p:tags r:id="rId344"/>
                </p:custDataLst>
              </p:nvPr>
            </p:nvSpPr>
            <p:spPr bwMode="auto">
              <a:xfrm>
                <a:off x="4387" y="2285"/>
                <a:ext cx="2" cy="4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1" y="1"/>
                      <a:pt x="0" y="1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24" name="Freeform 99"/>
              <p:cNvSpPr/>
              <p:nvPr>
                <p:custDataLst>
                  <p:tags r:id="rId345"/>
                </p:custDataLst>
              </p:nvPr>
            </p:nvSpPr>
            <p:spPr bwMode="auto">
              <a:xfrm>
                <a:off x="4508" y="1933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25" name="Freeform 100"/>
              <p:cNvSpPr/>
              <p:nvPr>
                <p:custDataLst>
                  <p:tags r:id="rId346"/>
                </p:custDataLst>
              </p:nvPr>
            </p:nvSpPr>
            <p:spPr bwMode="auto">
              <a:xfrm>
                <a:off x="4487" y="2285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26" name="Freeform 101"/>
              <p:cNvSpPr/>
              <p:nvPr>
                <p:custDataLst>
                  <p:tags r:id="rId347"/>
                </p:custDataLst>
              </p:nvPr>
            </p:nvSpPr>
            <p:spPr bwMode="auto">
              <a:xfrm>
                <a:off x="4514" y="1929"/>
                <a:ext cx="0" cy="4"/>
              </a:xfrm>
              <a:custGeom>
                <a:avLst/>
                <a:gdLst>
                  <a:gd name="T0" fmla="*/ 1 h 2"/>
                  <a:gd name="T1" fmla="*/ 1 h 2"/>
                  <a:gd name="T2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2"/>
                      <a:pt x="0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27" name="Freeform 102"/>
              <p:cNvSpPr/>
              <p:nvPr>
                <p:custDataLst>
                  <p:tags r:id="rId348"/>
                </p:custDataLst>
              </p:nvPr>
            </p:nvSpPr>
            <p:spPr bwMode="auto">
              <a:xfrm>
                <a:off x="4506" y="1927"/>
                <a:ext cx="0" cy="4"/>
              </a:xfrm>
              <a:custGeom>
                <a:avLst/>
                <a:gdLst>
                  <a:gd name="T0" fmla="*/ 1 h 2"/>
                  <a:gd name="T1" fmla="*/ 0 h 2"/>
                  <a:gd name="T2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28" name="Freeform 103"/>
              <p:cNvSpPr/>
              <p:nvPr>
                <p:custDataLst>
                  <p:tags r:id="rId349"/>
                </p:custDataLst>
              </p:nvPr>
            </p:nvSpPr>
            <p:spPr bwMode="auto">
              <a:xfrm>
                <a:off x="4516" y="1927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29" name="Freeform 104"/>
              <p:cNvSpPr/>
              <p:nvPr>
                <p:custDataLst>
                  <p:tags r:id="rId350"/>
                </p:custDataLst>
              </p:nvPr>
            </p:nvSpPr>
            <p:spPr bwMode="auto">
              <a:xfrm>
                <a:off x="4495" y="1925"/>
                <a:ext cx="2" cy="4"/>
              </a:xfrm>
              <a:custGeom>
                <a:avLst/>
                <a:gdLst>
                  <a:gd name="T0" fmla="*/ 1 w 1"/>
                  <a:gd name="T1" fmla="*/ 1 h 2"/>
                  <a:gd name="T2" fmla="*/ 0 w 1"/>
                  <a:gd name="T3" fmla="*/ 0 h 2"/>
                  <a:gd name="T4" fmla="*/ 1 w 1"/>
                  <a:gd name="T5" fmla="*/ 1 h 2"/>
                  <a:gd name="T6" fmla="*/ 1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30" name="Freeform 105"/>
              <p:cNvSpPr/>
              <p:nvPr>
                <p:custDataLst>
                  <p:tags r:id="rId351"/>
                </p:custDataLst>
              </p:nvPr>
            </p:nvSpPr>
            <p:spPr bwMode="auto">
              <a:xfrm>
                <a:off x="3201" y="2162"/>
                <a:ext cx="0" cy="4"/>
              </a:xfrm>
              <a:custGeom>
                <a:avLst/>
                <a:gdLst>
                  <a:gd name="T0" fmla="*/ 2 h 2"/>
                  <a:gd name="T1" fmla="*/ 1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31" name="Freeform 106"/>
              <p:cNvSpPr/>
              <p:nvPr>
                <p:custDataLst>
                  <p:tags r:id="rId352"/>
                </p:custDataLst>
              </p:nvPr>
            </p:nvSpPr>
            <p:spPr bwMode="auto">
              <a:xfrm>
                <a:off x="3544" y="1543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32" name="Freeform 107"/>
              <p:cNvSpPr/>
              <p:nvPr>
                <p:custDataLst>
                  <p:tags r:id="rId353"/>
                </p:custDataLst>
              </p:nvPr>
            </p:nvSpPr>
            <p:spPr bwMode="auto">
              <a:xfrm>
                <a:off x="3914" y="1418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33" name="Freeform 108"/>
              <p:cNvSpPr/>
              <p:nvPr>
                <p:custDataLst>
                  <p:tags r:id="rId354"/>
                </p:custDataLst>
              </p:nvPr>
            </p:nvSpPr>
            <p:spPr bwMode="auto">
              <a:xfrm>
                <a:off x="3916" y="1409"/>
                <a:ext cx="4" cy="2"/>
              </a:xfrm>
              <a:custGeom>
                <a:avLst/>
                <a:gdLst>
                  <a:gd name="T0" fmla="*/ 0 w 2"/>
                  <a:gd name="T1" fmla="*/ 1 h 1"/>
                  <a:gd name="T2" fmla="*/ 1 w 2"/>
                  <a:gd name="T3" fmla="*/ 0 h 1"/>
                  <a:gd name="T4" fmla="*/ 0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2" y="1"/>
                      <a:pt x="0" y="1"/>
                      <a:pt x="1" y="0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34" name="Freeform 109"/>
              <p:cNvSpPr/>
              <p:nvPr>
                <p:custDataLst>
                  <p:tags r:id="rId355"/>
                </p:custDataLst>
              </p:nvPr>
            </p:nvSpPr>
            <p:spPr bwMode="auto">
              <a:xfrm>
                <a:off x="3893" y="1441"/>
                <a:ext cx="4" cy="4"/>
              </a:xfrm>
              <a:custGeom>
                <a:avLst/>
                <a:gdLst>
                  <a:gd name="T0" fmla="*/ 2 w 2"/>
                  <a:gd name="T1" fmla="*/ 1 h 2"/>
                  <a:gd name="T2" fmla="*/ 1 w 2"/>
                  <a:gd name="T3" fmla="*/ 1 h 2"/>
                  <a:gd name="T4" fmla="*/ 2 w 2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0"/>
                      <a:pt x="1" y="1"/>
                      <a:pt x="1" y="1"/>
                    </a:cubicBezTo>
                    <a:cubicBezTo>
                      <a:pt x="0" y="2"/>
                      <a:pt x="1" y="1"/>
                      <a:pt x="2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35" name="Freeform 110"/>
              <p:cNvSpPr/>
              <p:nvPr>
                <p:custDataLst>
                  <p:tags r:id="rId356"/>
                </p:custDataLst>
              </p:nvPr>
            </p:nvSpPr>
            <p:spPr bwMode="auto">
              <a:xfrm>
                <a:off x="3893" y="1437"/>
                <a:ext cx="6" cy="6"/>
              </a:xfrm>
              <a:custGeom>
                <a:avLst/>
                <a:gdLst>
                  <a:gd name="T0" fmla="*/ 0 w 3"/>
                  <a:gd name="T1" fmla="*/ 3 h 3"/>
                  <a:gd name="T2" fmla="*/ 3 w 3"/>
                  <a:gd name="T3" fmla="*/ 0 h 3"/>
                  <a:gd name="T4" fmla="*/ 0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1" y="1"/>
                      <a:pt x="1" y="2"/>
                      <a:pt x="0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36" name="Freeform 111"/>
              <p:cNvSpPr/>
              <p:nvPr>
                <p:custDataLst>
                  <p:tags r:id="rId357"/>
                </p:custDataLst>
              </p:nvPr>
            </p:nvSpPr>
            <p:spPr bwMode="auto">
              <a:xfrm>
                <a:off x="3909" y="1418"/>
                <a:ext cx="5" cy="0"/>
              </a:xfrm>
              <a:custGeom>
                <a:avLst/>
                <a:gdLst>
                  <a:gd name="T0" fmla="*/ 0 w 2"/>
                  <a:gd name="T1" fmla="*/ 2 w 2"/>
                  <a:gd name="T2" fmla="*/ 1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37" name="Freeform 112"/>
              <p:cNvSpPr/>
              <p:nvPr>
                <p:custDataLst>
                  <p:tags r:id="rId358"/>
                </p:custDataLst>
              </p:nvPr>
            </p:nvSpPr>
            <p:spPr bwMode="auto">
              <a:xfrm>
                <a:off x="3912" y="1416"/>
                <a:ext cx="4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2" y="0"/>
                      <a:pt x="1" y="0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38" name="Freeform 113"/>
              <p:cNvSpPr/>
              <p:nvPr>
                <p:custDataLst>
                  <p:tags r:id="rId359"/>
                </p:custDataLst>
              </p:nvPr>
            </p:nvSpPr>
            <p:spPr bwMode="auto">
              <a:xfrm>
                <a:off x="4472" y="1804"/>
                <a:ext cx="233" cy="133"/>
              </a:xfrm>
              <a:custGeom>
                <a:avLst/>
                <a:gdLst>
                  <a:gd name="T0" fmla="*/ 86 w 110"/>
                  <a:gd name="T1" fmla="*/ 5 h 63"/>
                  <a:gd name="T2" fmla="*/ 79 w 110"/>
                  <a:gd name="T3" fmla="*/ 7 h 63"/>
                  <a:gd name="T4" fmla="*/ 58 w 110"/>
                  <a:gd name="T5" fmla="*/ 24 h 63"/>
                  <a:gd name="T6" fmla="*/ 50 w 110"/>
                  <a:gd name="T7" fmla="*/ 26 h 63"/>
                  <a:gd name="T8" fmla="*/ 44 w 110"/>
                  <a:gd name="T9" fmla="*/ 26 h 63"/>
                  <a:gd name="T10" fmla="*/ 34 w 110"/>
                  <a:gd name="T11" fmla="*/ 31 h 63"/>
                  <a:gd name="T12" fmla="*/ 28 w 110"/>
                  <a:gd name="T13" fmla="*/ 33 h 63"/>
                  <a:gd name="T14" fmla="*/ 17 w 110"/>
                  <a:gd name="T15" fmla="*/ 38 h 63"/>
                  <a:gd name="T16" fmla="*/ 13 w 110"/>
                  <a:gd name="T17" fmla="*/ 45 h 63"/>
                  <a:gd name="T18" fmla="*/ 5 w 110"/>
                  <a:gd name="T19" fmla="*/ 47 h 63"/>
                  <a:gd name="T20" fmla="*/ 1 w 110"/>
                  <a:gd name="T21" fmla="*/ 50 h 63"/>
                  <a:gd name="T22" fmla="*/ 3 w 110"/>
                  <a:gd name="T23" fmla="*/ 55 h 63"/>
                  <a:gd name="T24" fmla="*/ 3 w 110"/>
                  <a:gd name="T25" fmla="*/ 56 h 63"/>
                  <a:gd name="T26" fmla="*/ 5 w 110"/>
                  <a:gd name="T27" fmla="*/ 55 h 63"/>
                  <a:gd name="T28" fmla="*/ 9 w 110"/>
                  <a:gd name="T29" fmla="*/ 56 h 63"/>
                  <a:gd name="T30" fmla="*/ 12 w 110"/>
                  <a:gd name="T31" fmla="*/ 58 h 63"/>
                  <a:gd name="T32" fmla="*/ 12 w 110"/>
                  <a:gd name="T33" fmla="*/ 51 h 63"/>
                  <a:gd name="T34" fmla="*/ 15 w 110"/>
                  <a:gd name="T35" fmla="*/ 57 h 63"/>
                  <a:gd name="T36" fmla="*/ 18 w 110"/>
                  <a:gd name="T37" fmla="*/ 61 h 63"/>
                  <a:gd name="T38" fmla="*/ 16 w 110"/>
                  <a:gd name="T39" fmla="*/ 54 h 63"/>
                  <a:gd name="T40" fmla="*/ 19 w 110"/>
                  <a:gd name="T41" fmla="*/ 59 h 63"/>
                  <a:gd name="T42" fmla="*/ 21 w 110"/>
                  <a:gd name="T43" fmla="*/ 60 h 63"/>
                  <a:gd name="T44" fmla="*/ 22 w 110"/>
                  <a:gd name="T45" fmla="*/ 60 h 63"/>
                  <a:gd name="T46" fmla="*/ 23 w 110"/>
                  <a:gd name="T47" fmla="*/ 60 h 63"/>
                  <a:gd name="T48" fmla="*/ 23 w 110"/>
                  <a:gd name="T49" fmla="*/ 55 h 63"/>
                  <a:gd name="T50" fmla="*/ 26 w 110"/>
                  <a:gd name="T51" fmla="*/ 58 h 63"/>
                  <a:gd name="T52" fmla="*/ 26 w 110"/>
                  <a:gd name="T53" fmla="*/ 54 h 63"/>
                  <a:gd name="T54" fmla="*/ 27 w 110"/>
                  <a:gd name="T55" fmla="*/ 54 h 63"/>
                  <a:gd name="T56" fmla="*/ 29 w 110"/>
                  <a:gd name="T57" fmla="*/ 54 h 63"/>
                  <a:gd name="T58" fmla="*/ 34 w 110"/>
                  <a:gd name="T59" fmla="*/ 51 h 63"/>
                  <a:gd name="T60" fmla="*/ 36 w 110"/>
                  <a:gd name="T61" fmla="*/ 51 h 63"/>
                  <a:gd name="T62" fmla="*/ 40 w 110"/>
                  <a:gd name="T63" fmla="*/ 49 h 63"/>
                  <a:gd name="T64" fmla="*/ 44 w 110"/>
                  <a:gd name="T65" fmla="*/ 47 h 63"/>
                  <a:gd name="T66" fmla="*/ 45 w 110"/>
                  <a:gd name="T67" fmla="*/ 45 h 63"/>
                  <a:gd name="T68" fmla="*/ 46 w 110"/>
                  <a:gd name="T69" fmla="*/ 45 h 63"/>
                  <a:gd name="T70" fmla="*/ 46 w 110"/>
                  <a:gd name="T71" fmla="*/ 42 h 63"/>
                  <a:gd name="T72" fmla="*/ 49 w 110"/>
                  <a:gd name="T73" fmla="*/ 42 h 63"/>
                  <a:gd name="T74" fmla="*/ 53 w 110"/>
                  <a:gd name="T75" fmla="*/ 42 h 63"/>
                  <a:gd name="T76" fmla="*/ 55 w 110"/>
                  <a:gd name="T77" fmla="*/ 39 h 63"/>
                  <a:gd name="T78" fmla="*/ 60 w 110"/>
                  <a:gd name="T79" fmla="*/ 39 h 63"/>
                  <a:gd name="T80" fmla="*/ 61 w 110"/>
                  <a:gd name="T81" fmla="*/ 38 h 63"/>
                  <a:gd name="T82" fmla="*/ 62 w 110"/>
                  <a:gd name="T83" fmla="*/ 38 h 63"/>
                  <a:gd name="T84" fmla="*/ 64 w 110"/>
                  <a:gd name="T85" fmla="*/ 40 h 63"/>
                  <a:gd name="T86" fmla="*/ 66 w 110"/>
                  <a:gd name="T87" fmla="*/ 35 h 63"/>
                  <a:gd name="T88" fmla="*/ 68 w 110"/>
                  <a:gd name="T89" fmla="*/ 30 h 63"/>
                  <a:gd name="T90" fmla="*/ 71 w 110"/>
                  <a:gd name="T91" fmla="*/ 31 h 63"/>
                  <a:gd name="T92" fmla="*/ 72 w 110"/>
                  <a:gd name="T93" fmla="*/ 26 h 63"/>
                  <a:gd name="T94" fmla="*/ 76 w 110"/>
                  <a:gd name="T95" fmla="*/ 26 h 63"/>
                  <a:gd name="T96" fmla="*/ 79 w 110"/>
                  <a:gd name="T97" fmla="*/ 24 h 63"/>
                  <a:gd name="T98" fmla="*/ 82 w 110"/>
                  <a:gd name="T99" fmla="*/ 23 h 63"/>
                  <a:gd name="T100" fmla="*/ 88 w 110"/>
                  <a:gd name="T101" fmla="*/ 20 h 63"/>
                  <a:gd name="T102" fmla="*/ 91 w 110"/>
                  <a:gd name="T103" fmla="*/ 16 h 63"/>
                  <a:gd name="T104" fmla="*/ 97 w 110"/>
                  <a:gd name="T105" fmla="*/ 13 h 63"/>
                  <a:gd name="T106" fmla="*/ 105 w 110"/>
                  <a:gd name="T107" fmla="*/ 13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10" h="63">
                    <a:moveTo>
                      <a:pt x="108" y="1"/>
                    </a:moveTo>
                    <a:cubicBezTo>
                      <a:pt x="106" y="4"/>
                      <a:pt x="103" y="2"/>
                      <a:pt x="100" y="0"/>
                    </a:cubicBezTo>
                    <a:cubicBezTo>
                      <a:pt x="99" y="1"/>
                      <a:pt x="98" y="2"/>
                      <a:pt x="97" y="1"/>
                    </a:cubicBezTo>
                    <a:cubicBezTo>
                      <a:pt x="94" y="3"/>
                      <a:pt x="88" y="0"/>
                      <a:pt x="85" y="3"/>
                    </a:cubicBezTo>
                    <a:cubicBezTo>
                      <a:pt x="86" y="4"/>
                      <a:pt x="86" y="5"/>
                      <a:pt x="86" y="5"/>
                    </a:cubicBezTo>
                    <a:cubicBezTo>
                      <a:pt x="86" y="5"/>
                      <a:pt x="86" y="5"/>
                      <a:pt x="86" y="5"/>
                    </a:cubicBezTo>
                    <a:cubicBezTo>
                      <a:pt x="86" y="6"/>
                      <a:pt x="86" y="6"/>
                      <a:pt x="86" y="6"/>
                    </a:cubicBezTo>
                    <a:cubicBezTo>
                      <a:pt x="86" y="7"/>
                      <a:pt x="85" y="5"/>
                      <a:pt x="85" y="5"/>
                    </a:cubicBezTo>
                    <a:cubicBezTo>
                      <a:pt x="84" y="5"/>
                      <a:pt x="83" y="6"/>
                      <a:pt x="82" y="6"/>
                    </a:cubicBezTo>
                    <a:cubicBezTo>
                      <a:pt x="82" y="8"/>
                      <a:pt x="81" y="7"/>
                      <a:pt x="82" y="9"/>
                    </a:cubicBezTo>
                    <a:cubicBezTo>
                      <a:pt x="81" y="8"/>
                      <a:pt x="81" y="8"/>
                      <a:pt x="81" y="8"/>
                    </a:cubicBezTo>
                    <a:cubicBezTo>
                      <a:pt x="81" y="10"/>
                      <a:pt x="81" y="10"/>
                      <a:pt x="79" y="7"/>
                    </a:cubicBezTo>
                    <a:cubicBezTo>
                      <a:pt x="75" y="7"/>
                      <a:pt x="72" y="10"/>
                      <a:pt x="68" y="11"/>
                    </a:cubicBezTo>
                    <a:cubicBezTo>
                      <a:pt x="65" y="13"/>
                      <a:pt x="63" y="16"/>
                      <a:pt x="60" y="19"/>
                    </a:cubicBezTo>
                    <a:cubicBezTo>
                      <a:pt x="60" y="22"/>
                      <a:pt x="59" y="21"/>
                      <a:pt x="60" y="24"/>
                    </a:cubicBezTo>
                    <a:cubicBezTo>
                      <a:pt x="59" y="23"/>
                      <a:pt x="59" y="23"/>
                      <a:pt x="59" y="23"/>
                    </a:cubicBezTo>
                    <a:cubicBezTo>
                      <a:pt x="59" y="24"/>
                      <a:pt x="59" y="23"/>
                      <a:pt x="57" y="22"/>
                    </a:cubicBezTo>
                    <a:cubicBezTo>
                      <a:pt x="58" y="23"/>
                      <a:pt x="57" y="22"/>
                      <a:pt x="58" y="24"/>
                    </a:cubicBezTo>
                    <a:cubicBezTo>
                      <a:pt x="59" y="26"/>
                      <a:pt x="57" y="22"/>
                      <a:pt x="57" y="23"/>
                    </a:cubicBezTo>
                    <a:cubicBezTo>
                      <a:pt x="56" y="22"/>
                      <a:pt x="57" y="24"/>
                      <a:pt x="57" y="23"/>
                    </a:cubicBezTo>
                    <a:cubicBezTo>
                      <a:pt x="57" y="26"/>
                      <a:pt x="56" y="22"/>
                      <a:pt x="55" y="21"/>
                    </a:cubicBezTo>
                    <a:cubicBezTo>
                      <a:pt x="53" y="22"/>
                      <a:pt x="53" y="25"/>
                      <a:pt x="51" y="25"/>
                    </a:cubicBezTo>
                    <a:cubicBezTo>
                      <a:pt x="51" y="24"/>
                      <a:pt x="51" y="26"/>
                      <a:pt x="51" y="26"/>
                    </a:cubicBezTo>
                    <a:cubicBezTo>
                      <a:pt x="50" y="23"/>
                      <a:pt x="51" y="27"/>
                      <a:pt x="50" y="26"/>
                    </a:cubicBezTo>
                    <a:cubicBezTo>
                      <a:pt x="50" y="25"/>
                      <a:pt x="50" y="25"/>
                      <a:pt x="50" y="25"/>
                    </a:cubicBezTo>
                    <a:cubicBezTo>
                      <a:pt x="49" y="24"/>
                      <a:pt x="49" y="26"/>
                      <a:pt x="48" y="25"/>
                    </a:cubicBezTo>
                    <a:cubicBezTo>
                      <a:pt x="48" y="26"/>
                      <a:pt x="46" y="24"/>
                      <a:pt x="46" y="26"/>
                    </a:cubicBezTo>
                    <a:cubicBezTo>
                      <a:pt x="46" y="24"/>
                      <a:pt x="46" y="25"/>
                      <a:pt x="45" y="24"/>
                    </a:cubicBezTo>
                    <a:cubicBezTo>
                      <a:pt x="46" y="28"/>
                      <a:pt x="44" y="24"/>
                      <a:pt x="44" y="26"/>
                    </a:cubicBezTo>
                    <a:cubicBezTo>
                      <a:pt x="44" y="26"/>
                      <a:pt x="44" y="26"/>
                      <a:pt x="44" y="26"/>
                    </a:cubicBezTo>
                    <a:cubicBezTo>
                      <a:pt x="42" y="26"/>
                      <a:pt x="40" y="26"/>
                      <a:pt x="39" y="29"/>
                    </a:cubicBezTo>
                    <a:cubicBezTo>
                      <a:pt x="39" y="29"/>
                      <a:pt x="36" y="27"/>
                      <a:pt x="36" y="29"/>
                    </a:cubicBezTo>
                    <a:cubicBezTo>
                      <a:pt x="36" y="30"/>
                      <a:pt x="36" y="30"/>
                      <a:pt x="36" y="30"/>
                    </a:cubicBezTo>
                    <a:cubicBezTo>
                      <a:pt x="36" y="30"/>
                      <a:pt x="36" y="29"/>
                      <a:pt x="36" y="29"/>
                    </a:cubicBezTo>
                    <a:cubicBezTo>
                      <a:pt x="36" y="30"/>
                      <a:pt x="34" y="29"/>
                      <a:pt x="34" y="29"/>
                    </a:cubicBezTo>
                    <a:cubicBezTo>
                      <a:pt x="34" y="30"/>
                      <a:pt x="34" y="30"/>
                      <a:pt x="34" y="31"/>
                    </a:cubicBezTo>
                    <a:cubicBezTo>
                      <a:pt x="32" y="29"/>
                      <a:pt x="33" y="33"/>
                      <a:pt x="31" y="31"/>
                    </a:cubicBezTo>
                    <a:cubicBezTo>
                      <a:pt x="32" y="34"/>
                      <a:pt x="32" y="33"/>
                      <a:pt x="32" y="34"/>
                    </a:cubicBezTo>
                    <a:cubicBezTo>
                      <a:pt x="32" y="33"/>
                      <a:pt x="31" y="33"/>
                      <a:pt x="31" y="32"/>
                    </a:cubicBezTo>
                    <a:cubicBezTo>
                      <a:pt x="31" y="32"/>
                      <a:pt x="30" y="33"/>
                      <a:pt x="30" y="32"/>
                    </a:cubicBezTo>
                    <a:cubicBezTo>
                      <a:pt x="29" y="32"/>
                      <a:pt x="30" y="34"/>
                      <a:pt x="29" y="34"/>
                    </a:cubicBezTo>
                    <a:cubicBezTo>
                      <a:pt x="28" y="32"/>
                      <a:pt x="28" y="34"/>
                      <a:pt x="28" y="33"/>
                    </a:cubicBezTo>
                    <a:cubicBezTo>
                      <a:pt x="28" y="35"/>
                      <a:pt x="28" y="37"/>
                      <a:pt x="28" y="36"/>
                    </a:cubicBezTo>
                    <a:cubicBezTo>
                      <a:pt x="27" y="33"/>
                      <a:pt x="27" y="33"/>
                      <a:pt x="27" y="33"/>
                    </a:cubicBezTo>
                    <a:cubicBezTo>
                      <a:pt x="26" y="35"/>
                      <a:pt x="24" y="32"/>
                      <a:pt x="23" y="36"/>
                    </a:cubicBezTo>
                    <a:cubicBezTo>
                      <a:pt x="23" y="35"/>
                      <a:pt x="23" y="35"/>
                      <a:pt x="23" y="35"/>
                    </a:cubicBezTo>
                    <a:cubicBezTo>
                      <a:pt x="22" y="37"/>
                      <a:pt x="20" y="36"/>
                      <a:pt x="19" y="39"/>
                    </a:cubicBezTo>
                    <a:cubicBezTo>
                      <a:pt x="18" y="38"/>
                      <a:pt x="18" y="38"/>
                      <a:pt x="17" y="38"/>
                    </a:cubicBezTo>
                    <a:cubicBezTo>
                      <a:pt x="17" y="40"/>
                      <a:pt x="17" y="40"/>
                      <a:pt x="17" y="42"/>
                    </a:cubicBezTo>
                    <a:cubicBezTo>
                      <a:pt x="17" y="42"/>
                      <a:pt x="16" y="41"/>
                      <a:pt x="16" y="40"/>
                    </a:cubicBezTo>
                    <a:cubicBezTo>
                      <a:pt x="15" y="40"/>
                      <a:pt x="14" y="38"/>
                      <a:pt x="14" y="41"/>
                    </a:cubicBezTo>
                    <a:cubicBezTo>
                      <a:pt x="14" y="39"/>
                      <a:pt x="14" y="39"/>
                      <a:pt x="14" y="39"/>
                    </a:cubicBezTo>
                    <a:cubicBezTo>
                      <a:pt x="14" y="41"/>
                      <a:pt x="13" y="43"/>
                      <a:pt x="12" y="42"/>
                    </a:cubicBezTo>
                    <a:cubicBezTo>
                      <a:pt x="13" y="43"/>
                      <a:pt x="12" y="44"/>
                      <a:pt x="13" y="45"/>
                    </a:cubicBezTo>
                    <a:cubicBezTo>
                      <a:pt x="13" y="45"/>
                      <a:pt x="12" y="43"/>
                      <a:pt x="12" y="44"/>
                    </a:cubicBezTo>
                    <a:cubicBezTo>
                      <a:pt x="12" y="42"/>
                      <a:pt x="12" y="42"/>
                      <a:pt x="12" y="42"/>
                    </a:cubicBezTo>
                    <a:cubicBezTo>
                      <a:pt x="10" y="43"/>
                      <a:pt x="9" y="44"/>
                      <a:pt x="8" y="46"/>
                    </a:cubicBezTo>
                    <a:cubicBezTo>
                      <a:pt x="7" y="44"/>
                      <a:pt x="7" y="46"/>
                      <a:pt x="6" y="45"/>
                    </a:cubicBezTo>
                    <a:cubicBezTo>
                      <a:pt x="6" y="47"/>
                      <a:pt x="4" y="46"/>
                      <a:pt x="6" y="48"/>
                    </a:cubicBezTo>
                    <a:cubicBezTo>
                      <a:pt x="5" y="47"/>
                      <a:pt x="5" y="47"/>
                      <a:pt x="5" y="47"/>
                    </a:cubicBezTo>
                    <a:cubicBezTo>
                      <a:pt x="4" y="47"/>
                      <a:pt x="4" y="48"/>
                      <a:pt x="2" y="48"/>
                    </a:cubicBezTo>
                    <a:cubicBezTo>
                      <a:pt x="2" y="48"/>
                      <a:pt x="3" y="50"/>
                      <a:pt x="3" y="51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2" y="51"/>
                      <a:pt x="4" y="52"/>
                      <a:pt x="5" y="53"/>
                    </a:cubicBezTo>
                    <a:cubicBezTo>
                      <a:pt x="4" y="53"/>
                      <a:pt x="4" y="54"/>
                      <a:pt x="4" y="53"/>
                    </a:cubicBezTo>
                    <a:cubicBezTo>
                      <a:pt x="3" y="52"/>
                      <a:pt x="2" y="51"/>
                      <a:pt x="1" y="50"/>
                    </a:cubicBezTo>
                    <a:cubicBezTo>
                      <a:pt x="0" y="50"/>
                      <a:pt x="2" y="53"/>
                      <a:pt x="1" y="51"/>
                    </a:cubicBezTo>
                    <a:cubicBezTo>
                      <a:pt x="0" y="51"/>
                      <a:pt x="0" y="52"/>
                      <a:pt x="1" y="53"/>
                    </a:cubicBezTo>
                    <a:cubicBezTo>
                      <a:pt x="1" y="53"/>
                      <a:pt x="0" y="53"/>
                      <a:pt x="0" y="52"/>
                    </a:cubicBezTo>
                    <a:cubicBezTo>
                      <a:pt x="0" y="52"/>
                      <a:pt x="0" y="53"/>
                      <a:pt x="0" y="53"/>
                    </a:cubicBezTo>
                    <a:cubicBezTo>
                      <a:pt x="0" y="53"/>
                      <a:pt x="0" y="53"/>
                      <a:pt x="0" y="53"/>
                    </a:cubicBezTo>
                    <a:cubicBezTo>
                      <a:pt x="1" y="54"/>
                      <a:pt x="1" y="54"/>
                      <a:pt x="3" y="55"/>
                    </a:cubicBezTo>
                    <a:cubicBezTo>
                      <a:pt x="3" y="55"/>
                      <a:pt x="2" y="55"/>
                      <a:pt x="3" y="55"/>
                    </a:cubicBezTo>
                    <a:cubicBezTo>
                      <a:pt x="4" y="56"/>
                      <a:pt x="4" y="56"/>
                      <a:pt x="3" y="56"/>
                    </a:cubicBezTo>
                    <a:cubicBezTo>
                      <a:pt x="1" y="55"/>
                      <a:pt x="1" y="54"/>
                      <a:pt x="0" y="54"/>
                    </a:cubicBezTo>
                    <a:cubicBezTo>
                      <a:pt x="2" y="56"/>
                      <a:pt x="2" y="56"/>
                      <a:pt x="2" y="56"/>
                    </a:cubicBezTo>
                    <a:cubicBezTo>
                      <a:pt x="2" y="56"/>
                      <a:pt x="3" y="56"/>
                      <a:pt x="4" y="57"/>
                    </a:cubicBezTo>
                    <a:cubicBezTo>
                      <a:pt x="3" y="56"/>
                      <a:pt x="3" y="56"/>
                      <a:pt x="3" y="56"/>
                    </a:cubicBezTo>
                    <a:cubicBezTo>
                      <a:pt x="4" y="57"/>
                      <a:pt x="4" y="57"/>
                      <a:pt x="4" y="57"/>
                    </a:cubicBezTo>
                    <a:cubicBezTo>
                      <a:pt x="4" y="56"/>
                      <a:pt x="6" y="57"/>
                      <a:pt x="5" y="56"/>
                    </a:cubicBezTo>
                    <a:cubicBezTo>
                      <a:pt x="4" y="55"/>
                      <a:pt x="4" y="55"/>
                      <a:pt x="4" y="55"/>
                    </a:cubicBezTo>
                    <a:cubicBezTo>
                      <a:pt x="4" y="55"/>
                      <a:pt x="3" y="53"/>
                      <a:pt x="4" y="54"/>
                    </a:cubicBezTo>
                    <a:cubicBezTo>
                      <a:pt x="6" y="56"/>
                      <a:pt x="6" y="56"/>
                      <a:pt x="6" y="56"/>
                    </a:cubicBezTo>
                    <a:cubicBezTo>
                      <a:pt x="6" y="56"/>
                      <a:pt x="5" y="55"/>
                      <a:pt x="5" y="55"/>
                    </a:cubicBezTo>
                    <a:cubicBezTo>
                      <a:pt x="7" y="57"/>
                      <a:pt x="7" y="57"/>
                      <a:pt x="7" y="57"/>
                    </a:cubicBezTo>
                    <a:cubicBezTo>
                      <a:pt x="5" y="55"/>
                      <a:pt x="7" y="56"/>
                      <a:pt x="7" y="55"/>
                    </a:cubicBezTo>
                    <a:cubicBezTo>
                      <a:pt x="7" y="56"/>
                      <a:pt x="7" y="56"/>
                      <a:pt x="7" y="56"/>
                    </a:cubicBezTo>
                    <a:cubicBezTo>
                      <a:pt x="8" y="56"/>
                      <a:pt x="6" y="55"/>
                      <a:pt x="6" y="54"/>
                    </a:cubicBezTo>
                    <a:cubicBezTo>
                      <a:pt x="6" y="55"/>
                      <a:pt x="8" y="56"/>
                      <a:pt x="9" y="57"/>
                    </a:cubicBezTo>
                    <a:cubicBezTo>
                      <a:pt x="9" y="57"/>
                      <a:pt x="8" y="55"/>
                      <a:pt x="9" y="56"/>
                    </a:cubicBezTo>
                    <a:cubicBezTo>
                      <a:pt x="9" y="56"/>
                      <a:pt x="9" y="55"/>
                      <a:pt x="9" y="53"/>
                    </a:cubicBezTo>
                    <a:cubicBezTo>
                      <a:pt x="9" y="53"/>
                      <a:pt x="10" y="56"/>
                      <a:pt x="10" y="55"/>
                    </a:cubicBezTo>
                    <a:cubicBezTo>
                      <a:pt x="11" y="56"/>
                      <a:pt x="12" y="58"/>
                      <a:pt x="12" y="59"/>
                    </a:cubicBezTo>
                    <a:cubicBezTo>
                      <a:pt x="13" y="59"/>
                      <a:pt x="14" y="60"/>
                      <a:pt x="13" y="60"/>
                    </a:cubicBezTo>
                    <a:cubicBezTo>
                      <a:pt x="13" y="60"/>
                      <a:pt x="14" y="61"/>
                      <a:pt x="14" y="61"/>
                    </a:cubicBezTo>
                    <a:cubicBezTo>
                      <a:pt x="14" y="60"/>
                      <a:pt x="12" y="58"/>
                      <a:pt x="12" y="58"/>
                    </a:cubicBezTo>
                    <a:cubicBezTo>
                      <a:pt x="11" y="56"/>
                      <a:pt x="12" y="57"/>
                      <a:pt x="11" y="55"/>
                    </a:cubicBezTo>
                    <a:cubicBezTo>
                      <a:pt x="11" y="55"/>
                      <a:pt x="12" y="55"/>
                      <a:pt x="12" y="55"/>
                    </a:cubicBezTo>
                    <a:cubicBezTo>
                      <a:pt x="12" y="55"/>
                      <a:pt x="13" y="56"/>
                      <a:pt x="14" y="57"/>
                    </a:cubicBezTo>
                    <a:cubicBezTo>
                      <a:pt x="13" y="56"/>
                      <a:pt x="13" y="55"/>
                      <a:pt x="14" y="55"/>
                    </a:cubicBezTo>
                    <a:cubicBezTo>
                      <a:pt x="13" y="53"/>
                      <a:pt x="13" y="53"/>
                      <a:pt x="12" y="52"/>
                    </a:cubicBezTo>
                    <a:cubicBezTo>
                      <a:pt x="12" y="51"/>
                      <a:pt x="12" y="51"/>
                      <a:pt x="12" y="51"/>
                    </a:cubicBezTo>
                    <a:cubicBezTo>
                      <a:pt x="13" y="52"/>
                      <a:pt x="14" y="55"/>
                      <a:pt x="14" y="55"/>
                    </a:cubicBezTo>
                    <a:cubicBezTo>
                      <a:pt x="15" y="57"/>
                      <a:pt x="14" y="55"/>
                      <a:pt x="15" y="57"/>
                    </a:cubicBezTo>
                    <a:cubicBezTo>
                      <a:pt x="16" y="59"/>
                      <a:pt x="15" y="60"/>
                      <a:pt x="14" y="58"/>
                    </a:cubicBezTo>
                    <a:cubicBezTo>
                      <a:pt x="15" y="61"/>
                      <a:pt x="15" y="59"/>
                      <a:pt x="16" y="61"/>
                    </a:cubicBezTo>
                    <a:cubicBezTo>
                      <a:pt x="16" y="61"/>
                      <a:pt x="15" y="59"/>
                      <a:pt x="16" y="59"/>
                    </a:cubicBezTo>
                    <a:cubicBezTo>
                      <a:pt x="15" y="58"/>
                      <a:pt x="15" y="58"/>
                      <a:pt x="15" y="57"/>
                    </a:cubicBezTo>
                    <a:cubicBezTo>
                      <a:pt x="14" y="54"/>
                      <a:pt x="16" y="58"/>
                      <a:pt x="16" y="58"/>
                    </a:cubicBezTo>
                    <a:cubicBezTo>
                      <a:pt x="16" y="59"/>
                      <a:pt x="16" y="59"/>
                      <a:pt x="16" y="59"/>
                    </a:cubicBezTo>
                    <a:cubicBezTo>
                      <a:pt x="17" y="60"/>
                      <a:pt x="16" y="58"/>
                      <a:pt x="17" y="58"/>
                    </a:cubicBezTo>
                    <a:cubicBezTo>
                      <a:pt x="18" y="61"/>
                      <a:pt x="16" y="58"/>
                      <a:pt x="17" y="60"/>
                    </a:cubicBezTo>
                    <a:cubicBezTo>
                      <a:pt x="18" y="62"/>
                      <a:pt x="18" y="62"/>
                      <a:pt x="18" y="62"/>
                    </a:cubicBezTo>
                    <a:cubicBezTo>
                      <a:pt x="19" y="63"/>
                      <a:pt x="17" y="60"/>
                      <a:pt x="18" y="61"/>
                    </a:cubicBezTo>
                    <a:cubicBezTo>
                      <a:pt x="18" y="62"/>
                      <a:pt x="18" y="62"/>
                      <a:pt x="18" y="62"/>
                    </a:cubicBezTo>
                    <a:cubicBezTo>
                      <a:pt x="18" y="61"/>
                      <a:pt x="18" y="61"/>
                      <a:pt x="18" y="61"/>
                    </a:cubicBezTo>
                    <a:cubicBezTo>
                      <a:pt x="18" y="60"/>
                      <a:pt x="17" y="58"/>
                      <a:pt x="17" y="58"/>
                    </a:cubicBezTo>
                    <a:cubicBezTo>
                      <a:pt x="16" y="55"/>
                      <a:pt x="17" y="58"/>
                      <a:pt x="17" y="57"/>
                    </a:cubicBezTo>
                    <a:cubicBezTo>
                      <a:pt x="16" y="55"/>
                      <a:pt x="17" y="57"/>
                      <a:pt x="16" y="56"/>
                    </a:cubicBezTo>
                    <a:cubicBezTo>
                      <a:pt x="16" y="54"/>
                      <a:pt x="16" y="54"/>
                      <a:pt x="16" y="54"/>
                    </a:cubicBezTo>
                    <a:cubicBezTo>
                      <a:pt x="16" y="54"/>
                      <a:pt x="17" y="55"/>
                      <a:pt x="17" y="57"/>
                    </a:cubicBezTo>
                    <a:cubicBezTo>
                      <a:pt x="17" y="57"/>
                      <a:pt x="17" y="57"/>
                      <a:pt x="17" y="56"/>
                    </a:cubicBezTo>
                    <a:cubicBezTo>
                      <a:pt x="17" y="58"/>
                      <a:pt x="18" y="60"/>
                      <a:pt x="19" y="61"/>
                    </a:cubicBezTo>
                    <a:cubicBezTo>
                      <a:pt x="19" y="62"/>
                      <a:pt x="18" y="60"/>
                      <a:pt x="18" y="59"/>
                    </a:cubicBezTo>
                    <a:cubicBezTo>
                      <a:pt x="18" y="59"/>
                      <a:pt x="18" y="57"/>
                      <a:pt x="18" y="57"/>
                    </a:cubicBezTo>
                    <a:cubicBezTo>
                      <a:pt x="16" y="52"/>
                      <a:pt x="19" y="60"/>
                      <a:pt x="19" y="59"/>
                    </a:cubicBezTo>
                    <a:cubicBezTo>
                      <a:pt x="18" y="56"/>
                      <a:pt x="18" y="55"/>
                      <a:pt x="17" y="52"/>
                    </a:cubicBezTo>
                    <a:cubicBezTo>
                      <a:pt x="17" y="51"/>
                      <a:pt x="17" y="50"/>
                      <a:pt x="17" y="51"/>
                    </a:cubicBezTo>
                    <a:cubicBezTo>
                      <a:pt x="18" y="53"/>
                      <a:pt x="18" y="52"/>
                      <a:pt x="18" y="54"/>
                    </a:cubicBezTo>
                    <a:cubicBezTo>
                      <a:pt x="18" y="54"/>
                      <a:pt x="18" y="54"/>
                      <a:pt x="18" y="54"/>
                    </a:cubicBezTo>
                    <a:cubicBezTo>
                      <a:pt x="19" y="56"/>
                      <a:pt x="19" y="56"/>
                      <a:pt x="19" y="56"/>
                    </a:cubicBezTo>
                    <a:cubicBezTo>
                      <a:pt x="21" y="60"/>
                      <a:pt x="21" y="60"/>
                      <a:pt x="21" y="60"/>
                    </a:cubicBezTo>
                    <a:cubicBezTo>
                      <a:pt x="21" y="59"/>
                      <a:pt x="20" y="58"/>
                      <a:pt x="20" y="57"/>
                    </a:cubicBezTo>
                    <a:cubicBezTo>
                      <a:pt x="20" y="58"/>
                      <a:pt x="21" y="59"/>
                      <a:pt x="21" y="59"/>
                    </a:cubicBezTo>
                    <a:cubicBezTo>
                      <a:pt x="20" y="59"/>
                      <a:pt x="20" y="56"/>
                      <a:pt x="20" y="56"/>
                    </a:cubicBezTo>
                    <a:cubicBezTo>
                      <a:pt x="20" y="56"/>
                      <a:pt x="21" y="58"/>
                      <a:pt x="21" y="58"/>
                    </a:cubicBezTo>
                    <a:cubicBezTo>
                      <a:pt x="22" y="60"/>
                      <a:pt x="22" y="60"/>
                      <a:pt x="22" y="60"/>
                    </a:cubicBezTo>
                    <a:cubicBezTo>
                      <a:pt x="21" y="58"/>
                      <a:pt x="22" y="61"/>
                      <a:pt x="22" y="60"/>
                    </a:cubicBezTo>
                    <a:cubicBezTo>
                      <a:pt x="22" y="59"/>
                      <a:pt x="21" y="57"/>
                      <a:pt x="21" y="56"/>
                    </a:cubicBezTo>
                    <a:cubicBezTo>
                      <a:pt x="21" y="55"/>
                      <a:pt x="22" y="56"/>
                      <a:pt x="22" y="56"/>
                    </a:cubicBezTo>
                    <a:cubicBezTo>
                      <a:pt x="22" y="57"/>
                      <a:pt x="22" y="57"/>
                      <a:pt x="22" y="57"/>
                    </a:cubicBezTo>
                    <a:cubicBezTo>
                      <a:pt x="22" y="57"/>
                      <a:pt x="23" y="61"/>
                      <a:pt x="23" y="60"/>
                    </a:cubicBezTo>
                    <a:cubicBezTo>
                      <a:pt x="22" y="58"/>
                      <a:pt x="22" y="58"/>
                      <a:pt x="22" y="58"/>
                    </a:cubicBezTo>
                    <a:cubicBezTo>
                      <a:pt x="23" y="58"/>
                      <a:pt x="23" y="59"/>
                      <a:pt x="23" y="60"/>
                    </a:cubicBezTo>
                    <a:cubicBezTo>
                      <a:pt x="23" y="58"/>
                      <a:pt x="23" y="59"/>
                      <a:pt x="23" y="58"/>
                    </a:cubicBezTo>
                    <a:cubicBezTo>
                      <a:pt x="23" y="59"/>
                      <a:pt x="23" y="59"/>
                      <a:pt x="23" y="59"/>
                    </a:cubicBezTo>
                    <a:cubicBezTo>
                      <a:pt x="23" y="58"/>
                      <a:pt x="23" y="56"/>
                      <a:pt x="24" y="58"/>
                    </a:cubicBezTo>
                    <a:cubicBezTo>
                      <a:pt x="23" y="56"/>
                      <a:pt x="23" y="58"/>
                      <a:pt x="23" y="57"/>
                    </a:cubicBezTo>
                    <a:cubicBezTo>
                      <a:pt x="22" y="55"/>
                      <a:pt x="22" y="55"/>
                      <a:pt x="22" y="55"/>
                    </a:cubicBezTo>
                    <a:cubicBezTo>
                      <a:pt x="23" y="58"/>
                      <a:pt x="23" y="55"/>
                      <a:pt x="23" y="55"/>
                    </a:cubicBezTo>
                    <a:cubicBezTo>
                      <a:pt x="24" y="56"/>
                      <a:pt x="24" y="56"/>
                      <a:pt x="24" y="57"/>
                    </a:cubicBezTo>
                    <a:cubicBezTo>
                      <a:pt x="24" y="55"/>
                      <a:pt x="24" y="55"/>
                      <a:pt x="24" y="55"/>
                    </a:cubicBezTo>
                    <a:cubicBezTo>
                      <a:pt x="25" y="59"/>
                      <a:pt x="24" y="54"/>
                      <a:pt x="24" y="55"/>
                    </a:cubicBezTo>
                    <a:cubicBezTo>
                      <a:pt x="25" y="56"/>
                      <a:pt x="25" y="58"/>
                      <a:pt x="25" y="58"/>
                    </a:cubicBezTo>
                    <a:cubicBezTo>
                      <a:pt x="24" y="56"/>
                      <a:pt x="25" y="55"/>
                      <a:pt x="24" y="53"/>
                    </a:cubicBezTo>
                    <a:cubicBezTo>
                      <a:pt x="25" y="54"/>
                      <a:pt x="25" y="56"/>
                      <a:pt x="26" y="58"/>
                    </a:cubicBezTo>
                    <a:cubicBezTo>
                      <a:pt x="25" y="56"/>
                      <a:pt x="26" y="59"/>
                      <a:pt x="26" y="57"/>
                    </a:cubicBezTo>
                    <a:cubicBezTo>
                      <a:pt x="25" y="56"/>
                      <a:pt x="25" y="55"/>
                      <a:pt x="25" y="54"/>
                    </a:cubicBezTo>
                    <a:cubicBezTo>
                      <a:pt x="26" y="54"/>
                      <a:pt x="25" y="55"/>
                      <a:pt x="26" y="56"/>
                    </a:cubicBezTo>
                    <a:cubicBezTo>
                      <a:pt x="26" y="56"/>
                      <a:pt x="26" y="54"/>
                      <a:pt x="25" y="53"/>
                    </a:cubicBezTo>
                    <a:cubicBezTo>
                      <a:pt x="26" y="53"/>
                      <a:pt x="25" y="51"/>
                      <a:pt x="26" y="52"/>
                    </a:cubicBezTo>
                    <a:cubicBezTo>
                      <a:pt x="26" y="54"/>
                      <a:pt x="26" y="53"/>
                      <a:pt x="26" y="54"/>
                    </a:cubicBezTo>
                    <a:cubicBezTo>
                      <a:pt x="27" y="54"/>
                      <a:pt x="25" y="50"/>
                      <a:pt x="26" y="50"/>
                    </a:cubicBezTo>
                    <a:cubicBezTo>
                      <a:pt x="25" y="49"/>
                      <a:pt x="25" y="46"/>
                      <a:pt x="25" y="45"/>
                    </a:cubicBezTo>
                    <a:cubicBezTo>
                      <a:pt x="25" y="45"/>
                      <a:pt x="25" y="46"/>
                      <a:pt x="25" y="48"/>
                    </a:cubicBezTo>
                    <a:cubicBezTo>
                      <a:pt x="25" y="48"/>
                      <a:pt x="25" y="48"/>
                      <a:pt x="25" y="48"/>
                    </a:cubicBezTo>
                    <a:cubicBezTo>
                      <a:pt x="27" y="50"/>
                      <a:pt x="26" y="52"/>
                      <a:pt x="27" y="55"/>
                    </a:cubicBezTo>
                    <a:cubicBezTo>
                      <a:pt x="27" y="54"/>
                      <a:pt x="27" y="54"/>
                      <a:pt x="27" y="54"/>
                    </a:cubicBezTo>
                    <a:cubicBezTo>
                      <a:pt x="28" y="57"/>
                      <a:pt x="28" y="57"/>
                      <a:pt x="28" y="57"/>
                    </a:cubicBezTo>
                    <a:cubicBezTo>
                      <a:pt x="27" y="55"/>
                      <a:pt x="28" y="56"/>
                      <a:pt x="28" y="55"/>
                    </a:cubicBezTo>
                    <a:cubicBezTo>
                      <a:pt x="28" y="54"/>
                      <a:pt x="28" y="56"/>
                      <a:pt x="28" y="55"/>
                    </a:cubicBezTo>
                    <a:cubicBezTo>
                      <a:pt x="28" y="54"/>
                      <a:pt x="27" y="51"/>
                      <a:pt x="28" y="52"/>
                    </a:cubicBezTo>
                    <a:cubicBezTo>
                      <a:pt x="29" y="55"/>
                      <a:pt x="29" y="55"/>
                      <a:pt x="29" y="55"/>
                    </a:cubicBezTo>
                    <a:cubicBezTo>
                      <a:pt x="29" y="56"/>
                      <a:pt x="28" y="53"/>
                      <a:pt x="29" y="54"/>
                    </a:cubicBezTo>
                    <a:cubicBezTo>
                      <a:pt x="29" y="55"/>
                      <a:pt x="29" y="55"/>
                      <a:pt x="29" y="55"/>
                    </a:cubicBezTo>
                    <a:cubicBezTo>
                      <a:pt x="30" y="55"/>
                      <a:pt x="32" y="55"/>
                      <a:pt x="31" y="51"/>
                    </a:cubicBezTo>
                    <a:cubicBezTo>
                      <a:pt x="32" y="52"/>
                      <a:pt x="32" y="52"/>
                      <a:pt x="33" y="53"/>
                    </a:cubicBezTo>
                    <a:cubicBezTo>
                      <a:pt x="33" y="53"/>
                      <a:pt x="33" y="51"/>
                      <a:pt x="33" y="51"/>
                    </a:cubicBezTo>
                    <a:cubicBezTo>
                      <a:pt x="34" y="53"/>
                      <a:pt x="34" y="53"/>
                      <a:pt x="34" y="53"/>
                    </a:cubicBezTo>
                    <a:cubicBezTo>
                      <a:pt x="34" y="54"/>
                      <a:pt x="34" y="52"/>
                      <a:pt x="34" y="51"/>
                    </a:cubicBezTo>
                    <a:cubicBezTo>
                      <a:pt x="35" y="52"/>
                      <a:pt x="35" y="52"/>
                      <a:pt x="35" y="52"/>
                    </a:cubicBezTo>
                    <a:cubicBezTo>
                      <a:pt x="35" y="54"/>
                      <a:pt x="35" y="51"/>
                      <a:pt x="35" y="51"/>
                    </a:cubicBezTo>
                    <a:cubicBezTo>
                      <a:pt x="35" y="52"/>
                      <a:pt x="35" y="52"/>
                      <a:pt x="35" y="52"/>
                    </a:cubicBezTo>
                    <a:cubicBezTo>
                      <a:pt x="35" y="51"/>
                      <a:pt x="35" y="51"/>
                      <a:pt x="35" y="51"/>
                    </a:cubicBezTo>
                    <a:cubicBezTo>
                      <a:pt x="35" y="50"/>
                      <a:pt x="35" y="50"/>
                      <a:pt x="36" y="52"/>
                    </a:cubicBezTo>
                    <a:cubicBezTo>
                      <a:pt x="36" y="51"/>
                      <a:pt x="36" y="51"/>
                      <a:pt x="36" y="51"/>
                    </a:cubicBezTo>
                    <a:cubicBezTo>
                      <a:pt x="37" y="52"/>
                      <a:pt x="37" y="52"/>
                      <a:pt x="38" y="51"/>
                    </a:cubicBezTo>
                    <a:cubicBezTo>
                      <a:pt x="37" y="51"/>
                      <a:pt x="37" y="50"/>
                      <a:pt x="37" y="49"/>
                    </a:cubicBezTo>
                    <a:cubicBezTo>
                      <a:pt x="36" y="46"/>
                      <a:pt x="37" y="49"/>
                      <a:pt x="37" y="47"/>
                    </a:cubicBezTo>
                    <a:cubicBezTo>
                      <a:pt x="37" y="48"/>
                      <a:pt x="38" y="49"/>
                      <a:pt x="38" y="50"/>
                    </a:cubicBezTo>
                    <a:cubicBezTo>
                      <a:pt x="39" y="52"/>
                      <a:pt x="39" y="50"/>
                      <a:pt x="40" y="50"/>
                    </a:cubicBezTo>
                    <a:cubicBezTo>
                      <a:pt x="40" y="49"/>
                      <a:pt x="40" y="49"/>
                      <a:pt x="40" y="49"/>
                    </a:cubicBezTo>
                    <a:cubicBezTo>
                      <a:pt x="42" y="51"/>
                      <a:pt x="41" y="48"/>
                      <a:pt x="42" y="49"/>
                    </a:cubicBezTo>
                    <a:cubicBezTo>
                      <a:pt x="42" y="48"/>
                      <a:pt x="41" y="45"/>
                      <a:pt x="41" y="45"/>
                    </a:cubicBezTo>
                    <a:cubicBezTo>
                      <a:pt x="41" y="43"/>
                      <a:pt x="42" y="47"/>
                      <a:pt x="43" y="48"/>
                    </a:cubicBezTo>
                    <a:cubicBezTo>
                      <a:pt x="43" y="48"/>
                      <a:pt x="43" y="47"/>
                      <a:pt x="43" y="47"/>
                    </a:cubicBezTo>
                    <a:cubicBezTo>
                      <a:pt x="43" y="48"/>
                      <a:pt x="43" y="48"/>
                      <a:pt x="43" y="48"/>
                    </a:cubicBezTo>
                    <a:cubicBezTo>
                      <a:pt x="43" y="47"/>
                      <a:pt x="43" y="46"/>
                      <a:pt x="44" y="47"/>
                    </a:cubicBezTo>
                    <a:cubicBezTo>
                      <a:pt x="44" y="47"/>
                      <a:pt x="44" y="47"/>
                      <a:pt x="44" y="47"/>
                    </a:cubicBezTo>
                    <a:cubicBezTo>
                      <a:pt x="44" y="47"/>
                      <a:pt x="45" y="48"/>
                      <a:pt x="45" y="48"/>
                    </a:cubicBezTo>
                    <a:cubicBezTo>
                      <a:pt x="44" y="46"/>
                      <a:pt x="45" y="47"/>
                      <a:pt x="45" y="45"/>
                    </a:cubicBezTo>
                    <a:cubicBezTo>
                      <a:pt x="45" y="46"/>
                      <a:pt x="45" y="46"/>
                      <a:pt x="45" y="46"/>
                    </a:cubicBezTo>
                    <a:cubicBezTo>
                      <a:pt x="45" y="44"/>
                      <a:pt x="45" y="44"/>
                      <a:pt x="45" y="44"/>
                    </a:cubicBezTo>
                    <a:cubicBezTo>
                      <a:pt x="45" y="45"/>
                      <a:pt x="45" y="45"/>
                      <a:pt x="45" y="45"/>
                    </a:cubicBezTo>
                    <a:cubicBezTo>
                      <a:pt x="46" y="47"/>
                      <a:pt x="46" y="47"/>
                      <a:pt x="46" y="47"/>
                    </a:cubicBezTo>
                    <a:cubicBezTo>
                      <a:pt x="46" y="48"/>
                      <a:pt x="45" y="45"/>
                      <a:pt x="45" y="45"/>
                    </a:cubicBezTo>
                    <a:cubicBezTo>
                      <a:pt x="45" y="43"/>
                      <a:pt x="46" y="45"/>
                      <a:pt x="46" y="45"/>
                    </a:cubicBezTo>
                    <a:cubicBezTo>
                      <a:pt x="46" y="46"/>
                      <a:pt x="46" y="45"/>
                      <a:pt x="46" y="45"/>
                    </a:cubicBezTo>
                    <a:cubicBezTo>
                      <a:pt x="46" y="47"/>
                      <a:pt x="46" y="46"/>
                      <a:pt x="46" y="47"/>
                    </a:cubicBezTo>
                    <a:cubicBezTo>
                      <a:pt x="46" y="47"/>
                      <a:pt x="46" y="45"/>
                      <a:pt x="46" y="45"/>
                    </a:cubicBezTo>
                    <a:cubicBezTo>
                      <a:pt x="46" y="45"/>
                      <a:pt x="47" y="45"/>
                      <a:pt x="47" y="46"/>
                    </a:cubicBezTo>
                    <a:cubicBezTo>
                      <a:pt x="47" y="45"/>
                      <a:pt x="47" y="45"/>
                      <a:pt x="47" y="45"/>
                    </a:cubicBezTo>
                    <a:cubicBezTo>
                      <a:pt x="47" y="44"/>
                      <a:pt x="46" y="44"/>
                      <a:pt x="46" y="43"/>
                    </a:cubicBezTo>
                    <a:cubicBezTo>
                      <a:pt x="46" y="43"/>
                      <a:pt x="46" y="42"/>
                      <a:pt x="46" y="43"/>
                    </a:cubicBezTo>
                    <a:cubicBezTo>
                      <a:pt x="46" y="43"/>
                      <a:pt x="46" y="43"/>
                      <a:pt x="46" y="43"/>
                    </a:cubicBezTo>
                    <a:cubicBezTo>
                      <a:pt x="46" y="43"/>
                      <a:pt x="47" y="43"/>
                      <a:pt x="46" y="42"/>
                    </a:cubicBezTo>
                    <a:cubicBezTo>
                      <a:pt x="47" y="44"/>
                      <a:pt x="47" y="44"/>
                      <a:pt x="47" y="44"/>
                    </a:cubicBezTo>
                    <a:cubicBezTo>
                      <a:pt x="47" y="43"/>
                      <a:pt x="47" y="43"/>
                      <a:pt x="47" y="42"/>
                    </a:cubicBezTo>
                    <a:cubicBezTo>
                      <a:pt x="48" y="44"/>
                      <a:pt x="49" y="46"/>
                      <a:pt x="49" y="46"/>
                    </a:cubicBezTo>
                    <a:cubicBezTo>
                      <a:pt x="49" y="44"/>
                      <a:pt x="49" y="44"/>
                      <a:pt x="49" y="44"/>
                    </a:cubicBezTo>
                    <a:cubicBezTo>
                      <a:pt x="49" y="44"/>
                      <a:pt x="49" y="44"/>
                      <a:pt x="50" y="45"/>
                    </a:cubicBezTo>
                    <a:cubicBezTo>
                      <a:pt x="51" y="46"/>
                      <a:pt x="48" y="40"/>
                      <a:pt x="49" y="42"/>
                    </a:cubicBezTo>
                    <a:cubicBezTo>
                      <a:pt x="50" y="44"/>
                      <a:pt x="50" y="44"/>
                      <a:pt x="51" y="44"/>
                    </a:cubicBezTo>
                    <a:cubicBezTo>
                      <a:pt x="50" y="43"/>
                      <a:pt x="50" y="43"/>
                      <a:pt x="50" y="43"/>
                    </a:cubicBezTo>
                    <a:cubicBezTo>
                      <a:pt x="50" y="42"/>
                      <a:pt x="51" y="45"/>
                      <a:pt x="50" y="43"/>
                    </a:cubicBezTo>
                    <a:cubicBezTo>
                      <a:pt x="50" y="42"/>
                      <a:pt x="50" y="42"/>
                      <a:pt x="50" y="42"/>
                    </a:cubicBezTo>
                    <a:cubicBezTo>
                      <a:pt x="52" y="46"/>
                      <a:pt x="52" y="42"/>
                      <a:pt x="54" y="44"/>
                    </a:cubicBezTo>
                    <a:cubicBezTo>
                      <a:pt x="52" y="42"/>
                      <a:pt x="54" y="43"/>
                      <a:pt x="53" y="42"/>
                    </a:cubicBezTo>
                    <a:cubicBezTo>
                      <a:pt x="54" y="45"/>
                      <a:pt x="54" y="42"/>
                      <a:pt x="54" y="43"/>
                    </a:cubicBezTo>
                    <a:cubicBezTo>
                      <a:pt x="53" y="41"/>
                      <a:pt x="53" y="41"/>
                      <a:pt x="53" y="41"/>
                    </a:cubicBezTo>
                    <a:cubicBezTo>
                      <a:pt x="54" y="42"/>
                      <a:pt x="53" y="37"/>
                      <a:pt x="54" y="40"/>
                    </a:cubicBezTo>
                    <a:cubicBezTo>
                      <a:pt x="55" y="40"/>
                      <a:pt x="55" y="41"/>
                      <a:pt x="55" y="42"/>
                    </a:cubicBezTo>
                    <a:cubicBezTo>
                      <a:pt x="56" y="44"/>
                      <a:pt x="55" y="39"/>
                      <a:pt x="56" y="42"/>
                    </a:cubicBezTo>
                    <a:cubicBezTo>
                      <a:pt x="56" y="41"/>
                      <a:pt x="55" y="40"/>
                      <a:pt x="55" y="39"/>
                    </a:cubicBezTo>
                    <a:cubicBezTo>
                      <a:pt x="56" y="40"/>
                      <a:pt x="57" y="41"/>
                      <a:pt x="57" y="41"/>
                    </a:cubicBezTo>
                    <a:cubicBezTo>
                      <a:pt x="57" y="41"/>
                      <a:pt x="57" y="40"/>
                      <a:pt x="57" y="40"/>
                    </a:cubicBezTo>
                    <a:cubicBezTo>
                      <a:pt x="57" y="41"/>
                      <a:pt x="57" y="41"/>
                      <a:pt x="57" y="42"/>
                    </a:cubicBezTo>
                    <a:cubicBezTo>
                      <a:pt x="58" y="42"/>
                      <a:pt x="58" y="41"/>
                      <a:pt x="58" y="40"/>
                    </a:cubicBezTo>
                    <a:cubicBezTo>
                      <a:pt x="59" y="41"/>
                      <a:pt x="59" y="40"/>
                      <a:pt x="60" y="41"/>
                    </a:cubicBezTo>
                    <a:cubicBezTo>
                      <a:pt x="59" y="39"/>
                      <a:pt x="61" y="42"/>
                      <a:pt x="60" y="39"/>
                    </a:cubicBezTo>
                    <a:cubicBezTo>
                      <a:pt x="60" y="40"/>
                      <a:pt x="60" y="40"/>
                      <a:pt x="60" y="40"/>
                    </a:cubicBezTo>
                    <a:cubicBezTo>
                      <a:pt x="60" y="39"/>
                      <a:pt x="59" y="37"/>
                      <a:pt x="59" y="37"/>
                    </a:cubicBezTo>
                    <a:cubicBezTo>
                      <a:pt x="60" y="39"/>
                      <a:pt x="60" y="39"/>
                      <a:pt x="60" y="39"/>
                    </a:cubicBezTo>
                    <a:cubicBezTo>
                      <a:pt x="61" y="41"/>
                      <a:pt x="61" y="39"/>
                      <a:pt x="61" y="40"/>
                    </a:cubicBezTo>
                    <a:cubicBezTo>
                      <a:pt x="60" y="38"/>
                      <a:pt x="62" y="40"/>
                      <a:pt x="61" y="38"/>
                    </a:cubicBezTo>
                    <a:cubicBezTo>
                      <a:pt x="61" y="38"/>
                      <a:pt x="61" y="38"/>
                      <a:pt x="61" y="38"/>
                    </a:cubicBezTo>
                    <a:cubicBezTo>
                      <a:pt x="61" y="37"/>
                      <a:pt x="60" y="37"/>
                      <a:pt x="61" y="36"/>
                    </a:cubicBezTo>
                    <a:cubicBezTo>
                      <a:pt x="61" y="36"/>
                      <a:pt x="62" y="38"/>
                      <a:pt x="62" y="38"/>
                    </a:cubicBezTo>
                    <a:cubicBezTo>
                      <a:pt x="62" y="39"/>
                      <a:pt x="62" y="38"/>
                      <a:pt x="62" y="38"/>
                    </a:cubicBezTo>
                    <a:cubicBezTo>
                      <a:pt x="62" y="38"/>
                      <a:pt x="62" y="38"/>
                      <a:pt x="62" y="37"/>
                    </a:cubicBezTo>
                    <a:cubicBezTo>
                      <a:pt x="62" y="38"/>
                      <a:pt x="62" y="38"/>
                      <a:pt x="62" y="38"/>
                    </a:cubicBezTo>
                    <a:cubicBezTo>
                      <a:pt x="62" y="38"/>
                      <a:pt x="62" y="38"/>
                      <a:pt x="62" y="38"/>
                    </a:cubicBezTo>
                    <a:cubicBezTo>
                      <a:pt x="62" y="38"/>
                      <a:pt x="62" y="38"/>
                      <a:pt x="62" y="38"/>
                    </a:cubicBezTo>
                    <a:cubicBezTo>
                      <a:pt x="62" y="38"/>
                      <a:pt x="62" y="38"/>
                      <a:pt x="62" y="38"/>
                    </a:cubicBezTo>
                    <a:cubicBezTo>
                      <a:pt x="62" y="38"/>
                      <a:pt x="63" y="38"/>
                      <a:pt x="63" y="38"/>
                    </a:cubicBezTo>
                    <a:cubicBezTo>
                      <a:pt x="63" y="38"/>
                      <a:pt x="63" y="38"/>
                      <a:pt x="63" y="38"/>
                    </a:cubicBezTo>
                    <a:cubicBezTo>
                      <a:pt x="63" y="38"/>
                      <a:pt x="63" y="38"/>
                      <a:pt x="63" y="38"/>
                    </a:cubicBezTo>
                    <a:cubicBezTo>
                      <a:pt x="64" y="40"/>
                      <a:pt x="64" y="40"/>
                      <a:pt x="64" y="40"/>
                    </a:cubicBezTo>
                    <a:cubicBezTo>
                      <a:pt x="64" y="40"/>
                      <a:pt x="64" y="38"/>
                      <a:pt x="63" y="37"/>
                    </a:cubicBezTo>
                    <a:cubicBezTo>
                      <a:pt x="64" y="38"/>
                      <a:pt x="65" y="36"/>
                      <a:pt x="65" y="36"/>
                    </a:cubicBezTo>
                    <a:cubicBezTo>
                      <a:pt x="65" y="36"/>
                      <a:pt x="65" y="37"/>
                      <a:pt x="65" y="36"/>
                    </a:cubicBezTo>
                    <a:cubicBezTo>
                      <a:pt x="65" y="36"/>
                      <a:pt x="65" y="34"/>
                      <a:pt x="65" y="35"/>
                    </a:cubicBezTo>
                    <a:cubicBezTo>
                      <a:pt x="65" y="35"/>
                      <a:pt x="66" y="36"/>
                      <a:pt x="66" y="36"/>
                    </a:cubicBezTo>
                    <a:cubicBezTo>
                      <a:pt x="66" y="37"/>
                      <a:pt x="66" y="35"/>
                      <a:pt x="66" y="35"/>
                    </a:cubicBezTo>
                    <a:cubicBezTo>
                      <a:pt x="67" y="37"/>
                      <a:pt x="66" y="33"/>
                      <a:pt x="67" y="34"/>
                    </a:cubicBezTo>
                    <a:cubicBezTo>
                      <a:pt x="67" y="34"/>
                      <a:pt x="68" y="35"/>
                      <a:pt x="68" y="36"/>
                    </a:cubicBezTo>
                    <a:cubicBezTo>
                      <a:pt x="68" y="35"/>
                      <a:pt x="68" y="34"/>
                      <a:pt x="68" y="32"/>
                    </a:cubicBezTo>
                    <a:cubicBezTo>
                      <a:pt x="68" y="34"/>
                      <a:pt x="68" y="34"/>
                      <a:pt x="68" y="34"/>
                    </a:cubicBezTo>
                    <a:cubicBezTo>
                      <a:pt x="69" y="34"/>
                      <a:pt x="69" y="33"/>
                      <a:pt x="69" y="32"/>
                    </a:cubicBezTo>
                    <a:cubicBezTo>
                      <a:pt x="68" y="31"/>
                      <a:pt x="68" y="30"/>
                      <a:pt x="68" y="30"/>
                    </a:cubicBezTo>
                    <a:cubicBezTo>
                      <a:pt x="68" y="30"/>
                      <a:pt x="68" y="30"/>
                      <a:pt x="68" y="30"/>
                    </a:cubicBezTo>
                    <a:cubicBezTo>
                      <a:pt x="68" y="29"/>
                      <a:pt x="68" y="29"/>
                      <a:pt x="68" y="29"/>
                    </a:cubicBezTo>
                    <a:cubicBezTo>
                      <a:pt x="69" y="30"/>
                      <a:pt x="68" y="30"/>
                      <a:pt x="69" y="30"/>
                    </a:cubicBezTo>
                    <a:cubicBezTo>
                      <a:pt x="70" y="33"/>
                      <a:pt x="70" y="31"/>
                      <a:pt x="70" y="32"/>
                    </a:cubicBezTo>
                    <a:cubicBezTo>
                      <a:pt x="70" y="30"/>
                      <a:pt x="70" y="30"/>
                      <a:pt x="70" y="30"/>
                    </a:cubicBezTo>
                    <a:cubicBezTo>
                      <a:pt x="70" y="29"/>
                      <a:pt x="71" y="31"/>
                      <a:pt x="71" y="31"/>
                    </a:cubicBezTo>
                    <a:cubicBezTo>
                      <a:pt x="69" y="26"/>
                      <a:pt x="69" y="26"/>
                      <a:pt x="69" y="26"/>
                    </a:cubicBezTo>
                    <a:cubicBezTo>
                      <a:pt x="69" y="27"/>
                      <a:pt x="71" y="28"/>
                      <a:pt x="71" y="29"/>
                    </a:cubicBezTo>
                    <a:cubicBezTo>
                      <a:pt x="71" y="29"/>
                      <a:pt x="70" y="26"/>
                      <a:pt x="70" y="24"/>
                    </a:cubicBezTo>
                    <a:cubicBezTo>
                      <a:pt x="70" y="25"/>
                      <a:pt x="70" y="24"/>
                      <a:pt x="70" y="23"/>
                    </a:cubicBezTo>
                    <a:cubicBezTo>
                      <a:pt x="71" y="25"/>
                      <a:pt x="70" y="23"/>
                      <a:pt x="71" y="24"/>
                    </a:cubicBezTo>
                    <a:cubicBezTo>
                      <a:pt x="72" y="26"/>
                      <a:pt x="72" y="26"/>
                      <a:pt x="72" y="26"/>
                    </a:cubicBezTo>
                    <a:cubicBezTo>
                      <a:pt x="71" y="26"/>
                      <a:pt x="73" y="28"/>
                      <a:pt x="73" y="29"/>
                    </a:cubicBezTo>
                    <a:cubicBezTo>
                      <a:pt x="73" y="28"/>
                      <a:pt x="74" y="28"/>
                      <a:pt x="75" y="29"/>
                    </a:cubicBezTo>
                    <a:cubicBezTo>
                      <a:pt x="73" y="26"/>
                      <a:pt x="74" y="27"/>
                      <a:pt x="73" y="25"/>
                    </a:cubicBezTo>
                    <a:cubicBezTo>
                      <a:pt x="74" y="24"/>
                      <a:pt x="74" y="27"/>
                      <a:pt x="75" y="27"/>
                    </a:cubicBezTo>
                    <a:cubicBezTo>
                      <a:pt x="75" y="26"/>
                      <a:pt x="76" y="26"/>
                      <a:pt x="76" y="26"/>
                    </a:cubicBezTo>
                    <a:cubicBezTo>
                      <a:pt x="76" y="26"/>
                      <a:pt x="76" y="26"/>
                      <a:pt x="76" y="26"/>
                    </a:cubicBezTo>
                    <a:cubicBezTo>
                      <a:pt x="76" y="25"/>
                      <a:pt x="77" y="26"/>
                      <a:pt x="77" y="23"/>
                    </a:cubicBezTo>
                    <a:cubicBezTo>
                      <a:pt x="77" y="25"/>
                      <a:pt x="77" y="25"/>
                      <a:pt x="77" y="25"/>
                    </a:cubicBezTo>
                    <a:cubicBezTo>
                      <a:pt x="78" y="25"/>
                      <a:pt x="76" y="22"/>
                      <a:pt x="77" y="23"/>
                    </a:cubicBezTo>
                    <a:cubicBezTo>
                      <a:pt x="78" y="24"/>
                      <a:pt x="78" y="24"/>
                      <a:pt x="78" y="24"/>
                    </a:cubicBezTo>
                    <a:cubicBezTo>
                      <a:pt x="78" y="23"/>
                      <a:pt x="79" y="25"/>
                      <a:pt x="78" y="23"/>
                    </a:cubicBezTo>
                    <a:cubicBezTo>
                      <a:pt x="79" y="24"/>
                      <a:pt x="79" y="24"/>
                      <a:pt x="79" y="24"/>
                    </a:cubicBezTo>
                    <a:cubicBezTo>
                      <a:pt x="79" y="23"/>
                      <a:pt x="79" y="24"/>
                      <a:pt x="79" y="22"/>
                    </a:cubicBezTo>
                    <a:cubicBezTo>
                      <a:pt x="80" y="24"/>
                      <a:pt x="80" y="24"/>
                      <a:pt x="80" y="24"/>
                    </a:cubicBezTo>
                    <a:cubicBezTo>
                      <a:pt x="80" y="25"/>
                      <a:pt x="79" y="22"/>
                      <a:pt x="80" y="22"/>
                    </a:cubicBezTo>
                    <a:cubicBezTo>
                      <a:pt x="80" y="22"/>
                      <a:pt x="81" y="23"/>
                      <a:pt x="81" y="23"/>
                    </a:cubicBezTo>
                    <a:cubicBezTo>
                      <a:pt x="80" y="22"/>
                      <a:pt x="81" y="22"/>
                      <a:pt x="81" y="21"/>
                    </a:cubicBezTo>
                    <a:cubicBezTo>
                      <a:pt x="82" y="23"/>
                      <a:pt x="82" y="23"/>
                      <a:pt x="82" y="23"/>
                    </a:cubicBezTo>
                    <a:cubicBezTo>
                      <a:pt x="84" y="22"/>
                      <a:pt x="86" y="22"/>
                      <a:pt x="86" y="19"/>
                    </a:cubicBezTo>
                    <a:cubicBezTo>
                      <a:pt x="88" y="21"/>
                      <a:pt x="87" y="21"/>
                      <a:pt x="87" y="22"/>
                    </a:cubicBezTo>
                    <a:cubicBezTo>
                      <a:pt x="87" y="20"/>
                      <a:pt x="87" y="22"/>
                      <a:pt x="88" y="21"/>
                    </a:cubicBezTo>
                    <a:cubicBezTo>
                      <a:pt x="88" y="21"/>
                      <a:pt x="88" y="21"/>
                      <a:pt x="88" y="21"/>
                    </a:cubicBezTo>
                    <a:cubicBezTo>
                      <a:pt x="88" y="20"/>
                      <a:pt x="89" y="22"/>
                      <a:pt x="89" y="21"/>
                    </a:cubicBezTo>
                    <a:cubicBezTo>
                      <a:pt x="88" y="20"/>
                      <a:pt x="88" y="20"/>
                      <a:pt x="88" y="20"/>
                    </a:cubicBezTo>
                    <a:cubicBezTo>
                      <a:pt x="88" y="19"/>
                      <a:pt x="90" y="23"/>
                      <a:pt x="89" y="20"/>
                    </a:cubicBezTo>
                    <a:cubicBezTo>
                      <a:pt x="90" y="22"/>
                      <a:pt x="90" y="22"/>
                      <a:pt x="90" y="22"/>
                    </a:cubicBezTo>
                    <a:cubicBezTo>
                      <a:pt x="89" y="19"/>
                      <a:pt x="91" y="22"/>
                      <a:pt x="90" y="20"/>
                    </a:cubicBezTo>
                    <a:cubicBezTo>
                      <a:pt x="90" y="20"/>
                      <a:pt x="90" y="20"/>
                      <a:pt x="90" y="20"/>
                    </a:cubicBezTo>
                    <a:cubicBezTo>
                      <a:pt x="91" y="21"/>
                      <a:pt x="90" y="17"/>
                      <a:pt x="91" y="19"/>
                    </a:cubicBezTo>
                    <a:cubicBezTo>
                      <a:pt x="91" y="19"/>
                      <a:pt x="91" y="18"/>
                      <a:pt x="91" y="16"/>
                    </a:cubicBezTo>
                    <a:cubicBezTo>
                      <a:pt x="92" y="19"/>
                      <a:pt x="92" y="19"/>
                      <a:pt x="92" y="19"/>
                    </a:cubicBezTo>
                    <a:cubicBezTo>
                      <a:pt x="93" y="17"/>
                      <a:pt x="94" y="17"/>
                      <a:pt x="94" y="14"/>
                    </a:cubicBezTo>
                    <a:cubicBezTo>
                      <a:pt x="95" y="15"/>
                      <a:pt x="95" y="15"/>
                      <a:pt x="95" y="15"/>
                    </a:cubicBezTo>
                    <a:cubicBezTo>
                      <a:pt x="95" y="13"/>
                      <a:pt x="97" y="17"/>
                      <a:pt x="96" y="13"/>
                    </a:cubicBezTo>
                    <a:cubicBezTo>
                      <a:pt x="96" y="11"/>
                      <a:pt x="96" y="11"/>
                      <a:pt x="96" y="11"/>
                    </a:cubicBezTo>
                    <a:cubicBezTo>
                      <a:pt x="97" y="13"/>
                      <a:pt x="97" y="13"/>
                      <a:pt x="97" y="13"/>
                    </a:cubicBezTo>
                    <a:cubicBezTo>
                      <a:pt x="97" y="12"/>
                      <a:pt x="98" y="13"/>
                      <a:pt x="97" y="11"/>
                    </a:cubicBezTo>
                    <a:cubicBezTo>
                      <a:pt x="98" y="13"/>
                      <a:pt x="98" y="13"/>
                      <a:pt x="98" y="13"/>
                    </a:cubicBezTo>
                    <a:cubicBezTo>
                      <a:pt x="98" y="13"/>
                      <a:pt x="98" y="10"/>
                      <a:pt x="98" y="11"/>
                    </a:cubicBezTo>
                    <a:cubicBezTo>
                      <a:pt x="98" y="11"/>
                      <a:pt x="98" y="11"/>
                      <a:pt x="98" y="11"/>
                    </a:cubicBezTo>
                    <a:cubicBezTo>
                      <a:pt x="101" y="14"/>
                      <a:pt x="104" y="15"/>
                      <a:pt x="104" y="11"/>
                    </a:cubicBezTo>
                    <a:cubicBezTo>
                      <a:pt x="104" y="10"/>
                      <a:pt x="105" y="13"/>
                      <a:pt x="105" y="13"/>
                    </a:cubicBezTo>
                    <a:cubicBezTo>
                      <a:pt x="106" y="9"/>
                      <a:pt x="109" y="14"/>
                      <a:pt x="109" y="8"/>
                    </a:cubicBezTo>
                    <a:cubicBezTo>
                      <a:pt x="110" y="6"/>
                      <a:pt x="108" y="1"/>
                      <a:pt x="108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39" name="Freeform 114"/>
              <p:cNvSpPr/>
              <p:nvPr>
                <p:custDataLst>
                  <p:tags r:id="rId360"/>
                </p:custDataLst>
              </p:nvPr>
            </p:nvSpPr>
            <p:spPr bwMode="auto">
              <a:xfrm>
                <a:off x="3897" y="1269"/>
                <a:ext cx="6" cy="2"/>
              </a:xfrm>
              <a:custGeom>
                <a:avLst/>
                <a:gdLst>
                  <a:gd name="T0" fmla="*/ 6 w 6"/>
                  <a:gd name="T1" fmla="*/ 0 h 2"/>
                  <a:gd name="T2" fmla="*/ 6 w 6"/>
                  <a:gd name="T3" fmla="*/ 0 h 2"/>
                  <a:gd name="T4" fmla="*/ 0 w 6"/>
                  <a:gd name="T5" fmla="*/ 2 h 2"/>
                  <a:gd name="T6" fmla="*/ 6 w 6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2">
                    <a:moveTo>
                      <a:pt x="6" y="0"/>
                    </a:moveTo>
                    <a:lnTo>
                      <a:pt x="6" y="0"/>
                    </a:lnTo>
                    <a:lnTo>
                      <a:pt x="0" y="2"/>
                    </a:lnTo>
                    <a:lnTo>
                      <a:pt x="6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40" name="Freeform 115"/>
              <p:cNvSpPr/>
              <p:nvPr>
                <p:custDataLst>
                  <p:tags r:id="rId361"/>
                </p:custDataLst>
              </p:nvPr>
            </p:nvSpPr>
            <p:spPr bwMode="auto">
              <a:xfrm>
                <a:off x="3935" y="1214"/>
                <a:ext cx="78" cy="253"/>
              </a:xfrm>
              <a:custGeom>
                <a:avLst/>
                <a:gdLst>
                  <a:gd name="T0" fmla="*/ 15 w 37"/>
                  <a:gd name="T1" fmla="*/ 54 h 119"/>
                  <a:gd name="T2" fmla="*/ 12 w 37"/>
                  <a:gd name="T3" fmla="*/ 62 h 119"/>
                  <a:gd name="T4" fmla="*/ 8 w 37"/>
                  <a:gd name="T5" fmla="*/ 67 h 119"/>
                  <a:gd name="T6" fmla="*/ 6 w 37"/>
                  <a:gd name="T7" fmla="*/ 78 h 119"/>
                  <a:gd name="T8" fmla="*/ 4 w 37"/>
                  <a:gd name="T9" fmla="*/ 84 h 119"/>
                  <a:gd name="T10" fmla="*/ 2 w 37"/>
                  <a:gd name="T11" fmla="*/ 96 h 119"/>
                  <a:gd name="T12" fmla="*/ 5 w 37"/>
                  <a:gd name="T13" fmla="*/ 103 h 119"/>
                  <a:gd name="T14" fmla="*/ 2 w 37"/>
                  <a:gd name="T15" fmla="*/ 111 h 119"/>
                  <a:gd name="T16" fmla="*/ 2 w 37"/>
                  <a:gd name="T17" fmla="*/ 115 h 119"/>
                  <a:gd name="T18" fmla="*/ 7 w 37"/>
                  <a:gd name="T19" fmla="*/ 117 h 119"/>
                  <a:gd name="T20" fmla="*/ 8 w 37"/>
                  <a:gd name="T21" fmla="*/ 117 h 119"/>
                  <a:gd name="T22" fmla="*/ 9 w 37"/>
                  <a:gd name="T23" fmla="*/ 115 h 119"/>
                  <a:gd name="T24" fmla="*/ 12 w 37"/>
                  <a:gd name="T25" fmla="*/ 113 h 119"/>
                  <a:gd name="T26" fmla="*/ 15 w 37"/>
                  <a:gd name="T27" fmla="*/ 110 h 119"/>
                  <a:gd name="T28" fmla="*/ 17 w 37"/>
                  <a:gd name="T29" fmla="*/ 110 h 119"/>
                  <a:gd name="T30" fmla="*/ 17 w 37"/>
                  <a:gd name="T31" fmla="*/ 108 h 119"/>
                  <a:gd name="T32" fmla="*/ 18 w 37"/>
                  <a:gd name="T33" fmla="*/ 108 h 119"/>
                  <a:gd name="T34" fmla="*/ 21 w 37"/>
                  <a:gd name="T35" fmla="*/ 108 h 119"/>
                  <a:gd name="T36" fmla="*/ 15 w 37"/>
                  <a:gd name="T37" fmla="*/ 104 h 119"/>
                  <a:gd name="T38" fmla="*/ 18 w 37"/>
                  <a:gd name="T39" fmla="*/ 104 h 119"/>
                  <a:gd name="T40" fmla="*/ 20 w 37"/>
                  <a:gd name="T41" fmla="*/ 104 h 119"/>
                  <a:gd name="T42" fmla="*/ 22 w 37"/>
                  <a:gd name="T43" fmla="*/ 102 h 119"/>
                  <a:gd name="T44" fmla="*/ 20 w 37"/>
                  <a:gd name="T45" fmla="*/ 100 h 119"/>
                  <a:gd name="T46" fmla="*/ 22 w 37"/>
                  <a:gd name="T47" fmla="*/ 99 h 119"/>
                  <a:gd name="T48" fmla="*/ 15 w 37"/>
                  <a:gd name="T49" fmla="*/ 95 h 119"/>
                  <a:gd name="T50" fmla="*/ 21 w 37"/>
                  <a:gd name="T51" fmla="*/ 97 h 119"/>
                  <a:gd name="T52" fmla="*/ 24 w 37"/>
                  <a:gd name="T53" fmla="*/ 92 h 119"/>
                  <a:gd name="T54" fmla="*/ 24 w 37"/>
                  <a:gd name="T55" fmla="*/ 89 h 119"/>
                  <a:gd name="T56" fmla="*/ 21 w 37"/>
                  <a:gd name="T57" fmla="*/ 85 h 119"/>
                  <a:gd name="T58" fmla="*/ 26 w 37"/>
                  <a:gd name="T59" fmla="*/ 81 h 119"/>
                  <a:gd name="T60" fmla="*/ 24 w 37"/>
                  <a:gd name="T61" fmla="*/ 78 h 119"/>
                  <a:gd name="T62" fmla="*/ 25 w 37"/>
                  <a:gd name="T63" fmla="*/ 77 h 119"/>
                  <a:gd name="T64" fmla="*/ 23 w 37"/>
                  <a:gd name="T65" fmla="*/ 75 h 119"/>
                  <a:gd name="T66" fmla="*/ 27 w 37"/>
                  <a:gd name="T67" fmla="*/ 75 h 119"/>
                  <a:gd name="T68" fmla="*/ 26 w 37"/>
                  <a:gd name="T69" fmla="*/ 72 h 119"/>
                  <a:gd name="T70" fmla="*/ 25 w 37"/>
                  <a:gd name="T71" fmla="*/ 67 h 119"/>
                  <a:gd name="T72" fmla="*/ 29 w 37"/>
                  <a:gd name="T73" fmla="*/ 65 h 119"/>
                  <a:gd name="T74" fmla="*/ 28 w 37"/>
                  <a:gd name="T75" fmla="*/ 61 h 119"/>
                  <a:gd name="T76" fmla="*/ 29 w 37"/>
                  <a:gd name="T77" fmla="*/ 59 h 119"/>
                  <a:gd name="T78" fmla="*/ 29 w 37"/>
                  <a:gd name="T79" fmla="*/ 59 h 119"/>
                  <a:gd name="T80" fmla="*/ 29 w 37"/>
                  <a:gd name="T81" fmla="*/ 56 h 119"/>
                  <a:gd name="T82" fmla="*/ 27 w 37"/>
                  <a:gd name="T83" fmla="*/ 51 h 119"/>
                  <a:gd name="T84" fmla="*/ 25 w 37"/>
                  <a:gd name="T85" fmla="*/ 49 h 119"/>
                  <a:gd name="T86" fmla="*/ 27 w 37"/>
                  <a:gd name="T87" fmla="*/ 47 h 119"/>
                  <a:gd name="T88" fmla="*/ 29 w 37"/>
                  <a:gd name="T89" fmla="*/ 44 h 119"/>
                  <a:gd name="T90" fmla="*/ 27 w 37"/>
                  <a:gd name="T91" fmla="*/ 39 h 119"/>
                  <a:gd name="T92" fmla="*/ 28 w 37"/>
                  <a:gd name="T93" fmla="*/ 37 h 119"/>
                  <a:gd name="T94" fmla="*/ 31 w 37"/>
                  <a:gd name="T95" fmla="*/ 30 h 119"/>
                  <a:gd name="T96" fmla="*/ 32 w 37"/>
                  <a:gd name="T97" fmla="*/ 27 h 119"/>
                  <a:gd name="T98" fmla="*/ 29 w 37"/>
                  <a:gd name="T99" fmla="*/ 19 h 119"/>
                  <a:gd name="T100" fmla="*/ 30 w 37"/>
                  <a:gd name="T101" fmla="*/ 16 h 119"/>
                  <a:gd name="T102" fmla="*/ 26 w 37"/>
                  <a:gd name="T103" fmla="*/ 0 h 119"/>
                  <a:gd name="T104" fmla="*/ 18 w 37"/>
                  <a:gd name="T105" fmla="*/ 21 h 119"/>
                  <a:gd name="T106" fmla="*/ 11 w 37"/>
                  <a:gd name="T107" fmla="*/ 38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7" h="119">
                    <a:moveTo>
                      <a:pt x="11" y="38"/>
                    </a:moveTo>
                    <a:cubicBezTo>
                      <a:pt x="11" y="42"/>
                      <a:pt x="12" y="46"/>
                      <a:pt x="12" y="50"/>
                    </a:cubicBezTo>
                    <a:cubicBezTo>
                      <a:pt x="15" y="51"/>
                      <a:pt x="13" y="52"/>
                      <a:pt x="16" y="53"/>
                    </a:cubicBezTo>
                    <a:cubicBezTo>
                      <a:pt x="15" y="53"/>
                      <a:pt x="15" y="53"/>
                      <a:pt x="15" y="53"/>
                    </a:cubicBezTo>
                    <a:cubicBezTo>
                      <a:pt x="16" y="53"/>
                      <a:pt x="14" y="53"/>
                      <a:pt x="13" y="54"/>
                    </a:cubicBezTo>
                    <a:cubicBezTo>
                      <a:pt x="14" y="54"/>
                      <a:pt x="13" y="54"/>
                      <a:pt x="15" y="54"/>
                    </a:cubicBezTo>
                    <a:cubicBezTo>
                      <a:pt x="17" y="55"/>
                      <a:pt x="12" y="54"/>
                      <a:pt x="13" y="55"/>
                    </a:cubicBezTo>
                    <a:cubicBezTo>
                      <a:pt x="13" y="55"/>
                      <a:pt x="14" y="55"/>
                      <a:pt x="14" y="55"/>
                    </a:cubicBezTo>
                    <a:cubicBezTo>
                      <a:pt x="16" y="56"/>
                      <a:pt x="13" y="55"/>
                      <a:pt x="11" y="55"/>
                    </a:cubicBezTo>
                    <a:cubicBezTo>
                      <a:pt x="11" y="57"/>
                      <a:pt x="13" y="59"/>
                      <a:pt x="11" y="61"/>
                    </a:cubicBezTo>
                    <a:cubicBezTo>
                      <a:pt x="11" y="60"/>
                      <a:pt x="13" y="61"/>
                      <a:pt x="13" y="61"/>
                    </a:cubicBezTo>
                    <a:cubicBezTo>
                      <a:pt x="9" y="60"/>
                      <a:pt x="13" y="62"/>
                      <a:pt x="12" y="62"/>
                    </a:cubicBezTo>
                    <a:cubicBezTo>
                      <a:pt x="11" y="61"/>
                      <a:pt x="11" y="61"/>
                      <a:pt x="11" y="61"/>
                    </a:cubicBezTo>
                    <a:cubicBezTo>
                      <a:pt x="9" y="62"/>
                      <a:pt x="11" y="63"/>
                      <a:pt x="10" y="63"/>
                    </a:cubicBezTo>
                    <a:cubicBezTo>
                      <a:pt x="11" y="64"/>
                      <a:pt x="8" y="64"/>
                      <a:pt x="9" y="65"/>
                    </a:cubicBezTo>
                    <a:cubicBezTo>
                      <a:pt x="8" y="64"/>
                      <a:pt x="8" y="65"/>
                      <a:pt x="8" y="65"/>
                    </a:cubicBezTo>
                    <a:cubicBezTo>
                      <a:pt x="11" y="66"/>
                      <a:pt x="6" y="66"/>
                      <a:pt x="8" y="67"/>
                    </a:cubicBezTo>
                    <a:cubicBezTo>
                      <a:pt x="8" y="67"/>
                      <a:pt x="8" y="67"/>
                      <a:pt x="8" y="67"/>
                    </a:cubicBezTo>
                    <a:cubicBezTo>
                      <a:pt x="8" y="68"/>
                      <a:pt x="6" y="70"/>
                      <a:pt x="8" y="72"/>
                    </a:cubicBezTo>
                    <a:cubicBezTo>
                      <a:pt x="8" y="73"/>
                      <a:pt x="4" y="73"/>
                      <a:pt x="5" y="75"/>
                    </a:cubicBezTo>
                    <a:cubicBezTo>
                      <a:pt x="7" y="76"/>
                      <a:pt x="7" y="76"/>
                      <a:pt x="7" y="76"/>
                    </a:cubicBezTo>
                    <a:cubicBezTo>
                      <a:pt x="7" y="76"/>
                      <a:pt x="6" y="75"/>
                      <a:pt x="5" y="75"/>
                    </a:cubicBezTo>
                    <a:cubicBezTo>
                      <a:pt x="7" y="76"/>
                      <a:pt x="5" y="76"/>
                      <a:pt x="5" y="77"/>
                    </a:cubicBezTo>
                    <a:cubicBezTo>
                      <a:pt x="5" y="77"/>
                      <a:pt x="5" y="78"/>
                      <a:pt x="6" y="78"/>
                    </a:cubicBezTo>
                    <a:cubicBezTo>
                      <a:pt x="4" y="78"/>
                      <a:pt x="7" y="80"/>
                      <a:pt x="5" y="80"/>
                    </a:cubicBezTo>
                    <a:cubicBezTo>
                      <a:pt x="8" y="81"/>
                      <a:pt x="6" y="80"/>
                      <a:pt x="7" y="81"/>
                    </a:cubicBezTo>
                    <a:cubicBezTo>
                      <a:pt x="7" y="81"/>
                      <a:pt x="6" y="81"/>
                      <a:pt x="5" y="81"/>
                    </a:cubicBezTo>
                    <a:cubicBezTo>
                      <a:pt x="6" y="81"/>
                      <a:pt x="6" y="82"/>
                      <a:pt x="4" y="82"/>
                    </a:cubicBezTo>
                    <a:cubicBezTo>
                      <a:pt x="5" y="82"/>
                      <a:pt x="6" y="83"/>
                      <a:pt x="6" y="83"/>
                    </a:cubicBezTo>
                    <a:cubicBezTo>
                      <a:pt x="3" y="83"/>
                      <a:pt x="5" y="84"/>
                      <a:pt x="4" y="84"/>
                    </a:cubicBezTo>
                    <a:cubicBezTo>
                      <a:pt x="6" y="85"/>
                      <a:pt x="8" y="86"/>
                      <a:pt x="7" y="86"/>
                    </a:cubicBezTo>
                    <a:cubicBezTo>
                      <a:pt x="4" y="85"/>
                      <a:pt x="4" y="85"/>
                      <a:pt x="4" y="85"/>
                    </a:cubicBezTo>
                    <a:cubicBezTo>
                      <a:pt x="5" y="86"/>
                      <a:pt x="2" y="87"/>
                      <a:pt x="4" y="90"/>
                    </a:cubicBezTo>
                    <a:cubicBezTo>
                      <a:pt x="3" y="89"/>
                      <a:pt x="3" y="89"/>
                      <a:pt x="3" y="89"/>
                    </a:cubicBezTo>
                    <a:cubicBezTo>
                      <a:pt x="4" y="91"/>
                      <a:pt x="1" y="92"/>
                      <a:pt x="4" y="95"/>
                    </a:cubicBezTo>
                    <a:cubicBezTo>
                      <a:pt x="3" y="95"/>
                      <a:pt x="2" y="95"/>
                      <a:pt x="2" y="96"/>
                    </a:cubicBezTo>
                    <a:cubicBezTo>
                      <a:pt x="3" y="97"/>
                      <a:pt x="3" y="97"/>
                      <a:pt x="5" y="98"/>
                    </a:cubicBezTo>
                    <a:cubicBezTo>
                      <a:pt x="5" y="98"/>
                      <a:pt x="4" y="98"/>
                      <a:pt x="3" y="98"/>
                    </a:cubicBezTo>
                    <a:cubicBezTo>
                      <a:pt x="2" y="98"/>
                      <a:pt x="0" y="98"/>
                      <a:pt x="2" y="99"/>
                    </a:cubicBezTo>
                    <a:cubicBezTo>
                      <a:pt x="1" y="99"/>
                      <a:pt x="1" y="99"/>
                      <a:pt x="1" y="99"/>
                    </a:cubicBezTo>
                    <a:cubicBezTo>
                      <a:pt x="2" y="100"/>
                      <a:pt x="4" y="101"/>
                      <a:pt x="2" y="102"/>
                    </a:cubicBezTo>
                    <a:cubicBezTo>
                      <a:pt x="3" y="102"/>
                      <a:pt x="3" y="103"/>
                      <a:pt x="5" y="103"/>
                    </a:cubicBezTo>
                    <a:cubicBezTo>
                      <a:pt x="5" y="103"/>
                      <a:pt x="3" y="103"/>
                      <a:pt x="4" y="103"/>
                    </a:cubicBezTo>
                    <a:cubicBezTo>
                      <a:pt x="2" y="102"/>
                      <a:pt x="2" y="102"/>
                      <a:pt x="2" y="102"/>
                    </a:cubicBezTo>
                    <a:cubicBezTo>
                      <a:pt x="1" y="104"/>
                      <a:pt x="2" y="105"/>
                      <a:pt x="3" y="107"/>
                    </a:cubicBezTo>
                    <a:cubicBezTo>
                      <a:pt x="0" y="107"/>
                      <a:pt x="3" y="108"/>
                      <a:pt x="1" y="109"/>
                    </a:cubicBezTo>
                    <a:cubicBezTo>
                      <a:pt x="2" y="110"/>
                      <a:pt x="0" y="110"/>
                      <a:pt x="3" y="111"/>
                    </a:cubicBezTo>
                    <a:cubicBezTo>
                      <a:pt x="2" y="111"/>
                      <a:pt x="2" y="111"/>
                      <a:pt x="2" y="111"/>
                    </a:cubicBezTo>
                    <a:cubicBezTo>
                      <a:pt x="1" y="111"/>
                      <a:pt x="2" y="112"/>
                      <a:pt x="1" y="113"/>
                    </a:cubicBezTo>
                    <a:cubicBezTo>
                      <a:pt x="1" y="114"/>
                      <a:pt x="3" y="114"/>
                      <a:pt x="4" y="114"/>
                    </a:cubicBezTo>
                    <a:cubicBezTo>
                      <a:pt x="2" y="114"/>
                      <a:pt x="2" y="114"/>
                      <a:pt x="2" y="114"/>
                    </a:cubicBezTo>
                    <a:cubicBezTo>
                      <a:pt x="3" y="115"/>
                      <a:pt x="5" y="115"/>
                      <a:pt x="7" y="115"/>
                    </a:cubicBezTo>
                    <a:cubicBezTo>
                      <a:pt x="6" y="115"/>
                      <a:pt x="7" y="115"/>
                      <a:pt x="6" y="115"/>
                    </a:cubicBezTo>
                    <a:cubicBezTo>
                      <a:pt x="5" y="115"/>
                      <a:pt x="4" y="115"/>
                      <a:pt x="2" y="115"/>
                    </a:cubicBezTo>
                    <a:cubicBezTo>
                      <a:pt x="1" y="116"/>
                      <a:pt x="5" y="116"/>
                      <a:pt x="3" y="117"/>
                    </a:cubicBezTo>
                    <a:cubicBezTo>
                      <a:pt x="2" y="117"/>
                      <a:pt x="3" y="118"/>
                      <a:pt x="5" y="117"/>
                    </a:cubicBezTo>
                    <a:cubicBezTo>
                      <a:pt x="4" y="117"/>
                      <a:pt x="4" y="118"/>
                      <a:pt x="3" y="118"/>
                    </a:cubicBezTo>
                    <a:cubicBezTo>
                      <a:pt x="3" y="118"/>
                      <a:pt x="3" y="118"/>
                      <a:pt x="4" y="118"/>
                    </a:cubicBezTo>
                    <a:cubicBezTo>
                      <a:pt x="4" y="118"/>
                      <a:pt x="4" y="118"/>
                      <a:pt x="4" y="118"/>
                    </a:cubicBezTo>
                    <a:cubicBezTo>
                      <a:pt x="5" y="118"/>
                      <a:pt x="5" y="118"/>
                      <a:pt x="7" y="117"/>
                    </a:cubicBezTo>
                    <a:cubicBezTo>
                      <a:pt x="7" y="117"/>
                      <a:pt x="6" y="117"/>
                      <a:pt x="7" y="117"/>
                    </a:cubicBezTo>
                    <a:cubicBezTo>
                      <a:pt x="8" y="117"/>
                      <a:pt x="8" y="117"/>
                      <a:pt x="7" y="118"/>
                    </a:cubicBezTo>
                    <a:cubicBezTo>
                      <a:pt x="6" y="118"/>
                      <a:pt x="5" y="118"/>
                      <a:pt x="4" y="119"/>
                    </a:cubicBezTo>
                    <a:cubicBezTo>
                      <a:pt x="7" y="118"/>
                      <a:pt x="7" y="118"/>
                      <a:pt x="7" y="118"/>
                    </a:cubicBezTo>
                    <a:cubicBezTo>
                      <a:pt x="7" y="118"/>
                      <a:pt x="8" y="118"/>
                      <a:pt x="9" y="117"/>
                    </a:cubicBezTo>
                    <a:cubicBezTo>
                      <a:pt x="8" y="117"/>
                      <a:pt x="8" y="117"/>
                      <a:pt x="8" y="117"/>
                    </a:cubicBezTo>
                    <a:cubicBezTo>
                      <a:pt x="9" y="117"/>
                      <a:pt x="9" y="117"/>
                      <a:pt x="9" y="117"/>
                    </a:cubicBezTo>
                    <a:cubicBezTo>
                      <a:pt x="9" y="117"/>
                      <a:pt x="10" y="116"/>
                      <a:pt x="9" y="116"/>
                    </a:cubicBezTo>
                    <a:cubicBezTo>
                      <a:pt x="7" y="116"/>
                      <a:pt x="7" y="116"/>
                      <a:pt x="7" y="116"/>
                    </a:cubicBezTo>
                    <a:cubicBezTo>
                      <a:pt x="7" y="116"/>
                      <a:pt x="5" y="116"/>
                      <a:pt x="7" y="116"/>
                    </a:cubicBezTo>
                    <a:cubicBezTo>
                      <a:pt x="9" y="115"/>
                      <a:pt x="9" y="115"/>
                      <a:pt x="9" y="115"/>
                    </a:cubicBezTo>
                    <a:cubicBezTo>
                      <a:pt x="9" y="115"/>
                      <a:pt x="8" y="115"/>
                      <a:pt x="9" y="115"/>
                    </a:cubicBezTo>
                    <a:cubicBezTo>
                      <a:pt x="11" y="115"/>
                      <a:pt x="11" y="115"/>
                      <a:pt x="11" y="115"/>
                    </a:cubicBezTo>
                    <a:cubicBezTo>
                      <a:pt x="8" y="115"/>
                      <a:pt x="10" y="114"/>
                      <a:pt x="9" y="114"/>
                    </a:cubicBezTo>
                    <a:cubicBezTo>
                      <a:pt x="10" y="114"/>
                      <a:pt x="10" y="114"/>
                      <a:pt x="10" y="114"/>
                    </a:cubicBezTo>
                    <a:cubicBezTo>
                      <a:pt x="11" y="114"/>
                      <a:pt x="8" y="114"/>
                      <a:pt x="8" y="114"/>
                    </a:cubicBezTo>
                    <a:cubicBezTo>
                      <a:pt x="9" y="114"/>
                      <a:pt x="11" y="114"/>
                      <a:pt x="12" y="114"/>
                    </a:cubicBezTo>
                    <a:cubicBezTo>
                      <a:pt x="12" y="113"/>
                      <a:pt x="10" y="113"/>
                      <a:pt x="12" y="113"/>
                    </a:cubicBezTo>
                    <a:cubicBezTo>
                      <a:pt x="11" y="112"/>
                      <a:pt x="10" y="112"/>
                      <a:pt x="9" y="111"/>
                    </a:cubicBezTo>
                    <a:cubicBezTo>
                      <a:pt x="9" y="111"/>
                      <a:pt x="12" y="112"/>
                      <a:pt x="11" y="111"/>
                    </a:cubicBezTo>
                    <a:cubicBezTo>
                      <a:pt x="12" y="111"/>
                      <a:pt x="13" y="111"/>
                      <a:pt x="14" y="111"/>
                    </a:cubicBezTo>
                    <a:cubicBezTo>
                      <a:pt x="13" y="111"/>
                      <a:pt x="14" y="111"/>
                      <a:pt x="12" y="111"/>
                    </a:cubicBezTo>
                    <a:cubicBezTo>
                      <a:pt x="12" y="110"/>
                      <a:pt x="13" y="110"/>
                      <a:pt x="12" y="109"/>
                    </a:cubicBezTo>
                    <a:cubicBezTo>
                      <a:pt x="12" y="109"/>
                      <a:pt x="14" y="110"/>
                      <a:pt x="15" y="110"/>
                    </a:cubicBezTo>
                    <a:cubicBezTo>
                      <a:pt x="13" y="109"/>
                      <a:pt x="13" y="109"/>
                      <a:pt x="13" y="108"/>
                    </a:cubicBezTo>
                    <a:cubicBezTo>
                      <a:pt x="11" y="108"/>
                      <a:pt x="11" y="108"/>
                      <a:pt x="10" y="108"/>
                    </a:cubicBezTo>
                    <a:cubicBezTo>
                      <a:pt x="9" y="108"/>
                      <a:pt x="9" y="107"/>
                      <a:pt x="9" y="107"/>
                    </a:cubicBezTo>
                    <a:cubicBezTo>
                      <a:pt x="11" y="108"/>
                      <a:pt x="13" y="108"/>
                      <a:pt x="14" y="108"/>
                    </a:cubicBezTo>
                    <a:cubicBezTo>
                      <a:pt x="16" y="108"/>
                      <a:pt x="13" y="108"/>
                      <a:pt x="16" y="109"/>
                    </a:cubicBezTo>
                    <a:cubicBezTo>
                      <a:pt x="18" y="109"/>
                      <a:pt x="18" y="110"/>
                      <a:pt x="17" y="110"/>
                    </a:cubicBezTo>
                    <a:cubicBezTo>
                      <a:pt x="19" y="111"/>
                      <a:pt x="17" y="110"/>
                      <a:pt x="19" y="110"/>
                    </a:cubicBezTo>
                    <a:cubicBezTo>
                      <a:pt x="19" y="110"/>
                      <a:pt x="18" y="110"/>
                      <a:pt x="18" y="109"/>
                    </a:cubicBezTo>
                    <a:cubicBezTo>
                      <a:pt x="17" y="109"/>
                      <a:pt x="16" y="109"/>
                      <a:pt x="15" y="108"/>
                    </a:cubicBezTo>
                    <a:cubicBezTo>
                      <a:pt x="13" y="108"/>
                      <a:pt x="17" y="108"/>
                      <a:pt x="17" y="108"/>
                    </a:cubicBezTo>
                    <a:cubicBezTo>
                      <a:pt x="18" y="109"/>
                      <a:pt x="18" y="109"/>
                      <a:pt x="18" y="109"/>
                    </a:cubicBezTo>
                    <a:cubicBezTo>
                      <a:pt x="19" y="109"/>
                      <a:pt x="17" y="108"/>
                      <a:pt x="17" y="108"/>
                    </a:cubicBezTo>
                    <a:cubicBezTo>
                      <a:pt x="21" y="109"/>
                      <a:pt x="18" y="108"/>
                      <a:pt x="20" y="109"/>
                    </a:cubicBezTo>
                    <a:cubicBezTo>
                      <a:pt x="22" y="109"/>
                      <a:pt x="22" y="109"/>
                      <a:pt x="22" y="109"/>
                    </a:cubicBezTo>
                    <a:cubicBezTo>
                      <a:pt x="22" y="109"/>
                      <a:pt x="19" y="109"/>
                      <a:pt x="20" y="108"/>
                    </a:cubicBezTo>
                    <a:cubicBezTo>
                      <a:pt x="21" y="109"/>
                      <a:pt x="21" y="109"/>
                      <a:pt x="21" y="109"/>
                    </a:cubicBezTo>
                    <a:cubicBezTo>
                      <a:pt x="21" y="108"/>
                      <a:pt x="21" y="108"/>
                      <a:pt x="21" y="108"/>
                    </a:cubicBezTo>
                    <a:cubicBezTo>
                      <a:pt x="20" y="108"/>
                      <a:pt x="18" y="108"/>
                      <a:pt x="18" y="108"/>
                    </a:cubicBezTo>
                    <a:cubicBezTo>
                      <a:pt x="15" y="107"/>
                      <a:pt x="18" y="108"/>
                      <a:pt x="17" y="107"/>
                    </a:cubicBezTo>
                    <a:cubicBezTo>
                      <a:pt x="15" y="106"/>
                      <a:pt x="17" y="107"/>
                      <a:pt x="16" y="107"/>
                    </a:cubicBezTo>
                    <a:cubicBezTo>
                      <a:pt x="14" y="106"/>
                      <a:pt x="14" y="106"/>
                      <a:pt x="14" y="106"/>
                    </a:cubicBezTo>
                    <a:cubicBezTo>
                      <a:pt x="14" y="105"/>
                      <a:pt x="16" y="106"/>
                      <a:pt x="17" y="106"/>
                    </a:cubicBezTo>
                    <a:cubicBezTo>
                      <a:pt x="17" y="106"/>
                      <a:pt x="17" y="107"/>
                      <a:pt x="16" y="106"/>
                    </a:cubicBezTo>
                    <a:cubicBezTo>
                      <a:pt x="18" y="107"/>
                      <a:pt x="20" y="107"/>
                      <a:pt x="21" y="108"/>
                    </a:cubicBezTo>
                    <a:cubicBezTo>
                      <a:pt x="22" y="108"/>
                      <a:pt x="20" y="107"/>
                      <a:pt x="20" y="107"/>
                    </a:cubicBezTo>
                    <a:cubicBezTo>
                      <a:pt x="19" y="107"/>
                      <a:pt x="18" y="107"/>
                      <a:pt x="17" y="106"/>
                    </a:cubicBezTo>
                    <a:cubicBezTo>
                      <a:pt x="13" y="105"/>
                      <a:pt x="21" y="107"/>
                      <a:pt x="20" y="106"/>
                    </a:cubicBezTo>
                    <a:cubicBezTo>
                      <a:pt x="17" y="106"/>
                      <a:pt x="16" y="104"/>
                      <a:pt x="13" y="104"/>
                    </a:cubicBezTo>
                    <a:cubicBezTo>
                      <a:pt x="12" y="104"/>
                      <a:pt x="12" y="103"/>
                      <a:pt x="12" y="103"/>
                    </a:cubicBezTo>
                    <a:cubicBezTo>
                      <a:pt x="14" y="104"/>
                      <a:pt x="13" y="103"/>
                      <a:pt x="15" y="104"/>
                    </a:cubicBezTo>
                    <a:cubicBezTo>
                      <a:pt x="15" y="104"/>
                      <a:pt x="15" y="104"/>
                      <a:pt x="15" y="104"/>
                    </a:cubicBezTo>
                    <a:cubicBezTo>
                      <a:pt x="18" y="105"/>
                      <a:pt x="18" y="105"/>
                      <a:pt x="18" y="105"/>
                    </a:cubicBezTo>
                    <a:cubicBezTo>
                      <a:pt x="22" y="106"/>
                      <a:pt x="22" y="106"/>
                      <a:pt x="22" y="106"/>
                    </a:cubicBezTo>
                    <a:cubicBezTo>
                      <a:pt x="21" y="105"/>
                      <a:pt x="20" y="105"/>
                      <a:pt x="19" y="105"/>
                    </a:cubicBezTo>
                    <a:cubicBezTo>
                      <a:pt x="20" y="105"/>
                      <a:pt x="21" y="105"/>
                      <a:pt x="21" y="105"/>
                    </a:cubicBezTo>
                    <a:cubicBezTo>
                      <a:pt x="20" y="105"/>
                      <a:pt x="18" y="104"/>
                      <a:pt x="18" y="104"/>
                    </a:cubicBezTo>
                    <a:cubicBezTo>
                      <a:pt x="18" y="103"/>
                      <a:pt x="20" y="104"/>
                      <a:pt x="20" y="104"/>
                    </a:cubicBezTo>
                    <a:cubicBezTo>
                      <a:pt x="22" y="105"/>
                      <a:pt x="22" y="105"/>
                      <a:pt x="22" y="105"/>
                    </a:cubicBezTo>
                    <a:cubicBezTo>
                      <a:pt x="21" y="104"/>
                      <a:pt x="23" y="105"/>
                      <a:pt x="22" y="105"/>
                    </a:cubicBezTo>
                    <a:cubicBezTo>
                      <a:pt x="21" y="104"/>
                      <a:pt x="20" y="104"/>
                      <a:pt x="18" y="103"/>
                    </a:cubicBezTo>
                    <a:cubicBezTo>
                      <a:pt x="18" y="103"/>
                      <a:pt x="19" y="103"/>
                      <a:pt x="19" y="103"/>
                    </a:cubicBezTo>
                    <a:cubicBezTo>
                      <a:pt x="20" y="104"/>
                      <a:pt x="20" y="104"/>
                      <a:pt x="20" y="104"/>
                    </a:cubicBezTo>
                    <a:cubicBezTo>
                      <a:pt x="20" y="103"/>
                      <a:pt x="23" y="104"/>
                      <a:pt x="23" y="104"/>
                    </a:cubicBezTo>
                    <a:cubicBezTo>
                      <a:pt x="21" y="103"/>
                      <a:pt x="21" y="103"/>
                      <a:pt x="21" y="103"/>
                    </a:cubicBezTo>
                    <a:cubicBezTo>
                      <a:pt x="23" y="104"/>
                      <a:pt x="23" y="104"/>
                      <a:pt x="23" y="104"/>
                    </a:cubicBezTo>
                    <a:cubicBezTo>
                      <a:pt x="22" y="103"/>
                      <a:pt x="22" y="103"/>
                      <a:pt x="21" y="103"/>
                    </a:cubicBezTo>
                    <a:cubicBezTo>
                      <a:pt x="23" y="103"/>
                      <a:pt x="23" y="103"/>
                      <a:pt x="23" y="103"/>
                    </a:cubicBezTo>
                    <a:cubicBezTo>
                      <a:pt x="22" y="103"/>
                      <a:pt x="20" y="102"/>
                      <a:pt x="22" y="102"/>
                    </a:cubicBezTo>
                    <a:cubicBezTo>
                      <a:pt x="19" y="102"/>
                      <a:pt x="22" y="103"/>
                      <a:pt x="20" y="102"/>
                    </a:cubicBezTo>
                    <a:cubicBezTo>
                      <a:pt x="19" y="102"/>
                      <a:pt x="19" y="101"/>
                      <a:pt x="19" y="101"/>
                    </a:cubicBezTo>
                    <a:cubicBezTo>
                      <a:pt x="21" y="102"/>
                      <a:pt x="19" y="101"/>
                      <a:pt x="19" y="101"/>
                    </a:cubicBezTo>
                    <a:cubicBezTo>
                      <a:pt x="20" y="101"/>
                      <a:pt x="21" y="101"/>
                      <a:pt x="21" y="101"/>
                    </a:cubicBezTo>
                    <a:cubicBezTo>
                      <a:pt x="19" y="101"/>
                      <a:pt x="19" y="101"/>
                      <a:pt x="19" y="101"/>
                    </a:cubicBezTo>
                    <a:cubicBezTo>
                      <a:pt x="23" y="102"/>
                      <a:pt x="19" y="100"/>
                      <a:pt x="20" y="100"/>
                    </a:cubicBezTo>
                    <a:cubicBezTo>
                      <a:pt x="21" y="101"/>
                      <a:pt x="22" y="101"/>
                      <a:pt x="23" y="101"/>
                    </a:cubicBezTo>
                    <a:cubicBezTo>
                      <a:pt x="20" y="100"/>
                      <a:pt x="20" y="99"/>
                      <a:pt x="18" y="99"/>
                    </a:cubicBezTo>
                    <a:cubicBezTo>
                      <a:pt x="19" y="99"/>
                      <a:pt x="21" y="100"/>
                      <a:pt x="23" y="101"/>
                    </a:cubicBezTo>
                    <a:cubicBezTo>
                      <a:pt x="21" y="100"/>
                      <a:pt x="25" y="101"/>
                      <a:pt x="22" y="100"/>
                    </a:cubicBezTo>
                    <a:cubicBezTo>
                      <a:pt x="21" y="100"/>
                      <a:pt x="21" y="99"/>
                      <a:pt x="19" y="99"/>
                    </a:cubicBezTo>
                    <a:cubicBezTo>
                      <a:pt x="20" y="98"/>
                      <a:pt x="21" y="99"/>
                      <a:pt x="22" y="99"/>
                    </a:cubicBezTo>
                    <a:cubicBezTo>
                      <a:pt x="21" y="99"/>
                      <a:pt x="19" y="98"/>
                      <a:pt x="19" y="98"/>
                    </a:cubicBezTo>
                    <a:cubicBezTo>
                      <a:pt x="19" y="98"/>
                      <a:pt x="17" y="97"/>
                      <a:pt x="19" y="97"/>
                    </a:cubicBezTo>
                    <a:cubicBezTo>
                      <a:pt x="20" y="98"/>
                      <a:pt x="19" y="98"/>
                      <a:pt x="20" y="98"/>
                    </a:cubicBezTo>
                    <a:cubicBezTo>
                      <a:pt x="21" y="98"/>
                      <a:pt x="17" y="96"/>
                      <a:pt x="16" y="96"/>
                    </a:cubicBezTo>
                    <a:cubicBezTo>
                      <a:pt x="15" y="95"/>
                      <a:pt x="13" y="94"/>
                      <a:pt x="12" y="94"/>
                    </a:cubicBezTo>
                    <a:cubicBezTo>
                      <a:pt x="13" y="93"/>
                      <a:pt x="13" y="94"/>
                      <a:pt x="15" y="95"/>
                    </a:cubicBezTo>
                    <a:cubicBezTo>
                      <a:pt x="14" y="94"/>
                      <a:pt x="14" y="94"/>
                      <a:pt x="14" y="94"/>
                    </a:cubicBezTo>
                    <a:cubicBezTo>
                      <a:pt x="17" y="95"/>
                      <a:pt x="19" y="97"/>
                      <a:pt x="21" y="97"/>
                    </a:cubicBezTo>
                    <a:cubicBezTo>
                      <a:pt x="20" y="97"/>
                      <a:pt x="20" y="97"/>
                      <a:pt x="20" y="97"/>
                    </a:cubicBezTo>
                    <a:cubicBezTo>
                      <a:pt x="23" y="98"/>
                      <a:pt x="23" y="98"/>
                      <a:pt x="23" y="98"/>
                    </a:cubicBezTo>
                    <a:cubicBezTo>
                      <a:pt x="21" y="97"/>
                      <a:pt x="23" y="97"/>
                      <a:pt x="22" y="97"/>
                    </a:cubicBezTo>
                    <a:cubicBezTo>
                      <a:pt x="21" y="96"/>
                      <a:pt x="23" y="97"/>
                      <a:pt x="21" y="97"/>
                    </a:cubicBezTo>
                    <a:cubicBezTo>
                      <a:pt x="21" y="97"/>
                      <a:pt x="19" y="95"/>
                      <a:pt x="20" y="95"/>
                    </a:cubicBezTo>
                    <a:cubicBezTo>
                      <a:pt x="23" y="97"/>
                      <a:pt x="23" y="97"/>
                      <a:pt x="23" y="97"/>
                    </a:cubicBezTo>
                    <a:cubicBezTo>
                      <a:pt x="23" y="97"/>
                      <a:pt x="21" y="96"/>
                      <a:pt x="22" y="96"/>
                    </a:cubicBezTo>
                    <a:cubicBezTo>
                      <a:pt x="23" y="96"/>
                      <a:pt x="23" y="96"/>
                      <a:pt x="23" y="96"/>
                    </a:cubicBezTo>
                    <a:cubicBezTo>
                      <a:pt x="23" y="96"/>
                      <a:pt x="24" y="94"/>
                      <a:pt x="20" y="92"/>
                    </a:cubicBezTo>
                    <a:cubicBezTo>
                      <a:pt x="22" y="92"/>
                      <a:pt x="22" y="92"/>
                      <a:pt x="24" y="92"/>
                    </a:cubicBezTo>
                    <a:cubicBezTo>
                      <a:pt x="23" y="92"/>
                      <a:pt x="22" y="91"/>
                      <a:pt x="22" y="91"/>
                    </a:cubicBezTo>
                    <a:cubicBezTo>
                      <a:pt x="24" y="91"/>
                      <a:pt x="24" y="91"/>
                      <a:pt x="24" y="91"/>
                    </a:cubicBezTo>
                    <a:cubicBezTo>
                      <a:pt x="25" y="91"/>
                      <a:pt x="23" y="90"/>
                      <a:pt x="23" y="90"/>
                    </a:cubicBezTo>
                    <a:cubicBezTo>
                      <a:pt x="24" y="90"/>
                      <a:pt x="24" y="90"/>
                      <a:pt x="24" y="90"/>
                    </a:cubicBezTo>
                    <a:cubicBezTo>
                      <a:pt x="25" y="90"/>
                      <a:pt x="23" y="89"/>
                      <a:pt x="23" y="89"/>
                    </a:cubicBezTo>
                    <a:cubicBezTo>
                      <a:pt x="24" y="89"/>
                      <a:pt x="24" y="89"/>
                      <a:pt x="24" y="89"/>
                    </a:cubicBezTo>
                    <a:cubicBezTo>
                      <a:pt x="23" y="89"/>
                      <a:pt x="23" y="89"/>
                      <a:pt x="23" y="89"/>
                    </a:cubicBezTo>
                    <a:cubicBezTo>
                      <a:pt x="22" y="88"/>
                      <a:pt x="23" y="88"/>
                      <a:pt x="25" y="89"/>
                    </a:cubicBezTo>
                    <a:cubicBezTo>
                      <a:pt x="23" y="88"/>
                      <a:pt x="23" y="88"/>
                      <a:pt x="23" y="88"/>
                    </a:cubicBezTo>
                    <a:cubicBezTo>
                      <a:pt x="25" y="88"/>
                      <a:pt x="25" y="88"/>
                      <a:pt x="25" y="86"/>
                    </a:cubicBezTo>
                    <a:cubicBezTo>
                      <a:pt x="24" y="87"/>
                      <a:pt x="23" y="86"/>
                      <a:pt x="22" y="86"/>
                    </a:cubicBezTo>
                    <a:cubicBezTo>
                      <a:pt x="20" y="86"/>
                      <a:pt x="22" y="86"/>
                      <a:pt x="21" y="85"/>
                    </a:cubicBezTo>
                    <a:cubicBezTo>
                      <a:pt x="24" y="86"/>
                      <a:pt x="24" y="86"/>
                      <a:pt x="24" y="86"/>
                    </a:cubicBezTo>
                    <a:cubicBezTo>
                      <a:pt x="27" y="86"/>
                      <a:pt x="25" y="85"/>
                      <a:pt x="25" y="84"/>
                    </a:cubicBezTo>
                    <a:cubicBezTo>
                      <a:pt x="24" y="83"/>
                      <a:pt x="24" y="83"/>
                      <a:pt x="24" y="83"/>
                    </a:cubicBezTo>
                    <a:cubicBezTo>
                      <a:pt x="27" y="83"/>
                      <a:pt x="24" y="82"/>
                      <a:pt x="25" y="82"/>
                    </a:cubicBezTo>
                    <a:cubicBezTo>
                      <a:pt x="24" y="82"/>
                      <a:pt x="22" y="81"/>
                      <a:pt x="22" y="80"/>
                    </a:cubicBezTo>
                    <a:cubicBezTo>
                      <a:pt x="20" y="79"/>
                      <a:pt x="25" y="81"/>
                      <a:pt x="26" y="81"/>
                    </a:cubicBezTo>
                    <a:cubicBezTo>
                      <a:pt x="25" y="80"/>
                      <a:pt x="25" y="80"/>
                      <a:pt x="25" y="80"/>
                    </a:cubicBezTo>
                    <a:cubicBezTo>
                      <a:pt x="25" y="80"/>
                      <a:pt x="25" y="80"/>
                      <a:pt x="25" y="80"/>
                    </a:cubicBezTo>
                    <a:cubicBezTo>
                      <a:pt x="24" y="80"/>
                      <a:pt x="24" y="79"/>
                      <a:pt x="25" y="79"/>
                    </a:cubicBezTo>
                    <a:cubicBezTo>
                      <a:pt x="25" y="79"/>
                      <a:pt x="25" y="79"/>
                      <a:pt x="25" y="79"/>
                    </a:cubicBezTo>
                    <a:cubicBezTo>
                      <a:pt x="25" y="79"/>
                      <a:pt x="26" y="79"/>
                      <a:pt x="26" y="79"/>
                    </a:cubicBezTo>
                    <a:cubicBezTo>
                      <a:pt x="24" y="78"/>
                      <a:pt x="26" y="78"/>
                      <a:pt x="24" y="78"/>
                    </a:cubicBezTo>
                    <a:cubicBezTo>
                      <a:pt x="25" y="78"/>
                      <a:pt x="25" y="78"/>
                      <a:pt x="25" y="78"/>
                    </a:cubicBezTo>
                    <a:cubicBezTo>
                      <a:pt x="23" y="77"/>
                      <a:pt x="23" y="77"/>
                      <a:pt x="23" y="77"/>
                    </a:cubicBezTo>
                    <a:cubicBezTo>
                      <a:pt x="24" y="77"/>
                      <a:pt x="24" y="77"/>
                      <a:pt x="24" y="77"/>
                    </a:cubicBezTo>
                    <a:cubicBezTo>
                      <a:pt x="26" y="78"/>
                      <a:pt x="26" y="78"/>
                      <a:pt x="26" y="78"/>
                    </a:cubicBezTo>
                    <a:cubicBezTo>
                      <a:pt x="27" y="78"/>
                      <a:pt x="25" y="77"/>
                      <a:pt x="24" y="77"/>
                    </a:cubicBezTo>
                    <a:cubicBezTo>
                      <a:pt x="23" y="76"/>
                      <a:pt x="24" y="77"/>
                      <a:pt x="25" y="77"/>
                    </a:cubicBezTo>
                    <a:cubicBezTo>
                      <a:pt x="26" y="77"/>
                      <a:pt x="25" y="77"/>
                      <a:pt x="25" y="77"/>
                    </a:cubicBezTo>
                    <a:cubicBezTo>
                      <a:pt x="26" y="78"/>
                      <a:pt x="25" y="77"/>
                      <a:pt x="26" y="77"/>
                    </a:cubicBezTo>
                    <a:cubicBezTo>
                      <a:pt x="26" y="77"/>
                      <a:pt x="24" y="77"/>
                      <a:pt x="25" y="77"/>
                    </a:cubicBezTo>
                    <a:cubicBezTo>
                      <a:pt x="25" y="76"/>
                      <a:pt x="25" y="76"/>
                      <a:pt x="26" y="76"/>
                    </a:cubicBezTo>
                    <a:cubicBezTo>
                      <a:pt x="26" y="76"/>
                      <a:pt x="26" y="76"/>
                      <a:pt x="25" y="75"/>
                    </a:cubicBezTo>
                    <a:cubicBezTo>
                      <a:pt x="25" y="76"/>
                      <a:pt x="24" y="76"/>
                      <a:pt x="23" y="75"/>
                    </a:cubicBezTo>
                    <a:cubicBezTo>
                      <a:pt x="23" y="75"/>
                      <a:pt x="23" y="75"/>
                      <a:pt x="23" y="75"/>
                    </a:cubicBezTo>
                    <a:cubicBezTo>
                      <a:pt x="24" y="75"/>
                      <a:pt x="24" y="75"/>
                      <a:pt x="24" y="75"/>
                    </a:cubicBezTo>
                    <a:cubicBezTo>
                      <a:pt x="23" y="75"/>
                      <a:pt x="24" y="75"/>
                      <a:pt x="22" y="75"/>
                    </a:cubicBezTo>
                    <a:cubicBezTo>
                      <a:pt x="25" y="75"/>
                      <a:pt x="25" y="75"/>
                      <a:pt x="25" y="75"/>
                    </a:cubicBezTo>
                    <a:cubicBezTo>
                      <a:pt x="23" y="74"/>
                      <a:pt x="23" y="74"/>
                      <a:pt x="23" y="74"/>
                    </a:cubicBezTo>
                    <a:cubicBezTo>
                      <a:pt x="25" y="74"/>
                      <a:pt x="27" y="75"/>
                      <a:pt x="27" y="75"/>
                    </a:cubicBezTo>
                    <a:cubicBezTo>
                      <a:pt x="26" y="74"/>
                      <a:pt x="26" y="74"/>
                      <a:pt x="26" y="74"/>
                    </a:cubicBezTo>
                    <a:cubicBezTo>
                      <a:pt x="26" y="73"/>
                      <a:pt x="26" y="74"/>
                      <a:pt x="27" y="74"/>
                    </a:cubicBezTo>
                    <a:cubicBezTo>
                      <a:pt x="28" y="73"/>
                      <a:pt x="22" y="72"/>
                      <a:pt x="24" y="72"/>
                    </a:cubicBezTo>
                    <a:cubicBezTo>
                      <a:pt x="26" y="72"/>
                      <a:pt x="26" y="72"/>
                      <a:pt x="27" y="72"/>
                    </a:cubicBezTo>
                    <a:cubicBezTo>
                      <a:pt x="27" y="72"/>
                      <a:pt x="26" y="72"/>
                      <a:pt x="26" y="72"/>
                    </a:cubicBezTo>
                    <a:cubicBezTo>
                      <a:pt x="25" y="72"/>
                      <a:pt x="27" y="72"/>
                      <a:pt x="26" y="72"/>
                    </a:cubicBezTo>
                    <a:cubicBezTo>
                      <a:pt x="25" y="72"/>
                      <a:pt x="25" y="72"/>
                      <a:pt x="25" y="72"/>
                    </a:cubicBezTo>
                    <a:cubicBezTo>
                      <a:pt x="29" y="72"/>
                      <a:pt x="26" y="70"/>
                      <a:pt x="28" y="70"/>
                    </a:cubicBezTo>
                    <a:cubicBezTo>
                      <a:pt x="26" y="69"/>
                      <a:pt x="28" y="69"/>
                      <a:pt x="27" y="69"/>
                    </a:cubicBezTo>
                    <a:cubicBezTo>
                      <a:pt x="29" y="70"/>
                      <a:pt x="27" y="68"/>
                      <a:pt x="28" y="69"/>
                    </a:cubicBezTo>
                    <a:cubicBezTo>
                      <a:pt x="26" y="68"/>
                      <a:pt x="26" y="68"/>
                      <a:pt x="26" y="68"/>
                    </a:cubicBezTo>
                    <a:cubicBezTo>
                      <a:pt x="27" y="68"/>
                      <a:pt x="22" y="66"/>
                      <a:pt x="25" y="67"/>
                    </a:cubicBezTo>
                    <a:cubicBezTo>
                      <a:pt x="26" y="67"/>
                      <a:pt x="27" y="67"/>
                      <a:pt x="27" y="68"/>
                    </a:cubicBezTo>
                    <a:cubicBezTo>
                      <a:pt x="30" y="68"/>
                      <a:pt x="25" y="66"/>
                      <a:pt x="29" y="67"/>
                    </a:cubicBezTo>
                    <a:cubicBezTo>
                      <a:pt x="28" y="66"/>
                      <a:pt x="26" y="66"/>
                      <a:pt x="25" y="65"/>
                    </a:cubicBezTo>
                    <a:cubicBezTo>
                      <a:pt x="26" y="65"/>
                      <a:pt x="28" y="65"/>
                      <a:pt x="28" y="65"/>
                    </a:cubicBezTo>
                    <a:cubicBezTo>
                      <a:pt x="28" y="65"/>
                      <a:pt x="27" y="65"/>
                      <a:pt x="28" y="65"/>
                    </a:cubicBezTo>
                    <a:cubicBezTo>
                      <a:pt x="28" y="65"/>
                      <a:pt x="28" y="65"/>
                      <a:pt x="29" y="65"/>
                    </a:cubicBezTo>
                    <a:cubicBezTo>
                      <a:pt x="30" y="65"/>
                      <a:pt x="28" y="64"/>
                      <a:pt x="28" y="64"/>
                    </a:cubicBezTo>
                    <a:cubicBezTo>
                      <a:pt x="30" y="64"/>
                      <a:pt x="29" y="63"/>
                      <a:pt x="30" y="63"/>
                    </a:cubicBezTo>
                    <a:cubicBezTo>
                      <a:pt x="28" y="62"/>
                      <a:pt x="31" y="63"/>
                      <a:pt x="28" y="62"/>
                    </a:cubicBezTo>
                    <a:cubicBezTo>
                      <a:pt x="29" y="62"/>
                      <a:pt x="29" y="62"/>
                      <a:pt x="29" y="62"/>
                    </a:cubicBezTo>
                    <a:cubicBezTo>
                      <a:pt x="28" y="62"/>
                      <a:pt x="26" y="61"/>
                      <a:pt x="26" y="61"/>
                    </a:cubicBezTo>
                    <a:cubicBezTo>
                      <a:pt x="28" y="61"/>
                      <a:pt x="28" y="61"/>
                      <a:pt x="28" y="61"/>
                    </a:cubicBezTo>
                    <a:cubicBezTo>
                      <a:pt x="30" y="62"/>
                      <a:pt x="29" y="61"/>
                      <a:pt x="30" y="61"/>
                    </a:cubicBezTo>
                    <a:cubicBezTo>
                      <a:pt x="28" y="61"/>
                      <a:pt x="30" y="61"/>
                      <a:pt x="28" y="61"/>
                    </a:cubicBezTo>
                    <a:cubicBezTo>
                      <a:pt x="28" y="60"/>
                      <a:pt x="28" y="60"/>
                      <a:pt x="28" y="60"/>
                    </a:cubicBezTo>
                    <a:cubicBezTo>
                      <a:pt x="27" y="60"/>
                      <a:pt x="27" y="60"/>
                      <a:pt x="27" y="59"/>
                    </a:cubicBezTo>
                    <a:cubicBezTo>
                      <a:pt x="27" y="59"/>
                      <a:pt x="29" y="60"/>
                      <a:pt x="29" y="60"/>
                    </a:cubicBezTo>
                    <a:cubicBezTo>
                      <a:pt x="30" y="60"/>
                      <a:pt x="29" y="60"/>
                      <a:pt x="29" y="59"/>
                    </a:cubicBezTo>
                    <a:cubicBezTo>
                      <a:pt x="29" y="59"/>
                      <a:pt x="29" y="59"/>
                      <a:pt x="28" y="59"/>
                    </a:cubicBezTo>
                    <a:cubicBezTo>
                      <a:pt x="29" y="59"/>
                      <a:pt x="29" y="59"/>
                      <a:pt x="29" y="59"/>
                    </a:cubicBezTo>
                    <a:cubicBezTo>
                      <a:pt x="29" y="59"/>
                      <a:pt x="29" y="59"/>
                      <a:pt x="29" y="59"/>
                    </a:cubicBezTo>
                    <a:cubicBezTo>
                      <a:pt x="29" y="59"/>
                      <a:pt x="29" y="59"/>
                      <a:pt x="29" y="59"/>
                    </a:cubicBezTo>
                    <a:cubicBezTo>
                      <a:pt x="29" y="59"/>
                      <a:pt x="29" y="59"/>
                      <a:pt x="29" y="59"/>
                    </a:cubicBezTo>
                    <a:cubicBezTo>
                      <a:pt x="29" y="59"/>
                      <a:pt x="29" y="59"/>
                      <a:pt x="29" y="59"/>
                    </a:cubicBezTo>
                    <a:cubicBezTo>
                      <a:pt x="29" y="59"/>
                      <a:pt x="29" y="59"/>
                      <a:pt x="29" y="59"/>
                    </a:cubicBezTo>
                    <a:cubicBezTo>
                      <a:pt x="29" y="59"/>
                      <a:pt x="29" y="59"/>
                      <a:pt x="30" y="59"/>
                    </a:cubicBezTo>
                    <a:cubicBezTo>
                      <a:pt x="31" y="59"/>
                      <a:pt x="31" y="59"/>
                      <a:pt x="31" y="59"/>
                    </a:cubicBezTo>
                    <a:cubicBezTo>
                      <a:pt x="31" y="59"/>
                      <a:pt x="30" y="58"/>
                      <a:pt x="29" y="58"/>
                    </a:cubicBezTo>
                    <a:cubicBezTo>
                      <a:pt x="30" y="58"/>
                      <a:pt x="29" y="56"/>
                      <a:pt x="28" y="56"/>
                    </a:cubicBezTo>
                    <a:cubicBezTo>
                      <a:pt x="28" y="56"/>
                      <a:pt x="30" y="56"/>
                      <a:pt x="29" y="56"/>
                    </a:cubicBezTo>
                    <a:cubicBezTo>
                      <a:pt x="29" y="56"/>
                      <a:pt x="27" y="55"/>
                      <a:pt x="28" y="55"/>
                    </a:cubicBezTo>
                    <a:cubicBezTo>
                      <a:pt x="28" y="55"/>
                      <a:pt x="30" y="55"/>
                      <a:pt x="30" y="55"/>
                    </a:cubicBezTo>
                    <a:cubicBezTo>
                      <a:pt x="30" y="55"/>
                      <a:pt x="28" y="55"/>
                      <a:pt x="28" y="55"/>
                    </a:cubicBezTo>
                    <a:cubicBezTo>
                      <a:pt x="31" y="55"/>
                      <a:pt x="27" y="53"/>
                      <a:pt x="29" y="53"/>
                    </a:cubicBezTo>
                    <a:cubicBezTo>
                      <a:pt x="29" y="53"/>
                      <a:pt x="30" y="53"/>
                      <a:pt x="30" y="53"/>
                    </a:cubicBezTo>
                    <a:cubicBezTo>
                      <a:pt x="30" y="53"/>
                      <a:pt x="29" y="52"/>
                      <a:pt x="27" y="51"/>
                    </a:cubicBezTo>
                    <a:cubicBezTo>
                      <a:pt x="29" y="52"/>
                      <a:pt x="29" y="52"/>
                      <a:pt x="29" y="52"/>
                    </a:cubicBezTo>
                    <a:cubicBezTo>
                      <a:pt x="29" y="51"/>
                      <a:pt x="29" y="51"/>
                      <a:pt x="27" y="50"/>
                    </a:cubicBezTo>
                    <a:cubicBezTo>
                      <a:pt x="27" y="51"/>
                      <a:pt x="28" y="51"/>
                      <a:pt x="28" y="51"/>
                    </a:cubicBezTo>
                    <a:cubicBezTo>
                      <a:pt x="27" y="51"/>
                      <a:pt x="25" y="50"/>
                      <a:pt x="26" y="50"/>
                    </a:cubicBezTo>
                    <a:cubicBezTo>
                      <a:pt x="26" y="50"/>
                      <a:pt x="26" y="50"/>
                      <a:pt x="26" y="50"/>
                    </a:cubicBezTo>
                    <a:cubicBezTo>
                      <a:pt x="26" y="50"/>
                      <a:pt x="25" y="49"/>
                      <a:pt x="25" y="49"/>
                    </a:cubicBezTo>
                    <a:cubicBezTo>
                      <a:pt x="26" y="49"/>
                      <a:pt x="26" y="49"/>
                      <a:pt x="27" y="49"/>
                    </a:cubicBezTo>
                    <a:cubicBezTo>
                      <a:pt x="29" y="50"/>
                      <a:pt x="28" y="49"/>
                      <a:pt x="29" y="49"/>
                    </a:cubicBezTo>
                    <a:cubicBezTo>
                      <a:pt x="27" y="48"/>
                      <a:pt x="27" y="48"/>
                      <a:pt x="27" y="48"/>
                    </a:cubicBezTo>
                    <a:cubicBezTo>
                      <a:pt x="26" y="48"/>
                      <a:pt x="29" y="49"/>
                      <a:pt x="29" y="48"/>
                    </a:cubicBezTo>
                    <a:cubicBezTo>
                      <a:pt x="24" y="47"/>
                      <a:pt x="24" y="47"/>
                      <a:pt x="24" y="47"/>
                    </a:cubicBezTo>
                    <a:cubicBezTo>
                      <a:pt x="24" y="47"/>
                      <a:pt x="26" y="47"/>
                      <a:pt x="27" y="47"/>
                    </a:cubicBezTo>
                    <a:cubicBezTo>
                      <a:pt x="27" y="47"/>
                      <a:pt x="24" y="46"/>
                      <a:pt x="22" y="45"/>
                    </a:cubicBezTo>
                    <a:cubicBezTo>
                      <a:pt x="23" y="45"/>
                      <a:pt x="22" y="44"/>
                      <a:pt x="22" y="44"/>
                    </a:cubicBezTo>
                    <a:cubicBezTo>
                      <a:pt x="23" y="44"/>
                      <a:pt x="22" y="44"/>
                      <a:pt x="23" y="44"/>
                    </a:cubicBezTo>
                    <a:cubicBezTo>
                      <a:pt x="25" y="44"/>
                      <a:pt x="25" y="44"/>
                      <a:pt x="25" y="44"/>
                    </a:cubicBezTo>
                    <a:cubicBezTo>
                      <a:pt x="25" y="45"/>
                      <a:pt x="27" y="45"/>
                      <a:pt x="28" y="45"/>
                    </a:cubicBezTo>
                    <a:cubicBezTo>
                      <a:pt x="27" y="45"/>
                      <a:pt x="28" y="44"/>
                      <a:pt x="29" y="44"/>
                    </a:cubicBezTo>
                    <a:cubicBezTo>
                      <a:pt x="26" y="44"/>
                      <a:pt x="27" y="43"/>
                      <a:pt x="25" y="42"/>
                    </a:cubicBezTo>
                    <a:cubicBezTo>
                      <a:pt x="24" y="42"/>
                      <a:pt x="27" y="43"/>
                      <a:pt x="28" y="43"/>
                    </a:cubicBezTo>
                    <a:cubicBezTo>
                      <a:pt x="27" y="42"/>
                      <a:pt x="27" y="41"/>
                      <a:pt x="27" y="41"/>
                    </a:cubicBezTo>
                    <a:cubicBezTo>
                      <a:pt x="28" y="41"/>
                      <a:pt x="28" y="41"/>
                      <a:pt x="28" y="41"/>
                    </a:cubicBezTo>
                    <a:cubicBezTo>
                      <a:pt x="27" y="40"/>
                      <a:pt x="28" y="40"/>
                      <a:pt x="26" y="39"/>
                    </a:cubicBezTo>
                    <a:cubicBezTo>
                      <a:pt x="27" y="39"/>
                      <a:pt x="27" y="39"/>
                      <a:pt x="27" y="39"/>
                    </a:cubicBezTo>
                    <a:cubicBezTo>
                      <a:pt x="28" y="39"/>
                      <a:pt x="24" y="38"/>
                      <a:pt x="26" y="38"/>
                    </a:cubicBezTo>
                    <a:cubicBezTo>
                      <a:pt x="27" y="39"/>
                      <a:pt x="27" y="39"/>
                      <a:pt x="27" y="39"/>
                    </a:cubicBezTo>
                    <a:cubicBezTo>
                      <a:pt x="26" y="38"/>
                      <a:pt x="28" y="38"/>
                      <a:pt x="26" y="37"/>
                    </a:cubicBezTo>
                    <a:cubicBezTo>
                      <a:pt x="27" y="37"/>
                      <a:pt x="27" y="38"/>
                      <a:pt x="28" y="38"/>
                    </a:cubicBezTo>
                    <a:cubicBezTo>
                      <a:pt x="27" y="37"/>
                      <a:pt x="27" y="37"/>
                      <a:pt x="26" y="36"/>
                    </a:cubicBezTo>
                    <a:cubicBezTo>
                      <a:pt x="28" y="37"/>
                      <a:pt x="28" y="37"/>
                      <a:pt x="28" y="37"/>
                    </a:cubicBezTo>
                    <a:cubicBezTo>
                      <a:pt x="29" y="37"/>
                      <a:pt x="26" y="36"/>
                      <a:pt x="27" y="36"/>
                    </a:cubicBezTo>
                    <a:cubicBezTo>
                      <a:pt x="27" y="36"/>
                      <a:pt x="28" y="36"/>
                      <a:pt x="28" y="36"/>
                    </a:cubicBezTo>
                    <a:cubicBezTo>
                      <a:pt x="27" y="35"/>
                      <a:pt x="27" y="35"/>
                      <a:pt x="27" y="35"/>
                    </a:cubicBezTo>
                    <a:cubicBezTo>
                      <a:pt x="29" y="35"/>
                      <a:pt x="29" y="35"/>
                      <a:pt x="29" y="35"/>
                    </a:cubicBezTo>
                    <a:cubicBezTo>
                      <a:pt x="29" y="33"/>
                      <a:pt x="30" y="31"/>
                      <a:pt x="28" y="29"/>
                    </a:cubicBezTo>
                    <a:cubicBezTo>
                      <a:pt x="31" y="29"/>
                      <a:pt x="30" y="30"/>
                      <a:pt x="31" y="30"/>
                    </a:cubicBezTo>
                    <a:cubicBezTo>
                      <a:pt x="29" y="29"/>
                      <a:pt x="31" y="29"/>
                      <a:pt x="30" y="29"/>
                    </a:cubicBezTo>
                    <a:cubicBezTo>
                      <a:pt x="30" y="29"/>
                      <a:pt x="30" y="29"/>
                      <a:pt x="30" y="29"/>
                    </a:cubicBezTo>
                    <a:cubicBezTo>
                      <a:pt x="30" y="28"/>
                      <a:pt x="31" y="28"/>
                      <a:pt x="31" y="28"/>
                    </a:cubicBezTo>
                    <a:cubicBezTo>
                      <a:pt x="30" y="28"/>
                      <a:pt x="30" y="28"/>
                      <a:pt x="30" y="28"/>
                    </a:cubicBezTo>
                    <a:cubicBezTo>
                      <a:pt x="29" y="27"/>
                      <a:pt x="33" y="28"/>
                      <a:pt x="30" y="27"/>
                    </a:cubicBezTo>
                    <a:cubicBezTo>
                      <a:pt x="32" y="27"/>
                      <a:pt x="32" y="27"/>
                      <a:pt x="32" y="27"/>
                    </a:cubicBezTo>
                    <a:cubicBezTo>
                      <a:pt x="30" y="26"/>
                      <a:pt x="33" y="27"/>
                      <a:pt x="31" y="26"/>
                    </a:cubicBezTo>
                    <a:cubicBezTo>
                      <a:pt x="31" y="26"/>
                      <a:pt x="31" y="26"/>
                      <a:pt x="31" y="26"/>
                    </a:cubicBezTo>
                    <a:cubicBezTo>
                      <a:pt x="33" y="26"/>
                      <a:pt x="29" y="25"/>
                      <a:pt x="31" y="25"/>
                    </a:cubicBezTo>
                    <a:cubicBezTo>
                      <a:pt x="31" y="25"/>
                      <a:pt x="30" y="24"/>
                      <a:pt x="28" y="24"/>
                    </a:cubicBezTo>
                    <a:cubicBezTo>
                      <a:pt x="31" y="24"/>
                      <a:pt x="31" y="24"/>
                      <a:pt x="31" y="24"/>
                    </a:cubicBezTo>
                    <a:cubicBezTo>
                      <a:pt x="30" y="23"/>
                      <a:pt x="31" y="21"/>
                      <a:pt x="29" y="19"/>
                    </a:cubicBezTo>
                    <a:cubicBezTo>
                      <a:pt x="30" y="20"/>
                      <a:pt x="30" y="20"/>
                      <a:pt x="30" y="20"/>
                    </a:cubicBezTo>
                    <a:cubicBezTo>
                      <a:pt x="28" y="18"/>
                      <a:pt x="33" y="19"/>
                      <a:pt x="29" y="17"/>
                    </a:cubicBezTo>
                    <a:cubicBezTo>
                      <a:pt x="27" y="16"/>
                      <a:pt x="27" y="16"/>
                      <a:pt x="27" y="16"/>
                    </a:cubicBezTo>
                    <a:cubicBezTo>
                      <a:pt x="30" y="17"/>
                      <a:pt x="30" y="17"/>
                      <a:pt x="30" y="17"/>
                    </a:cubicBezTo>
                    <a:cubicBezTo>
                      <a:pt x="29" y="16"/>
                      <a:pt x="30" y="16"/>
                      <a:pt x="28" y="15"/>
                    </a:cubicBezTo>
                    <a:cubicBezTo>
                      <a:pt x="30" y="16"/>
                      <a:pt x="30" y="16"/>
                      <a:pt x="30" y="16"/>
                    </a:cubicBezTo>
                    <a:cubicBezTo>
                      <a:pt x="30" y="15"/>
                      <a:pt x="28" y="14"/>
                      <a:pt x="28" y="14"/>
                    </a:cubicBezTo>
                    <a:cubicBezTo>
                      <a:pt x="29" y="14"/>
                      <a:pt x="29" y="14"/>
                      <a:pt x="29" y="14"/>
                    </a:cubicBezTo>
                    <a:cubicBezTo>
                      <a:pt x="33" y="14"/>
                      <a:pt x="36" y="12"/>
                      <a:pt x="32" y="9"/>
                    </a:cubicBezTo>
                    <a:cubicBezTo>
                      <a:pt x="32" y="9"/>
                      <a:pt x="35" y="10"/>
                      <a:pt x="34" y="10"/>
                    </a:cubicBezTo>
                    <a:cubicBezTo>
                      <a:pt x="32" y="7"/>
                      <a:pt x="37" y="7"/>
                      <a:pt x="33" y="4"/>
                    </a:cubicBezTo>
                    <a:cubicBezTo>
                      <a:pt x="32" y="2"/>
                      <a:pt x="26" y="0"/>
                      <a:pt x="26" y="0"/>
                    </a:cubicBezTo>
                    <a:cubicBezTo>
                      <a:pt x="28" y="3"/>
                      <a:pt x="24" y="5"/>
                      <a:pt x="21" y="7"/>
                    </a:cubicBezTo>
                    <a:cubicBezTo>
                      <a:pt x="21" y="8"/>
                      <a:pt x="21" y="9"/>
                      <a:pt x="20" y="10"/>
                    </a:cubicBezTo>
                    <a:cubicBezTo>
                      <a:pt x="20" y="13"/>
                      <a:pt x="14" y="16"/>
                      <a:pt x="15" y="20"/>
                    </a:cubicBezTo>
                    <a:cubicBezTo>
                      <a:pt x="16" y="20"/>
                      <a:pt x="17" y="21"/>
                      <a:pt x="17" y="21"/>
                    </a:cubicBezTo>
                    <a:cubicBezTo>
                      <a:pt x="16" y="21"/>
                      <a:pt x="16" y="21"/>
                      <a:pt x="16" y="21"/>
                    </a:cubicBezTo>
                    <a:cubicBezTo>
                      <a:pt x="18" y="21"/>
                      <a:pt x="18" y="21"/>
                      <a:pt x="18" y="21"/>
                    </a:cubicBezTo>
                    <a:cubicBezTo>
                      <a:pt x="18" y="22"/>
                      <a:pt x="16" y="21"/>
                      <a:pt x="16" y="21"/>
                    </a:cubicBezTo>
                    <a:cubicBezTo>
                      <a:pt x="15" y="22"/>
                      <a:pt x="16" y="24"/>
                      <a:pt x="15" y="25"/>
                    </a:cubicBezTo>
                    <a:cubicBezTo>
                      <a:pt x="17" y="25"/>
                      <a:pt x="15" y="26"/>
                      <a:pt x="17" y="26"/>
                    </a:cubicBezTo>
                    <a:cubicBezTo>
                      <a:pt x="16" y="26"/>
                      <a:pt x="16" y="26"/>
                      <a:pt x="16" y="26"/>
                    </a:cubicBezTo>
                    <a:cubicBezTo>
                      <a:pt x="17" y="27"/>
                      <a:pt x="17" y="27"/>
                      <a:pt x="14" y="28"/>
                    </a:cubicBezTo>
                    <a:cubicBezTo>
                      <a:pt x="12" y="31"/>
                      <a:pt x="12" y="35"/>
                      <a:pt x="11" y="3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41" name="Freeform 116"/>
              <p:cNvSpPr/>
              <p:nvPr>
                <p:custDataLst>
                  <p:tags r:id="rId362"/>
                </p:custDataLst>
              </p:nvPr>
            </p:nvSpPr>
            <p:spPr bwMode="auto">
              <a:xfrm>
                <a:off x="3914" y="130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42" name="Freeform 117"/>
              <p:cNvSpPr/>
              <p:nvPr>
                <p:custDataLst>
                  <p:tags r:id="rId363"/>
                </p:custDataLst>
              </p:nvPr>
            </p:nvSpPr>
            <p:spPr bwMode="auto">
              <a:xfrm>
                <a:off x="3364" y="247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43" name="Freeform 118"/>
              <p:cNvSpPr/>
              <p:nvPr>
                <p:custDataLst>
                  <p:tags r:id="rId364"/>
                </p:custDataLst>
              </p:nvPr>
            </p:nvSpPr>
            <p:spPr bwMode="auto">
              <a:xfrm>
                <a:off x="3920" y="1403"/>
                <a:ext cx="4" cy="2"/>
              </a:xfrm>
              <a:custGeom>
                <a:avLst/>
                <a:gdLst>
                  <a:gd name="T0" fmla="*/ 1 w 2"/>
                  <a:gd name="T1" fmla="*/ 1 h 1"/>
                  <a:gd name="T2" fmla="*/ 1 w 2"/>
                  <a:gd name="T3" fmla="*/ 0 h 1"/>
                  <a:gd name="T4" fmla="*/ 1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2" y="1"/>
                      <a:pt x="0" y="0"/>
                      <a:pt x="1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44" name="Freeform 119"/>
              <p:cNvSpPr/>
              <p:nvPr>
                <p:custDataLst>
                  <p:tags r:id="rId365"/>
                </p:custDataLst>
              </p:nvPr>
            </p:nvSpPr>
            <p:spPr bwMode="auto">
              <a:xfrm>
                <a:off x="3918" y="1401"/>
                <a:ext cx="4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45" name="Freeform 120"/>
              <p:cNvSpPr/>
              <p:nvPr>
                <p:custDataLst>
                  <p:tags r:id="rId366"/>
                </p:custDataLst>
              </p:nvPr>
            </p:nvSpPr>
            <p:spPr bwMode="auto">
              <a:xfrm>
                <a:off x="3920" y="1411"/>
                <a:ext cx="4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2" y="0"/>
                      <a:pt x="1" y="0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46" name="Freeform 121"/>
              <p:cNvSpPr/>
              <p:nvPr>
                <p:custDataLst>
                  <p:tags r:id="rId367"/>
                </p:custDataLst>
              </p:nvPr>
            </p:nvSpPr>
            <p:spPr bwMode="auto">
              <a:xfrm>
                <a:off x="3477" y="150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47" name="Freeform 122"/>
              <p:cNvSpPr/>
              <p:nvPr>
                <p:custDataLst>
                  <p:tags r:id="rId368"/>
                </p:custDataLst>
              </p:nvPr>
            </p:nvSpPr>
            <p:spPr bwMode="auto">
              <a:xfrm>
                <a:off x="3453" y="1458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48" name="Freeform 123"/>
              <p:cNvSpPr/>
              <p:nvPr>
                <p:custDataLst>
                  <p:tags r:id="rId369"/>
                </p:custDataLst>
              </p:nvPr>
            </p:nvSpPr>
            <p:spPr bwMode="auto">
              <a:xfrm>
                <a:off x="3477" y="1422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49" name="Freeform 124"/>
              <p:cNvSpPr/>
              <p:nvPr>
                <p:custDataLst>
                  <p:tags r:id="rId370"/>
                </p:custDataLst>
              </p:nvPr>
            </p:nvSpPr>
            <p:spPr bwMode="auto">
              <a:xfrm>
                <a:off x="4603" y="188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50" name="Freeform 125"/>
              <p:cNvSpPr/>
              <p:nvPr>
                <p:custDataLst>
                  <p:tags r:id="rId371"/>
                </p:custDataLst>
              </p:nvPr>
            </p:nvSpPr>
            <p:spPr bwMode="auto">
              <a:xfrm>
                <a:off x="3540" y="1530"/>
                <a:ext cx="4" cy="2"/>
              </a:xfrm>
              <a:custGeom>
                <a:avLst/>
                <a:gdLst>
                  <a:gd name="T0" fmla="*/ 1 w 2"/>
                  <a:gd name="T1" fmla="*/ 1 h 1"/>
                  <a:gd name="T2" fmla="*/ 1 w 2"/>
                  <a:gd name="T3" fmla="*/ 0 h 1"/>
                  <a:gd name="T4" fmla="*/ 1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2" y="0"/>
                      <a:pt x="0" y="0"/>
                      <a:pt x="1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51" name="Rectangle 126"/>
              <p:cNvSpPr>
                <a:spLocks noChangeArrowheads="1"/>
              </p:cNvSpPr>
              <p:nvPr>
                <p:custDataLst>
                  <p:tags r:id="rId372"/>
                </p:custDataLst>
              </p:nvPr>
            </p:nvSpPr>
            <p:spPr bwMode="auto">
              <a:xfrm>
                <a:off x="3489" y="1441"/>
                <a:ext cx="2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52" name="Freeform 127"/>
              <p:cNvSpPr/>
              <p:nvPr>
                <p:custDataLst>
                  <p:tags r:id="rId373"/>
                </p:custDataLst>
              </p:nvPr>
            </p:nvSpPr>
            <p:spPr bwMode="auto">
              <a:xfrm>
                <a:off x="3375" y="1310"/>
                <a:ext cx="174" cy="269"/>
              </a:xfrm>
              <a:custGeom>
                <a:avLst/>
                <a:gdLst>
                  <a:gd name="T0" fmla="*/ 11 w 82"/>
                  <a:gd name="T1" fmla="*/ 27 h 127"/>
                  <a:gd name="T2" fmla="*/ 20 w 82"/>
                  <a:gd name="T3" fmla="*/ 47 h 127"/>
                  <a:gd name="T4" fmla="*/ 34 w 82"/>
                  <a:gd name="T5" fmla="*/ 60 h 127"/>
                  <a:gd name="T6" fmla="*/ 37 w 82"/>
                  <a:gd name="T7" fmla="*/ 68 h 127"/>
                  <a:gd name="T8" fmla="*/ 43 w 82"/>
                  <a:gd name="T9" fmla="*/ 80 h 127"/>
                  <a:gd name="T10" fmla="*/ 47 w 82"/>
                  <a:gd name="T11" fmla="*/ 89 h 127"/>
                  <a:gd name="T12" fmla="*/ 53 w 82"/>
                  <a:gd name="T13" fmla="*/ 94 h 127"/>
                  <a:gd name="T14" fmla="*/ 60 w 82"/>
                  <a:gd name="T15" fmla="*/ 105 h 127"/>
                  <a:gd name="T16" fmla="*/ 63 w 82"/>
                  <a:gd name="T17" fmla="*/ 111 h 127"/>
                  <a:gd name="T18" fmla="*/ 63 w 82"/>
                  <a:gd name="T19" fmla="*/ 121 h 127"/>
                  <a:gd name="T20" fmla="*/ 65 w 82"/>
                  <a:gd name="T21" fmla="*/ 124 h 127"/>
                  <a:gd name="T22" fmla="*/ 69 w 82"/>
                  <a:gd name="T23" fmla="*/ 126 h 127"/>
                  <a:gd name="T24" fmla="*/ 72 w 82"/>
                  <a:gd name="T25" fmla="*/ 126 h 127"/>
                  <a:gd name="T26" fmla="*/ 73 w 82"/>
                  <a:gd name="T27" fmla="*/ 123 h 127"/>
                  <a:gd name="T28" fmla="*/ 71 w 82"/>
                  <a:gd name="T29" fmla="*/ 118 h 127"/>
                  <a:gd name="T30" fmla="*/ 73 w 82"/>
                  <a:gd name="T31" fmla="*/ 112 h 127"/>
                  <a:gd name="T32" fmla="*/ 80 w 82"/>
                  <a:gd name="T33" fmla="*/ 112 h 127"/>
                  <a:gd name="T34" fmla="*/ 80 w 82"/>
                  <a:gd name="T35" fmla="*/ 109 h 127"/>
                  <a:gd name="T36" fmla="*/ 76 w 82"/>
                  <a:gd name="T37" fmla="*/ 108 h 127"/>
                  <a:gd name="T38" fmla="*/ 78 w 82"/>
                  <a:gd name="T39" fmla="*/ 107 h 127"/>
                  <a:gd name="T40" fmla="*/ 73 w 82"/>
                  <a:gd name="T41" fmla="*/ 105 h 127"/>
                  <a:gd name="T42" fmla="*/ 77 w 82"/>
                  <a:gd name="T43" fmla="*/ 102 h 127"/>
                  <a:gd name="T44" fmla="*/ 78 w 82"/>
                  <a:gd name="T45" fmla="*/ 100 h 127"/>
                  <a:gd name="T46" fmla="*/ 76 w 82"/>
                  <a:gd name="T47" fmla="*/ 100 h 127"/>
                  <a:gd name="T48" fmla="*/ 76 w 82"/>
                  <a:gd name="T49" fmla="*/ 96 h 127"/>
                  <a:gd name="T50" fmla="*/ 71 w 82"/>
                  <a:gd name="T51" fmla="*/ 96 h 127"/>
                  <a:gd name="T52" fmla="*/ 65 w 82"/>
                  <a:gd name="T53" fmla="*/ 95 h 127"/>
                  <a:gd name="T54" fmla="*/ 70 w 82"/>
                  <a:gd name="T55" fmla="*/ 92 h 127"/>
                  <a:gd name="T56" fmla="*/ 68 w 82"/>
                  <a:gd name="T57" fmla="*/ 86 h 127"/>
                  <a:gd name="T58" fmla="*/ 67 w 82"/>
                  <a:gd name="T59" fmla="*/ 84 h 127"/>
                  <a:gd name="T60" fmla="*/ 65 w 82"/>
                  <a:gd name="T61" fmla="*/ 81 h 127"/>
                  <a:gd name="T62" fmla="*/ 62 w 82"/>
                  <a:gd name="T63" fmla="*/ 75 h 127"/>
                  <a:gd name="T64" fmla="*/ 60 w 82"/>
                  <a:gd name="T65" fmla="*/ 73 h 127"/>
                  <a:gd name="T66" fmla="*/ 59 w 82"/>
                  <a:gd name="T67" fmla="*/ 72 h 127"/>
                  <a:gd name="T68" fmla="*/ 57 w 82"/>
                  <a:gd name="T69" fmla="*/ 71 h 127"/>
                  <a:gd name="T70" fmla="*/ 58 w 82"/>
                  <a:gd name="T71" fmla="*/ 68 h 127"/>
                  <a:gd name="T72" fmla="*/ 55 w 82"/>
                  <a:gd name="T73" fmla="*/ 67 h 127"/>
                  <a:gd name="T74" fmla="*/ 54 w 82"/>
                  <a:gd name="T75" fmla="*/ 62 h 127"/>
                  <a:gd name="T76" fmla="*/ 51 w 82"/>
                  <a:gd name="T77" fmla="*/ 58 h 127"/>
                  <a:gd name="T78" fmla="*/ 51 w 82"/>
                  <a:gd name="T79" fmla="*/ 54 h 127"/>
                  <a:gd name="T80" fmla="*/ 48 w 82"/>
                  <a:gd name="T81" fmla="*/ 53 h 127"/>
                  <a:gd name="T82" fmla="*/ 49 w 82"/>
                  <a:gd name="T83" fmla="*/ 53 h 127"/>
                  <a:gd name="T84" fmla="*/ 45 w 82"/>
                  <a:gd name="T85" fmla="*/ 50 h 127"/>
                  <a:gd name="T86" fmla="*/ 43 w 82"/>
                  <a:gd name="T87" fmla="*/ 46 h 127"/>
                  <a:gd name="T88" fmla="*/ 41 w 82"/>
                  <a:gd name="T89" fmla="*/ 44 h 127"/>
                  <a:gd name="T90" fmla="*/ 32 w 82"/>
                  <a:gd name="T91" fmla="*/ 44 h 127"/>
                  <a:gd name="T92" fmla="*/ 35 w 82"/>
                  <a:gd name="T93" fmla="*/ 39 h 127"/>
                  <a:gd name="T94" fmla="*/ 31 w 82"/>
                  <a:gd name="T95" fmla="*/ 36 h 127"/>
                  <a:gd name="T96" fmla="*/ 30 w 82"/>
                  <a:gd name="T97" fmla="*/ 32 h 127"/>
                  <a:gd name="T98" fmla="*/ 26 w 82"/>
                  <a:gd name="T99" fmla="*/ 24 h 127"/>
                  <a:gd name="T100" fmla="*/ 25 w 82"/>
                  <a:gd name="T101" fmla="*/ 21 h 127"/>
                  <a:gd name="T102" fmla="*/ 15 w 82"/>
                  <a:gd name="T103" fmla="*/ 15 h 127"/>
                  <a:gd name="T104" fmla="*/ 13 w 82"/>
                  <a:gd name="T105" fmla="*/ 13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82" h="127">
                    <a:moveTo>
                      <a:pt x="1" y="12"/>
                    </a:moveTo>
                    <a:cubicBezTo>
                      <a:pt x="2" y="13"/>
                      <a:pt x="4" y="14"/>
                      <a:pt x="3" y="15"/>
                    </a:cubicBezTo>
                    <a:cubicBezTo>
                      <a:pt x="6" y="19"/>
                      <a:pt x="4" y="25"/>
                      <a:pt x="8" y="28"/>
                    </a:cubicBezTo>
                    <a:cubicBezTo>
                      <a:pt x="9" y="27"/>
                      <a:pt x="10" y="27"/>
                      <a:pt x="10" y="27"/>
                    </a:cubicBezTo>
                    <a:cubicBezTo>
                      <a:pt x="10" y="27"/>
                      <a:pt x="10" y="27"/>
                      <a:pt x="10" y="27"/>
                    </a:cubicBezTo>
                    <a:cubicBezTo>
                      <a:pt x="11" y="27"/>
                      <a:pt x="11" y="27"/>
                      <a:pt x="11" y="27"/>
                    </a:cubicBezTo>
                    <a:cubicBezTo>
                      <a:pt x="11" y="27"/>
                      <a:pt x="10" y="28"/>
                      <a:pt x="9" y="28"/>
                    </a:cubicBezTo>
                    <a:cubicBezTo>
                      <a:pt x="10" y="29"/>
                      <a:pt x="12" y="30"/>
                      <a:pt x="12" y="32"/>
                    </a:cubicBezTo>
                    <a:cubicBezTo>
                      <a:pt x="14" y="31"/>
                      <a:pt x="13" y="33"/>
                      <a:pt x="15" y="32"/>
                    </a:cubicBezTo>
                    <a:cubicBezTo>
                      <a:pt x="14" y="32"/>
                      <a:pt x="14" y="32"/>
                      <a:pt x="14" y="32"/>
                    </a:cubicBezTo>
                    <a:cubicBezTo>
                      <a:pt x="15" y="33"/>
                      <a:pt x="15" y="33"/>
                      <a:pt x="13" y="35"/>
                    </a:cubicBezTo>
                    <a:cubicBezTo>
                      <a:pt x="14" y="40"/>
                      <a:pt x="18" y="43"/>
                      <a:pt x="20" y="47"/>
                    </a:cubicBezTo>
                    <a:cubicBezTo>
                      <a:pt x="22" y="50"/>
                      <a:pt x="26" y="53"/>
                      <a:pt x="29" y="57"/>
                    </a:cubicBezTo>
                    <a:cubicBezTo>
                      <a:pt x="32" y="56"/>
                      <a:pt x="31" y="57"/>
                      <a:pt x="34" y="56"/>
                    </a:cubicBezTo>
                    <a:cubicBezTo>
                      <a:pt x="33" y="57"/>
                      <a:pt x="33" y="57"/>
                      <a:pt x="33" y="57"/>
                    </a:cubicBezTo>
                    <a:cubicBezTo>
                      <a:pt x="35" y="57"/>
                      <a:pt x="34" y="58"/>
                      <a:pt x="33" y="59"/>
                    </a:cubicBezTo>
                    <a:cubicBezTo>
                      <a:pt x="34" y="59"/>
                      <a:pt x="33" y="59"/>
                      <a:pt x="35" y="58"/>
                    </a:cubicBezTo>
                    <a:cubicBezTo>
                      <a:pt x="37" y="58"/>
                      <a:pt x="33" y="60"/>
                      <a:pt x="34" y="60"/>
                    </a:cubicBezTo>
                    <a:cubicBezTo>
                      <a:pt x="33" y="60"/>
                      <a:pt x="35" y="59"/>
                      <a:pt x="35" y="60"/>
                    </a:cubicBezTo>
                    <a:cubicBezTo>
                      <a:pt x="37" y="60"/>
                      <a:pt x="33" y="60"/>
                      <a:pt x="32" y="62"/>
                    </a:cubicBezTo>
                    <a:cubicBezTo>
                      <a:pt x="34" y="64"/>
                      <a:pt x="37" y="65"/>
                      <a:pt x="37" y="67"/>
                    </a:cubicBezTo>
                    <a:cubicBezTo>
                      <a:pt x="37" y="67"/>
                      <a:pt x="38" y="66"/>
                      <a:pt x="38" y="66"/>
                    </a:cubicBezTo>
                    <a:cubicBezTo>
                      <a:pt x="35" y="68"/>
                      <a:pt x="39" y="66"/>
                      <a:pt x="38" y="67"/>
                    </a:cubicBezTo>
                    <a:cubicBezTo>
                      <a:pt x="37" y="68"/>
                      <a:pt x="37" y="68"/>
                      <a:pt x="37" y="68"/>
                    </a:cubicBezTo>
                    <a:cubicBezTo>
                      <a:pt x="36" y="69"/>
                      <a:pt x="39" y="69"/>
                      <a:pt x="38" y="70"/>
                    </a:cubicBezTo>
                    <a:cubicBezTo>
                      <a:pt x="39" y="70"/>
                      <a:pt x="37" y="72"/>
                      <a:pt x="39" y="72"/>
                    </a:cubicBezTo>
                    <a:cubicBezTo>
                      <a:pt x="38" y="72"/>
                      <a:pt x="38" y="73"/>
                      <a:pt x="38" y="73"/>
                    </a:cubicBezTo>
                    <a:cubicBezTo>
                      <a:pt x="41" y="72"/>
                      <a:pt x="37" y="75"/>
                      <a:pt x="40" y="74"/>
                    </a:cubicBezTo>
                    <a:cubicBezTo>
                      <a:pt x="39" y="75"/>
                      <a:pt x="39" y="75"/>
                      <a:pt x="39" y="75"/>
                    </a:cubicBezTo>
                    <a:cubicBezTo>
                      <a:pt x="41" y="76"/>
                      <a:pt x="41" y="79"/>
                      <a:pt x="43" y="80"/>
                    </a:cubicBezTo>
                    <a:cubicBezTo>
                      <a:pt x="44" y="81"/>
                      <a:pt x="42" y="84"/>
                      <a:pt x="44" y="84"/>
                    </a:cubicBezTo>
                    <a:cubicBezTo>
                      <a:pt x="46" y="84"/>
                      <a:pt x="46" y="84"/>
                      <a:pt x="46" y="84"/>
                    </a:cubicBezTo>
                    <a:cubicBezTo>
                      <a:pt x="46" y="84"/>
                      <a:pt x="45" y="84"/>
                      <a:pt x="44" y="84"/>
                    </a:cubicBezTo>
                    <a:cubicBezTo>
                      <a:pt x="46" y="84"/>
                      <a:pt x="45" y="86"/>
                      <a:pt x="45" y="87"/>
                    </a:cubicBezTo>
                    <a:cubicBezTo>
                      <a:pt x="46" y="87"/>
                      <a:pt x="46" y="87"/>
                      <a:pt x="47" y="86"/>
                    </a:cubicBezTo>
                    <a:cubicBezTo>
                      <a:pt x="45" y="88"/>
                      <a:pt x="48" y="88"/>
                      <a:pt x="47" y="89"/>
                    </a:cubicBezTo>
                    <a:cubicBezTo>
                      <a:pt x="50" y="88"/>
                      <a:pt x="49" y="89"/>
                      <a:pt x="50" y="89"/>
                    </a:cubicBezTo>
                    <a:cubicBezTo>
                      <a:pt x="50" y="89"/>
                      <a:pt x="49" y="90"/>
                      <a:pt x="48" y="90"/>
                    </a:cubicBezTo>
                    <a:cubicBezTo>
                      <a:pt x="49" y="91"/>
                      <a:pt x="49" y="91"/>
                      <a:pt x="49" y="92"/>
                    </a:cubicBezTo>
                    <a:cubicBezTo>
                      <a:pt x="49" y="92"/>
                      <a:pt x="51" y="92"/>
                      <a:pt x="51" y="92"/>
                    </a:cubicBezTo>
                    <a:cubicBezTo>
                      <a:pt x="49" y="93"/>
                      <a:pt x="51" y="93"/>
                      <a:pt x="50" y="94"/>
                    </a:cubicBezTo>
                    <a:cubicBezTo>
                      <a:pt x="52" y="93"/>
                      <a:pt x="54" y="93"/>
                      <a:pt x="53" y="94"/>
                    </a:cubicBezTo>
                    <a:cubicBezTo>
                      <a:pt x="51" y="95"/>
                      <a:pt x="51" y="95"/>
                      <a:pt x="51" y="95"/>
                    </a:cubicBezTo>
                    <a:cubicBezTo>
                      <a:pt x="53" y="95"/>
                      <a:pt x="51" y="98"/>
                      <a:pt x="55" y="99"/>
                    </a:cubicBezTo>
                    <a:cubicBezTo>
                      <a:pt x="53" y="99"/>
                      <a:pt x="53" y="99"/>
                      <a:pt x="53" y="99"/>
                    </a:cubicBezTo>
                    <a:cubicBezTo>
                      <a:pt x="56" y="100"/>
                      <a:pt x="54" y="103"/>
                      <a:pt x="58" y="103"/>
                    </a:cubicBezTo>
                    <a:cubicBezTo>
                      <a:pt x="57" y="104"/>
                      <a:pt x="56" y="105"/>
                      <a:pt x="57" y="105"/>
                    </a:cubicBezTo>
                    <a:cubicBezTo>
                      <a:pt x="58" y="105"/>
                      <a:pt x="58" y="106"/>
                      <a:pt x="60" y="105"/>
                    </a:cubicBezTo>
                    <a:cubicBezTo>
                      <a:pt x="61" y="106"/>
                      <a:pt x="59" y="106"/>
                      <a:pt x="59" y="106"/>
                    </a:cubicBezTo>
                    <a:cubicBezTo>
                      <a:pt x="59" y="107"/>
                      <a:pt x="57" y="108"/>
                      <a:pt x="59" y="108"/>
                    </a:cubicBezTo>
                    <a:cubicBezTo>
                      <a:pt x="58" y="109"/>
                      <a:pt x="58" y="109"/>
                      <a:pt x="58" y="109"/>
                    </a:cubicBezTo>
                    <a:cubicBezTo>
                      <a:pt x="59" y="109"/>
                      <a:pt x="61" y="109"/>
                      <a:pt x="60" y="110"/>
                    </a:cubicBezTo>
                    <a:cubicBezTo>
                      <a:pt x="61" y="110"/>
                      <a:pt x="62" y="111"/>
                      <a:pt x="64" y="110"/>
                    </a:cubicBezTo>
                    <a:cubicBezTo>
                      <a:pt x="64" y="110"/>
                      <a:pt x="61" y="111"/>
                      <a:pt x="63" y="111"/>
                    </a:cubicBezTo>
                    <a:cubicBezTo>
                      <a:pt x="61" y="111"/>
                      <a:pt x="61" y="111"/>
                      <a:pt x="61" y="111"/>
                    </a:cubicBezTo>
                    <a:cubicBezTo>
                      <a:pt x="61" y="113"/>
                      <a:pt x="62" y="114"/>
                      <a:pt x="63" y="115"/>
                    </a:cubicBezTo>
                    <a:cubicBezTo>
                      <a:pt x="61" y="116"/>
                      <a:pt x="64" y="116"/>
                      <a:pt x="62" y="117"/>
                    </a:cubicBezTo>
                    <a:cubicBezTo>
                      <a:pt x="64" y="118"/>
                      <a:pt x="62" y="119"/>
                      <a:pt x="65" y="119"/>
                    </a:cubicBezTo>
                    <a:cubicBezTo>
                      <a:pt x="64" y="119"/>
                      <a:pt x="64" y="119"/>
                      <a:pt x="64" y="119"/>
                    </a:cubicBezTo>
                    <a:cubicBezTo>
                      <a:pt x="64" y="120"/>
                      <a:pt x="64" y="121"/>
                      <a:pt x="63" y="121"/>
                    </a:cubicBezTo>
                    <a:cubicBezTo>
                      <a:pt x="63" y="122"/>
                      <a:pt x="65" y="122"/>
                      <a:pt x="66" y="122"/>
                    </a:cubicBezTo>
                    <a:cubicBezTo>
                      <a:pt x="64" y="122"/>
                      <a:pt x="64" y="122"/>
                      <a:pt x="64" y="122"/>
                    </a:cubicBezTo>
                    <a:cubicBezTo>
                      <a:pt x="65" y="123"/>
                      <a:pt x="67" y="123"/>
                      <a:pt x="69" y="123"/>
                    </a:cubicBezTo>
                    <a:cubicBezTo>
                      <a:pt x="68" y="123"/>
                      <a:pt x="69" y="123"/>
                      <a:pt x="68" y="124"/>
                    </a:cubicBezTo>
                    <a:cubicBezTo>
                      <a:pt x="67" y="123"/>
                      <a:pt x="66" y="123"/>
                      <a:pt x="64" y="123"/>
                    </a:cubicBezTo>
                    <a:cubicBezTo>
                      <a:pt x="63" y="123"/>
                      <a:pt x="67" y="124"/>
                      <a:pt x="65" y="124"/>
                    </a:cubicBezTo>
                    <a:cubicBezTo>
                      <a:pt x="64" y="125"/>
                      <a:pt x="65" y="125"/>
                      <a:pt x="67" y="125"/>
                    </a:cubicBezTo>
                    <a:cubicBezTo>
                      <a:pt x="66" y="125"/>
                      <a:pt x="66" y="125"/>
                      <a:pt x="65" y="125"/>
                    </a:cubicBezTo>
                    <a:cubicBezTo>
                      <a:pt x="65" y="126"/>
                      <a:pt x="65" y="126"/>
                      <a:pt x="66" y="126"/>
                    </a:cubicBezTo>
                    <a:cubicBezTo>
                      <a:pt x="66" y="126"/>
                      <a:pt x="66" y="126"/>
                      <a:pt x="66" y="126"/>
                    </a:cubicBezTo>
                    <a:cubicBezTo>
                      <a:pt x="67" y="126"/>
                      <a:pt x="67" y="126"/>
                      <a:pt x="69" y="126"/>
                    </a:cubicBezTo>
                    <a:cubicBezTo>
                      <a:pt x="69" y="126"/>
                      <a:pt x="68" y="126"/>
                      <a:pt x="69" y="126"/>
                    </a:cubicBezTo>
                    <a:cubicBezTo>
                      <a:pt x="70" y="126"/>
                      <a:pt x="71" y="126"/>
                      <a:pt x="69" y="126"/>
                    </a:cubicBezTo>
                    <a:cubicBezTo>
                      <a:pt x="68" y="127"/>
                      <a:pt x="67" y="126"/>
                      <a:pt x="66" y="126"/>
                    </a:cubicBezTo>
                    <a:cubicBezTo>
                      <a:pt x="70" y="127"/>
                      <a:pt x="70" y="127"/>
                      <a:pt x="70" y="127"/>
                    </a:cubicBezTo>
                    <a:cubicBezTo>
                      <a:pt x="69" y="127"/>
                      <a:pt x="69" y="127"/>
                      <a:pt x="71" y="127"/>
                    </a:cubicBezTo>
                    <a:cubicBezTo>
                      <a:pt x="70" y="126"/>
                      <a:pt x="70" y="126"/>
                      <a:pt x="70" y="126"/>
                    </a:cubicBezTo>
                    <a:cubicBezTo>
                      <a:pt x="72" y="126"/>
                      <a:pt x="72" y="126"/>
                      <a:pt x="72" y="126"/>
                    </a:cubicBezTo>
                    <a:cubicBezTo>
                      <a:pt x="71" y="126"/>
                      <a:pt x="72" y="125"/>
                      <a:pt x="71" y="125"/>
                    </a:cubicBezTo>
                    <a:cubicBezTo>
                      <a:pt x="70" y="125"/>
                      <a:pt x="70" y="125"/>
                      <a:pt x="70" y="125"/>
                    </a:cubicBezTo>
                    <a:cubicBezTo>
                      <a:pt x="69" y="125"/>
                      <a:pt x="67" y="124"/>
                      <a:pt x="69" y="124"/>
                    </a:cubicBezTo>
                    <a:cubicBezTo>
                      <a:pt x="71" y="124"/>
                      <a:pt x="71" y="124"/>
                      <a:pt x="71" y="124"/>
                    </a:cubicBezTo>
                    <a:cubicBezTo>
                      <a:pt x="71" y="124"/>
                      <a:pt x="70" y="124"/>
                      <a:pt x="71" y="123"/>
                    </a:cubicBezTo>
                    <a:cubicBezTo>
                      <a:pt x="73" y="123"/>
                      <a:pt x="73" y="123"/>
                      <a:pt x="73" y="123"/>
                    </a:cubicBezTo>
                    <a:cubicBezTo>
                      <a:pt x="70" y="124"/>
                      <a:pt x="72" y="122"/>
                      <a:pt x="71" y="122"/>
                    </a:cubicBezTo>
                    <a:cubicBezTo>
                      <a:pt x="72" y="122"/>
                      <a:pt x="72" y="122"/>
                      <a:pt x="72" y="122"/>
                    </a:cubicBezTo>
                    <a:cubicBezTo>
                      <a:pt x="73" y="122"/>
                      <a:pt x="70" y="123"/>
                      <a:pt x="70" y="122"/>
                    </a:cubicBezTo>
                    <a:cubicBezTo>
                      <a:pt x="71" y="122"/>
                      <a:pt x="73" y="122"/>
                      <a:pt x="74" y="121"/>
                    </a:cubicBezTo>
                    <a:cubicBezTo>
                      <a:pt x="74" y="121"/>
                      <a:pt x="72" y="120"/>
                      <a:pt x="74" y="119"/>
                    </a:cubicBezTo>
                    <a:cubicBezTo>
                      <a:pt x="73" y="118"/>
                      <a:pt x="72" y="118"/>
                      <a:pt x="71" y="118"/>
                    </a:cubicBezTo>
                    <a:cubicBezTo>
                      <a:pt x="71" y="117"/>
                      <a:pt x="74" y="117"/>
                      <a:pt x="73" y="117"/>
                    </a:cubicBezTo>
                    <a:cubicBezTo>
                      <a:pt x="74" y="117"/>
                      <a:pt x="75" y="117"/>
                      <a:pt x="75" y="116"/>
                    </a:cubicBezTo>
                    <a:cubicBezTo>
                      <a:pt x="74" y="116"/>
                      <a:pt x="75" y="115"/>
                      <a:pt x="73" y="116"/>
                    </a:cubicBezTo>
                    <a:cubicBezTo>
                      <a:pt x="74" y="115"/>
                      <a:pt x="74" y="114"/>
                      <a:pt x="73" y="114"/>
                    </a:cubicBezTo>
                    <a:cubicBezTo>
                      <a:pt x="73" y="114"/>
                      <a:pt x="75" y="114"/>
                      <a:pt x="76" y="113"/>
                    </a:cubicBezTo>
                    <a:cubicBezTo>
                      <a:pt x="74" y="113"/>
                      <a:pt x="73" y="113"/>
                      <a:pt x="73" y="112"/>
                    </a:cubicBezTo>
                    <a:cubicBezTo>
                      <a:pt x="72" y="112"/>
                      <a:pt x="72" y="113"/>
                      <a:pt x="70" y="113"/>
                    </a:cubicBezTo>
                    <a:cubicBezTo>
                      <a:pt x="70" y="113"/>
                      <a:pt x="69" y="113"/>
                      <a:pt x="69" y="113"/>
                    </a:cubicBezTo>
                    <a:cubicBezTo>
                      <a:pt x="71" y="112"/>
                      <a:pt x="74" y="112"/>
                      <a:pt x="74" y="111"/>
                    </a:cubicBezTo>
                    <a:cubicBezTo>
                      <a:pt x="77" y="111"/>
                      <a:pt x="73" y="112"/>
                      <a:pt x="76" y="111"/>
                    </a:cubicBezTo>
                    <a:cubicBezTo>
                      <a:pt x="78" y="111"/>
                      <a:pt x="79" y="112"/>
                      <a:pt x="77" y="113"/>
                    </a:cubicBezTo>
                    <a:cubicBezTo>
                      <a:pt x="80" y="113"/>
                      <a:pt x="78" y="112"/>
                      <a:pt x="80" y="112"/>
                    </a:cubicBezTo>
                    <a:cubicBezTo>
                      <a:pt x="80" y="111"/>
                      <a:pt x="78" y="111"/>
                      <a:pt x="78" y="111"/>
                    </a:cubicBezTo>
                    <a:cubicBezTo>
                      <a:pt x="77" y="111"/>
                      <a:pt x="77" y="111"/>
                      <a:pt x="76" y="111"/>
                    </a:cubicBezTo>
                    <a:cubicBezTo>
                      <a:pt x="73" y="111"/>
                      <a:pt x="77" y="110"/>
                      <a:pt x="77" y="110"/>
                    </a:cubicBezTo>
                    <a:cubicBezTo>
                      <a:pt x="78" y="110"/>
                      <a:pt x="78" y="110"/>
                      <a:pt x="78" y="110"/>
                    </a:cubicBezTo>
                    <a:cubicBezTo>
                      <a:pt x="79" y="109"/>
                      <a:pt x="77" y="110"/>
                      <a:pt x="77" y="109"/>
                    </a:cubicBezTo>
                    <a:cubicBezTo>
                      <a:pt x="80" y="108"/>
                      <a:pt x="78" y="110"/>
                      <a:pt x="80" y="109"/>
                    </a:cubicBezTo>
                    <a:cubicBezTo>
                      <a:pt x="82" y="109"/>
                      <a:pt x="82" y="109"/>
                      <a:pt x="82" y="109"/>
                    </a:cubicBezTo>
                    <a:cubicBezTo>
                      <a:pt x="82" y="108"/>
                      <a:pt x="79" y="109"/>
                      <a:pt x="80" y="108"/>
                    </a:cubicBezTo>
                    <a:cubicBezTo>
                      <a:pt x="81" y="108"/>
                      <a:pt x="81" y="108"/>
                      <a:pt x="81" y="108"/>
                    </a:cubicBezTo>
                    <a:cubicBezTo>
                      <a:pt x="80" y="108"/>
                      <a:pt x="80" y="108"/>
                      <a:pt x="80" y="108"/>
                    </a:cubicBezTo>
                    <a:cubicBezTo>
                      <a:pt x="79" y="108"/>
                      <a:pt x="77" y="108"/>
                      <a:pt x="77" y="109"/>
                    </a:cubicBezTo>
                    <a:cubicBezTo>
                      <a:pt x="74" y="109"/>
                      <a:pt x="77" y="109"/>
                      <a:pt x="76" y="108"/>
                    </a:cubicBezTo>
                    <a:cubicBezTo>
                      <a:pt x="74" y="108"/>
                      <a:pt x="76" y="108"/>
                      <a:pt x="75" y="109"/>
                    </a:cubicBezTo>
                    <a:cubicBezTo>
                      <a:pt x="73" y="109"/>
                      <a:pt x="73" y="109"/>
                      <a:pt x="73" y="108"/>
                    </a:cubicBezTo>
                    <a:cubicBezTo>
                      <a:pt x="72" y="108"/>
                      <a:pt x="74" y="108"/>
                      <a:pt x="75" y="107"/>
                    </a:cubicBezTo>
                    <a:cubicBezTo>
                      <a:pt x="76" y="107"/>
                      <a:pt x="76" y="108"/>
                      <a:pt x="75" y="108"/>
                    </a:cubicBezTo>
                    <a:cubicBezTo>
                      <a:pt x="77" y="108"/>
                      <a:pt x="79" y="107"/>
                      <a:pt x="80" y="107"/>
                    </a:cubicBezTo>
                    <a:cubicBezTo>
                      <a:pt x="81" y="106"/>
                      <a:pt x="79" y="107"/>
                      <a:pt x="78" y="107"/>
                    </a:cubicBezTo>
                    <a:cubicBezTo>
                      <a:pt x="78" y="107"/>
                      <a:pt x="76" y="107"/>
                      <a:pt x="76" y="107"/>
                    </a:cubicBezTo>
                    <a:cubicBezTo>
                      <a:pt x="71" y="107"/>
                      <a:pt x="79" y="106"/>
                      <a:pt x="78" y="105"/>
                    </a:cubicBezTo>
                    <a:cubicBezTo>
                      <a:pt x="75" y="106"/>
                      <a:pt x="74" y="105"/>
                      <a:pt x="70" y="107"/>
                    </a:cubicBezTo>
                    <a:cubicBezTo>
                      <a:pt x="70" y="107"/>
                      <a:pt x="69" y="107"/>
                      <a:pt x="69" y="106"/>
                    </a:cubicBezTo>
                    <a:cubicBezTo>
                      <a:pt x="71" y="106"/>
                      <a:pt x="71" y="106"/>
                      <a:pt x="73" y="105"/>
                    </a:cubicBezTo>
                    <a:cubicBezTo>
                      <a:pt x="73" y="105"/>
                      <a:pt x="73" y="105"/>
                      <a:pt x="73" y="105"/>
                    </a:cubicBezTo>
                    <a:cubicBezTo>
                      <a:pt x="75" y="105"/>
                      <a:pt x="75" y="105"/>
                      <a:pt x="75" y="105"/>
                    </a:cubicBezTo>
                    <a:cubicBezTo>
                      <a:pt x="79" y="103"/>
                      <a:pt x="79" y="103"/>
                      <a:pt x="79" y="103"/>
                    </a:cubicBezTo>
                    <a:cubicBezTo>
                      <a:pt x="78" y="103"/>
                      <a:pt x="77" y="104"/>
                      <a:pt x="76" y="103"/>
                    </a:cubicBezTo>
                    <a:cubicBezTo>
                      <a:pt x="77" y="103"/>
                      <a:pt x="78" y="103"/>
                      <a:pt x="78" y="102"/>
                    </a:cubicBezTo>
                    <a:cubicBezTo>
                      <a:pt x="77" y="103"/>
                      <a:pt x="75" y="103"/>
                      <a:pt x="75" y="103"/>
                    </a:cubicBezTo>
                    <a:cubicBezTo>
                      <a:pt x="74" y="103"/>
                      <a:pt x="76" y="102"/>
                      <a:pt x="77" y="102"/>
                    </a:cubicBezTo>
                    <a:cubicBezTo>
                      <a:pt x="79" y="102"/>
                      <a:pt x="79" y="102"/>
                      <a:pt x="79" y="102"/>
                    </a:cubicBezTo>
                    <a:cubicBezTo>
                      <a:pt x="77" y="102"/>
                      <a:pt x="79" y="101"/>
                      <a:pt x="79" y="101"/>
                    </a:cubicBezTo>
                    <a:cubicBezTo>
                      <a:pt x="77" y="101"/>
                      <a:pt x="76" y="102"/>
                      <a:pt x="74" y="102"/>
                    </a:cubicBezTo>
                    <a:cubicBezTo>
                      <a:pt x="74" y="102"/>
                      <a:pt x="75" y="101"/>
                      <a:pt x="75" y="101"/>
                    </a:cubicBezTo>
                    <a:cubicBezTo>
                      <a:pt x="76" y="101"/>
                      <a:pt x="76" y="101"/>
                      <a:pt x="76" y="101"/>
                    </a:cubicBezTo>
                    <a:cubicBezTo>
                      <a:pt x="76" y="101"/>
                      <a:pt x="79" y="100"/>
                      <a:pt x="78" y="100"/>
                    </a:cubicBezTo>
                    <a:cubicBezTo>
                      <a:pt x="77" y="100"/>
                      <a:pt x="77" y="100"/>
                      <a:pt x="77" y="100"/>
                    </a:cubicBezTo>
                    <a:cubicBezTo>
                      <a:pt x="77" y="100"/>
                      <a:pt x="78" y="100"/>
                      <a:pt x="78" y="100"/>
                    </a:cubicBezTo>
                    <a:cubicBezTo>
                      <a:pt x="77" y="100"/>
                      <a:pt x="77" y="99"/>
                      <a:pt x="77" y="99"/>
                    </a:cubicBezTo>
                    <a:cubicBezTo>
                      <a:pt x="78" y="99"/>
                      <a:pt x="78" y="99"/>
                      <a:pt x="78" y="99"/>
                    </a:cubicBezTo>
                    <a:cubicBezTo>
                      <a:pt x="77" y="99"/>
                      <a:pt x="75" y="99"/>
                      <a:pt x="76" y="99"/>
                    </a:cubicBezTo>
                    <a:cubicBezTo>
                      <a:pt x="74" y="100"/>
                      <a:pt x="77" y="99"/>
                      <a:pt x="76" y="100"/>
                    </a:cubicBezTo>
                    <a:cubicBezTo>
                      <a:pt x="74" y="100"/>
                      <a:pt x="74" y="100"/>
                      <a:pt x="73" y="100"/>
                    </a:cubicBezTo>
                    <a:cubicBezTo>
                      <a:pt x="76" y="99"/>
                      <a:pt x="73" y="99"/>
                      <a:pt x="73" y="99"/>
                    </a:cubicBezTo>
                    <a:cubicBezTo>
                      <a:pt x="74" y="98"/>
                      <a:pt x="75" y="98"/>
                      <a:pt x="75" y="98"/>
                    </a:cubicBezTo>
                    <a:cubicBezTo>
                      <a:pt x="73" y="98"/>
                      <a:pt x="73" y="98"/>
                      <a:pt x="73" y="98"/>
                    </a:cubicBezTo>
                    <a:cubicBezTo>
                      <a:pt x="77" y="97"/>
                      <a:pt x="73" y="98"/>
                      <a:pt x="73" y="97"/>
                    </a:cubicBezTo>
                    <a:cubicBezTo>
                      <a:pt x="75" y="97"/>
                      <a:pt x="76" y="96"/>
                      <a:pt x="76" y="96"/>
                    </a:cubicBezTo>
                    <a:cubicBezTo>
                      <a:pt x="74" y="97"/>
                      <a:pt x="73" y="97"/>
                      <a:pt x="71" y="97"/>
                    </a:cubicBezTo>
                    <a:cubicBezTo>
                      <a:pt x="72" y="96"/>
                      <a:pt x="75" y="96"/>
                      <a:pt x="76" y="96"/>
                    </a:cubicBezTo>
                    <a:cubicBezTo>
                      <a:pt x="74" y="96"/>
                      <a:pt x="77" y="94"/>
                      <a:pt x="75" y="95"/>
                    </a:cubicBezTo>
                    <a:cubicBezTo>
                      <a:pt x="74" y="96"/>
                      <a:pt x="73" y="96"/>
                      <a:pt x="72" y="96"/>
                    </a:cubicBezTo>
                    <a:cubicBezTo>
                      <a:pt x="72" y="95"/>
                      <a:pt x="73" y="96"/>
                      <a:pt x="74" y="95"/>
                    </a:cubicBezTo>
                    <a:cubicBezTo>
                      <a:pt x="74" y="95"/>
                      <a:pt x="72" y="95"/>
                      <a:pt x="71" y="96"/>
                    </a:cubicBezTo>
                    <a:cubicBezTo>
                      <a:pt x="71" y="95"/>
                      <a:pt x="69" y="96"/>
                      <a:pt x="70" y="95"/>
                    </a:cubicBezTo>
                    <a:cubicBezTo>
                      <a:pt x="72" y="94"/>
                      <a:pt x="71" y="95"/>
                      <a:pt x="72" y="95"/>
                    </a:cubicBezTo>
                    <a:cubicBezTo>
                      <a:pt x="72" y="94"/>
                      <a:pt x="68" y="96"/>
                      <a:pt x="68" y="95"/>
                    </a:cubicBezTo>
                    <a:cubicBezTo>
                      <a:pt x="67" y="96"/>
                      <a:pt x="64" y="97"/>
                      <a:pt x="63" y="97"/>
                    </a:cubicBezTo>
                    <a:cubicBezTo>
                      <a:pt x="63" y="96"/>
                      <a:pt x="64" y="97"/>
                      <a:pt x="66" y="96"/>
                    </a:cubicBezTo>
                    <a:cubicBezTo>
                      <a:pt x="65" y="95"/>
                      <a:pt x="65" y="95"/>
                      <a:pt x="65" y="95"/>
                    </a:cubicBezTo>
                    <a:cubicBezTo>
                      <a:pt x="68" y="94"/>
                      <a:pt x="70" y="95"/>
                      <a:pt x="72" y="93"/>
                    </a:cubicBezTo>
                    <a:cubicBezTo>
                      <a:pt x="71" y="93"/>
                      <a:pt x="71" y="93"/>
                      <a:pt x="71" y="93"/>
                    </a:cubicBezTo>
                    <a:cubicBezTo>
                      <a:pt x="72" y="93"/>
                      <a:pt x="74" y="93"/>
                      <a:pt x="74" y="92"/>
                    </a:cubicBezTo>
                    <a:cubicBezTo>
                      <a:pt x="72" y="93"/>
                      <a:pt x="74" y="92"/>
                      <a:pt x="73" y="92"/>
                    </a:cubicBezTo>
                    <a:cubicBezTo>
                      <a:pt x="71" y="92"/>
                      <a:pt x="74" y="92"/>
                      <a:pt x="72" y="92"/>
                    </a:cubicBezTo>
                    <a:cubicBezTo>
                      <a:pt x="72" y="92"/>
                      <a:pt x="69" y="93"/>
                      <a:pt x="70" y="92"/>
                    </a:cubicBezTo>
                    <a:cubicBezTo>
                      <a:pt x="73" y="91"/>
                      <a:pt x="73" y="91"/>
                      <a:pt x="73" y="91"/>
                    </a:cubicBezTo>
                    <a:cubicBezTo>
                      <a:pt x="74" y="91"/>
                      <a:pt x="71" y="92"/>
                      <a:pt x="72" y="91"/>
                    </a:cubicBezTo>
                    <a:cubicBezTo>
                      <a:pt x="73" y="91"/>
                      <a:pt x="73" y="91"/>
                      <a:pt x="73" y="91"/>
                    </a:cubicBezTo>
                    <a:cubicBezTo>
                      <a:pt x="72" y="89"/>
                      <a:pt x="72" y="88"/>
                      <a:pt x="67" y="88"/>
                    </a:cubicBezTo>
                    <a:cubicBezTo>
                      <a:pt x="69" y="87"/>
                      <a:pt x="69" y="87"/>
                      <a:pt x="70" y="86"/>
                    </a:cubicBezTo>
                    <a:cubicBezTo>
                      <a:pt x="69" y="86"/>
                      <a:pt x="68" y="86"/>
                      <a:pt x="68" y="86"/>
                    </a:cubicBezTo>
                    <a:cubicBezTo>
                      <a:pt x="69" y="85"/>
                      <a:pt x="69" y="85"/>
                      <a:pt x="69" y="85"/>
                    </a:cubicBezTo>
                    <a:cubicBezTo>
                      <a:pt x="70" y="84"/>
                      <a:pt x="68" y="85"/>
                      <a:pt x="67" y="85"/>
                    </a:cubicBezTo>
                    <a:cubicBezTo>
                      <a:pt x="68" y="84"/>
                      <a:pt x="68" y="84"/>
                      <a:pt x="68" y="84"/>
                    </a:cubicBezTo>
                    <a:cubicBezTo>
                      <a:pt x="69" y="83"/>
                      <a:pt x="67" y="84"/>
                      <a:pt x="67" y="84"/>
                    </a:cubicBezTo>
                    <a:cubicBezTo>
                      <a:pt x="68" y="84"/>
                      <a:pt x="68" y="84"/>
                      <a:pt x="68" y="84"/>
                    </a:cubicBezTo>
                    <a:cubicBezTo>
                      <a:pt x="67" y="84"/>
                      <a:pt x="67" y="84"/>
                      <a:pt x="67" y="84"/>
                    </a:cubicBezTo>
                    <a:cubicBezTo>
                      <a:pt x="66" y="84"/>
                      <a:pt x="66" y="83"/>
                      <a:pt x="68" y="83"/>
                    </a:cubicBezTo>
                    <a:cubicBezTo>
                      <a:pt x="67" y="83"/>
                      <a:pt x="67" y="83"/>
                      <a:pt x="67" y="83"/>
                    </a:cubicBezTo>
                    <a:cubicBezTo>
                      <a:pt x="68" y="82"/>
                      <a:pt x="67" y="81"/>
                      <a:pt x="66" y="81"/>
                    </a:cubicBezTo>
                    <a:cubicBezTo>
                      <a:pt x="66" y="82"/>
                      <a:pt x="65" y="82"/>
                      <a:pt x="64" y="82"/>
                    </a:cubicBezTo>
                    <a:cubicBezTo>
                      <a:pt x="62" y="83"/>
                      <a:pt x="64" y="82"/>
                      <a:pt x="63" y="82"/>
                    </a:cubicBezTo>
                    <a:cubicBezTo>
                      <a:pt x="64" y="82"/>
                      <a:pt x="64" y="81"/>
                      <a:pt x="65" y="81"/>
                    </a:cubicBezTo>
                    <a:cubicBezTo>
                      <a:pt x="68" y="79"/>
                      <a:pt x="65" y="79"/>
                      <a:pt x="65" y="78"/>
                    </a:cubicBezTo>
                    <a:cubicBezTo>
                      <a:pt x="64" y="78"/>
                      <a:pt x="64" y="78"/>
                      <a:pt x="64" y="78"/>
                    </a:cubicBezTo>
                    <a:cubicBezTo>
                      <a:pt x="66" y="77"/>
                      <a:pt x="63" y="77"/>
                      <a:pt x="64" y="76"/>
                    </a:cubicBezTo>
                    <a:cubicBezTo>
                      <a:pt x="63" y="76"/>
                      <a:pt x="60" y="77"/>
                      <a:pt x="60" y="77"/>
                    </a:cubicBezTo>
                    <a:cubicBezTo>
                      <a:pt x="58" y="78"/>
                      <a:pt x="62" y="76"/>
                      <a:pt x="63" y="75"/>
                    </a:cubicBezTo>
                    <a:cubicBezTo>
                      <a:pt x="62" y="75"/>
                      <a:pt x="62" y="75"/>
                      <a:pt x="62" y="75"/>
                    </a:cubicBezTo>
                    <a:cubicBezTo>
                      <a:pt x="62" y="75"/>
                      <a:pt x="62" y="75"/>
                      <a:pt x="62" y="75"/>
                    </a:cubicBezTo>
                    <a:cubicBezTo>
                      <a:pt x="61" y="75"/>
                      <a:pt x="60" y="75"/>
                      <a:pt x="61" y="74"/>
                    </a:cubicBezTo>
                    <a:cubicBezTo>
                      <a:pt x="61" y="74"/>
                      <a:pt x="61" y="74"/>
                      <a:pt x="61" y="74"/>
                    </a:cubicBezTo>
                    <a:cubicBezTo>
                      <a:pt x="61" y="74"/>
                      <a:pt x="62" y="73"/>
                      <a:pt x="62" y="73"/>
                    </a:cubicBezTo>
                    <a:cubicBezTo>
                      <a:pt x="60" y="74"/>
                      <a:pt x="61" y="72"/>
                      <a:pt x="59" y="73"/>
                    </a:cubicBezTo>
                    <a:cubicBezTo>
                      <a:pt x="60" y="73"/>
                      <a:pt x="60" y="73"/>
                      <a:pt x="60" y="73"/>
                    </a:cubicBezTo>
                    <a:cubicBezTo>
                      <a:pt x="59" y="73"/>
                      <a:pt x="59" y="73"/>
                      <a:pt x="59" y="73"/>
                    </a:cubicBezTo>
                    <a:cubicBezTo>
                      <a:pt x="59" y="73"/>
                      <a:pt x="59" y="73"/>
                      <a:pt x="59" y="73"/>
                    </a:cubicBezTo>
                    <a:cubicBezTo>
                      <a:pt x="61" y="72"/>
                      <a:pt x="61" y="72"/>
                      <a:pt x="61" y="72"/>
                    </a:cubicBezTo>
                    <a:cubicBezTo>
                      <a:pt x="62" y="71"/>
                      <a:pt x="60" y="72"/>
                      <a:pt x="59" y="73"/>
                    </a:cubicBezTo>
                    <a:cubicBezTo>
                      <a:pt x="57" y="73"/>
                      <a:pt x="59" y="72"/>
                      <a:pt x="59" y="72"/>
                    </a:cubicBezTo>
                    <a:cubicBezTo>
                      <a:pt x="60" y="71"/>
                      <a:pt x="59" y="72"/>
                      <a:pt x="59" y="72"/>
                    </a:cubicBezTo>
                    <a:cubicBezTo>
                      <a:pt x="61" y="72"/>
                      <a:pt x="60" y="72"/>
                      <a:pt x="61" y="71"/>
                    </a:cubicBezTo>
                    <a:cubicBezTo>
                      <a:pt x="61" y="71"/>
                      <a:pt x="59" y="72"/>
                      <a:pt x="59" y="72"/>
                    </a:cubicBezTo>
                    <a:cubicBezTo>
                      <a:pt x="59" y="71"/>
                      <a:pt x="58" y="71"/>
                      <a:pt x="60" y="70"/>
                    </a:cubicBezTo>
                    <a:cubicBezTo>
                      <a:pt x="59" y="71"/>
                      <a:pt x="59" y="70"/>
                      <a:pt x="58" y="70"/>
                    </a:cubicBezTo>
                    <a:cubicBezTo>
                      <a:pt x="58" y="71"/>
                      <a:pt x="58" y="71"/>
                      <a:pt x="57" y="72"/>
                    </a:cubicBezTo>
                    <a:cubicBezTo>
                      <a:pt x="57" y="72"/>
                      <a:pt x="56" y="72"/>
                      <a:pt x="57" y="71"/>
                    </a:cubicBezTo>
                    <a:cubicBezTo>
                      <a:pt x="57" y="71"/>
                      <a:pt x="57" y="71"/>
                      <a:pt x="57" y="71"/>
                    </a:cubicBezTo>
                    <a:cubicBezTo>
                      <a:pt x="57" y="71"/>
                      <a:pt x="57" y="71"/>
                      <a:pt x="56" y="72"/>
                    </a:cubicBezTo>
                    <a:cubicBezTo>
                      <a:pt x="58" y="70"/>
                      <a:pt x="58" y="70"/>
                      <a:pt x="58" y="70"/>
                    </a:cubicBezTo>
                    <a:cubicBezTo>
                      <a:pt x="56" y="71"/>
                      <a:pt x="56" y="70"/>
                      <a:pt x="56" y="70"/>
                    </a:cubicBezTo>
                    <a:cubicBezTo>
                      <a:pt x="57" y="69"/>
                      <a:pt x="59" y="69"/>
                      <a:pt x="59" y="68"/>
                    </a:cubicBezTo>
                    <a:cubicBezTo>
                      <a:pt x="58" y="68"/>
                      <a:pt x="58" y="68"/>
                      <a:pt x="58" y="68"/>
                    </a:cubicBezTo>
                    <a:cubicBezTo>
                      <a:pt x="57" y="68"/>
                      <a:pt x="58" y="68"/>
                      <a:pt x="59" y="68"/>
                    </a:cubicBezTo>
                    <a:cubicBezTo>
                      <a:pt x="59" y="66"/>
                      <a:pt x="54" y="69"/>
                      <a:pt x="55" y="68"/>
                    </a:cubicBezTo>
                    <a:cubicBezTo>
                      <a:pt x="57" y="67"/>
                      <a:pt x="57" y="67"/>
                      <a:pt x="57" y="66"/>
                    </a:cubicBezTo>
                    <a:cubicBezTo>
                      <a:pt x="56" y="67"/>
                      <a:pt x="56" y="67"/>
                      <a:pt x="56" y="67"/>
                    </a:cubicBezTo>
                    <a:cubicBezTo>
                      <a:pt x="55" y="67"/>
                      <a:pt x="58" y="66"/>
                      <a:pt x="56" y="67"/>
                    </a:cubicBezTo>
                    <a:cubicBezTo>
                      <a:pt x="55" y="68"/>
                      <a:pt x="56" y="67"/>
                      <a:pt x="55" y="67"/>
                    </a:cubicBezTo>
                    <a:cubicBezTo>
                      <a:pt x="59" y="65"/>
                      <a:pt x="55" y="65"/>
                      <a:pt x="57" y="63"/>
                    </a:cubicBezTo>
                    <a:cubicBezTo>
                      <a:pt x="54" y="64"/>
                      <a:pt x="56" y="63"/>
                      <a:pt x="55" y="63"/>
                    </a:cubicBezTo>
                    <a:cubicBezTo>
                      <a:pt x="57" y="62"/>
                      <a:pt x="54" y="63"/>
                      <a:pt x="55" y="62"/>
                    </a:cubicBezTo>
                    <a:cubicBezTo>
                      <a:pt x="53" y="63"/>
                      <a:pt x="53" y="63"/>
                      <a:pt x="53" y="63"/>
                    </a:cubicBezTo>
                    <a:cubicBezTo>
                      <a:pt x="54" y="62"/>
                      <a:pt x="49" y="64"/>
                      <a:pt x="52" y="63"/>
                    </a:cubicBezTo>
                    <a:cubicBezTo>
                      <a:pt x="52" y="62"/>
                      <a:pt x="54" y="62"/>
                      <a:pt x="54" y="62"/>
                    </a:cubicBezTo>
                    <a:cubicBezTo>
                      <a:pt x="56" y="60"/>
                      <a:pt x="51" y="62"/>
                      <a:pt x="54" y="60"/>
                    </a:cubicBezTo>
                    <a:cubicBezTo>
                      <a:pt x="53" y="60"/>
                      <a:pt x="52" y="61"/>
                      <a:pt x="51" y="61"/>
                    </a:cubicBezTo>
                    <a:cubicBezTo>
                      <a:pt x="52" y="61"/>
                      <a:pt x="52" y="59"/>
                      <a:pt x="53" y="59"/>
                    </a:cubicBezTo>
                    <a:cubicBezTo>
                      <a:pt x="52" y="59"/>
                      <a:pt x="52" y="60"/>
                      <a:pt x="52" y="59"/>
                    </a:cubicBezTo>
                    <a:cubicBezTo>
                      <a:pt x="53" y="59"/>
                      <a:pt x="53" y="59"/>
                      <a:pt x="53" y="59"/>
                    </a:cubicBezTo>
                    <a:cubicBezTo>
                      <a:pt x="54" y="58"/>
                      <a:pt x="52" y="58"/>
                      <a:pt x="51" y="58"/>
                    </a:cubicBezTo>
                    <a:cubicBezTo>
                      <a:pt x="53" y="57"/>
                      <a:pt x="52" y="57"/>
                      <a:pt x="52" y="56"/>
                    </a:cubicBezTo>
                    <a:cubicBezTo>
                      <a:pt x="50" y="57"/>
                      <a:pt x="53" y="55"/>
                      <a:pt x="50" y="56"/>
                    </a:cubicBezTo>
                    <a:cubicBezTo>
                      <a:pt x="51" y="56"/>
                      <a:pt x="51" y="56"/>
                      <a:pt x="51" y="56"/>
                    </a:cubicBezTo>
                    <a:cubicBezTo>
                      <a:pt x="50" y="56"/>
                      <a:pt x="48" y="57"/>
                      <a:pt x="48" y="57"/>
                    </a:cubicBezTo>
                    <a:cubicBezTo>
                      <a:pt x="50" y="56"/>
                      <a:pt x="50" y="56"/>
                      <a:pt x="50" y="56"/>
                    </a:cubicBezTo>
                    <a:cubicBezTo>
                      <a:pt x="52" y="54"/>
                      <a:pt x="50" y="55"/>
                      <a:pt x="51" y="54"/>
                    </a:cubicBezTo>
                    <a:cubicBezTo>
                      <a:pt x="49" y="55"/>
                      <a:pt x="51" y="54"/>
                      <a:pt x="49" y="55"/>
                    </a:cubicBezTo>
                    <a:cubicBezTo>
                      <a:pt x="49" y="55"/>
                      <a:pt x="49" y="55"/>
                      <a:pt x="49" y="55"/>
                    </a:cubicBezTo>
                    <a:cubicBezTo>
                      <a:pt x="48" y="55"/>
                      <a:pt x="48" y="55"/>
                      <a:pt x="47" y="55"/>
                    </a:cubicBezTo>
                    <a:cubicBezTo>
                      <a:pt x="47" y="55"/>
                      <a:pt x="49" y="54"/>
                      <a:pt x="49" y="54"/>
                    </a:cubicBezTo>
                    <a:cubicBezTo>
                      <a:pt x="50" y="53"/>
                      <a:pt x="49" y="53"/>
                      <a:pt x="49" y="53"/>
                    </a:cubicBezTo>
                    <a:cubicBezTo>
                      <a:pt x="49" y="53"/>
                      <a:pt x="49" y="53"/>
                      <a:pt x="48" y="53"/>
                    </a:cubicBezTo>
                    <a:cubicBezTo>
                      <a:pt x="48" y="53"/>
                      <a:pt x="48" y="53"/>
                      <a:pt x="48" y="53"/>
                    </a:cubicBezTo>
                    <a:cubicBezTo>
                      <a:pt x="48" y="53"/>
                      <a:pt x="48" y="53"/>
                      <a:pt x="48" y="53"/>
                    </a:cubicBezTo>
                    <a:cubicBezTo>
                      <a:pt x="48" y="53"/>
                      <a:pt x="48" y="53"/>
                      <a:pt x="48" y="53"/>
                    </a:cubicBezTo>
                    <a:cubicBezTo>
                      <a:pt x="48" y="53"/>
                      <a:pt x="48" y="53"/>
                      <a:pt x="49" y="53"/>
                    </a:cubicBezTo>
                    <a:cubicBezTo>
                      <a:pt x="49" y="53"/>
                      <a:pt x="49" y="53"/>
                      <a:pt x="49" y="53"/>
                    </a:cubicBezTo>
                    <a:cubicBezTo>
                      <a:pt x="49" y="53"/>
                      <a:pt x="49" y="53"/>
                      <a:pt x="49" y="53"/>
                    </a:cubicBezTo>
                    <a:cubicBezTo>
                      <a:pt x="49" y="52"/>
                      <a:pt x="49" y="52"/>
                      <a:pt x="49" y="52"/>
                    </a:cubicBezTo>
                    <a:cubicBezTo>
                      <a:pt x="50" y="51"/>
                      <a:pt x="50" y="51"/>
                      <a:pt x="50" y="51"/>
                    </a:cubicBezTo>
                    <a:cubicBezTo>
                      <a:pt x="50" y="51"/>
                      <a:pt x="48" y="52"/>
                      <a:pt x="48" y="52"/>
                    </a:cubicBezTo>
                    <a:cubicBezTo>
                      <a:pt x="49" y="50"/>
                      <a:pt x="46" y="50"/>
                      <a:pt x="46" y="50"/>
                    </a:cubicBezTo>
                    <a:cubicBezTo>
                      <a:pt x="46" y="50"/>
                      <a:pt x="47" y="50"/>
                      <a:pt x="46" y="50"/>
                    </a:cubicBezTo>
                    <a:cubicBezTo>
                      <a:pt x="46" y="50"/>
                      <a:pt x="44" y="50"/>
                      <a:pt x="45" y="50"/>
                    </a:cubicBezTo>
                    <a:cubicBezTo>
                      <a:pt x="45" y="50"/>
                      <a:pt x="46" y="49"/>
                      <a:pt x="46" y="49"/>
                    </a:cubicBezTo>
                    <a:cubicBezTo>
                      <a:pt x="46" y="48"/>
                      <a:pt x="45" y="49"/>
                      <a:pt x="45" y="49"/>
                    </a:cubicBezTo>
                    <a:cubicBezTo>
                      <a:pt x="47" y="47"/>
                      <a:pt x="43" y="49"/>
                      <a:pt x="44" y="47"/>
                    </a:cubicBezTo>
                    <a:cubicBezTo>
                      <a:pt x="44" y="47"/>
                      <a:pt x="45" y="47"/>
                      <a:pt x="45" y="47"/>
                    </a:cubicBezTo>
                    <a:cubicBezTo>
                      <a:pt x="44" y="47"/>
                      <a:pt x="43" y="46"/>
                      <a:pt x="41" y="47"/>
                    </a:cubicBezTo>
                    <a:cubicBezTo>
                      <a:pt x="43" y="46"/>
                      <a:pt x="43" y="46"/>
                      <a:pt x="43" y="46"/>
                    </a:cubicBezTo>
                    <a:cubicBezTo>
                      <a:pt x="43" y="46"/>
                      <a:pt x="42" y="46"/>
                      <a:pt x="41" y="46"/>
                    </a:cubicBezTo>
                    <a:cubicBezTo>
                      <a:pt x="40" y="47"/>
                      <a:pt x="39" y="47"/>
                      <a:pt x="39" y="47"/>
                    </a:cubicBezTo>
                    <a:cubicBezTo>
                      <a:pt x="39" y="47"/>
                      <a:pt x="39" y="47"/>
                      <a:pt x="39" y="47"/>
                    </a:cubicBezTo>
                    <a:cubicBezTo>
                      <a:pt x="38" y="46"/>
                      <a:pt x="38" y="46"/>
                      <a:pt x="38" y="46"/>
                    </a:cubicBezTo>
                    <a:cubicBezTo>
                      <a:pt x="39" y="46"/>
                      <a:pt x="39" y="46"/>
                      <a:pt x="39" y="46"/>
                    </a:cubicBezTo>
                    <a:cubicBezTo>
                      <a:pt x="42" y="44"/>
                      <a:pt x="40" y="44"/>
                      <a:pt x="41" y="44"/>
                    </a:cubicBezTo>
                    <a:cubicBezTo>
                      <a:pt x="39" y="44"/>
                      <a:pt x="39" y="44"/>
                      <a:pt x="39" y="44"/>
                    </a:cubicBezTo>
                    <a:cubicBezTo>
                      <a:pt x="38" y="44"/>
                      <a:pt x="40" y="43"/>
                      <a:pt x="40" y="43"/>
                    </a:cubicBezTo>
                    <a:cubicBezTo>
                      <a:pt x="35" y="45"/>
                      <a:pt x="35" y="45"/>
                      <a:pt x="35" y="45"/>
                    </a:cubicBezTo>
                    <a:cubicBezTo>
                      <a:pt x="36" y="45"/>
                      <a:pt x="37" y="44"/>
                      <a:pt x="38" y="43"/>
                    </a:cubicBezTo>
                    <a:cubicBezTo>
                      <a:pt x="37" y="43"/>
                      <a:pt x="35" y="44"/>
                      <a:pt x="33" y="45"/>
                    </a:cubicBezTo>
                    <a:cubicBezTo>
                      <a:pt x="33" y="44"/>
                      <a:pt x="32" y="44"/>
                      <a:pt x="32" y="44"/>
                    </a:cubicBezTo>
                    <a:cubicBezTo>
                      <a:pt x="33" y="43"/>
                      <a:pt x="32" y="44"/>
                      <a:pt x="33" y="44"/>
                    </a:cubicBezTo>
                    <a:cubicBezTo>
                      <a:pt x="34" y="43"/>
                      <a:pt x="34" y="43"/>
                      <a:pt x="34" y="43"/>
                    </a:cubicBezTo>
                    <a:cubicBezTo>
                      <a:pt x="34" y="43"/>
                      <a:pt x="36" y="41"/>
                      <a:pt x="37" y="41"/>
                    </a:cubicBezTo>
                    <a:cubicBezTo>
                      <a:pt x="36" y="41"/>
                      <a:pt x="36" y="40"/>
                      <a:pt x="36" y="39"/>
                    </a:cubicBezTo>
                    <a:cubicBezTo>
                      <a:pt x="34" y="41"/>
                      <a:pt x="35" y="39"/>
                      <a:pt x="33" y="41"/>
                    </a:cubicBezTo>
                    <a:cubicBezTo>
                      <a:pt x="32" y="40"/>
                      <a:pt x="34" y="39"/>
                      <a:pt x="35" y="39"/>
                    </a:cubicBezTo>
                    <a:cubicBezTo>
                      <a:pt x="33" y="39"/>
                      <a:pt x="34" y="38"/>
                      <a:pt x="33" y="37"/>
                    </a:cubicBezTo>
                    <a:cubicBezTo>
                      <a:pt x="34" y="37"/>
                      <a:pt x="34" y="37"/>
                      <a:pt x="34" y="37"/>
                    </a:cubicBezTo>
                    <a:cubicBezTo>
                      <a:pt x="33" y="37"/>
                      <a:pt x="33" y="36"/>
                      <a:pt x="31" y="37"/>
                    </a:cubicBezTo>
                    <a:cubicBezTo>
                      <a:pt x="32" y="36"/>
                      <a:pt x="32" y="36"/>
                      <a:pt x="32" y="36"/>
                    </a:cubicBezTo>
                    <a:cubicBezTo>
                      <a:pt x="32" y="35"/>
                      <a:pt x="29" y="38"/>
                      <a:pt x="30" y="36"/>
                    </a:cubicBezTo>
                    <a:cubicBezTo>
                      <a:pt x="31" y="36"/>
                      <a:pt x="31" y="36"/>
                      <a:pt x="31" y="36"/>
                    </a:cubicBezTo>
                    <a:cubicBezTo>
                      <a:pt x="30" y="36"/>
                      <a:pt x="32" y="34"/>
                      <a:pt x="30" y="35"/>
                    </a:cubicBezTo>
                    <a:cubicBezTo>
                      <a:pt x="31" y="34"/>
                      <a:pt x="31" y="34"/>
                      <a:pt x="31" y="34"/>
                    </a:cubicBezTo>
                    <a:cubicBezTo>
                      <a:pt x="30" y="34"/>
                      <a:pt x="30" y="34"/>
                      <a:pt x="28" y="34"/>
                    </a:cubicBezTo>
                    <a:cubicBezTo>
                      <a:pt x="30" y="33"/>
                      <a:pt x="30" y="33"/>
                      <a:pt x="30" y="33"/>
                    </a:cubicBezTo>
                    <a:cubicBezTo>
                      <a:pt x="31" y="32"/>
                      <a:pt x="28" y="34"/>
                      <a:pt x="29" y="33"/>
                    </a:cubicBezTo>
                    <a:cubicBezTo>
                      <a:pt x="29" y="33"/>
                      <a:pt x="29" y="32"/>
                      <a:pt x="30" y="32"/>
                    </a:cubicBezTo>
                    <a:cubicBezTo>
                      <a:pt x="28" y="33"/>
                      <a:pt x="28" y="32"/>
                      <a:pt x="28" y="32"/>
                    </a:cubicBezTo>
                    <a:cubicBezTo>
                      <a:pt x="29" y="31"/>
                      <a:pt x="29" y="31"/>
                      <a:pt x="29" y="31"/>
                    </a:cubicBezTo>
                    <a:cubicBezTo>
                      <a:pt x="28" y="29"/>
                      <a:pt x="27" y="27"/>
                      <a:pt x="24" y="26"/>
                    </a:cubicBezTo>
                    <a:cubicBezTo>
                      <a:pt x="26" y="24"/>
                      <a:pt x="26" y="26"/>
                      <a:pt x="27" y="24"/>
                    </a:cubicBezTo>
                    <a:cubicBezTo>
                      <a:pt x="25" y="26"/>
                      <a:pt x="26" y="24"/>
                      <a:pt x="25" y="24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5" y="24"/>
                      <a:pt x="26" y="23"/>
                      <a:pt x="25" y="23"/>
                    </a:cubicBezTo>
                    <a:cubicBezTo>
                      <a:pt x="25" y="24"/>
                      <a:pt x="25" y="24"/>
                      <a:pt x="25" y="24"/>
                    </a:cubicBezTo>
                    <a:cubicBezTo>
                      <a:pt x="24" y="24"/>
                      <a:pt x="27" y="21"/>
                      <a:pt x="25" y="23"/>
                    </a:cubicBezTo>
                    <a:cubicBezTo>
                      <a:pt x="26" y="22"/>
                      <a:pt x="26" y="22"/>
                      <a:pt x="26" y="22"/>
                    </a:cubicBezTo>
                    <a:cubicBezTo>
                      <a:pt x="23" y="23"/>
                      <a:pt x="26" y="21"/>
                      <a:pt x="24" y="22"/>
                    </a:cubicBezTo>
                    <a:cubicBezTo>
                      <a:pt x="25" y="21"/>
                      <a:pt x="25" y="21"/>
                      <a:pt x="25" y="21"/>
                    </a:cubicBezTo>
                    <a:cubicBezTo>
                      <a:pt x="25" y="20"/>
                      <a:pt x="22" y="22"/>
                      <a:pt x="23" y="21"/>
                    </a:cubicBezTo>
                    <a:cubicBezTo>
                      <a:pt x="23" y="20"/>
                      <a:pt x="22" y="20"/>
                      <a:pt x="20" y="21"/>
                    </a:cubicBezTo>
                    <a:cubicBezTo>
                      <a:pt x="23" y="20"/>
                      <a:pt x="23" y="20"/>
                      <a:pt x="23" y="20"/>
                    </a:cubicBezTo>
                    <a:cubicBezTo>
                      <a:pt x="21" y="19"/>
                      <a:pt x="20" y="17"/>
                      <a:pt x="17" y="17"/>
                    </a:cubicBezTo>
                    <a:cubicBezTo>
                      <a:pt x="18" y="16"/>
                      <a:pt x="18" y="16"/>
                      <a:pt x="18" y="16"/>
                    </a:cubicBezTo>
                    <a:cubicBezTo>
                      <a:pt x="16" y="17"/>
                      <a:pt x="19" y="13"/>
                      <a:pt x="15" y="15"/>
                    </a:cubicBezTo>
                    <a:cubicBezTo>
                      <a:pt x="13" y="16"/>
                      <a:pt x="13" y="16"/>
                      <a:pt x="13" y="16"/>
                    </a:cubicBezTo>
                    <a:cubicBezTo>
                      <a:pt x="15" y="14"/>
                      <a:pt x="15" y="14"/>
                      <a:pt x="15" y="14"/>
                    </a:cubicBezTo>
                    <a:cubicBezTo>
                      <a:pt x="14" y="14"/>
                      <a:pt x="15" y="13"/>
                      <a:pt x="13" y="14"/>
                    </a:cubicBezTo>
                    <a:cubicBezTo>
                      <a:pt x="15" y="13"/>
                      <a:pt x="15" y="13"/>
                      <a:pt x="15" y="13"/>
                    </a:cubicBezTo>
                    <a:cubicBezTo>
                      <a:pt x="15" y="13"/>
                      <a:pt x="12" y="14"/>
                      <a:pt x="12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5" y="9"/>
                      <a:pt x="16" y="6"/>
                      <a:pt x="11" y="6"/>
                    </a:cubicBezTo>
                    <a:cubicBezTo>
                      <a:pt x="11" y="6"/>
                      <a:pt x="13" y="4"/>
                      <a:pt x="13" y="4"/>
                    </a:cubicBezTo>
                    <a:cubicBezTo>
                      <a:pt x="9" y="4"/>
                      <a:pt x="13" y="0"/>
                      <a:pt x="7" y="1"/>
                    </a:cubicBezTo>
                    <a:cubicBezTo>
                      <a:pt x="6" y="0"/>
                      <a:pt x="0" y="2"/>
                      <a:pt x="0" y="2"/>
                    </a:cubicBezTo>
                    <a:cubicBezTo>
                      <a:pt x="3" y="4"/>
                      <a:pt x="3" y="8"/>
                      <a:pt x="1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53" name="Freeform 128"/>
              <p:cNvSpPr/>
              <p:nvPr>
                <p:custDataLst>
                  <p:tags r:id="rId374"/>
                </p:custDataLst>
              </p:nvPr>
            </p:nvSpPr>
            <p:spPr bwMode="auto">
              <a:xfrm>
                <a:off x="3538" y="1526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54" name="Freeform 129"/>
              <p:cNvSpPr/>
              <p:nvPr>
                <p:custDataLst>
                  <p:tags r:id="rId375"/>
                </p:custDataLst>
              </p:nvPr>
            </p:nvSpPr>
            <p:spPr bwMode="auto">
              <a:xfrm>
                <a:off x="3460" y="1407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55" name="Freeform 130"/>
              <p:cNvSpPr/>
              <p:nvPr>
                <p:custDataLst>
                  <p:tags r:id="rId376"/>
                </p:custDataLst>
              </p:nvPr>
            </p:nvSpPr>
            <p:spPr bwMode="auto">
              <a:xfrm>
                <a:off x="3445" y="1392"/>
                <a:ext cx="4" cy="2"/>
              </a:xfrm>
              <a:custGeom>
                <a:avLst/>
                <a:gdLst>
                  <a:gd name="T0" fmla="*/ 4 w 4"/>
                  <a:gd name="T1" fmla="*/ 0 h 2"/>
                  <a:gd name="T2" fmla="*/ 4 w 4"/>
                  <a:gd name="T3" fmla="*/ 0 h 2"/>
                  <a:gd name="T4" fmla="*/ 0 w 4"/>
                  <a:gd name="T5" fmla="*/ 2 h 2"/>
                  <a:gd name="T6" fmla="*/ 4 w 4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lnTo>
                      <a:pt x="4" y="0"/>
                    </a:lnTo>
                    <a:lnTo>
                      <a:pt x="0" y="2"/>
                    </a:lnTo>
                    <a:lnTo>
                      <a:pt x="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56" name="Freeform 131"/>
              <p:cNvSpPr/>
              <p:nvPr>
                <p:custDataLst>
                  <p:tags r:id="rId377"/>
                </p:custDataLst>
              </p:nvPr>
            </p:nvSpPr>
            <p:spPr bwMode="auto">
              <a:xfrm>
                <a:off x="3468" y="1405"/>
                <a:ext cx="4" cy="0"/>
              </a:xfrm>
              <a:custGeom>
                <a:avLst/>
                <a:gdLst>
                  <a:gd name="T0" fmla="*/ 2 w 2"/>
                  <a:gd name="T1" fmla="*/ 1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2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57" name="Freeform 132"/>
              <p:cNvSpPr/>
              <p:nvPr>
                <p:custDataLst>
                  <p:tags r:id="rId378"/>
                </p:custDataLst>
              </p:nvPr>
            </p:nvSpPr>
            <p:spPr bwMode="auto">
              <a:xfrm>
                <a:off x="3515" y="157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58" name="Freeform 133"/>
              <p:cNvSpPr/>
              <p:nvPr>
                <p:custDataLst>
                  <p:tags r:id="rId379"/>
                </p:custDataLst>
              </p:nvPr>
            </p:nvSpPr>
            <p:spPr bwMode="auto">
              <a:xfrm>
                <a:off x="3470" y="1407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59" name="Freeform 134"/>
              <p:cNvSpPr/>
              <p:nvPr>
                <p:custDataLst>
                  <p:tags r:id="rId380"/>
                </p:custDataLst>
              </p:nvPr>
            </p:nvSpPr>
            <p:spPr bwMode="auto">
              <a:xfrm>
                <a:off x="3462" y="1407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60" name="Freeform 135"/>
              <p:cNvSpPr/>
              <p:nvPr>
                <p:custDataLst>
                  <p:tags r:id="rId381"/>
                </p:custDataLst>
              </p:nvPr>
            </p:nvSpPr>
            <p:spPr bwMode="auto">
              <a:xfrm>
                <a:off x="3909" y="1416"/>
                <a:ext cx="11" cy="2"/>
              </a:xfrm>
              <a:custGeom>
                <a:avLst/>
                <a:gdLst>
                  <a:gd name="T0" fmla="*/ 1 w 5"/>
                  <a:gd name="T1" fmla="*/ 1 h 1"/>
                  <a:gd name="T2" fmla="*/ 0 w 5"/>
                  <a:gd name="T3" fmla="*/ 1 h 1"/>
                  <a:gd name="T4" fmla="*/ 2 w 5"/>
                  <a:gd name="T5" fmla="*/ 1 h 1"/>
                  <a:gd name="T6" fmla="*/ 3 w 5"/>
                  <a:gd name="T7" fmla="*/ 1 h 1"/>
                  <a:gd name="T8" fmla="*/ 5 w 5"/>
                  <a:gd name="T9" fmla="*/ 0 h 1"/>
                  <a:gd name="T10" fmla="*/ 1 w 5"/>
                  <a:gd name="T1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1">
                    <a:moveTo>
                      <a:pt x="1" y="1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3" y="1"/>
                      <a:pt x="4" y="1"/>
                      <a:pt x="3" y="1"/>
                    </a:cubicBezTo>
                    <a:cubicBezTo>
                      <a:pt x="4" y="0"/>
                      <a:pt x="5" y="0"/>
                      <a:pt x="5" y="0"/>
                    </a:cubicBezTo>
                    <a:cubicBezTo>
                      <a:pt x="4" y="0"/>
                      <a:pt x="2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61" name="Freeform 136"/>
              <p:cNvSpPr/>
              <p:nvPr>
                <p:custDataLst>
                  <p:tags r:id="rId382"/>
                </p:custDataLst>
              </p:nvPr>
            </p:nvSpPr>
            <p:spPr bwMode="auto">
              <a:xfrm>
                <a:off x="4491" y="1382"/>
                <a:ext cx="2" cy="4"/>
              </a:xfrm>
              <a:custGeom>
                <a:avLst/>
                <a:gdLst>
                  <a:gd name="T0" fmla="*/ 1 w 1"/>
                  <a:gd name="T1" fmla="*/ 1 h 2"/>
                  <a:gd name="T2" fmla="*/ 0 w 1"/>
                  <a:gd name="T3" fmla="*/ 1 h 2"/>
                  <a:gd name="T4" fmla="*/ 1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0" y="0"/>
                      <a:pt x="1" y="2"/>
                      <a:pt x="0" y="1"/>
                    </a:cubicBezTo>
                    <a:cubicBezTo>
                      <a:pt x="1" y="2"/>
                      <a:pt x="1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62" name="Freeform 137"/>
              <p:cNvSpPr/>
              <p:nvPr>
                <p:custDataLst>
                  <p:tags r:id="rId383"/>
                </p:custDataLst>
              </p:nvPr>
            </p:nvSpPr>
            <p:spPr bwMode="auto">
              <a:xfrm>
                <a:off x="4368" y="1484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63" name="Freeform 138"/>
              <p:cNvSpPr/>
              <p:nvPr>
                <p:custDataLst>
                  <p:tags r:id="rId384"/>
                </p:custDataLst>
              </p:nvPr>
            </p:nvSpPr>
            <p:spPr bwMode="auto">
              <a:xfrm>
                <a:off x="4504" y="1378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64" name="Freeform 139"/>
              <p:cNvSpPr/>
              <p:nvPr>
                <p:custDataLst>
                  <p:tags r:id="rId385"/>
                </p:custDataLst>
              </p:nvPr>
            </p:nvSpPr>
            <p:spPr bwMode="auto">
              <a:xfrm>
                <a:off x="4506" y="1382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65" name="Freeform 140"/>
              <p:cNvSpPr/>
              <p:nvPr>
                <p:custDataLst>
                  <p:tags r:id="rId386"/>
                </p:custDataLst>
              </p:nvPr>
            </p:nvSpPr>
            <p:spPr bwMode="auto">
              <a:xfrm>
                <a:off x="4368" y="149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66" name="Freeform 141"/>
              <p:cNvSpPr/>
              <p:nvPr>
                <p:custDataLst>
                  <p:tags r:id="rId387"/>
                </p:custDataLst>
              </p:nvPr>
            </p:nvSpPr>
            <p:spPr bwMode="auto">
              <a:xfrm>
                <a:off x="4364" y="1484"/>
                <a:ext cx="2" cy="4"/>
              </a:xfrm>
              <a:custGeom>
                <a:avLst/>
                <a:gdLst>
                  <a:gd name="T0" fmla="*/ 1 w 1"/>
                  <a:gd name="T1" fmla="*/ 1 h 2"/>
                  <a:gd name="T2" fmla="*/ 0 w 1"/>
                  <a:gd name="T3" fmla="*/ 0 h 2"/>
                  <a:gd name="T4" fmla="*/ 1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0" y="0"/>
                      <a:pt x="0" y="0"/>
                    </a:cubicBezTo>
                    <a:cubicBezTo>
                      <a:pt x="0" y="0"/>
                      <a:pt x="1" y="2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67" name="Freeform 142"/>
              <p:cNvSpPr/>
              <p:nvPr>
                <p:custDataLst>
                  <p:tags r:id="rId388"/>
                </p:custDataLst>
              </p:nvPr>
            </p:nvSpPr>
            <p:spPr bwMode="auto">
              <a:xfrm>
                <a:off x="4368" y="1492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68" name="Freeform 143"/>
              <p:cNvSpPr/>
              <p:nvPr>
                <p:custDataLst>
                  <p:tags r:id="rId389"/>
                </p:custDataLst>
              </p:nvPr>
            </p:nvSpPr>
            <p:spPr bwMode="auto">
              <a:xfrm>
                <a:off x="4487" y="1388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0 w 1"/>
                  <a:gd name="T5" fmla="*/ 1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69" name="Freeform 144"/>
              <p:cNvSpPr/>
              <p:nvPr>
                <p:custDataLst>
                  <p:tags r:id="rId390"/>
                </p:custDataLst>
              </p:nvPr>
            </p:nvSpPr>
            <p:spPr bwMode="auto">
              <a:xfrm>
                <a:off x="4514" y="1382"/>
                <a:ext cx="2" cy="4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70" name="Freeform 145"/>
              <p:cNvSpPr/>
              <p:nvPr>
                <p:custDataLst>
                  <p:tags r:id="rId391"/>
                </p:custDataLst>
              </p:nvPr>
            </p:nvSpPr>
            <p:spPr bwMode="auto">
              <a:xfrm>
                <a:off x="4548" y="1397"/>
                <a:ext cx="2" cy="6"/>
              </a:xfrm>
              <a:custGeom>
                <a:avLst/>
                <a:gdLst>
                  <a:gd name="T0" fmla="*/ 0 w 1"/>
                  <a:gd name="T1" fmla="*/ 0 h 3"/>
                  <a:gd name="T2" fmla="*/ 1 w 1"/>
                  <a:gd name="T3" fmla="*/ 3 h 3"/>
                  <a:gd name="T4" fmla="*/ 0 w 1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1" y="2"/>
                      <a:pt x="1" y="3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71" name="Freeform 146"/>
              <p:cNvSpPr/>
              <p:nvPr>
                <p:custDataLst>
                  <p:tags r:id="rId392"/>
                </p:custDataLst>
              </p:nvPr>
            </p:nvSpPr>
            <p:spPr bwMode="auto">
              <a:xfrm>
                <a:off x="4550" y="1399"/>
                <a:ext cx="3" cy="4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1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2"/>
                      <a:pt x="1" y="2"/>
                      <a:pt x="1" y="1"/>
                    </a:cubicBezTo>
                    <a:cubicBezTo>
                      <a:pt x="0" y="0"/>
                      <a:pt x="1" y="1"/>
                      <a:pt x="1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72" name="Freeform 147"/>
              <p:cNvSpPr/>
              <p:nvPr>
                <p:custDataLst>
                  <p:tags r:id="rId393"/>
                </p:custDataLst>
              </p:nvPr>
            </p:nvSpPr>
            <p:spPr bwMode="auto">
              <a:xfrm>
                <a:off x="4521" y="1382"/>
                <a:ext cx="0" cy="4"/>
              </a:xfrm>
              <a:custGeom>
                <a:avLst/>
                <a:gdLst>
                  <a:gd name="T0" fmla="*/ 2 h 2"/>
                  <a:gd name="T1" fmla="*/ 1 h 2"/>
                  <a:gd name="T2" fmla="*/ 1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73" name="Freeform 148"/>
              <p:cNvSpPr/>
              <p:nvPr>
                <p:custDataLst>
                  <p:tags r:id="rId394"/>
                </p:custDataLst>
              </p:nvPr>
            </p:nvSpPr>
            <p:spPr bwMode="auto">
              <a:xfrm>
                <a:off x="4516" y="1378"/>
                <a:ext cx="5" cy="8"/>
              </a:xfrm>
              <a:custGeom>
                <a:avLst/>
                <a:gdLst>
                  <a:gd name="T0" fmla="*/ 2 w 2"/>
                  <a:gd name="T1" fmla="*/ 4 h 4"/>
                  <a:gd name="T2" fmla="*/ 1 w 2"/>
                  <a:gd name="T3" fmla="*/ 2 h 4"/>
                  <a:gd name="T4" fmla="*/ 0 w 2"/>
                  <a:gd name="T5" fmla="*/ 2 h 4"/>
                  <a:gd name="T6" fmla="*/ 0 w 2"/>
                  <a:gd name="T7" fmla="*/ 0 h 4"/>
                  <a:gd name="T8" fmla="*/ 2 w 2"/>
                  <a:gd name="T9" fmla="*/ 4 h 4"/>
                  <a:gd name="T10" fmla="*/ 2 w 2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2" y="3"/>
                      <a:pt x="1" y="3"/>
                      <a:pt x="1" y="2"/>
                    </a:cubicBezTo>
                    <a:cubicBezTo>
                      <a:pt x="1" y="2"/>
                      <a:pt x="0" y="1"/>
                      <a:pt x="0" y="2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1"/>
                      <a:pt x="1" y="3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74" name="Freeform 149"/>
              <p:cNvSpPr/>
              <p:nvPr>
                <p:custDataLst>
                  <p:tags r:id="rId395"/>
                </p:custDataLst>
              </p:nvPr>
            </p:nvSpPr>
            <p:spPr bwMode="auto">
              <a:xfrm>
                <a:off x="4519" y="1380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75" name="Freeform 150"/>
              <p:cNvSpPr/>
              <p:nvPr>
                <p:custDataLst>
                  <p:tags r:id="rId396"/>
                </p:custDataLst>
              </p:nvPr>
            </p:nvSpPr>
            <p:spPr bwMode="auto">
              <a:xfrm>
                <a:off x="3876" y="135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76" name="Freeform 151"/>
              <p:cNvSpPr/>
              <p:nvPr>
                <p:custDataLst>
                  <p:tags r:id="rId397"/>
                </p:custDataLst>
              </p:nvPr>
            </p:nvSpPr>
            <p:spPr bwMode="auto">
              <a:xfrm>
                <a:off x="4465" y="1920"/>
                <a:ext cx="5" cy="0"/>
              </a:xfrm>
              <a:custGeom>
                <a:avLst/>
                <a:gdLst>
                  <a:gd name="T0" fmla="*/ 1 w 2"/>
                  <a:gd name="T1" fmla="*/ 1 w 2"/>
                  <a:gd name="T2" fmla="*/ 1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1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2" y="0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77" name="Freeform 152"/>
              <p:cNvSpPr/>
              <p:nvPr>
                <p:custDataLst>
                  <p:tags r:id="rId398"/>
                </p:custDataLst>
              </p:nvPr>
            </p:nvSpPr>
            <p:spPr bwMode="auto">
              <a:xfrm>
                <a:off x="4468" y="1918"/>
                <a:ext cx="6" cy="5"/>
              </a:xfrm>
              <a:custGeom>
                <a:avLst/>
                <a:gdLst>
                  <a:gd name="T0" fmla="*/ 0 w 3"/>
                  <a:gd name="T1" fmla="*/ 0 h 2"/>
                  <a:gd name="T2" fmla="*/ 3 w 3"/>
                  <a:gd name="T3" fmla="*/ 2 h 2"/>
                  <a:gd name="T4" fmla="*/ 0 w 3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1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78" name="Freeform 153"/>
              <p:cNvSpPr/>
              <p:nvPr>
                <p:custDataLst>
                  <p:tags r:id="rId399"/>
                </p:custDataLst>
              </p:nvPr>
            </p:nvSpPr>
            <p:spPr bwMode="auto">
              <a:xfrm>
                <a:off x="3912" y="1286"/>
                <a:ext cx="4" cy="2"/>
              </a:xfrm>
              <a:custGeom>
                <a:avLst/>
                <a:gdLst>
                  <a:gd name="T0" fmla="*/ 2 w 2"/>
                  <a:gd name="T1" fmla="*/ 0 h 1"/>
                  <a:gd name="T2" fmla="*/ 1 w 2"/>
                  <a:gd name="T3" fmla="*/ 1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2" y="1"/>
                      <a:pt x="0" y="1"/>
                      <a:pt x="1" y="1"/>
                    </a:cubicBezTo>
                    <a:cubicBezTo>
                      <a:pt x="1" y="0"/>
                      <a:pt x="2" y="1"/>
                      <a:pt x="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79" name="Freeform 154"/>
              <p:cNvSpPr/>
              <p:nvPr>
                <p:custDataLst>
                  <p:tags r:id="rId400"/>
                </p:custDataLst>
              </p:nvPr>
            </p:nvSpPr>
            <p:spPr bwMode="auto">
              <a:xfrm>
                <a:off x="3876" y="132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80" name="Rectangle 155"/>
              <p:cNvSpPr>
                <a:spLocks noChangeArrowheads="1"/>
              </p:cNvSpPr>
              <p:nvPr>
                <p:custDataLst>
                  <p:tags r:id="rId401"/>
                </p:custDataLst>
              </p:nvPr>
            </p:nvSpPr>
            <p:spPr bwMode="auto">
              <a:xfrm>
                <a:off x="4402" y="1454"/>
                <a:ext cx="1" cy="2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81" name="Freeform 156"/>
              <p:cNvSpPr/>
              <p:nvPr>
                <p:custDataLst>
                  <p:tags r:id="rId402"/>
                </p:custDataLst>
              </p:nvPr>
            </p:nvSpPr>
            <p:spPr bwMode="auto">
              <a:xfrm>
                <a:off x="4546" y="1401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82" name="Freeform 157"/>
              <p:cNvSpPr/>
              <p:nvPr>
                <p:custDataLst>
                  <p:tags r:id="rId403"/>
                </p:custDataLst>
              </p:nvPr>
            </p:nvSpPr>
            <p:spPr bwMode="auto">
              <a:xfrm>
                <a:off x="3914" y="129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83" name="Freeform 158"/>
              <p:cNvSpPr/>
              <p:nvPr>
                <p:custDataLst>
                  <p:tags r:id="rId404"/>
                </p:custDataLst>
              </p:nvPr>
            </p:nvSpPr>
            <p:spPr bwMode="auto">
              <a:xfrm>
                <a:off x="4423" y="148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84" name="Freeform 159"/>
              <p:cNvSpPr/>
              <p:nvPr>
                <p:custDataLst>
                  <p:tags r:id="rId405"/>
                </p:custDataLst>
              </p:nvPr>
            </p:nvSpPr>
            <p:spPr bwMode="auto">
              <a:xfrm>
                <a:off x="4465" y="1456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85" name="Freeform 160"/>
              <p:cNvSpPr/>
              <p:nvPr>
                <p:custDataLst>
                  <p:tags r:id="rId406"/>
                </p:custDataLst>
              </p:nvPr>
            </p:nvSpPr>
            <p:spPr bwMode="auto">
              <a:xfrm>
                <a:off x="4355" y="1509"/>
                <a:ext cx="4" cy="4"/>
              </a:xfrm>
              <a:custGeom>
                <a:avLst/>
                <a:gdLst>
                  <a:gd name="T0" fmla="*/ 0 w 4"/>
                  <a:gd name="T1" fmla="*/ 0 h 4"/>
                  <a:gd name="T2" fmla="*/ 0 w 4"/>
                  <a:gd name="T3" fmla="*/ 2 h 4"/>
                  <a:gd name="T4" fmla="*/ 4 w 4"/>
                  <a:gd name="T5" fmla="*/ 4 h 4"/>
                  <a:gd name="T6" fmla="*/ 0 w 4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lnTo>
                      <a:pt x="0" y="2"/>
                    </a:lnTo>
                    <a:lnTo>
                      <a:pt x="4" y="4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86" name="Freeform 161"/>
              <p:cNvSpPr/>
              <p:nvPr>
                <p:custDataLst>
                  <p:tags r:id="rId407"/>
                </p:custDataLst>
              </p:nvPr>
            </p:nvSpPr>
            <p:spPr bwMode="auto">
              <a:xfrm>
                <a:off x="4383" y="147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87" name="Freeform 162"/>
              <p:cNvSpPr/>
              <p:nvPr>
                <p:custDataLst>
                  <p:tags r:id="rId408"/>
                </p:custDataLst>
              </p:nvPr>
            </p:nvSpPr>
            <p:spPr bwMode="auto">
              <a:xfrm>
                <a:off x="4287" y="1378"/>
                <a:ext cx="261" cy="237"/>
              </a:xfrm>
              <a:custGeom>
                <a:avLst/>
                <a:gdLst>
                  <a:gd name="T0" fmla="*/ 27 w 123"/>
                  <a:gd name="T1" fmla="*/ 92 h 112"/>
                  <a:gd name="T2" fmla="*/ 33 w 123"/>
                  <a:gd name="T3" fmla="*/ 85 h 112"/>
                  <a:gd name="T4" fmla="*/ 52 w 123"/>
                  <a:gd name="T5" fmla="*/ 57 h 112"/>
                  <a:gd name="T6" fmla="*/ 61 w 123"/>
                  <a:gd name="T7" fmla="*/ 52 h 112"/>
                  <a:gd name="T8" fmla="*/ 69 w 123"/>
                  <a:gd name="T9" fmla="*/ 49 h 112"/>
                  <a:gd name="T10" fmla="*/ 81 w 123"/>
                  <a:gd name="T11" fmla="*/ 39 h 112"/>
                  <a:gd name="T12" fmla="*/ 89 w 123"/>
                  <a:gd name="T13" fmla="*/ 34 h 112"/>
                  <a:gd name="T14" fmla="*/ 100 w 123"/>
                  <a:gd name="T15" fmla="*/ 25 h 112"/>
                  <a:gd name="T16" fmla="*/ 105 w 123"/>
                  <a:gd name="T17" fmla="*/ 17 h 112"/>
                  <a:gd name="T18" fmla="*/ 115 w 123"/>
                  <a:gd name="T19" fmla="*/ 15 h 112"/>
                  <a:gd name="T20" fmla="*/ 119 w 123"/>
                  <a:gd name="T21" fmla="*/ 14 h 112"/>
                  <a:gd name="T22" fmla="*/ 121 w 123"/>
                  <a:gd name="T23" fmla="*/ 8 h 112"/>
                  <a:gd name="T24" fmla="*/ 122 w 123"/>
                  <a:gd name="T25" fmla="*/ 7 h 112"/>
                  <a:gd name="T26" fmla="*/ 118 w 123"/>
                  <a:gd name="T27" fmla="*/ 7 h 112"/>
                  <a:gd name="T28" fmla="*/ 113 w 123"/>
                  <a:gd name="T29" fmla="*/ 5 h 112"/>
                  <a:gd name="T30" fmla="*/ 107 w 123"/>
                  <a:gd name="T31" fmla="*/ 4 h 112"/>
                  <a:gd name="T32" fmla="*/ 106 w 123"/>
                  <a:gd name="T33" fmla="*/ 3 h 112"/>
                  <a:gd name="T34" fmla="*/ 102 w 123"/>
                  <a:gd name="T35" fmla="*/ 4 h 112"/>
                  <a:gd name="T36" fmla="*/ 101 w 123"/>
                  <a:gd name="T37" fmla="*/ 4 h 112"/>
                  <a:gd name="T38" fmla="*/ 99 w 123"/>
                  <a:gd name="T39" fmla="*/ 2 h 112"/>
                  <a:gd name="T40" fmla="*/ 98 w 123"/>
                  <a:gd name="T41" fmla="*/ 9 h 112"/>
                  <a:gd name="T42" fmla="*/ 96 w 123"/>
                  <a:gd name="T43" fmla="*/ 8 h 112"/>
                  <a:gd name="T44" fmla="*/ 93 w 123"/>
                  <a:gd name="T45" fmla="*/ 7 h 112"/>
                  <a:gd name="T46" fmla="*/ 91 w 123"/>
                  <a:gd name="T47" fmla="*/ 7 h 112"/>
                  <a:gd name="T48" fmla="*/ 89 w 123"/>
                  <a:gd name="T49" fmla="*/ 10 h 112"/>
                  <a:gd name="T50" fmla="*/ 87 w 123"/>
                  <a:gd name="T51" fmla="*/ 10 h 112"/>
                  <a:gd name="T52" fmla="*/ 89 w 123"/>
                  <a:gd name="T53" fmla="*/ 18 h 112"/>
                  <a:gd name="T54" fmla="*/ 85 w 123"/>
                  <a:gd name="T55" fmla="*/ 12 h 112"/>
                  <a:gd name="T56" fmla="*/ 78 w 123"/>
                  <a:gd name="T57" fmla="*/ 16 h 112"/>
                  <a:gd name="T58" fmla="*/ 75 w 123"/>
                  <a:gd name="T59" fmla="*/ 18 h 112"/>
                  <a:gd name="T60" fmla="*/ 75 w 123"/>
                  <a:gd name="T61" fmla="*/ 24 h 112"/>
                  <a:gd name="T62" fmla="*/ 67 w 123"/>
                  <a:gd name="T63" fmla="*/ 25 h 112"/>
                  <a:gd name="T64" fmla="*/ 65 w 123"/>
                  <a:gd name="T65" fmla="*/ 29 h 112"/>
                  <a:gd name="T66" fmla="*/ 64 w 123"/>
                  <a:gd name="T67" fmla="*/ 29 h 112"/>
                  <a:gd name="T68" fmla="*/ 64 w 123"/>
                  <a:gd name="T69" fmla="*/ 32 h 112"/>
                  <a:gd name="T70" fmla="*/ 60 w 123"/>
                  <a:gd name="T71" fmla="*/ 30 h 112"/>
                  <a:gd name="T72" fmla="*/ 59 w 123"/>
                  <a:gd name="T73" fmla="*/ 34 h 112"/>
                  <a:gd name="T74" fmla="*/ 55 w 123"/>
                  <a:gd name="T75" fmla="*/ 39 h 112"/>
                  <a:gd name="T76" fmla="*/ 50 w 123"/>
                  <a:gd name="T77" fmla="*/ 39 h 112"/>
                  <a:gd name="T78" fmla="*/ 47 w 123"/>
                  <a:gd name="T79" fmla="*/ 43 h 112"/>
                  <a:gd name="T80" fmla="*/ 45 w 123"/>
                  <a:gd name="T81" fmla="*/ 45 h 112"/>
                  <a:gd name="T82" fmla="*/ 44 w 123"/>
                  <a:gd name="T83" fmla="*/ 45 h 112"/>
                  <a:gd name="T84" fmla="*/ 42 w 123"/>
                  <a:gd name="T85" fmla="*/ 48 h 112"/>
                  <a:gd name="T86" fmla="*/ 39 w 123"/>
                  <a:gd name="T87" fmla="*/ 54 h 112"/>
                  <a:gd name="T88" fmla="*/ 38 w 123"/>
                  <a:gd name="T89" fmla="*/ 56 h 112"/>
                  <a:gd name="T90" fmla="*/ 38 w 123"/>
                  <a:gd name="T91" fmla="*/ 63 h 112"/>
                  <a:gd name="T92" fmla="*/ 34 w 123"/>
                  <a:gd name="T93" fmla="*/ 65 h 112"/>
                  <a:gd name="T94" fmla="*/ 30 w 123"/>
                  <a:gd name="T95" fmla="*/ 69 h 112"/>
                  <a:gd name="T96" fmla="*/ 27 w 123"/>
                  <a:gd name="T97" fmla="*/ 71 h 112"/>
                  <a:gd name="T98" fmla="*/ 19 w 123"/>
                  <a:gd name="T99" fmla="*/ 78 h 112"/>
                  <a:gd name="T100" fmla="*/ 17 w 123"/>
                  <a:gd name="T101" fmla="*/ 80 h 112"/>
                  <a:gd name="T102" fmla="*/ 13 w 123"/>
                  <a:gd name="T103" fmla="*/ 88 h 112"/>
                  <a:gd name="T104" fmla="*/ 12 w 123"/>
                  <a:gd name="T105" fmla="*/ 95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23" h="112">
                    <a:moveTo>
                      <a:pt x="9" y="112"/>
                    </a:moveTo>
                    <a:cubicBezTo>
                      <a:pt x="9" y="108"/>
                      <a:pt x="13" y="106"/>
                      <a:pt x="17" y="105"/>
                    </a:cubicBezTo>
                    <a:cubicBezTo>
                      <a:pt x="17" y="104"/>
                      <a:pt x="17" y="102"/>
                      <a:pt x="18" y="102"/>
                    </a:cubicBezTo>
                    <a:cubicBezTo>
                      <a:pt x="20" y="98"/>
                      <a:pt x="27" y="98"/>
                      <a:pt x="28" y="93"/>
                    </a:cubicBezTo>
                    <a:cubicBezTo>
                      <a:pt x="27" y="93"/>
                      <a:pt x="27" y="92"/>
                      <a:pt x="26" y="91"/>
                    </a:cubicBezTo>
                    <a:cubicBezTo>
                      <a:pt x="27" y="92"/>
                      <a:pt x="27" y="92"/>
                      <a:pt x="27" y="92"/>
                    </a:cubicBezTo>
                    <a:cubicBezTo>
                      <a:pt x="26" y="91"/>
                      <a:pt x="26" y="91"/>
                      <a:pt x="26" y="91"/>
                    </a:cubicBezTo>
                    <a:cubicBezTo>
                      <a:pt x="26" y="90"/>
                      <a:pt x="28" y="92"/>
                      <a:pt x="28" y="92"/>
                    </a:cubicBezTo>
                    <a:cubicBezTo>
                      <a:pt x="29" y="91"/>
                      <a:pt x="29" y="89"/>
                      <a:pt x="31" y="88"/>
                    </a:cubicBezTo>
                    <a:cubicBezTo>
                      <a:pt x="29" y="86"/>
                      <a:pt x="31" y="87"/>
                      <a:pt x="29" y="85"/>
                    </a:cubicBezTo>
                    <a:cubicBezTo>
                      <a:pt x="30" y="86"/>
                      <a:pt x="30" y="86"/>
                      <a:pt x="30" y="86"/>
                    </a:cubicBezTo>
                    <a:cubicBezTo>
                      <a:pt x="30" y="84"/>
                      <a:pt x="30" y="84"/>
                      <a:pt x="33" y="85"/>
                    </a:cubicBezTo>
                    <a:cubicBezTo>
                      <a:pt x="38" y="83"/>
                      <a:pt x="40" y="79"/>
                      <a:pt x="43" y="76"/>
                    </a:cubicBezTo>
                    <a:cubicBezTo>
                      <a:pt x="46" y="72"/>
                      <a:pt x="48" y="68"/>
                      <a:pt x="52" y="64"/>
                    </a:cubicBezTo>
                    <a:cubicBezTo>
                      <a:pt x="50" y="61"/>
                      <a:pt x="52" y="61"/>
                      <a:pt x="50" y="59"/>
                    </a:cubicBezTo>
                    <a:cubicBezTo>
                      <a:pt x="51" y="59"/>
                      <a:pt x="51" y="59"/>
                      <a:pt x="51" y="59"/>
                    </a:cubicBezTo>
                    <a:cubicBezTo>
                      <a:pt x="51" y="58"/>
                      <a:pt x="52" y="59"/>
                      <a:pt x="54" y="59"/>
                    </a:cubicBezTo>
                    <a:cubicBezTo>
                      <a:pt x="53" y="58"/>
                      <a:pt x="54" y="59"/>
                      <a:pt x="52" y="57"/>
                    </a:cubicBezTo>
                    <a:cubicBezTo>
                      <a:pt x="51" y="56"/>
                      <a:pt x="55" y="59"/>
                      <a:pt x="54" y="58"/>
                    </a:cubicBezTo>
                    <a:cubicBezTo>
                      <a:pt x="55" y="59"/>
                      <a:pt x="53" y="57"/>
                      <a:pt x="54" y="58"/>
                    </a:cubicBezTo>
                    <a:cubicBezTo>
                      <a:pt x="53" y="55"/>
                      <a:pt x="55" y="59"/>
                      <a:pt x="57" y="59"/>
                    </a:cubicBezTo>
                    <a:cubicBezTo>
                      <a:pt x="58" y="57"/>
                      <a:pt x="58" y="54"/>
                      <a:pt x="61" y="54"/>
                    </a:cubicBezTo>
                    <a:cubicBezTo>
                      <a:pt x="61" y="54"/>
                      <a:pt x="60" y="52"/>
                      <a:pt x="60" y="52"/>
                    </a:cubicBezTo>
                    <a:cubicBezTo>
                      <a:pt x="62" y="55"/>
                      <a:pt x="60" y="51"/>
                      <a:pt x="61" y="52"/>
                    </a:cubicBezTo>
                    <a:cubicBezTo>
                      <a:pt x="62" y="53"/>
                      <a:pt x="62" y="53"/>
                      <a:pt x="62" y="53"/>
                    </a:cubicBezTo>
                    <a:cubicBezTo>
                      <a:pt x="63" y="54"/>
                      <a:pt x="63" y="51"/>
                      <a:pt x="64" y="52"/>
                    </a:cubicBezTo>
                    <a:cubicBezTo>
                      <a:pt x="64" y="50"/>
                      <a:pt x="67" y="52"/>
                      <a:pt x="66" y="50"/>
                    </a:cubicBezTo>
                    <a:cubicBezTo>
                      <a:pt x="67" y="52"/>
                      <a:pt x="67" y="51"/>
                      <a:pt x="68" y="51"/>
                    </a:cubicBezTo>
                    <a:cubicBezTo>
                      <a:pt x="66" y="48"/>
                      <a:pt x="70" y="51"/>
                      <a:pt x="69" y="49"/>
                    </a:cubicBezTo>
                    <a:cubicBezTo>
                      <a:pt x="69" y="49"/>
                      <a:pt x="69" y="49"/>
                      <a:pt x="69" y="49"/>
                    </a:cubicBezTo>
                    <a:cubicBezTo>
                      <a:pt x="71" y="48"/>
                      <a:pt x="73" y="47"/>
                      <a:pt x="74" y="44"/>
                    </a:cubicBezTo>
                    <a:cubicBezTo>
                      <a:pt x="75" y="43"/>
                      <a:pt x="78" y="45"/>
                      <a:pt x="79" y="42"/>
                    </a:cubicBezTo>
                    <a:cubicBezTo>
                      <a:pt x="78" y="41"/>
                      <a:pt x="78" y="41"/>
                      <a:pt x="78" y="41"/>
                    </a:cubicBezTo>
                    <a:cubicBezTo>
                      <a:pt x="78" y="41"/>
                      <a:pt x="79" y="42"/>
                      <a:pt x="79" y="42"/>
                    </a:cubicBezTo>
                    <a:cubicBezTo>
                      <a:pt x="79" y="40"/>
                      <a:pt x="81" y="41"/>
                      <a:pt x="81" y="41"/>
                    </a:cubicBezTo>
                    <a:cubicBezTo>
                      <a:pt x="81" y="40"/>
                      <a:pt x="81" y="40"/>
                      <a:pt x="81" y="39"/>
                    </a:cubicBezTo>
                    <a:cubicBezTo>
                      <a:pt x="83" y="41"/>
                      <a:pt x="82" y="37"/>
                      <a:pt x="84" y="38"/>
                    </a:cubicBezTo>
                    <a:cubicBezTo>
                      <a:pt x="82" y="36"/>
                      <a:pt x="84" y="37"/>
                      <a:pt x="84" y="36"/>
                    </a:cubicBezTo>
                    <a:cubicBezTo>
                      <a:pt x="84" y="36"/>
                      <a:pt x="84" y="36"/>
                      <a:pt x="85" y="37"/>
                    </a:cubicBezTo>
                    <a:cubicBezTo>
                      <a:pt x="85" y="36"/>
                      <a:pt x="85" y="36"/>
                      <a:pt x="87" y="36"/>
                    </a:cubicBezTo>
                    <a:cubicBezTo>
                      <a:pt x="87" y="36"/>
                      <a:pt x="86" y="34"/>
                      <a:pt x="87" y="34"/>
                    </a:cubicBezTo>
                    <a:cubicBezTo>
                      <a:pt x="88" y="36"/>
                      <a:pt x="88" y="34"/>
                      <a:pt x="89" y="34"/>
                    </a:cubicBezTo>
                    <a:cubicBezTo>
                      <a:pt x="87" y="32"/>
                      <a:pt x="87" y="31"/>
                      <a:pt x="88" y="31"/>
                    </a:cubicBezTo>
                    <a:cubicBezTo>
                      <a:pt x="89" y="34"/>
                      <a:pt x="89" y="34"/>
                      <a:pt x="89" y="34"/>
                    </a:cubicBezTo>
                    <a:cubicBezTo>
                      <a:pt x="90" y="31"/>
                      <a:pt x="93" y="33"/>
                      <a:pt x="93" y="29"/>
                    </a:cubicBezTo>
                    <a:cubicBezTo>
                      <a:pt x="94" y="30"/>
                      <a:pt x="94" y="30"/>
                      <a:pt x="94" y="30"/>
                    </a:cubicBezTo>
                    <a:cubicBezTo>
                      <a:pt x="95" y="28"/>
                      <a:pt x="98" y="29"/>
                      <a:pt x="98" y="25"/>
                    </a:cubicBezTo>
                    <a:cubicBezTo>
                      <a:pt x="99" y="25"/>
                      <a:pt x="100" y="26"/>
                      <a:pt x="100" y="25"/>
                    </a:cubicBezTo>
                    <a:cubicBezTo>
                      <a:pt x="100" y="24"/>
                      <a:pt x="101" y="24"/>
                      <a:pt x="100" y="22"/>
                    </a:cubicBezTo>
                    <a:cubicBezTo>
                      <a:pt x="100" y="21"/>
                      <a:pt x="101" y="22"/>
                      <a:pt x="101" y="23"/>
                    </a:cubicBezTo>
                    <a:cubicBezTo>
                      <a:pt x="102" y="23"/>
                      <a:pt x="104" y="25"/>
                      <a:pt x="103" y="22"/>
                    </a:cubicBezTo>
                    <a:cubicBezTo>
                      <a:pt x="104" y="23"/>
                      <a:pt x="104" y="23"/>
                      <a:pt x="104" y="23"/>
                    </a:cubicBezTo>
                    <a:cubicBezTo>
                      <a:pt x="104" y="22"/>
                      <a:pt x="104" y="20"/>
                      <a:pt x="106" y="21"/>
                    </a:cubicBezTo>
                    <a:cubicBezTo>
                      <a:pt x="105" y="19"/>
                      <a:pt x="106" y="19"/>
                      <a:pt x="105" y="17"/>
                    </a:cubicBezTo>
                    <a:cubicBezTo>
                      <a:pt x="105" y="17"/>
                      <a:pt x="106" y="19"/>
                      <a:pt x="106" y="18"/>
                    </a:cubicBezTo>
                    <a:cubicBezTo>
                      <a:pt x="106" y="20"/>
                      <a:pt x="106" y="20"/>
                      <a:pt x="106" y="20"/>
                    </a:cubicBezTo>
                    <a:cubicBezTo>
                      <a:pt x="108" y="20"/>
                      <a:pt x="109" y="18"/>
                      <a:pt x="110" y="16"/>
                    </a:cubicBezTo>
                    <a:cubicBezTo>
                      <a:pt x="112" y="19"/>
                      <a:pt x="112" y="16"/>
                      <a:pt x="113" y="17"/>
                    </a:cubicBezTo>
                    <a:cubicBezTo>
                      <a:pt x="113" y="15"/>
                      <a:pt x="115" y="17"/>
                      <a:pt x="114" y="14"/>
                    </a:cubicBezTo>
                    <a:cubicBezTo>
                      <a:pt x="115" y="15"/>
                      <a:pt x="115" y="15"/>
                      <a:pt x="115" y="15"/>
                    </a:cubicBezTo>
                    <a:cubicBezTo>
                      <a:pt x="115" y="15"/>
                      <a:pt x="116" y="15"/>
                      <a:pt x="117" y="15"/>
                    </a:cubicBezTo>
                    <a:cubicBezTo>
                      <a:pt x="118" y="16"/>
                      <a:pt x="118" y="14"/>
                      <a:pt x="118" y="13"/>
                    </a:cubicBezTo>
                    <a:cubicBezTo>
                      <a:pt x="118" y="14"/>
                      <a:pt x="118" y="14"/>
                      <a:pt x="118" y="14"/>
                    </a:cubicBezTo>
                    <a:cubicBezTo>
                      <a:pt x="118" y="13"/>
                      <a:pt x="118" y="11"/>
                      <a:pt x="118" y="9"/>
                    </a:cubicBezTo>
                    <a:cubicBezTo>
                      <a:pt x="119" y="10"/>
                      <a:pt x="118" y="9"/>
                      <a:pt x="119" y="10"/>
                    </a:cubicBezTo>
                    <a:cubicBezTo>
                      <a:pt x="119" y="11"/>
                      <a:pt x="119" y="13"/>
                      <a:pt x="119" y="14"/>
                    </a:cubicBezTo>
                    <a:cubicBezTo>
                      <a:pt x="120" y="15"/>
                      <a:pt x="119" y="11"/>
                      <a:pt x="120" y="13"/>
                    </a:cubicBezTo>
                    <a:cubicBezTo>
                      <a:pt x="121" y="14"/>
                      <a:pt x="121" y="13"/>
                      <a:pt x="121" y="11"/>
                    </a:cubicBezTo>
                    <a:cubicBezTo>
                      <a:pt x="121" y="12"/>
                      <a:pt x="121" y="12"/>
                      <a:pt x="121" y="13"/>
                    </a:cubicBezTo>
                    <a:cubicBezTo>
                      <a:pt x="122" y="13"/>
                      <a:pt x="122" y="13"/>
                      <a:pt x="122" y="12"/>
                    </a:cubicBezTo>
                    <a:cubicBezTo>
                      <a:pt x="122" y="12"/>
                      <a:pt x="122" y="12"/>
                      <a:pt x="122" y="12"/>
                    </a:cubicBezTo>
                    <a:cubicBezTo>
                      <a:pt x="122" y="10"/>
                      <a:pt x="122" y="10"/>
                      <a:pt x="121" y="8"/>
                    </a:cubicBezTo>
                    <a:cubicBezTo>
                      <a:pt x="121" y="9"/>
                      <a:pt x="121" y="9"/>
                      <a:pt x="121" y="9"/>
                    </a:cubicBezTo>
                    <a:cubicBezTo>
                      <a:pt x="121" y="7"/>
                      <a:pt x="121" y="7"/>
                      <a:pt x="122" y="8"/>
                    </a:cubicBezTo>
                    <a:cubicBezTo>
                      <a:pt x="122" y="10"/>
                      <a:pt x="122" y="11"/>
                      <a:pt x="122" y="11"/>
                    </a:cubicBezTo>
                    <a:cubicBezTo>
                      <a:pt x="123" y="7"/>
                      <a:pt x="123" y="7"/>
                      <a:pt x="123" y="7"/>
                    </a:cubicBezTo>
                    <a:cubicBezTo>
                      <a:pt x="123" y="9"/>
                      <a:pt x="122" y="8"/>
                      <a:pt x="122" y="6"/>
                    </a:cubicBezTo>
                    <a:cubicBezTo>
                      <a:pt x="122" y="7"/>
                      <a:pt x="122" y="7"/>
                      <a:pt x="122" y="7"/>
                    </a:cubicBezTo>
                    <a:cubicBezTo>
                      <a:pt x="122" y="6"/>
                      <a:pt x="122" y="6"/>
                      <a:pt x="122" y="6"/>
                    </a:cubicBezTo>
                    <a:cubicBezTo>
                      <a:pt x="121" y="7"/>
                      <a:pt x="120" y="5"/>
                      <a:pt x="120" y="7"/>
                    </a:cubicBezTo>
                    <a:cubicBezTo>
                      <a:pt x="120" y="8"/>
                      <a:pt x="120" y="8"/>
                      <a:pt x="120" y="8"/>
                    </a:cubicBezTo>
                    <a:cubicBezTo>
                      <a:pt x="120" y="8"/>
                      <a:pt x="120" y="11"/>
                      <a:pt x="119" y="9"/>
                    </a:cubicBezTo>
                    <a:cubicBezTo>
                      <a:pt x="119" y="7"/>
                      <a:pt x="119" y="7"/>
                      <a:pt x="119" y="7"/>
                    </a:cubicBezTo>
                    <a:cubicBezTo>
                      <a:pt x="119" y="7"/>
                      <a:pt x="119" y="8"/>
                      <a:pt x="118" y="7"/>
                    </a:cubicBezTo>
                    <a:cubicBezTo>
                      <a:pt x="118" y="5"/>
                      <a:pt x="118" y="5"/>
                      <a:pt x="118" y="5"/>
                    </a:cubicBezTo>
                    <a:cubicBezTo>
                      <a:pt x="119" y="8"/>
                      <a:pt x="117" y="6"/>
                      <a:pt x="117" y="7"/>
                    </a:cubicBezTo>
                    <a:cubicBezTo>
                      <a:pt x="117" y="6"/>
                      <a:pt x="117" y="6"/>
                      <a:pt x="117" y="6"/>
                    </a:cubicBezTo>
                    <a:cubicBezTo>
                      <a:pt x="116" y="6"/>
                      <a:pt x="117" y="8"/>
                      <a:pt x="117" y="8"/>
                    </a:cubicBezTo>
                    <a:cubicBezTo>
                      <a:pt x="117" y="8"/>
                      <a:pt x="116" y="5"/>
                      <a:pt x="115" y="4"/>
                    </a:cubicBezTo>
                    <a:cubicBezTo>
                      <a:pt x="115" y="5"/>
                      <a:pt x="114" y="7"/>
                      <a:pt x="113" y="5"/>
                    </a:cubicBezTo>
                    <a:cubicBezTo>
                      <a:pt x="112" y="6"/>
                      <a:pt x="112" y="7"/>
                      <a:pt x="112" y="8"/>
                    </a:cubicBezTo>
                    <a:cubicBezTo>
                      <a:pt x="111" y="8"/>
                      <a:pt x="111" y="6"/>
                      <a:pt x="111" y="7"/>
                    </a:cubicBezTo>
                    <a:cubicBezTo>
                      <a:pt x="111" y="6"/>
                      <a:pt x="110" y="5"/>
                      <a:pt x="110" y="4"/>
                    </a:cubicBezTo>
                    <a:cubicBezTo>
                      <a:pt x="110" y="5"/>
                      <a:pt x="109" y="4"/>
                      <a:pt x="110" y="7"/>
                    </a:cubicBezTo>
                    <a:cubicBezTo>
                      <a:pt x="109" y="6"/>
                      <a:pt x="108" y="6"/>
                      <a:pt x="107" y="7"/>
                    </a:cubicBezTo>
                    <a:cubicBezTo>
                      <a:pt x="108" y="7"/>
                      <a:pt x="107" y="5"/>
                      <a:pt x="107" y="4"/>
                    </a:cubicBezTo>
                    <a:cubicBezTo>
                      <a:pt x="107" y="6"/>
                      <a:pt x="106" y="7"/>
                      <a:pt x="106" y="7"/>
                    </a:cubicBezTo>
                    <a:cubicBezTo>
                      <a:pt x="106" y="9"/>
                      <a:pt x="106" y="9"/>
                      <a:pt x="107" y="10"/>
                    </a:cubicBezTo>
                    <a:cubicBezTo>
                      <a:pt x="107" y="10"/>
                      <a:pt x="107" y="11"/>
                      <a:pt x="107" y="11"/>
                    </a:cubicBezTo>
                    <a:cubicBezTo>
                      <a:pt x="106" y="9"/>
                      <a:pt x="105" y="7"/>
                      <a:pt x="104" y="7"/>
                    </a:cubicBezTo>
                    <a:cubicBezTo>
                      <a:pt x="104" y="4"/>
                      <a:pt x="106" y="7"/>
                      <a:pt x="104" y="4"/>
                    </a:cubicBezTo>
                    <a:cubicBezTo>
                      <a:pt x="104" y="2"/>
                      <a:pt x="105" y="2"/>
                      <a:pt x="106" y="3"/>
                    </a:cubicBezTo>
                    <a:cubicBezTo>
                      <a:pt x="105" y="1"/>
                      <a:pt x="105" y="3"/>
                      <a:pt x="104" y="1"/>
                    </a:cubicBezTo>
                    <a:cubicBezTo>
                      <a:pt x="104" y="1"/>
                      <a:pt x="104" y="2"/>
                      <a:pt x="103" y="3"/>
                    </a:cubicBezTo>
                    <a:cubicBezTo>
                      <a:pt x="104" y="4"/>
                      <a:pt x="104" y="4"/>
                      <a:pt x="104" y="5"/>
                    </a:cubicBezTo>
                    <a:cubicBezTo>
                      <a:pt x="105" y="8"/>
                      <a:pt x="103" y="4"/>
                      <a:pt x="103" y="4"/>
                    </a:cubicBezTo>
                    <a:cubicBezTo>
                      <a:pt x="103" y="3"/>
                      <a:pt x="103" y="3"/>
                      <a:pt x="103" y="3"/>
                    </a:cubicBezTo>
                    <a:cubicBezTo>
                      <a:pt x="102" y="2"/>
                      <a:pt x="102" y="4"/>
                      <a:pt x="102" y="4"/>
                    </a:cubicBezTo>
                    <a:cubicBezTo>
                      <a:pt x="100" y="1"/>
                      <a:pt x="102" y="3"/>
                      <a:pt x="102" y="1"/>
                    </a:cubicBezTo>
                    <a:cubicBezTo>
                      <a:pt x="101" y="0"/>
                      <a:pt x="101" y="0"/>
                      <a:pt x="101" y="0"/>
                    </a:cubicBezTo>
                    <a:cubicBezTo>
                      <a:pt x="100" y="0"/>
                      <a:pt x="101" y="2"/>
                      <a:pt x="100" y="2"/>
                    </a:cubicBezTo>
                    <a:cubicBezTo>
                      <a:pt x="100" y="1"/>
                      <a:pt x="100" y="1"/>
                      <a:pt x="100" y="1"/>
                    </a:cubicBezTo>
                    <a:cubicBezTo>
                      <a:pt x="100" y="1"/>
                      <a:pt x="100" y="1"/>
                      <a:pt x="100" y="1"/>
                    </a:cubicBezTo>
                    <a:cubicBezTo>
                      <a:pt x="100" y="3"/>
                      <a:pt x="101" y="4"/>
                      <a:pt x="101" y="4"/>
                    </a:cubicBezTo>
                    <a:cubicBezTo>
                      <a:pt x="102" y="7"/>
                      <a:pt x="101" y="4"/>
                      <a:pt x="101" y="5"/>
                    </a:cubicBezTo>
                    <a:cubicBezTo>
                      <a:pt x="101" y="7"/>
                      <a:pt x="101" y="5"/>
                      <a:pt x="102" y="7"/>
                    </a:cubicBezTo>
                    <a:cubicBezTo>
                      <a:pt x="102" y="8"/>
                      <a:pt x="102" y="8"/>
                      <a:pt x="102" y="9"/>
                    </a:cubicBezTo>
                    <a:cubicBezTo>
                      <a:pt x="101" y="9"/>
                      <a:pt x="101" y="7"/>
                      <a:pt x="100" y="6"/>
                    </a:cubicBezTo>
                    <a:cubicBezTo>
                      <a:pt x="100" y="6"/>
                      <a:pt x="100" y="5"/>
                      <a:pt x="101" y="6"/>
                    </a:cubicBezTo>
                    <a:cubicBezTo>
                      <a:pt x="101" y="4"/>
                      <a:pt x="99" y="3"/>
                      <a:pt x="99" y="2"/>
                    </a:cubicBezTo>
                    <a:cubicBezTo>
                      <a:pt x="98" y="1"/>
                      <a:pt x="99" y="4"/>
                      <a:pt x="99" y="4"/>
                    </a:cubicBezTo>
                    <a:cubicBezTo>
                      <a:pt x="99" y="3"/>
                      <a:pt x="99" y="5"/>
                      <a:pt x="100" y="6"/>
                    </a:cubicBezTo>
                    <a:cubicBezTo>
                      <a:pt x="101" y="11"/>
                      <a:pt x="98" y="3"/>
                      <a:pt x="97" y="4"/>
                    </a:cubicBezTo>
                    <a:cubicBezTo>
                      <a:pt x="99" y="7"/>
                      <a:pt x="98" y="8"/>
                      <a:pt x="100" y="11"/>
                    </a:cubicBezTo>
                    <a:cubicBezTo>
                      <a:pt x="100" y="12"/>
                      <a:pt x="100" y="13"/>
                      <a:pt x="100" y="12"/>
                    </a:cubicBezTo>
                    <a:cubicBezTo>
                      <a:pt x="99" y="10"/>
                      <a:pt x="99" y="11"/>
                      <a:pt x="98" y="9"/>
                    </a:cubicBezTo>
                    <a:cubicBezTo>
                      <a:pt x="98" y="9"/>
                      <a:pt x="98" y="9"/>
                      <a:pt x="98" y="9"/>
                    </a:cubicBezTo>
                    <a:cubicBezTo>
                      <a:pt x="98" y="7"/>
                      <a:pt x="98" y="7"/>
                      <a:pt x="98" y="7"/>
                    </a:cubicBezTo>
                    <a:cubicBezTo>
                      <a:pt x="97" y="5"/>
                      <a:pt x="95" y="4"/>
                      <a:pt x="95" y="4"/>
                    </a:cubicBezTo>
                    <a:cubicBezTo>
                      <a:pt x="95" y="5"/>
                      <a:pt x="96" y="5"/>
                      <a:pt x="96" y="6"/>
                    </a:cubicBezTo>
                    <a:cubicBezTo>
                      <a:pt x="95" y="5"/>
                      <a:pt x="95" y="4"/>
                      <a:pt x="94" y="4"/>
                    </a:cubicBezTo>
                    <a:cubicBezTo>
                      <a:pt x="95" y="5"/>
                      <a:pt x="96" y="7"/>
                      <a:pt x="96" y="8"/>
                    </a:cubicBezTo>
                    <a:cubicBezTo>
                      <a:pt x="95" y="8"/>
                      <a:pt x="94" y="6"/>
                      <a:pt x="94" y="6"/>
                    </a:cubicBezTo>
                    <a:cubicBezTo>
                      <a:pt x="94" y="4"/>
                      <a:pt x="94" y="4"/>
                      <a:pt x="94" y="4"/>
                    </a:cubicBezTo>
                    <a:cubicBezTo>
                      <a:pt x="94" y="6"/>
                      <a:pt x="93" y="3"/>
                      <a:pt x="93" y="4"/>
                    </a:cubicBezTo>
                    <a:cubicBezTo>
                      <a:pt x="93" y="5"/>
                      <a:pt x="94" y="7"/>
                      <a:pt x="94" y="8"/>
                    </a:cubicBezTo>
                    <a:cubicBezTo>
                      <a:pt x="94" y="9"/>
                      <a:pt x="94" y="8"/>
                      <a:pt x="94" y="8"/>
                    </a:cubicBezTo>
                    <a:cubicBezTo>
                      <a:pt x="93" y="7"/>
                      <a:pt x="93" y="7"/>
                      <a:pt x="93" y="7"/>
                    </a:cubicBezTo>
                    <a:cubicBezTo>
                      <a:pt x="93" y="7"/>
                      <a:pt x="92" y="4"/>
                      <a:pt x="92" y="5"/>
                    </a:cubicBezTo>
                    <a:cubicBezTo>
                      <a:pt x="92" y="6"/>
                      <a:pt x="92" y="6"/>
                      <a:pt x="92" y="6"/>
                    </a:cubicBezTo>
                    <a:cubicBezTo>
                      <a:pt x="92" y="6"/>
                      <a:pt x="92" y="6"/>
                      <a:pt x="91" y="5"/>
                    </a:cubicBezTo>
                    <a:cubicBezTo>
                      <a:pt x="92" y="6"/>
                      <a:pt x="91" y="6"/>
                      <a:pt x="92" y="6"/>
                    </a:cubicBezTo>
                    <a:cubicBezTo>
                      <a:pt x="91" y="5"/>
                      <a:pt x="91" y="5"/>
                      <a:pt x="91" y="5"/>
                    </a:cubicBezTo>
                    <a:cubicBezTo>
                      <a:pt x="91" y="6"/>
                      <a:pt x="92" y="9"/>
                      <a:pt x="91" y="7"/>
                    </a:cubicBezTo>
                    <a:cubicBezTo>
                      <a:pt x="92" y="9"/>
                      <a:pt x="91" y="7"/>
                      <a:pt x="92" y="8"/>
                    </a:cubicBezTo>
                    <a:cubicBezTo>
                      <a:pt x="93" y="9"/>
                      <a:pt x="92" y="9"/>
                      <a:pt x="92" y="10"/>
                    </a:cubicBezTo>
                    <a:cubicBezTo>
                      <a:pt x="91" y="7"/>
                      <a:pt x="91" y="10"/>
                      <a:pt x="91" y="10"/>
                    </a:cubicBezTo>
                    <a:cubicBezTo>
                      <a:pt x="91" y="9"/>
                      <a:pt x="90" y="9"/>
                      <a:pt x="90" y="8"/>
                    </a:cubicBezTo>
                    <a:cubicBezTo>
                      <a:pt x="91" y="10"/>
                      <a:pt x="91" y="10"/>
                      <a:pt x="91" y="10"/>
                    </a:cubicBezTo>
                    <a:cubicBezTo>
                      <a:pt x="89" y="7"/>
                      <a:pt x="90" y="11"/>
                      <a:pt x="89" y="10"/>
                    </a:cubicBezTo>
                    <a:cubicBezTo>
                      <a:pt x="89" y="9"/>
                      <a:pt x="88" y="8"/>
                      <a:pt x="88" y="7"/>
                    </a:cubicBezTo>
                    <a:cubicBezTo>
                      <a:pt x="90" y="10"/>
                      <a:pt x="89" y="11"/>
                      <a:pt x="90" y="12"/>
                    </a:cubicBezTo>
                    <a:cubicBezTo>
                      <a:pt x="89" y="12"/>
                      <a:pt x="88" y="9"/>
                      <a:pt x="87" y="8"/>
                    </a:cubicBezTo>
                    <a:cubicBezTo>
                      <a:pt x="88" y="10"/>
                      <a:pt x="86" y="7"/>
                      <a:pt x="87" y="9"/>
                    </a:cubicBezTo>
                    <a:cubicBezTo>
                      <a:pt x="88" y="10"/>
                      <a:pt x="88" y="11"/>
                      <a:pt x="88" y="12"/>
                    </a:cubicBezTo>
                    <a:cubicBezTo>
                      <a:pt x="88" y="12"/>
                      <a:pt x="88" y="11"/>
                      <a:pt x="87" y="10"/>
                    </a:cubicBezTo>
                    <a:cubicBezTo>
                      <a:pt x="87" y="10"/>
                      <a:pt x="88" y="12"/>
                      <a:pt x="88" y="13"/>
                    </a:cubicBezTo>
                    <a:cubicBezTo>
                      <a:pt x="88" y="13"/>
                      <a:pt x="89" y="15"/>
                      <a:pt x="88" y="14"/>
                    </a:cubicBezTo>
                    <a:cubicBezTo>
                      <a:pt x="87" y="12"/>
                      <a:pt x="88" y="13"/>
                      <a:pt x="87" y="12"/>
                    </a:cubicBezTo>
                    <a:cubicBezTo>
                      <a:pt x="86" y="12"/>
                      <a:pt x="89" y="16"/>
                      <a:pt x="88" y="16"/>
                    </a:cubicBezTo>
                    <a:cubicBezTo>
                      <a:pt x="89" y="17"/>
                      <a:pt x="90" y="20"/>
                      <a:pt x="90" y="21"/>
                    </a:cubicBezTo>
                    <a:cubicBezTo>
                      <a:pt x="89" y="21"/>
                      <a:pt x="90" y="20"/>
                      <a:pt x="89" y="18"/>
                    </a:cubicBezTo>
                    <a:cubicBezTo>
                      <a:pt x="89" y="18"/>
                      <a:pt x="89" y="18"/>
                      <a:pt x="89" y="18"/>
                    </a:cubicBezTo>
                    <a:cubicBezTo>
                      <a:pt x="87" y="16"/>
                      <a:pt x="87" y="14"/>
                      <a:pt x="86" y="12"/>
                    </a:cubicBezTo>
                    <a:cubicBezTo>
                      <a:pt x="86" y="13"/>
                      <a:pt x="86" y="13"/>
                      <a:pt x="86" y="13"/>
                    </a:cubicBezTo>
                    <a:cubicBezTo>
                      <a:pt x="85" y="12"/>
                      <a:pt x="85" y="11"/>
                      <a:pt x="84" y="10"/>
                    </a:cubicBezTo>
                    <a:cubicBezTo>
                      <a:pt x="85" y="12"/>
                      <a:pt x="84" y="11"/>
                      <a:pt x="84" y="11"/>
                    </a:cubicBezTo>
                    <a:cubicBezTo>
                      <a:pt x="85" y="13"/>
                      <a:pt x="84" y="11"/>
                      <a:pt x="85" y="12"/>
                    </a:cubicBezTo>
                    <a:cubicBezTo>
                      <a:pt x="84" y="13"/>
                      <a:pt x="86" y="15"/>
                      <a:pt x="85" y="15"/>
                    </a:cubicBezTo>
                    <a:cubicBezTo>
                      <a:pt x="83" y="12"/>
                      <a:pt x="83" y="12"/>
                      <a:pt x="83" y="12"/>
                    </a:cubicBezTo>
                    <a:cubicBezTo>
                      <a:pt x="82" y="11"/>
                      <a:pt x="84" y="14"/>
                      <a:pt x="83" y="13"/>
                    </a:cubicBezTo>
                    <a:cubicBezTo>
                      <a:pt x="83" y="12"/>
                      <a:pt x="83" y="12"/>
                      <a:pt x="83" y="12"/>
                    </a:cubicBezTo>
                    <a:cubicBezTo>
                      <a:pt x="81" y="13"/>
                      <a:pt x="80" y="14"/>
                      <a:pt x="81" y="18"/>
                    </a:cubicBezTo>
                    <a:cubicBezTo>
                      <a:pt x="80" y="17"/>
                      <a:pt x="79" y="17"/>
                      <a:pt x="78" y="16"/>
                    </a:cubicBezTo>
                    <a:cubicBezTo>
                      <a:pt x="78" y="17"/>
                      <a:pt x="79" y="18"/>
                      <a:pt x="79" y="18"/>
                    </a:cubicBezTo>
                    <a:cubicBezTo>
                      <a:pt x="77" y="17"/>
                      <a:pt x="77" y="17"/>
                      <a:pt x="77" y="17"/>
                    </a:cubicBezTo>
                    <a:cubicBezTo>
                      <a:pt x="76" y="16"/>
                      <a:pt x="77" y="18"/>
                      <a:pt x="77" y="19"/>
                    </a:cubicBezTo>
                    <a:cubicBezTo>
                      <a:pt x="76" y="18"/>
                      <a:pt x="76" y="18"/>
                      <a:pt x="76" y="18"/>
                    </a:cubicBezTo>
                    <a:cubicBezTo>
                      <a:pt x="75" y="17"/>
                      <a:pt x="76" y="19"/>
                      <a:pt x="76" y="19"/>
                    </a:cubicBezTo>
                    <a:cubicBezTo>
                      <a:pt x="75" y="18"/>
                      <a:pt x="75" y="18"/>
                      <a:pt x="75" y="18"/>
                    </a:cubicBezTo>
                    <a:cubicBezTo>
                      <a:pt x="76" y="20"/>
                      <a:pt x="76" y="20"/>
                      <a:pt x="76" y="20"/>
                    </a:cubicBezTo>
                    <a:cubicBezTo>
                      <a:pt x="76" y="20"/>
                      <a:pt x="76" y="20"/>
                      <a:pt x="74" y="19"/>
                    </a:cubicBezTo>
                    <a:cubicBezTo>
                      <a:pt x="75" y="19"/>
                      <a:pt x="75" y="19"/>
                      <a:pt x="75" y="20"/>
                    </a:cubicBezTo>
                    <a:cubicBezTo>
                      <a:pt x="74" y="19"/>
                      <a:pt x="73" y="20"/>
                      <a:pt x="73" y="21"/>
                    </a:cubicBezTo>
                    <a:cubicBezTo>
                      <a:pt x="74" y="21"/>
                      <a:pt x="74" y="21"/>
                      <a:pt x="75" y="23"/>
                    </a:cubicBezTo>
                    <a:cubicBezTo>
                      <a:pt x="76" y="25"/>
                      <a:pt x="74" y="22"/>
                      <a:pt x="75" y="24"/>
                    </a:cubicBezTo>
                    <a:cubicBezTo>
                      <a:pt x="74" y="23"/>
                      <a:pt x="74" y="22"/>
                      <a:pt x="73" y="22"/>
                    </a:cubicBezTo>
                    <a:cubicBezTo>
                      <a:pt x="71" y="20"/>
                      <a:pt x="71" y="22"/>
                      <a:pt x="70" y="23"/>
                    </a:cubicBezTo>
                    <a:cubicBezTo>
                      <a:pt x="70" y="24"/>
                      <a:pt x="70" y="24"/>
                      <a:pt x="70" y="24"/>
                    </a:cubicBezTo>
                    <a:cubicBezTo>
                      <a:pt x="68" y="22"/>
                      <a:pt x="69" y="25"/>
                      <a:pt x="68" y="24"/>
                    </a:cubicBezTo>
                    <a:cubicBezTo>
                      <a:pt x="68" y="25"/>
                      <a:pt x="70" y="28"/>
                      <a:pt x="69" y="28"/>
                    </a:cubicBezTo>
                    <a:cubicBezTo>
                      <a:pt x="70" y="30"/>
                      <a:pt x="68" y="26"/>
                      <a:pt x="67" y="25"/>
                    </a:cubicBezTo>
                    <a:cubicBezTo>
                      <a:pt x="67" y="26"/>
                      <a:pt x="67" y="26"/>
                      <a:pt x="67" y="26"/>
                    </a:cubicBezTo>
                    <a:cubicBezTo>
                      <a:pt x="66" y="26"/>
                      <a:pt x="66" y="26"/>
                      <a:pt x="66" y="26"/>
                    </a:cubicBezTo>
                    <a:cubicBezTo>
                      <a:pt x="67" y="27"/>
                      <a:pt x="67" y="28"/>
                      <a:pt x="66" y="27"/>
                    </a:cubicBezTo>
                    <a:cubicBezTo>
                      <a:pt x="66" y="27"/>
                      <a:pt x="66" y="27"/>
                      <a:pt x="66" y="27"/>
                    </a:cubicBezTo>
                    <a:cubicBezTo>
                      <a:pt x="66" y="27"/>
                      <a:pt x="65" y="26"/>
                      <a:pt x="64" y="27"/>
                    </a:cubicBezTo>
                    <a:cubicBezTo>
                      <a:pt x="65" y="28"/>
                      <a:pt x="64" y="28"/>
                      <a:pt x="65" y="29"/>
                    </a:cubicBezTo>
                    <a:cubicBezTo>
                      <a:pt x="65" y="28"/>
                      <a:pt x="65" y="28"/>
                      <a:pt x="65" y="28"/>
                    </a:cubicBezTo>
                    <a:cubicBezTo>
                      <a:pt x="65" y="30"/>
                      <a:pt x="65" y="30"/>
                      <a:pt x="65" y="30"/>
                    </a:cubicBezTo>
                    <a:cubicBezTo>
                      <a:pt x="65" y="29"/>
                      <a:pt x="65" y="29"/>
                      <a:pt x="65" y="29"/>
                    </a:cubicBezTo>
                    <a:cubicBezTo>
                      <a:pt x="64" y="28"/>
                      <a:pt x="64" y="28"/>
                      <a:pt x="64" y="28"/>
                    </a:cubicBezTo>
                    <a:cubicBezTo>
                      <a:pt x="63" y="27"/>
                      <a:pt x="64" y="29"/>
                      <a:pt x="65" y="30"/>
                    </a:cubicBezTo>
                    <a:cubicBezTo>
                      <a:pt x="65" y="31"/>
                      <a:pt x="64" y="30"/>
                      <a:pt x="64" y="29"/>
                    </a:cubicBezTo>
                    <a:cubicBezTo>
                      <a:pt x="63" y="29"/>
                      <a:pt x="64" y="30"/>
                      <a:pt x="64" y="29"/>
                    </a:cubicBezTo>
                    <a:cubicBezTo>
                      <a:pt x="63" y="28"/>
                      <a:pt x="63" y="29"/>
                      <a:pt x="63" y="28"/>
                    </a:cubicBezTo>
                    <a:cubicBezTo>
                      <a:pt x="63" y="28"/>
                      <a:pt x="64" y="30"/>
                      <a:pt x="63" y="30"/>
                    </a:cubicBezTo>
                    <a:cubicBezTo>
                      <a:pt x="63" y="30"/>
                      <a:pt x="63" y="31"/>
                      <a:pt x="62" y="29"/>
                    </a:cubicBezTo>
                    <a:cubicBezTo>
                      <a:pt x="62" y="30"/>
                      <a:pt x="62" y="30"/>
                      <a:pt x="62" y="31"/>
                    </a:cubicBezTo>
                    <a:cubicBezTo>
                      <a:pt x="63" y="31"/>
                      <a:pt x="63" y="31"/>
                      <a:pt x="64" y="32"/>
                    </a:cubicBezTo>
                    <a:cubicBezTo>
                      <a:pt x="64" y="32"/>
                      <a:pt x="64" y="33"/>
                      <a:pt x="63" y="32"/>
                    </a:cubicBezTo>
                    <a:cubicBezTo>
                      <a:pt x="63" y="32"/>
                      <a:pt x="63" y="32"/>
                      <a:pt x="63" y="32"/>
                    </a:cubicBezTo>
                    <a:cubicBezTo>
                      <a:pt x="63" y="32"/>
                      <a:pt x="63" y="32"/>
                      <a:pt x="64" y="33"/>
                    </a:cubicBezTo>
                    <a:cubicBezTo>
                      <a:pt x="62" y="32"/>
                      <a:pt x="62" y="32"/>
                      <a:pt x="62" y="32"/>
                    </a:cubicBezTo>
                    <a:cubicBezTo>
                      <a:pt x="63" y="33"/>
                      <a:pt x="62" y="33"/>
                      <a:pt x="62" y="33"/>
                    </a:cubicBezTo>
                    <a:cubicBezTo>
                      <a:pt x="61" y="32"/>
                      <a:pt x="60" y="30"/>
                      <a:pt x="60" y="30"/>
                    </a:cubicBezTo>
                    <a:cubicBezTo>
                      <a:pt x="60" y="32"/>
                      <a:pt x="60" y="32"/>
                      <a:pt x="60" y="32"/>
                    </a:cubicBezTo>
                    <a:cubicBezTo>
                      <a:pt x="60" y="32"/>
                      <a:pt x="60" y="32"/>
                      <a:pt x="59" y="31"/>
                    </a:cubicBezTo>
                    <a:cubicBezTo>
                      <a:pt x="58" y="31"/>
                      <a:pt x="61" y="36"/>
                      <a:pt x="60" y="35"/>
                    </a:cubicBezTo>
                    <a:cubicBezTo>
                      <a:pt x="59" y="33"/>
                      <a:pt x="59" y="33"/>
                      <a:pt x="58" y="33"/>
                    </a:cubicBezTo>
                    <a:cubicBezTo>
                      <a:pt x="58" y="34"/>
                      <a:pt x="58" y="34"/>
                      <a:pt x="58" y="34"/>
                    </a:cubicBezTo>
                    <a:cubicBezTo>
                      <a:pt x="59" y="35"/>
                      <a:pt x="58" y="33"/>
                      <a:pt x="59" y="34"/>
                    </a:cubicBezTo>
                    <a:cubicBezTo>
                      <a:pt x="60" y="34"/>
                      <a:pt x="59" y="34"/>
                      <a:pt x="59" y="35"/>
                    </a:cubicBezTo>
                    <a:cubicBezTo>
                      <a:pt x="56" y="32"/>
                      <a:pt x="57" y="35"/>
                      <a:pt x="55" y="34"/>
                    </a:cubicBezTo>
                    <a:cubicBezTo>
                      <a:pt x="56" y="36"/>
                      <a:pt x="55" y="35"/>
                      <a:pt x="55" y="36"/>
                    </a:cubicBezTo>
                    <a:cubicBezTo>
                      <a:pt x="54" y="34"/>
                      <a:pt x="55" y="37"/>
                      <a:pt x="54" y="36"/>
                    </a:cubicBezTo>
                    <a:cubicBezTo>
                      <a:pt x="55" y="38"/>
                      <a:pt x="55" y="38"/>
                      <a:pt x="55" y="38"/>
                    </a:cubicBezTo>
                    <a:cubicBezTo>
                      <a:pt x="54" y="37"/>
                      <a:pt x="57" y="41"/>
                      <a:pt x="55" y="39"/>
                    </a:cubicBezTo>
                    <a:cubicBezTo>
                      <a:pt x="54" y="39"/>
                      <a:pt x="54" y="38"/>
                      <a:pt x="53" y="37"/>
                    </a:cubicBezTo>
                    <a:cubicBezTo>
                      <a:pt x="51" y="35"/>
                      <a:pt x="54" y="40"/>
                      <a:pt x="52" y="38"/>
                    </a:cubicBezTo>
                    <a:cubicBezTo>
                      <a:pt x="52" y="38"/>
                      <a:pt x="53" y="40"/>
                      <a:pt x="54" y="41"/>
                    </a:cubicBezTo>
                    <a:cubicBezTo>
                      <a:pt x="53" y="40"/>
                      <a:pt x="51" y="39"/>
                      <a:pt x="51" y="39"/>
                    </a:cubicBezTo>
                    <a:cubicBezTo>
                      <a:pt x="51" y="40"/>
                      <a:pt x="51" y="40"/>
                      <a:pt x="51" y="40"/>
                    </a:cubicBezTo>
                    <a:cubicBezTo>
                      <a:pt x="50" y="39"/>
                      <a:pt x="50" y="39"/>
                      <a:pt x="50" y="39"/>
                    </a:cubicBezTo>
                    <a:cubicBezTo>
                      <a:pt x="49" y="39"/>
                      <a:pt x="50" y="40"/>
                      <a:pt x="50" y="41"/>
                    </a:cubicBezTo>
                    <a:cubicBezTo>
                      <a:pt x="49" y="39"/>
                      <a:pt x="48" y="41"/>
                      <a:pt x="47" y="40"/>
                    </a:cubicBezTo>
                    <a:cubicBezTo>
                      <a:pt x="49" y="42"/>
                      <a:pt x="46" y="40"/>
                      <a:pt x="48" y="43"/>
                    </a:cubicBezTo>
                    <a:cubicBezTo>
                      <a:pt x="47" y="42"/>
                      <a:pt x="47" y="42"/>
                      <a:pt x="47" y="42"/>
                    </a:cubicBezTo>
                    <a:cubicBezTo>
                      <a:pt x="48" y="43"/>
                      <a:pt x="49" y="44"/>
                      <a:pt x="49" y="45"/>
                    </a:cubicBezTo>
                    <a:cubicBezTo>
                      <a:pt x="47" y="43"/>
                      <a:pt x="47" y="43"/>
                      <a:pt x="47" y="43"/>
                    </a:cubicBezTo>
                    <a:cubicBezTo>
                      <a:pt x="46" y="41"/>
                      <a:pt x="47" y="43"/>
                      <a:pt x="46" y="42"/>
                    </a:cubicBezTo>
                    <a:cubicBezTo>
                      <a:pt x="47" y="43"/>
                      <a:pt x="45" y="42"/>
                      <a:pt x="46" y="44"/>
                    </a:cubicBezTo>
                    <a:cubicBezTo>
                      <a:pt x="47" y="44"/>
                      <a:pt x="47" y="44"/>
                      <a:pt x="47" y="44"/>
                    </a:cubicBezTo>
                    <a:cubicBezTo>
                      <a:pt x="47" y="45"/>
                      <a:pt x="47" y="45"/>
                      <a:pt x="47" y="46"/>
                    </a:cubicBezTo>
                    <a:cubicBezTo>
                      <a:pt x="47" y="46"/>
                      <a:pt x="45" y="44"/>
                      <a:pt x="45" y="44"/>
                    </a:cubicBezTo>
                    <a:cubicBezTo>
                      <a:pt x="45" y="44"/>
                      <a:pt x="45" y="44"/>
                      <a:pt x="45" y="45"/>
                    </a:cubicBezTo>
                    <a:cubicBezTo>
                      <a:pt x="45" y="45"/>
                      <a:pt x="45" y="45"/>
                      <a:pt x="45" y="45"/>
                    </a:cubicBezTo>
                    <a:cubicBezTo>
                      <a:pt x="45" y="45"/>
                      <a:pt x="45" y="45"/>
                      <a:pt x="45" y="45"/>
                    </a:cubicBezTo>
                    <a:cubicBezTo>
                      <a:pt x="45" y="45"/>
                      <a:pt x="45" y="45"/>
                      <a:pt x="45" y="45"/>
                    </a:cubicBezTo>
                    <a:cubicBezTo>
                      <a:pt x="45" y="45"/>
                      <a:pt x="45" y="45"/>
                      <a:pt x="45" y="45"/>
                    </a:cubicBezTo>
                    <a:cubicBezTo>
                      <a:pt x="45" y="45"/>
                      <a:pt x="45" y="45"/>
                      <a:pt x="45" y="45"/>
                    </a:cubicBezTo>
                    <a:cubicBezTo>
                      <a:pt x="45" y="45"/>
                      <a:pt x="44" y="45"/>
                      <a:pt x="44" y="45"/>
                    </a:cubicBezTo>
                    <a:cubicBezTo>
                      <a:pt x="44" y="45"/>
                      <a:pt x="44" y="45"/>
                      <a:pt x="44" y="45"/>
                    </a:cubicBezTo>
                    <a:cubicBezTo>
                      <a:pt x="44" y="45"/>
                      <a:pt x="44" y="45"/>
                      <a:pt x="44" y="45"/>
                    </a:cubicBezTo>
                    <a:cubicBezTo>
                      <a:pt x="43" y="44"/>
                      <a:pt x="43" y="44"/>
                      <a:pt x="43" y="44"/>
                    </a:cubicBezTo>
                    <a:cubicBezTo>
                      <a:pt x="43" y="44"/>
                      <a:pt x="43" y="45"/>
                      <a:pt x="44" y="46"/>
                    </a:cubicBezTo>
                    <a:cubicBezTo>
                      <a:pt x="42" y="46"/>
                      <a:pt x="42" y="48"/>
                      <a:pt x="42" y="49"/>
                    </a:cubicBezTo>
                    <a:cubicBezTo>
                      <a:pt x="42" y="49"/>
                      <a:pt x="41" y="48"/>
                      <a:pt x="42" y="48"/>
                    </a:cubicBezTo>
                    <a:cubicBezTo>
                      <a:pt x="42" y="49"/>
                      <a:pt x="42" y="50"/>
                      <a:pt x="42" y="49"/>
                    </a:cubicBezTo>
                    <a:cubicBezTo>
                      <a:pt x="42" y="50"/>
                      <a:pt x="41" y="48"/>
                      <a:pt x="40" y="49"/>
                    </a:cubicBezTo>
                    <a:cubicBezTo>
                      <a:pt x="40" y="48"/>
                      <a:pt x="41" y="50"/>
                      <a:pt x="41" y="50"/>
                    </a:cubicBezTo>
                    <a:cubicBezTo>
                      <a:pt x="39" y="48"/>
                      <a:pt x="41" y="52"/>
                      <a:pt x="39" y="51"/>
                    </a:cubicBezTo>
                    <a:cubicBezTo>
                      <a:pt x="40" y="52"/>
                      <a:pt x="39" y="51"/>
                      <a:pt x="39" y="50"/>
                    </a:cubicBezTo>
                    <a:cubicBezTo>
                      <a:pt x="39" y="51"/>
                      <a:pt x="38" y="52"/>
                      <a:pt x="39" y="54"/>
                    </a:cubicBezTo>
                    <a:cubicBezTo>
                      <a:pt x="38" y="53"/>
                      <a:pt x="38" y="53"/>
                      <a:pt x="38" y="53"/>
                    </a:cubicBezTo>
                    <a:cubicBezTo>
                      <a:pt x="38" y="53"/>
                      <a:pt x="38" y="53"/>
                      <a:pt x="38" y="54"/>
                    </a:cubicBezTo>
                    <a:cubicBezTo>
                      <a:pt x="39" y="55"/>
                      <a:pt x="40" y="56"/>
                      <a:pt x="39" y="56"/>
                    </a:cubicBezTo>
                    <a:cubicBezTo>
                      <a:pt x="39" y="56"/>
                      <a:pt x="39" y="56"/>
                      <a:pt x="39" y="56"/>
                    </a:cubicBezTo>
                    <a:cubicBezTo>
                      <a:pt x="39" y="56"/>
                      <a:pt x="39" y="57"/>
                      <a:pt x="39" y="57"/>
                    </a:cubicBezTo>
                    <a:cubicBezTo>
                      <a:pt x="38" y="57"/>
                      <a:pt x="39" y="57"/>
                      <a:pt x="38" y="56"/>
                    </a:cubicBezTo>
                    <a:cubicBezTo>
                      <a:pt x="36" y="54"/>
                      <a:pt x="36" y="56"/>
                      <a:pt x="36" y="56"/>
                    </a:cubicBezTo>
                    <a:cubicBezTo>
                      <a:pt x="37" y="57"/>
                      <a:pt x="37" y="57"/>
                      <a:pt x="37" y="57"/>
                    </a:cubicBezTo>
                    <a:cubicBezTo>
                      <a:pt x="37" y="58"/>
                      <a:pt x="36" y="56"/>
                      <a:pt x="36" y="56"/>
                    </a:cubicBezTo>
                    <a:cubicBezTo>
                      <a:pt x="38" y="61"/>
                      <a:pt x="38" y="61"/>
                      <a:pt x="38" y="61"/>
                    </a:cubicBezTo>
                    <a:cubicBezTo>
                      <a:pt x="38" y="60"/>
                      <a:pt x="37" y="59"/>
                      <a:pt x="36" y="58"/>
                    </a:cubicBezTo>
                    <a:cubicBezTo>
                      <a:pt x="36" y="59"/>
                      <a:pt x="37" y="61"/>
                      <a:pt x="38" y="63"/>
                    </a:cubicBezTo>
                    <a:cubicBezTo>
                      <a:pt x="38" y="63"/>
                      <a:pt x="38" y="64"/>
                      <a:pt x="38" y="64"/>
                    </a:cubicBezTo>
                    <a:cubicBezTo>
                      <a:pt x="37" y="63"/>
                      <a:pt x="38" y="64"/>
                      <a:pt x="37" y="63"/>
                    </a:cubicBezTo>
                    <a:cubicBezTo>
                      <a:pt x="36" y="63"/>
                      <a:pt x="36" y="63"/>
                      <a:pt x="36" y="63"/>
                    </a:cubicBezTo>
                    <a:cubicBezTo>
                      <a:pt x="36" y="62"/>
                      <a:pt x="34" y="61"/>
                      <a:pt x="34" y="60"/>
                    </a:cubicBezTo>
                    <a:cubicBezTo>
                      <a:pt x="34" y="61"/>
                      <a:pt x="33" y="61"/>
                      <a:pt x="32" y="61"/>
                    </a:cubicBezTo>
                    <a:cubicBezTo>
                      <a:pt x="34" y="63"/>
                      <a:pt x="32" y="63"/>
                      <a:pt x="34" y="65"/>
                    </a:cubicBezTo>
                    <a:cubicBezTo>
                      <a:pt x="34" y="65"/>
                      <a:pt x="32" y="63"/>
                      <a:pt x="32" y="63"/>
                    </a:cubicBezTo>
                    <a:cubicBezTo>
                      <a:pt x="32" y="64"/>
                      <a:pt x="31" y="64"/>
                      <a:pt x="31" y="65"/>
                    </a:cubicBezTo>
                    <a:cubicBezTo>
                      <a:pt x="30" y="65"/>
                      <a:pt x="30" y="65"/>
                      <a:pt x="30" y="65"/>
                    </a:cubicBezTo>
                    <a:cubicBezTo>
                      <a:pt x="30" y="66"/>
                      <a:pt x="29" y="66"/>
                      <a:pt x="30" y="68"/>
                    </a:cubicBezTo>
                    <a:cubicBezTo>
                      <a:pt x="30" y="67"/>
                      <a:pt x="30" y="67"/>
                      <a:pt x="30" y="67"/>
                    </a:cubicBezTo>
                    <a:cubicBezTo>
                      <a:pt x="28" y="67"/>
                      <a:pt x="32" y="69"/>
                      <a:pt x="30" y="69"/>
                    </a:cubicBezTo>
                    <a:cubicBezTo>
                      <a:pt x="29" y="68"/>
                      <a:pt x="29" y="68"/>
                      <a:pt x="29" y="68"/>
                    </a:cubicBezTo>
                    <a:cubicBezTo>
                      <a:pt x="30" y="69"/>
                      <a:pt x="28" y="68"/>
                      <a:pt x="29" y="70"/>
                    </a:cubicBezTo>
                    <a:cubicBezTo>
                      <a:pt x="28" y="68"/>
                      <a:pt x="28" y="68"/>
                      <a:pt x="28" y="68"/>
                    </a:cubicBezTo>
                    <a:cubicBezTo>
                      <a:pt x="28" y="69"/>
                      <a:pt x="28" y="69"/>
                      <a:pt x="28" y="71"/>
                    </a:cubicBezTo>
                    <a:cubicBezTo>
                      <a:pt x="27" y="69"/>
                      <a:pt x="27" y="69"/>
                      <a:pt x="27" y="69"/>
                    </a:cubicBezTo>
                    <a:cubicBezTo>
                      <a:pt x="26" y="69"/>
                      <a:pt x="28" y="71"/>
                      <a:pt x="27" y="71"/>
                    </a:cubicBezTo>
                    <a:cubicBezTo>
                      <a:pt x="27" y="71"/>
                      <a:pt x="26" y="71"/>
                      <a:pt x="26" y="70"/>
                    </a:cubicBezTo>
                    <a:cubicBezTo>
                      <a:pt x="27" y="71"/>
                      <a:pt x="26" y="72"/>
                      <a:pt x="27" y="72"/>
                    </a:cubicBezTo>
                    <a:cubicBezTo>
                      <a:pt x="25" y="71"/>
                      <a:pt x="25" y="71"/>
                      <a:pt x="25" y="71"/>
                    </a:cubicBezTo>
                    <a:cubicBezTo>
                      <a:pt x="23" y="73"/>
                      <a:pt x="21" y="75"/>
                      <a:pt x="21" y="78"/>
                    </a:cubicBezTo>
                    <a:cubicBezTo>
                      <a:pt x="19" y="77"/>
                      <a:pt x="20" y="77"/>
                      <a:pt x="19" y="76"/>
                    </a:cubicBezTo>
                    <a:cubicBezTo>
                      <a:pt x="20" y="77"/>
                      <a:pt x="19" y="77"/>
                      <a:pt x="19" y="78"/>
                    </a:cubicBezTo>
                    <a:cubicBezTo>
                      <a:pt x="19" y="77"/>
                      <a:pt x="19" y="77"/>
                      <a:pt x="19" y="77"/>
                    </a:cubicBezTo>
                    <a:cubicBezTo>
                      <a:pt x="19" y="78"/>
                      <a:pt x="18" y="77"/>
                      <a:pt x="18" y="78"/>
                    </a:cubicBezTo>
                    <a:cubicBezTo>
                      <a:pt x="18" y="78"/>
                      <a:pt x="18" y="78"/>
                      <a:pt x="18" y="78"/>
                    </a:cubicBezTo>
                    <a:cubicBezTo>
                      <a:pt x="19" y="80"/>
                      <a:pt x="16" y="77"/>
                      <a:pt x="18" y="79"/>
                    </a:cubicBezTo>
                    <a:cubicBezTo>
                      <a:pt x="16" y="78"/>
                      <a:pt x="16" y="78"/>
                      <a:pt x="16" y="78"/>
                    </a:cubicBezTo>
                    <a:cubicBezTo>
                      <a:pt x="18" y="80"/>
                      <a:pt x="15" y="78"/>
                      <a:pt x="17" y="80"/>
                    </a:cubicBezTo>
                    <a:cubicBezTo>
                      <a:pt x="16" y="80"/>
                      <a:pt x="16" y="80"/>
                      <a:pt x="16" y="80"/>
                    </a:cubicBezTo>
                    <a:cubicBezTo>
                      <a:pt x="15" y="79"/>
                      <a:pt x="18" y="82"/>
                      <a:pt x="16" y="81"/>
                    </a:cubicBezTo>
                    <a:cubicBezTo>
                      <a:pt x="16" y="82"/>
                      <a:pt x="16" y="83"/>
                      <a:pt x="17" y="84"/>
                    </a:cubicBezTo>
                    <a:cubicBezTo>
                      <a:pt x="15" y="82"/>
                      <a:pt x="15" y="82"/>
                      <a:pt x="15" y="82"/>
                    </a:cubicBezTo>
                    <a:cubicBezTo>
                      <a:pt x="15" y="85"/>
                      <a:pt x="13" y="86"/>
                      <a:pt x="14" y="89"/>
                    </a:cubicBezTo>
                    <a:cubicBezTo>
                      <a:pt x="13" y="88"/>
                      <a:pt x="13" y="88"/>
                      <a:pt x="13" y="88"/>
                    </a:cubicBezTo>
                    <a:cubicBezTo>
                      <a:pt x="14" y="90"/>
                      <a:pt x="10" y="89"/>
                      <a:pt x="13" y="92"/>
                    </a:cubicBezTo>
                    <a:cubicBezTo>
                      <a:pt x="14" y="93"/>
                      <a:pt x="14" y="93"/>
                      <a:pt x="14" y="93"/>
                    </a:cubicBezTo>
                    <a:cubicBezTo>
                      <a:pt x="12" y="92"/>
                      <a:pt x="12" y="92"/>
                      <a:pt x="12" y="92"/>
                    </a:cubicBezTo>
                    <a:cubicBezTo>
                      <a:pt x="13" y="93"/>
                      <a:pt x="11" y="93"/>
                      <a:pt x="13" y="94"/>
                    </a:cubicBezTo>
                    <a:cubicBezTo>
                      <a:pt x="12" y="94"/>
                      <a:pt x="12" y="93"/>
                      <a:pt x="12" y="93"/>
                    </a:cubicBezTo>
                    <a:cubicBezTo>
                      <a:pt x="11" y="93"/>
                      <a:pt x="13" y="95"/>
                      <a:pt x="12" y="95"/>
                    </a:cubicBezTo>
                    <a:cubicBezTo>
                      <a:pt x="11" y="95"/>
                      <a:pt x="11" y="95"/>
                      <a:pt x="11" y="95"/>
                    </a:cubicBezTo>
                    <a:cubicBezTo>
                      <a:pt x="8" y="95"/>
                      <a:pt x="4" y="96"/>
                      <a:pt x="6" y="100"/>
                    </a:cubicBezTo>
                    <a:cubicBezTo>
                      <a:pt x="6" y="101"/>
                      <a:pt x="4" y="99"/>
                      <a:pt x="4" y="99"/>
                    </a:cubicBezTo>
                    <a:cubicBezTo>
                      <a:pt x="6" y="103"/>
                      <a:pt x="0" y="102"/>
                      <a:pt x="3" y="107"/>
                    </a:cubicBezTo>
                    <a:cubicBezTo>
                      <a:pt x="4" y="109"/>
                      <a:pt x="9" y="112"/>
                      <a:pt x="9" y="1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88" name="Freeform 163"/>
              <p:cNvSpPr/>
              <p:nvPr>
                <p:custDataLst>
                  <p:tags r:id="rId409"/>
                </p:custDataLst>
              </p:nvPr>
            </p:nvSpPr>
            <p:spPr bwMode="auto">
              <a:xfrm>
                <a:off x="4499" y="1925"/>
                <a:ext cx="3" cy="4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2 h 2"/>
                  <a:gd name="T4" fmla="*/ 0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89" name="Freeform 164"/>
              <p:cNvSpPr/>
              <p:nvPr>
                <p:custDataLst>
                  <p:tags r:id="rId410"/>
                </p:custDataLst>
              </p:nvPr>
            </p:nvSpPr>
            <p:spPr bwMode="auto">
              <a:xfrm>
                <a:off x="3914" y="1322"/>
                <a:ext cx="2" cy="0"/>
              </a:xfrm>
              <a:custGeom>
                <a:avLst/>
                <a:gdLst>
                  <a:gd name="T0" fmla="*/ 2 w 2"/>
                  <a:gd name="T1" fmla="*/ 2 w 2"/>
                  <a:gd name="T2" fmla="*/ 0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90" name="Freeform 165"/>
              <p:cNvSpPr/>
              <p:nvPr>
                <p:custDataLst>
                  <p:tags r:id="rId411"/>
                </p:custDataLst>
              </p:nvPr>
            </p:nvSpPr>
            <p:spPr bwMode="auto">
              <a:xfrm>
                <a:off x="3122" y="2198"/>
                <a:ext cx="2" cy="4"/>
              </a:xfrm>
              <a:custGeom>
                <a:avLst/>
                <a:gdLst>
                  <a:gd name="T0" fmla="*/ 0 w 2"/>
                  <a:gd name="T1" fmla="*/ 0 h 4"/>
                  <a:gd name="T2" fmla="*/ 0 w 2"/>
                  <a:gd name="T3" fmla="*/ 0 h 4"/>
                  <a:gd name="T4" fmla="*/ 2 w 2"/>
                  <a:gd name="T5" fmla="*/ 4 h 4"/>
                  <a:gd name="T6" fmla="*/ 0 w 2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lnTo>
                      <a:pt x="0" y="0"/>
                    </a:lnTo>
                    <a:lnTo>
                      <a:pt x="2" y="4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91" name="Freeform 166"/>
              <p:cNvSpPr/>
              <p:nvPr>
                <p:custDataLst>
                  <p:tags r:id="rId412"/>
                </p:custDataLst>
              </p:nvPr>
            </p:nvSpPr>
            <p:spPr bwMode="auto">
              <a:xfrm>
                <a:off x="3126" y="2183"/>
                <a:ext cx="3" cy="3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1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92" name="Freeform 167"/>
              <p:cNvSpPr/>
              <p:nvPr>
                <p:custDataLst>
                  <p:tags r:id="rId413"/>
                </p:custDataLst>
              </p:nvPr>
            </p:nvSpPr>
            <p:spPr bwMode="auto">
              <a:xfrm>
                <a:off x="3540" y="1543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0" y="0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93" name="Freeform 168"/>
              <p:cNvSpPr/>
              <p:nvPr>
                <p:custDataLst>
                  <p:tags r:id="rId414"/>
                </p:custDataLst>
              </p:nvPr>
            </p:nvSpPr>
            <p:spPr bwMode="auto">
              <a:xfrm>
                <a:off x="3156" y="221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94" name="Freeform 169"/>
              <p:cNvSpPr/>
              <p:nvPr>
                <p:custDataLst>
                  <p:tags r:id="rId415"/>
                </p:custDataLst>
              </p:nvPr>
            </p:nvSpPr>
            <p:spPr bwMode="auto">
              <a:xfrm>
                <a:off x="3129" y="2183"/>
                <a:ext cx="0" cy="3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95" name="Freeform 170"/>
              <p:cNvSpPr/>
              <p:nvPr>
                <p:custDataLst>
                  <p:tags r:id="rId416"/>
                </p:custDataLst>
              </p:nvPr>
            </p:nvSpPr>
            <p:spPr bwMode="auto">
              <a:xfrm>
                <a:off x="3129" y="219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96" name="Freeform 171"/>
              <p:cNvSpPr/>
              <p:nvPr>
                <p:custDataLst>
                  <p:tags r:id="rId417"/>
                </p:custDataLst>
              </p:nvPr>
            </p:nvSpPr>
            <p:spPr bwMode="auto">
              <a:xfrm>
                <a:off x="3129" y="2192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97" name="Freeform 172"/>
              <p:cNvSpPr/>
              <p:nvPr>
                <p:custDataLst>
                  <p:tags r:id="rId418"/>
                </p:custDataLst>
              </p:nvPr>
            </p:nvSpPr>
            <p:spPr bwMode="auto">
              <a:xfrm>
                <a:off x="3205" y="2162"/>
                <a:ext cx="2" cy="9"/>
              </a:xfrm>
              <a:custGeom>
                <a:avLst/>
                <a:gdLst>
                  <a:gd name="T0" fmla="*/ 1 w 1"/>
                  <a:gd name="T1" fmla="*/ 2 h 4"/>
                  <a:gd name="T2" fmla="*/ 1 w 1"/>
                  <a:gd name="T3" fmla="*/ 0 h 4"/>
                  <a:gd name="T4" fmla="*/ 1 w 1"/>
                  <a:gd name="T5" fmla="*/ 4 h 4"/>
                  <a:gd name="T6" fmla="*/ 1 w 1"/>
                  <a:gd name="T7" fmla="*/ 4 h 4"/>
                  <a:gd name="T8" fmla="*/ 1 w 1"/>
                  <a:gd name="T9" fmla="*/ 3 h 4"/>
                  <a:gd name="T10" fmla="*/ 1 w 1"/>
                  <a:gd name="T11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4">
                    <a:moveTo>
                      <a:pt x="1" y="2"/>
                    </a:moveTo>
                    <a:cubicBezTo>
                      <a:pt x="1" y="1"/>
                      <a:pt x="1" y="0"/>
                      <a:pt x="1" y="0"/>
                    </a:cubicBezTo>
                    <a:cubicBezTo>
                      <a:pt x="1" y="1"/>
                      <a:pt x="0" y="3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3"/>
                      <a:pt x="1" y="3"/>
                    </a:cubicBezTo>
                    <a:cubicBezTo>
                      <a:pt x="1" y="3"/>
                      <a:pt x="1" y="1"/>
                      <a:pt x="1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98" name="Freeform 173"/>
              <p:cNvSpPr/>
              <p:nvPr>
                <p:custDataLst>
                  <p:tags r:id="rId419"/>
                </p:custDataLst>
              </p:nvPr>
            </p:nvSpPr>
            <p:spPr bwMode="auto">
              <a:xfrm>
                <a:off x="3207" y="2166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99" name="Freeform 174"/>
              <p:cNvSpPr/>
              <p:nvPr>
                <p:custDataLst>
                  <p:tags r:id="rId420"/>
                </p:custDataLst>
              </p:nvPr>
            </p:nvSpPr>
            <p:spPr bwMode="auto">
              <a:xfrm>
                <a:off x="3207" y="2169"/>
                <a:ext cx="0" cy="4"/>
              </a:xfrm>
              <a:custGeom>
                <a:avLst/>
                <a:gdLst>
                  <a:gd name="T0" fmla="*/ 2 h 2"/>
                  <a:gd name="T1" fmla="*/ 1 h 2"/>
                  <a:gd name="T2" fmla="*/ 1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500" name="Freeform 175"/>
              <p:cNvSpPr/>
              <p:nvPr>
                <p:custDataLst>
                  <p:tags r:id="rId421"/>
                </p:custDataLst>
              </p:nvPr>
            </p:nvSpPr>
            <p:spPr bwMode="auto">
              <a:xfrm>
                <a:off x="3194" y="2156"/>
                <a:ext cx="0" cy="6"/>
              </a:xfrm>
              <a:custGeom>
                <a:avLst/>
                <a:gdLst>
                  <a:gd name="T0" fmla="*/ 2 h 3"/>
                  <a:gd name="T1" fmla="*/ 2 h 3"/>
                  <a:gd name="T2" fmla="*/ 2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2"/>
                    </a:moveTo>
                    <a:cubicBezTo>
                      <a:pt x="0" y="0"/>
                      <a:pt x="0" y="2"/>
                      <a:pt x="0" y="2"/>
                    </a:cubicBezTo>
                    <a:cubicBezTo>
                      <a:pt x="0" y="3"/>
                      <a:pt x="0" y="2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501" name="Freeform 176"/>
              <p:cNvSpPr/>
              <p:nvPr>
                <p:custDataLst>
                  <p:tags r:id="rId422"/>
                </p:custDataLst>
              </p:nvPr>
            </p:nvSpPr>
            <p:spPr bwMode="auto">
              <a:xfrm>
                <a:off x="3209" y="2196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502" name="Freeform 177"/>
              <p:cNvSpPr/>
              <p:nvPr>
                <p:custDataLst>
                  <p:tags r:id="rId423"/>
                </p:custDataLst>
              </p:nvPr>
            </p:nvSpPr>
            <p:spPr bwMode="auto">
              <a:xfrm>
                <a:off x="3472" y="207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503" name="Freeform 178"/>
              <p:cNvSpPr/>
              <p:nvPr>
                <p:custDataLst>
                  <p:tags r:id="rId424"/>
                </p:custDataLst>
              </p:nvPr>
            </p:nvSpPr>
            <p:spPr bwMode="auto">
              <a:xfrm>
                <a:off x="3201" y="2158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504" name="Freeform 179"/>
              <p:cNvSpPr/>
              <p:nvPr>
                <p:custDataLst>
                  <p:tags r:id="rId425"/>
                </p:custDataLst>
              </p:nvPr>
            </p:nvSpPr>
            <p:spPr bwMode="auto">
              <a:xfrm>
                <a:off x="3211" y="2194"/>
                <a:ext cx="2" cy="4"/>
              </a:xfrm>
              <a:custGeom>
                <a:avLst/>
                <a:gdLst>
                  <a:gd name="T0" fmla="*/ 1 w 1"/>
                  <a:gd name="T1" fmla="*/ 1 h 2"/>
                  <a:gd name="T2" fmla="*/ 0 w 1"/>
                  <a:gd name="T3" fmla="*/ 2 h 2"/>
                  <a:gd name="T4" fmla="*/ 1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0" y="2"/>
                      <a:pt x="0" y="2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505" name="Freeform 180"/>
              <p:cNvSpPr/>
              <p:nvPr>
                <p:custDataLst>
                  <p:tags r:id="rId426"/>
                </p:custDataLst>
              </p:nvPr>
            </p:nvSpPr>
            <p:spPr bwMode="auto">
              <a:xfrm>
                <a:off x="3317" y="2561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506" name="Freeform 181"/>
              <p:cNvSpPr/>
              <p:nvPr>
                <p:custDataLst>
                  <p:tags r:id="rId427"/>
                </p:custDataLst>
              </p:nvPr>
            </p:nvSpPr>
            <p:spPr bwMode="auto">
              <a:xfrm>
                <a:off x="3345" y="2535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507" name="Freeform 182"/>
              <p:cNvSpPr/>
              <p:nvPr>
                <p:custDataLst>
                  <p:tags r:id="rId428"/>
                </p:custDataLst>
              </p:nvPr>
            </p:nvSpPr>
            <p:spPr bwMode="auto">
              <a:xfrm>
                <a:off x="3211" y="2192"/>
                <a:ext cx="2" cy="6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0 h 3"/>
                  <a:gd name="T4" fmla="*/ 0 w 1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2"/>
                      <a:pt x="0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508" name="Freeform 183"/>
              <p:cNvSpPr/>
              <p:nvPr>
                <p:custDataLst>
                  <p:tags r:id="rId429"/>
                </p:custDataLst>
              </p:nvPr>
            </p:nvSpPr>
            <p:spPr bwMode="auto">
              <a:xfrm>
                <a:off x="3266" y="2548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1"/>
                      <a:pt x="1" y="1"/>
                    </a:cubicBezTo>
                    <a:cubicBezTo>
                      <a:pt x="1" y="1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509" name="Freeform 184"/>
              <p:cNvSpPr/>
              <p:nvPr>
                <p:custDataLst>
                  <p:tags r:id="rId430"/>
                </p:custDataLst>
              </p:nvPr>
            </p:nvSpPr>
            <p:spPr bwMode="auto">
              <a:xfrm>
                <a:off x="3271" y="254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510" name="Freeform 185"/>
              <p:cNvSpPr/>
              <p:nvPr>
                <p:custDataLst>
                  <p:tags r:id="rId431"/>
                </p:custDataLst>
              </p:nvPr>
            </p:nvSpPr>
            <p:spPr bwMode="auto">
              <a:xfrm>
                <a:off x="3273" y="2557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511" name="Freeform 186"/>
              <p:cNvSpPr/>
              <p:nvPr>
                <p:custDataLst>
                  <p:tags r:id="rId432"/>
                </p:custDataLst>
              </p:nvPr>
            </p:nvSpPr>
            <p:spPr bwMode="auto">
              <a:xfrm>
                <a:off x="3271" y="2557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512" name="Freeform 187"/>
              <p:cNvSpPr/>
              <p:nvPr>
                <p:custDataLst>
                  <p:tags r:id="rId433"/>
                </p:custDataLst>
              </p:nvPr>
            </p:nvSpPr>
            <p:spPr bwMode="auto">
              <a:xfrm>
                <a:off x="4616" y="188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513" name="Freeform 188"/>
              <p:cNvSpPr/>
              <p:nvPr>
                <p:custDataLst>
                  <p:tags r:id="rId434"/>
                </p:custDataLst>
              </p:nvPr>
            </p:nvSpPr>
            <p:spPr bwMode="auto">
              <a:xfrm>
                <a:off x="3175" y="2211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514" name="Freeform 189"/>
              <p:cNvSpPr/>
              <p:nvPr>
                <p:custDataLst>
                  <p:tags r:id="rId435"/>
                </p:custDataLst>
              </p:nvPr>
            </p:nvSpPr>
            <p:spPr bwMode="auto">
              <a:xfrm>
                <a:off x="3137" y="218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515" name="Freeform 190"/>
              <p:cNvSpPr/>
              <p:nvPr>
                <p:custDataLst>
                  <p:tags r:id="rId436"/>
                </p:custDataLst>
              </p:nvPr>
            </p:nvSpPr>
            <p:spPr bwMode="auto">
              <a:xfrm>
                <a:off x="3203" y="2166"/>
                <a:ext cx="2" cy="5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0"/>
                      <a:pt x="1" y="1"/>
                      <a:pt x="0" y="2"/>
                    </a:cubicBez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516" name="Freeform 191"/>
              <p:cNvSpPr/>
              <p:nvPr>
                <p:custDataLst>
                  <p:tags r:id="rId437"/>
                </p:custDataLst>
              </p:nvPr>
            </p:nvSpPr>
            <p:spPr bwMode="auto">
              <a:xfrm>
                <a:off x="4497" y="1929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517" name="Freeform 192"/>
              <p:cNvSpPr/>
              <p:nvPr>
                <p:custDataLst>
                  <p:tags r:id="rId438"/>
                </p:custDataLst>
              </p:nvPr>
            </p:nvSpPr>
            <p:spPr bwMode="auto">
              <a:xfrm>
                <a:off x="3082" y="2156"/>
                <a:ext cx="131" cy="91"/>
              </a:xfrm>
              <a:custGeom>
                <a:avLst/>
                <a:gdLst>
                  <a:gd name="T0" fmla="*/ 46 w 62"/>
                  <a:gd name="T1" fmla="*/ 23 h 43"/>
                  <a:gd name="T2" fmla="*/ 51 w 62"/>
                  <a:gd name="T3" fmla="*/ 20 h 43"/>
                  <a:gd name="T4" fmla="*/ 54 w 62"/>
                  <a:gd name="T5" fmla="*/ 19 h 43"/>
                  <a:gd name="T6" fmla="*/ 58 w 62"/>
                  <a:gd name="T7" fmla="*/ 21 h 43"/>
                  <a:gd name="T8" fmla="*/ 60 w 62"/>
                  <a:gd name="T9" fmla="*/ 20 h 43"/>
                  <a:gd name="T10" fmla="*/ 61 w 62"/>
                  <a:gd name="T11" fmla="*/ 16 h 43"/>
                  <a:gd name="T12" fmla="*/ 62 w 62"/>
                  <a:gd name="T13" fmla="*/ 13 h 43"/>
                  <a:gd name="T14" fmla="*/ 62 w 62"/>
                  <a:gd name="T15" fmla="*/ 11 h 43"/>
                  <a:gd name="T16" fmla="*/ 58 w 62"/>
                  <a:gd name="T17" fmla="*/ 12 h 43"/>
                  <a:gd name="T18" fmla="*/ 56 w 62"/>
                  <a:gd name="T19" fmla="*/ 9 h 43"/>
                  <a:gd name="T20" fmla="*/ 57 w 62"/>
                  <a:gd name="T21" fmla="*/ 2 h 43"/>
                  <a:gd name="T22" fmla="*/ 56 w 62"/>
                  <a:gd name="T23" fmla="*/ 2 h 43"/>
                  <a:gd name="T24" fmla="*/ 55 w 62"/>
                  <a:gd name="T25" fmla="*/ 5 h 43"/>
                  <a:gd name="T26" fmla="*/ 54 w 62"/>
                  <a:gd name="T27" fmla="*/ 3 h 43"/>
                  <a:gd name="T28" fmla="*/ 53 w 62"/>
                  <a:gd name="T29" fmla="*/ 8 h 43"/>
                  <a:gd name="T30" fmla="*/ 51 w 62"/>
                  <a:gd name="T31" fmla="*/ 3 h 43"/>
                  <a:gd name="T32" fmla="*/ 51 w 62"/>
                  <a:gd name="T33" fmla="*/ 1 h 43"/>
                  <a:gd name="T34" fmla="*/ 50 w 62"/>
                  <a:gd name="T35" fmla="*/ 4 h 43"/>
                  <a:gd name="T36" fmla="*/ 49 w 62"/>
                  <a:gd name="T37" fmla="*/ 2 h 43"/>
                  <a:gd name="T38" fmla="*/ 48 w 62"/>
                  <a:gd name="T39" fmla="*/ 7 h 43"/>
                  <a:gd name="T40" fmla="*/ 47 w 62"/>
                  <a:gd name="T41" fmla="*/ 12 h 43"/>
                  <a:gd name="T42" fmla="*/ 46 w 62"/>
                  <a:gd name="T43" fmla="*/ 7 h 43"/>
                  <a:gd name="T44" fmla="*/ 43 w 62"/>
                  <a:gd name="T45" fmla="*/ 7 h 43"/>
                  <a:gd name="T46" fmla="*/ 42 w 62"/>
                  <a:gd name="T47" fmla="*/ 7 h 43"/>
                  <a:gd name="T48" fmla="*/ 40 w 62"/>
                  <a:gd name="T49" fmla="*/ 8 h 43"/>
                  <a:gd name="T50" fmla="*/ 37 w 62"/>
                  <a:gd name="T51" fmla="*/ 9 h 43"/>
                  <a:gd name="T52" fmla="*/ 36 w 62"/>
                  <a:gd name="T53" fmla="*/ 10 h 43"/>
                  <a:gd name="T54" fmla="*/ 36 w 62"/>
                  <a:gd name="T55" fmla="*/ 10 h 43"/>
                  <a:gd name="T56" fmla="*/ 35 w 62"/>
                  <a:gd name="T57" fmla="*/ 12 h 43"/>
                  <a:gd name="T58" fmla="*/ 34 w 62"/>
                  <a:gd name="T59" fmla="*/ 10 h 43"/>
                  <a:gd name="T60" fmla="*/ 33 w 62"/>
                  <a:gd name="T61" fmla="*/ 12 h 43"/>
                  <a:gd name="T62" fmla="*/ 30 w 62"/>
                  <a:gd name="T63" fmla="*/ 11 h 43"/>
                  <a:gd name="T64" fmla="*/ 28 w 62"/>
                  <a:gd name="T65" fmla="*/ 12 h 43"/>
                  <a:gd name="T66" fmla="*/ 26 w 62"/>
                  <a:gd name="T67" fmla="*/ 12 h 43"/>
                  <a:gd name="T68" fmla="*/ 26 w 62"/>
                  <a:gd name="T69" fmla="*/ 14 h 43"/>
                  <a:gd name="T70" fmla="*/ 25 w 62"/>
                  <a:gd name="T71" fmla="*/ 13 h 43"/>
                  <a:gd name="T72" fmla="*/ 24 w 62"/>
                  <a:gd name="T73" fmla="*/ 15 h 43"/>
                  <a:gd name="T74" fmla="*/ 22 w 62"/>
                  <a:gd name="T75" fmla="*/ 16 h 43"/>
                  <a:gd name="T76" fmla="*/ 21 w 62"/>
                  <a:gd name="T77" fmla="*/ 17 h 43"/>
                  <a:gd name="T78" fmla="*/ 22 w 62"/>
                  <a:gd name="T79" fmla="*/ 25 h 43"/>
                  <a:gd name="T80" fmla="*/ 19 w 62"/>
                  <a:gd name="T81" fmla="*/ 21 h 43"/>
                  <a:gd name="T82" fmla="*/ 17 w 62"/>
                  <a:gd name="T83" fmla="*/ 23 h 43"/>
                  <a:gd name="T84" fmla="*/ 16 w 62"/>
                  <a:gd name="T85" fmla="*/ 23 h 43"/>
                  <a:gd name="T86" fmla="*/ 11 w 62"/>
                  <a:gd name="T87" fmla="*/ 24 h 43"/>
                  <a:gd name="T88" fmla="*/ 10 w 62"/>
                  <a:gd name="T89" fmla="*/ 24 h 43"/>
                  <a:gd name="T90" fmla="*/ 8 w 62"/>
                  <a:gd name="T91" fmla="*/ 31 h 43"/>
                  <a:gd name="T92" fmla="*/ 7 w 62"/>
                  <a:gd name="T93" fmla="*/ 32 h 43"/>
                  <a:gd name="T94" fmla="*/ 12 w 62"/>
                  <a:gd name="T95" fmla="*/ 41 h 43"/>
                  <a:gd name="T96" fmla="*/ 18 w 62"/>
                  <a:gd name="T97" fmla="*/ 38 h 43"/>
                  <a:gd name="T98" fmla="*/ 28 w 62"/>
                  <a:gd name="T99" fmla="*/ 27 h 43"/>
                  <a:gd name="T100" fmla="*/ 31 w 62"/>
                  <a:gd name="T101" fmla="*/ 31 h 43"/>
                  <a:gd name="T102" fmla="*/ 36 w 62"/>
                  <a:gd name="T103" fmla="*/ 29 h 43"/>
                  <a:gd name="T104" fmla="*/ 41 w 62"/>
                  <a:gd name="T105" fmla="*/ 27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62" h="43">
                    <a:moveTo>
                      <a:pt x="44" y="25"/>
                    </a:moveTo>
                    <a:cubicBezTo>
                      <a:pt x="44" y="25"/>
                      <a:pt x="44" y="26"/>
                      <a:pt x="44" y="26"/>
                    </a:cubicBezTo>
                    <a:cubicBezTo>
                      <a:pt x="44" y="26"/>
                      <a:pt x="44" y="26"/>
                      <a:pt x="45" y="27"/>
                    </a:cubicBezTo>
                    <a:cubicBezTo>
                      <a:pt x="45" y="26"/>
                      <a:pt x="45" y="25"/>
                      <a:pt x="45" y="25"/>
                    </a:cubicBezTo>
                    <a:cubicBezTo>
                      <a:pt x="46" y="27"/>
                      <a:pt x="46" y="25"/>
                      <a:pt x="46" y="26"/>
                    </a:cubicBezTo>
                    <a:cubicBezTo>
                      <a:pt x="46" y="24"/>
                      <a:pt x="46" y="22"/>
                      <a:pt x="46" y="23"/>
                    </a:cubicBezTo>
                    <a:cubicBezTo>
                      <a:pt x="46" y="26"/>
                      <a:pt x="46" y="26"/>
                      <a:pt x="46" y="26"/>
                    </a:cubicBezTo>
                    <a:cubicBezTo>
                      <a:pt x="47" y="24"/>
                      <a:pt x="48" y="27"/>
                      <a:pt x="48" y="23"/>
                    </a:cubicBezTo>
                    <a:cubicBezTo>
                      <a:pt x="48" y="25"/>
                      <a:pt x="48" y="25"/>
                      <a:pt x="48" y="25"/>
                    </a:cubicBezTo>
                    <a:cubicBezTo>
                      <a:pt x="49" y="23"/>
                      <a:pt x="50" y="25"/>
                      <a:pt x="50" y="22"/>
                    </a:cubicBezTo>
                    <a:cubicBezTo>
                      <a:pt x="50" y="23"/>
                      <a:pt x="51" y="23"/>
                      <a:pt x="51" y="23"/>
                    </a:cubicBezTo>
                    <a:cubicBezTo>
                      <a:pt x="51" y="22"/>
                      <a:pt x="51" y="22"/>
                      <a:pt x="51" y="20"/>
                    </a:cubicBezTo>
                    <a:cubicBezTo>
                      <a:pt x="51" y="20"/>
                      <a:pt x="52" y="21"/>
                      <a:pt x="52" y="21"/>
                    </a:cubicBezTo>
                    <a:cubicBezTo>
                      <a:pt x="52" y="22"/>
                      <a:pt x="52" y="24"/>
                      <a:pt x="52" y="22"/>
                    </a:cubicBezTo>
                    <a:cubicBezTo>
                      <a:pt x="52" y="23"/>
                      <a:pt x="52" y="23"/>
                      <a:pt x="52" y="23"/>
                    </a:cubicBezTo>
                    <a:cubicBezTo>
                      <a:pt x="53" y="22"/>
                      <a:pt x="53" y="20"/>
                      <a:pt x="53" y="21"/>
                    </a:cubicBezTo>
                    <a:cubicBezTo>
                      <a:pt x="54" y="20"/>
                      <a:pt x="54" y="20"/>
                      <a:pt x="54" y="18"/>
                    </a:cubicBezTo>
                    <a:cubicBezTo>
                      <a:pt x="54" y="18"/>
                      <a:pt x="54" y="20"/>
                      <a:pt x="54" y="19"/>
                    </a:cubicBezTo>
                    <a:cubicBezTo>
                      <a:pt x="54" y="21"/>
                      <a:pt x="54" y="21"/>
                      <a:pt x="54" y="21"/>
                    </a:cubicBezTo>
                    <a:cubicBezTo>
                      <a:pt x="54" y="21"/>
                      <a:pt x="55" y="20"/>
                      <a:pt x="56" y="19"/>
                    </a:cubicBezTo>
                    <a:cubicBezTo>
                      <a:pt x="56" y="22"/>
                      <a:pt x="56" y="19"/>
                      <a:pt x="57" y="21"/>
                    </a:cubicBezTo>
                    <a:cubicBezTo>
                      <a:pt x="57" y="19"/>
                      <a:pt x="57" y="21"/>
                      <a:pt x="58" y="18"/>
                    </a:cubicBezTo>
                    <a:cubicBezTo>
                      <a:pt x="57" y="20"/>
                      <a:pt x="57" y="20"/>
                      <a:pt x="57" y="20"/>
                    </a:cubicBezTo>
                    <a:cubicBezTo>
                      <a:pt x="58" y="20"/>
                      <a:pt x="58" y="20"/>
                      <a:pt x="58" y="21"/>
                    </a:cubicBezTo>
                    <a:cubicBezTo>
                      <a:pt x="58" y="21"/>
                      <a:pt x="59" y="19"/>
                      <a:pt x="59" y="18"/>
                    </a:cubicBezTo>
                    <a:cubicBezTo>
                      <a:pt x="59" y="20"/>
                      <a:pt x="59" y="20"/>
                      <a:pt x="59" y="20"/>
                    </a:cubicBezTo>
                    <a:cubicBezTo>
                      <a:pt x="59" y="19"/>
                      <a:pt x="60" y="17"/>
                      <a:pt x="60" y="15"/>
                    </a:cubicBezTo>
                    <a:cubicBezTo>
                      <a:pt x="60" y="16"/>
                      <a:pt x="60" y="15"/>
                      <a:pt x="60" y="16"/>
                    </a:cubicBezTo>
                    <a:cubicBezTo>
                      <a:pt x="60" y="17"/>
                      <a:pt x="59" y="19"/>
                      <a:pt x="59" y="20"/>
                    </a:cubicBezTo>
                    <a:cubicBezTo>
                      <a:pt x="59" y="21"/>
                      <a:pt x="60" y="18"/>
                      <a:pt x="60" y="20"/>
                    </a:cubicBezTo>
                    <a:cubicBezTo>
                      <a:pt x="60" y="20"/>
                      <a:pt x="60" y="20"/>
                      <a:pt x="60" y="18"/>
                    </a:cubicBezTo>
                    <a:cubicBezTo>
                      <a:pt x="60" y="20"/>
                      <a:pt x="60" y="20"/>
                      <a:pt x="60" y="20"/>
                    </a:cubicBezTo>
                    <a:cubicBezTo>
                      <a:pt x="60" y="20"/>
                      <a:pt x="60" y="20"/>
                      <a:pt x="60" y="19"/>
                    </a:cubicBezTo>
                    <a:cubicBezTo>
                      <a:pt x="60" y="19"/>
                      <a:pt x="60" y="19"/>
                      <a:pt x="60" y="19"/>
                    </a:cubicBezTo>
                    <a:cubicBezTo>
                      <a:pt x="61" y="17"/>
                      <a:pt x="61" y="17"/>
                      <a:pt x="62" y="15"/>
                    </a:cubicBezTo>
                    <a:cubicBezTo>
                      <a:pt x="61" y="16"/>
                      <a:pt x="61" y="16"/>
                      <a:pt x="61" y="16"/>
                    </a:cubicBezTo>
                    <a:cubicBezTo>
                      <a:pt x="62" y="15"/>
                      <a:pt x="62" y="14"/>
                      <a:pt x="62" y="16"/>
                    </a:cubicBezTo>
                    <a:cubicBezTo>
                      <a:pt x="61" y="17"/>
                      <a:pt x="61" y="18"/>
                      <a:pt x="61" y="19"/>
                    </a:cubicBezTo>
                    <a:cubicBezTo>
                      <a:pt x="62" y="15"/>
                      <a:pt x="62" y="15"/>
                      <a:pt x="62" y="15"/>
                    </a:cubicBezTo>
                    <a:cubicBezTo>
                      <a:pt x="62" y="16"/>
                      <a:pt x="62" y="16"/>
                      <a:pt x="62" y="14"/>
                    </a:cubicBezTo>
                    <a:cubicBezTo>
                      <a:pt x="62" y="15"/>
                      <a:pt x="62" y="15"/>
                      <a:pt x="62" y="15"/>
                    </a:cubicBezTo>
                    <a:cubicBezTo>
                      <a:pt x="62" y="13"/>
                      <a:pt x="62" y="13"/>
                      <a:pt x="62" y="13"/>
                    </a:cubicBezTo>
                    <a:cubicBezTo>
                      <a:pt x="62" y="14"/>
                      <a:pt x="62" y="12"/>
                      <a:pt x="61" y="14"/>
                    </a:cubicBezTo>
                    <a:cubicBezTo>
                      <a:pt x="61" y="15"/>
                      <a:pt x="61" y="15"/>
                      <a:pt x="61" y="15"/>
                    </a:cubicBezTo>
                    <a:cubicBezTo>
                      <a:pt x="61" y="15"/>
                      <a:pt x="60" y="17"/>
                      <a:pt x="61" y="15"/>
                    </a:cubicBezTo>
                    <a:cubicBezTo>
                      <a:pt x="61" y="13"/>
                      <a:pt x="61" y="13"/>
                      <a:pt x="61" y="13"/>
                    </a:cubicBezTo>
                    <a:cubicBezTo>
                      <a:pt x="61" y="13"/>
                      <a:pt x="61" y="14"/>
                      <a:pt x="61" y="14"/>
                    </a:cubicBezTo>
                    <a:cubicBezTo>
                      <a:pt x="62" y="11"/>
                      <a:pt x="62" y="11"/>
                      <a:pt x="62" y="11"/>
                    </a:cubicBezTo>
                    <a:cubicBezTo>
                      <a:pt x="61" y="15"/>
                      <a:pt x="61" y="12"/>
                      <a:pt x="60" y="13"/>
                    </a:cubicBezTo>
                    <a:cubicBezTo>
                      <a:pt x="61" y="12"/>
                      <a:pt x="61" y="12"/>
                      <a:pt x="61" y="12"/>
                    </a:cubicBezTo>
                    <a:cubicBezTo>
                      <a:pt x="61" y="11"/>
                      <a:pt x="60" y="14"/>
                      <a:pt x="60" y="14"/>
                    </a:cubicBezTo>
                    <a:cubicBezTo>
                      <a:pt x="60" y="13"/>
                      <a:pt x="61" y="11"/>
                      <a:pt x="61" y="10"/>
                    </a:cubicBezTo>
                    <a:cubicBezTo>
                      <a:pt x="60" y="10"/>
                      <a:pt x="59" y="12"/>
                      <a:pt x="59" y="10"/>
                    </a:cubicBezTo>
                    <a:cubicBezTo>
                      <a:pt x="59" y="10"/>
                      <a:pt x="59" y="11"/>
                      <a:pt x="58" y="12"/>
                    </a:cubicBezTo>
                    <a:cubicBezTo>
                      <a:pt x="58" y="12"/>
                      <a:pt x="59" y="9"/>
                      <a:pt x="58" y="11"/>
                    </a:cubicBezTo>
                    <a:cubicBezTo>
                      <a:pt x="58" y="10"/>
                      <a:pt x="58" y="9"/>
                      <a:pt x="59" y="8"/>
                    </a:cubicBezTo>
                    <a:cubicBezTo>
                      <a:pt x="58" y="9"/>
                      <a:pt x="58" y="8"/>
                      <a:pt x="58" y="10"/>
                    </a:cubicBezTo>
                    <a:cubicBezTo>
                      <a:pt x="58" y="9"/>
                      <a:pt x="57" y="9"/>
                      <a:pt x="57" y="9"/>
                    </a:cubicBezTo>
                    <a:cubicBezTo>
                      <a:pt x="57" y="9"/>
                      <a:pt x="57" y="8"/>
                      <a:pt x="57" y="7"/>
                    </a:cubicBezTo>
                    <a:cubicBezTo>
                      <a:pt x="57" y="8"/>
                      <a:pt x="56" y="9"/>
                      <a:pt x="56" y="9"/>
                    </a:cubicBezTo>
                    <a:cubicBezTo>
                      <a:pt x="56" y="11"/>
                      <a:pt x="56" y="11"/>
                      <a:pt x="56" y="12"/>
                    </a:cubicBezTo>
                    <a:cubicBezTo>
                      <a:pt x="56" y="13"/>
                      <a:pt x="56" y="13"/>
                      <a:pt x="56" y="13"/>
                    </a:cubicBezTo>
                    <a:cubicBezTo>
                      <a:pt x="56" y="11"/>
                      <a:pt x="56" y="9"/>
                      <a:pt x="56" y="9"/>
                    </a:cubicBezTo>
                    <a:cubicBezTo>
                      <a:pt x="56" y="6"/>
                      <a:pt x="56" y="9"/>
                      <a:pt x="56" y="6"/>
                    </a:cubicBezTo>
                    <a:cubicBezTo>
                      <a:pt x="56" y="4"/>
                      <a:pt x="57" y="4"/>
                      <a:pt x="57" y="5"/>
                    </a:cubicBezTo>
                    <a:cubicBezTo>
                      <a:pt x="58" y="3"/>
                      <a:pt x="57" y="5"/>
                      <a:pt x="57" y="2"/>
                    </a:cubicBezTo>
                    <a:cubicBezTo>
                      <a:pt x="57" y="3"/>
                      <a:pt x="57" y="4"/>
                      <a:pt x="56" y="4"/>
                    </a:cubicBezTo>
                    <a:cubicBezTo>
                      <a:pt x="56" y="5"/>
                      <a:pt x="56" y="6"/>
                      <a:pt x="56" y="7"/>
                    </a:cubicBezTo>
                    <a:cubicBezTo>
                      <a:pt x="56" y="9"/>
                      <a:pt x="56" y="5"/>
                      <a:pt x="56" y="5"/>
                    </a:cubicBezTo>
                    <a:cubicBezTo>
                      <a:pt x="56" y="4"/>
                      <a:pt x="56" y="4"/>
                      <a:pt x="56" y="4"/>
                    </a:cubicBezTo>
                    <a:cubicBezTo>
                      <a:pt x="56" y="3"/>
                      <a:pt x="55" y="5"/>
                      <a:pt x="55" y="5"/>
                    </a:cubicBezTo>
                    <a:cubicBezTo>
                      <a:pt x="55" y="1"/>
                      <a:pt x="56" y="4"/>
                      <a:pt x="56" y="2"/>
                    </a:cubicBezTo>
                    <a:cubicBezTo>
                      <a:pt x="56" y="0"/>
                      <a:pt x="56" y="0"/>
                      <a:pt x="56" y="0"/>
                    </a:cubicBezTo>
                    <a:cubicBezTo>
                      <a:pt x="55" y="0"/>
                      <a:pt x="56" y="3"/>
                      <a:pt x="55" y="2"/>
                    </a:cubicBezTo>
                    <a:cubicBezTo>
                      <a:pt x="55" y="1"/>
                      <a:pt x="55" y="1"/>
                      <a:pt x="55" y="1"/>
                    </a:cubicBezTo>
                    <a:cubicBezTo>
                      <a:pt x="55" y="1"/>
                      <a:pt x="55" y="1"/>
                      <a:pt x="55" y="1"/>
                    </a:cubicBezTo>
                    <a:cubicBezTo>
                      <a:pt x="55" y="3"/>
                      <a:pt x="55" y="4"/>
                      <a:pt x="55" y="4"/>
                    </a:cubicBezTo>
                    <a:cubicBezTo>
                      <a:pt x="55" y="7"/>
                      <a:pt x="55" y="5"/>
                      <a:pt x="55" y="5"/>
                    </a:cubicBezTo>
                    <a:cubicBezTo>
                      <a:pt x="54" y="7"/>
                      <a:pt x="55" y="5"/>
                      <a:pt x="55" y="7"/>
                    </a:cubicBezTo>
                    <a:cubicBezTo>
                      <a:pt x="55" y="8"/>
                      <a:pt x="54" y="9"/>
                      <a:pt x="54" y="9"/>
                    </a:cubicBezTo>
                    <a:cubicBezTo>
                      <a:pt x="54" y="9"/>
                      <a:pt x="54" y="7"/>
                      <a:pt x="54" y="6"/>
                    </a:cubicBezTo>
                    <a:cubicBezTo>
                      <a:pt x="54" y="5"/>
                      <a:pt x="54" y="5"/>
                      <a:pt x="54" y="6"/>
                    </a:cubicBezTo>
                    <a:cubicBezTo>
                      <a:pt x="55" y="4"/>
                      <a:pt x="54" y="3"/>
                      <a:pt x="55" y="1"/>
                    </a:cubicBezTo>
                    <a:cubicBezTo>
                      <a:pt x="54" y="0"/>
                      <a:pt x="54" y="2"/>
                      <a:pt x="54" y="3"/>
                    </a:cubicBezTo>
                    <a:cubicBezTo>
                      <a:pt x="54" y="3"/>
                      <a:pt x="54" y="5"/>
                      <a:pt x="54" y="5"/>
                    </a:cubicBezTo>
                    <a:cubicBezTo>
                      <a:pt x="54" y="10"/>
                      <a:pt x="54" y="2"/>
                      <a:pt x="53" y="3"/>
                    </a:cubicBezTo>
                    <a:cubicBezTo>
                      <a:pt x="53" y="6"/>
                      <a:pt x="53" y="7"/>
                      <a:pt x="53" y="10"/>
                    </a:cubicBezTo>
                    <a:cubicBezTo>
                      <a:pt x="53" y="11"/>
                      <a:pt x="53" y="12"/>
                      <a:pt x="53" y="11"/>
                    </a:cubicBezTo>
                    <a:cubicBezTo>
                      <a:pt x="53" y="9"/>
                      <a:pt x="53" y="10"/>
                      <a:pt x="53" y="8"/>
                    </a:cubicBezTo>
                    <a:cubicBezTo>
                      <a:pt x="53" y="8"/>
                      <a:pt x="53" y="8"/>
                      <a:pt x="53" y="8"/>
                    </a:cubicBezTo>
                    <a:cubicBezTo>
                      <a:pt x="53" y="5"/>
                      <a:pt x="53" y="5"/>
                      <a:pt x="53" y="5"/>
                    </a:cubicBezTo>
                    <a:cubicBezTo>
                      <a:pt x="53" y="4"/>
                      <a:pt x="52" y="2"/>
                      <a:pt x="52" y="1"/>
                    </a:cubicBezTo>
                    <a:cubicBezTo>
                      <a:pt x="52" y="2"/>
                      <a:pt x="52" y="3"/>
                      <a:pt x="52" y="4"/>
                    </a:cubicBezTo>
                    <a:cubicBezTo>
                      <a:pt x="52" y="3"/>
                      <a:pt x="52" y="2"/>
                      <a:pt x="52" y="2"/>
                    </a:cubicBezTo>
                    <a:cubicBezTo>
                      <a:pt x="52" y="3"/>
                      <a:pt x="52" y="5"/>
                      <a:pt x="52" y="5"/>
                    </a:cubicBezTo>
                    <a:cubicBezTo>
                      <a:pt x="52" y="5"/>
                      <a:pt x="51" y="3"/>
                      <a:pt x="51" y="3"/>
                    </a:cubicBezTo>
                    <a:cubicBezTo>
                      <a:pt x="52" y="1"/>
                      <a:pt x="52" y="1"/>
                      <a:pt x="52" y="1"/>
                    </a:cubicBezTo>
                    <a:cubicBezTo>
                      <a:pt x="52" y="3"/>
                      <a:pt x="52" y="0"/>
                      <a:pt x="51" y="1"/>
                    </a:cubicBezTo>
                    <a:cubicBezTo>
                      <a:pt x="51" y="2"/>
                      <a:pt x="51" y="4"/>
                      <a:pt x="51" y="5"/>
                    </a:cubicBezTo>
                    <a:cubicBezTo>
                      <a:pt x="51" y="6"/>
                      <a:pt x="51" y="4"/>
                      <a:pt x="51" y="5"/>
                    </a:cubicBezTo>
                    <a:cubicBezTo>
                      <a:pt x="51" y="3"/>
                      <a:pt x="51" y="3"/>
                      <a:pt x="51" y="3"/>
                    </a:cubicBezTo>
                    <a:cubicBezTo>
                      <a:pt x="51" y="4"/>
                      <a:pt x="51" y="0"/>
                      <a:pt x="51" y="1"/>
                    </a:cubicBezTo>
                    <a:cubicBezTo>
                      <a:pt x="51" y="3"/>
                      <a:pt x="51" y="3"/>
                      <a:pt x="51" y="3"/>
                    </a:cubicBezTo>
                    <a:cubicBezTo>
                      <a:pt x="51" y="2"/>
                      <a:pt x="51" y="2"/>
                      <a:pt x="51" y="1"/>
                    </a:cubicBezTo>
                    <a:cubicBezTo>
                      <a:pt x="51" y="2"/>
                      <a:pt x="50" y="2"/>
                      <a:pt x="50" y="2"/>
                    </a:cubicBezTo>
                    <a:cubicBezTo>
                      <a:pt x="50" y="1"/>
                      <a:pt x="50" y="1"/>
                      <a:pt x="50" y="1"/>
                    </a:cubicBezTo>
                    <a:cubicBezTo>
                      <a:pt x="50" y="2"/>
                      <a:pt x="50" y="4"/>
                      <a:pt x="50" y="2"/>
                    </a:cubicBezTo>
                    <a:cubicBezTo>
                      <a:pt x="50" y="5"/>
                      <a:pt x="50" y="2"/>
                      <a:pt x="50" y="4"/>
                    </a:cubicBezTo>
                    <a:cubicBezTo>
                      <a:pt x="51" y="5"/>
                      <a:pt x="50" y="5"/>
                      <a:pt x="50" y="6"/>
                    </a:cubicBezTo>
                    <a:cubicBezTo>
                      <a:pt x="50" y="3"/>
                      <a:pt x="50" y="5"/>
                      <a:pt x="50" y="5"/>
                    </a:cubicBezTo>
                    <a:cubicBezTo>
                      <a:pt x="50" y="4"/>
                      <a:pt x="49" y="4"/>
                      <a:pt x="49" y="3"/>
                    </a:cubicBezTo>
                    <a:cubicBezTo>
                      <a:pt x="49" y="5"/>
                      <a:pt x="49" y="5"/>
                      <a:pt x="49" y="5"/>
                    </a:cubicBezTo>
                    <a:cubicBezTo>
                      <a:pt x="49" y="2"/>
                      <a:pt x="49" y="6"/>
                      <a:pt x="49" y="5"/>
                    </a:cubicBezTo>
                    <a:cubicBezTo>
                      <a:pt x="49" y="4"/>
                      <a:pt x="49" y="2"/>
                      <a:pt x="49" y="2"/>
                    </a:cubicBezTo>
                    <a:cubicBezTo>
                      <a:pt x="49" y="4"/>
                      <a:pt x="49" y="5"/>
                      <a:pt x="49" y="7"/>
                    </a:cubicBezTo>
                    <a:cubicBezTo>
                      <a:pt x="48" y="6"/>
                      <a:pt x="49" y="4"/>
                      <a:pt x="48" y="2"/>
                    </a:cubicBezTo>
                    <a:cubicBezTo>
                      <a:pt x="48" y="4"/>
                      <a:pt x="48" y="0"/>
                      <a:pt x="48" y="3"/>
                    </a:cubicBezTo>
                    <a:cubicBezTo>
                      <a:pt x="48" y="6"/>
                      <a:pt x="48" y="6"/>
                      <a:pt x="48" y="6"/>
                    </a:cubicBezTo>
                    <a:cubicBezTo>
                      <a:pt x="48" y="6"/>
                      <a:pt x="48" y="5"/>
                      <a:pt x="48" y="4"/>
                    </a:cubicBezTo>
                    <a:cubicBezTo>
                      <a:pt x="48" y="4"/>
                      <a:pt x="48" y="6"/>
                      <a:pt x="48" y="7"/>
                    </a:cubicBezTo>
                    <a:cubicBezTo>
                      <a:pt x="48" y="6"/>
                      <a:pt x="48" y="9"/>
                      <a:pt x="47" y="7"/>
                    </a:cubicBezTo>
                    <a:cubicBezTo>
                      <a:pt x="47" y="6"/>
                      <a:pt x="48" y="7"/>
                      <a:pt x="48" y="5"/>
                    </a:cubicBezTo>
                    <a:cubicBezTo>
                      <a:pt x="47" y="5"/>
                      <a:pt x="48" y="9"/>
                      <a:pt x="47" y="10"/>
                    </a:cubicBezTo>
                    <a:cubicBezTo>
                      <a:pt x="48" y="11"/>
                      <a:pt x="48" y="14"/>
                      <a:pt x="48" y="15"/>
                    </a:cubicBezTo>
                    <a:cubicBezTo>
                      <a:pt x="47" y="14"/>
                      <a:pt x="48" y="14"/>
                      <a:pt x="47" y="12"/>
                    </a:cubicBezTo>
                    <a:cubicBezTo>
                      <a:pt x="47" y="12"/>
                      <a:pt x="47" y="12"/>
                      <a:pt x="47" y="12"/>
                    </a:cubicBezTo>
                    <a:cubicBezTo>
                      <a:pt x="47" y="9"/>
                      <a:pt x="47" y="7"/>
                      <a:pt x="47" y="5"/>
                    </a:cubicBezTo>
                    <a:cubicBezTo>
                      <a:pt x="47" y="6"/>
                      <a:pt x="47" y="6"/>
                      <a:pt x="47" y="6"/>
                    </a:cubicBezTo>
                    <a:cubicBezTo>
                      <a:pt x="47" y="3"/>
                      <a:pt x="47" y="3"/>
                      <a:pt x="47" y="3"/>
                    </a:cubicBezTo>
                    <a:cubicBezTo>
                      <a:pt x="47" y="5"/>
                      <a:pt x="46" y="3"/>
                      <a:pt x="46" y="4"/>
                    </a:cubicBezTo>
                    <a:cubicBezTo>
                      <a:pt x="46" y="6"/>
                      <a:pt x="46" y="3"/>
                      <a:pt x="46" y="5"/>
                    </a:cubicBezTo>
                    <a:cubicBezTo>
                      <a:pt x="46" y="5"/>
                      <a:pt x="47" y="8"/>
                      <a:pt x="46" y="7"/>
                    </a:cubicBezTo>
                    <a:cubicBezTo>
                      <a:pt x="46" y="4"/>
                      <a:pt x="46" y="4"/>
                      <a:pt x="46" y="4"/>
                    </a:cubicBezTo>
                    <a:cubicBezTo>
                      <a:pt x="46" y="3"/>
                      <a:pt x="46" y="6"/>
                      <a:pt x="46" y="5"/>
                    </a:cubicBezTo>
                    <a:cubicBezTo>
                      <a:pt x="46" y="4"/>
                      <a:pt x="46" y="4"/>
                      <a:pt x="46" y="4"/>
                    </a:cubicBezTo>
                    <a:cubicBezTo>
                      <a:pt x="45" y="4"/>
                      <a:pt x="44" y="4"/>
                      <a:pt x="44" y="8"/>
                    </a:cubicBezTo>
                    <a:cubicBezTo>
                      <a:pt x="44" y="6"/>
                      <a:pt x="43" y="6"/>
                      <a:pt x="43" y="5"/>
                    </a:cubicBezTo>
                    <a:cubicBezTo>
                      <a:pt x="43" y="6"/>
                      <a:pt x="43" y="7"/>
                      <a:pt x="43" y="7"/>
                    </a:cubicBezTo>
                    <a:cubicBezTo>
                      <a:pt x="43" y="5"/>
                      <a:pt x="43" y="5"/>
                      <a:pt x="43" y="5"/>
                    </a:cubicBezTo>
                    <a:cubicBezTo>
                      <a:pt x="42" y="4"/>
                      <a:pt x="42" y="6"/>
                      <a:pt x="42" y="7"/>
                    </a:cubicBezTo>
                    <a:cubicBezTo>
                      <a:pt x="42" y="6"/>
                      <a:pt x="42" y="6"/>
                      <a:pt x="42" y="6"/>
                    </a:cubicBezTo>
                    <a:cubicBezTo>
                      <a:pt x="42" y="4"/>
                      <a:pt x="42" y="7"/>
                      <a:pt x="42" y="7"/>
                    </a:cubicBezTo>
                    <a:cubicBezTo>
                      <a:pt x="42" y="6"/>
                      <a:pt x="42" y="6"/>
                      <a:pt x="42" y="6"/>
                    </a:cubicBezTo>
                    <a:cubicBezTo>
                      <a:pt x="42" y="7"/>
                      <a:pt x="42" y="7"/>
                      <a:pt x="42" y="7"/>
                    </a:cubicBezTo>
                    <a:cubicBezTo>
                      <a:pt x="42" y="8"/>
                      <a:pt x="42" y="8"/>
                      <a:pt x="41" y="6"/>
                    </a:cubicBezTo>
                    <a:cubicBezTo>
                      <a:pt x="41" y="7"/>
                      <a:pt x="41" y="7"/>
                      <a:pt x="41" y="7"/>
                    </a:cubicBezTo>
                    <a:cubicBezTo>
                      <a:pt x="41" y="6"/>
                      <a:pt x="41" y="6"/>
                      <a:pt x="40" y="7"/>
                    </a:cubicBezTo>
                    <a:cubicBezTo>
                      <a:pt x="41" y="7"/>
                      <a:pt x="41" y="8"/>
                      <a:pt x="41" y="9"/>
                    </a:cubicBezTo>
                    <a:cubicBezTo>
                      <a:pt x="41" y="12"/>
                      <a:pt x="41" y="9"/>
                      <a:pt x="41" y="10"/>
                    </a:cubicBezTo>
                    <a:cubicBezTo>
                      <a:pt x="40" y="8"/>
                      <a:pt x="40" y="8"/>
                      <a:pt x="40" y="8"/>
                    </a:cubicBezTo>
                    <a:cubicBezTo>
                      <a:pt x="40" y="5"/>
                      <a:pt x="39" y="7"/>
                      <a:pt x="39" y="7"/>
                    </a:cubicBezTo>
                    <a:cubicBezTo>
                      <a:pt x="39" y="8"/>
                      <a:pt x="39" y="8"/>
                      <a:pt x="39" y="8"/>
                    </a:cubicBezTo>
                    <a:cubicBezTo>
                      <a:pt x="38" y="6"/>
                      <a:pt x="38" y="8"/>
                      <a:pt x="38" y="8"/>
                    </a:cubicBezTo>
                    <a:cubicBezTo>
                      <a:pt x="38" y="9"/>
                      <a:pt x="38" y="11"/>
                      <a:pt x="38" y="11"/>
                    </a:cubicBezTo>
                    <a:cubicBezTo>
                      <a:pt x="38" y="13"/>
                      <a:pt x="38" y="9"/>
                      <a:pt x="37" y="8"/>
                    </a:cubicBezTo>
                    <a:cubicBezTo>
                      <a:pt x="37" y="9"/>
                      <a:pt x="37" y="9"/>
                      <a:pt x="37" y="9"/>
                    </a:cubicBezTo>
                    <a:cubicBezTo>
                      <a:pt x="37" y="8"/>
                      <a:pt x="37" y="8"/>
                      <a:pt x="37" y="8"/>
                    </a:cubicBezTo>
                    <a:cubicBezTo>
                      <a:pt x="37" y="9"/>
                      <a:pt x="37" y="10"/>
                      <a:pt x="37" y="9"/>
                    </a:cubicBezTo>
                    <a:cubicBezTo>
                      <a:pt x="37" y="9"/>
                      <a:pt x="37" y="9"/>
                      <a:pt x="37" y="9"/>
                    </a:cubicBezTo>
                    <a:cubicBezTo>
                      <a:pt x="36" y="9"/>
                      <a:pt x="36" y="8"/>
                      <a:pt x="36" y="8"/>
                    </a:cubicBezTo>
                    <a:cubicBezTo>
                      <a:pt x="36" y="10"/>
                      <a:pt x="36" y="9"/>
                      <a:pt x="36" y="10"/>
                    </a:cubicBezTo>
                    <a:cubicBezTo>
                      <a:pt x="36" y="10"/>
                      <a:pt x="36" y="10"/>
                      <a:pt x="36" y="10"/>
                    </a:cubicBezTo>
                    <a:cubicBezTo>
                      <a:pt x="36" y="11"/>
                      <a:pt x="36" y="11"/>
                      <a:pt x="36" y="11"/>
                    </a:cubicBezTo>
                    <a:cubicBezTo>
                      <a:pt x="36" y="10"/>
                      <a:pt x="36" y="10"/>
                      <a:pt x="36" y="10"/>
                    </a:cubicBezTo>
                    <a:cubicBezTo>
                      <a:pt x="36" y="9"/>
                      <a:pt x="36" y="9"/>
                      <a:pt x="36" y="9"/>
                    </a:cubicBezTo>
                    <a:cubicBezTo>
                      <a:pt x="35" y="8"/>
                      <a:pt x="36" y="10"/>
                      <a:pt x="36" y="11"/>
                    </a:cubicBezTo>
                    <a:cubicBezTo>
                      <a:pt x="36" y="12"/>
                      <a:pt x="36" y="11"/>
                      <a:pt x="35" y="10"/>
                    </a:cubicBezTo>
                    <a:cubicBezTo>
                      <a:pt x="35" y="9"/>
                      <a:pt x="36" y="10"/>
                      <a:pt x="36" y="10"/>
                    </a:cubicBezTo>
                    <a:cubicBezTo>
                      <a:pt x="35" y="9"/>
                      <a:pt x="35" y="9"/>
                      <a:pt x="35" y="9"/>
                    </a:cubicBezTo>
                    <a:cubicBezTo>
                      <a:pt x="35" y="9"/>
                      <a:pt x="36" y="10"/>
                      <a:pt x="35" y="10"/>
                    </a:cubicBezTo>
                    <a:cubicBezTo>
                      <a:pt x="35" y="10"/>
                      <a:pt x="35" y="10"/>
                      <a:pt x="35" y="9"/>
                    </a:cubicBezTo>
                    <a:cubicBezTo>
                      <a:pt x="35" y="10"/>
                      <a:pt x="35" y="10"/>
                      <a:pt x="35" y="10"/>
                    </a:cubicBezTo>
                    <a:cubicBezTo>
                      <a:pt x="35" y="11"/>
                      <a:pt x="35" y="11"/>
                      <a:pt x="35" y="12"/>
                    </a:cubicBezTo>
                    <a:cubicBezTo>
                      <a:pt x="35" y="12"/>
                      <a:pt x="35" y="13"/>
                      <a:pt x="35" y="12"/>
                    </a:cubicBezTo>
                    <a:cubicBezTo>
                      <a:pt x="35" y="12"/>
                      <a:pt x="35" y="12"/>
                      <a:pt x="35" y="12"/>
                    </a:cubicBezTo>
                    <a:cubicBezTo>
                      <a:pt x="35" y="12"/>
                      <a:pt x="35" y="12"/>
                      <a:pt x="35" y="13"/>
                    </a:cubicBezTo>
                    <a:cubicBezTo>
                      <a:pt x="35" y="11"/>
                      <a:pt x="35" y="11"/>
                      <a:pt x="35" y="11"/>
                    </a:cubicBezTo>
                    <a:cubicBezTo>
                      <a:pt x="35" y="12"/>
                      <a:pt x="35" y="12"/>
                      <a:pt x="35" y="13"/>
                    </a:cubicBezTo>
                    <a:cubicBezTo>
                      <a:pt x="34" y="11"/>
                      <a:pt x="34" y="9"/>
                      <a:pt x="33" y="9"/>
                    </a:cubicBezTo>
                    <a:cubicBezTo>
                      <a:pt x="34" y="10"/>
                      <a:pt x="34" y="10"/>
                      <a:pt x="34" y="10"/>
                    </a:cubicBezTo>
                    <a:cubicBezTo>
                      <a:pt x="34" y="11"/>
                      <a:pt x="33" y="10"/>
                      <a:pt x="33" y="9"/>
                    </a:cubicBezTo>
                    <a:cubicBezTo>
                      <a:pt x="33" y="8"/>
                      <a:pt x="34" y="14"/>
                      <a:pt x="33" y="13"/>
                    </a:cubicBezTo>
                    <a:cubicBezTo>
                      <a:pt x="33" y="11"/>
                      <a:pt x="33" y="10"/>
                      <a:pt x="32" y="10"/>
                    </a:cubicBezTo>
                    <a:cubicBezTo>
                      <a:pt x="33" y="10"/>
                      <a:pt x="33" y="11"/>
                      <a:pt x="33" y="11"/>
                    </a:cubicBezTo>
                    <a:cubicBezTo>
                      <a:pt x="33" y="12"/>
                      <a:pt x="32" y="10"/>
                      <a:pt x="33" y="11"/>
                    </a:cubicBezTo>
                    <a:cubicBezTo>
                      <a:pt x="33" y="12"/>
                      <a:pt x="33" y="12"/>
                      <a:pt x="33" y="12"/>
                    </a:cubicBezTo>
                    <a:cubicBezTo>
                      <a:pt x="32" y="8"/>
                      <a:pt x="32" y="11"/>
                      <a:pt x="31" y="9"/>
                    </a:cubicBezTo>
                    <a:cubicBezTo>
                      <a:pt x="31" y="12"/>
                      <a:pt x="31" y="10"/>
                      <a:pt x="31" y="11"/>
                    </a:cubicBezTo>
                    <a:cubicBezTo>
                      <a:pt x="30" y="9"/>
                      <a:pt x="31" y="12"/>
                      <a:pt x="30" y="10"/>
                    </a:cubicBezTo>
                    <a:cubicBezTo>
                      <a:pt x="31" y="13"/>
                      <a:pt x="31" y="13"/>
                      <a:pt x="31" y="13"/>
                    </a:cubicBezTo>
                    <a:cubicBezTo>
                      <a:pt x="30" y="11"/>
                      <a:pt x="32" y="16"/>
                      <a:pt x="31" y="13"/>
                    </a:cubicBezTo>
                    <a:cubicBezTo>
                      <a:pt x="30" y="13"/>
                      <a:pt x="30" y="12"/>
                      <a:pt x="30" y="11"/>
                    </a:cubicBezTo>
                    <a:cubicBezTo>
                      <a:pt x="29" y="9"/>
                      <a:pt x="30" y="14"/>
                      <a:pt x="29" y="11"/>
                    </a:cubicBezTo>
                    <a:cubicBezTo>
                      <a:pt x="30" y="14"/>
                      <a:pt x="30" y="14"/>
                      <a:pt x="30" y="14"/>
                    </a:cubicBezTo>
                    <a:cubicBezTo>
                      <a:pt x="30" y="13"/>
                      <a:pt x="29" y="12"/>
                      <a:pt x="29" y="11"/>
                    </a:cubicBezTo>
                    <a:cubicBezTo>
                      <a:pt x="29" y="12"/>
                      <a:pt x="29" y="13"/>
                      <a:pt x="29" y="12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10"/>
                      <a:pt x="28" y="11"/>
                      <a:pt x="28" y="12"/>
                    </a:cubicBezTo>
                    <a:cubicBezTo>
                      <a:pt x="28" y="11"/>
                      <a:pt x="28" y="12"/>
                      <a:pt x="27" y="11"/>
                    </a:cubicBezTo>
                    <a:cubicBezTo>
                      <a:pt x="28" y="13"/>
                      <a:pt x="26" y="10"/>
                      <a:pt x="27" y="13"/>
                    </a:cubicBezTo>
                    <a:cubicBezTo>
                      <a:pt x="27" y="12"/>
                      <a:pt x="27" y="12"/>
                      <a:pt x="27" y="12"/>
                    </a:cubicBezTo>
                    <a:cubicBezTo>
                      <a:pt x="27" y="13"/>
                      <a:pt x="28" y="15"/>
                      <a:pt x="28" y="15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6" y="11"/>
                      <a:pt x="27" y="13"/>
                      <a:pt x="26" y="12"/>
                    </a:cubicBezTo>
                    <a:cubicBezTo>
                      <a:pt x="27" y="13"/>
                      <a:pt x="26" y="12"/>
                      <a:pt x="26" y="13"/>
                    </a:cubicBezTo>
                    <a:cubicBezTo>
                      <a:pt x="26" y="14"/>
                      <a:pt x="26" y="14"/>
                      <a:pt x="26" y="14"/>
                    </a:cubicBezTo>
                    <a:cubicBezTo>
                      <a:pt x="27" y="15"/>
                      <a:pt x="27" y="15"/>
                      <a:pt x="27" y="15"/>
                    </a:cubicBezTo>
                    <a:cubicBezTo>
                      <a:pt x="26" y="15"/>
                      <a:pt x="26" y="13"/>
                      <a:pt x="26" y="13"/>
                    </a:cubicBezTo>
                    <a:cubicBezTo>
                      <a:pt x="25" y="12"/>
                      <a:pt x="26" y="13"/>
                      <a:pt x="26" y="13"/>
                    </a:cubicBezTo>
                    <a:cubicBezTo>
                      <a:pt x="26" y="13"/>
                      <a:pt x="26" y="13"/>
                      <a:pt x="26" y="14"/>
                    </a:cubicBezTo>
                    <a:cubicBezTo>
                      <a:pt x="26" y="13"/>
                      <a:pt x="26" y="13"/>
                      <a:pt x="26" y="13"/>
                    </a:cubicBezTo>
                    <a:cubicBezTo>
                      <a:pt x="26" y="13"/>
                      <a:pt x="26" y="13"/>
                      <a:pt x="26" y="14"/>
                    </a:cubicBezTo>
                    <a:cubicBezTo>
                      <a:pt x="26" y="13"/>
                      <a:pt x="26" y="13"/>
                      <a:pt x="25" y="13"/>
                    </a:cubicBezTo>
                    <a:cubicBezTo>
                      <a:pt x="26" y="13"/>
                      <a:pt x="26" y="13"/>
                      <a:pt x="26" y="13"/>
                    </a:cubicBezTo>
                    <a:cubicBezTo>
                      <a:pt x="25" y="13"/>
                      <a:pt x="25" y="13"/>
                      <a:pt x="25" y="13"/>
                    </a:cubicBezTo>
                    <a:cubicBezTo>
                      <a:pt x="25" y="13"/>
                      <a:pt x="25" y="13"/>
                      <a:pt x="25" y="13"/>
                    </a:cubicBezTo>
                    <a:cubicBezTo>
                      <a:pt x="25" y="13"/>
                      <a:pt x="25" y="13"/>
                      <a:pt x="25" y="13"/>
                    </a:cubicBezTo>
                    <a:cubicBezTo>
                      <a:pt x="25" y="11"/>
                      <a:pt x="25" y="11"/>
                      <a:pt x="25" y="11"/>
                    </a:cubicBezTo>
                    <a:cubicBezTo>
                      <a:pt x="24" y="11"/>
                      <a:pt x="25" y="13"/>
                      <a:pt x="25" y="13"/>
                    </a:cubicBezTo>
                    <a:cubicBezTo>
                      <a:pt x="24" y="12"/>
                      <a:pt x="24" y="14"/>
                      <a:pt x="24" y="15"/>
                    </a:cubicBezTo>
                    <a:cubicBezTo>
                      <a:pt x="24" y="15"/>
                      <a:pt x="24" y="14"/>
                      <a:pt x="24" y="14"/>
                    </a:cubicBezTo>
                    <a:cubicBezTo>
                      <a:pt x="24" y="15"/>
                      <a:pt x="24" y="16"/>
                      <a:pt x="24" y="15"/>
                    </a:cubicBezTo>
                    <a:cubicBezTo>
                      <a:pt x="24" y="16"/>
                      <a:pt x="23" y="14"/>
                      <a:pt x="23" y="14"/>
                    </a:cubicBezTo>
                    <a:cubicBezTo>
                      <a:pt x="23" y="14"/>
                      <a:pt x="24" y="15"/>
                      <a:pt x="24" y="15"/>
                    </a:cubicBezTo>
                    <a:cubicBezTo>
                      <a:pt x="23" y="13"/>
                      <a:pt x="23" y="17"/>
                      <a:pt x="23" y="15"/>
                    </a:cubicBezTo>
                    <a:cubicBezTo>
                      <a:pt x="23" y="15"/>
                      <a:pt x="22" y="14"/>
                      <a:pt x="22" y="14"/>
                    </a:cubicBezTo>
                    <a:cubicBezTo>
                      <a:pt x="22" y="15"/>
                      <a:pt x="22" y="16"/>
                      <a:pt x="23" y="17"/>
                    </a:cubicBezTo>
                    <a:cubicBezTo>
                      <a:pt x="22" y="16"/>
                      <a:pt x="22" y="16"/>
                      <a:pt x="22" y="16"/>
                    </a:cubicBezTo>
                    <a:cubicBezTo>
                      <a:pt x="22" y="16"/>
                      <a:pt x="22" y="16"/>
                      <a:pt x="22" y="17"/>
                    </a:cubicBezTo>
                    <a:cubicBezTo>
                      <a:pt x="23" y="18"/>
                      <a:pt x="23" y="20"/>
                      <a:pt x="23" y="19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2" y="19"/>
                      <a:pt x="22" y="20"/>
                      <a:pt x="22" y="19"/>
                    </a:cubicBezTo>
                    <a:cubicBezTo>
                      <a:pt x="21" y="16"/>
                      <a:pt x="21" y="17"/>
                      <a:pt x="21" y="17"/>
                    </a:cubicBezTo>
                    <a:cubicBezTo>
                      <a:pt x="21" y="19"/>
                      <a:pt x="21" y="19"/>
                      <a:pt x="21" y="19"/>
                    </a:cubicBezTo>
                    <a:cubicBezTo>
                      <a:pt x="21" y="19"/>
                      <a:pt x="21" y="17"/>
                      <a:pt x="21" y="17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1" y="20"/>
                      <a:pt x="21" y="19"/>
                    </a:cubicBezTo>
                    <a:cubicBezTo>
                      <a:pt x="21" y="20"/>
                      <a:pt x="22" y="22"/>
                      <a:pt x="22" y="24"/>
                    </a:cubicBezTo>
                    <a:cubicBezTo>
                      <a:pt x="22" y="24"/>
                      <a:pt x="22" y="25"/>
                      <a:pt x="22" y="25"/>
                    </a:cubicBezTo>
                    <a:cubicBezTo>
                      <a:pt x="21" y="24"/>
                      <a:pt x="22" y="25"/>
                      <a:pt x="22" y="24"/>
                    </a:cubicBezTo>
                    <a:cubicBezTo>
                      <a:pt x="21" y="22"/>
                      <a:pt x="21" y="22"/>
                      <a:pt x="21" y="22"/>
                    </a:cubicBezTo>
                    <a:cubicBezTo>
                      <a:pt x="21" y="22"/>
                      <a:pt x="20" y="20"/>
                      <a:pt x="20" y="19"/>
                    </a:cubicBezTo>
                    <a:cubicBezTo>
                      <a:pt x="20" y="20"/>
                      <a:pt x="19" y="19"/>
                      <a:pt x="19" y="19"/>
                    </a:cubicBezTo>
                    <a:cubicBezTo>
                      <a:pt x="20" y="22"/>
                      <a:pt x="19" y="21"/>
                      <a:pt x="20" y="23"/>
                    </a:cubicBezTo>
                    <a:cubicBezTo>
                      <a:pt x="20" y="24"/>
                      <a:pt x="19" y="21"/>
                      <a:pt x="19" y="21"/>
                    </a:cubicBezTo>
                    <a:cubicBezTo>
                      <a:pt x="19" y="22"/>
                      <a:pt x="18" y="21"/>
                      <a:pt x="18" y="22"/>
                    </a:cubicBezTo>
                    <a:cubicBezTo>
                      <a:pt x="18" y="21"/>
                      <a:pt x="18" y="21"/>
                      <a:pt x="18" y="21"/>
                    </a:cubicBezTo>
                    <a:cubicBezTo>
                      <a:pt x="18" y="22"/>
                      <a:pt x="17" y="21"/>
                      <a:pt x="18" y="24"/>
                    </a:cubicBezTo>
                    <a:cubicBezTo>
                      <a:pt x="17" y="22"/>
                      <a:pt x="17" y="22"/>
                      <a:pt x="17" y="22"/>
                    </a:cubicBezTo>
                    <a:cubicBezTo>
                      <a:pt x="17" y="22"/>
                      <a:pt x="19" y="25"/>
                      <a:pt x="18" y="24"/>
                    </a:cubicBezTo>
                    <a:cubicBezTo>
                      <a:pt x="17" y="23"/>
                      <a:pt x="17" y="23"/>
                      <a:pt x="17" y="23"/>
                    </a:cubicBezTo>
                    <a:cubicBezTo>
                      <a:pt x="18" y="24"/>
                      <a:pt x="16" y="22"/>
                      <a:pt x="17" y="24"/>
                    </a:cubicBezTo>
                    <a:cubicBezTo>
                      <a:pt x="17" y="23"/>
                      <a:pt x="17" y="23"/>
                      <a:pt x="17" y="23"/>
                    </a:cubicBezTo>
                    <a:cubicBezTo>
                      <a:pt x="17" y="23"/>
                      <a:pt x="16" y="23"/>
                      <a:pt x="17" y="25"/>
                    </a:cubicBezTo>
                    <a:cubicBezTo>
                      <a:pt x="16" y="23"/>
                      <a:pt x="16" y="23"/>
                      <a:pt x="16" y="23"/>
                    </a:cubicBezTo>
                    <a:cubicBezTo>
                      <a:pt x="15" y="22"/>
                      <a:pt x="17" y="25"/>
                      <a:pt x="16" y="24"/>
                    </a:cubicBezTo>
                    <a:cubicBezTo>
                      <a:pt x="16" y="24"/>
                      <a:pt x="16" y="23"/>
                      <a:pt x="16" y="23"/>
                    </a:cubicBezTo>
                    <a:cubicBezTo>
                      <a:pt x="16" y="24"/>
                      <a:pt x="16" y="24"/>
                      <a:pt x="16" y="25"/>
                    </a:cubicBezTo>
                    <a:cubicBezTo>
                      <a:pt x="15" y="23"/>
                      <a:pt x="15" y="23"/>
                      <a:pt x="15" y="23"/>
                    </a:cubicBezTo>
                    <a:cubicBezTo>
                      <a:pt x="14" y="23"/>
                      <a:pt x="13" y="23"/>
                      <a:pt x="13" y="26"/>
                    </a:cubicBezTo>
                    <a:cubicBezTo>
                      <a:pt x="11" y="24"/>
                      <a:pt x="12" y="24"/>
                      <a:pt x="11" y="23"/>
                    </a:cubicBezTo>
                    <a:cubicBezTo>
                      <a:pt x="12" y="25"/>
                      <a:pt x="11" y="24"/>
                      <a:pt x="11" y="24"/>
                    </a:cubicBezTo>
                    <a:cubicBezTo>
                      <a:pt x="11" y="24"/>
                      <a:pt x="11" y="24"/>
                      <a:pt x="11" y="24"/>
                    </a:cubicBezTo>
                    <a:cubicBezTo>
                      <a:pt x="11" y="25"/>
                      <a:pt x="11" y="23"/>
                      <a:pt x="11" y="24"/>
                    </a:cubicBezTo>
                    <a:cubicBezTo>
                      <a:pt x="11" y="25"/>
                      <a:pt x="11" y="25"/>
                      <a:pt x="11" y="25"/>
                    </a:cubicBezTo>
                    <a:cubicBezTo>
                      <a:pt x="12" y="26"/>
                      <a:pt x="10" y="22"/>
                      <a:pt x="11" y="25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6"/>
                      <a:pt x="9" y="23"/>
                      <a:pt x="10" y="25"/>
                    </a:cubicBezTo>
                    <a:cubicBezTo>
                      <a:pt x="10" y="24"/>
                      <a:pt x="10" y="24"/>
                      <a:pt x="10" y="24"/>
                    </a:cubicBezTo>
                    <a:cubicBezTo>
                      <a:pt x="9" y="24"/>
                      <a:pt x="11" y="27"/>
                      <a:pt x="10" y="25"/>
                    </a:cubicBezTo>
                    <a:cubicBezTo>
                      <a:pt x="10" y="26"/>
                      <a:pt x="10" y="26"/>
                      <a:pt x="11" y="28"/>
                    </a:cubicBezTo>
                    <a:cubicBezTo>
                      <a:pt x="9" y="26"/>
                      <a:pt x="9" y="26"/>
                      <a:pt x="9" y="26"/>
                    </a:cubicBezTo>
                    <a:cubicBezTo>
                      <a:pt x="9" y="27"/>
                      <a:pt x="8" y="27"/>
                      <a:pt x="9" y="30"/>
                    </a:cubicBezTo>
                    <a:cubicBezTo>
                      <a:pt x="8" y="29"/>
                      <a:pt x="8" y="29"/>
                      <a:pt x="8" y="29"/>
                    </a:cubicBezTo>
                    <a:cubicBezTo>
                      <a:pt x="9" y="31"/>
                      <a:pt x="6" y="27"/>
                      <a:pt x="8" y="31"/>
                    </a:cubicBezTo>
                    <a:cubicBezTo>
                      <a:pt x="9" y="33"/>
                      <a:pt x="9" y="33"/>
                      <a:pt x="9" y="33"/>
                    </a:cubicBezTo>
                    <a:cubicBezTo>
                      <a:pt x="8" y="30"/>
                      <a:pt x="8" y="30"/>
                      <a:pt x="8" y="30"/>
                    </a:cubicBezTo>
                    <a:cubicBezTo>
                      <a:pt x="8" y="32"/>
                      <a:pt x="7" y="31"/>
                      <a:pt x="8" y="32"/>
                    </a:cubicBezTo>
                    <a:cubicBezTo>
                      <a:pt x="7" y="31"/>
                      <a:pt x="7" y="31"/>
                      <a:pt x="7" y="31"/>
                    </a:cubicBezTo>
                    <a:cubicBezTo>
                      <a:pt x="7" y="31"/>
                      <a:pt x="8" y="33"/>
                      <a:pt x="8" y="33"/>
                    </a:cubicBezTo>
                    <a:cubicBezTo>
                      <a:pt x="7" y="32"/>
                      <a:pt x="7" y="32"/>
                      <a:pt x="7" y="32"/>
                    </a:cubicBezTo>
                    <a:cubicBezTo>
                      <a:pt x="5" y="30"/>
                      <a:pt x="2" y="29"/>
                      <a:pt x="4" y="33"/>
                    </a:cubicBezTo>
                    <a:cubicBezTo>
                      <a:pt x="4" y="33"/>
                      <a:pt x="3" y="31"/>
                      <a:pt x="3" y="31"/>
                    </a:cubicBezTo>
                    <a:cubicBezTo>
                      <a:pt x="4" y="34"/>
                      <a:pt x="0" y="30"/>
                      <a:pt x="2" y="35"/>
                    </a:cubicBezTo>
                    <a:cubicBezTo>
                      <a:pt x="3" y="36"/>
                      <a:pt x="6" y="41"/>
                      <a:pt x="6" y="41"/>
                    </a:cubicBezTo>
                    <a:cubicBezTo>
                      <a:pt x="6" y="39"/>
                      <a:pt x="9" y="40"/>
                      <a:pt x="11" y="42"/>
                    </a:cubicBezTo>
                    <a:cubicBezTo>
                      <a:pt x="11" y="41"/>
                      <a:pt x="11" y="40"/>
                      <a:pt x="12" y="41"/>
                    </a:cubicBezTo>
                    <a:cubicBezTo>
                      <a:pt x="13" y="40"/>
                      <a:pt x="17" y="43"/>
                      <a:pt x="17" y="40"/>
                    </a:cubicBezTo>
                    <a:cubicBezTo>
                      <a:pt x="17" y="40"/>
                      <a:pt x="16" y="39"/>
                      <a:pt x="16" y="38"/>
                    </a:cubicBezTo>
                    <a:cubicBezTo>
                      <a:pt x="17" y="39"/>
                      <a:pt x="17" y="39"/>
                      <a:pt x="17" y="39"/>
                    </a:cubicBezTo>
                    <a:cubicBezTo>
                      <a:pt x="16" y="38"/>
                      <a:pt x="16" y="38"/>
                      <a:pt x="16" y="38"/>
                    </a:cubicBezTo>
                    <a:cubicBezTo>
                      <a:pt x="16" y="37"/>
                      <a:pt x="17" y="39"/>
                      <a:pt x="17" y="39"/>
                    </a:cubicBezTo>
                    <a:cubicBezTo>
                      <a:pt x="17" y="39"/>
                      <a:pt x="18" y="38"/>
                      <a:pt x="18" y="38"/>
                    </a:cubicBezTo>
                    <a:cubicBezTo>
                      <a:pt x="18" y="36"/>
                      <a:pt x="19" y="38"/>
                      <a:pt x="18" y="36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18" y="36"/>
                      <a:pt x="18" y="35"/>
                      <a:pt x="20" y="38"/>
                    </a:cubicBezTo>
                    <a:cubicBezTo>
                      <a:pt x="22" y="39"/>
                      <a:pt x="23" y="37"/>
                      <a:pt x="25" y="37"/>
                    </a:cubicBezTo>
                    <a:cubicBezTo>
                      <a:pt x="26" y="35"/>
                      <a:pt x="27" y="33"/>
                      <a:pt x="29" y="32"/>
                    </a:cubicBezTo>
                    <a:cubicBezTo>
                      <a:pt x="28" y="28"/>
                      <a:pt x="29" y="30"/>
                      <a:pt x="28" y="27"/>
                    </a:cubicBezTo>
                    <a:cubicBezTo>
                      <a:pt x="29" y="28"/>
                      <a:pt x="29" y="28"/>
                      <a:pt x="29" y="28"/>
                    </a:cubicBezTo>
                    <a:cubicBezTo>
                      <a:pt x="28" y="26"/>
                      <a:pt x="29" y="28"/>
                      <a:pt x="30" y="29"/>
                    </a:cubicBezTo>
                    <a:cubicBezTo>
                      <a:pt x="29" y="28"/>
                      <a:pt x="30" y="29"/>
                      <a:pt x="29" y="27"/>
                    </a:cubicBezTo>
                    <a:cubicBezTo>
                      <a:pt x="29" y="25"/>
                      <a:pt x="30" y="30"/>
                      <a:pt x="30" y="29"/>
                    </a:cubicBezTo>
                    <a:cubicBezTo>
                      <a:pt x="30" y="29"/>
                      <a:pt x="30" y="27"/>
                      <a:pt x="30" y="28"/>
                    </a:cubicBezTo>
                    <a:cubicBezTo>
                      <a:pt x="30" y="26"/>
                      <a:pt x="30" y="29"/>
                      <a:pt x="31" y="31"/>
                    </a:cubicBezTo>
                    <a:cubicBezTo>
                      <a:pt x="32" y="30"/>
                      <a:pt x="32" y="28"/>
                      <a:pt x="33" y="29"/>
                    </a:cubicBezTo>
                    <a:cubicBezTo>
                      <a:pt x="33" y="29"/>
                      <a:pt x="33" y="27"/>
                      <a:pt x="33" y="27"/>
                    </a:cubicBezTo>
                    <a:cubicBezTo>
                      <a:pt x="34" y="30"/>
                      <a:pt x="33" y="26"/>
                      <a:pt x="33" y="27"/>
                    </a:cubicBezTo>
                    <a:cubicBezTo>
                      <a:pt x="34" y="28"/>
                      <a:pt x="34" y="28"/>
                      <a:pt x="34" y="28"/>
                    </a:cubicBezTo>
                    <a:cubicBezTo>
                      <a:pt x="34" y="30"/>
                      <a:pt x="34" y="28"/>
                      <a:pt x="35" y="29"/>
                    </a:cubicBezTo>
                    <a:cubicBezTo>
                      <a:pt x="35" y="28"/>
                      <a:pt x="36" y="30"/>
                      <a:pt x="36" y="29"/>
                    </a:cubicBezTo>
                    <a:cubicBezTo>
                      <a:pt x="36" y="30"/>
                      <a:pt x="36" y="29"/>
                      <a:pt x="36" y="30"/>
                    </a:cubicBezTo>
                    <a:cubicBezTo>
                      <a:pt x="36" y="26"/>
                      <a:pt x="37" y="31"/>
                      <a:pt x="37" y="29"/>
                    </a:cubicBezTo>
                    <a:cubicBezTo>
                      <a:pt x="37" y="29"/>
                      <a:pt x="37" y="29"/>
                      <a:pt x="37" y="29"/>
                    </a:cubicBezTo>
                    <a:cubicBezTo>
                      <a:pt x="38" y="29"/>
                      <a:pt x="39" y="29"/>
                      <a:pt x="40" y="27"/>
                    </a:cubicBezTo>
                    <a:cubicBezTo>
                      <a:pt x="40" y="27"/>
                      <a:pt x="41" y="30"/>
                      <a:pt x="41" y="28"/>
                    </a:cubicBezTo>
                    <a:cubicBezTo>
                      <a:pt x="41" y="27"/>
                      <a:pt x="41" y="27"/>
                      <a:pt x="41" y="27"/>
                    </a:cubicBezTo>
                    <a:cubicBezTo>
                      <a:pt x="41" y="27"/>
                      <a:pt x="41" y="28"/>
                      <a:pt x="42" y="28"/>
                    </a:cubicBezTo>
                    <a:cubicBezTo>
                      <a:pt x="42" y="27"/>
                      <a:pt x="42" y="28"/>
                      <a:pt x="43" y="28"/>
                    </a:cubicBezTo>
                    <a:cubicBezTo>
                      <a:pt x="43" y="28"/>
                      <a:pt x="43" y="27"/>
                      <a:pt x="42" y="27"/>
                    </a:cubicBezTo>
                    <a:cubicBezTo>
                      <a:pt x="43" y="29"/>
                      <a:pt x="43" y="26"/>
                      <a:pt x="44" y="27"/>
                    </a:cubicBezTo>
                    <a:cubicBezTo>
                      <a:pt x="43" y="24"/>
                      <a:pt x="44" y="26"/>
                      <a:pt x="44" y="2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518" name="Freeform 193"/>
              <p:cNvSpPr/>
              <p:nvPr>
                <p:custDataLst>
                  <p:tags r:id="rId439"/>
                </p:custDataLst>
              </p:nvPr>
            </p:nvSpPr>
            <p:spPr bwMode="auto">
              <a:xfrm>
                <a:off x="3192" y="2160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519" name="Freeform 194"/>
              <p:cNvSpPr/>
              <p:nvPr>
                <p:custDataLst>
                  <p:tags r:id="rId440"/>
                </p:custDataLst>
              </p:nvPr>
            </p:nvSpPr>
            <p:spPr bwMode="auto">
              <a:xfrm>
                <a:off x="3146" y="2177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2 h 2"/>
                  <a:gd name="T4" fmla="*/ 2 w 2"/>
                  <a:gd name="T5" fmla="*/ 2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0" y="2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520" name="Freeform 195"/>
              <p:cNvSpPr/>
              <p:nvPr>
                <p:custDataLst>
                  <p:tags r:id="rId441"/>
                </p:custDataLst>
              </p:nvPr>
            </p:nvSpPr>
            <p:spPr bwMode="auto">
              <a:xfrm>
                <a:off x="3264" y="1853"/>
                <a:ext cx="2" cy="4"/>
              </a:xfrm>
              <a:custGeom>
                <a:avLst/>
                <a:gdLst>
                  <a:gd name="T0" fmla="*/ 0 w 1"/>
                  <a:gd name="T1" fmla="*/ 1 h 2"/>
                  <a:gd name="T2" fmla="*/ 0 w 1"/>
                  <a:gd name="T3" fmla="*/ 1 h 2"/>
                  <a:gd name="T4" fmla="*/ 0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1" y="0"/>
                      <a:pt x="0" y="2"/>
                      <a:pt x="0" y="1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521" name="Freeform 196"/>
              <p:cNvSpPr/>
              <p:nvPr>
                <p:custDataLst>
                  <p:tags r:id="rId442"/>
                </p:custDataLst>
              </p:nvPr>
            </p:nvSpPr>
            <p:spPr bwMode="auto">
              <a:xfrm>
                <a:off x="3209" y="1836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0 h 2"/>
                  <a:gd name="T4" fmla="*/ 0 w 2"/>
                  <a:gd name="T5" fmla="*/ 2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522" name="Freeform 197"/>
              <p:cNvSpPr/>
              <p:nvPr>
                <p:custDataLst>
                  <p:tags r:id="rId443"/>
                </p:custDataLst>
              </p:nvPr>
            </p:nvSpPr>
            <p:spPr bwMode="auto">
              <a:xfrm>
                <a:off x="3343" y="2470"/>
                <a:ext cx="2" cy="4"/>
              </a:xfrm>
              <a:custGeom>
                <a:avLst/>
                <a:gdLst>
                  <a:gd name="T0" fmla="*/ 1 w 1"/>
                  <a:gd name="T1" fmla="*/ 1 h 2"/>
                  <a:gd name="T2" fmla="*/ 0 w 1"/>
                  <a:gd name="T3" fmla="*/ 1 h 2"/>
                  <a:gd name="T4" fmla="*/ 1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0" y="0"/>
                      <a:pt x="1" y="2"/>
                      <a:pt x="0" y="1"/>
                    </a:cubicBezTo>
                    <a:cubicBezTo>
                      <a:pt x="1" y="2"/>
                      <a:pt x="1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523" name="Freeform 198"/>
              <p:cNvSpPr/>
              <p:nvPr>
                <p:custDataLst>
                  <p:tags r:id="rId444"/>
                </p:custDataLst>
              </p:nvPr>
            </p:nvSpPr>
            <p:spPr bwMode="auto">
              <a:xfrm>
                <a:off x="3186" y="183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524" name="Freeform 199"/>
              <p:cNvSpPr/>
              <p:nvPr>
                <p:custDataLst>
                  <p:tags r:id="rId445"/>
                </p:custDataLst>
              </p:nvPr>
            </p:nvSpPr>
            <p:spPr bwMode="auto">
              <a:xfrm>
                <a:off x="3188" y="1825"/>
                <a:ext cx="2" cy="4"/>
              </a:xfrm>
              <a:custGeom>
                <a:avLst/>
                <a:gdLst>
                  <a:gd name="T0" fmla="*/ 1 w 1"/>
                  <a:gd name="T1" fmla="*/ 0 h 2"/>
                  <a:gd name="T2" fmla="*/ 1 w 1"/>
                  <a:gd name="T3" fmla="*/ 1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0"/>
                      <a:pt x="0" y="2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525" name="Freeform 200"/>
              <p:cNvSpPr/>
              <p:nvPr>
                <p:custDataLst>
                  <p:tags r:id="rId446"/>
                </p:custDataLst>
              </p:nvPr>
            </p:nvSpPr>
            <p:spPr bwMode="auto">
              <a:xfrm>
                <a:off x="3184" y="1833"/>
                <a:ext cx="2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526" name="Freeform 201"/>
              <p:cNvSpPr/>
              <p:nvPr>
                <p:custDataLst>
                  <p:tags r:id="rId447"/>
                </p:custDataLst>
              </p:nvPr>
            </p:nvSpPr>
            <p:spPr bwMode="auto">
              <a:xfrm>
                <a:off x="3351" y="2465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2 h 2"/>
                  <a:gd name="T4" fmla="*/ 0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1"/>
                      <a:pt x="1" y="2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527" name="Freeform 202"/>
              <p:cNvSpPr/>
              <p:nvPr>
                <p:custDataLst>
                  <p:tags r:id="rId448"/>
                </p:custDataLst>
              </p:nvPr>
            </p:nvSpPr>
            <p:spPr bwMode="auto">
              <a:xfrm>
                <a:off x="3173" y="1831"/>
                <a:ext cx="2" cy="5"/>
              </a:xfrm>
              <a:custGeom>
                <a:avLst/>
                <a:gdLst>
                  <a:gd name="T0" fmla="*/ 2 w 2"/>
                  <a:gd name="T1" fmla="*/ 0 h 5"/>
                  <a:gd name="T2" fmla="*/ 2 w 2"/>
                  <a:gd name="T3" fmla="*/ 0 h 5"/>
                  <a:gd name="T4" fmla="*/ 0 w 2"/>
                  <a:gd name="T5" fmla="*/ 5 h 5"/>
                  <a:gd name="T6" fmla="*/ 2 w 2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5">
                    <a:moveTo>
                      <a:pt x="2" y="0"/>
                    </a:moveTo>
                    <a:lnTo>
                      <a:pt x="2" y="0"/>
                    </a:lnTo>
                    <a:lnTo>
                      <a:pt x="0" y="5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528" name="Freeform 203"/>
              <p:cNvSpPr/>
              <p:nvPr>
                <p:custDataLst>
                  <p:tags r:id="rId449"/>
                </p:custDataLst>
              </p:nvPr>
            </p:nvSpPr>
            <p:spPr bwMode="auto">
              <a:xfrm>
                <a:off x="3536" y="1554"/>
                <a:ext cx="8" cy="2"/>
              </a:xfrm>
              <a:custGeom>
                <a:avLst/>
                <a:gdLst>
                  <a:gd name="T0" fmla="*/ 0 w 4"/>
                  <a:gd name="T1" fmla="*/ 1 h 1"/>
                  <a:gd name="T2" fmla="*/ 0 w 4"/>
                  <a:gd name="T3" fmla="*/ 1 h 1"/>
                  <a:gd name="T4" fmla="*/ 1 w 4"/>
                  <a:gd name="T5" fmla="*/ 1 h 1"/>
                  <a:gd name="T6" fmla="*/ 2 w 4"/>
                  <a:gd name="T7" fmla="*/ 0 h 1"/>
                  <a:gd name="T8" fmla="*/ 4 w 4"/>
                  <a:gd name="T9" fmla="*/ 0 h 1"/>
                  <a:gd name="T10" fmla="*/ 0 w 4"/>
                  <a:gd name="T1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2" y="1"/>
                      <a:pt x="3" y="1"/>
                      <a:pt x="2" y="0"/>
                    </a:cubicBezTo>
                    <a:cubicBezTo>
                      <a:pt x="3" y="0"/>
                      <a:pt x="4" y="0"/>
                      <a:pt x="4" y="0"/>
                    </a:cubicBezTo>
                    <a:cubicBezTo>
                      <a:pt x="3" y="0"/>
                      <a:pt x="1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529" name="Freeform 204"/>
              <p:cNvSpPr/>
              <p:nvPr>
                <p:custDataLst>
                  <p:tags r:id="rId450"/>
                </p:custDataLst>
              </p:nvPr>
            </p:nvSpPr>
            <p:spPr bwMode="auto">
              <a:xfrm>
                <a:off x="3538" y="1556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</p:grpSp>
        <p:grpSp>
          <p:nvGrpSpPr>
            <p:cNvPr id="58" name="Group 406"/>
            <p:cNvGrpSpPr/>
            <p:nvPr/>
          </p:nvGrpSpPr>
          <p:grpSpPr bwMode="auto">
            <a:xfrm>
              <a:off x="3112" y="1551"/>
              <a:ext cx="1462" cy="1559"/>
              <a:chOff x="3112" y="1551"/>
              <a:chExt cx="1462" cy="1559"/>
            </a:xfrm>
            <a:grpFill/>
          </p:grpSpPr>
          <p:sp>
            <p:nvSpPr>
              <p:cNvPr id="118" name="Freeform 206"/>
              <p:cNvSpPr/>
              <p:nvPr>
                <p:custDataLst>
                  <p:tags r:id="rId51"/>
                </p:custDataLst>
              </p:nvPr>
            </p:nvSpPr>
            <p:spPr bwMode="auto">
              <a:xfrm>
                <a:off x="3534" y="1558"/>
                <a:ext cx="4" cy="0"/>
              </a:xfrm>
              <a:custGeom>
                <a:avLst/>
                <a:gdLst>
                  <a:gd name="T0" fmla="*/ 1 w 2"/>
                  <a:gd name="T1" fmla="*/ 2 w 2"/>
                  <a:gd name="T2" fmla="*/ 1 w 2"/>
                  <a:gd name="T3" fmla="*/ 1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19" name="Freeform 207"/>
              <p:cNvSpPr/>
              <p:nvPr>
                <p:custDataLst>
                  <p:tags r:id="rId52"/>
                </p:custDataLst>
              </p:nvPr>
            </p:nvSpPr>
            <p:spPr bwMode="auto">
              <a:xfrm>
                <a:off x="3513" y="1581"/>
                <a:ext cx="4" cy="2"/>
              </a:xfrm>
              <a:custGeom>
                <a:avLst/>
                <a:gdLst>
                  <a:gd name="T0" fmla="*/ 1 w 2"/>
                  <a:gd name="T1" fmla="*/ 1 h 1"/>
                  <a:gd name="T2" fmla="*/ 0 w 2"/>
                  <a:gd name="T3" fmla="*/ 0 h 1"/>
                  <a:gd name="T4" fmla="*/ 1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2" y="0"/>
                      <a:pt x="1" y="1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20" name="Freeform 208"/>
              <p:cNvSpPr/>
              <p:nvPr>
                <p:custDataLst>
                  <p:tags r:id="rId53"/>
                </p:custDataLst>
              </p:nvPr>
            </p:nvSpPr>
            <p:spPr bwMode="auto">
              <a:xfrm>
                <a:off x="3513" y="1579"/>
                <a:ext cx="6" cy="2"/>
              </a:xfrm>
              <a:custGeom>
                <a:avLst/>
                <a:gdLst>
                  <a:gd name="T0" fmla="*/ 0 w 3"/>
                  <a:gd name="T1" fmla="*/ 1 h 1"/>
                  <a:gd name="T2" fmla="*/ 3 w 3"/>
                  <a:gd name="T3" fmla="*/ 1 h 1"/>
                  <a:gd name="T4" fmla="*/ 0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2" y="0"/>
                      <a:pt x="1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21" name="Freeform 209"/>
              <p:cNvSpPr/>
              <p:nvPr>
                <p:custDataLst>
                  <p:tags r:id="rId54"/>
                </p:custDataLst>
              </p:nvPr>
            </p:nvSpPr>
            <p:spPr bwMode="auto">
              <a:xfrm>
                <a:off x="3536" y="1551"/>
                <a:ext cx="4" cy="3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2" y="0"/>
                      <a:pt x="1" y="0"/>
                      <a:pt x="0" y="0"/>
                    </a:cubicBezTo>
                    <a:lnTo>
                      <a:pt x="2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22" name="Freeform 210"/>
              <p:cNvSpPr/>
              <p:nvPr>
                <p:custDataLst>
                  <p:tags r:id="rId55"/>
                </p:custDataLst>
              </p:nvPr>
            </p:nvSpPr>
            <p:spPr bwMode="auto">
              <a:xfrm>
                <a:off x="3112" y="1810"/>
                <a:ext cx="161" cy="87"/>
              </a:xfrm>
              <a:custGeom>
                <a:avLst/>
                <a:gdLst>
                  <a:gd name="T0" fmla="*/ 12 w 76"/>
                  <a:gd name="T1" fmla="*/ 18 h 41"/>
                  <a:gd name="T2" fmla="*/ 22 w 76"/>
                  <a:gd name="T3" fmla="*/ 26 h 41"/>
                  <a:gd name="T4" fmla="*/ 33 w 76"/>
                  <a:gd name="T5" fmla="*/ 25 h 41"/>
                  <a:gd name="T6" fmla="*/ 37 w 76"/>
                  <a:gd name="T7" fmla="*/ 28 h 41"/>
                  <a:gd name="T8" fmla="*/ 43 w 76"/>
                  <a:gd name="T9" fmla="*/ 32 h 41"/>
                  <a:gd name="T10" fmla="*/ 48 w 76"/>
                  <a:gd name="T11" fmla="*/ 35 h 41"/>
                  <a:gd name="T12" fmla="*/ 53 w 76"/>
                  <a:gd name="T13" fmla="*/ 33 h 41"/>
                  <a:gd name="T14" fmla="*/ 60 w 76"/>
                  <a:gd name="T15" fmla="*/ 35 h 41"/>
                  <a:gd name="T16" fmla="*/ 63 w 76"/>
                  <a:gd name="T17" fmla="*/ 36 h 41"/>
                  <a:gd name="T18" fmla="*/ 67 w 76"/>
                  <a:gd name="T19" fmla="*/ 40 h 41"/>
                  <a:gd name="T20" fmla="*/ 69 w 76"/>
                  <a:gd name="T21" fmla="*/ 40 h 41"/>
                  <a:gd name="T22" fmla="*/ 72 w 76"/>
                  <a:gd name="T23" fmla="*/ 38 h 41"/>
                  <a:gd name="T24" fmla="*/ 74 w 76"/>
                  <a:gd name="T25" fmla="*/ 36 h 41"/>
                  <a:gd name="T26" fmla="*/ 75 w 76"/>
                  <a:gd name="T27" fmla="*/ 34 h 41"/>
                  <a:gd name="T28" fmla="*/ 71 w 76"/>
                  <a:gd name="T29" fmla="*/ 33 h 41"/>
                  <a:gd name="T30" fmla="*/ 72 w 76"/>
                  <a:gd name="T31" fmla="*/ 31 h 41"/>
                  <a:gd name="T32" fmla="*/ 71 w 76"/>
                  <a:gd name="T33" fmla="*/ 29 h 41"/>
                  <a:gd name="T34" fmla="*/ 73 w 76"/>
                  <a:gd name="T35" fmla="*/ 25 h 41"/>
                  <a:gd name="T36" fmla="*/ 75 w 76"/>
                  <a:gd name="T37" fmla="*/ 22 h 41"/>
                  <a:gd name="T38" fmla="*/ 71 w 76"/>
                  <a:gd name="T39" fmla="*/ 25 h 41"/>
                  <a:gd name="T40" fmla="*/ 67 w 76"/>
                  <a:gd name="T41" fmla="*/ 28 h 41"/>
                  <a:gd name="T42" fmla="*/ 70 w 76"/>
                  <a:gd name="T43" fmla="*/ 22 h 41"/>
                  <a:gd name="T44" fmla="*/ 69 w 76"/>
                  <a:gd name="T45" fmla="*/ 23 h 41"/>
                  <a:gd name="T46" fmla="*/ 70 w 76"/>
                  <a:gd name="T47" fmla="*/ 20 h 41"/>
                  <a:gd name="T48" fmla="*/ 68 w 76"/>
                  <a:gd name="T49" fmla="*/ 20 h 41"/>
                  <a:gd name="T50" fmla="*/ 67 w 76"/>
                  <a:gd name="T51" fmla="*/ 19 h 41"/>
                  <a:gd name="T52" fmla="*/ 62 w 76"/>
                  <a:gd name="T53" fmla="*/ 24 h 41"/>
                  <a:gd name="T54" fmla="*/ 66 w 76"/>
                  <a:gd name="T55" fmla="*/ 18 h 41"/>
                  <a:gd name="T56" fmla="*/ 65 w 76"/>
                  <a:gd name="T57" fmla="*/ 18 h 41"/>
                  <a:gd name="T58" fmla="*/ 60 w 76"/>
                  <a:gd name="T59" fmla="*/ 17 h 41"/>
                  <a:gd name="T60" fmla="*/ 58 w 76"/>
                  <a:gd name="T61" fmla="*/ 17 h 41"/>
                  <a:gd name="T62" fmla="*/ 55 w 76"/>
                  <a:gd name="T63" fmla="*/ 15 h 41"/>
                  <a:gd name="T64" fmla="*/ 53 w 76"/>
                  <a:gd name="T65" fmla="*/ 16 h 41"/>
                  <a:gd name="T66" fmla="*/ 53 w 76"/>
                  <a:gd name="T67" fmla="*/ 15 h 41"/>
                  <a:gd name="T68" fmla="*/ 52 w 76"/>
                  <a:gd name="T69" fmla="*/ 14 h 41"/>
                  <a:gd name="T70" fmla="*/ 50 w 76"/>
                  <a:gd name="T71" fmla="*/ 16 h 41"/>
                  <a:gd name="T72" fmla="*/ 49 w 76"/>
                  <a:gd name="T73" fmla="*/ 13 h 41"/>
                  <a:gd name="T74" fmla="*/ 47 w 76"/>
                  <a:gd name="T75" fmla="*/ 12 h 41"/>
                  <a:gd name="T76" fmla="*/ 45 w 76"/>
                  <a:gd name="T77" fmla="*/ 12 h 41"/>
                  <a:gd name="T78" fmla="*/ 43 w 76"/>
                  <a:gd name="T79" fmla="*/ 11 h 41"/>
                  <a:gd name="T80" fmla="*/ 40 w 76"/>
                  <a:gd name="T81" fmla="*/ 13 h 41"/>
                  <a:gd name="T82" fmla="*/ 40 w 76"/>
                  <a:gd name="T83" fmla="*/ 11 h 41"/>
                  <a:gd name="T84" fmla="*/ 40 w 76"/>
                  <a:gd name="T85" fmla="*/ 11 h 41"/>
                  <a:gd name="T86" fmla="*/ 37 w 76"/>
                  <a:gd name="T87" fmla="*/ 10 h 41"/>
                  <a:gd name="T88" fmla="*/ 34 w 76"/>
                  <a:gd name="T89" fmla="*/ 13 h 41"/>
                  <a:gd name="T90" fmla="*/ 31 w 76"/>
                  <a:gd name="T91" fmla="*/ 14 h 41"/>
                  <a:gd name="T92" fmla="*/ 31 w 76"/>
                  <a:gd name="T93" fmla="*/ 10 h 41"/>
                  <a:gd name="T94" fmla="*/ 26 w 76"/>
                  <a:gd name="T95" fmla="*/ 12 h 41"/>
                  <a:gd name="T96" fmla="*/ 24 w 76"/>
                  <a:gd name="T97" fmla="*/ 12 h 41"/>
                  <a:gd name="T98" fmla="*/ 20 w 76"/>
                  <a:gd name="T99" fmla="*/ 9 h 41"/>
                  <a:gd name="T100" fmla="*/ 20 w 76"/>
                  <a:gd name="T101" fmla="*/ 7 h 41"/>
                  <a:gd name="T102" fmla="*/ 18 w 76"/>
                  <a:gd name="T103" fmla="*/ 6 h 41"/>
                  <a:gd name="T104" fmla="*/ 11 w 76"/>
                  <a:gd name="T105" fmla="*/ 8 h 41"/>
                  <a:gd name="T106" fmla="*/ 4 w 76"/>
                  <a:gd name="T107" fmla="*/ 4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76" h="41">
                    <a:moveTo>
                      <a:pt x="3" y="15"/>
                    </a:moveTo>
                    <a:cubicBezTo>
                      <a:pt x="4" y="15"/>
                      <a:pt x="5" y="15"/>
                      <a:pt x="5" y="16"/>
                    </a:cubicBezTo>
                    <a:cubicBezTo>
                      <a:pt x="7" y="16"/>
                      <a:pt x="8" y="22"/>
                      <a:pt x="11" y="21"/>
                    </a:cubicBezTo>
                    <a:cubicBezTo>
                      <a:pt x="11" y="20"/>
                      <a:pt x="11" y="19"/>
                      <a:pt x="12" y="19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2" y="18"/>
                      <a:pt x="12" y="18"/>
                      <a:pt x="12" y="18"/>
                    </a:cubicBezTo>
                    <a:cubicBezTo>
                      <a:pt x="13" y="18"/>
                      <a:pt x="12" y="20"/>
                      <a:pt x="11" y="20"/>
                    </a:cubicBezTo>
                    <a:cubicBezTo>
                      <a:pt x="12" y="21"/>
                      <a:pt x="13" y="20"/>
                      <a:pt x="14" y="21"/>
                    </a:cubicBezTo>
                    <a:cubicBezTo>
                      <a:pt x="15" y="19"/>
                      <a:pt x="15" y="21"/>
                      <a:pt x="15" y="19"/>
                    </a:cubicBezTo>
                    <a:cubicBezTo>
                      <a:pt x="15" y="20"/>
                      <a:pt x="15" y="20"/>
                      <a:pt x="15" y="20"/>
                    </a:cubicBezTo>
                    <a:cubicBezTo>
                      <a:pt x="16" y="19"/>
                      <a:pt x="16" y="19"/>
                      <a:pt x="16" y="22"/>
                    </a:cubicBezTo>
                    <a:cubicBezTo>
                      <a:pt x="17" y="25"/>
                      <a:pt x="20" y="24"/>
                      <a:pt x="22" y="26"/>
                    </a:cubicBezTo>
                    <a:cubicBezTo>
                      <a:pt x="24" y="27"/>
                      <a:pt x="27" y="26"/>
                      <a:pt x="30" y="26"/>
                    </a:cubicBezTo>
                    <a:cubicBezTo>
                      <a:pt x="31" y="23"/>
                      <a:pt x="31" y="25"/>
                      <a:pt x="33" y="22"/>
                    </a:cubicBezTo>
                    <a:cubicBezTo>
                      <a:pt x="32" y="23"/>
                      <a:pt x="32" y="23"/>
                      <a:pt x="32" y="23"/>
                    </a:cubicBezTo>
                    <a:cubicBezTo>
                      <a:pt x="33" y="22"/>
                      <a:pt x="33" y="24"/>
                      <a:pt x="33" y="25"/>
                    </a:cubicBezTo>
                    <a:cubicBezTo>
                      <a:pt x="33" y="24"/>
                      <a:pt x="33" y="25"/>
                      <a:pt x="34" y="23"/>
                    </a:cubicBezTo>
                    <a:cubicBezTo>
                      <a:pt x="34" y="22"/>
                      <a:pt x="33" y="26"/>
                      <a:pt x="33" y="25"/>
                    </a:cubicBezTo>
                    <a:cubicBezTo>
                      <a:pt x="33" y="26"/>
                      <a:pt x="34" y="24"/>
                      <a:pt x="34" y="24"/>
                    </a:cubicBezTo>
                    <a:cubicBezTo>
                      <a:pt x="35" y="23"/>
                      <a:pt x="33" y="25"/>
                      <a:pt x="33" y="28"/>
                    </a:cubicBezTo>
                    <a:cubicBezTo>
                      <a:pt x="34" y="27"/>
                      <a:pt x="36" y="26"/>
                      <a:pt x="37" y="27"/>
                    </a:cubicBezTo>
                    <a:cubicBezTo>
                      <a:pt x="36" y="28"/>
                      <a:pt x="37" y="26"/>
                      <a:pt x="37" y="26"/>
                    </a:cubicBezTo>
                    <a:cubicBezTo>
                      <a:pt x="36" y="29"/>
                      <a:pt x="38" y="25"/>
                      <a:pt x="37" y="27"/>
                    </a:cubicBezTo>
                    <a:cubicBezTo>
                      <a:pt x="37" y="27"/>
                      <a:pt x="37" y="27"/>
                      <a:pt x="37" y="28"/>
                    </a:cubicBezTo>
                    <a:cubicBezTo>
                      <a:pt x="37" y="29"/>
                      <a:pt x="38" y="27"/>
                      <a:pt x="38" y="29"/>
                    </a:cubicBezTo>
                    <a:cubicBezTo>
                      <a:pt x="39" y="28"/>
                      <a:pt x="38" y="31"/>
                      <a:pt x="39" y="29"/>
                    </a:cubicBezTo>
                    <a:cubicBezTo>
                      <a:pt x="38" y="31"/>
                      <a:pt x="39" y="30"/>
                      <a:pt x="38" y="31"/>
                    </a:cubicBezTo>
                    <a:cubicBezTo>
                      <a:pt x="40" y="28"/>
                      <a:pt x="38" y="33"/>
                      <a:pt x="40" y="30"/>
                    </a:cubicBezTo>
                    <a:cubicBezTo>
                      <a:pt x="40" y="31"/>
                      <a:pt x="40" y="31"/>
                      <a:pt x="40" y="31"/>
                    </a:cubicBezTo>
                    <a:cubicBezTo>
                      <a:pt x="41" y="31"/>
                      <a:pt x="41" y="33"/>
                      <a:pt x="43" y="32"/>
                    </a:cubicBezTo>
                    <a:cubicBezTo>
                      <a:pt x="44" y="31"/>
                      <a:pt x="43" y="35"/>
                      <a:pt x="44" y="34"/>
                    </a:cubicBezTo>
                    <a:cubicBezTo>
                      <a:pt x="45" y="32"/>
                      <a:pt x="45" y="32"/>
                      <a:pt x="45" y="32"/>
                    </a:cubicBezTo>
                    <a:cubicBezTo>
                      <a:pt x="45" y="32"/>
                      <a:pt x="45" y="33"/>
                      <a:pt x="45" y="34"/>
                    </a:cubicBezTo>
                    <a:cubicBezTo>
                      <a:pt x="46" y="33"/>
                      <a:pt x="45" y="34"/>
                      <a:pt x="46" y="35"/>
                    </a:cubicBezTo>
                    <a:cubicBezTo>
                      <a:pt x="46" y="34"/>
                      <a:pt x="46" y="34"/>
                      <a:pt x="47" y="33"/>
                    </a:cubicBezTo>
                    <a:cubicBezTo>
                      <a:pt x="46" y="36"/>
                      <a:pt x="48" y="33"/>
                      <a:pt x="48" y="35"/>
                    </a:cubicBezTo>
                    <a:cubicBezTo>
                      <a:pt x="49" y="32"/>
                      <a:pt x="49" y="33"/>
                      <a:pt x="49" y="33"/>
                    </a:cubicBezTo>
                    <a:cubicBezTo>
                      <a:pt x="49" y="33"/>
                      <a:pt x="49" y="34"/>
                      <a:pt x="48" y="34"/>
                    </a:cubicBezTo>
                    <a:cubicBezTo>
                      <a:pt x="49" y="34"/>
                      <a:pt x="49" y="34"/>
                      <a:pt x="49" y="35"/>
                    </a:cubicBezTo>
                    <a:cubicBezTo>
                      <a:pt x="50" y="35"/>
                      <a:pt x="51" y="33"/>
                      <a:pt x="50" y="34"/>
                    </a:cubicBezTo>
                    <a:cubicBezTo>
                      <a:pt x="49" y="36"/>
                      <a:pt x="51" y="34"/>
                      <a:pt x="51" y="35"/>
                    </a:cubicBezTo>
                    <a:cubicBezTo>
                      <a:pt x="52" y="33"/>
                      <a:pt x="53" y="32"/>
                      <a:pt x="53" y="33"/>
                    </a:cubicBezTo>
                    <a:cubicBezTo>
                      <a:pt x="51" y="35"/>
                      <a:pt x="51" y="35"/>
                      <a:pt x="51" y="35"/>
                    </a:cubicBezTo>
                    <a:cubicBezTo>
                      <a:pt x="53" y="34"/>
                      <a:pt x="52" y="37"/>
                      <a:pt x="55" y="35"/>
                    </a:cubicBezTo>
                    <a:cubicBezTo>
                      <a:pt x="54" y="36"/>
                      <a:pt x="54" y="36"/>
                      <a:pt x="54" y="36"/>
                    </a:cubicBezTo>
                    <a:cubicBezTo>
                      <a:pt x="56" y="35"/>
                      <a:pt x="55" y="38"/>
                      <a:pt x="58" y="35"/>
                    </a:cubicBezTo>
                    <a:cubicBezTo>
                      <a:pt x="57" y="36"/>
                      <a:pt x="57" y="37"/>
                      <a:pt x="57" y="37"/>
                    </a:cubicBezTo>
                    <a:cubicBezTo>
                      <a:pt x="58" y="36"/>
                      <a:pt x="58" y="36"/>
                      <a:pt x="60" y="35"/>
                    </a:cubicBezTo>
                    <a:cubicBezTo>
                      <a:pt x="60" y="35"/>
                      <a:pt x="59" y="36"/>
                      <a:pt x="59" y="36"/>
                    </a:cubicBezTo>
                    <a:cubicBezTo>
                      <a:pt x="59" y="37"/>
                      <a:pt x="58" y="39"/>
                      <a:pt x="60" y="37"/>
                    </a:cubicBezTo>
                    <a:cubicBezTo>
                      <a:pt x="59" y="38"/>
                      <a:pt x="59" y="38"/>
                      <a:pt x="59" y="38"/>
                    </a:cubicBezTo>
                    <a:cubicBezTo>
                      <a:pt x="60" y="37"/>
                      <a:pt x="62" y="36"/>
                      <a:pt x="61" y="38"/>
                    </a:cubicBezTo>
                    <a:cubicBezTo>
                      <a:pt x="62" y="37"/>
                      <a:pt x="62" y="36"/>
                      <a:pt x="63" y="35"/>
                    </a:cubicBezTo>
                    <a:cubicBezTo>
                      <a:pt x="64" y="35"/>
                      <a:pt x="62" y="37"/>
                      <a:pt x="63" y="36"/>
                    </a:cubicBezTo>
                    <a:cubicBezTo>
                      <a:pt x="62" y="37"/>
                      <a:pt x="62" y="37"/>
                      <a:pt x="62" y="37"/>
                    </a:cubicBezTo>
                    <a:cubicBezTo>
                      <a:pt x="62" y="38"/>
                      <a:pt x="63" y="38"/>
                      <a:pt x="64" y="38"/>
                    </a:cubicBezTo>
                    <a:cubicBezTo>
                      <a:pt x="63" y="40"/>
                      <a:pt x="65" y="38"/>
                      <a:pt x="65" y="39"/>
                    </a:cubicBezTo>
                    <a:cubicBezTo>
                      <a:pt x="66" y="38"/>
                      <a:pt x="65" y="40"/>
                      <a:pt x="67" y="38"/>
                    </a:cubicBezTo>
                    <a:cubicBezTo>
                      <a:pt x="66" y="39"/>
                      <a:pt x="66" y="39"/>
                      <a:pt x="66" y="39"/>
                    </a:cubicBezTo>
                    <a:cubicBezTo>
                      <a:pt x="66" y="39"/>
                      <a:pt x="67" y="40"/>
                      <a:pt x="67" y="40"/>
                    </a:cubicBezTo>
                    <a:cubicBezTo>
                      <a:pt x="67" y="41"/>
                      <a:pt x="68" y="39"/>
                      <a:pt x="69" y="39"/>
                    </a:cubicBezTo>
                    <a:cubicBezTo>
                      <a:pt x="68" y="40"/>
                      <a:pt x="68" y="40"/>
                      <a:pt x="68" y="40"/>
                    </a:cubicBezTo>
                    <a:cubicBezTo>
                      <a:pt x="68" y="39"/>
                      <a:pt x="70" y="38"/>
                      <a:pt x="71" y="37"/>
                    </a:cubicBezTo>
                    <a:cubicBezTo>
                      <a:pt x="71" y="38"/>
                      <a:pt x="71" y="37"/>
                      <a:pt x="71" y="38"/>
                    </a:cubicBezTo>
                    <a:cubicBezTo>
                      <a:pt x="70" y="38"/>
                      <a:pt x="69" y="39"/>
                      <a:pt x="68" y="41"/>
                    </a:cubicBezTo>
                    <a:cubicBezTo>
                      <a:pt x="67" y="41"/>
                      <a:pt x="70" y="39"/>
                      <a:pt x="69" y="40"/>
                    </a:cubicBezTo>
                    <a:cubicBezTo>
                      <a:pt x="69" y="41"/>
                      <a:pt x="69" y="41"/>
                      <a:pt x="70" y="39"/>
                    </a:cubicBezTo>
                    <a:cubicBezTo>
                      <a:pt x="69" y="41"/>
                      <a:pt x="69" y="41"/>
                      <a:pt x="69" y="41"/>
                    </a:cubicBezTo>
                    <a:cubicBezTo>
                      <a:pt x="69" y="41"/>
                      <a:pt x="69" y="41"/>
                      <a:pt x="70" y="40"/>
                    </a:cubicBezTo>
                    <a:cubicBezTo>
                      <a:pt x="70" y="41"/>
                      <a:pt x="70" y="40"/>
                      <a:pt x="70" y="40"/>
                    </a:cubicBezTo>
                    <a:cubicBezTo>
                      <a:pt x="71" y="39"/>
                      <a:pt x="71" y="39"/>
                      <a:pt x="73" y="38"/>
                    </a:cubicBezTo>
                    <a:cubicBezTo>
                      <a:pt x="72" y="38"/>
                      <a:pt x="72" y="38"/>
                      <a:pt x="72" y="38"/>
                    </a:cubicBezTo>
                    <a:cubicBezTo>
                      <a:pt x="73" y="37"/>
                      <a:pt x="74" y="37"/>
                      <a:pt x="73" y="38"/>
                    </a:cubicBezTo>
                    <a:cubicBezTo>
                      <a:pt x="72" y="39"/>
                      <a:pt x="71" y="40"/>
                      <a:pt x="70" y="40"/>
                    </a:cubicBezTo>
                    <a:cubicBezTo>
                      <a:pt x="74" y="38"/>
                      <a:pt x="74" y="38"/>
                      <a:pt x="74" y="38"/>
                    </a:cubicBezTo>
                    <a:cubicBezTo>
                      <a:pt x="73" y="39"/>
                      <a:pt x="73" y="38"/>
                      <a:pt x="74" y="37"/>
                    </a:cubicBezTo>
                    <a:cubicBezTo>
                      <a:pt x="73" y="38"/>
                      <a:pt x="73" y="38"/>
                      <a:pt x="73" y="38"/>
                    </a:cubicBezTo>
                    <a:cubicBezTo>
                      <a:pt x="74" y="36"/>
                      <a:pt x="74" y="36"/>
                      <a:pt x="74" y="36"/>
                    </a:cubicBezTo>
                    <a:cubicBezTo>
                      <a:pt x="74" y="37"/>
                      <a:pt x="75" y="35"/>
                      <a:pt x="73" y="36"/>
                    </a:cubicBezTo>
                    <a:cubicBezTo>
                      <a:pt x="72" y="37"/>
                      <a:pt x="72" y="37"/>
                      <a:pt x="72" y="37"/>
                    </a:cubicBezTo>
                    <a:cubicBezTo>
                      <a:pt x="72" y="37"/>
                      <a:pt x="71" y="39"/>
                      <a:pt x="72" y="37"/>
                    </a:cubicBezTo>
                    <a:cubicBezTo>
                      <a:pt x="73" y="36"/>
                      <a:pt x="73" y="36"/>
                      <a:pt x="73" y="36"/>
                    </a:cubicBezTo>
                    <a:cubicBezTo>
                      <a:pt x="73" y="36"/>
                      <a:pt x="73" y="36"/>
                      <a:pt x="73" y="36"/>
                    </a:cubicBezTo>
                    <a:cubicBezTo>
                      <a:pt x="75" y="34"/>
                      <a:pt x="75" y="34"/>
                      <a:pt x="75" y="34"/>
                    </a:cubicBezTo>
                    <a:cubicBezTo>
                      <a:pt x="72" y="37"/>
                      <a:pt x="73" y="35"/>
                      <a:pt x="73" y="35"/>
                    </a:cubicBezTo>
                    <a:cubicBezTo>
                      <a:pt x="73" y="35"/>
                      <a:pt x="73" y="35"/>
                      <a:pt x="73" y="35"/>
                    </a:cubicBezTo>
                    <a:cubicBezTo>
                      <a:pt x="74" y="34"/>
                      <a:pt x="72" y="36"/>
                      <a:pt x="72" y="36"/>
                    </a:cubicBezTo>
                    <a:cubicBezTo>
                      <a:pt x="72" y="35"/>
                      <a:pt x="74" y="33"/>
                      <a:pt x="75" y="33"/>
                    </a:cubicBezTo>
                    <a:cubicBezTo>
                      <a:pt x="74" y="32"/>
                      <a:pt x="72" y="33"/>
                      <a:pt x="73" y="32"/>
                    </a:cubicBezTo>
                    <a:cubicBezTo>
                      <a:pt x="73" y="32"/>
                      <a:pt x="72" y="32"/>
                      <a:pt x="71" y="33"/>
                    </a:cubicBezTo>
                    <a:cubicBezTo>
                      <a:pt x="71" y="33"/>
                      <a:pt x="73" y="31"/>
                      <a:pt x="72" y="32"/>
                    </a:cubicBezTo>
                    <a:cubicBezTo>
                      <a:pt x="73" y="30"/>
                      <a:pt x="74" y="29"/>
                      <a:pt x="75" y="28"/>
                    </a:cubicBezTo>
                    <a:cubicBezTo>
                      <a:pt x="75" y="28"/>
                      <a:pt x="76" y="27"/>
                      <a:pt x="75" y="27"/>
                    </a:cubicBezTo>
                    <a:cubicBezTo>
                      <a:pt x="76" y="27"/>
                      <a:pt x="76" y="26"/>
                      <a:pt x="76" y="26"/>
                    </a:cubicBezTo>
                    <a:cubicBezTo>
                      <a:pt x="75" y="27"/>
                      <a:pt x="74" y="28"/>
                      <a:pt x="74" y="29"/>
                    </a:cubicBezTo>
                    <a:cubicBezTo>
                      <a:pt x="73" y="31"/>
                      <a:pt x="74" y="29"/>
                      <a:pt x="72" y="31"/>
                    </a:cubicBezTo>
                    <a:cubicBezTo>
                      <a:pt x="72" y="30"/>
                      <a:pt x="72" y="30"/>
                      <a:pt x="71" y="30"/>
                    </a:cubicBezTo>
                    <a:cubicBezTo>
                      <a:pt x="71" y="30"/>
                      <a:pt x="72" y="29"/>
                      <a:pt x="73" y="28"/>
                    </a:cubicBezTo>
                    <a:cubicBezTo>
                      <a:pt x="72" y="29"/>
                      <a:pt x="71" y="30"/>
                      <a:pt x="71" y="29"/>
                    </a:cubicBezTo>
                    <a:cubicBezTo>
                      <a:pt x="70" y="31"/>
                      <a:pt x="70" y="31"/>
                      <a:pt x="69" y="32"/>
                    </a:cubicBezTo>
                    <a:cubicBezTo>
                      <a:pt x="68" y="32"/>
                      <a:pt x="68" y="33"/>
                      <a:pt x="68" y="33"/>
                    </a:cubicBezTo>
                    <a:cubicBezTo>
                      <a:pt x="69" y="31"/>
                      <a:pt x="71" y="29"/>
                      <a:pt x="71" y="29"/>
                    </a:cubicBezTo>
                    <a:cubicBezTo>
                      <a:pt x="72" y="27"/>
                      <a:pt x="71" y="29"/>
                      <a:pt x="72" y="27"/>
                    </a:cubicBezTo>
                    <a:cubicBezTo>
                      <a:pt x="74" y="25"/>
                      <a:pt x="75" y="26"/>
                      <a:pt x="74" y="27"/>
                    </a:cubicBezTo>
                    <a:cubicBezTo>
                      <a:pt x="76" y="25"/>
                      <a:pt x="74" y="26"/>
                      <a:pt x="75" y="25"/>
                    </a:cubicBezTo>
                    <a:cubicBezTo>
                      <a:pt x="75" y="25"/>
                      <a:pt x="74" y="25"/>
                      <a:pt x="73" y="26"/>
                    </a:cubicBezTo>
                    <a:cubicBezTo>
                      <a:pt x="73" y="26"/>
                      <a:pt x="73" y="27"/>
                      <a:pt x="72" y="27"/>
                    </a:cubicBezTo>
                    <a:cubicBezTo>
                      <a:pt x="70" y="29"/>
                      <a:pt x="73" y="26"/>
                      <a:pt x="73" y="25"/>
                    </a:cubicBezTo>
                    <a:cubicBezTo>
                      <a:pt x="73" y="25"/>
                      <a:pt x="73" y="25"/>
                      <a:pt x="73" y="25"/>
                    </a:cubicBezTo>
                    <a:cubicBezTo>
                      <a:pt x="74" y="24"/>
                      <a:pt x="72" y="26"/>
                      <a:pt x="72" y="25"/>
                    </a:cubicBezTo>
                    <a:cubicBezTo>
                      <a:pt x="74" y="23"/>
                      <a:pt x="73" y="25"/>
                      <a:pt x="74" y="24"/>
                    </a:cubicBezTo>
                    <a:cubicBezTo>
                      <a:pt x="76" y="22"/>
                      <a:pt x="76" y="22"/>
                      <a:pt x="76" y="22"/>
                    </a:cubicBezTo>
                    <a:cubicBezTo>
                      <a:pt x="75" y="21"/>
                      <a:pt x="74" y="24"/>
                      <a:pt x="74" y="23"/>
                    </a:cubicBezTo>
                    <a:cubicBezTo>
                      <a:pt x="75" y="22"/>
                      <a:pt x="75" y="22"/>
                      <a:pt x="75" y="22"/>
                    </a:cubicBezTo>
                    <a:cubicBezTo>
                      <a:pt x="74" y="22"/>
                      <a:pt x="74" y="22"/>
                      <a:pt x="74" y="22"/>
                    </a:cubicBezTo>
                    <a:cubicBezTo>
                      <a:pt x="73" y="23"/>
                      <a:pt x="72" y="25"/>
                      <a:pt x="73" y="25"/>
                    </a:cubicBezTo>
                    <a:cubicBezTo>
                      <a:pt x="70" y="27"/>
                      <a:pt x="72" y="25"/>
                      <a:pt x="71" y="25"/>
                    </a:cubicBezTo>
                    <a:cubicBezTo>
                      <a:pt x="70" y="27"/>
                      <a:pt x="72" y="25"/>
                      <a:pt x="71" y="27"/>
                    </a:cubicBezTo>
                    <a:cubicBezTo>
                      <a:pt x="70" y="28"/>
                      <a:pt x="69" y="28"/>
                      <a:pt x="69" y="28"/>
                    </a:cubicBezTo>
                    <a:cubicBezTo>
                      <a:pt x="69" y="28"/>
                      <a:pt x="70" y="26"/>
                      <a:pt x="71" y="25"/>
                    </a:cubicBezTo>
                    <a:cubicBezTo>
                      <a:pt x="71" y="25"/>
                      <a:pt x="71" y="25"/>
                      <a:pt x="71" y="26"/>
                    </a:cubicBezTo>
                    <a:cubicBezTo>
                      <a:pt x="72" y="25"/>
                      <a:pt x="73" y="23"/>
                      <a:pt x="74" y="22"/>
                    </a:cubicBezTo>
                    <a:cubicBezTo>
                      <a:pt x="74" y="21"/>
                      <a:pt x="72" y="24"/>
                      <a:pt x="72" y="23"/>
                    </a:cubicBezTo>
                    <a:cubicBezTo>
                      <a:pt x="73" y="23"/>
                      <a:pt x="71" y="24"/>
                      <a:pt x="71" y="25"/>
                    </a:cubicBezTo>
                    <a:cubicBezTo>
                      <a:pt x="68" y="29"/>
                      <a:pt x="73" y="22"/>
                      <a:pt x="72" y="22"/>
                    </a:cubicBezTo>
                    <a:cubicBezTo>
                      <a:pt x="70" y="25"/>
                      <a:pt x="69" y="25"/>
                      <a:pt x="67" y="28"/>
                    </a:cubicBezTo>
                    <a:cubicBezTo>
                      <a:pt x="67" y="29"/>
                      <a:pt x="66" y="29"/>
                      <a:pt x="66" y="29"/>
                    </a:cubicBezTo>
                    <a:cubicBezTo>
                      <a:pt x="68" y="27"/>
                      <a:pt x="67" y="27"/>
                      <a:pt x="69" y="26"/>
                    </a:cubicBezTo>
                    <a:cubicBezTo>
                      <a:pt x="68" y="26"/>
                      <a:pt x="68" y="26"/>
                      <a:pt x="68" y="26"/>
                    </a:cubicBezTo>
                    <a:cubicBezTo>
                      <a:pt x="70" y="24"/>
                      <a:pt x="70" y="24"/>
                      <a:pt x="70" y="24"/>
                    </a:cubicBezTo>
                    <a:cubicBezTo>
                      <a:pt x="71" y="23"/>
                      <a:pt x="71" y="21"/>
                      <a:pt x="72" y="21"/>
                    </a:cubicBezTo>
                    <a:cubicBezTo>
                      <a:pt x="71" y="21"/>
                      <a:pt x="71" y="22"/>
                      <a:pt x="70" y="22"/>
                    </a:cubicBezTo>
                    <a:cubicBezTo>
                      <a:pt x="71" y="22"/>
                      <a:pt x="71" y="21"/>
                      <a:pt x="71" y="21"/>
                    </a:cubicBezTo>
                    <a:cubicBezTo>
                      <a:pt x="71" y="22"/>
                      <a:pt x="69" y="23"/>
                      <a:pt x="69" y="23"/>
                    </a:cubicBezTo>
                    <a:cubicBezTo>
                      <a:pt x="69" y="23"/>
                      <a:pt x="70" y="22"/>
                      <a:pt x="70" y="21"/>
                    </a:cubicBezTo>
                    <a:cubicBezTo>
                      <a:pt x="71" y="20"/>
                      <a:pt x="71" y="20"/>
                      <a:pt x="71" y="20"/>
                    </a:cubicBezTo>
                    <a:cubicBezTo>
                      <a:pt x="70" y="21"/>
                      <a:pt x="72" y="19"/>
                      <a:pt x="71" y="20"/>
                    </a:cubicBezTo>
                    <a:cubicBezTo>
                      <a:pt x="69" y="23"/>
                      <a:pt x="69" y="23"/>
                      <a:pt x="69" y="23"/>
                    </a:cubicBezTo>
                    <a:cubicBezTo>
                      <a:pt x="68" y="23"/>
                      <a:pt x="69" y="22"/>
                      <a:pt x="69" y="22"/>
                    </a:cubicBezTo>
                    <a:cubicBezTo>
                      <a:pt x="70" y="21"/>
                      <a:pt x="70" y="21"/>
                      <a:pt x="70" y="21"/>
                    </a:cubicBezTo>
                    <a:cubicBezTo>
                      <a:pt x="69" y="22"/>
                      <a:pt x="71" y="19"/>
                      <a:pt x="71" y="19"/>
                    </a:cubicBezTo>
                    <a:cubicBezTo>
                      <a:pt x="70" y="21"/>
                      <a:pt x="70" y="21"/>
                      <a:pt x="70" y="21"/>
                    </a:cubicBezTo>
                    <a:cubicBezTo>
                      <a:pt x="71" y="19"/>
                      <a:pt x="71" y="19"/>
                      <a:pt x="71" y="19"/>
                    </a:cubicBezTo>
                    <a:cubicBezTo>
                      <a:pt x="70" y="20"/>
                      <a:pt x="70" y="20"/>
                      <a:pt x="70" y="20"/>
                    </a:cubicBezTo>
                    <a:cubicBezTo>
                      <a:pt x="70" y="19"/>
                      <a:pt x="70" y="19"/>
                      <a:pt x="70" y="19"/>
                    </a:cubicBezTo>
                    <a:cubicBezTo>
                      <a:pt x="70" y="20"/>
                      <a:pt x="68" y="22"/>
                      <a:pt x="69" y="20"/>
                    </a:cubicBezTo>
                    <a:cubicBezTo>
                      <a:pt x="68" y="22"/>
                      <a:pt x="69" y="20"/>
                      <a:pt x="69" y="21"/>
                    </a:cubicBezTo>
                    <a:cubicBezTo>
                      <a:pt x="68" y="23"/>
                      <a:pt x="68" y="22"/>
                      <a:pt x="67" y="22"/>
                    </a:cubicBezTo>
                    <a:cubicBezTo>
                      <a:pt x="69" y="20"/>
                      <a:pt x="67" y="22"/>
                      <a:pt x="67" y="22"/>
                    </a:cubicBezTo>
                    <a:cubicBezTo>
                      <a:pt x="68" y="20"/>
                      <a:pt x="68" y="20"/>
                      <a:pt x="68" y="20"/>
                    </a:cubicBezTo>
                    <a:cubicBezTo>
                      <a:pt x="67" y="22"/>
                      <a:pt x="67" y="22"/>
                      <a:pt x="67" y="22"/>
                    </a:cubicBezTo>
                    <a:cubicBezTo>
                      <a:pt x="69" y="19"/>
                      <a:pt x="66" y="22"/>
                      <a:pt x="67" y="21"/>
                    </a:cubicBezTo>
                    <a:cubicBezTo>
                      <a:pt x="67" y="20"/>
                      <a:pt x="68" y="19"/>
                      <a:pt x="68" y="18"/>
                    </a:cubicBezTo>
                    <a:cubicBezTo>
                      <a:pt x="67" y="21"/>
                      <a:pt x="66" y="21"/>
                      <a:pt x="65" y="23"/>
                    </a:cubicBezTo>
                    <a:cubicBezTo>
                      <a:pt x="66" y="22"/>
                      <a:pt x="67" y="20"/>
                      <a:pt x="68" y="18"/>
                    </a:cubicBezTo>
                    <a:cubicBezTo>
                      <a:pt x="67" y="20"/>
                      <a:pt x="69" y="17"/>
                      <a:pt x="67" y="19"/>
                    </a:cubicBezTo>
                    <a:cubicBezTo>
                      <a:pt x="67" y="20"/>
                      <a:pt x="66" y="20"/>
                      <a:pt x="65" y="21"/>
                    </a:cubicBezTo>
                    <a:cubicBezTo>
                      <a:pt x="65" y="21"/>
                      <a:pt x="66" y="20"/>
                      <a:pt x="66" y="19"/>
                    </a:cubicBezTo>
                    <a:cubicBezTo>
                      <a:pt x="66" y="20"/>
                      <a:pt x="65" y="21"/>
                      <a:pt x="65" y="22"/>
                    </a:cubicBezTo>
                    <a:cubicBezTo>
                      <a:pt x="65" y="21"/>
                      <a:pt x="63" y="23"/>
                      <a:pt x="64" y="22"/>
                    </a:cubicBezTo>
                    <a:cubicBezTo>
                      <a:pt x="65" y="21"/>
                      <a:pt x="65" y="22"/>
                      <a:pt x="65" y="20"/>
                    </a:cubicBezTo>
                    <a:cubicBezTo>
                      <a:pt x="65" y="20"/>
                      <a:pt x="63" y="24"/>
                      <a:pt x="62" y="24"/>
                    </a:cubicBezTo>
                    <a:cubicBezTo>
                      <a:pt x="62" y="25"/>
                      <a:pt x="60" y="27"/>
                      <a:pt x="60" y="28"/>
                    </a:cubicBezTo>
                    <a:cubicBezTo>
                      <a:pt x="60" y="27"/>
                      <a:pt x="60" y="27"/>
                      <a:pt x="61" y="25"/>
                    </a:cubicBezTo>
                    <a:cubicBezTo>
                      <a:pt x="61" y="26"/>
                      <a:pt x="61" y="26"/>
                      <a:pt x="61" y="26"/>
                    </a:cubicBezTo>
                    <a:cubicBezTo>
                      <a:pt x="62" y="23"/>
                      <a:pt x="64" y="22"/>
                      <a:pt x="65" y="20"/>
                    </a:cubicBezTo>
                    <a:cubicBezTo>
                      <a:pt x="64" y="20"/>
                      <a:pt x="64" y="20"/>
                      <a:pt x="64" y="20"/>
                    </a:cubicBezTo>
                    <a:cubicBezTo>
                      <a:pt x="66" y="18"/>
                      <a:pt x="66" y="18"/>
                      <a:pt x="66" y="18"/>
                    </a:cubicBezTo>
                    <a:cubicBezTo>
                      <a:pt x="65" y="19"/>
                      <a:pt x="65" y="18"/>
                      <a:pt x="65" y="18"/>
                    </a:cubicBezTo>
                    <a:cubicBezTo>
                      <a:pt x="64" y="20"/>
                      <a:pt x="65" y="18"/>
                      <a:pt x="65" y="19"/>
                    </a:cubicBezTo>
                    <a:cubicBezTo>
                      <a:pt x="64" y="19"/>
                      <a:pt x="63" y="22"/>
                      <a:pt x="63" y="21"/>
                    </a:cubicBezTo>
                    <a:cubicBezTo>
                      <a:pt x="65" y="18"/>
                      <a:pt x="65" y="18"/>
                      <a:pt x="65" y="18"/>
                    </a:cubicBezTo>
                    <a:cubicBezTo>
                      <a:pt x="65" y="17"/>
                      <a:pt x="64" y="20"/>
                      <a:pt x="64" y="19"/>
                    </a:cubicBezTo>
                    <a:cubicBezTo>
                      <a:pt x="65" y="18"/>
                      <a:pt x="65" y="18"/>
                      <a:pt x="65" y="18"/>
                    </a:cubicBezTo>
                    <a:cubicBezTo>
                      <a:pt x="64" y="17"/>
                      <a:pt x="63" y="17"/>
                      <a:pt x="60" y="20"/>
                    </a:cubicBezTo>
                    <a:cubicBezTo>
                      <a:pt x="61" y="19"/>
                      <a:pt x="61" y="18"/>
                      <a:pt x="61" y="17"/>
                    </a:cubicBezTo>
                    <a:cubicBezTo>
                      <a:pt x="61" y="18"/>
                      <a:pt x="60" y="19"/>
                      <a:pt x="60" y="19"/>
                    </a:cubicBezTo>
                    <a:cubicBezTo>
                      <a:pt x="61" y="17"/>
                      <a:pt x="61" y="17"/>
                      <a:pt x="61" y="17"/>
                    </a:cubicBezTo>
                    <a:cubicBezTo>
                      <a:pt x="61" y="16"/>
                      <a:pt x="60" y="17"/>
                      <a:pt x="59" y="18"/>
                    </a:cubicBezTo>
                    <a:cubicBezTo>
                      <a:pt x="60" y="17"/>
                      <a:pt x="60" y="17"/>
                      <a:pt x="60" y="17"/>
                    </a:cubicBezTo>
                    <a:cubicBezTo>
                      <a:pt x="61" y="16"/>
                      <a:pt x="59" y="18"/>
                      <a:pt x="59" y="18"/>
                    </a:cubicBezTo>
                    <a:cubicBezTo>
                      <a:pt x="60" y="17"/>
                      <a:pt x="60" y="17"/>
                      <a:pt x="60" y="17"/>
                    </a:cubicBezTo>
                    <a:cubicBezTo>
                      <a:pt x="59" y="18"/>
                      <a:pt x="59" y="18"/>
                      <a:pt x="59" y="18"/>
                    </a:cubicBezTo>
                    <a:cubicBezTo>
                      <a:pt x="58" y="19"/>
                      <a:pt x="58" y="18"/>
                      <a:pt x="60" y="16"/>
                    </a:cubicBezTo>
                    <a:cubicBezTo>
                      <a:pt x="59" y="18"/>
                      <a:pt x="59" y="18"/>
                      <a:pt x="59" y="18"/>
                    </a:cubicBezTo>
                    <a:cubicBezTo>
                      <a:pt x="59" y="16"/>
                      <a:pt x="59" y="16"/>
                      <a:pt x="58" y="17"/>
                    </a:cubicBezTo>
                    <a:cubicBezTo>
                      <a:pt x="58" y="17"/>
                      <a:pt x="58" y="18"/>
                      <a:pt x="57" y="19"/>
                    </a:cubicBezTo>
                    <a:cubicBezTo>
                      <a:pt x="56" y="21"/>
                      <a:pt x="57" y="19"/>
                      <a:pt x="56" y="20"/>
                    </a:cubicBezTo>
                    <a:cubicBezTo>
                      <a:pt x="57" y="18"/>
                      <a:pt x="57" y="18"/>
                      <a:pt x="57" y="18"/>
                    </a:cubicBezTo>
                    <a:cubicBezTo>
                      <a:pt x="59" y="15"/>
                      <a:pt x="57" y="17"/>
                      <a:pt x="56" y="16"/>
                    </a:cubicBezTo>
                    <a:cubicBezTo>
                      <a:pt x="56" y="17"/>
                      <a:pt x="56" y="17"/>
                      <a:pt x="56" y="17"/>
                    </a:cubicBezTo>
                    <a:cubicBezTo>
                      <a:pt x="57" y="15"/>
                      <a:pt x="55" y="17"/>
                      <a:pt x="55" y="15"/>
                    </a:cubicBezTo>
                    <a:cubicBezTo>
                      <a:pt x="55" y="16"/>
                      <a:pt x="53" y="19"/>
                      <a:pt x="53" y="19"/>
                    </a:cubicBezTo>
                    <a:cubicBezTo>
                      <a:pt x="52" y="20"/>
                      <a:pt x="54" y="16"/>
                      <a:pt x="55" y="15"/>
                    </a:cubicBezTo>
                    <a:cubicBezTo>
                      <a:pt x="54" y="16"/>
                      <a:pt x="54" y="16"/>
                      <a:pt x="54" y="16"/>
                    </a:cubicBezTo>
                    <a:cubicBezTo>
                      <a:pt x="54" y="16"/>
                      <a:pt x="54" y="16"/>
                      <a:pt x="54" y="16"/>
                    </a:cubicBezTo>
                    <a:cubicBezTo>
                      <a:pt x="53" y="16"/>
                      <a:pt x="53" y="17"/>
                      <a:pt x="53" y="16"/>
                    </a:cubicBezTo>
                    <a:cubicBezTo>
                      <a:pt x="53" y="16"/>
                      <a:pt x="53" y="16"/>
                      <a:pt x="53" y="16"/>
                    </a:cubicBezTo>
                    <a:cubicBezTo>
                      <a:pt x="53" y="16"/>
                      <a:pt x="54" y="14"/>
                      <a:pt x="53" y="15"/>
                    </a:cubicBezTo>
                    <a:cubicBezTo>
                      <a:pt x="52" y="16"/>
                      <a:pt x="53" y="15"/>
                      <a:pt x="52" y="16"/>
                    </a:cubicBezTo>
                    <a:cubicBezTo>
                      <a:pt x="52" y="16"/>
                      <a:pt x="52" y="16"/>
                      <a:pt x="52" y="16"/>
                    </a:cubicBezTo>
                    <a:cubicBezTo>
                      <a:pt x="51" y="17"/>
                      <a:pt x="51" y="17"/>
                      <a:pt x="51" y="17"/>
                    </a:cubicBezTo>
                    <a:cubicBezTo>
                      <a:pt x="52" y="16"/>
                      <a:pt x="52" y="16"/>
                      <a:pt x="52" y="16"/>
                    </a:cubicBezTo>
                    <a:cubicBezTo>
                      <a:pt x="53" y="15"/>
                      <a:pt x="53" y="15"/>
                      <a:pt x="53" y="15"/>
                    </a:cubicBezTo>
                    <a:cubicBezTo>
                      <a:pt x="53" y="14"/>
                      <a:pt x="52" y="16"/>
                      <a:pt x="51" y="17"/>
                    </a:cubicBezTo>
                    <a:cubicBezTo>
                      <a:pt x="51" y="18"/>
                      <a:pt x="51" y="16"/>
                      <a:pt x="51" y="16"/>
                    </a:cubicBezTo>
                    <a:cubicBezTo>
                      <a:pt x="52" y="15"/>
                      <a:pt x="51" y="16"/>
                      <a:pt x="52" y="16"/>
                    </a:cubicBezTo>
                    <a:cubicBezTo>
                      <a:pt x="52" y="15"/>
                      <a:pt x="52" y="15"/>
                      <a:pt x="52" y="14"/>
                    </a:cubicBezTo>
                    <a:cubicBezTo>
                      <a:pt x="52" y="14"/>
                      <a:pt x="51" y="16"/>
                      <a:pt x="51" y="16"/>
                    </a:cubicBezTo>
                    <a:cubicBezTo>
                      <a:pt x="51" y="15"/>
                      <a:pt x="51" y="16"/>
                      <a:pt x="52" y="14"/>
                    </a:cubicBezTo>
                    <a:cubicBezTo>
                      <a:pt x="51" y="15"/>
                      <a:pt x="51" y="15"/>
                      <a:pt x="51" y="15"/>
                    </a:cubicBezTo>
                    <a:cubicBezTo>
                      <a:pt x="51" y="16"/>
                      <a:pt x="51" y="16"/>
                      <a:pt x="50" y="17"/>
                    </a:cubicBezTo>
                    <a:cubicBezTo>
                      <a:pt x="50" y="17"/>
                      <a:pt x="49" y="18"/>
                      <a:pt x="50" y="17"/>
                    </a:cubicBezTo>
                    <a:cubicBezTo>
                      <a:pt x="50" y="17"/>
                      <a:pt x="50" y="17"/>
                      <a:pt x="50" y="17"/>
                    </a:cubicBezTo>
                    <a:cubicBezTo>
                      <a:pt x="50" y="17"/>
                      <a:pt x="50" y="16"/>
                      <a:pt x="49" y="18"/>
                    </a:cubicBezTo>
                    <a:cubicBezTo>
                      <a:pt x="50" y="16"/>
                      <a:pt x="50" y="16"/>
                      <a:pt x="50" y="16"/>
                    </a:cubicBezTo>
                    <a:cubicBezTo>
                      <a:pt x="49" y="17"/>
                      <a:pt x="49" y="17"/>
                      <a:pt x="49" y="17"/>
                    </a:cubicBezTo>
                    <a:cubicBezTo>
                      <a:pt x="50" y="15"/>
                      <a:pt x="51" y="14"/>
                      <a:pt x="51" y="13"/>
                    </a:cubicBezTo>
                    <a:cubicBezTo>
                      <a:pt x="50" y="15"/>
                      <a:pt x="50" y="15"/>
                      <a:pt x="50" y="15"/>
                    </a:cubicBezTo>
                    <a:cubicBezTo>
                      <a:pt x="49" y="15"/>
                      <a:pt x="50" y="14"/>
                      <a:pt x="50" y="14"/>
                    </a:cubicBezTo>
                    <a:cubicBezTo>
                      <a:pt x="50" y="12"/>
                      <a:pt x="47" y="18"/>
                      <a:pt x="48" y="16"/>
                    </a:cubicBezTo>
                    <a:cubicBezTo>
                      <a:pt x="49" y="14"/>
                      <a:pt x="49" y="14"/>
                      <a:pt x="49" y="13"/>
                    </a:cubicBezTo>
                    <a:cubicBezTo>
                      <a:pt x="49" y="14"/>
                      <a:pt x="48" y="14"/>
                      <a:pt x="48" y="14"/>
                    </a:cubicBezTo>
                    <a:cubicBezTo>
                      <a:pt x="48" y="15"/>
                      <a:pt x="49" y="13"/>
                      <a:pt x="49" y="14"/>
                    </a:cubicBezTo>
                    <a:cubicBezTo>
                      <a:pt x="48" y="16"/>
                      <a:pt x="48" y="15"/>
                      <a:pt x="48" y="15"/>
                    </a:cubicBezTo>
                    <a:cubicBezTo>
                      <a:pt x="50" y="11"/>
                      <a:pt x="47" y="14"/>
                      <a:pt x="48" y="12"/>
                    </a:cubicBezTo>
                    <a:cubicBezTo>
                      <a:pt x="47" y="14"/>
                      <a:pt x="47" y="12"/>
                      <a:pt x="47" y="13"/>
                    </a:cubicBezTo>
                    <a:cubicBezTo>
                      <a:pt x="48" y="11"/>
                      <a:pt x="46" y="13"/>
                      <a:pt x="47" y="12"/>
                    </a:cubicBezTo>
                    <a:cubicBezTo>
                      <a:pt x="46" y="14"/>
                      <a:pt x="46" y="14"/>
                      <a:pt x="46" y="14"/>
                    </a:cubicBezTo>
                    <a:cubicBezTo>
                      <a:pt x="46" y="13"/>
                      <a:pt x="44" y="18"/>
                      <a:pt x="45" y="15"/>
                    </a:cubicBezTo>
                    <a:cubicBezTo>
                      <a:pt x="45" y="14"/>
                      <a:pt x="46" y="13"/>
                      <a:pt x="46" y="13"/>
                    </a:cubicBezTo>
                    <a:cubicBezTo>
                      <a:pt x="47" y="10"/>
                      <a:pt x="44" y="14"/>
                      <a:pt x="46" y="12"/>
                    </a:cubicBezTo>
                    <a:cubicBezTo>
                      <a:pt x="45" y="12"/>
                      <a:pt x="44" y="14"/>
                      <a:pt x="44" y="15"/>
                    </a:cubicBezTo>
                    <a:cubicBezTo>
                      <a:pt x="44" y="14"/>
                      <a:pt x="44" y="12"/>
                      <a:pt x="45" y="12"/>
                    </a:cubicBezTo>
                    <a:cubicBezTo>
                      <a:pt x="44" y="12"/>
                      <a:pt x="44" y="13"/>
                      <a:pt x="44" y="12"/>
                    </a:cubicBezTo>
                    <a:cubicBezTo>
                      <a:pt x="44" y="11"/>
                      <a:pt x="45" y="11"/>
                      <a:pt x="45" y="11"/>
                    </a:cubicBezTo>
                    <a:cubicBezTo>
                      <a:pt x="45" y="10"/>
                      <a:pt x="44" y="11"/>
                      <a:pt x="44" y="12"/>
                    </a:cubicBezTo>
                    <a:cubicBezTo>
                      <a:pt x="44" y="10"/>
                      <a:pt x="43" y="11"/>
                      <a:pt x="44" y="10"/>
                    </a:cubicBezTo>
                    <a:cubicBezTo>
                      <a:pt x="42" y="12"/>
                      <a:pt x="44" y="9"/>
                      <a:pt x="42" y="12"/>
                    </a:cubicBezTo>
                    <a:cubicBezTo>
                      <a:pt x="43" y="11"/>
                      <a:pt x="43" y="11"/>
                      <a:pt x="43" y="11"/>
                    </a:cubicBezTo>
                    <a:cubicBezTo>
                      <a:pt x="42" y="12"/>
                      <a:pt x="41" y="13"/>
                      <a:pt x="41" y="13"/>
                    </a:cubicBezTo>
                    <a:cubicBezTo>
                      <a:pt x="42" y="12"/>
                      <a:pt x="42" y="12"/>
                      <a:pt x="42" y="12"/>
                    </a:cubicBezTo>
                    <a:cubicBezTo>
                      <a:pt x="43" y="9"/>
                      <a:pt x="42" y="11"/>
                      <a:pt x="42" y="10"/>
                    </a:cubicBezTo>
                    <a:cubicBezTo>
                      <a:pt x="42" y="11"/>
                      <a:pt x="42" y="10"/>
                      <a:pt x="42" y="11"/>
                    </a:cubicBezTo>
                    <a:cubicBezTo>
                      <a:pt x="41" y="12"/>
                      <a:pt x="41" y="12"/>
                      <a:pt x="41" y="12"/>
                    </a:cubicBezTo>
                    <a:cubicBezTo>
                      <a:pt x="40" y="13"/>
                      <a:pt x="40" y="13"/>
                      <a:pt x="40" y="13"/>
                    </a:cubicBezTo>
                    <a:cubicBezTo>
                      <a:pt x="40" y="13"/>
                      <a:pt x="41" y="11"/>
                      <a:pt x="41" y="11"/>
                    </a:cubicBezTo>
                    <a:cubicBezTo>
                      <a:pt x="41" y="10"/>
                      <a:pt x="41" y="10"/>
                      <a:pt x="41" y="11"/>
                    </a:cubicBezTo>
                    <a:cubicBezTo>
                      <a:pt x="41" y="11"/>
                      <a:pt x="41" y="11"/>
                      <a:pt x="41" y="11"/>
                    </a:cubicBezTo>
                    <a:cubicBezTo>
                      <a:pt x="41" y="11"/>
                      <a:pt x="41" y="11"/>
                      <a:pt x="41" y="11"/>
                    </a:cubicBezTo>
                    <a:cubicBezTo>
                      <a:pt x="41" y="11"/>
                      <a:pt x="40" y="11"/>
                      <a:pt x="40" y="11"/>
                    </a:cubicBezTo>
                    <a:cubicBezTo>
                      <a:pt x="40" y="11"/>
                      <a:pt x="40" y="11"/>
                      <a:pt x="40" y="11"/>
                    </a:cubicBezTo>
                    <a:cubicBezTo>
                      <a:pt x="41" y="11"/>
                      <a:pt x="41" y="11"/>
                      <a:pt x="41" y="11"/>
                    </a:cubicBezTo>
                    <a:cubicBezTo>
                      <a:pt x="41" y="10"/>
                      <a:pt x="41" y="10"/>
                      <a:pt x="41" y="10"/>
                    </a:cubicBezTo>
                    <a:cubicBezTo>
                      <a:pt x="41" y="10"/>
                      <a:pt x="41" y="10"/>
                      <a:pt x="41" y="10"/>
                    </a:cubicBezTo>
                    <a:cubicBezTo>
                      <a:pt x="41" y="10"/>
                      <a:pt x="41" y="10"/>
                      <a:pt x="41" y="10"/>
                    </a:cubicBezTo>
                    <a:cubicBezTo>
                      <a:pt x="41" y="8"/>
                      <a:pt x="41" y="8"/>
                      <a:pt x="41" y="8"/>
                    </a:cubicBezTo>
                    <a:cubicBezTo>
                      <a:pt x="41" y="8"/>
                      <a:pt x="40" y="10"/>
                      <a:pt x="40" y="11"/>
                    </a:cubicBezTo>
                    <a:cubicBezTo>
                      <a:pt x="40" y="9"/>
                      <a:pt x="39" y="10"/>
                      <a:pt x="38" y="11"/>
                    </a:cubicBezTo>
                    <a:cubicBezTo>
                      <a:pt x="38" y="11"/>
                      <a:pt x="39" y="10"/>
                      <a:pt x="39" y="10"/>
                    </a:cubicBezTo>
                    <a:cubicBezTo>
                      <a:pt x="38" y="10"/>
                      <a:pt x="38" y="12"/>
                      <a:pt x="38" y="11"/>
                    </a:cubicBezTo>
                    <a:cubicBezTo>
                      <a:pt x="38" y="11"/>
                      <a:pt x="38" y="10"/>
                      <a:pt x="38" y="9"/>
                    </a:cubicBezTo>
                    <a:cubicBezTo>
                      <a:pt x="38" y="9"/>
                      <a:pt x="38" y="11"/>
                      <a:pt x="38" y="11"/>
                    </a:cubicBezTo>
                    <a:cubicBezTo>
                      <a:pt x="38" y="8"/>
                      <a:pt x="36" y="12"/>
                      <a:pt x="37" y="10"/>
                    </a:cubicBezTo>
                    <a:cubicBezTo>
                      <a:pt x="36" y="10"/>
                      <a:pt x="37" y="9"/>
                      <a:pt x="37" y="9"/>
                    </a:cubicBezTo>
                    <a:cubicBezTo>
                      <a:pt x="37" y="9"/>
                      <a:pt x="36" y="10"/>
                      <a:pt x="35" y="11"/>
                    </a:cubicBezTo>
                    <a:cubicBezTo>
                      <a:pt x="36" y="10"/>
                      <a:pt x="36" y="10"/>
                      <a:pt x="36" y="10"/>
                    </a:cubicBezTo>
                    <a:cubicBezTo>
                      <a:pt x="36" y="10"/>
                      <a:pt x="35" y="10"/>
                      <a:pt x="35" y="11"/>
                    </a:cubicBezTo>
                    <a:cubicBezTo>
                      <a:pt x="34" y="12"/>
                      <a:pt x="34" y="13"/>
                      <a:pt x="34" y="13"/>
                    </a:cubicBezTo>
                    <a:cubicBezTo>
                      <a:pt x="34" y="13"/>
                      <a:pt x="34" y="13"/>
                      <a:pt x="34" y="13"/>
                    </a:cubicBezTo>
                    <a:cubicBezTo>
                      <a:pt x="33" y="12"/>
                      <a:pt x="33" y="13"/>
                      <a:pt x="33" y="13"/>
                    </a:cubicBezTo>
                    <a:cubicBezTo>
                      <a:pt x="33" y="12"/>
                      <a:pt x="33" y="13"/>
                      <a:pt x="34" y="12"/>
                    </a:cubicBezTo>
                    <a:cubicBezTo>
                      <a:pt x="35" y="10"/>
                      <a:pt x="34" y="10"/>
                      <a:pt x="34" y="10"/>
                    </a:cubicBezTo>
                    <a:cubicBezTo>
                      <a:pt x="33" y="11"/>
                      <a:pt x="33" y="11"/>
                      <a:pt x="33" y="11"/>
                    </a:cubicBezTo>
                    <a:cubicBezTo>
                      <a:pt x="33" y="12"/>
                      <a:pt x="34" y="10"/>
                      <a:pt x="33" y="10"/>
                    </a:cubicBezTo>
                    <a:cubicBezTo>
                      <a:pt x="31" y="14"/>
                      <a:pt x="31" y="14"/>
                      <a:pt x="31" y="14"/>
                    </a:cubicBezTo>
                    <a:cubicBezTo>
                      <a:pt x="31" y="14"/>
                      <a:pt x="32" y="12"/>
                      <a:pt x="32" y="11"/>
                    </a:cubicBezTo>
                    <a:cubicBezTo>
                      <a:pt x="32" y="12"/>
                      <a:pt x="30" y="14"/>
                      <a:pt x="29" y="15"/>
                    </a:cubicBezTo>
                    <a:cubicBezTo>
                      <a:pt x="30" y="15"/>
                      <a:pt x="29" y="16"/>
                      <a:pt x="29" y="16"/>
                    </a:cubicBezTo>
                    <a:cubicBezTo>
                      <a:pt x="29" y="15"/>
                      <a:pt x="29" y="16"/>
                      <a:pt x="29" y="15"/>
                    </a:cubicBezTo>
                    <a:cubicBezTo>
                      <a:pt x="30" y="14"/>
                      <a:pt x="30" y="14"/>
                      <a:pt x="30" y="14"/>
                    </a:cubicBezTo>
                    <a:cubicBezTo>
                      <a:pt x="30" y="13"/>
                      <a:pt x="31" y="11"/>
                      <a:pt x="31" y="10"/>
                    </a:cubicBezTo>
                    <a:cubicBezTo>
                      <a:pt x="31" y="11"/>
                      <a:pt x="31" y="10"/>
                      <a:pt x="30" y="10"/>
                    </a:cubicBezTo>
                    <a:cubicBezTo>
                      <a:pt x="29" y="12"/>
                      <a:pt x="29" y="11"/>
                      <a:pt x="28" y="13"/>
                    </a:cubicBezTo>
                    <a:cubicBezTo>
                      <a:pt x="28" y="13"/>
                      <a:pt x="29" y="11"/>
                      <a:pt x="29" y="11"/>
                    </a:cubicBezTo>
                    <a:cubicBezTo>
                      <a:pt x="28" y="11"/>
                      <a:pt x="28" y="10"/>
                      <a:pt x="28" y="11"/>
                    </a:cubicBezTo>
                    <a:cubicBezTo>
                      <a:pt x="28" y="10"/>
                      <a:pt x="28" y="10"/>
                      <a:pt x="28" y="10"/>
                    </a:cubicBezTo>
                    <a:cubicBezTo>
                      <a:pt x="28" y="11"/>
                      <a:pt x="27" y="10"/>
                      <a:pt x="26" y="12"/>
                    </a:cubicBezTo>
                    <a:cubicBezTo>
                      <a:pt x="27" y="11"/>
                      <a:pt x="27" y="11"/>
                      <a:pt x="27" y="11"/>
                    </a:cubicBezTo>
                    <a:cubicBezTo>
                      <a:pt x="27" y="10"/>
                      <a:pt x="25" y="14"/>
                      <a:pt x="26" y="12"/>
                    </a:cubicBezTo>
                    <a:cubicBezTo>
                      <a:pt x="26" y="11"/>
                      <a:pt x="26" y="11"/>
                      <a:pt x="26" y="11"/>
                    </a:cubicBezTo>
                    <a:cubicBezTo>
                      <a:pt x="26" y="12"/>
                      <a:pt x="26" y="10"/>
                      <a:pt x="25" y="11"/>
                    </a:cubicBezTo>
                    <a:cubicBezTo>
                      <a:pt x="26" y="10"/>
                      <a:pt x="26" y="10"/>
                      <a:pt x="26" y="10"/>
                    </a:cubicBezTo>
                    <a:cubicBezTo>
                      <a:pt x="26" y="11"/>
                      <a:pt x="25" y="10"/>
                      <a:pt x="24" y="12"/>
                    </a:cubicBezTo>
                    <a:cubicBezTo>
                      <a:pt x="25" y="10"/>
                      <a:pt x="25" y="10"/>
                      <a:pt x="25" y="10"/>
                    </a:cubicBezTo>
                    <a:cubicBezTo>
                      <a:pt x="26" y="9"/>
                      <a:pt x="24" y="12"/>
                      <a:pt x="24" y="11"/>
                    </a:cubicBezTo>
                    <a:cubicBezTo>
                      <a:pt x="24" y="11"/>
                      <a:pt x="25" y="10"/>
                      <a:pt x="25" y="10"/>
                    </a:cubicBezTo>
                    <a:cubicBezTo>
                      <a:pt x="24" y="11"/>
                      <a:pt x="24" y="11"/>
                      <a:pt x="24" y="11"/>
                    </a:cubicBezTo>
                    <a:cubicBezTo>
                      <a:pt x="24" y="9"/>
                      <a:pt x="24" y="9"/>
                      <a:pt x="24" y="9"/>
                    </a:cubicBezTo>
                    <a:cubicBezTo>
                      <a:pt x="23" y="8"/>
                      <a:pt x="22" y="8"/>
                      <a:pt x="20" y="9"/>
                    </a:cubicBezTo>
                    <a:cubicBezTo>
                      <a:pt x="21" y="7"/>
                      <a:pt x="21" y="8"/>
                      <a:pt x="22" y="6"/>
                    </a:cubicBezTo>
                    <a:cubicBezTo>
                      <a:pt x="21" y="8"/>
                      <a:pt x="21" y="7"/>
                      <a:pt x="21" y="7"/>
                    </a:cubicBezTo>
                    <a:cubicBezTo>
                      <a:pt x="21" y="7"/>
                      <a:pt x="21" y="7"/>
                      <a:pt x="21" y="7"/>
                    </a:cubicBezTo>
                    <a:cubicBezTo>
                      <a:pt x="20" y="7"/>
                      <a:pt x="21" y="6"/>
                      <a:pt x="20" y="6"/>
                    </a:cubicBezTo>
                    <a:cubicBezTo>
                      <a:pt x="20" y="7"/>
                      <a:pt x="20" y="7"/>
                      <a:pt x="20" y="7"/>
                    </a:cubicBezTo>
                    <a:cubicBezTo>
                      <a:pt x="19" y="8"/>
                      <a:pt x="21" y="4"/>
                      <a:pt x="20" y="7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19" y="7"/>
                      <a:pt x="20" y="4"/>
                      <a:pt x="19" y="6"/>
                    </a:cubicBezTo>
                    <a:cubicBezTo>
                      <a:pt x="19" y="6"/>
                      <a:pt x="19" y="6"/>
                      <a:pt x="19" y="6"/>
                    </a:cubicBezTo>
                    <a:cubicBezTo>
                      <a:pt x="20" y="5"/>
                      <a:pt x="18" y="8"/>
                      <a:pt x="18" y="6"/>
                    </a:cubicBezTo>
                    <a:cubicBezTo>
                      <a:pt x="18" y="6"/>
                      <a:pt x="18" y="7"/>
                      <a:pt x="17" y="8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7" y="7"/>
                      <a:pt x="16" y="6"/>
                      <a:pt x="14" y="8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3" y="8"/>
                      <a:pt x="15" y="4"/>
                      <a:pt x="12" y="8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8"/>
                      <a:pt x="12" y="7"/>
                      <a:pt x="11" y="8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0" y="9"/>
                      <a:pt x="10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4"/>
                      <a:pt x="11" y="1"/>
                      <a:pt x="8" y="5"/>
                    </a:cubicBezTo>
                    <a:cubicBezTo>
                      <a:pt x="7" y="5"/>
                      <a:pt x="9" y="2"/>
                      <a:pt x="9" y="3"/>
                    </a:cubicBezTo>
                    <a:cubicBezTo>
                      <a:pt x="6" y="5"/>
                      <a:pt x="8" y="0"/>
                      <a:pt x="4" y="4"/>
                    </a:cubicBezTo>
                    <a:cubicBezTo>
                      <a:pt x="3" y="5"/>
                      <a:pt x="0" y="10"/>
                      <a:pt x="0" y="10"/>
                    </a:cubicBezTo>
                    <a:cubicBezTo>
                      <a:pt x="3" y="9"/>
                      <a:pt x="3" y="12"/>
                      <a:pt x="3" y="1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23" name="Freeform 211"/>
              <p:cNvSpPr/>
              <p:nvPr>
                <p:custDataLst>
                  <p:tags r:id="rId56"/>
                </p:custDataLst>
              </p:nvPr>
            </p:nvSpPr>
            <p:spPr bwMode="auto">
              <a:xfrm>
                <a:off x="3266" y="1867"/>
                <a:ext cx="5" cy="3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2" y="0"/>
                      <a:pt x="1" y="0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24" name="Freeform 212"/>
              <p:cNvSpPr/>
              <p:nvPr>
                <p:custDataLst>
                  <p:tags r:id="rId57"/>
                </p:custDataLst>
              </p:nvPr>
            </p:nvSpPr>
            <p:spPr bwMode="auto">
              <a:xfrm>
                <a:off x="3266" y="1861"/>
                <a:ext cx="3" cy="4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1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0"/>
                      <a:pt x="0" y="1"/>
                      <a:pt x="1" y="1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25" name="Freeform 213"/>
              <p:cNvSpPr/>
              <p:nvPr>
                <p:custDataLst>
                  <p:tags r:id="rId58"/>
                </p:custDataLst>
              </p:nvPr>
            </p:nvSpPr>
            <p:spPr bwMode="auto">
              <a:xfrm>
                <a:off x="3260" y="1855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26" name="Freeform 214"/>
              <p:cNvSpPr/>
              <p:nvPr>
                <p:custDataLst>
                  <p:tags r:id="rId59"/>
                </p:custDataLst>
              </p:nvPr>
            </p:nvSpPr>
            <p:spPr bwMode="auto">
              <a:xfrm>
                <a:off x="3260" y="1893"/>
                <a:ext cx="4" cy="6"/>
              </a:xfrm>
              <a:custGeom>
                <a:avLst/>
                <a:gdLst>
                  <a:gd name="T0" fmla="*/ 0 w 2"/>
                  <a:gd name="T1" fmla="*/ 3 h 3"/>
                  <a:gd name="T2" fmla="*/ 2 w 2"/>
                  <a:gd name="T3" fmla="*/ 0 h 3"/>
                  <a:gd name="T4" fmla="*/ 0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1"/>
                      <a:pt x="1" y="2"/>
                      <a:pt x="0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27" name="Freeform 215"/>
              <p:cNvSpPr/>
              <p:nvPr>
                <p:custDataLst>
                  <p:tags r:id="rId60"/>
                </p:custDataLst>
              </p:nvPr>
            </p:nvSpPr>
            <p:spPr bwMode="auto">
              <a:xfrm>
                <a:off x="3269" y="1870"/>
                <a:ext cx="2" cy="4"/>
              </a:xfrm>
              <a:custGeom>
                <a:avLst/>
                <a:gdLst>
                  <a:gd name="T0" fmla="*/ 1 w 1"/>
                  <a:gd name="T1" fmla="*/ 1 h 2"/>
                  <a:gd name="T2" fmla="*/ 0 w 1"/>
                  <a:gd name="T3" fmla="*/ 1 h 2"/>
                  <a:gd name="T4" fmla="*/ 0 w 1"/>
                  <a:gd name="T5" fmla="*/ 2 h 2"/>
                  <a:gd name="T6" fmla="*/ 1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lnTo>
                      <a:pt x="1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28" name="Freeform 216"/>
              <p:cNvSpPr/>
              <p:nvPr>
                <p:custDataLst>
                  <p:tags r:id="rId61"/>
                </p:custDataLst>
              </p:nvPr>
            </p:nvSpPr>
            <p:spPr bwMode="auto">
              <a:xfrm>
                <a:off x="3260" y="1895"/>
                <a:ext cx="4" cy="4"/>
              </a:xfrm>
              <a:custGeom>
                <a:avLst/>
                <a:gdLst>
                  <a:gd name="T0" fmla="*/ 1 w 2"/>
                  <a:gd name="T1" fmla="*/ 1 h 2"/>
                  <a:gd name="T2" fmla="*/ 1 w 2"/>
                  <a:gd name="T3" fmla="*/ 2 h 2"/>
                  <a:gd name="T4" fmla="*/ 1 w 2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2" y="0"/>
                      <a:pt x="1" y="2"/>
                      <a:pt x="1" y="2"/>
                    </a:cubicBezTo>
                    <a:cubicBezTo>
                      <a:pt x="0" y="2"/>
                      <a:pt x="1" y="2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29" name="Freeform 217"/>
              <p:cNvSpPr/>
              <p:nvPr>
                <p:custDataLst>
                  <p:tags r:id="rId62"/>
                </p:custDataLst>
              </p:nvPr>
            </p:nvSpPr>
            <p:spPr bwMode="auto">
              <a:xfrm>
                <a:off x="4538" y="187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30" name="Freeform 218"/>
              <p:cNvSpPr/>
              <p:nvPr>
                <p:custDataLst>
                  <p:tags r:id="rId63"/>
                </p:custDataLst>
              </p:nvPr>
            </p:nvSpPr>
            <p:spPr bwMode="auto">
              <a:xfrm>
                <a:off x="3213" y="1882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31" name="Freeform 219"/>
              <p:cNvSpPr/>
              <p:nvPr>
                <p:custDataLst>
                  <p:tags r:id="rId64"/>
                </p:custDataLst>
              </p:nvPr>
            </p:nvSpPr>
            <p:spPr bwMode="auto">
              <a:xfrm>
                <a:off x="3190" y="1827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32" name="Freeform 220"/>
              <p:cNvSpPr/>
              <p:nvPr>
                <p:custDataLst>
                  <p:tags r:id="rId65"/>
                </p:custDataLst>
              </p:nvPr>
            </p:nvSpPr>
            <p:spPr bwMode="auto">
              <a:xfrm>
                <a:off x="3271" y="1870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33" name="Freeform 221"/>
              <p:cNvSpPr/>
              <p:nvPr>
                <p:custDataLst>
                  <p:tags r:id="rId66"/>
                </p:custDataLst>
              </p:nvPr>
            </p:nvSpPr>
            <p:spPr bwMode="auto">
              <a:xfrm>
                <a:off x="3190" y="1872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34" name="Freeform 222"/>
              <p:cNvSpPr/>
              <p:nvPr>
                <p:custDataLst>
                  <p:tags r:id="rId67"/>
                </p:custDataLst>
              </p:nvPr>
            </p:nvSpPr>
            <p:spPr bwMode="auto">
              <a:xfrm>
                <a:off x="4574" y="1855"/>
                <a:ext cx="0" cy="2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35" name="Freeform 223"/>
              <p:cNvSpPr/>
              <p:nvPr>
                <p:custDataLst>
                  <p:tags r:id="rId68"/>
                </p:custDataLst>
              </p:nvPr>
            </p:nvSpPr>
            <p:spPr bwMode="auto">
              <a:xfrm>
                <a:off x="3199" y="183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36" name="Freeform 224"/>
              <p:cNvSpPr/>
              <p:nvPr>
                <p:custDataLst>
                  <p:tags r:id="rId69"/>
                </p:custDataLst>
              </p:nvPr>
            </p:nvSpPr>
            <p:spPr bwMode="auto">
              <a:xfrm>
                <a:off x="3271" y="1859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37" name="Freeform 225"/>
              <p:cNvSpPr/>
              <p:nvPr>
                <p:custDataLst>
                  <p:tags r:id="rId70"/>
                </p:custDataLst>
              </p:nvPr>
            </p:nvSpPr>
            <p:spPr bwMode="auto">
              <a:xfrm>
                <a:off x="3742" y="3006"/>
                <a:ext cx="6" cy="9"/>
              </a:xfrm>
              <a:custGeom>
                <a:avLst/>
                <a:gdLst>
                  <a:gd name="T0" fmla="*/ 3 w 3"/>
                  <a:gd name="T1" fmla="*/ 0 h 4"/>
                  <a:gd name="T2" fmla="*/ 1 w 3"/>
                  <a:gd name="T3" fmla="*/ 1 h 4"/>
                  <a:gd name="T4" fmla="*/ 1 w 3"/>
                  <a:gd name="T5" fmla="*/ 3 h 4"/>
                  <a:gd name="T6" fmla="*/ 0 w 3"/>
                  <a:gd name="T7" fmla="*/ 4 h 4"/>
                  <a:gd name="T8" fmla="*/ 2 w 3"/>
                  <a:gd name="T9" fmla="*/ 1 h 4"/>
                  <a:gd name="T10" fmla="*/ 3 w 3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3" y="0"/>
                    </a:move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0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ubicBezTo>
                      <a:pt x="1" y="4"/>
                      <a:pt x="2" y="2"/>
                      <a:pt x="2" y="1"/>
                    </a:cubicBezTo>
                    <a:cubicBezTo>
                      <a:pt x="3" y="1"/>
                      <a:pt x="3" y="0"/>
                      <a:pt x="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38" name="Freeform 226"/>
              <p:cNvSpPr/>
              <p:nvPr>
                <p:custDataLst>
                  <p:tags r:id="rId71"/>
                </p:custDataLst>
              </p:nvPr>
            </p:nvSpPr>
            <p:spPr bwMode="auto">
              <a:xfrm>
                <a:off x="3988" y="301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39" name="Freeform 227"/>
              <p:cNvSpPr/>
              <p:nvPr>
                <p:custDataLst>
                  <p:tags r:id="rId72"/>
                </p:custDataLst>
              </p:nvPr>
            </p:nvSpPr>
            <p:spPr bwMode="auto">
              <a:xfrm>
                <a:off x="3742" y="3008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40" name="Rectangle 228"/>
              <p:cNvSpPr>
                <a:spLocks noChangeArrowheads="1"/>
              </p:cNvSpPr>
              <p:nvPr>
                <p:custDataLst>
                  <p:tags r:id="rId73"/>
                </p:custDataLst>
              </p:nvPr>
            </p:nvSpPr>
            <p:spPr bwMode="auto">
              <a:xfrm>
                <a:off x="3748" y="3015"/>
                <a:ext cx="4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41" name="Freeform 229"/>
              <p:cNvSpPr/>
              <p:nvPr>
                <p:custDataLst>
                  <p:tags r:id="rId74"/>
                </p:custDataLst>
              </p:nvPr>
            </p:nvSpPr>
            <p:spPr bwMode="auto">
              <a:xfrm>
                <a:off x="3744" y="2894"/>
                <a:ext cx="2" cy="10"/>
              </a:xfrm>
              <a:custGeom>
                <a:avLst/>
                <a:gdLst>
                  <a:gd name="T0" fmla="*/ 0 w 1"/>
                  <a:gd name="T1" fmla="*/ 2 h 5"/>
                  <a:gd name="T2" fmla="*/ 1 w 1"/>
                  <a:gd name="T3" fmla="*/ 3 h 5"/>
                  <a:gd name="T4" fmla="*/ 0 w 1"/>
                  <a:gd name="T5" fmla="*/ 5 h 5"/>
                  <a:gd name="T6" fmla="*/ 1 w 1"/>
                  <a:gd name="T7" fmla="*/ 1 h 5"/>
                  <a:gd name="T8" fmla="*/ 1 w 1"/>
                  <a:gd name="T9" fmla="*/ 0 h 5"/>
                  <a:gd name="T10" fmla="*/ 0 w 1"/>
                  <a:gd name="T11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5">
                    <a:moveTo>
                      <a:pt x="0" y="2"/>
                    </a:moveTo>
                    <a:cubicBezTo>
                      <a:pt x="0" y="2"/>
                      <a:pt x="0" y="4"/>
                      <a:pt x="1" y="3"/>
                    </a:cubicBezTo>
                    <a:cubicBezTo>
                      <a:pt x="1" y="3"/>
                      <a:pt x="0" y="4"/>
                      <a:pt x="0" y="5"/>
                    </a:cubicBezTo>
                    <a:cubicBezTo>
                      <a:pt x="1" y="4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1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42" name="Freeform 230"/>
              <p:cNvSpPr/>
              <p:nvPr>
                <p:custDataLst>
                  <p:tags r:id="rId75"/>
                </p:custDataLst>
              </p:nvPr>
            </p:nvSpPr>
            <p:spPr bwMode="auto">
              <a:xfrm>
                <a:off x="3744" y="3004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0"/>
                      <a:pt x="1" y="0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43" name="Freeform 231"/>
              <p:cNvSpPr/>
              <p:nvPr>
                <p:custDataLst>
                  <p:tags r:id="rId76"/>
                </p:custDataLst>
              </p:nvPr>
            </p:nvSpPr>
            <p:spPr bwMode="auto">
              <a:xfrm>
                <a:off x="3742" y="2892"/>
                <a:ext cx="2" cy="4"/>
              </a:xfrm>
              <a:custGeom>
                <a:avLst/>
                <a:gdLst>
                  <a:gd name="T0" fmla="*/ 1 w 1"/>
                  <a:gd name="T1" fmla="*/ 1 h 2"/>
                  <a:gd name="T2" fmla="*/ 0 w 1"/>
                  <a:gd name="T3" fmla="*/ 2 h 2"/>
                  <a:gd name="T4" fmla="*/ 1 w 1"/>
                  <a:gd name="T5" fmla="*/ 1 h 2"/>
                  <a:gd name="T6" fmla="*/ 1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1" y="2"/>
                      <a:pt x="0" y="2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44" name="Freeform 232"/>
              <p:cNvSpPr/>
              <p:nvPr>
                <p:custDataLst>
                  <p:tags r:id="rId77"/>
                </p:custDataLst>
              </p:nvPr>
            </p:nvSpPr>
            <p:spPr bwMode="auto">
              <a:xfrm>
                <a:off x="3772" y="3038"/>
                <a:ext cx="4" cy="4"/>
              </a:xfrm>
              <a:custGeom>
                <a:avLst/>
                <a:gdLst>
                  <a:gd name="T0" fmla="*/ 1 w 2"/>
                  <a:gd name="T1" fmla="*/ 0 h 2"/>
                  <a:gd name="T2" fmla="*/ 2 w 2"/>
                  <a:gd name="T3" fmla="*/ 1 h 2"/>
                  <a:gd name="T4" fmla="*/ 1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0" y="2"/>
                      <a:pt x="2" y="0"/>
                      <a:pt x="2" y="1"/>
                    </a:cubicBezTo>
                    <a:cubicBezTo>
                      <a:pt x="2" y="0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45" name="Freeform 233"/>
              <p:cNvSpPr/>
              <p:nvPr>
                <p:custDataLst>
                  <p:tags r:id="rId78"/>
                </p:custDataLst>
              </p:nvPr>
            </p:nvSpPr>
            <p:spPr bwMode="auto">
              <a:xfrm>
                <a:off x="3895" y="3083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46" name="Freeform 234"/>
              <p:cNvSpPr/>
              <p:nvPr>
                <p:custDataLst>
                  <p:tags r:id="rId79"/>
                </p:custDataLst>
              </p:nvPr>
            </p:nvSpPr>
            <p:spPr bwMode="auto">
              <a:xfrm>
                <a:off x="3602" y="182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47" name="Freeform 235"/>
              <p:cNvSpPr/>
              <p:nvPr>
                <p:custDataLst>
                  <p:tags r:id="rId80"/>
                </p:custDataLst>
              </p:nvPr>
            </p:nvSpPr>
            <p:spPr bwMode="auto">
              <a:xfrm>
                <a:off x="3742" y="2898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48" name="Freeform 236"/>
              <p:cNvSpPr/>
              <p:nvPr>
                <p:custDataLst>
                  <p:tags r:id="rId81"/>
                </p:custDataLst>
              </p:nvPr>
            </p:nvSpPr>
            <p:spPr bwMode="auto">
              <a:xfrm>
                <a:off x="3602" y="182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49" name="Freeform 237"/>
              <p:cNvSpPr/>
              <p:nvPr>
                <p:custDataLst>
                  <p:tags r:id="rId82"/>
                </p:custDataLst>
              </p:nvPr>
            </p:nvSpPr>
            <p:spPr bwMode="auto">
              <a:xfrm>
                <a:off x="3755" y="3027"/>
                <a:ext cx="2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50" name="Oval 238"/>
              <p:cNvSpPr>
                <a:spLocks noChangeArrowheads="1"/>
              </p:cNvSpPr>
              <p:nvPr>
                <p:custDataLst>
                  <p:tags r:id="rId83"/>
                </p:custDataLst>
              </p:nvPr>
            </p:nvSpPr>
            <p:spPr bwMode="auto">
              <a:xfrm>
                <a:off x="3602" y="1823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51" name="Freeform 239"/>
              <p:cNvSpPr/>
              <p:nvPr>
                <p:custDataLst>
                  <p:tags r:id="rId84"/>
                </p:custDataLst>
              </p:nvPr>
            </p:nvSpPr>
            <p:spPr bwMode="auto">
              <a:xfrm>
                <a:off x="3922" y="2890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52" name="Freeform 240"/>
              <p:cNvSpPr/>
              <p:nvPr>
                <p:custDataLst>
                  <p:tags r:id="rId85"/>
                </p:custDataLst>
              </p:nvPr>
            </p:nvSpPr>
            <p:spPr bwMode="auto">
              <a:xfrm>
                <a:off x="3975" y="287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53" name="Freeform 241"/>
              <p:cNvSpPr/>
              <p:nvPr>
                <p:custDataLst>
                  <p:tags r:id="rId86"/>
                </p:custDataLst>
              </p:nvPr>
            </p:nvSpPr>
            <p:spPr bwMode="auto">
              <a:xfrm>
                <a:off x="3954" y="288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54" name="Freeform 242"/>
              <p:cNvSpPr/>
              <p:nvPr>
                <p:custDataLst>
                  <p:tags r:id="rId87"/>
                </p:custDataLst>
              </p:nvPr>
            </p:nvSpPr>
            <p:spPr bwMode="auto">
              <a:xfrm>
                <a:off x="3725" y="2760"/>
                <a:ext cx="399" cy="159"/>
              </a:xfrm>
              <a:custGeom>
                <a:avLst/>
                <a:gdLst>
                  <a:gd name="T0" fmla="*/ 11 w 188"/>
                  <a:gd name="T1" fmla="*/ 59 h 75"/>
                  <a:gd name="T2" fmla="*/ 17 w 188"/>
                  <a:gd name="T3" fmla="*/ 64 h 75"/>
                  <a:gd name="T4" fmla="*/ 14 w 188"/>
                  <a:gd name="T5" fmla="*/ 70 h 75"/>
                  <a:gd name="T6" fmla="*/ 17 w 188"/>
                  <a:gd name="T7" fmla="*/ 71 h 75"/>
                  <a:gd name="T8" fmla="*/ 21 w 188"/>
                  <a:gd name="T9" fmla="*/ 69 h 75"/>
                  <a:gd name="T10" fmla="*/ 22 w 188"/>
                  <a:gd name="T11" fmla="*/ 71 h 75"/>
                  <a:gd name="T12" fmla="*/ 27 w 188"/>
                  <a:gd name="T13" fmla="*/ 67 h 75"/>
                  <a:gd name="T14" fmla="*/ 30 w 188"/>
                  <a:gd name="T15" fmla="*/ 72 h 75"/>
                  <a:gd name="T16" fmla="*/ 31 w 188"/>
                  <a:gd name="T17" fmla="*/ 74 h 75"/>
                  <a:gd name="T18" fmla="*/ 33 w 188"/>
                  <a:gd name="T19" fmla="*/ 72 h 75"/>
                  <a:gd name="T20" fmla="*/ 37 w 188"/>
                  <a:gd name="T21" fmla="*/ 74 h 75"/>
                  <a:gd name="T22" fmla="*/ 40 w 188"/>
                  <a:gd name="T23" fmla="*/ 69 h 75"/>
                  <a:gd name="T24" fmla="*/ 43 w 188"/>
                  <a:gd name="T25" fmla="*/ 64 h 75"/>
                  <a:gd name="T26" fmla="*/ 45 w 188"/>
                  <a:gd name="T27" fmla="*/ 69 h 75"/>
                  <a:gd name="T28" fmla="*/ 54 w 188"/>
                  <a:gd name="T29" fmla="*/ 69 h 75"/>
                  <a:gd name="T30" fmla="*/ 58 w 188"/>
                  <a:gd name="T31" fmla="*/ 69 h 75"/>
                  <a:gd name="T32" fmla="*/ 62 w 188"/>
                  <a:gd name="T33" fmla="*/ 68 h 75"/>
                  <a:gd name="T34" fmla="*/ 73 w 188"/>
                  <a:gd name="T35" fmla="*/ 66 h 75"/>
                  <a:gd name="T36" fmla="*/ 76 w 188"/>
                  <a:gd name="T37" fmla="*/ 65 h 75"/>
                  <a:gd name="T38" fmla="*/ 77 w 188"/>
                  <a:gd name="T39" fmla="*/ 64 h 75"/>
                  <a:gd name="T40" fmla="*/ 80 w 188"/>
                  <a:gd name="T41" fmla="*/ 62 h 75"/>
                  <a:gd name="T42" fmla="*/ 83 w 188"/>
                  <a:gd name="T43" fmla="*/ 63 h 75"/>
                  <a:gd name="T44" fmla="*/ 86 w 188"/>
                  <a:gd name="T45" fmla="*/ 61 h 75"/>
                  <a:gd name="T46" fmla="*/ 94 w 188"/>
                  <a:gd name="T47" fmla="*/ 61 h 75"/>
                  <a:gd name="T48" fmla="*/ 100 w 188"/>
                  <a:gd name="T49" fmla="*/ 59 h 75"/>
                  <a:gd name="T50" fmla="*/ 105 w 188"/>
                  <a:gd name="T51" fmla="*/ 59 h 75"/>
                  <a:gd name="T52" fmla="*/ 108 w 188"/>
                  <a:gd name="T53" fmla="*/ 57 h 75"/>
                  <a:gd name="T54" fmla="*/ 109 w 188"/>
                  <a:gd name="T55" fmla="*/ 57 h 75"/>
                  <a:gd name="T56" fmla="*/ 114 w 188"/>
                  <a:gd name="T57" fmla="*/ 54 h 75"/>
                  <a:gd name="T58" fmla="*/ 120 w 188"/>
                  <a:gd name="T59" fmla="*/ 53 h 75"/>
                  <a:gd name="T60" fmla="*/ 124 w 188"/>
                  <a:gd name="T61" fmla="*/ 50 h 75"/>
                  <a:gd name="T62" fmla="*/ 127 w 188"/>
                  <a:gd name="T63" fmla="*/ 41 h 75"/>
                  <a:gd name="T64" fmla="*/ 133 w 188"/>
                  <a:gd name="T65" fmla="*/ 44 h 75"/>
                  <a:gd name="T66" fmla="*/ 139 w 188"/>
                  <a:gd name="T67" fmla="*/ 41 h 75"/>
                  <a:gd name="T68" fmla="*/ 144 w 188"/>
                  <a:gd name="T69" fmla="*/ 39 h 75"/>
                  <a:gd name="T70" fmla="*/ 156 w 188"/>
                  <a:gd name="T71" fmla="*/ 34 h 75"/>
                  <a:gd name="T72" fmla="*/ 160 w 188"/>
                  <a:gd name="T73" fmla="*/ 33 h 75"/>
                  <a:gd name="T74" fmla="*/ 170 w 188"/>
                  <a:gd name="T75" fmla="*/ 21 h 75"/>
                  <a:gd name="T76" fmla="*/ 173 w 188"/>
                  <a:gd name="T77" fmla="*/ 18 h 75"/>
                  <a:gd name="T78" fmla="*/ 169 w 188"/>
                  <a:gd name="T79" fmla="*/ 9 h 75"/>
                  <a:gd name="T80" fmla="*/ 149 w 188"/>
                  <a:gd name="T81" fmla="*/ 20 h 75"/>
                  <a:gd name="T82" fmla="*/ 110 w 188"/>
                  <a:gd name="T83" fmla="*/ 42 h 75"/>
                  <a:gd name="T84" fmla="*/ 103 w 188"/>
                  <a:gd name="T85" fmla="*/ 39 h 75"/>
                  <a:gd name="T86" fmla="*/ 88 w 188"/>
                  <a:gd name="T87" fmla="*/ 44 h 75"/>
                  <a:gd name="T88" fmla="*/ 69 w 188"/>
                  <a:gd name="T89" fmla="*/ 48 h 75"/>
                  <a:gd name="T90" fmla="*/ 59 w 188"/>
                  <a:gd name="T91" fmla="*/ 49 h 75"/>
                  <a:gd name="T92" fmla="*/ 44 w 188"/>
                  <a:gd name="T93" fmla="*/ 52 h 75"/>
                  <a:gd name="T94" fmla="*/ 29 w 188"/>
                  <a:gd name="T95" fmla="*/ 53 h 75"/>
                  <a:gd name="T96" fmla="*/ 19 w 188"/>
                  <a:gd name="T97" fmla="*/ 53 h 75"/>
                  <a:gd name="T98" fmla="*/ 10 w 188"/>
                  <a:gd name="T99" fmla="*/ 49 h 75"/>
                  <a:gd name="T100" fmla="*/ 7 w 188"/>
                  <a:gd name="T101" fmla="*/ 47 h 75"/>
                  <a:gd name="T102" fmla="*/ 5 w 188"/>
                  <a:gd name="T103" fmla="*/ 47 h 75"/>
                  <a:gd name="T104" fmla="*/ 3 w 188"/>
                  <a:gd name="T105" fmla="*/ 51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88" h="75">
                    <a:moveTo>
                      <a:pt x="5" y="55"/>
                    </a:moveTo>
                    <a:cubicBezTo>
                      <a:pt x="5" y="55"/>
                      <a:pt x="5" y="55"/>
                      <a:pt x="5" y="55"/>
                    </a:cubicBezTo>
                    <a:cubicBezTo>
                      <a:pt x="5" y="57"/>
                      <a:pt x="5" y="54"/>
                      <a:pt x="6" y="54"/>
                    </a:cubicBezTo>
                    <a:cubicBezTo>
                      <a:pt x="6" y="55"/>
                      <a:pt x="4" y="57"/>
                      <a:pt x="4" y="58"/>
                    </a:cubicBezTo>
                    <a:cubicBezTo>
                      <a:pt x="5" y="58"/>
                      <a:pt x="7" y="58"/>
                      <a:pt x="7" y="60"/>
                    </a:cubicBezTo>
                    <a:cubicBezTo>
                      <a:pt x="8" y="60"/>
                      <a:pt x="10" y="59"/>
                      <a:pt x="11" y="59"/>
                    </a:cubicBezTo>
                    <a:cubicBezTo>
                      <a:pt x="12" y="59"/>
                      <a:pt x="10" y="61"/>
                      <a:pt x="11" y="60"/>
                    </a:cubicBezTo>
                    <a:cubicBezTo>
                      <a:pt x="11" y="61"/>
                      <a:pt x="10" y="62"/>
                      <a:pt x="10" y="63"/>
                    </a:cubicBezTo>
                    <a:cubicBezTo>
                      <a:pt x="10" y="62"/>
                      <a:pt x="11" y="64"/>
                      <a:pt x="12" y="61"/>
                    </a:cubicBezTo>
                    <a:cubicBezTo>
                      <a:pt x="12" y="62"/>
                      <a:pt x="14" y="63"/>
                      <a:pt x="15" y="63"/>
                    </a:cubicBezTo>
                    <a:cubicBezTo>
                      <a:pt x="14" y="63"/>
                      <a:pt x="14" y="64"/>
                      <a:pt x="14" y="65"/>
                    </a:cubicBezTo>
                    <a:cubicBezTo>
                      <a:pt x="15" y="64"/>
                      <a:pt x="16" y="63"/>
                      <a:pt x="17" y="64"/>
                    </a:cubicBezTo>
                    <a:cubicBezTo>
                      <a:pt x="17" y="62"/>
                      <a:pt x="17" y="62"/>
                      <a:pt x="18" y="60"/>
                    </a:cubicBezTo>
                    <a:cubicBezTo>
                      <a:pt x="18" y="60"/>
                      <a:pt x="18" y="59"/>
                      <a:pt x="18" y="60"/>
                    </a:cubicBezTo>
                    <a:cubicBezTo>
                      <a:pt x="18" y="61"/>
                      <a:pt x="17" y="64"/>
                      <a:pt x="18" y="64"/>
                    </a:cubicBezTo>
                    <a:cubicBezTo>
                      <a:pt x="17" y="67"/>
                      <a:pt x="17" y="64"/>
                      <a:pt x="16" y="67"/>
                    </a:cubicBezTo>
                    <a:cubicBezTo>
                      <a:pt x="15" y="69"/>
                      <a:pt x="14" y="68"/>
                      <a:pt x="14" y="67"/>
                    </a:cubicBezTo>
                    <a:cubicBezTo>
                      <a:pt x="12" y="69"/>
                      <a:pt x="14" y="67"/>
                      <a:pt x="14" y="70"/>
                    </a:cubicBezTo>
                    <a:cubicBezTo>
                      <a:pt x="14" y="70"/>
                      <a:pt x="15" y="68"/>
                      <a:pt x="16" y="68"/>
                    </a:cubicBezTo>
                    <a:cubicBezTo>
                      <a:pt x="17" y="67"/>
                      <a:pt x="16" y="67"/>
                      <a:pt x="17" y="66"/>
                    </a:cubicBezTo>
                    <a:cubicBezTo>
                      <a:pt x="19" y="64"/>
                      <a:pt x="18" y="68"/>
                      <a:pt x="18" y="68"/>
                    </a:cubicBezTo>
                    <a:cubicBezTo>
                      <a:pt x="17" y="69"/>
                      <a:pt x="17" y="69"/>
                      <a:pt x="17" y="69"/>
                    </a:cubicBezTo>
                    <a:cubicBezTo>
                      <a:pt x="18" y="70"/>
                      <a:pt x="18" y="68"/>
                      <a:pt x="19" y="69"/>
                    </a:cubicBezTo>
                    <a:cubicBezTo>
                      <a:pt x="19" y="72"/>
                      <a:pt x="18" y="69"/>
                      <a:pt x="17" y="71"/>
                    </a:cubicBezTo>
                    <a:cubicBezTo>
                      <a:pt x="17" y="73"/>
                      <a:pt x="17" y="73"/>
                      <a:pt x="17" y="73"/>
                    </a:cubicBezTo>
                    <a:cubicBezTo>
                      <a:pt x="18" y="74"/>
                      <a:pt x="18" y="70"/>
                      <a:pt x="19" y="72"/>
                    </a:cubicBezTo>
                    <a:cubicBezTo>
                      <a:pt x="19" y="73"/>
                      <a:pt x="19" y="73"/>
                      <a:pt x="19" y="73"/>
                    </a:cubicBezTo>
                    <a:cubicBezTo>
                      <a:pt x="20" y="72"/>
                      <a:pt x="20" y="72"/>
                      <a:pt x="20" y="72"/>
                    </a:cubicBezTo>
                    <a:cubicBezTo>
                      <a:pt x="20" y="71"/>
                      <a:pt x="20" y="69"/>
                      <a:pt x="19" y="69"/>
                    </a:cubicBezTo>
                    <a:cubicBezTo>
                      <a:pt x="20" y="66"/>
                      <a:pt x="20" y="69"/>
                      <a:pt x="21" y="69"/>
                    </a:cubicBezTo>
                    <a:cubicBezTo>
                      <a:pt x="22" y="67"/>
                      <a:pt x="21" y="69"/>
                      <a:pt x="21" y="67"/>
                    </a:cubicBezTo>
                    <a:cubicBezTo>
                      <a:pt x="21" y="65"/>
                      <a:pt x="22" y="65"/>
                      <a:pt x="22" y="65"/>
                    </a:cubicBezTo>
                    <a:cubicBezTo>
                      <a:pt x="23" y="65"/>
                      <a:pt x="22" y="67"/>
                      <a:pt x="22" y="68"/>
                    </a:cubicBezTo>
                    <a:cubicBezTo>
                      <a:pt x="22" y="69"/>
                      <a:pt x="22" y="69"/>
                      <a:pt x="22" y="68"/>
                    </a:cubicBezTo>
                    <a:cubicBezTo>
                      <a:pt x="21" y="69"/>
                      <a:pt x="22" y="71"/>
                      <a:pt x="21" y="73"/>
                    </a:cubicBezTo>
                    <a:cubicBezTo>
                      <a:pt x="21" y="74"/>
                      <a:pt x="22" y="72"/>
                      <a:pt x="22" y="71"/>
                    </a:cubicBezTo>
                    <a:cubicBezTo>
                      <a:pt x="22" y="71"/>
                      <a:pt x="23" y="69"/>
                      <a:pt x="22" y="69"/>
                    </a:cubicBezTo>
                    <a:cubicBezTo>
                      <a:pt x="25" y="64"/>
                      <a:pt x="23" y="72"/>
                      <a:pt x="24" y="72"/>
                    </a:cubicBezTo>
                    <a:cubicBezTo>
                      <a:pt x="24" y="69"/>
                      <a:pt x="26" y="68"/>
                      <a:pt x="26" y="64"/>
                    </a:cubicBezTo>
                    <a:cubicBezTo>
                      <a:pt x="26" y="64"/>
                      <a:pt x="27" y="63"/>
                      <a:pt x="27" y="63"/>
                    </a:cubicBezTo>
                    <a:cubicBezTo>
                      <a:pt x="26" y="65"/>
                      <a:pt x="27" y="65"/>
                      <a:pt x="26" y="67"/>
                    </a:cubicBezTo>
                    <a:cubicBezTo>
                      <a:pt x="27" y="67"/>
                      <a:pt x="27" y="67"/>
                      <a:pt x="27" y="67"/>
                    </a:cubicBezTo>
                    <a:cubicBezTo>
                      <a:pt x="26" y="69"/>
                      <a:pt x="26" y="69"/>
                      <a:pt x="26" y="69"/>
                    </a:cubicBezTo>
                    <a:cubicBezTo>
                      <a:pt x="26" y="71"/>
                      <a:pt x="27" y="72"/>
                      <a:pt x="27" y="73"/>
                    </a:cubicBezTo>
                    <a:cubicBezTo>
                      <a:pt x="28" y="73"/>
                      <a:pt x="27" y="71"/>
                      <a:pt x="28" y="71"/>
                    </a:cubicBezTo>
                    <a:cubicBezTo>
                      <a:pt x="27" y="72"/>
                      <a:pt x="28" y="73"/>
                      <a:pt x="28" y="73"/>
                    </a:cubicBezTo>
                    <a:cubicBezTo>
                      <a:pt x="27" y="72"/>
                      <a:pt x="28" y="70"/>
                      <a:pt x="29" y="70"/>
                    </a:cubicBezTo>
                    <a:cubicBezTo>
                      <a:pt x="29" y="70"/>
                      <a:pt x="30" y="72"/>
                      <a:pt x="30" y="72"/>
                    </a:cubicBezTo>
                    <a:cubicBezTo>
                      <a:pt x="29" y="74"/>
                      <a:pt x="29" y="74"/>
                      <a:pt x="29" y="74"/>
                    </a:cubicBezTo>
                    <a:cubicBezTo>
                      <a:pt x="29" y="72"/>
                      <a:pt x="29" y="75"/>
                      <a:pt x="29" y="74"/>
                    </a:cubicBezTo>
                    <a:cubicBezTo>
                      <a:pt x="30" y="73"/>
                      <a:pt x="30" y="71"/>
                      <a:pt x="30" y="70"/>
                    </a:cubicBezTo>
                    <a:cubicBezTo>
                      <a:pt x="31" y="69"/>
                      <a:pt x="31" y="71"/>
                      <a:pt x="31" y="70"/>
                    </a:cubicBezTo>
                    <a:cubicBezTo>
                      <a:pt x="30" y="72"/>
                      <a:pt x="30" y="72"/>
                      <a:pt x="30" y="72"/>
                    </a:cubicBezTo>
                    <a:cubicBezTo>
                      <a:pt x="31" y="71"/>
                      <a:pt x="30" y="75"/>
                      <a:pt x="31" y="74"/>
                    </a:cubicBezTo>
                    <a:cubicBezTo>
                      <a:pt x="32" y="73"/>
                      <a:pt x="32" y="73"/>
                      <a:pt x="32" y="73"/>
                    </a:cubicBezTo>
                    <a:cubicBezTo>
                      <a:pt x="32" y="74"/>
                      <a:pt x="32" y="74"/>
                      <a:pt x="32" y="74"/>
                    </a:cubicBezTo>
                    <a:cubicBezTo>
                      <a:pt x="32" y="73"/>
                      <a:pt x="32" y="73"/>
                      <a:pt x="33" y="73"/>
                    </a:cubicBezTo>
                    <a:cubicBezTo>
                      <a:pt x="33" y="74"/>
                      <a:pt x="33" y="74"/>
                      <a:pt x="33" y="74"/>
                    </a:cubicBezTo>
                    <a:cubicBezTo>
                      <a:pt x="33" y="73"/>
                      <a:pt x="34" y="71"/>
                      <a:pt x="34" y="73"/>
                    </a:cubicBezTo>
                    <a:cubicBezTo>
                      <a:pt x="34" y="70"/>
                      <a:pt x="33" y="73"/>
                      <a:pt x="33" y="72"/>
                    </a:cubicBezTo>
                    <a:cubicBezTo>
                      <a:pt x="33" y="70"/>
                      <a:pt x="34" y="70"/>
                      <a:pt x="34" y="70"/>
                    </a:cubicBezTo>
                    <a:cubicBezTo>
                      <a:pt x="34" y="72"/>
                      <a:pt x="35" y="70"/>
                      <a:pt x="35" y="70"/>
                    </a:cubicBezTo>
                    <a:cubicBezTo>
                      <a:pt x="35" y="71"/>
                      <a:pt x="35" y="72"/>
                      <a:pt x="36" y="72"/>
                    </a:cubicBezTo>
                    <a:cubicBezTo>
                      <a:pt x="36" y="70"/>
                      <a:pt x="36" y="70"/>
                      <a:pt x="36" y="70"/>
                    </a:cubicBezTo>
                    <a:cubicBezTo>
                      <a:pt x="36" y="74"/>
                      <a:pt x="37" y="70"/>
                      <a:pt x="37" y="71"/>
                    </a:cubicBezTo>
                    <a:cubicBezTo>
                      <a:pt x="37" y="72"/>
                      <a:pt x="37" y="73"/>
                      <a:pt x="37" y="74"/>
                    </a:cubicBezTo>
                    <a:cubicBezTo>
                      <a:pt x="37" y="71"/>
                      <a:pt x="38" y="70"/>
                      <a:pt x="38" y="69"/>
                    </a:cubicBezTo>
                    <a:cubicBezTo>
                      <a:pt x="39" y="70"/>
                      <a:pt x="38" y="72"/>
                      <a:pt x="38" y="74"/>
                    </a:cubicBezTo>
                    <a:cubicBezTo>
                      <a:pt x="38" y="72"/>
                      <a:pt x="39" y="75"/>
                      <a:pt x="39" y="73"/>
                    </a:cubicBezTo>
                    <a:cubicBezTo>
                      <a:pt x="39" y="72"/>
                      <a:pt x="39" y="71"/>
                      <a:pt x="39" y="70"/>
                    </a:cubicBezTo>
                    <a:cubicBezTo>
                      <a:pt x="40" y="70"/>
                      <a:pt x="39" y="71"/>
                      <a:pt x="40" y="72"/>
                    </a:cubicBezTo>
                    <a:cubicBezTo>
                      <a:pt x="40" y="72"/>
                      <a:pt x="41" y="69"/>
                      <a:pt x="40" y="69"/>
                    </a:cubicBezTo>
                    <a:cubicBezTo>
                      <a:pt x="41" y="69"/>
                      <a:pt x="41" y="67"/>
                      <a:pt x="42" y="68"/>
                    </a:cubicBezTo>
                    <a:cubicBezTo>
                      <a:pt x="42" y="70"/>
                      <a:pt x="41" y="69"/>
                      <a:pt x="41" y="70"/>
                    </a:cubicBezTo>
                    <a:cubicBezTo>
                      <a:pt x="42" y="70"/>
                      <a:pt x="41" y="66"/>
                      <a:pt x="42" y="66"/>
                    </a:cubicBezTo>
                    <a:cubicBezTo>
                      <a:pt x="42" y="65"/>
                      <a:pt x="42" y="62"/>
                      <a:pt x="43" y="61"/>
                    </a:cubicBezTo>
                    <a:cubicBezTo>
                      <a:pt x="44" y="62"/>
                      <a:pt x="42" y="62"/>
                      <a:pt x="43" y="64"/>
                    </a:cubicBezTo>
                    <a:cubicBezTo>
                      <a:pt x="43" y="64"/>
                      <a:pt x="43" y="64"/>
                      <a:pt x="43" y="64"/>
                    </a:cubicBezTo>
                    <a:cubicBezTo>
                      <a:pt x="44" y="67"/>
                      <a:pt x="42" y="68"/>
                      <a:pt x="43" y="71"/>
                    </a:cubicBezTo>
                    <a:cubicBezTo>
                      <a:pt x="43" y="70"/>
                      <a:pt x="43" y="70"/>
                      <a:pt x="43" y="70"/>
                    </a:cubicBezTo>
                    <a:cubicBezTo>
                      <a:pt x="43" y="73"/>
                      <a:pt x="43" y="73"/>
                      <a:pt x="43" y="73"/>
                    </a:cubicBezTo>
                    <a:cubicBezTo>
                      <a:pt x="43" y="71"/>
                      <a:pt x="44" y="72"/>
                      <a:pt x="44" y="72"/>
                    </a:cubicBezTo>
                    <a:cubicBezTo>
                      <a:pt x="44" y="70"/>
                      <a:pt x="44" y="72"/>
                      <a:pt x="44" y="71"/>
                    </a:cubicBezTo>
                    <a:cubicBezTo>
                      <a:pt x="44" y="71"/>
                      <a:pt x="45" y="68"/>
                      <a:pt x="45" y="69"/>
                    </a:cubicBezTo>
                    <a:cubicBezTo>
                      <a:pt x="45" y="70"/>
                      <a:pt x="46" y="71"/>
                      <a:pt x="45" y="72"/>
                    </a:cubicBezTo>
                    <a:cubicBezTo>
                      <a:pt x="46" y="73"/>
                      <a:pt x="45" y="70"/>
                      <a:pt x="46" y="71"/>
                    </a:cubicBezTo>
                    <a:cubicBezTo>
                      <a:pt x="46" y="72"/>
                      <a:pt x="46" y="72"/>
                      <a:pt x="46" y="72"/>
                    </a:cubicBezTo>
                    <a:cubicBezTo>
                      <a:pt x="48" y="72"/>
                      <a:pt x="50" y="72"/>
                      <a:pt x="52" y="68"/>
                    </a:cubicBezTo>
                    <a:cubicBezTo>
                      <a:pt x="52" y="70"/>
                      <a:pt x="53" y="70"/>
                      <a:pt x="54" y="71"/>
                    </a:cubicBezTo>
                    <a:cubicBezTo>
                      <a:pt x="53" y="70"/>
                      <a:pt x="54" y="69"/>
                      <a:pt x="54" y="69"/>
                    </a:cubicBezTo>
                    <a:cubicBezTo>
                      <a:pt x="55" y="71"/>
                      <a:pt x="55" y="71"/>
                      <a:pt x="55" y="71"/>
                    </a:cubicBezTo>
                    <a:cubicBezTo>
                      <a:pt x="56" y="72"/>
                      <a:pt x="56" y="70"/>
                      <a:pt x="57" y="69"/>
                    </a:cubicBezTo>
                    <a:cubicBezTo>
                      <a:pt x="57" y="70"/>
                      <a:pt x="57" y="70"/>
                      <a:pt x="57" y="70"/>
                    </a:cubicBezTo>
                    <a:cubicBezTo>
                      <a:pt x="58" y="71"/>
                      <a:pt x="57" y="69"/>
                      <a:pt x="58" y="69"/>
                    </a:cubicBezTo>
                    <a:cubicBezTo>
                      <a:pt x="58" y="70"/>
                      <a:pt x="58" y="70"/>
                      <a:pt x="58" y="70"/>
                    </a:cubicBezTo>
                    <a:cubicBezTo>
                      <a:pt x="58" y="69"/>
                      <a:pt x="58" y="69"/>
                      <a:pt x="58" y="69"/>
                    </a:cubicBezTo>
                    <a:cubicBezTo>
                      <a:pt x="59" y="68"/>
                      <a:pt x="59" y="68"/>
                      <a:pt x="59" y="70"/>
                    </a:cubicBezTo>
                    <a:cubicBezTo>
                      <a:pt x="60" y="70"/>
                      <a:pt x="60" y="69"/>
                      <a:pt x="59" y="69"/>
                    </a:cubicBezTo>
                    <a:cubicBezTo>
                      <a:pt x="60" y="70"/>
                      <a:pt x="61" y="70"/>
                      <a:pt x="62" y="69"/>
                    </a:cubicBezTo>
                    <a:cubicBezTo>
                      <a:pt x="62" y="68"/>
                      <a:pt x="62" y="68"/>
                      <a:pt x="62" y="66"/>
                    </a:cubicBezTo>
                    <a:cubicBezTo>
                      <a:pt x="61" y="64"/>
                      <a:pt x="62" y="67"/>
                      <a:pt x="62" y="65"/>
                    </a:cubicBezTo>
                    <a:cubicBezTo>
                      <a:pt x="62" y="66"/>
                      <a:pt x="63" y="67"/>
                      <a:pt x="62" y="68"/>
                    </a:cubicBezTo>
                    <a:cubicBezTo>
                      <a:pt x="64" y="71"/>
                      <a:pt x="65" y="68"/>
                      <a:pt x="67" y="68"/>
                    </a:cubicBezTo>
                    <a:cubicBezTo>
                      <a:pt x="67" y="67"/>
                      <a:pt x="67" y="67"/>
                      <a:pt x="67" y="67"/>
                    </a:cubicBezTo>
                    <a:cubicBezTo>
                      <a:pt x="68" y="69"/>
                      <a:pt x="69" y="67"/>
                      <a:pt x="70" y="67"/>
                    </a:cubicBezTo>
                    <a:cubicBezTo>
                      <a:pt x="70" y="66"/>
                      <a:pt x="70" y="64"/>
                      <a:pt x="71" y="64"/>
                    </a:cubicBezTo>
                    <a:cubicBezTo>
                      <a:pt x="71" y="61"/>
                      <a:pt x="71" y="66"/>
                      <a:pt x="72" y="67"/>
                    </a:cubicBezTo>
                    <a:cubicBezTo>
                      <a:pt x="72" y="66"/>
                      <a:pt x="73" y="66"/>
                      <a:pt x="73" y="66"/>
                    </a:cubicBezTo>
                    <a:cubicBezTo>
                      <a:pt x="73" y="66"/>
                      <a:pt x="73" y="66"/>
                      <a:pt x="73" y="66"/>
                    </a:cubicBezTo>
                    <a:cubicBezTo>
                      <a:pt x="73" y="65"/>
                      <a:pt x="73" y="65"/>
                      <a:pt x="74" y="65"/>
                    </a:cubicBezTo>
                    <a:cubicBezTo>
                      <a:pt x="74" y="66"/>
                      <a:pt x="74" y="66"/>
                      <a:pt x="74" y="66"/>
                    </a:cubicBezTo>
                    <a:cubicBezTo>
                      <a:pt x="74" y="66"/>
                      <a:pt x="75" y="67"/>
                      <a:pt x="75" y="67"/>
                    </a:cubicBezTo>
                    <a:cubicBezTo>
                      <a:pt x="75" y="65"/>
                      <a:pt x="76" y="66"/>
                      <a:pt x="76" y="64"/>
                    </a:cubicBezTo>
                    <a:cubicBezTo>
                      <a:pt x="76" y="65"/>
                      <a:pt x="76" y="65"/>
                      <a:pt x="76" y="65"/>
                    </a:cubicBezTo>
                    <a:cubicBezTo>
                      <a:pt x="76" y="63"/>
                      <a:pt x="76" y="63"/>
                      <a:pt x="76" y="63"/>
                    </a:cubicBezTo>
                    <a:cubicBezTo>
                      <a:pt x="77" y="64"/>
                      <a:pt x="77" y="64"/>
                      <a:pt x="77" y="64"/>
                    </a:cubicBezTo>
                    <a:cubicBezTo>
                      <a:pt x="77" y="66"/>
                      <a:pt x="77" y="66"/>
                      <a:pt x="77" y="66"/>
                    </a:cubicBezTo>
                    <a:cubicBezTo>
                      <a:pt x="78" y="67"/>
                      <a:pt x="77" y="64"/>
                      <a:pt x="77" y="63"/>
                    </a:cubicBezTo>
                    <a:cubicBezTo>
                      <a:pt x="77" y="62"/>
                      <a:pt x="78" y="64"/>
                      <a:pt x="78" y="64"/>
                    </a:cubicBezTo>
                    <a:cubicBezTo>
                      <a:pt x="78" y="65"/>
                      <a:pt x="78" y="64"/>
                      <a:pt x="77" y="64"/>
                    </a:cubicBezTo>
                    <a:cubicBezTo>
                      <a:pt x="77" y="66"/>
                      <a:pt x="78" y="65"/>
                      <a:pt x="78" y="66"/>
                    </a:cubicBezTo>
                    <a:cubicBezTo>
                      <a:pt x="78" y="66"/>
                      <a:pt x="78" y="64"/>
                      <a:pt x="78" y="64"/>
                    </a:cubicBezTo>
                    <a:cubicBezTo>
                      <a:pt x="79" y="64"/>
                      <a:pt x="79" y="64"/>
                      <a:pt x="80" y="65"/>
                    </a:cubicBezTo>
                    <a:cubicBezTo>
                      <a:pt x="80" y="64"/>
                      <a:pt x="80" y="65"/>
                      <a:pt x="80" y="64"/>
                    </a:cubicBezTo>
                    <a:cubicBezTo>
                      <a:pt x="80" y="64"/>
                      <a:pt x="79" y="63"/>
                      <a:pt x="79" y="62"/>
                    </a:cubicBezTo>
                    <a:cubicBezTo>
                      <a:pt x="79" y="62"/>
                      <a:pt x="80" y="61"/>
                      <a:pt x="80" y="62"/>
                    </a:cubicBezTo>
                    <a:cubicBezTo>
                      <a:pt x="80" y="63"/>
                      <a:pt x="80" y="63"/>
                      <a:pt x="80" y="63"/>
                    </a:cubicBezTo>
                    <a:cubicBezTo>
                      <a:pt x="80" y="62"/>
                      <a:pt x="81" y="62"/>
                      <a:pt x="80" y="61"/>
                    </a:cubicBezTo>
                    <a:cubicBezTo>
                      <a:pt x="81" y="63"/>
                      <a:pt x="81" y="63"/>
                      <a:pt x="81" y="63"/>
                    </a:cubicBezTo>
                    <a:cubicBezTo>
                      <a:pt x="81" y="62"/>
                      <a:pt x="81" y="62"/>
                      <a:pt x="82" y="61"/>
                    </a:cubicBezTo>
                    <a:cubicBezTo>
                      <a:pt x="82" y="63"/>
                      <a:pt x="82" y="65"/>
                      <a:pt x="83" y="65"/>
                    </a:cubicBezTo>
                    <a:cubicBezTo>
                      <a:pt x="83" y="63"/>
                      <a:pt x="83" y="63"/>
                      <a:pt x="83" y="63"/>
                    </a:cubicBezTo>
                    <a:cubicBezTo>
                      <a:pt x="84" y="63"/>
                      <a:pt x="84" y="64"/>
                      <a:pt x="84" y="65"/>
                    </a:cubicBezTo>
                    <a:cubicBezTo>
                      <a:pt x="85" y="65"/>
                      <a:pt x="84" y="60"/>
                      <a:pt x="85" y="61"/>
                    </a:cubicBezTo>
                    <a:cubicBezTo>
                      <a:pt x="85" y="63"/>
                      <a:pt x="86" y="63"/>
                      <a:pt x="86" y="64"/>
                    </a:cubicBezTo>
                    <a:cubicBezTo>
                      <a:pt x="86" y="63"/>
                      <a:pt x="86" y="63"/>
                      <a:pt x="86" y="62"/>
                    </a:cubicBezTo>
                    <a:cubicBezTo>
                      <a:pt x="86" y="62"/>
                      <a:pt x="86" y="64"/>
                      <a:pt x="86" y="63"/>
                    </a:cubicBezTo>
                    <a:cubicBezTo>
                      <a:pt x="85" y="61"/>
                      <a:pt x="86" y="62"/>
                      <a:pt x="86" y="61"/>
                    </a:cubicBezTo>
                    <a:cubicBezTo>
                      <a:pt x="88" y="65"/>
                      <a:pt x="89" y="62"/>
                      <a:pt x="91" y="64"/>
                    </a:cubicBezTo>
                    <a:cubicBezTo>
                      <a:pt x="90" y="61"/>
                      <a:pt x="91" y="63"/>
                      <a:pt x="91" y="62"/>
                    </a:cubicBezTo>
                    <a:cubicBezTo>
                      <a:pt x="92" y="64"/>
                      <a:pt x="92" y="61"/>
                      <a:pt x="93" y="63"/>
                    </a:cubicBezTo>
                    <a:cubicBezTo>
                      <a:pt x="92" y="60"/>
                      <a:pt x="92" y="60"/>
                      <a:pt x="92" y="60"/>
                    </a:cubicBezTo>
                    <a:cubicBezTo>
                      <a:pt x="93" y="61"/>
                      <a:pt x="92" y="56"/>
                      <a:pt x="94" y="59"/>
                    </a:cubicBezTo>
                    <a:cubicBezTo>
                      <a:pt x="94" y="60"/>
                      <a:pt x="94" y="61"/>
                      <a:pt x="94" y="61"/>
                    </a:cubicBezTo>
                    <a:cubicBezTo>
                      <a:pt x="95" y="64"/>
                      <a:pt x="95" y="59"/>
                      <a:pt x="96" y="62"/>
                    </a:cubicBezTo>
                    <a:cubicBezTo>
                      <a:pt x="96" y="61"/>
                      <a:pt x="95" y="59"/>
                      <a:pt x="96" y="58"/>
                    </a:cubicBezTo>
                    <a:cubicBezTo>
                      <a:pt x="96" y="59"/>
                      <a:pt x="98" y="60"/>
                      <a:pt x="98" y="60"/>
                    </a:cubicBezTo>
                    <a:cubicBezTo>
                      <a:pt x="98" y="60"/>
                      <a:pt x="98" y="59"/>
                      <a:pt x="98" y="60"/>
                    </a:cubicBezTo>
                    <a:cubicBezTo>
                      <a:pt x="99" y="61"/>
                      <a:pt x="98" y="61"/>
                      <a:pt x="98" y="61"/>
                    </a:cubicBezTo>
                    <a:cubicBezTo>
                      <a:pt x="99" y="62"/>
                      <a:pt x="99" y="60"/>
                      <a:pt x="100" y="59"/>
                    </a:cubicBezTo>
                    <a:cubicBezTo>
                      <a:pt x="101" y="61"/>
                      <a:pt x="101" y="60"/>
                      <a:pt x="102" y="61"/>
                    </a:cubicBezTo>
                    <a:cubicBezTo>
                      <a:pt x="102" y="58"/>
                      <a:pt x="104" y="61"/>
                      <a:pt x="103" y="58"/>
                    </a:cubicBezTo>
                    <a:cubicBezTo>
                      <a:pt x="103" y="59"/>
                      <a:pt x="103" y="59"/>
                      <a:pt x="103" y="59"/>
                    </a:cubicBezTo>
                    <a:cubicBezTo>
                      <a:pt x="104" y="58"/>
                      <a:pt x="103" y="56"/>
                      <a:pt x="104" y="56"/>
                    </a:cubicBezTo>
                    <a:cubicBezTo>
                      <a:pt x="104" y="58"/>
                      <a:pt x="104" y="58"/>
                      <a:pt x="104" y="58"/>
                    </a:cubicBezTo>
                    <a:cubicBezTo>
                      <a:pt x="105" y="61"/>
                      <a:pt x="105" y="58"/>
                      <a:pt x="105" y="59"/>
                    </a:cubicBezTo>
                    <a:cubicBezTo>
                      <a:pt x="105" y="58"/>
                      <a:pt x="106" y="59"/>
                      <a:pt x="106" y="58"/>
                    </a:cubicBezTo>
                    <a:cubicBezTo>
                      <a:pt x="106" y="57"/>
                      <a:pt x="106" y="57"/>
                      <a:pt x="106" y="57"/>
                    </a:cubicBezTo>
                    <a:cubicBezTo>
                      <a:pt x="106" y="56"/>
                      <a:pt x="106" y="56"/>
                      <a:pt x="106" y="56"/>
                    </a:cubicBezTo>
                    <a:cubicBezTo>
                      <a:pt x="107" y="55"/>
                      <a:pt x="107" y="58"/>
                      <a:pt x="107" y="58"/>
                    </a:cubicBezTo>
                    <a:cubicBezTo>
                      <a:pt x="107" y="59"/>
                      <a:pt x="108" y="58"/>
                      <a:pt x="108" y="57"/>
                    </a:cubicBezTo>
                    <a:cubicBezTo>
                      <a:pt x="108" y="57"/>
                      <a:pt x="108" y="57"/>
                      <a:pt x="108" y="57"/>
                    </a:cubicBezTo>
                    <a:cubicBezTo>
                      <a:pt x="108" y="57"/>
                      <a:pt x="108" y="57"/>
                      <a:pt x="108" y="57"/>
                    </a:cubicBezTo>
                    <a:cubicBezTo>
                      <a:pt x="108" y="57"/>
                      <a:pt x="108" y="57"/>
                      <a:pt x="108" y="57"/>
                    </a:cubicBezTo>
                    <a:cubicBezTo>
                      <a:pt x="108" y="57"/>
                      <a:pt x="108" y="57"/>
                      <a:pt x="108" y="57"/>
                    </a:cubicBezTo>
                    <a:cubicBezTo>
                      <a:pt x="108" y="57"/>
                      <a:pt x="108" y="57"/>
                      <a:pt x="108" y="57"/>
                    </a:cubicBezTo>
                    <a:cubicBezTo>
                      <a:pt x="108" y="57"/>
                      <a:pt x="108" y="57"/>
                      <a:pt x="109" y="57"/>
                    </a:cubicBezTo>
                    <a:cubicBezTo>
                      <a:pt x="109" y="57"/>
                      <a:pt x="109" y="57"/>
                      <a:pt x="109" y="57"/>
                    </a:cubicBezTo>
                    <a:cubicBezTo>
                      <a:pt x="109" y="57"/>
                      <a:pt x="109" y="57"/>
                      <a:pt x="109" y="58"/>
                    </a:cubicBezTo>
                    <a:cubicBezTo>
                      <a:pt x="109" y="59"/>
                      <a:pt x="109" y="59"/>
                      <a:pt x="109" y="59"/>
                    </a:cubicBezTo>
                    <a:cubicBezTo>
                      <a:pt x="110" y="59"/>
                      <a:pt x="110" y="57"/>
                      <a:pt x="110" y="57"/>
                    </a:cubicBezTo>
                    <a:cubicBezTo>
                      <a:pt x="111" y="58"/>
                      <a:pt x="113" y="56"/>
                      <a:pt x="113" y="55"/>
                    </a:cubicBezTo>
                    <a:cubicBezTo>
                      <a:pt x="113" y="55"/>
                      <a:pt x="113" y="56"/>
                      <a:pt x="113" y="55"/>
                    </a:cubicBezTo>
                    <a:cubicBezTo>
                      <a:pt x="114" y="55"/>
                      <a:pt x="114" y="53"/>
                      <a:pt x="114" y="54"/>
                    </a:cubicBezTo>
                    <a:cubicBezTo>
                      <a:pt x="114" y="54"/>
                      <a:pt x="115" y="55"/>
                      <a:pt x="115" y="55"/>
                    </a:cubicBezTo>
                    <a:cubicBezTo>
                      <a:pt x="115" y="56"/>
                      <a:pt x="115" y="54"/>
                      <a:pt x="115" y="54"/>
                    </a:cubicBezTo>
                    <a:cubicBezTo>
                      <a:pt x="116" y="56"/>
                      <a:pt x="116" y="52"/>
                      <a:pt x="118" y="53"/>
                    </a:cubicBezTo>
                    <a:cubicBezTo>
                      <a:pt x="118" y="53"/>
                      <a:pt x="118" y="54"/>
                      <a:pt x="118" y="55"/>
                    </a:cubicBezTo>
                    <a:cubicBezTo>
                      <a:pt x="119" y="54"/>
                      <a:pt x="119" y="53"/>
                      <a:pt x="120" y="51"/>
                    </a:cubicBezTo>
                    <a:cubicBezTo>
                      <a:pt x="120" y="53"/>
                      <a:pt x="120" y="53"/>
                      <a:pt x="120" y="53"/>
                    </a:cubicBezTo>
                    <a:cubicBezTo>
                      <a:pt x="120" y="52"/>
                      <a:pt x="121" y="52"/>
                      <a:pt x="121" y="51"/>
                    </a:cubicBezTo>
                    <a:cubicBezTo>
                      <a:pt x="120" y="50"/>
                      <a:pt x="120" y="48"/>
                      <a:pt x="121" y="49"/>
                    </a:cubicBezTo>
                    <a:cubicBezTo>
                      <a:pt x="121" y="49"/>
                      <a:pt x="121" y="49"/>
                      <a:pt x="121" y="49"/>
                    </a:cubicBezTo>
                    <a:cubicBezTo>
                      <a:pt x="122" y="48"/>
                      <a:pt x="122" y="48"/>
                      <a:pt x="122" y="48"/>
                    </a:cubicBezTo>
                    <a:cubicBezTo>
                      <a:pt x="122" y="48"/>
                      <a:pt x="122" y="48"/>
                      <a:pt x="122" y="49"/>
                    </a:cubicBezTo>
                    <a:cubicBezTo>
                      <a:pt x="123" y="51"/>
                      <a:pt x="124" y="50"/>
                      <a:pt x="124" y="50"/>
                    </a:cubicBezTo>
                    <a:cubicBezTo>
                      <a:pt x="124" y="49"/>
                      <a:pt x="124" y="49"/>
                      <a:pt x="124" y="49"/>
                    </a:cubicBezTo>
                    <a:cubicBezTo>
                      <a:pt x="124" y="48"/>
                      <a:pt x="125" y="50"/>
                      <a:pt x="125" y="50"/>
                    </a:cubicBezTo>
                    <a:cubicBezTo>
                      <a:pt x="125" y="45"/>
                      <a:pt x="125" y="45"/>
                      <a:pt x="125" y="45"/>
                    </a:cubicBezTo>
                    <a:cubicBezTo>
                      <a:pt x="125" y="45"/>
                      <a:pt x="126" y="47"/>
                      <a:pt x="126" y="48"/>
                    </a:cubicBezTo>
                    <a:cubicBezTo>
                      <a:pt x="127" y="47"/>
                      <a:pt x="126" y="44"/>
                      <a:pt x="126" y="42"/>
                    </a:cubicBezTo>
                    <a:cubicBezTo>
                      <a:pt x="127" y="43"/>
                      <a:pt x="127" y="41"/>
                      <a:pt x="127" y="41"/>
                    </a:cubicBezTo>
                    <a:cubicBezTo>
                      <a:pt x="128" y="42"/>
                      <a:pt x="127" y="41"/>
                      <a:pt x="127" y="42"/>
                    </a:cubicBezTo>
                    <a:cubicBezTo>
                      <a:pt x="128" y="43"/>
                      <a:pt x="128" y="43"/>
                      <a:pt x="128" y="43"/>
                    </a:cubicBezTo>
                    <a:cubicBezTo>
                      <a:pt x="128" y="44"/>
                      <a:pt x="129" y="46"/>
                      <a:pt x="129" y="47"/>
                    </a:cubicBezTo>
                    <a:cubicBezTo>
                      <a:pt x="129" y="46"/>
                      <a:pt x="131" y="46"/>
                      <a:pt x="132" y="46"/>
                    </a:cubicBezTo>
                    <a:cubicBezTo>
                      <a:pt x="130" y="44"/>
                      <a:pt x="132" y="45"/>
                      <a:pt x="132" y="42"/>
                    </a:cubicBezTo>
                    <a:cubicBezTo>
                      <a:pt x="132" y="41"/>
                      <a:pt x="133" y="44"/>
                      <a:pt x="133" y="44"/>
                    </a:cubicBezTo>
                    <a:cubicBezTo>
                      <a:pt x="134" y="43"/>
                      <a:pt x="135" y="44"/>
                      <a:pt x="136" y="43"/>
                    </a:cubicBezTo>
                    <a:cubicBezTo>
                      <a:pt x="136" y="43"/>
                      <a:pt x="136" y="43"/>
                      <a:pt x="136" y="43"/>
                    </a:cubicBezTo>
                    <a:cubicBezTo>
                      <a:pt x="136" y="42"/>
                      <a:pt x="138" y="43"/>
                      <a:pt x="138" y="40"/>
                    </a:cubicBezTo>
                    <a:cubicBezTo>
                      <a:pt x="138" y="42"/>
                      <a:pt x="138" y="42"/>
                      <a:pt x="138" y="42"/>
                    </a:cubicBezTo>
                    <a:cubicBezTo>
                      <a:pt x="139" y="42"/>
                      <a:pt x="137" y="39"/>
                      <a:pt x="139" y="40"/>
                    </a:cubicBezTo>
                    <a:cubicBezTo>
                      <a:pt x="139" y="41"/>
                      <a:pt x="139" y="41"/>
                      <a:pt x="139" y="41"/>
                    </a:cubicBezTo>
                    <a:cubicBezTo>
                      <a:pt x="139" y="40"/>
                      <a:pt x="140" y="42"/>
                      <a:pt x="140" y="39"/>
                    </a:cubicBezTo>
                    <a:cubicBezTo>
                      <a:pt x="141" y="41"/>
                      <a:pt x="141" y="41"/>
                      <a:pt x="141" y="41"/>
                    </a:cubicBezTo>
                    <a:cubicBezTo>
                      <a:pt x="141" y="40"/>
                      <a:pt x="142" y="40"/>
                      <a:pt x="142" y="38"/>
                    </a:cubicBezTo>
                    <a:cubicBezTo>
                      <a:pt x="142" y="40"/>
                      <a:pt x="142" y="40"/>
                      <a:pt x="142" y="40"/>
                    </a:cubicBezTo>
                    <a:cubicBezTo>
                      <a:pt x="143" y="41"/>
                      <a:pt x="142" y="38"/>
                      <a:pt x="143" y="38"/>
                    </a:cubicBezTo>
                    <a:cubicBezTo>
                      <a:pt x="143" y="38"/>
                      <a:pt x="144" y="39"/>
                      <a:pt x="144" y="39"/>
                    </a:cubicBezTo>
                    <a:cubicBezTo>
                      <a:pt x="143" y="38"/>
                      <a:pt x="144" y="38"/>
                      <a:pt x="144" y="37"/>
                    </a:cubicBezTo>
                    <a:cubicBezTo>
                      <a:pt x="146" y="39"/>
                      <a:pt x="146" y="39"/>
                      <a:pt x="146" y="39"/>
                    </a:cubicBezTo>
                    <a:cubicBezTo>
                      <a:pt x="149" y="37"/>
                      <a:pt x="152" y="36"/>
                      <a:pt x="154" y="33"/>
                    </a:cubicBezTo>
                    <a:cubicBezTo>
                      <a:pt x="156" y="35"/>
                      <a:pt x="154" y="35"/>
                      <a:pt x="155" y="36"/>
                    </a:cubicBezTo>
                    <a:cubicBezTo>
                      <a:pt x="154" y="34"/>
                      <a:pt x="155" y="35"/>
                      <a:pt x="156" y="34"/>
                    </a:cubicBezTo>
                    <a:cubicBezTo>
                      <a:pt x="156" y="34"/>
                      <a:pt x="156" y="34"/>
                      <a:pt x="156" y="34"/>
                    </a:cubicBezTo>
                    <a:cubicBezTo>
                      <a:pt x="156" y="34"/>
                      <a:pt x="157" y="35"/>
                      <a:pt x="157" y="34"/>
                    </a:cubicBezTo>
                    <a:cubicBezTo>
                      <a:pt x="157" y="34"/>
                      <a:pt x="157" y="34"/>
                      <a:pt x="157" y="34"/>
                    </a:cubicBezTo>
                    <a:cubicBezTo>
                      <a:pt x="157" y="32"/>
                      <a:pt x="159" y="36"/>
                      <a:pt x="158" y="33"/>
                    </a:cubicBezTo>
                    <a:cubicBezTo>
                      <a:pt x="159" y="34"/>
                      <a:pt x="159" y="34"/>
                      <a:pt x="159" y="34"/>
                    </a:cubicBezTo>
                    <a:cubicBezTo>
                      <a:pt x="158" y="32"/>
                      <a:pt x="160" y="35"/>
                      <a:pt x="160" y="33"/>
                    </a:cubicBezTo>
                    <a:cubicBezTo>
                      <a:pt x="160" y="33"/>
                      <a:pt x="160" y="33"/>
                      <a:pt x="160" y="33"/>
                    </a:cubicBezTo>
                    <a:cubicBezTo>
                      <a:pt x="161" y="34"/>
                      <a:pt x="160" y="30"/>
                      <a:pt x="161" y="32"/>
                    </a:cubicBezTo>
                    <a:cubicBezTo>
                      <a:pt x="162" y="31"/>
                      <a:pt x="162" y="30"/>
                      <a:pt x="161" y="28"/>
                    </a:cubicBezTo>
                    <a:cubicBezTo>
                      <a:pt x="162" y="30"/>
                      <a:pt x="162" y="30"/>
                      <a:pt x="162" y="30"/>
                    </a:cubicBezTo>
                    <a:cubicBezTo>
                      <a:pt x="164" y="28"/>
                      <a:pt x="167" y="27"/>
                      <a:pt x="167" y="24"/>
                    </a:cubicBezTo>
                    <a:cubicBezTo>
                      <a:pt x="168" y="25"/>
                      <a:pt x="168" y="25"/>
                      <a:pt x="168" y="25"/>
                    </a:cubicBezTo>
                    <a:cubicBezTo>
                      <a:pt x="167" y="22"/>
                      <a:pt x="171" y="25"/>
                      <a:pt x="170" y="21"/>
                    </a:cubicBezTo>
                    <a:cubicBezTo>
                      <a:pt x="169" y="19"/>
                      <a:pt x="169" y="19"/>
                      <a:pt x="169" y="19"/>
                    </a:cubicBezTo>
                    <a:cubicBezTo>
                      <a:pt x="171" y="21"/>
                      <a:pt x="171" y="21"/>
                      <a:pt x="171" y="21"/>
                    </a:cubicBezTo>
                    <a:cubicBezTo>
                      <a:pt x="170" y="20"/>
                      <a:pt x="172" y="20"/>
                      <a:pt x="171" y="19"/>
                    </a:cubicBezTo>
                    <a:cubicBezTo>
                      <a:pt x="171" y="19"/>
                      <a:pt x="171" y="19"/>
                      <a:pt x="172" y="20"/>
                    </a:cubicBezTo>
                    <a:cubicBezTo>
                      <a:pt x="172" y="20"/>
                      <a:pt x="171" y="17"/>
                      <a:pt x="172" y="17"/>
                    </a:cubicBezTo>
                    <a:cubicBezTo>
                      <a:pt x="173" y="18"/>
                      <a:pt x="173" y="18"/>
                      <a:pt x="173" y="18"/>
                    </a:cubicBezTo>
                    <a:cubicBezTo>
                      <a:pt x="177" y="19"/>
                      <a:pt x="182" y="18"/>
                      <a:pt x="181" y="13"/>
                    </a:cubicBezTo>
                    <a:cubicBezTo>
                      <a:pt x="181" y="12"/>
                      <a:pt x="183" y="14"/>
                      <a:pt x="183" y="14"/>
                    </a:cubicBezTo>
                    <a:cubicBezTo>
                      <a:pt x="182" y="10"/>
                      <a:pt x="188" y="11"/>
                      <a:pt x="186" y="6"/>
                    </a:cubicBezTo>
                    <a:cubicBezTo>
                      <a:pt x="186" y="4"/>
                      <a:pt x="182" y="0"/>
                      <a:pt x="182" y="0"/>
                    </a:cubicBezTo>
                    <a:cubicBezTo>
                      <a:pt x="180" y="4"/>
                      <a:pt x="176" y="5"/>
                      <a:pt x="171" y="6"/>
                    </a:cubicBezTo>
                    <a:cubicBezTo>
                      <a:pt x="171" y="7"/>
                      <a:pt x="170" y="9"/>
                      <a:pt x="169" y="9"/>
                    </a:cubicBezTo>
                    <a:cubicBezTo>
                      <a:pt x="165" y="12"/>
                      <a:pt x="158" y="11"/>
                      <a:pt x="154" y="16"/>
                    </a:cubicBezTo>
                    <a:cubicBezTo>
                      <a:pt x="155" y="16"/>
                      <a:pt x="155" y="18"/>
                      <a:pt x="155" y="18"/>
                    </a:cubicBezTo>
                    <a:cubicBezTo>
                      <a:pt x="155" y="18"/>
                      <a:pt x="155" y="18"/>
                      <a:pt x="155" y="18"/>
                    </a:cubicBezTo>
                    <a:cubicBezTo>
                      <a:pt x="155" y="19"/>
                      <a:pt x="155" y="19"/>
                      <a:pt x="155" y="19"/>
                    </a:cubicBezTo>
                    <a:cubicBezTo>
                      <a:pt x="155" y="19"/>
                      <a:pt x="154" y="18"/>
                      <a:pt x="154" y="17"/>
                    </a:cubicBezTo>
                    <a:cubicBezTo>
                      <a:pt x="153" y="19"/>
                      <a:pt x="151" y="20"/>
                      <a:pt x="149" y="20"/>
                    </a:cubicBezTo>
                    <a:cubicBezTo>
                      <a:pt x="150" y="22"/>
                      <a:pt x="148" y="21"/>
                      <a:pt x="149" y="23"/>
                    </a:cubicBezTo>
                    <a:cubicBezTo>
                      <a:pt x="148" y="22"/>
                      <a:pt x="148" y="22"/>
                      <a:pt x="148" y="22"/>
                    </a:cubicBezTo>
                    <a:cubicBezTo>
                      <a:pt x="147" y="24"/>
                      <a:pt x="147" y="24"/>
                      <a:pt x="145" y="22"/>
                    </a:cubicBezTo>
                    <a:cubicBezTo>
                      <a:pt x="139" y="23"/>
                      <a:pt x="134" y="27"/>
                      <a:pt x="128" y="28"/>
                    </a:cubicBezTo>
                    <a:cubicBezTo>
                      <a:pt x="123" y="30"/>
                      <a:pt x="118" y="35"/>
                      <a:pt x="112" y="37"/>
                    </a:cubicBezTo>
                    <a:cubicBezTo>
                      <a:pt x="112" y="40"/>
                      <a:pt x="110" y="39"/>
                      <a:pt x="110" y="42"/>
                    </a:cubicBezTo>
                    <a:cubicBezTo>
                      <a:pt x="110" y="41"/>
                      <a:pt x="110" y="41"/>
                      <a:pt x="110" y="41"/>
                    </a:cubicBezTo>
                    <a:cubicBezTo>
                      <a:pt x="109" y="43"/>
                      <a:pt x="109" y="41"/>
                      <a:pt x="107" y="40"/>
                    </a:cubicBezTo>
                    <a:cubicBezTo>
                      <a:pt x="107" y="42"/>
                      <a:pt x="107" y="41"/>
                      <a:pt x="107" y="43"/>
                    </a:cubicBezTo>
                    <a:cubicBezTo>
                      <a:pt x="107" y="45"/>
                      <a:pt x="106" y="40"/>
                      <a:pt x="106" y="41"/>
                    </a:cubicBezTo>
                    <a:cubicBezTo>
                      <a:pt x="105" y="41"/>
                      <a:pt x="106" y="42"/>
                      <a:pt x="106" y="42"/>
                    </a:cubicBezTo>
                    <a:cubicBezTo>
                      <a:pt x="105" y="45"/>
                      <a:pt x="106" y="41"/>
                      <a:pt x="103" y="39"/>
                    </a:cubicBezTo>
                    <a:cubicBezTo>
                      <a:pt x="101" y="41"/>
                      <a:pt x="98" y="44"/>
                      <a:pt x="95" y="43"/>
                    </a:cubicBezTo>
                    <a:cubicBezTo>
                      <a:pt x="95" y="43"/>
                      <a:pt x="96" y="44"/>
                      <a:pt x="96" y="44"/>
                    </a:cubicBezTo>
                    <a:cubicBezTo>
                      <a:pt x="95" y="41"/>
                      <a:pt x="95" y="46"/>
                      <a:pt x="94" y="44"/>
                    </a:cubicBezTo>
                    <a:cubicBezTo>
                      <a:pt x="94" y="44"/>
                      <a:pt x="94" y="43"/>
                      <a:pt x="94" y="43"/>
                    </a:cubicBezTo>
                    <a:cubicBezTo>
                      <a:pt x="93" y="42"/>
                      <a:pt x="92" y="44"/>
                      <a:pt x="91" y="43"/>
                    </a:cubicBezTo>
                    <a:cubicBezTo>
                      <a:pt x="90" y="45"/>
                      <a:pt x="88" y="42"/>
                      <a:pt x="88" y="44"/>
                    </a:cubicBezTo>
                    <a:cubicBezTo>
                      <a:pt x="88" y="43"/>
                      <a:pt x="87" y="43"/>
                      <a:pt x="87" y="43"/>
                    </a:cubicBezTo>
                    <a:cubicBezTo>
                      <a:pt x="87" y="47"/>
                      <a:pt x="84" y="42"/>
                      <a:pt x="84" y="44"/>
                    </a:cubicBezTo>
                    <a:cubicBezTo>
                      <a:pt x="84" y="44"/>
                      <a:pt x="84" y="44"/>
                      <a:pt x="84" y="44"/>
                    </a:cubicBezTo>
                    <a:cubicBezTo>
                      <a:pt x="81" y="45"/>
                      <a:pt x="77" y="45"/>
                      <a:pt x="75" y="47"/>
                    </a:cubicBezTo>
                    <a:cubicBezTo>
                      <a:pt x="73" y="47"/>
                      <a:pt x="70" y="44"/>
                      <a:pt x="69" y="46"/>
                    </a:cubicBezTo>
                    <a:cubicBezTo>
                      <a:pt x="69" y="48"/>
                      <a:pt x="69" y="48"/>
                      <a:pt x="69" y="48"/>
                    </a:cubicBezTo>
                    <a:cubicBezTo>
                      <a:pt x="68" y="48"/>
                      <a:pt x="69" y="47"/>
                      <a:pt x="68" y="46"/>
                    </a:cubicBezTo>
                    <a:cubicBezTo>
                      <a:pt x="68" y="48"/>
                      <a:pt x="66" y="47"/>
                      <a:pt x="65" y="47"/>
                    </a:cubicBezTo>
                    <a:cubicBezTo>
                      <a:pt x="65" y="47"/>
                      <a:pt x="65" y="48"/>
                      <a:pt x="65" y="49"/>
                    </a:cubicBezTo>
                    <a:cubicBezTo>
                      <a:pt x="63" y="46"/>
                      <a:pt x="62" y="50"/>
                      <a:pt x="60" y="48"/>
                    </a:cubicBezTo>
                    <a:cubicBezTo>
                      <a:pt x="61" y="51"/>
                      <a:pt x="60" y="50"/>
                      <a:pt x="59" y="51"/>
                    </a:cubicBezTo>
                    <a:cubicBezTo>
                      <a:pt x="59" y="51"/>
                      <a:pt x="59" y="50"/>
                      <a:pt x="59" y="49"/>
                    </a:cubicBezTo>
                    <a:cubicBezTo>
                      <a:pt x="58" y="50"/>
                      <a:pt x="57" y="50"/>
                      <a:pt x="56" y="49"/>
                    </a:cubicBezTo>
                    <a:cubicBezTo>
                      <a:pt x="56" y="49"/>
                      <a:pt x="56" y="51"/>
                      <a:pt x="55" y="51"/>
                    </a:cubicBezTo>
                    <a:cubicBezTo>
                      <a:pt x="54" y="49"/>
                      <a:pt x="54" y="51"/>
                      <a:pt x="53" y="50"/>
                    </a:cubicBezTo>
                    <a:cubicBezTo>
                      <a:pt x="54" y="52"/>
                      <a:pt x="52" y="54"/>
                      <a:pt x="52" y="53"/>
                    </a:cubicBezTo>
                    <a:cubicBezTo>
                      <a:pt x="52" y="50"/>
                      <a:pt x="52" y="50"/>
                      <a:pt x="52" y="50"/>
                    </a:cubicBezTo>
                    <a:cubicBezTo>
                      <a:pt x="50" y="52"/>
                      <a:pt x="47" y="49"/>
                      <a:pt x="44" y="52"/>
                    </a:cubicBezTo>
                    <a:cubicBezTo>
                      <a:pt x="44" y="51"/>
                      <a:pt x="44" y="51"/>
                      <a:pt x="44" y="51"/>
                    </a:cubicBezTo>
                    <a:cubicBezTo>
                      <a:pt x="42" y="53"/>
                      <a:pt x="39" y="51"/>
                      <a:pt x="37" y="54"/>
                    </a:cubicBezTo>
                    <a:cubicBezTo>
                      <a:pt x="36" y="53"/>
                      <a:pt x="35" y="52"/>
                      <a:pt x="35" y="52"/>
                    </a:cubicBezTo>
                    <a:cubicBezTo>
                      <a:pt x="34" y="53"/>
                      <a:pt x="33" y="53"/>
                      <a:pt x="32" y="55"/>
                    </a:cubicBezTo>
                    <a:cubicBezTo>
                      <a:pt x="32" y="56"/>
                      <a:pt x="32" y="54"/>
                      <a:pt x="32" y="54"/>
                    </a:cubicBezTo>
                    <a:cubicBezTo>
                      <a:pt x="31" y="53"/>
                      <a:pt x="30" y="51"/>
                      <a:pt x="29" y="53"/>
                    </a:cubicBezTo>
                    <a:cubicBezTo>
                      <a:pt x="29" y="52"/>
                      <a:pt x="29" y="52"/>
                      <a:pt x="29" y="52"/>
                    </a:cubicBezTo>
                    <a:cubicBezTo>
                      <a:pt x="28" y="53"/>
                      <a:pt x="27" y="55"/>
                      <a:pt x="26" y="53"/>
                    </a:cubicBezTo>
                    <a:cubicBezTo>
                      <a:pt x="25" y="54"/>
                      <a:pt x="24" y="55"/>
                      <a:pt x="25" y="56"/>
                    </a:cubicBezTo>
                    <a:cubicBezTo>
                      <a:pt x="24" y="56"/>
                      <a:pt x="25" y="54"/>
                      <a:pt x="24" y="55"/>
                    </a:cubicBezTo>
                    <a:cubicBezTo>
                      <a:pt x="25" y="53"/>
                      <a:pt x="25" y="53"/>
                      <a:pt x="25" y="53"/>
                    </a:cubicBezTo>
                    <a:cubicBezTo>
                      <a:pt x="23" y="52"/>
                      <a:pt x="21" y="53"/>
                      <a:pt x="19" y="53"/>
                    </a:cubicBezTo>
                    <a:cubicBezTo>
                      <a:pt x="19" y="51"/>
                      <a:pt x="17" y="53"/>
                      <a:pt x="16" y="51"/>
                    </a:cubicBezTo>
                    <a:cubicBezTo>
                      <a:pt x="15" y="52"/>
                      <a:pt x="15" y="50"/>
                      <a:pt x="13" y="53"/>
                    </a:cubicBezTo>
                    <a:cubicBezTo>
                      <a:pt x="14" y="51"/>
                      <a:pt x="14" y="51"/>
                      <a:pt x="14" y="51"/>
                    </a:cubicBezTo>
                    <a:cubicBezTo>
                      <a:pt x="13" y="51"/>
                      <a:pt x="12" y="51"/>
                      <a:pt x="11" y="49"/>
                    </a:cubicBezTo>
                    <a:cubicBezTo>
                      <a:pt x="11" y="49"/>
                      <a:pt x="10" y="50"/>
                      <a:pt x="9" y="51"/>
                    </a:cubicBezTo>
                    <a:cubicBezTo>
                      <a:pt x="10" y="49"/>
                      <a:pt x="10" y="49"/>
                      <a:pt x="10" y="49"/>
                    </a:cubicBezTo>
                    <a:cubicBezTo>
                      <a:pt x="9" y="50"/>
                      <a:pt x="7" y="51"/>
                      <a:pt x="6" y="52"/>
                    </a:cubicBezTo>
                    <a:cubicBezTo>
                      <a:pt x="6" y="51"/>
                      <a:pt x="6" y="52"/>
                      <a:pt x="6" y="51"/>
                    </a:cubicBezTo>
                    <a:cubicBezTo>
                      <a:pt x="7" y="51"/>
                      <a:pt x="8" y="50"/>
                      <a:pt x="9" y="48"/>
                    </a:cubicBezTo>
                    <a:cubicBezTo>
                      <a:pt x="9" y="48"/>
                      <a:pt x="6" y="50"/>
                      <a:pt x="7" y="48"/>
                    </a:cubicBezTo>
                    <a:cubicBezTo>
                      <a:pt x="7" y="47"/>
                      <a:pt x="7" y="47"/>
                      <a:pt x="5" y="49"/>
                    </a:cubicBezTo>
                    <a:cubicBezTo>
                      <a:pt x="6" y="48"/>
                      <a:pt x="6" y="48"/>
                      <a:pt x="7" y="47"/>
                    </a:cubicBezTo>
                    <a:cubicBezTo>
                      <a:pt x="6" y="47"/>
                      <a:pt x="6" y="47"/>
                      <a:pt x="5" y="47"/>
                    </a:cubicBezTo>
                    <a:cubicBezTo>
                      <a:pt x="6" y="47"/>
                      <a:pt x="5" y="47"/>
                      <a:pt x="5" y="48"/>
                    </a:cubicBezTo>
                    <a:cubicBezTo>
                      <a:pt x="4" y="48"/>
                      <a:pt x="4" y="48"/>
                      <a:pt x="2" y="49"/>
                    </a:cubicBezTo>
                    <a:cubicBezTo>
                      <a:pt x="3" y="49"/>
                      <a:pt x="3" y="49"/>
                      <a:pt x="3" y="49"/>
                    </a:cubicBezTo>
                    <a:cubicBezTo>
                      <a:pt x="2" y="50"/>
                      <a:pt x="1" y="50"/>
                      <a:pt x="2" y="49"/>
                    </a:cubicBezTo>
                    <a:cubicBezTo>
                      <a:pt x="3" y="48"/>
                      <a:pt x="4" y="48"/>
                      <a:pt x="5" y="47"/>
                    </a:cubicBezTo>
                    <a:cubicBezTo>
                      <a:pt x="1" y="48"/>
                      <a:pt x="1" y="48"/>
                      <a:pt x="1" y="48"/>
                    </a:cubicBezTo>
                    <a:cubicBezTo>
                      <a:pt x="2" y="48"/>
                      <a:pt x="2" y="49"/>
                      <a:pt x="1" y="49"/>
                    </a:cubicBezTo>
                    <a:cubicBezTo>
                      <a:pt x="2" y="49"/>
                      <a:pt x="2" y="49"/>
                      <a:pt x="2" y="49"/>
                    </a:cubicBezTo>
                    <a:cubicBezTo>
                      <a:pt x="0" y="50"/>
                      <a:pt x="0" y="50"/>
                      <a:pt x="0" y="50"/>
                    </a:cubicBezTo>
                    <a:cubicBezTo>
                      <a:pt x="1" y="51"/>
                      <a:pt x="1" y="52"/>
                      <a:pt x="2" y="52"/>
                    </a:cubicBezTo>
                    <a:cubicBezTo>
                      <a:pt x="3" y="51"/>
                      <a:pt x="3" y="51"/>
                      <a:pt x="3" y="51"/>
                    </a:cubicBezTo>
                    <a:cubicBezTo>
                      <a:pt x="4" y="51"/>
                      <a:pt x="5" y="50"/>
                      <a:pt x="5" y="52"/>
                    </a:cubicBezTo>
                    <a:cubicBezTo>
                      <a:pt x="4" y="52"/>
                      <a:pt x="4" y="53"/>
                      <a:pt x="3" y="53"/>
                    </a:cubicBezTo>
                    <a:cubicBezTo>
                      <a:pt x="4" y="53"/>
                      <a:pt x="4" y="53"/>
                      <a:pt x="4" y="53"/>
                    </a:cubicBezTo>
                    <a:cubicBezTo>
                      <a:pt x="2" y="55"/>
                      <a:pt x="2" y="55"/>
                      <a:pt x="2" y="55"/>
                    </a:cubicBezTo>
                    <a:cubicBezTo>
                      <a:pt x="5" y="52"/>
                      <a:pt x="4" y="55"/>
                      <a:pt x="5" y="5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55" name="Freeform 243"/>
              <p:cNvSpPr/>
              <p:nvPr>
                <p:custDataLst>
                  <p:tags r:id="rId88"/>
                </p:custDataLst>
              </p:nvPr>
            </p:nvSpPr>
            <p:spPr bwMode="auto">
              <a:xfrm>
                <a:off x="4005" y="2851"/>
                <a:ext cx="2" cy="5"/>
              </a:xfrm>
              <a:custGeom>
                <a:avLst/>
                <a:gdLst>
                  <a:gd name="T0" fmla="*/ 2 w 2"/>
                  <a:gd name="T1" fmla="*/ 5 h 5"/>
                  <a:gd name="T2" fmla="*/ 2 w 2"/>
                  <a:gd name="T3" fmla="*/ 5 h 5"/>
                  <a:gd name="T4" fmla="*/ 0 w 2"/>
                  <a:gd name="T5" fmla="*/ 0 h 5"/>
                  <a:gd name="T6" fmla="*/ 2 w 2"/>
                  <a:gd name="T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5">
                    <a:moveTo>
                      <a:pt x="2" y="5"/>
                    </a:moveTo>
                    <a:lnTo>
                      <a:pt x="2" y="5"/>
                    </a:lnTo>
                    <a:lnTo>
                      <a:pt x="0" y="0"/>
                    </a:lnTo>
                    <a:lnTo>
                      <a:pt x="2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56" name="Freeform 244"/>
              <p:cNvSpPr/>
              <p:nvPr>
                <p:custDataLst>
                  <p:tags r:id="rId89"/>
                </p:custDataLst>
              </p:nvPr>
            </p:nvSpPr>
            <p:spPr bwMode="auto">
              <a:xfrm>
                <a:off x="3980" y="2866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57" name="Freeform 245"/>
              <p:cNvSpPr/>
              <p:nvPr>
                <p:custDataLst>
                  <p:tags r:id="rId90"/>
                </p:custDataLst>
              </p:nvPr>
            </p:nvSpPr>
            <p:spPr bwMode="auto">
              <a:xfrm>
                <a:off x="3982" y="286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58" name="Freeform 246"/>
              <p:cNvSpPr/>
              <p:nvPr>
                <p:custDataLst>
                  <p:tags r:id="rId91"/>
                </p:custDataLst>
              </p:nvPr>
            </p:nvSpPr>
            <p:spPr bwMode="auto">
              <a:xfrm>
                <a:off x="3748" y="2898"/>
                <a:ext cx="4" cy="2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2" y="1"/>
                      <a:pt x="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59" name="Freeform 247"/>
              <p:cNvSpPr/>
              <p:nvPr>
                <p:custDataLst>
                  <p:tags r:id="rId92"/>
                </p:custDataLst>
              </p:nvPr>
            </p:nvSpPr>
            <p:spPr bwMode="auto">
              <a:xfrm>
                <a:off x="3980" y="2875"/>
                <a:ext cx="2" cy="4"/>
              </a:xfrm>
              <a:custGeom>
                <a:avLst/>
                <a:gdLst>
                  <a:gd name="T0" fmla="*/ 0 w 1"/>
                  <a:gd name="T1" fmla="*/ 1 h 2"/>
                  <a:gd name="T2" fmla="*/ 1 w 1"/>
                  <a:gd name="T3" fmla="*/ 2 h 2"/>
                  <a:gd name="T4" fmla="*/ 0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1" y="0"/>
                      <a:pt x="0" y="2"/>
                      <a:pt x="1" y="2"/>
                    </a:cubicBezTo>
                    <a:cubicBezTo>
                      <a:pt x="1" y="2"/>
                      <a:pt x="0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60" name="Freeform 248"/>
              <p:cNvSpPr/>
              <p:nvPr>
                <p:custDataLst>
                  <p:tags r:id="rId93"/>
                </p:custDataLst>
              </p:nvPr>
            </p:nvSpPr>
            <p:spPr bwMode="auto">
              <a:xfrm>
                <a:off x="3757" y="2909"/>
                <a:ext cx="2" cy="4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" y="1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61" name="Freeform 249"/>
              <p:cNvSpPr/>
              <p:nvPr>
                <p:custDataLst>
                  <p:tags r:id="rId94"/>
                </p:custDataLst>
              </p:nvPr>
            </p:nvSpPr>
            <p:spPr bwMode="auto">
              <a:xfrm>
                <a:off x="3776" y="2913"/>
                <a:ext cx="2" cy="4"/>
              </a:xfrm>
              <a:custGeom>
                <a:avLst/>
                <a:gdLst>
                  <a:gd name="T0" fmla="*/ 0 w 1"/>
                  <a:gd name="T1" fmla="*/ 1 h 2"/>
                  <a:gd name="T2" fmla="*/ 1 w 1"/>
                  <a:gd name="T3" fmla="*/ 1 h 2"/>
                  <a:gd name="T4" fmla="*/ 0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2"/>
                      <a:pt x="1" y="0"/>
                      <a:pt x="1" y="1"/>
                    </a:cubicBezTo>
                    <a:cubicBezTo>
                      <a:pt x="1" y="0"/>
                      <a:pt x="1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62" name="Freeform 250"/>
              <p:cNvSpPr/>
              <p:nvPr>
                <p:custDataLst>
                  <p:tags r:id="rId95"/>
                </p:custDataLst>
              </p:nvPr>
            </p:nvSpPr>
            <p:spPr bwMode="auto">
              <a:xfrm>
                <a:off x="3759" y="2904"/>
                <a:ext cx="2" cy="5"/>
              </a:xfrm>
              <a:custGeom>
                <a:avLst/>
                <a:gdLst>
                  <a:gd name="T0" fmla="*/ 1 w 1"/>
                  <a:gd name="T1" fmla="*/ 0 h 2"/>
                  <a:gd name="T2" fmla="*/ 1 w 1"/>
                  <a:gd name="T3" fmla="*/ 1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1" y="0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63" name="Freeform 251"/>
              <p:cNvSpPr/>
              <p:nvPr>
                <p:custDataLst>
                  <p:tags r:id="rId96"/>
                </p:custDataLst>
              </p:nvPr>
            </p:nvSpPr>
            <p:spPr bwMode="auto">
              <a:xfrm>
                <a:off x="3893" y="3080"/>
                <a:ext cx="4" cy="9"/>
              </a:xfrm>
              <a:custGeom>
                <a:avLst/>
                <a:gdLst>
                  <a:gd name="T0" fmla="*/ 2 w 2"/>
                  <a:gd name="T1" fmla="*/ 0 h 4"/>
                  <a:gd name="T2" fmla="*/ 1 w 2"/>
                  <a:gd name="T3" fmla="*/ 1 h 4"/>
                  <a:gd name="T4" fmla="*/ 1 w 2"/>
                  <a:gd name="T5" fmla="*/ 2 h 4"/>
                  <a:gd name="T6" fmla="*/ 0 w 2"/>
                  <a:gd name="T7" fmla="*/ 4 h 4"/>
                  <a:gd name="T8" fmla="*/ 2 w 2"/>
                  <a:gd name="T9" fmla="*/ 1 h 4"/>
                  <a:gd name="T10" fmla="*/ 2 w 2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0" y="3"/>
                      <a:pt x="1" y="2"/>
                    </a:cubicBezTo>
                    <a:cubicBezTo>
                      <a:pt x="1" y="3"/>
                      <a:pt x="0" y="3"/>
                      <a:pt x="0" y="4"/>
                    </a:cubicBezTo>
                    <a:cubicBezTo>
                      <a:pt x="1" y="3"/>
                      <a:pt x="2" y="1"/>
                      <a:pt x="2" y="1"/>
                    </a:cubicBezTo>
                    <a:cubicBezTo>
                      <a:pt x="2" y="0"/>
                      <a:pt x="2" y="0"/>
                      <a:pt x="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64" name="Freeform 252"/>
              <p:cNvSpPr/>
              <p:nvPr>
                <p:custDataLst>
                  <p:tags r:id="rId97"/>
                </p:custDataLst>
              </p:nvPr>
            </p:nvSpPr>
            <p:spPr bwMode="auto">
              <a:xfrm>
                <a:off x="3786" y="2913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65" name="Freeform 253"/>
              <p:cNvSpPr/>
              <p:nvPr>
                <p:custDataLst>
                  <p:tags r:id="rId98"/>
                </p:custDataLst>
              </p:nvPr>
            </p:nvSpPr>
            <p:spPr bwMode="auto">
              <a:xfrm>
                <a:off x="3952" y="306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66" name="Freeform 254"/>
              <p:cNvSpPr>
                <a:spLocks noEditPoints="1"/>
              </p:cNvSpPr>
              <p:nvPr>
                <p:custDataLst>
                  <p:tags r:id="rId99"/>
                </p:custDataLst>
              </p:nvPr>
            </p:nvSpPr>
            <p:spPr bwMode="auto">
              <a:xfrm>
                <a:off x="3895" y="3015"/>
                <a:ext cx="152" cy="95"/>
              </a:xfrm>
              <a:custGeom>
                <a:avLst/>
                <a:gdLst>
                  <a:gd name="T0" fmla="*/ 54 w 72"/>
                  <a:gd name="T1" fmla="*/ 4 h 45"/>
                  <a:gd name="T2" fmla="*/ 55 w 72"/>
                  <a:gd name="T3" fmla="*/ 8 h 45"/>
                  <a:gd name="T4" fmla="*/ 44 w 72"/>
                  <a:gd name="T5" fmla="*/ 20 h 45"/>
                  <a:gd name="T6" fmla="*/ 38 w 72"/>
                  <a:gd name="T7" fmla="*/ 21 h 45"/>
                  <a:gd name="T8" fmla="*/ 35 w 72"/>
                  <a:gd name="T9" fmla="*/ 21 h 45"/>
                  <a:gd name="T10" fmla="*/ 30 w 72"/>
                  <a:gd name="T11" fmla="*/ 22 h 45"/>
                  <a:gd name="T12" fmla="*/ 27 w 72"/>
                  <a:gd name="T13" fmla="*/ 22 h 45"/>
                  <a:gd name="T14" fmla="*/ 21 w 72"/>
                  <a:gd name="T15" fmla="*/ 23 h 45"/>
                  <a:gd name="T16" fmla="*/ 16 w 72"/>
                  <a:gd name="T17" fmla="*/ 23 h 45"/>
                  <a:gd name="T18" fmla="*/ 11 w 72"/>
                  <a:gd name="T19" fmla="*/ 23 h 45"/>
                  <a:gd name="T20" fmla="*/ 9 w 72"/>
                  <a:gd name="T21" fmla="*/ 21 h 45"/>
                  <a:gd name="T22" fmla="*/ 8 w 72"/>
                  <a:gd name="T23" fmla="*/ 20 h 45"/>
                  <a:gd name="T24" fmla="*/ 7 w 72"/>
                  <a:gd name="T25" fmla="*/ 20 h 45"/>
                  <a:gd name="T26" fmla="*/ 4 w 72"/>
                  <a:gd name="T27" fmla="*/ 22 h 45"/>
                  <a:gd name="T28" fmla="*/ 2 w 72"/>
                  <a:gd name="T29" fmla="*/ 25 h 45"/>
                  <a:gd name="T30" fmla="*/ 2 w 72"/>
                  <a:gd name="T31" fmla="*/ 31 h 45"/>
                  <a:gd name="T32" fmla="*/ 8 w 72"/>
                  <a:gd name="T33" fmla="*/ 29 h 45"/>
                  <a:gd name="T34" fmla="*/ 4 w 72"/>
                  <a:gd name="T35" fmla="*/ 34 h 45"/>
                  <a:gd name="T36" fmla="*/ 3 w 72"/>
                  <a:gd name="T37" fmla="*/ 39 h 45"/>
                  <a:gd name="T38" fmla="*/ 8 w 72"/>
                  <a:gd name="T39" fmla="*/ 33 h 45"/>
                  <a:gd name="T40" fmla="*/ 6 w 72"/>
                  <a:gd name="T41" fmla="*/ 39 h 45"/>
                  <a:gd name="T42" fmla="*/ 7 w 72"/>
                  <a:gd name="T43" fmla="*/ 41 h 45"/>
                  <a:gd name="T44" fmla="*/ 8 w 72"/>
                  <a:gd name="T45" fmla="*/ 42 h 45"/>
                  <a:gd name="T46" fmla="*/ 9 w 72"/>
                  <a:gd name="T47" fmla="*/ 43 h 45"/>
                  <a:gd name="T48" fmla="*/ 12 w 72"/>
                  <a:gd name="T49" fmla="*/ 40 h 45"/>
                  <a:gd name="T50" fmla="*/ 13 w 72"/>
                  <a:gd name="T51" fmla="*/ 44 h 45"/>
                  <a:gd name="T52" fmla="*/ 15 w 72"/>
                  <a:gd name="T53" fmla="*/ 40 h 45"/>
                  <a:gd name="T54" fmla="*/ 16 w 72"/>
                  <a:gd name="T55" fmla="*/ 40 h 45"/>
                  <a:gd name="T56" fmla="*/ 17 w 72"/>
                  <a:gd name="T57" fmla="*/ 42 h 45"/>
                  <a:gd name="T58" fmla="*/ 23 w 72"/>
                  <a:gd name="T59" fmla="*/ 41 h 45"/>
                  <a:gd name="T60" fmla="*/ 24 w 72"/>
                  <a:gd name="T61" fmla="*/ 41 h 45"/>
                  <a:gd name="T62" fmla="*/ 28 w 72"/>
                  <a:gd name="T63" fmla="*/ 41 h 45"/>
                  <a:gd name="T64" fmla="*/ 31 w 72"/>
                  <a:gd name="T65" fmla="*/ 40 h 45"/>
                  <a:gd name="T66" fmla="*/ 33 w 72"/>
                  <a:gd name="T67" fmla="*/ 39 h 45"/>
                  <a:gd name="T68" fmla="*/ 34 w 72"/>
                  <a:gd name="T69" fmla="*/ 40 h 45"/>
                  <a:gd name="T70" fmla="*/ 34 w 72"/>
                  <a:gd name="T71" fmla="*/ 37 h 45"/>
                  <a:gd name="T72" fmla="*/ 37 w 72"/>
                  <a:gd name="T73" fmla="*/ 38 h 45"/>
                  <a:gd name="T74" fmla="*/ 41 w 72"/>
                  <a:gd name="T75" fmla="*/ 39 h 45"/>
                  <a:gd name="T76" fmla="*/ 43 w 72"/>
                  <a:gd name="T77" fmla="*/ 35 h 45"/>
                  <a:gd name="T78" fmla="*/ 46 w 72"/>
                  <a:gd name="T79" fmla="*/ 35 h 45"/>
                  <a:gd name="T80" fmla="*/ 47 w 72"/>
                  <a:gd name="T81" fmla="*/ 34 h 45"/>
                  <a:gd name="T82" fmla="*/ 49 w 72"/>
                  <a:gd name="T83" fmla="*/ 34 h 45"/>
                  <a:gd name="T84" fmla="*/ 50 w 72"/>
                  <a:gd name="T85" fmla="*/ 36 h 45"/>
                  <a:gd name="T86" fmla="*/ 51 w 72"/>
                  <a:gd name="T87" fmla="*/ 32 h 45"/>
                  <a:gd name="T88" fmla="*/ 52 w 72"/>
                  <a:gd name="T89" fmla="*/ 27 h 45"/>
                  <a:gd name="T90" fmla="*/ 54 w 72"/>
                  <a:gd name="T91" fmla="*/ 28 h 45"/>
                  <a:gd name="T92" fmla="*/ 54 w 72"/>
                  <a:gd name="T93" fmla="*/ 23 h 45"/>
                  <a:gd name="T94" fmla="*/ 58 w 72"/>
                  <a:gd name="T95" fmla="*/ 23 h 45"/>
                  <a:gd name="T96" fmla="*/ 59 w 72"/>
                  <a:gd name="T97" fmla="*/ 21 h 45"/>
                  <a:gd name="T98" fmla="*/ 61 w 72"/>
                  <a:gd name="T99" fmla="*/ 20 h 45"/>
                  <a:gd name="T100" fmla="*/ 65 w 72"/>
                  <a:gd name="T101" fmla="*/ 17 h 45"/>
                  <a:gd name="T102" fmla="*/ 65 w 72"/>
                  <a:gd name="T103" fmla="*/ 13 h 45"/>
                  <a:gd name="T104" fmla="*/ 67 w 72"/>
                  <a:gd name="T105" fmla="*/ 8 h 45"/>
                  <a:gd name="T106" fmla="*/ 61 w 72"/>
                  <a:gd name="T107" fmla="*/ 9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72" h="45">
                    <a:moveTo>
                      <a:pt x="68" y="4"/>
                    </a:moveTo>
                    <a:cubicBezTo>
                      <a:pt x="67" y="4"/>
                      <a:pt x="70" y="3"/>
                      <a:pt x="70" y="3"/>
                    </a:cubicBezTo>
                    <a:cubicBezTo>
                      <a:pt x="66" y="4"/>
                      <a:pt x="69" y="0"/>
                      <a:pt x="65" y="3"/>
                    </a:cubicBezTo>
                    <a:cubicBezTo>
                      <a:pt x="64" y="3"/>
                      <a:pt x="63" y="5"/>
                      <a:pt x="63" y="6"/>
                    </a:cubicBezTo>
                    <a:cubicBezTo>
                      <a:pt x="62" y="6"/>
                      <a:pt x="61" y="6"/>
                      <a:pt x="61" y="6"/>
                    </a:cubicBezTo>
                    <a:cubicBezTo>
                      <a:pt x="59" y="4"/>
                      <a:pt x="51" y="2"/>
                      <a:pt x="54" y="4"/>
                    </a:cubicBezTo>
                    <a:cubicBezTo>
                      <a:pt x="55" y="4"/>
                      <a:pt x="56" y="5"/>
                      <a:pt x="56" y="5"/>
                    </a:cubicBezTo>
                    <a:cubicBezTo>
                      <a:pt x="56" y="5"/>
                      <a:pt x="56" y="5"/>
                      <a:pt x="56" y="5"/>
                    </a:cubicBezTo>
                    <a:cubicBezTo>
                      <a:pt x="57" y="6"/>
                      <a:pt x="57" y="6"/>
                      <a:pt x="57" y="6"/>
                    </a:cubicBezTo>
                    <a:cubicBezTo>
                      <a:pt x="57" y="6"/>
                      <a:pt x="55" y="5"/>
                      <a:pt x="55" y="4"/>
                    </a:cubicBezTo>
                    <a:cubicBezTo>
                      <a:pt x="55" y="5"/>
                      <a:pt x="55" y="6"/>
                      <a:pt x="54" y="6"/>
                    </a:cubicBezTo>
                    <a:cubicBezTo>
                      <a:pt x="55" y="7"/>
                      <a:pt x="54" y="6"/>
                      <a:pt x="55" y="8"/>
                    </a:cubicBezTo>
                    <a:cubicBezTo>
                      <a:pt x="55" y="7"/>
                      <a:pt x="55" y="7"/>
                      <a:pt x="55" y="7"/>
                    </a:cubicBezTo>
                    <a:cubicBezTo>
                      <a:pt x="55" y="8"/>
                      <a:pt x="55" y="8"/>
                      <a:pt x="53" y="7"/>
                    </a:cubicBezTo>
                    <a:cubicBezTo>
                      <a:pt x="50" y="7"/>
                      <a:pt x="49" y="9"/>
                      <a:pt x="47" y="10"/>
                    </a:cubicBezTo>
                    <a:cubicBezTo>
                      <a:pt x="46" y="12"/>
                      <a:pt x="45" y="14"/>
                      <a:pt x="43" y="16"/>
                    </a:cubicBezTo>
                    <a:cubicBezTo>
                      <a:pt x="44" y="19"/>
                      <a:pt x="43" y="18"/>
                      <a:pt x="44" y="21"/>
                    </a:cubicBezTo>
                    <a:cubicBezTo>
                      <a:pt x="44" y="20"/>
                      <a:pt x="44" y="20"/>
                      <a:pt x="44" y="20"/>
                    </a:cubicBezTo>
                    <a:cubicBezTo>
                      <a:pt x="44" y="22"/>
                      <a:pt x="43" y="20"/>
                      <a:pt x="42" y="19"/>
                    </a:cubicBezTo>
                    <a:cubicBezTo>
                      <a:pt x="43" y="21"/>
                      <a:pt x="42" y="20"/>
                      <a:pt x="43" y="22"/>
                    </a:cubicBezTo>
                    <a:cubicBezTo>
                      <a:pt x="44" y="23"/>
                      <a:pt x="41" y="19"/>
                      <a:pt x="42" y="20"/>
                    </a:cubicBezTo>
                    <a:cubicBezTo>
                      <a:pt x="41" y="20"/>
                      <a:pt x="42" y="21"/>
                      <a:pt x="42" y="21"/>
                    </a:cubicBezTo>
                    <a:cubicBezTo>
                      <a:pt x="42" y="23"/>
                      <a:pt x="41" y="20"/>
                      <a:pt x="40" y="18"/>
                    </a:cubicBezTo>
                    <a:cubicBezTo>
                      <a:pt x="39" y="19"/>
                      <a:pt x="39" y="22"/>
                      <a:pt x="38" y="21"/>
                    </a:cubicBezTo>
                    <a:cubicBezTo>
                      <a:pt x="38" y="21"/>
                      <a:pt x="38" y="22"/>
                      <a:pt x="38" y="22"/>
                    </a:cubicBezTo>
                    <a:cubicBezTo>
                      <a:pt x="37" y="19"/>
                      <a:pt x="38" y="23"/>
                      <a:pt x="38" y="22"/>
                    </a:cubicBezTo>
                    <a:cubicBezTo>
                      <a:pt x="37" y="21"/>
                      <a:pt x="37" y="21"/>
                      <a:pt x="37" y="21"/>
                    </a:cubicBezTo>
                    <a:cubicBezTo>
                      <a:pt x="36" y="20"/>
                      <a:pt x="37" y="22"/>
                      <a:pt x="36" y="21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36" y="23"/>
                      <a:pt x="35" y="20"/>
                      <a:pt x="35" y="21"/>
                    </a:cubicBezTo>
                    <a:cubicBezTo>
                      <a:pt x="35" y="20"/>
                      <a:pt x="35" y="21"/>
                      <a:pt x="35" y="20"/>
                    </a:cubicBezTo>
                    <a:cubicBezTo>
                      <a:pt x="36" y="24"/>
                      <a:pt x="34" y="19"/>
                      <a:pt x="34" y="21"/>
                    </a:cubicBezTo>
                    <a:cubicBezTo>
                      <a:pt x="34" y="21"/>
                      <a:pt x="34" y="21"/>
                      <a:pt x="34" y="21"/>
                    </a:cubicBezTo>
                    <a:cubicBezTo>
                      <a:pt x="34" y="21"/>
                      <a:pt x="34" y="20"/>
                      <a:pt x="32" y="22"/>
                    </a:cubicBezTo>
                    <a:cubicBezTo>
                      <a:pt x="32" y="22"/>
                      <a:pt x="31" y="19"/>
                      <a:pt x="30" y="21"/>
                    </a:cubicBezTo>
                    <a:cubicBezTo>
                      <a:pt x="30" y="22"/>
                      <a:pt x="30" y="22"/>
                      <a:pt x="30" y="22"/>
                    </a:cubicBezTo>
                    <a:cubicBezTo>
                      <a:pt x="30" y="22"/>
                      <a:pt x="30" y="21"/>
                      <a:pt x="30" y="21"/>
                    </a:cubicBezTo>
                    <a:cubicBezTo>
                      <a:pt x="30" y="22"/>
                      <a:pt x="30" y="20"/>
                      <a:pt x="29" y="20"/>
                    </a:cubicBezTo>
                    <a:cubicBezTo>
                      <a:pt x="29" y="21"/>
                      <a:pt x="29" y="21"/>
                      <a:pt x="29" y="22"/>
                    </a:cubicBezTo>
                    <a:cubicBezTo>
                      <a:pt x="29" y="20"/>
                      <a:pt x="28" y="23"/>
                      <a:pt x="27" y="21"/>
                    </a:cubicBezTo>
                    <a:cubicBezTo>
                      <a:pt x="27" y="25"/>
                      <a:pt x="27" y="23"/>
                      <a:pt x="27" y="24"/>
                    </a:cubicBezTo>
                    <a:cubicBezTo>
                      <a:pt x="27" y="24"/>
                      <a:pt x="27" y="23"/>
                      <a:pt x="27" y="22"/>
                    </a:cubicBezTo>
                    <a:cubicBezTo>
                      <a:pt x="26" y="22"/>
                      <a:pt x="26" y="22"/>
                      <a:pt x="26" y="21"/>
                    </a:cubicBezTo>
                    <a:cubicBezTo>
                      <a:pt x="26" y="22"/>
                      <a:pt x="25" y="24"/>
                      <a:pt x="25" y="23"/>
                    </a:cubicBezTo>
                    <a:cubicBezTo>
                      <a:pt x="25" y="21"/>
                      <a:pt x="25" y="23"/>
                      <a:pt x="25" y="22"/>
                    </a:cubicBezTo>
                    <a:cubicBezTo>
                      <a:pt x="24" y="24"/>
                      <a:pt x="24" y="25"/>
                      <a:pt x="24" y="25"/>
                    </a:cubicBezTo>
                    <a:cubicBezTo>
                      <a:pt x="24" y="22"/>
                      <a:pt x="24" y="22"/>
                      <a:pt x="24" y="22"/>
                    </a:cubicBezTo>
                    <a:cubicBezTo>
                      <a:pt x="23" y="23"/>
                      <a:pt x="23" y="20"/>
                      <a:pt x="21" y="23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0" y="23"/>
                      <a:pt x="20" y="21"/>
                      <a:pt x="18" y="24"/>
                    </a:cubicBezTo>
                    <a:cubicBezTo>
                      <a:pt x="18" y="23"/>
                      <a:pt x="18" y="22"/>
                      <a:pt x="18" y="22"/>
                    </a:cubicBezTo>
                    <a:cubicBezTo>
                      <a:pt x="17" y="24"/>
                      <a:pt x="17" y="23"/>
                      <a:pt x="16" y="25"/>
                    </a:cubicBezTo>
                    <a:cubicBezTo>
                      <a:pt x="16" y="25"/>
                      <a:pt x="16" y="24"/>
                      <a:pt x="16" y="24"/>
                    </a:cubicBezTo>
                    <a:cubicBezTo>
                      <a:pt x="16" y="23"/>
                      <a:pt x="17" y="21"/>
                      <a:pt x="16" y="23"/>
                    </a:cubicBezTo>
                    <a:cubicBezTo>
                      <a:pt x="16" y="22"/>
                      <a:pt x="16" y="22"/>
                      <a:pt x="16" y="22"/>
                    </a:cubicBezTo>
                    <a:cubicBezTo>
                      <a:pt x="15" y="23"/>
                      <a:pt x="14" y="24"/>
                      <a:pt x="15" y="23"/>
                    </a:cubicBezTo>
                    <a:cubicBezTo>
                      <a:pt x="14" y="24"/>
                      <a:pt x="13" y="24"/>
                      <a:pt x="13" y="26"/>
                    </a:cubicBezTo>
                    <a:cubicBezTo>
                      <a:pt x="12" y="26"/>
                      <a:pt x="14" y="23"/>
                      <a:pt x="13" y="25"/>
                    </a:cubicBezTo>
                    <a:cubicBezTo>
                      <a:pt x="14" y="23"/>
                      <a:pt x="14" y="23"/>
                      <a:pt x="14" y="23"/>
                    </a:cubicBezTo>
                    <a:cubicBezTo>
                      <a:pt x="14" y="22"/>
                      <a:pt x="12" y="23"/>
                      <a:pt x="11" y="23"/>
                    </a:cubicBezTo>
                    <a:cubicBezTo>
                      <a:pt x="12" y="21"/>
                      <a:pt x="10" y="23"/>
                      <a:pt x="11" y="22"/>
                    </a:cubicBezTo>
                    <a:cubicBezTo>
                      <a:pt x="10" y="23"/>
                      <a:pt x="11" y="21"/>
                      <a:pt x="9" y="23"/>
                    </a:cubicBezTo>
                    <a:cubicBezTo>
                      <a:pt x="10" y="22"/>
                      <a:pt x="10" y="22"/>
                      <a:pt x="10" y="22"/>
                    </a:cubicBezTo>
                    <a:cubicBezTo>
                      <a:pt x="10" y="22"/>
                      <a:pt x="10" y="21"/>
                      <a:pt x="10" y="21"/>
                    </a:cubicBezTo>
                    <a:cubicBezTo>
                      <a:pt x="10" y="20"/>
                      <a:pt x="8" y="21"/>
                      <a:pt x="8" y="22"/>
                    </a:cubicBezTo>
                    <a:cubicBezTo>
                      <a:pt x="9" y="21"/>
                      <a:pt x="9" y="21"/>
                      <a:pt x="9" y="21"/>
                    </a:cubicBezTo>
                    <a:cubicBezTo>
                      <a:pt x="8" y="21"/>
                      <a:pt x="6" y="22"/>
                      <a:pt x="5" y="23"/>
                    </a:cubicBezTo>
                    <a:cubicBezTo>
                      <a:pt x="6" y="22"/>
                      <a:pt x="5" y="23"/>
                      <a:pt x="5" y="22"/>
                    </a:cubicBezTo>
                    <a:cubicBezTo>
                      <a:pt x="6" y="22"/>
                      <a:pt x="8" y="21"/>
                      <a:pt x="9" y="20"/>
                    </a:cubicBezTo>
                    <a:cubicBezTo>
                      <a:pt x="10" y="20"/>
                      <a:pt x="6" y="21"/>
                      <a:pt x="8" y="20"/>
                    </a:cubicBezTo>
                    <a:cubicBezTo>
                      <a:pt x="9" y="20"/>
                      <a:pt x="8" y="20"/>
                      <a:pt x="6" y="21"/>
                    </a:cubicBezTo>
                    <a:cubicBezTo>
                      <a:pt x="8" y="20"/>
                      <a:pt x="8" y="20"/>
                      <a:pt x="8" y="20"/>
                    </a:cubicBezTo>
                    <a:cubicBezTo>
                      <a:pt x="8" y="20"/>
                      <a:pt x="8" y="20"/>
                      <a:pt x="7" y="20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5" y="21"/>
                      <a:pt x="5" y="20"/>
                      <a:pt x="3" y="21"/>
                    </a:cubicBezTo>
                    <a:cubicBezTo>
                      <a:pt x="4" y="21"/>
                      <a:pt x="4" y="21"/>
                      <a:pt x="4" y="21"/>
                    </a:cubicBezTo>
                    <a:cubicBezTo>
                      <a:pt x="3" y="22"/>
                      <a:pt x="2" y="22"/>
                      <a:pt x="3" y="21"/>
                    </a:cubicBezTo>
                    <a:cubicBezTo>
                      <a:pt x="5" y="20"/>
                      <a:pt x="6" y="20"/>
                      <a:pt x="7" y="20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4" y="20"/>
                      <a:pt x="3" y="21"/>
                      <a:pt x="2" y="21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1" y="22"/>
                      <a:pt x="1" y="22"/>
                      <a:pt x="1" y="22"/>
                    </a:cubicBezTo>
                    <a:cubicBezTo>
                      <a:pt x="2" y="22"/>
                      <a:pt x="1" y="23"/>
                      <a:pt x="2" y="23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4" y="22"/>
                      <a:pt x="6" y="21"/>
                      <a:pt x="4" y="22"/>
                    </a:cubicBezTo>
                    <a:cubicBezTo>
                      <a:pt x="2" y="23"/>
                      <a:pt x="2" y="23"/>
                      <a:pt x="2" y="23"/>
                    </a:cubicBezTo>
                    <a:cubicBezTo>
                      <a:pt x="3" y="23"/>
                      <a:pt x="3" y="23"/>
                      <a:pt x="3" y="23"/>
                    </a:cubicBezTo>
                    <a:cubicBezTo>
                      <a:pt x="1" y="25"/>
                      <a:pt x="1" y="25"/>
                      <a:pt x="1" y="25"/>
                    </a:cubicBezTo>
                    <a:cubicBezTo>
                      <a:pt x="4" y="23"/>
                      <a:pt x="2" y="25"/>
                      <a:pt x="3" y="24"/>
                    </a:cubicBezTo>
                    <a:cubicBezTo>
                      <a:pt x="2" y="25"/>
                      <a:pt x="2" y="25"/>
                      <a:pt x="2" y="25"/>
                    </a:cubicBezTo>
                    <a:cubicBezTo>
                      <a:pt x="2" y="26"/>
                      <a:pt x="4" y="24"/>
                      <a:pt x="4" y="24"/>
                    </a:cubicBezTo>
                    <a:cubicBezTo>
                      <a:pt x="4" y="24"/>
                      <a:pt x="1" y="26"/>
                      <a:pt x="1" y="27"/>
                    </a:cubicBezTo>
                    <a:cubicBezTo>
                      <a:pt x="1" y="27"/>
                      <a:pt x="3" y="26"/>
                      <a:pt x="2" y="28"/>
                    </a:cubicBezTo>
                    <a:cubicBezTo>
                      <a:pt x="2" y="28"/>
                      <a:pt x="4" y="28"/>
                      <a:pt x="5" y="27"/>
                    </a:cubicBezTo>
                    <a:cubicBezTo>
                      <a:pt x="5" y="28"/>
                      <a:pt x="3" y="29"/>
                      <a:pt x="4" y="29"/>
                    </a:cubicBezTo>
                    <a:cubicBezTo>
                      <a:pt x="3" y="29"/>
                      <a:pt x="2" y="30"/>
                      <a:pt x="2" y="31"/>
                    </a:cubicBezTo>
                    <a:cubicBezTo>
                      <a:pt x="3" y="30"/>
                      <a:pt x="2" y="32"/>
                      <a:pt x="4" y="30"/>
                    </a:cubicBezTo>
                    <a:cubicBezTo>
                      <a:pt x="4" y="30"/>
                      <a:pt x="4" y="31"/>
                      <a:pt x="5" y="31"/>
                    </a:cubicBezTo>
                    <a:cubicBezTo>
                      <a:pt x="4" y="31"/>
                      <a:pt x="3" y="33"/>
                      <a:pt x="3" y="33"/>
                    </a:cubicBezTo>
                    <a:cubicBezTo>
                      <a:pt x="4" y="32"/>
                      <a:pt x="5" y="32"/>
                      <a:pt x="5" y="32"/>
                    </a:cubicBezTo>
                    <a:cubicBezTo>
                      <a:pt x="6" y="31"/>
                      <a:pt x="6" y="31"/>
                      <a:pt x="7" y="29"/>
                    </a:cubicBezTo>
                    <a:cubicBezTo>
                      <a:pt x="7" y="29"/>
                      <a:pt x="8" y="28"/>
                      <a:pt x="8" y="29"/>
                    </a:cubicBezTo>
                    <a:cubicBezTo>
                      <a:pt x="7" y="30"/>
                      <a:pt x="5" y="32"/>
                      <a:pt x="6" y="33"/>
                    </a:cubicBezTo>
                    <a:cubicBezTo>
                      <a:pt x="4" y="35"/>
                      <a:pt x="5" y="32"/>
                      <a:pt x="4" y="34"/>
                    </a:cubicBezTo>
                    <a:cubicBezTo>
                      <a:pt x="2" y="36"/>
                      <a:pt x="2" y="36"/>
                      <a:pt x="2" y="35"/>
                    </a:cubicBezTo>
                    <a:cubicBezTo>
                      <a:pt x="0" y="36"/>
                      <a:pt x="2" y="35"/>
                      <a:pt x="1" y="37"/>
                    </a:cubicBezTo>
                    <a:cubicBezTo>
                      <a:pt x="1" y="37"/>
                      <a:pt x="2" y="36"/>
                      <a:pt x="3" y="36"/>
                    </a:cubicBezTo>
                    <a:cubicBezTo>
                      <a:pt x="4" y="35"/>
                      <a:pt x="4" y="35"/>
                      <a:pt x="4" y="34"/>
                    </a:cubicBezTo>
                    <a:cubicBezTo>
                      <a:pt x="6" y="32"/>
                      <a:pt x="4" y="36"/>
                      <a:pt x="4" y="36"/>
                    </a:cubicBezTo>
                    <a:cubicBezTo>
                      <a:pt x="3" y="36"/>
                      <a:pt x="3" y="36"/>
                      <a:pt x="3" y="36"/>
                    </a:cubicBezTo>
                    <a:cubicBezTo>
                      <a:pt x="3" y="37"/>
                      <a:pt x="4" y="36"/>
                      <a:pt x="4" y="36"/>
                    </a:cubicBezTo>
                    <a:cubicBezTo>
                      <a:pt x="3" y="39"/>
                      <a:pt x="4" y="36"/>
                      <a:pt x="3" y="38"/>
                    </a:cubicBezTo>
                    <a:cubicBezTo>
                      <a:pt x="1" y="40"/>
                      <a:pt x="1" y="40"/>
                      <a:pt x="1" y="40"/>
                    </a:cubicBezTo>
                    <a:cubicBezTo>
                      <a:pt x="2" y="41"/>
                      <a:pt x="3" y="38"/>
                      <a:pt x="3" y="39"/>
                    </a:cubicBezTo>
                    <a:cubicBezTo>
                      <a:pt x="2" y="40"/>
                      <a:pt x="2" y="40"/>
                      <a:pt x="2" y="40"/>
                    </a:cubicBezTo>
                    <a:cubicBezTo>
                      <a:pt x="3" y="39"/>
                      <a:pt x="3" y="39"/>
                      <a:pt x="3" y="39"/>
                    </a:cubicBezTo>
                    <a:cubicBezTo>
                      <a:pt x="4" y="38"/>
                      <a:pt x="5" y="37"/>
                      <a:pt x="4" y="37"/>
                    </a:cubicBezTo>
                    <a:cubicBezTo>
                      <a:pt x="6" y="34"/>
                      <a:pt x="5" y="37"/>
                      <a:pt x="6" y="36"/>
                    </a:cubicBezTo>
                    <a:cubicBezTo>
                      <a:pt x="7" y="35"/>
                      <a:pt x="5" y="36"/>
                      <a:pt x="6" y="35"/>
                    </a:cubicBezTo>
                    <a:cubicBezTo>
                      <a:pt x="7" y="33"/>
                      <a:pt x="7" y="34"/>
                      <a:pt x="8" y="33"/>
                    </a:cubicBezTo>
                    <a:cubicBezTo>
                      <a:pt x="8" y="34"/>
                      <a:pt x="7" y="35"/>
                      <a:pt x="6" y="36"/>
                    </a:cubicBezTo>
                    <a:cubicBezTo>
                      <a:pt x="6" y="36"/>
                      <a:pt x="6" y="36"/>
                      <a:pt x="6" y="36"/>
                    </a:cubicBezTo>
                    <a:cubicBezTo>
                      <a:pt x="5" y="37"/>
                      <a:pt x="5" y="39"/>
                      <a:pt x="4" y="40"/>
                    </a:cubicBezTo>
                    <a:cubicBezTo>
                      <a:pt x="4" y="41"/>
                      <a:pt x="5" y="38"/>
                      <a:pt x="5" y="39"/>
                    </a:cubicBezTo>
                    <a:cubicBezTo>
                      <a:pt x="5" y="39"/>
                      <a:pt x="6" y="37"/>
                      <a:pt x="6" y="37"/>
                    </a:cubicBezTo>
                    <a:cubicBezTo>
                      <a:pt x="9" y="33"/>
                      <a:pt x="5" y="40"/>
                      <a:pt x="6" y="39"/>
                    </a:cubicBezTo>
                    <a:cubicBezTo>
                      <a:pt x="7" y="37"/>
                      <a:pt x="9" y="36"/>
                      <a:pt x="10" y="33"/>
                    </a:cubicBezTo>
                    <a:cubicBezTo>
                      <a:pt x="10" y="32"/>
                      <a:pt x="11" y="32"/>
                      <a:pt x="11" y="32"/>
                    </a:cubicBezTo>
                    <a:cubicBezTo>
                      <a:pt x="10" y="34"/>
                      <a:pt x="10" y="34"/>
                      <a:pt x="9" y="35"/>
                    </a:cubicBezTo>
                    <a:cubicBezTo>
                      <a:pt x="9" y="35"/>
                      <a:pt x="9" y="35"/>
                      <a:pt x="9" y="35"/>
                    </a:cubicBezTo>
                    <a:cubicBezTo>
                      <a:pt x="8" y="38"/>
                      <a:pt x="8" y="38"/>
                      <a:pt x="8" y="38"/>
                    </a:cubicBezTo>
                    <a:cubicBezTo>
                      <a:pt x="7" y="39"/>
                      <a:pt x="7" y="40"/>
                      <a:pt x="7" y="41"/>
                    </a:cubicBezTo>
                    <a:cubicBezTo>
                      <a:pt x="8" y="41"/>
                      <a:pt x="8" y="40"/>
                      <a:pt x="8" y="39"/>
                    </a:cubicBezTo>
                    <a:cubicBezTo>
                      <a:pt x="8" y="40"/>
                      <a:pt x="7" y="41"/>
                      <a:pt x="8" y="41"/>
                    </a:cubicBezTo>
                    <a:cubicBezTo>
                      <a:pt x="8" y="40"/>
                      <a:pt x="9" y="38"/>
                      <a:pt x="9" y="38"/>
                    </a:cubicBezTo>
                    <a:cubicBezTo>
                      <a:pt x="10" y="38"/>
                      <a:pt x="9" y="40"/>
                      <a:pt x="9" y="41"/>
                    </a:cubicBezTo>
                    <a:cubicBezTo>
                      <a:pt x="8" y="42"/>
                      <a:pt x="8" y="42"/>
                      <a:pt x="8" y="42"/>
                    </a:cubicBezTo>
                    <a:cubicBezTo>
                      <a:pt x="9" y="41"/>
                      <a:pt x="8" y="43"/>
                      <a:pt x="8" y="42"/>
                    </a:cubicBezTo>
                    <a:cubicBezTo>
                      <a:pt x="9" y="41"/>
                      <a:pt x="9" y="40"/>
                      <a:pt x="10" y="38"/>
                    </a:cubicBezTo>
                    <a:cubicBezTo>
                      <a:pt x="11" y="38"/>
                      <a:pt x="10" y="40"/>
                      <a:pt x="10" y="39"/>
                    </a:cubicBezTo>
                    <a:cubicBezTo>
                      <a:pt x="9" y="40"/>
                      <a:pt x="9" y="40"/>
                      <a:pt x="9" y="40"/>
                    </a:cubicBezTo>
                    <a:cubicBezTo>
                      <a:pt x="10" y="40"/>
                      <a:pt x="8" y="43"/>
                      <a:pt x="9" y="43"/>
                    </a:cubicBezTo>
                    <a:cubicBezTo>
                      <a:pt x="10" y="41"/>
                      <a:pt x="10" y="41"/>
                      <a:pt x="10" y="41"/>
                    </a:cubicBezTo>
                    <a:cubicBezTo>
                      <a:pt x="9" y="43"/>
                      <a:pt x="9" y="43"/>
                      <a:pt x="9" y="43"/>
                    </a:cubicBezTo>
                    <a:cubicBezTo>
                      <a:pt x="10" y="42"/>
                      <a:pt x="10" y="42"/>
                      <a:pt x="10" y="42"/>
                    </a:cubicBezTo>
                    <a:cubicBezTo>
                      <a:pt x="10" y="43"/>
                      <a:pt x="10" y="43"/>
                      <a:pt x="10" y="43"/>
                    </a:cubicBezTo>
                    <a:cubicBezTo>
                      <a:pt x="10" y="42"/>
                      <a:pt x="11" y="40"/>
                      <a:pt x="11" y="42"/>
                    </a:cubicBezTo>
                    <a:cubicBezTo>
                      <a:pt x="12" y="40"/>
                      <a:pt x="11" y="42"/>
                      <a:pt x="11" y="41"/>
                    </a:cubicBezTo>
                    <a:cubicBezTo>
                      <a:pt x="11" y="39"/>
                      <a:pt x="12" y="39"/>
                      <a:pt x="12" y="39"/>
                    </a:cubicBezTo>
                    <a:cubicBezTo>
                      <a:pt x="11" y="42"/>
                      <a:pt x="12" y="39"/>
                      <a:pt x="12" y="40"/>
                    </a:cubicBezTo>
                    <a:cubicBezTo>
                      <a:pt x="12" y="41"/>
                      <a:pt x="12" y="41"/>
                      <a:pt x="12" y="42"/>
                    </a:cubicBezTo>
                    <a:cubicBezTo>
                      <a:pt x="13" y="40"/>
                      <a:pt x="13" y="40"/>
                      <a:pt x="13" y="40"/>
                    </a:cubicBezTo>
                    <a:cubicBezTo>
                      <a:pt x="12" y="43"/>
                      <a:pt x="13" y="39"/>
                      <a:pt x="13" y="41"/>
                    </a:cubicBezTo>
                    <a:cubicBezTo>
                      <a:pt x="13" y="42"/>
                      <a:pt x="12" y="43"/>
                      <a:pt x="12" y="43"/>
                    </a:cubicBezTo>
                    <a:cubicBezTo>
                      <a:pt x="13" y="41"/>
                      <a:pt x="14" y="40"/>
                      <a:pt x="14" y="39"/>
                    </a:cubicBezTo>
                    <a:cubicBezTo>
                      <a:pt x="14" y="40"/>
                      <a:pt x="13" y="42"/>
                      <a:pt x="13" y="44"/>
                    </a:cubicBezTo>
                    <a:cubicBezTo>
                      <a:pt x="14" y="42"/>
                      <a:pt x="13" y="45"/>
                      <a:pt x="14" y="43"/>
                    </a:cubicBezTo>
                    <a:cubicBezTo>
                      <a:pt x="14" y="42"/>
                      <a:pt x="14" y="41"/>
                      <a:pt x="15" y="40"/>
                    </a:cubicBezTo>
                    <a:cubicBezTo>
                      <a:pt x="15" y="40"/>
                      <a:pt x="14" y="41"/>
                      <a:pt x="14" y="42"/>
                    </a:cubicBezTo>
                    <a:cubicBezTo>
                      <a:pt x="14" y="42"/>
                      <a:pt x="15" y="40"/>
                      <a:pt x="15" y="39"/>
                    </a:cubicBezTo>
                    <a:cubicBezTo>
                      <a:pt x="15" y="39"/>
                      <a:pt x="16" y="37"/>
                      <a:pt x="16" y="39"/>
                    </a:cubicBezTo>
                    <a:cubicBezTo>
                      <a:pt x="16" y="40"/>
                      <a:pt x="15" y="39"/>
                      <a:pt x="15" y="40"/>
                    </a:cubicBezTo>
                    <a:cubicBezTo>
                      <a:pt x="16" y="41"/>
                      <a:pt x="17" y="37"/>
                      <a:pt x="17" y="36"/>
                    </a:cubicBezTo>
                    <a:cubicBezTo>
                      <a:pt x="17" y="35"/>
                      <a:pt x="18" y="32"/>
                      <a:pt x="19" y="31"/>
                    </a:cubicBezTo>
                    <a:cubicBezTo>
                      <a:pt x="19" y="32"/>
                      <a:pt x="18" y="32"/>
                      <a:pt x="18" y="34"/>
                    </a:cubicBezTo>
                    <a:cubicBezTo>
                      <a:pt x="18" y="34"/>
                      <a:pt x="18" y="34"/>
                      <a:pt x="18" y="34"/>
                    </a:cubicBezTo>
                    <a:cubicBezTo>
                      <a:pt x="18" y="37"/>
                      <a:pt x="16" y="39"/>
                      <a:pt x="16" y="41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16" y="43"/>
                      <a:pt x="16" y="43"/>
                      <a:pt x="16" y="43"/>
                    </a:cubicBezTo>
                    <a:cubicBezTo>
                      <a:pt x="16" y="41"/>
                      <a:pt x="16" y="43"/>
                      <a:pt x="16" y="42"/>
                    </a:cubicBezTo>
                    <a:cubicBezTo>
                      <a:pt x="17" y="41"/>
                      <a:pt x="16" y="43"/>
                      <a:pt x="16" y="41"/>
                    </a:cubicBezTo>
                    <a:cubicBezTo>
                      <a:pt x="17" y="41"/>
                      <a:pt x="18" y="38"/>
                      <a:pt x="18" y="39"/>
                    </a:cubicBezTo>
                    <a:cubicBezTo>
                      <a:pt x="17" y="43"/>
                      <a:pt x="17" y="43"/>
                      <a:pt x="17" y="43"/>
                    </a:cubicBezTo>
                    <a:cubicBezTo>
                      <a:pt x="17" y="43"/>
                      <a:pt x="17" y="41"/>
                      <a:pt x="17" y="42"/>
                    </a:cubicBezTo>
                    <a:cubicBezTo>
                      <a:pt x="17" y="43"/>
                      <a:pt x="17" y="43"/>
                      <a:pt x="17" y="43"/>
                    </a:cubicBezTo>
                    <a:cubicBezTo>
                      <a:pt x="18" y="43"/>
                      <a:pt x="19" y="43"/>
                      <a:pt x="21" y="39"/>
                    </a:cubicBezTo>
                    <a:cubicBezTo>
                      <a:pt x="21" y="41"/>
                      <a:pt x="21" y="41"/>
                      <a:pt x="21" y="42"/>
                    </a:cubicBezTo>
                    <a:cubicBezTo>
                      <a:pt x="21" y="42"/>
                      <a:pt x="22" y="41"/>
                      <a:pt x="22" y="41"/>
                    </a:cubicBezTo>
                    <a:cubicBezTo>
                      <a:pt x="22" y="43"/>
                      <a:pt x="22" y="43"/>
                      <a:pt x="22" y="43"/>
                    </a:cubicBezTo>
                    <a:cubicBezTo>
                      <a:pt x="22" y="44"/>
                      <a:pt x="23" y="42"/>
                      <a:pt x="23" y="41"/>
                    </a:cubicBezTo>
                    <a:cubicBezTo>
                      <a:pt x="23" y="42"/>
                      <a:pt x="23" y="42"/>
                      <a:pt x="23" y="42"/>
                    </a:cubicBezTo>
                    <a:cubicBezTo>
                      <a:pt x="23" y="44"/>
                      <a:pt x="23" y="41"/>
                      <a:pt x="23" y="41"/>
                    </a:cubicBezTo>
                    <a:cubicBezTo>
                      <a:pt x="23" y="42"/>
                      <a:pt x="23" y="42"/>
                      <a:pt x="23" y="42"/>
                    </a:cubicBezTo>
                    <a:cubicBezTo>
                      <a:pt x="24" y="41"/>
                      <a:pt x="24" y="41"/>
                      <a:pt x="24" y="41"/>
                    </a:cubicBezTo>
                    <a:cubicBezTo>
                      <a:pt x="24" y="40"/>
                      <a:pt x="24" y="41"/>
                      <a:pt x="24" y="43"/>
                    </a:cubicBezTo>
                    <a:cubicBezTo>
                      <a:pt x="24" y="41"/>
                      <a:pt x="24" y="41"/>
                      <a:pt x="24" y="41"/>
                    </a:cubicBezTo>
                    <a:cubicBezTo>
                      <a:pt x="24" y="43"/>
                      <a:pt x="25" y="43"/>
                      <a:pt x="26" y="42"/>
                    </a:cubicBezTo>
                    <a:cubicBezTo>
                      <a:pt x="25" y="42"/>
                      <a:pt x="25" y="41"/>
                      <a:pt x="26" y="39"/>
                    </a:cubicBezTo>
                    <a:cubicBezTo>
                      <a:pt x="26" y="37"/>
                      <a:pt x="26" y="40"/>
                      <a:pt x="26" y="39"/>
                    </a:cubicBezTo>
                    <a:cubicBezTo>
                      <a:pt x="26" y="41"/>
                      <a:pt x="26" y="41"/>
                      <a:pt x="26" y="41"/>
                    </a:cubicBezTo>
                    <a:cubicBezTo>
                      <a:pt x="26" y="44"/>
                      <a:pt x="27" y="42"/>
                      <a:pt x="28" y="42"/>
                    </a:cubicBezTo>
                    <a:cubicBezTo>
                      <a:pt x="28" y="41"/>
                      <a:pt x="28" y="41"/>
                      <a:pt x="28" y="41"/>
                    </a:cubicBezTo>
                    <a:cubicBezTo>
                      <a:pt x="28" y="43"/>
                      <a:pt x="29" y="41"/>
                      <a:pt x="30" y="42"/>
                    </a:cubicBezTo>
                    <a:cubicBezTo>
                      <a:pt x="30" y="41"/>
                      <a:pt x="30" y="38"/>
                      <a:pt x="30" y="38"/>
                    </a:cubicBezTo>
                    <a:cubicBezTo>
                      <a:pt x="30" y="36"/>
                      <a:pt x="30" y="41"/>
                      <a:pt x="30" y="42"/>
                    </a:cubicBezTo>
                    <a:cubicBezTo>
                      <a:pt x="31" y="41"/>
                      <a:pt x="31" y="41"/>
                      <a:pt x="31" y="41"/>
                    </a:cubicBezTo>
                    <a:cubicBezTo>
                      <a:pt x="31" y="41"/>
                      <a:pt x="31" y="41"/>
                      <a:pt x="31" y="41"/>
                    </a:cubicBezTo>
                    <a:cubicBezTo>
                      <a:pt x="31" y="40"/>
                      <a:pt x="31" y="39"/>
                      <a:pt x="31" y="40"/>
                    </a:cubicBezTo>
                    <a:cubicBezTo>
                      <a:pt x="31" y="41"/>
                      <a:pt x="31" y="41"/>
                      <a:pt x="31" y="41"/>
                    </a:cubicBezTo>
                    <a:cubicBezTo>
                      <a:pt x="32" y="41"/>
                      <a:pt x="32" y="42"/>
                      <a:pt x="32" y="42"/>
                    </a:cubicBezTo>
                    <a:cubicBezTo>
                      <a:pt x="32" y="40"/>
                      <a:pt x="33" y="41"/>
                      <a:pt x="33" y="39"/>
                    </a:cubicBezTo>
                    <a:cubicBezTo>
                      <a:pt x="33" y="40"/>
                      <a:pt x="33" y="40"/>
                      <a:pt x="33" y="40"/>
                    </a:cubicBezTo>
                    <a:cubicBezTo>
                      <a:pt x="33" y="39"/>
                      <a:pt x="33" y="39"/>
                      <a:pt x="33" y="39"/>
                    </a:cubicBezTo>
                    <a:cubicBezTo>
                      <a:pt x="33" y="39"/>
                      <a:pt x="33" y="39"/>
                      <a:pt x="33" y="39"/>
                    </a:cubicBezTo>
                    <a:cubicBezTo>
                      <a:pt x="33" y="41"/>
                      <a:pt x="33" y="41"/>
                      <a:pt x="33" y="41"/>
                    </a:cubicBezTo>
                    <a:cubicBezTo>
                      <a:pt x="33" y="42"/>
                      <a:pt x="33" y="40"/>
                      <a:pt x="33" y="39"/>
                    </a:cubicBezTo>
                    <a:cubicBezTo>
                      <a:pt x="33" y="38"/>
                      <a:pt x="33" y="39"/>
                      <a:pt x="33" y="40"/>
                    </a:cubicBezTo>
                    <a:cubicBezTo>
                      <a:pt x="33" y="41"/>
                      <a:pt x="33" y="40"/>
                      <a:pt x="33" y="40"/>
                    </a:cubicBezTo>
                    <a:cubicBezTo>
                      <a:pt x="33" y="41"/>
                      <a:pt x="33" y="40"/>
                      <a:pt x="33" y="41"/>
                    </a:cubicBezTo>
                    <a:cubicBezTo>
                      <a:pt x="33" y="41"/>
                      <a:pt x="33" y="39"/>
                      <a:pt x="34" y="40"/>
                    </a:cubicBezTo>
                    <a:cubicBezTo>
                      <a:pt x="34" y="40"/>
                      <a:pt x="34" y="40"/>
                      <a:pt x="34" y="41"/>
                    </a:cubicBezTo>
                    <a:cubicBezTo>
                      <a:pt x="34" y="40"/>
                      <a:pt x="34" y="40"/>
                      <a:pt x="35" y="40"/>
                    </a:cubicBezTo>
                    <a:cubicBezTo>
                      <a:pt x="34" y="39"/>
                      <a:pt x="34" y="39"/>
                      <a:pt x="34" y="38"/>
                    </a:cubicBezTo>
                    <a:cubicBezTo>
                      <a:pt x="34" y="38"/>
                      <a:pt x="34" y="37"/>
                      <a:pt x="34" y="38"/>
                    </a:cubicBezTo>
                    <a:cubicBezTo>
                      <a:pt x="34" y="38"/>
                      <a:pt x="34" y="38"/>
                      <a:pt x="34" y="38"/>
                    </a:cubicBezTo>
                    <a:cubicBezTo>
                      <a:pt x="34" y="38"/>
                      <a:pt x="35" y="39"/>
                      <a:pt x="34" y="37"/>
                    </a:cubicBezTo>
                    <a:cubicBezTo>
                      <a:pt x="35" y="39"/>
                      <a:pt x="35" y="39"/>
                      <a:pt x="35" y="39"/>
                    </a:cubicBezTo>
                    <a:cubicBezTo>
                      <a:pt x="35" y="38"/>
                      <a:pt x="35" y="38"/>
                      <a:pt x="35" y="38"/>
                    </a:cubicBezTo>
                    <a:cubicBezTo>
                      <a:pt x="35" y="39"/>
                      <a:pt x="35" y="41"/>
                      <a:pt x="36" y="42"/>
                    </a:cubicBezTo>
                    <a:cubicBezTo>
                      <a:pt x="36" y="40"/>
                      <a:pt x="36" y="40"/>
                      <a:pt x="36" y="40"/>
                    </a:cubicBezTo>
                    <a:cubicBezTo>
                      <a:pt x="36" y="40"/>
                      <a:pt x="37" y="40"/>
                      <a:pt x="37" y="41"/>
                    </a:cubicBezTo>
                    <a:cubicBezTo>
                      <a:pt x="38" y="42"/>
                      <a:pt x="37" y="36"/>
                      <a:pt x="37" y="38"/>
                    </a:cubicBezTo>
                    <a:cubicBezTo>
                      <a:pt x="38" y="40"/>
                      <a:pt x="38" y="40"/>
                      <a:pt x="38" y="40"/>
                    </a:cubicBezTo>
                    <a:cubicBezTo>
                      <a:pt x="38" y="40"/>
                      <a:pt x="38" y="39"/>
                      <a:pt x="38" y="39"/>
                    </a:cubicBezTo>
                    <a:cubicBezTo>
                      <a:pt x="38" y="38"/>
                      <a:pt x="38" y="41"/>
                      <a:pt x="38" y="39"/>
                    </a:cubicBezTo>
                    <a:cubicBezTo>
                      <a:pt x="38" y="38"/>
                      <a:pt x="38" y="38"/>
                      <a:pt x="38" y="38"/>
                    </a:cubicBezTo>
                    <a:cubicBezTo>
                      <a:pt x="39" y="42"/>
                      <a:pt x="40" y="38"/>
                      <a:pt x="41" y="40"/>
                    </a:cubicBezTo>
                    <a:cubicBezTo>
                      <a:pt x="40" y="38"/>
                      <a:pt x="41" y="39"/>
                      <a:pt x="41" y="39"/>
                    </a:cubicBezTo>
                    <a:cubicBezTo>
                      <a:pt x="42" y="41"/>
                      <a:pt x="41" y="38"/>
                      <a:pt x="42" y="39"/>
                    </a:cubicBezTo>
                    <a:cubicBezTo>
                      <a:pt x="41" y="37"/>
                      <a:pt x="41" y="37"/>
                      <a:pt x="41" y="37"/>
                    </a:cubicBezTo>
                    <a:cubicBezTo>
                      <a:pt x="42" y="38"/>
                      <a:pt x="40" y="33"/>
                      <a:pt x="42" y="36"/>
                    </a:cubicBezTo>
                    <a:cubicBezTo>
                      <a:pt x="42" y="37"/>
                      <a:pt x="42" y="38"/>
                      <a:pt x="42" y="38"/>
                    </a:cubicBezTo>
                    <a:cubicBezTo>
                      <a:pt x="44" y="41"/>
                      <a:pt x="42" y="36"/>
                      <a:pt x="44" y="38"/>
                    </a:cubicBezTo>
                    <a:cubicBezTo>
                      <a:pt x="43" y="37"/>
                      <a:pt x="43" y="36"/>
                      <a:pt x="43" y="35"/>
                    </a:cubicBezTo>
                    <a:cubicBezTo>
                      <a:pt x="43" y="36"/>
                      <a:pt x="44" y="37"/>
                      <a:pt x="44" y="37"/>
                    </a:cubicBezTo>
                    <a:cubicBezTo>
                      <a:pt x="44" y="37"/>
                      <a:pt x="44" y="36"/>
                      <a:pt x="44" y="37"/>
                    </a:cubicBezTo>
                    <a:cubicBezTo>
                      <a:pt x="45" y="37"/>
                      <a:pt x="45" y="38"/>
                      <a:pt x="45" y="38"/>
                    </a:cubicBezTo>
                    <a:cubicBezTo>
                      <a:pt x="45" y="38"/>
                      <a:pt x="45" y="37"/>
                      <a:pt x="45" y="36"/>
                    </a:cubicBezTo>
                    <a:cubicBezTo>
                      <a:pt x="46" y="38"/>
                      <a:pt x="46" y="37"/>
                      <a:pt x="47" y="38"/>
                    </a:cubicBezTo>
                    <a:cubicBezTo>
                      <a:pt x="46" y="35"/>
                      <a:pt x="48" y="38"/>
                      <a:pt x="46" y="35"/>
                    </a:cubicBezTo>
                    <a:cubicBezTo>
                      <a:pt x="47" y="36"/>
                      <a:pt x="47" y="36"/>
                      <a:pt x="47" y="36"/>
                    </a:cubicBezTo>
                    <a:cubicBezTo>
                      <a:pt x="46" y="35"/>
                      <a:pt x="46" y="34"/>
                      <a:pt x="46" y="33"/>
                    </a:cubicBezTo>
                    <a:cubicBezTo>
                      <a:pt x="47" y="35"/>
                      <a:pt x="47" y="35"/>
                      <a:pt x="47" y="35"/>
                    </a:cubicBezTo>
                    <a:cubicBezTo>
                      <a:pt x="48" y="37"/>
                      <a:pt x="47" y="35"/>
                      <a:pt x="48" y="37"/>
                    </a:cubicBezTo>
                    <a:cubicBezTo>
                      <a:pt x="47" y="35"/>
                      <a:pt x="48" y="36"/>
                      <a:pt x="47" y="35"/>
                    </a:cubicBezTo>
                    <a:cubicBezTo>
                      <a:pt x="47" y="34"/>
                      <a:pt x="47" y="34"/>
                      <a:pt x="47" y="34"/>
                    </a:cubicBezTo>
                    <a:cubicBezTo>
                      <a:pt x="47" y="34"/>
                      <a:pt x="47" y="33"/>
                      <a:pt x="47" y="33"/>
                    </a:cubicBezTo>
                    <a:cubicBezTo>
                      <a:pt x="47" y="33"/>
                      <a:pt x="48" y="35"/>
                      <a:pt x="48" y="35"/>
                    </a:cubicBezTo>
                    <a:cubicBezTo>
                      <a:pt x="49" y="36"/>
                      <a:pt x="49" y="35"/>
                      <a:pt x="48" y="35"/>
                    </a:cubicBezTo>
                    <a:cubicBezTo>
                      <a:pt x="48" y="35"/>
                      <a:pt x="48" y="35"/>
                      <a:pt x="48" y="34"/>
                    </a:cubicBezTo>
                    <a:cubicBezTo>
                      <a:pt x="48" y="34"/>
                      <a:pt x="48" y="35"/>
                      <a:pt x="48" y="35"/>
                    </a:cubicBezTo>
                    <a:cubicBezTo>
                      <a:pt x="48" y="34"/>
                      <a:pt x="48" y="34"/>
                      <a:pt x="49" y="34"/>
                    </a:cubicBezTo>
                    <a:cubicBezTo>
                      <a:pt x="49" y="34"/>
                      <a:pt x="49" y="34"/>
                      <a:pt x="49" y="34"/>
                    </a:cubicBezTo>
                    <a:cubicBezTo>
                      <a:pt x="49" y="34"/>
                      <a:pt x="49" y="35"/>
                      <a:pt x="49" y="35"/>
                    </a:cubicBezTo>
                    <a:cubicBezTo>
                      <a:pt x="49" y="35"/>
                      <a:pt x="49" y="35"/>
                      <a:pt x="49" y="35"/>
                    </a:cubicBezTo>
                    <a:cubicBezTo>
                      <a:pt x="49" y="35"/>
                      <a:pt x="49" y="35"/>
                      <a:pt x="49" y="35"/>
                    </a:cubicBezTo>
                    <a:cubicBezTo>
                      <a:pt x="49" y="35"/>
                      <a:pt x="49" y="35"/>
                      <a:pt x="49" y="35"/>
                    </a:cubicBezTo>
                    <a:cubicBezTo>
                      <a:pt x="50" y="36"/>
                      <a:pt x="50" y="36"/>
                      <a:pt x="50" y="36"/>
                    </a:cubicBezTo>
                    <a:cubicBezTo>
                      <a:pt x="50" y="36"/>
                      <a:pt x="50" y="35"/>
                      <a:pt x="49" y="34"/>
                    </a:cubicBezTo>
                    <a:cubicBezTo>
                      <a:pt x="50" y="35"/>
                      <a:pt x="50" y="33"/>
                      <a:pt x="50" y="32"/>
                    </a:cubicBezTo>
                    <a:cubicBezTo>
                      <a:pt x="50" y="33"/>
                      <a:pt x="51" y="34"/>
                      <a:pt x="50" y="33"/>
                    </a:cubicBezTo>
                    <a:cubicBezTo>
                      <a:pt x="50" y="33"/>
                      <a:pt x="50" y="31"/>
                      <a:pt x="50" y="32"/>
                    </a:cubicBezTo>
                    <a:cubicBezTo>
                      <a:pt x="50" y="32"/>
                      <a:pt x="51" y="33"/>
                      <a:pt x="51" y="33"/>
                    </a:cubicBezTo>
                    <a:cubicBezTo>
                      <a:pt x="52" y="33"/>
                      <a:pt x="51" y="32"/>
                      <a:pt x="51" y="32"/>
                    </a:cubicBezTo>
                    <a:cubicBezTo>
                      <a:pt x="52" y="34"/>
                      <a:pt x="51" y="30"/>
                      <a:pt x="52" y="31"/>
                    </a:cubicBezTo>
                    <a:cubicBezTo>
                      <a:pt x="52" y="31"/>
                      <a:pt x="53" y="32"/>
                      <a:pt x="53" y="33"/>
                    </a:cubicBezTo>
                    <a:cubicBezTo>
                      <a:pt x="53" y="32"/>
                      <a:pt x="53" y="31"/>
                      <a:pt x="52" y="29"/>
                    </a:cubicBezTo>
                    <a:cubicBezTo>
                      <a:pt x="53" y="31"/>
                      <a:pt x="53" y="31"/>
                      <a:pt x="53" y="31"/>
                    </a:cubicBezTo>
                    <a:cubicBezTo>
                      <a:pt x="53" y="31"/>
                      <a:pt x="53" y="30"/>
                      <a:pt x="53" y="29"/>
                    </a:cubicBezTo>
                    <a:cubicBezTo>
                      <a:pt x="52" y="28"/>
                      <a:pt x="51" y="27"/>
                      <a:pt x="52" y="27"/>
                    </a:cubicBezTo>
                    <a:cubicBezTo>
                      <a:pt x="52" y="27"/>
                      <a:pt x="52" y="27"/>
                      <a:pt x="52" y="27"/>
                    </a:cubicBezTo>
                    <a:cubicBezTo>
                      <a:pt x="52" y="26"/>
                      <a:pt x="52" y="26"/>
                      <a:pt x="52" y="26"/>
                    </a:cubicBezTo>
                    <a:cubicBezTo>
                      <a:pt x="52" y="27"/>
                      <a:pt x="52" y="27"/>
                      <a:pt x="53" y="28"/>
                    </a:cubicBezTo>
                    <a:cubicBezTo>
                      <a:pt x="54" y="30"/>
                      <a:pt x="54" y="29"/>
                      <a:pt x="54" y="29"/>
                    </a:cubicBezTo>
                    <a:cubicBezTo>
                      <a:pt x="53" y="27"/>
                      <a:pt x="53" y="27"/>
                      <a:pt x="53" y="27"/>
                    </a:cubicBezTo>
                    <a:cubicBezTo>
                      <a:pt x="53" y="27"/>
                      <a:pt x="54" y="29"/>
                      <a:pt x="54" y="28"/>
                    </a:cubicBezTo>
                    <a:cubicBezTo>
                      <a:pt x="52" y="24"/>
                      <a:pt x="52" y="24"/>
                      <a:pt x="52" y="24"/>
                    </a:cubicBezTo>
                    <a:cubicBezTo>
                      <a:pt x="52" y="24"/>
                      <a:pt x="54" y="26"/>
                      <a:pt x="54" y="27"/>
                    </a:cubicBezTo>
                    <a:cubicBezTo>
                      <a:pt x="54" y="26"/>
                      <a:pt x="53" y="24"/>
                      <a:pt x="52" y="22"/>
                    </a:cubicBezTo>
                    <a:cubicBezTo>
                      <a:pt x="52" y="22"/>
                      <a:pt x="52" y="21"/>
                      <a:pt x="52" y="21"/>
                    </a:cubicBezTo>
                    <a:cubicBezTo>
                      <a:pt x="53" y="22"/>
                      <a:pt x="52" y="21"/>
                      <a:pt x="53" y="22"/>
                    </a:cubicBezTo>
                    <a:cubicBezTo>
                      <a:pt x="54" y="23"/>
                      <a:pt x="54" y="23"/>
                      <a:pt x="54" y="23"/>
                    </a:cubicBezTo>
                    <a:cubicBezTo>
                      <a:pt x="54" y="23"/>
                      <a:pt x="55" y="25"/>
                      <a:pt x="55" y="26"/>
                    </a:cubicBezTo>
                    <a:cubicBezTo>
                      <a:pt x="55" y="25"/>
                      <a:pt x="56" y="26"/>
                      <a:pt x="57" y="26"/>
                    </a:cubicBezTo>
                    <a:cubicBezTo>
                      <a:pt x="55" y="23"/>
                      <a:pt x="56" y="24"/>
                      <a:pt x="55" y="22"/>
                    </a:cubicBezTo>
                    <a:cubicBezTo>
                      <a:pt x="55" y="22"/>
                      <a:pt x="56" y="24"/>
                      <a:pt x="57" y="24"/>
                    </a:cubicBezTo>
                    <a:cubicBezTo>
                      <a:pt x="56" y="23"/>
                      <a:pt x="57" y="23"/>
                      <a:pt x="57" y="23"/>
                    </a:cubicBezTo>
                    <a:cubicBezTo>
                      <a:pt x="58" y="23"/>
                      <a:pt x="58" y="23"/>
                      <a:pt x="58" y="23"/>
                    </a:cubicBezTo>
                    <a:cubicBezTo>
                      <a:pt x="57" y="23"/>
                      <a:pt x="58" y="23"/>
                      <a:pt x="57" y="21"/>
                    </a:cubicBezTo>
                    <a:cubicBezTo>
                      <a:pt x="58" y="22"/>
                      <a:pt x="58" y="22"/>
                      <a:pt x="58" y="22"/>
                    </a:cubicBezTo>
                    <a:cubicBezTo>
                      <a:pt x="59" y="22"/>
                      <a:pt x="56" y="19"/>
                      <a:pt x="57" y="20"/>
                    </a:cubicBezTo>
                    <a:cubicBezTo>
                      <a:pt x="58" y="21"/>
                      <a:pt x="58" y="21"/>
                      <a:pt x="58" y="21"/>
                    </a:cubicBezTo>
                    <a:cubicBezTo>
                      <a:pt x="57" y="20"/>
                      <a:pt x="59" y="22"/>
                      <a:pt x="58" y="20"/>
                    </a:cubicBezTo>
                    <a:cubicBezTo>
                      <a:pt x="59" y="21"/>
                      <a:pt x="59" y="21"/>
                      <a:pt x="59" y="21"/>
                    </a:cubicBezTo>
                    <a:cubicBezTo>
                      <a:pt x="59" y="21"/>
                      <a:pt x="59" y="21"/>
                      <a:pt x="58" y="19"/>
                    </a:cubicBezTo>
                    <a:cubicBezTo>
                      <a:pt x="60" y="21"/>
                      <a:pt x="60" y="21"/>
                      <a:pt x="60" y="21"/>
                    </a:cubicBezTo>
                    <a:cubicBezTo>
                      <a:pt x="60" y="22"/>
                      <a:pt x="58" y="19"/>
                      <a:pt x="59" y="19"/>
                    </a:cubicBezTo>
                    <a:cubicBezTo>
                      <a:pt x="59" y="19"/>
                      <a:pt x="60" y="20"/>
                      <a:pt x="60" y="20"/>
                    </a:cubicBezTo>
                    <a:cubicBezTo>
                      <a:pt x="59" y="19"/>
                      <a:pt x="60" y="19"/>
                      <a:pt x="60" y="19"/>
                    </a:cubicBezTo>
                    <a:cubicBezTo>
                      <a:pt x="61" y="20"/>
                      <a:pt x="61" y="20"/>
                      <a:pt x="61" y="20"/>
                    </a:cubicBezTo>
                    <a:cubicBezTo>
                      <a:pt x="62" y="19"/>
                      <a:pt x="64" y="18"/>
                      <a:pt x="63" y="16"/>
                    </a:cubicBezTo>
                    <a:cubicBezTo>
                      <a:pt x="65" y="17"/>
                      <a:pt x="64" y="17"/>
                      <a:pt x="65" y="18"/>
                    </a:cubicBezTo>
                    <a:cubicBezTo>
                      <a:pt x="64" y="17"/>
                      <a:pt x="65" y="18"/>
                      <a:pt x="65" y="17"/>
                    </a:cubicBezTo>
                    <a:cubicBezTo>
                      <a:pt x="65" y="17"/>
                      <a:pt x="65" y="17"/>
                      <a:pt x="65" y="17"/>
                    </a:cubicBezTo>
                    <a:cubicBezTo>
                      <a:pt x="65" y="17"/>
                      <a:pt x="66" y="18"/>
                      <a:pt x="66" y="17"/>
                    </a:cubicBezTo>
                    <a:cubicBezTo>
                      <a:pt x="65" y="17"/>
                      <a:pt x="65" y="17"/>
                      <a:pt x="65" y="17"/>
                    </a:cubicBezTo>
                    <a:cubicBezTo>
                      <a:pt x="64" y="15"/>
                      <a:pt x="68" y="18"/>
                      <a:pt x="66" y="16"/>
                    </a:cubicBezTo>
                    <a:cubicBezTo>
                      <a:pt x="67" y="17"/>
                      <a:pt x="67" y="17"/>
                      <a:pt x="67" y="17"/>
                    </a:cubicBezTo>
                    <a:cubicBezTo>
                      <a:pt x="65" y="15"/>
                      <a:pt x="68" y="17"/>
                      <a:pt x="66" y="16"/>
                    </a:cubicBezTo>
                    <a:cubicBezTo>
                      <a:pt x="67" y="16"/>
                      <a:pt x="67" y="16"/>
                      <a:pt x="67" y="16"/>
                    </a:cubicBezTo>
                    <a:cubicBezTo>
                      <a:pt x="68" y="17"/>
                      <a:pt x="65" y="14"/>
                      <a:pt x="67" y="15"/>
                    </a:cubicBezTo>
                    <a:cubicBezTo>
                      <a:pt x="67" y="15"/>
                      <a:pt x="66" y="14"/>
                      <a:pt x="65" y="13"/>
                    </a:cubicBezTo>
                    <a:cubicBezTo>
                      <a:pt x="67" y="14"/>
                      <a:pt x="67" y="14"/>
                      <a:pt x="67" y="14"/>
                    </a:cubicBezTo>
                    <a:cubicBezTo>
                      <a:pt x="67" y="13"/>
                      <a:pt x="68" y="12"/>
                      <a:pt x="66" y="10"/>
                    </a:cubicBezTo>
                    <a:cubicBezTo>
                      <a:pt x="67" y="10"/>
                      <a:pt x="67" y="10"/>
                      <a:pt x="67" y="10"/>
                    </a:cubicBezTo>
                    <a:cubicBezTo>
                      <a:pt x="65" y="9"/>
                      <a:pt x="70" y="11"/>
                      <a:pt x="66" y="8"/>
                    </a:cubicBezTo>
                    <a:cubicBezTo>
                      <a:pt x="65" y="7"/>
                      <a:pt x="65" y="7"/>
                      <a:pt x="65" y="7"/>
                    </a:cubicBezTo>
                    <a:cubicBezTo>
                      <a:pt x="67" y="8"/>
                      <a:pt x="67" y="8"/>
                      <a:pt x="67" y="8"/>
                    </a:cubicBezTo>
                    <a:cubicBezTo>
                      <a:pt x="66" y="8"/>
                      <a:pt x="67" y="8"/>
                      <a:pt x="66" y="7"/>
                    </a:cubicBezTo>
                    <a:cubicBezTo>
                      <a:pt x="67" y="8"/>
                      <a:pt x="67" y="8"/>
                      <a:pt x="67" y="8"/>
                    </a:cubicBezTo>
                    <a:cubicBezTo>
                      <a:pt x="67" y="8"/>
                      <a:pt x="65" y="6"/>
                      <a:pt x="65" y="7"/>
                    </a:cubicBezTo>
                    <a:cubicBezTo>
                      <a:pt x="66" y="7"/>
                      <a:pt x="66" y="7"/>
                      <a:pt x="66" y="7"/>
                    </a:cubicBezTo>
                    <a:cubicBezTo>
                      <a:pt x="69" y="7"/>
                      <a:pt x="72" y="3"/>
                      <a:pt x="68" y="4"/>
                    </a:cubicBezTo>
                    <a:close/>
                    <a:moveTo>
                      <a:pt x="61" y="9"/>
                    </a:moveTo>
                    <a:cubicBezTo>
                      <a:pt x="60" y="9"/>
                      <a:pt x="61" y="7"/>
                      <a:pt x="62" y="6"/>
                    </a:cubicBezTo>
                    <a:cubicBezTo>
                      <a:pt x="62" y="8"/>
                      <a:pt x="61" y="9"/>
                      <a:pt x="61" y="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67" name="Freeform 255"/>
              <p:cNvSpPr/>
              <p:nvPr>
                <p:custDataLst>
                  <p:tags r:id="rId100"/>
                </p:custDataLst>
              </p:nvPr>
            </p:nvSpPr>
            <p:spPr bwMode="auto">
              <a:xfrm>
                <a:off x="4011" y="3063"/>
                <a:ext cx="5" cy="5"/>
              </a:xfrm>
              <a:custGeom>
                <a:avLst/>
                <a:gdLst>
                  <a:gd name="T0" fmla="*/ 5 w 5"/>
                  <a:gd name="T1" fmla="*/ 5 h 5"/>
                  <a:gd name="T2" fmla="*/ 0 w 5"/>
                  <a:gd name="T3" fmla="*/ 0 h 5"/>
                  <a:gd name="T4" fmla="*/ 2 w 5"/>
                  <a:gd name="T5" fmla="*/ 5 h 5"/>
                  <a:gd name="T6" fmla="*/ 5 w 5"/>
                  <a:gd name="T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5" y="5"/>
                    </a:moveTo>
                    <a:lnTo>
                      <a:pt x="0" y="0"/>
                    </a:lnTo>
                    <a:lnTo>
                      <a:pt x="2" y="5"/>
                    </a:lnTo>
                    <a:lnTo>
                      <a:pt x="5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68" name="Freeform 256"/>
              <p:cNvSpPr/>
              <p:nvPr>
                <p:custDataLst>
                  <p:tags r:id="rId101"/>
                </p:custDataLst>
              </p:nvPr>
            </p:nvSpPr>
            <p:spPr bwMode="auto">
              <a:xfrm>
                <a:off x="3912" y="3100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69" name="Freeform 257"/>
              <p:cNvSpPr/>
              <p:nvPr>
                <p:custDataLst>
                  <p:tags r:id="rId102"/>
                </p:custDataLst>
              </p:nvPr>
            </p:nvSpPr>
            <p:spPr bwMode="auto">
              <a:xfrm>
                <a:off x="3996" y="3089"/>
                <a:ext cx="3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70" name="Oval 258"/>
              <p:cNvSpPr>
                <a:spLocks noChangeArrowheads="1"/>
              </p:cNvSpPr>
              <p:nvPr>
                <p:custDataLst>
                  <p:tags r:id="rId103"/>
                </p:custDataLst>
              </p:nvPr>
            </p:nvSpPr>
            <p:spPr bwMode="auto">
              <a:xfrm>
                <a:off x="3595" y="1825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71" name="Freeform 259"/>
              <p:cNvSpPr/>
              <p:nvPr>
                <p:custDataLst>
                  <p:tags r:id="rId104"/>
                </p:custDataLst>
              </p:nvPr>
            </p:nvSpPr>
            <p:spPr bwMode="auto">
              <a:xfrm>
                <a:off x="3598" y="1825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0 w 1"/>
                  <a:gd name="T4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72" name="Freeform 260"/>
              <p:cNvSpPr/>
              <p:nvPr>
                <p:custDataLst>
                  <p:tags r:id="rId105"/>
                </p:custDataLst>
              </p:nvPr>
            </p:nvSpPr>
            <p:spPr bwMode="auto">
              <a:xfrm>
                <a:off x="3918" y="285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73" name="Freeform 261"/>
              <p:cNvSpPr/>
              <p:nvPr>
                <p:custDataLst>
                  <p:tags r:id="rId106"/>
                </p:custDataLst>
              </p:nvPr>
            </p:nvSpPr>
            <p:spPr bwMode="auto">
              <a:xfrm>
                <a:off x="3924" y="3038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2 w 2"/>
                  <a:gd name="T5" fmla="*/ 0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2" y="2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74" name="Freeform 262"/>
              <p:cNvSpPr/>
              <p:nvPr>
                <p:custDataLst>
                  <p:tags r:id="rId107"/>
                </p:custDataLst>
              </p:nvPr>
            </p:nvSpPr>
            <p:spPr bwMode="auto">
              <a:xfrm>
                <a:off x="3986" y="3027"/>
                <a:ext cx="2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75" name="Freeform 263"/>
              <p:cNvSpPr/>
              <p:nvPr>
                <p:custDataLst>
                  <p:tags r:id="rId108"/>
                </p:custDataLst>
              </p:nvPr>
            </p:nvSpPr>
            <p:spPr bwMode="auto">
              <a:xfrm>
                <a:off x="3899" y="3091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1" y="0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76" name="Rectangle 264"/>
              <p:cNvSpPr>
                <a:spLocks noChangeArrowheads="1"/>
              </p:cNvSpPr>
              <p:nvPr>
                <p:custDataLst>
                  <p:tags r:id="rId109"/>
                </p:custDataLst>
              </p:nvPr>
            </p:nvSpPr>
            <p:spPr bwMode="auto">
              <a:xfrm>
                <a:off x="4013" y="3004"/>
                <a:ext cx="1" cy="4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77" name="Freeform 265"/>
              <p:cNvSpPr/>
              <p:nvPr>
                <p:custDataLst>
                  <p:tags r:id="rId110"/>
                </p:custDataLst>
              </p:nvPr>
            </p:nvSpPr>
            <p:spPr bwMode="auto">
              <a:xfrm>
                <a:off x="3903" y="3055"/>
                <a:ext cx="6" cy="2"/>
              </a:xfrm>
              <a:custGeom>
                <a:avLst/>
                <a:gdLst>
                  <a:gd name="T0" fmla="*/ 3 w 3"/>
                  <a:gd name="T1" fmla="*/ 0 h 1"/>
                  <a:gd name="T2" fmla="*/ 0 w 3"/>
                  <a:gd name="T3" fmla="*/ 1 h 1"/>
                  <a:gd name="T4" fmla="*/ 3 w 3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1"/>
                      <a:pt x="2" y="0"/>
                      <a:pt x="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78" name="Freeform 266"/>
              <p:cNvSpPr/>
              <p:nvPr>
                <p:custDataLst>
                  <p:tags r:id="rId111"/>
                </p:custDataLst>
              </p:nvPr>
            </p:nvSpPr>
            <p:spPr bwMode="auto">
              <a:xfrm>
                <a:off x="3905" y="3055"/>
                <a:ext cx="4" cy="0"/>
              </a:xfrm>
              <a:custGeom>
                <a:avLst/>
                <a:gdLst>
                  <a:gd name="T0" fmla="*/ 1 w 2"/>
                  <a:gd name="T1" fmla="*/ 2 w 2"/>
                  <a:gd name="T2" fmla="*/ 1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1" y="0"/>
                    </a:move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79" name="Freeform 267"/>
              <p:cNvSpPr/>
              <p:nvPr>
                <p:custDataLst>
                  <p:tags r:id="rId112"/>
                </p:custDataLst>
              </p:nvPr>
            </p:nvSpPr>
            <p:spPr bwMode="auto">
              <a:xfrm>
                <a:off x="3897" y="3085"/>
                <a:ext cx="4" cy="2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80" name="Freeform 268"/>
              <p:cNvSpPr/>
              <p:nvPr>
                <p:custDataLst>
                  <p:tags r:id="rId113"/>
                </p:custDataLst>
              </p:nvPr>
            </p:nvSpPr>
            <p:spPr bwMode="auto">
              <a:xfrm>
                <a:off x="3897" y="3095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81" name="Freeform 269"/>
              <p:cNvSpPr/>
              <p:nvPr>
                <p:custDataLst>
                  <p:tags r:id="rId114"/>
                </p:custDataLst>
              </p:nvPr>
            </p:nvSpPr>
            <p:spPr bwMode="auto">
              <a:xfrm>
                <a:off x="3984" y="3095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82" name="Freeform 270"/>
              <p:cNvSpPr/>
              <p:nvPr>
                <p:custDataLst>
                  <p:tags r:id="rId115"/>
                </p:custDataLst>
              </p:nvPr>
            </p:nvSpPr>
            <p:spPr bwMode="auto">
              <a:xfrm>
                <a:off x="3600" y="182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90" name="Freeform 271"/>
              <p:cNvSpPr/>
              <p:nvPr>
                <p:custDataLst>
                  <p:tags r:id="rId116"/>
                </p:custDataLst>
              </p:nvPr>
            </p:nvSpPr>
            <p:spPr bwMode="auto">
              <a:xfrm>
                <a:off x="3905" y="3100"/>
                <a:ext cx="4" cy="4"/>
              </a:xfrm>
              <a:custGeom>
                <a:avLst/>
                <a:gdLst>
                  <a:gd name="T0" fmla="*/ 1 w 2"/>
                  <a:gd name="T1" fmla="*/ 0 h 2"/>
                  <a:gd name="T2" fmla="*/ 1 w 2"/>
                  <a:gd name="T3" fmla="*/ 1 h 2"/>
                  <a:gd name="T4" fmla="*/ 1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0" y="2"/>
                      <a:pt x="1" y="0"/>
                      <a:pt x="1" y="1"/>
                    </a:cubicBezTo>
                    <a:cubicBezTo>
                      <a:pt x="2" y="0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91" name="Freeform 272"/>
              <p:cNvSpPr/>
              <p:nvPr>
                <p:custDataLst>
                  <p:tags r:id="rId117"/>
                </p:custDataLst>
              </p:nvPr>
            </p:nvSpPr>
            <p:spPr bwMode="auto">
              <a:xfrm>
                <a:off x="4230" y="2480"/>
                <a:ext cx="4" cy="2"/>
              </a:xfrm>
              <a:custGeom>
                <a:avLst/>
                <a:gdLst>
                  <a:gd name="T0" fmla="*/ 1 w 2"/>
                  <a:gd name="T1" fmla="*/ 1 h 1"/>
                  <a:gd name="T2" fmla="*/ 2 w 2"/>
                  <a:gd name="T3" fmla="*/ 1 h 1"/>
                  <a:gd name="T4" fmla="*/ 1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1" y="1"/>
                      <a:pt x="2" y="1"/>
                    </a:cubicBezTo>
                    <a:cubicBezTo>
                      <a:pt x="2" y="0"/>
                      <a:pt x="2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92" name="Freeform 273"/>
              <p:cNvSpPr/>
              <p:nvPr>
                <p:custDataLst>
                  <p:tags r:id="rId118"/>
                </p:custDataLst>
              </p:nvPr>
            </p:nvSpPr>
            <p:spPr bwMode="auto">
              <a:xfrm>
                <a:off x="3895" y="3080"/>
                <a:ext cx="4" cy="3"/>
              </a:xfrm>
              <a:custGeom>
                <a:avLst/>
                <a:gdLst>
                  <a:gd name="T0" fmla="*/ 0 w 2"/>
                  <a:gd name="T1" fmla="*/ 0 h 1"/>
                  <a:gd name="T2" fmla="*/ 1 w 2"/>
                  <a:gd name="T3" fmla="*/ 0 h 1"/>
                  <a:gd name="T4" fmla="*/ 1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2" y="0"/>
                      <a:pt x="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93" name="Freeform 274"/>
              <p:cNvSpPr/>
              <p:nvPr>
                <p:custDataLst>
                  <p:tags r:id="rId119"/>
                </p:custDataLst>
              </p:nvPr>
            </p:nvSpPr>
            <p:spPr bwMode="auto">
              <a:xfrm>
                <a:off x="4007" y="307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94" name="Freeform 275"/>
              <p:cNvSpPr/>
              <p:nvPr>
                <p:custDataLst>
                  <p:tags r:id="rId120"/>
                </p:custDataLst>
              </p:nvPr>
            </p:nvSpPr>
            <p:spPr bwMode="auto">
              <a:xfrm>
                <a:off x="3598" y="182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95" name="Freeform 276"/>
              <p:cNvSpPr/>
              <p:nvPr>
                <p:custDataLst>
                  <p:tags r:id="rId121"/>
                </p:custDataLst>
              </p:nvPr>
            </p:nvSpPr>
            <p:spPr bwMode="auto">
              <a:xfrm>
                <a:off x="4005" y="3074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1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96" name="Freeform 277"/>
              <p:cNvSpPr/>
              <p:nvPr>
                <p:custDataLst>
                  <p:tags r:id="rId122"/>
                </p:custDataLst>
              </p:nvPr>
            </p:nvSpPr>
            <p:spPr bwMode="auto">
              <a:xfrm>
                <a:off x="4007" y="308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97" name="Freeform 278"/>
              <p:cNvSpPr/>
              <p:nvPr>
                <p:custDataLst>
                  <p:tags r:id="rId123"/>
                </p:custDataLst>
              </p:nvPr>
            </p:nvSpPr>
            <p:spPr bwMode="auto">
              <a:xfrm>
                <a:off x="3598" y="1823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98" name="Freeform 279"/>
              <p:cNvSpPr/>
              <p:nvPr>
                <p:custDataLst>
                  <p:tags r:id="rId124"/>
                </p:custDataLst>
              </p:nvPr>
            </p:nvSpPr>
            <p:spPr bwMode="auto">
              <a:xfrm>
                <a:off x="3598" y="1823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0 w 1"/>
                  <a:gd name="T4" fmla="*/ 0 w 1"/>
                  <a:gd name="T5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99" name="Freeform 280"/>
              <p:cNvSpPr/>
              <p:nvPr>
                <p:custDataLst>
                  <p:tags r:id="rId125"/>
                </p:custDataLst>
              </p:nvPr>
            </p:nvSpPr>
            <p:spPr bwMode="auto">
              <a:xfrm>
                <a:off x="4009" y="3083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00" name="Freeform 281"/>
              <p:cNvSpPr/>
              <p:nvPr>
                <p:custDataLst>
                  <p:tags r:id="rId126"/>
                </p:custDataLst>
              </p:nvPr>
            </p:nvSpPr>
            <p:spPr bwMode="auto">
              <a:xfrm>
                <a:off x="3602" y="182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01" name="Freeform 282"/>
              <p:cNvSpPr/>
              <p:nvPr>
                <p:custDataLst>
                  <p:tags r:id="rId127"/>
                </p:custDataLst>
              </p:nvPr>
            </p:nvSpPr>
            <p:spPr bwMode="auto">
              <a:xfrm>
                <a:off x="3929" y="1870"/>
                <a:ext cx="4" cy="8"/>
              </a:xfrm>
              <a:custGeom>
                <a:avLst/>
                <a:gdLst>
                  <a:gd name="T0" fmla="*/ 2 w 2"/>
                  <a:gd name="T1" fmla="*/ 1 h 4"/>
                  <a:gd name="T2" fmla="*/ 1 w 2"/>
                  <a:gd name="T3" fmla="*/ 4 h 4"/>
                  <a:gd name="T4" fmla="*/ 2 w 2"/>
                  <a:gd name="T5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1"/>
                    </a:moveTo>
                    <a:cubicBezTo>
                      <a:pt x="2" y="1"/>
                      <a:pt x="0" y="1"/>
                      <a:pt x="1" y="4"/>
                    </a:cubicBezTo>
                    <a:cubicBezTo>
                      <a:pt x="1" y="0"/>
                      <a:pt x="2" y="4"/>
                      <a:pt x="2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02" name="Freeform 283"/>
              <p:cNvSpPr/>
              <p:nvPr>
                <p:custDataLst>
                  <p:tags r:id="rId128"/>
                </p:custDataLst>
              </p:nvPr>
            </p:nvSpPr>
            <p:spPr bwMode="auto">
              <a:xfrm>
                <a:off x="3687" y="1579"/>
                <a:ext cx="4" cy="4"/>
              </a:xfrm>
              <a:custGeom>
                <a:avLst/>
                <a:gdLst>
                  <a:gd name="T0" fmla="*/ 0 w 4"/>
                  <a:gd name="T1" fmla="*/ 4 h 4"/>
                  <a:gd name="T2" fmla="*/ 4 w 4"/>
                  <a:gd name="T3" fmla="*/ 0 h 4"/>
                  <a:gd name="T4" fmla="*/ 0 w 4"/>
                  <a:gd name="T5" fmla="*/ 2 h 4"/>
                  <a:gd name="T6" fmla="*/ 0 w 4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0" y="4"/>
                    </a:moveTo>
                    <a:lnTo>
                      <a:pt x="4" y="0"/>
                    </a:lnTo>
                    <a:lnTo>
                      <a:pt x="0" y="2"/>
                    </a:lnTo>
                    <a:lnTo>
                      <a:pt x="0" y="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03" name="Freeform 284"/>
              <p:cNvSpPr/>
              <p:nvPr>
                <p:custDataLst>
                  <p:tags r:id="rId129"/>
                </p:custDataLst>
              </p:nvPr>
            </p:nvSpPr>
            <p:spPr bwMode="auto">
              <a:xfrm>
                <a:off x="4086" y="1583"/>
                <a:ext cx="8" cy="4"/>
              </a:xfrm>
              <a:custGeom>
                <a:avLst/>
                <a:gdLst>
                  <a:gd name="T0" fmla="*/ 2 w 4"/>
                  <a:gd name="T1" fmla="*/ 2 h 2"/>
                  <a:gd name="T2" fmla="*/ 1 w 4"/>
                  <a:gd name="T3" fmla="*/ 0 h 2"/>
                  <a:gd name="T4" fmla="*/ 2 w 4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2" y="2"/>
                    </a:moveTo>
                    <a:cubicBezTo>
                      <a:pt x="2" y="2"/>
                      <a:pt x="3" y="1"/>
                      <a:pt x="1" y="0"/>
                    </a:cubicBezTo>
                    <a:cubicBezTo>
                      <a:pt x="4" y="2"/>
                      <a:pt x="0" y="1"/>
                      <a:pt x="2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04" name="Freeform 285"/>
              <p:cNvSpPr/>
              <p:nvPr>
                <p:custDataLst>
                  <p:tags r:id="rId130"/>
                </p:custDataLst>
              </p:nvPr>
            </p:nvSpPr>
            <p:spPr bwMode="auto">
              <a:xfrm>
                <a:off x="3574" y="1912"/>
                <a:ext cx="2" cy="21"/>
              </a:xfrm>
              <a:custGeom>
                <a:avLst/>
                <a:gdLst>
                  <a:gd name="T0" fmla="*/ 0 w 1"/>
                  <a:gd name="T1" fmla="*/ 0 h 10"/>
                  <a:gd name="T2" fmla="*/ 1 w 1"/>
                  <a:gd name="T3" fmla="*/ 10 h 10"/>
                  <a:gd name="T4" fmla="*/ 0 w 1"/>
                  <a:gd name="T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0">
                    <a:moveTo>
                      <a:pt x="0" y="0"/>
                    </a:moveTo>
                    <a:cubicBezTo>
                      <a:pt x="0" y="4"/>
                      <a:pt x="0" y="10"/>
                      <a:pt x="1" y="10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05" name="Freeform 286"/>
              <p:cNvSpPr>
                <a:spLocks noEditPoints="1"/>
              </p:cNvSpPr>
              <p:nvPr>
                <p:custDataLst>
                  <p:tags r:id="rId131"/>
                </p:custDataLst>
              </p:nvPr>
            </p:nvSpPr>
            <p:spPr bwMode="auto">
              <a:xfrm>
                <a:off x="3559" y="1774"/>
                <a:ext cx="77" cy="91"/>
              </a:xfrm>
              <a:custGeom>
                <a:avLst/>
                <a:gdLst>
                  <a:gd name="T0" fmla="*/ 32 w 36"/>
                  <a:gd name="T1" fmla="*/ 19 h 43"/>
                  <a:gd name="T2" fmla="*/ 27 w 36"/>
                  <a:gd name="T3" fmla="*/ 2 h 43"/>
                  <a:gd name="T4" fmla="*/ 8 w 36"/>
                  <a:gd name="T5" fmla="*/ 14 h 43"/>
                  <a:gd name="T6" fmla="*/ 16 w 36"/>
                  <a:gd name="T7" fmla="*/ 25 h 43"/>
                  <a:gd name="T8" fmla="*/ 16 w 36"/>
                  <a:gd name="T9" fmla="*/ 24 h 43"/>
                  <a:gd name="T10" fmla="*/ 17 w 36"/>
                  <a:gd name="T11" fmla="*/ 24 h 43"/>
                  <a:gd name="T12" fmla="*/ 17 w 36"/>
                  <a:gd name="T13" fmla="*/ 23 h 43"/>
                  <a:gd name="T14" fmla="*/ 17 w 36"/>
                  <a:gd name="T15" fmla="*/ 24 h 43"/>
                  <a:gd name="T16" fmla="*/ 19 w 36"/>
                  <a:gd name="T17" fmla="*/ 23 h 43"/>
                  <a:gd name="T18" fmla="*/ 18 w 36"/>
                  <a:gd name="T19" fmla="*/ 24 h 43"/>
                  <a:gd name="T20" fmla="*/ 17 w 36"/>
                  <a:gd name="T21" fmla="*/ 24 h 43"/>
                  <a:gd name="T22" fmla="*/ 19 w 36"/>
                  <a:gd name="T23" fmla="*/ 23 h 43"/>
                  <a:gd name="T24" fmla="*/ 20 w 36"/>
                  <a:gd name="T25" fmla="*/ 23 h 43"/>
                  <a:gd name="T26" fmla="*/ 21 w 36"/>
                  <a:gd name="T27" fmla="*/ 24 h 43"/>
                  <a:gd name="T28" fmla="*/ 21 w 36"/>
                  <a:gd name="T29" fmla="*/ 23 h 43"/>
                  <a:gd name="T30" fmla="*/ 21 w 36"/>
                  <a:gd name="T31" fmla="*/ 23 h 43"/>
                  <a:gd name="T32" fmla="*/ 21 w 36"/>
                  <a:gd name="T33" fmla="*/ 23 h 43"/>
                  <a:gd name="T34" fmla="*/ 21 w 36"/>
                  <a:gd name="T35" fmla="*/ 24 h 43"/>
                  <a:gd name="T36" fmla="*/ 22 w 36"/>
                  <a:gd name="T37" fmla="*/ 24 h 43"/>
                  <a:gd name="T38" fmla="*/ 22 w 36"/>
                  <a:gd name="T39" fmla="*/ 24 h 43"/>
                  <a:gd name="T40" fmla="*/ 22 w 36"/>
                  <a:gd name="T41" fmla="*/ 19 h 43"/>
                  <a:gd name="T42" fmla="*/ 22 w 36"/>
                  <a:gd name="T43" fmla="*/ 19 h 43"/>
                  <a:gd name="T44" fmla="*/ 23 w 36"/>
                  <a:gd name="T45" fmla="*/ 23 h 43"/>
                  <a:gd name="T46" fmla="*/ 27 w 36"/>
                  <a:gd name="T47" fmla="*/ 24 h 43"/>
                  <a:gd name="T48" fmla="*/ 25 w 36"/>
                  <a:gd name="T49" fmla="*/ 24 h 43"/>
                  <a:gd name="T50" fmla="*/ 25 w 36"/>
                  <a:gd name="T51" fmla="*/ 24 h 43"/>
                  <a:gd name="T52" fmla="*/ 26 w 36"/>
                  <a:gd name="T53" fmla="*/ 23 h 43"/>
                  <a:gd name="T54" fmla="*/ 25 w 36"/>
                  <a:gd name="T55" fmla="*/ 24 h 43"/>
                  <a:gd name="T56" fmla="*/ 24 w 36"/>
                  <a:gd name="T57" fmla="*/ 24 h 43"/>
                  <a:gd name="T58" fmla="*/ 24 w 36"/>
                  <a:gd name="T59" fmla="*/ 22 h 43"/>
                  <a:gd name="T60" fmla="*/ 24 w 36"/>
                  <a:gd name="T61" fmla="*/ 24 h 43"/>
                  <a:gd name="T62" fmla="*/ 23 w 36"/>
                  <a:gd name="T63" fmla="*/ 24 h 43"/>
                  <a:gd name="T64" fmla="*/ 23 w 36"/>
                  <a:gd name="T65" fmla="*/ 24 h 43"/>
                  <a:gd name="T66" fmla="*/ 24 w 36"/>
                  <a:gd name="T67" fmla="*/ 24 h 43"/>
                  <a:gd name="T68" fmla="*/ 24 w 36"/>
                  <a:gd name="T69" fmla="*/ 24 h 43"/>
                  <a:gd name="T70" fmla="*/ 25 w 36"/>
                  <a:gd name="T71" fmla="*/ 24 h 43"/>
                  <a:gd name="T72" fmla="*/ 29 w 36"/>
                  <a:gd name="T73" fmla="*/ 24 h 43"/>
                  <a:gd name="T74" fmla="*/ 26 w 36"/>
                  <a:gd name="T75" fmla="*/ 24 h 43"/>
                  <a:gd name="T76" fmla="*/ 24 w 36"/>
                  <a:gd name="T77" fmla="*/ 22 h 43"/>
                  <a:gd name="T78" fmla="*/ 23 w 36"/>
                  <a:gd name="T79" fmla="*/ 21 h 43"/>
                  <a:gd name="T80" fmla="*/ 24 w 36"/>
                  <a:gd name="T81" fmla="*/ 21 h 43"/>
                  <a:gd name="T82" fmla="*/ 24 w 36"/>
                  <a:gd name="T83" fmla="*/ 21 h 43"/>
                  <a:gd name="T84" fmla="*/ 23 w 36"/>
                  <a:gd name="T85" fmla="*/ 20 h 43"/>
                  <a:gd name="T86" fmla="*/ 22 w 36"/>
                  <a:gd name="T87" fmla="*/ 19 h 43"/>
                  <a:gd name="T88" fmla="*/ 22 w 36"/>
                  <a:gd name="T89" fmla="*/ 20 h 43"/>
                  <a:gd name="T90" fmla="*/ 21 w 36"/>
                  <a:gd name="T91" fmla="*/ 19 h 43"/>
                  <a:gd name="T92" fmla="*/ 22 w 36"/>
                  <a:gd name="T93" fmla="*/ 21 h 43"/>
                  <a:gd name="T94" fmla="*/ 20 w 36"/>
                  <a:gd name="T95" fmla="*/ 21 h 43"/>
                  <a:gd name="T96" fmla="*/ 17 w 36"/>
                  <a:gd name="T97" fmla="*/ 20 h 43"/>
                  <a:gd name="T98" fmla="*/ 20 w 36"/>
                  <a:gd name="T99" fmla="*/ 19 h 43"/>
                  <a:gd name="T100" fmla="*/ 18 w 36"/>
                  <a:gd name="T101" fmla="*/ 18 h 43"/>
                  <a:gd name="T102" fmla="*/ 19 w 36"/>
                  <a:gd name="T103" fmla="*/ 18 h 43"/>
                  <a:gd name="T104" fmla="*/ 20 w 36"/>
                  <a:gd name="T105" fmla="*/ 18 h 43"/>
                  <a:gd name="T106" fmla="*/ 21 w 36"/>
                  <a:gd name="T107" fmla="*/ 19 h 43"/>
                  <a:gd name="T108" fmla="*/ 20 w 36"/>
                  <a:gd name="T109" fmla="*/ 18 h 43"/>
                  <a:gd name="T110" fmla="*/ 18 w 36"/>
                  <a:gd name="T111" fmla="*/ 18 h 43"/>
                  <a:gd name="T112" fmla="*/ 18 w 36"/>
                  <a:gd name="T113" fmla="*/ 18 h 43"/>
                  <a:gd name="T114" fmla="*/ 15 w 36"/>
                  <a:gd name="T115" fmla="*/ 18 h 43"/>
                  <a:gd name="T116" fmla="*/ 18 w 36"/>
                  <a:gd name="T117" fmla="*/ 18 h 43"/>
                  <a:gd name="T118" fmla="*/ 18 w 36"/>
                  <a:gd name="T119" fmla="*/ 18 h 43"/>
                  <a:gd name="T120" fmla="*/ 17 w 36"/>
                  <a:gd name="T121" fmla="*/ 19 h 43"/>
                  <a:gd name="T122" fmla="*/ 16 w 36"/>
                  <a:gd name="T123" fmla="*/ 25 h 43"/>
                  <a:gd name="T124" fmla="*/ 14 w 36"/>
                  <a:gd name="T125" fmla="*/ 29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6" h="43">
                    <a:moveTo>
                      <a:pt x="5" y="16"/>
                    </a:moveTo>
                    <a:cubicBezTo>
                      <a:pt x="6" y="19"/>
                      <a:pt x="3" y="20"/>
                      <a:pt x="0" y="23"/>
                    </a:cubicBezTo>
                    <a:cubicBezTo>
                      <a:pt x="0" y="23"/>
                      <a:pt x="1" y="25"/>
                      <a:pt x="1" y="28"/>
                    </a:cubicBezTo>
                    <a:cubicBezTo>
                      <a:pt x="5" y="39"/>
                      <a:pt x="13" y="43"/>
                      <a:pt x="19" y="41"/>
                    </a:cubicBezTo>
                    <a:cubicBezTo>
                      <a:pt x="18" y="40"/>
                      <a:pt x="18" y="39"/>
                      <a:pt x="19" y="39"/>
                    </a:cubicBezTo>
                    <a:cubicBezTo>
                      <a:pt x="19" y="39"/>
                      <a:pt x="19" y="39"/>
                      <a:pt x="19" y="39"/>
                    </a:cubicBezTo>
                    <a:cubicBezTo>
                      <a:pt x="19" y="38"/>
                      <a:pt x="19" y="38"/>
                      <a:pt x="19" y="38"/>
                    </a:cubicBezTo>
                    <a:cubicBezTo>
                      <a:pt x="19" y="38"/>
                      <a:pt x="19" y="39"/>
                      <a:pt x="19" y="40"/>
                    </a:cubicBezTo>
                    <a:cubicBezTo>
                      <a:pt x="20" y="39"/>
                      <a:pt x="21" y="39"/>
                      <a:pt x="23" y="39"/>
                    </a:cubicBezTo>
                    <a:cubicBezTo>
                      <a:pt x="22" y="36"/>
                      <a:pt x="23" y="38"/>
                      <a:pt x="23" y="36"/>
                    </a:cubicBezTo>
                    <a:cubicBezTo>
                      <a:pt x="23" y="37"/>
                      <a:pt x="23" y="37"/>
                      <a:pt x="23" y="37"/>
                    </a:cubicBezTo>
                    <a:cubicBezTo>
                      <a:pt x="23" y="36"/>
                      <a:pt x="23" y="36"/>
                      <a:pt x="25" y="38"/>
                    </a:cubicBezTo>
                    <a:cubicBezTo>
                      <a:pt x="29" y="38"/>
                      <a:pt x="31" y="35"/>
                      <a:pt x="33" y="33"/>
                    </a:cubicBezTo>
                    <a:cubicBezTo>
                      <a:pt x="36" y="30"/>
                      <a:pt x="36" y="26"/>
                      <a:pt x="36" y="21"/>
                    </a:cubicBezTo>
                    <a:cubicBezTo>
                      <a:pt x="33" y="20"/>
                      <a:pt x="35" y="19"/>
                      <a:pt x="32" y="19"/>
                    </a:cubicBezTo>
                    <a:cubicBezTo>
                      <a:pt x="33" y="19"/>
                      <a:pt x="33" y="19"/>
                      <a:pt x="33" y="19"/>
                    </a:cubicBezTo>
                    <a:cubicBezTo>
                      <a:pt x="31" y="18"/>
                      <a:pt x="33" y="18"/>
                      <a:pt x="34" y="17"/>
                    </a:cubicBezTo>
                    <a:cubicBezTo>
                      <a:pt x="33" y="17"/>
                      <a:pt x="34" y="17"/>
                      <a:pt x="32" y="17"/>
                    </a:cubicBezTo>
                    <a:cubicBezTo>
                      <a:pt x="30" y="17"/>
                      <a:pt x="35" y="17"/>
                      <a:pt x="34" y="16"/>
                    </a:cubicBezTo>
                    <a:cubicBezTo>
                      <a:pt x="34" y="16"/>
                      <a:pt x="33" y="17"/>
                      <a:pt x="33" y="16"/>
                    </a:cubicBezTo>
                    <a:cubicBezTo>
                      <a:pt x="31" y="16"/>
                      <a:pt x="34" y="17"/>
                      <a:pt x="36" y="15"/>
                    </a:cubicBezTo>
                    <a:cubicBezTo>
                      <a:pt x="35" y="13"/>
                      <a:pt x="32" y="12"/>
                      <a:pt x="33" y="10"/>
                    </a:cubicBezTo>
                    <a:cubicBezTo>
                      <a:pt x="33" y="11"/>
                      <a:pt x="32" y="11"/>
                      <a:pt x="32" y="11"/>
                    </a:cubicBezTo>
                    <a:cubicBezTo>
                      <a:pt x="35" y="9"/>
                      <a:pt x="31" y="11"/>
                      <a:pt x="32" y="10"/>
                    </a:cubicBezTo>
                    <a:cubicBezTo>
                      <a:pt x="33" y="10"/>
                      <a:pt x="33" y="10"/>
                      <a:pt x="33" y="10"/>
                    </a:cubicBezTo>
                    <a:cubicBezTo>
                      <a:pt x="34" y="9"/>
                      <a:pt x="32" y="9"/>
                      <a:pt x="32" y="7"/>
                    </a:cubicBezTo>
                    <a:cubicBezTo>
                      <a:pt x="30" y="7"/>
                      <a:pt x="32" y="5"/>
                      <a:pt x="30" y="5"/>
                    </a:cubicBezTo>
                    <a:cubicBezTo>
                      <a:pt x="31" y="5"/>
                      <a:pt x="30" y="4"/>
                      <a:pt x="30" y="4"/>
                    </a:cubicBezTo>
                    <a:cubicBezTo>
                      <a:pt x="27" y="6"/>
                      <a:pt x="29" y="1"/>
                      <a:pt x="27" y="3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5" y="1"/>
                      <a:pt x="21" y="0"/>
                      <a:pt x="18" y="3"/>
                    </a:cubicBezTo>
                    <a:cubicBezTo>
                      <a:pt x="16" y="3"/>
                      <a:pt x="12" y="1"/>
                      <a:pt x="13" y="3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4"/>
                      <a:pt x="12" y="3"/>
                    </a:cubicBezTo>
                    <a:cubicBezTo>
                      <a:pt x="13" y="5"/>
                      <a:pt x="11" y="4"/>
                      <a:pt x="11" y="4"/>
                    </a:cubicBezTo>
                    <a:cubicBezTo>
                      <a:pt x="11" y="5"/>
                      <a:pt x="11" y="5"/>
                      <a:pt x="11" y="6"/>
                    </a:cubicBezTo>
                    <a:cubicBezTo>
                      <a:pt x="9" y="4"/>
                      <a:pt x="11" y="8"/>
                      <a:pt x="9" y="7"/>
                    </a:cubicBezTo>
                    <a:cubicBezTo>
                      <a:pt x="12" y="9"/>
                      <a:pt x="10" y="8"/>
                      <a:pt x="10" y="9"/>
                    </a:cubicBezTo>
                    <a:cubicBezTo>
                      <a:pt x="10" y="9"/>
                      <a:pt x="10" y="9"/>
                      <a:pt x="9" y="8"/>
                    </a:cubicBezTo>
                    <a:cubicBezTo>
                      <a:pt x="9" y="9"/>
                      <a:pt x="9" y="9"/>
                      <a:pt x="8" y="9"/>
                    </a:cubicBezTo>
                    <a:cubicBezTo>
                      <a:pt x="8" y="9"/>
                      <a:pt x="10" y="10"/>
                      <a:pt x="9" y="10"/>
                    </a:cubicBezTo>
                    <a:cubicBezTo>
                      <a:pt x="7" y="9"/>
                      <a:pt x="9" y="11"/>
                      <a:pt x="8" y="10"/>
                    </a:cubicBezTo>
                    <a:cubicBezTo>
                      <a:pt x="10" y="11"/>
                      <a:pt x="11" y="13"/>
                      <a:pt x="10" y="12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9" y="12"/>
                      <a:pt x="5" y="12"/>
                      <a:pt x="8" y="14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8" y="15"/>
                      <a:pt x="6" y="15"/>
                      <a:pt x="8" y="17"/>
                    </a:cubicBezTo>
                    <a:cubicBezTo>
                      <a:pt x="8" y="17"/>
                      <a:pt x="7" y="17"/>
                      <a:pt x="7" y="17"/>
                    </a:cubicBezTo>
                    <a:cubicBezTo>
                      <a:pt x="6" y="17"/>
                      <a:pt x="5" y="16"/>
                      <a:pt x="5" y="16"/>
                    </a:cubicBezTo>
                    <a:close/>
                    <a:moveTo>
                      <a:pt x="16" y="26"/>
                    </a:moveTo>
                    <a:cubicBezTo>
                      <a:pt x="16" y="26"/>
                      <a:pt x="16" y="26"/>
                      <a:pt x="16" y="26"/>
                    </a:cubicBezTo>
                    <a:cubicBezTo>
                      <a:pt x="16" y="27"/>
                      <a:pt x="16" y="27"/>
                      <a:pt x="16" y="26"/>
                    </a:cubicBezTo>
                    <a:close/>
                    <a:moveTo>
                      <a:pt x="17" y="24"/>
                    </a:moveTo>
                    <a:cubicBezTo>
                      <a:pt x="17" y="25"/>
                      <a:pt x="16" y="25"/>
                      <a:pt x="17" y="27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6" y="24"/>
                      <a:pt x="16" y="24"/>
                      <a:pt x="17" y="24"/>
                    </a:cubicBezTo>
                    <a:cubicBezTo>
                      <a:pt x="17" y="25"/>
                      <a:pt x="17" y="25"/>
                      <a:pt x="17" y="24"/>
                    </a:cubicBezTo>
                    <a:close/>
                    <a:moveTo>
                      <a:pt x="16" y="25"/>
                    </a:moveTo>
                    <a:cubicBezTo>
                      <a:pt x="16" y="25"/>
                      <a:pt x="16" y="25"/>
                      <a:pt x="16" y="25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6" y="24"/>
                      <a:pt x="16" y="24"/>
                      <a:pt x="16" y="24"/>
                    </a:cubicBezTo>
                    <a:cubicBezTo>
                      <a:pt x="16" y="25"/>
                      <a:pt x="17" y="23"/>
                      <a:pt x="16" y="24"/>
                    </a:cubicBezTo>
                    <a:cubicBezTo>
                      <a:pt x="16" y="24"/>
                      <a:pt x="16" y="24"/>
                      <a:pt x="16" y="24"/>
                    </a:cubicBezTo>
                    <a:cubicBezTo>
                      <a:pt x="16" y="24"/>
                      <a:pt x="16" y="24"/>
                      <a:pt x="16" y="24"/>
                    </a:cubicBezTo>
                    <a:cubicBezTo>
                      <a:pt x="16" y="24"/>
                      <a:pt x="16" y="24"/>
                      <a:pt x="16" y="24"/>
                    </a:cubicBezTo>
                    <a:cubicBezTo>
                      <a:pt x="16" y="24"/>
                      <a:pt x="16" y="24"/>
                      <a:pt x="16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6" y="25"/>
                      <a:pt x="17" y="24"/>
                      <a:pt x="16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6" y="24"/>
                      <a:pt x="16" y="25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6" y="25"/>
                      <a:pt x="16" y="25"/>
                      <a:pt x="16" y="25"/>
                    </a:cubicBezTo>
                    <a:close/>
                    <a:moveTo>
                      <a:pt x="17" y="24"/>
                    </a:move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lose/>
                    <a:moveTo>
                      <a:pt x="17" y="23"/>
                    </a:moveTo>
                    <a:cubicBezTo>
                      <a:pt x="17" y="23"/>
                      <a:pt x="17" y="23"/>
                      <a:pt x="17" y="23"/>
                    </a:cubicBezTo>
                    <a:cubicBezTo>
                      <a:pt x="17" y="23"/>
                      <a:pt x="17" y="23"/>
                      <a:pt x="17" y="23"/>
                    </a:cubicBezTo>
                    <a:cubicBezTo>
                      <a:pt x="17" y="23"/>
                      <a:pt x="17" y="23"/>
                      <a:pt x="17" y="23"/>
                    </a:cubicBezTo>
                    <a:cubicBezTo>
                      <a:pt x="17" y="23"/>
                      <a:pt x="17" y="23"/>
                      <a:pt x="17" y="23"/>
                    </a:cubicBezTo>
                    <a:close/>
                    <a:moveTo>
                      <a:pt x="17" y="24"/>
                    </a:move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lose/>
                    <a:moveTo>
                      <a:pt x="17" y="23"/>
                    </a:moveTo>
                    <a:cubicBezTo>
                      <a:pt x="17" y="23"/>
                      <a:pt x="17" y="23"/>
                      <a:pt x="17" y="23"/>
                    </a:cubicBezTo>
                    <a:cubicBezTo>
                      <a:pt x="18" y="23"/>
                      <a:pt x="18" y="23"/>
                      <a:pt x="18" y="23"/>
                    </a:cubicBezTo>
                    <a:cubicBezTo>
                      <a:pt x="18" y="23"/>
                      <a:pt x="17" y="23"/>
                      <a:pt x="17" y="23"/>
                    </a:cubicBezTo>
                    <a:cubicBezTo>
                      <a:pt x="17" y="23"/>
                      <a:pt x="17" y="23"/>
                      <a:pt x="17" y="23"/>
                    </a:cubicBezTo>
                    <a:cubicBezTo>
                      <a:pt x="17" y="23"/>
                      <a:pt x="17" y="23"/>
                      <a:pt x="17" y="23"/>
                    </a:cubicBezTo>
                    <a:cubicBezTo>
                      <a:pt x="17" y="23"/>
                      <a:pt x="17" y="23"/>
                      <a:pt x="17" y="23"/>
                    </a:cubicBezTo>
                    <a:close/>
                    <a:moveTo>
                      <a:pt x="17" y="24"/>
                    </a:move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lose/>
                    <a:moveTo>
                      <a:pt x="17" y="24"/>
                    </a:move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lose/>
                    <a:moveTo>
                      <a:pt x="17" y="24"/>
                    </a:move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8" y="25"/>
                      <a:pt x="17" y="24"/>
                      <a:pt x="17" y="24"/>
                    </a:cubicBezTo>
                    <a:close/>
                    <a:moveTo>
                      <a:pt x="18" y="24"/>
                    </a:move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8" y="24"/>
                      <a:pt x="18" y="24"/>
                    </a:cubicBezTo>
                    <a:close/>
                    <a:moveTo>
                      <a:pt x="20" y="23"/>
                    </a:moveTo>
                    <a:cubicBezTo>
                      <a:pt x="20" y="23"/>
                      <a:pt x="20" y="23"/>
                      <a:pt x="20" y="23"/>
                    </a:cubicBezTo>
                    <a:cubicBezTo>
                      <a:pt x="20" y="23"/>
                      <a:pt x="19" y="23"/>
                      <a:pt x="19" y="23"/>
                    </a:cubicBezTo>
                    <a:cubicBezTo>
                      <a:pt x="19" y="23"/>
                      <a:pt x="18" y="23"/>
                      <a:pt x="18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9" y="23"/>
                      <a:pt x="19" y="23"/>
                      <a:pt x="18" y="24"/>
                    </a:cubicBezTo>
                    <a:cubicBezTo>
                      <a:pt x="19" y="23"/>
                      <a:pt x="19" y="23"/>
                      <a:pt x="19" y="23"/>
                    </a:cubicBezTo>
                    <a:cubicBezTo>
                      <a:pt x="19" y="23"/>
                      <a:pt x="19" y="23"/>
                      <a:pt x="19" y="24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9" y="24"/>
                      <a:pt x="18" y="25"/>
                      <a:pt x="19" y="26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8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3"/>
                      <a:pt x="17" y="23"/>
                    </a:cubicBezTo>
                    <a:cubicBezTo>
                      <a:pt x="17" y="23"/>
                      <a:pt x="18" y="23"/>
                      <a:pt x="18" y="23"/>
                    </a:cubicBezTo>
                    <a:cubicBezTo>
                      <a:pt x="18" y="23"/>
                      <a:pt x="18" y="23"/>
                      <a:pt x="18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3"/>
                      <a:pt x="18" y="23"/>
                      <a:pt x="18" y="23"/>
                    </a:cubicBezTo>
                    <a:cubicBezTo>
                      <a:pt x="18" y="23"/>
                      <a:pt x="18" y="23"/>
                      <a:pt x="18" y="23"/>
                    </a:cubicBezTo>
                    <a:cubicBezTo>
                      <a:pt x="18" y="22"/>
                      <a:pt x="17" y="22"/>
                      <a:pt x="17" y="22"/>
                    </a:cubicBezTo>
                    <a:cubicBezTo>
                      <a:pt x="18" y="22"/>
                      <a:pt x="18" y="23"/>
                      <a:pt x="18" y="23"/>
                    </a:cubicBezTo>
                    <a:cubicBezTo>
                      <a:pt x="19" y="22"/>
                      <a:pt x="19" y="22"/>
                      <a:pt x="19" y="22"/>
                    </a:cubicBezTo>
                    <a:cubicBezTo>
                      <a:pt x="19" y="22"/>
                      <a:pt x="19" y="23"/>
                      <a:pt x="19" y="23"/>
                    </a:cubicBezTo>
                    <a:cubicBezTo>
                      <a:pt x="19" y="23"/>
                      <a:pt x="20" y="23"/>
                      <a:pt x="20" y="23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20" y="23"/>
                      <a:pt x="21" y="23"/>
                      <a:pt x="21" y="23"/>
                    </a:cubicBezTo>
                    <a:cubicBezTo>
                      <a:pt x="21" y="23"/>
                      <a:pt x="21" y="23"/>
                      <a:pt x="21" y="23"/>
                    </a:cubicBezTo>
                    <a:cubicBezTo>
                      <a:pt x="21" y="23"/>
                      <a:pt x="21" y="23"/>
                      <a:pt x="21" y="23"/>
                    </a:cubicBezTo>
                    <a:cubicBezTo>
                      <a:pt x="21" y="23"/>
                      <a:pt x="21" y="23"/>
                      <a:pt x="21" y="23"/>
                    </a:cubicBezTo>
                    <a:cubicBezTo>
                      <a:pt x="21" y="23"/>
                      <a:pt x="21" y="23"/>
                      <a:pt x="21" y="23"/>
                    </a:cubicBezTo>
                    <a:cubicBezTo>
                      <a:pt x="21" y="23"/>
                      <a:pt x="21" y="23"/>
                      <a:pt x="21" y="23"/>
                    </a:cubicBezTo>
                    <a:cubicBezTo>
                      <a:pt x="21" y="23"/>
                      <a:pt x="21" y="23"/>
                      <a:pt x="20" y="23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20" y="23"/>
                      <a:pt x="20" y="23"/>
                      <a:pt x="21" y="23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20" y="23"/>
                      <a:pt x="20" y="23"/>
                      <a:pt x="20" y="23"/>
                    </a:cubicBezTo>
                    <a:close/>
                    <a:moveTo>
                      <a:pt x="21" y="24"/>
                    </a:moveTo>
                    <a:cubicBezTo>
                      <a:pt x="21" y="24"/>
                      <a:pt x="21" y="24"/>
                      <a:pt x="21" y="24"/>
                    </a:cubicBezTo>
                    <a:cubicBezTo>
                      <a:pt x="21" y="24"/>
                      <a:pt x="21" y="24"/>
                      <a:pt x="21" y="24"/>
                    </a:cubicBezTo>
                    <a:cubicBezTo>
                      <a:pt x="21" y="24"/>
                      <a:pt x="21" y="24"/>
                      <a:pt x="21" y="24"/>
                    </a:cubicBezTo>
                    <a:cubicBezTo>
                      <a:pt x="21" y="24"/>
                      <a:pt x="21" y="24"/>
                      <a:pt x="21" y="24"/>
                    </a:cubicBezTo>
                    <a:close/>
                    <a:moveTo>
                      <a:pt x="21" y="24"/>
                    </a:moveTo>
                    <a:cubicBezTo>
                      <a:pt x="21" y="24"/>
                      <a:pt x="21" y="24"/>
                      <a:pt x="21" y="24"/>
                    </a:cubicBezTo>
                    <a:cubicBezTo>
                      <a:pt x="21" y="24"/>
                      <a:pt x="21" y="24"/>
                      <a:pt x="21" y="24"/>
                    </a:cubicBezTo>
                    <a:cubicBezTo>
                      <a:pt x="21" y="24"/>
                      <a:pt x="21" y="24"/>
                      <a:pt x="21" y="24"/>
                    </a:cubicBezTo>
                    <a:close/>
                    <a:moveTo>
                      <a:pt x="21" y="24"/>
                    </a:moveTo>
                    <a:cubicBezTo>
                      <a:pt x="21" y="24"/>
                      <a:pt x="21" y="24"/>
                      <a:pt x="21" y="24"/>
                    </a:cubicBezTo>
                    <a:cubicBezTo>
                      <a:pt x="21" y="24"/>
                      <a:pt x="21" y="24"/>
                      <a:pt x="21" y="24"/>
                    </a:cubicBezTo>
                    <a:cubicBezTo>
                      <a:pt x="21" y="24"/>
                      <a:pt x="21" y="24"/>
                      <a:pt x="21" y="24"/>
                    </a:cubicBezTo>
                    <a:cubicBezTo>
                      <a:pt x="21" y="24"/>
                      <a:pt x="21" y="24"/>
                      <a:pt x="21" y="24"/>
                    </a:cubicBezTo>
                    <a:close/>
                    <a:moveTo>
                      <a:pt x="21" y="24"/>
                    </a:moveTo>
                    <a:cubicBezTo>
                      <a:pt x="21" y="24"/>
                      <a:pt x="21" y="24"/>
                      <a:pt x="21" y="24"/>
                    </a:cubicBezTo>
                    <a:cubicBezTo>
                      <a:pt x="21" y="24"/>
                      <a:pt x="21" y="24"/>
                      <a:pt x="21" y="24"/>
                    </a:cubicBezTo>
                    <a:cubicBezTo>
                      <a:pt x="21" y="24"/>
                      <a:pt x="21" y="24"/>
                      <a:pt x="21" y="24"/>
                    </a:cubicBezTo>
                    <a:close/>
                    <a:moveTo>
                      <a:pt x="21" y="23"/>
                    </a:moveTo>
                    <a:cubicBezTo>
                      <a:pt x="21" y="23"/>
                      <a:pt x="21" y="23"/>
                      <a:pt x="21" y="23"/>
                    </a:cubicBezTo>
                    <a:cubicBezTo>
                      <a:pt x="21" y="23"/>
                      <a:pt x="21" y="23"/>
                      <a:pt x="21" y="23"/>
                    </a:cubicBezTo>
                    <a:cubicBezTo>
                      <a:pt x="21" y="23"/>
                      <a:pt x="21" y="23"/>
                      <a:pt x="21" y="23"/>
                    </a:cubicBezTo>
                    <a:cubicBezTo>
                      <a:pt x="21" y="23"/>
                      <a:pt x="21" y="23"/>
                      <a:pt x="21" y="23"/>
                    </a:cubicBezTo>
                    <a:close/>
                    <a:moveTo>
                      <a:pt x="21" y="23"/>
                    </a:moveTo>
                    <a:cubicBezTo>
                      <a:pt x="21" y="23"/>
                      <a:pt x="21" y="23"/>
                      <a:pt x="21" y="23"/>
                    </a:cubicBezTo>
                    <a:cubicBezTo>
                      <a:pt x="21" y="23"/>
                      <a:pt x="21" y="23"/>
                      <a:pt x="21" y="23"/>
                    </a:cubicBezTo>
                    <a:cubicBezTo>
                      <a:pt x="21" y="23"/>
                      <a:pt x="21" y="23"/>
                      <a:pt x="21" y="23"/>
                    </a:cubicBezTo>
                    <a:cubicBezTo>
                      <a:pt x="21" y="23"/>
                      <a:pt x="21" y="23"/>
                      <a:pt x="21" y="23"/>
                    </a:cubicBezTo>
                    <a:close/>
                    <a:moveTo>
                      <a:pt x="21" y="23"/>
                    </a:moveTo>
                    <a:cubicBezTo>
                      <a:pt x="21" y="23"/>
                      <a:pt x="21" y="23"/>
                      <a:pt x="21" y="23"/>
                    </a:cubicBezTo>
                    <a:cubicBezTo>
                      <a:pt x="21" y="23"/>
                      <a:pt x="21" y="23"/>
                      <a:pt x="21" y="23"/>
                    </a:cubicBezTo>
                    <a:cubicBezTo>
                      <a:pt x="21" y="23"/>
                      <a:pt x="21" y="23"/>
                      <a:pt x="21" y="23"/>
                    </a:cubicBezTo>
                    <a:cubicBezTo>
                      <a:pt x="21" y="23"/>
                      <a:pt x="21" y="23"/>
                      <a:pt x="21" y="23"/>
                    </a:cubicBezTo>
                    <a:cubicBezTo>
                      <a:pt x="21" y="23"/>
                      <a:pt x="21" y="23"/>
                      <a:pt x="21" y="23"/>
                    </a:cubicBezTo>
                    <a:cubicBezTo>
                      <a:pt x="21" y="23"/>
                      <a:pt x="21" y="23"/>
                      <a:pt x="21" y="23"/>
                    </a:cubicBezTo>
                    <a:close/>
                    <a:moveTo>
                      <a:pt x="21" y="23"/>
                    </a:moveTo>
                    <a:cubicBezTo>
                      <a:pt x="21" y="23"/>
                      <a:pt x="21" y="23"/>
                      <a:pt x="21" y="23"/>
                    </a:cubicBezTo>
                    <a:cubicBezTo>
                      <a:pt x="21" y="23"/>
                      <a:pt x="21" y="23"/>
                      <a:pt x="21" y="23"/>
                    </a:cubicBezTo>
                    <a:cubicBezTo>
                      <a:pt x="21" y="23"/>
                      <a:pt x="21" y="23"/>
                      <a:pt x="21" y="23"/>
                    </a:cubicBezTo>
                    <a:cubicBezTo>
                      <a:pt x="21" y="23"/>
                      <a:pt x="21" y="23"/>
                      <a:pt x="21" y="23"/>
                    </a:cubicBezTo>
                    <a:close/>
                    <a:moveTo>
                      <a:pt x="21" y="24"/>
                    </a:moveTo>
                    <a:cubicBezTo>
                      <a:pt x="21" y="24"/>
                      <a:pt x="21" y="24"/>
                      <a:pt x="21" y="24"/>
                    </a:cubicBezTo>
                    <a:cubicBezTo>
                      <a:pt x="20" y="24"/>
                      <a:pt x="20" y="24"/>
                      <a:pt x="20" y="24"/>
                    </a:cubicBezTo>
                    <a:cubicBezTo>
                      <a:pt x="20" y="24"/>
                      <a:pt x="21" y="24"/>
                      <a:pt x="21" y="24"/>
                    </a:cubicBezTo>
                    <a:cubicBezTo>
                      <a:pt x="21" y="24"/>
                      <a:pt x="21" y="24"/>
                      <a:pt x="21" y="24"/>
                    </a:cubicBezTo>
                    <a:close/>
                    <a:moveTo>
                      <a:pt x="21" y="24"/>
                    </a:moveTo>
                    <a:cubicBezTo>
                      <a:pt x="21" y="24"/>
                      <a:pt x="21" y="24"/>
                      <a:pt x="21" y="24"/>
                    </a:cubicBezTo>
                    <a:cubicBezTo>
                      <a:pt x="21" y="24"/>
                      <a:pt x="21" y="24"/>
                      <a:pt x="21" y="24"/>
                    </a:cubicBezTo>
                    <a:cubicBezTo>
                      <a:pt x="21" y="24"/>
                      <a:pt x="21" y="24"/>
                      <a:pt x="21" y="24"/>
                    </a:cubicBezTo>
                    <a:cubicBezTo>
                      <a:pt x="21" y="24"/>
                      <a:pt x="21" y="24"/>
                      <a:pt x="21" y="24"/>
                    </a:cubicBezTo>
                    <a:close/>
                    <a:moveTo>
                      <a:pt x="21" y="23"/>
                    </a:moveTo>
                    <a:cubicBezTo>
                      <a:pt x="21" y="23"/>
                      <a:pt x="21" y="23"/>
                      <a:pt x="21" y="23"/>
                    </a:cubicBezTo>
                    <a:cubicBezTo>
                      <a:pt x="21" y="23"/>
                      <a:pt x="21" y="23"/>
                      <a:pt x="21" y="23"/>
                    </a:cubicBezTo>
                    <a:cubicBezTo>
                      <a:pt x="21" y="23"/>
                      <a:pt x="21" y="23"/>
                      <a:pt x="21" y="23"/>
                    </a:cubicBezTo>
                    <a:close/>
                    <a:moveTo>
                      <a:pt x="20" y="24"/>
                    </a:moveTo>
                    <a:cubicBezTo>
                      <a:pt x="20" y="24"/>
                      <a:pt x="20" y="24"/>
                      <a:pt x="20" y="24"/>
                    </a:cubicBezTo>
                    <a:cubicBezTo>
                      <a:pt x="20" y="24"/>
                      <a:pt x="20" y="24"/>
                      <a:pt x="20" y="24"/>
                    </a:cubicBezTo>
                    <a:cubicBezTo>
                      <a:pt x="20" y="24"/>
                      <a:pt x="20" y="24"/>
                      <a:pt x="20" y="24"/>
                    </a:cubicBezTo>
                    <a:cubicBezTo>
                      <a:pt x="20" y="24"/>
                      <a:pt x="20" y="24"/>
                      <a:pt x="20" y="24"/>
                    </a:cubicBezTo>
                    <a:close/>
                    <a:moveTo>
                      <a:pt x="20" y="24"/>
                    </a:moveTo>
                    <a:cubicBezTo>
                      <a:pt x="20" y="24"/>
                      <a:pt x="20" y="24"/>
                      <a:pt x="20" y="24"/>
                    </a:cubicBezTo>
                    <a:cubicBezTo>
                      <a:pt x="21" y="24"/>
                      <a:pt x="21" y="24"/>
                      <a:pt x="21" y="25"/>
                    </a:cubicBezTo>
                    <a:lnTo>
                      <a:pt x="20" y="24"/>
                    </a:lnTo>
                    <a:close/>
                    <a:moveTo>
                      <a:pt x="21" y="24"/>
                    </a:moveTo>
                    <a:cubicBezTo>
                      <a:pt x="21" y="24"/>
                      <a:pt x="21" y="24"/>
                      <a:pt x="21" y="24"/>
                    </a:cubicBezTo>
                    <a:cubicBezTo>
                      <a:pt x="21" y="24"/>
                      <a:pt x="21" y="24"/>
                      <a:pt x="21" y="24"/>
                    </a:cubicBezTo>
                    <a:cubicBezTo>
                      <a:pt x="21" y="24"/>
                      <a:pt x="21" y="24"/>
                      <a:pt x="21" y="24"/>
                    </a:cubicBezTo>
                    <a:close/>
                    <a:moveTo>
                      <a:pt x="21" y="24"/>
                    </a:moveTo>
                    <a:cubicBezTo>
                      <a:pt x="21" y="24"/>
                      <a:pt x="21" y="24"/>
                      <a:pt x="21" y="24"/>
                    </a:cubicBezTo>
                    <a:cubicBezTo>
                      <a:pt x="21" y="24"/>
                      <a:pt x="21" y="24"/>
                      <a:pt x="22" y="25"/>
                    </a:cubicBezTo>
                    <a:lnTo>
                      <a:pt x="21" y="24"/>
                    </a:lnTo>
                    <a:close/>
                    <a:moveTo>
                      <a:pt x="22" y="23"/>
                    </a:moveTo>
                    <a:cubicBezTo>
                      <a:pt x="21" y="23"/>
                      <a:pt x="21" y="23"/>
                      <a:pt x="21" y="23"/>
                    </a:cubicBezTo>
                    <a:cubicBezTo>
                      <a:pt x="22" y="23"/>
                      <a:pt x="22" y="23"/>
                      <a:pt x="22" y="23"/>
                    </a:cubicBezTo>
                    <a:cubicBezTo>
                      <a:pt x="22" y="23"/>
                      <a:pt x="22" y="23"/>
                      <a:pt x="22" y="23"/>
                    </a:cubicBezTo>
                    <a:cubicBezTo>
                      <a:pt x="22" y="23"/>
                      <a:pt x="22" y="23"/>
                      <a:pt x="22" y="23"/>
                    </a:cubicBezTo>
                    <a:close/>
                    <a:moveTo>
                      <a:pt x="22" y="23"/>
                    </a:moveTo>
                    <a:cubicBezTo>
                      <a:pt x="22" y="23"/>
                      <a:pt x="22" y="23"/>
                      <a:pt x="22" y="23"/>
                    </a:cubicBezTo>
                    <a:cubicBezTo>
                      <a:pt x="22" y="24"/>
                      <a:pt x="22" y="24"/>
                      <a:pt x="22" y="24"/>
                    </a:cubicBezTo>
                    <a:cubicBezTo>
                      <a:pt x="22" y="24"/>
                      <a:pt x="22" y="24"/>
                      <a:pt x="22" y="24"/>
                    </a:cubicBezTo>
                    <a:cubicBezTo>
                      <a:pt x="22" y="24"/>
                      <a:pt x="22" y="24"/>
                      <a:pt x="22" y="24"/>
                    </a:cubicBezTo>
                    <a:lnTo>
                      <a:pt x="22" y="23"/>
                    </a:lnTo>
                    <a:close/>
                    <a:moveTo>
                      <a:pt x="22" y="23"/>
                    </a:moveTo>
                    <a:cubicBezTo>
                      <a:pt x="22" y="23"/>
                      <a:pt x="22" y="23"/>
                      <a:pt x="22" y="23"/>
                    </a:cubicBezTo>
                    <a:cubicBezTo>
                      <a:pt x="22" y="23"/>
                      <a:pt x="22" y="23"/>
                      <a:pt x="22" y="23"/>
                    </a:cubicBezTo>
                    <a:cubicBezTo>
                      <a:pt x="22" y="23"/>
                      <a:pt x="22" y="23"/>
                      <a:pt x="22" y="23"/>
                    </a:cubicBezTo>
                    <a:close/>
                    <a:moveTo>
                      <a:pt x="22" y="24"/>
                    </a:moveTo>
                    <a:cubicBezTo>
                      <a:pt x="22" y="24"/>
                      <a:pt x="22" y="24"/>
                      <a:pt x="22" y="24"/>
                    </a:cubicBezTo>
                    <a:cubicBezTo>
                      <a:pt x="22" y="24"/>
                      <a:pt x="22" y="24"/>
                      <a:pt x="22" y="24"/>
                    </a:cubicBezTo>
                    <a:cubicBezTo>
                      <a:pt x="22" y="24"/>
                      <a:pt x="22" y="24"/>
                      <a:pt x="22" y="24"/>
                    </a:cubicBezTo>
                    <a:cubicBezTo>
                      <a:pt x="22" y="24"/>
                      <a:pt x="22" y="24"/>
                      <a:pt x="22" y="24"/>
                    </a:cubicBezTo>
                    <a:close/>
                    <a:moveTo>
                      <a:pt x="22" y="24"/>
                    </a:moveTo>
                    <a:cubicBezTo>
                      <a:pt x="22" y="24"/>
                      <a:pt x="22" y="24"/>
                      <a:pt x="22" y="24"/>
                    </a:cubicBezTo>
                    <a:cubicBezTo>
                      <a:pt x="22" y="24"/>
                      <a:pt x="22" y="24"/>
                      <a:pt x="22" y="24"/>
                    </a:cubicBezTo>
                    <a:close/>
                    <a:moveTo>
                      <a:pt x="22" y="24"/>
                    </a:moveTo>
                    <a:cubicBezTo>
                      <a:pt x="22" y="24"/>
                      <a:pt x="22" y="24"/>
                      <a:pt x="22" y="24"/>
                    </a:cubicBezTo>
                    <a:cubicBezTo>
                      <a:pt x="22" y="24"/>
                      <a:pt x="22" y="24"/>
                      <a:pt x="22" y="24"/>
                    </a:cubicBezTo>
                    <a:cubicBezTo>
                      <a:pt x="22" y="24"/>
                      <a:pt x="23" y="24"/>
                      <a:pt x="22" y="24"/>
                    </a:cubicBezTo>
                    <a:close/>
                    <a:moveTo>
                      <a:pt x="22" y="22"/>
                    </a:moveTo>
                    <a:cubicBezTo>
                      <a:pt x="22" y="22"/>
                      <a:pt x="22" y="22"/>
                      <a:pt x="22" y="22"/>
                    </a:cubicBezTo>
                    <a:cubicBezTo>
                      <a:pt x="23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3" y="22"/>
                      <a:pt x="23" y="22"/>
                    </a:cubicBezTo>
                    <a:cubicBezTo>
                      <a:pt x="23" y="22"/>
                      <a:pt x="23" y="22"/>
                      <a:pt x="22" y="22"/>
                    </a:cubicBezTo>
                    <a:close/>
                    <a:moveTo>
                      <a:pt x="22" y="19"/>
                    </a:moveTo>
                    <a:cubicBezTo>
                      <a:pt x="22" y="19"/>
                      <a:pt x="22" y="19"/>
                      <a:pt x="22" y="19"/>
                    </a:cubicBezTo>
                    <a:cubicBezTo>
                      <a:pt x="22" y="19"/>
                      <a:pt x="22" y="19"/>
                      <a:pt x="22" y="19"/>
                    </a:cubicBezTo>
                    <a:cubicBezTo>
                      <a:pt x="22" y="19"/>
                      <a:pt x="22" y="19"/>
                      <a:pt x="22" y="19"/>
                    </a:cubicBezTo>
                    <a:close/>
                    <a:moveTo>
                      <a:pt x="22" y="19"/>
                    </a:moveTo>
                    <a:cubicBezTo>
                      <a:pt x="22" y="19"/>
                      <a:pt x="22" y="19"/>
                      <a:pt x="22" y="19"/>
                    </a:cubicBezTo>
                    <a:cubicBezTo>
                      <a:pt x="22" y="19"/>
                      <a:pt x="22" y="19"/>
                      <a:pt x="22" y="19"/>
                    </a:cubicBezTo>
                    <a:cubicBezTo>
                      <a:pt x="22" y="19"/>
                      <a:pt x="22" y="19"/>
                      <a:pt x="22" y="19"/>
                    </a:cubicBezTo>
                    <a:close/>
                    <a:moveTo>
                      <a:pt x="22" y="19"/>
                    </a:moveTo>
                    <a:cubicBezTo>
                      <a:pt x="22" y="20"/>
                      <a:pt x="22" y="20"/>
                      <a:pt x="22" y="20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2" y="19"/>
                      <a:pt x="22" y="19"/>
                      <a:pt x="22" y="19"/>
                    </a:cubicBezTo>
                    <a:cubicBezTo>
                      <a:pt x="22" y="19"/>
                      <a:pt x="22" y="19"/>
                      <a:pt x="22" y="19"/>
                    </a:cubicBezTo>
                    <a:close/>
                    <a:moveTo>
                      <a:pt x="22" y="19"/>
                    </a:moveTo>
                    <a:cubicBezTo>
                      <a:pt x="23" y="20"/>
                      <a:pt x="23" y="20"/>
                      <a:pt x="23" y="20"/>
                    </a:cubicBezTo>
                    <a:cubicBezTo>
                      <a:pt x="23" y="20"/>
                      <a:pt x="22" y="20"/>
                      <a:pt x="22" y="20"/>
                    </a:cubicBezTo>
                    <a:cubicBezTo>
                      <a:pt x="22" y="20"/>
                      <a:pt x="22" y="19"/>
                      <a:pt x="22" y="19"/>
                    </a:cubicBezTo>
                    <a:close/>
                    <a:moveTo>
                      <a:pt x="22" y="19"/>
                    </a:moveTo>
                    <a:cubicBezTo>
                      <a:pt x="22" y="19"/>
                      <a:pt x="22" y="19"/>
                      <a:pt x="22" y="19"/>
                    </a:cubicBezTo>
                    <a:cubicBezTo>
                      <a:pt x="22" y="19"/>
                      <a:pt x="22" y="19"/>
                      <a:pt x="22" y="19"/>
                    </a:cubicBezTo>
                    <a:cubicBezTo>
                      <a:pt x="23" y="20"/>
                      <a:pt x="23" y="20"/>
                      <a:pt x="23" y="20"/>
                    </a:cubicBezTo>
                    <a:cubicBezTo>
                      <a:pt x="23" y="20"/>
                      <a:pt x="23" y="20"/>
                      <a:pt x="23" y="20"/>
                    </a:cubicBezTo>
                    <a:cubicBezTo>
                      <a:pt x="23" y="20"/>
                      <a:pt x="23" y="20"/>
                      <a:pt x="22" y="19"/>
                    </a:cubicBezTo>
                    <a:close/>
                    <a:moveTo>
                      <a:pt x="22" y="20"/>
                    </a:moveTo>
                    <a:cubicBezTo>
                      <a:pt x="22" y="20"/>
                      <a:pt x="22" y="20"/>
                      <a:pt x="22" y="20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2" y="20"/>
                      <a:pt x="22" y="20"/>
                      <a:pt x="22" y="20"/>
                    </a:cubicBezTo>
                    <a:close/>
                    <a:moveTo>
                      <a:pt x="23" y="23"/>
                    </a:moveTo>
                    <a:cubicBezTo>
                      <a:pt x="23" y="23"/>
                      <a:pt x="23" y="22"/>
                      <a:pt x="22" y="22"/>
                    </a:cubicBezTo>
                    <a:cubicBezTo>
                      <a:pt x="22" y="22"/>
                      <a:pt x="23" y="22"/>
                      <a:pt x="23" y="22"/>
                    </a:cubicBezTo>
                    <a:cubicBezTo>
                      <a:pt x="23" y="22"/>
                      <a:pt x="23" y="22"/>
                      <a:pt x="23" y="23"/>
                    </a:cubicBezTo>
                    <a:cubicBezTo>
                      <a:pt x="23" y="23"/>
                      <a:pt x="23" y="23"/>
                      <a:pt x="23" y="23"/>
                    </a:cubicBezTo>
                    <a:close/>
                    <a:moveTo>
                      <a:pt x="23" y="22"/>
                    </a:moveTo>
                    <a:cubicBezTo>
                      <a:pt x="23" y="22"/>
                      <a:pt x="23" y="22"/>
                      <a:pt x="23" y="22"/>
                    </a:cubicBezTo>
                    <a:cubicBezTo>
                      <a:pt x="23" y="22"/>
                      <a:pt x="23" y="22"/>
                      <a:pt x="23" y="23"/>
                    </a:cubicBezTo>
                    <a:cubicBezTo>
                      <a:pt x="23" y="23"/>
                      <a:pt x="23" y="23"/>
                      <a:pt x="23" y="23"/>
                    </a:cubicBezTo>
                    <a:cubicBezTo>
                      <a:pt x="23" y="23"/>
                      <a:pt x="23" y="22"/>
                      <a:pt x="23" y="22"/>
                    </a:cubicBezTo>
                    <a:close/>
                    <a:moveTo>
                      <a:pt x="27" y="24"/>
                    </a:moveTo>
                    <a:cubicBezTo>
                      <a:pt x="26" y="24"/>
                      <a:pt x="27" y="24"/>
                      <a:pt x="27" y="24"/>
                    </a:cubicBezTo>
                    <a:cubicBezTo>
                      <a:pt x="27" y="24"/>
                      <a:pt x="27" y="24"/>
                      <a:pt x="27" y="24"/>
                    </a:cubicBezTo>
                    <a:close/>
                    <a:moveTo>
                      <a:pt x="27" y="24"/>
                    </a:moveTo>
                    <a:cubicBezTo>
                      <a:pt x="27" y="24"/>
                      <a:pt x="27" y="24"/>
                      <a:pt x="27" y="24"/>
                    </a:cubicBezTo>
                    <a:cubicBezTo>
                      <a:pt x="27" y="24"/>
                      <a:pt x="27" y="24"/>
                      <a:pt x="27" y="24"/>
                    </a:cubicBezTo>
                    <a:cubicBezTo>
                      <a:pt x="27" y="24"/>
                      <a:pt x="27" y="24"/>
                      <a:pt x="27" y="24"/>
                    </a:cubicBezTo>
                    <a:cubicBezTo>
                      <a:pt x="27" y="24"/>
                      <a:pt x="27" y="24"/>
                      <a:pt x="27" y="24"/>
                    </a:cubicBezTo>
                    <a:close/>
                    <a:moveTo>
                      <a:pt x="27" y="24"/>
                    </a:moveTo>
                    <a:cubicBezTo>
                      <a:pt x="27" y="24"/>
                      <a:pt x="27" y="24"/>
                      <a:pt x="27" y="24"/>
                    </a:cubicBezTo>
                    <a:cubicBezTo>
                      <a:pt x="27" y="24"/>
                      <a:pt x="26" y="24"/>
                      <a:pt x="26" y="24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6" y="24"/>
                      <a:pt x="26" y="24"/>
                      <a:pt x="27" y="24"/>
                    </a:cubicBezTo>
                    <a:close/>
                    <a:moveTo>
                      <a:pt x="26" y="24"/>
                    </a:moveTo>
                    <a:cubicBezTo>
                      <a:pt x="26" y="24"/>
                      <a:pt x="26" y="24"/>
                      <a:pt x="26" y="24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6" y="24"/>
                      <a:pt x="26" y="24"/>
                      <a:pt x="26" y="24"/>
                    </a:cubicBezTo>
                    <a:close/>
                    <a:moveTo>
                      <a:pt x="26" y="24"/>
                    </a:moveTo>
                    <a:cubicBezTo>
                      <a:pt x="26" y="24"/>
                      <a:pt x="26" y="24"/>
                      <a:pt x="25" y="24"/>
                    </a:cubicBezTo>
                    <a:cubicBezTo>
                      <a:pt x="26" y="24"/>
                      <a:pt x="25" y="24"/>
                      <a:pt x="26" y="24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6" y="24"/>
                      <a:pt x="26" y="24"/>
                      <a:pt x="26" y="24"/>
                    </a:cubicBezTo>
                    <a:close/>
                    <a:moveTo>
                      <a:pt x="26" y="24"/>
                    </a:moveTo>
                    <a:cubicBezTo>
                      <a:pt x="25" y="24"/>
                      <a:pt x="25" y="24"/>
                      <a:pt x="25" y="24"/>
                    </a:cubicBezTo>
                    <a:cubicBezTo>
                      <a:pt x="25" y="24"/>
                      <a:pt x="25" y="24"/>
                      <a:pt x="25" y="24"/>
                    </a:cubicBezTo>
                    <a:cubicBezTo>
                      <a:pt x="25" y="24"/>
                      <a:pt x="25" y="24"/>
                      <a:pt x="25" y="24"/>
                    </a:cubicBezTo>
                    <a:cubicBezTo>
                      <a:pt x="25" y="24"/>
                      <a:pt x="25" y="24"/>
                      <a:pt x="25" y="24"/>
                    </a:cubicBezTo>
                    <a:cubicBezTo>
                      <a:pt x="25" y="24"/>
                      <a:pt x="25" y="24"/>
                      <a:pt x="26" y="24"/>
                    </a:cubicBezTo>
                    <a:close/>
                    <a:moveTo>
                      <a:pt x="25" y="24"/>
                    </a:moveTo>
                    <a:cubicBezTo>
                      <a:pt x="25" y="24"/>
                      <a:pt x="25" y="24"/>
                      <a:pt x="25" y="24"/>
                    </a:cubicBezTo>
                    <a:cubicBezTo>
                      <a:pt x="25" y="24"/>
                      <a:pt x="25" y="24"/>
                      <a:pt x="26" y="24"/>
                    </a:cubicBezTo>
                    <a:cubicBezTo>
                      <a:pt x="25" y="24"/>
                      <a:pt x="25" y="24"/>
                      <a:pt x="25" y="24"/>
                    </a:cubicBezTo>
                    <a:cubicBezTo>
                      <a:pt x="25" y="24"/>
                      <a:pt x="25" y="24"/>
                      <a:pt x="25" y="24"/>
                    </a:cubicBezTo>
                    <a:cubicBezTo>
                      <a:pt x="25" y="24"/>
                      <a:pt x="25" y="24"/>
                      <a:pt x="25" y="24"/>
                    </a:cubicBezTo>
                    <a:close/>
                    <a:moveTo>
                      <a:pt x="25" y="24"/>
                    </a:moveTo>
                    <a:cubicBezTo>
                      <a:pt x="25" y="24"/>
                      <a:pt x="25" y="24"/>
                      <a:pt x="25" y="24"/>
                    </a:cubicBezTo>
                    <a:cubicBezTo>
                      <a:pt x="25" y="24"/>
                      <a:pt x="25" y="24"/>
                      <a:pt x="26" y="24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6" y="24"/>
                      <a:pt x="25" y="24"/>
                      <a:pt x="25" y="24"/>
                    </a:cubicBezTo>
                    <a:close/>
                    <a:moveTo>
                      <a:pt x="26" y="24"/>
                    </a:moveTo>
                    <a:cubicBezTo>
                      <a:pt x="26" y="24"/>
                      <a:pt x="26" y="24"/>
                      <a:pt x="26" y="24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6" y="24"/>
                      <a:pt x="26" y="24"/>
                      <a:pt x="26" y="24"/>
                    </a:cubicBezTo>
                    <a:close/>
                    <a:moveTo>
                      <a:pt x="26" y="23"/>
                    </a:moveTo>
                    <a:cubicBezTo>
                      <a:pt x="26" y="23"/>
                      <a:pt x="26" y="23"/>
                      <a:pt x="26" y="23"/>
                    </a:cubicBezTo>
                    <a:cubicBezTo>
                      <a:pt x="26" y="23"/>
                      <a:pt x="26" y="23"/>
                      <a:pt x="26" y="23"/>
                    </a:cubicBezTo>
                    <a:cubicBezTo>
                      <a:pt x="26" y="23"/>
                      <a:pt x="26" y="23"/>
                      <a:pt x="26" y="23"/>
                    </a:cubicBezTo>
                    <a:close/>
                    <a:moveTo>
                      <a:pt x="26" y="23"/>
                    </a:moveTo>
                    <a:cubicBezTo>
                      <a:pt x="25" y="23"/>
                      <a:pt x="25" y="23"/>
                      <a:pt x="25" y="23"/>
                    </a:cubicBezTo>
                    <a:cubicBezTo>
                      <a:pt x="25" y="23"/>
                      <a:pt x="26" y="23"/>
                      <a:pt x="25" y="23"/>
                    </a:cubicBezTo>
                    <a:cubicBezTo>
                      <a:pt x="25" y="23"/>
                      <a:pt x="25" y="23"/>
                      <a:pt x="25" y="23"/>
                    </a:cubicBezTo>
                    <a:cubicBezTo>
                      <a:pt x="25" y="23"/>
                      <a:pt x="25" y="23"/>
                      <a:pt x="25" y="23"/>
                    </a:cubicBezTo>
                    <a:cubicBezTo>
                      <a:pt x="26" y="23"/>
                      <a:pt x="26" y="23"/>
                      <a:pt x="26" y="23"/>
                    </a:cubicBezTo>
                    <a:cubicBezTo>
                      <a:pt x="26" y="23"/>
                      <a:pt x="26" y="23"/>
                      <a:pt x="26" y="23"/>
                    </a:cubicBezTo>
                    <a:cubicBezTo>
                      <a:pt x="26" y="23"/>
                      <a:pt x="26" y="23"/>
                      <a:pt x="26" y="23"/>
                    </a:cubicBezTo>
                    <a:close/>
                    <a:moveTo>
                      <a:pt x="25" y="23"/>
                    </a:moveTo>
                    <a:cubicBezTo>
                      <a:pt x="25" y="23"/>
                      <a:pt x="25" y="23"/>
                      <a:pt x="25" y="23"/>
                    </a:cubicBezTo>
                    <a:cubicBezTo>
                      <a:pt x="25" y="23"/>
                      <a:pt x="25" y="23"/>
                      <a:pt x="25" y="23"/>
                    </a:cubicBezTo>
                    <a:cubicBezTo>
                      <a:pt x="25" y="23"/>
                      <a:pt x="25" y="23"/>
                      <a:pt x="26" y="23"/>
                    </a:cubicBezTo>
                    <a:cubicBezTo>
                      <a:pt x="25" y="23"/>
                      <a:pt x="25" y="23"/>
                      <a:pt x="25" y="23"/>
                    </a:cubicBezTo>
                    <a:close/>
                    <a:moveTo>
                      <a:pt x="25" y="24"/>
                    </a:moveTo>
                    <a:cubicBezTo>
                      <a:pt x="25" y="24"/>
                      <a:pt x="25" y="24"/>
                      <a:pt x="25" y="24"/>
                    </a:cubicBezTo>
                    <a:cubicBezTo>
                      <a:pt x="25" y="24"/>
                      <a:pt x="25" y="24"/>
                      <a:pt x="25" y="24"/>
                    </a:cubicBezTo>
                    <a:cubicBezTo>
                      <a:pt x="25" y="24"/>
                      <a:pt x="25" y="24"/>
                      <a:pt x="25" y="24"/>
                    </a:cubicBezTo>
                    <a:cubicBezTo>
                      <a:pt x="25" y="24"/>
                      <a:pt x="25" y="24"/>
                      <a:pt x="25" y="24"/>
                    </a:cubicBezTo>
                    <a:close/>
                    <a:moveTo>
                      <a:pt x="25" y="24"/>
                    </a:moveTo>
                    <a:cubicBezTo>
                      <a:pt x="25" y="24"/>
                      <a:pt x="25" y="24"/>
                      <a:pt x="25" y="24"/>
                    </a:cubicBezTo>
                    <a:cubicBezTo>
                      <a:pt x="25" y="24"/>
                      <a:pt x="25" y="24"/>
                      <a:pt x="25" y="24"/>
                    </a:cubicBezTo>
                    <a:cubicBezTo>
                      <a:pt x="25" y="24"/>
                      <a:pt x="25" y="24"/>
                      <a:pt x="25" y="24"/>
                    </a:cubicBezTo>
                    <a:cubicBezTo>
                      <a:pt x="25" y="24"/>
                      <a:pt x="25" y="24"/>
                      <a:pt x="25" y="24"/>
                    </a:cubicBezTo>
                    <a:close/>
                    <a:moveTo>
                      <a:pt x="24" y="24"/>
                    </a:move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5" y="24"/>
                      <a:pt x="25" y="24"/>
                    </a:cubicBezTo>
                    <a:cubicBezTo>
                      <a:pt x="25" y="24"/>
                      <a:pt x="25" y="24"/>
                      <a:pt x="25" y="24"/>
                    </a:cubicBezTo>
                    <a:cubicBezTo>
                      <a:pt x="24" y="24"/>
                      <a:pt x="24" y="24"/>
                      <a:pt x="24" y="24"/>
                    </a:cubicBezTo>
                    <a:close/>
                    <a:moveTo>
                      <a:pt x="24" y="24"/>
                    </a:move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5" y="24"/>
                      <a:pt x="25" y="24"/>
                      <a:pt x="25" y="24"/>
                    </a:cubicBezTo>
                    <a:cubicBezTo>
                      <a:pt x="24" y="24"/>
                      <a:pt x="24" y="24"/>
                      <a:pt x="24" y="24"/>
                    </a:cubicBezTo>
                    <a:close/>
                    <a:moveTo>
                      <a:pt x="24" y="24"/>
                    </a:move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lose/>
                    <a:moveTo>
                      <a:pt x="24" y="22"/>
                    </a:moveTo>
                    <a:cubicBezTo>
                      <a:pt x="24" y="22"/>
                      <a:pt x="24" y="22"/>
                      <a:pt x="24" y="22"/>
                    </a:cubicBezTo>
                    <a:cubicBezTo>
                      <a:pt x="24" y="22"/>
                      <a:pt x="24" y="22"/>
                      <a:pt x="24" y="22"/>
                    </a:cubicBezTo>
                    <a:cubicBezTo>
                      <a:pt x="24" y="22"/>
                      <a:pt x="24" y="22"/>
                      <a:pt x="24" y="22"/>
                    </a:cubicBezTo>
                    <a:cubicBezTo>
                      <a:pt x="24" y="22"/>
                      <a:pt x="24" y="22"/>
                      <a:pt x="24" y="22"/>
                    </a:cubicBezTo>
                    <a:close/>
                    <a:moveTo>
                      <a:pt x="24" y="22"/>
                    </a:moveTo>
                    <a:cubicBezTo>
                      <a:pt x="24" y="22"/>
                      <a:pt x="24" y="22"/>
                      <a:pt x="24" y="22"/>
                    </a:cubicBezTo>
                    <a:cubicBezTo>
                      <a:pt x="24" y="22"/>
                      <a:pt x="24" y="22"/>
                      <a:pt x="24" y="22"/>
                    </a:cubicBezTo>
                    <a:cubicBezTo>
                      <a:pt x="24" y="22"/>
                      <a:pt x="24" y="22"/>
                      <a:pt x="24" y="22"/>
                    </a:cubicBezTo>
                    <a:cubicBezTo>
                      <a:pt x="24" y="22"/>
                      <a:pt x="24" y="22"/>
                      <a:pt x="24" y="22"/>
                    </a:cubicBezTo>
                    <a:close/>
                    <a:moveTo>
                      <a:pt x="24" y="22"/>
                    </a:moveTo>
                    <a:cubicBezTo>
                      <a:pt x="24" y="22"/>
                      <a:pt x="24" y="22"/>
                      <a:pt x="24" y="22"/>
                    </a:cubicBezTo>
                    <a:cubicBezTo>
                      <a:pt x="23" y="22"/>
                      <a:pt x="23" y="22"/>
                      <a:pt x="23" y="22"/>
                    </a:cubicBezTo>
                    <a:lnTo>
                      <a:pt x="24" y="22"/>
                    </a:lnTo>
                    <a:close/>
                    <a:moveTo>
                      <a:pt x="24" y="22"/>
                    </a:moveTo>
                    <a:cubicBezTo>
                      <a:pt x="24" y="22"/>
                      <a:pt x="24" y="22"/>
                      <a:pt x="24" y="22"/>
                    </a:cubicBezTo>
                    <a:cubicBezTo>
                      <a:pt x="23" y="22"/>
                      <a:pt x="23" y="22"/>
                      <a:pt x="23" y="22"/>
                    </a:cubicBezTo>
                    <a:cubicBezTo>
                      <a:pt x="23" y="22"/>
                      <a:pt x="23" y="22"/>
                      <a:pt x="23" y="22"/>
                    </a:cubicBezTo>
                    <a:cubicBezTo>
                      <a:pt x="23" y="22"/>
                      <a:pt x="23" y="22"/>
                      <a:pt x="23" y="22"/>
                    </a:cubicBezTo>
                    <a:cubicBezTo>
                      <a:pt x="23" y="22"/>
                      <a:pt x="24" y="22"/>
                      <a:pt x="24" y="22"/>
                    </a:cubicBezTo>
                    <a:close/>
                    <a:moveTo>
                      <a:pt x="24" y="24"/>
                    </a:move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lose/>
                    <a:moveTo>
                      <a:pt x="23" y="22"/>
                    </a:moveTo>
                    <a:cubicBezTo>
                      <a:pt x="23" y="22"/>
                      <a:pt x="23" y="23"/>
                      <a:pt x="23" y="23"/>
                    </a:cubicBezTo>
                    <a:cubicBezTo>
                      <a:pt x="23" y="22"/>
                      <a:pt x="23" y="22"/>
                      <a:pt x="23" y="22"/>
                    </a:cubicBezTo>
                    <a:cubicBezTo>
                      <a:pt x="23" y="22"/>
                      <a:pt x="23" y="22"/>
                      <a:pt x="23" y="22"/>
                    </a:cubicBezTo>
                    <a:cubicBezTo>
                      <a:pt x="23" y="22"/>
                      <a:pt x="23" y="22"/>
                      <a:pt x="23" y="22"/>
                    </a:cubicBezTo>
                    <a:close/>
                    <a:moveTo>
                      <a:pt x="24" y="24"/>
                    </a:move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lose/>
                    <a:moveTo>
                      <a:pt x="23" y="24"/>
                    </a:moveTo>
                    <a:cubicBezTo>
                      <a:pt x="23" y="24"/>
                      <a:pt x="23" y="24"/>
                      <a:pt x="23" y="24"/>
                    </a:cubicBezTo>
                    <a:cubicBezTo>
                      <a:pt x="23" y="24"/>
                      <a:pt x="23" y="24"/>
                      <a:pt x="23" y="24"/>
                    </a:cubicBezTo>
                    <a:cubicBezTo>
                      <a:pt x="23" y="24"/>
                      <a:pt x="23" y="24"/>
                      <a:pt x="23" y="24"/>
                    </a:cubicBezTo>
                    <a:cubicBezTo>
                      <a:pt x="23" y="24"/>
                      <a:pt x="23" y="24"/>
                      <a:pt x="23" y="24"/>
                    </a:cubicBezTo>
                    <a:cubicBezTo>
                      <a:pt x="23" y="24"/>
                      <a:pt x="23" y="24"/>
                      <a:pt x="23" y="24"/>
                    </a:cubicBezTo>
                    <a:cubicBezTo>
                      <a:pt x="23" y="24"/>
                      <a:pt x="23" y="24"/>
                      <a:pt x="23" y="24"/>
                    </a:cubicBezTo>
                    <a:cubicBezTo>
                      <a:pt x="23" y="24"/>
                      <a:pt x="23" y="24"/>
                      <a:pt x="23" y="24"/>
                    </a:cubicBezTo>
                    <a:cubicBezTo>
                      <a:pt x="23" y="24"/>
                      <a:pt x="23" y="24"/>
                      <a:pt x="23" y="24"/>
                    </a:cubicBezTo>
                    <a:cubicBezTo>
                      <a:pt x="23" y="24"/>
                      <a:pt x="23" y="24"/>
                      <a:pt x="23" y="24"/>
                    </a:cubicBezTo>
                    <a:cubicBezTo>
                      <a:pt x="23" y="24"/>
                      <a:pt x="23" y="24"/>
                      <a:pt x="23" y="24"/>
                    </a:cubicBezTo>
                    <a:cubicBezTo>
                      <a:pt x="23" y="24"/>
                      <a:pt x="23" y="24"/>
                      <a:pt x="23" y="24"/>
                    </a:cubicBezTo>
                    <a:cubicBezTo>
                      <a:pt x="23" y="24"/>
                      <a:pt x="23" y="24"/>
                      <a:pt x="23" y="24"/>
                    </a:cubicBezTo>
                    <a:cubicBezTo>
                      <a:pt x="23" y="24"/>
                      <a:pt x="23" y="24"/>
                      <a:pt x="23" y="24"/>
                    </a:cubicBezTo>
                    <a:cubicBezTo>
                      <a:pt x="23" y="24"/>
                      <a:pt x="23" y="24"/>
                      <a:pt x="23" y="24"/>
                    </a:cubicBezTo>
                    <a:cubicBezTo>
                      <a:pt x="23" y="24"/>
                      <a:pt x="23" y="24"/>
                      <a:pt x="23" y="24"/>
                    </a:cubicBezTo>
                    <a:cubicBezTo>
                      <a:pt x="23" y="24"/>
                      <a:pt x="23" y="24"/>
                      <a:pt x="23" y="24"/>
                    </a:cubicBezTo>
                    <a:cubicBezTo>
                      <a:pt x="23" y="24"/>
                      <a:pt x="23" y="24"/>
                      <a:pt x="23" y="24"/>
                    </a:cubicBezTo>
                    <a:cubicBezTo>
                      <a:pt x="23" y="24"/>
                      <a:pt x="23" y="24"/>
                      <a:pt x="23" y="24"/>
                    </a:cubicBezTo>
                    <a:cubicBezTo>
                      <a:pt x="23" y="24"/>
                      <a:pt x="23" y="24"/>
                      <a:pt x="23" y="24"/>
                    </a:cubicBezTo>
                    <a:cubicBezTo>
                      <a:pt x="23" y="24"/>
                      <a:pt x="23" y="24"/>
                      <a:pt x="23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3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3" y="24"/>
                    </a:cubicBezTo>
                    <a:close/>
                    <a:moveTo>
                      <a:pt x="24" y="24"/>
                    </a:move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lose/>
                    <a:moveTo>
                      <a:pt x="24" y="24"/>
                    </a:move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lose/>
                    <a:moveTo>
                      <a:pt x="24" y="24"/>
                    </a:move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lose/>
                    <a:moveTo>
                      <a:pt x="24" y="24"/>
                    </a:move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lose/>
                    <a:moveTo>
                      <a:pt x="24" y="24"/>
                    </a:moveTo>
                    <a:cubicBezTo>
                      <a:pt x="24" y="24"/>
                      <a:pt x="24" y="24"/>
                      <a:pt x="25" y="24"/>
                    </a:cubicBezTo>
                    <a:cubicBezTo>
                      <a:pt x="25" y="24"/>
                      <a:pt x="25" y="24"/>
                      <a:pt x="25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lose/>
                    <a:moveTo>
                      <a:pt x="24" y="24"/>
                    </a:moveTo>
                    <a:cubicBezTo>
                      <a:pt x="25" y="24"/>
                      <a:pt x="25" y="24"/>
                      <a:pt x="26" y="24"/>
                    </a:cubicBezTo>
                    <a:cubicBezTo>
                      <a:pt x="26" y="25"/>
                      <a:pt x="26" y="25"/>
                      <a:pt x="26" y="25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6" y="24"/>
                      <a:pt x="25" y="24"/>
                      <a:pt x="25" y="24"/>
                    </a:cubicBezTo>
                    <a:cubicBezTo>
                      <a:pt x="25" y="24"/>
                      <a:pt x="25" y="24"/>
                      <a:pt x="25" y="24"/>
                    </a:cubicBezTo>
                    <a:cubicBezTo>
                      <a:pt x="25" y="24"/>
                      <a:pt x="25" y="24"/>
                      <a:pt x="25" y="24"/>
                    </a:cubicBezTo>
                    <a:cubicBezTo>
                      <a:pt x="25" y="24"/>
                      <a:pt x="26" y="24"/>
                      <a:pt x="26" y="24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6" y="25"/>
                      <a:pt x="27" y="25"/>
                      <a:pt x="27" y="25"/>
                    </a:cubicBezTo>
                    <a:cubicBezTo>
                      <a:pt x="26" y="24"/>
                      <a:pt x="25" y="24"/>
                      <a:pt x="24" y="24"/>
                    </a:cubicBezTo>
                    <a:close/>
                    <a:moveTo>
                      <a:pt x="27" y="25"/>
                    </a:moveTo>
                    <a:cubicBezTo>
                      <a:pt x="27" y="25"/>
                      <a:pt x="27" y="25"/>
                      <a:pt x="27" y="25"/>
                    </a:cubicBezTo>
                    <a:cubicBezTo>
                      <a:pt x="27" y="25"/>
                      <a:pt x="27" y="25"/>
                      <a:pt x="27" y="25"/>
                    </a:cubicBezTo>
                    <a:cubicBezTo>
                      <a:pt x="27" y="25"/>
                      <a:pt x="27" y="25"/>
                      <a:pt x="27" y="25"/>
                    </a:cubicBezTo>
                    <a:close/>
                    <a:moveTo>
                      <a:pt x="27" y="24"/>
                    </a:moveTo>
                    <a:cubicBezTo>
                      <a:pt x="27" y="24"/>
                      <a:pt x="27" y="24"/>
                      <a:pt x="27" y="24"/>
                    </a:cubicBezTo>
                    <a:cubicBezTo>
                      <a:pt x="27" y="24"/>
                      <a:pt x="27" y="24"/>
                      <a:pt x="27" y="24"/>
                    </a:cubicBezTo>
                    <a:cubicBezTo>
                      <a:pt x="28" y="24"/>
                      <a:pt x="28" y="24"/>
                      <a:pt x="27" y="24"/>
                    </a:cubicBezTo>
                    <a:close/>
                    <a:moveTo>
                      <a:pt x="29" y="24"/>
                    </a:moveTo>
                    <a:cubicBezTo>
                      <a:pt x="29" y="24"/>
                      <a:pt x="26" y="24"/>
                      <a:pt x="27" y="24"/>
                    </a:cubicBezTo>
                    <a:cubicBezTo>
                      <a:pt x="28" y="24"/>
                      <a:pt x="28" y="24"/>
                      <a:pt x="28" y="24"/>
                    </a:cubicBezTo>
                    <a:cubicBezTo>
                      <a:pt x="27" y="24"/>
                      <a:pt x="27" y="24"/>
                      <a:pt x="27" y="24"/>
                    </a:cubicBezTo>
                    <a:cubicBezTo>
                      <a:pt x="27" y="24"/>
                      <a:pt x="27" y="24"/>
                      <a:pt x="27" y="24"/>
                    </a:cubicBezTo>
                    <a:cubicBezTo>
                      <a:pt x="27" y="24"/>
                      <a:pt x="27" y="24"/>
                      <a:pt x="26" y="24"/>
                    </a:cubicBezTo>
                    <a:lnTo>
                      <a:pt x="29" y="24"/>
                    </a:lnTo>
                    <a:close/>
                    <a:moveTo>
                      <a:pt x="27" y="24"/>
                    </a:moveTo>
                    <a:cubicBezTo>
                      <a:pt x="27" y="24"/>
                      <a:pt x="26" y="24"/>
                      <a:pt x="26" y="24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6" y="24"/>
                      <a:pt x="26" y="24"/>
                      <a:pt x="27" y="24"/>
                    </a:cubicBezTo>
                    <a:close/>
                    <a:moveTo>
                      <a:pt x="26" y="24"/>
                    </a:moveTo>
                    <a:cubicBezTo>
                      <a:pt x="26" y="24"/>
                      <a:pt x="26" y="24"/>
                      <a:pt x="26" y="24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6" y="24"/>
                      <a:pt x="26" y="24"/>
                      <a:pt x="26" y="24"/>
                    </a:cubicBezTo>
                    <a:close/>
                    <a:moveTo>
                      <a:pt x="26" y="22"/>
                    </a:moveTo>
                    <a:cubicBezTo>
                      <a:pt x="26" y="22"/>
                      <a:pt x="25" y="22"/>
                      <a:pt x="25" y="22"/>
                    </a:cubicBezTo>
                    <a:cubicBezTo>
                      <a:pt x="25" y="22"/>
                      <a:pt x="25" y="22"/>
                      <a:pt x="25" y="22"/>
                    </a:cubicBezTo>
                    <a:cubicBezTo>
                      <a:pt x="25" y="22"/>
                      <a:pt x="26" y="22"/>
                      <a:pt x="26" y="22"/>
                    </a:cubicBezTo>
                    <a:close/>
                    <a:moveTo>
                      <a:pt x="25" y="22"/>
                    </a:moveTo>
                    <a:cubicBezTo>
                      <a:pt x="25" y="22"/>
                      <a:pt x="25" y="22"/>
                      <a:pt x="25" y="22"/>
                    </a:cubicBezTo>
                    <a:cubicBezTo>
                      <a:pt x="25" y="22"/>
                      <a:pt x="25" y="22"/>
                      <a:pt x="25" y="22"/>
                    </a:cubicBezTo>
                    <a:cubicBezTo>
                      <a:pt x="25" y="22"/>
                      <a:pt x="25" y="22"/>
                      <a:pt x="25" y="22"/>
                    </a:cubicBezTo>
                    <a:cubicBezTo>
                      <a:pt x="25" y="22"/>
                      <a:pt x="25" y="22"/>
                      <a:pt x="25" y="22"/>
                    </a:cubicBezTo>
                    <a:cubicBezTo>
                      <a:pt x="25" y="22"/>
                      <a:pt x="25" y="22"/>
                      <a:pt x="25" y="22"/>
                    </a:cubicBezTo>
                    <a:cubicBezTo>
                      <a:pt x="25" y="22"/>
                      <a:pt x="25" y="22"/>
                      <a:pt x="25" y="23"/>
                    </a:cubicBezTo>
                    <a:cubicBezTo>
                      <a:pt x="25" y="23"/>
                      <a:pt x="25" y="23"/>
                      <a:pt x="25" y="23"/>
                    </a:cubicBezTo>
                    <a:cubicBezTo>
                      <a:pt x="25" y="23"/>
                      <a:pt x="25" y="22"/>
                      <a:pt x="25" y="22"/>
                    </a:cubicBezTo>
                    <a:cubicBezTo>
                      <a:pt x="25" y="22"/>
                      <a:pt x="24" y="22"/>
                      <a:pt x="24" y="22"/>
                    </a:cubicBezTo>
                    <a:cubicBezTo>
                      <a:pt x="24" y="22"/>
                      <a:pt x="24" y="22"/>
                      <a:pt x="24" y="22"/>
                    </a:cubicBezTo>
                    <a:cubicBezTo>
                      <a:pt x="24" y="22"/>
                      <a:pt x="24" y="22"/>
                      <a:pt x="25" y="22"/>
                    </a:cubicBezTo>
                    <a:cubicBezTo>
                      <a:pt x="24" y="22"/>
                      <a:pt x="24" y="21"/>
                      <a:pt x="23" y="21"/>
                    </a:cubicBezTo>
                    <a:cubicBezTo>
                      <a:pt x="23" y="21"/>
                      <a:pt x="23" y="21"/>
                      <a:pt x="23" y="21"/>
                    </a:cubicBezTo>
                    <a:cubicBezTo>
                      <a:pt x="23" y="21"/>
                      <a:pt x="23" y="21"/>
                      <a:pt x="23" y="21"/>
                    </a:cubicBezTo>
                    <a:cubicBezTo>
                      <a:pt x="23" y="21"/>
                      <a:pt x="23" y="21"/>
                      <a:pt x="23" y="21"/>
                    </a:cubicBezTo>
                    <a:cubicBezTo>
                      <a:pt x="23" y="21"/>
                      <a:pt x="22" y="21"/>
                      <a:pt x="22" y="20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3" y="21"/>
                      <a:pt x="23" y="21"/>
                      <a:pt x="23" y="21"/>
                    </a:cubicBezTo>
                    <a:cubicBezTo>
                      <a:pt x="23" y="21"/>
                      <a:pt x="23" y="21"/>
                      <a:pt x="24" y="21"/>
                    </a:cubicBezTo>
                    <a:cubicBezTo>
                      <a:pt x="24" y="22"/>
                      <a:pt x="24" y="22"/>
                      <a:pt x="25" y="22"/>
                    </a:cubicBezTo>
                    <a:cubicBezTo>
                      <a:pt x="25" y="22"/>
                      <a:pt x="25" y="22"/>
                      <a:pt x="25" y="22"/>
                    </a:cubicBezTo>
                    <a:close/>
                    <a:moveTo>
                      <a:pt x="23" y="21"/>
                    </a:move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3" y="21"/>
                      <a:pt x="23" y="21"/>
                      <a:pt x="23" y="21"/>
                    </a:cubicBezTo>
                    <a:close/>
                    <a:moveTo>
                      <a:pt x="24" y="21"/>
                    </a:move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21"/>
                      <a:pt x="24" y="21"/>
                      <a:pt x="24" y="21"/>
                    </a:cubicBezTo>
                    <a:close/>
                    <a:moveTo>
                      <a:pt x="24" y="21"/>
                    </a:move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21"/>
                      <a:pt x="24" y="21"/>
                      <a:pt x="24" y="21"/>
                    </a:cubicBezTo>
                    <a:close/>
                    <a:moveTo>
                      <a:pt x="24" y="21"/>
                    </a:move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21"/>
                      <a:pt x="24" y="21"/>
                      <a:pt x="24" y="21"/>
                    </a:cubicBezTo>
                    <a:close/>
                    <a:moveTo>
                      <a:pt x="24" y="21"/>
                    </a:move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21"/>
                      <a:pt x="24" y="21"/>
                      <a:pt x="25" y="21"/>
                    </a:cubicBezTo>
                    <a:cubicBezTo>
                      <a:pt x="25" y="21"/>
                      <a:pt x="24" y="21"/>
                      <a:pt x="24" y="21"/>
                    </a:cubicBezTo>
                    <a:close/>
                    <a:moveTo>
                      <a:pt x="24" y="21"/>
                    </a:moveTo>
                    <a:cubicBezTo>
                      <a:pt x="25" y="21"/>
                      <a:pt x="25" y="21"/>
                      <a:pt x="25" y="21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21"/>
                      <a:pt x="24" y="21"/>
                      <a:pt x="24" y="21"/>
                    </a:cubicBezTo>
                    <a:close/>
                    <a:moveTo>
                      <a:pt x="24" y="21"/>
                    </a:move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21"/>
                      <a:pt x="24" y="21"/>
                      <a:pt x="24" y="21"/>
                    </a:cubicBezTo>
                    <a:close/>
                    <a:moveTo>
                      <a:pt x="24" y="21"/>
                    </a:move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21"/>
                      <a:pt x="24" y="21"/>
                      <a:pt x="24" y="21"/>
                    </a:cubicBezTo>
                    <a:close/>
                    <a:moveTo>
                      <a:pt x="24" y="21"/>
                    </a:moveTo>
                    <a:cubicBezTo>
                      <a:pt x="23" y="21"/>
                      <a:pt x="23" y="21"/>
                      <a:pt x="23" y="21"/>
                    </a:cubicBezTo>
                    <a:cubicBezTo>
                      <a:pt x="23" y="21"/>
                      <a:pt x="23" y="21"/>
                      <a:pt x="23" y="21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21"/>
                      <a:pt x="24" y="21"/>
                      <a:pt x="24" y="21"/>
                    </a:cubicBezTo>
                    <a:close/>
                    <a:moveTo>
                      <a:pt x="23" y="20"/>
                    </a:moveTo>
                    <a:cubicBezTo>
                      <a:pt x="23" y="20"/>
                      <a:pt x="23" y="20"/>
                      <a:pt x="23" y="20"/>
                    </a:cubicBezTo>
                    <a:cubicBezTo>
                      <a:pt x="23" y="20"/>
                      <a:pt x="23" y="20"/>
                      <a:pt x="23" y="20"/>
                    </a:cubicBezTo>
                    <a:cubicBezTo>
                      <a:pt x="23" y="20"/>
                      <a:pt x="23" y="20"/>
                      <a:pt x="23" y="20"/>
                    </a:cubicBezTo>
                    <a:cubicBezTo>
                      <a:pt x="23" y="20"/>
                      <a:pt x="23" y="20"/>
                      <a:pt x="23" y="20"/>
                    </a:cubicBezTo>
                    <a:cubicBezTo>
                      <a:pt x="23" y="20"/>
                      <a:pt x="23" y="20"/>
                      <a:pt x="23" y="20"/>
                    </a:cubicBezTo>
                    <a:cubicBezTo>
                      <a:pt x="23" y="20"/>
                      <a:pt x="23" y="20"/>
                      <a:pt x="23" y="20"/>
                    </a:cubicBezTo>
                    <a:close/>
                    <a:moveTo>
                      <a:pt x="23" y="20"/>
                    </a:moveTo>
                    <a:cubicBezTo>
                      <a:pt x="23" y="20"/>
                      <a:pt x="23" y="20"/>
                      <a:pt x="23" y="20"/>
                    </a:cubicBezTo>
                    <a:cubicBezTo>
                      <a:pt x="23" y="20"/>
                      <a:pt x="23" y="20"/>
                      <a:pt x="23" y="20"/>
                    </a:cubicBezTo>
                    <a:cubicBezTo>
                      <a:pt x="23" y="20"/>
                      <a:pt x="23" y="20"/>
                      <a:pt x="23" y="20"/>
                    </a:cubicBezTo>
                    <a:close/>
                    <a:moveTo>
                      <a:pt x="23" y="20"/>
                    </a:moveTo>
                    <a:cubicBezTo>
                      <a:pt x="23" y="20"/>
                      <a:pt x="23" y="20"/>
                      <a:pt x="23" y="20"/>
                    </a:cubicBezTo>
                    <a:cubicBezTo>
                      <a:pt x="23" y="19"/>
                      <a:pt x="23" y="19"/>
                      <a:pt x="23" y="20"/>
                    </a:cubicBezTo>
                    <a:close/>
                    <a:moveTo>
                      <a:pt x="23" y="20"/>
                    </a:moveTo>
                    <a:cubicBezTo>
                      <a:pt x="23" y="20"/>
                      <a:pt x="23" y="20"/>
                      <a:pt x="23" y="20"/>
                    </a:cubicBezTo>
                    <a:cubicBezTo>
                      <a:pt x="22" y="19"/>
                      <a:pt x="22" y="18"/>
                      <a:pt x="22" y="18"/>
                    </a:cubicBezTo>
                    <a:cubicBezTo>
                      <a:pt x="21" y="17"/>
                      <a:pt x="22" y="18"/>
                      <a:pt x="23" y="20"/>
                    </a:cubicBezTo>
                    <a:close/>
                    <a:moveTo>
                      <a:pt x="22" y="19"/>
                    </a:moveTo>
                    <a:cubicBezTo>
                      <a:pt x="22" y="19"/>
                      <a:pt x="22" y="19"/>
                      <a:pt x="22" y="19"/>
                    </a:cubicBezTo>
                    <a:cubicBezTo>
                      <a:pt x="22" y="19"/>
                      <a:pt x="22" y="19"/>
                      <a:pt x="22" y="19"/>
                    </a:cubicBezTo>
                    <a:cubicBezTo>
                      <a:pt x="22" y="19"/>
                      <a:pt x="22" y="19"/>
                      <a:pt x="22" y="19"/>
                    </a:cubicBezTo>
                    <a:cubicBezTo>
                      <a:pt x="22" y="19"/>
                      <a:pt x="22" y="19"/>
                      <a:pt x="22" y="19"/>
                    </a:cubicBezTo>
                    <a:cubicBezTo>
                      <a:pt x="22" y="19"/>
                      <a:pt x="22" y="19"/>
                      <a:pt x="22" y="19"/>
                    </a:cubicBezTo>
                    <a:close/>
                    <a:moveTo>
                      <a:pt x="22" y="20"/>
                    </a:moveTo>
                    <a:cubicBezTo>
                      <a:pt x="22" y="20"/>
                      <a:pt x="22" y="20"/>
                      <a:pt x="22" y="20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2" y="20"/>
                      <a:pt x="22" y="20"/>
                      <a:pt x="22" y="20"/>
                    </a:cubicBezTo>
                    <a:close/>
                    <a:moveTo>
                      <a:pt x="22" y="19"/>
                    </a:moveTo>
                    <a:cubicBezTo>
                      <a:pt x="22" y="19"/>
                      <a:pt x="22" y="19"/>
                      <a:pt x="22" y="19"/>
                    </a:cubicBezTo>
                    <a:cubicBezTo>
                      <a:pt x="22" y="19"/>
                      <a:pt x="22" y="19"/>
                      <a:pt x="22" y="19"/>
                    </a:cubicBezTo>
                    <a:close/>
                    <a:moveTo>
                      <a:pt x="22" y="19"/>
                    </a:moveTo>
                    <a:cubicBezTo>
                      <a:pt x="22" y="19"/>
                      <a:pt x="22" y="19"/>
                      <a:pt x="22" y="19"/>
                    </a:cubicBezTo>
                    <a:cubicBezTo>
                      <a:pt x="22" y="19"/>
                      <a:pt x="22" y="19"/>
                      <a:pt x="22" y="19"/>
                    </a:cubicBezTo>
                    <a:cubicBezTo>
                      <a:pt x="22" y="19"/>
                      <a:pt x="22" y="19"/>
                      <a:pt x="22" y="19"/>
                    </a:cubicBezTo>
                    <a:close/>
                    <a:moveTo>
                      <a:pt x="22" y="20"/>
                    </a:moveTo>
                    <a:cubicBezTo>
                      <a:pt x="22" y="20"/>
                      <a:pt x="22" y="20"/>
                      <a:pt x="22" y="20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2" y="21"/>
                      <a:pt x="22" y="21"/>
                      <a:pt x="22" y="21"/>
                    </a:cubicBezTo>
                    <a:cubicBezTo>
                      <a:pt x="22" y="21"/>
                      <a:pt x="22" y="21"/>
                      <a:pt x="22" y="21"/>
                    </a:cubicBezTo>
                    <a:cubicBezTo>
                      <a:pt x="22" y="21"/>
                      <a:pt x="22" y="20"/>
                      <a:pt x="22" y="20"/>
                    </a:cubicBezTo>
                    <a:cubicBezTo>
                      <a:pt x="22" y="20"/>
                      <a:pt x="22" y="20"/>
                      <a:pt x="22" y="20"/>
                    </a:cubicBezTo>
                    <a:close/>
                    <a:moveTo>
                      <a:pt x="21" y="19"/>
                    </a:moveTo>
                    <a:cubicBezTo>
                      <a:pt x="21" y="19"/>
                      <a:pt x="22" y="19"/>
                      <a:pt x="22" y="19"/>
                    </a:cubicBezTo>
                    <a:cubicBezTo>
                      <a:pt x="22" y="19"/>
                      <a:pt x="22" y="19"/>
                      <a:pt x="22" y="19"/>
                    </a:cubicBezTo>
                    <a:cubicBezTo>
                      <a:pt x="22" y="19"/>
                      <a:pt x="22" y="19"/>
                      <a:pt x="22" y="19"/>
                    </a:cubicBezTo>
                    <a:cubicBezTo>
                      <a:pt x="21" y="19"/>
                      <a:pt x="21" y="19"/>
                      <a:pt x="21" y="19"/>
                    </a:cubicBezTo>
                    <a:cubicBezTo>
                      <a:pt x="21" y="19"/>
                      <a:pt x="21" y="19"/>
                      <a:pt x="21" y="19"/>
                    </a:cubicBezTo>
                    <a:close/>
                    <a:moveTo>
                      <a:pt x="21" y="19"/>
                    </a:moveTo>
                    <a:cubicBezTo>
                      <a:pt x="21" y="19"/>
                      <a:pt x="21" y="19"/>
                      <a:pt x="21" y="19"/>
                    </a:cubicBezTo>
                    <a:cubicBezTo>
                      <a:pt x="21" y="19"/>
                      <a:pt x="21" y="19"/>
                      <a:pt x="21" y="19"/>
                    </a:cubicBezTo>
                    <a:cubicBezTo>
                      <a:pt x="21" y="19"/>
                      <a:pt x="21" y="19"/>
                      <a:pt x="21" y="19"/>
                    </a:cubicBezTo>
                    <a:close/>
                    <a:moveTo>
                      <a:pt x="21" y="19"/>
                    </a:moveTo>
                    <a:cubicBezTo>
                      <a:pt x="22" y="20"/>
                      <a:pt x="22" y="20"/>
                      <a:pt x="22" y="20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2" y="20"/>
                      <a:pt x="21" y="20"/>
                      <a:pt x="21" y="20"/>
                    </a:cubicBezTo>
                    <a:cubicBezTo>
                      <a:pt x="21" y="20"/>
                      <a:pt x="21" y="20"/>
                      <a:pt x="21" y="20"/>
                    </a:cubicBezTo>
                    <a:cubicBezTo>
                      <a:pt x="21" y="20"/>
                      <a:pt x="21" y="20"/>
                      <a:pt x="21" y="20"/>
                    </a:cubicBezTo>
                    <a:cubicBezTo>
                      <a:pt x="21" y="20"/>
                      <a:pt x="21" y="20"/>
                      <a:pt x="21" y="19"/>
                    </a:cubicBezTo>
                    <a:close/>
                    <a:moveTo>
                      <a:pt x="22" y="21"/>
                    </a:moveTo>
                    <a:cubicBezTo>
                      <a:pt x="22" y="21"/>
                      <a:pt x="22" y="21"/>
                      <a:pt x="22" y="21"/>
                    </a:cubicBezTo>
                    <a:cubicBezTo>
                      <a:pt x="22" y="21"/>
                      <a:pt x="22" y="21"/>
                      <a:pt x="22" y="21"/>
                    </a:cubicBezTo>
                    <a:cubicBezTo>
                      <a:pt x="22" y="21"/>
                      <a:pt x="21" y="21"/>
                      <a:pt x="21" y="21"/>
                    </a:cubicBezTo>
                    <a:cubicBezTo>
                      <a:pt x="21" y="21"/>
                      <a:pt x="21" y="21"/>
                      <a:pt x="22" y="21"/>
                    </a:cubicBezTo>
                    <a:close/>
                    <a:moveTo>
                      <a:pt x="22" y="21"/>
                    </a:move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1"/>
                      <a:pt x="22" y="21"/>
                      <a:pt x="22" y="21"/>
                    </a:cubicBezTo>
                    <a:cubicBezTo>
                      <a:pt x="22" y="21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1"/>
                      <a:pt x="21" y="21"/>
                      <a:pt x="21" y="21"/>
                    </a:cubicBezTo>
                    <a:cubicBezTo>
                      <a:pt x="21" y="21"/>
                      <a:pt x="22" y="21"/>
                      <a:pt x="22" y="21"/>
                    </a:cubicBezTo>
                    <a:close/>
                    <a:moveTo>
                      <a:pt x="20" y="21"/>
                    </a:moveTo>
                    <a:cubicBezTo>
                      <a:pt x="20" y="21"/>
                      <a:pt x="20" y="22"/>
                      <a:pt x="20" y="22"/>
                    </a:cubicBezTo>
                    <a:cubicBezTo>
                      <a:pt x="20" y="21"/>
                      <a:pt x="20" y="21"/>
                      <a:pt x="20" y="21"/>
                    </a:cubicBezTo>
                    <a:cubicBezTo>
                      <a:pt x="20" y="21"/>
                      <a:pt x="20" y="21"/>
                      <a:pt x="20" y="21"/>
                    </a:cubicBezTo>
                    <a:cubicBezTo>
                      <a:pt x="20" y="21"/>
                      <a:pt x="20" y="21"/>
                      <a:pt x="20" y="21"/>
                    </a:cubicBezTo>
                    <a:cubicBezTo>
                      <a:pt x="20" y="21"/>
                      <a:pt x="20" y="21"/>
                      <a:pt x="20" y="20"/>
                    </a:cubicBezTo>
                    <a:cubicBezTo>
                      <a:pt x="19" y="20"/>
                      <a:pt x="19" y="20"/>
                      <a:pt x="19" y="20"/>
                    </a:cubicBezTo>
                    <a:cubicBezTo>
                      <a:pt x="19" y="20"/>
                      <a:pt x="19" y="20"/>
                      <a:pt x="19" y="20"/>
                    </a:cubicBezTo>
                    <a:cubicBezTo>
                      <a:pt x="19" y="20"/>
                      <a:pt x="19" y="20"/>
                      <a:pt x="19" y="20"/>
                    </a:cubicBezTo>
                    <a:cubicBezTo>
                      <a:pt x="19" y="20"/>
                      <a:pt x="19" y="20"/>
                      <a:pt x="19" y="20"/>
                    </a:cubicBezTo>
                    <a:cubicBezTo>
                      <a:pt x="18" y="21"/>
                      <a:pt x="18" y="20"/>
                      <a:pt x="17" y="21"/>
                    </a:cubicBezTo>
                    <a:cubicBezTo>
                      <a:pt x="18" y="20"/>
                      <a:pt x="18" y="20"/>
                      <a:pt x="18" y="20"/>
                    </a:cubicBezTo>
                    <a:cubicBezTo>
                      <a:pt x="18" y="20"/>
                      <a:pt x="18" y="20"/>
                      <a:pt x="18" y="20"/>
                    </a:cubicBezTo>
                    <a:cubicBezTo>
                      <a:pt x="17" y="20"/>
                      <a:pt x="18" y="20"/>
                      <a:pt x="18" y="20"/>
                    </a:cubicBezTo>
                    <a:cubicBezTo>
                      <a:pt x="18" y="20"/>
                      <a:pt x="18" y="20"/>
                      <a:pt x="18" y="20"/>
                    </a:cubicBezTo>
                    <a:cubicBezTo>
                      <a:pt x="18" y="20"/>
                      <a:pt x="18" y="20"/>
                      <a:pt x="18" y="20"/>
                    </a:cubicBezTo>
                    <a:cubicBezTo>
                      <a:pt x="18" y="20"/>
                      <a:pt x="18" y="19"/>
                      <a:pt x="18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8" y="20"/>
                      <a:pt x="18" y="20"/>
                      <a:pt x="18" y="20"/>
                    </a:cubicBezTo>
                    <a:cubicBezTo>
                      <a:pt x="18" y="20"/>
                      <a:pt x="17" y="20"/>
                      <a:pt x="17" y="20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8" y="19"/>
                      <a:pt x="17" y="19"/>
                      <a:pt x="17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8"/>
                      <a:pt x="19" y="18"/>
                      <a:pt x="20" y="18"/>
                    </a:cubicBezTo>
                    <a:cubicBezTo>
                      <a:pt x="20" y="18"/>
                      <a:pt x="20" y="18"/>
                      <a:pt x="20" y="18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8"/>
                      <a:pt x="19" y="18"/>
                      <a:pt x="20" y="18"/>
                    </a:cubicBezTo>
                    <a:cubicBezTo>
                      <a:pt x="19" y="19"/>
                      <a:pt x="19" y="20"/>
                      <a:pt x="19" y="20"/>
                    </a:cubicBezTo>
                    <a:cubicBezTo>
                      <a:pt x="19" y="20"/>
                      <a:pt x="19" y="20"/>
                      <a:pt x="19" y="20"/>
                    </a:cubicBezTo>
                    <a:cubicBezTo>
                      <a:pt x="19" y="19"/>
                      <a:pt x="19" y="19"/>
                      <a:pt x="19" y="19"/>
                    </a:cubicBezTo>
                    <a:cubicBezTo>
                      <a:pt x="20" y="18"/>
                      <a:pt x="19" y="21"/>
                      <a:pt x="20" y="19"/>
                    </a:cubicBezTo>
                    <a:cubicBezTo>
                      <a:pt x="20" y="19"/>
                      <a:pt x="20" y="19"/>
                      <a:pt x="20" y="19"/>
                    </a:cubicBezTo>
                    <a:cubicBezTo>
                      <a:pt x="20" y="19"/>
                      <a:pt x="20" y="19"/>
                      <a:pt x="20" y="19"/>
                    </a:cubicBezTo>
                    <a:cubicBezTo>
                      <a:pt x="20" y="20"/>
                      <a:pt x="19" y="20"/>
                      <a:pt x="19" y="20"/>
                    </a:cubicBezTo>
                    <a:cubicBezTo>
                      <a:pt x="19" y="20"/>
                      <a:pt x="19" y="20"/>
                      <a:pt x="20" y="20"/>
                    </a:cubicBezTo>
                    <a:cubicBezTo>
                      <a:pt x="20" y="20"/>
                      <a:pt x="20" y="19"/>
                      <a:pt x="20" y="19"/>
                    </a:cubicBezTo>
                    <a:cubicBezTo>
                      <a:pt x="21" y="19"/>
                      <a:pt x="21" y="19"/>
                      <a:pt x="21" y="19"/>
                    </a:cubicBezTo>
                    <a:cubicBezTo>
                      <a:pt x="21" y="19"/>
                      <a:pt x="21" y="19"/>
                      <a:pt x="21" y="19"/>
                    </a:cubicBezTo>
                    <a:cubicBezTo>
                      <a:pt x="20" y="19"/>
                      <a:pt x="20" y="19"/>
                      <a:pt x="20" y="19"/>
                    </a:cubicBezTo>
                    <a:cubicBezTo>
                      <a:pt x="21" y="19"/>
                      <a:pt x="21" y="19"/>
                      <a:pt x="21" y="19"/>
                    </a:cubicBezTo>
                    <a:cubicBezTo>
                      <a:pt x="21" y="19"/>
                      <a:pt x="20" y="20"/>
                      <a:pt x="20" y="20"/>
                    </a:cubicBezTo>
                    <a:cubicBezTo>
                      <a:pt x="20" y="20"/>
                      <a:pt x="20" y="20"/>
                      <a:pt x="20" y="20"/>
                    </a:cubicBezTo>
                    <a:cubicBezTo>
                      <a:pt x="20" y="20"/>
                      <a:pt x="20" y="20"/>
                      <a:pt x="20" y="20"/>
                    </a:cubicBezTo>
                    <a:cubicBezTo>
                      <a:pt x="20" y="20"/>
                      <a:pt x="20" y="21"/>
                      <a:pt x="20" y="21"/>
                    </a:cubicBezTo>
                    <a:cubicBezTo>
                      <a:pt x="21" y="21"/>
                      <a:pt x="21" y="21"/>
                      <a:pt x="21" y="21"/>
                    </a:cubicBezTo>
                    <a:cubicBezTo>
                      <a:pt x="21" y="21"/>
                      <a:pt x="21" y="21"/>
                      <a:pt x="21" y="21"/>
                    </a:cubicBezTo>
                    <a:cubicBezTo>
                      <a:pt x="21" y="21"/>
                      <a:pt x="21" y="21"/>
                      <a:pt x="20" y="21"/>
                    </a:cubicBezTo>
                    <a:close/>
                    <a:moveTo>
                      <a:pt x="18" y="18"/>
                    </a:moveTo>
                    <a:cubicBezTo>
                      <a:pt x="19" y="18"/>
                      <a:pt x="19" y="18"/>
                      <a:pt x="18" y="18"/>
                    </a:cubicBezTo>
                    <a:cubicBezTo>
                      <a:pt x="19" y="18"/>
                      <a:pt x="19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lose/>
                    <a:moveTo>
                      <a:pt x="18" y="18"/>
                    </a:move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lose/>
                    <a:moveTo>
                      <a:pt x="19" y="18"/>
                    </a:move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8"/>
                      <a:pt x="19" y="18"/>
                      <a:pt x="19" y="18"/>
                    </a:cubicBezTo>
                    <a:close/>
                    <a:moveTo>
                      <a:pt x="19" y="18"/>
                    </a:move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8"/>
                      <a:pt x="18" y="18"/>
                      <a:pt x="18" y="18"/>
                    </a:cubicBezTo>
                    <a:cubicBezTo>
                      <a:pt x="18" y="18"/>
                      <a:pt x="19" y="18"/>
                      <a:pt x="19" y="18"/>
                    </a:cubicBezTo>
                    <a:close/>
                    <a:moveTo>
                      <a:pt x="19" y="18"/>
                    </a:move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8"/>
                      <a:pt x="20" y="18"/>
                      <a:pt x="19" y="18"/>
                    </a:cubicBezTo>
                    <a:cubicBezTo>
                      <a:pt x="19" y="18"/>
                      <a:pt x="19" y="18"/>
                      <a:pt x="19" y="18"/>
                    </a:cubicBezTo>
                    <a:close/>
                    <a:moveTo>
                      <a:pt x="19" y="18"/>
                    </a:move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8"/>
                      <a:pt x="20" y="18"/>
                      <a:pt x="19" y="18"/>
                    </a:cubicBezTo>
                    <a:close/>
                    <a:moveTo>
                      <a:pt x="20" y="18"/>
                    </a:moveTo>
                    <a:cubicBezTo>
                      <a:pt x="20" y="18"/>
                      <a:pt x="20" y="19"/>
                      <a:pt x="20" y="19"/>
                    </a:cubicBezTo>
                    <a:cubicBezTo>
                      <a:pt x="20" y="19"/>
                      <a:pt x="20" y="19"/>
                      <a:pt x="20" y="19"/>
                    </a:cubicBezTo>
                    <a:cubicBezTo>
                      <a:pt x="20" y="18"/>
                      <a:pt x="20" y="18"/>
                      <a:pt x="20" y="18"/>
                    </a:cubicBezTo>
                    <a:cubicBezTo>
                      <a:pt x="20" y="18"/>
                      <a:pt x="20" y="18"/>
                      <a:pt x="20" y="18"/>
                    </a:cubicBezTo>
                    <a:close/>
                    <a:moveTo>
                      <a:pt x="20" y="18"/>
                    </a:moveTo>
                    <a:cubicBezTo>
                      <a:pt x="20" y="18"/>
                      <a:pt x="20" y="18"/>
                      <a:pt x="20" y="18"/>
                    </a:cubicBezTo>
                    <a:cubicBezTo>
                      <a:pt x="20" y="18"/>
                      <a:pt x="20" y="18"/>
                      <a:pt x="20" y="18"/>
                    </a:cubicBezTo>
                    <a:cubicBezTo>
                      <a:pt x="20" y="18"/>
                      <a:pt x="20" y="18"/>
                      <a:pt x="20" y="18"/>
                    </a:cubicBezTo>
                    <a:close/>
                    <a:moveTo>
                      <a:pt x="21" y="19"/>
                    </a:moveTo>
                    <a:cubicBezTo>
                      <a:pt x="21" y="19"/>
                      <a:pt x="21" y="19"/>
                      <a:pt x="21" y="19"/>
                    </a:cubicBezTo>
                    <a:cubicBezTo>
                      <a:pt x="20" y="19"/>
                      <a:pt x="20" y="19"/>
                      <a:pt x="20" y="19"/>
                    </a:cubicBezTo>
                    <a:cubicBezTo>
                      <a:pt x="20" y="19"/>
                      <a:pt x="20" y="19"/>
                      <a:pt x="20" y="18"/>
                    </a:cubicBezTo>
                    <a:cubicBezTo>
                      <a:pt x="20" y="19"/>
                      <a:pt x="20" y="19"/>
                      <a:pt x="21" y="19"/>
                    </a:cubicBezTo>
                    <a:close/>
                    <a:moveTo>
                      <a:pt x="20" y="18"/>
                    </a:moveTo>
                    <a:cubicBezTo>
                      <a:pt x="20" y="19"/>
                      <a:pt x="20" y="19"/>
                      <a:pt x="21" y="19"/>
                    </a:cubicBezTo>
                    <a:cubicBezTo>
                      <a:pt x="21" y="19"/>
                      <a:pt x="21" y="19"/>
                      <a:pt x="21" y="19"/>
                    </a:cubicBezTo>
                    <a:cubicBezTo>
                      <a:pt x="20" y="19"/>
                      <a:pt x="20" y="18"/>
                      <a:pt x="20" y="18"/>
                    </a:cubicBezTo>
                    <a:close/>
                    <a:moveTo>
                      <a:pt x="21" y="19"/>
                    </a:moveTo>
                    <a:cubicBezTo>
                      <a:pt x="21" y="19"/>
                      <a:pt x="21" y="19"/>
                      <a:pt x="21" y="19"/>
                    </a:cubicBezTo>
                    <a:cubicBezTo>
                      <a:pt x="21" y="19"/>
                      <a:pt x="21" y="19"/>
                      <a:pt x="21" y="19"/>
                    </a:cubicBezTo>
                    <a:cubicBezTo>
                      <a:pt x="21" y="19"/>
                      <a:pt x="21" y="19"/>
                      <a:pt x="21" y="19"/>
                    </a:cubicBezTo>
                    <a:cubicBezTo>
                      <a:pt x="21" y="19"/>
                      <a:pt x="21" y="19"/>
                      <a:pt x="21" y="19"/>
                    </a:cubicBezTo>
                    <a:close/>
                    <a:moveTo>
                      <a:pt x="21" y="19"/>
                    </a:moveTo>
                    <a:cubicBezTo>
                      <a:pt x="21" y="19"/>
                      <a:pt x="21" y="19"/>
                      <a:pt x="21" y="19"/>
                    </a:cubicBezTo>
                    <a:cubicBezTo>
                      <a:pt x="21" y="19"/>
                      <a:pt x="21" y="19"/>
                      <a:pt x="21" y="19"/>
                    </a:cubicBezTo>
                    <a:cubicBezTo>
                      <a:pt x="21" y="19"/>
                      <a:pt x="21" y="19"/>
                      <a:pt x="21" y="19"/>
                    </a:cubicBezTo>
                    <a:cubicBezTo>
                      <a:pt x="21" y="19"/>
                      <a:pt x="21" y="19"/>
                      <a:pt x="21" y="19"/>
                    </a:cubicBezTo>
                    <a:close/>
                    <a:moveTo>
                      <a:pt x="21" y="19"/>
                    </a:moveTo>
                    <a:cubicBezTo>
                      <a:pt x="21" y="19"/>
                      <a:pt x="21" y="19"/>
                      <a:pt x="21" y="19"/>
                    </a:cubicBezTo>
                    <a:cubicBezTo>
                      <a:pt x="21" y="19"/>
                      <a:pt x="21" y="19"/>
                      <a:pt x="21" y="19"/>
                    </a:cubicBezTo>
                    <a:cubicBezTo>
                      <a:pt x="21" y="19"/>
                      <a:pt x="21" y="19"/>
                      <a:pt x="21" y="19"/>
                    </a:cubicBezTo>
                    <a:cubicBezTo>
                      <a:pt x="21" y="19"/>
                      <a:pt x="21" y="19"/>
                      <a:pt x="21" y="19"/>
                    </a:cubicBezTo>
                    <a:close/>
                    <a:moveTo>
                      <a:pt x="20" y="18"/>
                    </a:moveTo>
                    <a:cubicBezTo>
                      <a:pt x="20" y="18"/>
                      <a:pt x="20" y="18"/>
                      <a:pt x="20" y="18"/>
                    </a:cubicBezTo>
                    <a:cubicBezTo>
                      <a:pt x="20" y="18"/>
                      <a:pt x="20" y="18"/>
                      <a:pt x="21" y="19"/>
                    </a:cubicBezTo>
                    <a:lnTo>
                      <a:pt x="20" y="18"/>
                    </a:lnTo>
                    <a:close/>
                    <a:moveTo>
                      <a:pt x="19" y="18"/>
                    </a:moveTo>
                    <a:cubicBezTo>
                      <a:pt x="20" y="17"/>
                      <a:pt x="20" y="17"/>
                      <a:pt x="20" y="17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8"/>
                      <a:pt x="19" y="18"/>
                      <a:pt x="19" y="18"/>
                    </a:cubicBezTo>
                    <a:close/>
                    <a:moveTo>
                      <a:pt x="19" y="18"/>
                    </a:moveTo>
                    <a:cubicBezTo>
                      <a:pt x="20" y="18"/>
                      <a:pt x="20" y="18"/>
                      <a:pt x="20" y="18"/>
                    </a:cubicBezTo>
                    <a:cubicBezTo>
                      <a:pt x="20" y="18"/>
                      <a:pt x="19" y="18"/>
                      <a:pt x="19" y="18"/>
                    </a:cubicBezTo>
                    <a:cubicBezTo>
                      <a:pt x="19" y="18"/>
                      <a:pt x="19" y="18"/>
                      <a:pt x="19" y="18"/>
                    </a:cubicBezTo>
                    <a:close/>
                    <a:moveTo>
                      <a:pt x="18" y="18"/>
                    </a:move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8" y="18"/>
                      <a:pt x="18" y="18"/>
                      <a:pt x="18" y="18"/>
                    </a:cubicBezTo>
                    <a:close/>
                    <a:moveTo>
                      <a:pt x="18" y="18"/>
                    </a:moveTo>
                    <a:cubicBezTo>
                      <a:pt x="18" y="18"/>
                      <a:pt x="18" y="18"/>
                      <a:pt x="18" y="18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8"/>
                      <a:pt x="18" y="18"/>
                      <a:pt x="18" y="18"/>
                    </a:cubicBezTo>
                    <a:close/>
                    <a:moveTo>
                      <a:pt x="18" y="18"/>
                    </a:move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lose/>
                    <a:moveTo>
                      <a:pt x="18" y="18"/>
                    </a:move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lose/>
                    <a:moveTo>
                      <a:pt x="18" y="18"/>
                    </a:move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lose/>
                    <a:moveTo>
                      <a:pt x="18" y="18"/>
                    </a:moveTo>
                    <a:cubicBezTo>
                      <a:pt x="17" y="18"/>
                      <a:pt x="17" y="18"/>
                      <a:pt x="17" y="18"/>
                    </a:cubicBezTo>
                    <a:cubicBezTo>
                      <a:pt x="17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6" y="19"/>
                      <a:pt x="18" y="18"/>
                      <a:pt x="16" y="18"/>
                    </a:cubicBezTo>
                    <a:cubicBezTo>
                      <a:pt x="18" y="18"/>
                      <a:pt x="16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6" y="18"/>
                      <a:pt x="17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7" y="18"/>
                      <a:pt x="18" y="18"/>
                      <a:pt x="17" y="18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15" y="18"/>
                      <a:pt x="15" y="18"/>
                      <a:pt x="15" y="18"/>
                    </a:cubicBezTo>
                    <a:cubicBezTo>
                      <a:pt x="15" y="18"/>
                      <a:pt x="17" y="18"/>
                      <a:pt x="18" y="18"/>
                    </a:cubicBezTo>
                    <a:cubicBezTo>
                      <a:pt x="17" y="18"/>
                      <a:pt x="17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7" y="18"/>
                      <a:pt x="17" y="18"/>
                      <a:pt x="17" y="19"/>
                    </a:cubicBezTo>
                    <a:cubicBezTo>
                      <a:pt x="16" y="19"/>
                      <a:pt x="17" y="18"/>
                      <a:pt x="18" y="18"/>
                    </a:cubicBezTo>
                    <a:cubicBezTo>
                      <a:pt x="16" y="19"/>
                      <a:pt x="17" y="18"/>
                      <a:pt x="16" y="19"/>
                    </a:cubicBezTo>
                    <a:cubicBezTo>
                      <a:pt x="16" y="19"/>
                      <a:pt x="17" y="19"/>
                      <a:pt x="17" y="19"/>
                    </a:cubicBezTo>
                    <a:cubicBezTo>
                      <a:pt x="17" y="19"/>
                      <a:pt x="19" y="18"/>
                      <a:pt x="17" y="19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9" y="18"/>
                    </a:cubicBezTo>
                    <a:cubicBezTo>
                      <a:pt x="18" y="18"/>
                      <a:pt x="18" y="19"/>
                      <a:pt x="18" y="19"/>
                    </a:cubicBezTo>
                    <a:cubicBezTo>
                      <a:pt x="17" y="19"/>
                      <a:pt x="17" y="19"/>
                      <a:pt x="17" y="19"/>
                    </a:cubicBezTo>
                    <a:cubicBezTo>
                      <a:pt x="17" y="19"/>
                      <a:pt x="17" y="19"/>
                      <a:pt x="17" y="19"/>
                    </a:cubicBezTo>
                    <a:cubicBezTo>
                      <a:pt x="17" y="19"/>
                      <a:pt x="17" y="19"/>
                      <a:pt x="17" y="19"/>
                    </a:cubicBezTo>
                    <a:cubicBezTo>
                      <a:pt x="17" y="19"/>
                      <a:pt x="17" y="19"/>
                      <a:pt x="17" y="19"/>
                    </a:cubicBezTo>
                    <a:cubicBezTo>
                      <a:pt x="17" y="19"/>
                      <a:pt x="17" y="19"/>
                      <a:pt x="17" y="19"/>
                    </a:cubicBezTo>
                    <a:cubicBezTo>
                      <a:pt x="17" y="19"/>
                      <a:pt x="17" y="19"/>
                      <a:pt x="17" y="19"/>
                    </a:cubicBezTo>
                    <a:cubicBezTo>
                      <a:pt x="17" y="19"/>
                      <a:pt x="17" y="19"/>
                      <a:pt x="17" y="19"/>
                    </a:cubicBezTo>
                    <a:cubicBezTo>
                      <a:pt x="17" y="19"/>
                      <a:pt x="16" y="19"/>
                      <a:pt x="16" y="19"/>
                    </a:cubicBezTo>
                    <a:cubicBezTo>
                      <a:pt x="16" y="19"/>
                      <a:pt x="16" y="19"/>
                      <a:pt x="16" y="19"/>
                    </a:cubicBezTo>
                    <a:cubicBezTo>
                      <a:pt x="16" y="19"/>
                      <a:pt x="16" y="19"/>
                      <a:pt x="16" y="19"/>
                    </a:cubicBezTo>
                    <a:cubicBezTo>
                      <a:pt x="16" y="19"/>
                      <a:pt x="15" y="18"/>
                      <a:pt x="15" y="18"/>
                    </a:cubicBezTo>
                    <a:cubicBezTo>
                      <a:pt x="16" y="18"/>
                      <a:pt x="16" y="18"/>
                      <a:pt x="16" y="19"/>
                    </a:cubicBezTo>
                    <a:cubicBezTo>
                      <a:pt x="18" y="18"/>
                      <a:pt x="15" y="19"/>
                      <a:pt x="18" y="18"/>
                    </a:cubicBezTo>
                    <a:close/>
                    <a:moveTo>
                      <a:pt x="17" y="24"/>
                    </a:move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6" y="24"/>
                      <a:pt x="16" y="24"/>
                    </a:cubicBezTo>
                    <a:cubicBezTo>
                      <a:pt x="16" y="24"/>
                      <a:pt x="15" y="24"/>
                      <a:pt x="15" y="23"/>
                    </a:cubicBezTo>
                    <a:cubicBezTo>
                      <a:pt x="16" y="23"/>
                      <a:pt x="16" y="24"/>
                      <a:pt x="17" y="24"/>
                    </a:cubicBezTo>
                    <a:close/>
                    <a:moveTo>
                      <a:pt x="15" y="26"/>
                    </a:moveTo>
                    <a:cubicBezTo>
                      <a:pt x="15" y="26"/>
                      <a:pt x="15" y="26"/>
                      <a:pt x="15" y="26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6" y="26"/>
                      <a:pt x="16" y="26"/>
                      <a:pt x="16" y="26"/>
                    </a:cubicBezTo>
                    <a:cubicBezTo>
                      <a:pt x="15" y="26"/>
                      <a:pt x="15" y="26"/>
                      <a:pt x="15" y="27"/>
                    </a:cubicBezTo>
                    <a:cubicBezTo>
                      <a:pt x="15" y="26"/>
                      <a:pt x="15" y="26"/>
                      <a:pt x="15" y="26"/>
                    </a:cubicBezTo>
                    <a:cubicBezTo>
                      <a:pt x="15" y="26"/>
                      <a:pt x="15" y="26"/>
                      <a:pt x="15" y="26"/>
                    </a:cubicBezTo>
                    <a:close/>
                    <a:moveTo>
                      <a:pt x="15" y="26"/>
                    </a:moveTo>
                    <a:cubicBezTo>
                      <a:pt x="14" y="27"/>
                      <a:pt x="15" y="26"/>
                      <a:pt x="14" y="27"/>
                    </a:cubicBezTo>
                    <a:cubicBezTo>
                      <a:pt x="14" y="27"/>
                      <a:pt x="14" y="27"/>
                      <a:pt x="14" y="26"/>
                    </a:cubicBezTo>
                    <a:cubicBezTo>
                      <a:pt x="14" y="26"/>
                      <a:pt x="15" y="26"/>
                      <a:pt x="15" y="26"/>
                    </a:cubicBezTo>
                    <a:close/>
                    <a:moveTo>
                      <a:pt x="15" y="29"/>
                    </a:moveTo>
                    <a:cubicBezTo>
                      <a:pt x="14" y="30"/>
                      <a:pt x="14" y="30"/>
                      <a:pt x="14" y="29"/>
                    </a:cubicBezTo>
                    <a:cubicBezTo>
                      <a:pt x="14" y="29"/>
                      <a:pt x="14" y="29"/>
                      <a:pt x="15" y="29"/>
                    </a:cubicBezTo>
                    <a:close/>
                    <a:moveTo>
                      <a:pt x="13" y="28"/>
                    </a:moveTo>
                    <a:cubicBezTo>
                      <a:pt x="13" y="28"/>
                      <a:pt x="13" y="27"/>
                      <a:pt x="13" y="27"/>
                    </a:cubicBezTo>
                    <a:cubicBezTo>
                      <a:pt x="13" y="27"/>
                      <a:pt x="13" y="28"/>
                      <a:pt x="13" y="28"/>
                    </a:cubicBezTo>
                    <a:cubicBezTo>
                      <a:pt x="13" y="28"/>
                      <a:pt x="13" y="28"/>
                      <a:pt x="13" y="28"/>
                    </a:cubicBezTo>
                    <a:cubicBezTo>
                      <a:pt x="13" y="28"/>
                      <a:pt x="12" y="28"/>
                      <a:pt x="12" y="29"/>
                    </a:cubicBezTo>
                    <a:lnTo>
                      <a:pt x="13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06" name="Freeform 287"/>
              <p:cNvSpPr/>
              <p:nvPr>
                <p:custDataLst>
                  <p:tags r:id="rId132"/>
                </p:custDataLst>
              </p:nvPr>
            </p:nvSpPr>
            <p:spPr bwMode="auto">
              <a:xfrm>
                <a:off x="3608" y="1908"/>
                <a:ext cx="4" cy="6"/>
              </a:xfrm>
              <a:custGeom>
                <a:avLst/>
                <a:gdLst>
                  <a:gd name="T0" fmla="*/ 1 w 2"/>
                  <a:gd name="T1" fmla="*/ 0 h 3"/>
                  <a:gd name="T2" fmla="*/ 0 w 2"/>
                  <a:gd name="T3" fmla="*/ 2 h 3"/>
                  <a:gd name="T4" fmla="*/ 1 w 2"/>
                  <a:gd name="T5" fmla="*/ 3 h 3"/>
                  <a:gd name="T6" fmla="*/ 1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1" y="0"/>
                      <a:pt x="0" y="1"/>
                      <a:pt x="0" y="2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2" y="2"/>
                      <a:pt x="1" y="1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07" name="Freeform 288"/>
              <p:cNvSpPr/>
              <p:nvPr>
                <p:custDataLst>
                  <p:tags r:id="rId133"/>
                </p:custDataLst>
              </p:nvPr>
            </p:nvSpPr>
            <p:spPr bwMode="auto">
              <a:xfrm>
                <a:off x="4113" y="1587"/>
                <a:ext cx="4" cy="5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2 h 2"/>
                  <a:gd name="T4" fmla="*/ 0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1" y="2"/>
                      <a:pt x="1" y="2"/>
                      <a:pt x="2" y="2"/>
                    </a:cubicBezTo>
                    <a:cubicBezTo>
                      <a:pt x="0" y="0"/>
                      <a:pt x="1" y="2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08" name="Freeform 289"/>
              <p:cNvSpPr/>
              <p:nvPr>
                <p:custDataLst>
                  <p:tags r:id="rId134"/>
                </p:custDataLst>
              </p:nvPr>
            </p:nvSpPr>
            <p:spPr bwMode="auto">
              <a:xfrm>
                <a:off x="3593" y="182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09" name="Freeform 290"/>
              <p:cNvSpPr/>
              <p:nvPr>
                <p:custDataLst>
                  <p:tags r:id="rId135"/>
                </p:custDataLst>
              </p:nvPr>
            </p:nvSpPr>
            <p:spPr bwMode="auto">
              <a:xfrm>
                <a:off x="4251" y="1730"/>
                <a:ext cx="4" cy="4"/>
              </a:xfrm>
              <a:custGeom>
                <a:avLst/>
                <a:gdLst>
                  <a:gd name="T0" fmla="*/ 0 w 4"/>
                  <a:gd name="T1" fmla="*/ 2 h 4"/>
                  <a:gd name="T2" fmla="*/ 2 w 4"/>
                  <a:gd name="T3" fmla="*/ 4 h 4"/>
                  <a:gd name="T4" fmla="*/ 4 w 4"/>
                  <a:gd name="T5" fmla="*/ 0 h 4"/>
                  <a:gd name="T6" fmla="*/ 0 w 4"/>
                  <a:gd name="T7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0" y="2"/>
                    </a:moveTo>
                    <a:lnTo>
                      <a:pt x="2" y="4"/>
                    </a:lnTo>
                    <a:lnTo>
                      <a:pt x="4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10" name="Freeform 291"/>
              <p:cNvSpPr/>
              <p:nvPr>
                <p:custDataLst>
                  <p:tags r:id="rId136"/>
                </p:custDataLst>
              </p:nvPr>
            </p:nvSpPr>
            <p:spPr bwMode="auto">
              <a:xfrm>
                <a:off x="3980" y="2436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11" name="Freeform 292"/>
              <p:cNvSpPr/>
              <p:nvPr>
                <p:custDataLst>
                  <p:tags r:id="rId137"/>
                </p:custDataLst>
              </p:nvPr>
            </p:nvSpPr>
            <p:spPr bwMode="auto">
              <a:xfrm>
                <a:off x="3980" y="2446"/>
                <a:ext cx="4" cy="5"/>
              </a:xfrm>
              <a:custGeom>
                <a:avLst/>
                <a:gdLst>
                  <a:gd name="T0" fmla="*/ 1 w 2"/>
                  <a:gd name="T1" fmla="*/ 1 h 2"/>
                  <a:gd name="T2" fmla="*/ 1 w 2"/>
                  <a:gd name="T3" fmla="*/ 0 h 2"/>
                  <a:gd name="T4" fmla="*/ 1 w 2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2" y="2"/>
                      <a:pt x="0" y="0"/>
                      <a:pt x="1" y="0"/>
                    </a:cubicBezTo>
                    <a:cubicBezTo>
                      <a:pt x="0" y="0"/>
                      <a:pt x="1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12" name="Freeform 293"/>
              <p:cNvSpPr/>
              <p:nvPr>
                <p:custDataLst>
                  <p:tags r:id="rId138"/>
                </p:custDataLst>
              </p:nvPr>
            </p:nvSpPr>
            <p:spPr bwMode="auto">
              <a:xfrm>
                <a:off x="4062" y="2253"/>
                <a:ext cx="0" cy="2"/>
              </a:xfrm>
              <a:custGeom>
                <a:avLst/>
                <a:gdLst>
                  <a:gd name="T0" fmla="*/ 0 h 2"/>
                  <a:gd name="T1" fmla="*/ 0 h 2"/>
                  <a:gd name="T2" fmla="*/ 2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13" name="Freeform 294"/>
              <p:cNvSpPr/>
              <p:nvPr>
                <p:custDataLst>
                  <p:tags r:id="rId139"/>
                </p:custDataLst>
              </p:nvPr>
            </p:nvSpPr>
            <p:spPr bwMode="auto">
              <a:xfrm>
                <a:off x="4162" y="2200"/>
                <a:ext cx="2" cy="5"/>
              </a:xfrm>
              <a:custGeom>
                <a:avLst/>
                <a:gdLst>
                  <a:gd name="T0" fmla="*/ 0 w 1"/>
                  <a:gd name="T1" fmla="*/ 1 h 2"/>
                  <a:gd name="T2" fmla="*/ 1 w 1"/>
                  <a:gd name="T3" fmla="*/ 1 h 2"/>
                  <a:gd name="T4" fmla="*/ 0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0"/>
                      <a:pt x="1" y="2"/>
                      <a:pt x="1" y="1"/>
                    </a:cubicBezTo>
                    <a:cubicBezTo>
                      <a:pt x="1" y="1"/>
                      <a:pt x="0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14" name="Freeform 295"/>
              <p:cNvSpPr/>
              <p:nvPr>
                <p:custDataLst>
                  <p:tags r:id="rId140"/>
                </p:custDataLst>
              </p:nvPr>
            </p:nvSpPr>
            <p:spPr bwMode="auto">
              <a:xfrm>
                <a:off x="4164" y="2139"/>
                <a:ext cx="4" cy="2"/>
              </a:xfrm>
              <a:custGeom>
                <a:avLst/>
                <a:gdLst>
                  <a:gd name="T0" fmla="*/ 4 w 4"/>
                  <a:gd name="T1" fmla="*/ 2 h 2"/>
                  <a:gd name="T2" fmla="*/ 4 w 4"/>
                  <a:gd name="T3" fmla="*/ 0 h 2"/>
                  <a:gd name="T4" fmla="*/ 0 w 4"/>
                  <a:gd name="T5" fmla="*/ 2 h 2"/>
                  <a:gd name="T6" fmla="*/ 4 w 4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4" y="2"/>
                    </a:moveTo>
                    <a:lnTo>
                      <a:pt x="4" y="0"/>
                    </a:lnTo>
                    <a:lnTo>
                      <a:pt x="0" y="2"/>
                    </a:lnTo>
                    <a:lnTo>
                      <a:pt x="4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15" name="Freeform 296"/>
              <p:cNvSpPr/>
              <p:nvPr>
                <p:custDataLst>
                  <p:tags r:id="rId141"/>
                </p:custDataLst>
              </p:nvPr>
            </p:nvSpPr>
            <p:spPr bwMode="auto">
              <a:xfrm>
                <a:off x="3606" y="1819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16" name="Oval 297"/>
              <p:cNvSpPr>
                <a:spLocks noChangeArrowheads="1"/>
              </p:cNvSpPr>
              <p:nvPr>
                <p:custDataLst>
                  <p:tags r:id="rId142"/>
                </p:custDataLst>
              </p:nvPr>
            </p:nvSpPr>
            <p:spPr bwMode="auto">
              <a:xfrm>
                <a:off x="3598" y="1817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17" name="Oval 298"/>
              <p:cNvSpPr>
                <a:spLocks noChangeArrowheads="1"/>
              </p:cNvSpPr>
              <p:nvPr>
                <p:custDataLst>
                  <p:tags r:id="rId143"/>
                </p:custDataLst>
              </p:nvPr>
            </p:nvSpPr>
            <p:spPr bwMode="auto">
              <a:xfrm>
                <a:off x="3600" y="1817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18" name="Freeform 299"/>
              <p:cNvSpPr/>
              <p:nvPr>
                <p:custDataLst>
                  <p:tags r:id="rId144"/>
                </p:custDataLst>
              </p:nvPr>
            </p:nvSpPr>
            <p:spPr bwMode="auto">
              <a:xfrm>
                <a:off x="3598" y="1817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  <a:gd name="T3" fmla="*/ 0 w 1"/>
                  <a:gd name="T4" fmla="*/ 0 w 1"/>
                  <a:gd name="T5" fmla="*/ 1 w 1"/>
                  <a:gd name="T6" fmla="*/ 1 w 1"/>
                  <a:gd name="T7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  <a:cxn ang="0">
                    <a:pos x="T7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19" name="Oval 300"/>
              <p:cNvSpPr>
                <a:spLocks noChangeArrowheads="1"/>
              </p:cNvSpPr>
              <p:nvPr>
                <p:custDataLst>
                  <p:tags r:id="rId145"/>
                </p:custDataLst>
              </p:nvPr>
            </p:nvSpPr>
            <p:spPr bwMode="auto">
              <a:xfrm>
                <a:off x="3602" y="1819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20" name="Freeform 301"/>
              <p:cNvSpPr/>
              <p:nvPr>
                <p:custDataLst>
                  <p:tags r:id="rId146"/>
                </p:custDataLst>
              </p:nvPr>
            </p:nvSpPr>
            <p:spPr bwMode="auto">
              <a:xfrm>
                <a:off x="3602" y="1817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1 h 1"/>
                  <a:gd name="T4" fmla="*/ 0 h 1"/>
                  <a:gd name="T5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21" name="Freeform 302"/>
              <p:cNvSpPr/>
              <p:nvPr>
                <p:custDataLst>
                  <p:tags r:id="rId147"/>
                </p:custDataLst>
              </p:nvPr>
            </p:nvSpPr>
            <p:spPr bwMode="auto">
              <a:xfrm>
                <a:off x="3602" y="1817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22" name="Oval 303"/>
              <p:cNvSpPr>
                <a:spLocks noChangeArrowheads="1"/>
              </p:cNvSpPr>
              <p:nvPr>
                <p:custDataLst>
                  <p:tags r:id="rId148"/>
                </p:custDataLst>
              </p:nvPr>
            </p:nvSpPr>
            <p:spPr bwMode="auto">
              <a:xfrm>
                <a:off x="3593" y="1814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23" name="Freeform 304"/>
              <p:cNvSpPr/>
              <p:nvPr>
                <p:custDataLst>
                  <p:tags r:id="rId149"/>
                </p:custDataLst>
              </p:nvPr>
            </p:nvSpPr>
            <p:spPr bwMode="auto">
              <a:xfrm>
                <a:off x="3598" y="1814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24" name="Freeform 305"/>
              <p:cNvSpPr/>
              <p:nvPr>
                <p:custDataLst>
                  <p:tags r:id="rId150"/>
                </p:custDataLst>
              </p:nvPr>
            </p:nvSpPr>
            <p:spPr bwMode="auto">
              <a:xfrm>
                <a:off x="3598" y="181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25" name="Oval 306"/>
              <p:cNvSpPr>
                <a:spLocks noChangeArrowheads="1"/>
              </p:cNvSpPr>
              <p:nvPr>
                <p:custDataLst>
                  <p:tags r:id="rId151"/>
                </p:custDataLst>
              </p:nvPr>
            </p:nvSpPr>
            <p:spPr bwMode="auto">
              <a:xfrm>
                <a:off x="3612" y="1821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26" name="Freeform 307"/>
              <p:cNvSpPr/>
              <p:nvPr>
                <p:custDataLst>
                  <p:tags r:id="rId152"/>
                </p:custDataLst>
              </p:nvPr>
            </p:nvSpPr>
            <p:spPr bwMode="auto">
              <a:xfrm>
                <a:off x="3977" y="2478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27" name="Freeform 308"/>
              <p:cNvSpPr/>
              <p:nvPr>
                <p:custDataLst>
                  <p:tags r:id="rId153"/>
                </p:custDataLst>
              </p:nvPr>
            </p:nvSpPr>
            <p:spPr bwMode="auto">
              <a:xfrm>
                <a:off x="3595" y="1812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28" name="Freeform 309"/>
              <p:cNvSpPr/>
              <p:nvPr>
                <p:custDataLst>
                  <p:tags r:id="rId154"/>
                </p:custDataLst>
              </p:nvPr>
            </p:nvSpPr>
            <p:spPr bwMode="auto">
              <a:xfrm>
                <a:off x="3598" y="1814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29" name="Freeform 310"/>
              <p:cNvSpPr/>
              <p:nvPr>
                <p:custDataLst>
                  <p:tags r:id="rId155"/>
                </p:custDataLst>
              </p:nvPr>
            </p:nvSpPr>
            <p:spPr bwMode="auto">
              <a:xfrm>
                <a:off x="3967" y="2491"/>
                <a:ext cx="4" cy="4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0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1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30" name="Freeform 311"/>
              <p:cNvSpPr/>
              <p:nvPr>
                <p:custDataLst>
                  <p:tags r:id="rId156"/>
                </p:custDataLst>
              </p:nvPr>
            </p:nvSpPr>
            <p:spPr bwMode="auto">
              <a:xfrm>
                <a:off x="3825" y="2268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31" name="Freeform 312"/>
              <p:cNvSpPr/>
              <p:nvPr>
                <p:custDataLst>
                  <p:tags r:id="rId157"/>
                </p:custDataLst>
              </p:nvPr>
            </p:nvSpPr>
            <p:spPr bwMode="auto">
              <a:xfrm>
                <a:off x="3810" y="2268"/>
                <a:ext cx="8" cy="2"/>
              </a:xfrm>
              <a:custGeom>
                <a:avLst/>
                <a:gdLst>
                  <a:gd name="T0" fmla="*/ 4 w 4"/>
                  <a:gd name="T1" fmla="*/ 0 h 1"/>
                  <a:gd name="T2" fmla="*/ 0 w 4"/>
                  <a:gd name="T3" fmla="*/ 0 h 1"/>
                  <a:gd name="T4" fmla="*/ 4 w 4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4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1"/>
                      <a:pt x="2" y="0"/>
                      <a:pt x="4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32" name="Freeform 313"/>
              <p:cNvSpPr/>
              <p:nvPr>
                <p:custDataLst>
                  <p:tags r:id="rId158"/>
                </p:custDataLst>
              </p:nvPr>
            </p:nvSpPr>
            <p:spPr bwMode="auto">
              <a:xfrm>
                <a:off x="3835" y="2275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33" name="Freeform 314"/>
              <p:cNvSpPr/>
              <p:nvPr>
                <p:custDataLst>
                  <p:tags r:id="rId159"/>
                </p:custDataLst>
              </p:nvPr>
            </p:nvSpPr>
            <p:spPr bwMode="auto">
              <a:xfrm>
                <a:off x="3833" y="2268"/>
                <a:ext cx="2" cy="4"/>
              </a:xfrm>
              <a:custGeom>
                <a:avLst/>
                <a:gdLst>
                  <a:gd name="T0" fmla="*/ 1 w 1"/>
                  <a:gd name="T1" fmla="*/ 1 h 2"/>
                  <a:gd name="T2" fmla="*/ 0 w 1"/>
                  <a:gd name="T3" fmla="*/ 1 h 2"/>
                  <a:gd name="T4" fmla="*/ 1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0" y="1"/>
                      <a:pt x="0" y="0"/>
                      <a:pt x="0" y="1"/>
                    </a:cubicBezTo>
                    <a:cubicBezTo>
                      <a:pt x="1" y="2"/>
                      <a:pt x="0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34" name="Freeform 315"/>
              <p:cNvSpPr/>
              <p:nvPr>
                <p:custDataLst>
                  <p:tags r:id="rId160"/>
                </p:custDataLst>
              </p:nvPr>
            </p:nvSpPr>
            <p:spPr bwMode="auto">
              <a:xfrm>
                <a:off x="3833" y="2328"/>
                <a:ext cx="9" cy="2"/>
              </a:xfrm>
              <a:custGeom>
                <a:avLst/>
                <a:gdLst>
                  <a:gd name="T0" fmla="*/ 0 w 4"/>
                  <a:gd name="T1" fmla="*/ 1 h 1"/>
                  <a:gd name="T2" fmla="*/ 4 w 4"/>
                  <a:gd name="T3" fmla="*/ 0 h 1"/>
                  <a:gd name="T4" fmla="*/ 4 w 4"/>
                  <a:gd name="T5" fmla="*/ 0 h 1"/>
                  <a:gd name="T6" fmla="*/ 3 w 4"/>
                  <a:gd name="T7" fmla="*/ 0 h 1"/>
                  <a:gd name="T8" fmla="*/ 2 w 4"/>
                  <a:gd name="T9" fmla="*/ 0 h 1"/>
                  <a:gd name="T10" fmla="*/ 0 w 4"/>
                  <a:gd name="T1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1" y="1"/>
                      <a:pt x="3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3" y="0"/>
                      <a:pt x="3" y="0"/>
                    </a:cubicBezTo>
                    <a:cubicBezTo>
                      <a:pt x="2" y="0"/>
                      <a:pt x="1" y="0"/>
                      <a:pt x="2" y="0"/>
                    </a:cubicBezTo>
                    <a:cubicBezTo>
                      <a:pt x="1" y="1"/>
                      <a:pt x="0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35" name="Freeform 316"/>
              <p:cNvSpPr/>
              <p:nvPr>
                <p:custDataLst>
                  <p:tags r:id="rId161"/>
                </p:custDataLst>
              </p:nvPr>
            </p:nvSpPr>
            <p:spPr bwMode="auto">
              <a:xfrm>
                <a:off x="3837" y="2330"/>
                <a:ext cx="5" cy="2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0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1" y="1"/>
                      <a:pt x="2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36" name="Freeform 317"/>
              <p:cNvSpPr/>
              <p:nvPr>
                <p:custDataLst>
                  <p:tags r:id="rId162"/>
                </p:custDataLst>
              </p:nvPr>
            </p:nvSpPr>
            <p:spPr bwMode="auto">
              <a:xfrm>
                <a:off x="3839" y="2328"/>
                <a:ext cx="5" cy="0"/>
              </a:xfrm>
              <a:custGeom>
                <a:avLst/>
                <a:gdLst>
                  <a:gd name="T0" fmla="*/ 1 w 2"/>
                  <a:gd name="T1" fmla="*/ 0 w 2"/>
                  <a:gd name="T2" fmla="*/ 1 w 2"/>
                  <a:gd name="T3" fmla="*/ 1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37" name="Freeform 318"/>
              <p:cNvSpPr/>
              <p:nvPr>
                <p:custDataLst>
                  <p:tags r:id="rId163"/>
                </p:custDataLst>
              </p:nvPr>
            </p:nvSpPr>
            <p:spPr bwMode="auto">
              <a:xfrm>
                <a:off x="3827" y="2268"/>
                <a:ext cx="2" cy="4"/>
              </a:xfrm>
              <a:custGeom>
                <a:avLst/>
                <a:gdLst>
                  <a:gd name="T0" fmla="*/ 1 w 1"/>
                  <a:gd name="T1" fmla="*/ 2 h 2"/>
                  <a:gd name="T2" fmla="*/ 0 w 1"/>
                  <a:gd name="T3" fmla="*/ 0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1"/>
                      <a:pt x="1" y="1"/>
                      <a:pt x="0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38" name="Freeform 319"/>
              <p:cNvSpPr/>
              <p:nvPr>
                <p:custDataLst>
                  <p:tags r:id="rId164"/>
                </p:custDataLst>
              </p:nvPr>
            </p:nvSpPr>
            <p:spPr bwMode="auto">
              <a:xfrm>
                <a:off x="3729" y="2856"/>
                <a:ext cx="6" cy="4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2 h 2"/>
                  <a:gd name="T4" fmla="*/ 3 w 3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2" y="1"/>
                      <a:pt x="2" y="1"/>
                      <a:pt x="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39" name="Freeform 320"/>
              <p:cNvSpPr/>
              <p:nvPr>
                <p:custDataLst>
                  <p:tags r:id="rId165"/>
                </p:custDataLst>
              </p:nvPr>
            </p:nvSpPr>
            <p:spPr bwMode="auto">
              <a:xfrm>
                <a:off x="3731" y="2854"/>
                <a:ext cx="2" cy="4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0 h 2"/>
                  <a:gd name="T4" fmla="*/ 0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2"/>
                      <a:pt x="0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40" name="Freeform 321"/>
              <p:cNvSpPr/>
              <p:nvPr>
                <p:custDataLst>
                  <p:tags r:id="rId166"/>
                </p:custDataLst>
              </p:nvPr>
            </p:nvSpPr>
            <p:spPr bwMode="auto">
              <a:xfrm>
                <a:off x="3897" y="2822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41" name="Freeform 322"/>
              <p:cNvSpPr/>
              <p:nvPr>
                <p:custDataLst>
                  <p:tags r:id="rId167"/>
                </p:custDataLst>
              </p:nvPr>
            </p:nvSpPr>
            <p:spPr bwMode="auto">
              <a:xfrm>
                <a:off x="4007" y="2790"/>
                <a:ext cx="2" cy="4"/>
              </a:xfrm>
              <a:custGeom>
                <a:avLst/>
                <a:gdLst>
                  <a:gd name="T0" fmla="*/ 2 w 2"/>
                  <a:gd name="T1" fmla="*/ 4 h 4"/>
                  <a:gd name="T2" fmla="*/ 2 w 2"/>
                  <a:gd name="T3" fmla="*/ 4 h 4"/>
                  <a:gd name="T4" fmla="*/ 0 w 2"/>
                  <a:gd name="T5" fmla="*/ 0 h 4"/>
                  <a:gd name="T6" fmla="*/ 2 w 2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lnTo>
                      <a:pt x="2" y="4"/>
                    </a:lnTo>
                    <a:lnTo>
                      <a:pt x="0" y="0"/>
                    </a:lnTo>
                    <a:lnTo>
                      <a:pt x="2" y="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42" name="Freeform 323"/>
              <p:cNvSpPr/>
              <p:nvPr>
                <p:custDataLst>
                  <p:tags r:id="rId168"/>
                </p:custDataLst>
              </p:nvPr>
            </p:nvSpPr>
            <p:spPr bwMode="auto">
              <a:xfrm>
                <a:off x="3971" y="2813"/>
                <a:ext cx="2" cy="4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1 h 2"/>
                  <a:gd name="T4" fmla="*/ 0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0"/>
                      <a:pt x="0" y="2"/>
                      <a:pt x="1" y="1"/>
                    </a:cubicBezTo>
                    <a:cubicBezTo>
                      <a:pt x="1" y="1"/>
                      <a:pt x="1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43" name="Freeform 324"/>
              <p:cNvSpPr/>
              <p:nvPr>
                <p:custDataLst>
                  <p:tags r:id="rId169"/>
                </p:custDataLst>
              </p:nvPr>
            </p:nvSpPr>
            <p:spPr bwMode="auto">
              <a:xfrm>
                <a:off x="3969" y="2501"/>
                <a:ext cx="2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44" name="Freeform 325"/>
              <p:cNvSpPr/>
              <p:nvPr>
                <p:custDataLst>
                  <p:tags r:id="rId170"/>
                </p:custDataLst>
              </p:nvPr>
            </p:nvSpPr>
            <p:spPr bwMode="auto">
              <a:xfrm>
                <a:off x="3850" y="286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45" name="Freeform 326"/>
              <p:cNvSpPr/>
              <p:nvPr>
                <p:custDataLst>
                  <p:tags r:id="rId171"/>
                </p:custDataLst>
              </p:nvPr>
            </p:nvSpPr>
            <p:spPr bwMode="auto">
              <a:xfrm>
                <a:off x="3668" y="2060"/>
                <a:ext cx="8" cy="17"/>
              </a:xfrm>
              <a:custGeom>
                <a:avLst/>
                <a:gdLst>
                  <a:gd name="T0" fmla="*/ 4 w 4"/>
                  <a:gd name="T1" fmla="*/ 0 h 8"/>
                  <a:gd name="T2" fmla="*/ 0 w 4"/>
                  <a:gd name="T3" fmla="*/ 6 h 8"/>
                  <a:gd name="T4" fmla="*/ 4 w 4"/>
                  <a:gd name="T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8">
                    <a:moveTo>
                      <a:pt x="4" y="0"/>
                    </a:moveTo>
                    <a:cubicBezTo>
                      <a:pt x="2" y="1"/>
                      <a:pt x="1" y="5"/>
                      <a:pt x="0" y="6"/>
                    </a:cubicBezTo>
                    <a:cubicBezTo>
                      <a:pt x="1" y="8"/>
                      <a:pt x="3" y="1"/>
                      <a:pt x="4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51" name="Freeform 327"/>
              <p:cNvSpPr/>
              <p:nvPr>
                <p:custDataLst>
                  <p:tags r:id="rId172"/>
                </p:custDataLst>
              </p:nvPr>
            </p:nvSpPr>
            <p:spPr bwMode="auto">
              <a:xfrm>
                <a:off x="3837" y="2328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52" name="Freeform 328"/>
              <p:cNvSpPr/>
              <p:nvPr>
                <p:custDataLst>
                  <p:tags r:id="rId173"/>
                </p:custDataLst>
              </p:nvPr>
            </p:nvSpPr>
            <p:spPr bwMode="auto">
              <a:xfrm>
                <a:off x="3965" y="2504"/>
                <a:ext cx="4" cy="2"/>
              </a:xfrm>
              <a:custGeom>
                <a:avLst/>
                <a:gdLst>
                  <a:gd name="T0" fmla="*/ 1 w 2"/>
                  <a:gd name="T1" fmla="*/ 0 h 1"/>
                  <a:gd name="T2" fmla="*/ 0 w 2"/>
                  <a:gd name="T3" fmla="*/ 0 h 1"/>
                  <a:gd name="T4" fmla="*/ 1 w 2"/>
                  <a:gd name="T5" fmla="*/ 1 h 1"/>
                  <a:gd name="T6" fmla="*/ 1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2" y="0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53" name="Freeform 329"/>
              <p:cNvSpPr/>
              <p:nvPr>
                <p:custDataLst>
                  <p:tags r:id="rId174"/>
                </p:custDataLst>
              </p:nvPr>
            </p:nvSpPr>
            <p:spPr bwMode="auto">
              <a:xfrm>
                <a:off x="3973" y="2476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0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54" name="Freeform 330"/>
              <p:cNvSpPr/>
              <p:nvPr>
                <p:custDataLst>
                  <p:tags r:id="rId175"/>
                </p:custDataLst>
              </p:nvPr>
            </p:nvSpPr>
            <p:spPr bwMode="auto">
              <a:xfrm>
                <a:off x="3965" y="2497"/>
                <a:ext cx="10" cy="4"/>
              </a:xfrm>
              <a:custGeom>
                <a:avLst/>
                <a:gdLst>
                  <a:gd name="T0" fmla="*/ 5 w 5"/>
                  <a:gd name="T1" fmla="*/ 1 h 2"/>
                  <a:gd name="T2" fmla="*/ 1 w 5"/>
                  <a:gd name="T3" fmla="*/ 2 h 2"/>
                  <a:gd name="T4" fmla="*/ 0 w 5"/>
                  <a:gd name="T5" fmla="*/ 2 h 2"/>
                  <a:gd name="T6" fmla="*/ 2 w 5"/>
                  <a:gd name="T7" fmla="*/ 2 h 2"/>
                  <a:gd name="T8" fmla="*/ 3 w 5"/>
                  <a:gd name="T9" fmla="*/ 1 h 2"/>
                  <a:gd name="T10" fmla="*/ 5 w 5"/>
                  <a:gd name="T11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2">
                    <a:moveTo>
                      <a:pt x="5" y="1"/>
                    </a:moveTo>
                    <a:cubicBezTo>
                      <a:pt x="4" y="0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1" y="2"/>
                      <a:pt x="2" y="2"/>
                      <a:pt x="2" y="2"/>
                    </a:cubicBezTo>
                    <a:cubicBezTo>
                      <a:pt x="2" y="2"/>
                      <a:pt x="4" y="2"/>
                      <a:pt x="3" y="1"/>
                    </a:cubicBezTo>
                    <a:cubicBezTo>
                      <a:pt x="4" y="1"/>
                      <a:pt x="5" y="1"/>
                      <a:pt x="5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55" name="Freeform 331"/>
              <p:cNvSpPr/>
              <p:nvPr>
                <p:custDataLst>
                  <p:tags r:id="rId176"/>
                </p:custDataLst>
              </p:nvPr>
            </p:nvSpPr>
            <p:spPr bwMode="auto">
              <a:xfrm>
                <a:off x="3835" y="2474"/>
                <a:ext cx="4" cy="0"/>
              </a:xfrm>
              <a:custGeom>
                <a:avLst/>
                <a:gdLst>
                  <a:gd name="T0" fmla="*/ 0 w 2"/>
                  <a:gd name="T1" fmla="*/ 1 w 2"/>
                  <a:gd name="T2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cubicBezTo>
                      <a:pt x="0" y="0"/>
                      <a:pt x="2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56" name="Freeform 332"/>
              <p:cNvSpPr/>
              <p:nvPr>
                <p:custDataLst>
                  <p:tags r:id="rId177"/>
                </p:custDataLst>
              </p:nvPr>
            </p:nvSpPr>
            <p:spPr bwMode="auto">
              <a:xfrm>
                <a:off x="3829" y="2345"/>
                <a:ext cx="4" cy="0"/>
              </a:xfrm>
              <a:custGeom>
                <a:avLst/>
                <a:gdLst>
                  <a:gd name="T0" fmla="*/ 1 w 2"/>
                  <a:gd name="T1" fmla="*/ 1 w 2"/>
                  <a:gd name="T2" fmla="*/ 1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1" y="0"/>
                    </a:moveTo>
                    <a:cubicBezTo>
                      <a:pt x="0" y="0"/>
                      <a:pt x="2" y="0"/>
                      <a:pt x="1" y="0"/>
                    </a:cubicBezTo>
                    <a:cubicBezTo>
                      <a:pt x="2" y="0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57" name="Freeform 333"/>
              <p:cNvSpPr/>
              <p:nvPr>
                <p:custDataLst>
                  <p:tags r:id="rId178"/>
                </p:custDataLst>
              </p:nvPr>
            </p:nvSpPr>
            <p:spPr bwMode="auto">
              <a:xfrm>
                <a:off x="3831" y="2336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58" name="Freeform 334"/>
              <p:cNvSpPr/>
              <p:nvPr>
                <p:custDataLst>
                  <p:tags r:id="rId179"/>
                </p:custDataLst>
              </p:nvPr>
            </p:nvSpPr>
            <p:spPr bwMode="auto">
              <a:xfrm>
                <a:off x="3850" y="2491"/>
                <a:ext cx="4" cy="2"/>
              </a:xfrm>
              <a:custGeom>
                <a:avLst/>
                <a:gdLst>
                  <a:gd name="T0" fmla="*/ 0 w 4"/>
                  <a:gd name="T1" fmla="*/ 2 h 2"/>
                  <a:gd name="T2" fmla="*/ 0 w 4"/>
                  <a:gd name="T3" fmla="*/ 2 h 2"/>
                  <a:gd name="T4" fmla="*/ 4 w 4"/>
                  <a:gd name="T5" fmla="*/ 0 h 2"/>
                  <a:gd name="T6" fmla="*/ 0 w 4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lnTo>
                      <a:pt x="0" y="2"/>
                    </a:lnTo>
                    <a:lnTo>
                      <a:pt x="4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59" name="Freeform 335"/>
              <p:cNvSpPr/>
              <p:nvPr>
                <p:custDataLst>
                  <p:tags r:id="rId180"/>
                </p:custDataLst>
              </p:nvPr>
            </p:nvSpPr>
            <p:spPr bwMode="auto">
              <a:xfrm>
                <a:off x="3835" y="2336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1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60" name="Rectangle 336"/>
              <p:cNvSpPr>
                <a:spLocks noChangeArrowheads="1"/>
              </p:cNvSpPr>
              <p:nvPr>
                <p:custDataLst>
                  <p:tags r:id="rId181"/>
                </p:custDataLst>
              </p:nvPr>
            </p:nvSpPr>
            <p:spPr bwMode="auto">
              <a:xfrm>
                <a:off x="3835" y="2434"/>
                <a:ext cx="2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61" name="Freeform 337"/>
              <p:cNvSpPr/>
              <p:nvPr>
                <p:custDataLst>
                  <p:tags r:id="rId182"/>
                </p:custDataLst>
              </p:nvPr>
            </p:nvSpPr>
            <p:spPr bwMode="auto">
              <a:xfrm>
                <a:off x="3831" y="2349"/>
                <a:ext cx="4" cy="0"/>
              </a:xfrm>
              <a:custGeom>
                <a:avLst/>
                <a:gdLst>
                  <a:gd name="T0" fmla="*/ 0 w 2"/>
                  <a:gd name="T1" fmla="*/ 2 w 2"/>
                  <a:gd name="T2" fmla="*/ 2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1" y="0"/>
                      <a:pt x="2" y="0"/>
                      <a:pt x="2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62" name="Freeform 338"/>
              <p:cNvSpPr/>
              <p:nvPr>
                <p:custDataLst>
                  <p:tags r:id="rId183"/>
                </p:custDataLst>
              </p:nvPr>
            </p:nvSpPr>
            <p:spPr bwMode="auto">
              <a:xfrm>
                <a:off x="3602" y="1823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0 w 1"/>
                  <a:gd name="T4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63" name="Freeform 339"/>
              <p:cNvSpPr/>
              <p:nvPr>
                <p:custDataLst>
                  <p:tags r:id="rId184"/>
                </p:custDataLst>
              </p:nvPr>
            </p:nvSpPr>
            <p:spPr bwMode="auto">
              <a:xfrm>
                <a:off x="3905" y="227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64" name="Freeform 340"/>
              <p:cNvSpPr/>
              <p:nvPr>
                <p:custDataLst>
                  <p:tags r:id="rId185"/>
                </p:custDataLst>
              </p:nvPr>
            </p:nvSpPr>
            <p:spPr bwMode="auto">
              <a:xfrm>
                <a:off x="3778" y="2979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1" y="0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65" name="Freeform 341"/>
              <p:cNvSpPr/>
              <p:nvPr>
                <p:custDataLst>
                  <p:tags r:id="rId186"/>
                </p:custDataLst>
              </p:nvPr>
            </p:nvSpPr>
            <p:spPr bwMode="auto">
              <a:xfrm>
                <a:off x="3746" y="2826"/>
                <a:ext cx="399" cy="167"/>
              </a:xfrm>
              <a:custGeom>
                <a:avLst/>
                <a:gdLst>
                  <a:gd name="T0" fmla="*/ 154 w 188"/>
                  <a:gd name="T1" fmla="*/ 20 h 79"/>
                  <a:gd name="T2" fmla="*/ 145 w 188"/>
                  <a:gd name="T3" fmla="*/ 25 h 79"/>
                  <a:gd name="T4" fmla="*/ 108 w 188"/>
                  <a:gd name="T5" fmla="*/ 47 h 79"/>
                  <a:gd name="T6" fmla="*/ 94 w 188"/>
                  <a:gd name="T7" fmla="*/ 49 h 79"/>
                  <a:gd name="T8" fmla="*/ 84 w 188"/>
                  <a:gd name="T9" fmla="*/ 48 h 79"/>
                  <a:gd name="T10" fmla="*/ 64 w 188"/>
                  <a:gd name="T11" fmla="*/ 52 h 79"/>
                  <a:gd name="T12" fmla="*/ 52 w 188"/>
                  <a:gd name="T13" fmla="*/ 54 h 79"/>
                  <a:gd name="T14" fmla="*/ 33 w 188"/>
                  <a:gd name="T15" fmla="*/ 56 h 79"/>
                  <a:gd name="T16" fmla="*/ 23 w 188"/>
                  <a:gd name="T17" fmla="*/ 60 h 79"/>
                  <a:gd name="T18" fmla="*/ 12 w 188"/>
                  <a:gd name="T19" fmla="*/ 55 h 79"/>
                  <a:gd name="T20" fmla="*/ 5 w 188"/>
                  <a:gd name="T21" fmla="*/ 55 h 79"/>
                  <a:gd name="T22" fmla="*/ 5 w 188"/>
                  <a:gd name="T23" fmla="*/ 53 h 79"/>
                  <a:gd name="T24" fmla="*/ 4 w 188"/>
                  <a:gd name="T25" fmla="*/ 51 h 79"/>
                  <a:gd name="T26" fmla="*/ 3 w 188"/>
                  <a:gd name="T27" fmla="*/ 53 h 79"/>
                  <a:gd name="T28" fmla="*/ 3 w 188"/>
                  <a:gd name="T29" fmla="*/ 56 h 79"/>
                  <a:gd name="T30" fmla="*/ 0 w 188"/>
                  <a:gd name="T31" fmla="*/ 58 h 79"/>
                  <a:gd name="T32" fmla="*/ 2 w 188"/>
                  <a:gd name="T33" fmla="*/ 61 h 79"/>
                  <a:gd name="T34" fmla="*/ 13 w 188"/>
                  <a:gd name="T35" fmla="*/ 66 h 79"/>
                  <a:gd name="T36" fmla="*/ 15 w 188"/>
                  <a:gd name="T37" fmla="*/ 70 h 79"/>
                  <a:gd name="T38" fmla="*/ 16 w 188"/>
                  <a:gd name="T39" fmla="*/ 72 h 79"/>
                  <a:gd name="T40" fmla="*/ 18 w 188"/>
                  <a:gd name="T41" fmla="*/ 76 h 79"/>
                  <a:gd name="T42" fmla="*/ 21 w 188"/>
                  <a:gd name="T43" fmla="*/ 71 h 79"/>
                  <a:gd name="T44" fmla="*/ 26 w 188"/>
                  <a:gd name="T45" fmla="*/ 67 h 79"/>
                  <a:gd name="T46" fmla="*/ 27 w 188"/>
                  <a:gd name="T47" fmla="*/ 76 h 79"/>
                  <a:gd name="T48" fmla="*/ 30 w 188"/>
                  <a:gd name="T49" fmla="*/ 74 h 79"/>
                  <a:gd name="T50" fmla="*/ 31 w 188"/>
                  <a:gd name="T51" fmla="*/ 78 h 79"/>
                  <a:gd name="T52" fmla="*/ 35 w 188"/>
                  <a:gd name="T53" fmla="*/ 74 h 79"/>
                  <a:gd name="T54" fmla="*/ 38 w 188"/>
                  <a:gd name="T55" fmla="*/ 73 h 79"/>
                  <a:gd name="T56" fmla="*/ 42 w 188"/>
                  <a:gd name="T57" fmla="*/ 64 h 79"/>
                  <a:gd name="T58" fmla="*/ 43 w 188"/>
                  <a:gd name="T59" fmla="*/ 76 h 79"/>
                  <a:gd name="T60" fmla="*/ 51 w 188"/>
                  <a:gd name="T61" fmla="*/ 72 h 79"/>
                  <a:gd name="T62" fmla="*/ 57 w 188"/>
                  <a:gd name="T63" fmla="*/ 72 h 79"/>
                  <a:gd name="T64" fmla="*/ 61 w 188"/>
                  <a:gd name="T65" fmla="*/ 70 h 79"/>
                  <a:gd name="T66" fmla="*/ 70 w 188"/>
                  <a:gd name="T67" fmla="*/ 68 h 79"/>
                  <a:gd name="T68" fmla="*/ 75 w 188"/>
                  <a:gd name="T69" fmla="*/ 71 h 79"/>
                  <a:gd name="T70" fmla="*/ 77 w 188"/>
                  <a:gd name="T71" fmla="*/ 68 h 79"/>
                  <a:gd name="T72" fmla="*/ 80 w 188"/>
                  <a:gd name="T73" fmla="*/ 68 h 79"/>
                  <a:gd name="T74" fmla="*/ 81 w 188"/>
                  <a:gd name="T75" fmla="*/ 66 h 79"/>
                  <a:gd name="T76" fmla="*/ 86 w 188"/>
                  <a:gd name="T77" fmla="*/ 67 h 79"/>
                  <a:gd name="T78" fmla="*/ 92 w 188"/>
                  <a:gd name="T79" fmla="*/ 65 h 79"/>
                  <a:gd name="T80" fmla="*/ 98 w 188"/>
                  <a:gd name="T81" fmla="*/ 64 h 79"/>
                  <a:gd name="T82" fmla="*/ 104 w 188"/>
                  <a:gd name="T83" fmla="*/ 60 h 79"/>
                  <a:gd name="T84" fmla="*/ 107 w 188"/>
                  <a:gd name="T85" fmla="*/ 62 h 79"/>
                  <a:gd name="T86" fmla="*/ 108 w 188"/>
                  <a:gd name="T87" fmla="*/ 62 h 79"/>
                  <a:gd name="T88" fmla="*/ 114 w 188"/>
                  <a:gd name="T89" fmla="*/ 59 h 79"/>
                  <a:gd name="T90" fmla="*/ 119 w 188"/>
                  <a:gd name="T91" fmla="*/ 59 h 79"/>
                  <a:gd name="T92" fmla="*/ 122 w 188"/>
                  <a:gd name="T93" fmla="*/ 52 h 79"/>
                  <a:gd name="T94" fmla="*/ 126 w 188"/>
                  <a:gd name="T95" fmla="*/ 52 h 79"/>
                  <a:gd name="T96" fmla="*/ 132 w 188"/>
                  <a:gd name="T97" fmla="*/ 50 h 79"/>
                  <a:gd name="T98" fmla="*/ 139 w 188"/>
                  <a:gd name="T99" fmla="*/ 45 h 79"/>
                  <a:gd name="T100" fmla="*/ 143 w 188"/>
                  <a:gd name="T101" fmla="*/ 43 h 79"/>
                  <a:gd name="T102" fmla="*/ 156 w 188"/>
                  <a:gd name="T103" fmla="*/ 39 h 79"/>
                  <a:gd name="T104" fmla="*/ 160 w 188"/>
                  <a:gd name="T105" fmla="*/ 37 h 79"/>
                  <a:gd name="T106" fmla="*/ 167 w 188"/>
                  <a:gd name="T107" fmla="*/ 26 h 79"/>
                  <a:gd name="T108" fmla="*/ 172 w 188"/>
                  <a:gd name="T109" fmla="*/ 21 h 79"/>
                  <a:gd name="T110" fmla="*/ 180 w 188"/>
                  <a:gd name="T111" fmla="*/ 0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88" h="79">
                    <a:moveTo>
                      <a:pt x="180" y="0"/>
                    </a:moveTo>
                    <a:cubicBezTo>
                      <a:pt x="179" y="5"/>
                      <a:pt x="175" y="6"/>
                      <a:pt x="171" y="7"/>
                    </a:cubicBezTo>
                    <a:cubicBezTo>
                      <a:pt x="170" y="8"/>
                      <a:pt x="169" y="10"/>
                      <a:pt x="168" y="10"/>
                    </a:cubicBezTo>
                    <a:cubicBezTo>
                      <a:pt x="164" y="15"/>
                      <a:pt x="157" y="14"/>
                      <a:pt x="154" y="19"/>
                    </a:cubicBezTo>
                    <a:cubicBezTo>
                      <a:pt x="155" y="19"/>
                      <a:pt x="155" y="20"/>
                      <a:pt x="155" y="21"/>
                    </a:cubicBezTo>
                    <a:cubicBezTo>
                      <a:pt x="154" y="20"/>
                      <a:pt x="154" y="20"/>
                      <a:pt x="154" y="20"/>
                    </a:cubicBezTo>
                    <a:cubicBezTo>
                      <a:pt x="155" y="22"/>
                      <a:pt x="155" y="22"/>
                      <a:pt x="155" y="22"/>
                    </a:cubicBezTo>
                    <a:cubicBezTo>
                      <a:pt x="155" y="22"/>
                      <a:pt x="154" y="20"/>
                      <a:pt x="154" y="20"/>
                    </a:cubicBezTo>
                    <a:cubicBezTo>
                      <a:pt x="152" y="21"/>
                      <a:pt x="151" y="23"/>
                      <a:pt x="149" y="23"/>
                    </a:cubicBezTo>
                    <a:cubicBezTo>
                      <a:pt x="149" y="25"/>
                      <a:pt x="148" y="24"/>
                      <a:pt x="149" y="26"/>
                    </a:cubicBezTo>
                    <a:cubicBezTo>
                      <a:pt x="148" y="25"/>
                      <a:pt x="148" y="25"/>
                      <a:pt x="148" y="25"/>
                    </a:cubicBezTo>
                    <a:cubicBezTo>
                      <a:pt x="147" y="27"/>
                      <a:pt x="147" y="27"/>
                      <a:pt x="145" y="25"/>
                    </a:cubicBezTo>
                    <a:cubicBezTo>
                      <a:pt x="139" y="27"/>
                      <a:pt x="134" y="30"/>
                      <a:pt x="128" y="32"/>
                    </a:cubicBezTo>
                    <a:cubicBezTo>
                      <a:pt x="123" y="34"/>
                      <a:pt x="118" y="39"/>
                      <a:pt x="112" y="41"/>
                    </a:cubicBezTo>
                    <a:cubicBezTo>
                      <a:pt x="112" y="45"/>
                      <a:pt x="111" y="43"/>
                      <a:pt x="110" y="47"/>
                    </a:cubicBezTo>
                    <a:cubicBezTo>
                      <a:pt x="110" y="46"/>
                      <a:pt x="110" y="46"/>
                      <a:pt x="110" y="46"/>
                    </a:cubicBezTo>
                    <a:cubicBezTo>
                      <a:pt x="110" y="47"/>
                      <a:pt x="109" y="46"/>
                      <a:pt x="107" y="45"/>
                    </a:cubicBezTo>
                    <a:cubicBezTo>
                      <a:pt x="108" y="46"/>
                      <a:pt x="107" y="45"/>
                      <a:pt x="108" y="47"/>
                    </a:cubicBezTo>
                    <a:cubicBezTo>
                      <a:pt x="108" y="49"/>
                      <a:pt x="106" y="45"/>
                      <a:pt x="106" y="46"/>
                    </a:cubicBezTo>
                    <a:cubicBezTo>
                      <a:pt x="105" y="45"/>
                      <a:pt x="106" y="47"/>
                      <a:pt x="106" y="46"/>
                    </a:cubicBezTo>
                    <a:cubicBezTo>
                      <a:pt x="105" y="49"/>
                      <a:pt x="106" y="45"/>
                      <a:pt x="103" y="44"/>
                    </a:cubicBezTo>
                    <a:cubicBezTo>
                      <a:pt x="101" y="45"/>
                      <a:pt x="98" y="48"/>
                      <a:pt x="95" y="47"/>
                    </a:cubicBezTo>
                    <a:cubicBezTo>
                      <a:pt x="95" y="47"/>
                      <a:pt x="96" y="49"/>
                      <a:pt x="96" y="49"/>
                    </a:cubicBezTo>
                    <a:cubicBezTo>
                      <a:pt x="95" y="46"/>
                      <a:pt x="95" y="50"/>
                      <a:pt x="94" y="49"/>
                    </a:cubicBezTo>
                    <a:cubicBezTo>
                      <a:pt x="94" y="48"/>
                      <a:pt x="94" y="48"/>
                      <a:pt x="94" y="48"/>
                    </a:cubicBezTo>
                    <a:cubicBezTo>
                      <a:pt x="93" y="47"/>
                      <a:pt x="92" y="49"/>
                      <a:pt x="91" y="48"/>
                    </a:cubicBezTo>
                    <a:cubicBezTo>
                      <a:pt x="90" y="49"/>
                      <a:pt x="88" y="47"/>
                      <a:pt x="88" y="49"/>
                    </a:cubicBezTo>
                    <a:cubicBezTo>
                      <a:pt x="88" y="47"/>
                      <a:pt x="87" y="48"/>
                      <a:pt x="87" y="47"/>
                    </a:cubicBezTo>
                    <a:cubicBezTo>
                      <a:pt x="87" y="51"/>
                      <a:pt x="84" y="46"/>
                      <a:pt x="84" y="49"/>
                    </a:cubicBezTo>
                    <a:cubicBezTo>
                      <a:pt x="84" y="48"/>
                      <a:pt x="84" y="48"/>
                      <a:pt x="84" y="48"/>
                    </a:cubicBezTo>
                    <a:cubicBezTo>
                      <a:pt x="81" y="49"/>
                      <a:pt x="77" y="49"/>
                      <a:pt x="74" y="51"/>
                    </a:cubicBezTo>
                    <a:cubicBezTo>
                      <a:pt x="73" y="52"/>
                      <a:pt x="70" y="48"/>
                      <a:pt x="69" y="50"/>
                    </a:cubicBezTo>
                    <a:cubicBezTo>
                      <a:pt x="68" y="52"/>
                      <a:pt x="68" y="52"/>
                      <a:pt x="68" y="52"/>
                    </a:cubicBezTo>
                    <a:cubicBezTo>
                      <a:pt x="68" y="52"/>
                      <a:pt x="68" y="51"/>
                      <a:pt x="68" y="51"/>
                    </a:cubicBezTo>
                    <a:cubicBezTo>
                      <a:pt x="67" y="52"/>
                      <a:pt x="66" y="51"/>
                      <a:pt x="65" y="51"/>
                    </a:cubicBezTo>
                    <a:cubicBezTo>
                      <a:pt x="65" y="51"/>
                      <a:pt x="64" y="52"/>
                      <a:pt x="64" y="52"/>
                    </a:cubicBezTo>
                    <a:cubicBezTo>
                      <a:pt x="63" y="50"/>
                      <a:pt x="61" y="54"/>
                      <a:pt x="60" y="52"/>
                    </a:cubicBezTo>
                    <a:cubicBezTo>
                      <a:pt x="61" y="55"/>
                      <a:pt x="59" y="54"/>
                      <a:pt x="59" y="55"/>
                    </a:cubicBezTo>
                    <a:cubicBezTo>
                      <a:pt x="58" y="55"/>
                      <a:pt x="58" y="54"/>
                      <a:pt x="58" y="53"/>
                    </a:cubicBezTo>
                    <a:cubicBezTo>
                      <a:pt x="57" y="53"/>
                      <a:pt x="57" y="54"/>
                      <a:pt x="56" y="53"/>
                    </a:cubicBezTo>
                    <a:cubicBezTo>
                      <a:pt x="55" y="53"/>
                      <a:pt x="55" y="55"/>
                      <a:pt x="54" y="55"/>
                    </a:cubicBezTo>
                    <a:cubicBezTo>
                      <a:pt x="54" y="52"/>
                      <a:pt x="53" y="54"/>
                      <a:pt x="52" y="54"/>
                    </a:cubicBezTo>
                    <a:cubicBezTo>
                      <a:pt x="52" y="56"/>
                      <a:pt x="52" y="57"/>
                      <a:pt x="51" y="56"/>
                    </a:cubicBezTo>
                    <a:cubicBezTo>
                      <a:pt x="51" y="54"/>
                      <a:pt x="51" y="54"/>
                      <a:pt x="51" y="54"/>
                    </a:cubicBezTo>
                    <a:cubicBezTo>
                      <a:pt x="49" y="56"/>
                      <a:pt x="46" y="53"/>
                      <a:pt x="43" y="56"/>
                    </a:cubicBezTo>
                    <a:cubicBezTo>
                      <a:pt x="43" y="54"/>
                      <a:pt x="43" y="54"/>
                      <a:pt x="43" y="54"/>
                    </a:cubicBezTo>
                    <a:cubicBezTo>
                      <a:pt x="41" y="56"/>
                      <a:pt x="38" y="54"/>
                      <a:pt x="36" y="57"/>
                    </a:cubicBezTo>
                    <a:cubicBezTo>
                      <a:pt x="35" y="56"/>
                      <a:pt x="34" y="56"/>
                      <a:pt x="33" y="56"/>
                    </a:cubicBezTo>
                    <a:cubicBezTo>
                      <a:pt x="32" y="57"/>
                      <a:pt x="32" y="57"/>
                      <a:pt x="31" y="59"/>
                    </a:cubicBezTo>
                    <a:cubicBezTo>
                      <a:pt x="31" y="59"/>
                      <a:pt x="31" y="58"/>
                      <a:pt x="31" y="57"/>
                    </a:cubicBezTo>
                    <a:cubicBezTo>
                      <a:pt x="30" y="57"/>
                      <a:pt x="29" y="54"/>
                      <a:pt x="28" y="57"/>
                    </a:cubicBezTo>
                    <a:cubicBezTo>
                      <a:pt x="28" y="55"/>
                      <a:pt x="28" y="55"/>
                      <a:pt x="28" y="55"/>
                    </a:cubicBezTo>
                    <a:cubicBezTo>
                      <a:pt x="27" y="57"/>
                      <a:pt x="25" y="58"/>
                      <a:pt x="25" y="57"/>
                    </a:cubicBezTo>
                    <a:cubicBezTo>
                      <a:pt x="24" y="58"/>
                      <a:pt x="23" y="58"/>
                      <a:pt x="23" y="60"/>
                    </a:cubicBezTo>
                    <a:cubicBezTo>
                      <a:pt x="23" y="60"/>
                      <a:pt x="23" y="57"/>
                      <a:pt x="23" y="59"/>
                    </a:cubicBezTo>
                    <a:cubicBezTo>
                      <a:pt x="23" y="57"/>
                      <a:pt x="23" y="57"/>
                      <a:pt x="23" y="57"/>
                    </a:cubicBezTo>
                    <a:cubicBezTo>
                      <a:pt x="21" y="56"/>
                      <a:pt x="19" y="56"/>
                      <a:pt x="17" y="57"/>
                    </a:cubicBezTo>
                    <a:cubicBezTo>
                      <a:pt x="17" y="55"/>
                      <a:pt x="15" y="57"/>
                      <a:pt x="14" y="55"/>
                    </a:cubicBezTo>
                    <a:cubicBezTo>
                      <a:pt x="13" y="56"/>
                      <a:pt x="13" y="54"/>
                      <a:pt x="11" y="56"/>
                    </a:cubicBezTo>
                    <a:cubicBezTo>
                      <a:pt x="12" y="55"/>
                      <a:pt x="12" y="55"/>
                      <a:pt x="12" y="55"/>
                    </a:cubicBezTo>
                    <a:cubicBezTo>
                      <a:pt x="11" y="54"/>
                      <a:pt x="10" y="54"/>
                      <a:pt x="9" y="53"/>
                    </a:cubicBezTo>
                    <a:cubicBezTo>
                      <a:pt x="9" y="52"/>
                      <a:pt x="8" y="54"/>
                      <a:pt x="7" y="54"/>
                    </a:cubicBezTo>
                    <a:cubicBezTo>
                      <a:pt x="8" y="53"/>
                      <a:pt x="8" y="53"/>
                      <a:pt x="8" y="53"/>
                    </a:cubicBezTo>
                    <a:cubicBezTo>
                      <a:pt x="8" y="53"/>
                      <a:pt x="7" y="54"/>
                      <a:pt x="6" y="55"/>
                    </a:cubicBezTo>
                    <a:cubicBezTo>
                      <a:pt x="6" y="54"/>
                      <a:pt x="6" y="54"/>
                      <a:pt x="6" y="54"/>
                    </a:cubicBezTo>
                    <a:cubicBezTo>
                      <a:pt x="5" y="55"/>
                      <a:pt x="5" y="55"/>
                      <a:pt x="5" y="55"/>
                    </a:cubicBezTo>
                    <a:cubicBezTo>
                      <a:pt x="5" y="55"/>
                      <a:pt x="5" y="56"/>
                      <a:pt x="5" y="56"/>
                    </a:cubicBezTo>
                    <a:cubicBezTo>
                      <a:pt x="5" y="55"/>
                      <a:pt x="4" y="56"/>
                      <a:pt x="4" y="54"/>
                    </a:cubicBezTo>
                    <a:cubicBezTo>
                      <a:pt x="5" y="54"/>
                      <a:pt x="7" y="53"/>
                      <a:pt x="8" y="52"/>
                    </a:cubicBezTo>
                    <a:cubicBezTo>
                      <a:pt x="8" y="51"/>
                      <a:pt x="5" y="53"/>
                      <a:pt x="6" y="52"/>
                    </a:cubicBezTo>
                    <a:cubicBezTo>
                      <a:pt x="6" y="51"/>
                      <a:pt x="6" y="51"/>
                      <a:pt x="5" y="51"/>
                    </a:cubicBezTo>
                    <a:cubicBezTo>
                      <a:pt x="5" y="52"/>
                      <a:pt x="5" y="52"/>
                      <a:pt x="5" y="53"/>
                    </a:cubicBezTo>
                    <a:cubicBezTo>
                      <a:pt x="5" y="53"/>
                      <a:pt x="5" y="52"/>
                      <a:pt x="5" y="52"/>
                    </a:cubicBezTo>
                    <a:cubicBezTo>
                      <a:pt x="4" y="52"/>
                      <a:pt x="4" y="52"/>
                      <a:pt x="4" y="52"/>
                    </a:cubicBezTo>
                    <a:cubicBezTo>
                      <a:pt x="4" y="52"/>
                      <a:pt x="4" y="52"/>
                      <a:pt x="5" y="52"/>
                    </a:cubicBezTo>
                    <a:cubicBezTo>
                      <a:pt x="5" y="51"/>
                      <a:pt x="5" y="51"/>
                      <a:pt x="5" y="51"/>
                    </a:cubicBezTo>
                    <a:cubicBezTo>
                      <a:pt x="4" y="52"/>
                      <a:pt x="4" y="52"/>
                      <a:pt x="4" y="52"/>
                    </a:cubicBezTo>
                    <a:cubicBezTo>
                      <a:pt x="4" y="51"/>
                      <a:pt x="4" y="51"/>
                      <a:pt x="4" y="51"/>
                    </a:cubicBezTo>
                    <a:cubicBezTo>
                      <a:pt x="3" y="51"/>
                      <a:pt x="3" y="51"/>
                      <a:pt x="2" y="50"/>
                    </a:cubicBezTo>
                    <a:cubicBezTo>
                      <a:pt x="1" y="52"/>
                      <a:pt x="4" y="46"/>
                      <a:pt x="0" y="55"/>
                    </a:cubicBezTo>
                    <a:cubicBezTo>
                      <a:pt x="1" y="55"/>
                      <a:pt x="1" y="55"/>
                      <a:pt x="1" y="55"/>
                    </a:cubicBezTo>
                    <a:cubicBezTo>
                      <a:pt x="2" y="54"/>
                      <a:pt x="2" y="54"/>
                      <a:pt x="2" y="54"/>
                    </a:cubicBezTo>
                    <a:cubicBezTo>
                      <a:pt x="2" y="54"/>
                      <a:pt x="3" y="54"/>
                      <a:pt x="3" y="54"/>
                    </a:cubicBezTo>
                    <a:cubicBezTo>
                      <a:pt x="3" y="54"/>
                      <a:pt x="3" y="53"/>
                      <a:pt x="3" y="53"/>
                    </a:cubicBezTo>
                    <a:cubicBezTo>
                      <a:pt x="3" y="53"/>
                      <a:pt x="3" y="54"/>
                      <a:pt x="3" y="53"/>
                    </a:cubicBezTo>
                    <a:cubicBezTo>
                      <a:pt x="3" y="52"/>
                      <a:pt x="4" y="51"/>
                      <a:pt x="4" y="53"/>
                    </a:cubicBezTo>
                    <a:cubicBezTo>
                      <a:pt x="4" y="54"/>
                      <a:pt x="4" y="54"/>
                      <a:pt x="4" y="55"/>
                    </a:cubicBezTo>
                    <a:cubicBezTo>
                      <a:pt x="4" y="55"/>
                      <a:pt x="3" y="56"/>
                      <a:pt x="3" y="56"/>
                    </a:cubicBezTo>
                    <a:cubicBezTo>
                      <a:pt x="3" y="56"/>
                      <a:pt x="3" y="56"/>
                      <a:pt x="3" y="56"/>
                    </a:cubicBezTo>
                    <a:cubicBezTo>
                      <a:pt x="3" y="56"/>
                      <a:pt x="3" y="56"/>
                      <a:pt x="3" y="56"/>
                    </a:cubicBezTo>
                    <a:cubicBezTo>
                      <a:pt x="3" y="56"/>
                      <a:pt x="3" y="56"/>
                      <a:pt x="3" y="56"/>
                    </a:cubicBezTo>
                    <a:cubicBezTo>
                      <a:pt x="3" y="56"/>
                      <a:pt x="3" y="56"/>
                      <a:pt x="3" y="56"/>
                    </a:cubicBezTo>
                    <a:cubicBezTo>
                      <a:pt x="3" y="56"/>
                      <a:pt x="3" y="55"/>
                      <a:pt x="3" y="55"/>
                    </a:cubicBezTo>
                    <a:cubicBezTo>
                      <a:pt x="2" y="55"/>
                      <a:pt x="2" y="56"/>
                      <a:pt x="1" y="56"/>
                    </a:cubicBezTo>
                    <a:cubicBezTo>
                      <a:pt x="2" y="56"/>
                      <a:pt x="2" y="56"/>
                      <a:pt x="2" y="56"/>
                    </a:cubicBezTo>
                    <a:cubicBezTo>
                      <a:pt x="0" y="58"/>
                      <a:pt x="0" y="58"/>
                      <a:pt x="0" y="58"/>
                    </a:cubicBezTo>
                    <a:cubicBezTo>
                      <a:pt x="2" y="57"/>
                      <a:pt x="2" y="57"/>
                      <a:pt x="3" y="58"/>
                    </a:cubicBezTo>
                    <a:cubicBezTo>
                      <a:pt x="3" y="58"/>
                      <a:pt x="3" y="58"/>
                      <a:pt x="3" y="58"/>
                    </a:cubicBezTo>
                    <a:cubicBezTo>
                      <a:pt x="3" y="58"/>
                      <a:pt x="3" y="58"/>
                      <a:pt x="3" y="58"/>
                    </a:cubicBezTo>
                    <a:cubicBezTo>
                      <a:pt x="3" y="58"/>
                      <a:pt x="3" y="58"/>
                      <a:pt x="3" y="58"/>
                    </a:cubicBezTo>
                    <a:cubicBezTo>
                      <a:pt x="3" y="60"/>
                      <a:pt x="4" y="57"/>
                      <a:pt x="4" y="58"/>
                    </a:cubicBezTo>
                    <a:cubicBezTo>
                      <a:pt x="4" y="58"/>
                      <a:pt x="2" y="60"/>
                      <a:pt x="2" y="61"/>
                    </a:cubicBezTo>
                    <a:cubicBezTo>
                      <a:pt x="3" y="62"/>
                      <a:pt x="6" y="61"/>
                      <a:pt x="6" y="63"/>
                    </a:cubicBezTo>
                    <a:cubicBezTo>
                      <a:pt x="7" y="63"/>
                      <a:pt x="8" y="63"/>
                      <a:pt x="9" y="62"/>
                    </a:cubicBezTo>
                    <a:cubicBezTo>
                      <a:pt x="10" y="62"/>
                      <a:pt x="8" y="65"/>
                      <a:pt x="9" y="64"/>
                    </a:cubicBezTo>
                    <a:cubicBezTo>
                      <a:pt x="9" y="65"/>
                      <a:pt x="9" y="66"/>
                      <a:pt x="8" y="66"/>
                    </a:cubicBezTo>
                    <a:cubicBezTo>
                      <a:pt x="9" y="66"/>
                      <a:pt x="10" y="67"/>
                      <a:pt x="10" y="65"/>
                    </a:cubicBezTo>
                    <a:cubicBezTo>
                      <a:pt x="11" y="66"/>
                      <a:pt x="12" y="67"/>
                      <a:pt x="13" y="66"/>
                    </a:cubicBezTo>
                    <a:cubicBezTo>
                      <a:pt x="13" y="66"/>
                      <a:pt x="12" y="68"/>
                      <a:pt x="12" y="69"/>
                    </a:cubicBezTo>
                    <a:cubicBezTo>
                      <a:pt x="13" y="67"/>
                      <a:pt x="15" y="67"/>
                      <a:pt x="15" y="67"/>
                    </a:cubicBezTo>
                    <a:cubicBezTo>
                      <a:pt x="16" y="66"/>
                      <a:pt x="16" y="66"/>
                      <a:pt x="16" y="64"/>
                    </a:cubicBezTo>
                    <a:cubicBezTo>
                      <a:pt x="16" y="64"/>
                      <a:pt x="17" y="63"/>
                      <a:pt x="17" y="63"/>
                    </a:cubicBezTo>
                    <a:cubicBezTo>
                      <a:pt x="17" y="65"/>
                      <a:pt x="16" y="68"/>
                      <a:pt x="17" y="68"/>
                    </a:cubicBezTo>
                    <a:cubicBezTo>
                      <a:pt x="16" y="71"/>
                      <a:pt x="15" y="67"/>
                      <a:pt x="15" y="70"/>
                    </a:cubicBezTo>
                    <a:cubicBezTo>
                      <a:pt x="14" y="72"/>
                      <a:pt x="12" y="72"/>
                      <a:pt x="12" y="70"/>
                    </a:cubicBezTo>
                    <a:cubicBezTo>
                      <a:pt x="11" y="73"/>
                      <a:pt x="13" y="71"/>
                      <a:pt x="12" y="73"/>
                    </a:cubicBezTo>
                    <a:cubicBezTo>
                      <a:pt x="13" y="73"/>
                      <a:pt x="14" y="72"/>
                      <a:pt x="15" y="72"/>
                    </a:cubicBezTo>
                    <a:cubicBezTo>
                      <a:pt x="15" y="71"/>
                      <a:pt x="15" y="70"/>
                      <a:pt x="16" y="70"/>
                    </a:cubicBezTo>
                    <a:cubicBezTo>
                      <a:pt x="17" y="67"/>
                      <a:pt x="16" y="72"/>
                      <a:pt x="17" y="72"/>
                    </a:cubicBezTo>
                    <a:cubicBezTo>
                      <a:pt x="16" y="72"/>
                      <a:pt x="16" y="72"/>
                      <a:pt x="16" y="72"/>
                    </a:cubicBezTo>
                    <a:cubicBezTo>
                      <a:pt x="16" y="73"/>
                      <a:pt x="17" y="72"/>
                      <a:pt x="18" y="72"/>
                    </a:cubicBezTo>
                    <a:cubicBezTo>
                      <a:pt x="17" y="75"/>
                      <a:pt x="17" y="72"/>
                      <a:pt x="16" y="74"/>
                    </a:cubicBezTo>
                    <a:cubicBezTo>
                      <a:pt x="16" y="76"/>
                      <a:pt x="16" y="76"/>
                      <a:pt x="16" y="76"/>
                    </a:cubicBezTo>
                    <a:cubicBezTo>
                      <a:pt x="17" y="77"/>
                      <a:pt x="17" y="74"/>
                      <a:pt x="18" y="75"/>
                    </a:cubicBezTo>
                    <a:cubicBezTo>
                      <a:pt x="17" y="76"/>
                      <a:pt x="17" y="76"/>
                      <a:pt x="17" y="76"/>
                    </a:cubicBezTo>
                    <a:cubicBezTo>
                      <a:pt x="18" y="76"/>
                      <a:pt x="18" y="76"/>
                      <a:pt x="18" y="76"/>
                    </a:cubicBezTo>
                    <a:cubicBezTo>
                      <a:pt x="18" y="74"/>
                      <a:pt x="19" y="73"/>
                      <a:pt x="18" y="73"/>
                    </a:cubicBezTo>
                    <a:cubicBezTo>
                      <a:pt x="19" y="70"/>
                      <a:pt x="19" y="72"/>
                      <a:pt x="20" y="72"/>
                    </a:cubicBezTo>
                    <a:cubicBezTo>
                      <a:pt x="20" y="70"/>
                      <a:pt x="19" y="72"/>
                      <a:pt x="20" y="70"/>
                    </a:cubicBezTo>
                    <a:cubicBezTo>
                      <a:pt x="20" y="69"/>
                      <a:pt x="20" y="69"/>
                      <a:pt x="21" y="69"/>
                    </a:cubicBezTo>
                    <a:cubicBezTo>
                      <a:pt x="22" y="69"/>
                      <a:pt x="21" y="71"/>
                      <a:pt x="21" y="72"/>
                    </a:cubicBezTo>
                    <a:cubicBezTo>
                      <a:pt x="21" y="72"/>
                      <a:pt x="20" y="72"/>
                      <a:pt x="21" y="71"/>
                    </a:cubicBezTo>
                    <a:cubicBezTo>
                      <a:pt x="19" y="73"/>
                      <a:pt x="20" y="75"/>
                      <a:pt x="19" y="76"/>
                    </a:cubicBezTo>
                    <a:cubicBezTo>
                      <a:pt x="20" y="77"/>
                      <a:pt x="20" y="75"/>
                      <a:pt x="21" y="75"/>
                    </a:cubicBezTo>
                    <a:cubicBezTo>
                      <a:pt x="21" y="74"/>
                      <a:pt x="21" y="73"/>
                      <a:pt x="21" y="72"/>
                    </a:cubicBezTo>
                    <a:cubicBezTo>
                      <a:pt x="23" y="68"/>
                      <a:pt x="21" y="76"/>
                      <a:pt x="23" y="75"/>
                    </a:cubicBezTo>
                    <a:cubicBezTo>
                      <a:pt x="23" y="72"/>
                      <a:pt x="25" y="71"/>
                      <a:pt x="25" y="68"/>
                    </a:cubicBezTo>
                    <a:cubicBezTo>
                      <a:pt x="25" y="67"/>
                      <a:pt x="25" y="66"/>
                      <a:pt x="26" y="67"/>
                    </a:cubicBezTo>
                    <a:cubicBezTo>
                      <a:pt x="25" y="69"/>
                      <a:pt x="26" y="68"/>
                      <a:pt x="25" y="70"/>
                    </a:cubicBezTo>
                    <a:cubicBezTo>
                      <a:pt x="25" y="70"/>
                      <a:pt x="25" y="70"/>
                      <a:pt x="25" y="70"/>
                    </a:cubicBezTo>
                    <a:cubicBezTo>
                      <a:pt x="24" y="73"/>
                      <a:pt x="24" y="73"/>
                      <a:pt x="24" y="73"/>
                    </a:cubicBezTo>
                    <a:cubicBezTo>
                      <a:pt x="25" y="74"/>
                      <a:pt x="25" y="76"/>
                      <a:pt x="26" y="77"/>
                    </a:cubicBezTo>
                    <a:cubicBezTo>
                      <a:pt x="26" y="76"/>
                      <a:pt x="26" y="75"/>
                      <a:pt x="26" y="74"/>
                    </a:cubicBezTo>
                    <a:cubicBezTo>
                      <a:pt x="26" y="75"/>
                      <a:pt x="26" y="76"/>
                      <a:pt x="27" y="76"/>
                    </a:cubicBezTo>
                    <a:cubicBezTo>
                      <a:pt x="26" y="76"/>
                      <a:pt x="27" y="74"/>
                      <a:pt x="27" y="73"/>
                    </a:cubicBezTo>
                    <a:cubicBezTo>
                      <a:pt x="28" y="73"/>
                      <a:pt x="28" y="75"/>
                      <a:pt x="28" y="76"/>
                    </a:cubicBezTo>
                    <a:cubicBezTo>
                      <a:pt x="27" y="77"/>
                      <a:pt x="27" y="77"/>
                      <a:pt x="27" y="77"/>
                    </a:cubicBezTo>
                    <a:cubicBezTo>
                      <a:pt x="28" y="76"/>
                      <a:pt x="28" y="78"/>
                      <a:pt x="28" y="78"/>
                    </a:cubicBezTo>
                    <a:cubicBezTo>
                      <a:pt x="28" y="76"/>
                      <a:pt x="29" y="75"/>
                      <a:pt x="29" y="73"/>
                    </a:cubicBezTo>
                    <a:cubicBezTo>
                      <a:pt x="30" y="73"/>
                      <a:pt x="30" y="74"/>
                      <a:pt x="30" y="74"/>
                    </a:cubicBezTo>
                    <a:cubicBezTo>
                      <a:pt x="29" y="75"/>
                      <a:pt x="29" y="75"/>
                      <a:pt x="29" y="75"/>
                    </a:cubicBezTo>
                    <a:cubicBezTo>
                      <a:pt x="30" y="75"/>
                      <a:pt x="29" y="78"/>
                      <a:pt x="30" y="78"/>
                    </a:cubicBezTo>
                    <a:cubicBezTo>
                      <a:pt x="30" y="76"/>
                      <a:pt x="30" y="76"/>
                      <a:pt x="30" y="76"/>
                    </a:cubicBezTo>
                    <a:cubicBezTo>
                      <a:pt x="30" y="78"/>
                      <a:pt x="30" y="78"/>
                      <a:pt x="30" y="78"/>
                    </a:cubicBezTo>
                    <a:cubicBezTo>
                      <a:pt x="31" y="77"/>
                      <a:pt x="31" y="77"/>
                      <a:pt x="31" y="76"/>
                    </a:cubicBezTo>
                    <a:cubicBezTo>
                      <a:pt x="31" y="78"/>
                      <a:pt x="31" y="78"/>
                      <a:pt x="31" y="78"/>
                    </a:cubicBezTo>
                    <a:cubicBezTo>
                      <a:pt x="32" y="77"/>
                      <a:pt x="32" y="75"/>
                      <a:pt x="33" y="77"/>
                    </a:cubicBezTo>
                    <a:cubicBezTo>
                      <a:pt x="32" y="74"/>
                      <a:pt x="32" y="77"/>
                      <a:pt x="32" y="75"/>
                    </a:cubicBezTo>
                    <a:cubicBezTo>
                      <a:pt x="31" y="73"/>
                      <a:pt x="32" y="74"/>
                      <a:pt x="33" y="73"/>
                    </a:cubicBezTo>
                    <a:cubicBezTo>
                      <a:pt x="32" y="76"/>
                      <a:pt x="33" y="74"/>
                      <a:pt x="34" y="74"/>
                    </a:cubicBezTo>
                    <a:cubicBezTo>
                      <a:pt x="34" y="75"/>
                      <a:pt x="34" y="75"/>
                      <a:pt x="34" y="76"/>
                    </a:cubicBezTo>
                    <a:cubicBezTo>
                      <a:pt x="35" y="74"/>
                      <a:pt x="35" y="74"/>
                      <a:pt x="35" y="74"/>
                    </a:cubicBezTo>
                    <a:cubicBezTo>
                      <a:pt x="35" y="78"/>
                      <a:pt x="36" y="73"/>
                      <a:pt x="36" y="74"/>
                    </a:cubicBezTo>
                    <a:cubicBezTo>
                      <a:pt x="36" y="75"/>
                      <a:pt x="36" y="77"/>
                      <a:pt x="36" y="77"/>
                    </a:cubicBezTo>
                    <a:cubicBezTo>
                      <a:pt x="36" y="75"/>
                      <a:pt x="37" y="74"/>
                      <a:pt x="37" y="72"/>
                    </a:cubicBezTo>
                    <a:cubicBezTo>
                      <a:pt x="38" y="73"/>
                      <a:pt x="36" y="76"/>
                      <a:pt x="37" y="78"/>
                    </a:cubicBezTo>
                    <a:cubicBezTo>
                      <a:pt x="37" y="75"/>
                      <a:pt x="38" y="79"/>
                      <a:pt x="38" y="76"/>
                    </a:cubicBezTo>
                    <a:cubicBezTo>
                      <a:pt x="37" y="75"/>
                      <a:pt x="38" y="75"/>
                      <a:pt x="38" y="73"/>
                    </a:cubicBezTo>
                    <a:cubicBezTo>
                      <a:pt x="39" y="74"/>
                      <a:pt x="38" y="75"/>
                      <a:pt x="39" y="75"/>
                    </a:cubicBezTo>
                    <a:cubicBezTo>
                      <a:pt x="39" y="75"/>
                      <a:pt x="39" y="73"/>
                      <a:pt x="39" y="72"/>
                    </a:cubicBezTo>
                    <a:cubicBezTo>
                      <a:pt x="39" y="73"/>
                      <a:pt x="40" y="70"/>
                      <a:pt x="40" y="72"/>
                    </a:cubicBezTo>
                    <a:cubicBezTo>
                      <a:pt x="41" y="74"/>
                      <a:pt x="39" y="73"/>
                      <a:pt x="40" y="74"/>
                    </a:cubicBezTo>
                    <a:cubicBezTo>
                      <a:pt x="41" y="74"/>
                      <a:pt x="40" y="70"/>
                      <a:pt x="41" y="69"/>
                    </a:cubicBezTo>
                    <a:cubicBezTo>
                      <a:pt x="41" y="68"/>
                      <a:pt x="41" y="65"/>
                      <a:pt x="42" y="64"/>
                    </a:cubicBezTo>
                    <a:cubicBezTo>
                      <a:pt x="43" y="65"/>
                      <a:pt x="41" y="65"/>
                      <a:pt x="42" y="68"/>
                    </a:cubicBezTo>
                    <a:cubicBezTo>
                      <a:pt x="42" y="67"/>
                      <a:pt x="42" y="67"/>
                      <a:pt x="42" y="67"/>
                    </a:cubicBezTo>
                    <a:cubicBezTo>
                      <a:pt x="43" y="70"/>
                      <a:pt x="41" y="72"/>
                      <a:pt x="41" y="74"/>
                    </a:cubicBezTo>
                    <a:cubicBezTo>
                      <a:pt x="42" y="73"/>
                      <a:pt x="42" y="73"/>
                      <a:pt x="42" y="73"/>
                    </a:cubicBezTo>
                    <a:cubicBezTo>
                      <a:pt x="42" y="77"/>
                      <a:pt x="42" y="77"/>
                      <a:pt x="42" y="77"/>
                    </a:cubicBezTo>
                    <a:cubicBezTo>
                      <a:pt x="42" y="75"/>
                      <a:pt x="43" y="76"/>
                      <a:pt x="43" y="76"/>
                    </a:cubicBezTo>
                    <a:cubicBezTo>
                      <a:pt x="43" y="74"/>
                      <a:pt x="43" y="76"/>
                      <a:pt x="43" y="75"/>
                    </a:cubicBezTo>
                    <a:cubicBezTo>
                      <a:pt x="43" y="74"/>
                      <a:pt x="43" y="71"/>
                      <a:pt x="44" y="73"/>
                    </a:cubicBezTo>
                    <a:cubicBezTo>
                      <a:pt x="44" y="74"/>
                      <a:pt x="44" y="75"/>
                      <a:pt x="44" y="76"/>
                    </a:cubicBezTo>
                    <a:cubicBezTo>
                      <a:pt x="45" y="77"/>
                      <a:pt x="44" y="74"/>
                      <a:pt x="45" y="75"/>
                    </a:cubicBezTo>
                    <a:cubicBezTo>
                      <a:pt x="45" y="76"/>
                      <a:pt x="45" y="76"/>
                      <a:pt x="45" y="76"/>
                    </a:cubicBezTo>
                    <a:cubicBezTo>
                      <a:pt x="47" y="76"/>
                      <a:pt x="50" y="76"/>
                      <a:pt x="51" y="72"/>
                    </a:cubicBezTo>
                    <a:cubicBezTo>
                      <a:pt x="52" y="73"/>
                      <a:pt x="52" y="73"/>
                      <a:pt x="53" y="74"/>
                    </a:cubicBezTo>
                    <a:cubicBezTo>
                      <a:pt x="53" y="74"/>
                      <a:pt x="53" y="73"/>
                      <a:pt x="53" y="72"/>
                    </a:cubicBezTo>
                    <a:cubicBezTo>
                      <a:pt x="54" y="74"/>
                      <a:pt x="54" y="74"/>
                      <a:pt x="54" y="74"/>
                    </a:cubicBezTo>
                    <a:cubicBezTo>
                      <a:pt x="55" y="76"/>
                      <a:pt x="55" y="74"/>
                      <a:pt x="56" y="72"/>
                    </a:cubicBezTo>
                    <a:cubicBezTo>
                      <a:pt x="56" y="74"/>
                      <a:pt x="56" y="74"/>
                      <a:pt x="56" y="74"/>
                    </a:cubicBezTo>
                    <a:cubicBezTo>
                      <a:pt x="57" y="75"/>
                      <a:pt x="56" y="73"/>
                      <a:pt x="57" y="72"/>
                    </a:cubicBezTo>
                    <a:cubicBezTo>
                      <a:pt x="57" y="74"/>
                      <a:pt x="57" y="74"/>
                      <a:pt x="57" y="74"/>
                    </a:cubicBezTo>
                    <a:cubicBezTo>
                      <a:pt x="57" y="72"/>
                      <a:pt x="57" y="72"/>
                      <a:pt x="57" y="72"/>
                    </a:cubicBezTo>
                    <a:cubicBezTo>
                      <a:pt x="58" y="72"/>
                      <a:pt x="58" y="72"/>
                      <a:pt x="58" y="74"/>
                    </a:cubicBezTo>
                    <a:cubicBezTo>
                      <a:pt x="59" y="74"/>
                      <a:pt x="59" y="73"/>
                      <a:pt x="58" y="73"/>
                    </a:cubicBezTo>
                    <a:cubicBezTo>
                      <a:pt x="59" y="74"/>
                      <a:pt x="60" y="74"/>
                      <a:pt x="61" y="73"/>
                    </a:cubicBezTo>
                    <a:cubicBezTo>
                      <a:pt x="61" y="72"/>
                      <a:pt x="61" y="72"/>
                      <a:pt x="61" y="70"/>
                    </a:cubicBezTo>
                    <a:cubicBezTo>
                      <a:pt x="61" y="68"/>
                      <a:pt x="61" y="71"/>
                      <a:pt x="61" y="69"/>
                    </a:cubicBezTo>
                    <a:cubicBezTo>
                      <a:pt x="61" y="70"/>
                      <a:pt x="62" y="71"/>
                      <a:pt x="61" y="72"/>
                    </a:cubicBezTo>
                    <a:cubicBezTo>
                      <a:pt x="63" y="75"/>
                      <a:pt x="64" y="72"/>
                      <a:pt x="66" y="72"/>
                    </a:cubicBezTo>
                    <a:cubicBezTo>
                      <a:pt x="66" y="71"/>
                      <a:pt x="66" y="71"/>
                      <a:pt x="66" y="71"/>
                    </a:cubicBezTo>
                    <a:cubicBezTo>
                      <a:pt x="68" y="73"/>
                      <a:pt x="68" y="71"/>
                      <a:pt x="70" y="72"/>
                    </a:cubicBezTo>
                    <a:cubicBezTo>
                      <a:pt x="69" y="71"/>
                      <a:pt x="69" y="68"/>
                      <a:pt x="70" y="68"/>
                    </a:cubicBezTo>
                    <a:cubicBezTo>
                      <a:pt x="70" y="66"/>
                      <a:pt x="70" y="70"/>
                      <a:pt x="71" y="71"/>
                    </a:cubicBezTo>
                    <a:cubicBezTo>
                      <a:pt x="71" y="71"/>
                      <a:pt x="72" y="70"/>
                      <a:pt x="72" y="70"/>
                    </a:cubicBezTo>
                    <a:cubicBezTo>
                      <a:pt x="72" y="71"/>
                      <a:pt x="72" y="71"/>
                      <a:pt x="72" y="71"/>
                    </a:cubicBezTo>
                    <a:cubicBezTo>
                      <a:pt x="72" y="70"/>
                      <a:pt x="73" y="69"/>
                      <a:pt x="73" y="70"/>
                    </a:cubicBezTo>
                    <a:cubicBezTo>
                      <a:pt x="73" y="70"/>
                      <a:pt x="73" y="70"/>
                      <a:pt x="73" y="70"/>
                    </a:cubicBezTo>
                    <a:cubicBezTo>
                      <a:pt x="74" y="70"/>
                      <a:pt x="74" y="71"/>
                      <a:pt x="75" y="71"/>
                    </a:cubicBezTo>
                    <a:cubicBezTo>
                      <a:pt x="75" y="69"/>
                      <a:pt x="76" y="70"/>
                      <a:pt x="76" y="69"/>
                    </a:cubicBezTo>
                    <a:cubicBezTo>
                      <a:pt x="76" y="69"/>
                      <a:pt x="76" y="69"/>
                      <a:pt x="76" y="69"/>
                    </a:cubicBezTo>
                    <a:cubicBezTo>
                      <a:pt x="76" y="68"/>
                      <a:pt x="76" y="68"/>
                      <a:pt x="76" y="68"/>
                    </a:cubicBezTo>
                    <a:cubicBezTo>
                      <a:pt x="76" y="68"/>
                      <a:pt x="76" y="68"/>
                      <a:pt x="76" y="68"/>
                    </a:cubicBezTo>
                    <a:cubicBezTo>
                      <a:pt x="76" y="70"/>
                      <a:pt x="76" y="70"/>
                      <a:pt x="76" y="70"/>
                    </a:cubicBezTo>
                    <a:cubicBezTo>
                      <a:pt x="77" y="71"/>
                      <a:pt x="76" y="69"/>
                      <a:pt x="77" y="68"/>
                    </a:cubicBezTo>
                    <a:cubicBezTo>
                      <a:pt x="77" y="67"/>
                      <a:pt x="77" y="68"/>
                      <a:pt x="77" y="69"/>
                    </a:cubicBezTo>
                    <a:cubicBezTo>
                      <a:pt x="77" y="70"/>
                      <a:pt x="77" y="68"/>
                      <a:pt x="77" y="69"/>
                    </a:cubicBezTo>
                    <a:cubicBezTo>
                      <a:pt x="77" y="70"/>
                      <a:pt x="77" y="69"/>
                      <a:pt x="77" y="70"/>
                    </a:cubicBezTo>
                    <a:cubicBezTo>
                      <a:pt x="78" y="70"/>
                      <a:pt x="77" y="68"/>
                      <a:pt x="78" y="69"/>
                    </a:cubicBezTo>
                    <a:cubicBezTo>
                      <a:pt x="78" y="69"/>
                      <a:pt x="79" y="68"/>
                      <a:pt x="79" y="70"/>
                    </a:cubicBezTo>
                    <a:cubicBezTo>
                      <a:pt x="79" y="69"/>
                      <a:pt x="80" y="69"/>
                      <a:pt x="80" y="68"/>
                    </a:cubicBezTo>
                    <a:cubicBezTo>
                      <a:pt x="79" y="68"/>
                      <a:pt x="79" y="68"/>
                      <a:pt x="79" y="66"/>
                    </a:cubicBezTo>
                    <a:cubicBezTo>
                      <a:pt x="79" y="66"/>
                      <a:pt x="79" y="66"/>
                      <a:pt x="79" y="66"/>
                    </a:cubicBezTo>
                    <a:cubicBezTo>
                      <a:pt x="79" y="67"/>
                      <a:pt x="79" y="67"/>
                      <a:pt x="79" y="67"/>
                    </a:cubicBezTo>
                    <a:cubicBezTo>
                      <a:pt x="79" y="66"/>
                      <a:pt x="80" y="67"/>
                      <a:pt x="80" y="65"/>
                    </a:cubicBezTo>
                    <a:cubicBezTo>
                      <a:pt x="80" y="67"/>
                      <a:pt x="80" y="67"/>
                      <a:pt x="80" y="67"/>
                    </a:cubicBezTo>
                    <a:cubicBezTo>
                      <a:pt x="80" y="66"/>
                      <a:pt x="81" y="66"/>
                      <a:pt x="81" y="66"/>
                    </a:cubicBezTo>
                    <a:cubicBezTo>
                      <a:pt x="82" y="67"/>
                      <a:pt x="82" y="69"/>
                      <a:pt x="82" y="70"/>
                    </a:cubicBezTo>
                    <a:cubicBezTo>
                      <a:pt x="83" y="68"/>
                      <a:pt x="83" y="68"/>
                      <a:pt x="83" y="68"/>
                    </a:cubicBezTo>
                    <a:cubicBezTo>
                      <a:pt x="83" y="68"/>
                      <a:pt x="83" y="68"/>
                      <a:pt x="83" y="69"/>
                    </a:cubicBezTo>
                    <a:cubicBezTo>
                      <a:pt x="85" y="70"/>
                      <a:pt x="84" y="64"/>
                      <a:pt x="85" y="65"/>
                    </a:cubicBezTo>
                    <a:cubicBezTo>
                      <a:pt x="85" y="67"/>
                      <a:pt x="85" y="68"/>
                      <a:pt x="86" y="68"/>
                    </a:cubicBezTo>
                    <a:cubicBezTo>
                      <a:pt x="86" y="68"/>
                      <a:pt x="86" y="67"/>
                      <a:pt x="86" y="67"/>
                    </a:cubicBezTo>
                    <a:cubicBezTo>
                      <a:pt x="86" y="66"/>
                      <a:pt x="86" y="68"/>
                      <a:pt x="85" y="67"/>
                    </a:cubicBezTo>
                    <a:cubicBezTo>
                      <a:pt x="85" y="66"/>
                      <a:pt x="86" y="66"/>
                      <a:pt x="86" y="66"/>
                    </a:cubicBezTo>
                    <a:cubicBezTo>
                      <a:pt x="87" y="70"/>
                      <a:pt x="89" y="66"/>
                      <a:pt x="91" y="68"/>
                    </a:cubicBezTo>
                    <a:cubicBezTo>
                      <a:pt x="90" y="66"/>
                      <a:pt x="91" y="67"/>
                      <a:pt x="91" y="66"/>
                    </a:cubicBezTo>
                    <a:cubicBezTo>
                      <a:pt x="92" y="69"/>
                      <a:pt x="92" y="66"/>
                      <a:pt x="93" y="67"/>
                    </a:cubicBezTo>
                    <a:cubicBezTo>
                      <a:pt x="92" y="65"/>
                      <a:pt x="92" y="65"/>
                      <a:pt x="92" y="65"/>
                    </a:cubicBezTo>
                    <a:cubicBezTo>
                      <a:pt x="93" y="66"/>
                      <a:pt x="92" y="61"/>
                      <a:pt x="94" y="63"/>
                    </a:cubicBezTo>
                    <a:cubicBezTo>
                      <a:pt x="94" y="64"/>
                      <a:pt x="94" y="65"/>
                      <a:pt x="94" y="66"/>
                    </a:cubicBezTo>
                    <a:cubicBezTo>
                      <a:pt x="95" y="68"/>
                      <a:pt x="95" y="63"/>
                      <a:pt x="96" y="66"/>
                    </a:cubicBezTo>
                    <a:cubicBezTo>
                      <a:pt x="96" y="65"/>
                      <a:pt x="95" y="63"/>
                      <a:pt x="96" y="62"/>
                    </a:cubicBezTo>
                    <a:cubicBezTo>
                      <a:pt x="96" y="63"/>
                      <a:pt x="98" y="64"/>
                      <a:pt x="98" y="65"/>
                    </a:cubicBezTo>
                    <a:cubicBezTo>
                      <a:pt x="98" y="64"/>
                      <a:pt x="98" y="64"/>
                      <a:pt x="98" y="64"/>
                    </a:cubicBezTo>
                    <a:cubicBezTo>
                      <a:pt x="99" y="65"/>
                      <a:pt x="98" y="65"/>
                      <a:pt x="98" y="65"/>
                    </a:cubicBezTo>
                    <a:cubicBezTo>
                      <a:pt x="99" y="66"/>
                      <a:pt x="99" y="65"/>
                      <a:pt x="100" y="64"/>
                    </a:cubicBezTo>
                    <a:cubicBezTo>
                      <a:pt x="101" y="65"/>
                      <a:pt x="101" y="64"/>
                      <a:pt x="102" y="65"/>
                    </a:cubicBezTo>
                    <a:cubicBezTo>
                      <a:pt x="102" y="63"/>
                      <a:pt x="104" y="66"/>
                      <a:pt x="103" y="63"/>
                    </a:cubicBezTo>
                    <a:cubicBezTo>
                      <a:pt x="104" y="64"/>
                      <a:pt x="104" y="64"/>
                      <a:pt x="104" y="64"/>
                    </a:cubicBezTo>
                    <a:cubicBezTo>
                      <a:pt x="104" y="63"/>
                      <a:pt x="103" y="61"/>
                      <a:pt x="104" y="60"/>
                    </a:cubicBezTo>
                    <a:cubicBezTo>
                      <a:pt x="104" y="62"/>
                      <a:pt x="104" y="62"/>
                      <a:pt x="104" y="62"/>
                    </a:cubicBezTo>
                    <a:cubicBezTo>
                      <a:pt x="105" y="65"/>
                      <a:pt x="105" y="63"/>
                      <a:pt x="106" y="64"/>
                    </a:cubicBezTo>
                    <a:cubicBezTo>
                      <a:pt x="105" y="62"/>
                      <a:pt x="106" y="64"/>
                      <a:pt x="106" y="62"/>
                    </a:cubicBezTo>
                    <a:cubicBezTo>
                      <a:pt x="106" y="62"/>
                      <a:pt x="106" y="62"/>
                      <a:pt x="106" y="62"/>
                    </a:cubicBezTo>
                    <a:cubicBezTo>
                      <a:pt x="106" y="61"/>
                      <a:pt x="106" y="61"/>
                      <a:pt x="106" y="60"/>
                    </a:cubicBezTo>
                    <a:cubicBezTo>
                      <a:pt x="107" y="60"/>
                      <a:pt x="107" y="62"/>
                      <a:pt x="107" y="62"/>
                    </a:cubicBezTo>
                    <a:cubicBezTo>
                      <a:pt x="108" y="63"/>
                      <a:pt x="108" y="62"/>
                      <a:pt x="108" y="62"/>
                    </a:cubicBezTo>
                    <a:cubicBezTo>
                      <a:pt x="108" y="62"/>
                      <a:pt x="108" y="62"/>
                      <a:pt x="108" y="61"/>
                    </a:cubicBezTo>
                    <a:cubicBezTo>
                      <a:pt x="108" y="62"/>
                      <a:pt x="108" y="62"/>
                      <a:pt x="108" y="62"/>
                    </a:cubicBezTo>
                    <a:cubicBezTo>
                      <a:pt x="108" y="62"/>
                      <a:pt x="108" y="61"/>
                      <a:pt x="109" y="61"/>
                    </a:cubicBezTo>
                    <a:cubicBezTo>
                      <a:pt x="109" y="61"/>
                      <a:pt x="109" y="61"/>
                      <a:pt x="109" y="61"/>
                    </a:cubicBezTo>
                    <a:cubicBezTo>
                      <a:pt x="108" y="62"/>
                      <a:pt x="108" y="62"/>
                      <a:pt x="108" y="62"/>
                    </a:cubicBezTo>
                    <a:cubicBezTo>
                      <a:pt x="108" y="62"/>
                      <a:pt x="109" y="62"/>
                      <a:pt x="109" y="62"/>
                    </a:cubicBezTo>
                    <a:cubicBezTo>
                      <a:pt x="109" y="62"/>
                      <a:pt x="109" y="62"/>
                      <a:pt x="109" y="62"/>
                    </a:cubicBezTo>
                    <a:cubicBezTo>
                      <a:pt x="109" y="62"/>
                      <a:pt x="109" y="62"/>
                      <a:pt x="109" y="62"/>
                    </a:cubicBezTo>
                    <a:cubicBezTo>
                      <a:pt x="110" y="64"/>
                      <a:pt x="110" y="64"/>
                      <a:pt x="110" y="64"/>
                    </a:cubicBezTo>
                    <a:cubicBezTo>
                      <a:pt x="110" y="64"/>
                      <a:pt x="110" y="62"/>
                      <a:pt x="110" y="61"/>
                    </a:cubicBezTo>
                    <a:cubicBezTo>
                      <a:pt x="112" y="62"/>
                      <a:pt x="113" y="60"/>
                      <a:pt x="114" y="59"/>
                    </a:cubicBezTo>
                    <a:cubicBezTo>
                      <a:pt x="113" y="59"/>
                      <a:pt x="114" y="60"/>
                      <a:pt x="114" y="60"/>
                    </a:cubicBezTo>
                    <a:cubicBezTo>
                      <a:pt x="114" y="59"/>
                      <a:pt x="114" y="58"/>
                      <a:pt x="114" y="59"/>
                    </a:cubicBezTo>
                    <a:cubicBezTo>
                      <a:pt x="114" y="58"/>
                      <a:pt x="115" y="60"/>
                      <a:pt x="116" y="60"/>
                    </a:cubicBezTo>
                    <a:cubicBezTo>
                      <a:pt x="116" y="60"/>
                      <a:pt x="115" y="58"/>
                      <a:pt x="115" y="58"/>
                    </a:cubicBezTo>
                    <a:cubicBezTo>
                      <a:pt x="117" y="60"/>
                      <a:pt x="117" y="56"/>
                      <a:pt x="118" y="57"/>
                    </a:cubicBezTo>
                    <a:cubicBezTo>
                      <a:pt x="118" y="58"/>
                      <a:pt x="118" y="58"/>
                      <a:pt x="119" y="59"/>
                    </a:cubicBezTo>
                    <a:cubicBezTo>
                      <a:pt x="119" y="58"/>
                      <a:pt x="120" y="57"/>
                      <a:pt x="120" y="55"/>
                    </a:cubicBezTo>
                    <a:cubicBezTo>
                      <a:pt x="120" y="57"/>
                      <a:pt x="120" y="57"/>
                      <a:pt x="120" y="57"/>
                    </a:cubicBezTo>
                    <a:cubicBezTo>
                      <a:pt x="121" y="57"/>
                      <a:pt x="121" y="56"/>
                      <a:pt x="121" y="55"/>
                    </a:cubicBezTo>
                    <a:cubicBezTo>
                      <a:pt x="120" y="54"/>
                      <a:pt x="121" y="52"/>
                      <a:pt x="121" y="53"/>
                    </a:cubicBezTo>
                    <a:cubicBezTo>
                      <a:pt x="121" y="53"/>
                      <a:pt x="121" y="53"/>
                      <a:pt x="121" y="53"/>
                    </a:cubicBezTo>
                    <a:cubicBezTo>
                      <a:pt x="122" y="52"/>
                      <a:pt x="122" y="52"/>
                      <a:pt x="122" y="52"/>
                    </a:cubicBezTo>
                    <a:cubicBezTo>
                      <a:pt x="123" y="52"/>
                      <a:pt x="122" y="52"/>
                      <a:pt x="122" y="53"/>
                    </a:cubicBezTo>
                    <a:cubicBezTo>
                      <a:pt x="123" y="55"/>
                      <a:pt x="124" y="54"/>
                      <a:pt x="125" y="54"/>
                    </a:cubicBezTo>
                    <a:cubicBezTo>
                      <a:pt x="124" y="53"/>
                      <a:pt x="124" y="53"/>
                      <a:pt x="124" y="53"/>
                    </a:cubicBezTo>
                    <a:cubicBezTo>
                      <a:pt x="125" y="52"/>
                      <a:pt x="125" y="54"/>
                      <a:pt x="125" y="54"/>
                    </a:cubicBezTo>
                    <a:cubicBezTo>
                      <a:pt x="125" y="49"/>
                      <a:pt x="125" y="49"/>
                      <a:pt x="125" y="49"/>
                    </a:cubicBezTo>
                    <a:cubicBezTo>
                      <a:pt x="125" y="49"/>
                      <a:pt x="126" y="51"/>
                      <a:pt x="126" y="52"/>
                    </a:cubicBezTo>
                    <a:cubicBezTo>
                      <a:pt x="127" y="51"/>
                      <a:pt x="126" y="48"/>
                      <a:pt x="126" y="46"/>
                    </a:cubicBezTo>
                    <a:cubicBezTo>
                      <a:pt x="127" y="47"/>
                      <a:pt x="127" y="45"/>
                      <a:pt x="128" y="45"/>
                    </a:cubicBezTo>
                    <a:cubicBezTo>
                      <a:pt x="128" y="46"/>
                      <a:pt x="127" y="45"/>
                      <a:pt x="128" y="46"/>
                    </a:cubicBezTo>
                    <a:cubicBezTo>
                      <a:pt x="129" y="47"/>
                      <a:pt x="129" y="47"/>
                      <a:pt x="129" y="47"/>
                    </a:cubicBezTo>
                    <a:cubicBezTo>
                      <a:pt x="128" y="48"/>
                      <a:pt x="130" y="50"/>
                      <a:pt x="130" y="51"/>
                    </a:cubicBezTo>
                    <a:cubicBezTo>
                      <a:pt x="130" y="50"/>
                      <a:pt x="132" y="50"/>
                      <a:pt x="132" y="50"/>
                    </a:cubicBezTo>
                    <a:cubicBezTo>
                      <a:pt x="131" y="48"/>
                      <a:pt x="133" y="49"/>
                      <a:pt x="132" y="46"/>
                    </a:cubicBezTo>
                    <a:cubicBezTo>
                      <a:pt x="133" y="45"/>
                      <a:pt x="133" y="48"/>
                      <a:pt x="134" y="48"/>
                    </a:cubicBezTo>
                    <a:cubicBezTo>
                      <a:pt x="134" y="47"/>
                      <a:pt x="135" y="47"/>
                      <a:pt x="136" y="47"/>
                    </a:cubicBezTo>
                    <a:cubicBezTo>
                      <a:pt x="136" y="47"/>
                      <a:pt x="136" y="47"/>
                      <a:pt x="136" y="47"/>
                    </a:cubicBezTo>
                    <a:cubicBezTo>
                      <a:pt x="137" y="46"/>
                      <a:pt x="138" y="46"/>
                      <a:pt x="138" y="44"/>
                    </a:cubicBezTo>
                    <a:cubicBezTo>
                      <a:pt x="139" y="45"/>
                      <a:pt x="139" y="45"/>
                      <a:pt x="139" y="45"/>
                    </a:cubicBezTo>
                    <a:cubicBezTo>
                      <a:pt x="140" y="46"/>
                      <a:pt x="137" y="42"/>
                      <a:pt x="139" y="43"/>
                    </a:cubicBezTo>
                    <a:cubicBezTo>
                      <a:pt x="139" y="44"/>
                      <a:pt x="139" y="44"/>
                      <a:pt x="139" y="44"/>
                    </a:cubicBezTo>
                    <a:cubicBezTo>
                      <a:pt x="139" y="43"/>
                      <a:pt x="141" y="45"/>
                      <a:pt x="141" y="43"/>
                    </a:cubicBezTo>
                    <a:cubicBezTo>
                      <a:pt x="141" y="44"/>
                      <a:pt x="141" y="44"/>
                      <a:pt x="141" y="44"/>
                    </a:cubicBezTo>
                    <a:cubicBezTo>
                      <a:pt x="141" y="43"/>
                      <a:pt x="142" y="43"/>
                      <a:pt x="142" y="41"/>
                    </a:cubicBezTo>
                    <a:cubicBezTo>
                      <a:pt x="143" y="43"/>
                      <a:pt x="143" y="43"/>
                      <a:pt x="143" y="43"/>
                    </a:cubicBezTo>
                    <a:cubicBezTo>
                      <a:pt x="144" y="44"/>
                      <a:pt x="142" y="41"/>
                      <a:pt x="143" y="42"/>
                    </a:cubicBezTo>
                    <a:cubicBezTo>
                      <a:pt x="143" y="42"/>
                      <a:pt x="144" y="42"/>
                      <a:pt x="144" y="43"/>
                    </a:cubicBezTo>
                    <a:cubicBezTo>
                      <a:pt x="144" y="41"/>
                      <a:pt x="145" y="41"/>
                      <a:pt x="145" y="40"/>
                    </a:cubicBezTo>
                    <a:cubicBezTo>
                      <a:pt x="146" y="42"/>
                      <a:pt x="146" y="42"/>
                      <a:pt x="146" y="42"/>
                    </a:cubicBezTo>
                    <a:cubicBezTo>
                      <a:pt x="149" y="41"/>
                      <a:pt x="153" y="39"/>
                      <a:pt x="154" y="36"/>
                    </a:cubicBezTo>
                    <a:cubicBezTo>
                      <a:pt x="156" y="38"/>
                      <a:pt x="154" y="37"/>
                      <a:pt x="156" y="39"/>
                    </a:cubicBezTo>
                    <a:cubicBezTo>
                      <a:pt x="154" y="37"/>
                      <a:pt x="156" y="38"/>
                      <a:pt x="156" y="37"/>
                    </a:cubicBezTo>
                    <a:cubicBezTo>
                      <a:pt x="156" y="37"/>
                      <a:pt x="156" y="37"/>
                      <a:pt x="156" y="37"/>
                    </a:cubicBezTo>
                    <a:cubicBezTo>
                      <a:pt x="157" y="36"/>
                      <a:pt x="158" y="38"/>
                      <a:pt x="158" y="37"/>
                    </a:cubicBezTo>
                    <a:cubicBezTo>
                      <a:pt x="157" y="36"/>
                      <a:pt x="157" y="36"/>
                      <a:pt x="157" y="36"/>
                    </a:cubicBezTo>
                    <a:cubicBezTo>
                      <a:pt x="157" y="35"/>
                      <a:pt x="160" y="38"/>
                      <a:pt x="158" y="36"/>
                    </a:cubicBezTo>
                    <a:cubicBezTo>
                      <a:pt x="160" y="37"/>
                      <a:pt x="160" y="37"/>
                      <a:pt x="160" y="37"/>
                    </a:cubicBezTo>
                    <a:cubicBezTo>
                      <a:pt x="159" y="34"/>
                      <a:pt x="161" y="37"/>
                      <a:pt x="160" y="35"/>
                    </a:cubicBezTo>
                    <a:cubicBezTo>
                      <a:pt x="160" y="35"/>
                      <a:pt x="160" y="35"/>
                      <a:pt x="160" y="35"/>
                    </a:cubicBezTo>
                    <a:cubicBezTo>
                      <a:pt x="162" y="36"/>
                      <a:pt x="160" y="32"/>
                      <a:pt x="162" y="34"/>
                    </a:cubicBezTo>
                    <a:cubicBezTo>
                      <a:pt x="162" y="33"/>
                      <a:pt x="162" y="32"/>
                      <a:pt x="161" y="30"/>
                    </a:cubicBezTo>
                    <a:cubicBezTo>
                      <a:pt x="163" y="33"/>
                      <a:pt x="163" y="33"/>
                      <a:pt x="163" y="33"/>
                    </a:cubicBezTo>
                    <a:cubicBezTo>
                      <a:pt x="164" y="30"/>
                      <a:pt x="167" y="29"/>
                      <a:pt x="167" y="26"/>
                    </a:cubicBezTo>
                    <a:cubicBezTo>
                      <a:pt x="168" y="27"/>
                      <a:pt x="168" y="27"/>
                      <a:pt x="168" y="27"/>
                    </a:cubicBezTo>
                    <a:cubicBezTo>
                      <a:pt x="168" y="24"/>
                      <a:pt x="172" y="27"/>
                      <a:pt x="170" y="23"/>
                    </a:cubicBezTo>
                    <a:cubicBezTo>
                      <a:pt x="169" y="21"/>
                      <a:pt x="169" y="21"/>
                      <a:pt x="169" y="21"/>
                    </a:cubicBezTo>
                    <a:cubicBezTo>
                      <a:pt x="171" y="23"/>
                      <a:pt x="171" y="23"/>
                      <a:pt x="171" y="23"/>
                    </a:cubicBezTo>
                    <a:cubicBezTo>
                      <a:pt x="170" y="22"/>
                      <a:pt x="172" y="22"/>
                      <a:pt x="171" y="20"/>
                    </a:cubicBezTo>
                    <a:cubicBezTo>
                      <a:pt x="171" y="21"/>
                      <a:pt x="171" y="21"/>
                      <a:pt x="172" y="21"/>
                    </a:cubicBezTo>
                    <a:cubicBezTo>
                      <a:pt x="172" y="21"/>
                      <a:pt x="171" y="19"/>
                      <a:pt x="172" y="19"/>
                    </a:cubicBezTo>
                    <a:cubicBezTo>
                      <a:pt x="172" y="20"/>
                      <a:pt x="172" y="20"/>
                      <a:pt x="172" y="20"/>
                    </a:cubicBezTo>
                    <a:cubicBezTo>
                      <a:pt x="177" y="20"/>
                      <a:pt x="182" y="19"/>
                      <a:pt x="180" y="14"/>
                    </a:cubicBezTo>
                    <a:cubicBezTo>
                      <a:pt x="180" y="13"/>
                      <a:pt x="182" y="15"/>
                      <a:pt x="182" y="15"/>
                    </a:cubicBezTo>
                    <a:cubicBezTo>
                      <a:pt x="181" y="11"/>
                      <a:pt x="188" y="11"/>
                      <a:pt x="185" y="6"/>
                    </a:cubicBezTo>
                    <a:cubicBezTo>
                      <a:pt x="185" y="4"/>
                      <a:pt x="180" y="0"/>
                      <a:pt x="18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66" name="Freeform 342"/>
              <p:cNvSpPr/>
              <p:nvPr>
                <p:custDataLst>
                  <p:tags r:id="rId187"/>
                </p:custDataLst>
              </p:nvPr>
            </p:nvSpPr>
            <p:spPr bwMode="auto">
              <a:xfrm>
                <a:off x="3757" y="2934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0 w 1"/>
                  <a:gd name="T5" fmla="*/ 1 h 1"/>
                  <a:gd name="T6" fmla="*/ 0 w 1"/>
                  <a:gd name="T7" fmla="*/ 1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67" name="Freeform 343"/>
              <p:cNvSpPr/>
              <p:nvPr>
                <p:custDataLst>
                  <p:tags r:id="rId188"/>
                </p:custDataLst>
              </p:nvPr>
            </p:nvSpPr>
            <p:spPr bwMode="auto">
              <a:xfrm>
                <a:off x="4226" y="2525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1" y="0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68" name="Freeform 344"/>
              <p:cNvSpPr/>
              <p:nvPr>
                <p:custDataLst>
                  <p:tags r:id="rId189"/>
                </p:custDataLst>
              </p:nvPr>
            </p:nvSpPr>
            <p:spPr bwMode="auto">
              <a:xfrm>
                <a:off x="3752" y="2940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69" name="Freeform 345"/>
              <p:cNvSpPr/>
              <p:nvPr>
                <p:custDataLst>
                  <p:tags r:id="rId190"/>
                </p:custDataLst>
              </p:nvPr>
            </p:nvSpPr>
            <p:spPr bwMode="auto">
              <a:xfrm>
                <a:off x="3975" y="295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70" name="Freeform 346"/>
              <p:cNvSpPr/>
              <p:nvPr>
                <p:custDataLst>
                  <p:tags r:id="rId191"/>
                </p:custDataLst>
              </p:nvPr>
            </p:nvSpPr>
            <p:spPr bwMode="auto">
              <a:xfrm>
                <a:off x="3905" y="227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71" name="Freeform 347"/>
              <p:cNvSpPr/>
              <p:nvPr>
                <p:custDataLst>
                  <p:tags r:id="rId192"/>
                </p:custDataLst>
              </p:nvPr>
            </p:nvSpPr>
            <p:spPr bwMode="auto">
              <a:xfrm>
                <a:off x="4289" y="2557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0"/>
                      <a:pt x="0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72" name="Freeform 348"/>
              <p:cNvSpPr/>
              <p:nvPr>
                <p:custDataLst>
                  <p:tags r:id="rId193"/>
                </p:custDataLst>
              </p:nvPr>
            </p:nvSpPr>
            <p:spPr bwMode="auto">
              <a:xfrm>
                <a:off x="3899" y="2262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0 w 2"/>
                  <a:gd name="T5" fmla="*/ 0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73" name="Freeform 349"/>
              <p:cNvSpPr/>
              <p:nvPr>
                <p:custDataLst>
                  <p:tags r:id="rId194"/>
                </p:custDataLst>
              </p:nvPr>
            </p:nvSpPr>
            <p:spPr bwMode="auto">
              <a:xfrm>
                <a:off x="3939" y="2926"/>
                <a:ext cx="0" cy="2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74" name="Freeform 350"/>
              <p:cNvSpPr/>
              <p:nvPr>
                <p:custDataLst>
                  <p:tags r:id="rId195"/>
                </p:custDataLst>
              </p:nvPr>
            </p:nvSpPr>
            <p:spPr bwMode="auto">
              <a:xfrm>
                <a:off x="3888" y="2281"/>
                <a:ext cx="2" cy="4"/>
              </a:xfrm>
              <a:custGeom>
                <a:avLst/>
                <a:gdLst>
                  <a:gd name="T0" fmla="*/ 2 w 2"/>
                  <a:gd name="T1" fmla="*/ 0 h 4"/>
                  <a:gd name="T2" fmla="*/ 2 w 2"/>
                  <a:gd name="T3" fmla="*/ 0 h 4"/>
                  <a:gd name="T4" fmla="*/ 0 w 2"/>
                  <a:gd name="T5" fmla="*/ 4 h 4"/>
                  <a:gd name="T6" fmla="*/ 2 w 2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lnTo>
                      <a:pt x="2" y="0"/>
                    </a:lnTo>
                    <a:lnTo>
                      <a:pt x="0" y="4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75" name="Freeform 351"/>
              <p:cNvSpPr/>
              <p:nvPr>
                <p:custDataLst>
                  <p:tags r:id="rId196"/>
                </p:custDataLst>
              </p:nvPr>
            </p:nvSpPr>
            <p:spPr bwMode="auto">
              <a:xfrm>
                <a:off x="3842" y="2270"/>
                <a:ext cx="2" cy="5"/>
              </a:xfrm>
              <a:custGeom>
                <a:avLst/>
                <a:gdLst>
                  <a:gd name="T0" fmla="*/ 0 w 1"/>
                  <a:gd name="T1" fmla="*/ 1 h 2"/>
                  <a:gd name="T2" fmla="*/ 1 w 1"/>
                  <a:gd name="T3" fmla="*/ 1 h 2"/>
                  <a:gd name="T4" fmla="*/ 0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1" y="2"/>
                      <a:pt x="0" y="0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76" name="Freeform 352"/>
              <p:cNvSpPr/>
              <p:nvPr>
                <p:custDataLst>
                  <p:tags r:id="rId197"/>
                </p:custDataLst>
              </p:nvPr>
            </p:nvSpPr>
            <p:spPr bwMode="auto">
              <a:xfrm>
                <a:off x="3844" y="2268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77" name="Freeform 353"/>
              <p:cNvSpPr/>
              <p:nvPr>
                <p:custDataLst>
                  <p:tags r:id="rId198"/>
                </p:custDataLst>
              </p:nvPr>
            </p:nvSpPr>
            <p:spPr bwMode="auto">
              <a:xfrm>
                <a:off x="3899" y="2272"/>
                <a:ext cx="4" cy="0"/>
              </a:xfrm>
              <a:custGeom>
                <a:avLst/>
                <a:gdLst>
                  <a:gd name="T0" fmla="*/ 0 w 2"/>
                  <a:gd name="T1" fmla="*/ 2 w 2"/>
                  <a:gd name="T2" fmla="*/ 2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78" name="Freeform 354"/>
              <p:cNvSpPr/>
              <p:nvPr>
                <p:custDataLst>
                  <p:tags r:id="rId199"/>
                </p:custDataLst>
              </p:nvPr>
            </p:nvSpPr>
            <p:spPr bwMode="auto">
              <a:xfrm>
                <a:off x="3776" y="2983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79" name="Freeform 355"/>
              <p:cNvSpPr/>
              <p:nvPr>
                <p:custDataLst>
                  <p:tags r:id="rId200"/>
                </p:custDataLst>
              </p:nvPr>
            </p:nvSpPr>
            <p:spPr bwMode="auto">
              <a:xfrm>
                <a:off x="3795" y="2985"/>
                <a:ext cx="2" cy="6"/>
              </a:xfrm>
              <a:custGeom>
                <a:avLst/>
                <a:gdLst>
                  <a:gd name="T0" fmla="*/ 1 w 1"/>
                  <a:gd name="T1" fmla="*/ 2 h 3"/>
                  <a:gd name="T2" fmla="*/ 0 w 1"/>
                  <a:gd name="T3" fmla="*/ 1 h 3"/>
                  <a:gd name="T4" fmla="*/ 1 w 1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2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0" y="3"/>
                      <a:pt x="1" y="1"/>
                      <a:pt x="1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80" name="Freeform 356"/>
              <p:cNvSpPr/>
              <p:nvPr>
                <p:custDataLst>
                  <p:tags r:id="rId201"/>
                </p:custDataLst>
              </p:nvPr>
            </p:nvSpPr>
            <p:spPr bwMode="auto">
              <a:xfrm>
                <a:off x="3765" y="2972"/>
                <a:ext cx="7" cy="2"/>
              </a:xfrm>
              <a:custGeom>
                <a:avLst/>
                <a:gdLst>
                  <a:gd name="T0" fmla="*/ 0 w 3"/>
                  <a:gd name="T1" fmla="*/ 1 h 1"/>
                  <a:gd name="T2" fmla="*/ 3 w 3"/>
                  <a:gd name="T3" fmla="*/ 0 h 1"/>
                  <a:gd name="T4" fmla="*/ 0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1"/>
                      <a:pt x="3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81" name="Freeform 357"/>
              <p:cNvSpPr/>
              <p:nvPr>
                <p:custDataLst>
                  <p:tags r:id="rId202"/>
                </p:custDataLst>
              </p:nvPr>
            </p:nvSpPr>
            <p:spPr bwMode="auto">
              <a:xfrm>
                <a:off x="3803" y="2985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82" name="Freeform 358"/>
              <p:cNvSpPr/>
              <p:nvPr>
                <p:custDataLst>
                  <p:tags r:id="rId203"/>
                </p:custDataLst>
              </p:nvPr>
            </p:nvSpPr>
            <p:spPr bwMode="auto">
              <a:xfrm>
                <a:off x="3479" y="207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83" name="Freeform 359"/>
              <p:cNvSpPr/>
              <p:nvPr>
                <p:custDataLst>
                  <p:tags r:id="rId204"/>
                </p:custDataLst>
              </p:nvPr>
            </p:nvSpPr>
            <p:spPr bwMode="auto">
              <a:xfrm>
                <a:off x="3761" y="2966"/>
                <a:ext cx="2" cy="4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1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84" name="Freeform 360"/>
              <p:cNvSpPr/>
              <p:nvPr>
                <p:custDataLst>
                  <p:tags r:id="rId205"/>
                </p:custDataLst>
              </p:nvPr>
            </p:nvSpPr>
            <p:spPr bwMode="auto">
              <a:xfrm>
                <a:off x="3943" y="2966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85" name="Freeform 361"/>
              <p:cNvSpPr/>
              <p:nvPr>
                <p:custDataLst>
                  <p:tags r:id="rId206"/>
                </p:custDataLst>
              </p:nvPr>
            </p:nvSpPr>
            <p:spPr bwMode="auto">
              <a:xfrm>
                <a:off x="4003" y="2940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86" name="Freeform 362"/>
              <p:cNvSpPr/>
              <p:nvPr>
                <p:custDataLst>
                  <p:tags r:id="rId207"/>
                </p:custDataLst>
              </p:nvPr>
            </p:nvSpPr>
            <p:spPr bwMode="auto">
              <a:xfrm>
                <a:off x="4003" y="294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87" name="Freeform 363"/>
              <p:cNvSpPr/>
              <p:nvPr>
                <p:custDataLst>
                  <p:tags r:id="rId208"/>
                </p:custDataLst>
              </p:nvPr>
            </p:nvSpPr>
            <p:spPr bwMode="auto">
              <a:xfrm>
                <a:off x="3996" y="2951"/>
                <a:ext cx="3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88" name="Freeform 364"/>
              <p:cNvSpPr/>
              <p:nvPr>
                <p:custDataLst>
                  <p:tags r:id="rId209"/>
                </p:custDataLst>
              </p:nvPr>
            </p:nvSpPr>
            <p:spPr bwMode="auto">
              <a:xfrm>
                <a:off x="3757" y="3023"/>
                <a:ext cx="4" cy="4"/>
              </a:xfrm>
              <a:custGeom>
                <a:avLst/>
                <a:gdLst>
                  <a:gd name="T0" fmla="*/ 1 w 2"/>
                  <a:gd name="T1" fmla="*/ 0 h 2"/>
                  <a:gd name="T2" fmla="*/ 1 w 2"/>
                  <a:gd name="T3" fmla="*/ 2 h 2"/>
                  <a:gd name="T4" fmla="*/ 1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0" y="2"/>
                      <a:pt x="2" y="1"/>
                      <a:pt x="1" y="2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89" name="Freeform 365"/>
              <p:cNvSpPr/>
              <p:nvPr>
                <p:custDataLst>
                  <p:tags r:id="rId210"/>
                </p:custDataLst>
              </p:nvPr>
            </p:nvSpPr>
            <p:spPr bwMode="auto">
              <a:xfrm>
                <a:off x="4003" y="2949"/>
                <a:ext cx="0" cy="4"/>
              </a:xfrm>
              <a:custGeom>
                <a:avLst/>
                <a:gdLst>
                  <a:gd name="T0" fmla="*/ 2 h 2"/>
                  <a:gd name="T1" fmla="*/ 1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2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90" name="Freeform 366"/>
              <p:cNvSpPr/>
              <p:nvPr>
                <p:custDataLst>
                  <p:tags r:id="rId211"/>
                </p:custDataLst>
              </p:nvPr>
            </p:nvSpPr>
            <p:spPr bwMode="auto">
              <a:xfrm>
                <a:off x="3869" y="2938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91" name="Freeform 367"/>
              <p:cNvSpPr/>
              <p:nvPr>
                <p:custDataLst>
                  <p:tags r:id="rId212"/>
                </p:custDataLst>
              </p:nvPr>
            </p:nvSpPr>
            <p:spPr bwMode="auto">
              <a:xfrm>
                <a:off x="4026" y="2926"/>
                <a:ext cx="2" cy="4"/>
              </a:xfrm>
              <a:custGeom>
                <a:avLst/>
                <a:gdLst>
                  <a:gd name="T0" fmla="*/ 0 w 2"/>
                  <a:gd name="T1" fmla="*/ 0 h 4"/>
                  <a:gd name="T2" fmla="*/ 2 w 2"/>
                  <a:gd name="T3" fmla="*/ 4 h 4"/>
                  <a:gd name="T4" fmla="*/ 2 w 2"/>
                  <a:gd name="T5" fmla="*/ 4 h 4"/>
                  <a:gd name="T6" fmla="*/ 0 w 2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lnTo>
                      <a:pt x="2" y="4"/>
                    </a:lnTo>
                    <a:lnTo>
                      <a:pt x="2" y="4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92" name="Rectangle 368"/>
              <p:cNvSpPr>
                <a:spLocks noChangeArrowheads="1"/>
              </p:cNvSpPr>
              <p:nvPr>
                <p:custDataLst>
                  <p:tags r:id="rId213"/>
                </p:custDataLst>
              </p:nvPr>
            </p:nvSpPr>
            <p:spPr bwMode="auto">
              <a:xfrm>
                <a:off x="4275" y="2542"/>
                <a:ext cx="1" cy="2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93" name="Oval 369"/>
              <p:cNvSpPr>
                <a:spLocks noChangeArrowheads="1"/>
              </p:cNvSpPr>
              <p:nvPr>
                <p:custDataLst>
                  <p:tags r:id="rId214"/>
                </p:custDataLst>
              </p:nvPr>
            </p:nvSpPr>
            <p:spPr bwMode="auto">
              <a:xfrm>
                <a:off x="3472" y="2075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94" name="Freeform 370"/>
              <p:cNvSpPr/>
              <p:nvPr>
                <p:custDataLst>
                  <p:tags r:id="rId215"/>
                </p:custDataLst>
              </p:nvPr>
            </p:nvSpPr>
            <p:spPr bwMode="auto">
              <a:xfrm>
                <a:off x="4219" y="2518"/>
                <a:ext cx="2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95" name="Freeform 371"/>
              <p:cNvSpPr/>
              <p:nvPr>
                <p:custDataLst>
                  <p:tags r:id="rId216"/>
                </p:custDataLst>
              </p:nvPr>
            </p:nvSpPr>
            <p:spPr bwMode="auto">
              <a:xfrm>
                <a:off x="4230" y="2525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96" name="Freeform 372"/>
              <p:cNvSpPr/>
              <p:nvPr>
                <p:custDataLst>
                  <p:tags r:id="rId217"/>
                </p:custDataLst>
              </p:nvPr>
            </p:nvSpPr>
            <p:spPr bwMode="auto">
              <a:xfrm>
                <a:off x="3472" y="207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97" name="Freeform 373"/>
              <p:cNvSpPr/>
              <p:nvPr>
                <p:custDataLst>
                  <p:tags r:id="rId218"/>
                </p:custDataLst>
              </p:nvPr>
            </p:nvSpPr>
            <p:spPr bwMode="auto">
              <a:xfrm>
                <a:off x="4217" y="2482"/>
                <a:ext cx="145" cy="117"/>
              </a:xfrm>
              <a:custGeom>
                <a:avLst/>
                <a:gdLst>
                  <a:gd name="T0" fmla="*/ 63 w 68"/>
                  <a:gd name="T1" fmla="*/ 35 h 55"/>
                  <a:gd name="T2" fmla="*/ 47 w 68"/>
                  <a:gd name="T3" fmla="*/ 21 h 55"/>
                  <a:gd name="T4" fmla="*/ 43 w 68"/>
                  <a:gd name="T5" fmla="*/ 21 h 55"/>
                  <a:gd name="T6" fmla="*/ 40 w 68"/>
                  <a:gd name="T7" fmla="*/ 15 h 55"/>
                  <a:gd name="T8" fmla="*/ 35 w 68"/>
                  <a:gd name="T9" fmla="*/ 11 h 55"/>
                  <a:gd name="T10" fmla="*/ 29 w 68"/>
                  <a:gd name="T11" fmla="*/ 6 h 55"/>
                  <a:gd name="T12" fmla="*/ 24 w 68"/>
                  <a:gd name="T13" fmla="*/ 7 h 55"/>
                  <a:gd name="T14" fmla="*/ 16 w 68"/>
                  <a:gd name="T15" fmla="*/ 6 h 55"/>
                  <a:gd name="T16" fmla="*/ 13 w 68"/>
                  <a:gd name="T17" fmla="*/ 5 h 55"/>
                  <a:gd name="T18" fmla="*/ 10 w 68"/>
                  <a:gd name="T19" fmla="*/ 1 h 55"/>
                  <a:gd name="T20" fmla="*/ 9 w 68"/>
                  <a:gd name="T21" fmla="*/ 1 h 55"/>
                  <a:gd name="T22" fmla="*/ 5 w 68"/>
                  <a:gd name="T23" fmla="*/ 2 h 55"/>
                  <a:gd name="T24" fmla="*/ 2 w 68"/>
                  <a:gd name="T25" fmla="*/ 3 h 55"/>
                  <a:gd name="T26" fmla="*/ 2 w 68"/>
                  <a:gd name="T27" fmla="*/ 6 h 55"/>
                  <a:gd name="T28" fmla="*/ 5 w 68"/>
                  <a:gd name="T29" fmla="*/ 8 h 55"/>
                  <a:gd name="T30" fmla="*/ 4 w 68"/>
                  <a:gd name="T31" fmla="*/ 10 h 55"/>
                  <a:gd name="T32" fmla="*/ 6 w 68"/>
                  <a:gd name="T33" fmla="*/ 13 h 55"/>
                  <a:gd name="T34" fmla="*/ 4 w 68"/>
                  <a:gd name="T35" fmla="*/ 16 h 55"/>
                  <a:gd name="T36" fmla="*/ 2 w 68"/>
                  <a:gd name="T37" fmla="*/ 19 h 55"/>
                  <a:gd name="T38" fmla="*/ 6 w 68"/>
                  <a:gd name="T39" fmla="*/ 16 h 55"/>
                  <a:gd name="T40" fmla="*/ 9 w 68"/>
                  <a:gd name="T41" fmla="*/ 13 h 55"/>
                  <a:gd name="T42" fmla="*/ 7 w 68"/>
                  <a:gd name="T43" fmla="*/ 19 h 55"/>
                  <a:gd name="T44" fmla="*/ 8 w 68"/>
                  <a:gd name="T45" fmla="*/ 18 h 55"/>
                  <a:gd name="T46" fmla="*/ 8 w 68"/>
                  <a:gd name="T47" fmla="*/ 21 h 55"/>
                  <a:gd name="T48" fmla="*/ 9 w 68"/>
                  <a:gd name="T49" fmla="*/ 21 h 55"/>
                  <a:gd name="T50" fmla="*/ 10 w 68"/>
                  <a:gd name="T51" fmla="*/ 22 h 55"/>
                  <a:gd name="T52" fmla="*/ 15 w 68"/>
                  <a:gd name="T53" fmla="*/ 17 h 55"/>
                  <a:gd name="T54" fmla="*/ 11 w 68"/>
                  <a:gd name="T55" fmla="*/ 23 h 55"/>
                  <a:gd name="T56" fmla="*/ 13 w 68"/>
                  <a:gd name="T57" fmla="*/ 23 h 55"/>
                  <a:gd name="T58" fmla="*/ 16 w 68"/>
                  <a:gd name="T59" fmla="*/ 23 h 55"/>
                  <a:gd name="T60" fmla="*/ 18 w 68"/>
                  <a:gd name="T61" fmla="*/ 24 h 55"/>
                  <a:gd name="T62" fmla="*/ 18 w 68"/>
                  <a:gd name="T63" fmla="*/ 24 h 55"/>
                  <a:gd name="T64" fmla="*/ 21 w 68"/>
                  <a:gd name="T65" fmla="*/ 24 h 55"/>
                  <a:gd name="T66" fmla="*/ 23 w 68"/>
                  <a:gd name="T67" fmla="*/ 23 h 55"/>
                  <a:gd name="T68" fmla="*/ 22 w 68"/>
                  <a:gd name="T69" fmla="*/ 26 h 55"/>
                  <a:gd name="T70" fmla="*/ 25 w 68"/>
                  <a:gd name="T71" fmla="*/ 24 h 55"/>
                  <a:gd name="T72" fmla="*/ 24 w 68"/>
                  <a:gd name="T73" fmla="*/ 27 h 55"/>
                  <a:gd name="T74" fmla="*/ 26 w 68"/>
                  <a:gd name="T75" fmla="*/ 29 h 55"/>
                  <a:gd name="T76" fmla="*/ 28 w 68"/>
                  <a:gd name="T77" fmla="*/ 30 h 55"/>
                  <a:gd name="T78" fmla="*/ 29 w 68"/>
                  <a:gd name="T79" fmla="*/ 32 h 55"/>
                  <a:gd name="T80" fmla="*/ 31 w 68"/>
                  <a:gd name="T81" fmla="*/ 31 h 55"/>
                  <a:gd name="T82" fmla="*/ 32 w 68"/>
                  <a:gd name="T83" fmla="*/ 32 h 55"/>
                  <a:gd name="T84" fmla="*/ 31 w 68"/>
                  <a:gd name="T85" fmla="*/ 33 h 55"/>
                  <a:gd name="T86" fmla="*/ 34 w 68"/>
                  <a:gd name="T87" fmla="*/ 34 h 55"/>
                  <a:gd name="T88" fmla="*/ 37 w 68"/>
                  <a:gd name="T89" fmla="*/ 34 h 55"/>
                  <a:gd name="T90" fmla="*/ 39 w 68"/>
                  <a:gd name="T91" fmla="*/ 34 h 55"/>
                  <a:gd name="T92" fmla="*/ 44 w 68"/>
                  <a:gd name="T93" fmla="*/ 32 h 55"/>
                  <a:gd name="T94" fmla="*/ 43 w 68"/>
                  <a:gd name="T95" fmla="*/ 36 h 55"/>
                  <a:gd name="T96" fmla="*/ 46 w 68"/>
                  <a:gd name="T97" fmla="*/ 36 h 55"/>
                  <a:gd name="T98" fmla="*/ 47 w 68"/>
                  <a:gd name="T99" fmla="*/ 38 h 55"/>
                  <a:gd name="T100" fmla="*/ 48 w 68"/>
                  <a:gd name="T101" fmla="*/ 43 h 55"/>
                  <a:gd name="T102" fmla="*/ 50 w 68"/>
                  <a:gd name="T103" fmla="*/ 44 h 55"/>
                  <a:gd name="T104" fmla="*/ 58 w 68"/>
                  <a:gd name="T105" fmla="*/ 45 h 55"/>
                  <a:gd name="T106" fmla="*/ 58 w 68"/>
                  <a:gd name="T107" fmla="*/ 51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68" h="55">
                    <a:moveTo>
                      <a:pt x="66" y="42"/>
                    </a:moveTo>
                    <a:cubicBezTo>
                      <a:pt x="65" y="40"/>
                      <a:pt x="67" y="35"/>
                      <a:pt x="64" y="34"/>
                    </a:cubicBezTo>
                    <a:cubicBezTo>
                      <a:pt x="63" y="35"/>
                      <a:pt x="62" y="35"/>
                      <a:pt x="62" y="36"/>
                    </a:cubicBezTo>
                    <a:cubicBezTo>
                      <a:pt x="62" y="35"/>
                      <a:pt x="62" y="35"/>
                      <a:pt x="62" y="35"/>
                    </a:cubicBezTo>
                    <a:cubicBezTo>
                      <a:pt x="61" y="36"/>
                      <a:pt x="61" y="36"/>
                      <a:pt x="61" y="36"/>
                    </a:cubicBezTo>
                    <a:cubicBezTo>
                      <a:pt x="61" y="36"/>
                      <a:pt x="62" y="35"/>
                      <a:pt x="63" y="35"/>
                    </a:cubicBezTo>
                    <a:cubicBezTo>
                      <a:pt x="62" y="34"/>
                      <a:pt x="61" y="34"/>
                      <a:pt x="61" y="33"/>
                    </a:cubicBezTo>
                    <a:cubicBezTo>
                      <a:pt x="59" y="34"/>
                      <a:pt x="60" y="32"/>
                      <a:pt x="58" y="34"/>
                    </a:cubicBezTo>
                    <a:cubicBezTo>
                      <a:pt x="59" y="33"/>
                      <a:pt x="59" y="33"/>
                      <a:pt x="59" y="33"/>
                    </a:cubicBezTo>
                    <a:cubicBezTo>
                      <a:pt x="58" y="33"/>
                      <a:pt x="58" y="33"/>
                      <a:pt x="59" y="31"/>
                    </a:cubicBezTo>
                    <a:cubicBezTo>
                      <a:pt x="59" y="28"/>
                      <a:pt x="56" y="27"/>
                      <a:pt x="55" y="24"/>
                    </a:cubicBezTo>
                    <a:cubicBezTo>
                      <a:pt x="53" y="22"/>
                      <a:pt x="50" y="22"/>
                      <a:pt x="47" y="21"/>
                    </a:cubicBezTo>
                    <a:cubicBezTo>
                      <a:pt x="45" y="23"/>
                      <a:pt x="45" y="22"/>
                      <a:pt x="43" y="23"/>
                    </a:cubicBezTo>
                    <a:cubicBezTo>
                      <a:pt x="44" y="23"/>
                      <a:pt x="44" y="23"/>
                      <a:pt x="44" y="23"/>
                    </a:cubicBezTo>
                    <a:cubicBezTo>
                      <a:pt x="42" y="23"/>
                      <a:pt x="43" y="22"/>
                      <a:pt x="44" y="21"/>
                    </a:cubicBezTo>
                    <a:cubicBezTo>
                      <a:pt x="43" y="22"/>
                      <a:pt x="44" y="21"/>
                      <a:pt x="42" y="22"/>
                    </a:cubicBezTo>
                    <a:cubicBezTo>
                      <a:pt x="41" y="24"/>
                      <a:pt x="44" y="20"/>
                      <a:pt x="43" y="21"/>
                    </a:cubicBezTo>
                    <a:cubicBezTo>
                      <a:pt x="44" y="20"/>
                      <a:pt x="42" y="22"/>
                      <a:pt x="43" y="21"/>
                    </a:cubicBezTo>
                    <a:cubicBezTo>
                      <a:pt x="41" y="22"/>
                      <a:pt x="44" y="20"/>
                      <a:pt x="44" y="18"/>
                    </a:cubicBezTo>
                    <a:cubicBezTo>
                      <a:pt x="43" y="18"/>
                      <a:pt x="41" y="19"/>
                      <a:pt x="41" y="17"/>
                    </a:cubicBezTo>
                    <a:cubicBezTo>
                      <a:pt x="41" y="17"/>
                      <a:pt x="40" y="18"/>
                      <a:pt x="40" y="18"/>
                    </a:cubicBezTo>
                    <a:cubicBezTo>
                      <a:pt x="42" y="16"/>
                      <a:pt x="39" y="19"/>
                      <a:pt x="40" y="17"/>
                    </a:cubicBezTo>
                    <a:cubicBezTo>
                      <a:pt x="40" y="17"/>
                      <a:pt x="40" y="17"/>
                      <a:pt x="40" y="17"/>
                    </a:cubicBezTo>
                    <a:cubicBezTo>
                      <a:pt x="41" y="15"/>
                      <a:pt x="39" y="17"/>
                      <a:pt x="40" y="15"/>
                    </a:cubicBezTo>
                    <a:cubicBezTo>
                      <a:pt x="40" y="15"/>
                      <a:pt x="40" y="15"/>
                      <a:pt x="40" y="15"/>
                    </a:cubicBezTo>
                    <a:cubicBezTo>
                      <a:pt x="38" y="16"/>
                      <a:pt x="40" y="13"/>
                      <a:pt x="39" y="15"/>
                    </a:cubicBezTo>
                    <a:cubicBezTo>
                      <a:pt x="40" y="14"/>
                      <a:pt x="39" y="14"/>
                      <a:pt x="40" y="13"/>
                    </a:cubicBezTo>
                    <a:cubicBezTo>
                      <a:pt x="37" y="16"/>
                      <a:pt x="40" y="12"/>
                      <a:pt x="38" y="13"/>
                    </a:cubicBezTo>
                    <a:cubicBezTo>
                      <a:pt x="38" y="13"/>
                      <a:pt x="38" y="13"/>
                      <a:pt x="38" y="13"/>
                    </a:cubicBezTo>
                    <a:cubicBezTo>
                      <a:pt x="37" y="12"/>
                      <a:pt x="37" y="11"/>
                      <a:pt x="35" y="11"/>
                    </a:cubicBezTo>
                    <a:cubicBezTo>
                      <a:pt x="34" y="11"/>
                      <a:pt x="36" y="8"/>
                      <a:pt x="34" y="9"/>
                    </a:cubicBezTo>
                    <a:cubicBezTo>
                      <a:pt x="33" y="10"/>
                      <a:pt x="33" y="10"/>
                      <a:pt x="33" y="10"/>
                    </a:cubicBezTo>
                    <a:cubicBezTo>
                      <a:pt x="32" y="10"/>
                      <a:pt x="33" y="9"/>
                      <a:pt x="34" y="9"/>
                    </a:cubicBezTo>
                    <a:cubicBezTo>
                      <a:pt x="32" y="10"/>
                      <a:pt x="33" y="8"/>
                      <a:pt x="33" y="7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2" y="7"/>
                      <a:pt x="29" y="7"/>
                      <a:pt x="29" y="6"/>
                    </a:cubicBezTo>
                    <a:cubicBezTo>
                      <a:pt x="28" y="9"/>
                      <a:pt x="28" y="7"/>
                      <a:pt x="28" y="8"/>
                    </a:cubicBezTo>
                    <a:cubicBezTo>
                      <a:pt x="28" y="8"/>
                      <a:pt x="28" y="7"/>
                      <a:pt x="28" y="6"/>
                    </a:cubicBezTo>
                    <a:cubicBezTo>
                      <a:pt x="28" y="6"/>
                      <a:pt x="28" y="6"/>
                      <a:pt x="28" y="5"/>
                    </a:cubicBezTo>
                    <a:cubicBezTo>
                      <a:pt x="27" y="6"/>
                      <a:pt x="26" y="7"/>
                      <a:pt x="26" y="7"/>
                    </a:cubicBezTo>
                    <a:cubicBezTo>
                      <a:pt x="27" y="4"/>
                      <a:pt x="26" y="6"/>
                      <a:pt x="26" y="5"/>
                    </a:cubicBezTo>
                    <a:cubicBezTo>
                      <a:pt x="25" y="7"/>
                      <a:pt x="24" y="8"/>
                      <a:pt x="24" y="7"/>
                    </a:cubicBezTo>
                    <a:cubicBezTo>
                      <a:pt x="26" y="5"/>
                      <a:pt x="26" y="5"/>
                      <a:pt x="26" y="5"/>
                    </a:cubicBezTo>
                    <a:cubicBezTo>
                      <a:pt x="24" y="6"/>
                      <a:pt x="24" y="3"/>
                      <a:pt x="22" y="5"/>
                    </a:cubicBezTo>
                    <a:cubicBezTo>
                      <a:pt x="22" y="4"/>
                      <a:pt x="22" y="4"/>
                      <a:pt x="22" y="4"/>
                    </a:cubicBezTo>
                    <a:cubicBezTo>
                      <a:pt x="21" y="5"/>
                      <a:pt x="21" y="3"/>
                      <a:pt x="19" y="5"/>
                    </a:cubicBezTo>
                    <a:cubicBezTo>
                      <a:pt x="19" y="4"/>
                      <a:pt x="19" y="4"/>
                      <a:pt x="19" y="3"/>
                    </a:cubicBezTo>
                    <a:cubicBezTo>
                      <a:pt x="18" y="4"/>
                      <a:pt x="18" y="4"/>
                      <a:pt x="16" y="6"/>
                    </a:cubicBezTo>
                    <a:cubicBezTo>
                      <a:pt x="16" y="6"/>
                      <a:pt x="17" y="5"/>
                      <a:pt x="17" y="4"/>
                    </a:cubicBezTo>
                    <a:cubicBezTo>
                      <a:pt x="17" y="4"/>
                      <a:pt x="18" y="2"/>
                      <a:pt x="16" y="4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6" y="4"/>
                      <a:pt x="14" y="5"/>
                      <a:pt x="15" y="3"/>
                    </a:cubicBezTo>
                    <a:cubicBezTo>
                      <a:pt x="14" y="4"/>
                      <a:pt x="14" y="5"/>
                      <a:pt x="13" y="6"/>
                    </a:cubicBezTo>
                    <a:cubicBezTo>
                      <a:pt x="13" y="6"/>
                      <a:pt x="14" y="4"/>
                      <a:pt x="13" y="5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3"/>
                      <a:pt x="13" y="3"/>
                      <a:pt x="12" y="4"/>
                    </a:cubicBezTo>
                    <a:cubicBezTo>
                      <a:pt x="13" y="2"/>
                      <a:pt x="11" y="3"/>
                      <a:pt x="12" y="2"/>
                    </a:cubicBezTo>
                    <a:cubicBezTo>
                      <a:pt x="11" y="3"/>
                      <a:pt x="12" y="1"/>
                      <a:pt x="9" y="3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10" y="2"/>
                      <a:pt x="10" y="2"/>
                      <a:pt x="10" y="1"/>
                    </a:cubicBezTo>
                    <a:cubicBezTo>
                      <a:pt x="11" y="1"/>
                      <a:pt x="9" y="2"/>
                      <a:pt x="8" y="2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2"/>
                      <a:pt x="7" y="3"/>
                      <a:pt x="6" y="4"/>
                    </a:cubicBezTo>
                    <a:cubicBezTo>
                      <a:pt x="6" y="3"/>
                      <a:pt x="5" y="4"/>
                      <a:pt x="6" y="3"/>
                    </a:cubicBezTo>
                    <a:cubicBezTo>
                      <a:pt x="7" y="3"/>
                      <a:pt x="8" y="2"/>
                      <a:pt x="10" y="1"/>
                    </a:cubicBezTo>
                    <a:cubicBezTo>
                      <a:pt x="10" y="0"/>
                      <a:pt x="7" y="2"/>
                      <a:pt x="9" y="1"/>
                    </a:cubicBezTo>
                    <a:cubicBezTo>
                      <a:pt x="9" y="0"/>
                      <a:pt x="9" y="1"/>
                      <a:pt x="7" y="2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1"/>
                      <a:pt x="8" y="1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6" y="2"/>
                      <a:pt x="6" y="1"/>
                      <a:pt x="4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3"/>
                      <a:pt x="3" y="3"/>
                      <a:pt x="4" y="2"/>
                    </a:cubicBezTo>
                    <a:cubicBezTo>
                      <a:pt x="6" y="1"/>
                      <a:pt x="7" y="1"/>
                      <a:pt x="7" y="1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5" y="1"/>
                      <a:pt x="4" y="2"/>
                      <a:pt x="3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3" y="3"/>
                      <a:pt x="2" y="4"/>
                      <a:pt x="3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5" y="3"/>
                      <a:pt x="7" y="2"/>
                      <a:pt x="5" y="3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4" y="4"/>
                      <a:pt x="4" y="4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5" y="4"/>
                      <a:pt x="3" y="6"/>
                      <a:pt x="4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2" y="7"/>
                      <a:pt x="4" y="5"/>
                      <a:pt x="5" y="5"/>
                    </a:cubicBezTo>
                    <a:cubicBezTo>
                      <a:pt x="4" y="5"/>
                      <a:pt x="2" y="7"/>
                      <a:pt x="2" y="8"/>
                    </a:cubicBezTo>
                    <a:cubicBezTo>
                      <a:pt x="2" y="8"/>
                      <a:pt x="4" y="7"/>
                      <a:pt x="3" y="9"/>
                    </a:cubicBezTo>
                    <a:cubicBezTo>
                      <a:pt x="3" y="9"/>
                      <a:pt x="4" y="9"/>
                      <a:pt x="5" y="8"/>
                    </a:cubicBezTo>
                    <a:cubicBezTo>
                      <a:pt x="5" y="8"/>
                      <a:pt x="3" y="10"/>
                      <a:pt x="4" y="9"/>
                    </a:cubicBezTo>
                    <a:cubicBezTo>
                      <a:pt x="3" y="10"/>
                      <a:pt x="2" y="12"/>
                      <a:pt x="1" y="13"/>
                    </a:cubicBezTo>
                    <a:cubicBezTo>
                      <a:pt x="1" y="13"/>
                      <a:pt x="0" y="14"/>
                      <a:pt x="1" y="14"/>
                    </a:cubicBezTo>
                    <a:cubicBezTo>
                      <a:pt x="0" y="14"/>
                      <a:pt x="0" y="15"/>
                      <a:pt x="0" y="15"/>
                    </a:cubicBezTo>
                    <a:cubicBezTo>
                      <a:pt x="1" y="14"/>
                      <a:pt x="2" y="13"/>
                      <a:pt x="2" y="12"/>
                    </a:cubicBezTo>
                    <a:cubicBezTo>
                      <a:pt x="3" y="10"/>
                      <a:pt x="3" y="12"/>
                      <a:pt x="4" y="10"/>
                    </a:cubicBezTo>
                    <a:cubicBezTo>
                      <a:pt x="4" y="11"/>
                      <a:pt x="5" y="11"/>
                      <a:pt x="5" y="11"/>
                    </a:cubicBezTo>
                    <a:cubicBezTo>
                      <a:pt x="5" y="11"/>
                      <a:pt x="4" y="12"/>
                      <a:pt x="3" y="13"/>
                    </a:cubicBezTo>
                    <a:cubicBezTo>
                      <a:pt x="5" y="12"/>
                      <a:pt x="6" y="11"/>
                      <a:pt x="6" y="12"/>
                    </a:cubicBezTo>
                    <a:cubicBezTo>
                      <a:pt x="7" y="11"/>
                      <a:pt x="7" y="11"/>
                      <a:pt x="8" y="9"/>
                    </a:cubicBezTo>
                    <a:cubicBezTo>
                      <a:pt x="8" y="9"/>
                      <a:pt x="8" y="8"/>
                      <a:pt x="8" y="9"/>
                    </a:cubicBezTo>
                    <a:cubicBezTo>
                      <a:pt x="7" y="10"/>
                      <a:pt x="6" y="12"/>
                      <a:pt x="6" y="13"/>
                    </a:cubicBezTo>
                    <a:cubicBezTo>
                      <a:pt x="4" y="15"/>
                      <a:pt x="6" y="12"/>
                      <a:pt x="4" y="14"/>
                    </a:cubicBezTo>
                    <a:cubicBezTo>
                      <a:pt x="2" y="16"/>
                      <a:pt x="2" y="15"/>
                      <a:pt x="3" y="14"/>
                    </a:cubicBezTo>
                    <a:cubicBezTo>
                      <a:pt x="1" y="16"/>
                      <a:pt x="3" y="15"/>
                      <a:pt x="1" y="16"/>
                    </a:cubicBezTo>
                    <a:cubicBezTo>
                      <a:pt x="1" y="17"/>
                      <a:pt x="2" y="16"/>
                      <a:pt x="3" y="16"/>
                    </a:cubicBezTo>
                    <a:cubicBezTo>
                      <a:pt x="4" y="15"/>
                      <a:pt x="4" y="15"/>
                      <a:pt x="4" y="14"/>
                    </a:cubicBezTo>
                    <a:cubicBezTo>
                      <a:pt x="6" y="12"/>
                      <a:pt x="4" y="16"/>
                      <a:pt x="4" y="16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3" y="17"/>
                      <a:pt x="4" y="16"/>
                      <a:pt x="4" y="16"/>
                    </a:cubicBezTo>
                    <a:cubicBezTo>
                      <a:pt x="2" y="19"/>
                      <a:pt x="4" y="16"/>
                      <a:pt x="2" y="18"/>
                    </a:cubicBezTo>
                    <a:cubicBezTo>
                      <a:pt x="1" y="20"/>
                      <a:pt x="1" y="20"/>
                      <a:pt x="1" y="20"/>
                    </a:cubicBezTo>
                    <a:cubicBezTo>
                      <a:pt x="1" y="20"/>
                      <a:pt x="3" y="18"/>
                      <a:pt x="3" y="18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3" y="18"/>
                      <a:pt x="4" y="17"/>
                      <a:pt x="4" y="17"/>
                    </a:cubicBezTo>
                    <a:cubicBezTo>
                      <a:pt x="6" y="14"/>
                      <a:pt x="4" y="16"/>
                      <a:pt x="5" y="16"/>
                    </a:cubicBezTo>
                    <a:cubicBezTo>
                      <a:pt x="6" y="15"/>
                      <a:pt x="5" y="16"/>
                      <a:pt x="6" y="15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8" y="14"/>
                      <a:pt x="6" y="15"/>
                      <a:pt x="6" y="16"/>
                    </a:cubicBezTo>
                    <a:cubicBezTo>
                      <a:pt x="6" y="16"/>
                      <a:pt x="5" y="16"/>
                      <a:pt x="6" y="15"/>
                    </a:cubicBezTo>
                    <a:cubicBezTo>
                      <a:pt x="5" y="17"/>
                      <a:pt x="4" y="19"/>
                      <a:pt x="3" y="19"/>
                    </a:cubicBezTo>
                    <a:cubicBezTo>
                      <a:pt x="3" y="21"/>
                      <a:pt x="4" y="18"/>
                      <a:pt x="5" y="18"/>
                    </a:cubicBezTo>
                    <a:cubicBezTo>
                      <a:pt x="4" y="19"/>
                      <a:pt x="5" y="17"/>
                      <a:pt x="6" y="16"/>
                    </a:cubicBezTo>
                    <a:cubicBezTo>
                      <a:pt x="9" y="13"/>
                      <a:pt x="4" y="20"/>
                      <a:pt x="5" y="19"/>
                    </a:cubicBezTo>
                    <a:cubicBezTo>
                      <a:pt x="7" y="17"/>
                      <a:pt x="8" y="16"/>
                      <a:pt x="9" y="13"/>
                    </a:cubicBezTo>
                    <a:cubicBezTo>
                      <a:pt x="10" y="13"/>
                      <a:pt x="10" y="12"/>
                      <a:pt x="10" y="12"/>
                    </a:cubicBezTo>
                    <a:cubicBezTo>
                      <a:pt x="9" y="14"/>
                      <a:pt x="9" y="14"/>
                      <a:pt x="8" y="15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6" y="19"/>
                      <a:pt x="6" y="20"/>
                      <a:pt x="5" y="21"/>
                    </a:cubicBezTo>
                    <a:cubicBezTo>
                      <a:pt x="6" y="20"/>
                      <a:pt x="6" y="19"/>
                      <a:pt x="7" y="19"/>
                    </a:cubicBezTo>
                    <a:cubicBezTo>
                      <a:pt x="6" y="20"/>
                      <a:pt x="6" y="21"/>
                      <a:pt x="6" y="21"/>
                    </a:cubicBezTo>
                    <a:cubicBezTo>
                      <a:pt x="6" y="20"/>
                      <a:pt x="7" y="18"/>
                      <a:pt x="8" y="18"/>
                    </a:cubicBezTo>
                    <a:cubicBezTo>
                      <a:pt x="8" y="18"/>
                      <a:pt x="7" y="20"/>
                      <a:pt x="7" y="20"/>
                    </a:cubicBezTo>
                    <a:cubicBezTo>
                      <a:pt x="6" y="22"/>
                      <a:pt x="6" y="22"/>
                      <a:pt x="6" y="22"/>
                    </a:cubicBezTo>
                    <a:cubicBezTo>
                      <a:pt x="7" y="20"/>
                      <a:pt x="5" y="22"/>
                      <a:pt x="6" y="22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9" y="18"/>
                      <a:pt x="8" y="19"/>
                      <a:pt x="8" y="19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8" y="20"/>
                      <a:pt x="6" y="23"/>
                      <a:pt x="7" y="22"/>
                    </a:cubicBezTo>
                    <a:cubicBezTo>
                      <a:pt x="7" y="21"/>
                      <a:pt x="7" y="21"/>
                      <a:pt x="7" y="21"/>
                    </a:cubicBezTo>
                    <a:cubicBezTo>
                      <a:pt x="7" y="22"/>
                      <a:pt x="7" y="22"/>
                      <a:pt x="7" y="22"/>
                    </a:cubicBezTo>
                    <a:cubicBezTo>
                      <a:pt x="7" y="21"/>
                      <a:pt x="7" y="22"/>
                      <a:pt x="8" y="21"/>
                    </a:cubicBezTo>
                    <a:cubicBezTo>
                      <a:pt x="7" y="22"/>
                      <a:pt x="7" y="22"/>
                      <a:pt x="7" y="22"/>
                    </a:cubicBezTo>
                    <a:cubicBezTo>
                      <a:pt x="8" y="22"/>
                      <a:pt x="9" y="20"/>
                      <a:pt x="8" y="22"/>
                    </a:cubicBezTo>
                    <a:cubicBezTo>
                      <a:pt x="9" y="19"/>
                      <a:pt x="8" y="21"/>
                      <a:pt x="8" y="20"/>
                    </a:cubicBezTo>
                    <a:cubicBezTo>
                      <a:pt x="9" y="19"/>
                      <a:pt x="9" y="19"/>
                      <a:pt x="10" y="19"/>
                    </a:cubicBezTo>
                    <a:cubicBezTo>
                      <a:pt x="8" y="21"/>
                      <a:pt x="10" y="19"/>
                      <a:pt x="10" y="19"/>
                    </a:cubicBezTo>
                    <a:cubicBezTo>
                      <a:pt x="9" y="21"/>
                      <a:pt x="9" y="21"/>
                      <a:pt x="9" y="21"/>
                    </a:cubicBezTo>
                    <a:cubicBezTo>
                      <a:pt x="10" y="19"/>
                      <a:pt x="10" y="19"/>
                      <a:pt x="10" y="19"/>
                    </a:cubicBezTo>
                    <a:cubicBezTo>
                      <a:pt x="8" y="23"/>
                      <a:pt x="11" y="19"/>
                      <a:pt x="10" y="20"/>
                    </a:cubicBezTo>
                    <a:cubicBezTo>
                      <a:pt x="10" y="21"/>
                      <a:pt x="9" y="22"/>
                      <a:pt x="9" y="23"/>
                    </a:cubicBezTo>
                    <a:cubicBezTo>
                      <a:pt x="10" y="20"/>
                      <a:pt x="11" y="20"/>
                      <a:pt x="12" y="18"/>
                    </a:cubicBezTo>
                    <a:cubicBezTo>
                      <a:pt x="11" y="19"/>
                      <a:pt x="10" y="21"/>
                      <a:pt x="9" y="23"/>
                    </a:cubicBezTo>
                    <a:cubicBezTo>
                      <a:pt x="10" y="21"/>
                      <a:pt x="9" y="24"/>
                      <a:pt x="10" y="22"/>
                    </a:cubicBezTo>
                    <a:cubicBezTo>
                      <a:pt x="10" y="21"/>
                      <a:pt x="11" y="21"/>
                      <a:pt x="12" y="20"/>
                    </a:cubicBezTo>
                    <a:cubicBezTo>
                      <a:pt x="12" y="20"/>
                      <a:pt x="11" y="21"/>
                      <a:pt x="11" y="21"/>
                    </a:cubicBezTo>
                    <a:cubicBezTo>
                      <a:pt x="11" y="21"/>
                      <a:pt x="12" y="19"/>
                      <a:pt x="12" y="19"/>
                    </a:cubicBezTo>
                    <a:cubicBezTo>
                      <a:pt x="12" y="19"/>
                      <a:pt x="14" y="17"/>
                      <a:pt x="13" y="19"/>
                    </a:cubicBezTo>
                    <a:cubicBezTo>
                      <a:pt x="12" y="20"/>
                      <a:pt x="12" y="19"/>
                      <a:pt x="12" y="20"/>
                    </a:cubicBezTo>
                    <a:cubicBezTo>
                      <a:pt x="12" y="21"/>
                      <a:pt x="14" y="17"/>
                      <a:pt x="15" y="17"/>
                    </a:cubicBezTo>
                    <a:cubicBezTo>
                      <a:pt x="15" y="16"/>
                      <a:pt x="16" y="13"/>
                      <a:pt x="17" y="12"/>
                    </a:cubicBezTo>
                    <a:cubicBezTo>
                      <a:pt x="17" y="13"/>
                      <a:pt x="16" y="13"/>
                      <a:pt x="16" y="15"/>
                    </a:cubicBezTo>
                    <a:cubicBezTo>
                      <a:pt x="16" y="15"/>
                      <a:pt x="16" y="15"/>
                      <a:pt x="16" y="15"/>
                    </a:cubicBezTo>
                    <a:cubicBezTo>
                      <a:pt x="15" y="18"/>
                      <a:pt x="13" y="19"/>
                      <a:pt x="12" y="21"/>
                    </a:cubicBezTo>
                    <a:cubicBezTo>
                      <a:pt x="13" y="20"/>
                      <a:pt x="13" y="20"/>
                      <a:pt x="13" y="20"/>
                    </a:cubicBezTo>
                    <a:cubicBezTo>
                      <a:pt x="11" y="23"/>
                      <a:pt x="11" y="23"/>
                      <a:pt x="11" y="23"/>
                    </a:cubicBezTo>
                    <a:cubicBezTo>
                      <a:pt x="12" y="21"/>
                      <a:pt x="12" y="23"/>
                      <a:pt x="12" y="22"/>
                    </a:cubicBezTo>
                    <a:cubicBezTo>
                      <a:pt x="13" y="21"/>
                      <a:pt x="12" y="23"/>
                      <a:pt x="12" y="22"/>
                    </a:cubicBezTo>
                    <a:cubicBezTo>
                      <a:pt x="13" y="21"/>
                      <a:pt x="14" y="19"/>
                      <a:pt x="14" y="20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2" y="23"/>
                      <a:pt x="13" y="21"/>
                      <a:pt x="13" y="22"/>
                    </a:cubicBezTo>
                    <a:cubicBezTo>
                      <a:pt x="13" y="23"/>
                      <a:pt x="13" y="23"/>
                      <a:pt x="13" y="23"/>
                    </a:cubicBezTo>
                    <a:cubicBezTo>
                      <a:pt x="13" y="23"/>
                      <a:pt x="14" y="24"/>
                      <a:pt x="16" y="20"/>
                    </a:cubicBezTo>
                    <a:cubicBezTo>
                      <a:pt x="16" y="22"/>
                      <a:pt x="16" y="22"/>
                      <a:pt x="15" y="23"/>
                    </a:cubicBezTo>
                    <a:cubicBezTo>
                      <a:pt x="16" y="23"/>
                      <a:pt x="16" y="22"/>
                      <a:pt x="16" y="22"/>
                    </a:cubicBezTo>
                    <a:cubicBezTo>
                      <a:pt x="16" y="23"/>
                      <a:pt x="16" y="23"/>
                      <a:pt x="16" y="23"/>
                    </a:cubicBezTo>
                    <a:cubicBezTo>
                      <a:pt x="15" y="25"/>
                      <a:pt x="16" y="23"/>
                      <a:pt x="17" y="22"/>
                    </a:cubicBezTo>
                    <a:cubicBezTo>
                      <a:pt x="16" y="23"/>
                      <a:pt x="16" y="23"/>
                      <a:pt x="16" y="23"/>
                    </a:cubicBezTo>
                    <a:cubicBezTo>
                      <a:pt x="16" y="25"/>
                      <a:pt x="17" y="23"/>
                      <a:pt x="17" y="22"/>
                    </a:cubicBezTo>
                    <a:cubicBezTo>
                      <a:pt x="17" y="23"/>
                      <a:pt x="17" y="23"/>
                      <a:pt x="17" y="23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8" y="22"/>
                      <a:pt x="18" y="22"/>
                      <a:pt x="17" y="24"/>
                    </a:cubicBezTo>
                    <a:cubicBezTo>
                      <a:pt x="18" y="23"/>
                      <a:pt x="18" y="23"/>
                      <a:pt x="18" y="23"/>
                    </a:cubicBezTo>
                    <a:cubicBezTo>
                      <a:pt x="17" y="24"/>
                      <a:pt x="18" y="24"/>
                      <a:pt x="18" y="24"/>
                    </a:cubicBezTo>
                    <a:cubicBezTo>
                      <a:pt x="18" y="24"/>
                      <a:pt x="18" y="23"/>
                      <a:pt x="18" y="24"/>
                    </a:cubicBezTo>
                    <a:cubicBezTo>
                      <a:pt x="18" y="23"/>
                      <a:pt x="19" y="23"/>
                      <a:pt x="20" y="21"/>
                    </a:cubicBezTo>
                    <a:cubicBezTo>
                      <a:pt x="21" y="19"/>
                      <a:pt x="19" y="22"/>
                      <a:pt x="20" y="21"/>
                    </a:cubicBezTo>
                    <a:cubicBezTo>
                      <a:pt x="19" y="23"/>
                      <a:pt x="19" y="23"/>
                      <a:pt x="19" y="23"/>
                    </a:cubicBezTo>
                    <a:cubicBezTo>
                      <a:pt x="19" y="23"/>
                      <a:pt x="19" y="24"/>
                      <a:pt x="18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9" y="23"/>
                      <a:pt x="19" y="23"/>
                      <a:pt x="19" y="23"/>
                    </a:cubicBezTo>
                    <a:cubicBezTo>
                      <a:pt x="18" y="25"/>
                      <a:pt x="20" y="23"/>
                      <a:pt x="20" y="24"/>
                    </a:cubicBezTo>
                    <a:cubicBezTo>
                      <a:pt x="20" y="24"/>
                      <a:pt x="22" y="22"/>
                      <a:pt x="22" y="22"/>
                    </a:cubicBezTo>
                    <a:cubicBezTo>
                      <a:pt x="24" y="20"/>
                      <a:pt x="21" y="24"/>
                      <a:pt x="20" y="25"/>
                    </a:cubicBezTo>
                    <a:cubicBezTo>
                      <a:pt x="21" y="24"/>
                      <a:pt x="21" y="24"/>
                      <a:pt x="21" y="24"/>
                    </a:cubicBezTo>
                    <a:cubicBezTo>
                      <a:pt x="21" y="24"/>
                      <a:pt x="21" y="24"/>
                      <a:pt x="21" y="24"/>
                    </a:cubicBezTo>
                    <a:cubicBezTo>
                      <a:pt x="22" y="24"/>
                      <a:pt x="22" y="23"/>
                      <a:pt x="22" y="24"/>
                    </a:cubicBezTo>
                    <a:cubicBezTo>
                      <a:pt x="22" y="24"/>
                      <a:pt x="22" y="24"/>
                      <a:pt x="22" y="24"/>
                    </a:cubicBezTo>
                    <a:cubicBezTo>
                      <a:pt x="22" y="25"/>
                      <a:pt x="21" y="26"/>
                      <a:pt x="21" y="26"/>
                    </a:cubicBezTo>
                    <a:cubicBezTo>
                      <a:pt x="22" y="24"/>
                      <a:pt x="22" y="25"/>
                      <a:pt x="23" y="24"/>
                    </a:cubicBezTo>
                    <a:cubicBezTo>
                      <a:pt x="22" y="25"/>
                      <a:pt x="22" y="25"/>
                      <a:pt x="22" y="25"/>
                    </a:cubicBezTo>
                    <a:cubicBezTo>
                      <a:pt x="23" y="23"/>
                      <a:pt x="23" y="23"/>
                      <a:pt x="23" y="23"/>
                    </a:cubicBezTo>
                    <a:cubicBezTo>
                      <a:pt x="23" y="24"/>
                      <a:pt x="23" y="24"/>
                      <a:pt x="23" y="24"/>
                    </a:cubicBezTo>
                    <a:cubicBezTo>
                      <a:pt x="22" y="26"/>
                      <a:pt x="22" y="26"/>
                      <a:pt x="22" y="26"/>
                    </a:cubicBezTo>
                    <a:cubicBezTo>
                      <a:pt x="21" y="26"/>
                      <a:pt x="23" y="24"/>
                      <a:pt x="24" y="24"/>
                    </a:cubicBezTo>
                    <a:cubicBezTo>
                      <a:pt x="24" y="23"/>
                      <a:pt x="23" y="24"/>
                      <a:pt x="23" y="25"/>
                    </a:cubicBezTo>
                    <a:cubicBezTo>
                      <a:pt x="22" y="25"/>
                      <a:pt x="23" y="25"/>
                      <a:pt x="23" y="25"/>
                    </a:cubicBezTo>
                    <a:cubicBezTo>
                      <a:pt x="22" y="26"/>
                      <a:pt x="23" y="25"/>
                      <a:pt x="22" y="26"/>
                    </a:cubicBezTo>
                    <a:cubicBezTo>
                      <a:pt x="22" y="26"/>
                      <a:pt x="23" y="25"/>
                      <a:pt x="23" y="25"/>
                    </a:cubicBezTo>
                    <a:cubicBezTo>
                      <a:pt x="23" y="25"/>
                      <a:pt x="24" y="25"/>
                      <a:pt x="23" y="26"/>
                    </a:cubicBezTo>
                    <a:cubicBezTo>
                      <a:pt x="23" y="26"/>
                      <a:pt x="23" y="26"/>
                      <a:pt x="24" y="25"/>
                    </a:cubicBezTo>
                    <a:cubicBezTo>
                      <a:pt x="24" y="25"/>
                      <a:pt x="24" y="24"/>
                      <a:pt x="25" y="24"/>
                    </a:cubicBezTo>
                    <a:cubicBezTo>
                      <a:pt x="25" y="24"/>
                      <a:pt x="25" y="23"/>
                      <a:pt x="25" y="24"/>
                    </a:cubicBezTo>
                    <a:cubicBezTo>
                      <a:pt x="25" y="24"/>
                      <a:pt x="25" y="24"/>
                      <a:pt x="25" y="24"/>
                    </a:cubicBezTo>
                    <a:cubicBezTo>
                      <a:pt x="25" y="24"/>
                      <a:pt x="25" y="24"/>
                      <a:pt x="26" y="23"/>
                    </a:cubicBezTo>
                    <a:cubicBezTo>
                      <a:pt x="24" y="25"/>
                      <a:pt x="24" y="25"/>
                      <a:pt x="24" y="25"/>
                    </a:cubicBezTo>
                    <a:cubicBezTo>
                      <a:pt x="25" y="24"/>
                      <a:pt x="25" y="24"/>
                      <a:pt x="26" y="24"/>
                    </a:cubicBezTo>
                    <a:cubicBezTo>
                      <a:pt x="25" y="25"/>
                      <a:pt x="23" y="27"/>
                      <a:pt x="23" y="27"/>
                    </a:cubicBezTo>
                    <a:cubicBezTo>
                      <a:pt x="25" y="26"/>
                      <a:pt x="25" y="26"/>
                      <a:pt x="25" y="26"/>
                    </a:cubicBezTo>
                    <a:cubicBezTo>
                      <a:pt x="25" y="26"/>
                      <a:pt x="25" y="26"/>
                      <a:pt x="24" y="27"/>
                    </a:cubicBezTo>
                    <a:cubicBezTo>
                      <a:pt x="24" y="28"/>
                      <a:pt x="27" y="24"/>
                      <a:pt x="27" y="25"/>
                    </a:cubicBezTo>
                    <a:cubicBezTo>
                      <a:pt x="25" y="27"/>
                      <a:pt x="25" y="27"/>
                      <a:pt x="25" y="27"/>
                    </a:cubicBezTo>
                    <a:cubicBezTo>
                      <a:pt x="26" y="27"/>
                      <a:pt x="26" y="27"/>
                      <a:pt x="26" y="27"/>
                    </a:cubicBezTo>
                    <a:cubicBezTo>
                      <a:pt x="26" y="26"/>
                      <a:pt x="25" y="28"/>
                      <a:pt x="25" y="27"/>
                    </a:cubicBezTo>
                    <a:cubicBezTo>
                      <a:pt x="26" y="26"/>
                      <a:pt x="26" y="26"/>
                      <a:pt x="26" y="26"/>
                    </a:cubicBezTo>
                    <a:cubicBezTo>
                      <a:pt x="24" y="29"/>
                      <a:pt x="27" y="27"/>
                      <a:pt x="26" y="29"/>
                    </a:cubicBezTo>
                    <a:cubicBezTo>
                      <a:pt x="27" y="27"/>
                      <a:pt x="26" y="29"/>
                      <a:pt x="27" y="28"/>
                    </a:cubicBezTo>
                    <a:cubicBezTo>
                      <a:pt x="25" y="30"/>
                      <a:pt x="27" y="28"/>
                      <a:pt x="26" y="29"/>
                    </a:cubicBezTo>
                    <a:cubicBezTo>
                      <a:pt x="28" y="27"/>
                      <a:pt x="28" y="27"/>
                      <a:pt x="28" y="27"/>
                    </a:cubicBezTo>
                    <a:cubicBezTo>
                      <a:pt x="27" y="29"/>
                      <a:pt x="31" y="25"/>
                      <a:pt x="29" y="27"/>
                    </a:cubicBezTo>
                    <a:cubicBezTo>
                      <a:pt x="27" y="29"/>
                      <a:pt x="27" y="29"/>
                      <a:pt x="27" y="29"/>
                    </a:cubicBezTo>
                    <a:cubicBezTo>
                      <a:pt x="26" y="31"/>
                      <a:pt x="29" y="27"/>
                      <a:pt x="28" y="30"/>
                    </a:cubicBezTo>
                    <a:cubicBezTo>
                      <a:pt x="28" y="29"/>
                      <a:pt x="29" y="28"/>
                      <a:pt x="30" y="27"/>
                    </a:cubicBezTo>
                    <a:cubicBezTo>
                      <a:pt x="30" y="28"/>
                      <a:pt x="29" y="29"/>
                      <a:pt x="29" y="30"/>
                    </a:cubicBezTo>
                    <a:cubicBezTo>
                      <a:pt x="29" y="29"/>
                      <a:pt x="30" y="29"/>
                      <a:pt x="29" y="30"/>
                    </a:cubicBezTo>
                    <a:cubicBezTo>
                      <a:pt x="28" y="30"/>
                      <a:pt x="28" y="30"/>
                      <a:pt x="28" y="30"/>
                    </a:cubicBezTo>
                    <a:cubicBezTo>
                      <a:pt x="28" y="31"/>
                      <a:pt x="29" y="30"/>
                      <a:pt x="30" y="30"/>
                    </a:cubicBezTo>
                    <a:cubicBezTo>
                      <a:pt x="28" y="31"/>
                      <a:pt x="29" y="31"/>
                      <a:pt x="29" y="32"/>
                    </a:cubicBezTo>
                    <a:cubicBezTo>
                      <a:pt x="31" y="30"/>
                      <a:pt x="29" y="33"/>
                      <a:pt x="31" y="31"/>
                    </a:cubicBezTo>
                    <a:cubicBezTo>
                      <a:pt x="30" y="31"/>
                      <a:pt x="30" y="31"/>
                      <a:pt x="30" y="31"/>
                    </a:cubicBezTo>
                    <a:cubicBezTo>
                      <a:pt x="31" y="31"/>
                      <a:pt x="32" y="29"/>
                      <a:pt x="32" y="29"/>
                    </a:cubicBezTo>
                    <a:cubicBezTo>
                      <a:pt x="31" y="31"/>
                      <a:pt x="31" y="31"/>
                      <a:pt x="31" y="31"/>
                    </a:cubicBezTo>
                    <a:cubicBezTo>
                      <a:pt x="29" y="33"/>
                      <a:pt x="31" y="31"/>
                      <a:pt x="30" y="32"/>
                    </a:cubicBezTo>
                    <a:cubicBezTo>
                      <a:pt x="31" y="31"/>
                      <a:pt x="30" y="32"/>
                      <a:pt x="31" y="31"/>
                    </a:cubicBezTo>
                    <a:cubicBezTo>
                      <a:pt x="32" y="31"/>
                      <a:pt x="32" y="31"/>
                      <a:pt x="32" y="31"/>
                    </a:cubicBezTo>
                    <a:cubicBezTo>
                      <a:pt x="33" y="30"/>
                      <a:pt x="33" y="30"/>
                      <a:pt x="33" y="30"/>
                    </a:cubicBezTo>
                    <a:cubicBezTo>
                      <a:pt x="33" y="30"/>
                      <a:pt x="31" y="32"/>
                      <a:pt x="31" y="32"/>
                    </a:cubicBezTo>
                    <a:cubicBezTo>
                      <a:pt x="31" y="33"/>
                      <a:pt x="31" y="32"/>
                      <a:pt x="32" y="32"/>
                    </a:cubicBezTo>
                    <a:cubicBezTo>
                      <a:pt x="32" y="32"/>
                      <a:pt x="32" y="32"/>
                      <a:pt x="32" y="32"/>
                    </a:cubicBezTo>
                    <a:cubicBezTo>
                      <a:pt x="32" y="32"/>
                      <a:pt x="32" y="32"/>
                      <a:pt x="32" y="32"/>
                    </a:cubicBezTo>
                    <a:cubicBezTo>
                      <a:pt x="32" y="32"/>
                      <a:pt x="32" y="32"/>
                      <a:pt x="32" y="32"/>
                    </a:cubicBezTo>
                    <a:cubicBezTo>
                      <a:pt x="32" y="32"/>
                      <a:pt x="32" y="32"/>
                      <a:pt x="32" y="32"/>
                    </a:cubicBezTo>
                    <a:cubicBezTo>
                      <a:pt x="32" y="32"/>
                      <a:pt x="32" y="32"/>
                      <a:pt x="32" y="32"/>
                    </a:cubicBezTo>
                    <a:cubicBezTo>
                      <a:pt x="32" y="32"/>
                      <a:pt x="32" y="32"/>
                      <a:pt x="32" y="32"/>
                    </a:cubicBezTo>
                    <a:cubicBezTo>
                      <a:pt x="32" y="32"/>
                      <a:pt x="32" y="32"/>
                      <a:pt x="32" y="32"/>
                    </a:cubicBezTo>
                    <a:cubicBezTo>
                      <a:pt x="32" y="32"/>
                      <a:pt x="32" y="32"/>
                      <a:pt x="31" y="33"/>
                    </a:cubicBezTo>
                    <a:cubicBezTo>
                      <a:pt x="30" y="34"/>
                      <a:pt x="30" y="34"/>
                      <a:pt x="30" y="34"/>
                    </a:cubicBezTo>
                    <a:cubicBezTo>
                      <a:pt x="30" y="34"/>
                      <a:pt x="32" y="33"/>
                      <a:pt x="32" y="32"/>
                    </a:cubicBezTo>
                    <a:cubicBezTo>
                      <a:pt x="32" y="34"/>
                      <a:pt x="33" y="33"/>
                      <a:pt x="34" y="33"/>
                    </a:cubicBezTo>
                    <a:cubicBezTo>
                      <a:pt x="34" y="33"/>
                      <a:pt x="33" y="33"/>
                      <a:pt x="33" y="33"/>
                    </a:cubicBezTo>
                    <a:cubicBezTo>
                      <a:pt x="34" y="33"/>
                      <a:pt x="35" y="32"/>
                      <a:pt x="34" y="33"/>
                    </a:cubicBezTo>
                    <a:cubicBezTo>
                      <a:pt x="35" y="32"/>
                      <a:pt x="33" y="34"/>
                      <a:pt x="34" y="34"/>
                    </a:cubicBezTo>
                    <a:cubicBezTo>
                      <a:pt x="33" y="34"/>
                      <a:pt x="35" y="33"/>
                      <a:pt x="34" y="33"/>
                    </a:cubicBezTo>
                    <a:cubicBezTo>
                      <a:pt x="33" y="35"/>
                      <a:pt x="36" y="32"/>
                      <a:pt x="35" y="34"/>
                    </a:cubicBezTo>
                    <a:cubicBezTo>
                      <a:pt x="36" y="33"/>
                      <a:pt x="35" y="34"/>
                      <a:pt x="34" y="35"/>
                    </a:cubicBezTo>
                    <a:cubicBezTo>
                      <a:pt x="35" y="34"/>
                      <a:pt x="36" y="34"/>
                      <a:pt x="37" y="33"/>
                    </a:cubicBezTo>
                    <a:cubicBezTo>
                      <a:pt x="36" y="34"/>
                      <a:pt x="36" y="34"/>
                      <a:pt x="36" y="34"/>
                    </a:cubicBezTo>
                    <a:cubicBezTo>
                      <a:pt x="36" y="34"/>
                      <a:pt x="36" y="34"/>
                      <a:pt x="37" y="34"/>
                    </a:cubicBezTo>
                    <a:cubicBezTo>
                      <a:pt x="38" y="33"/>
                      <a:pt x="39" y="32"/>
                      <a:pt x="39" y="32"/>
                    </a:cubicBezTo>
                    <a:cubicBezTo>
                      <a:pt x="39" y="32"/>
                      <a:pt x="39" y="32"/>
                      <a:pt x="39" y="32"/>
                    </a:cubicBezTo>
                    <a:cubicBezTo>
                      <a:pt x="40" y="32"/>
                      <a:pt x="40" y="32"/>
                      <a:pt x="40" y="32"/>
                    </a:cubicBezTo>
                    <a:cubicBezTo>
                      <a:pt x="39" y="33"/>
                      <a:pt x="39" y="32"/>
                      <a:pt x="39" y="33"/>
                    </a:cubicBezTo>
                    <a:cubicBezTo>
                      <a:pt x="37" y="35"/>
                      <a:pt x="38" y="34"/>
                      <a:pt x="38" y="35"/>
                    </a:cubicBezTo>
                    <a:cubicBezTo>
                      <a:pt x="39" y="34"/>
                      <a:pt x="39" y="34"/>
                      <a:pt x="39" y="34"/>
                    </a:cubicBezTo>
                    <a:cubicBezTo>
                      <a:pt x="40" y="33"/>
                      <a:pt x="38" y="35"/>
                      <a:pt x="38" y="35"/>
                    </a:cubicBezTo>
                    <a:cubicBezTo>
                      <a:pt x="42" y="32"/>
                      <a:pt x="42" y="32"/>
                      <a:pt x="42" y="32"/>
                    </a:cubicBezTo>
                    <a:cubicBezTo>
                      <a:pt x="42" y="32"/>
                      <a:pt x="41" y="33"/>
                      <a:pt x="40" y="34"/>
                    </a:cubicBezTo>
                    <a:cubicBezTo>
                      <a:pt x="40" y="34"/>
                      <a:pt x="42" y="32"/>
                      <a:pt x="44" y="31"/>
                    </a:cubicBezTo>
                    <a:cubicBezTo>
                      <a:pt x="44" y="31"/>
                      <a:pt x="45" y="31"/>
                      <a:pt x="45" y="31"/>
                    </a:cubicBezTo>
                    <a:cubicBezTo>
                      <a:pt x="44" y="32"/>
                      <a:pt x="45" y="31"/>
                      <a:pt x="44" y="32"/>
                    </a:cubicBezTo>
                    <a:cubicBezTo>
                      <a:pt x="43" y="33"/>
                      <a:pt x="43" y="33"/>
                      <a:pt x="43" y="33"/>
                    </a:cubicBezTo>
                    <a:cubicBezTo>
                      <a:pt x="43" y="33"/>
                      <a:pt x="41" y="34"/>
                      <a:pt x="40" y="35"/>
                    </a:cubicBezTo>
                    <a:cubicBezTo>
                      <a:pt x="41" y="35"/>
                      <a:pt x="41" y="36"/>
                      <a:pt x="41" y="36"/>
                    </a:cubicBezTo>
                    <a:cubicBezTo>
                      <a:pt x="43" y="34"/>
                      <a:pt x="42" y="35"/>
                      <a:pt x="44" y="34"/>
                    </a:cubicBezTo>
                    <a:cubicBezTo>
                      <a:pt x="44" y="34"/>
                      <a:pt x="43" y="35"/>
                      <a:pt x="42" y="36"/>
                    </a:cubicBezTo>
                    <a:cubicBezTo>
                      <a:pt x="43" y="35"/>
                      <a:pt x="43" y="36"/>
                      <a:pt x="43" y="36"/>
                    </a:cubicBezTo>
                    <a:cubicBezTo>
                      <a:pt x="43" y="36"/>
                      <a:pt x="43" y="36"/>
                      <a:pt x="43" y="36"/>
                    </a:cubicBezTo>
                    <a:cubicBezTo>
                      <a:pt x="44" y="36"/>
                      <a:pt x="43" y="37"/>
                      <a:pt x="45" y="36"/>
                    </a:cubicBezTo>
                    <a:cubicBezTo>
                      <a:pt x="44" y="37"/>
                      <a:pt x="44" y="37"/>
                      <a:pt x="44" y="37"/>
                    </a:cubicBezTo>
                    <a:cubicBezTo>
                      <a:pt x="44" y="37"/>
                      <a:pt x="47" y="34"/>
                      <a:pt x="46" y="36"/>
                    </a:cubicBezTo>
                    <a:cubicBezTo>
                      <a:pt x="45" y="36"/>
                      <a:pt x="45" y="36"/>
                      <a:pt x="45" y="36"/>
                    </a:cubicBezTo>
                    <a:cubicBezTo>
                      <a:pt x="46" y="36"/>
                      <a:pt x="44" y="38"/>
                      <a:pt x="46" y="36"/>
                    </a:cubicBezTo>
                    <a:cubicBezTo>
                      <a:pt x="45" y="37"/>
                      <a:pt x="45" y="37"/>
                      <a:pt x="45" y="37"/>
                    </a:cubicBezTo>
                    <a:cubicBezTo>
                      <a:pt x="45" y="37"/>
                      <a:pt x="45" y="37"/>
                      <a:pt x="47" y="36"/>
                    </a:cubicBezTo>
                    <a:cubicBezTo>
                      <a:pt x="45" y="38"/>
                      <a:pt x="45" y="38"/>
                      <a:pt x="45" y="38"/>
                    </a:cubicBezTo>
                    <a:cubicBezTo>
                      <a:pt x="45" y="39"/>
                      <a:pt x="47" y="36"/>
                      <a:pt x="47" y="37"/>
                    </a:cubicBezTo>
                    <a:cubicBezTo>
                      <a:pt x="47" y="37"/>
                      <a:pt x="46" y="38"/>
                      <a:pt x="46" y="38"/>
                    </a:cubicBezTo>
                    <a:cubicBezTo>
                      <a:pt x="47" y="37"/>
                      <a:pt x="47" y="38"/>
                      <a:pt x="47" y="38"/>
                    </a:cubicBezTo>
                    <a:cubicBezTo>
                      <a:pt x="46" y="39"/>
                      <a:pt x="46" y="39"/>
                      <a:pt x="46" y="39"/>
                    </a:cubicBezTo>
                    <a:cubicBezTo>
                      <a:pt x="47" y="40"/>
                      <a:pt x="47" y="41"/>
                      <a:pt x="50" y="41"/>
                    </a:cubicBezTo>
                    <a:cubicBezTo>
                      <a:pt x="48" y="42"/>
                      <a:pt x="48" y="41"/>
                      <a:pt x="47" y="43"/>
                    </a:cubicBezTo>
                    <a:cubicBezTo>
                      <a:pt x="49" y="41"/>
                      <a:pt x="48" y="42"/>
                      <a:pt x="49" y="42"/>
                    </a:cubicBezTo>
                    <a:cubicBezTo>
                      <a:pt x="48" y="42"/>
                      <a:pt x="48" y="42"/>
                      <a:pt x="48" y="42"/>
                    </a:cubicBezTo>
                    <a:cubicBezTo>
                      <a:pt x="49" y="42"/>
                      <a:pt x="48" y="43"/>
                      <a:pt x="48" y="43"/>
                    </a:cubicBezTo>
                    <a:cubicBezTo>
                      <a:pt x="49" y="43"/>
                      <a:pt x="49" y="43"/>
                      <a:pt x="49" y="43"/>
                    </a:cubicBezTo>
                    <a:cubicBezTo>
                      <a:pt x="50" y="42"/>
                      <a:pt x="47" y="45"/>
                      <a:pt x="49" y="43"/>
                    </a:cubicBezTo>
                    <a:cubicBezTo>
                      <a:pt x="48" y="44"/>
                      <a:pt x="48" y="44"/>
                      <a:pt x="48" y="44"/>
                    </a:cubicBezTo>
                    <a:cubicBezTo>
                      <a:pt x="50" y="43"/>
                      <a:pt x="47" y="45"/>
                      <a:pt x="49" y="44"/>
                    </a:cubicBezTo>
                    <a:cubicBezTo>
                      <a:pt x="49" y="44"/>
                      <a:pt x="49" y="44"/>
                      <a:pt x="49" y="44"/>
                    </a:cubicBezTo>
                    <a:cubicBezTo>
                      <a:pt x="48" y="45"/>
                      <a:pt x="51" y="43"/>
                      <a:pt x="50" y="44"/>
                    </a:cubicBezTo>
                    <a:cubicBezTo>
                      <a:pt x="50" y="44"/>
                      <a:pt x="51" y="44"/>
                      <a:pt x="53" y="43"/>
                    </a:cubicBezTo>
                    <a:cubicBezTo>
                      <a:pt x="51" y="44"/>
                      <a:pt x="51" y="44"/>
                      <a:pt x="51" y="44"/>
                    </a:cubicBezTo>
                    <a:cubicBezTo>
                      <a:pt x="52" y="44"/>
                      <a:pt x="52" y="46"/>
                      <a:pt x="55" y="45"/>
                    </a:cubicBezTo>
                    <a:cubicBezTo>
                      <a:pt x="54" y="45"/>
                      <a:pt x="54" y="45"/>
                      <a:pt x="54" y="45"/>
                    </a:cubicBezTo>
                    <a:cubicBezTo>
                      <a:pt x="56" y="44"/>
                      <a:pt x="52" y="48"/>
                      <a:pt x="56" y="45"/>
                    </a:cubicBezTo>
                    <a:cubicBezTo>
                      <a:pt x="58" y="45"/>
                      <a:pt x="58" y="45"/>
                      <a:pt x="58" y="45"/>
                    </a:cubicBezTo>
                    <a:cubicBezTo>
                      <a:pt x="56" y="46"/>
                      <a:pt x="56" y="46"/>
                      <a:pt x="56" y="46"/>
                    </a:cubicBezTo>
                    <a:cubicBezTo>
                      <a:pt x="57" y="46"/>
                      <a:pt x="56" y="46"/>
                      <a:pt x="58" y="46"/>
                    </a:cubicBezTo>
                    <a:cubicBezTo>
                      <a:pt x="56" y="46"/>
                      <a:pt x="56" y="46"/>
                      <a:pt x="56" y="46"/>
                    </a:cubicBezTo>
                    <a:cubicBezTo>
                      <a:pt x="56" y="47"/>
                      <a:pt x="59" y="46"/>
                      <a:pt x="58" y="46"/>
                    </a:cubicBezTo>
                    <a:cubicBezTo>
                      <a:pt x="57" y="46"/>
                      <a:pt x="57" y="46"/>
                      <a:pt x="57" y="46"/>
                    </a:cubicBezTo>
                    <a:cubicBezTo>
                      <a:pt x="55" y="49"/>
                      <a:pt x="54" y="52"/>
                      <a:pt x="58" y="51"/>
                    </a:cubicBezTo>
                    <a:cubicBezTo>
                      <a:pt x="59" y="50"/>
                      <a:pt x="56" y="52"/>
                      <a:pt x="56" y="52"/>
                    </a:cubicBezTo>
                    <a:cubicBezTo>
                      <a:pt x="60" y="51"/>
                      <a:pt x="56" y="55"/>
                      <a:pt x="61" y="53"/>
                    </a:cubicBezTo>
                    <a:cubicBezTo>
                      <a:pt x="63" y="53"/>
                      <a:pt x="68" y="50"/>
                      <a:pt x="68" y="50"/>
                    </a:cubicBezTo>
                    <a:cubicBezTo>
                      <a:pt x="65" y="50"/>
                      <a:pt x="66" y="47"/>
                      <a:pt x="68" y="44"/>
                    </a:cubicBezTo>
                    <a:cubicBezTo>
                      <a:pt x="67" y="44"/>
                      <a:pt x="66" y="43"/>
                      <a:pt x="66" y="4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98" name="Freeform 374"/>
              <p:cNvSpPr/>
              <p:nvPr>
                <p:custDataLst>
                  <p:tags r:id="rId219"/>
                </p:custDataLst>
              </p:nvPr>
            </p:nvSpPr>
            <p:spPr bwMode="auto">
              <a:xfrm>
                <a:off x="3472" y="2077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  <a:gd name="T4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99" name="Freeform 375"/>
              <p:cNvSpPr/>
              <p:nvPr>
                <p:custDataLst>
                  <p:tags r:id="rId220"/>
                </p:custDataLst>
              </p:nvPr>
            </p:nvSpPr>
            <p:spPr bwMode="auto">
              <a:xfrm>
                <a:off x="4219" y="2506"/>
                <a:ext cx="2" cy="4"/>
              </a:xfrm>
              <a:custGeom>
                <a:avLst/>
                <a:gdLst>
                  <a:gd name="T0" fmla="*/ 0 w 1"/>
                  <a:gd name="T1" fmla="*/ 1 h 2"/>
                  <a:gd name="T2" fmla="*/ 1 w 1"/>
                  <a:gd name="T3" fmla="*/ 1 h 2"/>
                  <a:gd name="T4" fmla="*/ 1 w 1"/>
                  <a:gd name="T5" fmla="*/ 0 h 2"/>
                  <a:gd name="T6" fmla="*/ 0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2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00" name="Freeform 376"/>
              <p:cNvSpPr/>
              <p:nvPr>
                <p:custDataLst>
                  <p:tags r:id="rId221"/>
                </p:custDataLst>
              </p:nvPr>
            </p:nvSpPr>
            <p:spPr bwMode="auto">
              <a:xfrm>
                <a:off x="4228" y="2482"/>
                <a:ext cx="6" cy="3"/>
              </a:xfrm>
              <a:custGeom>
                <a:avLst/>
                <a:gdLst>
                  <a:gd name="T0" fmla="*/ 3 w 3"/>
                  <a:gd name="T1" fmla="*/ 0 h 1"/>
                  <a:gd name="T2" fmla="*/ 0 w 3"/>
                  <a:gd name="T3" fmla="*/ 1 h 1"/>
                  <a:gd name="T4" fmla="*/ 3 w 3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1"/>
                      <a:pt x="2" y="0"/>
                      <a:pt x="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01" name="Freeform 377"/>
              <p:cNvSpPr/>
              <p:nvPr>
                <p:custDataLst>
                  <p:tags r:id="rId222"/>
                </p:custDataLst>
              </p:nvPr>
            </p:nvSpPr>
            <p:spPr bwMode="auto">
              <a:xfrm>
                <a:off x="3472" y="2073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  <a:gd name="T3" fmla="*/ 1 h 1"/>
                  <a:gd name="T4" fmla="*/ 1 h 1"/>
                  <a:gd name="T5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02" name="Freeform 378"/>
              <p:cNvSpPr/>
              <p:nvPr>
                <p:custDataLst>
                  <p:tags r:id="rId223"/>
                </p:custDataLst>
              </p:nvPr>
            </p:nvSpPr>
            <p:spPr bwMode="auto">
              <a:xfrm>
                <a:off x="3472" y="207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03" name="Freeform 379"/>
              <p:cNvSpPr/>
              <p:nvPr>
                <p:custDataLst>
                  <p:tags r:id="rId224"/>
                </p:custDataLst>
              </p:nvPr>
            </p:nvSpPr>
            <p:spPr bwMode="auto">
              <a:xfrm>
                <a:off x="4219" y="2510"/>
                <a:ext cx="5" cy="2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0 h 1"/>
                  <a:gd name="T4" fmla="*/ 0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0" y="1"/>
                      <a:pt x="1" y="1"/>
                      <a:pt x="2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04" name="Freeform 380"/>
              <p:cNvSpPr/>
              <p:nvPr>
                <p:custDataLst>
                  <p:tags r:id="rId225"/>
                </p:custDataLst>
              </p:nvPr>
            </p:nvSpPr>
            <p:spPr bwMode="auto">
              <a:xfrm>
                <a:off x="4221" y="2514"/>
                <a:ext cx="3" cy="4"/>
              </a:xfrm>
              <a:custGeom>
                <a:avLst/>
                <a:gdLst>
                  <a:gd name="T0" fmla="*/ 1 w 1"/>
                  <a:gd name="T1" fmla="*/ 0 h 2"/>
                  <a:gd name="T2" fmla="*/ 1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1" y="1"/>
                      <a:pt x="1" y="2"/>
                    </a:cubicBezTo>
                    <a:cubicBezTo>
                      <a:pt x="1" y="1"/>
                      <a:pt x="1" y="1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05" name="Oval 381"/>
              <p:cNvSpPr>
                <a:spLocks noChangeArrowheads="1"/>
              </p:cNvSpPr>
              <p:nvPr>
                <p:custDataLst>
                  <p:tags r:id="rId226"/>
                </p:custDataLst>
              </p:nvPr>
            </p:nvSpPr>
            <p:spPr bwMode="auto">
              <a:xfrm>
                <a:off x="3905" y="2275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06" name="Freeform 382"/>
              <p:cNvSpPr/>
              <p:nvPr>
                <p:custDataLst>
                  <p:tags r:id="rId227"/>
                </p:custDataLst>
              </p:nvPr>
            </p:nvSpPr>
            <p:spPr bwMode="auto">
              <a:xfrm>
                <a:off x="4217" y="2510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07" name="Freeform 383"/>
              <p:cNvSpPr/>
              <p:nvPr>
                <p:custDataLst>
                  <p:tags r:id="rId228"/>
                </p:custDataLst>
              </p:nvPr>
            </p:nvSpPr>
            <p:spPr bwMode="auto">
              <a:xfrm>
                <a:off x="4296" y="2552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08" name="Freeform 384"/>
              <p:cNvSpPr/>
              <p:nvPr>
                <p:custDataLst>
                  <p:tags r:id="rId229"/>
                </p:custDataLst>
              </p:nvPr>
            </p:nvSpPr>
            <p:spPr bwMode="auto">
              <a:xfrm>
                <a:off x="4289" y="255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09" name="Freeform 385"/>
              <p:cNvSpPr/>
              <p:nvPr>
                <p:custDataLst>
                  <p:tags r:id="rId230"/>
                </p:custDataLst>
              </p:nvPr>
            </p:nvSpPr>
            <p:spPr bwMode="auto">
              <a:xfrm>
                <a:off x="4296" y="2552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10" name="Freeform 386"/>
              <p:cNvSpPr/>
              <p:nvPr>
                <p:custDataLst>
                  <p:tags r:id="rId231"/>
                </p:custDataLst>
              </p:nvPr>
            </p:nvSpPr>
            <p:spPr bwMode="auto">
              <a:xfrm>
                <a:off x="4306" y="2555"/>
                <a:ext cx="2" cy="4"/>
              </a:xfrm>
              <a:custGeom>
                <a:avLst/>
                <a:gdLst>
                  <a:gd name="T0" fmla="*/ 0 w 2"/>
                  <a:gd name="T1" fmla="*/ 4 h 4"/>
                  <a:gd name="T2" fmla="*/ 0 w 2"/>
                  <a:gd name="T3" fmla="*/ 4 h 4"/>
                  <a:gd name="T4" fmla="*/ 2 w 2"/>
                  <a:gd name="T5" fmla="*/ 0 h 4"/>
                  <a:gd name="T6" fmla="*/ 0 w 2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lnTo>
                      <a:pt x="0" y="4"/>
                    </a:lnTo>
                    <a:lnTo>
                      <a:pt x="2" y="0"/>
                    </a:lnTo>
                    <a:lnTo>
                      <a:pt x="0" y="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11" name="Freeform 387"/>
              <p:cNvSpPr/>
              <p:nvPr>
                <p:custDataLst>
                  <p:tags r:id="rId232"/>
                </p:custDataLst>
              </p:nvPr>
            </p:nvSpPr>
            <p:spPr bwMode="auto">
              <a:xfrm>
                <a:off x="3903" y="2275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12" name="Freeform 388"/>
              <p:cNvSpPr/>
              <p:nvPr>
                <p:custDataLst>
                  <p:tags r:id="rId233"/>
                </p:custDataLst>
              </p:nvPr>
            </p:nvSpPr>
            <p:spPr bwMode="auto">
              <a:xfrm>
                <a:off x="3901" y="257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13" name="Freeform 389"/>
              <p:cNvSpPr/>
              <p:nvPr>
                <p:custDataLst>
                  <p:tags r:id="rId234"/>
                </p:custDataLst>
              </p:nvPr>
            </p:nvSpPr>
            <p:spPr bwMode="auto">
              <a:xfrm>
                <a:off x="4285" y="255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14" name="Freeform 390"/>
              <p:cNvSpPr/>
              <p:nvPr>
                <p:custDataLst>
                  <p:tags r:id="rId235"/>
                </p:custDataLst>
              </p:nvPr>
            </p:nvSpPr>
            <p:spPr bwMode="auto">
              <a:xfrm>
                <a:off x="3472" y="207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15" name="Rectangle 391"/>
              <p:cNvSpPr>
                <a:spLocks noChangeArrowheads="1"/>
              </p:cNvSpPr>
              <p:nvPr>
                <p:custDataLst>
                  <p:tags r:id="rId236"/>
                </p:custDataLst>
              </p:nvPr>
            </p:nvSpPr>
            <p:spPr bwMode="auto">
              <a:xfrm>
                <a:off x="3472" y="2079"/>
                <a:ext cx="1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16" name="Freeform 392"/>
              <p:cNvSpPr/>
              <p:nvPr>
                <p:custDataLst>
                  <p:tags r:id="rId237"/>
                </p:custDataLst>
              </p:nvPr>
            </p:nvSpPr>
            <p:spPr bwMode="auto">
              <a:xfrm>
                <a:off x="4277" y="2495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17" name="Freeform 393"/>
              <p:cNvSpPr/>
              <p:nvPr>
                <p:custDataLst>
                  <p:tags r:id="rId238"/>
                </p:custDataLst>
              </p:nvPr>
            </p:nvSpPr>
            <p:spPr bwMode="auto">
              <a:xfrm>
                <a:off x="3472" y="207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18" name="Freeform 394"/>
              <p:cNvSpPr/>
              <p:nvPr>
                <p:custDataLst>
                  <p:tags r:id="rId239"/>
                </p:custDataLst>
              </p:nvPr>
            </p:nvSpPr>
            <p:spPr bwMode="auto">
              <a:xfrm>
                <a:off x="4255" y="253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19" name="Freeform 395"/>
              <p:cNvSpPr/>
              <p:nvPr>
                <p:custDataLst>
                  <p:tags r:id="rId240"/>
                </p:custDataLst>
              </p:nvPr>
            </p:nvSpPr>
            <p:spPr bwMode="auto">
              <a:xfrm>
                <a:off x="3678" y="2461"/>
                <a:ext cx="19" cy="13"/>
              </a:xfrm>
              <a:custGeom>
                <a:avLst/>
                <a:gdLst>
                  <a:gd name="T0" fmla="*/ 0 w 9"/>
                  <a:gd name="T1" fmla="*/ 0 h 6"/>
                  <a:gd name="T2" fmla="*/ 9 w 9"/>
                  <a:gd name="T3" fmla="*/ 6 h 6"/>
                  <a:gd name="T4" fmla="*/ 0 w 9"/>
                  <a:gd name="T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9" h="6">
                    <a:moveTo>
                      <a:pt x="0" y="0"/>
                    </a:moveTo>
                    <a:cubicBezTo>
                      <a:pt x="9" y="6"/>
                      <a:pt x="9" y="6"/>
                      <a:pt x="9" y="6"/>
                    </a:cubicBezTo>
                    <a:cubicBezTo>
                      <a:pt x="6" y="3"/>
                      <a:pt x="1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20" name="Freeform 396"/>
              <p:cNvSpPr/>
              <p:nvPr>
                <p:custDataLst>
                  <p:tags r:id="rId241"/>
                </p:custDataLst>
              </p:nvPr>
            </p:nvSpPr>
            <p:spPr bwMode="auto">
              <a:xfrm>
                <a:off x="3496" y="2319"/>
                <a:ext cx="4" cy="6"/>
              </a:xfrm>
              <a:custGeom>
                <a:avLst/>
                <a:gdLst>
                  <a:gd name="T0" fmla="*/ 1 w 2"/>
                  <a:gd name="T1" fmla="*/ 1 h 3"/>
                  <a:gd name="T2" fmla="*/ 2 w 2"/>
                  <a:gd name="T3" fmla="*/ 3 h 3"/>
                  <a:gd name="T4" fmla="*/ 2 w 2"/>
                  <a:gd name="T5" fmla="*/ 1 h 3"/>
                  <a:gd name="T6" fmla="*/ 1 w 2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2" y="2"/>
                      <a:pt x="2" y="2"/>
                      <a:pt x="2" y="3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0" y="0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21" name="Freeform 397"/>
              <p:cNvSpPr/>
              <p:nvPr>
                <p:custDataLst>
                  <p:tags r:id="rId242"/>
                </p:custDataLst>
              </p:nvPr>
            </p:nvSpPr>
            <p:spPr bwMode="auto">
              <a:xfrm>
                <a:off x="3483" y="2156"/>
                <a:ext cx="6" cy="4"/>
              </a:xfrm>
              <a:custGeom>
                <a:avLst/>
                <a:gdLst>
                  <a:gd name="T0" fmla="*/ 2 w 3"/>
                  <a:gd name="T1" fmla="*/ 1 h 2"/>
                  <a:gd name="T2" fmla="*/ 1 w 3"/>
                  <a:gd name="T3" fmla="*/ 2 h 2"/>
                  <a:gd name="T4" fmla="*/ 2 w 3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2" y="1"/>
                    </a:moveTo>
                    <a:cubicBezTo>
                      <a:pt x="0" y="0"/>
                      <a:pt x="3" y="1"/>
                      <a:pt x="1" y="2"/>
                    </a:cubicBezTo>
                    <a:cubicBezTo>
                      <a:pt x="2" y="2"/>
                      <a:pt x="2" y="2"/>
                      <a:pt x="2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22" name="Freeform 398"/>
              <p:cNvSpPr/>
              <p:nvPr>
                <p:custDataLst>
                  <p:tags r:id="rId243"/>
                </p:custDataLst>
              </p:nvPr>
            </p:nvSpPr>
            <p:spPr bwMode="auto">
              <a:xfrm>
                <a:off x="3534" y="2347"/>
                <a:ext cx="13" cy="6"/>
              </a:xfrm>
              <a:custGeom>
                <a:avLst/>
                <a:gdLst>
                  <a:gd name="T0" fmla="*/ 0 w 6"/>
                  <a:gd name="T1" fmla="*/ 0 h 3"/>
                  <a:gd name="T2" fmla="*/ 4 w 6"/>
                  <a:gd name="T3" fmla="*/ 3 h 3"/>
                  <a:gd name="T4" fmla="*/ 0 w 6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3">
                    <a:moveTo>
                      <a:pt x="0" y="0"/>
                    </a:moveTo>
                    <a:cubicBezTo>
                      <a:pt x="0" y="2"/>
                      <a:pt x="3" y="3"/>
                      <a:pt x="4" y="3"/>
                    </a:cubicBezTo>
                    <a:cubicBezTo>
                      <a:pt x="6" y="3"/>
                      <a:pt x="1" y="2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23" name="Freeform 399"/>
              <p:cNvSpPr/>
              <p:nvPr>
                <p:custDataLst>
                  <p:tags r:id="rId244"/>
                </p:custDataLst>
              </p:nvPr>
            </p:nvSpPr>
            <p:spPr bwMode="auto">
              <a:xfrm>
                <a:off x="3466" y="2090"/>
                <a:ext cx="4" cy="4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0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1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24" name="Freeform 400"/>
              <p:cNvSpPr/>
              <p:nvPr>
                <p:custDataLst>
                  <p:tags r:id="rId245"/>
                </p:custDataLst>
              </p:nvPr>
            </p:nvSpPr>
            <p:spPr bwMode="auto">
              <a:xfrm>
                <a:off x="3466" y="2103"/>
                <a:ext cx="4" cy="0"/>
              </a:xfrm>
              <a:custGeom>
                <a:avLst/>
                <a:gdLst>
                  <a:gd name="T0" fmla="*/ 0 w 2"/>
                  <a:gd name="T1" fmla="*/ 1 w 2"/>
                  <a:gd name="T2" fmla="*/ 1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25" name="Freeform 401"/>
              <p:cNvSpPr/>
              <p:nvPr>
                <p:custDataLst>
                  <p:tags r:id="rId246"/>
                </p:custDataLst>
              </p:nvPr>
            </p:nvSpPr>
            <p:spPr bwMode="auto">
              <a:xfrm>
                <a:off x="3477" y="2152"/>
                <a:ext cx="4" cy="8"/>
              </a:xfrm>
              <a:custGeom>
                <a:avLst/>
                <a:gdLst>
                  <a:gd name="T0" fmla="*/ 2 w 2"/>
                  <a:gd name="T1" fmla="*/ 4 h 4"/>
                  <a:gd name="T2" fmla="*/ 1 w 2"/>
                  <a:gd name="T3" fmla="*/ 0 h 4"/>
                  <a:gd name="T4" fmla="*/ 2 w 2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2" y="3"/>
                      <a:pt x="1" y="1"/>
                      <a:pt x="1" y="0"/>
                    </a:cubicBezTo>
                    <a:cubicBezTo>
                      <a:pt x="0" y="2"/>
                      <a:pt x="1" y="2"/>
                      <a:pt x="2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26" name="Freeform 402"/>
              <p:cNvSpPr/>
              <p:nvPr>
                <p:custDataLst>
                  <p:tags r:id="rId247"/>
                </p:custDataLst>
              </p:nvPr>
            </p:nvSpPr>
            <p:spPr bwMode="auto">
              <a:xfrm>
                <a:off x="3466" y="2096"/>
                <a:ext cx="8" cy="5"/>
              </a:xfrm>
              <a:custGeom>
                <a:avLst/>
                <a:gdLst>
                  <a:gd name="T0" fmla="*/ 0 w 4"/>
                  <a:gd name="T1" fmla="*/ 2 h 2"/>
                  <a:gd name="T2" fmla="*/ 0 w 4"/>
                  <a:gd name="T3" fmla="*/ 2 h 2"/>
                  <a:gd name="T4" fmla="*/ 2 w 4"/>
                  <a:gd name="T5" fmla="*/ 2 h 2"/>
                  <a:gd name="T6" fmla="*/ 2 w 4"/>
                  <a:gd name="T7" fmla="*/ 1 h 2"/>
                  <a:gd name="T8" fmla="*/ 4 w 4"/>
                  <a:gd name="T9" fmla="*/ 0 h 2"/>
                  <a:gd name="T10" fmla="*/ 0 w 4"/>
                  <a:gd name="T1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2" y="2"/>
                    </a:cubicBezTo>
                    <a:cubicBezTo>
                      <a:pt x="2" y="2"/>
                      <a:pt x="3" y="1"/>
                      <a:pt x="2" y="1"/>
                    </a:cubicBezTo>
                    <a:cubicBezTo>
                      <a:pt x="3" y="0"/>
                      <a:pt x="4" y="1"/>
                      <a:pt x="4" y="0"/>
                    </a:cubicBezTo>
                    <a:cubicBezTo>
                      <a:pt x="3" y="0"/>
                      <a:pt x="1" y="1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27" name="Freeform 403"/>
              <p:cNvSpPr/>
              <p:nvPr>
                <p:custDataLst>
                  <p:tags r:id="rId248"/>
                </p:custDataLst>
              </p:nvPr>
            </p:nvSpPr>
            <p:spPr bwMode="auto">
              <a:xfrm>
                <a:off x="3470" y="2101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28" name="Freeform 404"/>
              <p:cNvSpPr/>
              <p:nvPr>
                <p:custDataLst>
                  <p:tags r:id="rId249"/>
                </p:custDataLst>
              </p:nvPr>
            </p:nvSpPr>
            <p:spPr bwMode="auto">
              <a:xfrm>
                <a:off x="3718" y="2501"/>
                <a:ext cx="5" cy="5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2 h 2"/>
                  <a:gd name="T4" fmla="*/ 0 w 2"/>
                  <a:gd name="T5" fmla="*/ 0 h 2"/>
                  <a:gd name="T6" fmla="*/ 0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1" y="2"/>
                      <a:pt x="2" y="1"/>
                      <a:pt x="2" y="2"/>
                    </a:cubicBezTo>
                    <a:cubicBezTo>
                      <a:pt x="2" y="1"/>
                      <a:pt x="1" y="1"/>
                      <a:pt x="0" y="0"/>
                    </a:cubicBezTo>
                    <a:cubicBezTo>
                      <a:pt x="0" y="0"/>
                      <a:pt x="0" y="2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29" name="Freeform 405"/>
              <p:cNvSpPr/>
              <p:nvPr>
                <p:custDataLst>
                  <p:tags r:id="rId250"/>
                </p:custDataLst>
              </p:nvPr>
            </p:nvSpPr>
            <p:spPr bwMode="auto">
              <a:xfrm>
                <a:off x="3629" y="2417"/>
                <a:ext cx="7" cy="6"/>
              </a:xfrm>
              <a:custGeom>
                <a:avLst/>
                <a:gdLst>
                  <a:gd name="T0" fmla="*/ 2 w 3"/>
                  <a:gd name="T1" fmla="*/ 3 h 3"/>
                  <a:gd name="T2" fmla="*/ 0 w 3"/>
                  <a:gd name="T3" fmla="*/ 0 h 3"/>
                  <a:gd name="T4" fmla="*/ 2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3" y="2"/>
                      <a:pt x="1" y="1"/>
                      <a:pt x="0" y="0"/>
                    </a:cubicBezTo>
                    <a:cubicBezTo>
                      <a:pt x="0" y="1"/>
                      <a:pt x="1" y="2"/>
                      <a:pt x="2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</p:grpSp>
        <p:sp>
          <p:nvSpPr>
            <p:cNvPr id="59" name="Freeform 407"/>
            <p:cNvSpPr/>
            <p:nvPr>
              <p:custDataLst>
                <p:tags r:id="rId5"/>
              </p:custDataLst>
            </p:nvPr>
          </p:nvSpPr>
          <p:spPr bwMode="auto">
            <a:xfrm>
              <a:off x="3716" y="2495"/>
              <a:ext cx="5" cy="4"/>
            </a:xfrm>
            <a:custGeom>
              <a:avLst/>
              <a:gdLst>
                <a:gd name="T0" fmla="*/ 2 w 2"/>
                <a:gd name="T1" fmla="*/ 2 h 2"/>
                <a:gd name="T2" fmla="*/ 0 w 2"/>
                <a:gd name="T3" fmla="*/ 0 h 2"/>
                <a:gd name="T4" fmla="*/ 2 w 2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1" y="1"/>
                    <a:pt x="1" y="0"/>
                    <a:pt x="0" y="0"/>
                  </a:cubicBezTo>
                  <a:cubicBezTo>
                    <a:pt x="1" y="1"/>
                    <a:pt x="1" y="1"/>
                    <a:pt x="2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rgbClr val="34322F"/>
                </a:solidFill>
              </a:endParaRPr>
            </a:p>
          </p:txBody>
        </p:sp>
        <p:sp>
          <p:nvSpPr>
            <p:cNvPr id="60" name="Freeform 408"/>
            <p:cNvSpPr/>
            <p:nvPr>
              <p:custDataLst>
                <p:tags r:id="rId6"/>
              </p:custDataLst>
            </p:nvPr>
          </p:nvSpPr>
          <p:spPr bwMode="auto">
            <a:xfrm>
              <a:off x="3706" y="2480"/>
              <a:ext cx="10" cy="15"/>
            </a:xfrm>
            <a:custGeom>
              <a:avLst/>
              <a:gdLst>
                <a:gd name="T0" fmla="*/ 5 w 5"/>
                <a:gd name="T1" fmla="*/ 7 h 7"/>
                <a:gd name="T2" fmla="*/ 2 w 5"/>
                <a:gd name="T3" fmla="*/ 3 h 7"/>
                <a:gd name="T4" fmla="*/ 2 w 5"/>
                <a:gd name="T5" fmla="*/ 1 h 7"/>
                <a:gd name="T6" fmla="*/ 3 w 5"/>
                <a:gd name="T7" fmla="*/ 7 h 7"/>
                <a:gd name="T8" fmla="*/ 3 w 5"/>
                <a:gd name="T9" fmla="*/ 7 h 7"/>
                <a:gd name="T10" fmla="*/ 5 w 5"/>
                <a:gd name="T11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7">
                  <a:moveTo>
                    <a:pt x="5" y="7"/>
                  </a:moveTo>
                  <a:cubicBezTo>
                    <a:pt x="4" y="5"/>
                    <a:pt x="4" y="3"/>
                    <a:pt x="2" y="3"/>
                  </a:cubicBezTo>
                  <a:cubicBezTo>
                    <a:pt x="1" y="1"/>
                    <a:pt x="4" y="3"/>
                    <a:pt x="2" y="1"/>
                  </a:cubicBezTo>
                  <a:cubicBezTo>
                    <a:pt x="0" y="0"/>
                    <a:pt x="1" y="4"/>
                    <a:pt x="3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4" y="7"/>
                    <a:pt x="4" y="7"/>
                    <a:pt x="5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rgbClr val="34322F"/>
                </a:solidFill>
              </a:endParaRPr>
            </a:p>
          </p:txBody>
        </p:sp>
        <p:sp>
          <p:nvSpPr>
            <p:cNvPr id="61" name="Freeform 409"/>
            <p:cNvSpPr/>
            <p:nvPr>
              <p:custDataLst>
                <p:tags r:id="rId7"/>
              </p:custDataLst>
            </p:nvPr>
          </p:nvSpPr>
          <p:spPr bwMode="auto">
            <a:xfrm>
              <a:off x="3782" y="3038"/>
              <a:ext cx="2" cy="4"/>
            </a:xfrm>
            <a:custGeom>
              <a:avLst/>
              <a:gdLst>
                <a:gd name="T0" fmla="*/ 0 w 1"/>
                <a:gd name="T1" fmla="*/ 0 h 2"/>
                <a:gd name="T2" fmla="*/ 0 w 1"/>
                <a:gd name="T3" fmla="*/ 2 h 2"/>
                <a:gd name="T4" fmla="*/ 1 w 1"/>
                <a:gd name="T5" fmla="*/ 1 h 2"/>
                <a:gd name="T6" fmla="*/ 0 w 1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1" y="1"/>
                    <a:pt x="1" y="1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rgbClr val="34322F"/>
                </a:solidFill>
              </a:endParaRPr>
            </a:p>
          </p:txBody>
        </p:sp>
        <p:sp>
          <p:nvSpPr>
            <p:cNvPr id="62" name="Freeform 410"/>
            <p:cNvSpPr/>
            <p:nvPr>
              <p:custDataLst>
                <p:tags r:id="rId8"/>
              </p:custDataLst>
            </p:nvPr>
          </p:nvSpPr>
          <p:spPr bwMode="auto">
            <a:xfrm>
              <a:off x="3631" y="2249"/>
              <a:ext cx="3" cy="2"/>
            </a:xfrm>
            <a:custGeom>
              <a:avLst/>
              <a:gdLst>
                <a:gd name="T0" fmla="*/ 3 w 3"/>
                <a:gd name="T1" fmla="*/ 0 h 2"/>
                <a:gd name="T2" fmla="*/ 0 w 3"/>
                <a:gd name="T3" fmla="*/ 0 h 2"/>
                <a:gd name="T4" fmla="*/ 0 w 3"/>
                <a:gd name="T5" fmla="*/ 2 h 2"/>
                <a:gd name="T6" fmla="*/ 3 w 3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">
                  <a:moveTo>
                    <a:pt x="3" y="0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3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rgbClr val="34322F"/>
                </a:solidFill>
              </a:endParaRPr>
            </a:p>
          </p:txBody>
        </p:sp>
        <p:sp>
          <p:nvSpPr>
            <p:cNvPr id="63" name="Freeform 411"/>
            <p:cNvSpPr/>
            <p:nvPr>
              <p:custDataLst>
                <p:tags r:id="rId9"/>
              </p:custDataLst>
            </p:nvPr>
          </p:nvSpPr>
          <p:spPr bwMode="auto">
            <a:xfrm>
              <a:off x="3988" y="3019"/>
              <a:ext cx="0" cy="2"/>
            </a:xfrm>
            <a:custGeom>
              <a:avLst/>
              <a:gdLst>
                <a:gd name="T0" fmla="*/ 0 h 1"/>
                <a:gd name="T1" fmla="*/ 1 h 1"/>
                <a:gd name="T2" fmla="*/ 1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rgbClr val="34322F"/>
                </a:solidFill>
              </a:endParaRPr>
            </a:p>
          </p:txBody>
        </p:sp>
        <p:sp>
          <p:nvSpPr>
            <p:cNvPr id="64" name="Freeform 412"/>
            <p:cNvSpPr/>
            <p:nvPr>
              <p:custDataLst>
                <p:tags r:id="rId10"/>
              </p:custDataLst>
            </p:nvPr>
          </p:nvSpPr>
          <p:spPr bwMode="auto">
            <a:xfrm>
              <a:off x="3856" y="3002"/>
              <a:ext cx="0" cy="2"/>
            </a:xfrm>
            <a:custGeom>
              <a:avLst/>
              <a:gdLst>
                <a:gd name="T0" fmla="*/ 0 h 1"/>
                <a:gd name="T1" fmla="*/ 1 h 1"/>
                <a:gd name="T2" fmla="*/ 1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rgbClr val="34322F"/>
                </a:solidFill>
              </a:endParaRPr>
            </a:p>
          </p:txBody>
        </p:sp>
        <p:sp>
          <p:nvSpPr>
            <p:cNvPr id="65" name="Freeform 413"/>
            <p:cNvSpPr/>
            <p:nvPr>
              <p:custDataLst>
                <p:tags r:id="rId11"/>
              </p:custDataLst>
            </p:nvPr>
          </p:nvSpPr>
          <p:spPr bwMode="auto">
            <a:xfrm>
              <a:off x="3924" y="2998"/>
              <a:ext cx="2" cy="2"/>
            </a:xfrm>
            <a:custGeom>
              <a:avLst/>
              <a:gdLst>
                <a:gd name="T0" fmla="*/ 0 w 1"/>
                <a:gd name="T1" fmla="*/ 1 h 1"/>
                <a:gd name="T2" fmla="*/ 0 w 1"/>
                <a:gd name="T3" fmla="*/ 1 h 1"/>
                <a:gd name="T4" fmla="*/ 1 w 1"/>
                <a:gd name="T5" fmla="*/ 0 h 1"/>
                <a:gd name="T6" fmla="*/ 0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  <a:lnTo>
                    <a:pt x="0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rgbClr val="34322F"/>
                </a:solidFill>
              </a:endParaRPr>
            </a:p>
          </p:txBody>
        </p:sp>
        <p:sp>
          <p:nvSpPr>
            <p:cNvPr id="66" name="Freeform 414"/>
            <p:cNvSpPr/>
            <p:nvPr>
              <p:custDataLst>
                <p:tags r:id="rId12"/>
              </p:custDataLst>
            </p:nvPr>
          </p:nvSpPr>
          <p:spPr bwMode="auto">
            <a:xfrm>
              <a:off x="3561" y="1990"/>
              <a:ext cx="3" cy="9"/>
            </a:xfrm>
            <a:custGeom>
              <a:avLst/>
              <a:gdLst>
                <a:gd name="T0" fmla="*/ 1 w 1"/>
                <a:gd name="T1" fmla="*/ 1 h 4"/>
                <a:gd name="T2" fmla="*/ 0 w 1"/>
                <a:gd name="T3" fmla="*/ 0 h 4"/>
                <a:gd name="T4" fmla="*/ 1 w 1"/>
                <a:gd name="T5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4">
                  <a:moveTo>
                    <a:pt x="1" y="1"/>
                  </a:moveTo>
                  <a:cubicBezTo>
                    <a:pt x="1" y="1"/>
                    <a:pt x="0" y="0"/>
                    <a:pt x="0" y="0"/>
                  </a:cubicBezTo>
                  <a:cubicBezTo>
                    <a:pt x="0" y="3"/>
                    <a:pt x="0" y="4"/>
                    <a:pt x="1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rgbClr val="34322F"/>
                </a:solidFill>
              </a:endParaRPr>
            </a:p>
          </p:txBody>
        </p:sp>
        <p:sp>
          <p:nvSpPr>
            <p:cNvPr id="67" name="Freeform 415"/>
            <p:cNvSpPr/>
            <p:nvPr>
              <p:custDataLst>
                <p:tags r:id="rId13"/>
              </p:custDataLst>
            </p:nvPr>
          </p:nvSpPr>
          <p:spPr bwMode="auto">
            <a:xfrm>
              <a:off x="3795" y="3040"/>
              <a:ext cx="2" cy="2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1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rgbClr val="34322F"/>
                </a:solidFill>
              </a:endParaRPr>
            </a:p>
          </p:txBody>
        </p:sp>
        <p:sp>
          <p:nvSpPr>
            <p:cNvPr id="68" name="Freeform 416"/>
            <p:cNvSpPr/>
            <p:nvPr>
              <p:custDataLst>
                <p:tags r:id="rId14"/>
              </p:custDataLst>
            </p:nvPr>
          </p:nvSpPr>
          <p:spPr bwMode="auto">
            <a:xfrm>
              <a:off x="3958" y="3032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rgbClr val="34322F"/>
                </a:solidFill>
              </a:endParaRPr>
            </a:p>
          </p:txBody>
        </p:sp>
        <p:sp>
          <p:nvSpPr>
            <p:cNvPr id="69" name="Freeform 417"/>
            <p:cNvSpPr/>
            <p:nvPr>
              <p:custDataLst>
                <p:tags r:id="rId15"/>
              </p:custDataLst>
            </p:nvPr>
          </p:nvSpPr>
          <p:spPr bwMode="auto">
            <a:xfrm>
              <a:off x="3982" y="3027"/>
              <a:ext cx="0" cy="3"/>
            </a:xfrm>
            <a:custGeom>
              <a:avLst/>
              <a:gdLst>
                <a:gd name="T0" fmla="*/ 0 h 1"/>
                <a:gd name="T1" fmla="*/ 0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rgbClr val="34322F"/>
                </a:solidFill>
              </a:endParaRPr>
            </a:p>
          </p:txBody>
        </p:sp>
        <p:sp>
          <p:nvSpPr>
            <p:cNvPr id="83" name="Freeform 418"/>
            <p:cNvSpPr/>
            <p:nvPr>
              <p:custDataLst>
                <p:tags r:id="rId16"/>
              </p:custDataLst>
            </p:nvPr>
          </p:nvSpPr>
          <p:spPr bwMode="auto">
            <a:xfrm>
              <a:off x="3595" y="182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rgbClr val="34322F"/>
                </a:solidFill>
              </a:endParaRPr>
            </a:p>
          </p:txBody>
        </p:sp>
        <p:sp>
          <p:nvSpPr>
            <p:cNvPr id="84" name="Freeform 419"/>
            <p:cNvSpPr/>
            <p:nvPr>
              <p:custDataLst>
                <p:tags r:id="rId17"/>
              </p:custDataLst>
            </p:nvPr>
          </p:nvSpPr>
          <p:spPr bwMode="auto">
            <a:xfrm>
              <a:off x="3757" y="2981"/>
              <a:ext cx="2" cy="2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0 h 1"/>
                <a:gd name="T4" fmla="*/ 1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rgbClr val="34322F"/>
                </a:solidFill>
              </a:endParaRPr>
            </a:p>
          </p:txBody>
        </p:sp>
        <p:sp>
          <p:nvSpPr>
            <p:cNvPr id="85" name="Freeform 420"/>
            <p:cNvSpPr/>
            <p:nvPr>
              <p:custDataLst>
                <p:tags r:id="rId18"/>
              </p:custDataLst>
            </p:nvPr>
          </p:nvSpPr>
          <p:spPr bwMode="auto">
            <a:xfrm>
              <a:off x="3627" y="1789"/>
              <a:ext cx="2" cy="0"/>
            </a:xfrm>
            <a:custGeom>
              <a:avLst/>
              <a:gdLst>
                <a:gd name="T0" fmla="*/ 0 w 1"/>
                <a:gd name="T1" fmla="*/ 0 w 1"/>
                <a:gd name="T2" fmla="*/ 1 w 1"/>
                <a:gd name="T3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rgbClr val="34322F"/>
                </a:solidFill>
              </a:endParaRPr>
            </a:p>
          </p:txBody>
        </p:sp>
        <p:sp>
          <p:nvSpPr>
            <p:cNvPr id="86" name="Freeform 421"/>
            <p:cNvSpPr/>
            <p:nvPr>
              <p:custDataLst>
                <p:tags r:id="rId19"/>
              </p:custDataLst>
            </p:nvPr>
          </p:nvSpPr>
          <p:spPr bwMode="auto">
            <a:xfrm>
              <a:off x="3578" y="179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rgbClr val="34322F"/>
                </a:solidFill>
              </a:endParaRPr>
            </a:p>
          </p:txBody>
        </p:sp>
        <p:sp>
          <p:nvSpPr>
            <p:cNvPr id="87" name="Rectangle 422"/>
            <p:cNvSpPr>
              <a:spLocks noChangeArrowheads="1"/>
            </p:cNvSpPr>
            <p:nvPr>
              <p:custDataLst>
                <p:tags r:id="rId20"/>
              </p:custDataLst>
            </p:nvPr>
          </p:nvSpPr>
          <p:spPr bwMode="auto">
            <a:xfrm>
              <a:off x="3593" y="1825"/>
              <a:ext cx="1" cy="1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rgbClr val="34322F"/>
                </a:solidFill>
              </a:endParaRPr>
            </a:p>
          </p:txBody>
        </p:sp>
        <p:sp>
          <p:nvSpPr>
            <p:cNvPr id="88" name="Freeform 423"/>
            <p:cNvSpPr/>
            <p:nvPr>
              <p:custDataLst>
                <p:tags r:id="rId21"/>
              </p:custDataLst>
            </p:nvPr>
          </p:nvSpPr>
          <p:spPr bwMode="auto">
            <a:xfrm>
              <a:off x="3593" y="1825"/>
              <a:ext cx="0" cy="2"/>
            </a:xfrm>
            <a:custGeom>
              <a:avLst/>
              <a:gdLst>
                <a:gd name="T0" fmla="*/ 0 h 2"/>
                <a:gd name="T1" fmla="*/ 0 h 2"/>
                <a:gd name="T2" fmla="*/ 2 h 2"/>
                <a:gd name="T3" fmla="*/ 0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2">
                  <a:moveTo>
                    <a:pt x="0" y="0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rgbClr val="34322F"/>
                </a:solidFill>
              </a:endParaRPr>
            </a:p>
          </p:txBody>
        </p:sp>
        <p:sp>
          <p:nvSpPr>
            <p:cNvPr id="89" name="Freeform 424"/>
            <p:cNvSpPr/>
            <p:nvPr>
              <p:custDataLst>
                <p:tags r:id="rId22"/>
              </p:custDataLst>
            </p:nvPr>
          </p:nvSpPr>
          <p:spPr bwMode="auto">
            <a:xfrm>
              <a:off x="3593" y="1825"/>
              <a:ext cx="0" cy="2"/>
            </a:xfrm>
            <a:custGeom>
              <a:avLst/>
              <a:gdLst>
                <a:gd name="T0" fmla="*/ 0 h 1"/>
                <a:gd name="T1" fmla="*/ 1 h 1"/>
                <a:gd name="T2" fmla="*/ 1 h 1"/>
                <a:gd name="T3" fmla="*/ 1 h 1"/>
                <a:gd name="T4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rgbClr val="34322F"/>
                </a:solidFill>
              </a:endParaRPr>
            </a:p>
          </p:txBody>
        </p:sp>
        <p:sp>
          <p:nvSpPr>
            <p:cNvPr id="90" name="Freeform 425"/>
            <p:cNvSpPr/>
            <p:nvPr>
              <p:custDataLst>
                <p:tags r:id="rId23"/>
              </p:custDataLst>
            </p:nvPr>
          </p:nvSpPr>
          <p:spPr bwMode="auto">
            <a:xfrm>
              <a:off x="3638" y="2417"/>
              <a:ext cx="6" cy="6"/>
            </a:xfrm>
            <a:custGeom>
              <a:avLst/>
              <a:gdLst>
                <a:gd name="T0" fmla="*/ 1 w 3"/>
                <a:gd name="T1" fmla="*/ 2 h 3"/>
                <a:gd name="T2" fmla="*/ 3 w 3"/>
                <a:gd name="T3" fmla="*/ 2 h 3"/>
                <a:gd name="T4" fmla="*/ 1 w 3"/>
                <a:gd name="T5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3">
                  <a:moveTo>
                    <a:pt x="1" y="2"/>
                  </a:moveTo>
                  <a:cubicBezTo>
                    <a:pt x="2" y="2"/>
                    <a:pt x="3" y="3"/>
                    <a:pt x="3" y="2"/>
                  </a:cubicBezTo>
                  <a:cubicBezTo>
                    <a:pt x="0" y="0"/>
                    <a:pt x="0" y="0"/>
                    <a:pt x="1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rgbClr val="34322F"/>
                </a:solidFill>
              </a:endParaRPr>
            </a:p>
          </p:txBody>
        </p:sp>
        <p:sp>
          <p:nvSpPr>
            <p:cNvPr id="91" name="Freeform 426"/>
            <p:cNvSpPr/>
            <p:nvPr>
              <p:custDataLst>
                <p:tags r:id="rId24"/>
              </p:custDataLst>
            </p:nvPr>
          </p:nvSpPr>
          <p:spPr bwMode="auto">
            <a:xfrm>
              <a:off x="3708" y="2743"/>
              <a:ext cx="2" cy="7"/>
            </a:xfrm>
            <a:custGeom>
              <a:avLst/>
              <a:gdLst>
                <a:gd name="T0" fmla="*/ 1 w 1"/>
                <a:gd name="T1" fmla="*/ 3 h 3"/>
                <a:gd name="T2" fmla="*/ 0 w 1"/>
                <a:gd name="T3" fmla="*/ 0 h 3"/>
                <a:gd name="T4" fmla="*/ 1 w 1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3">
                  <a:moveTo>
                    <a:pt x="1" y="3"/>
                  </a:moveTo>
                  <a:cubicBezTo>
                    <a:pt x="1" y="3"/>
                    <a:pt x="1" y="0"/>
                    <a:pt x="0" y="0"/>
                  </a:cubicBezTo>
                  <a:cubicBezTo>
                    <a:pt x="0" y="0"/>
                    <a:pt x="0" y="3"/>
                    <a:pt x="1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rgbClr val="34322F"/>
                </a:solidFill>
              </a:endParaRPr>
            </a:p>
          </p:txBody>
        </p:sp>
        <p:sp>
          <p:nvSpPr>
            <p:cNvPr id="92" name="Freeform 427"/>
            <p:cNvSpPr/>
            <p:nvPr>
              <p:custDataLst>
                <p:tags r:id="rId25"/>
              </p:custDataLst>
            </p:nvPr>
          </p:nvSpPr>
          <p:spPr bwMode="auto">
            <a:xfrm>
              <a:off x="3714" y="2737"/>
              <a:ext cx="4" cy="2"/>
            </a:xfrm>
            <a:custGeom>
              <a:avLst/>
              <a:gdLst>
                <a:gd name="T0" fmla="*/ 1 w 2"/>
                <a:gd name="T1" fmla="*/ 1 h 1"/>
                <a:gd name="T2" fmla="*/ 0 w 2"/>
                <a:gd name="T3" fmla="*/ 0 h 1"/>
                <a:gd name="T4" fmla="*/ 1 w 2"/>
                <a:gd name="T5" fmla="*/ 1 h 1"/>
                <a:gd name="T6" fmla="*/ 1 w 2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1" y="1"/>
                    <a:pt x="1" y="1"/>
                  </a:cubicBezTo>
                  <a:cubicBezTo>
                    <a:pt x="1" y="1"/>
                    <a:pt x="2" y="1"/>
                    <a:pt x="1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rgbClr val="34322F"/>
                </a:solidFill>
              </a:endParaRPr>
            </a:p>
          </p:txBody>
        </p:sp>
        <p:sp>
          <p:nvSpPr>
            <p:cNvPr id="93" name="Freeform 428"/>
            <p:cNvSpPr/>
            <p:nvPr>
              <p:custDataLst>
                <p:tags r:id="rId26"/>
              </p:custDataLst>
            </p:nvPr>
          </p:nvSpPr>
          <p:spPr bwMode="auto">
            <a:xfrm>
              <a:off x="3706" y="2737"/>
              <a:ext cx="10" cy="4"/>
            </a:xfrm>
            <a:custGeom>
              <a:avLst/>
              <a:gdLst>
                <a:gd name="T0" fmla="*/ 0 w 5"/>
                <a:gd name="T1" fmla="*/ 1 h 2"/>
                <a:gd name="T2" fmla="*/ 4 w 5"/>
                <a:gd name="T3" fmla="*/ 1 h 2"/>
                <a:gd name="T4" fmla="*/ 5 w 5"/>
                <a:gd name="T5" fmla="*/ 2 h 2"/>
                <a:gd name="T6" fmla="*/ 3 w 5"/>
                <a:gd name="T7" fmla="*/ 1 h 2"/>
                <a:gd name="T8" fmla="*/ 2 w 5"/>
                <a:gd name="T9" fmla="*/ 1 h 2"/>
                <a:gd name="T10" fmla="*/ 0 w 5"/>
                <a:gd name="T11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2">
                  <a:moveTo>
                    <a:pt x="0" y="1"/>
                  </a:moveTo>
                  <a:cubicBezTo>
                    <a:pt x="1" y="2"/>
                    <a:pt x="3" y="2"/>
                    <a:pt x="4" y="1"/>
                  </a:cubicBezTo>
                  <a:cubicBezTo>
                    <a:pt x="4" y="1"/>
                    <a:pt x="5" y="2"/>
                    <a:pt x="5" y="2"/>
                  </a:cubicBezTo>
                  <a:cubicBezTo>
                    <a:pt x="4" y="1"/>
                    <a:pt x="4" y="1"/>
                    <a:pt x="3" y="1"/>
                  </a:cubicBezTo>
                  <a:cubicBezTo>
                    <a:pt x="3" y="1"/>
                    <a:pt x="1" y="0"/>
                    <a:pt x="2" y="1"/>
                  </a:cubicBezTo>
                  <a:cubicBezTo>
                    <a:pt x="2" y="1"/>
                    <a:pt x="1" y="0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rgbClr val="34322F"/>
                </a:solidFill>
              </a:endParaRPr>
            </a:p>
          </p:txBody>
        </p:sp>
        <p:sp>
          <p:nvSpPr>
            <p:cNvPr id="94" name="Freeform 429"/>
            <p:cNvSpPr/>
            <p:nvPr>
              <p:custDataLst>
                <p:tags r:id="rId27"/>
              </p:custDataLst>
            </p:nvPr>
          </p:nvSpPr>
          <p:spPr bwMode="auto">
            <a:xfrm>
              <a:off x="3755" y="2718"/>
              <a:ext cx="4" cy="6"/>
            </a:xfrm>
            <a:custGeom>
              <a:avLst/>
              <a:gdLst>
                <a:gd name="T0" fmla="*/ 2 w 2"/>
                <a:gd name="T1" fmla="*/ 3 h 3"/>
                <a:gd name="T2" fmla="*/ 0 w 2"/>
                <a:gd name="T3" fmla="*/ 0 h 3"/>
                <a:gd name="T4" fmla="*/ 2 w 2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2" y="3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2"/>
                    <a:pt x="1" y="2"/>
                    <a:pt x="2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rgbClr val="34322F"/>
                </a:solidFill>
              </a:endParaRPr>
            </a:p>
          </p:txBody>
        </p:sp>
        <p:sp>
          <p:nvSpPr>
            <p:cNvPr id="95" name="Freeform 430"/>
            <p:cNvSpPr/>
            <p:nvPr>
              <p:custDataLst>
                <p:tags r:id="rId28"/>
              </p:custDataLst>
            </p:nvPr>
          </p:nvSpPr>
          <p:spPr bwMode="auto">
            <a:xfrm>
              <a:off x="3761" y="2733"/>
              <a:ext cx="4" cy="17"/>
            </a:xfrm>
            <a:custGeom>
              <a:avLst/>
              <a:gdLst>
                <a:gd name="T0" fmla="*/ 1 w 2"/>
                <a:gd name="T1" fmla="*/ 7 h 8"/>
                <a:gd name="T2" fmla="*/ 0 w 2"/>
                <a:gd name="T3" fmla="*/ 3 h 8"/>
                <a:gd name="T4" fmla="*/ 1 w 2"/>
                <a:gd name="T5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8">
                  <a:moveTo>
                    <a:pt x="1" y="7"/>
                  </a:moveTo>
                  <a:cubicBezTo>
                    <a:pt x="2" y="0"/>
                    <a:pt x="1" y="8"/>
                    <a:pt x="0" y="3"/>
                  </a:cubicBezTo>
                  <a:cubicBezTo>
                    <a:pt x="0" y="5"/>
                    <a:pt x="0" y="6"/>
                    <a:pt x="1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rgbClr val="34322F"/>
                </a:solidFill>
              </a:endParaRPr>
            </a:p>
          </p:txBody>
        </p:sp>
        <p:sp>
          <p:nvSpPr>
            <p:cNvPr id="96" name="Freeform 431"/>
            <p:cNvSpPr/>
            <p:nvPr>
              <p:custDataLst>
                <p:tags r:id="rId29"/>
              </p:custDataLst>
            </p:nvPr>
          </p:nvSpPr>
          <p:spPr bwMode="auto">
            <a:xfrm>
              <a:off x="3759" y="2720"/>
              <a:ext cx="2" cy="2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1" y="1"/>
                    <a:pt x="1" y="0"/>
                  </a:cubicBezTo>
                  <a:cubicBezTo>
                    <a:pt x="0" y="0"/>
                    <a:pt x="1" y="0"/>
                    <a:pt x="1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rgbClr val="34322F"/>
                </a:solidFill>
              </a:endParaRPr>
            </a:p>
          </p:txBody>
        </p:sp>
        <p:sp>
          <p:nvSpPr>
            <p:cNvPr id="97" name="Freeform 432"/>
            <p:cNvSpPr/>
            <p:nvPr>
              <p:custDataLst>
                <p:tags r:id="rId30"/>
              </p:custDataLst>
            </p:nvPr>
          </p:nvSpPr>
          <p:spPr bwMode="auto">
            <a:xfrm>
              <a:off x="3761" y="2714"/>
              <a:ext cx="6" cy="12"/>
            </a:xfrm>
            <a:custGeom>
              <a:avLst/>
              <a:gdLst>
                <a:gd name="T0" fmla="*/ 0 w 3"/>
                <a:gd name="T1" fmla="*/ 5 h 6"/>
                <a:gd name="T2" fmla="*/ 3 w 3"/>
                <a:gd name="T3" fmla="*/ 3 h 6"/>
                <a:gd name="T4" fmla="*/ 0 w 3"/>
                <a:gd name="T5" fmla="*/ 5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6">
                  <a:moveTo>
                    <a:pt x="0" y="5"/>
                  </a:moveTo>
                  <a:cubicBezTo>
                    <a:pt x="1" y="6"/>
                    <a:pt x="2" y="3"/>
                    <a:pt x="3" y="3"/>
                  </a:cubicBezTo>
                  <a:cubicBezTo>
                    <a:pt x="2" y="0"/>
                    <a:pt x="1" y="4"/>
                    <a:pt x="0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rgbClr val="34322F"/>
                </a:solidFill>
              </a:endParaRPr>
            </a:p>
          </p:txBody>
        </p:sp>
        <p:sp>
          <p:nvSpPr>
            <p:cNvPr id="98" name="Freeform 433"/>
            <p:cNvSpPr/>
            <p:nvPr>
              <p:custDataLst>
                <p:tags r:id="rId31"/>
              </p:custDataLst>
            </p:nvPr>
          </p:nvSpPr>
          <p:spPr bwMode="auto">
            <a:xfrm>
              <a:off x="3712" y="2737"/>
              <a:ext cx="0" cy="2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rgbClr val="34322F"/>
                </a:solidFill>
              </a:endParaRPr>
            </a:p>
          </p:txBody>
        </p:sp>
        <p:sp>
          <p:nvSpPr>
            <p:cNvPr id="99" name="Freeform 434"/>
            <p:cNvSpPr>
              <a:spLocks noEditPoints="1"/>
            </p:cNvSpPr>
            <p:nvPr>
              <p:custDataLst>
                <p:tags r:id="rId32"/>
              </p:custDataLst>
            </p:nvPr>
          </p:nvSpPr>
          <p:spPr bwMode="auto">
            <a:xfrm>
              <a:off x="3742" y="2907"/>
              <a:ext cx="384" cy="146"/>
            </a:xfrm>
            <a:custGeom>
              <a:avLst/>
              <a:gdLst>
                <a:gd name="T0" fmla="*/ 150 w 181"/>
                <a:gd name="T1" fmla="*/ 21 h 69"/>
                <a:gd name="T2" fmla="*/ 144 w 181"/>
                <a:gd name="T3" fmla="*/ 25 h 69"/>
                <a:gd name="T4" fmla="*/ 103 w 181"/>
                <a:gd name="T5" fmla="*/ 42 h 69"/>
                <a:gd name="T6" fmla="*/ 91 w 181"/>
                <a:gd name="T7" fmla="*/ 45 h 69"/>
                <a:gd name="T8" fmla="*/ 79 w 181"/>
                <a:gd name="T9" fmla="*/ 44 h 69"/>
                <a:gd name="T10" fmla="*/ 60 w 181"/>
                <a:gd name="T11" fmla="*/ 44 h 69"/>
                <a:gd name="T12" fmla="*/ 50 w 181"/>
                <a:gd name="T13" fmla="*/ 47 h 69"/>
                <a:gd name="T14" fmla="*/ 32 w 181"/>
                <a:gd name="T15" fmla="*/ 47 h 69"/>
                <a:gd name="T16" fmla="*/ 22 w 181"/>
                <a:gd name="T17" fmla="*/ 44 h 69"/>
                <a:gd name="T18" fmla="*/ 10 w 181"/>
                <a:gd name="T19" fmla="*/ 39 h 69"/>
                <a:gd name="T20" fmla="*/ 10 w 181"/>
                <a:gd name="T21" fmla="*/ 37 h 69"/>
                <a:gd name="T22" fmla="*/ 10 w 181"/>
                <a:gd name="T23" fmla="*/ 35 h 69"/>
                <a:gd name="T24" fmla="*/ 10 w 181"/>
                <a:gd name="T25" fmla="*/ 34 h 69"/>
                <a:gd name="T26" fmla="*/ 10 w 181"/>
                <a:gd name="T27" fmla="*/ 30 h 69"/>
                <a:gd name="T28" fmla="*/ 2 w 181"/>
                <a:gd name="T29" fmla="*/ 32 h 69"/>
                <a:gd name="T30" fmla="*/ 6 w 181"/>
                <a:gd name="T31" fmla="*/ 44 h 69"/>
                <a:gd name="T32" fmla="*/ 10 w 181"/>
                <a:gd name="T33" fmla="*/ 51 h 69"/>
                <a:gd name="T34" fmla="*/ 4 w 181"/>
                <a:gd name="T35" fmla="*/ 55 h 69"/>
                <a:gd name="T36" fmla="*/ 8 w 181"/>
                <a:gd name="T37" fmla="*/ 58 h 69"/>
                <a:gd name="T38" fmla="*/ 13 w 181"/>
                <a:gd name="T39" fmla="*/ 57 h 69"/>
                <a:gd name="T40" fmla="*/ 13 w 181"/>
                <a:gd name="T41" fmla="*/ 60 h 69"/>
                <a:gd name="T42" fmla="*/ 19 w 181"/>
                <a:gd name="T43" fmla="*/ 57 h 69"/>
                <a:gd name="T44" fmla="*/ 20 w 181"/>
                <a:gd name="T45" fmla="*/ 63 h 69"/>
                <a:gd name="T46" fmla="*/ 22 w 181"/>
                <a:gd name="T47" fmla="*/ 66 h 69"/>
                <a:gd name="T48" fmla="*/ 24 w 181"/>
                <a:gd name="T49" fmla="*/ 64 h 69"/>
                <a:gd name="T50" fmla="*/ 28 w 181"/>
                <a:gd name="T51" fmla="*/ 64 h 69"/>
                <a:gd name="T52" fmla="*/ 31 w 181"/>
                <a:gd name="T53" fmla="*/ 66 h 69"/>
                <a:gd name="T54" fmla="*/ 36 w 181"/>
                <a:gd name="T55" fmla="*/ 58 h 69"/>
                <a:gd name="T56" fmla="*/ 36 w 181"/>
                <a:gd name="T57" fmla="*/ 65 h 69"/>
                <a:gd name="T58" fmla="*/ 46 w 181"/>
                <a:gd name="T59" fmla="*/ 67 h 69"/>
                <a:gd name="T60" fmla="*/ 50 w 181"/>
                <a:gd name="T61" fmla="*/ 66 h 69"/>
                <a:gd name="T62" fmla="*/ 55 w 181"/>
                <a:gd name="T63" fmla="*/ 62 h 69"/>
                <a:gd name="T64" fmla="*/ 65 w 181"/>
                <a:gd name="T65" fmla="*/ 66 h 69"/>
                <a:gd name="T66" fmla="*/ 69 w 181"/>
                <a:gd name="T67" fmla="*/ 63 h 69"/>
                <a:gd name="T68" fmla="*/ 71 w 181"/>
                <a:gd name="T69" fmla="*/ 63 h 69"/>
                <a:gd name="T70" fmla="*/ 72 w 181"/>
                <a:gd name="T71" fmla="*/ 61 h 69"/>
                <a:gd name="T72" fmla="*/ 76 w 181"/>
                <a:gd name="T73" fmla="*/ 65 h 69"/>
                <a:gd name="T74" fmla="*/ 79 w 181"/>
                <a:gd name="T75" fmla="*/ 63 h 69"/>
                <a:gd name="T76" fmla="*/ 88 w 181"/>
                <a:gd name="T77" fmla="*/ 60 h 69"/>
                <a:gd name="T78" fmla="*/ 92 w 181"/>
                <a:gd name="T79" fmla="*/ 62 h 69"/>
                <a:gd name="T80" fmla="*/ 98 w 181"/>
                <a:gd name="T81" fmla="*/ 60 h 69"/>
                <a:gd name="T82" fmla="*/ 102 w 181"/>
                <a:gd name="T83" fmla="*/ 59 h 69"/>
                <a:gd name="T84" fmla="*/ 103 w 181"/>
                <a:gd name="T85" fmla="*/ 59 h 69"/>
                <a:gd name="T86" fmla="*/ 108 w 181"/>
                <a:gd name="T87" fmla="*/ 58 h 69"/>
                <a:gd name="T88" fmla="*/ 115 w 181"/>
                <a:gd name="T89" fmla="*/ 53 h 69"/>
                <a:gd name="T90" fmla="*/ 117 w 181"/>
                <a:gd name="T91" fmla="*/ 52 h 69"/>
                <a:gd name="T92" fmla="*/ 122 w 181"/>
                <a:gd name="T93" fmla="*/ 45 h 69"/>
                <a:gd name="T94" fmla="*/ 127 w 181"/>
                <a:gd name="T95" fmla="*/ 45 h 69"/>
                <a:gd name="T96" fmla="*/ 134 w 181"/>
                <a:gd name="T97" fmla="*/ 43 h 69"/>
                <a:gd name="T98" fmla="*/ 139 w 181"/>
                <a:gd name="T99" fmla="*/ 41 h 69"/>
                <a:gd name="T100" fmla="*/ 152 w 181"/>
                <a:gd name="T101" fmla="*/ 37 h 69"/>
                <a:gd name="T102" fmla="*/ 156 w 181"/>
                <a:gd name="T103" fmla="*/ 35 h 69"/>
                <a:gd name="T104" fmla="*/ 163 w 181"/>
                <a:gd name="T105" fmla="*/ 27 h 69"/>
                <a:gd name="T106" fmla="*/ 167 w 181"/>
                <a:gd name="T107" fmla="*/ 19 h 69"/>
                <a:gd name="T108" fmla="*/ 10 w 181"/>
                <a:gd name="T109" fmla="*/ 31 h 69"/>
                <a:gd name="T110" fmla="*/ 10 w 181"/>
                <a:gd name="T111" fmla="*/ 35 h 69"/>
                <a:gd name="T112" fmla="*/ 9 w 181"/>
                <a:gd name="T113" fmla="*/ 34 h 69"/>
                <a:gd name="T114" fmla="*/ 7 w 181"/>
                <a:gd name="T115" fmla="*/ 35 h 69"/>
                <a:gd name="T116" fmla="*/ 8 w 181"/>
                <a:gd name="T117" fmla="*/ 36 h 69"/>
                <a:gd name="T118" fmla="*/ 10 w 181"/>
                <a:gd name="T119" fmla="*/ 36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81" h="69">
                  <a:moveTo>
                    <a:pt x="177" y="5"/>
                  </a:moveTo>
                  <a:cubicBezTo>
                    <a:pt x="177" y="2"/>
                    <a:pt x="172" y="0"/>
                    <a:pt x="172" y="0"/>
                  </a:cubicBezTo>
                  <a:cubicBezTo>
                    <a:pt x="172" y="4"/>
                    <a:pt x="169" y="7"/>
                    <a:pt x="164" y="8"/>
                  </a:cubicBezTo>
                  <a:cubicBezTo>
                    <a:pt x="163" y="9"/>
                    <a:pt x="163" y="11"/>
                    <a:pt x="162" y="11"/>
                  </a:cubicBezTo>
                  <a:cubicBezTo>
                    <a:pt x="159" y="15"/>
                    <a:pt x="152" y="15"/>
                    <a:pt x="149" y="19"/>
                  </a:cubicBezTo>
                  <a:cubicBezTo>
                    <a:pt x="150" y="19"/>
                    <a:pt x="150" y="20"/>
                    <a:pt x="150" y="21"/>
                  </a:cubicBezTo>
                  <a:cubicBezTo>
                    <a:pt x="150" y="20"/>
                    <a:pt x="150" y="20"/>
                    <a:pt x="150" y="20"/>
                  </a:cubicBezTo>
                  <a:cubicBezTo>
                    <a:pt x="150" y="22"/>
                    <a:pt x="150" y="22"/>
                    <a:pt x="150" y="22"/>
                  </a:cubicBezTo>
                  <a:cubicBezTo>
                    <a:pt x="150" y="22"/>
                    <a:pt x="149" y="21"/>
                    <a:pt x="149" y="20"/>
                  </a:cubicBezTo>
                  <a:cubicBezTo>
                    <a:pt x="147" y="21"/>
                    <a:pt x="146" y="23"/>
                    <a:pt x="144" y="24"/>
                  </a:cubicBezTo>
                  <a:cubicBezTo>
                    <a:pt x="145" y="26"/>
                    <a:pt x="143" y="24"/>
                    <a:pt x="144" y="26"/>
                  </a:cubicBezTo>
                  <a:cubicBezTo>
                    <a:pt x="144" y="25"/>
                    <a:pt x="144" y="25"/>
                    <a:pt x="144" y="25"/>
                  </a:cubicBezTo>
                  <a:cubicBezTo>
                    <a:pt x="143" y="27"/>
                    <a:pt x="143" y="27"/>
                    <a:pt x="141" y="25"/>
                  </a:cubicBezTo>
                  <a:cubicBezTo>
                    <a:pt x="135" y="26"/>
                    <a:pt x="130" y="30"/>
                    <a:pt x="125" y="31"/>
                  </a:cubicBezTo>
                  <a:cubicBezTo>
                    <a:pt x="119" y="33"/>
                    <a:pt x="114" y="37"/>
                    <a:pt x="108" y="39"/>
                  </a:cubicBezTo>
                  <a:cubicBezTo>
                    <a:pt x="108" y="42"/>
                    <a:pt x="106" y="41"/>
                    <a:pt x="106" y="44"/>
                  </a:cubicBezTo>
                  <a:cubicBezTo>
                    <a:pt x="106" y="43"/>
                    <a:pt x="106" y="43"/>
                    <a:pt x="106" y="43"/>
                  </a:cubicBezTo>
                  <a:cubicBezTo>
                    <a:pt x="105" y="45"/>
                    <a:pt x="104" y="43"/>
                    <a:pt x="103" y="42"/>
                  </a:cubicBezTo>
                  <a:cubicBezTo>
                    <a:pt x="103" y="44"/>
                    <a:pt x="102" y="43"/>
                    <a:pt x="103" y="45"/>
                  </a:cubicBezTo>
                  <a:cubicBezTo>
                    <a:pt x="103" y="46"/>
                    <a:pt x="102" y="42"/>
                    <a:pt x="101" y="43"/>
                  </a:cubicBezTo>
                  <a:cubicBezTo>
                    <a:pt x="101" y="42"/>
                    <a:pt x="101" y="44"/>
                    <a:pt x="101" y="44"/>
                  </a:cubicBezTo>
                  <a:cubicBezTo>
                    <a:pt x="100" y="46"/>
                    <a:pt x="101" y="42"/>
                    <a:pt x="99" y="41"/>
                  </a:cubicBezTo>
                  <a:cubicBezTo>
                    <a:pt x="96" y="42"/>
                    <a:pt x="94" y="45"/>
                    <a:pt x="91" y="44"/>
                  </a:cubicBezTo>
                  <a:cubicBezTo>
                    <a:pt x="91" y="44"/>
                    <a:pt x="91" y="45"/>
                    <a:pt x="91" y="45"/>
                  </a:cubicBezTo>
                  <a:cubicBezTo>
                    <a:pt x="90" y="42"/>
                    <a:pt x="90" y="46"/>
                    <a:pt x="90" y="45"/>
                  </a:cubicBezTo>
                  <a:cubicBezTo>
                    <a:pt x="90" y="44"/>
                    <a:pt x="90" y="44"/>
                    <a:pt x="90" y="44"/>
                  </a:cubicBezTo>
                  <a:cubicBezTo>
                    <a:pt x="88" y="43"/>
                    <a:pt x="88" y="45"/>
                    <a:pt x="86" y="44"/>
                  </a:cubicBezTo>
                  <a:cubicBezTo>
                    <a:pt x="85" y="45"/>
                    <a:pt x="84" y="42"/>
                    <a:pt x="83" y="44"/>
                  </a:cubicBezTo>
                  <a:cubicBezTo>
                    <a:pt x="83" y="43"/>
                    <a:pt x="83" y="43"/>
                    <a:pt x="82" y="43"/>
                  </a:cubicBezTo>
                  <a:cubicBezTo>
                    <a:pt x="82" y="47"/>
                    <a:pt x="80" y="42"/>
                    <a:pt x="79" y="44"/>
                  </a:cubicBezTo>
                  <a:cubicBezTo>
                    <a:pt x="79" y="44"/>
                    <a:pt x="79" y="44"/>
                    <a:pt x="79" y="44"/>
                  </a:cubicBezTo>
                  <a:cubicBezTo>
                    <a:pt x="76" y="44"/>
                    <a:pt x="73" y="43"/>
                    <a:pt x="70" y="46"/>
                  </a:cubicBezTo>
                  <a:cubicBezTo>
                    <a:pt x="68" y="46"/>
                    <a:pt x="66" y="43"/>
                    <a:pt x="64" y="44"/>
                  </a:cubicBezTo>
                  <a:cubicBezTo>
                    <a:pt x="64" y="46"/>
                    <a:pt x="64" y="46"/>
                    <a:pt x="64" y="46"/>
                  </a:cubicBezTo>
                  <a:cubicBezTo>
                    <a:pt x="63" y="46"/>
                    <a:pt x="64" y="45"/>
                    <a:pt x="64" y="44"/>
                  </a:cubicBezTo>
                  <a:cubicBezTo>
                    <a:pt x="63" y="46"/>
                    <a:pt x="61" y="44"/>
                    <a:pt x="60" y="44"/>
                  </a:cubicBezTo>
                  <a:cubicBezTo>
                    <a:pt x="60" y="45"/>
                    <a:pt x="60" y="45"/>
                    <a:pt x="60" y="46"/>
                  </a:cubicBezTo>
                  <a:cubicBezTo>
                    <a:pt x="59" y="43"/>
                    <a:pt x="57" y="47"/>
                    <a:pt x="55" y="45"/>
                  </a:cubicBezTo>
                  <a:cubicBezTo>
                    <a:pt x="56" y="48"/>
                    <a:pt x="55" y="47"/>
                    <a:pt x="54" y="48"/>
                  </a:cubicBezTo>
                  <a:cubicBezTo>
                    <a:pt x="54" y="47"/>
                    <a:pt x="54" y="46"/>
                    <a:pt x="54" y="46"/>
                  </a:cubicBezTo>
                  <a:cubicBezTo>
                    <a:pt x="53" y="46"/>
                    <a:pt x="52" y="46"/>
                    <a:pt x="51" y="45"/>
                  </a:cubicBezTo>
                  <a:cubicBezTo>
                    <a:pt x="51" y="46"/>
                    <a:pt x="50" y="48"/>
                    <a:pt x="50" y="47"/>
                  </a:cubicBezTo>
                  <a:cubicBezTo>
                    <a:pt x="49" y="45"/>
                    <a:pt x="48" y="47"/>
                    <a:pt x="48" y="46"/>
                  </a:cubicBezTo>
                  <a:cubicBezTo>
                    <a:pt x="48" y="48"/>
                    <a:pt x="47" y="49"/>
                    <a:pt x="46" y="49"/>
                  </a:cubicBezTo>
                  <a:cubicBezTo>
                    <a:pt x="47" y="46"/>
                    <a:pt x="47" y="46"/>
                    <a:pt x="47" y="46"/>
                  </a:cubicBezTo>
                  <a:cubicBezTo>
                    <a:pt x="44" y="47"/>
                    <a:pt x="42" y="44"/>
                    <a:pt x="39" y="47"/>
                  </a:cubicBezTo>
                  <a:cubicBezTo>
                    <a:pt x="39" y="45"/>
                    <a:pt x="39" y="45"/>
                    <a:pt x="39" y="45"/>
                  </a:cubicBezTo>
                  <a:cubicBezTo>
                    <a:pt x="36" y="47"/>
                    <a:pt x="35" y="45"/>
                    <a:pt x="32" y="47"/>
                  </a:cubicBezTo>
                  <a:cubicBezTo>
                    <a:pt x="33" y="46"/>
                    <a:pt x="30" y="45"/>
                    <a:pt x="30" y="45"/>
                  </a:cubicBezTo>
                  <a:cubicBezTo>
                    <a:pt x="29" y="46"/>
                    <a:pt x="28" y="46"/>
                    <a:pt x="27" y="48"/>
                  </a:cubicBezTo>
                  <a:cubicBezTo>
                    <a:pt x="27" y="48"/>
                    <a:pt x="27" y="46"/>
                    <a:pt x="27" y="46"/>
                  </a:cubicBezTo>
                  <a:cubicBezTo>
                    <a:pt x="26" y="45"/>
                    <a:pt x="26" y="43"/>
                    <a:pt x="25" y="45"/>
                  </a:cubicBezTo>
                  <a:cubicBezTo>
                    <a:pt x="25" y="43"/>
                    <a:pt x="25" y="43"/>
                    <a:pt x="25" y="43"/>
                  </a:cubicBezTo>
                  <a:cubicBezTo>
                    <a:pt x="24" y="44"/>
                    <a:pt x="22" y="46"/>
                    <a:pt x="22" y="44"/>
                  </a:cubicBezTo>
                  <a:cubicBezTo>
                    <a:pt x="21" y="45"/>
                    <a:pt x="20" y="45"/>
                    <a:pt x="20" y="46"/>
                  </a:cubicBezTo>
                  <a:cubicBezTo>
                    <a:pt x="19" y="46"/>
                    <a:pt x="20" y="44"/>
                    <a:pt x="19" y="45"/>
                  </a:cubicBezTo>
                  <a:cubicBezTo>
                    <a:pt x="21" y="44"/>
                    <a:pt x="21" y="44"/>
                    <a:pt x="21" y="44"/>
                  </a:cubicBezTo>
                  <a:cubicBezTo>
                    <a:pt x="19" y="42"/>
                    <a:pt x="17" y="42"/>
                    <a:pt x="15" y="42"/>
                  </a:cubicBezTo>
                  <a:cubicBezTo>
                    <a:pt x="16" y="40"/>
                    <a:pt x="13" y="41"/>
                    <a:pt x="13" y="39"/>
                  </a:cubicBezTo>
                  <a:cubicBezTo>
                    <a:pt x="12" y="40"/>
                    <a:pt x="13" y="38"/>
                    <a:pt x="10" y="39"/>
                  </a:cubicBezTo>
                  <a:cubicBezTo>
                    <a:pt x="11" y="39"/>
                    <a:pt x="11" y="39"/>
                    <a:pt x="11" y="39"/>
                  </a:cubicBezTo>
                  <a:cubicBezTo>
                    <a:pt x="11" y="38"/>
                    <a:pt x="11" y="37"/>
                    <a:pt x="12" y="37"/>
                  </a:cubicBezTo>
                  <a:cubicBezTo>
                    <a:pt x="12" y="37"/>
                    <a:pt x="11" y="37"/>
                    <a:pt x="11" y="37"/>
                  </a:cubicBezTo>
                  <a:cubicBezTo>
                    <a:pt x="11" y="36"/>
                    <a:pt x="11" y="36"/>
                    <a:pt x="11" y="36"/>
                  </a:cubicBezTo>
                  <a:cubicBezTo>
                    <a:pt x="11" y="36"/>
                    <a:pt x="11" y="36"/>
                    <a:pt x="11" y="37"/>
                  </a:cubicBezTo>
                  <a:cubicBezTo>
                    <a:pt x="10" y="37"/>
                    <a:pt x="10" y="37"/>
                    <a:pt x="10" y="37"/>
                  </a:cubicBezTo>
                  <a:cubicBezTo>
                    <a:pt x="10" y="36"/>
                    <a:pt x="10" y="36"/>
                    <a:pt x="10" y="36"/>
                  </a:cubicBezTo>
                  <a:cubicBezTo>
                    <a:pt x="10" y="36"/>
                    <a:pt x="10" y="36"/>
                    <a:pt x="10" y="36"/>
                  </a:cubicBezTo>
                  <a:cubicBezTo>
                    <a:pt x="10" y="36"/>
                    <a:pt x="10" y="36"/>
                    <a:pt x="10" y="36"/>
                  </a:cubicBezTo>
                  <a:cubicBezTo>
                    <a:pt x="10" y="36"/>
                    <a:pt x="10" y="36"/>
                    <a:pt x="10" y="36"/>
                  </a:cubicBezTo>
                  <a:cubicBezTo>
                    <a:pt x="10" y="36"/>
                    <a:pt x="11" y="36"/>
                    <a:pt x="11" y="36"/>
                  </a:cubicBezTo>
                  <a:cubicBezTo>
                    <a:pt x="11" y="36"/>
                    <a:pt x="11" y="36"/>
                    <a:pt x="10" y="35"/>
                  </a:cubicBezTo>
                  <a:cubicBezTo>
                    <a:pt x="10" y="35"/>
                    <a:pt x="10" y="35"/>
                    <a:pt x="10" y="35"/>
                  </a:cubicBezTo>
                  <a:cubicBezTo>
                    <a:pt x="11" y="35"/>
                    <a:pt x="11" y="35"/>
                    <a:pt x="11" y="35"/>
                  </a:cubicBezTo>
                  <a:cubicBezTo>
                    <a:pt x="11" y="35"/>
                    <a:pt x="11" y="35"/>
                    <a:pt x="11" y="34"/>
                  </a:cubicBezTo>
                  <a:cubicBezTo>
                    <a:pt x="11" y="34"/>
                    <a:pt x="11" y="34"/>
                    <a:pt x="11" y="34"/>
                  </a:cubicBezTo>
                  <a:cubicBezTo>
                    <a:pt x="11" y="34"/>
                    <a:pt x="11" y="34"/>
                    <a:pt x="11" y="34"/>
                  </a:cubicBezTo>
                  <a:cubicBezTo>
                    <a:pt x="9" y="35"/>
                    <a:pt x="12" y="34"/>
                    <a:pt x="10" y="34"/>
                  </a:cubicBezTo>
                  <a:cubicBezTo>
                    <a:pt x="10" y="34"/>
                    <a:pt x="10" y="33"/>
                    <a:pt x="11" y="32"/>
                  </a:cubicBezTo>
                  <a:cubicBezTo>
                    <a:pt x="10" y="34"/>
                    <a:pt x="10" y="32"/>
                    <a:pt x="10" y="31"/>
                  </a:cubicBezTo>
                  <a:cubicBezTo>
                    <a:pt x="10" y="31"/>
                    <a:pt x="10" y="31"/>
                    <a:pt x="10" y="31"/>
                  </a:cubicBezTo>
                  <a:cubicBezTo>
                    <a:pt x="10" y="30"/>
                    <a:pt x="10" y="30"/>
                    <a:pt x="10" y="29"/>
                  </a:cubicBezTo>
                  <a:cubicBezTo>
                    <a:pt x="10" y="29"/>
                    <a:pt x="10" y="29"/>
                    <a:pt x="10" y="29"/>
                  </a:cubicBezTo>
                  <a:cubicBezTo>
                    <a:pt x="10" y="29"/>
                    <a:pt x="10" y="30"/>
                    <a:pt x="10" y="30"/>
                  </a:cubicBezTo>
                  <a:cubicBezTo>
                    <a:pt x="10" y="30"/>
                    <a:pt x="9" y="30"/>
                    <a:pt x="5" y="31"/>
                  </a:cubicBezTo>
                  <a:cubicBezTo>
                    <a:pt x="4" y="32"/>
                    <a:pt x="9" y="31"/>
                    <a:pt x="8" y="32"/>
                  </a:cubicBezTo>
                  <a:cubicBezTo>
                    <a:pt x="5" y="32"/>
                    <a:pt x="9" y="34"/>
                    <a:pt x="6" y="34"/>
                  </a:cubicBezTo>
                  <a:cubicBezTo>
                    <a:pt x="4" y="33"/>
                    <a:pt x="4" y="33"/>
                    <a:pt x="4" y="33"/>
                  </a:cubicBezTo>
                  <a:cubicBezTo>
                    <a:pt x="4" y="33"/>
                    <a:pt x="5" y="33"/>
                    <a:pt x="5" y="33"/>
                  </a:cubicBezTo>
                  <a:cubicBezTo>
                    <a:pt x="2" y="32"/>
                    <a:pt x="2" y="32"/>
                    <a:pt x="2" y="32"/>
                  </a:cubicBezTo>
                  <a:cubicBezTo>
                    <a:pt x="5" y="34"/>
                    <a:pt x="3" y="35"/>
                    <a:pt x="3" y="35"/>
                  </a:cubicBezTo>
                  <a:cubicBezTo>
                    <a:pt x="3" y="35"/>
                    <a:pt x="3" y="35"/>
                    <a:pt x="3" y="35"/>
                  </a:cubicBezTo>
                  <a:cubicBezTo>
                    <a:pt x="1" y="36"/>
                    <a:pt x="4" y="35"/>
                    <a:pt x="4" y="36"/>
                  </a:cubicBezTo>
                  <a:cubicBezTo>
                    <a:pt x="4" y="36"/>
                    <a:pt x="1" y="36"/>
                    <a:pt x="0" y="37"/>
                  </a:cubicBezTo>
                  <a:cubicBezTo>
                    <a:pt x="1" y="38"/>
                    <a:pt x="3" y="40"/>
                    <a:pt x="2" y="42"/>
                  </a:cubicBezTo>
                  <a:cubicBezTo>
                    <a:pt x="3" y="43"/>
                    <a:pt x="4" y="44"/>
                    <a:pt x="6" y="44"/>
                  </a:cubicBezTo>
                  <a:cubicBezTo>
                    <a:pt x="6" y="44"/>
                    <a:pt x="3" y="45"/>
                    <a:pt x="5" y="45"/>
                  </a:cubicBezTo>
                  <a:cubicBezTo>
                    <a:pt x="4" y="46"/>
                    <a:pt x="3" y="47"/>
                    <a:pt x="3" y="47"/>
                  </a:cubicBezTo>
                  <a:cubicBezTo>
                    <a:pt x="4" y="47"/>
                    <a:pt x="4" y="49"/>
                    <a:pt x="5" y="46"/>
                  </a:cubicBezTo>
                  <a:cubicBezTo>
                    <a:pt x="6" y="48"/>
                    <a:pt x="7" y="49"/>
                    <a:pt x="8" y="49"/>
                  </a:cubicBezTo>
                  <a:cubicBezTo>
                    <a:pt x="8" y="49"/>
                    <a:pt x="6" y="50"/>
                    <a:pt x="6" y="51"/>
                  </a:cubicBezTo>
                  <a:cubicBezTo>
                    <a:pt x="8" y="50"/>
                    <a:pt x="9" y="50"/>
                    <a:pt x="10" y="51"/>
                  </a:cubicBezTo>
                  <a:cubicBezTo>
                    <a:pt x="11" y="50"/>
                    <a:pt x="10" y="50"/>
                    <a:pt x="11" y="48"/>
                  </a:cubicBezTo>
                  <a:cubicBezTo>
                    <a:pt x="12" y="48"/>
                    <a:pt x="12" y="48"/>
                    <a:pt x="13" y="48"/>
                  </a:cubicBezTo>
                  <a:cubicBezTo>
                    <a:pt x="12" y="49"/>
                    <a:pt x="10" y="52"/>
                    <a:pt x="11" y="52"/>
                  </a:cubicBezTo>
                  <a:cubicBezTo>
                    <a:pt x="9" y="55"/>
                    <a:pt x="10" y="51"/>
                    <a:pt x="8" y="54"/>
                  </a:cubicBezTo>
                  <a:cubicBezTo>
                    <a:pt x="7" y="55"/>
                    <a:pt x="5" y="54"/>
                    <a:pt x="6" y="53"/>
                  </a:cubicBezTo>
                  <a:cubicBezTo>
                    <a:pt x="3" y="54"/>
                    <a:pt x="6" y="54"/>
                    <a:pt x="4" y="55"/>
                  </a:cubicBezTo>
                  <a:cubicBezTo>
                    <a:pt x="5" y="56"/>
                    <a:pt x="6" y="55"/>
                    <a:pt x="8" y="55"/>
                  </a:cubicBezTo>
                  <a:cubicBezTo>
                    <a:pt x="8" y="54"/>
                    <a:pt x="8" y="54"/>
                    <a:pt x="9" y="53"/>
                  </a:cubicBezTo>
                  <a:cubicBezTo>
                    <a:pt x="11" y="52"/>
                    <a:pt x="9" y="56"/>
                    <a:pt x="9" y="56"/>
                  </a:cubicBezTo>
                  <a:cubicBezTo>
                    <a:pt x="9" y="56"/>
                    <a:pt x="9" y="56"/>
                    <a:pt x="9" y="56"/>
                  </a:cubicBezTo>
                  <a:cubicBezTo>
                    <a:pt x="9" y="57"/>
                    <a:pt x="10" y="56"/>
                    <a:pt x="11" y="57"/>
                  </a:cubicBezTo>
                  <a:cubicBezTo>
                    <a:pt x="9" y="60"/>
                    <a:pt x="9" y="56"/>
                    <a:pt x="8" y="58"/>
                  </a:cubicBezTo>
                  <a:cubicBezTo>
                    <a:pt x="7" y="60"/>
                    <a:pt x="7" y="60"/>
                    <a:pt x="7" y="60"/>
                  </a:cubicBezTo>
                  <a:cubicBezTo>
                    <a:pt x="8" y="61"/>
                    <a:pt x="9" y="58"/>
                    <a:pt x="10" y="59"/>
                  </a:cubicBezTo>
                  <a:cubicBezTo>
                    <a:pt x="9" y="60"/>
                    <a:pt x="9" y="60"/>
                    <a:pt x="9" y="60"/>
                  </a:cubicBezTo>
                  <a:cubicBezTo>
                    <a:pt x="10" y="60"/>
                    <a:pt x="10" y="60"/>
                    <a:pt x="10" y="60"/>
                  </a:cubicBezTo>
                  <a:cubicBezTo>
                    <a:pt x="11" y="59"/>
                    <a:pt x="11" y="57"/>
                    <a:pt x="11" y="57"/>
                  </a:cubicBezTo>
                  <a:cubicBezTo>
                    <a:pt x="13" y="55"/>
                    <a:pt x="11" y="57"/>
                    <a:pt x="13" y="57"/>
                  </a:cubicBezTo>
                  <a:cubicBezTo>
                    <a:pt x="14" y="56"/>
                    <a:pt x="12" y="57"/>
                    <a:pt x="13" y="56"/>
                  </a:cubicBezTo>
                  <a:cubicBezTo>
                    <a:pt x="14" y="54"/>
                    <a:pt x="14" y="54"/>
                    <a:pt x="15" y="54"/>
                  </a:cubicBezTo>
                  <a:cubicBezTo>
                    <a:pt x="15" y="55"/>
                    <a:pt x="14" y="56"/>
                    <a:pt x="14" y="57"/>
                  </a:cubicBezTo>
                  <a:cubicBezTo>
                    <a:pt x="14" y="58"/>
                    <a:pt x="13" y="57"/>
                    <a:pt x="14" y="57"/>
                  </a:cubicBezTo>
                  <a:cubicBezTo>
                    <a:pt x="12" y="58"/>
                    <a:pt x="12" y="60"/>
                    <a:pt x="11" y="61"/>
                  </a:cubicBezTo>
                  <a:cubicBezTo>
                    <a:pt x="11" y="62"/>
                    <a:pt x="12" y="60"/>
                    <a:pt x="13" y="60"/>
                  </a:cubicBezTo>
                  <a:cubicBezTo>
                    <a:pt x="13" y="60"/>
                    <a:pt x="14" y="58"/>
                    <a:pt x="14" y="58"/>
                  </a:cubicBezTo>
                  <a:cubicBezTo>
                    <a:pt x="17" y="54"/>
                    <a:pt x="13" y="61"/>
                    <a:pt x="15" y="61"/>
                  </a:cubicBezTo>
                  <a:cubicBezTo>
                    <a:pt x="16" y="58"/>
                    <a:pt x="18" y="58"/>
                    <a:pt x="19" y="54"/>
                  </a:cubicBezTo>
                  <a:cubicBezTo>
                    <a:pt x="19" y="54"/>
                    <a:pt x="20" y="53"/>
                    <a:pt x="20" y="54"/>
                  </a:cubicBezTo>
                  <a:cubicBezTo>
                    <a:pt x="19" y="56"/>
                    <a:pt x="20" y="56"/>
                    <a:pt x="18" y="57"/>
                  </a:cubicBezTo>
                  <a:cubicBezTo>
                    <a:pt x="19" y="57"/>
                    <a:pt x="19" y="57"/>
                    <a:pt x="19" y="57"/>
                  </a:cubicBezTo>
                  <a:cubicBezTo>
                    <a:pt x="17" y="59"/>
                    <a:pt x="17" y="59"/>
                    <a:pt x="17" y="59"/>
                  </a:cubicBezTo>
                  <a:cubicBezTo>
                    <a:pt x="17" y="61"/>
                    <a:pt x="17" y="63"/>
                    <a:pt x="17" y="64"/>
                  </a:cubicBezTo>
                  <a:cubicBezTo>
                    <a:pt x="18" y="63"/>
                    <a:pt x="18" y="62"/>
                    <a:pt x="19" y="62"/>
                  </a:cubicBezTo>
                  <a:cubicBezTo>
                    <a:pt x="18" y="62"/>
                    <a:pt x="18" y="63"/>
                    <a:pt x="19" y="64"/>
                  </a:cubicBezTo>
                  <a:cubicBezTo>
                    <a:pt x="18" y="63"/>
                    <a:pt x="20" y="61"/>
                    <a:pt x="20" y="60"/>
                  </a:cubicBezTo>
                  <a:cubicBezTo>
                    <a:pt x="21" y="61"/>
                    <a:pt x="21" y="63"/>
                    <a:pt x="20" y="63"/>
                  </a:cubicBezTo>
                  <a:cubicBezTo>
                    <a:pt x="19" y="65"/>
                    <a:pt x="19" y="65"/>
                    <a:pt x="19" y="65"/>
                  </a:cubicBezTo>
                  <a:cubicBezTo>
                    <a:pt x="20" y="63"/>
                    <a:pt x="19" y="65"/>
                    <a:pt x="20" y="65"/>
                  </a:cubicBezTo>
                  <a:cubicBezTo>
                    <a:pt x="20" y="64"/>
                    <a:pt x="21" y="62"/>
                    <a:pt x="22" y="61"/>
                  </a:cubicBezTo>
                  <a:cubicBezTo>
                    <a:pt x="22" y="61"/>
                    <a:pt x="22" y="62"/>
                    <a:pt x="23" y="62"/>
                  </a:cubicBezTo>
                  <a:cubicBezTo>
                    <a:pt x="21" y="63"/>
                    <a:pt x="21" y="63"/>
                    <a:pt x="21" y="63"/>
                  </a:cubicBezTo>
                  <a:cubicBezTo>
                    <a:pt x="22" y="63"/>
                    <a:pt x="21" y="66"/>
                    <a:pt x="22" y="66"/>
                  </a:cubicBezTo>
                  <a:cubicBezTo>
                    <a:pt x="23" y="64"/>
                    <a:pt x="23" y="64"/>
                    <a:pt x="23" y="64"/>
                  </a:cubicBezTo>
                  <a:cubicBezTo>
                    <a:pt x="22" y="66"/>
                    <a:pt x="22" y="66"/>
                    <a:pt x="22" y="66"/>
                  </a:cubicBezTo>
                  <a:cubicBezTo>
                    <a:pt x="23" y="65"/>
                    <a:pt x="23" y="65"/>
                    <a:pt x="24" y="65"/>
                  </a:cubicBezTo>
                  <a:cubicBezTo>
                    <a:pt x="23" y="66"/>
                    <a:pt x="23" y="66"/>
                    <a:pt x="23" y="66"/>
                  </a:cubicBezTo>
                  <a:cubicBezTo>
                    <a:pt x="24" y="65"/>
                    <a:pt x="25" y="63"/>
                    <a:pt x="25" y="65"/>
                  </a:cubicBezTo>
                  <a:cubicBezTo>
                    <a:pt x="25" y="63"/>
                    <a:pt x="24" y="65"/>
                    <a:pt x="24" y="64"/>
                  </a:cubicBezTo>
                  <a:cubicBezTo>
                    <a:pt x="24" y="62"/>
                    <a:pt x="25" y="62"/>
                    <a:pt x="25" y="62"/>
                  </a:cubicBezTo>
                  <a:cubicBezTo>
                    <a:pt x="25" y="62"/>
                    <a:pt x="25" y="62"/>
                    <a:pt x="25" y="63"/>
                  </a:cubicBezTo>
                  <a:cubicBezTo>
                    <a:pt x="26" y="62"/>
                    <a:pt x="26" y="62"/>
                    <a:pt x="26" y="62"/>
                  </a:cubicBezTo>
                  <a:cubicBezTo>
                    <a:pt x="26" y="63"/>
                    <a:pt x="26" y="64"/>
                    <a:pt x="26" y="65"/>
                  </a:cubicBezTo>
                  <a:cubicBezTo>
                    <a:pt x="27" y="63"/>
                    <a:pt x="27" y="63"/>
                    <a:pt x="27" y="63"/>
                  </a:cubicBezTo>
                  <a:cubicBezTo>
                    <a:pt x="26" y="66"/>
                    <a:pt x="28" y="62"/>
                    <a:pt x="28" y="64"/>
                  </a:cubicBezTo>
                  <a:cubicBezTo>
                    <a:pt x="28" y="65"/>
                    <a:pt x="27" y="66"/>
                    <a:pt x="27" y="67"/>
                  </a:cubicBezTo>
                  <a:cubicBezTo>
                    <a:pt x="28" y="64"/>
                    <a:pt x="29" y="64"/>
                    <a:pt x="30" y="62"/>
                  </a:cubicBezTo>
                  <a:cubicBezTo>
                    <a:pt x="30" y="63"/>
                    <a:pt x="28" y="65"/>
                    <a:pt x="28" y="67"/>
                  </a:cubicBezTo>
                  <a:cubicBezTo>
                    <a:pt x="29" y="65"/>
                    <a:pt x="29" y="69"/>
                    <a:pt x="30" y="66"/>
                  </a:cubicBezTo>
                  <a:cubicBezTo>
                    <a:pt x="30" y="65"/>
                    <a:pt x="31" y="64"/>
                    <a:pt x="31" y="63"/>
                  </a:cubicBezTo>
                  <a:cubicBezTo>
                    <a:pt x="32" y="64"/>
                    <a:pt x="31" y="64"/>
                    <a:pt x="31" y="66"/>
                  </a:cubicBezTo>
                  <a:cubicBezTo>
                    <a:pt x="32" y="65"/>
                    <a:pt x="32" y="63"/>
                    <a:pt x="32" y="62"/>
                  </a:cubicBezTo>
                  <a:cubicBezTo>
                    <a:pt x="32" y="63"/>
                    <a:pt x="33" y="61"/>
                    <a:pt x="34" y="62"/>
                  </a:cubicBezTo>
                  <a:cubicBezTo>
                    <a:pt x="33" y="64"/>
                    <a:pt x="32" y="63"/>
                    <a:pt x="33" y="64"/>
                  </a:cubicBezTo>
                  <a:cubicBezTo>
                    <a:pt x="34" y="65"/>
                    <a:pt x="34" y="60"/>
                    <a:pt x="35" y="60"/>
                  </a:cubicBezTo>
                  <a:cubicBezTo>
                    <a:pt x="35" y="59"/>
                    <a:pt x="36" y="56"/>
                    <a:pt x="36" y="55"/>
                  </a:cubicBezTo>
                  <a:cubicBezTo>
                    <a:pt x="37" y="56"/>
                    <a:pt x="36" y="56"/>
                    <a:pt x="36" y="58"/>
                  </a:cubicBezTo>
                  <a:cubicBezTo>
                    <a:pt x="36" y="58"/>
                    <a:pt x="36" y="58"/>
                    <a:pt x="36" y="58"/>
                  </a:cubicBezTo>
                  <a:cubicBezTo>
                    <a:pt x="36" y="61"/>
                    <a:pt x="34" y="63"/>
                    <a:pt x="34" y="65"/>
                  </a:cubicBezTo>
                  <a:cubicBezTo>
                    <a:pt x="35" y="64"/>
                    <a:pt x="35" y="64"/>
                    <a:pt x="35" y="64"/>
                  </a:cubicBezTo>
                  <a:cubicBezTo>
                    <a:pt x="35" y="65"/>
                    <a:pt x="34" y="66"/>
                    <a:pt x="34" y="67"/>
                  </a:cubicBezTo>
                  <a:cubicBezTo>
                    <a:pt x="35" y="65"/>
                    <a:pt x="36" y="67"/>
                    <a:pt x="36" y="66"/>
                  </a:cubicBezTo>
                  <a:cubicBezTo>
                    <a:pt x="36" y="65"/>
                    <a:pt x="35" y="67"/>
                    <a:pt x="36" y="65"/>
                  </a:cubicBezTo>
                  <a:cubicBezTo>
                    <a:pt x="36" y="65"/>
                    <a:pt x="37" y="62"/>
                    <a:pt x="37" y="63"/>
                  </a:cubicBezTo>
                  <a:cubicBezTo>
                    <a:pt x="37" y="65"/>
                    <a:pt x="37" y="66"/>
                    <a:pt x="37" y="67"/>
                  </a:cubicBezTo>
                  <a:cubicBezTo>
                    <a:pt x="37" y="68"/>
                    <a:pt x="37" y="65"/>
                    <a:pt x="38" y="66"/>
                  </a:cubicBezTo>
                  <a:cubicBezTo>
                    <a:pt x="38" y="67"/>
                    <a:pt x="38" y="67"/>
                    <a:pt x="38" y="67"/>
                  </a:cubicBezTo>
                  <a:cubicBezTo>
                    <a:pt x="40" y="68"/>
                    <a:pt x="42" y="67"/>
                    <a:pt x="45" y="63"/>
                  </a:cubicBezTo>
                  <a:cubicBezTo>
                    <a:pt x="45" y="65"/>
                    <a:pt x="45" y="65"/>
                    <a:pt x="46" y="67"/>
                  </a:cubicBezTo>
                  <a:cubicBezTo>
                    <a:pt x="46" y="66"/>
                    <a:pt x="46" y="65"/>
                    <a:pt x="47" y="65"/>
                  </a:cubicBezTo>
                  <a:cubicBezTo>
                    <a:pt x="47" y="67"/>
                    <a:pt x="47" y="67"/>
                    <a:pt x="47" y="67"/>
                  </a:cubicBezTo>
                  <a:cubicBezTo>
                    <a:pt x="48" y="68"/>
                    <a:pt x="49" y="66"/>
                    <a:pt x="49" y="65"/>
                  </a:cubicBezTo>
                  <a:cubicBezTo>
                    <a:pt x="49" y="66"/>
                    <a:pt x="49" y="66"/>
                    <a:pt x="49" y="66"/>
                  </a:cubicBezTo>
                  <a:cubicBezTo>
                    <a:pt x="50" y="68"/>
                    <a:pt x="50" y="65"/>
                    <a:pt x="50" y="65"/>
                  </a:cubicBezTo>
                  <a:cubicBezTo>
                    <a:pt x="50" y="66"/>
                    <a:pt x="50" y="66"/>
                    <a:pt x="50" y="66"/>
                  </a:cubicBezTo>
                  <a:cubicBezTo>
                    <a:pt x="51" y="65"/>
                    <a:pt x="51" y="65"/>
                    <a:pt x="51" y="65"/>
                  </a:cubicBezTo>
                  <a:cubicBezTo>
                    <a:pt x="51" y="64"/>
                    <a:pt x="52" y="65"/>
                    <a:pt x="52" y="67"/>
                  </a:cubicBezTo>
                  <a:cubicBezTo>
                    <a:pt x="52" y="66"/>
                    <a:pt x="52" y="66"/>
                    <a:pt x="52" y="65"/>
                  </a:cubicBezTo>
                  <a:cubicBezTo>
                    <a:pt x="52" y="67"/>
                    <a:pt x="54" y="67"/>
                    <a:pt x="55" y="66"/>
                  </a:cubicBezTo>
                  <a:cubicBezTo>
                    <a:pt x="54" y="65"/>
                    <a:pt x="54" y="65"/>
                    <a:pt x="54" y="63"/>
                  </a:cubicBezTo>
                  <a:cubicBezTo>
                    <a:pt x="54" y="61"/>
                    <a:pt x="55" y="64"/>
                    <a:pt x="55" y="62"/>
                  </a:cubicBezTo>
                  <a:cubicBezTo>
                    <a:pt x="55" y="63"/>
                    <a:pt x="55" y="64"/>
                    <a:pt x="55" y="65"/>
                  </a:cubicBezTo>
                  <a:cubicBezTo>
                    <a:pt x="56" y="68"/>
                    <a:pt x="58" y="65"/>
                    <a:pt x="59" y="66"/>
                  </a:cubicBezTo>
                  <a:cubicBezTo>
                    <a:pt x="60" y="65"/>
                    <a:pt x="60" y="65"/>
                    <a:pt x="60" y="65"/>
                  </a:cubicBezTo>
                  <a:cubicBezTo>
                    <a:pt x="61" y="67"/>
                    <a:pt x="62" y="64"/>
                    <a:pt x="63" y="65"/>
                  </a:cubicBezTo>
                  <a:cubicBezTo>
                    <a:pt x="63" y="65"/>
                    <a:pt x="63" y="62"/>
                    <a:pt x="64" y="62"/>
                  </a:cubicBezTo>
                  <a:cubicBezTo>
                    <a:pt x="64" y="60"/>
                    <a:pt x="64" y="64"/>
                    <a:pt x="65" y="66"/>
                  </a:cubicBezTo>
                  <a:cubicBezTo>
                    <a:pt x="65" y="65"/>
                    <a:pt x="65" y="64"/>
                    <a:pt x="66" y="64"/>
                  </a:cubicBezTo>
                  <a:cubicBezTo>
                    <a:pt x="66" y="65"/>
                    <a:pt x="66" y="65"/>
                    <a:pt x="66" y="65"/>
                  </a:cubicBezTo>
                  <a:cubicBezTo>
                    <a:pt x="66" y="64"/>
                    <a:pt x="67" y="63"/>
                    <a:pt x="67" y="64"/>
                  </a:cubicBezTo>
                  <a:cubicBezTo>
                    <a:pt x="67" y="64"/>
                    <a:pt x="67" y="64"/>
                    <a:pt x="67" y="64"/>
                  </a:cubicBezTo>
                  <a:cubicBezTo>
                    <a:pt x="67" y="64"/>
                    <a:pt x="68" y="66"/>
                    <a:pt x="68" y="65"/>
                  </a:cubicBezTo>
                  <a:cubicBezTo>
                    <a:pt x="68" y="64"/>
                    <a:pt x="69" y="65"/>
                    <a:pt x="69" y="63"/>
                  </a:cubicBezTo>
                  <a:cubicBezTo>
                    <a:pt x="69" y="64"/>
                    <a:pt x="69" y="64"/>
                    <a:pt x="69" y="64"/>
                  </a:cubicBezTo>
                  <a:cubicBezTo>
                    <a:pt x="69" y="62"/>
                    <a:pt x="69" y="62"/>
                    <a:pt x="69" y="62"/>
                  </a:cubicBezTo>
                  <a:cubicBezTo>
                    <a:pt x="70" y="63"/>
                    <a:pt x="70" y="63"/>
                    <a:pt x="70" y="63"/>
                  </a:cubicBezTo>
                  <a:cubicBezTo>
                    <a:pt x="70" y="65"/>
                    <a:pt x="70" y="65"/>
                    <a:pt x="70" y="65"/>
                  </a:cubicBezTo>
                  <a:cubicBezTo>
                    <a:pt x="71" y="66"/>
                    <a:pt x="70" y="63"/>
                    <a:pt x="70" y="62"/>
                  </a:cubicBezTo>
                  <a:cubicBezTo>
                    <a:pt x="71" y="61"/>
                    <a:pt x="71" y="63"/>
                    <a:pt x="71" y="63"/>
                  </a:cubicBezTo>
                  <a:cubicBezTo>
                    <a:pt x="71" y="64"/>
                    <a:pt x="71" y="63"/>
                    <a:pt x="71" y="63"/>
                  </a:cubicBezTo>
                  <a:cubicBezTo>
                    <a:pt x="70" y="65"/>
                    <a:pt x="71" y="64"/>
                    <a:pt x="71" y="65"/>
                  </a:cubicBezTo>
                  <a:cubicBezTo>
                    <a:pt x="71" y="65"/>
                    <a:pt x="71" y="63"/>
                    <a:pt x="72" y="63"/>
                  </a:cubicBezTo>
                  <a:cubicBezTo>
                    <a:pt x="72" y="63"/>
                    <a:pt x="73" y="63"/>
                    <a:pt x="73" y="65"/>
                  </a:cubicBezTo>
                  <a:cubicBezTo>
                    <a:pt x="73" y="64"/>
                    <a:pt x="73" y="64"/>
                    <a:pt x="73" y="63"/>
                  </a:cubicBezTo>
                  <a:cubicBezTo>
                    <a:pt x="73" y="63"/>
                    <a:pt x="73" y="62"/>
                    <a:pt x="72" y="61"/>
                  </a:cubicBezTo>
                  <a:cubicBezTo>
                    <a:pt x="73" y="61"/>
                    <a:pt x="73" y="61"/>
                    <a:pt x="73" y="61"/>
                  </a:cubicBezTo>
                  <a:cubicBezTo>
                    <a:pt x="73" y="62"/>
                    <a:pt x="73" y="62"/>
                    <a:pt x="73" y="62"/>
                  </a:cubicBezTo>
                  <a:cubicBezTo>
                    <a:pt x="73" y="61"/>
                    <a:pt x="74" y="62"/>
                    <a:pt x="74" y="60"/>
                  </a:cubicBezTo>
                  <a:cubicBezTo>
                    <a:pt x="74" y="62"/>
                    <a:pt x="74" y="62"/>
                    <a:pt x="74" y="62"/>
                  </a:cubicBezTo>
                  <a:cubicBezTo>
                    <a:pt x="74" y="61"/>
                    <a:pt x="75" y="61"/>
                    <a:pt x="75" y="61"/>
                  </a:cubicBezTo>
                  <a:cubicBezTo>
                    <a:pt x="75" y="62"/>
                    <a:pt x="75" y="64"/>
                    <a:pt x="76" y="65"/>
                  </a:cubicBezTo>
                  <a:cubicBezTo>
                    <a:pt x="77" y="63"/>
                    <a:pt x="77" y="63"/>
                    <a:pt x="77" y="63"/>
                  </a:cubicBezTo>
                  <a:cubicBezTo>
                    <a:pt x="77" y="63"/>
                    <a:pt x="77" y="63"/>
                    <a:pt x="77" y="64"/>
                  </a:cubicBezTo>
                  <a:cubicBezTo>
                    <a:pt x="78" y="65"/>
                    <a:pt x="78" y="59"/>
                    <a:pt x="79" y="61"/>
                  </a:cubicBezTo>
                  <a:cubicBezTo>
                    <a:pt x="79" y="63"/>
                    <a:pt x="79" y="63"/>
                    <a:pt x="80" y="64"/>
                  </a:cubicBezTo>
                  <a:cubicBezTo>
                    <a:pt x="80" y="63"/>
                    <a:pt x="80" y="63"/>
                    <a:pt x="80" y="62"/>
                  </a:cubicBezTo>
                  <a:cubicBezTo>
                    <a:pt x="80" y="61"/>
                    <a:pt x="80" y="64"/>
                    <a:pt x="79" y="63"/>
                  </a:cubicBezTo>
                  <a:cubicBezTo>
                    <a:pt x="79" y="61"/>
                    <a:pt x="80" y="62"/>
                    <a:pt x="80" y="61"/>
                  </a:cubicBezTo>
                  <a:cubicBezTo>
                    <a:pt x="81" y="66"/>
                    <a:pt x="83" y="62"/>
                    <a:pt x="84" y="64"/>
                  </a:cubicBezTo>
                  <a:cubicBezTo>
                    <a:pt x="84" y="61"/>
                    <a:pt x="85" y="63"/>
                    <a:pt x="85" y="62"/>
                  </a:cubicBezTo>
                  <a:cubicBezTo>
                    <a:pt x="85" y="65"/>
                    <a:pt x="86" y="62"/>
                    <a:pt x="86" y="63"/>
                  </a:cubicBezTo>
                  <a:cubicBezTo>
                    <a:pt x="86" y="61"/>
                    <a:pt x="86" y="61"/>
                    <a:pt x="86" y="61"/>
                  </a:cubicBezTo>
                  <a:cubicBezTo>
                    <a:pt x="87" y="62"/>
                    <a:pt x="87" y="57"/>
                    <a:pt x="88" y="60"/>
                  </a:cubicBezTo>
                  <a:cubicBezTo>
                    <a:pt x="88" y="60"/>
                    <a:pt x="88" y="61"/>
                    <a:pt x="88" y="62"/>
                  </a:cubicBezTo>
                  <a:cubicBezTo>
                    <a:pt x="89" y="65"/>
                    <a:pt x="89" y="59"/>
                    <a:pt x="90" y="62"/>
                  </a:cubicBezTo>
                  <a:cubicBezTo>
                    <a:pt x="90" y="61"/>
                    <a:pt x="89" y="60"/>
                    <a:pt x="90" y="59"/>
                  </a:cubicBezTo>
                  <a:cubicBezTo>
                    <a:pt x="91" y="60"/>
                    <a:pt x="92" y="61"/>
                    <a:pt x="92" y="62"/>
                  </a:cubicBezTo>
                  <a:cubicBezTo>
                    <a:pt x="92" y="61"/>
                    <a:pt x="92" y="60"/>
                    <a:pt x="92" y="61"/>
                  </a:cubicBezTo>
                  <a:cubicBezTo>
                    <a:pt x="93" y="62"/>
                    <a:pt x="92" y="62"/>
                    <a:pt x="92" y="62"/>
                  </a:cubicBezTo>
                  <a:cubicBezTo>
                    <a:pt x="93" y="63"/>
                    <a:pt x="93" y="61"/>
                    <a:pt x="94" y="60"/>
                  </a:cubicBezTo>
                  <a:cubicBezTo>
                    <a:pt x="94" y="62"/>
                    <a:pt x="95" y="61"/>
                    <a:pt x="96" y="62"/>
                  </a:cubicBezTo>
                  <a:cubicBezTo>
                    <a:pt x="96" y="60"/>
                    <a:pt x="98" y="63"/>
                    <a:pt x="97" y="60"/>
                  </a:cubicBezTo>
                  <a:cubicBezTo>
                    <a:pt x="98" y="61"/>
                    <a:pt x="98" y="61"/>
                    <a:pt x="98" y="61"/>
                  </a:cubicBezTo>
                  <a:cubicBezTo>
                    <a:pt x="98" y="60"/>
                    <a:pt x="98" y="58"/>
                    <a:pt x="98" y="58"/>
                  </a:cubicBezTo>
                  <a:cubicBezTo>
                    <a:pt x="98" y="60"/>
                    <a:pt x="98" y="60"/>
                    <a:pt x="98" y="60"/>
                  </a:cubicBezTo>
                  <a:cubicBezTo>
                    <a:pt x="99" y="62"/>
                    <a:pt x="99" y="60"/>
                    <a:pt x="100" y="61"/>
                  </a:cubicBezTo>
                  <a:cubicBezTo>
                    <a:pt x="99" y="59"/>
                    <a:pt x="100" y="61"/>
                    <a:pt x="100" y="60"/>
                  </a:cubicBezTo>
                  <a:cubicBezTo>
                    <a:pt x="100" y="59"/>
                    <a:pt x="100" y="59"/>
                    <a:pt x="100" y="59"/>
                  </a:cubicBezTo>
                  <a:cubicBezTo>
                    <a:pt x="101" y="58"/>
                    <a:pt x="100" y="58"/>
                    <a:pt x="101" y="57"/>
                  </a:cubicBezTo>
                  <a:cubicBezTo>
                    <a:pt x="101" y="57"/>
                    <a:pt x="101" y="60"/>
                    <a:pt x="101" y="59"/>
                  </a:cubicBezTo>
                  <a:cubicBezTo>
                    <a:pt x="102" y="60"/>
                    <a:pt x="102" y="60"/>
                    <a:pt x="102" y="59"/>
                  </a:cubicBezTo>
                  <a:cubicBezTo>
                    <a:pt x="102" y="59"/>
                    <a:pt x="102" y="59"/>
                    <a:pt x="102" y="59"/>
                  </a:cubicBezTo>
                  <a:cubicBezTo>
                    <a:pt x="102" y="59"/>
                    <a:pt x="102" y="59"/>
                    <a:pt x="102" y="59"/>
                  </a:cubicBezTo>
                  <a:cubicBezTo>
                    <a:pt x="103" y="59"/>
                    <a:pt x="103" y="59"/>
                    <a:pt x="103" y="59"/>
                  </a:cubicBezTo>
                  <a:cubicBezTo>
                    <a:pt x="103" y="59"/>
                    <a:pt x="103" y="59"/>
                    <a:pt x="103" y="59"/>
                  </a:cubicBezTo>
                  <a:cubicBezTo>
                    <a:pt x="103" y="59"/>
                    <a:pt x="103" y="59"/>
                    <a:pt x="102" y="59"/>
                  </a:cubicBezTo>
                  <a:cubicBezTo>
                    <a:pt x="103" y="59"/>
                    <a:pt x="103" y="59"/>
                    <a:pt x="103" y="59"/>
                  </a:cubicBezTo>
                  <a:cubicBezTo>
                    <a:pt x="103" y="59"/>
                    <a:pt x="103" y="59"/>
                    <a:pt x="103" y="59"/>
                  </a:cubicBezTo>
                  <a:cubicBezTo>
                    <a:pt x="103" y="59"/>
                    <a:pt x="103" y="59"/>
                    <a:pt x="103" y="60"/>
                  </a:cubicBezTo>
                  <a:cubicBezTo>
                    <a:pt x="104" y="61"/>
                    <a:pt x="104" y="61"/>
                    <a:pt x="104" y="61"/>
                  </a:cubicBezTo>
                  <a:cubicBezTo>
                    <a:pt x="104" y="61"/>
                    <a:pt x="104" y="59"/>
                    <a:pt x="104" y="59"/>
                  </a:cubicBezTo>
                  <a:cubicBezTo>
                    <a:pt x="106" y="60"/>
                    <a:pt x="108" y="58"/>
                    <a:pt x="108" y="57"/>
                  </a:cubicBezTo>
                  <a:cubicBezTo>
                    <a:pt x="108" y="57"/>
                    <a:pt x="108" y="58"/>
                    <a:pt x="108" y="58"/>
                  </a:cubicBezTo>
                  <a:cubicBezTo>
                    <a:pt x="108" y="57"/>
                    <a:pt x="108" y="56"/>
                    <a:pt x="109" y="57"/>
                  </a:cubicBezTo>
                  <a:cubicBezTo>
                    <a:pt x="109" y="56"/>
                    <a:pt x="109" y="58"/>
                    <a:pt x="110" y="58"/>
                  </a:cubicBezTo>
                  <a:cubicBezTo>
                    <a:pt x="110" y="58"/>
                    <a:pt x="110" y="56"/>
                    <a:pt x="109" y="56"/>
                  </a:cubicBezTo>
                  <a:cubicBezTo>
                    <a:pt x="111" y="59"/>
                    <a:pt x="111" y="55"/>
                    <a:pt x="113" y="56"/>
                  </a:cubicBezTo>
                  <a:cubicBezTo>
                    <a:pt x="113" y="56"/>
                    <a:pt x="113" y="57"/>
                    <a:pt x="113" y="57"/>
                  </a:cubicBezTo>
                  <a:cubicBezTo>
                    <a:pt x="114" y="56"/>
                    <a:pt x="114" y="55"/>
                    <a:pt x="115" y="53"/>
                  </a:cubicBezTo>
                  <a:cubicBezTo>
                    <a:pt x="115" y="55"/>
                    <a:pt x="115" y="55"/>
                    <a:pt x="115" y="55"/>
                  </a:cubicBezTo>
                  <a:cubicBezTo>
                    <a:pt x="115" y="55"/>
                    <a:pt x="116" y="55"/>
                    <a:pt x="116" y="54"/>
                  </a:cubicBezTo>
                  <a:cubicBezTo>
                    <a:pt x="115" y="52"/>
                    <a:pt x="116" y="51"/>
                    <a:pt x="116" y="51"/>
                  </a:cubicBezTo>
                  <a:cubicBezTo>
                    <a:pt x="116" y="51"/>
                    <a:pt x="116" y="51"/>
                    <a:pt x="116" y="51"/>
                  </a:cubicBezTo>
                  <a:cubicBezTo>
                    <a:pt x="117" y="50"/>
                    <a:pt x="117" y="50"/>
                    <a:pt x="117" y="50"/>
                  </a:cubicBezTo>
                  <a:cubicBezTo>
                    <a:pt x="118" y="51"/>
                    <a:pt x="117" y="51"/>
                    <a:pt x="117" y="52"/>
                  </a:cubicBezTo>
                  <a:cubicBezTo>
                    <a:pt x="118" y="54"/>
                    <a:pt x="119" y="53"/>
                    <a:pt x="119" y="53"/>
                  </a:cubicBezTo>
                  <a:cubicBezTo>
                    <a:pt x="119" y="51"/>
                    <a:pt x="119" y="51"/>
                    <a:pt x="119" y="51"/>
                  </a:cubicBezTo>
                  <a:cubicBezTo>
                    <a:pt x="120" y="51"/>
                    <a:pt x="120" y="53"/>
                    <a:pt x="120" y="53"/>
                  </a:cubicBezTo>
                  <a:cubicBezTo>
                    <a:pt x="120" y="47"/>
                    <a:pt x="120" y="47"/>
                    <a:pt x="120" y="47"/>
                  </a:cubicBezTo>
                  <a:cubicBezTo>
                    <a:pt x="120" y="48"/>
                    <a:pt x="121" y="50"/>
                    <a:pt x="121" y="51"/>
                  </a:cubicBezTo>
                  <a:cubicBezTo>
                    <a:pt x="122" y="50"/>
                    <a:pt x="122" y="47"/>
                    <a:pt x="122" y="45"/>
                  </a:cubicBezTo>
                  <a:cubicBezTo>
                    <a:pt x="122" y="46"/>
                    <a:pt x="123" y="44"/>
                    <a:pt x="123" y="44"/>
                  </a:cubicBezTo>
                  <a:cubicBezTo>
                    <a:pt x="124" y="45"/>
                    <a:pt x="123" y="44"/>
                    <a:pt x="123" y="45"/>
                  </a:cubicBezTo>
                  <a:cubicBezTo>
                    <a:pt x="124" y="47"/>
                    <a:pt x="124" y="47"/>
                    <a:pt x="124" y="47"/>
                  </a:cubicBezTo>
                  <a:cubicBezTo>
                    <a:pt x="123" y="47"/>
                    <a:pt x="125" y="49"/>
                    <a:pt x="125" y="50"/>
                  </a:cubicBezTo>
                  <a:cubicBezTo>
                    <a:pt x="125" y="49"/>
                    <a:pt x="126" y="49"/>
                    <a:pt x="127" y="50"/>
                  </a:cubicBezTo>
                  <a:cubicBezTo>
                    <a:pt x="126" y="47"/>
                    <a:pt x="128" y="48"/>
                    <a:pt x="127" y="45"/>
                  </a:cubicBezTo>
                  <a:cubicBezTo>
                    <a:pt x="128" y="45"/>
                    <a:pt x="128" y="47"/>
                    <a:pt x="129" y="48"/>
                  </a:cubicBezTo>
                  <a:cubicBezTo>
                    <a:pt x="129" y="46"/>
                    <a:pt x="131" y="47"/>
                    <a:pt x="131" y="46"/>
                  </a:cubicBezTo>
                  <a:cubicBezTo>
                    <a:pt x="131" y="47"/>
                    <a:pt x="131" y="47"/>
                    <a:pt x="131" y="47"/>
                  </a:cubicBezTo>
                  <a:cubicBezTo>
                    <a:pt x="132" y="46"/>
                    <a:pt x="134" y="46"/>
                    <a:pt x="133" y="43"/>
                  </a:cubicBezTo>
                  <a:cubicBezTo>
                    <a:pt x="134" y="45"/>
                    <a:pt x="134" y="45"/>
                    <a:pt x="134" y="45"/>
                  </a:cubicBezTo>
                  <a:cubicBezTo>
                    <a:pt x="135" y="45"/>
                    <a:pt x="133" y="42"/>
                    <a:pt x="134" y="43"/>
                  </a:cubicBezTo>
                  <a:cubicBezTo>
                    <a:pt x="135" y="44"/>
                    <a:pt x="135" y="44"/>
                    <a:pt x="135" y="44"/>
                  </a:cubicBezTo>
                  <a:cubicBezTo>
                    <a:pt x="135" y="43"/>
                    <a:pt x="136" y="45"/>
                    <a:pt x="136" y="43"/>
                  </a:cubicBezTo>
                  <a:cubicBezTo>
                    <a:pt x="136" y="44"/>
                    <a:pt x="136" y="44"/>
                    <a:pt x="136" y="44"/>
                  </a:cubicBezTo>
                  <a:cubicBezTo>
                    <a:pt x="137" y="43"/>
                    <a:pt x="138" y="43"/>
                    <a:pt x="137" y="41"/>
                  </a:cubicBezTo>
                  <a:cubicBezTo>
                    <a:pt x="138" y="43"/>
                    <a:pt x="138" y="43"/>
                    <a:pt x="138" y="43"/>
                  </a:cubicBezTo>
                  <a:cubicBezTo>
                    <a:pt x="139" y="44"/>
                    <a:pt x="138" y="41"/>
                    <a:pt x="139" y="41"/>
                  </a:cubicBezTo>
                  <a:cubicBezTo>
                    <a:pt x="139" y="42"/>
                    <a:pt x="140" y="42"/>
                    <a:pt x="139" y="42"/>
                  </a:cubicBezTo>
                  <a:cubicBezTo>
                    <a:pt x="139" y="41"/>
                    <a:pt x="140" y="41"/>
                    <a:pt x="140" y="40"/>
                  </a:cubicBezTo>
                  <a:cubicBezTo>
                    <a:pt x="142" y="42"/>
                    <a:pt x="142" y="42"/>
                    <a:pt x="142" y="42"/>
                  </a:cubicBezTo>
                  <a:cubicBezTo>
                    <a:pt x="145" y="41"/>
                    <a:pt x="148" y="39"/>
                    <a:pt x="150" y="36"/>
                  </a:cubicBezTo>
                  <a:cubicBezTo>
                    <a:pt x="152" y="38"/>
                    <a:pt x="150" y="38"/>
                    <a:pt x="151" y="39"/>
                  </a:cubicBezTo>
                  <a:cubicBezTo>
                    <a:pt x="150" y="37"/>
                    <a:pt x="151" y="38"/>
                    <a:pt x="152" y="37"/>
                  </a:cubicBezTo>
                  <a:cubicBezTo>
                    <a:pt x="152" y="37"/>
                    <a:pt x="152" y="37"/>
                    <a:pt x="152" y="37"/>
                  </a:cubicBezTo>
                  <a:cubicBezTo>
                    <a:pt x="152" y="37"/>
                    <a:pt x="153" y="38"/>
                    <a:pt x="153" y="37"/>
                  </a:cubicBezTo>
                  <a:cubicBezTo>
                    <a:pt x="153" y="37"/>
                    <a:pt x="153" y="37"/>
                    <a:pt x="153" y="37"/>
                  </a:cubicBezTo>
                  <a:cubicBezTo>
                    <a:pt x="153" y="35"/>
                    <a:pt x="155" y="38"/>
                    <a:pt x="154" y="36"/>
                  </a:cubicBezTo>
                  <a:cubicBezTo>
                    <a:pt x="155" y="37"/>
                    <a:pt x="155" y="37"/>
                    <a:pt x="155" y="37"/>
                  </a:cubicBezTo>
                  <a:cubicBezTo>
                    <a:pt x="154" y="35"/>
                    <a:pt x="156" y="37"/>
                    <a:pt x="156" y="35"/>
                  </a:cubicBezTo>
                  <a:cubicBezTo>
                    <a:pt x="156" y="36"/>
                    <a:pt x="156" y="36"/>
                    <a:pt x="156" y="36"/>
                  </a:cubicBezTo>
                  <a:cubicBezTo>
                    <a:pt x="157" y="36"/>
                    <a:pt x="156" y="32"/>
                    <a:pt x="157" y="34"/>
                  </a:cubicBezTo>
                  <a:cubicBezTo>
                    <a:pt x="157" y="33"/>
                    <a:pt x="158" y="32"/>
                    <a:pt x="157" y="31"/>
                  </a:cubicBezTo>
                  <a:cubicBezTo>
                    <a:pt x="158" y="33"/>
                    <a:pt x="158" y="33"/>
                    <a:pt x="158" y="33"/>
                  </a:cubicBezTo>
                  <a:cubicBezTo>
                    <a:pt x="160" y="30"/>
                    <a:pt x="163" y="29"/>
                    <a:pt x="162" y="26"/>
                  </a:cubicBezTo>
                  <a:cubicBezTo>
                    <a:pt x="163" y="27"/>
                    <a:pt x="163" y="27"/>
                    <a:pt x="163" y="27"/>
                  </a:cubicBezTo>
                  <a:cubicBezTo>
                    <a:pt x="163" y="24"/>
                    <a:pt x="167" y="27"/>
                    <a:pt x="165" y="23"/>
                  </a:cubicBezTo>
                  <a:cubicBezTo>
                    <a:pt x="164" y="21"/>
                    <a:pt x="164" y="21"/>
                    <a:pt x="164" y="21"/>
                  </a:cubicBezTo>
                  <a:cubicBezTo>
                    <a:pt x="166" y="23"/>
                    <a:pt x="166" y="23"/>
                    <a:pt x="166" y="23"/>
                  </a:cubicBezTo>
                  <a:cubicBezTo>
                    <a:pt x="165" y="21"/>
                    <a:pt x="167" y="21"/>
                    <a:pt x="166" y="20"/>
                  </a:cubicBezTo>
                  <a:cubicBezTo>
                    <a:pt x="166" y="21"/>
                    <a:pt x="166" y="21"/>
                    <a:pt x="167" y="21"/>
                  </a:cubicBezTo>
                  <a:cubicBezTo>
                    <a:pt x="167" y="21"/>
                    <a:pt x="166" y="19"/>
                    <a:pt x="167" y="19"/>
                  </a:cubicBezTo>
                  <a:cubicBezTo>
                    <a:pt x="167" y="20"/>
                    <a:pt x="167" y="20"/>
                    <a:pt x="167" y="20"/>
                  </a:cubicBezTo>
                  <a:cubicBezTo>
                    <a:pt x="171" y="20"/>
                    <a:pt x="176" y="17"/>
                    <a:pt x="174" y="13"/>
                  </a:cubicBezTo>
                  <a:cubicBezTo>
                    <a:pt x="174" y="12"/>
                    <a:pt x="177" y="14"/>
                    <a:pt x="177" y="14"/>
                  </a:cubicBezTo>
                  <a:cubicBezTo>
                    <a:pt x="175" y="10"/>
                    <a:pt x="181" y="9"/>
                    <a:pt x="177" y="5"/>
                  </a:cubicBezTo>
                  <a:close/>
                  <a:moveTo>
                    <a:pt x="10" y="32"/>
                  </a:moveTo>
                  <a:cubicBezTo>
                    <a:pt x="10" y="32"/>
                    <a:pt x="10" y="32"/>
                    <a:pt x="10" y="31"/>
                  </a:cubicBezTo>
                  <a:cubicBezTo>
                    <a:pt x="10" y="32"/>
                    <a:pt x="10" y="32"/>
                    <a:pt x="10" y="32"/>
                  </a:cubicBezTo>
                  <a:close/>
                  <a:moveTo>
                    <a:pt x="6" y="35"/>
                  </a:moveTo>
                  <a:cubicBezTo>
                    <a:pt x="6" y="35"/>
                    <a:pt x="6" y="35"/>
                    <a:pt x="5" y="35"/>
                  </a:cubicBezTo>
                  <a:cubicBezTo>
                    <a:pt x="6" y="34"/>
                    <a:pt x="6" y="34"/>
                    <a:pt x="6" y="34"/>
                  </a:cubicBezTo>
                  <a:cubicBezTo>
                    <a:pt x="6" y="34"/>
                    <a:pt x="6" y="35"/>
                    <a:pt x="6" y="35"/>
                  </a:cubicBezTo>
                  <a:close/>
                  <a:moveTo>
                    <a:pt x="10" y="35"/>
                  </a:moveTo>
                  <a:cubicBezTo>
                    <a:pt x="10" y="35"/>
                    <a:pt x="10" y="35"/>
                    <a:pt x="10" y="35"/>
                  </a:cubicBezTo>
                  <a:cubicBezTo>
                    <a:pt x="10" y="35"/>
                    <a:pt x="10" y="35"/>
                    <a:pt x="10" y="35"/>
                  </a:cubicBezTo>
                  <a:close/>
                  <a:moveTo>
                    <a:pt x="9" y="32"/>
                  </a:moveTo>
                  <a:cubicBezTo>
                    <a:pt x="9" y="33"/>
                    <a:pt x="8" y="33"/>
                    <a:pt x="8" y="33"/>
                  </a:cubicBezTo>
                  <a:cubicBezTo>
                    <a:pt x="9" y="31"/>
                    <a:pt x="10" y="31"/>
                    <a:pt x="10" y="32"/>
                  </a:cubicBezTo>
                  <a:cubicBezTo>
                    <a:pt x="9" y="33"/>
                    <a:pt x="9" y="34"/>
                    <a:pt x="9" y="34"/>
                  </a:cubicBezTo>
                  <a:cubicBezTo>
                    <a:pt x="8" y="34"/>
                    <a:pt x="8" y="34"/>
                    <a:pt x="8" y="34"/>
                  </a:cubicBezTo>
                  <a:cubicBezTo>
                    <a:pt x="8" y="34"/>
                    <a:pt x="9" y="34"/>
                    <a:pt x="9" y="32"/>
                  </a:cubicBezTo>
                  <a:close/>
                  <a:moveTo>
                    <a:pt x="7" y="35"/>
                  </a:moveTo>
                  <a:cubicBezTo>
                    <a:pt x="7" y="35"/>
                    <a:pt x="7" y="34"/>
                    <a:pt x="7" y="34"/>
                  </a:cubicBezTo>
                  <a:cubicBezTo>
                    <a:pt x="7" y="34"/>
                    <a:pt x="7" y="34"/>
                    <a:pt x="7" y="35"/>
                  </a:cubicBezTo>
                  <a:cubicBezTo>
                    <a:pt x="7" y="35"/>
                    <a:pt x="7" y="35"/>
                    <a:pt x="7" y="35"/>
                  </a:cubicBezTo>
                  <a:close/>
                  <a:moveTo>
                    <a:pt x="7" y="35"/>
                  </a:moveTo>
                  <a:cubicBezTo>
                    <a:pt x="7" y="35"/>
                    <a:pt x="7" y="35"/>
                    <a:pt x="7" y="35"/>
                  </a:cubicBezTo>
                  <a:cubicBezTo>
                    <a:pt x="7" y="35"/>
                    <a:pt x="7" y="35"/>
                    <a:pt x="7" y="35"/>
                  </a:cubicBezTo>
                  <a:cubicBezTo>
                    <a:pt x="7" y="35"/>
                    <a:pt x="7" y="35"/>
                    <a:pt x="7" y="35"/>
                  </a:cubicBezTo>
                  <a:cubicBezTo>
                    <a:pt x="8" y="35"/>
                    <a:pt x="8" y="35"/>
                    <a:pt x="8" y="35"/>
                  </a:cubicBezTo>
                  <a:cubicBezTo>
                    <a:pt x="8" y="35"/>
                    <a:pt x="8" y="35"/>
                    <a:pt x="8" y="36"/>
                  </a:cubicBezTo>
                  <a:cubicBezTo>
                    <a:pt x="8" y="36"/>
                    <a:pt x="9" y="35"/>
                    <a:pt x="9" y="35"/>
                  </a:cubicBezTo>
                  <a:cubicBezTo>
                    <a:pt x="9" y="35"/>
                    <a:pt x="10" y="36"/>
                    <a:pt x="10" y="36"/>
                  </a:cubicBezTo>
                  <a:cubicBezTo>
                    <a:pt x="10" y="36"/>
                    <a:pt x="10" y="36"/>
                    <a:pt x="10" y="36"/>
                  </a:cubicBezTo>
                  <a:cubicBezTo>
                    <a:pt x="9" y="36"/>
                    <a:pt x="8" y="36"/>
                    <a:pt x="7" y="35"/>
                  </a:cubicBezTo>
                  <a:close/>
                  <a:moveTo>
                    <a:pt x="9" y="36"/>
                  </a:moveTo>
                  <a:cubicBezTo>
                    <a:pt x="10" y="36"/>
                    <a:pt x="10" y="36"/>
                    <a:pt x="10" y="36"/>
                  </a:cubicBezTo>
                  <a:cubicBezTo>
                    <a:pt x="10" y="36"/>
                    <a:pt x="10" y="36"/>
                    <a:pt x="10" y="37"/>
                  </a:cubicBezTo>
                  <a:cubicBezTo>
                    <a:pt x="10" y="36"/>
                    <a:pt x="9" y="36"/>
                    <a:pt x="9" y="3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rgbClr val="34322F"/>
                </a:solidFill>
              </a:endParaRPr>
            </a:p>
          </p:txBody>
        </p:sp>
        <p:sp>
          <p:nvSpPr>
            <p:cNvPr id="100" name="Freeform 435"/>
            <p:cNvSpPr/>
            <p:nvPr>
              <p:custDataLst>
                <p:tags r:id="rId33"/>
              </p:custDataLst>
            </p:nvPr>
          </p:nvSpPr>
          <p:spPr bwMode="auto">
            <a:xfrm>
              <a:off x="3712" y="2809"/>
              <a:ext cx="4" cy="2"/>
            </a:xfrm>
            <a:custGeom>
              <a:avLst/>
              <a:gdLst>
                <a:gd name="T0" fmla="*/ 1 w 2"/>
                <a:gd name="T1" fmla="*/ 0 h 1"/>
                <a:gd name="T2" fmla="*/ 0 w 2"/>
                <a:gd name="T3" fmla="*/ 1 h 1"/>
                <a:gd name="T4" fmla="*/ 2 w 2"/>
                <a:gd name="T5" fmla="*/ 0 h 1"/>
                <a:gd name="T6" fmla="*/ 1 w 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2" y="1"/>
                    <a:pt x="2" y="0"/>
                  </a:cubicBezTo>
                  <a:lnTo>
                    <a:pt x="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rgbClr val="34322F"/>
                </a:solidFill>
              </a:endParaRPr>
            </a:p>
          </p:txBody>
        </p:sp>
        <p:sp>
          <p:nvSpPr>
            <p:cNvPr id="101" name="Freeform 436"/>
            <p:cNvSpPr>
              <a:spLocks noEditPoints="1"/>
            </p:cNvSpPr>
            <p:nvPr>
              <p:custDataLst>
                <p:tags r:id="rId34"/>
              </p:custDataLst>
            </p:nvPr>
          </p:nvSpPr>
          <p:spPr bwMode="auto">
            <a:xfrm>
              <a:off x="3434" y="1624"/>
              <a:ext cx="862" cy="1213"/>
            </a:xfrm>
            <a:custGeom>
              <a:avLst/>
              <a:gdLst>
                <a:gd name="T0" fmla="*/ 172 w 406"/>
                <a:gd name="T1" fmla="*/ 570 h 572"/>
                <a:gd name="T2" fmla="*/ 205 w 406"/>
                <a:gd name="T3" fmla="*/ 568 h 572"/>
                <a:gd name="T4" fmla="*/ 239 w 406"/>
                <a:gd name="T5" fmla="*/ 564 h 572"/>
                <a:gd name="T6" fmla="*/ 281 w 406"/>
                <a:gd name="T7" fmla="*/ 547 h 572"/>
                <a:gd name="T8" fmla="*/ 300 w 406"/>
                <a:gd name="T9" fmla="*/ 522 h 572"/>
                <a:gd name="T10" fmla="*/ 204 w 406"/>
                <a:gd name="T11" fmla="*/ 395 h 572"/>
                <a:gd name="T12" fmla="*/ 207 w 406"/>
                <a:gd name="T13" fmla="*/ 339 h 572"/>
                <a:gd name="T14" fmla="*/ 214 w 406"/>
                <a:gd name="T15" fmla="*/ 279 h 572"/>
                <a:gd name="T16" fmla="*/ 177 w 406"/>
                <a:gd name="T17" fmla="*/ 304 h 572"/>
                <a:gd name="T18" fmla="*/ 184 w 406"/>
                <a:gd name="T19" fmla="*/ 298 h 572"/>
                <a:gd name="T20" fmla="*/ 197 w 406"/>
                <a:gd name="T21" fmla="*/ 321 h 572"/>
                <a:gd name="T22" fmla="*/ 186 w 406"/>
                <a:gd name="T23" fmla="*/ 337 h 572"/>
                <a:gd name="T24" fmla="*/ 190 w 406"/>
                <a:gd name="T25" fmla="*/ 347 h 572"/>
                <a:gd name="T26" fmla="*/ 189 w 406"/>
                <a:gd name="T27" fmla="*/ 365 h 572"/>
                <a:gd name="T28" fmla="*/ 189 w 406"/>
                <a:gd name="T29" fmla="*/ 382 h 572"/>
                <a:gd name="T30" fmla="*/ 194 w 406"/>
                <a:gd name="T31" fmla="*/ 401 h 572"/>
                <a:gd name="T32" fmla="*/ 198 w 406"/>
                <a:gd name="T33" fmla="*/ 426 h 572"/>
                <a:gd name="T34" fmla="*/ 92 w 406"/>
                <a:gd name="T35" fmla="*/ 277 h 572"/>
                <a:gd name="T36" fmla="*/ 68 w 406"/>
                <a:gd name="T37" fmla="*/ 218 h 572"/>
                <a:gd name="T38" fmla="*/ 189 w 406"/>
                <a:gd name="T39" fmla="*/ 198 h 572"/>
                <a:gd name="T40" fmla="*/ 299 w 406"/>
                <a:gd name="T41" fmla="*/ 279 h 572"/>
                <a:gd name="T42" fmla="*/ 240 w 406"/>
                <a:gd name="T43" fmla="*/ 425 h 572"/>
                <a:gd name="T44" fmla="*/ 250 w 406"/>
                <a:gd name="T45" fmla="*/ 401 h 572"/>
                <a:gd name="T46" fmla="*/ 257 w 406"/>
                <a:gd name="T47" fmla="*/ 380 h 572"/>
                <a:gd name="T48" fmla="*/ 262 w 406"/>
                <a:gd name="T49" fmla="*/ 342 h 572"/>
                <a:gd name="T50" fmla="*/ 279 w 406"/>
                <a:gd name="T51" fmla="*/ 305 h 572"/>
                <a:gd name="T52" fmla="*/ 323 w 406"/>
                <a:gd name="T53" fmla="*/ 287 h 572"/>
                <a:gd name="T54" fmla="*/ 345 w 406"/>
                <a:gd name="T55" fmla="*/ 231 h 572"/>
                <a:gd name="T56" fmla="*/ 313 w 406"/>
                <a:gd name="T57" fmla="*/ 163 h 572"/>
                <a:gd name="T58" fmla="*/ 199 w 406"/>
                <a:gd name="T59" fmla="*/ 120 h 572"/>
                <a:gd name="T60" fmla="*/ 99 w 406"/>
                <a:gd name="T61" fmla="*/ 189 h 572"/>
                <a:gd name="T62" fmla="*/ 67 w 406"/>
                <a:gd name="T63" fmla="*/ 156 h 572"/>
                <a:gd name="T64" fmla="*/ 18 w 406"/>
                <a:gd name="T65" fmla="*/ 247 h 572"/>
                <a:gd name="T66" fmla="*/ 17 w 406"/>
                <a:gd name="T67" fmla="*/ 216 h 572"/>
                <a:gd name="T68" fmla="*/ 18 w 406"/>
                <a:gd name="T69" fmla="*/ 212 h 572"/>
                <a:gd name="T70" fmla="*/ 18 w 406"/>
                <a:gd name="T71" fmla="*/ 213 h 572"/>
                <a:gd name="T72" fmla="*/ 20 w 406"/>
                <a:gd name="T73" fmla="*/ 216 h 572"/>
                <a:gd name="T74" fmla="*/ 36 w 406"/>
                <a:gd name="T75" fmla="*/ 256 h 572"/>
                <a:gd name="T76" fmla="*/ 80 w 406"/>
                <a:gd name="T77" fmla="*/ 293 h 572"/>
                <a:gd name="T78" fmla="*/ 143 w 406"/>
                <a:gd name="T79" fmla="*/ 304 h 572"/>
                <a:gd name="T80" fmla="*/ 162 w 406"/>
                <a:gd name="T81" fmla="*/ 375 h 572"/>
                <a:gd name="T82" fmla="*/ 177 w 406"/>
                <a:gd name="T83" fmla="*/ 504 h 572"/>
                <a:gd name="T84" fmla="*/ 192 w 406"/>
                <a:gd name="T85" fmla="*/ 530 h 572"/>
                <a:gd name="T86" fmla="*/ 191 w 406"/>
                <a:gd name="T87" fmla="*/ 504 h 572"/>
                <a:gd name="T88" fmla="*/ 192 w 406"/>
                <a:gd name="T89" fmla="*/ 486 h 572"/>
                <a:gd name="T90" fmla="*/ 194 w 406"/>
                <a:gd name="T91" fmla="*/ 451 h 572"/>
                <a:gd name="T92" fmla="*/ 220 w 406"/>
                <a:gd name="T93" fmla="*/ 447 h 572"/>
                <a:gd name="T94" fmla="*/ 240 w 406"/>
                <a:gd name="T95" fmla="*/ 469 h 572"/>
                <a:gd name="T96" fmla="*/ 247 w 406"/>
                <a:gd name="T97" fmla="*/ 543 h 572"/>
                <a:gd name="T98" fmla="*/ 146 w 406"/>
                <a:gd name="T99" fmla="*/ 545 h 572"/>
                <a:gd name="T100" fmla="*/ 137 w 406"/>
                <a:gd name="T101" fmla="*/ 524 h 572"/>
                <a:gd name="T102" fmla="*/ 130 w 406"/>
                <a:gd name="T103" fmla="*/ 553 h 572"/>
                <a:gd name="T104" fmla="*/ 193 w 406"/>
                <a:gd name="T105" fmla="*/ 309 h 572"/>
                <a:gd name="T106" fmla="*/ 196 w 406"/>
                <a:gd name="T107" fmla="*/ 303 h 572"/>
                <a:gd name="T108" fmla="*/ 209 w 406"/>
                <a:gd name="T109" fmla="*/ 295 h 572"/>
                <a:gd name="T110" fmla="*/ 218 w 406"/>
                <a:gd name="T111" fmla="*/ 301 h 572"/>
                <a:gd name="T112" fmla="*/ 221 w 406"/>
                <a:gd name="T113" fmla="*/ 307 h 572"/>
                <a:gd name="T114" fmla="*/ 211 w 406"/>
                <a:gd name="T115" fmla="*/ 310 h 572"/>
                <a:gd name="T116" fmla="*/ 222 w 406"/>
                <a:gd name="T117" fmla="*/ 307 h 572"/>
                <a:gd name="T118" fmla="*/ 191 w 406"/>
                <a:gd name="T119" fmla="*/ 185 h 572"/>
                <a:gd name="T120" fmla="*/ 63 w 406"/>
                <a:gd name="T121" fmla="*/ 186 h 572"/>
                <a:gd name="T122" fmla="*/ 22 w 406"/>
                <a:gd name="T123" fmla="*/ 214 h 5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06" h="572">
                  <a:moveTo>
                    <a:pt x="135" y="564"/>
                  </a:moveTo>
                  <a:cubicBezTo>
                    <a:pt x="136" y="564"/>
                    <a:pt x="137" y="565"/>
                    <a:pt x="137" y="564"/>
                  </a:cubicBezTo>
                  <a:cubicBezTo>
                    <a:pt x="137" y="565"/>
                    <a:pt x="137" y="565"/>
                    <a:pt x="137" y="565"/>
                  </a:cubicBezTo>
                  <a:cubicBezTo>
                    <a:pt x="138" y="565"/>
                    <a:pt x="140" y="563"/>
                    <a:pt x="139" y="566"/>
                  </a:cubicBezTo>
                  <a:cubicBezTo>
                    <a:pt x="140" y="563"/>
                    <a:pt x="139" y="565"/>
                    <a:pt x="138" y="564"/>
                  </a:cubicBezTo>
                  <a:cubicBezTo>
                    <a:pt x="139" y="562"/>
                    <a:pt x="140" y="563"/>
                    <a:pt x="141" y="562"/>
                  </a:cubicBezTo>
                  <a:cubicBezTo>
                    <a:pt x="139" y="565"/>
                    <a:pt x="142" y="563"/>
                    <a:pt x="142" y="564"/>
                  </a:cubicBezTo>
                  <a:cubicBezTo>
                    <a:pt x="142" y="565"/>
                    <a:pt x="142" y="565"/>
                    <a:pt x="142" y="566"/>
                  </a:cubicBezTo>
                  <a:cubicBezTo>
                    <a:pt x="143" y="564"/>
                    <a:pt x="143" y="564"/>
                    <a:pt x="143" y="564"/>
                  </a:cubicBezTo>
                  <a:cubicBezTo>
                    <a:pt x="142" y="568"/>
                    <a:pt x="145" y="564"/>
                    <a:pt x="145" y="566"/>
                  </a:cubicBezTo>
                  <a:cubicBezTo>
                    <a:pt x="144" y="566"/>
                    <a:pt x="144" y="568"/>
                    <a:pt x="144" y="569"/>
                  </a:cubicBezTo>
                  <a:cubicBezTo>
                    <a:pt x="144" y="566"/>
                    <a:pt x="146" y="566"/>
                    <a:pt x="147" y="564"/>
                  </a:cubicBezTo>
                  <a:cubicBezTo>
                    <a:pt x="148" y="565"/>
                    <a:pt x="145" y="567"/>
                    <a:pt x="145" y="569"/>
                  </a:cubicBezTo>
                  <a:cubicBezTo>
                    <a:pt x="146" y="567"/>
                    <a:pt x="146" y="571"/>
                    <a:pt x="147" y="568"/>
                  </a:cubicBezTo>
                  <a:cubicBezTo>
                    <a:pt x="147" y="567"/>
                    <a:pt x="148" y="567"/>
                    <a:pt x="149" y="566"/>
                  </a:cubicBezTo>
                  <a:cubicBezTo>
                    <a:pt x="150" y="566"/>
                    <a:pt x="148" y="567"/>
                    <a:pt x="148" y="568"/>
                  </a:cubicBezTo>
                  <a:cubicBezTo>
                    <a:pt x="149" y="568"/>
                    <a:pt x="150" y="566"/>
                    <a:pt x="150" y="565"/>
                  </a:cubicBezTo>
                  <a:cubicBezTo>
                    <a:pt x="150" y="566"/>
                    <a:pt x="152" y="564"/>
                    <a:pt x="152" y="565"/>
                  </a:cubicBezTo>
                  <a:cubicBezTo>
                    <a:pt x="152" y="567"/>
                    <a:pt x="150" y="566"/>
                    <a:pt x="150" y="567"/>
                  </a:cubicBezTo>
                  <a:cubicBezTo>
                    <a:pt x="152" y="568"/>
                    <a:pt x="152" y="563"/>
                    <a:pt x="154" y="563"/>
                  </a:cubicBezTo>
                  <a:cubicBezTo>
                    <a:pt x="153" y="562"/>
                    <a:pt x="155" y="559"/>
                    <a:pt x="155" y="558"/>
                  </a:cubicBezTo>
                  <a:cubicBezTo>
                    <a:pt x="157" y="560"/>
                    <a:pt x="155" y="559"/>
                    <a:pt x="155" y="561"/>
                  </a:cubicBezTo>
                  <a:cubicBezTo>
                    <a:pt x="155" y="561"/>
                    <a:pt x="155" y="561"/>
                    <a:pt x="155" y="561"/>
                  </a:cubicBezTo>
                  <a:cubicBezTo>
                    <a:pt x="155" y="564"/>
                    <a:pt x="152" y="566"/>
                    <a:pt x="153" y="568"/>
                  </a:cubicBezTo>
                  <a:cubicBezTo>
                    <a:pt x="154" y="567"/>
                    <a:pt x="154" y="567"/>
                    <a:pt x="154" y="567"/>
                  </a:cubicBezTo>
                  <a:cubicBezTo>
                    <a:pt x="153" y="568"/>
                    <a:pt x="153" y="569"/>
                    <a:pt x="153" y="570"/>
                  </a:cubicBezTo>
                  <a:cubicBezTo>
                    <a:pt x="153" y="568"/>
                    <a:pt x="154" y="570"/>
                    <a:pt x="155" y="570"/>
                  </a:cubicBezTo>
                  <a:cubicBezTo>
                    <a:pt x="155" y="568"/>
                    <a:pt x="154" y="570"/>
                    <a:pt x="154" y="569"/>
                  </a:cubicBezTo>
                  <a:cubicBezTo>
                    <a:pt x="155" y="568"/>
                    <a:pt x="156" y="566"/>
                    <a:pt x="157" y="567"/>
                  </a:cubicBezTo>
                  <a:cubicBezTo>
                    <a:pt x="156" y="568"/>
                    <a:pt x="157" y="569"/>
                    <a:pt x="156" y="570"/>
                  </a:cubicBezTo>
                  <a:cubicBezTo>
                    <a:pt x="157" y="571"/>
                    <a:pt x="157" y="568"/>
                    <a:pt x="157" y="569"/>
                  </a:cubicBezTo>
                  <a:cubicBezTo>
                    <a:pt x="157" y="570"/>
                    <a:pt x="157" y="570"/>
                    <a:pt x="157" y="570"/>
                  </a:cubicBezTo>
                  <a:cubicBezTo>
                    <a:pt x="160" y="571"/>
                    <a:pt x="164" y="571"/>
                    <a:pt x="166" y="567"/>
                  </a:cubicBezTo>
                  <a:cubicBezTo>
                    <a:pt x="166" y="569"/>
                    <a:pt x="167" y="569"/>
                    <a:pt x="169" y="570"/>
                  </a:cubicBezTo>
                  <a:cubicBezTo>
                    <a:pt x="168" y="570"/>
                    <a:pt x="169" y="569"/>
                    <a:pt x="169" y="568"/>
                  </a:cubicBezTo>
                  <a:cubicBezTo>
                    <a:pt x="170" y="570"/>
                    <a:pt x="170" y="570"/>
                    <a:pt x="170" y="570"/>
                  </a:cubicBezTo>
                  <a:cubicBezTo>
                    <a:pt x="170" y="572"/>
                    <a:pt x="172" y="570"/>
                    <a:pt x="172" y="569"/>
                  </a:cubicBezTo>
                  <a:cubicBezTo>
                    <a:pt x="172" y="570"/>
                    <a:pt x="172" y="570"/>
                    <a:pt x="172" y="570"/>
                  </a:cubicBezTo>
                  <a:cubicBezTo>
                    <a:pt x="173" y="571"/>
                    <a:pt x="173" y="569"/>
                    <a:pt x="173" y="568"/>
                  </a:cubicBezTo>
                  <a:cubicBezTo>
                    <a:pt x="174" y="570"/>
                    <a:pt x="174" y="570"/>
                    <a:pt x="174" y="570"/>
                  </a:cubicBezTo>
                  <a:cubicBezTo>
                    <a:pt x="174" y="569"/>
                    <a:pt x="174" y="569"/>
                    <a:pt x="174" y="569"/>
                  </a:cubicBezTo>
                  <a:cubicBezTo>
                    <a:pt x="174" y="568"/>
                    <a:pt x="175" y="568"/>
                    <a:pt x="175" y="570"/>
                  </a:cubicBezTo>
                  <a:cubicBezTo>
                    <a:pt x="175" y="570"/>
                    <a:pt x="176" y="569"/>
                    <a:pt x="175" y="569"/>
                  </a:cubicBezTo>
                  <a:cubicBezTo>
                    <a:pt x="176" y="570"/>
                    <a:pt x="178" y="570"/>
                    <a:pt x="179" y="569"/>
                  </a:cubicBezTo>
                  <a:cubicBezTo>
                    <a:pt x="178" y="569"/>
                    <a:pt x="178" y="568"/>
                    <a:pt x="178" y="567"/>
                  </a:cubicBezTo>
                  <a:cubicBezTo>
                    <a:pt x="178" y="564"/>
                    <a:pt x="179" y="567"/>
                    <a:pt x="179" y="566"/>
                  </a:cubicBezTo>
                  <a:cubicBezTo>
                    <a:pt x="179" y="567"/>
                    <a:pt x="180" y="567"/>
                    <a:pt x="179" y="568"/>
                  </a:cubicBezTo>
                  <a:cubicBezTo>
                    <a:pt x="181" y="571"/>
                    <a:pt x="183" y="569"/>
                    <a:pt x="184" y="569"/>
                  </a:cubicBezTo>
                  <a:cubicBezTo>
                    <a:pt x="185" y="568"/>
                    <a:pt x="185" y="568"/>
                    <a:pt x="185" y="568"/>
                  </a:cubicBezTo>
                  <a:cubicBezTo>
                    <a:pt x="186" y="570"/>
                    <a:pt x="188" y="568"/>
                    <a:pt x="189" y="569"/>
                  </a:cubicBezTo>
                  <a:cubicBezTo>
                    <a:pt x="189" y="568"/>
                    <a:pt x="189" y="565"/>
                    <a:pt x="190" y="565"/>
                  </a:cubicBezTo>
                  <a:cubicBezTo>
                    <a:pt x="190" y="563"/>
                    <a:pt x="190" y="567"/>
                    <a:pt x="191" y="569"/>
                  </a:cubicBezTo>
                  <a:cubicBezTo>
                    <a:pt x="191" y="568"/>
                    <a:pt x="192" y="567"/>
                    <a:pt x="192" y="567"/>
                  </a:cubicBezTo>
                  <a:cubicBezTo>
                    <a:pt x="192" y="568"/>
                    <a:pt x="192" y="568"/>
                    <a:pt x="192" y="568"/>
                  </a:cubicBezTo>
                  <a:cubicBezTo>
                    <a:pt x="192" y="567"/>
                    <a:pt x="193" y="566"/>
                    <a:pt x="194" y="567"/>
                  </a:cubicBezTo>
                  <a:cubicBezTo>
                    <a:pt x="194" y="567"/>
                    <a:pt x="194" y="567"/>
                    <a:pt x="194" y="567"/>
                  </a:cubicBezTo>
                  <a:cubicBezTo>
                    <a:pt x="194" y="567"/>
                    <a:pt x="195" y="569"/>
                    <a:pt x="195" y="568"/>
                  </a:cubicBezTo>
                  <a:cubicBezTo>
                    <a:pt x="195" y="567"/>
                    <a:pt x="196" y="568"/>
                    <a:pt x="196" y="566"/>
                  </a:cubicBezTo>
                  <a:cubicBezTo>
                    <a:pt x="197" y="567"/>
                    <a:pt x="197" y="567"/>
                    <a:pt x="197" y="567"/>
                  </a:cubicBezTo>
                  <a:cubicBezTo>
                    <a:pt x="197" y="565"/>
                    <a:pt x="197" y="565"/>
                    <a:pt x="197" y="565"/>
                  </a:cubicBezTo>
                  <a:cubicBezTo>
                    <a:pt x="197" y="566"/>
                    <a:pt x="197" y="566"/>
                    <a:pt x="197" y="566"/>
                  </a:cubicBezTo>
                  <a:cubicBezTo>
                    <a:pt x="197" y="568"/>
                    <a:pt x="197" y="568"/>
                    <a:pt x="197" y="568"/>
                  </a:cubicBezTo>
                  <a:cubicBezTo>
                    <a:pt x="198" y="569"/>
                    <a:pt x="197" y="566"/>
                    <a:pt x="198" y="565"/>
                  </a:cubicBezTo>
                  <a:cubicBezTo>
                    <a:pt x="198" y="564"/>
                    <a:pt x="198" y="566"/>
                    <a:pt x="199" y="566"/>
                  </a:cubicBezTo>
                  <a:cubicBezTo>
                    <a:pt x="198" y="567"/>
                    <a:pt x="198" y="566"/>
                    <a:pt x="198" y="566"/>
                  </a:cubicBezTo>
                  <a:cubicBezTo>
                    <a:pt x="198" y="568"/>
                    <a:pt x="198" y="567"/>
                    <a:pt x="199" y="568"/>
                  </a:cubicBezTo>
                  <a:cubicBezTo>
                    <a:pt x="199" y="568"/>
                    <a:pt x="199" y="566"/>
                    <a:pt x="199" y="566"/>
                  </a:cubicBezTo>
                  <a:cubicBezTo>
                    <a:pt x="200" y="566"/>
                    <a:pt x="201" y="566"/>
                    <a:pt x="200" y="568"/>
                  </a:cubicBezTo>
                  <a:cubicBezTo>
                    <a:pt x="201" y="567"/>
                    <a:pt x="201" y="567"/>
                    <a:pt x="201" y="566"/>
                  </a:cubicBezTo>
                  <a:cubicBezTo>
                    <a:pt x="201" y="566"/>
                    <a:pt x="200" y="565"/>
                    <a:pt x="200" y="564"/>
                  </a:cubicBezTo>
                  <a:cubicBezTo>
                    <a:pt x="201" y="564"/>
                    <a:pt x="201" y="564"/>
                    <a:pt x="201" y="564"/>
                  </a:cubicBezTo>
                  <a:cubicBezTo>
                    <a:pt x="201" y="565"/>
                    <a:pt x="201" y="565"/>
                    <a:pt x="201" y="565"/>
                  </a:cubicBezTo>
                  <a:cubicBezTo>
                    <a:pt x="201" y="564"/>
                    <a:pt x="202" y="565"/>
                    <a:pt x="202" y="563"/>
                  </a:cubicBezTo>
                  <a:cubicBezTo>
                    <a:pt x="202" y="565"/>
                    <a:pt x="202" y="565"/>
                    <a:pt x="202" y="565"/>
                  </a:cubicBezTo>
                  <a:cubicBezTo>
                    <a:pt x="203" y="564"/>
                    <a:pt x="203" y="564"/>
                    <a:pt x="204" y="564"/>
                  </a:cubicBezTo>
                  <a:cubicBezTo>
                    <a:pt x="204" y="566"/>
                    <a:pt x="204" y="568"/>
                    <a:pt x="205" y="568"/>
                  </a:cubicBezTo>
                  <a:cubicBezTo>
                    <a:pt x="205" y="566"/>
                    <a:pt x="205" y="566"/>
                    <a:pt x="205" y="566"/>
                  </a:cubicBezTo>
                  <a:cubicBezTo>
                    <a:pt x="206" y="566"/>
                    <a:pt x="206" y="566"/>
                    <a:pt x="206" y="567"/>
                  </a:cubicBezTo>
                  <a:cubicBezTo>
                    <a:pt x="207" y="568"/>
                    <a:pt x="207" y="562"/>
                    <a:pt x="209" y="564"/>
                  </a:cubicBezTo>
                  <a:cubicBezTo>
                    <a:pt x="208" y="566"/>
                    <a:pt x="209" y="566"/>
                    <a:pt x="209" y="567"/>
                  </a:cubicBezTo>
                  <a:cubicBezTo>
                    <a:pt x="209" y="566"/>
                    <a:pt x="209" y="566"/>
                    <a:pt x="209" y="566"/>
                  </a:cubicBezTo>
                  <a:cubicBezTo>
                    <a:pt x="209" y="565"/>
                    <a:pt x="209" y="567"/>
                    <a:pt x="209" y="566"/>
                  </a:cubicBezTo>
                  <a:cubicBezTo>
                    <a:pt x="208" y="564"/>
                    <a:pt x="209" y="565"/>
                    <a:pt x="209" y="564"/>
                  </a:cubicBezTo>
                  <a:cubicBezTo>
                    <a:pt x="211" y="569"/>
                    <a:pt x="213" y="565"/>
                    <a:pt x="215" y="567"/>
                  </a:cubicBezTo>
                  <a:cubicBezTo>
                    <a:pt x="215" y="565"/>
                    <a:pt x="216" y="567"/>
                    <a:pt x="216" y="566"/>
                  </a:cubicBezTo>
                  <a:cubicBezTo>
                    <a:pt x="216" y="568"/>
                    <a:pt x="217" y="565"/>
                    <a:pt x="217" y="567"/>
                  </a:cubicBezTo>
                  <a:cubicBezTo>
                    <a:pt x="217" y="564"/>
                    <a:pt x="217" y="564"/>
                    <a:pt x="217" y="564"/>
                  </a:cubicBezTo>
                  <a:cubicBezTo>
                    <a:pt x="218" y="566"/>
                    <a:pt x="218" y="560"/>
                    <a:pt x="219" y="563"/>
                  </a:cubicBezTo>
                  <a:cubicBezTo>
                    <a:pt x="220" y="564"/>
                    <a:pt x="219" y="565"/>
                    <a:pt x="219" y="565"/>
                  </a:cubicBezTo>
                  <a:cubicBezTo>
                    <a:pt x="220" y="568"/>
                    <a:pt x="221" y="563"/>
                    <a:pt x="222" y="566"/>
                  </a:cubicBezTo>
                  <a:cubicBezTo>
                    <a:pt x="222" y="565"/>
                    <a:pt x="221" y="563"/>
                    <a:pt x="222" y="562"/>
                  </a:cubicBezTo>
                  <a:cubicBezTo>
                    <a:pt x="223" y="563"/>
                    <a:pt x="224" y="565"/>
                    <a:pt x="224" y="565"/>
                  </a:cubicBezTo>
                  <a:cubicBezTo>
                    <a:pt x="224" y="565"/>
                    <a:pt x="224" y="564"/>
                    <a:pt x="225" y="565"/>
                  </a:cubicBezTo>
                  <a:cubicBezTo>
                    <a:pt x="225" y="565"/>
                    <a:pt x="225" y="565"/>
                    <a:pt x="225" y="566"/>
                  </a:cubicBezTo>
                  <a:cubicBezTo>
                    <a:pt x="226" y="566"/>
                    <a:pt x="226" y="565"/>
                    <a:pt x="227" y="564"/>
                  </a:cubicBezTo>
                  <a:cubicBezTo>
                    <a:pt x="227" y="566"/>
                    <a:pt x="229" y="565"/>
                    <a:pt x="230" y="566"/>
                  </a:cubicBezTo>
                  <a:cubicBezTo>
                    <a:pt x="230" y="563"/>
                    <a:pt x="231" y="567"/>
                    <a:pt x="231" y="564"/>
                  </a:cubicBezTo>
                  <a:cubicBezTo>
                    <a:pt x="231" y="564"/>
                    <a:pt x="231" y="564"/>
                    <a:pt x="231" y="564"/>
                  </a:cubicBezTo>
                  <a:cubicBezTo>
                    <a:pt x="232" y="564"/>
                    <a:pt x="232" y="562"/>
                    <a:pt x="232" y="561"/>
                  </a:cubicBezTo>
                  <a:cubicBezTo>
                    <a:pt x="232" y="563"/>
                    <a:pt x="232" y="563"/>
                    <a:pt x="232" y="563"/>
                  </a:cubicBezTo>
                  <a:cubicBezTo>
                    <a:pt x="232" y="566"/>
                    <a:pt x="234" y="564"/>
                    <a:pt x="234" y="565"/>
                  </a:cubicBezTo>
                  <a:cubicBezTo>
                    <a:pt x="233" y="563"/>
                    <a:pt x="234" y="565"/>
                    <a:pt x="234" y="563"/>
                  </a:cubicBezTo>
                  <a:cubicBezTo>
                    <a:pt x="235" y="563"/>
                    <a:pt x="235" y="563"/>
                    <a:pt x="235" y="563"/>
                  </a:cubicBezTo>
                  <a:cubicBezTo>
                    <a:pt x="235" y="562"/>
                    <a:pt x="235" y="562"/>
                    <a:pt x="236" y="561"/>
                  </a:cubicBezTo>
                  <a:cubicBezTo>
                    <a:pt x="236" y="561"/>
                    <a:pt x="236" y="564"/>
                    <a:pt x="236" y="563"/>
                  </a:cubicBezTo>
                  <a:cubicBezTo>
                    <a:pt x="237" y="564"/>
                    <a:pt x="237" y="564"/>
                    <a:pt x="237" y="563"/>
                  </a:cubicBezTo>
                  <a:cubicBezTo>
                    <a:pt x="237" y="563"/>
                    <a:pt x="237" y="563"/>
                    <a:pt x="237" y="563"/>
                  </a:cubicBezTo>
                  <a:cubicBezTo>
                    <a:pt x="237" y="563"/>
                    <a:pt x="237" y="563"/>
                    <a:pt x="238" y="563"/>
                  </a:cubicBezTo>
                  <a:cubicBezTo>
                    <a:pt x="238" y="563"/>
                    <a:pt x="238" y="563"/>
                    <a:pt x="238" y="563"/>
                  </a:cubicBezTo>
                  <a:cubicBezTo>
                    <a:pt x="238" y="563"/>
                    <a:pt x="238" y="563"/>
                    <a:pt x="238" y="563"/>
                  </a:cubicBezTo>
                  <a:cubicBezTo>
                    <a:pt x="238" y="563"/>
                    <a:pt x="238" y="563"/>
                    <a:pt x="238" y="563"/>
                  </a:cubicBezTo>
                  <a:cubicBezTo>
                    <a:pt x="238" y="563"/>
                    <a:pt x="238" y="563"/>
                    <a:pt x="238" y="563"/>
                  </a:cubicBezTo>
                  <a:cubicBezTo>
                    <a:pt x="238" y="564"/>
                    <a:pt x="238" y="563"/>
                    <a:pt x="238" y="563"/>
                  </a:cubicBezTo>
                  <a:cubicBezTo>
                    <a:pt x="238" y="563"/>
                    <a:pt x="239" y="563"/>
                    <a:pt x="239" y="564"/>
                  </a:cubicBezTo>
                  <a:cubicBezTo>
                    <a:pt x="239" y="565"/>
                    <a:pt x="239" y="565"/>
                    <a:pt x="239" y="565"/>
                  </a:cubicBezTo>
                  <a:cubicBezTo>
                    <a:pt x="239" y="565"/>
                    <a:pt x="240" y="563"/>
                    <a:pt x="240" y="563"/>
                  </a:cubicBezTo>
                  <a:cubicBezTo>
                    <a:pt x="242" y="564"/>
                    <a:pt x="244" y="562"/>
                    <a:pt x="245" y="561"/>
                  </a:cubicBezTo>
                  <a:cubicBezTo>
                    <a:pt x="244" y="561"/>
                    <a:pt x="244" y="562"/>
                    <a:pt x="244" y="562"/>
                  </a:cubicBezTo>
                  <a:cubicBezTo>
                    <a:pt x="245" y="561"/>
                    <a:pt x="245" y="560"/>
                    <a:pt x="245" y="561"/>
                  </a:cubicBezTo>
                  <a:cubicBezTo>
                    <a:pt x="246" y="560"/>
                    <a:pt x="246" y="562"/>
                    <a:pt x="247" y="562"/>
                  </a:cubicBezTo>
                  <a:cubicBezTo>
                    <a:pt x="247" y="562"/>
                    <a:pt x="247" y="560"/>
                    <a:pt x="247" y="561"/>
                  </a:cubicBezTo>
                  <a:cubicBezTo>
                    <a:pt x="248" y="563"/>
                    <a:pt x="249" y="559"/>
                    <a:pt x="251" y="560"/>
                  </a:cubicBezTo>
                  <a:cubicBezTo>
                    <a:pt x="251" y="560"/>
                    <a:pt x="251" y="561"/>
                    <a:pt x="251" y="561"/>
                  </a:cubicBezTo>
                  <a:cubicBezTo>
                    <a:pt x="252" y="560"/>
                    <a:pt x="253" y="560"/>
                    <a:pt x="253" y="558"/>
                  </a:cubicBezTo>
                  <a:cubicBezTo>
                    <a:pt x="253" y="559"/>
                    <a:pt x="253" y="559"/>
                    <a:pt x="253" y="559"/>
                  </a:cubicBezTo>
                  <a:cubicBezTo>
                    <a:pt x="254" y="559"/>
                    <a:pt x="255" y="559"/>
                    <a:pt x="255" y="557"/>
                  </a:cubicBezTo>
                  <a:cubicBezTo>
                    <a:pt x="254" y="557"/>
                    <a:pt x="255" y="558"/>
                    <a:pt x="255" y="558"/>
                  </a:cubicBezTo>
                  <a:cubicBezTo>
                    <a:pt x="254" y="557"/>
                    <a:pt x="255" y="555"/>
                    <a:pt x="255" y="555"/>
                  </a:cubicBezTo>
                  <a:cubicBezTo>
                    <a:pt x="255" y="556"/>
                    <a:pt x="255" y="556"/>
                    <a:pt x="255" y="556"/>
                  </a:cubicBezTo>
                  <a:cubicBezTo>
                    <a:pt x="256" y="555"/>
                    <a:pt x="256" y="555"/>
                    <a:pt x="257" y="554"/>
                  </a:cubicBezTo>
                  <a:cubicBezTo>
                    <a:pt x="257" y="555"/>
                    <a:pt x="256" y="555"/>
                    <a:pt x="257" y="556"/>
                  </a:cubicBezTo>
                  <a:cubicBezTo>
                    <a:pt x="257" y="558"/>
                    <a:pt x="259" y="557"/>
                    <a:pt x="259" y="557"/>
                  </a:cubicBezTo>
                  <a:cubicBezTo>
                    <a:pt x="259" y="555"/>
                    <a:pt x="259" y="555"/>
                    <a:pt x="259" y="555"/>
                  </a:cubicBezTo>
                  <a:cubicBezTo>
                    <a:pt x="260" y="555"/>
                    <a:pt x="260" y="557"/>
                    <a:pt x="260" y="557"/>
                  </a:cubicBezTo>
                  <a:cubicBezTo>
                    <a:pt x="261" y="551"/>
                    <a:pt x="261" y="551"/>
                    <a:pt x="261" y="551"/>
                  </a:cubicBezTo>
                  <a:cubicBezTo>
                    <a:pt x="260" y="552"/>
                    <a:pt x="262" y="553"/>
                    <a:pt x="261" y="555"/>
                  </a:cubicBezTo>
                  <a:cubicBezTo>
                    <a:pt x="263" y="554"/>
                    <a:pt x="263" y="551"/>
                    <a:pt x="263" y="549"/>
                  </a:cubicBezTo>
                  <a:cubicBezTo>
                    <a:pt x="263" y="550"/>
                    <a:pt x="264" y="548"/>
                    <a:pt x="265" y="548"/>
                  </a:cubicBezTo>
                  <a:cubicBezTo>
                    <a:pt x="265" y="549"/>
                    <a:pt x="264" y="548"/>
                    <a:pt x="264" y="549"/>
                  </a:cubicBezTo>
                  <a:cubicBezTo>
                    <a:pt x="266" y="550"/>
                    <a:pt x="266" y="550"/>
                    <a:pt x="266" y="550"/>
                  </a:cubicBezTo>
                  <a:cubicBezTo>
                    <a:pt x="265" y="551"/>
                    <a:pt x="266" y="553"/>
                    <a:pt x="266" y="554"/>
                  </a:cubicBezTo>
                  <a:cubicBezTo>
                    <a:pt x="266" y="553"/>
                    <a:pt x="268" y="553"/>
                    <a:pt x="269" y="553"/>
                  </a:cubicBezTo>
                  <a:cubicBezTo>
                    <a:pt x="268" y="551"/>
                    <a:pt x="270" y="552"/>
                    <a:pt x="270" y="549"/>
                  </a:cubicBezTo>
                  <a:cubicBezTo>
                    <a:pt x="271" y="549"/>
                    <a:pt x="271" y="551"/>
                    <a:pt x="271" y="552"/>
                  </a:cubicBezTo>
                  <a:cubicBezTo>
                    <a:pt x="272" y="550"/>
                    <a:pt x="274" y="550"/>
                    <a:pt x="275" y="550"/>
                  </a:cubicBezTo>
                  <a:cubicBezTo>
                    <a:pt x="275" y="550"/>
                    <a:pt x="275" y="550"/>
                    <a:pt x="275" y="550"/>
                  </a:cubicBezTo>
                  <a:cubicBezTo>
                    <a:pt x="275" y="549"/>
                    <a:pt x="277" y="549"/>
                    <a:pt x="277" y="547"/>
                  </a:cubicBezTo>
                  <a:cubicBezTo>
                    <a:pt x="278" y="548"/>
                    <a:pt x="278" y="548"/>
                    <a:pt x="278" y="548"/>
                  </a:cubicBezTo>
                  <a:cubicBezTo>
                    <a:pt x="279" y="549"/>
                    <a:pt x="277" y="545"/>
                    <a:pt x="278" y="546"/>
                  </a:cubicBezTo>
                  <a:cubicBezTo>
                    <a:pt x="279" y="547"/>
                    <a:pt x="279" y="547"/>
                    <a:pt x="279" y="547"/>
                  </a:cubicBezTo>
                  <a:cubicBezTo>
                    <a:pt x="279" y="546"/>
                    <a:pt x="281" y="548"/>
                    <a:pt x="281" y="546"/>
                  </a:cubicBezTo>
                  <a:cubicBezTo>
                    <a:pt x="281" y="547"/>
                    <a:pt x="281" y="547"/>
                    <a:pt x="281" y="547"/>
                  </a:cubicBezTo>
                  <a:cubicBezTo>
                    <a:pt x="281" y="546"/>
                    <a:pt x="282" y="546"/>
                    <a:pt x="282" y="544"/>
                  </a:cubicBezTo>
                  <a:cubicBezTo>
                    <a:pt x="283" y="546"/>
                    <a:pt x="283" y="546"/>
                    <a:pt x="283" y="546"/>
                  </a:cubicBezTo>
                  <a:cubicBezTo>
                    <a:pt x="284" y="547"/>
                    <a:pt x="283" y="544"/>
                    <a:pt x="284" y="544"/>
                  </a:cubicBezTo>
                  <a:cubicBezTo>
                    <a:pt x="284" y="544"/>
                    <a:pt x="285" y="545"/>
                    <a:pt x="285" y="545"/>
                  </a:cubicBezTo>
                  <a:cubicBezTo>
                    <a:pt x="285" y="544"/>
                    <a:pt x="286" y="544"/>
                    <a:pt x="286" y="543"/>
                  </a:cubicBezTo>
                  <a:cubicBezTo>
                    <a:pt x="288" y="545"/>
                    <a:pt x="288" y="545"/>
                    <a:pt x="288" y="545"/>
                  </a:cubicBezTo>
                  <a:cubicBezTo>
                    <a:pt x="291" y="543"/>
                    <a:pt x="295" y="541"/>
                    <a:pt x="298" y="537"/>
                  </a:cubicBezTo>
                  <a:cubicBezTo>
                    <a:pt x="300" y="539"/>
                    <a:pt x="298" y="539"/>
                    <a:pt x="299" y="540"/>
                  </a:cubicBezTo>
                  <a:cubicBezTo>
                    <a:pt x="298" y="538"/>
                    <a:pt x="299" y="539"/>
                    <a:pt x="300" y="538"/>
                  </a:cubicBezTo>
                  <a:cubicBezTo>
                    <a:pt x="300" y="538"/>
                    <a:pt x="300" y="538"/>
                    <a:pt x="300" y="538"/>
                  </a:cubicBezTo>
                  <a:cubicBezTo>
                    <a:pt x="300" y="538"/>
                    <a:pt x="301" y="539"/>
                    <a:pt x="302" y="538"/>
                  </a:cubicBezTo>
                  <a:cubicBezTo>
                    <a:pt x="301" y="537"/>
                    <a:pt x="301" y="537"/>
                    <a:pt x="301" y="537"/>
                  </a:cubicBezTo>
                  <a:cubicBezTo>
                    <a:pt x="301" y="536"/>
                    <a:pt x="304" y="539"/>
                    <a:pt x="303" y="536"/>
                  </a:cubicBezTo>
                  <a:cubicBezTo>
                    <a:pt x="304" y="537"/>
                    <a:pt x="304" y="537"/>
                    <a:pt x="304" y="537"/>
                  </a:cubicBezTo>
                  <a:cubicBezTo>
                    <a:pt x="303" y="535"/>
                    <a:pt x="305" y="538"/>
                    <a:pt x="305" y="535"/>
                  </a:cubicBezTo>
                  <a:cubicBezTo>
                    <a:pt x="305" y="536"/>
                    <a:pt x="305" y="536"/>
                    <a:pt x="305" y="536"/>
                  </a:cubicBezTo>
                  <a:cubicBezTo>
                    <a:pt x="306" y="536"/>
                    <a:pt x="305" y="532"/>
                    <a:pt x="306" y="534"/>
                  </a:cubicBezTo>
                  <a:cubicBezTo>
                    <a:pt x="307" y="533"/>
                    <a:pt x="307" y="532"/>
                    <a:pt x="306" y="530"/>
                  </a:cubicBezTo>
                  <a:cubicBezTo>
                    <a:pt x="308" y="533"/>
                    <a:pt x="308" y="533"/>
                    <a:pt x="308" y="533"/>
                  </a:cubicBezTo>
                  <a:cubicBezTo>
                    <a:pt x="310" y="530"/>
                    <a:pt x="313" y="528"/>
                    <a:pt x="314" y="524"/>
                  </a:cubicBezTo>
                  <a:cubicBezTo>
                    <a:pt x="314" y="525"/>
                    <a:pt x="314" y="525"/>
                    <a:pt x="314" y="525"/>
                  </a:cubicBezTo>
                  <a:cubicBezTo>
                    <a:pt x="314" y="522"/>
                    <a:pt x="319" y="525"/>
                    <a:pt x="317" y="521"/>
                  </a:cubicBezTo>
                  <a:cubicBezTo>
                    <a:pt x="316" y="519"/>
                    <a:pt x="316" y="519"/>
                    <a:pt x="316" y="519"/>
                  </a:cubicBezTo>
                  <a:cubicBezTo>
                    <a:pt x="318" y="520"/>
                    <a:pt x="318" y="520"/>
                    <a:pt x="318" y="520"/>
                  </a:cubicBezTo>
                  <a:cubicBezTo>
                    <a:pt x="317" y="519"/>
                    <a:pt x="319" y="519"/>
                    <a:pt x="318" y="518"/>
                  </a:cubicBezTo>
                  <a:cubicBezTo>
                    <a:pt x="318" y="518"/>
                    <a:pt x="318" y="519"/>
                    <a:pt x="319" y="519"/>
                  </a:cubicBezTo>
                  <a:cubicBezTo>
                    <a:pt x="320" y="519"/>
                    <a:pt x="318" y="516"/>
                    <a:pt x="319" y="516"/>
                  </a:cubicBezTo>
                  <a:cubicBezTo>
                    <a:pt x="320" y="517"/>
                    <a:pt x="320" y="517"/>
                    <a:pt x="320" y="517"/>
                  </a:cubicBezTo>
                  <a:cubicBezTo>
                    <a:pt x="324" y="517"/>
                    <a:pt x="329" y="511"/>
                    <a:pt x="325" y="508"/>
                  </a:cubicBezTo>
                  <a:cubicBezTo>
                    <a:pt x="324" y="507"/>
                    <a:pt x="327" y="507"/>
                    <a:pt x="327" y="507"/>
                  </a:cubicBezTo>
                  <a:cubicBezTo>
                    <a:pt x="323" y="505"/>
                    <a:pt x="324" y="499"/>
                    <a:pt x="317" y="501"/>
                  </a:cubicBezTo>
                  <a:cubicBezTo>
                    <a:pt x="315" y="501"/>
                    <a:pt x="312" y="506"/>
                    <a:pt x="312" y="506"/>
                  </a:cubicBezTo>
                  <a:cubicBezTo>
                    <a:pt x="318" y="506"/>
                    <a:pt x="315" y="512"/>
                    <a:pt x="315" y="509"/>
                  </a:cubicBezTo>
                  <a:cubicBezTo>
                    <a:pt x="313" y="508"/>
                    <a:pt x="315" y="509"/>
                    <a:pt x="313" y="509"/>
                  </a:cubicBezTo>
                  <a:cubicBezTo>
                    <a:pt x="312" y="512"/>
                    <a:pt x="303" y="513"/>
                    <a:pt x="299" y="519"/>
                  </a:cubicBezTo>
                  <a:cubicBezTo>
                    <a:pt x="300" y="519"/>
                    <a:pt x="300" y="520"/>
                    <a:pt x="300" y="521"/>
                  </a:cubicBezTo>
                  <a:cubicBezTo>
                    <a:pt x="299" y="520"/>
                    <a:pt x="299" y="520"/>
                    <a:pt x="299" y="520"/>
                  </a:cubicBezTo>
                  <a:cubicBezTo>
                    <a:pt x="300" y="522"/>
                    <a:pt x="300" y="522"/>
                    <a:pt x="300" y="522"/>
                  </a:cubicBezTo>
                  <a:cubicBezTo>
                    <a:pt x="299" y="522"/>
                    <a:pt x="298" y="521"/>
                    <a:pt x="299" y="520"/>
                  </a:cubicBezTo>
                  <a:cubicBezTo>
                    <a:pt x="296" y="522"/>
                    <a:pt x="294" y="524"/>
                    <a:pt x="292" y="525"/>
                  </a:cubicBezTo>
                  <a:cubicBezTo>
                    <a:pt x="293" y="527"/>
                    <a:pt x="291" y="526"/>
                    <a:pt x="292" y="528"/>
                  </a:cubicBezTo>
                  <a:cubicBezTo>
                    <a:pt x="291" y="527"/>
                    <a:pt x="291" y="527"/>
                    <a:pt x="291" y="527"/>
                  </a:cubicBezTo>
                  <a:cubicBezTo>
                    <a:pt x="290" y="529"/>
                    <a:pt x="290" y="529"/>
                    <a:pt x="287" y="527"/>
                  </a:cubicBezTo>
                  <a:cubicBezTo>
                    <a:pt x="280" y="529"/>
                    <a:pt x="275" y="533"/>
                    <a:pt x="268" y="535"/>
                  </a:cubicBezTo>
                  <a:cubicBezTo>
                    <a:pt x="263" y="536"/>
                    <a:pt x="259" y="538"/>
                    <a:pt x="255" y="540"/>
                  </a:cubicBezTo>
                  <a:cubicBezTo>
                    <a:pt x="255" y="537"/>
                    <a:pt x="256" y="534"/>
                    <a:pt x="257" y="531"/>
                  </a:cubicBezTo>
                  <a:cubicBezTo>
                    <a:pt x="257" y="529"/>
                    <a:pt x="255" y="527"/>
                    <a:pt x="256" y="525"/>
                  </a:cubicBezTo>
                  <a:cubicBezTo>
                    <a:pt x="255" y="519"/>
                    <a:pt x="260" y="512"/>
                    <a:pt x="257" y="505"/>
                  </a:cubicBezTo>
                  <a:cubicBezTo>
                    <a:pt x="257" y="505"/>
                    <a:pt x="256" y="505"/>
                    <a:pt x="255" y="504"/>
                  </a:cubicBezTo>
                  <a:cubicBezTo>
                    <a:pt x="256" y="504"/>
                    <a:pt x="256" y="504"/>
                    <a:pt x="256" y="504"/>
                  </a:cubicBezTo>
                  <a:cubicBezTo>
                    <a:pt x="254" y="504"/>
                    <a:pt x="254" y="504"/>
                    <a:pt x="254" y="504"/>
                  </a:cubicBezTo>
                  <a:cubicBezTo>
                    <a:pt x="254" y="503"/>
                    <a:pt x="256" y="504"/>
                    <a:pt x="256" y="504"/>
                  </a:cubicBezTo>
                  <a:cubicBezTo>
                    <a:pt x="256" y="501"/>
                    <a:pt x="256" y="499"/>
                    <a:pt x="256" y="496"/>
                  </a:cubicBezTo>
                  <a:cubicBezTo>
                    <a:pt x="254" y="496"/>
                    <a:pt x="256" y="494"/>
                    <a:pt x="254" y="494"/>
                  </a:cubicBezTo>
                  <a:cubicBezTo>
                    <a:pt x="255" y="494"/>
                    <a:pt x="255" y="494"/>
                    <a:pt x="255" y="494"/>
                  </a:cubicBezTo>
                  <a:cubicBezTo>
                    <a:pt x="254" y="492"/>
                    <a:pt x="254" y="492"/>
                    <a:pt x="257" y="491"/>
                  </a:cubicBezTo>
                  <a:cubicBezTo>
                    <a:pt x="259" y="481"/>
                    <a:pt x="257" y="475"/>
                    <a:pt x="256" y="465"/>
                  </a:cubicBezTo>
                  <a:cubicBezTo>
                    <a:pt x="254" y="457"/>
                    <a:pt x="250" y="447"/>
                    <a:pt x="242" y="440"/>
                  </a:cubicBezTo>
                  <a:cubicBezTo>
                    <a:pt x="242" y="440"/>
                    <a:pt x="242" y="440"/>
                    <a:pt x="242" y="440"/>
                  </a:cubicBezTo>
                  <a:cubicBezTo>
                    <a:pt x="242" y="440"/>
                    <a:pt x="242" y="440"/>
                    <a:pt x="242" y="440"/>
                  </a:cubicBezTo>
                  <a:cubicBezTo>
                    <a:pt x="241" y="439"/>
                    <a:pt x="241" y="439"/>
                    <a:pt x="240" y="438"/>
                  </a:cubicBezTo>
                  <a:cubicBezTo>
                    <a:pt x="237" y="440"/>
                    <a:pt x="236" y="437"/>
                    <a:pt x="233" y="438"/>
                  </a:cubicBezTo>
                  <a:cubicBezTo>
                    <a:pt x="234" y="437"/>
                    <a:pt x="234" y="437"/>
                    <a:pt x="234" y="437"/>
                  </a:cubicBezTo>
                  <a:cubicBezTo>
                    <a:pt x="232" y="438"/>
                    <a:pt x="232" y="436"/>
                    <a:pt x="232" y="434"/>
                  </a:cubicBezTo>
                  <a:cubicBezTo>
                    <a:pt x="231" y="435"/>
                    <a:pt x="231" y="434"/>
                    <a:pt x="230" y="436"/>
                  </a:cubicBezTo>
                  <a:cubicBezTo>
                    <a:pt x="228" y="437"/>
                    <a:pt x="230" y="433"/>
                    <a:pt x="229" y="433"/>
                  </a:cubicBezTo>
                  <a:cubicBezTo>
                    <a:pt x="229" y="432"/>
                    <a:pt x="228" y="434"/>
                    <a:pt x="228" y="433"/>
                  </a:cubicBezTo>
                  <a:cubicBezTo>
                    <a:pt x="225" y="435"/>
                    <a:pt x="229" y="433"/>
                    <a:pt x="227" y="429"/>
                  </a:cubicBezTo>
                  <a:cubicBezTo>
                    <a:pt x="223" y="428"/>
                    <a:pt x="219" y="429"/>
                    <a:pt x="215" y="428"/>
                  </a:cubicBezTo>
                  <a:cubicBezTo>
                    <a:pt x="214" y="427"/>
                    <a:pt x="214" y="425"/>
                    <a:pt x="214" y="424"/>
                  </a:cubicBezTo>
                  <a:cubicBezTo>
                    <a:pt x="212" y="424"/>
                    <a:pt x="214" y="423"/>
                    <a:pt x="212" y="424"/>
                  </a:cubicBezTo>
                  <a:cubicBezTo>
                    <a:pt x="213" y="424"/>
                    <a:pt x="213" y="424"/>
                    <a:pt x="213" y="424"/>
                  </a:cubicBezTo>
                  <a:cubicBezTo>
                    <a:pt x="212" y="423"/>
                    <a:pt x="211" y="423"/>
                    <a:pt x="214" y="421"/>
                  </a:cubicBezTo>
                  <a:cubicBezTo>
                    <a:pt x="216" y="417"/>
                    <a:pt x="214" y="413"/>
                    <a:pt x="214" y="409"/>
                  </a:cubicBezTo>
                  <a:cubicBezTo>
                    <a:pt x="213" y="405"/>
                    <a:pt x="211" y="401"/>
                    <a:pt x="210" y="397"/>
                  </a:cubicBezTo>
                  <a:cubicBezTo>
                    <a:pt x="206" y="397"/>
                    <a:pt x="207" y="396"/>
                    <a:pt x="204" y="395"/>
                  </a:cubicBezTo>
                  <a:cubicBezTo>
                    <a:pt x="206" y="395"/>
                    <a:pt x="206" y="395"/>
                    <a:pt x="206" y="395"/>
                  </a:cubicBezTo>
                  <a:cubicBezTo>
                    <a:pt x="204" y="395"/>
                    <a:pt x="206" y="394"/>
                    <a:pt x="207" y="394"/>
                  </a:cubicBezTo>
                  <a:cubicBezTo>
                    <a:pt x="206" y="394"/>
                    <a:pt x="207" y="393"/>
                    <a:pt x="205" y="394"/>
                  </a:cubicBezTo>
                  <a:cubicBezTo>
                    <a:pt x="203" y="393"/>
                    <a:pt x="207" y="393"/>
                    <a:pt x="206" y="393"/>
                  </a:cubicBezTo>
                  <a:cubicBezTo>
                    <a:pt x="207" y="392"/>
                    <a:pt x="205" y="393"/>
                    <a:pt x="206" y="393"/>
                  </a:cubicBezTo>
                  <a:cubicBezTo>
                    <a:pt x="203" y="392"/>
                    <a:pt x="207" y="393"/>
                    <a:pt x="209" y="391"/>
                  </a:cubicBezTo>
                  <a:cubicBezTo>
                    <a:pt x="208" y="390"/>
                    <a:pt x="206" y="388"/>
                    <a:pt x="207" y="387"/>
                  </a:cubicBezTo>
                  <a:cubicBezTo>
                    <a:pt x="207" y="387"/>
                    <a:pt x="206" y="387"/>
                    <a:pt x="206" y="387"/>
                  </a:cubicBezTo>
                  <a:cubicBezTo>
                    <a:pt x="209" y="386"/>
                    <a:pt x="205" y="386"/>
                    <a:pt x="206" y="386"/>
                  </a:cubicBezTo>
                  <a:cubicBezTo>
                    <a:pt x="207" y="386"/>
                    <a:pt x="207" y="386"/>
                    <a:pt x="207" y="386"/>
                  </a:cubicBezTo>
                  <a:cubicBezTo>
                    <a:pt x="209" y="385"/>
                    <a:pt x="207" y="385"/>
                    <a:pt x="208" y="384"/>
                  </a:cubicBezTo>
                  <a:cubicBezTo>
                    <a:pt x="207" y="383"/>
                    <a:pt x="210" y="382"/>
                    <a:pt x="208" y="382"/>
                  </a:cubicBezTo>
                  <a:cubicBezTo>
                    <a:pt x="209" y="382"/>
                    <a:pt x="209" y="382"/>
                    <a:pt x="210" y="382"/>
                  </a:cubicBezTo>
                  <a:cubicBezTo>
                    <a:pt x="206" y="381"/>
                    <a:pt x="211" y="380"/>
                    <a:pt x="209" y="379"/>
                  </a:cubicBezTo>
                  <a:cubicBezTo>
                    <a:pt x="209" y="380"/>
                    <a:pt x="209" y="380"/>
                    <a:pt x="209" y="380"/>
                  </a:cubicBezTo>
                  <a:cubicBezTo>
                    <a:pt x="209" y="378"/>
                    <a:pt x="210" y="376"/>
                    <a:pt x="208" y="374"/>
                  </a:cubicBezTo>
                  <a:cubicBezTo>
                    <a:pt x="208" y="372"/>
                    <a:pt x="212" y="371"/>
                    <a:pt x="210" y="370"/>
                  </a:cubicBezTo>
                  <a:cubicBezTo>
                    <a:pt x="208" y="370"/>
                    <a:pt x="208" y="370"/>
                    <a:pt x="208" y="370"/>
                  </a:cubicBezTo>
                  <a:cubicBezTo>
                    <a:pt x="209" y="369"/>
                    <a:pt x="210" y="370"/>
                    <a:pt x="210" y="370"/>
                  </a:cubicBezTo>
                  <a:cubicBezTo>
                    <a:pt x="209" y="369"/>
                    <a:pt x="211" y="368"/>
                    <a:pt x="211" y="367"/>
                  </a:cubicBezTo>
                  <a:cubicBezTo>
                    <a:pt x="210" y="367"/>
                    <a:pt x="210" y="367"/>
                    <a:pt x="209" y="367"/>
                  </a:cubicBezTo>
                  <a:cubicBezTo>
                    <a:pt x="212" y="366"/>
                    <a:pt x="208" y="365"/>
                    <a:pt x="210" y="364"/>
                  </a:cubicBezTo>
                  <a:cubicBezTo>
                    <a:pt x="207" y="364"/>
                    <a:pt x="209" y="363"/>
                    <a:pt x="208" y="363"/>
                  </a:cubicBezTo>
                  <a:cubicBezTo>
                    <a:pt x="208" y="363"/>
                    <a:pt x="209" y="363"/>
                    <a:pt x="209" y="363"/>
                  </a:cubicBezTo>
                  <a:cubicBezTo>
                    <a:pt x="209" y="362"/>
                    <a:pt x="209" y="362"/>
                    <a:pt x="210" y="361"/>
                  </a:cubicBezTo>
                  <a:cubicBezTo>
                    <a:pt x="210" y="361"/>
                    <a:pt x="208" y="360"/>
                    <a:pt x="209" y="360"/>
                  </a:cubicBezTo>
                  <a:cubicBezTo>
                    <a:pt x="211" y="360"/>
                    <a:pt x="209" y="359"/>
                    <a:pt x="210" y="359"/>
                  </a:cubicBezTo>
                  <a:cubicBezTo>
                    <a:pt x="208" y="359"/>
                    <a:pt x="206" y="358"/>
                    <a:pt x="207" y="358"/>
                  </a:cubicBezTo>
                  <a:cubicBezTo>
                    <a:pt x="210" y="358"/>
                    <a:pt x="210" y="358"/>
                    <a:pt x="210" y="358"/>
                  </a:cubicBezTo>
                  <a:cubicBezTo>
                    <a:pt x="208" y="357"/>
                    <a:pt x="212" y="355"/>
                    <a:pt x="208" y="353"/>
                  </a:cubicBezTo>
                  <a:cubicBezTo>
                    <a:pt x="210" y="353"/>
                    <a:pt x="210" y="353"/>
                    <a:pt x="210" y="353"/>
                  </a:cubicBezTo>
                  <a:cubicBezTo>
                    <a:pt x="208" y="351"/>
                    <a:pt x="210" y="349"/>
                    <a:pt x="207" y="347"/>
                  </a:cubicBezTo>
                  <a:cubicBezTo>
                    <a:pt x="208" y="347"/>
                    <a:pt x="209" y="346"/>
                    <a:pt x="209" y="346"/>
                  </a:cubicBezTo>
                  <a:cubicBezTo>
                    <a:pt x="207" y="345"/>
                    <a:pt x="207" y="345"/>
                    <a:pt x="205" y="344"/>
                  </a:cubicBezTo>
                  <a:cubicBezTo>
                    <a:pt x="205" y="344"/>
                    <a:pt x="206" y="344"/>
                    <a:pt x="207" y="344"/>
                  </a:cubicBezTo>
                  <a:cubicBezTo>
                    <a:pt x="207" y="343"/>
                    <a:pt x="210" y="342"/>
                    <a:pt x="207" y="342"/>
                  </a:cubicBezTo>
                  <a:cubicBezTo>
                    <a:pt x="209" y="342"/>
                    <a:pt x="209" y="342"/>
                    <a:pt x="209" y="342"/>
                  </a:cubicBezTo>
                  <a:cubicBezTo>
                    <a:pt x="207" y="341"/>
                    <a:pt x="205" y="340"/>
                    <a:pt x="207" y="339"/>
                  </a:cubicBezTo>
                  <a:cubicBezTo>
                    <a:pt x="206" y="339"/>
                    <a:pt x="205" y="339"/>
                    <a:pt x="204" y="339"/>
                  </a:cubicBezTo>
                  <a:cubicBezTo>
                    <a:pt x="203" y="339"/>
                    <a:pt x="206" y="339"/>
                    <a:pt x="205" y="338"/>
                  </a:cubicBezTo>
                  <a:cubicBezTo>
                    <a:pt x="207" y="339"/>
                    <a:pt x="207" y="339"/>
                    <a:pt x="207" y="339"/>
                  </a:cubicBezTo>
                  <a:cubicBezTo>
                    <a:pt x="207" y="337"/>
                    <a:pt x="206" y="336"/>
                    <a:pt x="205" y="334"/>
                  </a:cubicBezTo>
                  <a:cubicBezTo>
                    <a:pt x="207" y="334"/>
                    <a:pt x="204" y="333"/>
                    <a:pt x="206" y="332"/>
                  </a:cubicBezTo>
                  <a:cubicBezTo>
                    <a:pt x="204" y="331"/>
                    <a:pt x="206" y="330"/>
                    <a:pt x="203" y="330"/>
                  </a:cubicBezTo>
                  <a:cubicBezTo>
                    <a:pt x="204" y="330"/>
                    <a:pt x="204" y="330"/>
                    <a:pt x="204" y="330"/>
                  </a:cubicBezTo>
                  <a:cubicBezTo>
                    <a:pt x="205" y="329"/>
                    <a:pt x="205" y="329"/>
                    <a:pt x="205" y="328"/>
                  </a:cubicBezTo>
                  <a:cubicBezTo>
                    <a:pt x="205" y="327"/>
                    <a:pt x="203" y="327"/>
                    <a:pt x="203" y="327"/>
                  </a:cubicBezTo>
                  <a:cubicBezTo>
                    <a:pt x="204" y="327"/>
                    <a:pt x="204" y="327"/>
                    <a:pt x="204" y="327"/>
                  </a:cubicBezTo>
                  <a:cubicBezTo>
                    <a:pt x="203" y="326"/>
                    <a:pt x="201" y="327"/>
                    <a:pt x="200" y="327"/>
                  </a:cubicBezTo>
                  <a:cubicBezTo>
                    <a:pt x="200" y="326"/>
                    <a:pt x="199" y="326"/>
                    <a:pt x="200" y="326"/>
                  </a:cubicBezTo>
                  <a:cubicBezTo>
                    <a:pt x="201" y="326"/>
                    <a:pt x="203" y="326"/>
                    <a:pt x="205" y="326"/>
                  </a:cubicBezTo>
                  <a:cubicBezTo>
                    <a:pt x="205" y="325"/>
                    <a:pt x="202" y="325"/>
                    <a:pt x="203" y="325"/>
                  </a:cubicBezTo>
                  <a:cubicBezTo>
                    <a:pt x="206" y="325"/>
                    <a:pt x="208" y="326"/>
                    <a:pt x="209" y="326"/>
                  </a:cubicBezTo>
                  <a:cubicBezTo>
                    <a:pt x="214" y="327"/>
                    <a:pt x="220" y="328"/>
                    <a:pt x="231" y="322"/>
                  </a:cubicBezTo>
                  <a:cubicBezTo>
                    <a:pt x="231" y="319"/>
                    <a:pt x="234" y="318"/>
                    <a:pt x="233" y="315"/>
                  </a:cubicBezTo>
                  <a:cubicBezTo>
                    <a:pt x="233" y="316"/>
                    <a:pt x="233" y="316"/>
                    <a:pt x="233" y="316"/>
                  </a:cubicBezTo>
                  <a:cubicBezTo>
                    <a:pt x="233" y="314"/>
                    <a:pt x="234" y="314"/>
                    <a:pt x="236" y="313"/>
                  </a:cubicBezTo>
                  <a:cubicBezTo>
                    <a:pt x="235" y="313"/>
                    <a:pt x="236" y="312"/>
                    <a:pt x="234" y="312"/>
                  </a:cubicBezTo>
                  <a:cubicBezTo>
                    <a:pt x="233" y="311"/>
                    <a:pt x="238" y="312"/>
                    <a:pt x="237" y="310"/>
                  </a:cubicBezTo>
                  <a:cubicBezTo>
                    <a:pt x="238" y="311"/>
                    <a:pt x="236" y="310"/>
                    <a:pt x="236" y="310"/>
                  </a:cubicBezTo>
                  <a:cubicBezTo>
                    <a:pt x="235" y="308"/>
                    <a:pt x="238" y="311"/>
                    <a:pt x="240" y="308"/>
                  </a:cubicBezTo>
                  <a:cubicBezTo>
                    <a:pt x="239" y="305"/>
                    <a:pt x="237" y="302"/>
                    <a:pt x="238" y="299"/>
                  </a:cubicBezTo>
                  <a:cubicBezTo>
                    <a:pt x="238" y="299"/>
                    <a:pt x="236" y="300"/>
                    <a:pt x="236" y="299"/>
                  </a:cubicBezTo>
                  <a:cubicBezTo>
                    <a:pt x="239" y="298"/>
                    <a:pt x="235" y="299"/>
                    <a:pt x="236" y="298"/>
                  </a:cubicBezTo>
                  <a:cubicBezTo>
                    <a:pt x="237" y="298"/>
                    <a:pt x="237" y="298"/>
                    <a:pt x="237" y="298"/>
                  </a:cubicBezTo>
                  <a:cubicBezTo>
                    <a:pt x="238" y="296"/>
                    <a:pt x="236" y="296"/>
                    <a:pt x="236" y="294"/>
                  </a:cubicBezTo>
                  <a:cubicBezTo>
                    <a:pt x="235" y="293"/>
                    <a:pt x="236" y="291"/>
                    <a:pt x="234" y="291"/>
                  </a:cubicBezTo>
                  <a:cubicBezTo>
                    <a:pt x="236" y="290"/>
                    <a:pt x="235" y="290"/>
                    <a:pt x="235" y="289"/>
                  </a:cubicBezTo>
                  <a:cubicBezTo>
                    <a:pt x="232" y="291"/>
                    <a:pt x="235" y="286"/>
                    <a:pt x="232" y="287"/>
                  </a:cubicBezTo>
                  <a:cubicBezTo>
                    <a:pt x="233" y="286"/>
                    <a:pt x="233" y="286"/>
                    <a:pt x="233" y="286"/>
                  </a:cubicBezTo>
                  <a:cubicBezTo>
                    <a:pt x="230" y="284"/>
                    <a:pt x="227" y="281"/>
                    <a:pt x="223" y="281"/>
                  </a:cubicBezTo>
                  <a:cubicBezTo>
                    <a:pt x="221" y="281"/>
                    <a:pt x="220" y="277"/>
                    <a:pt x="218" y="278"/>
                  </a:cubicBezTo>
                  <a:cubicBezTo>
                    <a:pt x="217" y="280"/>
                    <a:pt x="217" y="280"/>
                    <a:pt x="217" y="280"/>
                  </a:cubicBezTo>
                  <a:cubicBezTo>
                    <a:pt x="217" y="280"/>
                    <a:pt x="218" y="279"/>
                    <a:pt x="218" y="278"/>
                  </a:cubicBezTo>
                  <a:cubicBezTo>
                    <a:pt x="216" y="280"/>
                    <a:pt x="216" y="277"/>
                    <a:pt x="214" y="277"/>
                  </a:cubicBezTo>
                  <a:cubicBezTo>
                    <a:pt x="214" y="278"/>
                    <a:pt x="214" y="278"/>
                    <a:pt x="214" y="279"/>
                  </a:cubicBezTo>
                  <a:cubicBezTo>
                    <a:pt x="213" y="276"/>
                    <a:pt x="211" y="280"/>
                    <a:pt x="210" y="277"/>
                  </a:cubicBezTo>
                  <a:cubicBezTo>
                    <a:pt x="210" y="281"/>
                    <a:pt x="209" y="279"/>
                    <a:pt x="209" y="280"/>
                  </a:cubicBezTo>
                  <a:cubicBezTo>
                    <a:pt x="208" y="280"/>
                    <a:pt x="208" y="279"/>
                    <a:pt x="208" y="278"/>
                  </a:cubicBezTo>
                  <a:cubicBezTo>
                    <a:pt x="208" y="279"/>
                    <a:pt x="207" y="279"/>
                    <a:pt x="206" y="278"/>
                  </a:cubicBezTo>
                  <a:cubicBezTo>
                    <a:pt x="206" y="278"/>
                    <a:pt x="206" y="280"/>
                    <a:pt x="205" y="280"/>
                  </a:cubicBezTo>
                  <a:cubicBezTo>
                    <a:pt x="205" y="277"/>
                    <a:pt x="204" y="280"/>
                    <a:pt x="203" y="279"/>
                  </a:cubicBezTo>
                  <a:cubicBezTo>
                    <a:pt x="204" y="281"/>
                    <a:pt x="203" y="283"/>
                    <a:pt x="202" y="282"/>
                  </a:cubicBezTo>
                  <a:cubicBezTo>
                    <a:pt x="202" y="279"/>
                    <a:pt x="202" y="279"/>
                    <a:pt x="202" y="279"/>
                  </a:cubicBezTo>
                  <a:cubicBezTo>
                    <a:pt x="201" y="281"/>
                    <a:pt x="198" y="278"/>
                    <a:pt x="197" y="282"/>
                  </a:cubicBezTo>
                  <a:cubicBezTo>
                    <a:pt x="196" y="280"/>
                    <a:pt x="196" y="280"/>
                    <a:pt x="196" y="280"/>
                  </a:cubicBezTo>
                  <a:cubicBezTo>
                    <a:pt x="195" y="283"/>
                    <a:pt x="192" y="281"/>
                    <a:pt x="191" y="285"/>
                  </a:cubicBezTo>
                  <a:cubicBezTo>
                    <a:pt x="191" y="284"/>
                    <a:pt x="190" y="284"/>
                    <a:pt x="189" y="284"/>
                  </a:cubicBezTo>
                  <a:cubicBezTo>
                    <a:pt x="189" y="286"/>
                    <a:pt x="189" y="285"/>
                    <a:pt x="189" y="288"/>
                  </a:cubicBezTo>
                  <a:cubicBezTo>
                    <a:pt x="189" y="288"/>
                    <a:pt x="188" y="287"/>
                    <a:pt x="188" y="286"/>
                  </a:cubicBezTo>
                  <a:cubicBezTo>
                    <a:pt x="187" y="286"/>
                    <a:pt x="185" y="284"/>
                    <a:pt x="186" y="287"/>
                  </a:cubicBezTo>
                  <a:cubicBezTo>
                    <a:pt x="185" y="286"/>
                    <a:pt x="185" y="286"/>
                    <a:pt x="185" y="286"/>
                  </a:cubicBezTo>
                  <a:cubicBezTo>
                    <a:pt x="185" y="287"/>
                    <a:pt x="185" y="289"/>
                    <a:pt x="183" y="288"/>
                  </a:cubicBezTo>
                  <a:cubicBezTo>
                    <a:pt x="184" y="289"/>
                    <a:pt x="183" y="290"/>
                    <a:pt x="184" y="291"/>
                  </a:cubicBezTo>
                  <a:cubicBezTo>
                    <a:pt x="184" y="292"/>
                    <a:pt x="183" y="289"/>
                    <a:pt x="183" y="291"/>
                  </a:cubicBezTo>
                  <a:cubicBezTo>
                    <a:pt x="183" y="289"/>
                    <a:pt x="183" y="289"/>
                    <a:pt x="183" y="289"/>
                  </a:cubicBezTo>
                  <a:cubicBezTo>
                    <a:pt x="181" y="289"/>
                    <a:pt x="180" y="291"/>
                    <a:pt x="179" y="293"/>
                  </a:cubicBezTo>
                  <a:cubicBezTo>
                    <a:pt x="178" y="291"/>
                    <a:pt x="178" y="294"/>
                    <a:pt x="176" y="293"/>
                  </a:cubicBezTo>
                  <a:cubicBezTo>
                    <a:pt x="177" y="295"/>
                    <a:pt x="175" y="294"/>
                    <a:pt x="176" y="297"/>
                  </a:cubicBezTo>
                  <a:cubicBezTo>
                    <a:pt x="175" y="296"/>
                    <a:pt x="175" y="296"/>
                    <a:pt x="175" y="296"/>
                  </a:cubicBezTo>
                  <a:cubicBezTo>
                    <a:pt x="175" y="296"/>
                    <a:pt x="174" y="297"/>
                    <a:pt x="172" y="297"/>
                  </a:cubicBezTo>
                  <a:cubicBezTo>
                    <a:pt x="172" y="298"/>
                    <a:pt x="173" y="299"/>
                    <a:pt x="174" y="300"/>
                  </a:cubicBezTo>
                  <a:cubicBezTo>
                    <a:pt x="172" y="299"/>
                    <a:pt x="172" y="299"/>
                    <a:pt x="172" y="299"/>
                  </a:cubicBezTo>
                  <a:cubicBezTo>
                    <a:pt x="173" y="300"/>
                    <a:pt x="175" y="301"/>
                    <a:pt x="176" y="302"/>
                  </a:cubicBezTo>
                  <a:cubicBezTo>
                    <a:pt x="175" y="302"/>
                    <a:pt x="176" y="302"/>
                    <a:pt x="175" y="302"/>
                  </a:cubicBezTo>
                  <a:cubicBezTo>
                    <a:pt x="175" y="302"/>
                    <a:pt x="173" y="301"/>
                    <a:pt x="172" y="300"/>
                  </a:cubicBezTo>
                  <a:cubicBezTo>
                    <a:pt x="171" y="301"/>
                    <a:pt x="174" y="303"/>
                    <a:pt x="172" y="303"/>
                  </a:cubicBezTo>
                  <a:cubicBezTo>
                    <a:pt x="172" y="304"/>
                    <a:pt x="172" y="305"/>
                    <a:pt x="174" y="305"/>
                  </a:cubicBezTo>
                  <a:cubicBezTo>
                    <a:pt x="173" y="305"/>
                    <a:pt x="173" y="305"/>
                    <a:pt x="172" y="305"/>
                  </a:cubicBezTo>
                  <a:cubicBezTo>
                    <a:pt x="172" y="306"/>
                    <a:pt x="173" y="306"/>
                    <a:pt x="173" y="306"/>
                  </a:cubicBezTo>
                  <a:cubicBezTo>
                    <a:pt x="173" y="306"/>
                    <a:pt x="174" y="306"/>
                    <a:pt x="174" y="306"/>
                  </a:cubicBezTo>
                  <a:cubicBezTo>
                    <a:pt x="175" y="305"/>
                    <a:pt x="175" y="306"/>
                    <a:pt x="176" y="305"/>
                  </a:cubicBezTo>
                  <a:cubicBezTo>
                    <a:pt x="177" y="305"/>
                    <a:pt x="178" y="306"/>
                    <a:pt x="179" y="306"/>
                  </a:cubicBezTo>
                  <a:cubicBezTo>
                    <a:pt x="178" y="306"/>
                    <a:pt x="177" y="305"/>
                    <a:pt x="177" y="304"/>
                  </a:cubicBezTo>
                  <a:cubicBezTo>
                    <a:pt x="178" y="304"/>
                    <a:pt x="177" y="304"/>
                    <a:pt x="176" y="304"/>
                  </a:cubicBezTo>
                  <a:cubicBezTo>
                    <a:pt x="176" y="304"/>
                    <a:pt x="176" y="304"/>
                    <a:pt x="176" y="304"/>
                  </a:cubicBezTo>
                  <a:cubicBezTo>
                    <a:pt x="176" y="304"/>
                    <a:pt x="175" y="304"/>
                    <a:pt x="174" y="303"/>
                  </a:cubicBezTo>
                  <a:cubicBezTo>
                    <a:pt x="175" y="304"/>
                    <a:pt x="175" y="304"/>
                    <a:pt x="175" y="304"/>
                  </a:cubicBezTo>
                  <a:cubicBezTo>
                    <a:pt x="174" y="303"/>
                    <a:pt x="174" y="303"/>
                    <a:pt x="174" y="303"/>
                  </a:cubicBezTo>
                  <a:cubicBezTo>
                    <a:pt x="175" y="303"/>
                    <a:pt x="176" y="303"/>
                    <a:pt x="176" y="303"/>
                  </a:cubicBezTo>
                  <a:cubicBezTo>
                    <a:pt x="176" y="303"/>
                    <a:pt x="175" y="303"/>
                    <a:pt x="177" y="303"/>
                  </a:cubicBezTo>
                  <a:cubicBezTo>
                    <a:pt x="179" y="303"/>
                    <a:pt x="179" y="303"/>
                    <a:pt x="179" y="303"/>
                  </a:cubicBezTo>
                  <a:cubicBezTo>
                    <a:pt x="179" y="303"/>
                    <a:pt x="178" y="303"/>
                    <a:pt x="178" y="303"/>
                  </a:cubicBezTo>
                  <a:cubicBezTo>
                    <a:pt x="179" y="303"/>
                    <a:pt x="179" y="303"/>
                    <a:pt x="179" y="303"/>
                  </a:cubicBezTo>
                  <a:cubicBezTo>
                    <a:pt x="179" y="303"/>
                    <a:pt x="179" y="303"/>
                    <a:pt x="179" y="303"/>
                  </a:cubicBezTo>
                  <a:cubicBezTo>
                    <a:pt x="179" y="303"/>
                    <a:pt x="179" y="303"/>
                    <a:pt x="179" y="303"/>
                  </a:cubicBezTo>
                  <a:cubicBezTo>
                    <a:pt x="179" y="303"/>
                    <a:pt x="179" y="303"/>
                    <a:pt x="179" y="303"/>
                  </a:cubicBezTo>
                  <a:cubicBezTo>
                    <a:pt x="179" y="303"/>
                    <a:pt x="179" y="303"/>
                    <a:pt x="179" y="303"/>
                  </a:cubicBezTo>
                  <a:cubicBezTo>
                    <a:pt x="179" y="303"/>
                    <a:pt x="179" y="303"/>
                    <a:pt x="179" y="303"/>
                  </a:cubicBezTo>
                  <a:cubicBezTo>
                    <a:pt x="178" y="302"/>
                    <a:pt x="178" y="302"/>
                    <a:pt x="178" y="302"/>
                  </a:cubicBezTo>
                  <a:cubicBezTo>
                    <a:pt x="178" y="302"/>
                    <a:pt x="179" y="302"/>
                    <a:pt x="179" y="303"/>
                  </a:cubicBezTo>
                  <a:cubicBezTo>
                    <a:pt x="180" y="303"/>
                    <a:pt x="180" y="303"/>
                    <a:pt x="180" y="303"/>
                  </a:cubicBezTo>
                  <a:cubicBezTo>
                    <a:pt x="180" y="303"/>
                    <a:pt x="180" y="303"/>
                    <a:pt x="180" y="303"/>
                  </a:cubicBezTo>
                  <a:cubicBezTo>
                    <a:pt x="180" y="303"/>
                    <a:pt x="180" y="303"/>
                    <a:pt x="179" y="303"/>
                  </a:cubicBezTo>
                  <a:cubicBezTo>
                    <a:pt x="179" y="303"/>
                    <a:pt x="179" y="303"/>
                    <a:pt x="179" y="303"/>
                  </a:cubicBezTo>
                  <a:cubicBezTo>
                    <a:pt x="179" y="303"/>
                    <a:pt x="179" y="303"/>
                    <a:pt x="179" y="303"/>
                  </a:cubicBezTo>
                  <a:cubicBezTo>
                    <a:pt x="179" y="303"/>
                    <a:pt x="179" y="303"/>
                    <a:pt x="179" y="303"/>
                  </a:cubicBezTo>
                  <a:cubicBezTo>
                    <a:pt x="179" y="303"/>
                    <a:pt x="179" y="303"/>
                    <a:pt x="179" y="303"/>
                  </a:cubicBezTo>
                  <a:cubicBezTo>
                    <a:pt x="179" y="303"/>
                    <a:pt x="179" y="303"/>
                    <a:pt x="179" y="303"/>
                  </a:cubicBezTo>
                  <a:cubicBezTo>
                    <a:pt x="180" y="303"/>
                    <a:pt x="181" y="304"/>
                    <a:pt x="181" y="304"/>
                  </a:cubicBezTo>
                  <a:cubicBezTo>
                    <a:pt x="181" y="304"/>
                    <a:pt x="180" y="302"/>
                    <a:pt x="182" y="303"/>
                  </a:cubicBezTo>
                  <a:cubicBezTo>
                    <a:pt x="182" y="303"/>
                    <a:pt x="182" y="302"/>
                    <a:pt x="181" y="301"/>
                  </a:cubicBezTo>
                  <a:cubicBezTo>
                    <a:pt x="181" y="300"/>
                    <a:pt x="183" y="303"/>
                    <a:pt x="182" y="302"/>
                  </a:cubicBezTo>
                  <a:cubicBezTo>
                    <a:pt x="183" y="303"/>
                    <a:pt x="185" y="304"/>
                    <a:pt x="186" y="305"/>
                  </a:cubicBezTo>
                  <a:cubicBezTo>
                    <a:pt x="186" y="305"/>
                    <a:pt x="187" y="306"/>
                    <a:pt x="186" y="306"/>
                  </a:cubicBezTo>
                  <a:cubicBezTo>
                    <a:pt x="187" y="306"/>
                    <a:pt x="187" y="307"/>
                    <a:pt x="187" y="307"/>
                  </a:cubicBezTo>
                  <a:cubicBezTo>
                    <a:pt x="187" y="306"/>
                    <a:pt x="185" y="305"/>
                    <a:pt x="185" y="304"/>
                  </a:cubicBezTo>
                  <a:cubicBezTo>
                    <a:pt x="183" y="303"/>
                    <a:pt x="185" y="304"/>
                    <a:pt x="183" y="302"/>
                  </a:cubicBezTo>
                  <a:cubicBezTo>
                    <a:pt x="184" y="302"/>
                    <a:pt x="184" y="302"/>
                    <a:pt x="184" y="301"/>
                  </a:cubicBezTo>
                  <a:cubicBezTo>
                    <a:pt x="184" y="301"/>
                    <a:pt x="185" y="303"/>
                    <a:pt x="186" y="303"/>
                  </a:cubicBezTo>
                  <a:cubicBezTo>
                    <a:pt x="185" y="302"/>
                    <a:pt x="185" y="301"/>
                    <a:pt x="185" y="301"/>
                  </a:cubicBezTo>
                  <a:cubicBezTo>
                    <a:pt x="185" y="300"/>
                    <a:pt x="184" y="300"/>
                    <a:pt x="184" y="298"/>
                  </a:cubicBezTo>
                  <a:cubicBezTo>
                    <a:pt x="183" y="298"/>
                    <a:pt x="183" y="297"/>
                    <a:pt x="183" y="297"/>
                  </a:cubicBezTo>
                  <a:cubicBezTo>
                    <a:pt x="184" y="299"/>
                    <a:pt x="186" y="301"/>
                    <a:pt x="186" y="301"/>
                  </a:cubicBezTo>
                  <a:cubicBezTo>
                    <a:pt x="188" y="304"/>
                    <a:pt x="185" y="301"/>
                    <a:pt x="187" y="303"/>
                  </a:cubicBezTo>
                  <a:cubicBezTo>
                    <a:pt x="188" y="305"/>
                    <a:pt x="187" y="306"/>
                    <a:pt x="187" y="305"/>
                  </a:cubicBezTo>
                  <a:cubicBezTo>
                    <a:pt x="188" y="307"/>
                    <a:pt x="187" y="305"/>
                    <a:pt x="188" y="307"/>
                  </a:cubicBezTo>
                  <a:cubicBezTo>
                    <a:pt x="188" y="307"/>
                    <a:pt x="188" y="305"/>
                    <a:pt x="188" y="305"/>
                  </a:cubicBezTo>
                  <a:cubicBezTo>
                    <a:pt x="187" y="304"/>
                    <a:pt x="187" y="304"/>
                    <a:pt x="187" y="303"/>
                  </a:cubicBezTo>
                  <a:cubicBezTo>
                    <a:pt x="186" y="300"/>
                    <a:pt x="188" y="304"/>
                    <a:pt x="188" y="304"/>
                  </a:cubicBezTo>
                  <a:cubicBezTo>
                    <a:pt x="189" y="305"/>
                    <a:pt x="189" y="305"/>
                    <a:pt x="189" y="305"/>
                  </a:cubicBezTo>
                  <a:cubicBezTo>
                    <a:pt x="189" y="306"/>
                    <a:pt x="188" y="304"/>
                    <a:pt x="189" y="304"/>
                  </a:cubicBezTo>
                  <a:cubicBezTo>
                    <a:pt x="190" y="307"/>
                    <a:pt x="189" y="305"/>
                    <a:pt x="189" y="306"/>
                  </a:cubicBezTo>
                  <a:cubicBezTo>
                    <a:pt x="190" y="308"/>
                    <a:pt x="190" y="308"/>
                    <a:pt x="190" y="308"/>
                  </a:cubicBezTo>
                  <a:cubicBezTo>
                    <a:pt x="190" y="308"/>
                    <a:pt x="189" y="309"/>
                    <a:pt x="188" y="310"/>
                  </a:cubicBezTo>
                  <a:cubicBezTo>
                    <a:pt x="188" y="309"/>
                    <a:pt x="188" y="309"/>
                    <a:pt x="188" y="309"/>
                  </a:cubicBezTo>
                  <a:cubicBezTo>
                    <a:pt x="187" y="311"/>
                    <a:pt x="186" y="306"/>
                    <a:pt x="186" y="311"/>
                  </a:cubicBezTo>
                  <a:cubicBezTo>
                    <a:pt x="186" y="312"/>
                    <a:pt x="186" y="312"/>
                    <a:pt x="186" y="312"/>
                  </a:cubicBezTo>
                  <a:cubicBezTo>
                    <a:pt x="185" y="310"/>
                    <a:pt x="185" y="310"/>
                    <a:pt x="185" y="310"/>
                  </a:cubicBezTo>
                  <a:cubicBezTo>
                    <a:pt x="185" y="311"/>
                    <a:pt x="184" y="310"/>
                    <a:pt x="184" y="312"/>
                  </a:cubicBezTo>
                  <a:cubicBezTo>
                    <a:pt x="184" y="310"/>
                    <a:pt x="184" y="310"/>
                    <a:pt x="184" y="310"/>
                  </a:cubicBezTo>
                  <a:cubicBezTo>
                    <a:pt x="184" y="310"/>
                    <a:pt x="184" y="313"/>
                    <a:pt x="183" y="312"/>
                  </a:cubicBezTo>
                  <a:cubicBezTo>
                    <a:pt x="183" y="311"/>
                    <a:pt x="183" y="311"/>
                    <a:pt x="183" y="311"/>
                  </a:cubicBezTo>
                  <a:cubicBezTo>
                    <a:pt x="183" y="311"/>
                    <a:pt x="183" y="311"/>
                    <a:pt x="183" y="311"/>
                  </a:cubicBezTo>
                  <a:cubicBezTo>
                    <a:pt x="182" y="311"/>
                    <a:pt x="182" y="312"/>
                    <a:pt x="181" y="312"/>
                  </a:cubicBezTo>
                  <a:cubicBezTo>
                    <a:pt x="182" y="311"/>
                    <a:pt x="182" y="311"/>
                    <a:pt x="183" y="310"/>
                  </a:cubicBezTo>
                  <a:cubicBezTo>
                    <a:pt x="181" y="308"/>
                    <a:pt x="177" y="307"/>
                    <a:pt x="178" y="311"/>
                  </a:cubicBezTo>
                  <a:cubicBezTo>
                    <a:pt x="178" y="312"/>
                    <a:pt x="176" y="309"/>
                    <a:pt x="176" y="309"/>
                  </a:cubicBezTo>
                  <a:cubicBezTo>
                    <a:pt x="177" y="312"/>
                    <a:pt x="172" y="313"/>
                    <a:pt x="178" y="313"/>
                  </a:cubicBezTo>
                  <a:cubicBezTo>
                    <a:pt x="178" y="313"/>
                    <a:pt x="179" y="313"/>
                    <a:pt x="179" y="313"/>
                  </a:cubicBezTo>
                  <a:cubicBezTo>
                    <a:pt x="179" y="314"/>
                    <a:pt x="180" y="316"/>
                    <a:pt x="183" y="321"/>
                  </a:cubicBezTo>
                  <a:cubicBezTo>
                    <a:pt x="183" y="321"/>
                    <a:pt x="183" y="321"/>
                    <a:pt x="183" y="321"/>
                  </a:cubicBezTo>
                  <a:cubicBezTo>
                    <a:pt x="185" y="320"/>
                    <a:pt x="189" y="325"/>
                    <a:pt x="192" y="323"/>
                  </a:cubicBezTo>
                  <a:cubicBezTo>
                    <a:pt x="192" y="322"/>
                    <a:pt x="192" y="321"/>
                    <a:pt x="192" y="321"/>
                  </a:cubicBezTo>
                  <a:cubicBezTo>
                    <a:pt x="192" y="322"/>
                    <a:pt x="192" y="322"/>
                    <a:pt x="192" y="322"/>
                  </a:cubicBezTo>
                  <a:cubicBezTo>
                    <a:pt x="193" y="320"/>
                    <a:pt x="193" y="320"/>
                    <a:pt x="193" y="320"/>
                  </a:cubicBezTo>
                  <a:cubicBezTo>
                    <a:pt x="193" y="320"/>
                    <a:pt x="193" y="322"/>
                    <a:pt x="192" y="322"/>
                  </a:cubicBezTo>
                  <a:cubicBezTo>
                    <a:pt x="194" y="322"/>
                    <a:pt x="195" y="322"/>
                    <a:pt x="196" y="322"/>
                  </a:cubicBezTo>
                  <a:cubicBezTo>
                    <a:pt x="197" y="320"/>
                    <a:pt x="197" y="322"/>
                    <a:pt x="197" y="320"/>
                  </a:cubicBezTo>
                  <a:cubicBezTo>
                    <a:pt x="197" y="321"/>
                    <a:pt x="197" y="321"/>
                    <a:pt x="197" y="321"/>
                  </a:cubicBezTo>
                  <a:cubicBezTo>
                    <a:pt x="198" y="320"/>
                    <a:pt x="198" y="320"/>
                    <a:pt x="199" y="322"/>
                  </a:cubicBezTo>
                  <a:cubicBezTo>
                    <a:pt x="199" y="323"/>
                    <a:pt x="199" y="323"/>
                    <a:pt x="199" y="323"/>
                  </a:cubicBezTo>
                  <a:cubicBezTo>
                    <a:pt x="198" y="323"/>
                    <a:pt x="198" y="323"/>
                    <a:pt x="197" y="323"/>
                  </a:cubicBezTo>
                  <a:cubicBezTo>
                    <a:pt x="198" y="323"/>
                    <a:pt x="198" y="323"/>
                    <a:pt x="198" y="323"/>
                  </a:cubicBezTo>
                  <a:cubicBezTo>
                    <a:pt x="197" y="324"/>
                    <a:pt x="197" y="324"/>
                    <a:pt x="197" y="324"/>
                  </a:cubicBezTo>
                  <a:cubicBezTo>
                    <a:pt x="197" y="324"/>
                    <a:pt x="196" y="325"/>
                    <a:pt x="197" y="325"/>
                  </a:cubicBezTo>
                  <a:cubicBezTo>
                    <a:pt x="199" y="325"/>
                    <a:pt x="199" y="325"/>
                    <a:pt x="199" y="325"/>
                  </a:cubicBezTo>
                  <a:cubicBezTo>
                    <a:pt x="199" y="325"/>
                    <a:pt x="201" y="325"/>
                    <a:pt x="199" y="326"/>
                  </a:cubicBezTo>
                  <a:cubicBezTo>
                    <a:pt x="197" y="326"/>
                    <a:pt x="197" y="326"/>
                    <a:pt x="197" y="326"/>
                  </a:cubicBezTo>
                  <a:cubicBezTo>
                    <a:pt x="197" y="326"/>
                    <a:pt x="198" y="326"/>
                    <a:pt x="198" y="326"/>
                  </a:cubicBezTo>
                  <a:cubicBezTo>
                    <a:pt x="195" y="326"/>
                    <a:pt x="195" y="326"/>
                    <a:pt x="195" y="326"/>
                  </a:cubicBezTo>
                  <a:cubicBezTo>
                    <a:pt x="199" y="326"/>
                    <a:pt x="196" y="327"/>
                    <a:pt x="197" y="327"/>
                  </a:cubicBezTo>
                  <a:cubicBezTo>
                    <a:pt x="196" y="327"/>
                    <a:pt x="196" y="327"/>
                    <a:pt x="196" y="327"/>
                  </a:cubicBezTo>
                  <a:cubicBezTo>
                    <a:pt x="195" y="328"/>
                    <a:pt x="198" y="327"/>
                    <a:pt x="198" y="327"/>
                  </a:cubicBezTo>
                  <a:cubicBezTo>
                    <a:pt x="198" y="328"/>
                    <a:pt x="195" y="328"/>
                    <a:pt x="194" y="328"/>
                  </a:cubicBezTo>
                  <a:cubicBezTo>
                    <a:pt x="194" y="329"/>
                    <a:pt x="196" y="329"/>
                    <a:pt x="194" y="330"/>
                  </a:cubicBezTo>
                  <a:cubicBezTo>
                    <a:pt x="195" y="330"/>
                    <a:pt x="196" y="331"/>
                    <a:pt x="197" y="331"/>
                  </a:cubicBezTo>
                  <a:cubicBezTo>
                    <a:pt x="197" y="332"/>
                    <a:pt x="194" y="331"/>
                    <a:pt x="195" y="332"/>
                  </a:cubicBezTo>
                  <a:cubicBezTo>
                    <a:pt x="195" y="332"/>
                    <a:pt x="194" y="332"/>
                    <a:pt x="193" y="332"/>
                  </a:cubicBezTo>
                  <a:cubicBezTo>
                    <a:pt x="194" y="332"/>
                    <a:pt x="193" y="333"/>
                    <a:pt x="195" y="332"/>
                  </a:cubicBezTo>
                  <a:cubicBezTo>
                    <a:pt x="194" y="333"/>
                    <a:pt x="194" y="334"/>
                    <a:pt x="195" y="334"/>
                  </a:cubicBezTo>
                  <a:cubicBezTo>
                    <a:pt x="195" y="334"/>
                    <a:pt x="193" y="334"/>
                    <a:pt x="192" y="334"/>
                  </a:cubicBezTo>
                  <a:cubicBezTo>
                    <a:pt x="194" y="334"/>
                    <a:pt x="195" y="335"/>
                    <a:pt x="194" y="335"/>
                  </a:cubicBezTo>
                  <a:cubicBezTo>
                    <a:pt x="196" y="335"/>
                    <a:pt x="196" y="335"/>
                    <a:pt x="198" y="335"/>
                  </a:cubicBezTo>
                  <a:cubicBezTo>
                    <a:pt x="198" y="335"/>
                    <a:pt x="199" y="335"/>
                    <a:pt x="199" y="335"/>
                  </a:cubicBezTo>
                  <a:cubicBezTo>
                    <a:pt x="197" y="336"/>
                    <a:pt x="194" y="336"/>
                    <a:pt x="194" y="336"/>
                  </a:cubicBezTo>
                  <a:cubicBezTo>
                    <a:pt x="191" y="336"/>
                    <a:pt x="194" y="335"/>
                    <a:pt x="192" y="336"/>
                  </a:cubicBezTo>
                  <a:cubicBezTo>
                    <a:pt x="189" y="335"/>
                    <a:pt x="189" y="335"/>
                    <a:pt x="191" y="334"/>
                  </a:cubicBezTo>
                  <a:cubicBezTo>
                    <a:pt x="188" y="334"/>
                    <a:pt x="190" y="335"/>
                    <a:pt x="188" y="335"/>
                  </a:cubicBezTo>
                  <a:cubicBezTo>
                    <a:pt x="188" y="335"/>
                    <a:pt x="189" y="335"/>
                    <a:pt x="190" y="336"/>
                  </a:cubicBezTo>
                  <a:cubicBezTo>
                    <a:pt x="191" y="336"/>
                    <a:pt x="191" y="336"/>
                    <a:pt x="192" y="336"/>
                  </a:cubicBezTo>
                  <a:cubicBezTo>
                    <a:pt x="195" y="336"/>
                    <a:pt x="190" y="336"/>
                    <a:pt x="190" y="337"/>
                  </a:cubicBezTo>
                  <a:cubicBezTo>
                    <a:pt x="190" y="336"/>
                    <a:pt x="190" y="336"/>
                    <a:pt x="190" y="336"/>
                  </a:cubicBezTo>
                  <a:cubicBezTo>
                    <a:pt x="189" y="337"/>
                    <a:pt x="191" y="337"/>
                    <a:pt x="190" y="337"/>
                  </a:cubicBezTo>
                  <a:cubicBezTo>
                    <a:pt x="187" y="337"/>
                    <a:pt x="190" y="337"/>
                    <a:pt x="188" y="336"/>
                  </a:cubicBezTo>
                  <a:cubicBezTo>
                    <a:pt x="186" y="337"/>
                    <a:pt x="186" y="337"/>
                    <a:pt x="186" y="337"/>
                  </a:cubicBezTo>
                  <a:cubicBezTo>
                    <a:pt x="185" y="337"/>
                    <a:pt x="188" y="337"/>
                    <a:pt x="188" y="337"/>
                  </a:cubicBezTo>
                  <a:cubicBezTo>
                    <a:pt x="186" y="337"/>
                    <a:pt x="186" y="337"/>
                    <a:pt x="186" y="337"/>
                  </a:cubicBezTo>
                  <a:cubicBezTo>
                    <a:pt x="187" y="338"/>
                    <a:pt x="187" y="338"/>
                    <a:pt x="187" y="338"/>
                  </a:cubicBezTo>
                  <a:cubicBezTo>
                    <a:pt x="188" y="338"/>
                    <a:pt x="190" y="338"/>
                    <a:pt x="190" y="337"/>
                  </a:cubicBezTo>
                  <a:cubicBezTo>
                    <a:pt x="193" y="337"/>
                    <a:pt x="190" y="338"/>
                    <a:pt x="191" y="338"/>
                  </a:cubicBezTo>
                  <a:cubicBezTo>
                    <a:pt x="193" y="338"/>
                    <a:pt x="191" y="338"/>
                    <a:pt x="193" y="338"/>
                  </a:cubicBezTo>
                  <a:cubicBezTo>
                    <a:pt x="194" y="338"/>
                    <a:pt x="194" y="338"/>
                    <a:pt x="195" y="338"/>
                  </a:cubicBezTo>
                  <a:cubicBezTo>
                    <a:pt x="195" y="339"/>
                    <a:pt x="193" y="339"/>
                    <a:pt x="191" y="339"/>
                  </a:cubicBezTo>
                  <a:cubicBezTo>
                    <a:pt x="191" y="339"/>
                    <a:pt x="191" y="338"/>
                    <a:pt x="192" y="338"/>
                  </a:cubicBezTo>
                  <a:cubicBezTo>
                    <a:pt x="190" y="338"/>
                    <a:pt x="188" y="339"/>
                    <a:pt x="187" y="338"/>
                  </a:cubicBezTo>
                  <a:cubicBezTo>
                    <a:pt x="186" y="339"/>
                    <a:pt x="188" y="339"/>
                    <a:pt x="189" y="339"/>
                  </a:cubicBezTo>
                  <a:cubicBezTo>
                    <a:pt x="189" y="339"/>
                    <a:pt x="190" y="339"/>
                    <a:pt x="191" y="339"/>
                  </a:cubicBezTo>
                  <a:cubicBezTo>
                    <a:pt x="196" y="340"/>
                    <a:pt x="187" y="339"/>
                    <a:pt x="188" y="340"/>
                  </a:cubicBezTo>
                  <a:cubicBezTo>
                    <a:pt x="191" y="340"/>
                    <a:pt x="193" y="341"/>
                    <a:pt x="196" y="340"/>
                  </a:cubicBezTo>
                  <a:cubicBezTo>
                    <a:pt x="197" y="341"/>
                    <a:pt x="197" y="341"/>
                    <a:pt x="197" y="341"/>
                  </a:cubicBezTo>
                  <a:cubicBezTo>
                    <a:pt x="195" y="341"/>
                    <a:pt x="195" y="341"/>
                    <a:pt x="193" y="341"/>
                  </a:cubicBezTo>
                  <a:cubicBezTo>
                    <a:pt x="193" y="341"/>
                    <a:pt x="193" y="341"/>
                    <a:pt x="193" y="341"/>
                  </a:cubicBezTo>
                  <a:cubicBezTo>
                    <a:pt x="191" y="341"/>
                    <a:pt x="191" y="341"/>
                    <a:pt x="191" y="341"/>
                  </a:cubicBezTo>
                  <a:cubicBezTo>
                    <a:pt x="189" y="341"/>
                    <a:pt x="188" y="341"/>
                    <a:pt x="187" y="341"/>
                  </a:cubicBezTo>
                  <a:cubicBezTo>
                    <a:pt x="188" y="342"/>
                    <a:pt x="189" y="341"/>
                    <a:pt x="189" y="342"/>
                  </a:cubicBezTo>
                  <a:cubicBezTo>
                    <a:pt x="188" y="342"/>
                    <a:pt x="187" y="342"/>
                    <a:pt x="187" y="342"/>
                  </a:cubicBezTo>
                  <a:cubicBezTo>
                    <a:pt x="188" y="342"/>
                    <a:pt x="190" y="342"/>
                    <a:pt x="191" y="342"/>
                  </a:cubicBezTo>
                  <a:cubicBezTo>
                    <a:pt x="191" y="343"/>
                    <a:pt x="189" y="343"/>
                    <a:pt x="188" y="343"/>
                  </a:cubicBezTo>
                  <a:cubicBezTo>
                    <a:pt x="187" y="342"/>
                    <a:pt x="187" y="342"/>
                    <a:pt x="187" y="342"/>
                  </a:cubicBezTo>
                  <a:cubicBezTo>
                    <a:pt x="188" y="343"/>
                    <a:pt x="186" y="342"/>
                    <a:pt x="186" y="343"/>
                  </a:cubicBezTo>
                  <a:cubicBezTo>
                    <a:pt x="188" y="343"/>
                    <a:pt x="189" y="343"/>
                    <a:pt x="191" y="343"/>
                  </a:cubicBezTo>
                  <a:cubicBezTo>
                    <a:pt x="191" y="343"/>
                    <a:pt x="190" y="344"/>
                    <a:pt x="190" y="344"/>
                  </a:cubicBezTo>
                  <a:cubicBezTo>
                    <a:pt x="189" y="343"/>
                    <a:pt x="189" y="343"/>
                    <a:pt x="189" y="343"/>
                  </a:cubicBezTo>
                  <a:cubicBezTo>
                    <a:pt x="189" y="344"/>
                    <a:pt x="186" y="343"/>
                    <a:pt x="186" y="344"/>
                  </a:cubicBezTo>
                  <a:cubicBezTo>
                    <a:pt x="188" y="344"/>
                    <a:pt x="188" y="344"/>
                    <a:pt x="188" y="344"/>
                  </a:cubicBezTo>
                  <a:cubicBezTo>
                    <a:pt x="186" y="344"/>
                    <a:pt x="186" y="344"/>
                    <a:pt x="186" y="344"/>
                  </a:cubicBezTo>
                  <a:cubicBezTo>
                    <a:pt x="188" y="344"/>
                    <a:pt x="187" y="344"/>
                    <a:pt x="188" y="344"/>
                  </a:cubicBezTo>
                  <a:cubicBezTo>
                    <a:pt x="187" y="344"/>
                    <a:pt x="187" y="344"/>
                    <a:pt x="187" y="344"/>
                  </a:cubicBezTo>
                  <a:cubicBezTo>
                    <a:pt x="187" y="345"/>
                    <a:pt x="190" y="345"/>
                    <a:pt x="188" y="345"/>
                  </a:cubicBezTo>
                  <a:cubicBezTo>
                    <a:pt x="190" y="345"/>
                    <a:pt x="188" y="345"/>
                    <a:pt x="189" y="345"/>
                  </a:cubicBezTo>
                  <a:cubicBezTo>
                    <a:pt x="191" y="344"/>
                    <a:pt x="191" y="345"/>
                    <a:pt x="191" y="345"/>
                  </a:cubicBezTo>
                  <a:cubicBezTo>
                    <a:pt x="188" y="345"/>
                    <a:pt x="191" y="346"/>
                    <a:pt x="191" y="346"/>
                  </a:cubicBezTo>
                  <a:cubicBezTo>
                    <a:pt x="190" y="346"/>
                    <a:pt x="189" y="346"/>
                    <a:pt x="188" y="346"/>
                  </a:cubicBezTo>
                  <a:cubicBezTo>
                    <a:pt x="190" y="346"/>
                    <a:pt x="190" y="346"/>
                    <a:pt x="190" y="346"/>
                  </a:cubicBezTo>
                  <a:cubicBezTo>
                    <a:pt x="187" y="346"/>
                    <a:pt x="191" y="347"/>
                    <a:pt x="190" y="347"/>
                  </a:cubicBezTo>
                  <a:cubicBezTo>
                    <a:pt x="189" y="347"/>
                    <a:pt x="187" y="347"/>
                    <a:pt x="187" y="347"/>
                  </a:cubicBezTo>
                  <a:cubicBezTo>
                    <a:pt x="190" y="347"/>
                    <a:pt x="190" y="347"/>
                    <a:pt x="192" y="347"/>
                  </a:cubicBezTo>
                  <a:cubicBezTo>
                    <a:pt x="191" y="348"/>
                    <a:pt x="189" y="347"/>
                    <a:pt x="187" y="347"/>
                  </a:cubicBezTo>
                  <a:cubicBezTo>
                    <a:pt x="189" y="348"/>
                    <a:pt x="185" y="348"/>
                    <a:pt x="188" y="348"/>
                  </a:cubicBezTo>
                  <a:cubicBezTo>
                    <a:pt x="189" y="348"/>
                    <a:pt x="190" y="348"/>
                    <a:pt x="191" y="348"/>
                  </a:cubicBezTo>
                  <a:cubicBezTo>
                    <a:pt x="191" y="349"/>
                    <a:pt x="190" y="348"/>
                    <a:pt x="189" y="348"/>
                  </a:cubicBezTo>
                  <a:cubicBezTo>
                    <a:pt x="189" y="349"/>
                    <a:pt x="191" y="349"/>
                    <a:pt x="192" y="349"/>
                  </a:cubicBezTo>
                  <a:cubicBezTo>
                    <a:pt x="191" y="349"/>
                    <a:pt x="194" y="349"/>
                    <a:pt x="192" y="350"/>
                  </a:cubicBezTo>
                  <a:cubicBezTo>
                    <a:pt x="191" y="350"/>
                    <a:pt x="191" y="349"/>
                    <a:pt x="190" y="349"/>
                  </a:cubicBezTo>
                  <a:cubicBezTo>
                    <a:pt x="190" y="350"/>
                    <a:pt x="194" y="350"/>
                    <a:pt x="195" y="350"/>
                  </a:cubicBezTo>
                  <a:cubicBezTo>
                    <a:pt x="196" y="350"/>
                    <a:pt x="199" y="351"/>
                    <a:pt x="200" y="351"/>
                  </a:cubicBezTo>
                  <a:cubicBezTo>
                    <a:pt x="199" y="352"/>
                    <a:pt x="199" y="351"/>
                    <a:pt x="197" y="351"/>
                  </a:cubicBezTo>
                  <a:cubicBezTo>
                    <a:pt x="197" y="351"/>
                    <a:pt x="197" y="351"/>
                    <a:pt x="197" y="351"/>
                  </a:cubicBezTo>
                  <a:cubicBezTo>
                    <a:pt x="194" y="351"/>
                    <a:pt x="192" y="350"/>
                    <a:pt x="190" y="350"/>
                  </a:cubicBezTo>
                  <a:cubicBezTo>
                    <a:pt x="191" y="350"/>
                    <a:pt x="191" y="350"/>
                    <a:pt x="191" y="350"/>
                  </a:cubicBezTo>
                  <a:cubicBezTo>
                    <a:pt x="188" y="350"/>
                    <a:pt x="188" y="350"/>
                    <a:pt x="188" y="350"/>
                  </a:cubicBezTo>
                  <a:cubicBezTo>
                    <a:pt x="190" y="350"/>
                    <a:pt x="188" y="351"/>
                    <a:pt x="189" y="351"/>
                  </a:cubicBezTo>
                  <a:cubicBezTo>
                    <a:pt x="190" y="351"/>
                    <a:pt x="188" y="351"/>
                    <a:pt x="189" y="351"/>
                  </a:cubicBezTo>
                  <a:cubicBezTo>
                    <a:pt x="190" y="351"/>
                    <a:pt x="193" y="351"/>
                    <a:pt x="192" y="352"/>
                  </a:cubicBezTo>
                  <a:cubicBezTo>
                    <a:pt x="188" y="351"/>
                    <a:pt x="188" y="351"/>
                    <a:pt x="188" y="351"/>
                  </a:cubicBezTo>
                  <a:cubicBezTo>
                    <a:pt x="188" y="352"/>
                    <a:pt x="190" y="352"/>
                    <a:pt x="189" y="352"/>
                  </a:cubicBezTo>
                  <a:cubicBezTo>
                    <a:pt x="188" y="352"/>
                    <a:pt x="188" y="352"/>
                    <a:pt x="188" y="352"/>
                  </a:cubicBezTo>
                  <a:cubicBezTo>
                    <a:pt x="188" y="353"/>
                    <a:pt x="188" y="354"/>
                    <a:pt x="192" y="356"/>
                  </a:cubicBezTo>
                  <a:cubicBezTo>
                    <a:pt x="190" y="356"/>
                    <a:pt x="190" y="356"/>
                    <a:pt x="189" y="357"/>
                  </a:cubicBezTo>
                  <a:cubicBezTo>
                    <a:pt x="189" y="357"/>
                    <a:pt x="191" y="357"/>
                    <a:pt x="191" y="357"/>
                  </a:cubicBezTo>
                  <a:cubicBezTo>
                    <a:pt x="189" y="357"/>
                    <a:pt x="189" y="357"/>
                    <a:pt x="189" y="357"/>
                  </a:cubicBezTo>
                  <a:cubicBezTo>
                    <a:pt x="188" y="357"/>
                    <a:pt x="189" y="358"/>
                    <a:pt x="191" y="359"/>
                  </a:cubicBezTo>
                  <a:cubicBezTo>
                    <a:pt x="189" y="358"/>
                    <a:pt x="189" y="358"/>
                    <a:pt x="189" y="358"/>
                  </a:cubicBezTo>
                  <a:cubicBezTo>
                    <a:pt x="188" y="359"/>
                    <a:pt x="190" y="359"/>
                    <a:pt x="191" y="359"/>
                  </a:cubicBezTo>
                  <a:cubicBezTo>
                    <a:pt x="189" y="359"/>
                    <a:pt x="189" y="359"/>
                    <a:pt x="189" y="359"/>
                  </a:cubicBezTo>
                  <a:cubicBezTo>
                    <a:pt x="191" y="359"/>
                    <a:pt x="191" y="359"/>
                    <a:pt x="191" y="359"/>
                  </a:cubicBezTo>
                  <a:cubicBezTo>
                    <a:pt x="191" y="360"/>
                    <a:pt x="191" y="360"/>
                    <a:pt x="189" y="360"/>
                  </a:cubicBezTo>
                  <a:cubicBezTo>
                    <a:pt x="190" y="360"/>
                    <a:pt x="190" y="360"/>
                    <a:pt x="190" y="360"/>
                  </a:cubicBezTo>
                  <a:cubicBezTo>
                    <a:pt x="189" y="360"/>
                    <a:pt x="189" y="361"/>
                    <a:pt x="189" y="362"/>
                  </a:cubicBezTo>
                  <a:cubicBezTo>
                    <a:pt x="190" y="362"/>
                    <a:pt x="191" y="362"/>
                    <a:pt x="192" y="362"/>
                  </a:cubicBezTo>
                  <a:cubicBezTo>
                    <a:pt x="194" y="362"/>
                    <a:pt x="192" y="362"/>
                    <a:pt x="193" y="362"/>
                  </a:cubicBezTo>
                  <a:cubicBezTo>
                    <a:pt x="191" y="362"/>
                    <a:pt x="191" y="362"/>
                    <a:pt x="191" y="362"/>
                  </a:cubicBezTo>
                  <a:cubicBezTo>
                    <a:pt x="187" y="362"/>
                    <a:pt x="190" y="364"/>
                    <a:pt x="189" y="365"/>
                  </a:cubicBezTo>
                  <a:cubicBezTo>
                    <a:pt x="190" y="365"/>
                    <a:pt x="190" y="365"/>
                    <a:pt x="190" y="365"/>
                  </a:cubicBezTo>
                  <a:cubicBezTo>
                    <a:pt x="188" y="365"/>
                    <a:pt x="190" y="366"/>
                    <a:pt x="189" y="367"/>
                  </a:cubicBezTo>
                  <a:cubicBezTo>
                    <a:pt x="190" y="367"/>
                    <a:pt x="193" y="367"/>
                    <a:pt x="193" y="368"/>
                  </a:cubicBezTo>
                  <a:cubicBezTo>
                    <a:pt x="195" y="368"/>
                    <a:pt x="190" y="368"/>
                    <a:pt x="189" y="368"/>
                  </a:cubicBezTo>
                  <a:cubicBezTo>
                    <a:pt x="190" y="368"/>
                    <a:pt x="190" y="368"/>
                    <a:pt x="190" y="369"/>
                  </a:cubicBezTo>
                  <a:cubicBezTo>
                    <a:pt x="190" y="369"/>
                    <a:pt x="190" y="369"/>
                    <a:pt x="190" y="369"/>
                  </a:cubicBezTo>
                  <a:cubicBezTo>
                    <a:pt x="191" y="369"/>
                    <a:pt x="191" y="369"/>
                    <a:pt x="190" y="369"/>
                  </a:cubicBezTo>
                  <a:cubicBezTo>
                    <a:pt x="190" y="369"/>
                    <a:pt x="190" y="369"/>
                    <a:pt x="190" y="369"/>
                  </a:cubicBezTo>
                  <a:cubicBezTo>
                    <a:pt x="190" y="370"/>
                    <a:pt x="189" y="370"/>
                    <a:pt x="189" y="370"/>
                  </a:cubicBezTo>
                  <a:cubicBezTo>
                    <a:pt x="191" y="370"/>
                    <a:pt x="190" y="371"/>
                    <a:pt x="191" y="371"/>
                  </a:cubicBezTo>
                  <a:cubicBezTo>
                    <a:pt x="190" y="371"/>
                    <a:pt x="190" y="371"/>
                    <a:pt x="190" y="371"/>
                  </a:cubicBezTo>
                  <a:cubicBezTo>
                    <a:pt x="192" y="371"/>
                    <a:pt x="192" y="371"/>
                    <a:pt x="192" y="371"/>
                  </a:cubicBezTo>
                  <a:cubicBezTo>
                    <a:pt x="191" y="371"/>
                    <a:pt x="191" y="371"/>
                    <a:pt x="191" y="371"/>
                  </a:cubicBezTo>
                  <a:cubicBezTo>
                    <a:pt x="189" y="371"/>
                    <a:pt x="189" y="371"/>
                    <a:pt x="189" y="371"/>
                  </a:cubicBezTo>
                  <a:cubicBezTo>
                    <a:pt x="188" y="371"/>
                    <a:pt x="191" y="371"/>
                    <a:pt x="192" y="372"/>
                  </a:cubicBezTo>
                  <a:cubicBezTo>
                    <a:pt x="193" y="372"/>
                    <a:pt x="191" y="372"/>
                    <a:pt x="191" y="372"/>
                  </a:cubicBezTo>
                  <a:cubicBezTo>
                    <a:pt x="190" y="372"/>
                    <a:pt x="191" y="372"/>
                    <a:pt x="191" y="372"/>
                  </a:cubicBezTo>
                  <a:cubicBezTo>
                    <a:pt x="189" y="371"/>
                    <a:pt x="190" y="372"/>
                    <a:pt x="189" y="372"/>
                  </a:cubicBezTo>
                  <a:cubicBezTo>
                    <a:pt x="189" y="372"/>
                    <a:pt x="191" y="372"/>
                    <a:pt x="191" y="372"/>
                  </a:cubicBezTo>
                  <a:cubicBezTo>
                    <a:pt x="190" y="373"/>
                    <a:pt x="191" y="373"/>
                    <a:pt x="189" y="373"/>
                  </a:cubicBezTo>
                  <a:cubicBezTo>
                    <a:pt x="190" y="373"/>
                    <a:pt x="190" y="373"/>
                    <a:pt x="191" y="374"/>
                  </a:cubicBezTo>
                  <a:cubicBezTo>
                    <a:pt x="191" y="373"/>
                    <a:pt x="191" y="373"/>
                    <a:pt x="193" y="373"/>
                  </a:cubicBezTo>
                  <a:cubicBezTo>
                    <a:pt x="193" y="373"/>
                    <a:pt x="193" y="374"/>
                    <a:pt x="192" y="374"/>
                  </a:cubicBezTo>
                  <a:cubicBezTo>
                    <a:pt x="192" y="374"/>
                    <a:pt x="192" y="374"/>
                    <a:pt x="192" y="374"/>
                  </a:cubicBezTo>
                  <a:cubicBezTo>
                    <a:pt x="192" y="374"/>
                    <a:pt x="192" y="374"/>
                    <a:pt x="193" y="374"/>
                  </a:cubicBezTo>
                  <a:cubicBezTo>
                    <a:pt x="191" y="374"/>
                    <a:pt x="191" y="374"/>
                    <a:pt x="191" y="374"/>
                  </a:cubicBezTo>
                  <a:cubicBezTo>
                    <a:pt x="193" y="374"/>
                    <a:pt x="192" y="375"/>
                    <a:pt x="193" y="375"/>
                  </a:cubicBezTo>
                  <a:cubicBezTo>
                    <a:pt x="191" y="375"/>
                    <a:pt x="189" y="375"/>
                    <a:pt x="189" y="375"/>
                  </a:cubicBezTo>
                  <a:cubicBezTo>
                    <a:pt x="190" y="376"/>
                    <a:pt x="190" y="376"/>
                    <a:pt x="190" y="376"/>
                  </a:cubicBezTo>
                  <a:cubicBezTo>
                    <a:pt x="191" y="376"/>
                    <a:pt x="190" y="376"/>
                    <a:pt x="189" y="376"/>
                  </a:cubicBezTo>
                  <a:cubicBezTo>
                    <a:pt x="188" y="376"/>
                    <a:pt x="194" y="377"/>
                    <a:pt x="192" y="377"/>
                  </a:cubicBezTo>
                  <a:cubicBezTo>
                    <a:pt x="190" y="377"/>
                    <a:pt x="190" y="377"/>
                    <a:pt x="189" y="377"/>
                  </a:cubicBezTo>
                  <a:cubicBezTo>
                    <a:pt x="190" y="378"/>
                    <a:pt x="191" y="378"/>
                    <a:pt x="191" y="378"/>
                  </a:cubicBezTo>
                  <a:cubicBezTo>
                    <a:pt x="192" y="378"/>
                    <a:pt x="189" y="377"/>
                    <a:pt x="191" y="377"/>
                  </a:cubicBezTo>
                  <a:cubicBezTo>
                    <a:pt x="192" y="377"/>
                    <a:pt x="191" y="378"/>
                    <a:pt x="192" y="378"/>
                  </a:cubicBezTo>
                  <a:cubicBezTo>
                    <a:pt x="187" y="378"/>
                    <a:pt x="191" y="380"/>
                    <a:pt x="188" y="380"/>
                  </a:cubicBezTo>
                  <a:cubicBezTo>
                    <a:pt x="191" y="380"/>
                    <a:pt x="189" y="381"/>
                    <a:pt x="190" y="381"/>
                  </a:cubicBezTo>
                  <a:cubicBezTo>
                    <a:pt x="187" y="381"/>
                    <a:pt x="190" y="382"/>
                    <a:pt x="189" y="382"/>
                  </a:cubicBezTo>
                  <a:cubicBezTo>
                    <a:pt x="191" y="382"/>
                    <a:pt x="191" y="382"/>
                    <a:pt x="191" y="382"/>
                  </a:cubicBezTo>
                  <a:cubicBezTo>
                    <a:pt x="190" y="382"/>
                    <a:pt x="195" y="383"/>
                    <a:pt x="192" y="383"/>
                  </a:cubicBezTo>
                  <a:cubicBezTo>
                    <a:pt x="191" y="383"/>
                    <a:pt x="190" y="383"/>
                    <a:pt x="190" y="383"/>
                  </a:cubicBezTo>
                  <a:cubicBezTo>
                    <a:pt x="187" y="383"/>
                    <a:pt x="192" y="384"/>
                    <a:pt x="189" y="384"/>
                  </a:cubicBezTo>
                  <a:cubicBezTo>
                    <a:pt x="190" y="384"/>
                    <a:pt x="192" y="384"/>
                    <a:pt x="193" y="385"/>
                  </a:cubicBezTo>
                  <a:cubicBezTo>
                    <a:pt x="192" y="385"/>
                    <a:pt x="190" y="385"/>
                    <a:pt x="190" y="385"/>
                  </a:cubicBezTo>
                  <a:cubicBezTo>
                    <a:pt x="190" y="386"/>
                    <a:pt x="191" y="386"/>
                    <a:pt x="190" y="386"/>
                  </a:cubicBezTo>
                  <a:cubicBezTo>
                    <a:pt x="189" y="386"/>
                    <a:pt x="189" y="386"/>
                    <a:pt x="189" y="386"/>
                  </a:cubicBezTo>
                  <a:cubicBezTo>
                    <a:pt x="188" y="386"/>
                    <a:pt x="189" y="386"/>
                    <a:pt x="190" y="387"/>
                  </a:cubicBezTo>
                  <a:cubicBezTo>
                    <a:pt x="188" y="387"/>
                    <a:pt x="189" y="388"/>
                    <a:pt x="188" y="388"/>
                  </a:cubicBezTo>
                  <a:cubicBezTo>
                    <a:pt x="191" y="389"/>
                    <a:pt x="187" y="389"/>
                    <a:pt x="190" y="389"/>
                  </a:cubicBezTo>
                  <a:cubicBezTo>
                    <a:pt x="189" y="389"/>
                    <a:pt x="189" y="389"/>
                    <a:pt x="189" y="389"/>
                  </a:cubicBezTo>
                  <a:cubicBezTo>
                    <a:pt x="190" y="389"/>
                    <a:pt x="192" y="390"/>
                    <a:pt x="192" y="390"/>
                  </a:cubicBezTo>
                  <a:cubicBezTo>
                    <a:pt x="190" y="390"/>
                    <a:pt x="190" y="390"/>
                    <a:pt x="190" y="390"/>
                  </a:cubicBezTo>
                  <a:cubicBezTo>
                    <a:pt x="188" y="390"/>
                    <a:pt x="190" y="390"/>
                    <a:pt x="189" y="391"/>
                  </a:cubicBezTo>
                  <a:cubicBezTo>
                    <a:pt x="190" y="390"/>
                    <a:pt x="189" y="391"/>
                    <a:pt x="190" y="391"/>
                  </a:cubicBezTo>
                  <a:cubicBezTo>
                    <a:pt x="191" y="391"/>
                    <a:pt x="191" y="391"/>
                    <a:pt x="191" y="391"/>
                  </a:cubicBezTo>
                  <a:cubicBezTo>
                    <a:pt x="192" y="392"/>
                    <a:pt x="192" y="391"/>
                    <a:pt x="192" y="392"/>
                  </a:cubicBezTo>
                  <a:cubicBezTo>
                    <a:pt x="192" y="392"/>
                    <a:pt x="190" y="392"/>
                    <a:pt x="190" y="392"/>
                  </a:cubicBezTo>
                  <a:cubicBezTo>
                    <a:pt x="189" y="392"/>
                    <a:pt x="190" y="392"/>
                    <a:pt x="190" y="393"/>
                  </a:cubicBezTo>
                  <a:cubicBezTo>
                    <a:pt x="190" y="393"/>
                    <a:pt x="190" y="392"/>
                    <a:pt x="191" y="393"/>
                  </a:cubicBezTo>
                  <a:cubicBezTo>
                    <a:pt x="191" y="393"/>
                    <a:pt x="190" y="393"/>
                    <a:pt x="190" y="393"/>
                  </a:cubicBezTo>
                  <a:cubicBezTo>
                    <a:pt x="190" y="393"/>
                    <a:pt x="191" y="393"/>
                    <a:pt x="191" y="393"/>
                  </a:cubicBezTo>
                  <a:cubicBezTo>
                    <a:pt x="191" y="393"/>
                    <a:pt x="191" y="393"/>
                    <a:pt x="191" y="393"/>
                  </a:cubicBezTo>
                  <a:cubicBezTo>
                    <a:pt x="190" y="393"/>
                    <a:pt x="190" y="393"/>
                    <a:pt x="190" y="393"/>
                  </a:cubicBezTo>
                  <a:cubicBezTo>
                    <a:pt x="190" y="393"/>
                    <a:pt x="190" y="393"/>
                    <a:pt x="190" y="393"/>
                  </a:cubicBezTo>
                  <a:cubicBezTo>
                    <a:pt x="190" y="393"/>
                    <a:pt x="190" y="393"/>
                    <a:pt x="190" y="393"/>
                  </a:cubicBezTo>
                  <a:cubicBezTo>
                    <a:pt x="190" y="393"/>
                    <a:pt x="190" y="393"/>
                    <a:pt x="190" y="393"/>
                  </a:cubicBezTo>
                  <a:cubicBezTo>
                    <a:pt x="188" y="393"/>
                    <a:pt x="188" y="393"/>
                    <a:pt x="188" y="393"/>
                  </a:cubicBezTo>
                  <a:cubicBezTo>
                    <a:pt x="188" y="394"/>
                    <a:pt x="190" y="394"/>
                    <a:pt x="191" y="394"/>
                  </a:cubicBezTo>
                  <a:cubicBezTo>
                    <a:pt x="189" y="395"/>
                    <a:pt x="191" y="396"/>
                    <a:pt x="192" y="396"/>
                  </a:cubicBezTo>
                  <a:cubicBezTo>
                    <a:pt x="192" y="396"/>
                    <a:pt x="190" y="396"/>
                    <a:pt x="191" y="396"/>
                  </a:cubicBezTo>
                  <a:cubicBezTo>
                    <a:pt x="191" y="397"/>
                    <a:pt x="193" y="397"/>
                    <a:pt x="192" y="397"/>
                  </a:cubicBezTo>
                  <a:cubicBezTo>
                    <a:pt x="192" y="397"/>
                    <a:pt x="191" y="397"/>
                    <a:pt x="191" y="398"/>
                  </a:cubicBezTo>
                  <a:cubicBezTo>
                    <a:pt x="190" y="398"/>
                    <a:pt x="192" y="397"/>
                    <a:pt x="192" y="397"/>
                  </a:cubicBezTo>
                  <a:cubicBezTo>
                    <a:pt x="190" y="398"/>
                    <a:pt x="194" y="399"/>
                    <a:pt x="192" y="400"/>
                  </a:cubicBezTo>
                  <a:cubicBezTo>
                    <a:pt x="192" y="399"/>
                    <a:pt x="191" y="399"/>
                    <a:pt x="191" y="399"/>
                  </a:cubicBezTo>
                  <a:cubicBezTo>
                    <a:pt x="191" y="400"/>
                    <a:pt x="192" y="400"/>
                    <a:pt x="194" y="401"/>
                  </a:cubicBezTo>
                  <a:cubicBezTo>
                    <a:pt x="192" y="401"/>
                    <a:pt x="192" y="401"/>
                    <a:pt x="192" y="401"/>
                  </a:cubicBezTo>
                  <a:cubicBezTo>
                    <a:pt x="192" y="401"/>
                    <a:pt x="193" y="401"/>
                    <a:pt x="194" y="401"/>
                  </a:cubicBezTo>
                  <a:cubicBezTo>
                    <a:pt x="195" y="401"/>
                    <a:pt x="196" y="401"/>
                    <a:pt x="196" y="402"/>
                  </a:cubicBezTo>
                  <a:cubicBezTo>
                    <a:pt x="196" y="402"/>
                    <a:pt x="196" y="402"/>
                    <a:pt x="196" y="402"/>
                  </a:cubicBezTo>
                  <a:cubicBezTo>
                    <a:pt x="196" y="402"/>
                    <a:pt x="197" y="402"/>
                    <a:pt x="197" y="402"/>
                  </a:cubicBezTo>
                  <a:cubicBezTo>
                    <a:pt x="196" y="403"/>
                    <a:pt x="196" y="402"/>
                    <a:pt x="195" y="402"/>
                  </a:cubicBezTo>
                  <a:cubicBezTo>
                    <a:pt x="193" y="403"/>
                    <a:pt x="194" y="404"/>
                    <a:pt x="194" y="404"/>
                  </a:cubicBezTo>
                  <a:cubicBezTo>
                    <a:pt x="195" y="404"/>
                    <a:pt x="195" y="404"/>
                    <a:pt x="195" y="404"/>
                  </a:cubicBezTo>
                  <a:cubicBezTo>
                    <a:pt x="196" y="404"/>
                    <a:pt x="194" y="404"/>
                    <a:pt x="194" y="404"/>
                  </a:cubicBezTo>
                  <a:cubicBezTo>
                    <a:pt x="199" y="405"/>
                    <a:pt x="199" y="405"/>
                    <a:pt x="199" y="405"/>
                  </a:cubicBezTo>
                  <a:cubicBezTo>
                    <a:pt x="198" y="404"/>
                    <a:pt x="197" y="405"/>
                    <a:pt x="196" y="405"/>
                  </a:cubicBezTo>
                  <a:cubicBezTo>
                    <a:pt x="196" y="405"/>
                    <a:pt x="199" y="406"/>
                    <a:pt x="201" y="406"/>
                  </a:cubicBezTo>
                  <a:cubicBezTo>
                    <a:pt x="200" y="406"/>
                    <a:pt x="201" y="406"/>
                    <a:pt x="201" y="407"/>
                  </a:cubicBezTo>
                  <a:cubicBezTo>
                    <a:pt x="200" y="407"/>
                    <a:pt x="202" y="407"/>
                    <a:pt x="200" y="407"/>
                  </a:cubicBezTo>
                  <a:cubicBezTo>
                    <a:pt x="199" y="407"/>
                    <a:pt x="199" y="407"/>
                    <a:pt x="199" y="407"/>
                  </a:cubicBezTo>
                  <a:cubicBezTo>
                    <a:pt x="199" y="407"/>
                    <a:pt x="197" y="407"/>
                    <a:pt x="196" y="407"/>
                  </a:cubicBezTo>
                  <a:cubicBezTo>
                    <a:pt x="196" y="407"/>
                    <a:pt x="196" y="408"/>
                    <a:pt x="195" y="409"/>
                  </a:cubicBezTo>
                  <a:cubicBezTo>
                    <a:pt x="198" y="408"/>
                    <a:pt x="197" y="410"/>
                    <a:pt x="199" y="409"/>
                  </a:cubicBezTo>
                  <a:cubicBezTo>
                    <a:pt x="200" y="410"/>
                    <a:pt x="197" y="410"/>
                    <a:pt x="197" y="410"/>
                  </a:cubicBezTo>
                  <a:cubicBezTo>
                    <a:pt x="198" y="411"/>
                    <a:pt x="197" y="411"/>
                    <a:pt x="197" y="412"/>
                  </a:cubicBezTo>
                  <a:cubicBezTo>
                    <a:pt x="197" y="412"/>
                    <a:pt x="197" y="412"/>
                    <a:pt x="197" y="412"/>
                  </a:cubicBezTo>
                  <a:cubicBezTo>
                    <a:pt x="198" y="412"/>
                    <a:pt x="197" y="413"/>
                    <a:pt x="199" y="413"/>
                  </a:cubicBezTo>
                  <a:cubicBezTo>
                    <a:pt x="198" y="413"/>
                    <a:pt x="198" y="413"/>
                    <a:pt x="198" y="413"/>
                  </a:cubicBezTo>
                  <a:cubicBezTo>
                    <a:pt x="197" y="414"/>
                    <a:pt x="201" y="413"/>
                    <a:pt x="200" y="414"/>
                  </a:cubicBezTo>
                  <a:cubicBezTo>
                    <a:pt x="199" y="414"/>
                    <a:pt x="199" y="414"/>
                    <a:pt x="199" y="414"/>
                  </a:cubicBezTo>
                  <a:cubicBezTo>
                    <a:pt x="200" y="414"/>
                    <a:pt x="198" y="415"/>
                    <a:pt x="200" y="415"/>
                  </a:cubicBezTo>
                  <a:cubicBezTo>
                    <a:pt x="199" y="415"/>
                    <a:pt x="199" y="415"/>
                    <a:pt x="198" y="415"/>
                  </a:cubicBezTo>
                  <a:cubicBezTo>
                    <a:pt x="199" y="415"/>
                    <a:pt x="199" y="416"/>
                    <a:pt x="200" y="416"/>
                  </a:cubicBezTo>
                  <a:cubicBezTo>
                    <a:pt x="198" y="416"/>
                    <a:pt x="198" y="416"/>
                    <a:pt x="198" y="416"/>
                  </a:cubicBezTo>
                  <a:cubicBezTo>
                    <a:pt x="197" y="417"/>
                    <a:pt x="201" y="416"/>
                    <a:pt x="200" y="417"/>
                  </a:cubicBezTo>
                  <a:cubicBezTo>
                    <a:pt x="200" y="417"/>
                    <a:pt x="199" y="417"/>
                    <a:pt x="199" y="417"/>
                  </a:cubicBezTo>
                  <a:cubicBezTo>
                    <a:pt x="200" y="417"/>
                    <a:pt x="200" y="418"/>
                    <a:pt x="200" y="418"/>
                  </a:cubicBezTo>
                  <a:cubicBezTo>
                    <a:pt x="198" y="419"/>
                    <a:pt x="198" y="419"/>
                    <a:pt x="198" y="419"/>
                  </a:cubicBezTo>
                  <a:cubicBezTo>
                    <a:pt x="198" y="421"/>
                    <a:pt x="198" y="423"/>
                    <a:pt x="201" y="425"/>
                  </a:cubicBezTo>
                  <a:cubicBezTo>
                    <a:pt x="198" y="425"/>
                    <a:pt x="199" y="424"/>
                    <a:pt x="197" y="425"/>
                  </a:cubicBezTo>
                  <a:cubicBezTo>
                    <a:pt x="200" y="425"/>
                    <a:pt x="198" y="425"/>
                    <a:pt x="199" y="426"/>
                  </a:cubicBezTo>
                  <a:cubicBezTo>
                    <a:pt x="198" y="426"/>
                    <a:pt x="198" y="426"/>
                    <a:pt x="198" y="426"/>
                  </a:cubicBezTo>
                  <a:cubicBezTo>
                    <a:pt x="199" y="426"/>
                    <a:pt x="198" y="426"/>
                    <a:pt x="198" y="426"/>
                  </a:cubicBezTo>
                  <a:cubicBezTo>
                    <a:pt x="199" y="426"/>
                    <a:pt x="199" y="426"/>
                    <a:pt x="199" y="426"/>
                  </a:cubicBezTo>
                  <a:cubicBezTo>
                    <a:pt x="199" y="426"/>
                    <a:pt x="199" y="427"/>
                    <a:pt x="199" y="427"/>
                  </a:cubicBezTo>
                  <a:cubicBezTo>
                    <a:pt x="199" y="427"/>
                    <a:pt x="199" y="427"/>
                    <a:pt x="199" y="427"/>
                  </a:cubicBezTo>
                  <a:cubicBezTo>
                    <a:pt x="199" y="427"/>
                    <a:pt x="199" y="427"/>
                    <a:pt x="199" y="427"/>
                  </a:cubicBezTo>
                  <a:cubicBezTo>
                    <a:pt x="198" y="427"/>
                    <a:pt x="197" y="427"/>
                    <a:pt x="199" y="427"/>
                  </a:cubicBezTo>
                  <a:cubicBezTo>
                    <a:pt x="199" y="427"/>
                    <a:pt x="199" y="427"/>
                    <a:pt x="199" y="427"/>
                  </a:cubicBezTo>
                  <a:cubicBezTo>
                    <a:pt x="197" y="428"/>
                    <a:pt x="197" y="428"/>
                    <a:pt x="197" y="428"/>
                  </a:cubicBezTo>
                  <a:cubicBezTo>
                    <a:pt x="200" y="428"/>
                    <a:pt x="198" y="428"/>
                    <a:pt x="198" y="428"/>
                  </a:cubicBezTo>
                  <a:cubicBezTo>
                    <a:pt x="197" y="429"/>
                    <a:pt x="194" y="427"/>
                    <a:pt x="194" y="429"/>
                  </a:cubicBezTo>
                  <a:cubicBezTo>
                    <a:pt x="194" y="429"/>
                    <a:pt x="194" y="429"/>
                    <a:pt x="194" y="429"/>
                  </a:cubicBezTo>
                  <a:cubicBezTo>
                    <a:pt x="189" y="432"/>
                    <a:pt x="183" y="435"/>
                    <a:pt x="180" y="441"/>
                  </a:cubicBezTo>
                  <a:cubicBezTo>
                    <a:pt x="180" y="442"/>
                    <a:pt x="179" y="443"/>
                    <a:pt x="178" y="444"/>
                  </a:cubicBezTo>
                  <a:cubicBezTo>
                    <a:pt x="178" y="441"/>
                    <a:pt x="178" y="437"/>
                    <a:pt x="180" y="434"/>
                  </a:cubicBezTo>
                  <a:cubicBezTo>
                    <a:pt x="179" y="431"/>
                    <a:pt x="178" y="427"/>
                    <a:pt x="179" y="425"/>
                  </a:cubicBezTo>
                  <a:cubicBezTo>
                    <a:pt x="178" y="412"/>
                    <a:pt x="182" y="402"/>
                    <a:pt x="179" y="389"/>
                  </a:cubicBezTo>
                  <a:cubicBezTo>
                    <a:pt x="179" y="390"/>
                    <a:pt x="178" y="389"/>
                    <a:pt x="177" y="389"/>
                  </a:cubicBezTo>
                  <a:cubicBezTo>
                    <a:pt x="178" y="389"/>
                    <a:pt x="178" y="389"/>
                    <a:pt x="178" y="389"/>
                  </a:cubicBezTo>
                  <a:cubicBezTo>
                    <a:pt x="176" y="388"/>
                    <a:pt x="176" y="388"/>
                    <a:pt x="176" y="388"/>
                  </a:cubicBezTo>
                  <a:cubicBezTo>
                    <a:pt x="176" y="387"/>
                    <a:pt x="178" y="387"/>
                    <a:pt x="178" y="388"/>
                  </a:cubicBezTo>
                  <a:cubicBezTo>
                    <a:pt x="178" y="383"/>
                    <a:pt x="177" y="379"/>
                    <a:pt x="178" y="374"/>
                  </a:cubicBezTo>
                  <a:cubicBezTo>
                    <a:pt x="175" y="374"/>
                    <a:pt x="177" y="371"/>
                    <a:pt x="175" y="371"/>
                  </a:cubicBezTo>
                  <a:cubicBezTo>
                    <a:pt x="176" y="371"/>
                    <a:pt x="176" y="371"/>
                    <a:pt x="176" y="371"/>
                  </a:cubicBezTo>
                  <a:cubicBezTo>
                    <a:pt x="175" y="368"/>
                    <a:pt x="175" y="368"/>
                    <a:pt x="177" y="365"/>
                  </a:cubicBezTo>
                  <a:cubicBezTo>
                    <a:pt x="178" y="353"/>
                    <a:pt x="176" y="340"/>
                    <a:pt x="174" y="326"/>
                  </a:cubicBezTo>
                  <a:cubicBezTo>
                    <a:pt x="170" y="313"/>
                    <a:pt x="162" y="297"/>
                    <a:pt x="148" y="288"/>
                  </a:cubicBezTo>
                  <a:cubicBezTo>
                    <a:pt x="143" y="290"/>
                    <a:pt x="142" y="286"/>
                    <a:pt x="138" y="288"/>
                  </a:cubicBezTo>
                  <a:cubicBezTo>
                    <a:pt x="138" y="287"/>
                    <a:pt x="138" y="287"/>
                    <a:pt x="138" y="287"/>
                  </a:cubicBezTo>
                  <a:cubicBezTo>
                    <a:pt x="136" y="288"/>
                    <a:pt x="136" y="286"/>
                    <a:pt x="133" y="284"/>
                  </a:cubicBezTo>
                  <a:cubicBezTo>
                    <a:pt x="133" y="285"/>
                    <a:pt x="132" y="284"/>
                    <a:pt x="132" y="286"/>
                  </a:cubicBezTo>
                  <a:cubicBezTo>
                    <a:pt x="131" y="287"/>
                    <a:pt x="131" y="282"/>
                    <a:pt x="129" y="283"/>
                  </a:cubicBezTo>
                  <a:cubicBezTo>
                    <a:pt x="129" y="282"/>
                    <a:pt x="129" y="284"/>
                    <a:pt x="129" y="283"/>
                  </a:cubicBezTo>
                  <a:cubicBezTo>
                    <a:pt x="125" y="285"/>
                    <a:pt x="129" y="282"/>
                    <a:pt x="127" y="279"/>
                  </a:cubicBezTo>
                  <a:cubicBezTo>
                    <a:pt x="120" y="278"/>
                    <a:pt x="113" y="280"/>
                    <a:pt x="107" y="278"/>
                  </a:cubicBezTo>
                  <a:cubicBezTo>
                    <a:pt x="108" y="278"/>
                    <a:pt x="108" y="280"/>
                    <a:pt x="107" y="280"/>
                  </a:cubicBezTo>
                  <a:cubicBezTo>
                    <a:pt x="107" y="276"/>
                    <a:pt x="105" y="280"/>
                    <a:pt x="104" y="279"/>
                  </a:cubicBezTo>
                  <a:cubicBezTo>
                    <a:pt x="104" y="278"/>
                    <a:pt x="105" y="278"/>
                    <a:pt x="105" y="278"/>
                  </a:cubicBezTo>
                  <a:cubicBezTo>
                    <a:pt x="103" y="276"/>
                    <a:pt x="101" y="278"/>
                    <a:pt x="98" y="277"/>
                  </a:cubicBezTo>
                  <a:cubicBezTo>
                    <a:pt x="96" y="278"/>
                    <a:pt x="94" y="275"/>
                    <a:pt x="92" y="277"/>
                  </a:cubicBezTo>
                  <a:cubicBezTo>
                    <a:pt x="93" y="275"/>
                    <a:pt x="91" y="276"/>
                    <a:pt x="91" y="275"/>
                  </a:cubicBezTo>
                  <a:cubicBezTo>
                    <a:pt x="89" y="279"/>
                    <a:pt x="88" y="273"/>
                    <a:pt x="85" y="275"/>
                  </a:cubicBezTo>
                  <a:cubicBezTo>
                    <a:pt x="86" y="275"/>
                    <a:pt x="86" y="275"/>
                    <a:pt x="86" y="275"/>
                  </a:cubicBezTo>
                  <a:cubicBezTo>
                    <a:pt x="80" y="274"/>
                    <a:pt x="77" y="272"/>
                    <a:pt x="72" y="271"/>
                  </a:cubicBezTo>
                  <a:cubicBezTo>
                    <a:pt x="69" y="270"/>
                    <a:pt x="69" y="264"/>
                    <a:pt x="66" y="264"/>
                  </a:cubicBezTo>
                  <a:cubicBezTo>
                    <a:pt x="65" y="265"/>
                    <a:pt x="65" y="265"/>
                    <a:pt x="64" y="265"/>
                  </a:cubicBezTo>
                  <a:cubicBezTo>
                    <a:pt x="64" y="264"/>
                    <a:pt x="65" y="264"/>
                    <a:pt x="65" y="264"/>
                  </a:cubicBezTo>
                  <a:cubicBezTo>
                    <a:pt x="63" y="263"/>
                    <a:pt x="63" y="260"/>
                    <a:pt x="62" y="259"/>
                  </a:cubicBezTo>
                  <a:cubicBezTo>
                    <a:pt x="62" y="259"/>
                    <a:pt x="61" y="258"/>
                    <a:pt x="60" y="259"/>
                  </a:cubicBezTo>
                  <a:cubicBezTo>
                    <a:pt x="61" y="256"/>
                    <a:pt x="56" y="255"/>
                    <a:pt x="57" y="252"/>
                  </a:cubicBezTo>
                  <a:cubicBezTo>
                    <a:pt x="54" y="254"/>
                    <a:pt x="54" y="252"/>
                    <a:pt x="53" y="251"/>
                  </a:cubicBezTo>
                  <a:cubicBezTo>
                    <a:pt x="53" y="251"/>
                    <a:pt x="54" y="250"/>
                    <a:pt x="54" y="250"/>
                  </a:cubicBezTo>
                  <a:cubicBezTo>
                    <a:pt x="53" y="249"/>
                    <a:pt x="53" y="248"/>
                    <a:pt x="53" y="245"/>
                  </a:cubicBezTo>
                  <a:cubicBezTo>
                    <a:pt x="52" y="245"/>
                    <a:pt x="50" y="245"/>
                    <a:pt x="50" y="244"/>
                  </a:cubicBezTo>
                  <a:cubicBezTo>
                    <a:pt x="52" y="242"/>
                    <a:pt x="50" y="241"/>
                    <a:pt x="50" y="240"/>
                  </a:cubicBezTo>
                  <a:cubicBezTo>
                    <a:pt x="48" y="241"/>
                    <a:pt x="46" y="240"/>
                    <a:pt x="47" y="239"/>
                  </a:cubicBezTo>
                  <a:cubicBezTo>
                    <a:pt x="49" y="238"/>
                    <a:pt x="49" y="238"/>
                    <a:pt x="49" y="238"/>
                  </a:cubicBezTo>
                  <a:cubicBezTo>
                    <a:pt x="46" y="235"/>
                    <a:pt x="48" y="230"/>
                    <a:pt x="44" y="225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2" y="219"/>
                    <a:pt x="42" y="213"/>
                    <a:pt x="37" y="209"/>
                  </a:cubicBezTo>
                  <a:cubicBezTo>
                    <a:pt x="37" y="208"/>
                    <a:pt x="37" y="207"/>
                    <a:pt x="36" y="205"/>
                  </a:cubicBezTo>
                  <a:cubicBezTo>
                    <a:pt x="37" y="205"/>
                    <a:pt x="39" y="204"/>
                    <a:pt x="40" y="203"/>
                  </a:cubicBezTo>
                  <a:cubicBezTo>
                    <a:pt x="36" y="203"/>
                    <a:pt x="36" y="203"/>
                    <a:pt x="36" y="203"/>
                  </a:cubicBezTo>
                  <a:cubicBezTo>
                    <a:pt x="41" y="201"/>
                    <a:pt x="44" y="197"/>
                    <a:pt x="48" y="196"/>
                  </a:cubicBezTo>
                  <a:cubicBezTo>
                    <a:pt x="47" y="198"/>
                    <a:pt x="49" y="198"/>
                    <a:pt x="49" y="199"/>
                  </a:cubicBezTo>
                  <a:cubicBezTo>
                    <a:pt x="50" y="198"/>
                    <a:pt x="50" y="196"/>
                    <a:pt x="52" y="196"/>
                  </a:cubicBezTo>
                  <a:cubicBezTo>
                    <a:pt x="51" y="199"/>
                    <a:pt x="51" y="199"/>
                    <a:pt x="51" y="199"/>
                  </a:cubicBezTo>
                  <a:cubicBezTo>
                    <a:pt x="52" y="197"/>
                    <a:pt x="56" y="193"/>
                    <a:pt x="59" y="190"/>
                  </a:cubicBezTo>
                  <a:cubicBezTo>
                    <a:pt x="59" y="197"/>
                    <a:pt x="61" y="192"/>
                    <a:pt x="62" y="201"/>
                  </a:cubicBezTo>
                  <a:cubicBezTo>
                    <a:pt x="60" y="200"/>
                    <a:pt x="60" y="200"/>
                    <a:pt x="60" y="200"/>
                  </a:cubicBezTo>
                  <a:cubicBezTo>
                    <a:pt x="61" y="202"/>
                    <a:pt x="61" y="203"/>
                    <a:pt x="62" y="206"/>
                  </a:cubicBezTo>
                  <a:cubicBezTo>
                    <a:pt x="64" y="206"/>
                    <a:pt x="65" y="204"/>
                    <a:pt x="64" y="199"/>
                  </a:cubicBezTo>
                  <a:cubicBezTo>
                    <a:pt x="68" y="202"/>
                    <a:pt x="65" y="203"/>
                    <a:pt x="68" y="212"/>
                  </a:cubicBezTo>
                  <a:cubicBezTo>
                    <a:pt x="71" y="214"/>
                    <a:pt x="66" y="208"/>
                    <a:pt x="69" y="207"/>
                  </a:cubicBezTo>
                  <a:cubicBezTo>
                    <a:pt x="70" y="206"/>
                    <a:pt x="71" y="211"/>
                    <a:pt x="75" y="215"/>
                  </a:cubicBezTo>
                  <a:cubicBezTo>
                    <a:pt x="82" y="221"/>
                    <a:pt x="78" y="220"/>
                    <a:pt x="81" y="223"/>
                  </a:cubicBezTo>
                  <a:cubicBezTo>
                    <a:pt x="79" y="223"/>
                    <a:pt x="71" y="217"/>
                    <a:pt x="73" y="217"/>
                  </a:cubicBezTo>
                  <a:cubicBezTo>
                    <a:pt x="65" y="209"/>
                    <a:pt x="73" y="224"/>
                    <a:pt x="68" y="218"/>
                  </a:cubicBezTo>
                  <a:cubicBezTo>
                    <a:pt x="75" y="226"/>
                    <a:pt x="76" y="226"/>
                    <a:pt x="82" y="226"/>
                  </a:cubicBezTo>
                  <a:cubicBezTo>
                    <a:pt x="79" y="225"/>
                    <a:pt x="85" y="224"/>
                    <a:pt x="82" y="223"/>
                  </a:cubicBezTo>
                  <a:cubicBezTo>
                    <a:pt x="98" y="219"/>
                    <a:pt x="96" y="225"/>
                    <a:pt x="106" y="216"/>
                  </a:cubicBezTo>
                  <a:cubicBezTo>
                    <a:pt x="103" y="216"/>
                    <a:pt x="111" y="202"/>
                    <a:pt x="104" y="206"/>
                  </a:cubicBezTo>
                  <a:cubicBezTo>
                    <a:pt x="104" y="204"/>
                    <a:pt x="105" y="201"/>
                    <a:pt x="107" y="200"/>
                  </a:cubicBezTo>
                  <a:cubicBezTo>
                    <a:pt x="107" y="203"/>
                    <a:pt x="110" y="197"/>
                    <a:pt x="110" y="201"/>
                  </a:cubicBezTo>
                  <a:cubicBezTo>
                    <a:pt x="111" y="198"/>
                    <a:pt x="111" y="198"/>
                    <a:pt x="111" y="198"/>
                  </a:cubicBezTo>
                  <a:cubicBezTo>
                    <a:pt x="111" y="204"/>
                    <a:pt x="111" y="204"/>
                    <a:pt x="111" y="204"/>
                  </a:cubicBezTo>
                  <a:cubicBezTo>
                    <a:pt x="114" y="201"/>
                    <a:pt x="118" y="196"/>
                    <a:pt x="120" y="194"/>
                  </a:cubicBezTo>
                  <a:cubicBezTo>
                    <a:pt x="121" y="189"/>
                    <a:pt x="117" y="195"/>
                    <a:pt x="119" y="190"/>
                  </a:cubicBezTo>
                  <a:cubicBezTo>
                    <a:pt x="119" y="192"/>
                    <a:pt x="121" y="189"/>
                    <a:pt x="122" y="186"/>
                  </a:cubicBezTo>
                  <a:cubicBezTo>
                    <a:pt x="120" y="191"/>
                    <a:pt x="119" y="186"/>
                    <a:pt x="120" y="182"/>
                  </a:cubicBezTo>
                  <a:cubicBezTo>
                    <a:pt x="120" y="181"/>
                    <a:pt x="121" y="180"/>
                    <a:pt x="121" y="179"/>
                  </a:cubicBezTo>
                  <a:cubicBezTo>
                    <a:pt x="122" y="180"/>
                    <a:pt x="122" y="180"/>
                    <a:pt x="122" y="181"/>
                  </a:cubicBezTo>
                  <a:cubicBezTo>
                    <a:pt x="122" y="182"/>
                    <a:pt x="122" y="182"/>
                    <a:pt x="122" y="183"/>
                  </a:cubicBezTo>
                  <a:cubicBezTo>
                    <a:pt x="123" y="183"/>
                    <a:pt x="123" y="183"/>
                    <a:pt x="123" y="183"/>
                  </a:cubicBezTo>
                  <a:cubicBezTo>
                    <a:pt x="123" y="183"/>
                    <a:pt x="122" y="183"/>
                    <a:pt x="122" y="183"/>
                  </a:cubicBezTo>
                  <a:cubicBezTo>
                    <a:pt x="122" y="188"/>
                    <a:pt x="125" y="188"/>
                    <a:pt x="126" y="189"/>
                  </a:cubicBezTo>
                  <a:cubicBezTo>
                    <a:pt x="126" y="193"/>
                    <a:pt x="126" y="193"/>
                    <a:pt x="126" y="193"/>
                  </a:cubicBezTo>
                  <a:cubicBezTo>
                    <a:pt x="127" y="193"/>
                    <a:pt x="127" y="193"/>
                    <a:pt x="127" y="193"/>
                  </a:cubicBezTo>
                  <a:cubicBezTo>
                    <a:pt x="130" y="197"/>
                    <a:pt x="134" y="202"/>
                    <a:pt x="132" y="203"/>
                  </a:cubicBezTo>
                  <a:cubicBezTo>
                    <a:pt x="134" y="205"/>
                    <a:pt x="136" y="206"/>
                    <a:pt x="135" y="203"/>
                  </a:cubicBezTo>
                  <a:cubicBezTo>
                    <a:pt x="136" y="205"/>
                    <a:pt x="140" y="212"/>
                    <a:pt x="151" y="211"/>
                  </a:cubicBezTo>
                  <a:cubicBezTo>
                    <a:pt x="161" y="208"/>
                    <a:pt x="165" y="201"/>
                    <a:pt x="167" y="197"/>
                  </a:cubicBezTo>
                  <a:cubicBezTo>
                    <a:pt x="164" y="201"/>
                    <a:pt x="163" y="200"/>
                    <a:pt x="162" y="200"/>
                  </a:cubicBezTo>
                  <a:cubicBezTo>
                    <a:pt x="161" y="197"/>
                    <a:pt x="164" y="198"/>
                    <a:pt x="164" y="194"/>
                  </a:cubicBezTo>
                  <a:cubicBezTo>
                    <a:pt x="165" y="195"/>
                    <a:pt x="167" y="192"/>
                    <a:pt x="166" y="196"/>
                  </a:cubicBezTo>
                  <a:cubicBezTo>
                    <a:pt x="170" y="191"/>
                    <a:pt x="171" y="185"/>
                    <a:pt x="173" y="179"/>
                  </a:cubicBezTo>
                  <a:cubicBezTo>
                    <a:pt x="173" y="180"/>
                    <a:pt x="173" y="180"/>
                    <a:pt x="174" y="181"/>
                  </a:cubicBezTo>
                  <a:cubicBezTo>
                    <a:pt x="174" y="181"/>
                    <a:pt x="174" y="181"/>
                    <a:pt x="174" y="182"/>
                  </a:cubicBezTo>
                  <a:cubicBezTo>
                    <a:pt x="174" y="182"/>
                    <a:pt x="174" y="182"/>
                    <a:pt x="174" y="183"/>
                  </a:cubicBezTo>
                  <a:cubicBezTo>
                    <a:pt x="175" y="184"/>
                    <a:pt x="175" y="185"/>
                    <a:pt x="176" y="186"/>
                  </a:cubicBezTo>
                  <a:cubicBezTo>
                    <a:pt x="175" y="185"/>
                    <a:pt x="175" y="185"/>
                    <a:pt x="175" y="184"/>
                  </a:cubicBezTo>
                  <a:cubicBezTo>
                    <a:pt x="175" y="185"/>
                    <a:pt x="175" y="186"/>
                    <a:pt x="176" y="187"/>
                  </a:cubicBezTo>
                  <a:cubicBezTo>
                    <a:pt x="176" y="187"/>
                    <a:pt x="176" y="187"/>
                    <a:pt x="176" y="187"/>
                  </a:cubicBezTo>
                  <a:cubicBezTo>
                    <a:pt x="177" y="189"/>
                    <a:pt x="177" y="190"/>
                    <a:pt x="178" y="191"/>
                  </a:cubicBezTo>
                  <a:cubicBezTo>
                    <a:pt x="176" y="191"/>
                    <a:pt x="176" y="191"/>
                    <a:pt x="176" y="191"/>
                  </a:cubicBezTo>
                  <a:cubicBezTo>
                    <a:pt x="176" y="194"/>
                    <a:pt x="188" y="201"/>
                    <a:pt x="189" y="198"/>
                  </a:cubicBezTo>
                  <a:cubicBezTo>
                    <a:pt x="205" y="196"/>
                    <a:pt x="210" y="186"/>
                    <a:pt x="213" y="179"/>
                  </a:cubicBezTo>
                  <a:cubicBezTo>
                    <a:pt x="214" y="178"/>
                    <a:pt x="214" y="178"/>
                    <a:pt x="214" y="178"/>
                  </a:cubicBezTo>
                  <a:cubicBezTo>
                    <a:pt x="214" y="178"/>
                    <a:pt x="214" y="178"/>
                    <a:pt x="214" y="178"/>
                  </a:cubicBezTo>
                  <a:cubicBezTo>
                    <a:pt x="214" y="178"/>
                    <a:pt x="214" y="177"/>
                    <a:pt x="214" y="177"/>
                  </a:cubicBezTo>
                  <a:cubicBezTo>
                    <a:pt x="214" y="177"/>
                    <a:pt x="215" y="177"/>
                    <a:pt x="215" y="177"/>
                  </a:cubicBezTo>
                  <a:cubicBezTo>
                    <a:pt x="219" y="183"/>
                    <a:pt x="215" y="181"/>
                    <a:pt x="216" y="184"/>
                  </a:cubicBezTo>
                  <a:cubicBezTo>
                    <a:pt x="224" y="191"/>
                    <a:pt x="234" y="187"/>
                    <a:pt x="239" y="182"/>
                  </a:cubicBezTo>
                  <a:cubicBezTo>
                    <a:pt x="239" y="182"/>
                    <a:pt x="240" y="183"/>
                    <a:pt x="239" y="183"/>
                  </a:cubicBezTo>
                  <a:cubicBezTo>
                    <a:pt x="244" y="179"/>
                    <a:pt x="250" y="173"/>
                    <a:pt x="253" y="167"/>
                  </a:cubicBezTo>
                  <a:cubicBezTo>
                    <a:pt x="255" y="173"/>
                    <a:pt x="258" y="178"/>
                    <a:pt x="262" y="183"/>
                  </a:cubicBezTo>
                  <a:cubicBezTo>
                    <a:pt x="272" y="194"/>
                    <a:pt x="282" y="179"/>
                    <a:pt x="282" y="172"/>
                  </a:cubicBezTo>
                  <a:cubicBezTo>
                    <a:pt x="282" y="171"/>
                    <a:pt x="283" y="172"/>
                    <a:pt x="283" y="173"/>
                  </a:cubicBezTo>
                  <a:cubicBezTo>
                    <a:pt x="283" y="162"/>
                    <a:pt x="288" y="150"/>
                    <a:pt x="283" y="141"/>
                  </a:cubicBezTo>
                  <a:cubicBezTo>
                    <a:pt x="281" y="138"/>
                    <a:pt x="281" y="138"/>
                    <a:pt x="281" y="138"/>
                  </a:cubicBezTo>
                  <a:cubicBezTo>
                    <a:pt x="282" y="136"/>
                    <a:pt x="283" y="136"/>
                    <a:pt x="284" y="134"/>
                  </a:cubicBezTo>
                  <a:cubicBezTo>
                    <a:pt x="283" y="132"/>
                    <a:pt x="283" y="124"/>
                    <a:pt x="282" y="122"/>
                  </a:cubicBezTo>
                  <a:cubicBezTo>
                    <a:pt x="283" y="121"/>
                    <a:pt x="283" y="123"/>
                    <a:pt x="283" y="123"/>
                  </a:cubicBezTo>
                  <a:cubicBezTo>
                    <a:pt x="284" y="122"/>
                    <a:pt x="284" y="121"/>
                    <a:pt x="284" y="120"/>
                  </a:cubicBezTo>
                  <a:cubicBezTo>
                    <a:pt x="285" y="120"/>
                    <a:pt x="286" y="120"/>
                    <a:pt x="287" y="120"/>
                  </a:cubicBezTo>
                  <a:cubicBezTo>
                    <a:pt x="293" y="141"/>
                    <a:pt x="294" y="171"/>
                    <a:pt x="312" y="180"/>
                  </a:cubicBezTo>
                  <a:cubicBezTo>
                    <a:pt x="316" y="182"/>
                    <a:pt x="313" y="183"/>
                    <a:pt x="315" y="184"/>
                  </a:cubicBezTo>
                  <a:cubicBezTo>
                    <a:pt x="325" y="187"/>
                    <a:pt x="336" y="188"/>
                    <a:pt x="347" y="188"/>
                  </a:cubicBezTo>
                  <a:cubicBezTo>
                    <a:pt x="346" y="189"/>
                    <a:pt x="345" y="190"/>
                    <a:pt x="344" y="191"/>
                  </a:cubicBezTo>
                  <a:cubicBezTo>
                    <a:pt x="346" y="193"/>
                    <a:pt x="342" y="195"/>
                    <a:pt x="343" y="196"/>
                  </a:cubicBezTo>
                  <a:cubicBezTo>
                    <a:pt x="343" y="196"/>
                    <a:pt x="343" y="196"/>
                    <a:pt x="343" y="195"/>
                  </a:cubicBezTo>
                  <a:cubicBezTo>
                    <a:pt x="340" y="201"/>
                    <a:pt x="343" y="196"/>
                    <a:pt x="338" y="200"/>
                  </a:cubicBezTo>
                  <a:cubicBezTo>
                    <a:pt x="327" y="213"/>
                    <a:pt x="329" y="230"/>
                    <a:pt x="329" y="240"/>
                  </a:cubicBezTo>
                  <a:cubicBezTo>
                    <a:pt x="330" y="251"/>
                    <a:pt x="331" y="257"/>
                    <a:pt x="326" y="263"/>
                  </a:cubicBezTo>
                  <a:cubicBezTo>
                    <a:pt x="327" y="267"/>
                    <a:pt x="324" y="267"/>
                    <a:pt x="325" y="270"/>
                  </a:cubicBezTo>
                  <a:cubicBezTo>
                    <a:pt x="324" y="269"/>
                    <a:pt x="324" y="269"/>
                    <a:pt x="324" y="269"/>
                  </a:cubicBezTo>
                  <a:cubicBezTo>
                    <a:pt x="324" y="271"/>
                    <a:pt x="323" y="270"/>
                    <a:pt x="321" y="270"/>
                  </a:cubicBezTo>
                  <a:cubicBezTo>
                    <a:pt x="321" y="271"/>
                    <a:pt x="320" y="271"/>
                    <a:pt x="321" y="272"/>
                  </a:cubicBezTo>
                  <a:cubicBezTo>
                    <a:pt x="322" y="274"/>
                    <a:pt x="319" y="270"/>
                    <a:pt x="318" y="271"/>
                  </a:cubicBezTo>
                  <a:cubicBezTo>
                    <a:pt x="318" y="271"/>
                    <a:pt x="319" y="272"/>
                    <a:pt x="318" y="272"/>
                  </a:cubicBezTo>
                  <a:cubicBezTo>
                    <a:pt x="317" y="275"/>
                    <a:pt x="318" y="271"/>
                    <a:pt x="315" y="270"/>
                  </a:cubicBezTo>
                  <a:cubicBezTo>
                    <a:pt x="311" y="273"/>
                    <a:pt x="306" y="276"/>
                    <a:pt x="302" y="277"/>
                  </a:cubicBezTo>
                  <a:cubicBezTo>
                    <a:pt x="302" y="277"/>
                    <a:pt x="303" y="278"/>
                    <a:pt x="302" y="278"/>
                  </a:cubicBezTo>
                  <a:cubicBezTo>
                    <a:pt x="301" y="275"/>
                    <a:pt x="301" y="280"/>
                    <a:pt x="299" y="279"/>
                  </a:cubicBezTo>
                  <a:cubicBezTo>
                    <a:pt x="300" y="277"/>
                    <a:pt x="300" y="277"/>
                    <a:pt x="300" y="277"/>
                  </a:cubicBezTo>
                  <a:cubicBezTo>
                    <a:pt x="297" y="277"/>
                    <a:pt x="296" y="279"/>
                    <a:pt x="293" y="279"/>
                  </a:cubicBezTo>
                  <a:cubicBezTo>
                    <a:pt x="292" y="280"/>
                    <a:pt x="288" y="279"/>
                    <a:pt x="287" y="281"/>
                  </a:cubicBezTo>
                  <a:cubicBezTo>
                    <a:pt x="287" y="280"/>
                    <a:pt x="286" y="280"/>
                    <a:pt x="285" y="280"/>
                  </a:cubicBezTo>
                  <a:cubicBezTo>
                    <a:pt x="285" y="284"/>
                    <a:pt x="281" y="280"/>
                    <a:pt x="280" y="284"/>
                  </a:cubicBezTo>
                  <a:cubicBezTo>
                    <a:pt x="280" y="283"/>
                    <a:pt x="280" y="283"/>
                    <a:pt x="280" y="283"/>
                  </a:cubicBezTo>
                  <a:cubicBezTo>
                    <a:pt x="274" y="287"/>
                    <a:pt x="267" y="290"/>
                    <a:pt x="263" y="297"/>
                  </a:cubicBezTo>
                  <a:cubicBezTo>
                    <a:pt x="260" y="300"/>
                    <a:pt x="256" y="300"/>
                    <a:pt x="254" y="305"/>
                  </a:cubicBezTo>
                  <a:cubicBezTo>
                    <a:pt x="254" y="306"/>
                    <a:pt x="255" y="306"/>
                    <a:pt x="255" y="307"/>
                  </a:cubicBezTo>
                  <a:cubicBezTo>
                    <a:pt x="255" y="308"/>
                    <a:pt x="254" y="306"/>
                    <a:pt x="254" y="306"/>
                  </a:cubicBezTo>
                  <a:cubicBezTo>
                    <a:pt x="254" y="309"/>
                    <a:pt x="251" y="310"/>
                    <a:pt x="250" y="312"/>
                  </a:cubicBezTo>
                  <a:cubicBezTo>
                    <a:pt x="250" y="313"/>
                    <a:pt x="250" y="314"/>
                    <a:pt x="251" y="314"/>
                  </a:cubicBezTo>
                  <a:cubicBezTo>
                    <a:pt x="247" y="315"/>
                    <a:pt x="248" y="320"/>
                    <a:pt x="245" y="322"/>
                  </a:cubicBezTo>
                  <a:cubicBezTo>
                    <a:pt x="248" y="322"/>
                    <a:pt x="246" y="324"/>
                    <a:pt x="247" y="325"/>
                  </a:cubicBezTo>
                  <a:cubicBezTo>
                    <a:pt x="246" y="326"/>
                    <a:pt x="245" y="326"/>
                    <a:pt x="245" y="325"/>
                  </a:cubicBezTo>
                  <a:cubicBezTo>
                    <a:pt x="245" y="327"/>
                    <a:pt x="244" y="328"/>
                    <a:pt x="243" y="330"/>
                  </a:cubicBezTo>
                  <a:cubicBezTo>
                    <a:pt x="243" y="332"/>
                    <a:pt x="244" y="333"/>
                    <a:pt x="243" y="334"/>
                  </a:cubicBezTo>
                  <a:cubicBezTo>
                    <a:pt x="241" y="334"/>
                    <a:pt x="242" y="336"/>
                    <a:pt x="241" y="338"/>
                  </a:cubicBezTo>
                  <a:cubicBezTo>
                    <a:pt x="243" y="338"/>
                    <a:pt x="244" y="340"/>
                    <a:pt x="243" y="341"/>
                  </a:cubicBezTo>
                  <a:cubicBezTo>
                    <a:pt x="240" y="340"/>
                    <a:pt x="240" y="340"/>
                    <a:pt x="240" y="340"/>
                  </a:cubicBezTo>
                  <a:cubicBezTo>
                    <a:pt x="241" y="344"/>
                    <a:pt x="237" y="350"/>
                    <a:pt x="240" y="355"/>
                  </a:cubicBezTo>
                  <a:cubicBezTo>
                    <a:pt x="238" y="355"/>
                    <a:pt x="238" y="355"/>
                    <a:pt x="238" y="355"/>
                  </a:cubicBezTo>
                  <a:cubicBezTo>
                    <a:pt x="239" y="360"/>
                    <a:pt x="236" y="365"/>
                    <a:pt x="239" y="370"/>
                  </a:cubicBezTo>
                  <a:cubicBezTo>
                    <a:pt x="238" y="371"/>
                    <a:pt x="237" y="373"/>
                    <a:pt x="237" y="374"/>
                  </a:cubicBezTo>
                  <a:cubicBezTo>
                    <a:pt x="239" y="376"/>
                    <a:pt x="238" y="376"/>
                    <a:pt x="241" y="378"/>
                  </a:cubicBezTo>
                  <a:cubicBezTo>
                    <a:pt x="241" y="378"/>
                    <a:pt x="239" y="379"/>
                    <a:pt x="239" y="379"/>
                  </a:cubicBezTo>
                  <a:cubicBezTo>
                    <a:pt x="238" y="381"/>
                    <a:pt x="236" y="383"/>
                    <a:pt x="238" y="385"/>
                  </a:cubicBezTo>
                  <a:cubicBezTo>
                    <a:pt x="237" y="385"/>
                    <a:pt x="237" y="385"/>
                    <a:pt x="237" y="385"/>
                  </a:cubicBezTo>
                  <a:cubicBezTo>
                    <a:pt x="238" y="387"/>
                    <a:pt x="240" y="389"/>
                    <a:pt x="238" y="391"/>
                  </a:cubicBezTo>
                  <a:cubicBezTo>
                    <a:pt x="239" y="391"/>
                    <a:pt x="239" y="393"/>
                    <a:pt x="241" y="393"/>
                  </a:cubicBezTo>
                  <a:cubicBezTo>
                    <a:pt x="241" y="393"/>
                    <a:pt x="239" y="393"/>
                    <a:pt x="240" y="394"/>
                  </a:cubicBezTo>
                  <a:cubicBezTo>
                    <a:pt x="238" y="393"/>
                    <a:pt x="238" y="393"/>
                    <a:pt x="238" y="393"/>
                  </a:cubicBezTo>
                  <a:cubicBezTo>
                    <a:pt x="237" y="397"/>
                    <a:pt x="238" y="401"/>
                    <a:pt x="239" y="405"/>
                  </a:cubicBezTo>
                  <a:cubicBezTo>
                    <a:pt x="236" y="406"/>
                    <a:pt x="239" y="409"/>
                    <a:pt x="237" y="411"/>
                  </a:cubicBezTo>
                  <a:cubicBezTo>
                    <a:pt x="239" y="412"/>
                    <a:pt x="237" y="415"/>
                    <a:pt x="240" y="416"/>
                  </a:cubicBezTo>
                  <a:cubicBezTo>
                    <a:pt x="238" y="416"/>
                    <a:pt x="238" y="416"/>
                    <a:pt x="238" y="416"/>
                  </a:cubicBezTo>
                  <a:cubicBezTo>
                    <a:pt x="238" y="418"/>
                    <a:pt x="238" y="420"/>
                    <a:pt x="237" y="423"/>
                  </a:cubicBezTo>
                  <a:cubicBezTo>
                    <a:pt x="237" y="424"/>
                    <a:pt x="239" y="424"/>
                    <a:pt x="240" y="425"/>
                  </a:cubicBezTo>
                  <a:cubicBezTo>
                    <a:pt x="238" y="425"/>
                    <a:pt x="238" y="425"/>
                    <a:pt x="238" y="425"/>
                  </a:cubicBezTo>
                  <a:cubicBezTo>
                    <a:pt x="239" y="426"/>
                    <a:pt x="241" y="427"/>
                    <a:pt x="243" y="427"/>
                  </a:cubicBezTo>
                  <a:cubicBezTo>
                    <a:pt x="242" y="428"/>
                    <a:pt x="243" y="428"/>
                    <a:pt x="242" y="429"/>
                  </a:cubicBezTo>
                  <a:cubicBezTo>
                    <a:pt x="241" y="428"/>
                    <a:pt x="239" y="428"/>
                    <a:pt x="237" y="427"/>
                  </a:cubicBezTo>
                  <a:cubicBezTo>
                    <a:pt x="237" y="428"/>
                    <a:pt x="240" y="430"/>
                    <a:pt x="238" y="431"/>
                  </a:cubicBezTo>
                  <a:cubicBezTo>
                    <a:pt x="238" y="432"/>
                    <a:pt x="239" y="433"/>
                    <a:pt x="241" y="433"/>
                  </a:cubicBezTo>
                  <a:cubicBezTo>
                    <a:pt x="240" y="433"/>
                    <a:pt x="239" y="434"/>
                    <a:pt x="239" y="433"/>
                  </a:cubicBezTo>
                  <a:cubicBezTo>
                    <a:pt x="239" y="434"/>
                    <a:pt x="239" y="435"/>
                    <a:pt x="240" y="435"/>
                  </a:cubicBezTo>
                  <a:cubicBezTo>
                    <a:pt x="240" y="435"/>
                    <a:pt x="240" y="435"/>
                    <a:pt x="240" y="435"/>
                  </a:cubicBezTo>
                  <a:cubicBezTo>
                    <a:pt x="241" y="435"/>
                    <a:pt x="241" y="436"/>
                    <a:pt x="243" y="436"/>
                  </a:cubicBezTo>
                  <a:cubicBezTo>
                    <a:pt x="243" y="435"/>
                    <a:pt x="243" y="435"/>
                    <a:pt x="243" y="435"/>
                  </a:cubicBezTo>
                  <a:cubicBezTo>
                    <a:pt x="244" y="435"/>
                    <a:pt x="245" y="436"/>
                    <a:pt x="243" y="437"/>
                  </a:cubicBezTo>
                  <a:cubicBezTo>
                    <a:pt x="242" y="437"/>
                    <a:pt x="241" y="436"/>
                    <a:pt x="240" y="437"/>
                  </a:cubicBezTo>
                  <a:cubicBezTo>
                    <a:pt x="244" y="439"/>
                    <a:pt x="244" y="439"/>
                    <a:pt x="244" y="439"/>
                  </a:cubicBezTo>
                  <a:cubicBezTo>
                    <a:pt x="243" y="439"/>
                    <a:pt x="244" y="438"/>
                    <a:pt x="245" y="438"/>
                  </a:cubicBezTo>
                  <a:cubicBezTo>
                    <a:pt x="244" y="437"/>
                    <a:pt x="244" y="437"/>
                    <a:pt x="244" y="437"/>
                  </a:cubicBezTo>
                  <a:cubicBezTo>
                    <a:pt x="246" y="437"/>
                    <a:pt x="246" y="437"/>
                    <a:pt x="246" y="437"/>
                  </a:cubicBezTo>
                  <a:cubicBezTo>
                    <a:pt x="245" y="435"/>
                    <a:pt x="246" y="434"/>
                    <a:pt x="245" y="432"/>
                  </a:cubicBezTo>
                  <a:cubicBezTo>
                    <a:pt x="244" y="433"/>
                    <a:pt x="244" y="433"/>
                    <a:pt x="244" y="433"/>
                  </a:cubicBezTo>
                  <a:cubicBezTo>
                    <a:pt x="243" y="432"/>
                    <a:pt x="241" y="431"/>
                    <a:pt x="243" y="430"/>
                  </a:cubicBezTo>
                  <a:cubicBezTo>
                    <a:pt x="244" y="430"/>
                    <a:pt x="244" y="430"/>
                    <a:pt x="245" y="430"/>
                  </a:cubicBezTo>
                  <a:cubicBezTo>
                    <a:pt x="245" y="430"/>
                    <a:pt x="244" y="430"/>
                    <a:pt x="244" y="429"/>
                  </a:cubicBezTo>
                  <a:cubicBezTo>
                    <a:pt x="247" y="430"/>
                    <a:pt x="247" y="430"/>
                    <a:pt x="247" y="430"/>
                  </a:cubicBezTo>
                  <a:cubicBezTo>
                    <a:pt x="243" y="429"/>
                    <a:pt x="246" y="427"/>
                    <a:pt x="245" y="427"/>
                  </a:cubicBezTo>
                  <a:cubicBezTo>
                    <a:pt x="246" y="427"/>
                    <a:pt x="246" y="427"/>
                    <a:pt x="246" y="427"/>
                  </a:cubicBezTo>
                  <a:cubicBezTo>
                    <a:pt x="247" y="425"/>
                    <a:pt x="244" y="427"/>
                    <a:pt x="244" y="426"/>
                  </a:cubicBezTo>
                  <a:cubicBezTo>
                    <a:pt x="245" y="425"/>
                    <a:pt x="247" y="426"/>
                    <a:pt x="248" y="425"/>
                  </a:cubicBezTo>
                  <a:cubicBezTo>
                    <a:pt x="248" y="423"/>
                    <a:pt x="246" y="421"/>
                    <a:pt x="248" y="419"/>
                  </a:cubicBezTo>
                  <a:cubicBezTo>
                    <a:pt x="248" y="418"/>
                    <a:pt x="247" y="416"/>
                    <a:pt x="246" y="415"/>
                  </a:cubicBezTo>
                  <a:cubicBezTo>
                    <a:pt x="246" y="414"/>
                    <a:pt x="248" y="415"/>
                    <a:pt x="247" y="414"/>
                  </a:cubicBezTo>
                  <a:cubicBezTo>
                    <a:pt x="248" y="414"/>
                    <a:pt x="249" y="414"/>
                    <a:pt x="250" y="414"/>
                  </a:cubicBezTo>
                  <a:cubicBezTo>
                    <a:pt x="249" y="414"/>
                    <a:pt x="250" y="412"/>
                    <a:pt x="248" y="413"/>
                  </a:cubicBezTo>
                  <a:cubicBezTo>
                    <a:pt x="249" y="411"/>
                    <a:pt x="249" y="409"/>
                    <a:pt x="249" y="407"/>
                  </a:cubicBezTo>
                  <a:cubicBezTo>
                    <a:pt x="249" y="408"/>
                    <a:pt x="250" y="408"/>
                    <a:pt x="251" y="407"/>
                  </a:cubicBezTo>
                  <a:cubicBezTo>
                    <a:pt x="250" y="406"/>
                    <a:pt x="249" y="405"/>
                    <a:pt x="249" y="403"/>
                  </a:cubicBezTo>
                  <a:cubicBezTo>
                    <a:pt x="248" y="403"/>
                    <a:pt x="248" y="404"/>
                    <a:pt x="246" y="403"/>
                  </a:cubicBezTo>
                  <a:cubicBezTo>
                    <a:pt x="246" y="403"/>
                    <a:pt x="245" y="403"/>
                    <a:pt x="245" y="402"/>
                  </a:cubicBezTo>
                  <a:cubicBezTo>
                    <a:pt x="247" y="402"/>
                    <a:pt x="250" y="403"/>
                    <a:pt x="250" y="401"/>
                  </a:cubicBezTo>
                  <a:cubicBezTo>
                    <a:pt x="253" y="402"/>
                    <a:pt x="249" y="404"/>
                    <a:pt x="252" y="403"/>
                  </a:cubicBezTo>
                  <a:cubicBezTo>
                    <a:pt x="254" y="404"/>
                    <a:pt x="254" y="406"/>
                    <a:pt x="253" y="407"/>
                  </a:cubicBezTo>
                  <a:cubicBezTo>
                    <a:pt x="255" y="408"/>
                    <a:pt x="253" y="406"/>
                    <a:pt x="256" y="406"/>
                  </a:cubicBezTo>
                  <a:cubicBezTo>
                    <a:pt x="256" y="405"/>
                    <a:pt x="254" y="405"/>
                    <a:pt x="254" y="403"/>
                  </a:cubicBezTo>
                  <a:cubicBezTo>
                    <a:pt x="253" y="403"/>
                    <a:pt x="253" y="403"/>
                    <a:pt x="252" y="402"/>
                  </a:cubicBezTo>
                  <a:cubicBezTo>
                    <a:pt x="249" y="401"/>
                    <a:pt x="254" y="401"/>
                    <a:pt x="254" y="400"/>
                  </a:cubicBezTo>
                  <a:cubicBezTo>
                    <a:pt x="254" y="401"/>
                    <a:pt x="254" y="401"/>
                    <a:pt x="254" y="401"/>
                  </a:cubicBezTo>
                  <a:cubicBezTo>
                    <a:pt x="255" y="400"/>
                    <a:pt x="254" y="400"/>
                    <a:pt x="254" y="399"/>
                  </a:cubicBezTo>
                  <a:cubicBezTo>
                    <a:pt x="257" y="398"/>
                    <a:pt x="254" y="400"/>
                    <a:pt x="256" y="401"/>
                  </a:cubicBezTo>
                  <a:cubicBezTo>
                    <a:pt x="258" y="400"/>
                    <a:pt x="258" y="400"/>
                    <a:pt x="258" y="400"/>
                  </a:cubicBezTo>
                  <a:cubicBezTo>
                    <a:pt x="259" y="399"/>
                    <a:pt x="256" y="400"/>
                    <a:pt x="257" y="398"/>
                  </a:cubicBezTo>
                  <a:cubicBezTo>
                    <a:pt x="258" y="398"/>
                    <a:pt x="258" y="398"/>
                    <a:pt x="258" y="398"/>
                  </a:cubicBezTo>
                  <a:cubicBezTo>
                    <a:pt x="257" y="397"/>
                    <a:pt x="257" y="397"/>
                    <a:pt x="257" y="397"/>
                  </a:cubicBezTo>
                  <a:cubicBezTo>
                    <a:pt x="256" y="397"/>
                    <a:pt x="254" y="397"/>
                    <a:pt x="254" y="398"/>
                  </a:cubicBezTo>
                  <a:cubicBezTo>
                    <a:pt x="251" y="397"/>
                    <a:pt x="254" y="397"/>
                    <a:pt x="254" y="396"/>
                  </a:cubicBezTo>
                  <a:cubicBezTo>
                    <a:pt x="252" y="395"/>
                    <a:pt x="254" y="396"/>
                    <a:pt x="252" y="396"/>
                  </a:cubicBezTo>
                  <a:cubicBezTo>
                    <a:pt x="250" y="396"/>
                    <a:pt x="250" y="395"/>
                    <a:pt x="250" y="394"/>
                  </a:cubicBezTo>
                  <a:cubicBezTo>
                    <a:pt x="250" y="393"/>
                    <a:pt x="252" y="394"/>
                    <a:pt x="253" y="393"/>
                  </a:cubicBezTo>
                  <a:cubicBezTo>
                    <a:pt x="254" y="394"/>
                    <a:pt x="254" y="395"/>
                    <a:pt x="253" y="394"/>
                  </a:cubicBezTo>
                  <a:cubicBezTo>
                    <a:pt x="254" y="396"/>
                    <a:pt x="256" y="394"/>
                    <a:pt x="258" y="395"/>
                  </a:cubicBezTo>
                  <a:cubicBezTo>
                    <a:pt x="259" y="394"/>
                    <a:pt x="257" y="394"/>
                    <a:pt x="256" y="393"/>
                  </a:cubicBezTo>
                  <a:cubicBezTo>
                    <a:pt x="256" y="394"/>
                    <a:pt x="254" y="393"/>
                    <a:pt x="254" y="393"/>
                  </a:cubicBezTo>
                  <a:cubicBezTo>
                    <a:pt x="249" y="391"/>
                    <a:pt x="257" y="392"/>
                    <a:pt x="257" y="390"/>
                  </a:cubicBezTo>
                  <a:cubicBezTo>
                    <a:pt x="253" y="390"/>
                    <a:pt x="252" y="387"/>
                    <a:pt x="249" y="389"/>
                  </a:cubicBezTo>
                  <a:cubicBezTo>
                    <a:pt x="248" y="388"/>
                    <a:pt x="248" y="387"/>
                    <a:pt x="248" y="387"/>
                  </a:cubicBezTo>
                  <a:cubicBezTo>
                    <a:pt x="250" y="388"/>
                    <a:pt x="250" y="386"/>
                    <a:pt x="252" y="387"/>
                  </a:cubicBezTo>
                  <a:cubicBezTo>
                    <a:pt x="252" y="386"/>
                    <a:pt x="252" y="386"/>
                    <a:pt x="252" y="386"/>
                  </a:cubicBezTo>
                  <a:cubicBezTo>
                    <a:pt x="254" y="388"/>
                    <a:pt x="254" y="388"/>
                    <a:pt x="254" y="388"/>
                  </a:cubicBezTo>
                  <a:cubicBezTo>
                    <a:pt x="256" y="387"/>
                    <a:pt x="257" y="385"/>
                    <a:pt x="258" y="386"/>
                  </a:cubicBezTo>
                  <a:cubicBezTo>
                    <a:pt x="257" y="385"/>
                    <a:pt x="256" y="386"/>
                    <a:pt x="256" y="385"/>
                  </a:cubicBezTo>
                  <a:cubicBezTo>
                    <a:pt x="257" y="385"/>
                    <a:pt x="258" y="385"/>
                    <a:pt x="258" y="384"/>
                  </a:cubicBezTo>
                  <a:cubicBezTo>
                    <a:pt x="257" y="385"/>
                    <a:pt x="255" y="384"/>
                    <a:pt x="254" y="383"/>
                  </a:cubicBezTo>
                  <a:cubicBezTo>
                    <a:pt x="255" y="382"/>
                    <a:pt x="257" y="382"/>
                    <a:pt x="257" y="382"/>
                  </a:cubicBezTo>
                  <a:cubicBezTo>
                    <a:pt x="259" y="383"/>
                    <a:pt x="259" y="383"/>
                    <a:pt x="259" y="383"/>
                  </a:cubicBezTo>
                  <a:cubicBezTo>
                    <a:pt x="257" y="382"/>
                    <a:pt x="260" y="383"/>
                    <a:pt x="259" y="382"/>
                  </a:cubicBezTo>
                  <a:cubicBezTo>
                    <a:pt x="258" y="381"/>
                    <a:pt x="256" y="381"/>
                    <a:pt x="255" y="380"/>
                  </a:cubicBezTo>
                  <a:cubicBezTo>
                    <a:pt x="254" y="380"/>
                    <a:pt x="256" y="379"/>
                    <a:pt x="256" y="379"/>
                  </a:cubicBezTo>
                  <a:cubicBezTo>
                    <a:pt x="257" y="380"/>
                    <a:pt x="257" y="380"/>
                    <a:pt x="257" y="380"/>
                  </a:cubicBezTo>
                  <a:cubicBezTo>
                    <a:pt x="256" y="379"/>
                    <a:pt x="260" y="380"/>
                    <a:pt x="259" y="379"/>
                  </a:cubicBezTo>
                  <a:cubicBezTo>
                    <a:pt x="258" y="378"/>
                    <a:pt x="258" y="378"/>
                    <a:pt x="258" y="378"/>
                  </a:cubicBezTo>
                  <a:cubicBezTo>
                    <a:pt x="258" y="378"/>
                    <a:pt x="259" y="378"/>
                    <a:pt x="259" y="378"/>
                  </a:cubicBezTo>
                  <a:cubicBezTo>
                    <a:pt x="258" y="378"/>
                    <a:pt x="258" y="377"/>
                    <a:pt x="258" y="377"/>
                  </a:cubicBezTo>
                  <a:cubicBezTo>
                    <a:pt x="259" y="377"/>
                    <a:pt x="259" y="377"/>
                    <a:pt x="259" y="377"/>
                  </a:cubicBezTo>
                  <a:cubicBezTo>
                    <a:pt x="258" y="376"/>
                    <a:pt x="256" y="375"/>
                    <a:pt x="258" y="375"/>
                  </a:cubicBezTo>
                  <a:cubicBezTo>
                    <a:pt x="256" y="375"/>
                    <a:pt x="258" y="376"/>
                    <a:pt x="257" y="376"/>
                  </a:cubicBezTo>
                  <a:cubicBezTo>
                    <a:pt x="255" y="377"/>
                    <a:pt x="255" y="375"/>
                    <a:pt x="255" y="375"/>
                  </a:cubicBezTo>
                  <a:cubicBezTo>
                    <a:pt x="258" y="375"/>
                    <a:pt x="255" y="374"/>
                    <a:pt x="255" y="373"/>
                  </a:cubicBezTo>
                  <a:cubicBezTo>
                    <a:pt x="256" y="373"/>
                    <a:pt x="257" y="372"/>
                    <a:pt x="258" y="372"/>
                  </a:cubicBezTo>
                  <a:cubicBezTo>
                    <a:pt x="256" y="372"/>
                    <a:pt x="256" y="372"/>
                    <a:pt x="256" y="372"/>
                  </a:cubicBezTo>
                  <a:cubicBezTo>
                    <a:pt x="259" y="372"/>
                    <a:pt x="255" y="370"/>
                    <a:pt x="256" y="370"/>
                  </a:cubicBezTo>
                  <a:cubicBezTo>
                    <a:pt x="257" y="370"/>
                    <a:pt x="259" y="370"/>
                    <a:pt x="259" y="370"/>
                  </a:cubicBezTo>
                  <a:cubicBezTo>
                    <a:pt x="257" y="370"/>
                    <a:pt x="256" y="368"/>
                    <a:pt x="254" y="368"/>
                  </a:cubicBezTo>
                  <a:cubicBezTo>
                    <a:pt x="255" y="367"/>
                    <a:pt x="258" y="369"/>
                    <a:pt x="260" y="369"/>
                  </a:cubicBezTo>
                  <a:cubicBezTo>
                    <a:pt x="258" y="368"/>
                    <a:pt x="261" y="367"/>
                    <a:pt x="258" y="366"/>
                  </a:cubicBezTo>
                  <a:cubicBezTo>
                    <a:pt x="257" y="367"/>
                    <a:pt x="257" y="366"/>
                    <a:pt x="256" y="366"/>
                  </a:cubicBezTo>
                  <a:cubicBezTo>
                    <a:pt x="256" y="365"/>
                    <a:pt x="257" y="366"/>
                    <a:pt x="258" y="365"/>
                  </a:cubicBezTo>
                  <a:cubicBezTo>
                    <a:pt x="258" y="365"/>
                    <a:pt x="256" y="364"/>
                    <a:pt x="255" y="365"/>
                  </a:cubicBezTo>
                  <a:cubicBezTo>
                    <a:pt x="255" y="364"/>
                    <a:pt x="253" y="363"/>
                    <a:pt x="255" y="362"/>
                  </a:cubicBezTo>
                  <a:cubicBezTo>
                    <a:pt x="256" y="362"/>
                    <a:pt x="255" y="364"/>
                    <a:pt x="257" y="363"/>
                  </a:cubicBezTo>
                  <a:cubicBezTo>
                    <a:pt x="257" y="362"/>
                    <a:pt x="253" y="362"/>
                    <a:pt x="252" y="360"/>
                  </a:cubicBezTo>
                  <a:cubicBezTo>
                    <a:pt x="251" y="361"/>
                    <a:pt x="248" y="360"/>
                    <a:pt x="248" y="359"/>
                  </a:cubicBezTo>
                  <a:cubicBezTo>
                    <a:pt x="249" y="357"/>
                    <a:pt x="248" y="360"/>
                    <a:pt x="251" y="360"/>
                  </a:cubicBezTo>
                  <a:cubicBezTo>
                    <a:pt x="250" y="359"/>
                    <a:pt x="250" y="359"/>
                    <a:pt x="250" y="359"/>
                  </a:cubicBezTo>
                  <a:cubicBezTo>
                    <a:pt x="254" y="358"/>
                    <a:pt x="255" y="362"/>
                    <a:pt x="257" y="361"/>
                  </a:cubicBezTo>
                  <a:cubicBezTo>
                    <a:pt x="257" y="360"/>
                    <a:pt x="257" y="360"/>
                    <a:pt x="257" y="360"/>
                  </a:cubicBezTo>
                  <a:cubicBezTo>
                    <a:pt x="257" y="360"/>
                    <a:pt x="259" y="361"/>
                    <a:pt x="260" y="361"/>
                  </a:cubicBezTo>
                  <a:cubicBezTo>
                    <a:pt x="258" y="360"/>
                    <a:pt x="259" y="359"/>
                    <a:pt x="259" y="359"/>
                  </a:cubicBezTo>
                  <a:cubicBezTo>
                    <a:pt x="257" y="358"/>
                    <a:pt x="259" y="359"/>
                    <a:pt x="258" y="359"/>
                  </a:cubicBezTo>
                  <a:cubicBezTo>
                    <a:pt x="258" y="358"/>
                    <a:pt x="255" y="357"/>
                    <a:pt x="256" y="356"/>
                  </a:cubicBezTo>
                  <a:cubicBezTo>
                    <a:pt x="257" y="357"/>
                    <a:pt x="259" y="356"/>
                    <a:pt x="259" y="357"/>
                  </a:cubicBezTo>
                  <a:cubicBezTo>
                    <a:pt x="260" y="356"/>
                    <a:pt x="257" y="356"/>
                    <a:pt x="259" y="356"/>
                  </a:cubicBezTo>
                  <a:cubicBezTo>
                    <a:pt x="260" y="356"/>
                    <a:pt x="260" y="356"/>
                    <a:pt x="260" y="356"/>
                  </a:cubicBezTo>
                  <a:cubicBezTo>
                    <a:pt x="260" y="353"/>
                    <a:pt x="261" y="349"/>
                    <a:pt x="257" y="345"/>
                  </a:cubicBezTo>
                  <a:cubicBezTo>
                    <a:pt x="259" y="345"/>
                    <a:pt x="260" y="344"/>
                    <a:pt x="261" y="343"/>
                  </a:cubicBezTo>
                  <a:cubicBezTo>
                    <a:pt x="261" y="343"/>
                    <a:pt x="260" y="343"/>
                    <a:pt x="260" y="342"/>
                  </a:cubicBezTo>
                  <a:cubicBezTo>
                    <a:pt x="262" y="342"/>
                    <a:pt x="262" y="342"/>
                    <a:pt x="262" y="342"/>
                  </a:cubicBezTo>
                  <a:cubicBezTo>
                    <a:pt x="263" y="341"/>
                    <a:pt x="262" y="340"/>
                    <a:pt x="261" y="339"/>
                  </a:cubicBezTo>
                  <a:cubicBezTo>
                    <a:pt x="262" y="339"/>
                    <a:pt x="262" y="339"/>
                    <a:pt x="262" y="339"/>
                  </a:cubicBezTo>
                  <a:cubicBezTo>
                    <a:pt x="264" y="338"/>
                    <a:pt x="261" y="338"/>
                    <a:pt x="261" y="337"/>
                  </a:cubicBezTo>
                  <a:cubicBezTo>
                    <a:pt x="263" y="337"/>
                    <a:pt x="263" y="337"/>
                    <a:pt x="263" y="337"/>
                  </a:cubicBezTo>
                  <a:cubicBezTo>
                    <a:pt x="261" y="337"/>
                    <a:pt x="261" y="337"/>
                    <a:pt x="261" y="337"/>
                  </a:cubicBezTo>
                  <a:cubicBezTo>
                    <a:pt x="261" y="336"/>
                    <a:pt x="262" y="335"/>
                    <a:pt x="264" y="336"/>
                  </a:cubicBezTo>
                  <a:cubicBezTo>
                    <a:pt x="263" y="335"/>
                    <a:pt x="263" y="335"/>
                    <a:pt x="262" y="335"/>
                  </a:cubicBezTo>
                  <a:cubicBezTo>
                    <a:pt x="264" y="335"/>
                    <a:pt x="264" y="332"/>
                    <a:pt x="264" y="331"/>
                  </a:cubicBezTo>
                  <a:cubicBezTo>
                    <a:pt x="263" y="331"/>
                    <a:pt x="263" y="331"/>
                    <a:pt x="261" y="330"/>
                  </a:cubicBezTo>
                  <a:cubicBezTo>
                    <a:pt x="259" y="329"/>
                    <a:pt x="262" y="330"/>
                    <a:pt x="261" y="329"/>
                  </a:cubicBezTo>
                  <a:cubicBezTo>
                    <a:pt x="262" y="329"/>
                    <a:pt x="263" y="329"/>
                    <a:pt x="263" y="330"/>
                  </a:cubicBezTo>
                  <a:cubicBezTo>
                    <a:pt x="266" y="329"/>
                    <a:pt x="266" y="326"/>
                    <a:pt x="268" y="325"/>
                  </a:cubicBezTo>
                  <a:cubicBezTo>
                    <a:pt x="267" y="324"/>
                    <a:pt x="267" y="324"/>
                    <a:pt x="267" y="324"/>
                  </a:cubicBezTo>
                  <a:cubicBezTo>
                    <a:pt x="270" y="323"/>
                    <a:pt x="268" y="321"/>
                    <a:pt x="270" y="320"/>
                  </a:cubicBezTo>
                  <a:cubicBezTo>
                    <a:pt x="269" y="320"/>
                    <a:pt x="267" y="318"/>
                    <a:pt x="268" y="317"/>
                  </a:cubicBezTo>
                  <a:cubicBezTo>
                    <a:pt x="266" y="315"/>
                    <a:pt x="270" y="318"/>
                    <a:pt x="271" y="318"/>
                  </a:cubicBezTo>
                  <a:cubicBezTo>
                    <a:pt x="271" y="317"/>
                    <a:pt x="271" y="316"/>
                    <a:pt x="271" y="316"/>
                  </a:cubicBezTo>
                  <a:cubicBezTo>
                    <a:pt x="272" y="316"/>
                    <a:pt x="272" y="316"/>
                    <a:pt x="272" y="316"/>
                  </a:cubicBezTo>
                  <a:cubicBezTo>
                    <a:pt x="271" y="315"/>
                    <a:pt x="271" y="314"/>
                    <a:pt x="272" y="314"/>
                  </a:cubicBezTo>
                  <a:cubicBezTo>
                    <a:pt x="272" y="314"/>
                    <a:pt x="272" y="314"/>
                    <a:pt x="272" y="314"/>
                  </a:cubicBezTo>
                  <a:cubicBezTo>
                    <a:pt x="273" y="314"/>
                    <a:pt x="274" y="314"/>
                    <a:pt x="274" y="313"/>
                  </a:cubicBezTo>
                  <a:cubicBezTo>
                    <a:pt x="274" y="311"/>
                    <a:pt x="275" y="312"/>
                    <a:pt x="274" y="310"/>
                  </a:cubicBezTo>
                  <a:cubicBezTo>
                    <a:pt x="275" y="311"/>
                    <a:pt x="275" y="311"/>
                    <a:pt x="275" y="311"/>
                  </a:cubicBezTo>
                  <a:cubicBezTo>
                    <a:pt x="273" y="310"/>
                    <a:pt x="273" y="310"/>
                    <a:pt x="273" y="310"/>
                  </a:cubicBezTo>
                  <a:cubicBezTo>
                    <a:pt x="275" y="309"/>
                    <a:pt x="275" y="309"/>
                    <a:pt x="275" y="309"/>
                  </a:cubicBezTo>
                  <a:cubicBezTo>
                    <a:pt x="276" y="311"/>
                    <a:pt x="276" y="311"/>
                    <a:pt x="276" y="311"/>
                  </a:cubicBezTo>
                  <a:cubicBezTo>
                    <a:pt x="277" y="311"/>
                    <a:pt x="275" y="310"/>
                    <a:pt x="275" y="309"/>
                  </a:cubicBezTo>
                  <a:cubicBezTo>
                    <a:pt x="274" y="308"/>
                    <a:pt x="275" y="309"/>
                    <a:pt x="276" y="309"/>
                  </a:cubicBezTo>
                  <a:cubicBezTo>
                    <a:pt x="277" y="310"/>
                    <a:pt x="276" y="309"/>
                    <a:pt x="276" y="309"/>
                  </a:cubicBezTo>
                  <a:cubicBezTo>
                    <a:pt x="276" y="310"/>
                    <a:pt x="276" y="309"/>
                    <a:pt x="277" y="310"/>
                  </a:cubicBezTo>
                  <a:cubicBezTo>
                    <a:pt x="277" y="310"/>
                    <a:pt x="276" y="308"/>
                    <a:pt x="276" y="308"/>
                  </a:cubicBezTo>
                  <a:cubicBezTo>
                    <a:pt x="277" y="308"/>
                    <a:pt x="277" y="307"/>
                    <a:pt x="278" y="308"/>
                  </a:cubicBezTo>
                  <a:cubicBezTo>
                    <a:pt x="278" y="307"/>
                    <a:pt x="279" y="307"/>
                    <a:pt x="278" y="306"/>
                  </a:cubicBezTo>
                  <a:cubicBezTo>
                    <a:pt x="278" y="306"/>
                    <a:pt x="277" y="307"/>
                    <a:pt x="276" y="306"/>
                  </a:cubicBezTo>
                  <a:cubicBezTo>
                    <a:pt x="276" y="305"/>
                    <a:pt x="277" y="305"/>
                    <a:pt x="277" y="305"/>
                  </a:cubicBezTo>
                  <a:cubicBezTo>
                    <a:pt x="277" y="306"/>
                    <a:pt x="277" y="306"/>
                    <a:pt x="277" y="306"/>
                  </a:cubicBezTo>
                  <a:cubicBezTo>
                    <a:pt x="277" y="305"/>
                    <a:pt x="278" y="305"/>
                    <a:pt x="277" y="304"/>
                  </a:cubicBezTo>
                  <a:cubicBezTo>
                    <a:pt x="279" y="305"/>
                    <a:pt x="279" y="305"/>
                    <a:pt x="279" y="305"/>
                  </a:cubicBezTo>
                  <a:cubicBezTo>
                    <a:pt x="278" y="304"/>
                    <a:pt x="279" y="303"/>
                    <a:pt x="279" y="303"/>
                  </a:cubicBezTo>
                  <a:cubicBezTo>
                    <a:pt x="280" y="304"/>
                    <a:pt x="281" y="306"/>
                    <a:pt x="282" y="306"/>
                  </a:cubicBezTo>
                  <a:cubicBezTo>
                    <a:pt x="282" y="304"/>
                    <a:pt x="282" y="304"/>
                    <a:pt x="282" y="304"/>
                  </a:cubicBezTo>
                  <a:cubicBezTo>
                    <a:pt x="282" y="303"/>
                    <a:pt x="283" y="304"/>
                    <a:pt x="283" y="304"/>
                  </a:cubicBezTo>
                  <a:cubicBezTo>
                    <a:pt x="285" y="304"/>
                    <a:pt x="282" y="299"/>
                    <a:pt x="284" y="300"/>
                  </a:cubicBezTo>
                  <a:cubicBezTo>
                    <a:pt x="285" y="302"/>
                    <a:pt x="285" y="302"/>
                    <a:pt x="286" y="302"/>
                  </a:cubicBezTo>
                  <a:cubicBezTo>
                    <a:pt x="286" y="301"/>
                    <a:pt x="286" y="301"/>
                    <a:pt x="286" y="301"/>
                  </a:cubicBezTo>
                  <a:cubicBezTo>
                    <a:pt x="285" y="300"/>
                    <a:pt x="286" y="302"/>
                    <a:pt x="285" y="301"/>
                  </a:cubicBezTo>
                  <a:cubicBezTo>
                    <a:pt x="285" y="300"/>
                    <a:pt x="285" y="300"/>
                    <a:pt x="285" y="300"/>
                  </a:cubicBezTo>
                  <a:cubicBezTo>
                    <a:pt x="288" y="303"/>
                    <a:pt x="290" y="299"/>
                    <a:pt x="293" y="300"/>
                  </a:cubicBezTo>
                  <a:cubicBezTo>
                    <a:pt x="292" y="298"/>
                    <a:pt x="294" y="299"/>
                    <a:pt x="294" y="298"/>
                  </a:cubicBezTo>
                  <a:cubicBezTo>
                    <a:pt x="294" y="300"/>
                    <a:pt x="295" y="297"/>
                    <a:pt x="296" y="298"/>
                  </a:cubicBezTo>
                  <a:cubicBezTo>
                    <a:pt x="295" y="296"/>
                    <a:pt x="295" y="296"/>
                    <a:pt x="295" y="296"/>
                  </a:cubicBezTo>
                  <a:cubicBezTo>
                    <a:pt x="296" y="297"/>
                    <a:pt x="295" y="291"/>
                    <a:pt x="297" y="294"/>
                  </a:cubicBezTo>
                  <a:cubicBezTo>
                    <a:pt x="298" y="295"/>
                    <a:pt x="298" y="296"/>
                    <a:pt x="297" y="296"/>
                  </a:cubicBezTo>
                  <a:cubicBezTo>
                    <a:pt x="299" y="299"/>
                    <a:pt x="300" y="293"/>
                    <a:pt x="301" y="296"/>
                  </a:cubicBezTo>
                  <a:cubicBezTo>
                    <a:pt x="301" y="295"/>
                    <a:pt x="300" y="294"/>
                    <a:pt x="301" y="292"/>
                  </a:cubicBezTo>
                  <a:cubicBezTo>
                    <a:pt x="302" y="293"/>
                    <a:pt x="304" y="294"/>
                    <a:pt x="304" y="294"/>
                  </a:cubicBezTo>
                  <a:cubicBezTo>
                    <a:pt x="304" y="294"/>
                    <a:pt x="304" y="293"/>
                    <a:pt x="305" y="294"/>
                  </a:cubicBezTo>
                  <a:cubicBezTo>
                    <a:pt x="305" y="294"/>
                    <a:pt x="305" y="294"/>
                    <a:pt x="305" y="295"/>
                  </a:cubicBezTo>
                  <a:cubicBezTo>
                    <a:pt x="306" y="295"/>
                    <a:pt x="307" y="294"/>
                    <a:pt x="308" y="293"/>
                  </a:cubicBezTo>
                  <a:cubicBezTo>
                    <a:pt x="309" y="294"/>
                    <a:pt x="310" y="293"/>
                    <a:pt x="312" y="293"/>
                  </a:cubicBezTo>
                  <a:cubicBezTo>
                    <a:pt x="312" y="291"/>
                    <a:pt x="315" y="293"/>
                    <a:pt x="314" y="290"/>
                  </a:cubicBezTo>
                  <a:cubicBezTo>
                    <a:pt x="314" y="291"/>
                    <a:pt x="314" y="291"/>
                    <a:pt x="314" y="291"/>
                  </a:cubicBezTo>
                  <a:cubicBezTo>
                    <a:pt x="314" y="290"/>
                    <a:pt x="314" y="288"/>
                    <a:pt x="315" y="288"/>
                  </a:cubicBezTo>
                  <a:cubicBezTo>
                    <a:pt x="315" y="290"/>
                    <a:pt x="315" y="290"/>
                    <a:pt x="315" y="290"/>
                  </a:cubicBezTo>
                  <a:cubicBezTo>
                    <a:pt x="316" y="292"/>
                    <a:pt x="317" y="290"/>
                    <a:pt x="318" y="291"/>
                  </a:cubicBezTo>
                  <a:cubicBezTo>
                    <a:pt x="316" y="289"/>
                    <a:pt x="318" y="291"/>
                    <a:pt x="318" y="289"/>
                  </a:cubicBezTo>
                  <a:cubicBezTo>
                    <a:pt x="318" y="288"/>
                    <a:pt x="318" y="288"/>
                    <a:pt x="318" y="288"/>
                  </a:cubicBezTo>
                  <a:cubicBezTo>
                    <a:pt x="319" y="287"/>
                    <a:pt x="318" y="287"/>
                    <a:pt x="319" y="286"/>
                  </a:cubicBezTo>
                  <a:cubicBezTo>
                    <a:pt x="320" y="286"/>
                    <a:pt x="321" y="288"/>
                    <a:pt x="320" y="288"/>
                  </a:cubicBezTo>
                  <a:cubicBezTo>
                    <a:pt x="321" y="289"/>
                    <a:pt x="322" y="288"/>
                    <a:pt x="322" y="287"/>
                  </a:cubicBezTo>
                  <a:cubicBezTo>
                    <a:pt x="322" y="287"/>
                    <a:pt x="322" y="287"/>
                    <a:pt x="322" y="287"/>
                  </a:cubicBezTo>
                  <a:cubicBezTo>
                    <a:pt x="322" y="287"/>
                    <a:pt x="322" y="287"/>
                    <a:pt x="322" y="287"/>
                  </a:cubicBezTo>
                  <a:cubicBezTo>
                    <a:pt x="323" y="287"/>
                    <a:pt x="323" y="287"/>
                    <a:pt x="323" y="287"/>
                  </a:cubicBezTo>
                  <a:cubicBezTo>
                    <a:pt x="323" y="287"/>
                    <a:pt x="323" y="287"/>
                    <a:pt x="323" y="287"/>
                  </a:cubicBezTo>
                  <a:cubicBezTo>
                    <a:pt x="323" y="287"/>
                    <a:pt x="323" y="287"/>
                    <a:pt x="322" y="287"/>
                  </a:cubicBezTo>
                  <a:cubicBezTo>
                    <a:pt x="323" y="287"/>
                    <a:pt x="323" y="287"/>
                    <a:pt x="323" y="287"/>
                  </a:cubicBezTo>
                  <a:cubicBezTo>
                    <a:pt x="323" y="287"/>
                    <a:pt x="323" y="287"/>
                    <a:pt x="323" y="287"/>
                  </a:cubicBezTo>
                  <a:cubicBezTo>
                    <a:pt x="324" y="287"/>
                    <a:pt x="324" y="287"/>
                    <a:pt x="324" y="287"/>
                  </a:cubicBezTo>
                  <a:cubicBezTo>
                    <a:pt x="325" y="289"/>
                    <a:pt x="325" y="289"/>
                    <a:pt x="325" y="289"/>
                  </a:cubicBezTo>
                  <a:cubicBezTo>
                    <a:pt x="325" y="289"/>
                    <a:pt x="326" y="286"/>
                    <a:pt x="326" y="286"/>
                  </a:cubicBezTo>
                  <a:cubicBezTo>
                    <a:pt x="328" y="286"/>
                    <a:pt x="331" y="283"/>
                    <a:pt x="332" y="281"/>
                  </a:cubicBezTo>
                  <a:cubicBezTo>
                    <a:pt x="332" y="282"/>
                    <a:pt x="332" y="282"/>
                    <a:pt x="332" y="282"/>
                  </a:cubicBezTo>
                  <a:cubicBezTo>
                    <a:pt x="332" y="281"/>
                    <a:pt x="332" y="279"/>
                    <a:pt x="333" y="280"/>
                  </a:cubicBezTo>
                  <a:cubicBezTo>
                    <a:pt x="333" y="279"/>
                    <a:pt x="334" y="280"/>
                    <a:pt x="335" y="280"/>
                  </a:cubicBezTo>
                  <a:cubicBezTo>
                    <a:pt x="335" y="280"/>
                    <a:pt x="334" y="279"/>
                    <a:pt x="334" y="279"/>
                  </a:cubicBezTo>
                  <a:cubicBezTo>
                    <a:pt x="337" y="279"/>
                    <a:pt x="337" y="275"/>
                    <a:pt x="339" y="274"/>
                  </a:cubicBezTo>
                  <a:cubicBezTo>
                    <a:pt x="339" y="274"/>
                    <a:pt x="340" y="275"/>
                    <a:pt x="340" y="276"/>
                  </a:cubicBezTo>
                  <a:cubicBezTo>
                    <a:pt x="341" y="274"/>
                    <a:pt x="341" y="272"/>
                    <a:pt x="341" y="270"/>
                  </a:cubicBezTo>
                  <a:cubicBezTo>
                    <a:pt x="341" y="270"/>
                    <a:pt x="342" y="270"/>
                    <a:pt x="342" y="271"/>
                  </a:cubicBezTo>
                  <a:cubicBezTo>
                    <a:pt x="342" y="270"/>
                    <a:pt x="343" y="269"/>
                    <a:pt x="342" y="267"/>
                  </a:cubicBezTo>
                  <a:cubicBezTo>
                    <a:pt x="341" y="268"/>
                    <a:pt x="343" y="268"/>
                    <a:pt x="342" y="268"/>
                  </a:cubicBezTo>
                  <a:cubicBezTo>
                    <a:pt x="341" y="268"/>
                    <a:pt x="340" y="266"/>
                    <a:pt x="341" y="266"/>
                  </a:cubicBezTo>
                  <a:cubicBezTo>
                    <a:pt x="341" y="266"/>
                    <a:pt x="341" y="266"/>
                    <a:pt x="341" y="266"/>
                  </a:cubicBezTo>
                  <a:cubicBezTo>
                    <a:pt x="342" y="265"/>
                    <a:pt x="341" y="265"/>
                    <a:pt x="342" y="263"/>
                  </a:cubicBezTo>
                  <a:cubicBezTo>
                    <a:pt x="343" y="263"/>
                    <a:pt x="342" y="264"/>
                    <a:pt x="343" y="264"/>
                  </a:cubicBezTo>
                  <a:cubicBezTo>
                    <a:pt x="345" y="265"/>
                    <a:pt x="345" y="262"/>
                    <a:pt x="346" y="262"/>
                  </a:cubicBezTo>
                  <a:cubicBezTo>
                    <a:pt x="344" y="261"/>
                    <a:pt x="344" y="261"/>
                    <a:pt x="344" y="261"/>
                  </a:cubicBezTo>
                  <a:cubicBezTo>
                    <a:pt x="344" y="260"/>
                    <a:pt x="346" y="261"/>
                    <a:pt x="346" y="260"/>
                  </a:cubicBezTo>
                  <a:cubicBezTo>
                    <a:pt x="342" y="256"/>
                    <a:pt x="342" y="256"/>
                    <a:pt x="342" y="256"/>
                  </a:cubicBezTo>
                  <a:cubicBezTo>
                    <a:pt x="342" y="257"/>
                    <a:pt x="344" y="256"/>
                    <a:pt x="345" y="257"/>
                  </a:cubicBezTo>
                  <a:cubicBezTo>
                    <a:pt x="346" y="255"/>
                    <a:pt x="342" y="254"/>
                    <a:pt x="341" y="253"/>
                  </a:cubicBezTo>
                  <a:cubicBezTo>
                    <a:pt x="342" y="252"/>
                    <a:pt x="341" y="250"/>
                    <a:pt x="341" y="250"/>
                  </a:cubicBezTo>
                  <a:cubicBezTo>
                    <a:pt x="342" y="250"/>
                    <a:pt x="341" y="250"/>
                    <a:pt x="342" y="250"/>
                  </a:cubicBezTo>
                  <a:cubicBezTo>
                    <a:pt x="343" y="250"/>
                    <a:pt x="343" y="250"/>
                    <a:pt x="343" y="250"/>
                  </a:cubicBezTo>
                  <a:cubicBezTo>
                    <a:pt x="343" y="251"/>
                    <a:pt x="346" y="250"/>
                    <a:pt x="347" y="251"/>
                  </a:cubicBezTo>
                  <a:cubicBezTo>
                    <a:pt x="346" y="249"/>
                    <a:pt x="347" y="247"/>
                    <a:pt x="347" y="246"/>
                  </a:cubicBezTo>
                  <a:cubicBezTo>
                    <a:pt x="345" y="247"/>
                    <a:pt x="346" y="244"/>
                    <a:pt x="343" y="244"/>
                  </a:cubicBezTo>
                  <a:cubicBezTo>
                    <a:pt x="343" y="242"/>
                    <a:pt x="346" y="243"/>
                    <a:pt x="346" y="242"/>
                  </a:cubicBezTo>
                  <a:cubicBezTo>
                    <a:pt x="345" y="240"/>
                    <a:pt x="346" y="239"/>
                    <a:pt x="345" y="237"/>
                  </a:cubicBezTo>
                  <a:cubicBezTo>
                    <a:pt x="346" y="237"/>
                    <a:pt x="346" y="237"/>
                    <a:pt x="346" y="237"/>
                  </a:cubicBezTo>
                  <a:cubicBezTo>
                    <a:pt x="345" y="236"/>
                    <a:pt x="346" y="233"/>
                    <a:pt x="344" y="232"/>
                  </a:cubicBezTo>
                  <a:cubicBezTo>
                    <a:pt x="345" y="232"/>
                    <a:pt x="345" y="232"/>
                    <a:pt x="345" y="232"/>
                  </a:cubicBezTo>
                  <a:cubicBezTo>
                    <a:pt x="346" y="231"/>
                    <a:pt x="342" y="232"/>
                    <a:pt x="343" y="230"/>
                  </a:cubicBezTo>
                  <a:cubicBezTo>
                    <a:pt x="345" y="231"/>
                    <a:pt x="345" y="231"/>
                    <a:pt x="345" y="231"/>
                  </a:cubicBezTo>
                  <a:cubicBezTo>
                    <a:pt x="343" y="230"/>
                    <a:pt x="346" y="229"/>
                    <a:pt x="344" y="227"/>
                  </a:cubicBezTo>
                  <a:cubicBezTo>
                    <a:pt x="344" y="227"/>
                    <a:pt x="345" y="227"/>
                    <a:pt x="345" y="228"/>
                  </a:cubicBezTo>
                  <a:cubicBezTo>
                    <a:pt x="344" y="226"/>
                    <a:pt x="345" y="225"/>
                    <a:pt x="343" y="224"/>
                  </a:cubicBezTo>
                  <a:cubicBezTo>
                    <a:pt x="344" y="224"/>
                    <a:pt x="345" y="224"/>
                    <a:pt x="345" y="225"/>
                  </a:cubicBezTo>
                  <a:cubicBezTo>
                    <a:pt x="346" y="224"/>
                    <a:pt x="343" y="223"/>
                    <a:pt x="344" y="222"/>
                  </a:cubicBezTo>
                  <a:cubicBezTo>
                    <a:pt x="344" y="222"/>
                    <a:pt x="345" y="222"/>
                    <a:pt x="346" y="222"/>
                  </a:cubicBezTo>
                  <a:cubicBezTo>
                    <a:pt x="344" y="221"/>
                    <a:pt x="345" y="219"/>
                    <a:pt x="344" y="219"/>
                  </a:cubicBezTo>
                  <a:cubicBezTo>
                    <a:pt x="345" y="219"/>
                    <a:pt x="346" y="218"/>
                    <a:pt x="347" y="218"/>
                  </a:cubicBezTo>
                  <a:cubicBezTo>
                    <a:pt x="348" y="213"/>
                    <a:pt x="351" y="208"/>
                    <a:pt x="353" y="202"/>
                  </a:cubicBezTo>
                  <a:cubicBezTo>
                    <a:pt x="355" y="203"/>
                    <a:pt x="353" y="204"/>
                    <a:pt x="355" y="204"/>
                  </a:cubicBezTo>
                  <a:cubicBezTo>
                    <a:pt x="353" y="203"/>
                    <a:pt x="355" y="203"/>
                    <a:pt x="355" y="202"/>
                  </a:cubicBezTo>
                  <a:cubicBezTo>
                    <a:pt x="356" y="202"/>
                    <a:pt x="356" y="202"/>
                    <a:pt x="356" y="202"/>
                  </a:cubicBezTo>
                  <a:cubicBezTo>
                    <a:pt x="356" y="201"/>
                    <a:pt x="357" y="202"/>
                    <a:pt x="357" y="201"/>
                  </a:cubicBezTo>
                  <a:cubicBezTo>
                    <a:pt x="357" y="200"/>
                    <a:pt x="357" y="200"/>
                    <a:pt x="357" y="200"/>
                  </a:cubicBezTo>
                  <a:cubicBezTo>
                    <a:pt x="356" y="199"/>
                    <a:pt x="360" y="201"/>
                    <a:pt x="358" y="199"/>
                  </a:cubicBezTo>
                  <a:cubicBezTo>
                    <a:pt x="360" y="200"/>
                    <a:pt x="360" y="200"/>
                    <a:pt x="360" y="200"/>
                  </a:cubicBezTo>
                  <a:cubicBezTo>
                    <a:pt x="359" y="197"/>
                    <a:pt x="361" y="199"/>
                    <a:pt x="361" y="197"/>
                  </a:cubicBezTo>
                  <a:cubicBezTo>
                    <a:pt x="361" y="197"/>
                    <a:pt x="361" y="197"/>
                    <a:pt x="361" y="197"/>
                  </a:cubicBezTo>
                  <a:cubicBezTo>
                    <a:pt x="363" y="198"/>
                    <a:pt x="362" y="194"/>
                    <a:pt x="363" y="195"/>
                  </a:cubicBezTo>
                  <a:cubicBezTo>
                    <a:pt x="364" y="194"/>
                    <a:pt x="365" y="193"/>
                    <a:pt x="364" y="191"/>
                  </a:cubicBezTo>
                  <a:cubicBezTo>
                    <a:pt x="365" y="193"/>
                    <a:pt x="365" y="193"/>
                    <a:pt x="365" y="193"/>
                  </a:cubicBezTo>
                  <a:cubicBezTo>
                    <a:pt x="366" y="192"/>
                    <a:pt x="368" y="191"/>
                    <a:pt x="369" y="190"/>
                  </a:cubicBezTo>
                  <a:cubicBezTo>
                    <a:pt x="374" y="190"/>
                    <a:pt x="379" y="190"/>
                    <a:pt x="383" y="191"/>
                  </a:cubicBezTo>
                  <a:cubicBezTo>
                    <a:pt x="386" y="192"/>
                    <a:pt x="388" y="193"/>
                    <a:pt x="390" y="194"/>
                  </a:cubicBezTo>
                  <a:cubicBezTo>
                    <a:pt x="389" y="196"/>
                    <a:pt x="388" y="198"/>
                    <a:pt x="388" y="200"/>
                  </a:cubicBezTo>
                  <a:cubicBezTo>
                    <a:pt x="387" y="201"/>
                    <a:pt x="386" y="199"/>
                    <a:pt x="386" y="199"/>
                  </a:cubicBezTo>
                  <a:cubicBezTo>
                    <a:pt x="384" y="205"/>
                    <a:pt x="377" y="203"/>
                    <a:pt x="373" y="209"/>
                  </a:cubicBezTo>
                  <a:cubicBezTo>
                    <a:pt x="369" y="210"/>
                    <a:pt x="365" y="215"/>
                    <a:pt x="365" y="215"/>
                  </a:cubicBezTo>
                  <a:cubicBezTo>
                    <a:pt x="382" y="216"/>
                    <a:pt x="389" y="211"/>
                    <a:pt x="399" y="205"/>
                  </a:cubicBezTo>
                  <a:cubicBezTo>
                    <a:pt x="401" y="203"/>
                    <a:pt x="402" y="201"/>
                    <a:pt x="403" y="198"/>
                  </a:cubicBezTo>
                  <a:cubicBezTo>
                    <a:pt x="405" y="199"/>
                    <a:pt x="406" y="199"/>
                    <a:pt x="406" y="198"/>
                  </a:cubicBezTo>
                  <a:cubicBezTo>
                    <a:pt x="405" y="197"/>
                    <a:pt x="404" y="197"/>
                    <a:pt x="404" y="196"/>
                  </a:cubicBezTo>
                  <a:cubicBezTo>
                    <a:pt x="404" y="194"/>
                    <a:pt x="405" y="191"/>
                    <a:pt x="406" y="188"/>
                  </a:cubicBezTo>
                  <a:cubicBezTo>
                    <a:pt x="398" y="164"/>
                    <a:pt x="382" y="170"/>
                    <a:pt x="375" y="170"/>
                  </a:cubicBezTo>
                  <a:cubicBezTo>
                    <a:pt x="367" y="172"/>
                    <a:pt x="361" y="175"/>
                    <a:pt x="356" y="179"/>
                  </a:cubicBezTo>
                  <a:cubicBezTo>
                    <a:pt x="356" y="179"/>
                    <a:pt x="356" y="179"/>
                    <a:pt x="357" y="180"/>
                  </a:cubicBezTo>
                  <a:cubicBezTo>
                    <a:pt x="354" y="179"/>
                    <a:pt x="351" y="179"/>
                    <a:pt x="349" y="179"/>
                  </a:cubicBezTo>
                  <a:cubicBezTo>
                    <a:pt x="332" y="177"/>
                    <a:pt x="315" y="175"/>
                    <a:pt x="313" y="163"/>
                  </a:cubicBezTo>
                  <a:cubicBezTo>
                    <a:pt x="308" y="154"/>
                    <a:pt x="303" y="139"/>
                    <a:pt x="301" y="128"/>
                  </a:cubicBezTo>
                  <a:cubicBezTo>
                    <a:pt x="300" y="124"/>
                    <a:pt x="300" y="121"/>
                    <a:pt x="299" y="117"/>
                  </a:cubicBezTo>
                  <a:cubicBezTo>
                    <a:pt x="323" y="112"/>
                    <a:pt x="296" y="118"/>
                    <a:pt x="307" y="115"/>
                  </a:cubicBezTo>
                  <a:cubicBezTo>
                    <a:pt x="307" y="115"/>
                    <a:pt x="307" y="115"/>
                    <a:pt x="307" y="115"/>
                  </a:cubicBezTo>
                  <a:cubicBezTo>
                    <a:pt x="307" y="114"/>
                    <a:pt x="307" y="114"/>
                    <a:pt x="307" y="114"/>
                  </a:cubicBezTo>
                  <a:cubicBezTo>
                    <a:pt x="306" y="113"/>
                    <a:pt x="306" y="113"/>
                    <a:pt x="306" y="113"/>
                  </a:cubicBezTo>
                  <a:cubicBezTo>
                    <a:pt x="306" y="110"/>
                    <a:pt x="306" y="110"/>
                    <a:pt x="306" y="110"/>
                  </a:cubicBezTo>
                  <a:cubicBezTo>
                    <a:pt x="303" y="103"/>
                    <a:pt x="304" y="96"/>
                    <a:pt x="292" y="85"/>
                  </a:cubicBezTo>
                  <a:cubicBezTo>
                    <a:pt x="277" y="75"/>
                    <a:pt x="266" y="83"/>
                    <a:pt x="261" y="92"/>
                  </a:cubicBezTo>
                  <a:cubicBezTo>
                    <a:pt x="260" y="93"/>
                    <a:pt x="259" y="94"/>
                    <a:pt x="258" y="95"/>
                  </a:cubicBezTo>
                  <a:cubicBezTo>
                    <a:pt x="257" y="95"/>
                    <a:pt x="257" y="95"/>
                    <a:pt x="257" y="95"/>
                  </a:cubicBezTo>
                  <a:cubicBezTo>
                    <a:pt x="255" y="97"/>
                    <a:pt x="253" y="98"/>
                    <a:pt x="251" y="102"/>
                  </a:cubicBezTo>
                  <a:cubicBezTo>
                    <a:pt x="251" y="102"/>
                    <a:pt x="251" y="102"/>
                    <a:pt x="251" y="102"/>
                  </a:cubicBezTo>
                  <a:cubicBezTo>
                    <a:pt x="251" y="106"/>
                    <a:pt x="245" y="110"/>
                    <a:pt x="247" y="113"/>
                  </a:cubicBezTo>
                  <a:cubicBezTo>
                    <a:pt x="245" y="115"/>
                    <a:pt x="245" y="115"/>
                    <a:pt x="245" y="115"/>
                  </a:cubicBezTo>
                  <a:cubicBezTo>
                    <a:pt x="246" y="120"/>
                    <a:pt x="243" y="122"/>
                    <a:pt x="245" y="127"/>
                  </a:cubicBezTo>
                  <a:cubicBezTo>
                    <a:pt x="244" y="126"/>
                    <a:pt x="244" y="126"/>
                    <a:pt x="244" y="126"/>
                  </a:cubicBezTo>
                  <a:cubicBezTo>
                    <a:pt x="243" y="133"/>
                    <a:pt x="248" y="140"/>
                    <a:pt x="246" y="142"/>
                  </a:cubicBezTo>
                  <a:cubicBezTo>
                    <a:pt x="246" y="144"/>
                    <a:pt x="246" y="145"/>
                    <a:pt x="247" y="147"/>
                  </a:cubicBezTo>
                  <a:cubicBezTo>
                    <a:pt x="241" y="158"/>
                    <a:pt x="234" y="167"/>
                    <a:pt x="228" y="171"/>
                  </a:cubicBezTo>
                  <a:cubicBezTo>
                    <a:pt x="228" y="169"/>
                    <a:pt x="226" y="166"/>
                    <a:pt x="223" y="162"/>
                  </a:cubicBezTo>
                  <a:cubicBezTo>
                    <a:pt x="223" y="162"/>
                    <a:pt x="223" y="162"/>
                    <a:pt x="224" y="162"/>
                  </a:cubicBezTo>
                  <a:cubicBezTo>
                    <a:pt x="224" y="162"/>
                    <a:pt x="223" y="161"/>
                    <a:pt x="223" y="161"/>
                  </a:cubicBezTo>
                  <a:cubicBezTo>
                    <a:pt x="223" y="161"/>
                    <a:pt x="223" y="161"/>
                    <a:pt x="223" y="160"/>
                  </a:cubicBezTo>
                  <a:cubicBezTo>
                    <a:pt x="228" y="153"/>
                    <a:pt x="228" y="143"/>
                    <a:pt x="231" y="134"/>
                  </a:cubicBezTo>
                  <a:cubicBezTo>
                    <a:pt x="231" y="134"/>
                    <a:pt x="232" y="136"/>
                    <a:pt x="232" y="137"/>
                  </a:cubicBezTo>
                  <a:cubicBezTo>
                    <a:pt x="233" y="129"/>
                    <a:pt x="233" y="121"/>
                    <a:pt x="230" y="115"/>
                  </a:cubicBezTo>
                  <a:cubicBezTo>
                    <a:pt x="231" y="115"/>
                    <a:pt x="231" y="115"/>
                    <a:pt x="232" y="117"/>
                  </a:cubicBezTo>
                  <a:cubicBezTo>
                    <a:pt x="231" y="111"/>
                    <a:pt x="229" y="105"/>
                    <a:pt x="227" y="103"/>
                  </a:cubicBezTo>
                  <a:cubicBezTo>
                    <a:pt x="227" y="107"/>
                    <a:pt x="228" y="103"/>
                    <a:pt x="228" y="106"/>
                  </a:cubicBezTo>
                  <a:cubicBezTo>
                    <a:pt x="228" y="110"/>
                    <a:pt x="225" y="104"/>
                    <a:pt x="223" y="100"/>
                  </a:cubicBezTo>
                  <a:cubicBezTo>
                    <a:pt x="223" y="100"/>
                    <a:pt x="223" y="100"/>
                    <a:pt x="223" y="100"/>
                  </a:cubicBezTo>
                  <a:cubicBezTo>
                    <a:pt x="220" y="96"/>
                    <a:pt x="218" y="95"/>
                    <a:pt x="213" y="96"/>
                  </a:cubicBezTo>
                  <a:cubicBezTo>
                    <a:pt x="209" y="95"/>
                    <a:pt x="216" y="95"/>
                    <a:pt x="214" y="94"/>
                  </a:cubicBezTo>
                  <a:cubicBezTo>
                    <a:pt x="211" y="90"/>
                    <a:pt x="201" y="99"/>
                    <a:pt x="201" y="100"/>
                  </a:cubicBezTo>
                  <a:cubicBezTo>
                    <a:pt x="200" y="102"/>
                    <a:pt x="199" y="104"/>
                    <a:pt x="200" y="104"/>
                  </a:cubicBezTo>
                  <a:cubicBezTo>
                    <a:pt x="198" y="108"/>
                    <a:pt x="198" y="105"/>
                    <a:pt x="197" y="108"/>
                  </a:cubicBezTo>
                  <a:cubicBezTo>
                    <a:pt x="196" y="112"/>
                    <a:pt x="197" y="116"/>
                    <a:pt x="199" y="120"/>
                  </a:cubicBezTo>
                  <a:cubicBezTo>
                    <a:pt x="198" y="119"/>
                    <a:pt x="196" y="123"/>
                    <a:pt x="195" y="120"/>
                  </a:cubicBezTo>
                  <a:cubicBezTo>
                    <a:pt x="196" y="129"/>
                    <a:pt x="200" y="133"/>
                    <a:pt x="202" y="137"/>
                  </a:cubicBezTo>
                  <a:cubicBezTo>
                    <a:pt x="202" y="140"/>
                    <a:pt x="205" y="147"/>
                    <a:pt x="207" y="149"/>
                  </a:cubicBezTo>
                  <a:cubicBezTo>
                    <a:pt x="206" y="151"/>
                    <a:pt x="206" y="147"/>
                    <a:pt x="205" y="147"/>
                  </a:cubicBezTo>
                  <a:cubicBezTo>
                    <a:pt x="205" y="151"/>
                    <a:pt x="205" y="151"/>
                    <a:pt x="205" y="151"/>
                  </a:cubicBezTo>
                  <a:cubicBezTo>
                    <a:pt x="202" y="146"/>
                    <a:pt x="203" y="153"/>
                    <a:pt x="201" y="150"/>
                  </a:cubicBezTo>
                  <a:cubicBezTo>
                    <a:pt x="202" y="153"/>
                    <a:pt x="204" y="158"/>
                    <a:pt x="206" y="163"/>
                  </a:cubicBezTo>
                  <a:cubicBezTo>
                    <a:pt x="203" y="170"/>
                    <a:pt x="201" y="172"/>
                    <a:pt x="194" y="178"/>
                  </a:cubicBezTo>
                  <a:cubicBezTo>
                    <a:pt x="195" y="178"/>
                    <a:pt x="192" y="180"/>
                    <a:pt x="194" y="181"/>
                  </a:cubicBezTo>
                  <a:cubicBezTo>
                    <a:pt x="194" y="183"/>
                    <a:pt x="192" y="183"/>
                    <a:pt x="191" y="183"/>
                  </a:cubicBezTo>
                  <a:cubicBezTo>
                    <a:pt x="192" y="182"/>
                    <a:pt x="193" y="182"/>
                    <a:pt x="192" y="176"/>
                  </a:cubicBezTo>
                  <a:cubicBezTo>
                    <a:pt x="186" y="156"/>
                    <a:pt x="180" y="130"/>
                    <a:pt x="179" y="108"/>
                  </a:cubicBezTo>
                  <a:cubicBezTo>
                    <a:pt x="179" y="110"/>
                    <a:pt x="178" y="110"/>
                    <a:pt x="178" y="108"/>
                  </a:cubicBezTo>
                  <a:cubicBezTo>
                    <a:pt x="181" y="106"/>
                    <a:pt x="176" y="101"/>
                    <a:pt x="177" y="97"/>
                  </a:cubicBezTo>
                  <a:cubicBezTo>
                    <a:pt x="178" y="97"/>
                    <a:pt x="178" y="99"/>
                    <a:pt x="178" y="100"/>
                  </a:cubicBezTo>
                  <a:cubicBezTo>
                    <a:pt x="179" y="89"/>
                    <a:pt x="176" y="81"/>
                    <a:pt x="177" y="71"/>
                  </a:cubicBezTo>
                  <a:cubicBezTo>
                    <a:pt x="175" y="62"/>
                    <a:pt x="178" y="51"/>
                    <a:pt x="176" y="45"/>
                  </a:cubicBezTo>
                  <a:cubicBezTo>
                    <a:pt x="177" y="46"/>
                    <a:pt x="176" y="41"/>
                    <a:pt x="177" y="39"/>
                  </a:cubicBezTo>
                  <a:cubicBezTo>
                    <a:pt x="176" y="36"/>
                    <a:pt x="176" y="34"/>
                    <a:pt x="176" y="31"/>
                  </a:cubicBezTo>
                  <a:cubicBezTo>
                    <a:pt x="176" y="30"/>
                    <a:pt x="176" y="29"/>
                    <a:pt x="176" y="28"/>
                  </a:cubicBezTo>
                  <a:cubicBezTo>
                    <a:pt x="176" y="27"/>
                    <a:pt x="176" y="27"/>
                    <a:pt x="176" y="27"/>
                  </a:cubicBezTo>
                  <a:cubicBezTo>
                    <a:pt x="176" y="23"/>
                    <a:pt x="177" y="18"/>
                    <a:pt x="176" y="14"/>
                  </a:cubicBezTo>
                  <a:cubicBezTo>
                    <a:pt x="176" y="13"/>
                    <a:pt x="175" y="2"/>
                    <a:pt x="174" y="1"/>
                  </a:cubicBezTo>
                  <a:cubicBezTo>
                    <a:pt x="173" y="0"/>
                    <a:pt x="172" y="6"/>
                    <a:pt x="170" y="6"/>
                  </a:cubicBezTo>
                  <a:cubicBezTo>
                    <a:pt x="162" y="5"/>
                    <a:pt x="168" y="10"/>
                    <a:pt x="161" y="11"/>
                  </a:cubicBezTo>
                  <a:cubicBezTo>
                    <a:pt x="157" y="12"/>
                    <a:pt x="156" y="13"/>
                    <a:pt x="154" y="16"/>
                  </a:cubicBezTo>
                  <a:cubicBezTo>
                    <a:pt x="155" y="20"/>
                    <a:pt x="155" y="24"/>
                    <a:pt x="155" y="28"/>
                  </a:cubicBezTo>
                  <a:cubicBezTo>
                    <a:pt x="156" y="67"/>
                    <a:pt x="156" y="67"/>
                    <a:pt x="156" y="67"/>
                  </a:cubicBezTo>
                  <a:cubicBezTo>
                    <a:pt x="156" y="75"/>
                    <a:pt x="154" y="84"/>
                    <a:pt x="153" y="92"/>
                  </a:cubicBezTo>
                  <a:cubicBezTo>
                    <a:pt x="148" y="91"/>
                    <a:pt x="142" y="91"/>
                    <a:pt x="139" y="94"/>
                  </a:cubicBezTo>
                  <a:cubicBezTo>
                    <a:pt x="137" y="95"/>
                    <a:pt x="135" y="96"/>
                    <a:pt x="134" y="98"/>
                  </a:cubicBezTo>
                  <a:cubicBezTo>
                    <a:pt x="125" y="103"/>
                    <a:pt x="119" y="113"/>
                    <a:pt x="119" y="118"/>
                  </a:cubicBezTo>
                  <a:cubicBezTo>
                    <a:pt x="118" y="121"/>
                    <a:pt x="118" y="124"/>
                    <a:pt x="118" y="127"/>
                  </a:cubicBezTo>
                  <a:cubicBezTo>
                    <a:pt x="115" y="132"/>
                    <a:pt x="113" y="140"/>
                    <a:pt x="112" y="144"/>
                  </a:cubicBezTo>
                  <a:cubicBezTo>
                    <a:pt x="111" y="152"/>
                    <a:pt x="111" y="155"/>
                    <a:pt x="111" y="160"/>
                  </a:cubicBezTo>
                  <a:cubicBezTo>
                    <a:pt x="111" y="163"/>
                    <a:pt x="109" y="164"/>
                    <a:pt x="108" y="165"/>
                  </a:cubicBezTo>
                  <a:cubicBezTo>
                    <a:pt x="105" y="174"/>
                    <a:pt x="100" y="181"/>
                    <a:pt x="100" y="189"/>
                  </a:cubicBezTo>
                  <a:cubicBezTo>
                    <a:pt x="99" y="189"/>
                    <a:pt x="99" y="189"/>
                    <a:pt x="99" y="189"/>
                  </a:cubicBezTo>
                  <a:cubicBezTo>
                    <a:pt x="98" y="195"/>
                    <a:pt x="93" y="208"/>
                    <a:pt x="88" y="208"/>
                  </a:cubicBezTo>
                  <a:cubicBezTo>
                    <a:pt x="88" y="210"/>
                    <a:pt x="83" y="208"/>
                    <a:pt x="85" y="211"/>
                  </a:cubicBezTo>
                  <a:cubicBezTo>
                    <a:pt x="82" y="210"/>
                    <a:pt x="85" y="209"/>
                    <a:pt x="82" y="208"/>
                  </a:cubicBezTo>
                  <a:cubicBezTo>
                    <a:pt x="83" y="209"/>
                    <a:pt x="84" y="208"/>
                    <a:pt x="85" y="208"/>
                  </a:cubicBezTo>
                  <a:cubicBezTo>
                    <a:pt x="78" y="200"/>
                    <a:pt x="79" y="178"/>
                    <a:pt x="79" y="161"/>
                  </a:cubicBezTo>
                  <a:cubicBezTo>
                    <a:pt x="81" y="156"/>
                    <a:pt x="80" y="144"/>
                    <a:pt x="81" y="133"/>
                  </a:cubicBezTo>
                  <a:cubicBezTo>
                    <a:pt x="81" y="131"/>
                    <a:pt x="81" y="131"/>
                    <a:pt x="81" y="131"/>
                  </a:cubicBezTo>
                  <a:cubicBezTo>
                    <a:pt x="82" y="131"/>
                    <a:pt x="82" y="131"/>
                    <a:pt x="83" y="131"/>
                  </a:cubicBezTo>
                  <a:cubicBezTo>
                    <a:pt x="83" y="131"/>
                    <a:pt x="83" y="130"/>
                    <a:pt x="83" y="130"/>
                  </a:cubicBezTo>
                  <a:cubicBezTo>
                    <a:pt x="83" y="129"/>
                    <a:pt x="83" y="129"/>
                    <a:pt x="83" y="129"/>
                  </a:cubicBezTo>
                  <a:cubicBezTo>
                    <a:pt x="83" y="128"/>
                    <a:pt x="83" y="128"/>
                    <a:pt x="83" y="128"/>
                  </a:cubicBezTo>
                  <a:cubicBezTo>
                    <a:pt x="82" y="128"/>
                    <a:pt x="82" y="128"/>
                    <a:pt x="81" y="128"/>
                  </a:cubicBezTo>
                  <a:cubicBezTo>
                    <a:pt x="81" y="127"/>
                    <a:pt x="81" y="127"/>
                    <a:pt x="81" y="127"/>
                  </a:cubicBezTo>
                  <a:cubicBezTo>
                    <a:pt x="82" y="128"/>
                    <a:pt x="82" y="128"/>
                    <a:pt x="83" y="128"/>
                  </a:cubicBezTo>
                  <a:cubicBezTo>
                    <a:pt x="83" y="128"/>
                    <a:pt x="83" y="128"/>
                    <a:pt x="83" y="128"/>
                  </a:cubicBezTo>
                  <a:cubicBezTo>
                    <a:pt x="83" y="127"/>
                    <a:pt x="83" y="127"/>
                    <a:pt x="83" y="127"/>
                  </a:cubicBezTo>
                  <a:cubicBezTo>
                    <a:pt x="83" y="127"/>
                    <a:pt x="83" y="127"/>
                    <a:pt x="83" y="127"/>
                  </a:cubicBezTo>
                  <a:cubicBezTo>
                    <a:pt x="83" y="127"/>
                    <a:pt x="83" y="127"/>
                    <a:pt x="83" y="127"/>
                  </a:cubicBezTo>
                  <a:cubicBezTo>
                    <a:pt x="83" y="127"/>
                    <a:pt x="83" y="127"/>
                    <a:pt x="83" y="127"/>
                  </a:cubicBezTo>
                  <a:cubicBezTo>
                    <a:pt x="83" y="127"/>
                    <a:pt x="82" y="127"/>
                    <a:pt x="81" y="127"/>
                  </a:cubicBezTo>
                  <a:cubicBezTo>
                    <a:pt x="81" y="126"/>
                    <a:pt x="81" y="126"/>
                    <a:pt x="81" y="126"/>
                  </a:cubicBezTo>
                  <a:cubicBezTo>
                    <a:pt x="62" y="125"/>
                    <a:pt x="75" y="126"/>
                    <a:pt x="71" y="127"/>
                  </a:cubicBezTo>
                  <a:cubicBezTo>
                    <a:pt x="71" y="127"/>
                    <a:pt x="71" y="127"/>
                    <a:pt x="71" y="127"/>
                  </a:cubicBezTo>
                  <a:cubicBezTo>
                    <a:pt x="66" y="126"/>
                    <a:pt x="63" y="126"/>
                    <a:pt x="69" y="126"/>
                  </a:cubicBezTo>
                  <a:cubicBezTo>
                    <a:pt x="69" y="127"/>
                    <a:pt x="69" y="127"/>
                    <a:pt x="69" y="127"/>
                  </a:cubicBezTo>
                  <a:cubicBezTo>
                    <a:pt x="69" y="127"/>
                    <a:pt x="69" y="127"/>
                    <a:pt x="69" y="127"/>
                  </a:cubicBezTo>
                  <a:cubicBezTo>
                    <a:pt x="70" y="127"/>
                    <a:pt x="70" y="127"/>
                    <a:pt x="71" y="127"/>
                  </a:cubicBezTo>
                  <a:cubicBezTo>
                    <a:pt x="71" y="127"/>
                    <a:pt x="71" y="127"/>
                    <a:pt x="71" y="127"/>
                  </a:cubicBezTo>
                  <a:cubicBezTo>
                    <a:pt x="70" y="127"/>
                    <a:pt x="70" y="127"/>
                    <a:pt x="69" y="127"/>
                  </a:cubicBezTo>
                  <a:cubicBezTo>
                    <a:pt x="69" y="129"/>
                    <a:pt x="69" y="131"/>
                    <a:pt x="71" y="129"/>
                  </a:cubicBezTo>
                  <a:cubicBezTo>
                    <a:pt x="71" y="129"/>
                    <a:pt x="71" y="129"/>
                    <a:pt x="71" y="130"/>
                  </a:cubicBezTo>
                  <a:cubicBezTo>
                    <a:pt x="71" y="130"/>
                    <a:pt x="71" y="130"/>
                    <a:pt x="71" y="130"/>
                  </a:cubicBezTo>
                  <a:cubicBezTo>
                    <a:pt x="70" y="132"/>
                    <a:pt x="70" y="134"/>
                    <a:pt x="70" y="136"/>
                  </a:cubicBezTo>
                  <a:cubicBezTo>
                    <a:pt x="70" y="138"/>
                    <a:pt x="70" y="139"/>
                    <a:pt x="70" y="140"/>
                  </a:cubicBezTo>
                  <a:cubicBezTo>
                    <a:pt x="70" y="140"/>
                    <a:pt x="70" y="140"/>
                    <a:pt x="70" y="140"/>
                  </a:cubicBezTo>
                  <a:cubicBezTo>
                    <a:pt x="69" y="144"/>
                    <a:pt x="69" y="147"/>
                    <a:pt x="68" y="151"/>
                  </a:cubicBezTo>
                  <a:cubicBezTo>
                    <a:pt x="68" y="151"/>
                    <a:pt x="67" y="151"/>
                    <a:pt x="67" y="152"/>
                  </a:cubicBezTo>
                  <a:cubicBezTo>
                    <a:pt x="67" y="153"/>
                    <a:pt x="67" y="155"/>
                    <a:pt x="67" y="156"/>
                  </a:cubicBezTo>
                  <a:cubicBezTo>
                    <a:pt x="67" y="160"/>
                    <a:pt x="66" y="164"/>
                    <a:pt x="64" y="168"/>
                  </a:cubicBezTo>
                  <a:cubicBezTo>
                    <a:pt x="64" y="168"/>
                    <a:pt x="64" y="169"/>
                    <a:pt x="64" y="169"/>
                  </a:cubicBezTo>
                  <a:cubicBezTo>
                    <a:pt x="63" y="164"/>
                    <a:pt x="64" y="157"/>
                    <a:pt x="65" y="155"/>
                  </a:cubicBezTo>
                  <a:cubicBezTo>
                    <a:pt x="63" y="149"/>
                    <a:pt x="64" y="160"/>
                    <a:pt x="62" y="159"/>
                  </a:cubicBezTo>
                  <a:cubicBezTo>
                    <a:pt x="62" y="163"/>
                    <a:pt x="62" y="166"/>
                    <a:pt x="63" y="171"/>
                  </a:cubicBezTo>
                  <a:cubicBezTo>
                    <a:pt x="62" y="174"/>
                    <a:pt x="63" y="175"/>
                    <a:pt x="61" y="179"/>
                  </a:cubicBezTo>
                  <a:cubicBezTo>
                    <a:pt x="60" y="178"/>
                    <a:pt x="60" y="178"/>
                    <a:pt x="60" y="178"/>
                  </a:cubicBezTo>
                  <a:cubicBezTo>
                    <a:pt x="58" y="183"/>
                    <a:pt x="58" y="185"/>
                    <a:pt x="58" y="188"/>
                  </a:cubicBezTo>
                  <a:cubicBezTo>
                    <a:pt x="54" y="190"/>
                    <a:pt x="55" y="191"/>
                    <a:pt x="51" y="193"/>
                  </a:cubicBezTo>
                  <a:cubicBezTo>
                    <a:pt x="54" y="190"/>
                    <a:pt x="55" y="186"/>
                    <a:pt x="55" y="183"/>
                  </a:cubicBezTo>
                  <a:cubicBezTo>
                    <a:pt x="51" y="187"/>
                    <a:pt x="48" y="194"/>
                    <a:pt x="43" y="194"/>
                  </a:cubicBezTo>
                  <a:cubicBezTo>
                    <a:pt x="38" y="196"/>
                    <a:pt x="35" y="199"/>
                    <a:pt x="35" y="201"/>
                  </a:cubicBezTo>
                  <a:cubicBezTo>
                    <a:pt x="36" y="200"/>
                    <a:pt x="31" y="201"/>
                    <a:pt x="34" y="199"/>
                  </a:cubicBezTo>
                  <a:cubicBezTo>
                    <a:pt x="32" y="200"/>
                    <a:pt x="30" y="201"/>
                    <a:pt x="29" y="201"/>
                  </a:cubicBezTo>
                  <a:cubicBezTo>
                    <a:pt x="29" y="201"/>
                    <a:pt x="29" y="201"/>
                    <a:pt x="29" y="201"/>
                  </a:cubicBezTo>
                  <a:cubicBezTo>
                    <a:pt x="28" y="201"/>
                    <a:pt x="28" y="200"/>
                    <a:pt x="28" y="199"/>
                  </a:cubicBezTo>
                  <a:cubicBezTo>
                    <a:pt x="26" y="197"/>
                    <a:pt x="23" y="193"/>
                    <a:pt x="19" y="196"/>
                  </a:cubicBezTo>
                  <a:cubicBezTo>
                    <a:pt x="19" y="194"/>
                    <a:pt x="19" y="194"/>
                    <a:pt x="19" y="194"/>
                  </a:cubicBezTo>
                  <a:cubicBezTo>
                    <a:pt x="16" y="196"/>
                    <a:pt x="12" y="198"/>
                    <a:pt x="9" y="198"/>
                  </a:cubicBezTo>
                  <a:cubicBezTo>
                    <a:pt x="9" y="200"/>
                    <a:pt x="8" y="202"/>
                    <a:pt x="10" y="203"/>
                  </a:cubicBezTo>
                  <a:cubicBezTo>
                    <a:pt x="9" y="204"/>
                    <a:pt x="7" y="201"/>
                    <a:pt x="8" y="203"/>
                  </a:cubicBezTo>
                  <a:cubicBezTo>
                    <a:pt x="7" y="201"/>
                    <a:pt x="7" y="201"/>
                    <a:pt x="7" y="201"/>
                  </a:cubicBezTo>
                  <a:cubicBezTo>
                    <a:pt x="1" y="206"/>
                    <a:pt x="3" y="212"/>
                    <a:pt x="3" y="217"/>
                  </a:cubicBezTo>
                  <a:cubicBezTo>
                    <a:pt x="0" y="218"/>
                    <a:pt x="3" y="221"/>
                    <a:pt x="2" y="224"/>
                  </a:cubicBezTo>
                  <a:cubicBezTo>
                    <a:pt x="3" y="226"/>
                    <a:pt x="2" y="229"/>
                    <a:pt x="5" y="229"/>
                  </a:cubicBezTo>
                  <a:cubicBezTo>
                    <a:pt x="4" y="230"/>
                    <a:pt x="4" y="230"/>
                    <a:pt x="4" y="230"/>
                  </a:cubicBezTo>
                  <a:cubicBezTo>
                    <a:pt x="4" y="232"/>
                    <a:pt x="4" y="235"/>
                    <a:pt x="5" y="237"/>
                  </a:cubicBezTo>
                  <a:cubicBezTo>
                    <a:pt x="5" y="239"/>
                    <a:pt x="7" y="238"/>
                    <a:pt x="8" y="239"/>
                  </a:cubicBezTo>
                  <a:cubicBezTo>
                    <a:pt x="7" y="240"/>
                    <a:pt x="7" y="240"/>
                    <a:pt x="7" y="240"/>
                  </a:cubicBezTo>
                  <a:cubicBezTo>
                    <a:pt x="8" y="241"/>
                    <a:pt x="10" y="240"/>
                    <a:pt x="12" y="240"/>
                  </a:cubicBezTo>
                  <a:cubicBezTo>
                    <a:pt x="12" y="241"/>
                    <a:pt x="12" y="241"/>
                    <a:pt x="12" y="242"/>
                  </a:cubicBezTo>
                  <a:cubicBezTo>
                    <a:pt x="11" y="242"/>
                    <a:pt x="9" y="242"/>
                    <a:pt x="7" y="242"/>
                  </a:cubicBezTo>
                  <a:cubicBezTo>
                    <a:pt x="8" y="244"/>
                    <a:pt x="11" y="244"/>
                    <a:pt x="10" y="246"/>
                  </a:cubicBezTo>
                  <a:cubicBezTo>
                    <a:pt x="11" y="247"/>
                    <a:pt x="12" y="248"/>
                    <a:pt x="14" y="247"/>
                  </a:cubicBezTo>
                  <a:cubicBezTo>
                    <a:pt x="13" y="247"/>
                    <a:pt x="14" y="248"/>
                    <a:pt x="13" y="248"/>
                  </a:cubicBezTo>
                  <a:cubicBezTo>
                    <a:pt x="13" y="249"/>
                    <a:pt x="14" y="249"/>
                    <a:pt x="15" y="249"/>
                  </a:cubicBezTo>
                  <a:cubicBezTo>
                    <a:pt x="15" y="249"/>
                    <a:pt x="15" y="249"/>
                    <a:pt x="15" y="249"/>
                  </a:cubicBezTo>
                  <a:cubicBezTo>
                    <a:pt x="16" y="248"/>
                    <a:pt x="17" y="249"/>
                    <a:pt x="18" y="247"/>
                  </a:cubicBezTo>
                  <a:cubicBezTo>
                    <a:pt x="17" y="247"/>
                    <a:pt x="17" y="247"/>
                    <a:pt x="17" y="246"/>
                  </a:cubicBezTo>
                  <a:cubicBezTo>
                    <a:pt x="18" y="246"/>
                    <a:pt x="19" y="246"/>
                    <a:pt x="19" y="248"/>
                  </a:cubicBezTo>
                  <a:cubicBezTo>
                    <a:pt x="18" y="249"/>
                    <a:pt x="16" y="249"/>
                    <a:pt x="17" y="250"/>
                  </a:cubicBezTo>
                  <a:cubicBezTo>
                    <a:pt x="18" y="250"/>
                    <a:pt x="20" y="249"/>
                    <a:pt x="21" y="248"/>
                  </a:cubicBezTo>
                  <a:cubicBezTo>
                    <a:pt x="20" y="249"/>
                    <a:pt x="19" y="248"/>
                    <a:pt x="20" y="246"/>
                  </a:cubicBezTo>
                  <a:cubicBezTo>
                    <a:pt x="19" y="247"/>
                    <a:pt x="19" y="247"/>
                    <a:pt x="19" y="247"/>
                  </a:cubicBezTo>
                  <a:cubicBezTo>
                    <a:pt x="20" y="246"/>
                    <a:pt x="20" y="246"/>
                    <a:pt x="20" y="246"/>
                  </a:cubicBezTo>
                  <a:cubicBezTo>
                    <a:pt x="18" y="245"/>
                    <a:pt x="19" y="243"/>
                    <a:pt x="17" y="243"/>
                  </a:cubicBezTo>
                  <a:cubicBezTo>
                    <a:pt x="16" y="245"/>
                    <a:pt x="16" y="245"/>
                    <a:pt x="16" y="245"/>
                  </a:cubicBezTo>
                  <a:cubicBezTo>
                    <a:pt x="15" y="244"/>
                    <a:pt x="13" y="244"/>
                    <a:pt x="13" y="243"/>
                  </a:cubicBezTo>
                  <a:cubicBezTo>
                    <a:pt x="14" y="243"/>
                    <a:pt x="15" y="242"/>
                    <a:pt x="15" y="241"/>
                  </a:cubicBezTo>
                  <a:cubicBezTo>
                    <a:pt x="15" y="241"/>
                    <a:pt x="14" y="241"/>
                    <a:pt x="15" y="241"/>
                  </a:cubicBezTo>
                  <a:cubicBezTo>
                    <a:pt x="17" y="240"/>
                    <a:pt x="17" y="240"/>
                    <a:pt x="17" y="240"/>
                  </a:cubicBezTo>
                  <a:cubicBezTo>
                    <a:pt x="14" y="242"/>
                    <a:pt x="15" y="238"/>
                    <a:pt x="14" y="238"/>
                  </a:cubicBezTo>
                  <a:cubicBezTo>
                    <a:pt x="15" y="238"/>
                    <a:pt x="15" y="238"/>
                    <a:pt x="15" y="238"/>
                  </a:cubicBezTo>
                  <a:cubicBezTo>
                    <a:pt x="15" y="236"/>
                    <a:pt x="13" y="239"/>
                    <a:pt x="13" y="238"/>
                  </a:cubicBezTo>
                  <a:cubicBezTo>
                    <a:pt x="13" y="237"/>
                    <a:pt x="15" y="237"/>
                    <a:pt x="16" y="235"/>
                  </a:cubicBezTo>
                  <a:cubicBezTo>
                    <a:pt x="15" y="234"/>
                    <a:pt x="12" y="233"/>
                    <a:pt x="14" y="230"/>
                  </a:cubicBezTo>
                  <a:cubicBezTo>
                    <a:pt x="13" y="229"/>
                    <a:pt x="12" y="228"/>
                    <a:pt x="11" y="227"/>
                  </a:cubicBezTo>
                  <a:cubicBezTo>
                    <a:pt x="10" y="226"/>
                    <a:pt x="13" y="227"/>
                    <a:pt x="12" y="226"/>
                  </a:cubicBezTo>
                  <a:cubicBezTo>
                    <a:pt x="13" y="226"/>
                    <a:pt x="14" y="225"/>
                    <a:pt x="15" y="225"/>
                  </a:cubicBezTo>
                  <a:cubicBezTo>
                    <a:pt x="14" y="225"/>
                    <a:pt x="15" y="223"/>
                    <a:pt x="12" y="224"/>
                  </a:cubicBezTo>
                  <a:cubicBezTo>
                    <a:pt x="13" y="222"/>
                    <a:pt x="13" y="221"/>
                    <a:pt x="13" y="219"/>
                  </a:cubicBezTo>
                  <a:cubicBezTo>
                    <a:pt x="13" y="219"/>
                    <a:pt x="14" y="219"/>
                    <a:pt x="15" y="219"/>
                  </a:cubicBezTo>
                  <a:cubicBezTo>
                    <a:pt x="14" y="218"/>
                    <a:pt x="12" y="217"/>
                    <a:pt x="13" y="216"/>
                  </a:cubicBezTo>
                  <a:cubicBezTo>
                    <a:pt x="12" y="215"/>
                    <a:pt x="12" y="216"/>
                    <a:pt x="10" y="215"/>
                  </a:cubicBezTo>
                  <a:cubicBezTo>
                    <a:pt x="10" y="215"/>
                    <a:pt x="9" y="215"/>
                    <a:pt x="9" y="214"/>
                  </a:cubicBezTo>
                  <a:cubicBezTo>
                    <a:pt x="11" y="214"/>
                    <a:pt x="14" y="215"/>
                    <a:pt x="14" y="214"/>
                  </a:cubicBezTo>
                  <a:cubicBezTo>
                    <a:pt x="17" y="215"/>
                    <a:pt x="13" y="216"/>
                    <a:pt x="16" y="216"/>
                  </a:cubicBezTo>
                  <a:cubicBezTo>
                    <a:pt x="18" y="216"/>
                    <a:pt x="18" y="218"/>
                    <a:pt x="17" y="219"/>
                  </a:cubicBezTo>
                  <a:cubicBezTo>
                    <a:pt x="19" y="220"/>
                    <a:pt x="17" y="218"/>
                    <a:pt x="19" y="218"/>
                  </a:cubicBezTo>
                  <a:cubicBezTo>
                    <a:pt x="19" y="217"/>
                    <a:pt x="18" y="217"/>
                    <a:pt x="18" y="216"/>
                  </a:cubicBezTo>
                  <a:cubicBezTo>
                    <a:pt x="18" y="216"/>
                    <a:pt x="17" y="216"/>
                    <a:pt x="17" y="216"/>
                  </a:cubicBezTo>
                  <a:cubicBezTo>
                    <a:pt x="17" y="215"/>
                    <a:pt x="18" y="215"/>
                    <a:pt x="18" y="215"/>
                  </a:cubicBezTo>
                  <a:cubicBezTo>
                    <a:pt x="18" y="215"/>
                    <a:pt x="18" y="215"/>
                    <a:pt x="18" y="215"/>
                  </a:cubicBezTo>
                  <a:cubicBezTo>
                    <a:pt x="17" y="216"/>
                    <a:pt x="17" y="216"/>
                    <a:pt x="17" y="216"/>
                  </a:cubicBezTo>
                  <a:cubicBezTo>
                    <a:pt x="17" y="216"/>
                    <a:pt x="17" y="216"/>
                    <a:pt x="17" y="216"/>
                  </a:cubicBezTo>
                  <a:cubicBezTo>
                    <a:pt x="17" y="216"/>
                    <a:pt x="17" y="216"/>
                    <a:pt x="17" y="216"/>
                  </a:cubicBezTo>
                  <a:cubicBezTo>
                    <a:pt x="17" y="215"/>
                    <a:pt x="17" y="215"/>
                    <a:pt x="17" y="215"/>
                  </a:cubicBezTo>
                  <a:cubicBezTo>
                    <a:pt x="17" y="215"/>
                    <a:pt x="17" y="216"/>
                    <a:pt x="17" y="216"/>
                  </a:cubicBezTo>
                  <a:cubicBezTo>
                    <a:pt x="17" y="216"/>
                    <a:pt x="17" y="216"/>
                    <a:pt x="17" y="216"/>
                  </a:cubicBezTo>
                  <a:cubicBezTo>
                    <a:pt x="17" y="215"/>
                    <a:pt x="17" y="215"/>
                    <a:pt x="17" y="215"/>
                  </a:cubicBezTo>
                  <a:cubicBezTo>
                    <a:pt x="17" y="215"/>
                    <a:pt x="17" y="215"/>
                    <a:pt x="17" y="215"/>
                  </a:cubicBezTo>
                  <a:cubicBezTo>
                    <a:pt x="18" y="214"/>
                    <a:pt x="18" y="214"/>
                    <a:pt x="18" y="214"/>
                  </a:cubicBezTo>
                  <a:cubicBezTo>
                    <a:pt x="18" y="214"/>
                    <a:pt x="18" y="214"/>
                    <a:pt x="18" y="214"/>
                  </a:cubicBezTo>
                  <a:cubicBezTo>
                    <a:pt x="17" y="215"/>
                    <a:pt x="17" y="215"/>
                    <a:pt x="17" y="216"/>
                  </a:cubicBezTo>
                  <a:cubicBezTo>
                    <a:pt x="17" y="216"/>
                    <a:pt x="17" y="216"/>
                    <a:pt x="17" y="216"/>
                  </a:cubicBezTo>
                  <a:cubicBezTo>
                    <a:pt x="16" y="216"/>
                    <a:pt x="16" y="215"/>
                    <a:pt x="16" y="215"/>
                  </a:cubicBezTo>
                  <a:cubicBezTo>
                    <a:pt x="14" y="214"/>
                    <a:pt x="17" y="214"/>
                    <a:pt x="18" y="214"/>
                  </a:cubicBezTo>
                  <a:cubicBezTo>
                    <a:pt x="18" y="214"/>
                    <a:pt x="18" y="214"/>
                    <a:pt x="18" y="214"/>
                  </a:cubicBezTo>
                  <a:cubicBezTo>
                    <a:pt x="18" y="214"/>
                    <a:pt x="18" y="214"/>
                    <a:pt x="18" y="214"/>
                  </a:cubicBezTo>
                  <a:cubicBezTo>
                    <a:pt x="18" y="214"/>
                    <a:pt x="18" y="214"/>
                    <a:pt x="18" y="214"/>
                  </a:cubicBezTo>
                  <a:cubicBezTo>
                    <a:pt x="17" y="214"/>
                    <a:pt x="17" y="215"/>
                    <a:pt x="17" y="215"/>
                  </a:cubicBezTo>
                  <a:cubicBezTo>
                    <a:pt x="17" y="215"/>
                    <a:pt x="17" y="215"/>
                    <a:pt x="17" y="215"/>
                  </a:cubicBezTo>
                  <a:cubicBezTo>
                    <a:pt x="17" y="216"/>
                    <a:pt x="17" y="216"/>
                    <a:pt x="17" y="216"/>
                  </a:cubicBezTo>
                  <a:cubicBezTo>
                    <a:pt x="18" y="215"/>
                    <a:pt x="18" y="215"/>
                    <a:pt x="18" y="215"/>
                  </a:cubicBezTo>
                  <a:cubicBezTo>
                    <a:pt x="18" y="215"/>
                    <a:pt x="18" y="214"/>
                    <a:pt x="18" y="214"/>
                  </a:cubicBezTo>
                  <a:cubicBezTo>
                    <a:pt x="18" y="214"/>
                    <a:pt x="18" y="214"/>
                    <a:pt x="18" y="214"/>
                  </a:cubicBezTo>
                  <a:cubicBezTo>
                    <a:pt x="18" y="215"/>
                    <a:pt x="17" y="215"/>
                    <a:pt x="17" y="215"/>
                  </a:cubicBezTo>
                  <a:cubicBezTo>
                    <a:pt x="17" y="215"/>
                    <a:pt x="17" y="215"/>
                    <a:pt x="18" y="215"/>
                  </a:cubicBezTo>
                  <a:cubicBezTo>
                    <a:pt x="17" y="215"/>
                    <a:pt x="17" y="215"/>
                    <a:pt x="17" y="215"/>
                  </a:cubicBezTo>
                  <a:cubicBezTo>
                    <a:pt x="18" y="214"/>
                    <a:pt x="18" y="214"/>
                    <a:pt x="18" y="214"/>
                  </a:cubicBezTo>
                  <a:cubicBezTo>
                    <a:pt x="18" y="214"/>
                    <a:pt x="18" y="214"/>
                    <a:pt x="18" y="214"/>
                  </a:cubicBezTo>
                  <a:cubicBezTo>
                    <a:pt x="18" y="214"/>
                    <a:pt x="18" y="214"/>
                    <a:pt x="18" y="214"/>
                  </a:cubicBezTo>
                  <a:cubicBezTo>
                    <a:pt x="18" y="214"/>
                    <a:pt x="18" y="214"/>
                    <a:pt x="18" y="214"/>
                  </a:cubicBezTo>
                  <a:cubicBezTo>
                    <a:pt x="18" y="214"/>
                    <a:pt x="18" y="214"/>
                    <a:pt x="18" y="214"/>
                  </a:cubicBezTo>
                  <a:cubicBezTo>
                    <a:pt x="18" y="213"/>
                    <a:pt x="18" y="213"/>
                    <a:pt x="18" y="213"/>
                  </a:cubicBezTo>
                  <a:cubicBezTo>
                    <a:pt x="18" y="213"/>
                    <a:pt x="18" y="213"/>
                    <a:pt x="18" y="213"/>
                  </a:cubicBezTo>
                  <a:cubicBezTo>
                    <a:pt x="18" y="213"/>
                    <a:pt x="18" y="213"/>
                    <a:pt x="18" y="213"/>
                  </a:cubicBezTo>
                  <a:cubicBezTo>
                    <a:pt x="18" y="213"/>
                    <a:pt x="18" y="213"/>
                    <a:pt x="18" y="213"/>
                  </a:cubicBezTo>
                  <a:cubicBezTo>
                    <a:pt x="18" y="213"/>
                    <a:pt x="18" y="213"/>
                    <a:pt x="18" y="213"/>
                  </a:cubicBezTo>
                  <a:cubicBezTo>
                    <a:pt x="18" y="212"/>
                    <a:pt x="18" y="212"/>
                    <a:pt x="18" y="212"/>
                  </a:cubicBezTo>
                  <a:cubicBezTo>
                    <a:pt x="18" y="212"/>
                    <a:pt x="18" y="212"/>
                    <a:pt x="18" y="212"/>
                  </a:cubicBezTo>
                  <a:cubicBezTo>
                    <a:pt x="18" y="212"/>
                    <a:pt x="18" y="212"/>
                    <a:pt x="18" y="212"/>
                  </a:cubicBezTo>
                  <a:cubicBezTo>
                    <a:pt x="18" y="212"/>
                    <a:pt x="18" y="212"/>
                    <a:pt x="18" y="212"/>
                  </a:cubicBezTo>
                  <a:cubicBezTo>
                    <a:pt x="18" y="212"/>
                    <a:pt x="18" y="212"/>
                    <a:pt x="18" y="212"/>
                  </a:cubicBezTo>
                  <a:cubicBezTo>
                    <a:pt x="18" y="212"/>
                    <a:pt x="18" y="212"/>
                    <a:pt x="18" y="212"/>
                  </a:cubicBezTo>
                  <a:cubicBezTo>
                    <a:pt x="18" y="212"/>
                    <a:pt x="18" y="212"/>
                    <a:pt x="18" y="212"/>
                  </a:cubicBezTo>
                  <a:cubicBezTo>
                    <a:pt x="18" y="212"/>
                    <a:pt x="18" y="212"/>
                    <a:pt x="18" y="212"/>
                  </a:cubicBezTo>
                  <a:cubicBezTo>
                    <a:pt x="18" y="212"/>
                    <a:pt x="18" y="212"/>
                    <a:pt x="18" y="212"/>
                  </a:cubicBezTo>
                  <a:cubicBezTo>
                    <a:pt x="18" y="212"/>
                    <a:pt x="18" y="212"/>
                    <a:pt x="18" y="212"/>
                  </a:cubicBezTo>
                  <a:cubicBezTo>
                    <a:pt x="18" y="212"/>
                    <a:pt x="18" y="212"/>
                    <a:pt x="18" y="212"/>
                  </a:cubicBezTo>
                  <a:cubicBezTo>
                    <a:pt x="18" y="212"/>
                    <a:pt x="18" y="212"/>
                    <a:pt x="18" y="212"/>
                  </a:cubicBezTo>
                  <a:cubicBezTo>
                    <a:pt x="18" y="212"/>
                    <a:pt x="18" y="212"/>
                    <a:pt x="18" y="212"/>
                  </a:cubicBezTo>
                  <a:cubicBezTo>
                    <a:pt x="18" y="212"/>
                    <a:pt x="18" y="212"/>
                    <a:pt x="18" y="212"/>
                  </a:cubicBezTo>
                  <a:cubicBezTo>
                    <a:pt x="18" y="212"/>
                    <a:pt x="18" y="212"/>
                    <a:pt x="18" y="212"/>
                  </a:cubicBezTo>
                  <a:cubicBezTo>
                    <a:pt x="18" y="212"/>
                    <a:pt x="18" y="212"/>
                    <a:pt x="19" y="212"/>
                  </a:cubicBezTo>
                  <a:cubicBezTo>
                    <a:pt x="19" y="212"/>
                    <a:pt x="19" y="212"/>
                    <a:pt x="19" y="212"/>
                  </a:cubicBezTo>
                  <a:cubicBezTo>
                    <a:pt x="19" y="212"/>
                    <a:pt x="19" y="212"/>
                    <a:pt x="19" y="212"/>
                  </a:cubicBezTo>
                  <a:cubicBezTo>
                    <a:pt x="19" y="212"/>
                    <a:pt x="19" y="212"/>
                    <a:pt x="19" y="212"/>
                  </a:cubicBezTo>
                  <a:cubicBezTo>
                    <a:pt x="20" y="212"/>
                    <a:pt x="19" y="213"/>
                    <a:pt x="19" y="213"/>
                  </a:cubicBezTo>
                  <a:cubicBezTo>
                    <a:pt x="19" y="213"/>
                    <a:pt x="19" y="213"/>
                    <a:pt x="19" y="213"/>
                  </a:cubicBezTo>
                  <a:cubicBezTo>
                    <a:pt x="19" y="213"/>
                    <a:pt x="19" y="213"/>
                    <a:pt x="19" y="213"/>
                  </a:cubicBezTo>
                  <a:cubicBezTo>
                    <a:pt x="19" y="213"/>
                    <a:pt x="19" y="213"/>
                    <a:pt x="19" y="213"/>
                  </a:cubicBezTo>
                  <a:cubicBezTo>
                    <a:pt x="19" y="213"/>
                    <a:pt x="19" y="213"/>
                    <a:pt x="19" y="213"/>
                  </a:cubicBezTo>
                  <a:cubicBezTo>
                    <a:pt x="19" y="213"/>
                    <a:pt x="19" y="213"/>
                    <a:pt x="19" y="213"/>
                  </a:cubicBezTo>
                  <a:cubicBezTo>
                    <a:pt x="19" y="213"/>
                    <a:pt x="19" y="213"/>
                    <a:pt x="19" y="213"/>
                  </a:cubicBezTo>
                  <a:cubicBezTo>
                    <a:pt x="19" y="213"/>
                    <a:pt x="19" y="213"/>
                    <a:pt x="19" y="213"/>
                  </a:cubicBezTo>
                  <a:cubicBezTo>
                    <a:pt x="19" y="213"/>
                    <a:pt x="19" y="213"/>
                    <a:pt x="19" y="213"/>
                  </a:cubicBezTo>
                  <a:cubicBezTo>
                    <a:pt x="19" y="213"/>
                    <a:pt x="19" y="213"/>
                    <a:pt x="19" y="213"/>
                  </a:cubicBezTo>
                  <a:cubicBezTo>
                    <a:pt x="19" y="213"/>
                    <a:pt x="19" y="213"/>
                    <a:pt x="18" y="213"/>
                  </a:cubicBezTo>
                  <a:cubicBezTo>
                    <a:pt x="19" y="213"/>
                    <a:pt x="19" y="213"/>
                    <a:pt x="19" y="212"/>
                  </a:cubicBezTo>
                  <a:cubicBezTo>
                    <a:pt x="19" y="212"/>
                    <a:pt x="19" y="212"/>
                    <a:pt x="19" y="212"/>
                  </a:cubicBezTo>
                  <a:cubicBezTo>
                    <a:pt x="19" y="212"/>
                    <a:pt x="19" y="212"/>
                    <a:pt x="19" y="212"/>
                  </a:cubicBezTo>
                  <a:cubicBezTo>
                    <a:pt x="19" y="212"/>
                    <a:pt x="19" y="212"/>
                    <a:pt x="19" y="212"/>
                  </a:cubicBezTo>
                  <a:cubicBezTo>
                    <a:pt x="19" y="212"/>
                    <a:pt x="19" y="212"/>
                    <a:pt x="19" y="212"/>
                  </a:cubicBezTo>
                  <a:cubicBezTo>
                    <a:pt x="19" y="212"/>
                    <a:pt x="19" y="212"/>
                    <a:pt x="19" y="212"/>
                  </a:cubicBezTo>
                  <a:cubicBezTo>
                    <a:pt x="19" y="212"/>
                    <a:pt x="18" y="212"/>
                    <a:pt x="18" y="212"/>
                  </a:cubicBezTo>
                  <a:cubicBezTo>
                    <a:pt x="18" y="212"/>
                    <a:pt x="18" y="212"/>
                    <a:pt x="18" y="212"/>
                  </a:cubicBezTo>
                  <a:cubicBezTo>
                    <a:pt x="18" y="212"/>
                    <a:pt x="18" y="212"/>
                    <a:pt x="18" y="212"/>
                  </a:cubicBezTo>
                  <a:cubicBezTo>
                    <a:pt x="18" y="212"/>
                    <a:pt x="18" y="212"/>
                    <a:pt x="18" y="212"/>
                  </a:cubicBezTo>
                  <a:cubicBezTo>
                    <a:pt x="18" y="212"/>
                    <a:pt x="18" y="212"/>
                    <a:pt x="18" y="212"/>
                  </a:cubicBezTo>
                  <a:cubicBezTo>
                    <a:pt x="18" y="212"/>
                    <a:pt x="18" y="212"/>
                    <a:pt x="18" y="212"/>
                  </a:cubicBezTo>
                  <a:cubicBezTo>
                    <a:pt x="18" y="212"/>
                    <a:pt x="18" y="213"/>
                    <a:pt x="18" y="213"/>
                  </a:cubicBezTo>
                  <a:cubicBezTo>
                    <a:pt x="18" y="213"/>
                    <a:pt x="18" y="213"/>
                    <a:pt x="18" y="213"/>
                  </a:cubicBezTo>
                  <a:cubicBezTo>
                    <a:pt x="18" y="213"/>
                    <a:pt x="18" y="213"/>
                    <a:pt x="18" y="213"/>
                  </a:cubicBezTo>
                  <a:cubicBezTo>
                    <a:pt x="18" y="213"/>
                    <a:pt x="18" y="213"/>
                    <a:pt x="18" y="213"/>
                  </a:cubicBezTo>
                  <a:cubicBezTo>
                    <a:pt x="18" y="213"/>
                    <a:pt x="18" y="213"/>
                    <a:pt x="18" y="213"/>
                  </a:cubicBezTo>
                  <a:cubicBezTo>
                    <a:pt x="18" y="213"/>
                    <a:pt x="18" y="213"/>
                    <a:pt x="18" y="213"/>
                  </a:cubicBezTo>
                  <a:cubicBezTo>
                    <a:pt x="18" y="213"/>
                    <a:pt x="19" y="213"/>
                    <a:pt x="19" y="213"/>
                  </a:cubicBezTo>
                  <a:cubicBezTo>
                    <a:pt x="18" y="213"/>
                    <a:pt x="18" y="213"/>
                    <a:pt x="18" y="213"/>
                  </a:cubicBezTo>
                  <a:cubicBezTo>
                    <a:pt x="18" y="213"/>
                    <a:pt x="18" y="214"/>
                    <a:pt x="18" y="214"/>
                  </a:cubicBezTo>
                  <a:cubicBezTo>
                    <a:pt x="18" y="214"/>
                    <a:pt x="18" y="214"/>
                    <a:pt x="18" y="213"/>
                  </a:cubicBezTo>
                  <a:cubicBezTo>
                    <a:pt x="18" y="214"/>
                    <a:pt x="18" y="214"/>
                    <a:pt x="18" y="214"/>
                  </a:cubicBezTo>
                  <a:cubicBezTo>
                    <a:pt x="18" y="214"/>
                    <a:pt x="18" y="214"/>
                    <a:pt x="18" y="214"/>
                  </a:cubicBezTo>
                  <a:cubicBezTo>
                    <a:pt x="18" y="214"/>
                    <a:pt x="18" y="214"/>
                    <a:pt x="18" y="214"/>
                  </a:cubicBezTo>
                  <a:cubicBezTo>
                    <a:pt x="18" y="214"/>
                    <a:pt x="18" y="214"/>
                    <a:pt x="18" y="214"/>
                  </a:cubicBezTo>
                  <a:cubicBezTo>
                    <a:pt x="18" y="215"/>
                    <a:pt x="18" y="215"/>
                    <a:pt x="18" y="215"/>
                  </a:cubicBezTo>
                  <a:cubicBezTo>
                    <a:pt x="18" y="215"/>
                    <a:pt x="18" y="215"/>
                    <a:pt x="18" y="215"/>
                  </a:cubicBezTo>
                  <a:cubicBezTo>
                    <a:pt x="18" y="215"/>
                    <a:pt x="18" y="215"/>
                    <a:pt x="18" y="215"/>
                  </a:cubicBezTo>
                  <a:cubicBezTo>
                    <a:pt x="18" y="215"/>
                    <a:pt x="18" y="215"/>
                    <a:pt x="18" y="215"/>
                  </a:cubicBezTo>
                  <a:cubicBezTo>
                    <a:pt x="18" y="215"/>
                    <a:pt x="18" y="215"/>
                    <a:pt x="18" y="215"/>
                  </a:cubicBezTo>
                  <a:cubicBezTo>
                    <a:pt x="18" y="216"/>
                    <a:pt x="18" y="216"/>
                    <a:pt x="18" y="216"/>
                  </a:cubicBezTo>
                  <a:cubicBezTo>
                    <a:pt x="18" y="216"/>
                    <a:pt x="18" y="216"/>
                    <a:pt x="18" y="216"/>
                  </a:cubicBezTo>
                  <a:cubicBezTo>
                    <a:pt x="19" y="216"/>
                    <a:pt x="18" y="215"/>
                    <a:pt x="19" y="215"/>
                  </a:cubicBezTo>
                  <a:cubicBezTo>
                    <a:pt x="19" y="215"/>
                    <a:pt x="19" y="215"/>
                    <a:pt x="19" y="215"/>
                  </a:cubicBezTo>
                  <a:cubicBezTo>
                    <a:pt x="19" y="215"/>
                    <a:pt x="19" y="215"/>
                    <a:pt x="19" y="215"/>
                  </a:cubicBezTo>
                  <a:cubicBezTo>
                    <a:pt x="19" y="215"/>
                    <a:pt x="19" y="216"/>
                    <a:pt x="19" y="216"/>
                  </a:cubicBezTo>
                  <a:cubicBezTo>
                    <a:pt x="19" y="216"/>
                    <a:pt x="19" y="216"/>
                    <a:pt x="19" y="215"/>
                  </a:cubicBezTo>
                  <a:cubicBezTo>
                    <a:pt x="19" y="216"/>
                    <a:pt x="19" y="216"/>
                    <a:pt x="19" y="216"/>
                  </a:cubicBezTo>
                  <a:cubicBezTo>
                    <a:pt x="19" y="215"/>
                    <a:pt x="20" y="217"/>
                    <a:pt x="20" y="215"/>
                  </a:cubicBezTo>
                  <a:cubicBezTo>
                    <a:pt x="19" y="215"/>
                    <a:pt x="19" y="215"/>
                    <a:pt x="19" y="215"/>
                  </a:cubicBezTo>
                  <a:cubicBezTo>
                    <a:pt x="20" y="215"/>
                    <a:pt x="18" y="215"/>
                    <a:pt x="19" y="214"/>
                  </a:cubicBezTo>
                  <a:cubicBezTo>
                    <a:pt x="19" y="214"/>
                    <a:pt x="19" y="214"/>
                    <a:pt x="19" y="214"/>
                  </a:cubicBezTo>
                  <a:cubicBezTo>
                    <a:pt x="19" y="214"/>
                    <a:pt x="19" y="214"/>
                    <a:pt x="19" y="213"/>
                  </a:cubicBezTo>
                  <a:cubicBezTo>
                    <a:pt x="19" y="213"/>
                    <a:pt x="19" y="214"/>
                    <a:pt x="19" y="214"/>
                  </a:cubicBezTo>
                  <a:cubicBezTo>
                    <a:pt x="19" y="214"/>
                    <a:pt x="19" y="214"/>
                    <a:pt x="19" y="214"/>
                  </a:cubicBezTo>
                  <a:cubicBezTo>
                    <a:pt x="19" y="214"/>
                    <a:pt x="20" y="214"/>
                    <a:pt x="20" y="214"/>
                  </a:cubicBezTo>
                  <a:cubicBezTo>
                    <a:pt x="20" y="214"/>
                    <a:pt x="19" y="214"/>
                    <a:pt x="20" y="215"/>
                  </a:cubicBezTo>
                  <a:cubicBezTo>
                    <a:pt x="22" y="215"/>
                    <a:pt x="22" y="215"/>
                    <a:pt x="22" y="215"/>
                  </a:cubicBezTo>
                  <a:cubicBezTo>
                    <a:pt x="21" y="216"/>
                    <a:pt x="21" y="216"/>
                    <a:pt x="21" y="216"/>
                  </a:cubicBezTo>
                  <a:cubicBezTo>
                    <a:pt x="20" y="216"/>
                    <a:pt x="20" y="216"/>
                    <a:pt x="20" y="216"/>
                  </a:cubicBezTo>
                  <a:cubicBezTo>
                    <a:pt x="21" y="216"/>
                    <a:pt x="21" y="216"/>
                    <a:pt x="21" y="216"/>
                  </a:cubicBezTo>
                  <a:cubicBezTo>
                    <a:pt x="20" y="217"/>
                    <a:pt x="20" y="217"/>
                    <a:pt x="20" y="217"/>
                  </a:cubicBezTo>
                  <a:cubicBezTo>
                    <a:pt x="21" y="216"/>
                    <a:pt x="21" y="216"/>
                    <a:pt x="21" y="216"/>
                  </a:cubicBezTo>
                  <a:cubicBezTo>
                    <a:pt x="21" y="217"/>
                    <a:pt x="21" y="217"/>
                    <a:pt x="21" y="217"/>
                  </a:cubicBezTo>
                  <a:cubicBezTo>
                    <a:pt x="20" y="218"/>
                    <a:pt x="23" y="217"/>
                    <a:pt x="22" y="218"/>
                  </a:cubicBezTo>
                  <a:cubicBezTo>
                    <a:pt x="21" y="218"/>
                    <a:pt x="20" y="219"/>
                    <a:pt x="20" y="219"/>
                  </a:cubicBezTo>
                  <a:cubicBezTo>
                    <a:pt x="22" y="218"/>
                    <a:pt x="23" y="219"/>
                    <a:pt x="25" y="218"/>
                  </a:cubicBezTo>
                  <a:cubicBezTo>
                    <a:pt x="24" y="219"/>
                    <a:pt x="21" y="219"/>
                    <a:pt x="20" y="220"/>
                  </a:cubicBezTo>
                  <a:cubicBezTo>
                    <a:pt x="22" y="220"/>
                    <a:pt x="19" y="222"/>
                    <a:pt x="22" y="221"/>
                  </a:cubicBezTo>
                  <a:cubicBezTo>
                    <a:pt x="22" y="220"/>
                    <a:pt x="23" y="221"/>
                    <a:pt x="25" y="220"/>
                  </a:cubicBezTo>
                  <a:cubicBezTo>
                    <a:pt x="25" y="222"/>
                    <a:pt x="23" y="221"/>
                    <a:pt x="23" y="222"/>
                  </a:cubicBezTo>
                  <a:cubicBezTo>
                    <a:pt x="23" y="222"/>
                    <a:pt x="25" y="222"/>
                    <a:pt x="26" y="221"/>
                  </a:cubicBezTo>
                  <a:cubicBezTo>
                    <a:pt x="26" y="222"/>
                    <a:pt x="28" y="222"/>
                    <a:pt x="27" y="223"/>
                  </a:cubicBezTo>
                  <a:cubicBezTo>
                    <a:pt x="25" y="224"/>
                    <a:pt x="26" y="222"/>
                    <a:pt x="25" y="223"/>
                  </a:cubicBezTo>
                  <a:cubicBezTo>
                    <a:pt x="25" y="224"/>
                    <a:pt x="29" y="222"/>
                    <a:pt x="30" y="224"/>
                  </a:cubicBezTo>
                  <a:cubicBezTo>
                    <a:pt x="31" y="223"/>
                    <a:pt x="34" y="223"/>
                    <a:pt x="35" y="224"/>
                  </a:cubicBezTo>
                  <a:cubicBezTo>
                    <a:pt x="35" y="226"/>
                    <a:pt x="34" y="223"/>
                    <a:pt x="32" y="224"/>
                  </a:cubicBezTo>
                  <a:cubicBezTo>
                    <a:pt x="32" y="225"/>
                    <a:pt x="32" y="225"/>
                    <a:pt x="32" y="225"/>
                  </a:cubicBezTo>
                  <a:cubicBezTo>
                    <a:pt x="30" y="227"/>
                    <a:pt x="27" y="224"/>
                    <a:pt x="25" y="225"/>
                  </a:cubicBezTo>
                  <a:cubicBezTo>
                    <a:pt x="26" y="226"/>
                    <a:pt x="26" y="226"/>
                    <a:pt x="26" y="226"/>
                  </a:cubicBezTo>
                  <a:cubicBezTo>
                    <a:pt x="25" y="226"/>
                    <a:pt x="24" y="226"/>
                    <a:pt x="23" y="227"/>
                  </a:cubicBezTo>
                  <a:cubicBezTo>
                    <a:pt x="25" y="226"/>
                    <a:pt x="24" y="228"/>
                    <a:pt x="25" y="228"/>
                  </a:cubicBezTo>
                  <a:cubicBezTo>
                    <a:pt x="26" y="228"/>
                    <a:pt x="24" y="228"/>
                    <a:pt x="25" y="228"/>
                  </a:cubicBezTo>
                  <a:cubicBezTo>
                    <a:pt x="26" y="228"/>
                    <a:pt x="29" y="228"/>
                    <a:pt x="28" y="230"/>
                  </a:cubicBezTo>
                  <a:cubicBezTo>
                    <a:pt x="27" y="229"/>
                    <a:pt x="26" y="230"/>
                    <a:pt x="25" y="230"/>
                  </a:cubicBezTo>
                  <a:cubicBezTo>
                    <a:pt x="24" y="231"/>
                    <a:pt x="27" y="230"/>
                    <a:pt x="26" y="231"/>
                  </a:cubicBezTo>
                  <a:cubicBezTo>
                    <a:pt x="25" y="231"/>
                    <a:pt x="25" y="231"/>
                    <a:pt x="25" y="231"/>
                  </a:cubicBezTo>
                  <a:cubicBezTo>
                    <a:pt x="25" y="233"/>
                    <a:pt x="26" y="241"/>
                    <a:pt x="32" y="242"/>
                  </a:cubicBezTo>
                  <a:cubicBezTo>
                    <a:pt x="31" y="243"/>
                    <a:pt x="31" y="245"/>
                    <a:pt x="30" y="247"/>
                  </a:cubicBezTo>
                  <a:cubicBezTo>
                    <a:pt x="31" y="246"/>
                    <a:pt x="32" y="246"/>
                    <a:pt x="33" y="247"/>
                  </a:cubicBezTo>
                  <a:cubicBezTo>
                    <a:pt x="31" y="248"/>
                    <a:pt x="31" y="248"/>
                    <a:pt x="31" y="248"/>
                  </a:cubicBezTo>
                  <a:cubicBezTo>
                    <a:pt x="30" y="250"/>
                    <a:pt x="33" y="251"/>
                    <a:pt x="34" y="251"/>
                  </a:cubicBezTo>
                  <a:cubicBezTo>
                    <a:pt x="33" y="252"/>
                    <a:pt x="33" y="252"/>
                    <a:pt x="33" y="252"/>
                  </a:cubicBezTo>
                  <a:cubicBezTo>
                    <a:pt x="32" y="254"/>
                    <a:pt x="34" y="253"/>
                    <a:pt x="35" y="253"/>
                  </a:cubicBezTo>
                  <a:cubicBezTo>
                    <a:pt x="34" y="254"/>
                    <a:pt x="34" y="254"/>
                    <a:pt x="34" y="254"/>
                  </a:cubicBezTo>
                  <a:cubicBezTo>
                    <a:pt x="35" y="254"/>
                    <a:pt x="35" y="254"/>
                    <a:pt x="35" y="254"/>
                  </a:cubicBezTo>
                  <a:cubicBezTo>
                    <a:pt x="36" y="255"/>
                    <a:pt x="36" y="256"/>
                    <a:pt x="34" y="257"/>
                  </a:cubicBezTo>
                  <a:cubicBezTo>
                    <a:pt x="35" y="257"/>
                    <a:pt x="35" y="257"/>
                    <a:pt x="36" y="256"/>
                  </a:cubicBezTo>
                  <a:cubicBezTo>
                    <a:pt x="35" y="258"/>
                    <a:pt x="36" y="261"/>
                    <a:pt x="38" y="262"/>
                  </a:cubicBezTo>
                  <a:cubicBezTo>
                    <a:pt x="38" y="261"/>
                    <a:pt x="39" y="261"/>
                    <a:pt x="40" y="260"/>
                  </a:cubicBezTo>
                  <a:cubicBezTo>
                    <a:pt x="42" y="259"/>
                    <a:pt x="40" y="260"/>
                    <a:pt x="41" y="260"/>
                  </a:cubicBezTo>
                  <a:cubicBezTo>
                    <a:pt x="41" y="261"/>
                    <a:pt x="40" y="262"/>
                    <a:pt x="39" y="262"/>
                  </a:cubicBezTo>
                  <a:cubicBezTo>
                    <a:pt x="38" y="265"/>
                    <a:pt x="42" y="267"/>
                    <a:pt x="44" y="270"/>
                  </a:cubicBezTo>
                  <a:cubicBezTo>
                    <a:pt x="44" y="270"/>
                    <a:pt x="44" y="270"/>
                    <a:pt x="45" y="270"/>
                  </a:cubicBezTo>
                  <a:cubicBezTo>
                    <a:pt x="44" y="273"/>
                    <a:pt x="48" y="273"/>
                    <a:pt x="48" y="276"/>
                  </a:cubicBezTo>
                  <a:cubicBezTo>
                    <a:pt x="49" y="275"/>
                    <a:pt x="51" y="273"/>
                    <a:pt x="52" y="274"/>
                  </a:cubicBezTo>
                  <a:cubicBezTo>
                    <a:pt x="54" y="274"/>
                    <a:pt x="50" y="276"/>
                    <a:pt x="50" y="279"/>
                  </a:cubicBezTo>
                  <a:cubicBezTo>
                    <a:pt x="51" y="278"/>
                    <a:pt x="52" y="279"/>
                    <a:pt x="53" y="279"/>
                  </a:cubicBezTo>
                  <a:cubicBezTo>
                    <a:pt x="52" y="280"/>
                    <a:pt x="52" y="280"/>
                    <a:pt x="52" y="280"/>
                  </a:cubicBezTo>
                  <a:cubicBezTo>
                    <a:pt x="54" y="279"/>
                    <a:pt x="55" y="280"/>
                    <a:pt x="55" y="281"/>
                  </a:cubicBezTo>
                  <a:cubicBezTo>
                    <a:pt x="55" y="281"/>
                    <a:pt x="55" y="281"/>
                    <a:pt x="55" y="281"/>
                  </a:cubicBezTo>
                  <a:cubicBezTo>
                    <a:pt x="55" y="282"/>
                    <a:pt x="55" y="283"/>
                    <a:pt x="56" y="284"/>
                  </a:cubicBezTo>
                  <a:cubicBezTo>
                    <a:pt x="57" y="282"/>
                    <a:pt x="58" y="284"/>
                    <a:pt x="59" y="283"/>
                  </a:cubicBezTo>
                  <a:cubicBezTo>
                    <a:pt x="59" y="284"/>
                    <a:pt x="59" y="284"/>
                    <a:pt x="59" y="284"/>
                  </a:cubicBezTo>
                  <a:cubicBezTo>
                    <a:pt x="60" y="283"/>
                    <a:pt x="60" y="283"/>
                    <a:pt x="60" y="283"/>
                  </a:cubicBezTo>
                  <a:cubicBezTo>
                    <a:pt x="61" y="285"/>
                    <a:pt x="61" y="285"/>
                    <a:pt x="61" y="285"/>
                  </a:cubicBezTo>
                  <a:cubicBezTo>
                    <a:pt x="59" y="285"/>
                    <a:pt x="59" y="285"/>
                    <a:pt x="59" y="285"/>
                  </a:cubicBezTo>
                  <a:cubicBezTo>
                    <a:pt x="60" y="287"/>
                    <a:pt x="60" y="285"/>
                    <a:pt x="62" y="284"/>
                  </a:cubicBezTo>
                  <a:cubicBezTo>
                    <a:pt x="63" y="284"/>
                    <a:pt x="62" y="285"/>
                    <a:pt x="62" y="286"/>
                  </a:cubicBezTo>
                  <a:cubicBezTo>
                    <a:pt x="62" y="287"/>
                    <a:pt x="62" y="285"/>
                    <a:pt x="61" y="285"/>
                  </a:cubicBezTo>
                  <a:cubicBezTo>
                    <a:pt x="60" y="286"/>
                    <a:pt x="62" y="286"/>
                    <a:pt x="61" y="287"/>
                  </a:cubicBezTo>
                  <a:cubicBezTo>
                    <a:pt x="62" y="287"/>
                    <a:pt x="63" y="286"/>
                    <a:pt x="63" y="286"/>
                  </a:cubicBezTo>
                  <a:cubicBezTo>
                    <a:pt x="64" y="287"/>
                    <a:pt x="65" y="287"/>
                    <a:pt x="65" y="289"/>
                  </a:cubicBezTo>
                  <a:cubicBezTo>
                    <a:pt x="65" y="288"/>
                    <a:pt x="66" y="289"/>
                    <a:pt x="67" y="288"/>
                  </a:cubicBezTo>
                  <a:cubicBezTo>
                    <a:pt x="66" y="288"/>
                    <a:pt x="66" y="287"/>
                    <a:pt x="66" y="286"/>
                  </a:cubicBezTo>
                  <a:cubicBezTo>
                    <a:pt x="67" y="286"/>
                    <a:pt x="68" y="286"/>
                    <a:pt x="68" y="287"/>
                  </a:cubicBezTo>
                  <a:cubicBezTo>
                    <a:pt x="67" y="287"/>
                    <a:pt x="67" y="287"/>
                    <a:pt x="67" y="287"/>
                  </a:cubicBezTo>
                  <a:cubicBezTo>
                    <a:pt x="68" y="287"/>
                    <a:pt x="69" y="288"/>
                    <a:pt x="69" y="286"/>
                  </a:cubicBezTo>
                  <a:cubicBezTo>
                    <a:pt x="69" y="289"/>
                    <a:pt x="69" y="289"/>
                    <a:pt x="69" y="289"/>
                  </a:cubicBezTo>
                  <a:cubicBezTo>
                    <a:pt x="70" y="288"/>
                    <a:pt x="71" y="288"/>
                    <a:pt x="72" y="288"/>
                  </a:cubicBezTo>
                  <a:cubicBezTo>
                    <a:pt x="71" y="290"/>
                    <a:pt x="69" y="291"/>
                    <a:pt x="71" y="292"/>
                  </a:cubicBezTo>
                  <a:cubicBezTo>
                    <a:pt x="73" y="291"/>
                    <a:pt x="73" y="291"/>
                    <a:pt x="73" y="291"/>
                  </a:cubicBezTo>
                  <a:cubicBezTo>
                    <a:pt x="74" y="291"/>
                    <a:pt x="74" y="292"/>
                    <a:pt x="74" y="293"/>
                  </a:cubicBezTo>
                  <a:cubicBezTo>
                    <a:pt x="76" y="294"/>
                    <a:pt x="77" y="289"/>
                    <a:pt x="79" y="291"/>
                  </a:cubicBezTo>
                  <a:cubicBezTo>
                    <a:pt x="78" y="293"/>
                    <a:pt x="78" y="293"/>
                    <a:pt x="79" y="294"/>
                  </a:cubicBezTo>
                  <a:cubicBezTo>
                    <a:pt x="79" y="293"/>
                    <a:pt x="79" y="293"/>
                    <a:pt x="80" y="293"/>
                  </a:cubicBezTo>
                  <a:cubicBezTo>
                    <a:pt x="80" y="292"/>
                    <a:pt x="79" y="294"/>
                    <a:pt x="79" y="293"/>
                  </a:cubicBezTo>
                  <a:cubicBezTo>
                    <a:pt x="79" y="291"/>
                    <a:pt x="80" y="292"/>
                    <a:pt x="80" y="292"/>
                  </a:cubicBezTo>
                  <a:cubicBezTo>
                    <a:pt x="81" y="296"/>
                    <a:pt x="86" y="294"/>
                    <a:pt x="88" y="296"/>
                  </a:cubicBezTo>
                  <a:cubicBezTo>
                    <a:pt x="88" y="294"/>
                    <a:pt x="90" y="295"/>
                    <a:pt x="90" y="295"/>
                  </a:cubicBezTo>
                  <a:cubicBezTo>
                    <a:pt x="90" y="297"/>
                    <a:pt x="92" y="294"/>
                    <a:pt x="93" y="296"/>
                  </a:cubicBezTo>
                  <a:cubicBezTo>
                    <a:pt x="92" y="293"/>
                    <a:pt x="92" y="293"/>
                    <a:pt x="92" y="293"/>
                  </a:cubicBezTo>
                  <a:cubicBezTo>
                    <a:pt x="94" y="295"/>
                    <a:pt x="95" y="290"/>
                    <a:pt x="96" y="293"/>
                  </a:cubicBezTo>
                  <a:cubicBezTo>
                    <a:pt x="97" y="293"/>
                    <a:pt x="96" y="294"/>
                    <a:pt x="95" y="295"/>
                  </a:cubicBezTo>
                  <a:cubicBezTo>
                    <a:pt x="96" y="298"/>
                    <a:pt x="99" y="293"/>
                    <a:pt x="100" y="296"/>
                  </a:cubicBezTo>
                  <a:cubicBezTo>
                    <a:pt x="100" y="295"/>
                    <a:pt x="99" y="293"/>
                    <a:pt x="101" y="292"/>
                  </a:cubicBezTo>
                  <a:cubicBezTo>
                    <a:pt x="101" y="294"/>
                    <a:pt x="103" y="295"/>
                    <a:pt x="103" y="295"/>
                  </a:cubicBezTo>
                  <a:cubicBezTo>
                    <a:pt x="104" y="295"/>
                    <a:pt x="104" y="294"/>
                    <a:pt x="105" y="295"/>
                  </a:cubicBezTo>
                  <a:cubicBezTo>
                    <a:pt x="104" y="296"/>
                    <a:pt x="104" y="296"/>
                    <a:pt x="104" y="296"/>
                  </a:cubicBezTo>
                  <a:cubicBezTo>
                    <a:pt x="105" y="297"/>
                    <a:pt x="106" y="296"/>
                    <a:pt x="107" y="295"/>
                  </a:cubicBezTo>
                  <a:cubicBezTo>
                    <a:pt x="108" y="297"/>
                    <a:pt x="110" y="296"/>
                    <a:pt x="111" y="297"/>
                  </a:cubicBezTo>
                  <a:cubicBezTo>
                    <a:pt x="112" y="295"/>
                    <a:pt x="113" y="299"/>
                    <a:pt x="113" y="295"/>
                  </a:cubicBezTo>
                  <a:cubicBezTo>
                    <a:pt x="114" y="296"/>
                    <a:pt x="114" y="296"/>
                    <a:pt x="114" y="296"/>
                  </a:cubicBezTo>
                  <a:cubicBezTo>
                    <a:pt x="114" y="296"/>
                    <a:pt x="115" y="294"/>
                    <a:pt x="115" y="294"/>
                  </a:cubicBezTo>
                  <a:cubicBezTo>
                    <a:pt x="115" y="296"/>
                    <a:pt x="115" y="296"/>
                    <a:pt x="115" y="296"/>
                  </a:cubicBezTo>
                  <a:cubicBezTo>
                    <a:pt x="114" y="298"/>
                    <a:pt x="117" y="296"/>
                    <a:pt x="117" y="298"/>
                  </a:cubicBezTo>
                  <a:cubicBezTo>
                    <a:pt x="116" y="296"/>
                    <a:pt x="117" y="298"/>
                    <a:pt x="118" y="296"/>
                  </a:cubicBezTo>
                  <a:cubicBezTo>
                    <a:pt x="118" y="296"/>
                    <a:pt x="118" y="296"/>
                    <a:pt x="118" y="296"/>
                  </a:cubicBezTo>
                  <a:cubicBezTo>
                    <a:pt x="120" y="296"/>
                    <a:pt x="119" y="295"/>
                    <a:pt x="120" y="295"/>
                  </a:cubicBezTo>
                  <a:cubicBezTo>
                    <a:pt x="121" y="295"/>
                    <a:pt x="120" y="297"/>
                    <a:pt x="120" y="297"/>
                  </a:cubicBezTo>
                  <a:cubicBezTo>
                    <a:pt x="120" y="298"/>
                    <a:pt x="121" y="298"/>
                    <a:pt x="122" y="297"/>
                  </a:cubicBezTo>
                  <a:cubicBezTo>
                    <a:pt x="122" y="298"/>
                    <a:pt x="122" y="298"/>
                    <a:pt x="123" y="298"/>
                  </a:cubicBezTo>
                  <a:cubicBezTo>
                    <a:pt x="123" y="298"/>
                    <a:pt x="123" y="298"/>
                    <a:pt x="123" y="298"/>
                  </a:cubicBezTo>
                  <a:cubicBezTo>
                    <a:pt x="123" y="298"/>
                    <a:pt x="124" y="298"/>
                    <a:pt x="124" y="299"/>
                  </a:cubicBezTo>
                  <a:cubicBezTo>
                    <a:pt x="123" y="300"/>
                    <a:pt x="123" y="300"/>
                    <a:pt x="123" y="300"/>
                  </a:cubicBezTo>
                  <a:cubicBezTo>
                    <a:pt x="124" y="300"/>
                    <a:pt x="125" y="299"/>
                    <a:pt x="125" y="298"/>
                  </a:cubicBezTo>
                  <a:cubicBezTo>
                    <a:pt x="127" y="300"/>
                    <a:pt x="131" y="300"/>
                    <a:pt x="132" y="300"/>
                  </a:cubicBezTo>
                  <a:cubicBezTo>
                    <a:pt x="131" y="299"/>
                    <a:pt x="131" y="301"/>
                    <a:pt x="131" y="300"/>
                  </a:cubicBezTo>
                  <a:cubicBezTo>
                    <a:pt x="132" y="300"/>
                    <a:pt x="133" y="299"/>
                    <a:pt x="133" y="300"/>
                  </a:cubicBezTo>
                  <a:cubicBezTo>
                    <a:pt x="134" y="300"/>
                    <a:pt x="133" y="301"/>
                    <a:pt x="134" y="302"/>
                  </a:cubicBezTo>
                  <a:cubicBezTo>
                    <a:pt x="133" y="302"/>
                    <a:pt x="135" y="300"/>
                    <a:pt x="134" y="300"/>
                  </a:cubicBezTo>
                  <a:cubicBezTo>
                    <a:pt x="134" y="303"/>
                    <a:pt x="138" y="301"/>
                    <a:pt x="139" y="304"/>
                  </a:cubicBezTo>
                  <a:cubicBezTo>
                    <a:pt x="139" y="303"/>
                    <a:pt x="138" y="304"/>
                    <a:pt x="137" y="305"/>
                  </a:cubicBezTo>
                  <a:cubicBezTo>
                    <a:pt x="139" y="305"/>
                    <a:pt x="141" y="305"/>
                    <a:pt x="143" y="304"/>
                  </a:cubicBezTo>
                  <a:cubicBezTo>
                    <a:pt x="142" y="305"/>
                    <a:pt x="142" y="305"/>
                    <a:pt x="141" y="305"/>
                  </a:cubicBezTo>
                  <a:cubicBezTo>
                    <a:pt x="142" y="306"/>
                    <a:pt x="143" y="307"/>
                    <a:pt x="144" y="306"/>
                  </a:cubicBezTo>
                  <a:cubicBezTo>
                    <a:pt x="145" y="305"/>
                    <a:pt x="144" y="307"/>
                    <a:pt x="144" y="306"/>
                  </a:cubicBezTo>
                  <a:cubicBezTo>
                    <a:pt x="144" y="305"/>
                    <a:pt x="146" y="305"/>
                    <a:pt x="146" y="306"/>
                  </a:cubicBezTo>
                  <a:cubicBezTo>
                    <a:pt x="146" y="306"/>
                    <a:pt x="146" y="306"/>
                    <a:pt x="146" y="306"/>
                  </a:cubicBezTo>
                  <a:cubicBezTo>
                    <a:pt x="147" y="307"/>
                    <a:pt x="147" y="306"/>
                    <a:pt x="148" y="307"/>
                  </a:cubicBezTo>
                  <a:cubicBezTo>
                    <a:pt x="148" y="308"/>
                    <a:pt x="147" y="307"/>
                    <a:pt x="147" y="308"/>
                  </a:cubicBezTo>
                  <a:cubicBezTo>
                    <a:pt x="145" y="310"/>
                    <a:pt x="147" y="311"/>
                    <a:pt x="147" y="311"/>
                  </a:cubicBezTo>
                  <a:cubicBezTo>
                    <a:pt x="149" y="311"/>
                    <a:pt x="149" y="311"/>
                    <a:pt x="149" y="311"/>
                  </a:cubicBezTo>
                  <a:cubicBezTo>
                    <a:pt x="150" y="311"/>
                    <a:pt x="148" y="312"/>
                    <a:pt x="148" y="312"/>
                  </a:cubicBezTo>
                  <a:cubicBezTo>
                    <a:pt x="154" y="312"/>
                    <a:pt x="154" y="312"/>
                    <a:pt x="154" y="312"/>
                  </a:cubicBezTo>
                  <a:cubicBezTo>
                    <a:pt x="153" y="312"/>
                    <a:pt x="152" y="314"/>
                    <a:pt x="151" y="314"/>
                  </a:cubicBezTo>
                  <a:cubicBezTo>
                    <a:pt x="152" y="315"/>
                    <a:pt x="155" y="315"/>
                    <a:pt x="157" y="315"/>
                  </a:cubicBezTo>
                  <a:cubicBezTo>
                    <a:pt x="157" y="316"/>
                    <a:pt x="158" y="317"/>
                    <a:pt x="159" y="318"/>
                  </a:cubicBezTo>
                  <a:cubicBezTo>
                    <a:pt x="158" y="319"/>
                    <a:pt x="159" y="317"/>
                    <a:pt x="158" y="318"/>
                  </a:cubicBezTo>
                  <a:cubicBezTo>
                    <a:pt x="157" y="319"/>
                    <a:pt x="157" y="319"/>
                    <a:pt x="157" y="319"/>
                  </a:cubicBezTo>
                  <a:cubicBezTo>
                    <a:pt x="156" y="318"/>
                    <a:pt x="154" y="320"/>
                    <a:pt x="153" y="320"/>
                  </a:cubicBezTo>
                  <a:cubicBezTo>
                    <a:pt x="155" y="320"/>
                    <a:pt x="154" y="323"/>
                    <a:pt x="154" y="325"/>
                  </a:cubicBezTo>
                  <a:cubicBezTo>
                    <a:pt x="157" y="323"/>
                    <a:pt x="156" y="326"/>
                    <a:pt x="159" y="325"/>
                  </a:cubicBezTo>
                  <a:cubicBezTo>
                    <a:pt x="160" y="327"/>
                    <a:pt x="157" y="327"/>
                    <a:pt x="156" y="328"/>
                  </a:cubicBezTo>
                  <a:cubicBezTo>
                    <a:pt x="158" y="329"/>
                    <a:pt x="158" y="331"/>
                    <a:pt x="158" y="333"/>
                  </a:cubicBezTo>
                  <a:cubicBezTo>
                    <a:pt x="158" y="333"/>
                    <a:pt x="158" y="333"/>
                    <a:pt x="158" y="333"/>
                  </a:cubicBezTo>
                  <a:cubicBezTo>
                    <a:pt x="159" y="334"/>
                    <a:pt x="158" y="337"/>
                    <a:pt x="161" y="338"/>
                  </a:cubicBezTo>
                  <a:cubicBezTo>
                    <a:pt x="160" y="338"/>
                    <a:pt x="160" y="338"/>
                    <a:pt x="159" y="338"/>
                  </a:cubicBezTo>
                  <a:cubicBezTo>
                    <a:pt x="159" y="340"/>
                    <a:pt x="163" y="338"/>
                    <a:pt x="162" y="340"/>
                  </a:cubicBezTo>
                  <a:cubicBezTo>
                    <a:pt x="160" y="339"/>
                    <a:pt x="160" y="339"/>
                    <a:pt x="160" y="339"/>
                  </a:cubicBezTo>
                  <a:cubicBezTo>
                    <a:pt x="162" y="340"/>
                    <a:pt x="160" y="342"/>
                    <a:pt x="162" y="343"/>
                  </a:cubicBezTo>
                  <a:cubicBezTo>
                    <a:pt x="161" y="343"/>
                    <a:pt x="161" y="343"/>
                    <a:pt x="160" y="343"/>
                  </a:cubicBezTo>
                  <a:cubicBezTo>
                    <a:pt x="161" y="344"/>
                    <a:pt x="161" y="345"/>
                    <a:pt x="163" y="346"/>
                  </a:cubicBezTo>
                  <a:cubicBezTo>
                    <a:pt x="162" y="347"/>
                    <a:pt x="161" y="346"/>
                    <a:pt x="160" y="346"/>
                  </a:cubicBezTo>
                  <a:cubicBezTo>
                    <a:pt x="160" y="347"/>
                    <a:pt x="163" y="347"/>
                    <a:pt x="162" y="348"/>
                  </a:cubicBezTo>
                  <a:cubicBezTo>
                    <a:pt x="162" y="349"/>
                    <a:pt x="161" y="349"/>
                    <a:pt x="161" y="349"/>
                  </a:cubicBezTo>
                  <a:cubicBezTo>
                    <a:pt x="162" y="350"/>
                    <a:pt x="162" y="351"/>
                    <a:pt x="163" y="352"/>
                  </a:cubicBezTo>
                  <a:cubicBezTo>
                    <a:pt x="162" y="352"/>
                    <a:pt x="162" y="353"/>
                    <a:pt x="161" y="353"/>
                  </a:cubicBezTo>
                  <a:cubicBezTo>
                    <a:pt x="161" y="360"/>
                    <a:pt x="162" y="366"/>
                    <a:pt x="164" y="372"/>
                  </a:cubicBezTo>
                  <a:cubicBezTo>
                    <a:pt x="161" y="374"/>
                    <a:pt x="162" y="371"/>
                    <a:pt x="161" y="372"/>
                  </a:cubicBezTo>
                  <a:cubicBezTo>
                    <a:pt x="163" y="372"/>
                    <a:pt x="161" y="373"/>
                    <a:pt x="162" y="375"/>
                  </a:cubicBezTo>
                  <a:cubicBezTo>
                    <a:pt x="162" y="375"/>
                    <a:pt x="162" y="375"/>
                    <a:pt x="162" y="375"/>
                  </a:cubicBezTo>
                  <a:cubicBezTo>
                    <a:pt x="162" y="376"/>
                    <a:pt x="161" y="376"/>
                    <a:pt x="162" y="377"/>
                  </a:cubicBezTo>
                  <a:cubicBezTo>
                    <a:pt x="162" y="377"/>
                    <a:pt x="162" y="377"/>
                    <a:pt x="162" y="377"/>
                  </a:cubicBezTo>
                  <a:cubicBezTo>
                    <a:pt x="164" y="378"/>
                    <a:pt x="159" y="379"/>
                    <a:pt x="162" y="379"/>
                  </a:cubicBezTo>
                  <a:cubicBezTo>
                    <a:pt x="161" y="380"/>
                    <a:pt x="161" y="380"/>
                    <a:pt x="161" y="380"/>
                  </a:cubicBezTo>
                  <a:cubicBezTo>
                    <a:pt x="163" y="381"/>
                    <a:pt x="160" y="382"/>
                    <a:pt x="162" y="383"/>
                  </a:cubicBezTo>
                  <a:cubicBezTo>
                    <a:pt x="162" y="383"/>
                    <a:pt x="162" y="383"/>
                    <a:pt x="162" y="383"/>
                  </a:cubicBezTo>
                  <a:cubicBezTo>
                    <a:pt x="161" y="384"/>
                    <a:pt x="165" y="386"/>
                    <a:pt x="163" y="386"/>
                  </a:cubicBezTo>
                  <a:cubicBezTo>
                    <a:pt x="163" y="388"/>
                    <a:pt x="164" y="389"/>
                    <a:pt x="166" y="389"/>
                  </a:cubicBezTo>
                  <a:cubicBezTo>
                    <a:pt x="165" y="390"/>
                    <a:pt x="164" y="389"/>
                    <a:pt x="163" y="389"/>
                  </a:cubicBezTo>
                  <a:cubicBezTo>
                    <a:pt x="164" y="394"/>
                    <a:pt x="164" y="400"/>
                    <a:pt x="167" y="404"/>
                  </a:cubicBezTo>
                  <a:cubicBezTo>
                    <a:pt x="166" y="404"/>
                    <a:pt x="166" y="404"/>
                    <a:pt x="165" y="404"/>
                  </a:cubicBezTo>
                  <a:cubicBezTo>
                    <a:pt x="168" y="406"/>
                    <a:pt x="163" y="409"/>
                    <a:pt x="168" y="411"/>
                  </a:cubicBezTo>
                  <a:cubicBezTo>
                    <a:pt x="170" y="412"/>
                    <a:pt x="170" y="412"/>
                    <a:pt x="170" y="412"/>
                  </a:cubicBezTo>
                  <a:cubicBezTo>
                    <a:pt x="169" y="412"/>
                    <a:pt x="168" y="412"/>
                    <a:pt x="167" y="413"/>
                  </a:cubicBezTo>
                  <a:cubicBezTo>
                    <a:pt x="168" y="413"/>
                    <a:pt x="167" y="415"/>
                    <a:pt x="169" y="416"/>
                  </a:cubicBezTo>
                  <a:cubicBezTo>
                    <a:pt x="168" y="416"/>
                    <a:pt x="168" y="416"/>
                    <a:pt x="168" y="416"/>
                  </a:cubicBezTo>
                  <a:cubicBezTo>
                    <a:pt x="167" y="417"/>
                    <a:pt x="170" y="418"/>
                    <a:pt x="169" y="419"/>
                  </a:cubicBezTo>
                  <a:cubicBezTo>
                    <a:pt x="169" y="419"/>
                    <a:pt x="169" y="419"/>
                    <a:pt x="169" y="419"/>
                  </a:cubicBezTo>
                  <a:cubicBezTo>
                    <a:pt x="166" y="425"/>
                    <a:pt x="163" y="434"/>
                    <a:pt x="168" y="438"/>
                  </a:cubicBezTo>
                  <a:cubicBezTo>
                    <a:pt x="169" y="440"/>
                    <a:pt x="166" y="439"/>
                    <a:pt x="166" y="440"/>
                  </a:cubicBezTo>
                  <a:cubicBezTo>
                    <a:pt x="170" y="444"/>
                    <a:pt x="167" y="452"/>
                    <a:pt x="173" y="453"/>
                  </a:cubicBezTo>
                  <a:cubicBezTo>
                    <a:pt x="173" y="454"/>
                    <a:pt x="173" y="454"/>
                    <a:pt x="173" y="455"/>
                  </a:cubicBezTo>
                  <a:cubicBezTo>
                    <a:pt x="173" y="455"/>
                    <a:pt x="173" y="456"/>
                    <a:pt x="174" y="456"/>
                  </a:cubicBezTo>
                  <a:cubicBezTo>
                    <a:pt x="171" y="457"/>
                    <a:pt x="174" y="460"/>
                    <a:pt x="172" y="462"/>
                  </a:cubicBezTo>
                  <a:cubicBezTo>
                    <a:pt x="175" y="462"/>
                    <a:pt x="174" y="463"/>
                    <a:pt x="174" y="464"/>
                  </a:cubicBezTo>
                  <a:cubicBezTo>
                    <a:pt x="174" y="464"/>
                    <a:pt x="173" y="464"/>
                    <a:pt x="173" y="464"/>
                  </a:cubicBezTo>
                  <a:cubicBezTo>
                    <a:pt x="173" y="466"/>
                    <a:pt x="173" y="466"/>
                    <a:pt x="172" y="468"/>
                  </a:cubicBezTo>
                  <a:cubicBezTo>
                    <a:pt x="172" y="469"/>
                    <a:pt x="174" y="469"/>
                    <a:pt x="173" y="470"/>
                  </a:cubicBezTo>
                  <a:cubicBezTo>
                    <a:pt x="171" y="471"/>
                    <a:pt x="173" y="472"/>
                    <a:pt x="172" y="473"/>
                  </a:cubicBezTo>
                  <a:cubicBezTo>
                    <a:pt x="174" y="473"/>
                    <a:pt x="175" y="474"/>
                    <a:pt x="175" y="475"/>
                  </a:cubicBezTo>
                  <a:cubicBezTo>
                    <a:pt x="172" y="475"/>
                    <a:pt x="172" y="475"/>
                    <a:pt x="172" y="475"/>
                  </a:cubicBezTo>
                  <a:cubicBezTo>
                    <a:pt x="174" y="477"/>
                    <a:pt x="170" y="481"/>
                    <a:pt x="174" y="485"/>
                  </a:cubicBezTo>
                  <a:cubicBezTo>
                    <a:pt x="172" y="485"/>
                    <a:pt x="172" y="485"/>
                    <a:pt x="172" y="485"/>
                  </a:cubicBezTo>
                  <a:cubicBezTo>
                    <a:pt x="174" y="488"/>
                    <a:pt x="173" y="491"/>
                    <a:pt x="176" y="494"/>
                  </a:cubicBezTo>
                  <a:cubicBezTo>
                    <a:pt x="175" y="495"/>
                    <a:pt x="175" y="496"/>
                    <a:pt x="175" y="497"/>
                  </a:cubicBezTo>
                  <a:cubicBezTo>
                    <a:pt x="176" y="498"/>
                    <a:pt x="176" y="499"/>
                    <a:pt x="178" y="499"/>
                  </a:cubicBezTo>
                  <a:cubicBezTo>
                    <a:pt x="178" y="500"/>
                    <a:pt x="177" y="500"/>
                    <a:pt x="177" y="500"/>
                  </a:cubicBezTo>
                  <a:cubicBezTo>
                    <a:pt x="176" y="501"/>
                    <a:pt x="174" y="504"/>
                    <a:pt x="177" y="504"/>
                  </a:cubicBezTo>
                  <a:cubicBezTo>
                    <a:pt x="175" y="505"/>
                    <a:pt x="175" y="505"/>
                    <a:pt x="175" y="505"/>
                  </a:cubicBezTo>
                  <a:cubicBezTo>
                    <a:pt x="177" y="506"/>
                    <a:pt x="179" y="507"/>
                    <a:pt x="177" y="508"/>
                  </a:cubicBezTo>
                  <a:cubicBezTo>
                    <a:pt x="178" y="509"/>
                    <a:pt x="179" y="510"/>
                    <a:pt x="181" y="509"/>
                  </a:cubicBezTo>
                  <a:cubicBezTo>
                    <a:pt x="181" y="510"/>
                    <a:pt x="178" y="510"/>
                    <a:pt x="180" y="510"/>
                  </a:cubicBezTo>
                  <a:cubicBezTo>
                    <a:pt x="178" y="510"/>
                    <a:pt x="178" y="510"/>
                    <a:pt x="178" y="510"/>
                  </a:cubicBezTo>
                  <a:cubicBezTo>
                    <a:pt x="177" y="513"/>
                    <a:pt x="179" y="515"/>
                    <a:pt x="180" y="518"/>
                  </a:cubicBezTo>
                  <a:cubicBezTo>
                    <a:pt x="178" y="519"/>
                    <a:pt x="181" y="520"/>
                    <a:pt x="179" y="522"/>
                  </a:cubicBezTo>
                  <a:cubicBezTo>
                    <a:pt x="181" y="523"/>
                    <a:pt x="179" y="525"/>
                    <a:pt x="182" y="525"/>
                  </a:cubicBezTo>
                  <a:cubicBezTo>
                    <a:pt x="181" y="525"/>
                    <a:pt x="181" y="525"/>
                    <a:pt x="181" y="525"/>
                  </a:cubicBezTo>
                  <a:cubicBezTo>
                    <a:pt x="181" y="526"/>
                    <a:pt x="181" y="528"/>
                    <a:pt x="180" y="530"/>
                  </a:cubicBezTo>
                  <a:cubicBezTo>
                    <a:pt x="180" y="531"/>
                    <a:pt x="182" y="530"/>
                    <a:pt x="183" y="531"/>
                  </a:cubicBezTo>
                  <a:cubicBezTo>
                    <a:pt x="182" y="531"/>
                    <a:pt x="182" y="531"/>
                    <a:pt x="182" y="531"/>
                  </a:cubicBezTo>
                  <a:cubicBezTo>
                    <a:pt x="183" y="532"/>
                    <a:pt x="185" y="532"/>
                    <a:pt x="186" y="532"/>
                  </a:cubicBezTo>
                  <a:cubicBezTo>
                    <a:pt x="185" y="533"/>
                    <a:pt x="186" y="533"/>
                    <a:pt x="185" y="533"/>
                  </a:cubicBezTo>
                  <a:cubicBezTo>
                    <a:pt x="185" y="533"/>
                    <a:pt x="183" y="533"/>
                    <a:pt x="181" y="532"/>
                  </a:cubicBezTo>
                  <a:cubicBezTo>
                    <a:pt x="181" y="534"/>
                    <a:pt x="184" y="534"/>
                    <a:pt x="182" y="535"/>
                  </a:cubicBezTo>
                  <a:cubicBezTo>
                    <a:pt x="182" y="536"/>
                    <a:pt x="182" y="536"/>
                    <a:pt x="184" y="536"/>
                  </a:cubicBezTo>
                  <a:cubicBezTo>
                    <a:pt x="184" y="536"/>
                    <a:pt x="183" y="537"/>
                    <a:pt x="182" y="537"/>
                  </a:cubicBezTo>
                  <a:cubicBezTo>
                    <a:pt x="183" y="537"/>
                    <a:pt x="183" y="538"/>
                    <a:pt x="184" y="538"/>
                  </a:cubicBezTo>
                  <a:cubicBezTo>
                    <a:pt x="184" y="538"/>
                    <a:pt x="184" y="537"/>
                    <a:pt x="184" y="537"/>
                  </a:cubicBezTo>
                  <a:cubicBezTo>
                    <a:pt x="185" y="537"/>
                    <a:pt x="185" y="538"/>
                    <a:pt x="187" y="538"/>
                  </a:cubicBezTo>
                  <a:cubicBezTo>
                    <a:pt x="187" y="537"/>
                    <a:pt x="186" y="537"/>
                    <a:pt x="186" y="537"/>
                  </a:cubicBezTo>
                  <a:cubicBezTo>
                    <a:pt x="188" y="537"/>
                    <a:pt x="188" y="538"/>
                    <a:pt x="187" y="538"/>
                  </a:cubicBezTo>
                  <a:cubicBezTo>
                    <a:pt x="186" y="539"/>
                    <a:pt x="185" y="538"/>
                    <a:pt x="184" y="539"/>
                  </a:cubicBezTo>
                  <a:cubicBezTo>
                    <a:pt x="188" y="540"/>
                    <a:pt x="188" y="540"/>
                    <a:pt x="188" y="540"/>
                  </a:cubicBezTo>
                  <a:cubicBezTo>
                    <a:pt x="186" y="540"/>
                    <a:pt x="187" y="539"/>
                    <a:pt x="189" y="539"/>
                  </a:cubicBezTo>
                  <a:cubicBezTo>
                    <a:pt x="188" y="538"/>
                    <a:pt x="188" y="538"/>
                    <a:pt x="188" y="538"/>
                  </a:cubicBezTo>
                  <a:cubicBezTo>
                    <a:pt x="189" y="538"/>
                    <a:pt x="189" y="538"/>
                    <a:pt x="189" y="538"/>
                  </a:cubicBezTo>
                  <a:cubicBezTo>
                    <a:pt x="189" y="537"/>
                    <a:pt x="190" y="536"/>
                    <a:pt x="189" y="535"/>
                  </a:cubicBezTo>
                  <a:cubicBezTo>
                    <a:pt x="187" y="536"/>
                    <a:pt x="187" y="536"/>
                    <a:pt x="187" y="536"/>
                  </a:cubicBezTo>
                  <a:cubicBezTo>
                    <a:pt x="187" y="535"/>
                    <a:pt x="185" y="535"/>
                    <a:pt x="187" y="534"/>
                  </a:cubicBezTo>
                  <a:cubicBezTo>
                    <a:pt x="187" y="534"/>
                    <a:pt x="188" y="534"/>
                    <a:pt x="189" y="534"/>
                  </a:cubicBezTo>
                  <a:cubicBezTo>
                    <a:pt x="189" y="534"/>
                    <a:pt x="188" y="533"/>
                    <a:pt x="188" y="533"/>
                  </a:cubicBezTo>
                  <a:cubicBezTo>
                    <a:pt x="191" y="533"/>
                    <a:pt x="191" y="533"/>
                    <a:pt x="191" y="533"/>
                  </a:cubicBezTo>
                  <a:cubicBezTo>
                    <a:pt x="187" y="533"/>
                    <a:pt x="189" y="532"/>
                    <a:pt x="189" y="531"/>
                  </a:cubicBezTo>
                  <a:cubicBezTo>
                    <a:pt x="189" y="531"/>
                    <a:pt x="189" y="531"/>
                    <a:pt x="189" y="531"/>
                  </a:cubicBezTo>
                  <a:cubicBezTo>
                    <a:pt x="190" y="530"/>
                    <a:pt x="188" y="532"/>
                    <a:pt x="188" y="531"/>
                  </a:cubicBezTo>
                  <a:cubicBezTo>
                    <a:pt x="188" y="530"/>
                    <a:pt x="191" y="530"/>
                    <a:pt x="192" y="530"/>
                  </a:cubicBezTo>
                  <a:cubicBezTo>
                    <a:pt x="191" y="529"/>
                    <a:pt x="189" y="527"/>
                    <a:pt x="191" y="526"/>
                  </a:cubicBezTo>
                  <a:cubicBezTo>
                    <a:pt x="190" y="525"/>
                    <a:pt x="189" y="524"/>
                    <a:pt x="188" y="524"/>
                  </a:cubicBezTo>
                  <a:cubicBezTo>
                    <a:pt x="188" y="523"/>
                    <a:pt x="191" y="523"/>
                    <a:pt x="190" y="523"/>
                  </a:cubicBezTo>
                  <a:cubicBezTo>
                    <a:pt x="190" y="523"/>
                    <a:pt x="191" y="522"/>
                    <a:pt x="192" y="522"/>
                  </a:cubicBezTo>
                  <a:cubicBezTo>
                    <a:pt x="191" y="522"/>
                    <a:pt x="192" y="521"/>
                    <a:pt x="190" y="522"/>
                  </a:cubicBezTo>
                  <a:cubicBezTo>
                    <a:pt x="190" y="520"/>
                    <a:pt x="191" y="519"/>
                    <a:pt x="190" y="518"/>
                  </a:cubicBezTo>
                  <a:cubicBezTo>
                    <a:pt x="190" y="518"/>
                    <a:pt x="192" y="518"/>
                    <a:pt x="193" y="518"/>
                  </a:cubicBezTo>
                  <a:cubicBezTo>
                    <a:pt x="191" y="517"/>
                    <a:pt x="190" y="516"/>
                    <a:pt x="190" y="515"/>
                  </a:cubicBezTo>
                  <a:cubicBezTo>
                    <a:pt x="189" y="515"/>
                    <a:pt x="189" y="516"/>
                    <a:pt x="187" y="516"/>
                  </a:cubicBezTo>
                  <a:cubicBezTo>
                    <a:pt x="187" y="516"/>
                    <a:pt x="186" y="516"/>
                    <a:pt x="186" y="515"/>
                  </a:cubicBezTo>
                  <a:cubicBezTo>
                    <a:pt x="188" y="515"/>
                    <a:pt x="191" y="515"/>
                    <a:pt x="191" y="514"/>
                  </a:cubicBezTo>
                  <a:cubicBezTo>
                    <a:pt x="193" y="514"/>
                    <a:pt x="190" y="515"/>
                    <a:pt x="193" y="515"/>
                  </a:cubicBezTo>
                  <a:cubicBezTo>
                    <a:pt x="195" y="515"/>
                    <a:pt x="196" y="517"/>
                    <a:pt x="194" y="517"/>
                  </a:cubicBezTo>
                  <a:cubicBezTo>
                    <a:pt x="197" y="518"/>
                    <a:pt x="195" y="516"/>
                    <a:pt x="197" y="516"/>
                  </a:cubicBezTo>
                  <a:cubicBezTo>
                    <a:pt x="197" y="516"/>
                    <a:pt x="195" y="515"/>
                    <a:pt x="195" y="514"/>
                  </a:cubicBezTo>
                  <a:cubicBezTo>
                    <a:pt x="194" y="514"/>
                    <a:pt x="194" y="515"/>
                    <a:pt x="193" y="514"/>
                  </a:cubicBezTo>
                  <a:cubicBezTo>
                    <a:pt x="190" y="514"/>
                    <a:pt x="194" y="513"/>
                    <a:pt x="194" y="513"/>
                  </a:cubicBezTo>
                  <a:cubicBezTo>
                    <a:pt x="195" y="513"/>
                    <a:pt x="195" y="513"/>
                    <a:pt x="195" y="513"/>
                  </a:cubicBezTo>
                  <a:cubicBezTo>
                    <a:pt x="196" y="512"/>
                    <a:pt x="194" y="512"/>
                    <a:pt x="194" y="511"/>
                  </a:cubicBezTo>
                  <a:cubicBezTo>
                    <a:pt x="197" y="511"/>
                    <a:pt x="195" y="513"/>
                    <a:pt x="197" y="513"/>
                  </a:cubicBezTo>
                  <a:cubicBezTo>
                    <a:pt x="199" y="512"/>
                    <a:pt x="199" y="512"/>
                    <a:pt x="199" y="512"/>
                  </a:cubicBezTo>
                  <a:cubicBezTo>
                    <a:pt x="199" y="511"/>
                    <a:pt x="196" y="512"/>
                    <a:pt x="197" y="511"/>
                  </a:cubicBezTo>
                  <a:cubicBezTo>
                    <a:pt x="198" y="511"/>
                    <a:pt x="198" y="511"/>
                    <a:pt x="198" y="511"/>
                  </a:cubicBezTo>
                  <a:cubicBezTo>
                    <a:pt x="197" y="510"/>
                    <a:pt x="197" y="510"/>
                    <a:pt x="197" y="510"/>
                  </a:cubicBezTo>
                  <a:cubicBezTo>
                    <a:pt x="196" y="510"/>
                    <a:pt x="194" y="510"/>
                    <a:pt x="195" y="511"/>
                  </a:cubicBezTo>
                  <a:cubicBezTo>
                    <a:pt x="191" y="511"/>
                    <a:pt x="194" y="511"/>
                    <a:pt x="193" y="510"/>
                  </a:cubicBezTo>
                  <a:cubicBezTo>
                    <a:pt x="192" y="509"/>
                    <a:pt x="194" y="510"/>
                    <a:pt x="192" y="510"/>
                  </a:cubicBezTo>
                  <a:cubicBezTo>
                    <a:pt x="190" y="510"/>
                    <a:pt x="190" y="510"/>
                    <a:pt x="190" y="509"/>
                  </a:cubicBezTo>
                  <a:cubicBezTo>
                    <a:pt x="190" y="508"/>
                    <a:pt x="192" y="509"/>
                    <a:pt x="193" y="508"/>
                  </a:cubicBezTo>
                  <a:cubicBezTo>
                    <a:pt x="193" y="508"/>
                    <a:pt x="193" y="509"/>
                    <a:pt x="192" y="509"/>
                  </a:cubicBezTo>
                  <a:cubicBezTo>
                    <a:pt x="194" y="510"/>
                    <a:pt x="196" y="508"/>
                    <a:pt x="197" y="509"/>
                  </a:cubicBezTo>
                  <a:cubicBezTo>
                    <a:pt x="198" y="508"/>
                    <a:pt x="196" y="508"/>
                    <a:pt x="196" y="508"/>
                  </a:cubicBezTo>
                  <a:cubicBezTo>
                    <a:pt x="195" y="508"/>
                    <a:pt x="194" y="508"/>
                    <a:pt x="193" y="508"/>
                  </a:cubicBezTo>
                  <a:cubicBezTo>
                    <a:pt x="188" y="507"/>
                    <a:pt x="197" y="507"/>
                    <a:pt x="196" y="506"/>
                  </a:cubicBezTo>
                  <a:cubicBezTo>
                    <a:pt x="193" y="506"/>
                    <a:pt x="191" y="504"/>
                    <a:pt x="188" y="506"/>
                  </a:cubicBezTo>
                  <a:cubicBezTo>
                    <a:pt x="187" y="505"/>
                    <a:pt x="187" y="505"/>
                    <a:pt x="187" y="505"/>
                  </a:cubicBezTo>
                  <a:cubicBezTo>
                    <a:pt x="189" y="505"/>
                    <a:pt x="189" y="504"/>
                    <a:pt x="191" y="504"/>
                  </a:cubicBezTo>
                  <a:cubicBezTo>
                    <a:pt x="191" y="504"/>
                    <a:pt x="191" y="504"/>
                    <a:pt x="191" y="504"/>
                  </a:cubicBezTo>
                  <a:cubicBezTo>
                    <a:pt x="193" y="504"/>
                    <a:pt x="193" y="504"/>
                    <a:pt x="193" y="504"/>
                  </a:cubicBezTo>
                  <a:cubicBezTo>
                    <a:pt x="195" y="504"/>
                    <a:pt x="196" y="503"/>
                    <a:pt x="197" y="503"/>
                  </a:cubicBezTo>
                  <a:cubicBezTo>
                    <a:pt x="196" y="502"/>
                    <a:pt x="195" y="503"/>
                    <a:pt x="194" y="502"/>
                  </a:cubicBezTo>
                  <a:cubicBezTo>
                    <a:pt x="195" y="502"/>
                    <a:pt x="195" y="502"/>
                    <a:pt x="196" y="502"/>
                  </a:cubicBezTo>
                  <a:cubicBezTo>
                    <a:pt x="195" y="502"/>
                    <a:pt x="193" y="503"/>
                    <a:pt x="193" y="502"/>
                  </a:cubicBezTo>
                  <a:cubicBezTo>
                    <a:pt x="193" y="501"/>
                    <a:pt x="195" y="500"/>
                    <a:pt x="195" y="501"/>
                  </a:cubicBezTo>
                  <a:cubicBezTo>
                    <a:pt x="197" y="501"/>
                    <a:pt x="197" y="501"/>
                    <a:pt x="197" y="501"/>
                  </a:cubicBezTo>
                  <a:cubicBezTo>
                    <a:pt x="195" y="501"/>
                    <a:pt x="198" y="501"/>
                    <a:pt x="197" y="500"/>
                  </a:cubicBezTo>
                  <a:cubicBezTo>
                    <a:pt x="196" y="500"/>
                    <a:pt x="194" y="500"/>
                    <a:pt x="193" y="500"/>
                  </a:cubicBezTo>
                  <a:cubicBezTo>
                    <a:pt x="192" y="499"/>
                    <a:pt x="194" y="499"/>
                    <a:pt x="193" y="499"/>
                  </a:cubicBezTo>
                  <a:cubicBezTo>
                    <a:pt x="195" y="500"/>
                    <a:pt x="195" y="500"/>
                    <a:pt x="195" y="500"/>
                  </a:cubicBezTo>
                  <a:cubicBezTo>
                    <a:pt x="194" y="499"/>
                    <a:pt x="198" y="499"/>
                    <a:pt x="197" y="498"/>
                  </a:cubicBezTo>
                  <a:cubicBezTo>
                    <a:pt x="195" y="498"/>
                    <a:pt x="195" y="498"/>
                    <a:pt x="195" y="498"/>
                  </a:cubicBezTo>
                  <a:cubicBezTo>
                    <a:pt x="196" y="498"/>
                    <a:pt x="196" y="498"/>
                    <a:pt x="197" y="498"/>
                  </a:cubicBezTo>
                  <a:cubicBezTo>
                    <a:pt x="196" y="498"/>
                    <a:pt x="196" y="497"/>
                    <a:pt x="196" y="497"/>
                  </a:cubicBezTo>
                  <a:cubicBezTo>
                    <a:pt x="197" y="497"/>
                    <a:pt x="197" y="497"/>
                    <a:pt x="197" y="497"/>
                  </a:cubicBezTo>
                  <a:cubicBezTo>
                    <a:pt x="196" y="497"/>
                    <a:pt x="193" y="496"/>
                    <a:pt x="196" y="496"/>
                  </a:cubicBezTo>
                  <a:cubicBezTo>
                    <a:pt x="193" y="496"/>
                    <a:pt x="196" y="496"/>
                    <a:pt x="194" y="497"/>
                  </a:cubicBezTo>
                  <a:cubicBezTo>
                    <a:pt x="192" y="497"/>
                    <a:pt x="193" y="496"/>
                    <a:pt x="192" y="496"/>
                  </a:cubicBezTo>
                  <a:cubicBezTo>
                    <a:pt x="195" y="496"/>
                    <a:pt x="192" y="495"/>
                    <a:pt x="192" y="495"/>
                  </a:cubicBezTo>
                  <a:cubicBezTo>
                    <a:pt x="193" y="494"/>
                    <a:pt x="194" y="494"/>
                    <a:pt x="194" y="494"/>
                  </a:cubicBezTo>
                  <a:cubicBezTo>
                    <a:pt x="193" y="494"/>
                    <a:pt x="193" y="494"/>
                    <a:pt x="193" y="494"/>
                  </a:cubicBezTo>
                  <a:cubicBezTo>
                    <a:pt x="196" y="493"/>
                    <a:pt x="192" y="493"/>
                    <a:pt x="193" y="492"/>
                  </a:cubicBezTo>
                  <a:cubicBezTo>
                    <a:pt x="194" y="492"/>
                    <a:pt x="195" y="492"/>
                    <a:pt x="196" y="492"/>
                  </a:cubicBezTo>
                  <a:cubicBezTo>
                    <a:pt x="193" y="493"/>
                    <a:pt x="193" y="491"/>
                    <a:pt x="191" y="491"/>
                  </a:cubicBezTo>
                  <a:cubicBezTo>
                    <a:pt x="192" y="490"/>
                    <a:pt x="194" y="492"/>
                    <a:pt x="196" y="491"/>
                  </a:cubicBezTo>
                  <a:cubicBezTo>
                    <a:pt x="194" y="491"/>
                    <a:pt x="197" y="490"/>
                    <a:pt x="195" y="490"/>
                  </a:cubicBezTo>
                  <a:cubicBezTo>
                    <a:pt x="194" y="491"/>
                    <a:pt x="193" y="490"/>
                    <a:pt x="192" y="490"/>
                  </a:cubicBezTo>
                  <a:cubicBezTo>
                    <a:pt x="192" y="489"/>
                    <a:pt x="193" y="490"/>
                    <a:pt x="194" y="489"/>
                  </a:cubicBezTo>
                  <a:cubicBezTo>
                    <a:pt x="193" y="489"/>
                    <a:pt x="191" y="488"/>
                    <a:pt x="191" y="489"/>
                  </a:cubicBezTo>
                  <a:cubicBezTo>
                    <a:pt x="191" y="488"/>
                    <a:pt x="189" y="488"/>
                    <a:pt x="190" y="487"/>
                  </a:cubicBezTo>
                  <a:cubicBezTo>
                    <a:pt x="192" y="487"/>
                    <a:pt x="191" y="488"/>
                    <a:pt x="192" y="488"/>
                  </a:cubicBezTo>
                  <a:cubicBezTo>
                    <a:pt x="192" y="487"/>
                    <a:pt x="188" y="488"/>
                    <a:pt x="187" y="487"/>
                  </a:cubicBezTo>
                  <a:cubicBezTo>
                    <a:pt x="187" y="487"/>
                    <a:pt x="184" y="487"/>
                    <a:pt x="183" y="486"/>
                  </a:cubicBezTo>
                  <a:cubicBezTo>
                    <a:pt x="183" y="485"/>
                    <a:pt x="184" y="487"/>
                    <a:pt x="186" y="486"/>
                  </a:cubicBezTo>
                  <a:cubicBezTo>
                    <a:pt x="185" y="486"/>
                    <a:pt x="185" y="486"/>
                    <a:pt x="185" y="486"/>
                  </a:cubicBezTo>
                  <a:cubicBezTo>
                    <a:pt x="188" y="485"/>
                    <a:pt x="190" y="487"/>
                    <a:pt x="193" y="486"/>
                  </a:cubicBezTo>
                  <a:cubicBezTo>
                    <a:pt x="192" y="486"/>
                    <a:pt x="192" y="486"/>
                    <a:pt x="192" y="486"/>
                  </a:cubicBezTo>
                  <a:cubicBezTo>
                    <a:pt x="195" y="486"/>
                    <a:pt x="195" y="486"/>
                    <a:pt x="195" y="486"/>
                  </a:cubicBezTo>
                  <a:cubicBezTo>
                    <a:pt x="193" y="486"/>
                    <a:pt x="194" y="485"/>
                    <a:pt x="194" y="484"/>
                  </a:cubicBezTo>
                  <a:cubicBezTo>
                    <a:pt x="192" y="484"/>
                    <a:pt x="194" y="485"/>
                    <a:pt x="193" y="485"/>
                  </a:cubicBezTo>
                  <a:cubicBezTo>
                    <a:pt x="192" y="484"/>
                    <a:pt x="190" y="484"/>
                    <a:pt x="191" y="483"/>
                  </a:cubicBezTo>
                  <a:cubicBezTo>
                    <a:pt x="192" y="484"/>
                    <a:pt x="193" y="483"/>
                    <a:pt x="194" y="483"/>
                  </a:cubicBezTo>
                  <a:cubicBezTo>
                    <a:pt x="195" y="483"/>
                    <a:pt x="192" y="483"/>
                    <a:pt x="193" y="482"/>
                  </a:cubicBezTo>
                  <a:cubicBezTo>
                    <a:pt x="194" y="483"/>
                    <a:pt x="194" y="483"/>
                    <a:pt x="194" y="483"/>
                  </a:cubicBezTo>
                  <a:cubicBezTo>
                    <a:pt x="194" y="480"/>
                    <a:pt x="194" y="478"/>
                    <a:pt x="190" y="476"/>
                  </a:cubicBezTo>
                  <a:cubicBezTo>
                    <a:pt x="191" y="475"/>
                    <a:pt x="191" y="475"/>
                    <a:pt x="193" y="474"/>
                  </a:cubicBezTo>
                  <a:cubicBezTo>
                    <a:pt x="192" y="474"/>
                    <a:pt x="191" y="474"/>
                    <a:pt x="191" y="473"/>
                  </a:cubicBezTo>
                  <a:cubicBezTo>
                    <a:pt x="193" y="473"/>
                    <a:pt x="193" y="473"/>
                    <a:pt x="193" y="473"/>
                  </a:cubicBezTo>
                  <a:cubicBezTo>
                    <a:pt x="194" y="472"/>
                    <a:pt x="192" y="472"/>
                    <a:pt x="191" y="471"/>
                  </a:cubicBezTo>
                  <a:cubicBezTo>
                    <a:pt x="193" y="471"/>
                    <a:pt x="193" y="471"/>
                    <a:pt x="193" y="471"/>
                  </a:cubicBezTo>
                  <a:cubicBezTo>
                    <a:pt x="194" y="471"/>
                    <a:pt x="192" y="470"/>
                    <a:pt x="191" y="470"/>
                  </a:cubicBezTo>
                  <a:cubicBezTo>
                    <a:pt x="193" y="470"/>
                    <a:pt x="193" y="470"/>
                    <a:pt x="193" y="470"/>
                  </a:cubicBezTo>
                  <a:cubicBezTo>
                    <a:pt x="191" y="470"/>
                    <a:pt x="191" y="470"/>
                    <a:pt x="191" y="470"/>
                  </a:cubicBezTo>
                  <a:cubicBezTo>
                    <a:pt x="191" y="469"/>
                    <a:pt x="191" y="468"/>
                    <a:pt x="193" y="469"/>
                  </a:cubicBezTo>
                  <a:cubicBezTo>
                    <a:pt x="193" y="469"/>
                    <a:pt x="192" y="468"/>
                    <a:pt x="192" y="468"/>
                  </a:cubicBezTo>
                  <a:cubicBezTo>
                    <a:pt x="193" y="468"/>
                    <a:pt x="193" y="467"/>
                    <a:pt x="193" y="466"/>
                  </a:cubicBezTo>
                  <a:cubicBezTo>
                    <a:pt x="192" y="466"/>
                    <a:pt x="191" y="466"/>
                    <a:pt x="190" y="466"/>
                  </a:cubicBezTo>
                  <a:cubicBezTo>
                    <a:pt x="188" y="465"/>
                    <a:pt x="190" y="466"/>
                    <a:pt x="189" y="465"/>
                  </a:cubicBezTo>
                  <a:cubicBezTo>
                    <a:pt x="190" y="465"/>
                    <a:pt x="191" y="465"/>
                    <a:pt x="192" y="465"/>
                  </a:cubicBezTo>
                  <a:cubicBezTo>
                    <a:pt x="195" y="465"/>
                    <a:pt x="192" y="462"/>
                    <a:pt x="193" y="461"/>
                  </a:cubicBezTo>
                  <a:cubicBezTo>
                    <a:pt x="192" y="460"/>
                    <a:pt x="192" y="460"/>
                    <a:pt x="192" y="460"/>
                  </a:cubicBezTo>
                  <a:cubicBezTo>
                    <a:pt x="195" y="460"/>
                    <a:pt x="193" y="459"/>
                    <a:pt x="194" y="458"/>
                  </a:cubicBezTo>
                  <a:cubicBezTo>
                    <a:pt x="193" y="458"/>
                    <a:pt x="191" y="457"/>
                    <a:pt x="191" y="456"/>
                  </a:cubicBezTo>
                  <a:cubicBezTo>
                    <a:pt x="189" y="455"/>
                    <a:pt x="193" y="457"/>
                    <a:pt x="195" y="457"/>
                  </a:cubicBezTo>
                  <a:cubicBezTo>
                    <a:pt x="194" y="456"/>
                    <a:pt x="194" y="456"/>
                    <a:pt x="194" y="456"/>
                  </a:cubicBezTo>
                  <a:cubicBezTo>
                    <a:pt x="194" y="456"/>
                    <a:pt x="194" y="456"/>
                    <a:pt x="194" y="456"/>
                  </a:cubicBezTo>
                  <a:cubicBezTo>
                    <a:pt x="194" y="455"/>
                    <a:pt x="193" y="454"/>
                    <a:pt x="194" y="454"/>
                  </a:cubicBezTo>
                  <a:cubicBezTo>
                    <a:pt x="194" y="454"/>
                    <a:pt x="194" y="454"/>
                    <a:pt x="194" y="454"/>
                  </a:cubicBezTo>
                  <a:cubicBezTo>
                    <a:pt x="195" y="454"/>
                    <a:pt x="196" y="455"/>
                    <a:pt x="196" y="454"/>
                  </a:cubicBezTo>
                  <a:cubicBezTo>
                    <a:pt x="194" y="453"/>
                    <a:pt x="196" y="453"/>
                    <a:pt x="194" y="452"/>
                  </a:cubicBezTo>
                  <a:cubicBezTo>
                    <a:pt x="195" y="452"/>
                    <a:pt x="195" y="452"/>
                    <a:pt x="195" y="452"/>
                  </a:cubicBezTo>
                  <a:cubicBezTo>
                    <a:pt x="194" y="451"/>
                    <a:pt x="194" y="451"/>
                    <a:pt x="194" y="451"/>
                  </a:cubicBezTo>
                  <a:cubicBezTo>
                    <a:pt x="195" y="451"/>
                    <a:pt x="195" y="451"/>
                    <a:pt x="195" y="451"/>
                  </a:cubicBezTo>
                  <a:cubicBezTo>
                    <a:pt x="196" y="453"/>
                    <a:pt x="196" y="453"/>
                    <a:pt x="196" y="453"/>
                  </a:cubicBezTo>
                  <a:cubicBezTo>
                    <a:pt x="197" y="452"/>
                    <a:pt x="195" y="452"/>
                    <a:pt x="194" y="451"/>
                  </a:cubicBezTo>
                  <a:cubicBezTo>
                    <a:pt x="193" y="450"/>
                    <a:pt x="195" y="450"/>
                    <a:pt x="195" y="451"/>
                  </a:cubicBezTo>
                  <a:cubicBezTo>
                    <a:pt x="196" y="451"/>
                    <a:pt x="195" y="451"/>
                    <a:pt x="195" y="451"/>
                  </a:cubicBezTo>
                  <a:cubicBezTo>
                    <a:pt x="196" y="452"/>
                    <a:pt x="196" y="451"/>
                    <a:pt x="196" y="452"/>
                  </a:cubicBezTo>
                  <a:cubicBezTo>
                    <a:pt x="196" y="451"/>
                    <a:pt x="195" y="450"/>
                    <a:pt x="195" y="450"/>
                  </a:cubicBezTo>
                  <a:cubicBezTo>
                    <a:pt x="195" y="451"/>
                    <a:pt x="196" y="450"/>
                    <a:pt x="197" y="451"/>
                  </a:cubicBezTo>
                  <a:cubicBezTo>
                    <a:pt x="196" y="450"/>
                    <a:pt x="197" y="450"/>
                    <a:pt x="196" y="450"/>
                  </a:cubicBezTo>
                  <a:cubicBezTo>
                    <a:pt x="196" y="450"/>
                    <a:pt x="195" y="449"/>
                    <a:pt x="194" y="449"/>
                  </a:cubicBezTo>
                  <a:cubicBezTo>
                    <a:pt x="194" y="448"/>
                    <a:pt x="194" y="448"/>
                    <a:pt x="195" y="448"/>
                  </a:cubicBezTo>
                  <a:cubicBezTo>
                    <a:pt x="195" y="449"/>
                    <a:pt x="195" y="449"/>
                    <a:pt x="195" y="449"/>
                  </a:cubicBezTo>
                  <a:cubicBezTo>
                    <a:pt x="195" y="448"/>
                    <a:pt x="196" y="448"/>
                    <a:pt x="194" y="447"/>
                  </a:cubicBezTo>
                  <a:cubicBezTo>
                    <a:pt x="196" y="449"/>
                    <a:pt x="196" y="449"/>
                    <a:pt x="196" y="449"/>
                  </a:cubicBezTo>
                  <a:cubicBezTo>
                    <a:pt x="196" y="448"/>
                    <a:pt x="196" y="448"/>
                    <a:pt x="196" y="447"/>
                  </a:cubicBezTo>
                  <a:cubicBezTo>
                    <a:pt x="197" y="448"/>
                    <a:pt x="198" y="450"/>
                    <a:pt x="199" y="450"/>
                  </a:cubicBezTo>
                  <a:cubicBezTo>
                    <a:pt x="198" y="448"/>
                    <a:pt x="198" y="448"/>
                    <a:pt x="198" y="448"/>
                  </a:cubicBezTo>
                  <a:cubicBezTo>
                    <a:pt x="199" y="448"/>
                    <a:pt x="199" y="448"/>
                    <a:pt x="199" y="449"/>
                  </a:cubicBezTo>
                  <a:cubicBezTo>
                    <a:pt x="200" y="449"/>
                    <a:pt x="198" y="444"/>
                    <a:pt x="199" y="445"/>
                  </a:cubicBezTo>
                  <a:cubicBezTo>
                    <a:pt x="200" y="447"/>
                    <a:pt x="200" y="447"/>
                    <a:pt x="201" y="447"/>
                  </a:cubicBezTo>
                  <a:cubicBezTo>
                    <a:pt x="200" y="446"/>
                    <a:pt x="200" y="446"/>
                    <a:pt x="200" y="446"/>
                  </a:cubicBezTo>
                  <a:cubicBezTo>
                    <a:pt x="200" y="446"/>
                    <a:pt x="201" y="448"/>
                    <a:pt x="200" y="447"/>
                  </a:cubicBezTo>
                  <a:cubicBezTo>
                    <a:pt x="199" y="446"/>
                    <a:pt x="200" y="446"/>
                    <a:pt x="200" y="445"/>
                  </a:cubicBezTo>
                  <a:cubicBezTo>
                    <a:pt x="200" y="446"/>
                    <a:pt x="201" y="447"/>
                    <a:pt x="202" y="447"/>
                  </a:cubicBezTo>
                  <a:cubicBezTo>
                    <a:pt x="202" y="447"/>
                    <a:pt x="202" y="447"/>
                    <a:pt x="202" y="447"/>
                  </a:cubicBezTo>
                  <a:cubicBezTo>
                    <a:pt x="205" y="449"/>
                    <a:pt x="200" y="450"/>
                    <a:pt x="204" y="454"/>
                  </a:cubicBezTo>
                  <a:cubicBezTo>
                    <a:pt x="205" y="456"/>
                    <a:pt x="206" y="463"/>
                    <a:pt x="206" y="463"/>
                  </a:cubicBezTo>
                  <a:cubicBezTo>
                    <a:pt x="214" y="451"/>
                    <a:pt x="212" y="449"/>
                    <a:pt x="214" y="446"/>
                  </a:cubicBezTo>
                  <a:cubicBezTo>
                    <a:pt x="214" y="447"/>
                    <a:pt x="214" y="447"/>
                    <a:pt x="214" y="447"/>
                  </a:cubicBezTo>
                  <a:cubicBezTo>
                    <a:pt x="214" y="446"/>
                    <a:pt x="214" y="446"/>
                    <a:pt x="214" y="446"/>
                  </a:cubicBezTo>
                  <a:cubicBezTo>
                    <a:pt x="214" y="446"/>
                    <a:pt x="215" y="446"/>
                    <a:pt x="215" y="446"/>
                  </a:cubicBezTo>
                  <a:cubicBezTo>
                    <a:pt x="215" y="446"/>
                    <a:pt x="215" y="447"/>
                    <a:pt x="216" y="445"/>
                  </a:cubicBezTo>
                  <a:cubicBezTo>
                    <a:pt x="216" y="445"/>
                    <a:pt x="216" y="445"/>
                    <a:pt x="216" y="445"/>
                  </a:cubicBezTo>
                  <a:cubicBezTo>
                    <a:pt x="216" y="445"/>
                    <a:pt x="217" y="443"/>
                    <a:pt x="217" y="443"/>
                  </a:cubicBezTo>
                  <a:cubicBezTo>
                    <a:pt x="216" y="445"/>
                    <a:pt x="216" y="445"/>
                    <a:pt x="216" y="445"/>
                  </a:cubicBezTo>
                  <a:cubicBezTo>
                    <a:pt x="216" y="447"/>
                    <a:pt x="217" y="446"/>
                    <a:pt x="217" y="447"/>
                  </a:cubicBezTo>
                  <a:cubicBezTo>
                    <a:pt x="217" y="445"/>
                    <a:pt x="217" y="447"/>
                    <a:pt x="218" y="445"/>
                  </a:cubicBezTo>
                  <a:cubicBezTo>
                    <a:pt x="218" y="445"/>
                    <a:pt x="218" y="445"/>
                    <a:pt x="218" y="445"/>
                  </a:cubicBezTo>
                  <a:cubicBezTo>
                    <a:pt x="219" y="445"/>
                    <a:pt x="219" y="444"/>
                    <a:pt x="220" y="444"/>
                  </a:cubicBezTo>
                  <a:cubicBezTo>
                    <a:pt x="220" y="444"/>
                    <a:pt x="219" y="446"/>
                    <a:pt x="219" y="446"/>
                  </a:cubicBezTo>
                  <a:cubicBezTo>
                    <a:pt x="219" y="447"/>
                    <a:pt x="219" y="447"/>
                    <a:pt x="220" y="447"/>
                  </a:cubicBezTo>
                  <a:cubicBezTo>
                    <a:pt x="220" y="447"/>
                    <a:pt x="220" y="446"/>
                    <a:pt x="220" y="446"/>
                  </a:cubicBezTo>
                  <a:cubicBezTo>
                    <a:pt x="220" y="446"/>
                    <a:pt x="220" y="446"/>
                    <a:pt x="220" y="447"/>
                  </a:cubicBezTo>
                  <a:cubicBezTo>
                    <a:pt x="220" y="446"/>
                    <a:pt x="220" y="446"/>
                    <a:pt x="220" y="446"/>
                  </a:cubicBezTo>
                  <a:cubicBezTo>
                    <a:pt x="220" y="446"/>
                    <a:pt x="220" y="446"/>
                    <a:pt x="220" y="447"/>
                  </a:cubicBezTo>
                  <a:cubicBezTo>
                    <a:pt x="220" y="447"/>
                    <a:pt x="220" y="447"/>
                    <a:pt x="220" y="447"/>
                  </a:cubicBezTo>
                  <a:cubicBezTo>
                    <a:pt x="220" y="447"/>
                    <a:pt x="220" y="447"/>
                    <a:pt x="220" y="447"/>
                  </a:cubicBezTo>
                  <a:cubicBezTo>
                    <a:pt x="220" y="447"/>
                    <a:pt x="220" y="447"/>
                    <a:pt x="220" y="447"/>
                  </a:cubicBezTo>
                  <a:cubicBezTo>
                    <a:pt x="220" y="447"/>
                    <a:pt x="220" y="447"/>
                    <a:pt x="220" y="448"/>
                  </a:cubicBezTo>
                  <a:cubicBezTo>
                    <a:pt x="220" y="449"/>
                    <a:pt x="220" y="449"/>
                    <a:pt x="220" y="449"/>
                  </a:cubicBezTo>
                  <a:cubicBezTo>
                    <a:pt x="220" y="449"/>
                    <a:pt x="221" y="448"/>
                    <a:pt x="221" y="447"/>
                  </a:cubicBezTo>
                  <a:cubicBezTo>
                    <a:pt x="222" y="449"/>
                    <a:pt x="224" y="448"/>
                    <a:pt x="225" y="448"/>
                  </a:cubicBezTo>
                  <a:cubicBezTo>
                    <a:pt x="225" y="448"/>
                    <a:pt x="224" y="449"/>
                    <a:pt x="225" y="449"/>
                  </a:cubicBezTo>
                  <a:cubicBezTo>
                    <a:pt x="225" y="449"/>
                    <a:pt x="226" y="448"/>
                    <a:pt x="226" y="449"/>
                  </a:cubicBezTo>
                  <a:cubicBezTo>
                    <a:pt x="226" y="448"/>
                    <a:pt x="225" y="450"/>
                    <a:pt x="225" y="450"/>
                  </a:cubicBezTo>
                  <a:cubicBezTo>
                    <a:pt x="225" y="451"/>
                    <a:pt x="226" y="449"/>
                    <a:pt x="226" y="449"/>
                  </a:cubicBezTo>
                  <a:cubicBezTo>
                    <a:pt x="225" y="452"/>
                    <a:pt x="229" y="450"/>
                    <a:pt x="229" y="452"/>
                  </a:cubicBezTo>
                  <a:cubicBezTo>
                    <a:pt x="229" y="451"/>
                    <a:pt x="228" y="452"/>
                    <a:pt x="227" y="452"/>
                  </a:cubicBezTo>
                  <a:cubicBezTo>
                    <a:pt x="228" y="452"/>
                    <a:pt x="229" y="452"/>
                    <a:pt x="232" y="452"/>
                  </a:cubicBezTo>
                  <a:cubicBezTo>
                    <a:pt x="230" y="453"/>
                    <a:pt x="230" y="453"/>
                    <a:pt x="230" y="453"/>
                  </a:cubicBezTo>
                  <a:cubicBezTo>
                    <a:pt x="230" y="453"/>
                    <a:pt x="231" y="453"/>
                    <a:pt x="232" y="453"/>
                  </a:cubicBezTo>
                  <a:cubicBezTo>
                    <a:pt x="233" y="452"/>
                    <a:pt x="234" y="452"/>
                    <a:pt x="234" y="452"/>
                  </a:cubicBezTo>
                  <a:cubicBezTo>
                    <a:pt x="234" y="452"/>
                    <a:pt x="234" y="452"/>
                    <a:pt x="234" y="452"/>
                  </a:cubicBezTo>
                  <a:cubicBezTo>
                    <a:pt x="235" y="453"/>
                    <a:pt x="235" y="452"/>
                    <a:pt x="236" y="453"/>
                  </a:cubicBezTo>
                  <a:cubicBezTo>
                    <a:pt x="235" y="454"/>
                    <a:pt x="235" y="453"/>
                    <a:pt x="234" y="454"/>
                  </a:cubicBezTo>
                  <a:cubicBezTo>
                    <a:pt x="232" y="455"/>
                    <a:pt x="233" y="456"/>
                    <a:pt x="233" y="456"/>
                  </a:cubicBezTo>
                  <a:cubicBezTo>
                    <a:pt x="235" y="456"/>
                    <a:pt x="235" y="456"/>
                    <a:pt x="235" y="456"/>
                  </a:cubicBezTo>
                  <a:cubicBezTo>
                    <a:pt x="236" y="456"/>
                    <a:pt x="234" y="457"/>
                    <a:pt x="234" y="457"/>
                  </a:cubicBezTo>
                  <a:cubicBezTo>
                    <a:pt x="239" y="456"/>
                    <a:pt x="239" y="456"/>
                    <a:pt x="239" y="456"/>
                  </a:cubicBezTo>
                  <a:cubicBezTo>
                    <a:pt x="238" y="456"/>
                    <a:pt x="237" y="458"/>
                    <a:pt x="236" y="457"/>
                  </a:cubicBezTo>
                  <a:cubicBezTo>
                    <a:pt x="237" y="458"/>
                    <a:pt x="240" y="458"/>
                    <a:pt x="241" y="458"/>
                  </a:cubicBezTo>
                  <a:cubicBezTo>
                    <a:pt x="241" y="459"/>
                    <a:pt x="243" y="459"/>
                    <a:pt x="243" y="460"/>
                  </a:cubicBezTo>
                  <a:cubicBezTo>
                    <a:pt x="242" y="460"/>
                    <a:pt x="243" y="459"/>
                    <a:pt x="242" y="460"/>
                  </a:cubicBezTo>
                  <a:cubicBezTo>
                    <a:pt x="240" y="461"/>
                    <a:pt x="240" y="461"/>
                    <a:pt x="240" y="461"/>
                  </a:cubicBezTo>
                  <a:cubicBezTo>
                    <a:pt x="240" y="460"/>
                    <a:pt x="238" y="461"/>
                    <a:pt x="237" y="461"/>
                  </a:cubicBezTo>
                  <a:cubicBezTo>
                    <a:pt x="238" y="462"/>
                    <a:pt x="238" y="463"/>
                    <a:pt x="237" y="464"/>
                  </a:cubicBezTo>
                  <a:cubicBezTo>
                    <a:pt x="240" y="463"/>
                    <a:pt x="239" y="465"/>
                    <a:pt x="242" y="465"/>
                  </a:cubicBezTo>
                  <a:cubicBezTo>
                    <a:pt x="242" y="466"/>
                    <a:pt x="240" y="466"/>
                    <a:pt x="239" y="466"/>
                  </a:cubicBezTo>
                  <a:cubicBezTo>
                    <a:pt x="240" y="467"/>
                    <a:pt x="240" y="468"/>
                    <a:pt x="240" y="469"/>
                  </a:cubicBezTo>
                  <a:cubicBezTo>
                    <a:pt x="240" y="469"/>
                    <a:pt x="240" y="469"/>
                    <a:pt x="240" y="469"/>
                  </a:cubicBezTo>
                  <a:cubicBezTo>
                    <a:pt x="240" y="470"/>
                    <a:pt x="240" y="472"/>
                    <a:pt x="242" y="472"/>
                  </a:cubicBezTo>
                  <a:cubicBezTo>
                    <a:pt x="241" y="472"/>
                    <a:pt x="241" y="472"/>
                    <a:pt x="241" y="472"/>
                  </a:cubicBezTo>
                  <a:cubicBezTo>
                    <a:pt x="240" y="473"/>
                    <a:pt x="244" y="472"/>
                    <a:pt x="243" y="474"/>
                  </a:cubicBezTo>
                  <a:cubicBezTo>
                    <a:pt x="242" y="473"/>
                    <a:pt x="242" y="473"/>
                    <a:pt x="242" y="473"/>
                  </a:cubicBezTo>
                  <a:cubicBezTo>
                    <a:pt x="243" y="474"/>
                    <a:pt x="241" y="475"/>
                    <a:pt x="243" y="476"/>
                  </a:cubicBezTo>
                  <a:cubicBezTo>
                    <a:pt x="242" y="476"/>
                    <a:pt x="242" y="476"/>
                    <a:pt x="241" y="475"/>
                  </a:cubicBezTo>
                  <a:cubicBezTo>
                    <a:pt x="242" y="476"/>
                    <a:pt x="242" y="477"/>
                    <a:pt x="243" y="478"/>
                  </a:cubicBezTo>
                  <a:cubicBezTo>
                    <a:pt x="241" y="478"/>
                    <a:pt x="241" y="478"/>
                    <a:pt x="241" y="478"/>
                  </a:cubicBezTo>
                  <a:cubicBezTo>
                    <a:pt x="240" y="478"/>
                    <a:pt x="244" y="478"/>
                    <a:pt x="243" y="479"/>
                  </a:cubicBezTo>
                  <a:cubicBezTo>
                    <a:pt x="243" y="479"/>
                    <a:pt x="242" y="480"/>
                    <a:pt x="242" y="480"/>
                  </a:cubicBezTo>
                  <a:cubicBezTo>
                    <a:pt x="243" y="480"/>
                    <a:pt x="243" y="481"/>
                    <a:pt x="243" y="481"/>
                  </a:cubicBezTo>
                  <a:cubicBezTo>
                    <a:pt x="241" y="482"/>
                    <a:pt x="241" y="482"/>
                    <a:pt x="241" y="482"/>
                  </a:cubicBezTo>
                  <a:cubicBezTo>
                    <a:pt x="241" y="486"/>
                    <a:pt x="241" y="490"/>
                    <a:pt x="243" y="494"/>
                  </a:cubicBezTo>
                  <a:cubicBezTo>
                    <a:pt x="240" y="494"/>
                    <a:pt x="241" y="493"/>
                    <a:pt x="240" y="493"/>
                  </a:cubicBezTo>
                  <a:cubicBezTo>
                    <a:pt x="242" y="493"/>
                    <a:pt x="240" y="494"/>
                    <a:pt x="241" y="495"/>
                  </a:cubicBezTo>
                  <a:cubicBezTo>
                    <a:pt x="241" y="495"/>
                    <a:pt x="241" y="495"/>
                    <a:pt x="241" y="495"/>
                  </a:cubicBezTo>
                  <a:cubicBezTo>
                    <a:pt x="241" y="496"/>
                    <a:pt x="240" y="496"/>
                    <a:pt x="240" y="497"/>
                  </a:cubicBezTo>
                  <a:cubicBezTo>
                    <a:pt x="241" y="497"/>
                    <a:pt x="241" y="497"/>
                    <a:pt x="241" y="497"/>
                  </a:cubicBezTo>
                  <a:cubicBezTo>
                    <a:pt x="242" y="497"/>
                    <a:pt x="238" y="498"/>
                    <a:pt x="241" y="498"/>
                  </a:cubicBezTo>
                  <a:cubicBezTo>
                    <a:pt x="239" y="499"/>
                    <a:pt x="239" y="499"/>
                    <a:pt x="239" y="499"/>
                  </a:cubicBezTo>
                  <a:cubicBezTo>
                    <a:pt x="242" y="499"/>
                    <a:pt x="238" y="499"/>
                    <a:pt x="240" y="500"/>
                  </a:cubicBezTo>
                  <a:cubicBezTo>
                    <a:pt x="240" y="500"/>
                    <a:pt x="240" y="500"/>
                    <a:pt x="240" y="500"/>
                  </a:cubicBezTo>
                  <a:cubicBezTo>
                    <a:pt x="239" y="501"/>
                    <a:pt x="243" y="502"/>
                    <a:pt x="241" y="502"/>
                  </a:cubicBezTo>
                  <a:cubicBezTo>
                    <a:pt x="241" y="503"/>
                    <a:pt x="242" y="504"/>
                    <a:pt x="244" y="504"/>
                  </a:cubicBezTo>
                  <a:cubicBezTo>
                    <a:pt x="241" y="504"/>
                    <a:pt x="241" y="504"/>
                    <a:pt x="241" y="504"/>
                  </a:cubicBezTo>
                  <a:cubicBezTo>
                    <a:pt x="242" y="507"/>
                    <a:pt x="241" y="511"/>
                    <a:pt x="244" y="513"/>
                  </a:cubicBezTo>
                  <a:cubicBezTo>
                    <a:pt x="243" y="513"/>
                    <a:pt x="243" y="513"/>
                    <a:pt x="243" y="513"/>
                  </a:cubicBezTo>
                  <a:cubicBezTo>
                    <a:pt x="245" y="515"/>
                    <a:pt x="241" y="517"/>
                    <a:pt x="245" y="518"/>
                  </a:cubicBezTo>
                  <a:cubicBezTo>
                    <a:pt x="247" y="518"/>
                    <a:pt x="247" y="518"/>
                    <a:pt x="247" y="518"/>
                  </a:cubicBezTo>
                  <a:cubicBezTo>
                    <a:pt x="244" y="519"/>
                    <a:pt x="244" y="519"/>
                    <a:pt x="244" y="519"/>
                  </a:cubicBezTo>
                  <a:cubicBezTo>
                    <a:pt x="246" y="519"/>
                    <a:pt x="245" y="520"/>
                    <a:pt x="247" y="521"/>
                  </a:cubicBezTo>
                  <a:cubicBezTo>
                    <a:pt x="245" y="521"/>
                    <a:pt x="245" y="521"/>
                    <a:pt x="245" y="521"/>
                  </a:cubicBezTo>
                  <a:cubicBezTo>
                    <a:pt x="245" y="521"/>
                    <a:pt x="247" y="522"/>
                    <a:pt x="247" y="523"/>
                  </a:cubicBezTo>
                  <a:cubicBezTo>
                    <a:pt x="246" y="523"/>
                    <a:pt x="246" y="523"/>
                    <a:pt x="246" y="523"/>
                  </a:cubicBezTo>
                  <a:cubicBezTo>
                    <a:pt x="243" y="527"/>
                    <a:pt x="241" y="532"/>
                    <a:pt x="246" y="534"/>
                  </a:cubicBezTo>
                  <a:cubicBezTo>
                    <a:pt x="247" y="535"/>
                    <a:pt x="243" y="535"/>
                    <a:pt x="244" y="536"/>
                  </a:cubicBezTo>
                  <a:cubicBezTo>
                    <a:pt x="247" y="538"/>
                    <a:pt x="245" y="541"/>
                    <a:pt x="247" y="543"/>
                  </a:cubicBezTo>
                  <a:cubicBezTo>
                    <a:pt x="246" y="546"/>
                    <a:pt x="244" y="545"/>
                    <a:pt x="243" y="548"/>
                  </a:cubicBezTo>
                  <a:cubicBezTo>
                    <a:pt x="243" y="547"/>
                    <a:pt x="243" y="547"/>
                    <a:pt x="243" y="547"/>
                  </a:cubicBezTo>
                  <a:cubicBezTo>
                    <a:pt x="242" y="549"/>
                    <a:pt x="241" y="547"/>
                    <a:pt x="240" y="546"/>
                  </a:cubicBezTo>
                  <a:cubicBezTo>
                    <a:pt x="240" y="547"/>
                    <a:pt x="239" y="547"/>
                    <a:pt x="240" y="549"/>
                  </a:cubicBezTo>
                  <a:cubicBezTo>
                    <a:pt x="239" y="550"/>
                    <a:pt x="238" y="546"/>
                    <a:pt x="238" y="547"/>
                  </a:cubicBezTo>
                  <a:cubicBezTo>
                    <a:pt x="238" y="546"/>
                    <a:pt x="238" y="548"/>
                    <a:pt x="238" y="548"/>
                  </a:cubicBezTo>
                  <a:cubicBezTo>
                    <a:pt x="236" y="550"/>
                    <a:pt x="238" y="546"/>
                    <a:pt x="235" y="545"/>
                  </a:cubicBezTo>
                  <a:cubicBezTo>
                    <a:pt x="232" y="546"/>
                    <a:pt x="228" y="548"/>
                    <a:pt x="225" y="547"/>
                  </a:cubicBezTo>
                  <a:cubicBezTo>
                    <a:pt x="225" y="547"/>
                    <a:pt x="225" y="549"/>
                    <a:pt x="225" y="549"/>
                  </a:cubicBezTo>
                  <a:cubicBezTo>
                    <a:pt x="224" y="546"/>
                    <a:pt x="224" y="550"/>
                    <a:pt x="223" y="549"/>
                  </a:cubicBezTo>
                  <a:cubicBezTo>
                    <a:pt x="223" y="548"/>
                    <a:pt x="223" y="548"/>
                    <a:pt x="223" y="547"/>
                  </a:cubicBezTo>
                  <a:cubicBezTo>
                    <a:pt x="222" y="546"/>
                    <a:pt x="220" y="548"/>
                    <a:pt x="219" y="547"/>
                  </a:cubicBezTo>
                  <a:cubicBezTo>
                    <a:pt x="218" y="549"/>
                    <a:pt x="216" y="546"/>
                    <a:pt x="215" y="548"/>
                  </a:cubicBezTo>
                  <a:cubicBezTo>
                    <a:pt x="215" y="546"/>
                    <a:pt x="214" y="547"/>
                    <a:pt x="214" y="546"/>
                  </a:cubicBezTo>
                  <a:cubicBezTo>
                    <a:pt x="213" y="550"/>
                    <a:pt x="211" y="545"/>
                    <a:pt x="210" y="547"/>
                  </a:cubicBezTo>
                  <a:cubicBezTo>
                    <a:pt x="210" y="547"/>
                    <a:pt x="210" y="547"/>
                    <a:pt x="210" y="547"/>
                  </a:cubicBezTo>
                  <a:cubicBezTo>
                    <a:pt x="206" y="547"/>
                    <a:pt x="202" y="547"/>
                    <a:pt x="198" y="549"/>
                  </a:cubicBezTo>
                  <a:cubicBezTo>
                    <a:pt x="195" y="549"/>
                    <a:pt x="193" y="546"/>
                    <a:pt x="190" y="547"/>
                  </a:cubicBezTo>
                  <a:cubicBezTo>
                    <a:pt x="190" y="548"/>
                    <a:pt x="190" y="549"/>
                    <a:pt x="190" y="549"/>
                  </a:cubicBezTo>
                  <a:cubicBezTo>
                    <a:pt x="189" y="549"/>
                    <a:pt x="190" y="548"/>
                    <a:pt x="190" y="547"/>
                  </a:cubicBezTo>
                  <a:cubicBezTo>
                    <a:pt x="188" y="549"/>
                    <a:pt x="187" y="547"/>
                    <a:pt x="185" y="547"/>
                  </a:cubicBezTo>
                  <a:cubicBezTo>
                    <a:pt x="185" y="548"/>
                    <a:pt x="184" y="548"/>
                    <a:pt x="185" y="549"/>
                  </a:cubicBezTo>
                  <a:cubicBezTo>
                    <a:pt x="183" y="546"/>
                    <a:pt x="181" y="550"/>
                    <a:pt x="179" y="548"/>
                  </a:cubicBezTo>
                  <a:cubicBezTo>
                    <a:pt x="179" y="552"/>
                    <a:pt x="178" y="550"/>
                    <a:pt x="177" y="551"/>
                  </a:cubicBezTo>
                  <a:cubicBezTo>
                    <a:pt x="177" y="551"/>
                    <a:pt x="177" y="550"/>
                    <a:pt x="177" y="549"/>
                  </a:cubicBezTo>
                  <a:cubicBezTo>
                    <a:pt x="175" y="550"/>
                    <a:pt x="175" y="550"/>
                    <a:pt x="173" y="549"/>
                  </a:cubicBezTo>
                  <a:cubicBezTo>
                    <a:pt x="172" y="549"/>
                    <a:pt x="172" y="551"/>
                    <a:pt x="171" y="551"/>
                  </a:cubicBezTo>
                  <a:cubicBezTo>
                    <a:pt x="171" y="548"/>
                    <a:pt x="170" y="550"/>
                    <a:pt x="169" y="550"/>
                  </a:cubicBezTo>
                  <a:cubicBezTo>
                    <a:pt x="169" y="552"/>
                    <a:pt x="168" y="553"/>
                    <a:pt x="167" y="552"/>
                  </a:cubicBezTo>
                  <a:cubicBezTo>
                    <a:pt x="168" y="549"/>
                    <a:pt x="168" y="549"/>
                    <a:pt x="168" y="549"/>
                  </a:cubicBezTo>
                  <a:cubicBezTo>
                    <a:pt x="165" y="551"/>
                    <a:pt x="162" y="548"/>
                    <a:pt x="159" y="551"/>
                  </a:cubicBezTo>
                  <a:cubicBezTo>
                    <a:pt x="159" y="549"/>
                    <a:pt x="159" y="549"/>
                    <a:pt x="159" y="549"/>
                  </a:cubicBezTo>
                  <a:cubicBezTo>
                    <a:pt x="156" y="550"/>
                    <a:pt x="154" y="548"/>
                    <a:pt x="151" y="549"/>
                  </a:cubicBezTo>
                  <a:cubicBezTo>
                    <a:pt x="150" y="548"/>
                    <a:pt x="150" y="547"/>
                    <a:pt x="149" y="547"/>
                  </a:cubicBezTo>
                  <a:cubicBezTo>
                    <a:pt x="148" y="548"/>
                    <a:pt x="148" y="548"/>
                    <a:pt x="146" y="549"/>
                  </a:cubicBezTo>
                  <a:cubicBezTo>
                    <a:pt x="146" y="549"/>
                    <a:pt x="146" y="548"/>
                    <a:pt x="147" y="547"/>
                  </a:cubicBezTo>
                  <a:cubicBezTo>
                    <a:pt x="146" y="546"/>
                    <a:pt x="147" y="544"/>
                    <a:pt x="145" y="545"/>
                  </a:cubicBezTo>
                  <a:cubicBezTo>
                    <a:pt x="146" y="545"/>
                    <a:pt x="146" y="545"/>
                    <a:pt x="146" y="545"/>
                  </a:cubicBezTo>
                  <a:cubicBezTo>
                    <a:pt x="145" y="545"/>
                    <a:pt x="143" y="545"/>
                    <a:pt x="144" y="544"/>
                  </a:cubicBezTo>
                  <a:cubicBezTo>
                    <a:pt x="143" y="544"/>
                    <a:pt x="142" y="543"/>
                    <a:pt x="140" y="544"/>
                  </a:cubicBezTo>
                  <a:cubicBezTo>
                    <a:pt x="140" y="543"/>
                    <a:pt x="143" y="543"/>
                    <a:pt x="141" y="543"/>
                  </a:cubicBezTo>
                  <a:cubicBezTo>
                    <a:pt x="143" y="543"/>
                    <a:pt x="143" y="543"/>
                    <a:pt x="143" y="543"/>
                  </a:cubicBezTo>
                  <a:cubicBezTo>
                    <a:pt x="143" y="541"/>
                    <a:pt x="142" y="539"/>
                    <a:pt x="142" y="537"/>
                  </a:cubicBezTo>
                  <a:cubicBezTo>
                    <a:pt x="145" y="537"/>
                    <a:pt x="142" y="534"/>
                    <a:pt x="144" y="534"/>
                  </a:cubicBezTo>
                  <a:cubicBezTo>
                    <a:pt x="143" y="533"/>
                    <a:pt x="146" y="532"/>
                    <a:pt x="143" y="530"/>
                  </a:cubicBezTo>
                  <a:cubicBezTo>
                    <a:pt x="144" y="531"/>
                    <a:pt x="144" y="531"/>
                    <a:pt x="144" y="531"/>
                  </a:cubicBezTo>
                  <a:cubicBezTo>
                    <a:pt x="145" y="530"/>
                    <a:pt x="146" y="528"/>
                    <a:pt x="147" y="527"/>
                  </a:cubicBezTo>
                  <a:cubicBezTo>
                    <a:pt x="148" y="527"/>
                    <a:pt x="146" y="526"/>
                    <a:pt x="146" y="525"/>
                  </a:cubicBezTo>
                  <a:cubicBezTo>
                    <a:pt x="147" y="525"/>
                    <a:pt x="147" y="525"/>
                    <a:pt x="147" y="525"/>
                  </a:cubicBezTo>
                  <a:cubicBezTo>
                    <a:pt x="147" y="524"/>
                    <a:pt x="145" y="523"/>
                    <a:pt x="145" y="522"/>
                  </a:cubicBezTo>
                  <a:cubicBezTo>
                    <a:pt x="146" y="522"/>
                    <a:pt x="145" y="521"/>
                    <a:pt x="146" y="521"/>
                  </a:cubicBezTo>
                  <a:cubicBezTo>
                    <a:pt x="146" y="522"/>
                    <a:pt x="147" y="523"/>
                    <a:pt x="149" y="525"/>
                  </a:cubicBezTo>
                  <a:cubicBezTo>
                    <a:pt x="150" y="525"/>
                    <a:pt x="147" y="522"/>
                    <a:pt x="149" y="523"/>
                  </a:cubicBezTo>
                  <a:cubicBezTo>
                    <a:pt x="150" y="522"/>
                    <a:pt x="150" y="521"/>
                    <a:pt x="149" y="520"/>
                  </a:cubicBezTo>
                  <a:cubicBezTo>
                    <a:pt x="149" y="521"/>
                    <a:pt x="150" y="520"/>
                    <a:pt x="150" y="521"/>
                  </a:cubicBezTo>
                  <a:cubicBezTo>
                    <a:pt x="151" y="521"/>
                    <a:pt x="151" y="520"/>
                    <a:pt x="151" y="520"/>
                  </a:cubicBezTo>
                  <a:cubicBezTo>
                    <a:pt x="150" y="520"/>
                    <a:pt x="150" y="520"/>
                    <a:pt x="150" y="520"/>
                  </a:cubicBezTo>
                  <a:cubicBezTo>
                    <a:pt x="149" y="519"/>
                    <a:pt x="150" y="518"/>
                    <a:pt x="148" y="517"/>
                  </a:cubicBezTo>
                  <a:cubicBezTo>
                    <a:pt x="148" y="517"/>
                    <a:pt x="149" y="518"/>
                    <a:pt x="148" y="518"/>
                  </a:cubicBezTo>
                  <a:cubicBezTo>
                    <a:pt x="147" y="517"/>
                    <a:pt x="148" y="516"/>
                    <a:pt x="149" y="516"/>
                  </a:cubicBezTo>
                  <a:cubicBezTo>
                    <a:pt x="150" y="517"/>
                    <a:pt x="150" y="519"/>
                    <a:pt x="151" y="519"/>
                  </a:cubicBezTo>
                  <a:cubicBezTo>
                    <a:pt x="150" y="515"/>
                    <a:pt x="150" y="515"/>
                    <a:pt x="150" y="515"/>
                  </a:cubicBezTo>
                  <a:cubicBezTo>
                    <a:pt x="150" y="516"/>
                    <a:pt x="149" y="516"/>
                    <a:pt x="148" y="515"/>
                  </a:cubicBezTo>
                  <a:cubicBezTo>
                    <a:pt x="148" y="516"/>
                    <a:pt x="148" y="516"/>
                    <a:pt x="148" y="516"/>
                  </a:cubicBezTo>
                  <a:cubicBezTo>
                    <a:pt x="147" y="515"/>
                    <a:pt x="147" y="515"/>
                    <a:pt x="147" y="515"/>
                  </a:cubicBezTo>
                  <a:cubicBezTo>
                    <a:pt x="147" y="516"/>
                    <a:pt x="145" y="516"/>
                    <a:pt x="145" y="517"/>
                  </a:cubicBezTo>
                  <a:cubicBezTo>
                    <a:pt x="147" y="518"/>
                    <a:pt x="147" y="518"/>
                    <a:pt x="147" y="518"/>
                  </a:cubicBezTo>
                  <a:cubicBezTo>
                    <a:pt x="146" y="519"/>
                    <a:pt x="147" y="521"/>
                    <a:pt x="146" y="520"/>
                  </a:cubicBezTo>
                  <a:cubicBezTo>
                    <a:pt x="145" y="519"/>
                    <a:pt x="145" y="519"/>
                    <a:pt x="144" y="519"/>
                  </a:cubicBezTo>
                  <a:cubicBezTo>
                    <a:pt x="144" y="519"/>
                    <a:pt x="144" y="519"/>
                    <a:pt x="144" y="519"/>
                  </a:cubicBezTo>
                  <a:cubicBezTo>
                    <a:pt x="142" y="518"/>
                    <a:pt x="142" y="518"/>
                    <a:pt x="142" y="518"/>
                  </a:cubicBezTo>
                  <a:cubicBezTo>
                    <a:pt x="145" y="520"/>
                    <a:pt x="142" y="520"/>
                    <a:pt x="142" y="521"/>
                  </a:cubicBezTo>
                  <a:cubicBezTo>
                    <a:pt x="142" y="520"/>
                    <a:pt x="142" y="520"/>
                    <a:pt x="142" y="520"/>
                  </a:cubicBezTo>
                  <a:cubicBezTo>
                    <a:pt x="140" y="521"/>
                    <a:pt x="143" y="521"/>
                    <a:pt x="143" y="522"/>
                  </a:cubicBezTo>
                  <a:cubicBezTo>
                    <a:pt x="142" y="522"/>
                    <a:pt x="140" y="520"/>
                    <a:pt x="139" y="520"/>
                  </a:cubicBezTo>
                  <a:cubicBezTo>
                    <a:pt x="138" y="521"/>
                    <a:pt x="139" y="524"/>
                    <a:pt x="137" y="524"/>
                  </a:cubicBezTo>
                  <a:cubicBezTo>
                    <a:pt x="136" y="525"/>
                    <a:pt x="137" y="526"/>
                    <a:pt x="137" y="528"/>
                  </a:cubicBezTo>
                  <a:cubicBezTo>
                    <a:pt x="137" y="529"/>
                    <a:pt x="135" y="527"/>
                    <a:pt x="136" y="528"/>
                  </a:cubicBezTo>
                  <a:cubicBezTo>
                    <a:pt x="135" y="527"/>
                    <a:pt x="134" y="527"/>
                    <a:pt x="133" y="527"/>
                  </a:cubicBezTo>
                  <a:cubicBezTo>
                    <a:pt x="134" y="527"/>
                    <a:pt x="132" y="528"/>
                    <a:pt x="135" y="529"/>
                  </a:cubicBezTo>
                  <a:cubicBezTo>
                    <a:pt x="133" y="529"/>
                    <a:pt x="132" y="532"/>
                    <a:pt x="133" y="533"/>
                  </a:cubicBezTo>
                  <a:cubicBezTo>
                    <a:pt x="133" y="533"/>
                    <a:pt x="131" y="532"/>
                    <a:pt x="130" y="532"/>
                  </a:cubicBezTo>
                  <a:cubicBezTo>
                    <a:pt x="131" y="534"/>
                    <a:pt x="132" y="535"/>
                    <a:pt x="131" y="536"/>
                  </a:cubicBezTo>
                  <a:cubicBezTo>
                    <a:pt x="133" y="537"/>
                    <a:pt x="133" y="536"/>
                    <a:pt x="135" y="537"/>
                  </a:cubicBezTo>
                  <a:cubicBezTo>
                    <a:pt x="135" y="537"/>
                    <a:pt x="136" y="537"/>
                    <a:pt x="136" y="537"/>
                  </a:cubicBezTo>
                  <a:cubicBezTo>
                    <a:pt x="134" y="537"/>
                    <a:pt x="131" y="537"/>
                    <a:pt x="131" y="538"/>
                  </a:cubicBezTo>
                  <a:cubicBezTo>
                    <a:pt x="128" y="538"/>
                    <a:pt x="132" y="536"/>
                    <a:pt x="129" y="536"/>
                  </a:cubicBezTo>
                  <a:cubicBezTo>
                    <a:pt x="126" y="535"/>
                    <a:pt x="127" y="533"/>
                    <a:pt x="128" y="533"/>
                  </a:cubicBezTo>
                  <a:cubicBezTo>
                    <a:pt x="126" y="531"/>
                    <a:pt x="128" y="533"/>
                    <a:pt x="126" y="533"/>
                  </a:cubicBezTo>
                  <a:cubicBezTo>
                    <a:pt x="126" y="534"/>
                    <a:pt x="127" y="535"/>
                    <a:pt x="127" y="536"/>
                  </a:cubicBezTo>
                  <a:cubicBezTo>
                    <a:pt x="128" y="537"/>
                    <a:pt x="128" y="536"/>
                    <a:pt x="129" y="537"/>
                  </a:cubicBezTo>
                  <a:cubicBezTo>
                    <a:pt x="131" y="539"/>
                    <a:pt x="127" y="539"/>
                    <a:pt x="127" y="539"/>
                  </a:cubicBezTo>
                  <a:cubicBezTo>
                    <a:pt x="126" y="538"/>
                    <a:pt x="126" y="538"/>
                    <a:pt x="126" y="538"/>
                  </a:cubicBezTo>
                  <a:cubicBezTo>
                    <a:pt x="125" y="539"/>
                    <a:pt x="127" y="540"/>
                    <a:pt x="127" y="541"/>
                  </a:cubicBezTo>
                  <a:cubicBezTo>
                    <a:pt x="124" y="541"/>
                    <a:pt x="126" y="539"/>
                    <a:pt x="124" y="538"/>
                  </a:cubicBezTo>
                  <a:cubicBezTo>
                    <a:pt x="122" y="539"/>
                    <a:pt x="122" y="539"/>
                    <a:pt x="122" y="539"/>
                  </a:cubicBezTo>
                  <a:cubicBezTo>
                    <a:pt x="122" y="542"/>
                    <a:pt x="125" y="540"/>
                    <a:pt x="124" y="542"/>
                  </a:cubicBezTo>
                  <a:cubicBezTo>
                    <a:pt x="123" y="542"/>
                    <a:pt x="123" y="542"/>
                    <a:pt x="123" y="542"/>
                  </a:cubicBezTo>
                  <a:cubicBezTo>
                    <a:pt x="124" y="543"/>
                    <a:pt x="124" y="543"/>
                    <a:pt x="124" y="543"/>
                  </a:cubicBezTo>
                  <a:cubicBezTo>
                    <a:pt x="125" y="543"/>
                    <a:pt x="127" y="543"/>
                    <a:pt x="126" y="542"/>
                  </a:cubicBezTo>
                  <a:cubicBezTo>
                    <a:pt x="130" y="542"/>
                    <a:pt x="127" y="543"/>
                    <a:pt x="128" y="544"/>
                  </a:cubicBezTo>
                  <a:cubicBezTo>
                    <a:pt x="130" y="545"/>
                    <a:pt x="127" y="544"/>
                    <a:pt x="129" y="543"/>
                  </a:cubicBezTo>
                  <a:cubicBezTo>
                    <a:pt x="131" y="543"/>
                    <a:pt x="131" y="544"/>
                    <a:pt x="131" y="545"/>
                  </a:cubicBezTo>
                  <a:cubicBezTo>
                    <a:pt x="132" y="546"/>
                    <a:pt x="130" y="546"/>
                    <a:pt x="129" y="547"/>
                  </a:cubicBezTo>
                  <a:cubicBezTo>
                    <a:pt x="128" y="546"/>
                    <a:pt x="128" y="545"/>
                    <a:pt x="129" y="545"/>
                  </a:cubicBezTo>
                  <a:cubicBezTo>
                    <a:pt x="127" y="544"/>
                    <a:pt x="125" y="547"/>
                    <a:pt x="124" y="546"/>
                  </a:cubicBezTo>
                  <a:cubicBezTo>
                    <a:pt x="123" y="548"/>
                    <a:pt x="125" y="547"/>
                    <a:pt x="126" y="548"/>
                  </a:cubicBezTo>
                  <a:cubicBezTo>
                    <a:pt x="126" y="547"/>
                    <a:pt x="128" y="547"/>
                    <a:pt x="128" y="547"/>
                  </a:cubicBezTo>
                  <a:cubicBezTo>
                    <a:pt x="133" y="548"/>
                    <a:pt x="125" y="549"/>
                    <a:pt x="127" y="551"/>
                  </a:cubicBezTo>
                  <a:cubicBezTo>
                    <a:pt x="130" y="550"/>
                    <a:pt x="132" y="552"/>
                    <a:pt x="134" y="549"/>
                  </a:cubicBezTo>
                  <a:cubicBezTo>
                    <a:pt x="135" y="549"/>
                    <a:pt x="136" y="550"/>
                    <a:pt x="136" y="550"/>
                  </a:cubicBezTo>
                  <a:cubicBezTo>
                    <a:pt x="134" y="551"/>
                    <a:pt x="135" y="552"/>
                    <a:pt x="133" y="552"/>
                  </a:cubicBezTo>
                  <a:cubicBezTo>
                    <a:pt x="133" y="553"/>
                    <a:pt x="133" y="553"/>
                    <a:pt x="133" y="553"/>
                  </a:cubicBezTo>
                  <a:cubicBezTo>
                    <a:pt x="130" y="553"/>
                    <a:pt x="130" y="553"/>
                    <a:pt x="130" y="553"/>
                  </a:cubicBezTo>
                  <a:cubicBezTo>
                    <a:pt x="130" y="554"/>
                    <a:pt x="129" y="557"/>
                    <a:pt x="129" y="558"/>
                  </a:cubicBezTo>
                  <a:cubicBezTo>
                    <a:pt x="130" y="558"/>
                    <a:pt x="130" y="556"/>
                    <a:pt x="131" y="557"/>
                  </a:cubicBezTo>
                  <a:cubicBezTo>
                    <a:pt x="130" y="557"/>
                    <a:pt x="130" y="559"/>
                    <a:pt x="131" y="559"/>
                  </a:cubicBezTo>
                  <a:cubicBezTo>
                    <a:pt x="130" y="558"/>
                    <a:pt x="133" y="557"/>
                    <a:pt x="134" y="557"/>
                  </a:cubicBezTo>
                  <a:cubicBezTo>
                    <a:pt x="134" y="558"/>
                    <a:pt x="134" y="560"/>
                    <a:pt x="133" y="560"/>
                  </a:cubicBezTo>
                  <a:cubicBezTo>
                    <a:pt x="131" y="561"/>
                    <a:pt x="131" y="561"/>
                    <a:pt x="131" y="561"/>
                  </a:cubicBezTo>
                  <a:cubicBezTo>
                    <a:pt x="133" y="560"/>
                    <a:pt x="131" y="562"/>
                    <a:pt x="132" y="562"/>
                  </a:cubicBezTo>
                  <a:cubicBezTo>
                    <a:pt x="133" y="561"/>
                    <a:pt x="135" y="560"/>
                    <a:pt x="136" y="559"/>
                  </a:cubicBezTo>
                  <a:cubicBezTo>
                    <a:pt x="137" y="559"/>
                    <a:pt x="136" y="561"/>
                    <a:pt x="137" y="561"/>
                  </a:cubicBezTo>
                  <a:cubicBezTo>
                    <a:pt x="135" y="561"/>
                    <a:pt x="135" y="561"/>
                    <a:pt x="135" y="561"/>
                  </a:cubicBezTo>
                  <a:cubicBezTo>
                    <a:pt x="136" y="562"/>
                    <a:pt x="133" y="564"/>
                    <a:pt x="135" y="564"/>
                  </a:cubicBezTo>
                  <a:cubicBezTo>
                    <a:pt x="136" y="563"/>
                    <a:pt x="136" y="563"/>
                    <a:pt x="136" y="563"/>
                  </a:cubicBezTo>
                  <a:cubicBezTo>
                    <a:pt x="136" y="564"/>
                    <a:pt x="136" y="564"/>
                    <a:pt x="135" y="564"/>
                  </a:cubicBezTo>
                  <a:close/>
                  <a:moveTo>
                    <a:pt x="181" y="303"/>
                  </a:moveTo>
                  <a:cubicBezTo>
                    <a:pt x="181" y="303"/>
                    <a:pt x="181" y="303"/>
                    <a:pt x="181" y="303"/>
                  </a:cubicBezTo>
                  <a:cubicBezTo>
                    <a:pt x="181" y="303"/>
                    <a:pt x="181" y="303"/>
                    <a:pt x="181" y="303"/>
                  </a:cubicBezTo>
                  <a:cubicBezTo>
                    <a:pt x="181" y="303"/>
                    <a:pt x="181" y="303"/>
                    <a:pt x="181" y="303"/>
                  </a:cubicBezTo>
                  <a:close/>
                  <a:moveTo>
                    <a:pt x="191" y="308"/>
                  </a:moveTo>
                  <a:cubicBezTo>
                    <a:pt x="190" y="307"/>
                    <a:pt x="190" y="306"/>
                    <a:pt x="190" y="306"/>
                  </a:cubicBezTo>
                  <a:cubicBezTo>
                    <a:pt x="191" y="308"/>
                    <a:pt x="191" y="308"/>
                    <a:pt x="191" y="308"/>
                  </a:cubicBezTo>
                  <a:cubicBezTo>
                    <a:pt x="191" y="308"/>
                    <a:pt x="191" y="308"/>
                    <a:pt x="191" y="308"/>
                  </a:cubicBezTo>
                  <a:close/>
                  <a:moveTo>
                    <a:pt x="199" y="323"/>
                  </a:moveTo>
                  <a:cubicBezTo>
                    <a:pt x="199" y="323"/>
                    <a:pt x="199" y="323"/>
                    <a:pt x="199" y="324"/>
                  </a:cubicBezTo>
                  <a:cubicBezTo>
                    <a:pt x="199" y="324"/>
                    <a:pt x="199" y="324"/>
                    <a:pt x="199" y="324"/>
                  </a:cubicBezTo>
                  <a:cubicBezTo>
                    <a:pt x="199" y="324"/>
                    <a:pt x="199" y="324"/>
                    <a:pt x="199" y="324"/>
                  </a:cubicBezTo>
                  <a:cubicBezTo>
                    <a:pt x="199" y="324"/>
                    <a:pt x="200" y="324"/>
                    <a:pt x="200" y="324"/>
                  </a:cubicBezTo>
                  <a:cubicBezTo>
                    <a:pt x="200" y="324"/>
                    <a:pt x="200" y="324"/>
                    <a:pt x="200" y="324"/>
                  </a:cubicBezTo>
                  <a:cubicBezTo>
                    <a:pt x="198" y="324"/>
                    <a:pt x="198" y="324"/>
                    <a:pt x="199" y="323"/>
                  </a:cubicBezTo>
                  <a:close/>
                  <a:moveTo>
                    <a:pt x="198" y="307"/>
                  </a:moveTo>
                  <a:cubicBezTo>
                    <a:pt x="198" y="307"/>
                    <a:pt x="198" y="307"/>
                    <a:pt x="198" y="307"/>
                  </a:cubicBezTo>
                  <a:cubicBezTo>
                    <a:pt x="198" y="307"/>
                    <a:pt x="198" y="306"/>
                    <a:pt x="198" y="306"/>
                  </a:cubicBezTo>
                  <a:cubicBezTo>
                    <a:pt x="198" y="307"/>
                    <a:pt x="198" y="307"/>
                    <a:pt x="198" y="307"/>
                  </a:cubicBezTo>
                  <a:cubicBezTo>
                    <a:pt x="197" y="308"/>
                    <a:pt x="197" y="304"/>
                    <a:pt x="197" y="307"/>
                  </a:cubicBezTo>
                  <a:cubicBezTo>
                    <a:pt x="197" y="305"/>
                    <a:pt x="197" y="305"/>
                    <a:pt x="197" y="305"/>
                  </a:cubicBezTo>
                  <a:cubicBezTo>
                    <a:pt x="196" y="308"/>
                    <a:pt x="196" y="304"/>
                    <a:pt x="196" y="306"/>
                  </a:cubicBezTo>
                  <a:cubicBezTo>
                    <a:pt x="196" y="306"/>
                    <a:pt x="196" y="306"/>
                    <a:pt x="196" y="306"/>
                  </a:cubicBezTo>
                  <a:cubicBezTo>
                    <a:pt x="195" y="305"/>
                    <a:pt x="194" y="309"/>
                    <a:pt x="194" y="307"/>
                  </a:cubicBezTo>
                  <a:cubicBezTo>
                    <a:pt x="194" y="307"/>
                    <a:pt x="193" y="307"/>
                    <a:pt x="193" y="309"/>
                  </a:cubicBezTo>
                  <a:cubicBezTo>
                    <a:pt x="193" y="307"/>
                    <a:pt x="193" y="307"/>
                    <a:pt x="193" y="307"/>
                  </a:cubicBezTo>
                  <a:cubicBezTo>
                    <a:pt x="192" y="307"/>
                    <a:pt x="192" y="307"/>
                    <a:pt x="191" y="308"/>
                  </a:cubicBezTo>
                  <a:cubicBezTo>
                    <a:pt x="191" y="307"/>
                    <a:pt x="191" y="307"/>
                    <a:pt x="191" y="307"/>
                  </a:cubicBezTo>
                  <a:cubicBezTo>
                    <a:pt x="190" y="306"/>
                    <a:pt x="189" y="304"/>
                    <a:pt x="189" y="304"/>
                  </a:cubicBezTo>
                  <a:cubicBezTo>
                    <a:pt x="188" y="302"/>
                    <a:pt x="189" y="304"/>
                    <a:pt x="189" y="303"/>
                  </a:cubicBezTo>
                  <a:cubicBezTo>
                    <a:pt x="189" y="302"/>
                    <a:pt x="189" y="303"/>
                    <a:pt x="188" y="302"/>
                  </a:cubicBezTo>
                  <a:cubicBezTo>
                    <a:pt x="188" y="300"/>
                    <a:pt x="188" y="300"/>
                    <a:pt x="188" y="300"/>
                  </a:cubicBezTo>
                  <a:cubicBezTo>
                    <a:pt x="188" y="300"/>
                    <a:pt x="189" y="302"/>
                    <a:pt x="190" y="303"/>
                  </a:cubicBezTo>
                  <a:cubicBezTo>
                    <a:pt x="190" y="303"/>
                    <a:pt x="190" y="303"/>
                    <a:pt x="189" y="302"/>
                  </a:cubicBezTo>
                  <a:cubicBezTo>
                    <a:pt x="190" y="304"/>
                    <a:pt x="191" y="305"/>
                    <a:pt x="191" y="307"/>
                  </a:cubicBezTo>
                  <a:cubicBezTo>
                    <a:pt x="192" y="308"/>
                    <a:pt x="190" y="305"/>
                    <a:pt x="191" y="305"/>
                  </a:cubicBezTo>
                  <a:cubicBezTo>
                    <a:pt x="191" y="306"/>
                    <a:pt x="190" y="304"/>
                    <a:pt x="190" y="303"/>
                  </a:cubicBezTo>
                  <a:cubicBezTo>
                    <a:pt x="188" y="298"/>
                    <a:pt x="192" y="306"/>
                    <a:pt x="192" y="305"/>
                  </a:cubicBezTo>
                  <a:cubicBezTo>
                    <a:pt x="190" y="302"/>
                    <a:pt x="191" y="301"/>
                    <a:pt x="189" y="298"/>
                  </a:cubicBezTo>
                  <a:cubicBezTo>
                    <a:pt x="189" y="297"/>
                    <a:pt x="189" y="296"/>
                    <a:pt x="189" y="297"/>
                  </a:cubicBezTo>
                  <a:cubicBezTo>
                    <a:pt x="190" y="299"/>
                    <a:pt x="190" y="298"/>
                    <a:pt x="190" y="300"/>
                  </a:cubicBezTo>
                  <a:cubicBezTo>
                    <a:pt x="191" y="300"/>
                    <a:pt x="191" y="300"/>
                    <a:pt x="191" y="300"/>
                  </a:cubicBezTo>
                  <a:cubicBezTo>
                    <a:pt x="191" y="302"/>
                    <a:pt x="191" y="302"/>
                    <a:pt x="191" y="302"/>
                  </a:cubicBezTo>
                  <a:cubicBezTo>
                    <a:pt x="193" y="306"/>
                    <a:pt x="193" y="306"/>
                    <a:pt x="193" y="306"/>
                  </a:cubicBezTo>
                  <a:cubicBezTo>
                    <a:pt x="193" y="305"/>
                    <a:pt x="192" y="304"/>
                    <a:pt x="193" y="303"/>
                  </a:cubicBezTo>
                  <a:cubicBezTo>
                    <a:pt x="193" y="304"/>
                    <a:pt x="193" y="305"/>
                    <a:pt x="193" y="305"/>
                  </a:cubicBezTo>
                  <a:cubicBezTo>
                    <a:pt x="193" y="304"/>
                    <a:pt x="192" y="302"/>
                    <a:pt x="192" y="302"/>
                  </a:cubicBezTo>
                  <a:cubicBezTo>
                    <a:pt x="193" y="301"/>
                    <a:pt x="194" y="303"/>
                    <a:pt x="194" y="304"/>
                  </a:cubicBezTo>
                  <a:cubicBezTo>
                    <a:pt x="194" y="306"/>
                    <a:pt x="194" y="306"/>
                    <a:pt x="194" y="306"/>
                  </a:cubicBezTo>
                  <a:cubicBezTo>
                    <a:pt x="194" y="304"/>
                    <a:pt x="194" y="306"/>
                    <a:pt x="194" y="306"/>
                  </a:cubicBezTo>
                  <a:cubicBezTo>
                    <a:pt x="194" y="304"/>
                    <a:pt x="194" y="303"/>
                    <a:pt x="193" y="301"/>
                  </a:cubicBezTo>
                  <a:cubicBezTo>
                    <a:pt x="193" y="301"/>
                    <a:pt x="194" y="302"/>
                    <a:pt x="194" y="302"/>
                  </a:cubicBezTo>
                  <a:cubicBezTo>
                    <a:pt x="194" y="303"/>
                    <a:pt x="194" y="303"/>
                    <a:pt x="194" y="303"/>
                  </a:cubicBezTo>
                  <a:cubicBezTo>
                    <a:pt x="194" y="303"/>
                    <a:pt x="195" y="306"/>
                    <a:pt x="195" y="305"/>
                  </a:cubicBezTo>
                  <a:cubicBezTo>
                    <a:pt x="195" y="304"/>
                    <a:pt x="195" y="304"/>
                    <a:pt x="195" y="304"/>
                  </a:cubicBezTo>
                  <a:cubicBezTo>
                    <a:pt x="195" y="304"/>
                    <a:pt x="195" y="305"/>
                    <a:pt x="195" y="305"/>
                  </a:cubicBezTo>
                  <a:cubicBezTo>
                    <a:pt x="195" y="304"/>
                    <a:pt x="195" y="304"/>
                    <a:pt x="195" y="304"/>
                  </a:cubicBezTo>
                  <a:cubicBezTo>
                    <a:pt x="196" y="305"/>
                    <a:pt x="196" y="305"/>
                    <a:pt x="196" y="305"/>
                  </a:cubicBezTo>
                  <a:cubicBezTo>
                    <a:pt x="196" y="304"/>
                    <a:pt x="195" y="302"/>
                    <a:pt x="196" y="304"/>
                  </a:cubicBezTo>
                  <a:cubicBezTo>
                    <a:pt x="195" y="301"/>
                    <a:pt x="196" y="304"/>
                    <a:pt x="195" y="303"/>
                  </a:cubicBezTo>
                  <a:cubicBezTo>
                    <a:pt x="194" y="301"/>
                    <a:pt x="195" y="301"/>
                    <a:pt x="195" y="301"/>
                  </a:cubicBezTo>
                  <a:cubicBezTo>
                    <a:pt x="196" y="303"/>
                    <a:pt x="195" y="301"/>
                    <a:pt x="196" y="301"/>
                  </a:cubicBezTo>
                  <a:cubicBezTo>
                    <a:pt x="196" y="302"/>
                    <a:pt x="196" y="302"/>
                    <a:pt x="196" y="303"/>
                  </a:cubicBezTo>
                  <a:cubicBezTo>
                    <a:pt x="196" y="301"/>
                    <a:pt x="196" y="301"/>
                    <a:pt x="196" y="301"/>
                  </a:cubicBezTo>
                  <a:cubicBezTo>
                    <a:pt x="197" y="304"/>
                    <a:pt x="196" y="300"/>
                    <a:pt x="197" y="301"/>
                  </a:cubicBezTo>
                  <a:cubicBezTo>
                    <a:pt x="197" y="302"/>
                    <a:pt x="197" y="303"/>
                    <a:pt x="198" y="304"/>
                  </a:cubicBezTo>
                  <a:cubicBezTo>
                    <a:pt x="197" y="301"/>
                    <a:pt x="197" y="301"/>
                    <a:pt x="196" y="299"/>
                  </a:cubicBezTo>
                  <a:cubicBezTo>
                    <a:pt x="197" y="300"/>
                    <a:pt x="197" y="302"/>
                    <a:pt x="198" y="304"/>
                  </a:cubicBezTo>
                  <a:cubicBezTo>
                    <a:pt x="198" y="302"/>
                    <a:pt x="199" y="305"/>
                    <a:pt x="198" y="302"/>
                  </a:cubicBezTo>
                  <a:cubicBezTo>
                    <a:pt x="198" y="302"/>
                    <a:pt x="198" y="301"/>
                    <a:pt x="197" y="300"/>
                  </a:cubicBezTo>
                  <a:cubicBezTo>
                    <a:pt x="198" y="300"/>
                    <a:pt x="198" y="301"/>
                    <a:pt x="198" y="302"/>
                  </a:cubicBezTo>
                  <a:cubicBezTo>
                    <a:pt x="198" y="301"/>
                    <a:pt x="198" y="299"/>
                    <a:pt x="198" y="299"/>
                  </a:cubicBezTo>
                  <a:cubicBezTo>
                    <a:pt x="198" y="299"/>
                    <a:pt x="198" y="296"/>
                    <a:pt x="198" y="298"/>
                  </a:cubicBezTo>
                  <a:cubicBezTo>
                    <a:pt x="199" y="300"/>
                    <a:pt x="198" y="299"/>
                    <a:pt x="198" y="300"/>
                  </a:cubicBezTo>
                  <a:cubicBezTo>
                    <a:pt x="199" y="300"/>
                    <a:pt x="198" y="296"/>
                    <a:pt x="198" y="295"/>
                  </a:cubicBezTo>
                  <a:cubicBezTo>
                    <a:pt x="198" y="294"/>
                    <a:pt x="197" y="291"/>
                    <a:pt x="197" y="290"/>
                  </a:cubicBezTo>
                  <a:cubicBezTo>
                    <a:pt x="198" y="291"/>
                    <a:pt x="197" y="291"/>
                    <a:pt x="198" y="293"/>
                  </a:cubicBezTo>
                  <a:cubicBezTo>
                    <a:pt x="198" y="293"/>
                    <a:pt x="198" y="293"/>
                    <a:pt x="198" y="293"/>
                  </a:cubicBezTo>
                  <a:cubicBezTo>
                    <a:pt x="199" y="296"/>
                    <a:pt x="198" y="298"/>
                    <a:pt x="199" y="300"/>
                  </a:cubicBezTo>
                  <a:cubicBezTo>
                    <a:pt x="199" y="299"/>
                    <a:pt x="199" y="299"/>
                    <a:pt x="199" y="299"/>
                  </a:cubicBezTo>
                  <a:cubicBezTo>
                    <a:pt x="200" y="302"/>
                    <a:pt x="200" y="302"/>
                    <a:pt x="200" y="302"/>
                  </a:cubicBezTo>
                  <a:cubicBezTo>
                    <a:pt x="200" y="300"/>
                    <a:pt x="200" y="301"/>
                    <a:pt x="200" y="301"/>
                  </a:cubicBezTo>
                  <a:cubicBezTo>
                    <a:pt x="200" y="299"/>
                    <a:pt x="200" y="302"/>
                    <a:pt x="200" y="300"/>
                  </a:cubicBezTo>
                  <a:cubicBezTo>
                    <a:pt x="200" y="300"/>
                    <a:pt x="200" y="297"/>
                    <a:pt x="200" y="298"/>
                  </a:cubicBezTo>
                  <a:cubicBezTo>
                    <a:pt x="201" y="301"/>
                    <a:pt x="201" y="301"/>
                    <a:pt x="201" y="301"/>
                  </a:cubicBezTo>
                  <a:cubicBezTo>
                    <a:pt x="201" y="302"/>
                    <a:pt x="201" y="299"/>
                    <a:pt x="201" y="300"/>
                  </a:cubicBezTo>
                  <a:cubicBezTo>
                    <a:pt x="201" y="301"/>
                    <a:pt x="201" y="301"/>
                    <a:pt x="201" y="301"/>
                  </a:cubicBezTo>
                  <a:cubicBezTo>
                    <a:pt x="202" y="301"/>
                    <a:pt x="203" y="301"/>
                    <a:pt x="204" y="297"/>
                  </a:cubicBezTo>
                  <a:cubicBezTo>
                    <a:pt x="204" y="298"/>
                    <a:pt x="204" y="299"/>
                    <a:pt x="205" y="300"/>
                  </a:cubicBezTo>
                  <a:cubicBezTo>
                    <a:pt x="205" y="299"/>
                    <a:pt x="205" y="298"/>
                    <a:pt x="205" y="298"/>
                  </a:cubicBezTo>
                  <a:cubicBezTo>
                    <a:pt x="205" y="300"/>
                    <a:pt x="205" y="300"/>
                    <a:pt x="205" y="300"/>
                  </a:cubicBezTo>
                  <a:cubicBezTo>
                    <a:pt x="206" y="301"/>
                    <a:pt x="206" y="299"/>
                    <a:pt x="206" y="298"/>
                  </a:cubicBezTo>
                  <a:cubicBezTo>
                    <a:pt x="206" y="299"/>
                    <a:pt x="206" y="299"/>
                    <a:pt x="206" y="299"/>
                  </a:cubicBezTo>
                  <a:cubicBezTo>
                    <a:pt x="207" y="300"/>
                    <a:pt x="207" y="298"/>
                    <a:pt x="207" y="298"/>
                  </a:cubicBezTo>
                  <a:cubicBezTo>
                    <a:pt x="207" y="299"/>
                    <a:pt x="207" y="299"/>
                    <a:pt x="207" y="299"/>
                  </a:cubicBezTo>
                  <a:cubicBezTo>
                    <a:pt x="207" y="298"/>
                    <a:pt x="207" y="298"/>
                    <a:pt x="207" y="298"/>
                  </a:cubicBezTo>
                  <a:cubicBezTo>
                    <a:pt x="207" y="297"/>
                    <a:pt x="207" y="297"/>
                    <a:pt x="207" y="299"/>
                  </a:cubicBezTo>
                  <a:cubicBezTo>
                    <a:pt x="208" y="298"/>
                    <a:pt x="208" y="298"/>
                    <a:pt x="208" y="298"/>
                  </a:cubicBezTo>
                  <a:cubicBezTo>
                    <a:pt x="208" y="299"/>
                    <a:pt x="208" y="299"/>
                    <a:pt x="209" y="298"/>
                  </a:cubicBezTo>
                  <a:cubicBezTo>
                    <a:pt x="209" y="298"/>
                    <a:pt x="209" y="297"/>
                    <a:pt x="209" y="296"/>
                  </a:cubicBezTo>
                  <a:cubicBezTo>
                    <a:pt x="209" y="293"/>
                    <a:pt x="209" y="296"/>
                    <a:pt x="209" y="295"/>
                  </a:cubicBezTo>
                  <a:cubicBezTo>
                    <a:pt x="209" y="297"/>
                    <a:pt x="209" y="297"/>
                    <a:pt x="209" y="297"/>
                  </a:cubicBezTo>
                  <a:cubicBezTo>
                    <a:pt x="209" y="300"/>
                    <a:pt x="210" y="298"/>
                    <a:pt x="211" y="299"/>
                  </a:cubicBezTo>
                  <a:cubicBezTo>
                    <a:pt x="211" y="297"/>
                    <a:pt x="211" y="297"/>
                    <a:pt x="211" y="297"/>
                  </a:cubicBezTo>
                  <a:cubicBezTo>
                    <a:pt x="211" y="300"/>
                    <a:pt x="212" y="297"/>
                    <a:pt x="212" y="299"/>
                  </a:cubicBezTo>
                  <a:cubicBezTo>
                    <a:pt x="213" y="298"/>
                    <a:pt x="213" y="295"/>
                    <a:pt x="214" y="295"/>
                  </a:cubicBezTo>
                  <a:cubicBezTo>
                    <a:pt x="214" y="293"/>
                    <a:pt x="213" y="298"/>
                    <a:pt x="213" y="299"/>
                  </a:cubicBezTo>
                  <a:cubicBezTo>
                    <a:pt x="213" y="298"/>
                    <a:pt x="214" y="298"/>
                    <a:pt x="214" y="298"/>
                  </a:cubicBezTo>
                  <a:cubicBezTo>
                    <a:pt x="214" y="298"/>
                    <a:pt x="214" y="298"/>
                    <a:pt x="214" y="298"/>
                  </a:cubicBezTo>
                  <a:cubicBezTo>
                    <a:pt x="214" y="297"/>
                    <a:pt x="215" y="296"/>
                    <a:pt x="215" y="297"/>
                  </a:cubicBezTo>
                  <a:cubicBezTo>
                    <a:pt x="214" y="298"/>
                    <a:pt x="214" y="298"/>
                    <a:pt x="214" y="298"/>
                  </a:cubicBezTo>
                  <a:cubicBezTo>
                    <a:pt x="215" y="298"/>
                    <a:pt x="214" y="299"/>
                    <a:pt x="215" y="299"/>
                  </a:cubicBezTo>
                  <a:cubicBezTo>
                    <a:pt x="215" y="297"/>
                    <a:pt x="215" y="298"/>
                    <a:pt x="216" y="297"/>
                  </a:cubicBezTo>
                  <a:cubicBezTo>
                    <a:pt x="215" y="298"/>
                    <a:pt x="215" y="298"/>
                    <a:pt x="215" y="298"/>
                  </a:cubicBezTo>
                  <a:cubicBezTo>
                    <a:pt x="216" y="296"/>
                    <a:pt x="216" y="296"/>
                    <a:pt x="216" y="296"/>
                  </a:cubicBezTo>
                  <a:cubicBezTo>
                    <a:pt x="216" y="297"/>
                    <a:pt x="216" y="297"/>
                    <a:pt x="216" y="297"/>
                  </a:cubicBezTo>
                  <a:cubicBezTo>
                    <a:pt x="215" y="299"/>
                    <a:pt x="215" y="299"/>
                    <a:pt x="215" y="299"/>
                  </a:cubicBezTo>
                  <a:cubicBezTo>
                    <a:pt x="215" y="300"/>
                    <a:pt x="216" y="297"/>
                    <a:pt x="216" y="297"/>
                  </a:cubicBezTo>
                  <a:cubicBezTo>
                    <a:pt x="217" y="296"/>
                    <a:pt x="216" y="297"/>
                    <a:pt x="216" y="298"/>
                  </a:cubicBezTo>
                  <a:cubicBezTo>
                    <a:pt x="216" y="298"/>
                    <a:pt x="216" y="297"/>
                    <a:pt x="216" y="298"/>
                  </a:cubicBezTo>
                  <a:cubicBezTo>
                    <a:pt x="215" y="299"/>
                    <a:pt x="216" y="298"/>
                    <a:pt x="215" y="299"/>
                  </a:cubicBezTo>
                  <a:cubicBezTo>
                    <a:pt x="215" y="299"/>
                    <a:pt x="216" y="297"/>
                    <a:pt x="216" y="298"/>
                  </a:cubicBezTo>
                  <a:cubicBezTo>
                    <a:pt x="216" y="298"/>
                    <a:pt x="217" y="298"/>
                    <a:pt x="216" y="299"/>
                  </a:cubicBezTo>
                  <a:cubicBezTo>
                    <a:pt x="216" y="298"/>
                    <a:pt x="216" y="299"/>
                    <a:pt x="217" y="298"/>
                  </a:cubicBezTo>
                  <a:cubicBezTo>
                    <a:pt x="217" y="298"/>
                    <a:pt x="217" y="297"/>
                    <a:pt x="217" y="296"/>
                  </a:cubicBezTo>
                  <a:cubicBezTo>
                    <a:pt x="218" y="296"/>
                    <a:pt x="218" y="296"/>
                    <a:pt x="218" y="296"/>
                  </a:cubicBezTo>
                  <a:cubicBezTo>
                    <a:pt x="217" y="297"/>
                    <a:pt x="217" y="297"/>
                    <a:pt x="217" y="297"/>
                  </a:cubicBezTo>
                  <a:cubicBezTo>
                    <a:pt x="218" y="296"/>
                    <a:pt x="218" y="297"/>
                    <a:pt x="218" y="296"/>
                  </a:cubicBezTo>
                  <a:cubicBezTo>
                    <a:pt x="217" y="298"/>
                    <a:pt x="217" y="298"/>
                    <a:pt x="217" y="298"/>
                  </a:cubicBezTo>
                  <a:cubicBezTo>
                    <a:pt x="218" y="297"/>
                    <a:pt x="218" y="297"/>
                    <a:pt x="219" y="297"/>
                  </a:cubicBezTo>
                  <a:cubicBezTo>
                    <a:pt x="218" y="298"/>
                    <a:pt x="216" y="300"/>
                    <a:pt x="216" y="300"/>
                  </a:cubicBezTo>
                  <a:cubicBezTo>
                    <a:pt x="218" y="299"/>
                    <a:pt x="218" y="299"/>
                    <a:pt x="218" y="299"/>
                  </a:cubicBezTo>
                  <a:cubicBezTo>
                    <a:pt x="218" y="299"/>
                    <a:pt x="218" y="299"/>
                    <a:pt x="217" y="300"/>
                  </a:cubicBezTo>
                  <a:cubicBezTo>
                    <a:pt x="217" y="301"/>
                    <a:pt x="220" y="296"/>
                    <a:pt x="220" y="298"/>
                  </a:cubicBezTo>
                  <a:cubicBezTo>
                    <a:pt x="218" y="299"/>
                    <a:pt x="218" y="299"/>
                    <a:pt x="218" y="300"/>
                  </a:cubicBezTo>
                  <a:cubicBezTo>
                    <a:pt x="219" y="299"/>
                    <a:pt x="219" y="299"/>
                    <a:pt x="219" y="299"/>
                  </a:cubicBezTo>
                  <a:cubicBezTo>
                    <a:pt x="219" y="298"/>
                    <a:pt x="218" y="300"/>
                    <a:pt x="219" y="299"/>
                  </a:cubicBezTo>
                  <a:cubicBezTo>
                    <a:pt x="219" y="298"/>
                    <a:pt x="219" y="298"/>
                    <a:pt x="220" y="298"/>
                  </a:cubicBezTo>
                  <a:cubicBezTo>
                    <a:pt x="217" y="301"/>
                    <a:pt x="219" y="300"/>
                    <a:pt x="218" y="301"/>
                  </a:cubicBezTo>
                  <a:cubicBezTo>
                    <a:pt x="220" y="300"/>
                    <a:pt x="219" y="301"/>
                    <a:pt x="219" y="301"/>
                  </a:cubicBezTo>
                  <a:cubicBezTo>
                    <a:pt x="217" y="302"/>
                    <a:pt x="220" y="301"/>
                    <a:pt x="218" y="302"/>
                  </a:cubicBezTo>
                  <a:cubicBezTo>
                    <a:pt x="221" y="300"/>
                    <a:pt x="221" y="300"/>
                    <a:pt x="221" y="300"/>
                  </a:cubicBezTo>
                  <a:cubicBezTo>
                    <a:pt x="219" y="301"/>
                    <a:pt x="224" y="299"/>
                    <a:pt x="222" y="300"/>
                  </a:cubicBezTo>
                  <a:cubicBezTo>
                    <a:pt x="221" y="301"/>
                    <a:pt x="220" y="301"/>
                    <a:pt x="220" y="301"/>
                  </a:cubicBezTo>
                  <a:cubicBezTo>
                    <a:pt x="217" y="303"/>
                    <a:pt x="222" y="301"/>
                    <a:pt x="219" y="302"/>
                  </a:cubicBezTo>
                  <a:cubicBezTo>
                    <a:pt x="223" y="301"/>
                    <a:pt x="223" y="301"/>
                    <a:pt x="223" y="301"/>
                  </a:cubicBezTo>
                  <a:cubicBezTo>
                    <a:pt x="222" y="302"/>
                    <a:pt x="221" y="302"/>
                    <a:pt x="220" y="303"/>
                  </a:cubicBezTo>
                  <a:cubicBezTo>
                    <a:pt x="221" y="302"/>
                    <a:pt x="221" y="302"/>
                    <a:pt x="221" y="303"/>
                  </a:cubicBezTo>
                  <a:cubicBezTo>
                    <a:pt x="220" y="303"/>
                    <a:pt x="220" y="303"/>
                    <a:pt x="220" y="303"/>
                  </a:cubicBezTo>
                  <a:cubicBezTo>
                    <a:pt x="219" y="303"/>
                    <a:pt x="220" y="303"/>
                    <a:pt x="221" y="303"/>
                  </a:cubicBezTo>
                  <a:cubicBezTo>
                    <a:pt x="219" y="303"/>
                    <a:pt x="221" y="304"/>
                    <a:pt x="219" y="304"/>
                  </a:cubicBezTo>
                  <a:cubicBezTo>
                    <a:pt x="222" y="304"/>
                    <a:pt x="218" y="304"/>
                    <a:pt x="222" y="304"/>
                  </a:cubicBezTo>
                  <a:cubicBezTo>
                    <a:pt x="221" y="304"/>
                    <a:pt x="221" y="304"/>
                    <a:pt x="221" y="304"/>
                  </a:cubicBezTo>
                  <a:cubicBezTo>
                    <a:pt x="222" y="304"/>
                    <a:pt x="223" y="304"/>
                    <a:pt x="224" y="305"/>
                  </a:cubicBezTo>
                  <a:cubicBezTo>
                    <a:pt x="222" y="305"/>
                    <a:pt x="222" y="305"/>
                    <a:pt x="222" y="305"/>
                  </a:cubicBezTo>
                  <a:cubicBezTo>
                    <a:pt x="221" y="305"/>
                    <a:pt x="221" y="305"/>
                    <a:pt x="221" y="305"/>
                  </a:cubicBezTo>
                  <a:cubicBezTo>
                    <a:pt x="221" y="305"/>
                    <a:pt x="221" y="304"/>
                    <a:pt x="221" y="304"/>
                  </a:cubicBezTo>
                  <a:cubicBezTo>
                    <a:pt x="221" y="304"/>
                    <a:pt x="221" y="305"/>
                    <a:pt x="221" y="305"/>
                  </a:cubicBezTo>
                  <a:cubicBezTo>
                    <a:pt x="219" y="305"/>
                    <a:pt x="221" y="305"/>
                    <a:pt x="220" y="305"/>
                  </a:cubicBezTo>
                  <a:cubicBezTo>
                    <a:pt x="222" y="305"/>
                    <a:pt x="220" y="305"/>
                    <a:pt x="221" y="305"/>
                  </a:cubicBezTo>
                  <a:cubicBezTo>
                    <a:pt x="221" y="305"/>
                    <a:pt x="221" y="305"/>
                    <a:pt x="221" y="305"/>
                  </a:cubicBezTo>
                  <a:cubicBezTo>
                    <a:pt x="221" y="306"/>
                    <a:pt x="222" y="306"/>
                    <a:pt x="222" y="306"/>
                  </a:cubicBezTo>
                  <a:cubicBezTo>
                    <a:pt x="222" y="306"/>
                    <a:pt x="221" y="305"/>
                    <a:pt x="221" y="305"/>
                  </a:cubicBezTo>
                  <a:cubicBezTo>
                    <a:pt x="222" y="305"/>
                    <a:pt x="222" y="305"/>
                    <a:pt x="222" y="305"/>
                  </a:cubicBezTo>
                  <a:cubicBezTo>
                    <a:pt x="223" y="306"/>
                    <a:pt x="223" y="306"/>
                    <a:pt x="223" y="306"/>
                  </a:cubicBezTo>
                  <a:cubicBezTo>
                    <a:pt x="223" y="306"/>
                    <a:pt x="222" y="306"/>
                    <a:pt x="222" y="306"/>
                  </a:cubicBezTo>
                  <a:cubicBezTo>
                    <a:pt x="222" y="306"/>
                    <a:pt x="221" y="306"/>
                    <a:pt x="222" y="306"/>
                  </a:cubicBezTo>
                  <a:cubicBezTo>
                    <a:pt x="221" y="306"/>
                    <a:pt x="221" y="306"/>
                    <a:pt x="221" y="306"/>
                  </a:cubicBezTo>
                  <a:cubicBezTo>
                    <a:pt x="220" y="306"/>
                    <a:pt x="221" y="306"/>
                    <a:pt x="221" y="306"/>
                  </a:cubicBezTo>
                  <a:cubicBezTo>
                    <a:pt x="221" y="306"/>
                    <a:pt x="221" y="306"/>
                    <a:pt x="221" y="306"/>
                  </a:cubicBezTo>
                  <a:cubicBezTo>
                    <a:pt x="221" y="306"/>
                    <a:pt x="221" y="306"/>
                    <a:pt x="221" y="306"/>
                  </a:cubicBezTo>
                  <a:cubicBezTo>
                    <a:pt x="221" y="306"/>
                    <a:pt x="221" y="306"/>
                    <a:pt x="221" y="306"/>
                  </a:cubicBezTo>
                  <a:cubicBezTo>
                    <a:pt x="221" y="306"/>
                    <a:pt x="221" y="306"/>
                    <a:pt x="221" y="306"/>
                  </a:cubicBezTo>
                  <a:cubicBezTo>
                    <a:pt x="221" y="306"/>
                    <a:pt x="221" y="306"/>
                    <a:pt x="221" y="306"/>
                  </a:cubicBezTo>
                  <a:cubicBezTo>
                    <a:pt x="221" y="306"/>
                    <a:pt x="221" y="306"/>
                    <a:pt x="221" y="306"/>
                  </a:cubicBezTo>
                  <a:cubicBezTo>
                    <a:pt x="221" y="307"/>
                    <a:pt x="221" y="307"/>
                    <a:pt x="222" y="307"/>
                  </a:cubicBezTo>
                  <a:cubicBezTo>
                    <a:pt x="222" y="307"/>
                    <a:pt x="221" y="307"/>
                    <a:pt x="221" y="307"/>
                  </a:cubicBezTo>
                  <a:cubicBezTo>
                    <a:pt x="221" y="307"/>
                    <a:pt x="221" y="307"/>
                    <a:pt x="221" y="307"/>
                  </a:cubicBezTo>
                  <a:cubicBezTo>
                    <a:pt x="222" y="307"/>
                    <a:pt x="222" y="307"/>
                    <a:pt x="222" y="307"/>
                  </a:cubicBezTo>
                  <a:cubicBezTo>
                    <a:pt x="222" y="307"/>
                    <a:pt x="222" y="307"/>
                    <a:pt x="222" y="307"/>
                  </a:cubicBezTo>
                  <a:cubicBezTo>
                    <a:pt x="222" y="307"/>
                    <a:pt x="222" y="307"/>
                    <a:pt x="222" y="307"/>
                  </a:cubicBezTo>
                  <a:cubicBezTo>
                    <a:pt x="222" y="307"/>
                    <a:pt x="222" y="307"/>
                    <a:pt x="222" y="307"/>
                  </a:cubicBezTo>
                  <a:cubicBezTo>
                    <a:pt x="222" y="307"/>
                    <a:pt x="222" y="307"/>
                    <a:pt x="222" y="307"/>
                  </a:cubicBezTo>
                  <a:cubicBezTo>
                    <a:pt x="222" y="307"/>
                    <a:pt x="222" y="307"/>
                    <a:pt x="222" y="307"/>
                  </a:cubicBezTo>
                  <a:cubicBezTo>
                    <a:pt x="222" y="307"/>
                    <a:pt x="222" y="307"/>
                    <a:pt x="222" y="307"/>
                  </a:cubicBezTo>
                  <a:cubicBezTo>
                    <a:pt x="222" y="307"/>
                    <a:pt x="222" y="307"/>
                    <a:pt x="222" y="307"/>
                  </a:cubicBezTo>
                  <a:cubicBezTo>
                    <a:pt x="222" y="307"/>
                    <a:pt x="222" y="307"/>
                    <a:pt x="222" y="307"/>
                  </a:cubicBezTo>
                  <a:cubicBezTo>
                    <a:pt x="222" y="307"/>
                    <a:pt x="222" y="307"/>
                    <a:pt x="222" y="307"/>
                  </a:cubicBezTo>
                  <a:cubicBezTo>
                    <a:pt x="222" y="307"/>
                    <a:pt x="222" y="307"/>
                    <a:pt x="222" y="307"/>
                  </a:cubicBezTo>
                  <a:cubicBezTo>
                    <a:pt x="222" y="307"/>
                    <a:pt x="222" y="307"/>
                    <a:pt x="222" y="307"/>
                  </a:cubicBezTo>
                  <a:cubicBezTo>
                    <a:pt x="222" y="308"/>
                    <a:pt x="222" y="308"/>
                    <a:pt x="222" y="309"/>
                  </a:cubicBezTo>
                  <a:cubicBezTo>
                    <a:pt x="222" y="307"/>
                    <a:pt x="222" y="307"/>
                    <a:pt x="222" y="307"/>
                  </a:cubicBezTo>
                  <a:cubicBezTo>
                    <a:pt x="222" y="308"/>
                    <a:pt x="222" y="308"/>
                    <a:pt x="222" y="309"/>
                  </a:cubicBezTo>
                  <a:cubicBezTo>
                    <a:pt x="222" y="310"/>
                    <a:pt x="222" y="309"/>
                    <a:pt x="222" y="309"/>
                  </a:cubicBezTo>
                  <a:cubicBezTo>
                    <a:pt x="222" y="310"/>
                    <a:pt x="222" y="312"/>
                    <a:pt x="222" y="311"/>
                  </a:cubicBezTo>
                  <a:cubicBezTo>
                    <a:pt x="222" y="311"/>
                    <a:pt x="222" y="311"/>
                    <a:pt x="222" y="311"/>
                  </a:cubicBezTo>
                  <a:cubicBezTo>
                    <a:pt x="222" y="311"/>
                    <a:pt x="222" y="312"/>
                    <a:pt x="221" y="312"/>
                  </a:cubicBezTo>
                  <a:cubicBezTo>
                    <a:pt x="221" y="311"/>
                    <a:pt x="221" y="311"/>
                    <a:pt x="221" y="310"/>
                  </a:cubicBezTo>
                  <a:cubicBezTo>
                    <a:pt x="221" y="308"/>
                    <a:pt x="221" y="309"/>
                    <a:pt x="220" y="309"/>
                  </a:cubicBezTo>
                  <a:cubicBezTo>
                    <a:pt x="220" y="310"/>
                    <a:pt x="220" y="310"/>
                    <a:pt x="220" y="310"/>
                  </a:cubicBezTo>
                  <a:cubicBezTo>
                    <a:pt x="220" y="311"/>
                    <a:pt x="220" y="309"/>
                    <a:pt x="220" y="309"/>
                  </a:cubicBezTo>
                  <a:cubicBezTo>
                    <a:pt x="219" y="314"/>
                    <a:pt x="219" y="314"/>
                    <a:pt x="219" y="314"/>
                  </a:cubicBezTo>
                  <a:cubicBezTo>
                    <a:pt x="219" y="313"/>
                    <a:pt x="219" y="311"/>
                    <a:pt x="219" y="310"/>
                  </a:cubicBezTo>
                  <a:cubicBezTo>
                    <a:pt x="219" y="311"/>
                    <a:pt x="218" y="314"/>
                    <a:pt x="217" y="315"/>
                  </a:cubicBezTo>
                  <a:cubicBezTo>
                    <a:pt x="217" y="315"/>
                    <a:pt x="216" y="316"/>
                    <a:pt x="216" y="316"/>
                  </a:cubicBezTo>
                  <a:cubicBezTo>
                    <a:pt x="216" y="314"/>
                    <a:pt x="216" y="316"/>
                    <a:pt x="216" y="315"/>
                  </a:cubicBezTo>
                  <a:cubicBezTo>
                    <a:pt x="216" y="313"/>
                    <a:pt x="216" y="313"/>
                    <a:pt x="216" y="313"/>
                  </a:cubicBezTo>
                  <a:cubicBezTo>
                    <a:pt x="217" y="313"/>
                    <a:pt x="217" y="311"/>
                    <a:pt x="217" y="310"/>
                  </a:cubicBezTo>
                  <a:cubicBezTo>
                    <a:pt x="217" y="311"/>
                    <a:pt x="216" y="309"/>
                    <a:pt x="216" y="309"/>
                  </a:cubicBezTo>
                  <a:cubicBezTo>
                    <a:pt x="215" y="312"/>
                    <a:pt x="215" y="310"/>
                    <a:pt x="214" y="313"/>
                  </a:cubicBezTo>
                  <a:cubicBezTo>
                    <a:pt x="214" y="313"/>
                    <a:pt x="214" y="311"/>
                    <a:pt x="214" y="310"/>
                  </a:cubicBezTo>
                  <a:cubicBezTo>
                    <a:pt x="213" y="311"/>
                    <a:pt x="213" y="310"/>
                    <a:pt x="212" y="310"/>
                  </a:cubicBezTo>
                  <a:cubicBezTo>
                    <a:pt x="213" y="310"/>
                    <a:pt x="213" y="310"/>
                    <a:pt x="213" y="310"/>
                  </a:cubicBezTo>
                  <a:cubicBezTo>
                    <a:pt x="212" y="310"/>
                    <a:pt x="211" y="309"/>
                    <a:pt x="210" y="312"/>
                  </a:cubicBezTo>
                  <a:cubicBezTo>
                    <a:pt x="211" y="310"/>
                    <a:pt x="211" y="310"/>
                    <a:pt x="211" y="310"/>
                  </a:cubicBezTo>
                  <a:cubicBezTo>
                    <a:pt x="210" y="309"/>
                    <a:pt x="210" y="313"/>
                    <a:pt x="209" y="312"/>
                  </a:cubicBezTo>
                  <a:cubicBezTo>
                    <a:pt x="210" y="310"/>
                    <a:pt x="210" y="310"/>
                    <a:pt x="210" y="310"/>
                  </a:cubicBezTo>
                  <a:cubicBezTo>
                    <a:pt x="209" y="312"/>
                    <a:pt x="209" y="309"/>
                    <a:pt x="208" y="311"/>
                  </a:cubicBezTo>
                  <a:cubicBezTo>
                    <a:pt x="209" y="310"/>
                    <a:pt x="209" y="310"/>
                    <a:pt x="209" y="310"/>
                  </a:cubicBezTo>
                  <a:cubicBezTo>
                    <a:pt x="208" y="310"/>
                    <a:pt x="208" y="310"/>
                    <a:pt x="207" y="311"/>
                  </a:cubicBezTo>
                  <a:cubicBezTo>
                    <a:pt x="208" y="309"/>
                    <a:pt x="208" y="309"/>
                    <a:pt x="208" y="309"/>
                  </a:cubicBezTo>
                  <a:cubicBezTo>
                    <a:pt x="208" y="308"/>
                    <a:pt x="207" y="311"/>
                    <a:pt x="207" y="311"/>
                  </a:cubicBezTo>
                  <a:cubicBezTo>
                    <a:pt x="207" y="310"/>
                    <a:pt x="207" y="309"/>
                    <a:pt x="207" y="309"/>
                  </a:cubicBezTo>
                  <a:cubicBezTo>
                    <a:pt x="206" y="310"/>
                    <a:pt x="206" y="310"/>
                    <a:pt x="205" y="311"/>
                  </a:cubicBezTo>
                  <a:cubicBezTo>
                    <a:pt x="206" y="309"/>
                    <a:pt x="206" y="309"/>
                    <a:pt x="206" y="309"/>
                  </a:cubicBezTo>
                  <a:cubicBezTo>
                    <a:pt x="203" y="308"/>
                    <a:pt x="201" y="307"/>
                    <a:pt x="199" y="309"/>
                  </a:cubicBezTo>
                  <a:cubicBezTo>
                    <a:pt x="199" y="306"/>
                    <a:pt x="199" y="308"/>
                    <a:pt x="199" y="306"/>
                  </a:cubicBezTo>
                  <a:cubicBezTo>
                    <a:pt x="199" y="308"/>
                    <a:pt x="199" y="306"/>
                    <a:pt x="198" y="307"/>
                  </a:cubicBezTo>
                  <a:close/>
                  <a:moveTo>
                    <a:pt x="221" y="306"/>
                  </a:moveTo>
                  <a:cubicBezTo>
                    <a:pt x="221" y="306"/>
                    <a:pt x="222" y="306"/>
                    <a:pt x="222" y="306"/>
                  </a:cubicBezTo>
                  <a:cubicBezTo>
                    <a:pt x="222" y="306"/>
                    <a:pt x="222" y="306"/>
                    <a:pt x="222" y="306"/>
                  </a:cubicBezTo>
                  <a:cubicBezTo>
                    <a:pt x="222" y="306"/>
                    <a:pt x="222" y="306"/>
                    <a:pt x="222" y="306"/>
                  </a:cubicBezTo>
                  <a:cubicBezTo>
                    <a:pt x="222" y="306"/>
                    <a:pt x="222" y="306"/>
                    <a:pt x="222" y="306"/>
                  </a:cubicBezTo>
                  <a:cubicBezTo>
                    <a:pt x="222" y="306"/>
                    <a:pt x="222" y="307"/>
                    <a:pt x="222" y="307"/>
                  </a:cubicBezTo>
                  <a:cubicBezTo>
                    <a:pt x="222" y="307"/>
                    <a:pt x="222" y="307"/>
                    <a:pt x="222" y="307"/>
                  </a:cubicBezTo>
                  <a:cubicBezTo>
                    <a:pt x="222" y="307"/>
                    <a:pt x="222" y="306"/>
                    <a:pt x="222" y="306"/>
                  </a:cubicBezTo>
                  <a:cubicBezTo>
                    <a:pt x="222" y="306"/>
                    <a:pt x="221" y="306"/>
                    <a:pt x="221" y="306"/>
                  </a:cubicBezTo>
                  <a:close/>
                  <a:moveTo>
                    <a:pt x="222" y="306"/>
                  </a:moveTo>
                  <a:cubicBezTo>
                    <a:pt x="222" y="306"/>
                    <a:pt x="222" y="306"/>
                    <a:pt x="222" y="306"/>
                  </a:cubicBezTo>
                  <a:cubicBezTo>
                    <a:pt x="221" y="306"/>
                    <a:pt x="221" y="306"/>
                    <a:pt x="221" y="306"/>
                  </a:cubicBezTo>
                  <a:cubicBezTo>
                    <a:pt x="222" y="306"/>
                    <a:pt x="222" y="306"/>
                    <a:pt x="222" y="306"/>
                  </a:cubicBezTo>
                  <a:close/>
                  <a:moveTo>
                    <a:pt x="222" y="307"/>
                  </a:moveTo>
                  <a:cubicBezTo>
                    <a:pt x="222" y="307"/>
                    <a:pt x="222" y="307"/>
                    <a:pt x="222" y="307"/>
                  </a:cubicBezTo>
                  <a:cubicBezTo>
                    <a:pt x="222" y="307"/>
                    <a:pt x="222" y="307"/>
                    <a:pt x="222" y="307"/>
                  </a:cubicBezTo>
                  <a:cubicBezTo>
                    <a:pt x="222" y="307"/>
                    <a:pt x="222" y="307"/>
                    <a:pt x="222" y="307"/>
                  </a:cubicBezTo>
                  <a:cubicBezTo>
                    <a:pt x="222" y="307"/>
                    <a:pt x="222" y="307"/>
                    <a:pt x="222" y="307"/>
                  </a:cubicBezTo>
                  <a:close/>
                  <a:moveTo>
                    <a:pt x="222" y="307"/>
                  </a:moveTo>
                  <a:cubicBezTo>
                    <a:pt x="222" y="307"/>
                    <a:pt x="222" y="307"/>
                    <a:pt x="222" y="307"/>
                  </a:cubicBezTo>
                  <a:cubicBezTo>
                    <a:pt x="222" y="307"/>
                    <a:pt x="222" y="307"/>
                    <a:pt x="222" y="307"/>
                  </a:cubicBezTo>
                  <a:cubicBezTo>
                    <a:pt x="222" y="307"/>
                    <a:pt x="222" y="307"/>
                    <a:pt x="222" y="307"/>
                  </a:cubicBezTo>
                  <a:close/>
                  <a:moveTo>
                    <a:pt x="222" y="307"/>
                  </a:moveTo>
                  <a:cubicBezTo>
                    <a:pt x="222" y="307"/>
                    <a:pt x="222" y="307"/>
                    <a:pt x="222" y="307"/>
                  </a:cubicBezTo>
                  <a:cubicBezTo>
                    <a:pt x="222" y="306"/>
                    <a:pt x="222" y="307"/>
                    <a:pt x="222" y="307"/>
                  </a:cubicBezTo>
                  <a:close/>
                  <a:moveTo>
                    <a:pt x="382" y="181"/>
                  </a:moveTo>
                  <a:cubicBezTo>
                    <a:pt x="383" y="179"/>
                    <a:pt x="383" y="179"/>
                    <a:pt x="383" y="179"/>
                  </a:cubicBezTo>
                  <a:cubicBezTo>
                    <a:pt x="384" y="180"/>
                    <a:pt x="384" y="181"/>
                    <a:pt x="384" y="182"/>
                  </a:cubicBezTo>
                  <a:cubicBezTo>
                    <a:pt x="385" y="180"/>
                    <a:pt x="387" y="181"/>
                    <a:pt x="387" y="180"/>
                  </a:cubicBezTo>
                  <a:cubicBezTo>
                    <a:pt x="388" y="180"/>
                    <a:pt x="387" y="181"/>
                    <a:pt x="387" y="181"/>
                  </a:cubicBezTo>
                  <a:cubicBezTo>
                    <a:pt x="388" y="181"/>
                    <a:pt x="391" y="180"/>
                    <a:pt x="392" y="181"/>
                  </a:cubicBezTo>
                  <a:cubicBezTo>
                    <a:pt x="391" y="182"/>
                    <a:pt x="391" y="182"/>
                    <a:pt x="391" y="182"/>
                  </a:cubicBezTo>
                  <a:cubicBezTo>
                    <a:pt x="393" y="184"/>
                    <a:pt x="393" y="186"/>
                    <a:pt x="393" y="188"/>
                  </a:cubicBezTo>
                  <a:cubicBezTo>
                    <a:pt x="389" y="186"/>
                    <a:pt x="384" y="185"/>
                    <a:pt x="380" y="183"/>
                  </a:cubicBezTo>
                  <a:cubicBezTo>
                    <a:pt x="381" y="183"/>
                    <a:pt x="382" y="183"/>
                    <a:pt x="382" y="181"/>
                  </a:cubicBezTo>
                  <a:close/>
                  <a:moveTo>
                    <a:pt x="262" y="151"/>
                  </a:moveTo>
                  <a:cubicBezTo>
                    <a:pt x="262" y="150"/>
                    <a:pt x="262" y="150"/>
                    <a:pt x="262" y="150"/>
                  </a:cubicBezTo>
                  <a:cubicBezTo>
                    <a:pt x="262" y="150"/>
                    <a:pt x="262" y="150"/>
                    <a:pt x="262" y="150"/>
                  </a:cubicBezTo>
                  <a:cubicBezTo>
                    <a:pt x="263" y="148"/>
                    <a:pt x="264" y="146"/>
                    <a:pt x="264" y="144"/>
                  </a:cubicBezTo>
                  <a:cubicBezTo>
                    <a:pt x="265" y="144"/>
                    <a:pt x="265" y="145"/>
                    <a:pt x="265" y="146"/>
                  </a:cubicBezTo>
                  <a:cubicBezTo>
                    <a:pt x="267" y="141"/>
                    <a:pt x="267" y="135"/>
                    <a:pt x="267" y="130"/>
                  </a:cubicBezTo>
                  <a:cubicBezTo>
                    <a:pt x="268" y="130"/>
                    <a:pt x="268" y="131"/>
                    <a:pt x="269" y="133"/>
                  </a:cubicBezTo>
                  <a:cubicBezTo>
                    <a:pt x="271" y="128"/>
                    <a:pt x="267" y="127"/>
                    <a:pt x="269" y="122"/>
                  </a:cubicBezTo>
                  <a:cubicBezTo>
                    <a:pt x="270" y="121"/>
                    <a:pt x="271" y="118"/>
                    <a:pt x="271" y="119"/>
                  </a:cubicBezTo>
                  <a:cubicBezTo>
                    <a:pt x="271" y="117"/>
                    <a:pt x="272" y="109"/>
                    <a:pt x="271" y="107"/>
                  </a:cubicBezTo>
                  <a:cubicBezTo>
                    <a:pt x="272" y="106"/>
                    <a:pt x="272" y="105"/>
                    <a:pt x="273" y="103"/>
                  </a:cubicBezTo>
                  <a:cubicBezTo>
                    <a:pt x="274" y="104"/>
                    <a:pt x="274" y="105"/>
                    <a:pt x="275" y="107"/>
                  </a:cubicBezTo>
                  <a:cubicBezTo>
                    <a:pt x="274" y="107"/>
                    <a:pt x="273" y="107"/>
                    <a:pt x="272" y="107"/>
                  </a:cubicBezTo>
                  <a:cubicBezTo>
                    <a:pt x="272" y="107"/>
                    <a:pt x="272" y="107"/>
                    <a:pt x="272" y="107"/>
                  </a:cubicBezTo>
                  <a:cubicBezTo>
                    <a:pt x="272" y="107"/>
                    <a:pt x="272" y="107"/>
                    <a:pt x="272" y="107"/>
                  </a:cubicBezTo>
                  <a:cubicBezTo>
                    <a:pt x="272" y="108"/>
                    <a:pt x="272" y="108"/>
                    <a:pt x="272" y="108"/>
                  </a:cubicBezTo>
                  <a:cubicBezTo>
                    <a:pt x="272" y="111"/>
                    <a:pt x="272" y="111"/>
                    <a:pt x="272" y="111"/>
                  </a:cubicBezTo>
                  <a:cubicBezTo>
                    <a:pt x="272" y="120"/>
                    <a:pt x="272" y="120"/>
                    <a:pt x="272" y="120"/>
                  </a:cubicBezTo>
                  <a:cubicBezTo>
                    <a:pt x="272" y="133"/>
                    <a:pt x="272" y="145"/>
                    <a:pt x="271" y="156"/>
                  </a:cubicBezTo>
                  <a:cubicBezTo>
                    <a:pt x="271" y="160"/>
                    <a:pt x="271" y="162"/>
                    <a:pt x="270" y="164"/>
                  </a:cubicBezTo>
                  <a:cubicBezTo>
                    <a:pt x="268" y="161"/>
                    <a:pt x="265" y="157"/>
                    <a:pt x="265" y="152"/>
                  </a:cubicBezTo>
                  <a:cubicBezTo>
                    <a:pt x="265" y="155"/>
                    <a:pt x="263" y="153"/>
                    <a:pt x="262" y="151"/>
                  </a:cubicBezTo>
                  <a:cubicBezTo>
                    <a:pt x="262" y="151"/>
                    <a:pt x="262" y="151"/>
                    <a:pt x="262" y="151"/>
                  </a:cubicBezTo>
                  <a:close/>
                  <a:moveTo>
                    <a:pt x="212" y="121"/>
                  </a:moveTo>
                  <a:cubicBezTo>
                    <a:pt x="212" y="118"/>
                    <a:pt x="212" y="116"/>
                    <a:pt x="213" y="114"/>
                  </a:cubicBezTo>
                  <a:cubicBezTo>
                    <a:pt x="215" y="119"/>
                    <a:pt x="215" y="127"/>
                    <a:pt x="213" y="134"/>
                  </a:cubicBezTo>
                  <a:cubicBezTo>
                    <a:pt x="212" y="129"/>
                    <a:pt x="211" y="125"/>
                    <a:pt x="212" y="121"/>
                  </a:cubicBezTo>
                  <a:close/>
                  <a:moveTo>
                    <a:pt x="191" y="185"/>
                  </a:moveTo>
                  <a:cubicBezTo>
                    <a:pt x="191" y="185"/>
                    <a:pt x="191" y="184"/>
                    <a:pt x="191" y="185"/>
                  </a:cubicBezTo>
                  <a:cubicBezTo>
                    <a:pt x="190" y="185"/>
                    <a:pt x="190" y="184"/>
                    <a:pt x="190" y="184"/>
                  </a:cubicBezTo>
                  <a:cubicBezTo>
                    <a:pt x="190" y="184"/>
                    <a:pt x="191" y="184"/>
                    <a:pt x="191" y="185"/>
                  </a:cubicBezTo>
                  <a:close/>
                  <a:moveTo>
                    <a:pt x="148" y="192"/>
                  </a:moveTo>
                  <a:cubicBezTo>
                    <a:pt x="148" y="191"/>
                    <a:pt x="148" y="192"/>
                    <a:pt x="148" y="192"/>
                  </a:cubicBezTo>
                  <a:cubicBezTo>
                    <a:pt x="148" y="192"/>
                    <a:pt x="148" y="192"/>
                    <a:pt x="148" y="191"/>
                  </a:cubicBezTo>
                  <a:cubicBezTo>
                    <a:pt x="148" y="191"/>
                    <a:pt x="148" y="192"/>
                    <a:pt x="148" y="192"/>
                  </a:cubicBezTo>
                  <a:close/>
                  <a:moveTo>
                    <a:pt x="134" y="148"/>
                  </a:moveTo>
                  <a:cubicBezTo>
                    <a:pt x="136" y="149"/>
                    <a:pt x="136" y="149"/>
                    <a:pt x="136" y="149"/>
                  </a:cubicBezTo>
                  <a:cubicBezTo>
                    <a:pt x="135" y="142"/>
                    <a:pt x="136" y="133"/>
                    <a:pt x="139" y="125"/>
                  </a:cubicBezTo>
                  <a:cubicBezTo>
                    <a:pt x="140" y="124"/>
                    <a:pt x="140" y="124"/>
                    <a:pt x="140" y="124"/>
                  </a:cubicBezTo>
                  <a:cubicBezTo>
                    <a:pt x="140" y="124"/>
                    <a:pt x="140" y="124"/>
                    <a:pt x="139" y="124"/>
                  </a:cubicBezTo>
                  <a:cubicBezTo>
                    <a:pt x="140" y="123"/>
                    <a:pt x="140" y="123"/>
                    <a:pt x="140" y="122"/>
                  </a:cubicBezTo>
                  <a:cubicBezTo>
                    <a:pt x="140" y="121"/>
                    <a:pt x="141" y="120"/>
                    <a:pt x="141" y="120"/>
                  </a:cubicBezTo>
                  <a:cubicBezTo>
                    <a:pt x="142" y="120"/>
                    <a:pt x="142" y="121"/>
                    <a:pt x="142" y="120"/>
                  </a:cubicBezTo>
                  <a:cubicBezTo>
                    <a:pt x="142" y="119"/>
                    <a:pt x="144" y="118"/>
                    <a:pt x="145" y="117"/>
                  </a:cubicBezTo>
                  <a:cubicBezTo>
                    <a:pt x="146" y="117"/>
                    <a:pt x="147" y="118"/>
                    <a:pt x="149" y="118"/>
                  </a:cubicBezTo>
                  <a:cubicBezTo>
                    <a:pt x="142" y="122"/>
                    <a:pt x="144" y="121"/>
                    <a:pt x="149" y="118"/>
                  </a:cubicBezTo>
                  <a:cubicBezTo>
                    <a:pt x="149" y="118"/>
                    <a:pt x="150" y="119"/>
                    <a:pt x="151" y="119"/>
                  </a:cubicBezTo>
                  <a:cubicBezTo>
                    <a:pt x="151" y="121"/>
                    <a:pt x="151" y="121"/>
                    <a:pt x="151" y="121"/>
                  </a:cubicBezTo>
                  <a:cubicBezTo>
                    <a:pt x="152" y="121"/>
                    <a:pt x="154" y="120"/>
                    <a:pt x="155" y="120"/>
                  </a:cubicBezTo>
                  <a:cubicBezTo>
                    <a:pt x="155" y="123"/>
                    <a:pt x="154" y="119"/>
                    <a:pt x="153" y="121"/>
                  </a:cubicBezTo>
                  <a:cubicBezTo>
                    <a:pt x="155" y="129"/>
                    <a:pt x="153" y="139"/>
                    <a:pt x="153" y="149"/>
                  </a:cubicBezTo>
                  <a:cubicBezTo>
                    <a:pt x="154" y="151"/>
                    <a:pt x="154" y="153"/>
                    <a:pt x="155" y="153"/>
                  </a:cubicBezTo>
                  <a:cubicBezTo>
                    <a:pt x="152" y="164"/>
                    <a:pt x="154" y="178"/>
                    <a:pt x="149" y="185"/>
                  </a:cubicBezTo>
                  <a:cubicBezTo>
                    <a:pt x="153" y="184"/>
                    <a:pt x="150" y="189"/>
                    <a:pt x="149" y="191"/>
                  </a:cubicBezTo>
                  <a:cubicBezTo>
                    <a:pt x="148" y="189"/>
                    <a:pt x="146" y="186"/>
                    <a:pt x="144" y="183"/>
                  </a:cubicBezTo>
                  <a:cubicBezTo>
                    <a:pt x="143" y="180"/>
                    <a:pt x="140" y="179"/>
                    <a:pt x="140" y="174"/>
                  </a:cubicBezTo>
                  <a:cubicBezTo>
                    <a:pt x="141" y="170"/>
                    <a:pt x="137" y="163"/>
                    <a:pt x="137" y="158"/>
                  </a:cubicBezTo>
                  <a:cubicBezTo>
                    <a:pt x="136" y="160"/>
                    <a:pt x="133" y="153"/>
                    <a:pt x="134" y="148"/>
                  </a:cubicBezTo>
                  <a:close/>
                  <a:moveTo>
                    <a:pt x="65" y="183"/>
                  </a:moveTo>
                  <a:cubicBezTo>
                    <a:pt x="65" y="185"/>
                    <a:pt x="63" y="186"/>
                    <a:pt x="63" y="187"/>
                  </a:cubicBezTo>
                  <a:cubicBezTo>
                    <a:pt x="63" y="187"/>
                    <a:pt x="63" y="187"/>
                    <a:pt x="63" y="187"/>
                  </a:cubicBezTo>
                  <a:cubicBezTo>
                    <a:pt x="64" y="186"/>
                    <a:pt x="64" y="186"/>
                    <a:pt x="63" y="186"/>
                  </a:cubicBezTo>
                  <a:cubicBezTo>
                    <a:pt x="63" y="184"/>
                    <a:pt x="63" y="184"/>
                    <a:pt x="63" y="184"/>
                  </a:cubicBezTo>
                  <a:cubicBezTo>
                    <a:pt x="64" y="183"/>
                    <a:pt x="65" y="183"/>
                    <a:pt x="65" y="183"/>
                  </a:cubicBezTo>
                  <a:close/>
                  <a:moveTo>
                    <a:pt x="63" y="185"/>
                  </a:moveTo>
                  <a:cubicBezTo>
                    <a:pt x="63" y="185"/>
                    <a:pt x="63" y="186"/>
                    <a:pt x="63" y="186"/>
                  </a:cubicBezTo>
                  <a:cubicBezTo>
                    <a:pt x="62" y="186"/>
                    <a:pt x="62" y="186"/>
                    <a:pt x="63" y="185"/>
                  </a:cubicBezTo>
                  <a:close/>
                  <a:moveTo>
                    <a:pt x="62" y="188"/>
                  </a:moveTo>
                  <a:cubicBezTo>
                    <a:pt x="62" y="188"/>
                    <a:pt x="62" y="188"/>
                    <a:pt x="63" y="187"/>
                  </a:cubicBezTo>
                  <a:cubicBezTo>
                    <a:pt x="63" y="190"/>
                    <a:pt x="64" y="192"/>
                    <a:pt x="64" y="196"/>
                  </a:cubicBezTo>
                  <a:cubicBezTo>
                    <a:pt x="62" y="197"/>
                    <a:pt x="62" y="192"/>
                    <a:pt x="62" y="188"/>
                  </a:cubicBezTo>
                  <a:close/>
                  <a:moveTo>
                    <a:pt x="16" y="210"/>
                  </a:moveTo>
                  <a:cubicBezTo>
                    <a:pt x="16" y="210"/>
                    <a:pt x="16" y="210"/>
                    <a:pt x="16" y="210"/>
                  </a:cubicBezTo>
                  <a:cubicBezTo>
                    <a:pt x="16" y="210"/>
                    <a:pt x="16" y="210"/>
                    <a:pt x="16" y="210"/>
                  </a:cubicBezTo>
                  <a:cubicBezTo>
                    <a:pt x="16" y="210"/>
                    <a:pt x="16" y="210"/>
                    <a:pt x="16" y="210"/>
                  </a:cubicBezTo>
                  <a:close/>
                  <a:moveTo>
                    <a:pt x="17" y="208"/>
                  </a:moveTo>
                  <a:cubicBezTo>
                    <a:pt x="17" y="208"/>
                    <a:pt x="17" y="208"/>
                    <a:pt x="17" y="207"/>
                  </a:cubicBezTo>
                  <a:cubicBezTo>
                    <a:pt x="17" y="207"/>
                    <a:pt x="17" y="206"/>
                    <a:pt x="18" y="206"/>
                  </a:cubicBezTo>
                  <a:cubicBezTo>
                    <a:pt x="18" y="207"/>
                    <a:pt x="18" y="207"/>
                    <a:pt x="18" y="208"/>
                  </a:cubicBezTo>
                  <a:cubicBezTo>
                    <a:pt x="18" y="208"/>
                    <a:pt x="18" y="208"/>
                    <a:pt x="17" y="208"/>
                  </a:cubicBezTo>
                  <a:close/>
                  <a:moveTo>
                    <a:pt x="18" y="212"/>
                  </a:moveTo>
                  <a:cubicBezTo>
                    <a:pt x="18" y="212"/>
                    <a:pt x="18" y="212"/>
                    <a:pt x="18" y="212"/>
                  </a:cubicBezTo>
                  <a:cubicBezTo>
                    <a:pt x="18" y="212"/>
                    <a:pt x="18" y="212"/>
                    <a:pt x="18" y="212"/>
                  </a:cubicBezTo>
                  <a:close/>
                  <a:moveTo>
                    <a:pt x="19" y="213"/>
                  </a:moveTo>
                  <a:cubicBezTo>
                    <a:pt x="19" y="213"/>
                    <a:pt x="19" y="213"/>
                    <a:pt x="19" y="213"/>
                  </a:cubicBezTo>
                  <a:cubicBezTo>
                    <a:pt x="19" y="213"/>
                    <a:pt x="19" y="213"/>
                    <a:pt x="19" y="213"/>
                  </a:cubicBezTo>
                  <a:cubicBezTo>
                    <a:pt x="19" y="213"/>
                    <a:pt x="19" y="213"/>
                    <a:pt x="19" y="213"/>
                  </a:cubicBezTo>
                  <a:close/>
                  <a:moveTo>
                    <a:pt x="20" y="214"/>
                  </a:moveTo>
                  <a:cubicBezTo>
                    <a:pt x="20" y="214"/>
                    <a:pt x="20" y="214"/>
                    <a:pt x="20" y="214"/>
                  </a:cubicBezTo>
                  <a:cubicBezTo>
                    <a:pt x="20" y="214"/>
                    <a:pt x="20" y="214"/>
                    <a:pt x="20" y="214"/>
                  </a:cubicBezTo>
                  <a:cubicBezTo>
                    <a:pt x="20" y="214"/>
                    <a:pt x="20" y="214"/>
                    <a:pt x="21" y="214"/>
                  </a:cubicBezTo>
                  <a:cubicBezTo>
                    <a:pt x="21" y="214"/>
                    <a:pt x="20" y="214"/>
                    <a:pt x="20" y="214"/>
                  </a:cubicBezTo>
                  <a:close/>
                  <a:moveTo>
                    <a:pt x="21" y="217"/>
                  </a:moveTo>
                  <a:cubicBezTo>
                    <a:pt x="21" y="216"/>
                    <a:pt x="21" y="216"/>
                    <a:pt x="21" y="216"/>
                  </a:cubicBezTo>
                  <a:cubicBezTo>
                    <a:pt x="22" y="216"/>
                    <a:pt x="22" y="216"/>
                    <a:pt x="22" y="216"/>
                  </a:cubicBezTo>
                  <a:cubicBezTo>
                    <a:pt x="22" y="216"/>
                    <a:pt x="21" y="216"/>
                    <a:pt x="21" y="217"/>
                  </a:cubicBezTo>
                  <a:close/>
                  <a:moveTo>
                    <a:pt x="21" y="214"/>
                  </a:moveTo>
                  <a:cubicBezTo>
                    <a:pt x="21" y="214"/>
                    <a:pt x="21" y="214"/>
                    <a:pt x="21" y="214"/>
                  </a:cubicBezTo>
                  <a:cubicBezTo>
                    <a:pt x="21" y="214"/>
                    <a:pt x="21" y="214"/>
                    <a:pt x="21" y="214"/>
                  </a:cubicBezTo>
                  <a:cubicBezTo>
                    <a:pt x="21" y="214"/>
                    <a:pt x="21" y="214"/>
                    <a:pt x="21" y="214"/>
                  </a:cubicBezTo>
                  <a:cubicBezTo>
                    <a:pt x="21" y="214"/>
                    <a:pt x="20" y="214"/>
                    <a:pt x="20" y="214"/>
                  </a:cubicBezTo>
                  <a:cubicBezTo>
                    <a:pt x="21" y="214"/>
                    <a:pt x="21" y="214"/>
                    <a:pt x="21" y="214"/>
                  </a:cubicBezTo>
                  <a:cubicBezTo>
                    <a:pt x="21" y="214"/>
                    <a:pt x="21" y="214"/>
                    <a:pt x="21" y="214"/>
                  </a:cubicBezTo>
                  <a:cubicBezTo>
                    <a:pt x="22" y="214"/>
                    <a:pt x="22" y="214"/>
                    <a:pt x="22" y="214"/>
                  </a:cubicBezTo>
                  <a:lnTo>
                    <a:pt x="21" y="214"/>
                  </a:lnTo>
                  <a:close/>
                  <a:moveTo>
                    <a:pt x="122" y="297"/>
                  </a:moveTo>
                  <a:cubicBezTo>
                    <a:pt x="122" y="297"/>
                    <a:pt x="122" y="297"/>
                    <a:pt x="122" y="297"/>
                  </a:cubicBezTo>
                  <a:cubicBezTo>
                    <a:pt x="122" y="297"/>
                    <a:pt x="122" y="297"/>
                    <a:pt x="122" y="297"/>
                  </a:cubicBezTo>
                  <a:close/>
                  <a:moveTo>
                    <a:pt x="123" y="297"/>
                  </a:moveTo>
                  <a:cubicBezTo>
                    <a:pt x="122" y="298"/>
                    <a:pt x="122" y="297"/>
                    <a:pt x="122" y="297"/>
                  </a:cubicBezTo>
                  <a:cubicBezTo>
                    <a:pt x="122" y="297"/>
                    <a:pt x="122" y="297"/>
                    <a:pt x="123" y="297"/>
                  </a:cubicBezTo>
                  <a:cubicBezTo>
                    <a:pt x="123" y="297"/>
                    <a:pt x="123" y="297"/>
                    <a:pt x="123" y="297"/>
                  </a:cubicBezTo>
                  <a:close/>
                  <a:moveTo>
                    <a:pt x="213" y="429"/>
                  </a:moveTo>
                  <a:cubicBezTo>
                    <a:pt x="213" y="429"/>
                    <a:pt x="213" y="429"/>
                    <a:pt x="213" y="429"/>
                  </a:cubicBezTo>
                  <a:cubicBezTo>
                    <a:pt x="213" y="429"/>
                    <a:pt x="213" y="429"/>
                    <a:pt x="213" y="429"/>
                  </a:cubicBezTo>
                  <a:cubicBezTo>
                    <a:pt x="213" y="429"/>
                    <a:pt x="213" y="429"/>
                    <a:pt x="213" y="429"/>
                  </a:cubicBezTo>
                  <a:cubicBezTo>
                    <a:pt x="213" y="429"/>
                    <a:pt x="213" y="429"/>
                    <a:pt x="213" y="42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rgbClr val="34322F"/>
                </a:solidFill>
              </a:endParaRPr>
            </a:p>
          </p:txBody>
        </p:sp>
        <p:sp>
          <p:nvSpPr>
            <p:cNvPr id="102" name="Freeform 437"/>
            <p:cNvSpPr/>
            <p:nvPr>
              <p:custDataLst>
                <p:tags r:id="rId35"/>
              </p:custDataLst>
            </p:nvPr>
          </p:nvSpPr>
          <p:spPr bwMode="auto">
            <a:xfrm>
              <a:off x="3695" y="2760"/>
              <a:ext cx="4" cy="2"/>
            </a:xfrm>
            <a:custGeom>
              <a:avLst/>
              <a:gdLst>
                <a:gd name="T0" fmla="*/ 1 w 2"/>
                <a:gd name="T1" fmla="*/ 0 h 1"/>
                <a:gd name="T2" fmla="*/ 2 w 2"/>
                <a:gd name="T3" fmla="*/ 0 h 1"/>
                <a:gd name="T4" fmla="*/ 1 w 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0" y="0"/>
                    <a:pt x="1" y="1"/>
                    <a:pt x="2" y="0"/>
                  </a:cubicBezTo>
                  <a:lnTo>
                    <a:pt x="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rgbClr val="34322F"/>
                </a:solidFill>
              </a:endParaRPr>
            </a:p>
          </p:txBody>
        </p:sp>
        <p:sp>
          <p:nvSpPr>
            <p:cNvPr id="103" name="Freeform 438"/>
            <p:cNvSpPr/>
            <p:nvPr>
              <p:custDataLst>
                <p:tags r:id="rId36"/>
              </p:custDataLst>
            </p:nvPr>
          </p:nvSpPr>
          <p:spPr bwMode="auto">
            <a:xfrm>
              <a:off x="3699" y="2760"/>
              <a:ext cx="5" cy="4"/>
            </a:xfrm>
            <a:custGeom>
              <a:avLst/>
              <a:gdLst>
                <a:gd name="T0" fmla="*/ 1 w 2"/>
                <a:gd name="T1" fmla="*/ 2 h 2"/>
                <a:gd name="T2" fmla="*/ 2 w 2"/>
                <a:gd name="T3" fmla="*/ 1 h 2"/>
                <a:gd name="T4" fmla="*/ 1 w 2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1" y="2"/>
                    <a:pt x="2" y="1"/>
                    <a:pt x="2" y="1"/>
                  </a:cubicBezTo>
                  <a:cubicBezTo>
                    <a:pt x="0" y="0"/>
                    <a:pt x="2" y="2"/>
                    <a:pt x="1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rgbClr val="34322F"/>
                </a:solidFill>
              </a:endParaRPr>
            </a:p>
          </p:txBody>
        </p:sp>
        <p:sp>
          <p:nvSpPr>
            <p:cNvPr id="104" name="Freeform 439"/>
            <p:cNvSpPr/>
            <p:nvPr>
              <p:custDataLst>
                <p:tags r:id="rId37"/>
              </p:custDataLst>
            </p:nvPr>
          </p:nvSpPr>
          <p:spPr bwMode="auto">
            <a:xfrm>
              <a:off x="3916" y="2586"/>
              <a:ext cx="4" cy="2"/>
            </a:xfrm>
            <a:custGeom>
              <a:avLst/>
              <a:gdLst>
                <a:gd name="T0" fmla="*/ 0 w 2"/>
                <a:gd name="T1" fmla="*/ 1 h 1"/>
                <a:gd name="T2" fmla="*/ 1 w 2"/>
                <a:gd name="T3" fmla="*/ 0 h 1"/>
                <a:gd name="T4" fmla="*/ 0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0" y="0"/>
                    <a:pt x="2" y="0"/>
                    <a:pt x="1" y="0"/>
                  </a:cubicBezTo>
                  <a:cubicBezTo>
                    <a:pt x="1" y="0"/>
                    <a:pt x="0" y="0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rgbClr val="34322F"/>
                </a:solidFill>
              </a:endParaRPr>
            </a:p>
          </p:txBody>
        </p:sp>
        <p:sp>
          <p:nvSpPr>
            <p:cNvPr id="105" name="Freeform 440"/>
            <p:cNvSpPr/>
            <p:nvPr>
              <p:custDataLst>
                <p:tags r:id="rId38"/>
              </p:custDataLst>
            </p:nvPr>
          </p:nvSpPr>
          <p:spPr bwMode="auto">
            <a:xfrm>
              <a:off x="3941" y="2610"/>
              <a:ext cx="5" cy="0"/>
            </a:xfrm>
            <a:custGeom>
              <a:avLst/>
              <a:gdLst>
                <a:gd name="T0" fmla="*/ 0 w 5"/>
                <a:gd name="T1" fmla="*/ 0 w 5"/>
                <a:gd name="T2" fmla="*/ 5 w 5"/>
                <a:gd name="T3" fmla="*/ 0 w 5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5">
                  <a:moveTo>
                    <a:pt x="0" y="0"/>
                  </a:moveTo>
                  <a:lnTo>
                    <a:pt x="0" y="0"/>
                  </a:lnTo>
                  <a:lnTo>
                    <a:pt x="5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rgbClr val="34322F"/>
                </a:solidFill>
              </a:endParaRPr>
            </a:p>
          </p:txBody>
        </p:sp>
        <p:sp>
          <p:nvSpPr>
            <p:cNvPr id="106" name="Freeform 441"/>
            <p:cNvSpPr/>
            <p:nvPr>
              <p:custDataLst>
                <p:tags r:id="rId39"/>
              </p:custDataLst>
            </p:nvPr>
          </p:nvSpPr>
          <p:spPr bwMode="auto">
            <a:xfrm>
              <a:off x="3729" y="2272"/>
              <a:ext cx="2" cy="5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1 h 2"/>
                <a:gd name="T4" fmla="*/ 0 w 1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1"/>
                    <a:pt x="1" y="0"/>
                    <a:pt x="1" y="1"/>
                  </a:cubicBezTo>
                  <a:cubicBezTo>
                    <a:pt x="1" y="1"/>
                    <a:pt x="0" y="1"/>
                    <a:pt x="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rgbClr val="34322F"/>
                </a:solidFill>
              </a:endParaRPr>
            </a:p>
          </p:txBody>
        </p:sp>
        <p:sp>
          <p:nvSpPr>
            <p:cNvPr id="107" name="Freeform 442"/>
            <p:cNvSpPr/>
            <p:nvPr>
              <p:custDataLst>
                <p:tags r:id="rId40"/>
              </p:custDataLst>
            </p:nvPr>
          </p:nvSpPr>
          <p:spPr bwMode="auto">
            <a:xfrm>
              <a:off x="3852" y="2714"/>
              <a:ext cx="2" cy="0"/>
            </a:xfrm>
            <a:custGeom>
              <a:avLst/>
              <a:gdLst>
                <a:gd name="T0" fmla="*/ 0 w 1"/>
                <a:gd name="T1" fmla="*/ 1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rgbClr val="34322F"/>
                </a:solidFill>
              </a:endParaRPr>
            </a:p>
          </p:txBody>
        </p:sp>
        <p:sp>
          <p:nvSpPr>
            <p:cNvPr id="108" name="Freeform 443"/>
            <p:cNvSpPr/>
            <p:nvPr>
              <p:custDataLst>
                <p:tags r:id="rId41"/>
              </p:custDataLst>
            </p:nvPr>
          </p:nvSpPr>
          <p:spPr bwMode="auto">
            <a:xfrm>
              <a:off x="3850" y="2692"/>
              <a:ext cx="4" cy="2"/>
            </a:xfrm>
            <a:custGeom>
              <a:avLst/>
              <a:gdLst>
                <a:gd name="T0" fmla="*/ 1 w 2"/>
                <a:gd name="T1" fmla="*/ 1 h 1"/>
                <a:gd name="T2" fmla="*/ 1 w 2"/>
                <a:gd name="T3" fmla="*/ 0 h 1"/>
                <a:gd name="T4" fmla="*/ 1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2" y="1"/>
                    <a:pt x="0" y="1"/>
                    <a:pt x="1" y="0"/>
                  </a:cubicBezTo>
                  <a:cubicBezTo>
                    <a:pt x="0" y="1"/>
                    <a:pt x="1" y="1"/>
                    <a:pt x="1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rgbClr val="34322F"/>
                </a:solidFill>
              </a:endParaRPr>
            </a:p>
          </p:txBody>
        </p:sp>
        <p:sp>
          <p:nvSpPr>
            <p:cNvPr id="109" name="Freeform 444"/>
            <p:cNvSpPr/>
            <p:nvPr>
              <p:custDataLst>
                <p:tags r:id="rId42"/>
              </p:custDataLst>
            </p:nvPr>
          </p:nvSpPr>
          <p:spPr bwMode="auto">
            <a:xfrm>
              <a:off x="3848" y="2686"/>
              <a:ext cx="2" cy="2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0 w 1"/>
                <a:gd name="T5" fmla="*/ 1 h 1"/>
                <a:gd name="T6" fmla="*/ 1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lnTo>
                    <a:pt x="1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rgbClr val="34322F"/>
                </a:solidFill>
              </a:endParaRPr>
            </a:p>
          </p:txBody>
        </p:sp>
        <p:sp>
          <p:nvSpPr>
            <p:cNvPr id="110" name="Freeform 445"/>
            <p:cNvSpPr/>
            <p:nvPr>
              <p:custDataLst>
                <p:tags r:id="rId43"/>
              </p:custDataLst>
            </p:nvPr>
          </p:nvSpPr>
          <p:spPr bwMode="auto">
            <a:xfrm>
              <a:off x="3846" y="2711"/>
              <a:ext cx="4" cy="3"/>
            </a:xfrm>
            <a:custGeom>
              <a:avLst/>
              <a:gdLst>
                <a:gd name="T0" fmla="*/ 0 w 2"/>
                <a:gd name="T1" fmla="*/ 1 h 1"/>
                <a:gd name="T2" fmla="*/ 2 w 2"/>
                <a:gd name="T3" fmla="*/ 0 h 1"/>
                <a:gd name="T4" fmla="*/ 0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2" y="1"/>
                    <a:pt x="1" y="0"/>
                    <a:pt x="2" y="0"/>
                  </a:cubicBezTo>
                  <a:cubicBezTo>
                    <a:pt x="1" y="1"/>
                    <a:pt x="0" y="1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rgbClr val="34322F"/>
                </a:solidFill>
              </a:endParaRPr>
            </a:p>
          </p:txBody>
        </p:sp>
        <p:sp>
          <p:nvSpPr>
            <p:cNvPr id="111" name="Freeform 446"/>
            <p:cNvSpPr/>
            <p:nvPr>
              <p:custDataLst>
                <p:tags r:id="rId44"/>
              </p:custDataLst>
            </p:nvPr>
          </p:nvSpPr>
          <p:spPr bwMode="auto">
            <a:xfrm>
              <a:off x="3822" y="2773"/>
              <a:ext cx="5" cy="2"/>
            </a:xfrm>
            <a:custGeom>
              <a:avLst/>
              <a:gdLst>
                <a:gd name="T0" fmla="*/ 1 w 2"/>
                <a:gd name="T1" fmla="*/ 1 h 1"/>
                <a:gd name="T2" fmla="*/ 0 w 2"/>
                <a:gd name="T3" fmla="*/ 0 h 1"/>
                <a:gd name="T4" fmla="*/ 1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2" y="0"/>
                    <a:pt x="1" y="1"/>
                    <a:pt x="0" y="0"/>
                  </a:cubicBezTo>
                  <a:cubicBezTo>
                    <a:pt x="0" y="1"/>
                    <a:pt x="0" y="1"/>
                    <a:pt x="1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rgbClr val="34322F"/>
                </a:solidFill>
              </a:endParaRPr>
            </a:p>
          </p:txBody>
        </p:sp>
        <p:sp>
          <p:nvSpPr>
            <p:cNvPr id="112" name="Freeform 447"/>
            <p:cNvSpPr/>
            <p:nvPr>
              <p:custDataLst>
                <p:tags r:id="rId45"/>
              </p:custDataLst>
            </p:nvPr>
          </p:nvSpPr>
          <p:spPr bwMode="auto">
            <a:xfrm>
              <a:off x="3765" y="2315"/>
              <a:ext cx="4" cy="0"/>
            </a:xfrm>
            <a:custGeom>
              <a:avLst/>
              <a:gdLst>
                <a:gd name="T0" fmla="*/ 0 w 4"/>
                <a:gd name="T1" fmla="*/ 0 w 4"/>
                <a:gd name="T2" fmla="*/ 4 w 4"/>
                <a:gd name="T3" fmla="*/ 0 w 4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4">
                  <a:moveTo>
                    <a:pt x="0" y="0"/>
                  </a:moveTo>
                  <a:lnTo>
                    <a:pt x="0" y="0"/>
                  </a:lnTo>
                  <a:lnTo>
                    <a:pt x="4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rgbClr val="34322F"/>
                </a:solidFill>
              </a:endParaRPr>
            </a:p>
          </p:txBody>
        </p:sp>
        <p:sp>
          <p:nvSpPr>
            <p:cNvPr id="113" name="Freeform 448"/>
            <p:cNvSpPr/>
            <p:nvPr>
              <p:custDataLst>
                <p:tags r:id="rId46"/>
              </p:custDataLst>
            </p:nvPr>
          </p:nvSpPr>
          <p:spPr bwMode="auto">
            <a:xfrm>
              <a:off x="3842" y="2733"/>
              <a:ext cx="4" cy="0"/>
            </a:xfrm>
            <a:custGeom>
              <a:avLst/>
              <a:gdLst>
                <a:gd name="T0" fmla="*/ 1 w 2"/>
                <a:gd name="T1" fmla="*/ 2 w 2"/>
                <a:gd name="T2" fmla="*/ 1 w 2"/>
                <a:gd name="T3" fmla="*/ 1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2">
                  <a:moveTo>
                    <a:pt x="1" y="0"/>
                  </a:moveTo>
                  <a:cubicBezTo>
                    <a:pt x="1" y="0"/>
                    <a:pt x="2" y="0"/>
                    <a:pt x="2" y="0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1" y="0"/>
                    <a:pt x="0" y="0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rgbClr val="34322F"/>
                </a:solidFill>
              </a:endParaRPr>
            </a:p>
          </p:txBody>
        </p:sp>
        <p:sp>
          <p:nvSpPr>
            <p:cNvPr id="114" name="Freeform 449"/>
            <p:cNvSpPr/>
            <p:nvPr>
              <p:custDataLst>
                <p:tags r:id="rId47"/>
              </p:custDataLst>
            </p:nvPr>
          </p:nvSpPr>
          <p:spPr bwMode="auto">
            <a:xfrm>
              <a:off x="3822" y="2769"/>
              <a:ext cx="7" cy="2"/>
            </a:xfrm>
            <a:custGeom>
              <a:avLst/>
              <a:gdLst>
                <a:gd name="T0" fmla="*/ 0 w 3"/>
                <a:gd name="T1" fmla="*/ 1 h 1"/>
                <a:gd name="T2" fmla="*/ 3 w 3"/>
                <a:gd name="T3" fmla="*/ 1 h 1"/>
                <a:gd name="T4" fmla="*/ 0 w 3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1">
                  <a:moveTo>
                    <a:pt x="0" y="1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2" y="0"/>
                    <a:pt x="1" y="1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rgbClr val="34322F"/>
                </a:solidFill>
              </a:endParaRPr>
            </a:p>
          </p:txBody>
        </p:sp>
        <p:sp>
          <p:nvSpPr>
            <p:cNvPr id="115" name="Freeform 450"/>
            <p:cNvSpPr/>
            <p:nvPr>
              <p:custDataLst>
                <p:tags r:id="rId48"/>
              </p:custDataLst>
            </p:nvPr>
          </p:nvSpPr>
          <p:spPr bwMode="auto">
            <a:xfrm>
              <a:off x="3846" y="2731"/>
              <a:ext cx="2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rgbClr val="34322F"/>
                </a:solidFill>
              </a:endParaRPr>
            </a:p>
          </p:txBody>
        </p:sp>
        <p:sp>
          <p:nvSpPr>
            <p:cNvPr id="116" name="Freeform 451"/>
            <p:cNvSpPr/>
            <p:nvPr>
              <p:custDataLst>
                <p:tags r:id="rId49"/>
              </p:custDataLst>
            </p:nvPr>
          </p:nvSpPr>
          <p:spPr bwMode="auto">
            <a:xfrm>
              <a:off x="3844" y="2724"/>
              <a:ext cx="4" cy="2"/>
            </a:xfrm>
            <a:custGeom>
              <a:avLst/>
              <a:gdLst>
                <a:gd name="T0" fmla="*/ 0 w 2"/>
                <a:gd name="T1" fmla="*/ 0 h 1"/>
                <a:gd name="T2" fmla="*/ 2 w 2"/>
                <a:gd name="T3" fmla="*/ 1 h 1"/>
                <a:gd name="T4" fmla="*/ 0 w 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2" y="0"/>
                    <a:pt x="1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rgbClr val="34322F"/>
                </a:solidFill>
              </a:endParaRPr>
            </a:p>
          </p:txBody>
        </p:sp>
        <p:sp>
          <p:nvSpPr>
            <p:cNvPr id="117" name="Freeform 452"/>
            <p:cNvSpPr/>
            <p:nvPr>
              <p:custDataLst>
                <p:tags r:id="rId50"/>
              </p:custDataLst>
            </p:nvPr>
          </p:nvSpPr>
          <p:spPr bwMode="auto">
            <a:xfrm>
              <a:off x="3844" y="2728"/>
              <a:ext cx="8" cy="3"/>
            </a:xfrm>
            <a:custGeom>
              <a:avLst/>
              <a:gdLst>
                <a:gd name="T0" fmla="*/ 0 w 4"/>
                <a:gd name="T1" fmla="*/ 1 h 1"/>
                <a:gd name="T2" fmla="*/ 1 w 4"/>
                <a:gd name="T3" fmla="*/ 1 h 1"/>
                <a:gd name="T4" fmla="*/ 2 w 4"/>
                <a:gd name="T5" fmla="*/ 0 h 1"/>
                <a:gd name="T6" fmla="*/ 4 w 4"/>
                <a:gd name="T7" fmla="*/ 0 h 1"/>
                <a:gd name="T8" fmla="*/ 0 w 4"/>
                <a:gd name="T9" fmla="*/ 1 h 1"/>
                <a:gd name="T10" fmla="*/ 0 w 4"/>
                <a:gd name="T11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0" y="1"/>
                    <a:pt x="1" y="1"/>
                    <a:pt x="1" y="1"/>
                  </a:cubicBezTo>
                  <a:cubicBezTo>
                    <a:pt x="2" y="1"/>
                    <a:pt x="3" y="0"/>
                    <a:pt x="2" y="0"/>
                  </a:cubicBezTo>
                  <a:cubicBezTo>
                    <a:pt x="3" y="0"/>
                    <a:pt x="4" y="0"/>
                    <a:pt x="4" y="0"/>
                  </a:cubicBezTo>
                  <a:cubicBezTo>
                    <a:pt x="3" y="0"/>
                    <a:pt x="1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rgbClr val="34322F"/>
                </a:solidFill>
              </a:endParaRPr>
            </a:p>
          </p:txBody>
        </p:sp>
      </p:grp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矩形 5"/>
          <p:cNvSpPr/>
          <p:nvPr>
            <p:custDataLst>
              <p:tags r:id="rId1"/>
            </p:custDataLst>
          </p:nvPr>
        </p:nvSpPr>
        <p:spPr>
          <a:xfrm>
            <a:off x="207010" y="708025"/>
            <a:ext cx="5060950" cy="1530350"/>
          </a:xfrm>
          <a:prstGeom prst="rect">
            <a:avLst/>
          </a:prstGeom>
          <a:solidFill>
            <a:srgbClr val="1E7AB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350">
              <a:latin typeface="Noto Serif CJK SC" panose="02020400000000000000" pitchFamily="18" charset="-122"/>
              <a:ea typeface="FZHei-B01S" panose="02010601030101010101" pitchFamily="2" charset="-122"/>
              <a:sym typeface="Noto Serif CJK SC" panose="02020400000000000000" pitchFamily="18" charset="-122"/>
            </a:endParaRPr>
          </a:p>
        </p:txBody>
      </p:sp>
      <p:sp>
        <p:nvSpPr>
          <p:cNvPr id="9" name="矩形 8"/>
          <p:cNvSpPr/>
          <p:nvPr>
            <p:custDataLst>
              <p:tags r:id="rId2"/>
            </p:custDataLst>
          </p:nvPr>
        </p:nvSpPr>
        <p:spPr>
          <a:xfrm>
            <a:off x="207010" y="1406525"/>
            <a:ext cx="8709660" cy="475932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350">
              <a:latin typeface="Noto Serif CJK SC" panose="02020400000000000000" pitchFamily="18" charset="-122"/>
              <a:ea typeface="FZHei-B01S" panose="02010601030101010101" pitchFamily="2" charset="-122"/>
              <a:sym typeface="Noto Serif CJK SC" panose="02020400000000000000" pitchFamily="18" charset="-122"/>
            </a:endParaRPr>
          </a:p>
        </p:txBody>
      </p:sp>
      <p:sp>
        <p:nvSpPr>
          <p:cNvPr id="11" name="Title 1"/>
          <p:cNvSpPr>
            <a:spLocks noGrp="1"/>
          </p:cNvSpPr>
          <p:nvPr>
            <p:custDataLst>
              <p:tags r:id="rId3"/>
            </p:custDataLst>
          </p:nvPr>
        </p:nvSpPr>
        <p:spPr>
          <a:xfrm>
            <a:off x="368935" y="751840"/>
            <a:ext cx="5574665" cy="72136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5335" kern="120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+mj-ea"/>
                <a:cs typeface="Times New Roman" panose="02020603050405020304" pitchFamily="18" charset="0"/>
              </a:defRPr>
            </a:lvl1pPr>
          </a:lstStyle>
          <a:p>
            <a:r>
              <a:rPr lang="en-US" altLang="zh-CN" sz="3600" dirty="0">
                <a:solidFill>
                  <a:schemeClr val="bg1"/>
                </a:solidFill>
              </a:rPr>
              <a:t>Array-Based Stacks (II)</a:t>
            </a:r>
          </a:p>
        </p:txBody>
      </p:sp>
      <p:pic>
        <p:nvPicPr>
          <p:cNvPr id="13" name="图片 12" descr="华工标志（透明版"/>
          <p:cNvPicPr>
            <a:picLocks noChangeAspect="1"/>
          </p:cNvPicPr>
          <p:nvPr>
            <p:custDataLst>
              <p:tags r:id="rId4"/>
            </p:custDataLst>
          </p:nvPr>
        </p:nvPicPr>
        <p:blipFill>
          <a:blip r:embed="rId452" cstate="print"/>
          <a:stretch>
            <a:fillRect/>
          </a:stretch>
        </p:blipFill>
        <p:spPr>
          <a:xfrm>
            <a:off x="7740015" y="116205"/>
            <a:ext cx="1230630" cy="1230630"/>
          </a:xfrm>
          <a:prstGeom prst="rect">
            <a:avLst/>
          </a:prstGeom>
        </p:spPr>
      </p:pic>
      <p:sp>
        <p:nvSpPr>
          <p:cNvPr id="49155" name="Content Placeholder 2"/>
          <p:cNvSpPr>
            <a:spLocks noGrp="1"/>
          </p:cNvSpPr>
          <p:nvPr>
            <p:ph idx="1"/>
          </p:nvPr>
        </p:nvSpPr>
        <p:spPr>
          <a:xfrm>
            <a:off x="562092" y="1541782"/>
            <a:ext cx="7886700" cy="4351337"/>
          </a:xfrm>
        </p:spPr>
        <p:txBody>
          <a:bodyPr>
            <a:noAutofit/>
          </a:bodyPr>
          <a:lstStyle/>
          <a:p>
            <a:pPr marL="0" indent="0" fontAlgn="auto">
              <a:lnSpc>
                <a:spcPct val="100000"/>
              </a:lnSpc>
              <a:spcBef>
                <a:spcPts val="600"/>
              </a:spcBef>
              <a:buNone/>
              <a:defRPr/>
            </a:pPr>
            <a:r>
              <a:rPr lang="en-US" altLang="zh-CN" sz="2000" dirty="0"/>
              <a:t>void </a:t>
            </a:r>
            <a:r>
              <a:rPr lang="en-US" altLang="zh-CN" sz="2000" dirty="0">
                <a:solidFill>
                  <a:srgbClr val="FF0000"/>
                </a:solidFill>
              </a:rPr>
              <a:t>clear</a:t>
            </a:r>
            <a:r>
              <a:rPr lang="en-US" altLang="zh-CN" sz="2000" dirty="0"/>
              <a:t>() { top=0; } 	</a:t>
            </a:r>
            <a:r>
              <a:rPr lang="en-US" altLang="zh-CN" sz="2000" dirty="0">
                <a:solidFill>
                  <a:srgbClr val="008000"/>
                </a:solidFill>
              </a:rPr>
              <a:t>//Reinitialize</a:t>
            </a:r>
          </a:p>
          <a:p>
            <a:pPr marL="0" indent="0" fontAlgn="auto">
              <a:lnSpc>
                <a:spcPct val="100000"/>
              </a:lnSpc>
              <a:spcBef>
                <a:spcPts val="600"/>
              </a:spcBef>
              <a:buNone/>
              <a:defRPr/>
            </a:pPr>
            <a:endParaRPr lang="en-US" altLang="zh-CN" sz="1000" dirty="0"/>
          </a:p>
          <a:p>
            <a:pPr marL="0" indent="0" fontAlgn="auto">
              <a:lnSpc>
                <a:spcPct val="100000"/>
              </a:lnSpc>
              <a:spcBef>
                <a:spcPts val="600"/>
              </a:spcBef>
              <a:buNone/>
              <a:defRPr/>
            </a:pPr>
            <a:r>
              <a:rPr lang="en-US" altLang="zh-CN" sz="2000" dirty="0"/>
              <a:t>void </a:t>
            </a:r>
            <a:r>
              <a:rPr lang="en-US" altLang="zh-CN" sz="2000" dirty="0">
                <a:solidFill>
                  <a:srgbClr val="FF0000"/>
                </a:solidFill>
              </a:rPr>
              <a:t>push</a:t>
            </a:r>
            <a:r>
              <a:rPr lang="en-US" altLang="zh-CN" sz="2000" dirty="0"/>
              <a:t>(</a:t>
            </a:r>
            <a:r>
              <a:rPr lang="en-US" altLang="zh-CN" sz="2000" dirty="0" err="1"/>
              <a:t>const</a:t>
            </a:r>
            <a:r>
              <a:rPr lang="en-US" altLang="zh-CN" sz="2000" dirty="0"/>
              <a:t> E&amp; it) { 	</a:t>
            </a:r>
            <a:r>
              <a:rPr lang="en-US" altLang="zh-CN" sz="2000" dirty="0">
                <a:solidFill>
                  <a:srgbClr val="008000"/>
                </a:solidFill>
              </a:rPr>
              <a:t>// put “it” on stack</a:t>
            </a:r>
          </a:p>
          <a:p>
            <a:pPr marL="0" indent="0" fontAlgn="auto">
              <a:lnSpc>
                <a:spcPct val="100000"/>
              </a:lnSpc>
              <a:spcBef>
                <a:spcPts val="600"/>
              </a:spcBef>
              <a:buNone/>
              <a:defRPr/>
            </a:pPr>
            <a:r>
              <a:rPr lang="en-US" altLang="zh-CN" sz="2000" dirty="0"/>
              <a:t>  Assert(top != </a:t>
            </a:r>
            <a:r>
              <a:rPr lang="en-US" altLang="zh-CN" sz="2000" dirty="0" err="1"/>
              <a:t>maxSize</a:t>
            </a:r>
            <a:r>
              <a:rPr lang="en-US" altLang="zh-CN" sz="2000" dirty="0"/>
              <a:t>, “Stack is full”);</a:t>
            </a:r>
          </a:p>
          <a:p>
            <a:pPr marL="0" indent="0" fontAlgn="auto">
              <a:lnSpc>
                <a:spcPct val="100000"/>
              </a:lnSpc>
              <a:spcBef>
                <a:spcPts val="600"/>
              </a:spcBef>
              <a:buNone/>
              <a:defRPr/>
            </a:pPr>
            <a:r>
              <a:rPr lang="en-US" altLang="zh-CN" sz="2000" dirty="0"/>
              <a:t>  </a:t>
            </a:r>
            <a:r>
              <a:rPr lang="en-US" altLang="zh-CN" sz="2000" dirty="0" err="1"/>
              <a:t>listArray</a:t>
            </a:r>
            <a:r>
              <a:rPr lang="en-US" altLang="zh-CN" sz="2000" dirty="0"/>
              <a:t>[top++] = it; }</a:t>
            </a:r>
          </a:p>
          <a:p>
            <a:pPr marL="0" indent="0" fontAlgn="auto">
              <a:lnSpc>
                <a:spcPct val="100000"/>
              </a:lnSpc>
              <a:spcBef>
                <a:spcPts val="600"/>
              </a:spcBef>
              <a:buNone/>
              <a:defRPr/>
            </a:pPr>
            <a:endParaRPr lang="en-US" altLang="zh-CN" sz="1000" dirty="0"/>
          </a:p>
          <a:p>
            <a:pPr marL="0" indent="0" fontAlgn="auto">
              <a:lnSpc>
                <a:spcPct val="100000"/>
              </a:lnSpc>
              <a:spcBef>
                <a:spcPts val="600"/>
              </a:spcBef>
              <a:buNone/>
              <a:defRPr/>
            </a:pPr>
            <a:r>
              <a:rPr lang="en-US" altLang="zh-CN" sz="2000" dirty="0"/>
              <a:t>E </a:t>
            </a:r>
            <a:r>
              <a:rPr lang="en-US" altLang="zh-CN" sz="2000" dirty="0">
                <a:solidFill>
                  <a:srgbClr val="FF0000"/>
                </a:solidFill>
              </a:rPr>
              <a:t>pop</a:t>
            </a:r>
            <a:r>
              <a:rPr lang="en-US" altLang="zh-CN" sz="2000" dirty="0"/>
              <a:t>() {</a:t>
            </a:r>
            <a:r>
              <a:rPr lang="en-US" altLang="zh-CN" sz="2000" dirty="0">
                <a:solidFill>
                  <a:srgbClr val="008000"/>
                </a:solidFill>
              </a:rPr>
              <a:t>//pop top element</a:t>
            </a:r>
          </a:p>
          <a:p>
            <a:pPr marL="0" indent="0" fontAlgn="auto">
              <a:lnSpc>
                <a:spcPct val="100000"/>
              </a:lnSpc>
              <a:spcBef>
                <a:spcPts val="600"/>
              </a:spcBef>
              <a:buNone/>
              <a:defRPr/>
            </a:pPr>
            <a:r>
              <a:rPr lang="en-US" altLang="zh-CN" sz="2000" dirty="0"/>
              <a:t>  Assert(top != 0, “Stack is empty”);</a:t>
            </a:r>
          </a:p>
          <a:p>
            <a:pPr marL="0" indent="0" fontAlgn="auto">
              <a:lnSpc>
                <a:spcPct val="100000"/>
              </a:lnSpc>
              <a:spcBef>
                <a:spcPts val="600"/>
              </a:spcBef>
              <a:buNone/>
              <a:defRPr/>
            </a:pPr>
            <a:r>
              <a:rPr lang="en-US" altLang="zh-CN" sz="2000" dirty="0"/>
              <a:t>  return </a:t>
            </a:r>
            <a:r>
              <a:rPr lang="en-US" altLang="zh-CN" sz="2000" dirty="0" err="1"/>
              <a:t>listArray</a:t>
            </a:r>
            <a:r>
              <a:rPr lang="en-US" altLang="zh-CN" sz="2000" dirty="0"/>
              <a:t>[--top]; }</a:t>
            </a:r>
          </a:p>
          <a:p>
            <a:pPr marL="0" indent="0" fontAlgn="auto">
              <a:lnSpc>
                <a:spcPct val="100000"/>
              </a:lnSpc>
              <a:spcBef>
                <a:spcPts val="600"/>
              </a:spcBef>
              <a:buNone/>
              <a:defRPr/>
            </a:pPr>
            <a:endParaRPr lang="en-US" altLang="zh-CN" sz="1000" dirty="0"/>
          </a:p>
          <a:p>
            <a:pPr marL="0" indent="0" fontAlgn="auto">
              <a:lnSpc>
                <a:spcPct val="100000"/>
              </a:lnSpc>
              <a:spcBef>
                <a:spcPts val="600"/>
              </a:spcBef>
              <a:buNone/>
              <a:defRPr/>
            </a:pPr>
            <a:r>
              <a:rPr lang="en-US" altLang="zh-CN" sz="2000" dirty="0" err="1"/>
              <a:t>const</a:t>
            </a:r>
            <a:r>
              <a:rPr lang="en-US" altLang="zh-CN" sz="2000" dirty="0"/>
              <a:t> E&amp; </a:t>
            </a:r>
            <a:r>
              <a:rPr lang="en-US" altLang="zh-CN" sz="2000" dirty="0" err="1">
                <a:solidFill>
                  <a:srgbClr val="FF0000"/>
                </a:solidFill>
              </a:rPr>
              <a:t>topValue</a:t>
            </a:r>
            <a:r>
              <a:rPr lang="en-US" altLang="zh-CN" sz="2000" dirty="0"/>
              <a:t>() </a:t>
            </a:r>
            <a:r>
              <a:rPr lang="en-US" altLang="zh-CN" sz="2000" dirty="0" err="1"/>
              <a:t>const</a:t>
            </a:r>
            <a:r>
              <a:rPr lang="en-US" altLang="zh-CN" sz="2000" dirty="0"/>
              <a:t> { 	</a:t>
            </a:r>
            <a:r>
              <a:rPr lang="en-US" altLang="zh-CN" sz="2000" dirty="0">
                <a:solidFill>
                  <a:srgbClr val="008000"/>
                </a:solidFill>
              </a:rPr>
              <a:t>//return top element</a:t>
            </a:r>
          </a:p>
          <a:p>
            <a:pPr marL="0" indent="0" fontAlgn="auto">
              <a:lnSpc>
                <a:spcPct val="100000"/>
              </a:lnSpc>
              <a:spcBef>
                <a:spcPts val="600"/>
              </a:spcBef>
              <a:buNone/>
              <a:defRPr/>
            </a:pPr>
            <a:r>
              <a:rPr lang="en-US" altLang="zh-CN" sz="2000" dirty="0"/>
              <a:t>  Assert(top != 0, “Stack is empty”);</a:t>
            </a:r>
          </a:p>
          <a:p>
            <a:pPr marL="0" indent="0" fontAlgn="auto">
              <a:lnSpc>
                <a:spcPct val="100000"/>
              </a:lnSpc>
              <a:spcBef>
                <a:spcPts val="600"/>
              </a:spcBef>
              <a:buNone/>
              <a:defRPr/>
            </a:pPr>
            <a:r>
              <a:rPr lang="en-US" altLang="zh-CN" sz="2000" dirty="0"/>
              <a:t>  return </a:t>
            </a:r>
            <a:r>
              <a:rPr lang="en-US" altLang="zh-CN" sz="2000" dirty="0" err="1"/>
              <a:t>listArray</a:t>
            </a:r>
            <a:r>
              <a:rPr lang="en-US" altLang="zh-CN" sz="2000" dirty="0"/>
              <a:t>[top-1]; }</a:t>
            </a:r>
          </a:p>
        </p:txBody>
      </p:sp>
      <p:sp>
        <p:nvSpPr>
          <p:cNvPr id="55300" name="Slide Number Placeholder 3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557530" indent="-21463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857250" indent="-1714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200150" indent="-1714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1543050" indent="-1714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1885950" indent="-1714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228850" indent="-1714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2571750" indent="-1714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2914650" indent="-1714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fld id="{E774EA6D-A27C-408B-AD08-D60384FE4482}" type="slidenum">
              <a:rPr lang="en-US" altLang="zh-CN" sz="465" smtClean="0"/>
              <a:pPr/>
              <a:t>34</a:t>
            </a:fld>
            <a:endParaRPr lang="en-US" altLang="zh-CN" sz="465"/>
          </a:p>
        </p:txBody>
      </p:sp>
      <p:sp>
        <p:nvSpPr>
          <p:cNvPr id="2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fld id="{CA8D6DC7-D88D-46C5-9FE1-174ADF899489}" type="datetime1">
              <a:rPr lang="zh-CN" altLang="en-US" sz="465" smtClean="0"/>
              <a:pPr>
                <a:defRPr/>
              </a:pPr>
              <a:t>2025/12/16</a:t>
            </a:fld>
            <a:endParaRPr lang="zh-CN" altLang="en-US" sz="465"/>
          </a:p>
        </p:txBody>
      </p:sp>
      <p:sp>
        <p:nvSpPr>
          <p:cNvPr id="3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altLang="zh-CN" sz="465"/>
              <a:t>Stacks and Queues - Lecture 6</a:t>
            </a:r>
            <a:endParaRPr lang="zh-CN" altLang="en-US" sz="465"/>
          </a:p>
        </p:txBody>
      </p:sp>
      <p:grpSp>
        <p:nvGrpSpPr>
          <p:cNvPr id="56" name="Group 4"/>
          <p:cNvGrpSpPr>
            <a:grpSpLocks noChangeAspect="1"/>
          </p:cNvGrpSpPr>
          <p:nvPr/>
        </p:nvGrpSpPr>
        <p:grpSpPr bwMode="auto">
          <a:xfrm rot="960000">
            <a:off x="7845425" y="5128895"/>
            <a:ext cx="780415" cy="911860"/>
            <a:chOff x="3082" y="1214"/>
            <a:chExt cx="1623" cy="1896"/>
          </a:xfrm>
          <a:solidFill>
            <a:srgbClr val="345F86">
              <a:alpha val="57000"/>
            </a:srgbClr>
          </a:solidFill>
        </p:grpSpPr>
        <p:grpSp>
          <p:nvGrpSpPr>
            <p:cNvPr id="57" name="Group 205"/>
            <p:cNvGrpSpPr/>
            <p:nvPr/>
          </p:nvGrpSpPr>
          <p:grpSpPr bwMode="auto">
            <a:xfrm>
              <a:off x="3082" y="1214"/>
              <a:ext cx="1623" cy="1603"/>
              <a:chOff x="3082" y="1214"/>
              <a:chExt cx="1623" cy="1603"/>
            </a:xfrm>
            <a:grpFill/>
          </p:grpSpPr>
          <p:sp>
            <p:nvSpPr>
              <p:cNvPr id="330" name="Freeform 5"/>
              <p:cNvSpPr/>
              <p:nvPr>
                <p:custDataLst>
                  <p:tags r:id="rId251"/>
                </p:custDataLst>
              </p:nvPr>
            </p:nvSpPr>
            <p:spPr bwMode="auto">
              <a:xfrm>
                <a:off x="3608" y="2103"/>
                <a:ext cx="13" cy="0"/>
              </a:xfrm>
              <a:custGeom>
                <a:avLst/>
                <a:gdLst>
                  <a:gd name="T0" fmla="*/ 0 w 6"/>
                  <a:gd name="T1" fmla="*/ 6 w 6"/>
                  <a:gd name="T2" fmla="*/ 0 w 6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6">
                    <a:moveTo>
                      <a:pt x="0" y="0"/>
                    </a:moveTo>
                    <a:cubicBezTo>
                      <a:pt x="1" y="0"/>
                      <a:pt x="3" y="0"/>
                      <a:pt x="6" y="0"/>
                    </a:cubicBezTo>
                    <a:cubicBezTo>
                      <a:pt x="3" y="0"/>
                      <a:pt x="2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31" name="Freeform 6"/>
              <p:cNvSpPr/>
              <p:nvPr>
                <p:custDataLst>
                  <p:tags r:id="rId252"/>
                </p:custDataLst>
              </p:nvPr>
            </p:nvSpPr>
            <p:spPr bwMode="auto">
              <a:xfrm>
                <a:off x="3576" y="1893"/>
                <a:ext cx="5" cy="0"/>
              </a:xfrm>
              <a:custGeom>
                <a:avLst/>
                <a:gdLst>
                  <a:gd name="T0" fmla="*/ 0 w 2"/>
                  <a:gd name="T1" fmla="*/ 0 w 2"/>
                  <a:gd name="T2" fmla="*/ 0 w 2"/>
                  <a:gd name="T3" fmla="*/ 0 w 2"/>
                  <a:gd name="T4" fmla="*/ 2 w 2"/>
                  <a:gd name="T5" fmla="*/ 2 w 2"/>
                  <a:gd name="T6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32" name="Freeform 7"/>
              <p:cNvSpPr/>
              <p:nvPr>
                <p:custDataLst>
                  <p:tags r:id="rId253"/>
                </p:custDataLst>
              </p:nvPr>
            </p:nvSpPr>
            <p:spPr bwMode="auto">
              <a:xfrm>
                <a:off x="3615" y="1903"/>
                <a:ext cx="0" cy="5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33" name="Freeform 8"/>
              <p:cNvSpPr/>
              <p:nvPr>
                <p:custDataLst>
                  <p:tags r:id="rId254"/>
                </p:custDataLst>
              </p:nvPr>
            </p:nvSpPr>
            <p:spPr bwMode="auto">
              <a:xfrm>
                <a:off x="3566" y="1893"/>
                <a:ext cx="6" cy="0"/>
              </a:xfrm>
              <a:custGeom>
                <a:avLst/>
                <a:gdLst>
                  <a:gd name="T0" fmla="*/ 3 w 3"/>
                  <a:gd name="T1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cubicBezTo>
                      <a:pt x="0" y="0"/>
                      <a:pt x="1" y="0"/>
                      <a:pt x="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34" name="Freeform 9"/>
              <p:cNvSpPr/>
              <p:nvPr>
                <p:custDataLst>
                  <p:tags r:id="rId255"/>
                </p:custDataLst>
              </p:nvPr>
            </p:nvSpPr>
            <p:spPr bwMode="auto">
              <a:xfrm>
                <a:off x="3820" y="2304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35" name="Freeform 10"/>
              <p:cNvSpPr/>
              <p:nvPr>
                <p:custDataLst>
                  <p:tags r:id="rId256"/>
                </p:custDataLst>
              </p:nvPr>
            </p:nvSpPr>
            <p:spPr bwMode="auto">
              <a:xfrm>
                <a:off x="3642" y="2209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1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36" name="Freeform 11"/>
              <p:cNvSpPr/>
              <p:nvPr>
                <p:custDataLst>
                  <p:tags r:id="rId257"/>
                </p:custDataLst>
              </p:nvPr>
            </p:nvSpPr>
            <p:spPr bwMode="auto">
              <a:xfrm>
                <a:off x="3549" y="2154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37" name="Freeform 12"/>
              <p:cNvSpPr/>
              <p:nvPr>
                <p:custDataLst>
                  <p:tags r:id="rId258"/>
                </p:custDataLst>
              </p:nvPr>
            </p:nvSpPr>
            <p:spPr bwMode="auto">
              <a:xfrm>
                <a:off x="3610" y="1895"/>
                <a:ext cx="9" cy="8"/>
              </a:xfrm>
              <a:custGeom>
                <a:avLst/>
                <a:gdLst>
                  <a:gd name="T0" fmla="*/ 1 w 4"/>
                  <a:gd name="T1" fmla="*/ 1 h 4"/>
                  <a:gd name="T2" fmla="*/ 1 w 4"/>
                  <a:gd name="T3" fmla="*/ 2 h 4"/>
                  <a:gd name="T4" fmla="*/ 0 w 4"/>
                  <a:gd name="T5" fmla="*/ 2 h 4"/>
                  <a:gd name="T6" fmla="*/ 2 w 4"/>
                  <a:gd name="T7" fmla="*/ 4 h 4"/>
                  <a:gd name="T8" fmla="*/ 2 w 4"/>
                  <a:gd name="T9" fmla="*/ 2 h 4"/>
                  <a:gd name="T10" fmla="*/ 3 w 4"/>
                  <a:gd name="T11" fmla="*/ 1 h 4"/>
                  <a:gd name="T12" fmla="*/ 4 w 4"/>
                  <a:gd name="T13" fmla="*/ 0 h 4"/>
                  <a:gd name="T14" fmla="*/ 4 w 4"/>
                  <a:gd name="T15" fmla="*/ 0 h 4"/>
                  <a:gd name="T16" fmla="*/ 4 w 4"/>
                  <a:gd name="T17" fmla="*/ 0 h 4"/>
                  <a:gd name="T18" fmla="*/ 2 w 4"/>
                  <a:gd name="T19" fmla="*/ 0 h 4"/>
                  <a:gd name="T20" fmla="*/ 2 w 4"/>
                  <a:gd name="T21" fmla="*/ 0 h 4"/>
                  <a:gd name="T22" fmla="*/ 1 w 4"/>
                  <a:gd name="T23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1" y="2"/>
                      <a:pt x="2" y="3"/>
                      <a:pt x="2" y="4"/>
                    </a:cubicBezTo>
                    <a:cubicBezTo>
                      <a:pt x="2" y="3"/>
                      <a:pt x="2" y="3"/>
                      <a:pt x="2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1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38" name="Freeform 13"/>
              <p:cNvSpPr/>
              <p:nvPr>
                <p:custDataLst>
                  <p:tags r:id="rId259"/>
                </p:custDataLst>
              </p:nvPr>
            </p:nvSpPr>
            <p:spPr bwMode="auto">
              <a:xfrm>
                <a:off x="3926" y="1914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39" name="Freeform 14"/>
              <p:cNvSpPr/>
              <p:nvPr>
                <p:custDataLst>
                  <p:tags r:id="rId260"/>
                </p:custDataLst>
              </p:nvPr>
            </p:nvSpPr>
            <p:spPr bwMode="auto">
              <a:xfrm>
                <a:off x="3810" y="1774"/>
                <a:ext cx="2" cy="4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0 h 2"/>
                  <a:gd name="T4" fmla="*/ 1 w 1"/>
                  <a:gd name="T5" fmla="*/ 2 h 2"/>
                  <a:gd name="T6" fmla="*/ 0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40" name="Freeform 15"/>
              <p:cNvSpPr/>
              <p:nvPr>
                <p:custDataLst>
                  <p:tags r:id="rId261"/>
                </p:custDataLst>
              </p:nvPr>
            </p:nvSpPr>
            <p:spPr bwMode="auto">
              <a:xfrm>
                <a:off x="3846" y="2474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41" name="Freeform 16"/>
              <p:cNvSpPr/>
              <p:nvPr>
                <p:custDataLst>
                  <p:tags r:id="rId262"/>
                </p:custDataLst>
              </p:nvPr>
            </p:nvSpPr>
            <p:spPr bwMode="auto">
              <a:xfrm>
                <a:off x="3943" y="2546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42" name="Freeform 17"/>
              <p:cNvSpPr/>
              <p:nvPr>
                <p:custDataLst>
                  <p:tags r:id="rId263"/>
                </p:custDataLst>
              </p:nvPr>
            </p:nvSpPr>
            <p:spPr bwMode="auto">
              <a:xfrm>
                <a:off x="3846" y="2474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43" name="Freeform 18"/>
              <p:cNvSpPr/>
              <p:nvPr>
                <p:custDataLst>
                  <p:tags r:id="rId264"/>
                </p:custDataLst>
              </p:nvPr>
            </p:nvSpPr>
            <p:spPr bwMode="auto">
              <a:xfrm>
                <a:off x="4156" y="220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44" name="Freeform 19"/>
              <p:cNvSpPr/>
              <p:nvPr>
                <p:custDataLst>
                  <p:tags r:id="rId265"/>
                </p:custDataLst>
              </p:nvPr>
            </p:nvSpPr>
            <p:spPr bwMode="auto">
              <a:xfrm>
                <a:off x="4056" y="2213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1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45" name="Freeform 20"/>
              <p:cNvSpPr/>
              <p:nvPr>
                <p:custDataLst>
                  <p:tags r:id="rId266"/>
                </p:custDataLst>
              </p:nvPr>
            </p:nvSpPr>
            <p:spPr bwMode="auto">
              <a:xfrm>
                <a:off x="3837" y="2470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46" name="Freeform 21"/>
              <p:cNvSpPr/>
              <p:nvPr>
                <p:custDataLst>
                  <p:tags r:id="rId267"/>
                </p:custDataLst>
              </p:nvPr>
            </p:nvSpPr>
            <p:spPr bwMode="auto">
              <a:xfrm>
                <a:off x="3954" y="2311"/>
                <a:ext cx="0" cy="2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47" name="Freeform 22"/>
              <p:cNvSpPr/>
              <p:nvPr>
                <p:custDataLst>
                  <p:tags r:id="rId268"/>
                </p:custDataLst>
              </p:nvPr>
            </p:nvSpPr>
            <p:spPr bwMode="auto">
              <a:xfrm>
                <a:off x="3576" y="189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48" name="Freeform 23"/>
              <p:cNvSpPr/>
              <p:nvPr>
                <p:custDataLst>
                  <p:tags r:id="rId269"/>
                </p:custDataLst>
              </p:nvPr>
            </p:nvSpPr>
            <p:spPr bwMode="auto">
              <a:xfrm>
                <a:off x="3281" y="254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49" name="Freeform 24"/>
              <p:cNvSpPr/>
              <p:nvPr>
                <p:custDataLst>
                  <p:tags r:id="rId270"/>
                </p:custDataLst>
              </p:nvPr>
            </p:nvSpPr>
            <p:spPr bwMode="auto">
              <a:xfrm>
                <a:off x="3364" y="2470"/>
                <a:ext cx="2" cy="4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1 h 2"/>
                  <a:gd name="T4" fmla="*/ 1 w 1"/>
                  <a:gd name="T5" fmla="*/ 1 h 2"/>
                  <a:gd name="T6" fmla="*/ 1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50" name="Freeform 25"/>
              <p:cNvSpPr/>
              <p:nvPr>
                <p:custDataLst>
                  <p:tags r:id="rId271"/>
                </p:custDataLst>
              </p:nvPr>
            </p:nvSpPr>
            <p:spPr bwMode="auto">
              <a:xfrm>
                <a:off x="3360" y="2470"/>
                <a:ext cx="2" cy="4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2 h 2"/>
                  <a:gd name="T4" fmla="*/ 0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1"/>
                      <a:pt x="1" y="2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51" name="Freeform 26"/>
              <p:cNvSpPr/>
              <p:nvPr>
                <p:custDataLst>
                  <p:tags r:id="rId272"/>
                </p:custDataLst>
              </p:nvPr>
            </p:nvSpPr>
            <p:spPr bwMode="auto">
              <a:xfrm>
                <a:off x="3353" y="2470"/>
                <a:ext cx="3" cy="4"/>
              </a:xfrm>
              <a:custGeom>
                <a:avLst/>
                <a:gdLst>
                  <a:gd name="T0" fmla="*/ 1 w 1"/>
                  <a:gd name="T1" fmla="*/ 2 h 2"/>
                  <a:gd name="T2" fmla="*/ 0 w 1"/>
                  <a:gd name="T3" fmla="*/ 1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0"/>
                      <a:pt x="1" y="1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52" name="Freeform 27"/>
              <p:cNvSpPr/>
              <p:nvPr>
                <p:custDataLst>
                  <p:tags r:id="rId273"/>
                </p:custDataLst>
              </p:nvPr>
            </p:nvSpPr>
            <p:spPr bwMode="auto">
              <a:xfrm>
                <a:off x="3392" y="2482"/>
                <a:ext cx="2" cy="5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1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2"/>
                      <a:pt x="1" y="1"/>
                      <a:pt x="1" y="1"/>
                    </a:cubicBezTo>
                    <a:cubicBezTo>
                      <a:pt x="0" y="0"/>
                      <a:pt x="1" y="1"/>
                      <a:pt x="1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53" name="Freeform 28"/>
              <p:cNvSpPr/>
              <p:nvPr>
                <p:custDataLst>
                  <p:tags r:id="rId274"/>
                </p:custDataLst>
              </p:nvPr>
            </p:nvSpPr>
            <p:spPr bwMode="auto">
              <a:xfrm>
                <a:off x="3390" y="2480"/>
                <a:ext cx="2" cy="7"/>
              </a:xfrm>
              <a:custGeom>
                <a:avLst/>
                <a:gdLst>
                  <a:gd name="T0" fmla="*/ 1 w 1"/>
                  <a:gd name="T1" fmla="*/ 3 h 3"/>
                  <a:gd name="T2" fmla="*/ 0 w 1"/>
                  <a:gd name="T3" fmla="*/ 0 h 3"/>
                  <a:gd name="T4" fmla="*/ 1 w 1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2"/>
                      <a:pt x="1" y="2"/>
                      <a:pt x="1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54" name="Freeform 29"/>
              <p:cNvSpPr/>
              <p:nvPr>
                <p:custDataLst>
                  <p:tags r:id="rId275"/>
                </p:custDataLst>
              </p:nvPr>
            </p:nvSpPr>
            <p:spPr bwMode="auto">
              <a:xfrm>
                <a:off x="3341" y="2474"/>
                <a:ext cx="2" cy="4"/>
              </a:xfrm>
              <a:custGeom>
                <a:avLst/>
                <a:gdLst>
                  <a:gd name="T0" fmla="*/ 1 w 1"/>
                  <a:gd name="T1" fmla="*/ 1 h 2"/>
                  <a:gd name="T2" fmla="*/ 0 w 1"/>
                  <a:gd name="T3" fmla="*/ 0 h 2"/>
                  <a:gd name="T4" fmla="*/ 1 w 1"/>
                  <a:gd name="T5" fmla="*/ 2 h 2"/>
                  <a:gd name="T6" fmla="*/ 1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lnTo>
                      <a:pt x="1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55" name="Freeform 30"/>
              <p:cNvSpPr/>
              <p:nvPr>
                <p:custDataLst>
                  <p:tags r:id="rId276"/>
                </p:custDataLst>
              </p:nvPr>
            </p:nvSpPr>
            <p:spPr bwMode="auto">
              <a:xfrm>
                <a:off x="3822" y="2279"/>
                <a:ext cx="5" cy="4"/>
              </a:xfrm>
              <a:custGeom>
                <a:avLst/>
                <a:gdLst>
                  <a:gd name="T0" fmla="*/ 1 w 2"/>
                  <a:gd name="T1" fmla="*/ 0 h 2"/>
                  <a:gd name="T2" fmla="*/ 0 w 2"/>
                  <a:gd name="T3" fmla="*/ 1 h 2"/>
                  <a:gd name="T4" fmla="*/ 0 w 2"/>
                  <a:gd name="T5" fmla="*/ 2 h 2"/>
                  <a:gd name="T6" fmla="*/ 1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1"/>
                      <a:pt x="2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56" name="Freeform 31"/>
              <p:cNvSpPr/>
              <p:nvPr>
                <p:custDataLst>
                  <p:tags r:id="rId277"/>
                </p:custDataLst>
              </p:nvPr>
            </p:nvSpPr>
            <p:spPr bwMode="auto">
              <a:xfrm>
                <a:off x="3292" y="2529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0 w 2"/>
                  <a:gd name="T5" fmla="*/ 0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57" name="Freeform 32"/>
              <p:cNvSpPr/>
              <p:nvPr>
                <p:custDataLst>
                  <p:tags r:id="rId278"/>
                </p:custDataLst>
              </p:nvPr>
            </p:nvSpPr>
            <p:spPr bwMode="auto">
              <a:xfrm>
                <a:off x="3699" y="2796"/>
                <a:ext cx="7" cy="5"/>
              </a:xfrm>
              <a:custGeom>
                <a:avLst/>
                <a:gdLst>
                  <a:gd name="T0" fmla="*/ 2 w 3"/>
                  <a:gd name="T1" fmla="*/ 2 h 2"/>
                  <a:gd name="T2" fmla="*/ 2 w 3"/>
                  <a:gd name="T3" fmla="*/ 0 h 2"/>
                  <a:gd name="T4" fmla="*/ 2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3" y="1"/>
                      <a:pt x="2" y="0"/>
                      <a:pt x="2" y="0"/>
                    </a:cubicBezTo>
                    <a:cubicBezTo>
                      <a:pt x="0" y="0"/>
                      <a:pt x="3" y="1"/>
                      <a:pt x="2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58" name="Freeform 33"/>
              <p:cNvSpPr/>
              <p:nvPr>
                <p:custDataLst>
                  <p:tags r:id="rId279"/>
                </p:custDataLst>
              </p:nvPr>
            </p:nvSpPr>
            <p:spPr bwMode="auto">
              <a:xfrm>
                <a:off x="4616" y="1870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1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59" name="Freeform 34"/>
              <p:cNvSpPr/>
              <p:nvPr>
                <p:custDataLst>
                  <p:tags r:id="rId280"/>
                </p:custDataLst>
              </p:nvPr>
            </p:nvSpPr>
            <p:spPr bwMode="auto">
              <a:xfrm>
                <a:off x="3262" y="2567"/>
                <a:ext cx="4" cy="4"/>
              </a:xfrm>
              <a:custGeom>
                <a:avLst/>
                <a:gdLst>
                  <a:gd name="T0" fmla="*/ 0 w 4"/>
                  <a:gd name="T1" fmla="*/ 2 h 4"/>
                  <a:gd name="T2" fmla="*/ 4 w 4"/>
                  <a:gd name="T3" fmla="*/ 4 h 4"/>
                  <a:gd name="T4" fmla="*/ 0 w 4"/>
                  <a:gd name="T5" fmla="*/ 0 h 4"/>
                  <a:gd name="T6" fmla="*/ 0 w 4"/>
                  <a:gd name="T7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0" y="2"/>
                    </a:moveTo>
                    <a:lnTo>
                      <a:pt x="4" y="4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60" name="Freeform 35"/>
              <p:cNvSpPr/>
              <p:nvPr>
                <p:custDataLst>
                  <p:tags r:id="rId281"/>
                </p:custDataLst>
              </p:nvPr>
            </p:nvSpPr>
            <p:spPr bwMode="auto">
              <a:xfrm>
                <a:off x="3570" y="1893"/>
                <a:ext cx="6" cy="6"/>
              </a:xfrm>
              <a:custGeom>
                <a:avLst/>
                <a:gdLst>
                  <a:gd name="T0" fmla="*/ 1 w 3"/>
                  <a:gd name="T1" fmla="*/ 0 h 3"/>
                  <a:gd name="T2" fmla="*/ 1 w 3"/>
                  <a:gd name="T3" fmla="*/ 0 h 3"/>
                  <a:gd name="T4" fmla="*/ 1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2 w 3"/>
                  <a:gd name="T11" fmla="*/ 1 h 3"/>
                  <a:gd name="T12" fmla="*/ 0 w 3"/>
                  <a:gd name="T13" fmla="*/ 2 h 3"/>
                  <a:gd name="T14" fmla="*/ 2 w 3"/>
                  <a:gd name="T15" fmla="*/ 2 h 3"/>
                  <a:gd name="T16" fmla="*/ 3 w 3"/>
                  <a:gd name="T17" fmla="*/ 0 h 3"/>
                  <a:gd name="T18" fmla="*/ 1 w 3"/>
                  <a:gd name="T1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0" y="0"/>
                      <a:pt x="0" y="2"/>
                    </a:cubicBezTo>
                    <a:cubicBezTo>
                      <a:pt x="0" y="3"/>
                      <a:pt x="1" y="3"/>
                      <a:pt x="2" y="2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2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61" name="Freeform 36"/>
              <p:cNvSpPr/>
              <p:nvPr>
                <p:custDataLst>
                  <p:tags r:id="rId282"/>
                </p:custDataLst>
              </p:nvPr>
            </p:nvSpPr>
            <p:spPr bwMode="auto">
              <a:xfrm>
                <a:off x="3207" y="2465"/>
                <a:ext cx="183" cy="174"/>
              </a:xfrm>
              <a:custGeom>
                <a:avLst/>
                <a:gdLst>
                  <a:gd name="T0" fmla="*/ 83 w 86"/>
                  <a:gd name="T1" fmla="*/ 5 h 82"/>
                  <a:gd name="T2" fmla="*/ 80 w 86"/>
                  <a:gd name="T3" fmla="*/ 4 h 82"/>
                  <a:gd name="T4" fmla="*/ 77 w 86"/>
                  <a:gd name="T5" fmla="*/ 8 h 82"/>
                  <a:gd name="T6" fmla="*/ 76 w 86"/>
                  <a:gd name="T7" fmla="*/ 6 h 82"/>
                  <a:gd name="T8" fmla="*/ 72 w 86"/>
                  <a:gd name="T9" fmla="*/ 7 h 82"/>
                  <a:gd name="T10" fmla="*/ 70 w 86"/>
                  <a:gd name="T11" fmla="*/ 4 h 82"/>
                  <a:gd name="T12" fmla="*/ 67 w 86"/>
                  <a:gd name="T13" fmla="*/ 1 h 82"/>
                  <a:gd name="T14" fmla="*/ 68 w 86"/>
                  <a:gd name="T15" fmla="*/ 6 h 82"/>
                  <a:gd name="T16" fmla="*/ 70 w 86"/>
                  <a:gd name="T17" fmla="*/ 10 h 82"/>
                  <a:gd name="T18" fmla="*/ 65 w 86"/>
                  <a:gd name="T19" fmla="*/ 6 h 82"/>
                  <a:gd name="T20" fmla="*/ 65 w 86"/>
                  <a:gd name="T21" fmla="*/ 8 h 82"/>
                  <a:gd name="T22" fmla="*/ 62 w 86"/>
                  <a:gd name="T23" fmla="*/ 6 h 82"/>
                  <a:gd name="T24" fmla="*/ 61 w 86"/>
                  <a:gd name="T25" fmla="*/ 8 h 82"/>
                  <a:gd name="T26" fmla="*/ 59 w 86"/>
                  <a:gd name="T27" fmla="*/ 9 h 82"/>
                  <a:gd name="T28" fmla="*/ 62 w 86"/>
                  <a:gd name="T29" fmla="*/ 15 h 82"/>
                  <a:gd name="T30" fmla="*/ 58 w 86"/>
                  <a:gd name="T31" fmla="*/ 10 h 82"/>
                  <a:gd name="T32" fmla="*/ 57 w 86"/>
                  <a:gd name="T33" fmla="*/ 12 h 82"/>
                  <a:gd name="T34" fmla="*/ 53 w 86"/>
                  <a:gd name="T35" fmla="*/ 17 h 82"/>
                  <a:gd name="T36" fmla="*/ 51 w 86"/>
                  <a:gd name="T37" fmla="*/ 19 h 82"/>
                  <a:gd name="T38" fmla="*/ 48 w 86"/>
                  <a:gd name="T39" fmla="*/ 22 h 82"/>
                  <a:gd name="T40" fmla="*/ 48 w 86"/>
                  <a:gd name="T41" fmla="*/ 24 h 82"/>
                  <a:gd name="T42" fmla="*/ 46 w 86"/>
                  <a:gd name="T43" fmla="*/ 24 h 82"/>
                  <a:gd name="T44" fmla="*/ 45 w 86"/>
                  <a:gd name="T45" fmla="*/ 25 h 82"/>
                  <a:gd name="T46" fmla="*/ 46 w 86"/>
                  <a:gd name="T47" fmla="*/ 27 h 82"/>
                  <a:gd name="T48" fmla="*/ 43 w 86"/>
                  <a:gd name="T49" fmla="*/ 28 h 82"/>
                  <a:gd name="T50" fmla="*/ 40 w 86"/>
                  <a:gd name="T51" fmla="*/ 30 h 82"/>
                  <a:gd name="T52" fmla="*/ 38 w 86"/>
                  <a:gd name="T53" fmla="*/ 32 h 82"/>
                  <a:gd name="T54" fmla="*/ 36 w 86"/>
                  <a:gd name="T55" fmla="*/ 34 h 82"/>
                  <a:gd name="T56" fmla="*/ 36 w 86"/>
                  <a:gd name="T57" fmla="*/ 37 h 82"/>
                  <a:gd name="T58" fmla="*/ 34 w 86"/>
                  <a:gd name="T59" fmla="*/ 36 h 82"/>
                  <a:gd name="T60" fmla="*/ 34 w 86"/>
                  <a:gd name="T61" fmla="*/ 37 h 82"/>
                  <a:gd name="T62" fmla="*/ 31 w 86"/>
                  <a:gd name="T63" fmla="*/ 41 h 82"/>
                  <a:gd name="T64" fmla="*/ 32 w 86"/>
                  <a:gd name="T65" fmla="*/ 45 h 82"/>
                  <a:gd name="T66" fmla="*/ 31 w 86"/>
                  <a:gd name="T67" fmla="*/ 48 h 82"/>
                  <a:gd name="T68" fmla="*/ 28 w 86"/>
                  <a:gd name="T69" fmla="*/ 47 h 82"/>
                  <a:gd name="T70" fmla="*/ 25 w 86"/>
                  <a:gd name="T71" fmla="*/ 53 h 82"/>
                  <a:gd name="T72" fmla="*/ 24 w 86"/>
                  <a:gd name="T73" fmla="*/ 55 h 82"/>
                  <a:gd name="T74" fmla="*/ 18 w 86"/>
                  <a:gd name="T75" fmla="*/ 59 h 82"/>
                  <a:gd name="T76" fmla="*/ 15 w 86"/>
                  <a:gd name="T77" fmla="*/ 59 h 82"/>
                  <a:gd name="T78" fmla="*/ 14 w 86"/>
                  <a:gd name="T79" fmla="*/ 60 h 82"/>
                  <a:gd name="T80" fmla="*/ 11 w 86"/>
                  <a:gd name="T81" fmla="*/ 69 h 82"/>
                  <a:gd name="T82" fmla="*/ 2 w 86"/>
                  <a:gd name="T83" fmla="*/ 75 h 82"/>
                  <a:gd name="T84" fmla="*/ 23 w 86"/>
                  <a:gd name="T85" fmla="*/ 72 h 82"/>
                  <a:gd name="T86" fmla="*/ 28 w 86"/>
                  <a:gd name="T87" fmla="*/ 68 h 82"/>
                  <a:gd name="T88" fmla="*/ 42 w 86"/>
                  <a:gd name="T89" fmla="*/ 48 h 82"/>
                  <a:gd name="T90" fmla="*/ 49 w 86"/>
                  <a:gd name="T91" fmla="*/ 45 h 82"/>
                  <a:gd name="T92" fmla="*/ 55 w 86"/>
                  <a:gd name="T93" fmla="*/ 43 h 82"/>
                  <a:gd name="T94" fmla="*/ 63 w 86"/>
                  <a:gd name="T95" fmla="*/ 35 h 82"/>
                  <a:gd name="T96" fmla="*/ 68 w 86"/>
                  <a:gd name="T97" fmla="*/ 31 h 82"/>
                  <a:gd name="T98" fmla="*/ 74 w 86"/>
                  <a:gd name="T99" fmla="*/ 23 h 82"/>
                  <a:gd name="T100" fmla="*/ 75 w 86"/>
                  <a:gd name="T101" fmla="*/ 16 h 82"/>
                  <a:gd name="T102" fmla="*/ 82 w 86"/>
                  <a:gd name="T103" fmla="*/ 14 h 82"/>
                  <a:gd name="T104" fmla="*/ 84 w 86"/>
                  <a:gd name="T105" fmla="*/ 13 h 82"/>
                  <a:gd name="T106" fmla="*/ 84 w 86"/>
                  <a:gd name="T107" fmla="*/ 7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86" h="82">
                    <a:moveTo>
                      <a:pt x="84" y="7"/>
                    </a:moveTo>
                    <a:cubicBezTo>
                      <a:pt x="85" y="8"/>
                      <a:pt x="85" y="9"/>
                      <a:pt x="86" y="10"/>
                    </a:cubicBezTo>
                    <a:cubicBezTo>
                      <a:pt x="85" y="6"/>
                      <a:pt x="85" y="6"/>
                      <a:pt x="85" y="6"/>
                    </a:cubicBezTo>
                    <a:cubicBezTo>
                      <a:pt x="85" y="7"/>
                      <a:pt x="85" y="6"/>
                      <a:pt x="84" y="5"/>
                    </a:cubicBezTo>
                    <a:cubicBezTo>
                      <a:pt x="84" y="6"/>
                      <a:pt x="84" y="6"/>
                      <a:pt x="84" y="6"/>
                    </a:cubicBezTo>
                    <a:cubicBezTo>
                      <a:pt x="83" y="5"/>
                      <a:pt x="83" y="5"/>
                      <a:pt x="83" y="5"/>
                    </a:cubicBezTo>
                    <a:cubicBezTo>
                      <a:pt x="83" y="5"/>
                      <a:pt x="82" y="4"/>
                      <a:pt x="82" y="6"/>
                    </a:cubicBezTo>
                    <a:cubicBezTo>
                      <a:pt x="83" y="7"/>
                      <a:pt x="83" y="7"/>
                      <a:pt x="83" y="7"/>
                    </a:cubicBezTo>
                    <a:cubicBezTo>
                      <a:pt x="83" y="7"/>
                      <a:pt x="84" y="9"/>
                      <a:pt x="83" y="8"/>
                    </a:cubicBezTo>
                    <a:cubicBezTo>
                      <a:pt x="82" y="6"/>
                      <a:pt x="82" y="6"/>
                      <a:pt x="82" y="6"/>
                    </a:cubicBezTo>
                    <a:cubicBezTo>
                      <a:pt x="82" y="6"/>
                      <a:pt x="82" y="6"/>
                      <a:pt x="82" y="6"/>
                    </a:cubicBezTo>
                    <a:cubicBezTo>
                      <a:pt x="80" y="4"/>
                      <a:pt x="80" y="4"/>
                      <a:pt x="80" y="4"/>
                    </a:cubicBezTo>
                    <a:cubicBezTo>
                      <a:pt x="82" y="7"/>
                      <a:pt x="80" y="5"/>
                      <a:pt x="81" y="6"/>
                    </a:cubicBezTo>
                    <a:cubicBezTo>
                      <a:pt x="80" y="6"/>
                      <a:pt x="80" y="6"/>
                      <a:pt x="80" y="6"/>
                    </a:cubicBezTo>
                    <a:cubicBezTo>
                      <a:pt x="79" y="5"/>
                      <a:pt x="81" y="7"/>
                      <a:pt x="81" y="7"/>
                    </a:cubicBezTo>
                    <a:cubicBezTo>
                      <a:pt x="80" y="7"/>
                      <a:pt x="79" y="5"/>
                      <a:pt x="79" y="4"/>
                    </a:cubicBezTo>
                    <a:cubicBezTo>
                      <a:pt x="78" y="4"/>
                      <a:pt x="79" y="6"/>
                      <a:pt x="77" y="5"/>
                    </a:cubicBezTo>
                    <a:cubicBezTo>
                      <a:pt x="77" y="5"/>
                      <a:pt x="77" y="6"/>
                      <a:pt x="77" y="8"/>
                    </a:cubicBezTo>
                    <a:cubicBezTo>
                      <a:pt x="77" y="8"/>
                      <a:pt x="76" y="5"/>
                      <a:pt x="76" y="6"/>
                    </a:cubicBezTo>
                    <a:cubicBezTo>
                      <a:pt x="75" y="5"/>
                      <a:pt x="74" y="3"/>
                      <a:pt x="74" y="2"/>
                    </a:cubicBezTo>
                    <a:cubicBezTo>
                      <a:pt x="74" y="2"/>
                      <a:pt x="73" y="1"/>
                      <a:pt x="73" y="2"/>
                    </a:cubicBezTo>
                    <a:cubicBezTo>
                      <a:pt x="73" y="1"/>
                      <a:pt x="72" y="0"/>
                      <a:pt x="72" y="0"/>
                    </a:cubicBezTo>
                    <a:cubicBezTo>
                      <a:pt x="73" y="1"/>
                      <a:pt x="74" y="3"/>
                      <a:pt x="74" y="3"/>
                    </a:cubicBezTo>
                    <a:cubicBezTo>
                      <a:pt x="76" y="5"/>
                      <a:pt x="74" y="4"/>
                      <a:pt x="76" y="6"/>
                    </a:cubicBezTo>
                    <a:cubicBezTo>
                      <a:pt x="75" y="6"/>
                      <a:pt x="74" y="6"/>
                      <a:pt x="74" y="7"/>
                    </a:cubicBezTo>
                    <a:cubicBezTo>
                      <a:pt x="74" y="7"/>
                      <a:pt x="73" y="5"/>
                      <a:pt x="73" y="4"/>
                    </a:cubicBezTo>
                    <a:cubicBezTo>
                      <a:pt x="73" y="6"/>
                      <a:pt x="73" y="7"/>
                      <a:pt x="73" y="7"/>
                    </a:cubicBezTo>
                    <a:cubicBezTo>
                      <a:pt x="74" y="8"/>
                      <a:pt x="74" y="8"/>
                      <a:pt x="75" y="10"/>
                    </a:cubicBezTo>
                    <a:cubicBezTo>
                      <a:pt x="75" y="10"/>
                      <a:pt x="75" y="11"/>
                      <a:pt x="75" y="11"/>
                    </a:cubicBezTo>
                    <a:cubicBezTo>
                      <a:pt x="74" y="9"/>
                      <a:pt x="72" y="7"/>
                      <a:pt x="72" y="7"/>
                    </a:cubicBezTo>
                    <a:cubicBezTo>
                      <a:pt x="71" y="5"/>
                      <a:pt x="73" y="7"/>
                      <a:pt x="71" y="5"/>
                    </a:cubicBezTo>
                    <a:cubicBezTo>
                      <a:pt x="70" y="3"/>
                      <a:pt x="71" y="2"/>
                      <a:pt x="72" y="3"/>
                    </a:cubicBezTo>
                    <a:cubicBezTo>
                      <a:pt x="71" y="1"/>
                      <a:pt x="71" y="3"/>
                      <a:pt x="70" y="1"/>
                    </a:cubicBezTo>
                    <a:cubicBezTo>
                      <a:pt x="70" y="1"/>
                      <a:pt x="70" y="3"/>
                      <a:pt x="70" y="3"/>
                    </a:cubicBezTo>
                    <a:cubicBezTo>
                      <a:pt x="71" y="4"/>
                      <a:pt x="71" y="4"/>
                      <a:pt x="71" y="5"/>
                    </a:cubicBezTo>
                    <a:cubicBezTo>
                      <a:pt x="72" y="8"/>
                      <a:pt x="70" y="4"/>
                      <a:pt x="70" y="4"/>
                    </a:cubicBezTo>
                    <a:cubicBezTo>
                      <a:pt x="69" y="3"/>
                      <a:pt x="69" y="3"/>
                      <a:pt x="69" y="3"/>
                    </a:cubicBezTo>
                    <a:cubicBezTo>
                      <a:pt x="69" y="3"/>
                      <a:pt x="69" y="4"/>
                      <a:pt x="69" y="4"/>
                    </a:cubicBezTo>
                    <a:cubicBezTo>
                      <a:pt x="67" y="2"/>
                      <a:pt x="69" y="4"/>
                      <a:pt x="68" y="2"/>
                    </a:cubicBezTo>
                    <a:cubicBezTo>
                      <a:pt x="67" y="0"/>
                      <a:pt x="67" y="0"/>
                      <a:pt x="67" y="0"/>
                    </a:cubicBezTo>
                    <a:cubicBezTo>
                      <a:pt x="66" y="0"/>
                      <a:pt x="68" y="2"/>
                      <a:pt x="67" y="2"/>
                    </a:cubicBezTo>
                    <a:cubicBezTo>
                      <a:pt x="67" y="1"/>
                      <a:pt x="67" y="1"/>
                      <a:pt x="67" y="1"/>
                    </a:cubicBezTo>
                    <a:cubicBezTo>
                      <a:pt x="67" y="2"/>
                      <a:pt x="67" y="2"/>
                      <a:pt x="67" y="2"/>
                    </a:cubicBezTo>
                    <a:cubicBezTo>
                      <a:pt x="68" y="3"/>
                      <a:pt x="69" y="4"/>
                      <a:pt x="69" y="4"/>
                    </a:cubicBezTo>
                    <a:cubicBezTo>
                      <a:pt x="70" y="7"/>
                      <a:pt x="69" y="4"/>
                      <a:pt x="69" y="5"/>
                    </a:cubicBezTo>
                    <a:cubicBezTo>
                      <a:pt x="69" y="7"/>
                      <a:pt x="69" y="5"/>
                      <a:pt x="70" y="6"/>
                    </a:cubicBezTo>
                    <a:cubicBezTo>
                      <a:pt x="71" y="8"/>
                      <a:pt x="70" y="8"/>
                      <a:pt x="70" y="8"/>
                    </a:cubicBezTo>
                    <a:cubicBezTo>
                      <a:pt x="70" y="9"/>
                      <a:pt x="69" y="7"/>
                      <a:pt x="68" y="6"/>
                    </a:cubicBezTo>
                    <a:cubicBezTo>
                      <a:pt x="68" y="6"/>
                      <a:pt x="68" y="5"/>
                      <a:pt x="69" y="6"/>
                    </a:cubicBezTo>
                    <a:cubicBezTo>
                      <a:pt x="68" y="4"/>
                      <a:pt x="67" y="3"/>
                      <a:pt x="66" y="2"/>
                    </a:cubicBezTo>
                    <a:cubicBezTo>
                      <a:pt x="65" y="1"/>
                      <a:pt x="67" y="4"/>
                      <a:pt x="67" y="4"/>
                    </a:cubicBezTo>
                    <a:cubicBezTo>
                      <a:pt x="67" y="3"/>
                      <a:pt x="68" y="5"/>
                      <a:pt x="68" y="6"/>
                    </a:cubicBezTo>
                    <a:cubicBezTo>
                      <a:pt x="70" y="10"/>
                      <a:pt x="66" y="3"/>
                      <a:pt x="66" y="4"/>
                    </a:cubicBezTo>
                    <a:cubicBezTo>
                      <a:pt x="68" y="6"/>
                      <a:pt x="67" y="8"/>
                      <a:pt x="70" y="10"/>
                    </a:cubicBezTo>
                    <a:cubicBezTo>
                      <a:pt x="70" y="11"/>
                      <a:pt x="70" y="12"/>
                      <a:pt x="70" y="12"/>
                    </a:cubicBezTo>
                    <a:cubicBezTo>
                      <a:pt x="69" y="10"/>
                      <a:pt x="69" y="10"/>
                      <a:pt x="68" y="8"/>
                    </a:cubicBezTo>
                    <a:cubicBezTo>
                      <a:pt x="68" y="9"/>
                      <a:pt x="68" y="9"/>
                      <a:pt x="68" y="9"/>
                    </a:cubicBezTo>
                    <a:cubicBezTo>
                      <a:pt x="66" y="6"/>
                      <a:pt x="66" y="6"/>
                      <a:pt x="66" y="6"/>
                    </a:cubicBezTo>
                    <a:cubicBezTo>
                      <a:pt x="64" y="3"/>
                      <a:pt x="64" y="3"/>
                      <a:pt x="64" y="3"/>
                    </a:cubicBezTo>
                    <a:cubicBezTo>
                      <a:pt x="64" y="4"/>
                      <a:pt x="65" y="5"/>
                      <a:pt x="65" y="6"/>
                    </a:cubicBezTo>
                    <a:cubicBezTo>
                      <a:pt x="64" y="5"/>
                      <a:pt x="64" y="4"/>
                      <a:pt x="64" y="4"/>
                    </a:cubicBezTo>
                    <a:cubicBezTo>
                      <a:pt x="64" y="5"/>
                      <a:pt x="65" y="7"/>
                      <a:pt x="65" y="7"/>
                    </a:cubicBezTo>
                    <a:cubicBezTo>
                      <a:pt x="65" y="7"/>
                      <a:pt x="64" y="6"/>
                      <a:pt x="63" y="5"/>
                    </a:cubicBezTo>
                    <a:cubicBezTo>
                      <a:pt x="63" y="4"/>
                      <a:pt x="63" y="4"/>
                      <a:pt x="63" y="4"/>
                    </a:cubicBezTo>
                    <a:cubicBezTo>
                      <a:pt x="63" y="5"/>
                      <a:pt x="62" y="3"/>
                      <a:pt x="62" y="4"/>
                    </a:cubicBezTo>
                    <a:cubicBezTo>
                      <a:pt x="63" y="5"/>
                      <a:pt x="64" y="6"/>
                      <a:pt x="65" y="8"/>
                    </a:cubicBezTo>
                    <a:cubicBezTo>
                      <a:pt x="65" y="8"/>
                      <a:pt x="64" y="7"/>
                      <a:pt x="64" y="7"/>
                    </a:cubicBezTo>
                    <a:cubicBezTo>
                      <a:pt x="63" y="6"/>
                      <a:pt x="63" y="6"/>
                      <a:pt x="63" y="6"/>
                    </a:cubicBezTo>
                    <a:cubicBezTo>
                      <a:pt x="63" y="7"/>
                      <a:pt x="62" y="4"/>
                      <a:pt x="62" y="5"/>
                    </a:cubicBezTo>
                    <a:cubicBezTo>
                      <a:pt x="62" y="6"/>
                      <a:pt x="62" y="6"/>
                      <a:pt x="62" y="6"/>
                    </a:cubicBezTo>
                    <a:cubicBezTo>
                      <a:pt x="62" y="6"/>
                      <a:pt x="62" y="5"/>
                      <a:pt x="61" y="5"/>
                    </a:cubicBezTo>
                    <a:cubicBezTo>
                      <a:pt x="62" y="6"/>
                      <a:pt x="62" y="6"/>
                      <a:pt x="62" y="6"/>
                    </a:cubicBezTo>
                    <a:cubicBezTo>
                      <a:pt x="61" y="5"/>
                      <a:pt x="61" y="5"/>
                      <a:pt x="61" y="5"/>
                    </a:cubicBezTo>
                    <a:cubicBezTo>
                      <a:pt x="62" y="6"/>
                      <a:pt x="63" y="8"/>
                      <a:pt x="61" y="6"/>
                    </a:cubicBezTo>
                    <a:cubicBezTo>
                      <a:pt x="63" y="8"/>
                      <a:pt x="61" y="6"/>
                      <a:pt x="62" y="7"/>
                    </a:cubicBezTo>
                    <a:cubicBezTo>
                      <a:pt x="64" y="9"/>
                      <a:pt x="63" y="9"/>
                      <a:pt x="63" y="9"/>
                    </a:cubicBezTo>
                    <a:cubicBezTo>
                      <a:pt x="62" y="7"/>
                      <a:pt x="63" y="9"/>
                      <a:pt x="63" y="9"/>
                    </a:cubicBezTo>
                    <a:cubicBezTo>
                      <a:pt x="61" y="8"/>
                      <a:pt x="61" y="8"/>
                      <a:pt x="61" y="8"/>
                    </a:cubicBezTo>
                    <a:cubicBezTo>
                      <a:pt x="62" y="9"/>
                      <a:pt x="62" y="9"/>
                      <a:pt x="62" y="9"/>
                    </a:cubicBezTo>
                    <a:cubicBezTo>
                      <a:pt x="60" y="6"/>
                      <a:pt x="62" y="10"/>
                      <a:pt x="61" y="10"/>
                    </a:cubicBezTo>
                    <a:cubicBezTo>
                      <a:pt x="61" y="9"/>
                      <a:pt x="60" y="7"/>
                      <a:pt x="60" y="7"/>
                    </a:cubicBezTo>
                    <a:cubicBezTo>
                      <a:pt x="61" y="9"/>
                      <a:pt x="61" y="10"/>
                      <a:pt x="62" y="11"/>
                    </a:cubicBezTo>
                    <a:cubicBezTo>
                      <a:pt x="61" y="11"/>
                      <a:pt x="60" y="9"/>
                      <a:pt x="59" y="7"/>
                    </a:cubicBezTo>
                    <a:cubicBezTo>
                      <a:pt x="60" y="9"/>
                      <a:pt x="58" y="7"/>
                      <a:pt x="59" y="9"/>
                    </a:cubicBezTo>
                    <a:cubicBezTo>
                      <a:pt x="60" y="9"/>
                      <a:pt x="60" y="10"/>
                      <a:pt x="61" y="11"/>
                    </a:cubicBezTo>
                    <a:cubicBezTo>
                      <a:pt x="61" y="11"/>
                      <a:pt x="60" y="10"/>
                      <a:pt x="60" y="10"/>
                    </a:cubicBezTo>
                    <a:cubicBezTo>
                      <a:pt x="60" y="10"/>
                      <a:pt x="61" y="12"/>
                      <a:pt x="61" y="12"/>
                    </a:cubicBezTo>
                    <a:cubicBezTo>
                      <a:pt x="61" y="12"/>
                      <a:pt x="62" y="14"/>
                      <a:pt x="61" y="13"/>
                    </a:cubicBezTo>
                    <a:cubicBezTo>
                      <a:pt x="60" y="12"/>
                      <a:pt x="61" y="12"/>
                      <a:pt x="60" y="11"/>
                    </a:cubicBezTo>
                    <a:cubicBezTo>
                      <a:pt x="60" y="11"/>
                      <a:pt x="62" y="15"/>
                      <a:pt x="62" y="15"/>
                    </a:cubicBezTo>
                    <a:cubicBezTo>
                      <a:pt x="63" y="16"/>
                      <a:pt x="65" y="18"/>
                      <a:pt x="65" y="19"/>
                    </a:cubicBezTo>
                    <a:cubicBezTo>
                      <a:pt x="64" y="19"/>
                      <a:pt x="65" y="18"/>
                      <a:pt x="63" y="17"/>
                    </a:cubicBezTo>
                    <a:cubicBezTo>
                      <a:pt x="63" y="17"/>
                      <a:pt x="63" y="17"/>
                      <a:pt x="63" y="17"/>
                    </a:cubicBezTo>
                    <a:cubicBezTo>
                      <a:pt x="61" y="15"/>
                      <a:pt x="61" y="13"/>
                      <a:pt x="59" y="11"/>
                    </a:cubicBezTo>
                    <a:cubicBezTo>
                      <a:pt x="60" y="12"/>
                      <a:pt x="60" y="12"/>
                      <a:pt x="60" y="12"/>
                    </a:cubicBezTo>
                    <a:cubicBezTo>
                      <a:pt x="59" y="12"/>
                      <a:pt x="58" y="10"/>
                      <a:pt x="58" y="10"/>
                    </a:cubicBezTo>
                    <a:cubicBezTo>
                      <a:pt x="59" y="12"/>
                      <a:pt x="57" y="11"/>
                      <a:pt x="58" y="11"/>
                    </a:cubicBezTo>
                    <a:cubicBezTo>
                      <a:pt x="59" y="12"/>
                      <a:pt x="58" y="11"/>
                      <a:pt x="58" y="12"/>
                    </a:cubicBezTo>
                    <a:cubicBezTo>
                      <a:pt x="58" y="12"/>
                      <a:pt x="60" y="14"/>
                      <a:pt x="59" y="14"/>
                    </a:cubicBezTo>
                    <a:cubicBezTo>
                      <a:pt x="57" y="11"/>
                      <a:pt x="57" y="11"/>
                      <a:pt x="57" y="11"/>
                    </a:cubicBezTo>
                    <a:cubicBezTo>
                      <a:pt x="56" y="11"/>
                      <a:pt x="58" y="13"/>
                      <a:pt x="57" y="12"/>
                    </a:cubicBezTo>
                    <a:cubicBezTo>
                      <a:pt x="57" y="12"/>
                      <a:pt x="57" y="12"/>
                      <a:pt x="57" y="12"/>
                    </a:cubicBezTo>
                    <a:cubicBezTo>
                      <a:pt x="56" y="12"/>
                      <a:pt x="55" y="13"/>
                      <a:pt x="57" y="17"/>
                    </a:cubicBezTo>
                    <a:cubicBezTo>
                      <a:pt x="56" y="16"/>
                      <a:pt x="55" y="16"/>
                      <a:pt x="54" y="15"/>
                    </a:cubicBezTo>
                    <a:cubicBezTo>
                      <a:pt x="55" y="16"/>
                      <a:pt x="55" y="17"/>
                      <a:pt x="55" y="17"/>
                    </a:cubicBezTo>
                    <a:cubicBezTo>
                      <a:pt x="54" y="16"/>
                      <a:pt x="54" y="16"/>
                      <a:pt x="54" y="16"/>
                    </a:cubicBezTo>
                    <a:cubicBezTo>
                      <a:pt x="53" y="15"/>
                      <a:pt x="54" y="17"/>
                      <a:pt x="54" y="18"/>
                    </a:cubicBezTo>
                    <a:cubicBezTo>
                      <a:pt x="53" y="17"/>
                      <a:pt x="53" y="17"/>
                      <a:pt x="53" y="17"/>
                    </a:cubicBezTo>
                    <a:cubicBezTo>
                      <a:pt x="52" y="16"/>
                      <a:pt x="54" y="18"/>
                      <a:pt x="54" y="18"/>
                    </a:cubicBezTo>
                    <a:cubicBezTo>
                      <a:pt x="53" y="17"/>
                      <a:pt x="53" y="17"/>
                      <a:pt x="53" y="17"/>
                    </a:cubicBezTo>
                    <a:cubicBezTo>
                      <a:pt x="54" y="18"/>
                      <a:pt x="54" y="18"/>
                      <a:pt x="54" y="18"/>
                    </a:cubicBezTo>
                    <a:cubicBezTo>
                      <a:pt x="54" y="19"/>
                      <a:pt x="53" y="19"/>
                      <a:pt x="52" y="17"/>
                    </a:cubicBezTo>
                    <a:cubicBezTo>
                      <a:pt x="53" y="18"/>
                      <a:pt x="53" y="18"/>
                      <a:pt x="53" y="18"/>
                    </a:cubicBezTo>
                    <a:cubicBezTo>
                      <a:pt x="52" y="18"/>
                      <a:pt x="51" y="18"/>
                      <a:pt x="51" y="19"/>
                    </a:cubicBezTo>
                    <a:cubicBezTo>
                      <a:pt x="52" y="19"/>
                      <a:pt x="52" y="20"/>
                      <a:pt x="53" y="21"/>
                    </a:cubicBezTo>
                    <a:cubicBezTo>
                      <a:pt x="55" y="22"/>
                      <a:pt x="53" y="20"/>
                      <a:pt x="54" y="22"/>
                    </a:cubicBezTo>
                    <a:cubicBezTo>
                      <a:pt x="53" y="21"/>
                      <a:pt x="52" y="20"/>
                      <a:pt x="52" y="20"/>
                    </a:cubicBezTo>
                    <a:cubicBezTo>
                      <a:pt x="49" y="18"/>
                      <a:pt x="50" y="21"/>
                      <a:pt x="50" y="20"/>
                    </a:cubicBezTo>
                    <a:cubicBezTo>
                      <a:pt x="50" y="21"/>
                      <a:pt x="50" y="21"/>
                      <a:pt x="50" y="21"/>
                    </a:cubicBezTo>
                    <a:cubicBezTo>
                      <a:pt x="48" y="20"/>
                      <a:pt x="50" y="22"/>
                      <a:pt x="48" y="22"/>
                    </a:cubicBezTo>
                    <a:cubicBezTo>
                      <a:pt x="49" y="22"/>
                      <a:pt x="51" y="25"/>
                      <a:pt x="51" y="25"/>
                    </a:cubicBezTo>
                    <a:cubicBezTo>
                      <a:pt x="52" y="26"/>
                      <a:pt x="49" y="23"/>
                      <a:pt x="48" y="22"/>
                    </a:cubicBezTo>
                    <a:cubicBezTo>
                      <a:pt x="48" y="23"/>
                      <a:pt x="48" y="23"/>
                      <a:pt x="48" y="23"/>
                    </a:cubicBezTo>
                    <a:cubicBezTo>
                      <a:pt x="48" y="23"/>
                      <a:pt x="48" y="23"/>
                      <a:pt x="48" y="23"/>
                    </a:cubicBezTo>
                    <a:cubicBezTo>
                      <a:pt x="48" y="24"/>
                      <a:pt x="49" y="25"/>
                      <a:pt x="48" y="24"/>
                    </a:cubicBezTo>
                    <a:cubicBezTo>
                      <a:pt x="48" y="24"/>
                      <a:pt x="48" y="24"/>
                      <a:pt x="48" y="24"/>
                    </a:cubicBezTo>
                    <a:cubicBezTo>
                      <a:pt x="48" y="24"/>
                      <a:pt x="47" y="23"/>
                      <a:pt x="47" y="23"/>
                    </a:cubicBezTo>
                    <a:cubicBezTo>
                      <a:pt x="48" y="25"/>
                      <a:pt x="47" y="24"/>
                      <a:pt x="48" y="25"/>
                    </a:cubicBezTo>
                    <a:cubicBezTo>
                      <a:pt x="47" y="25"/>
                      <a:pt x="47" y="25"/>
                      <a:pt x="47" y="25"/>
                    </a:cubicBezTo>
                    <a:cubicBezTo>
                      <a:pt x="48" y="26"/>
                      <a:pt x="48" y="26"/>
                      <a:pt x="48" y="26"/>
                    </a:cubicBezTo>
                    <a:cubicBezTo>
                      <a:pt x="47" y="26"/>
                      <a:pt x="47" y="26"/>
                      <a:pt x="47" y="26"/>
                    </a:cubicBezTo>
                    <a:cubicBezTo>
                      <a:pt x="46" y="24"/>
                      <a:pt x="46" y="24"/>
                      <a:pt x="46" y="24"/>
                    </a:cubicBezTo>
                    <a:cubicBezTo>
                      <a:pt x="45" y="24"/>
                      <a:pt x="47" y="25"/>
                      <a:pt x="47" y="26"/>
                    </a:cubicBezTo>
                    <a:cubicBezTo>
                      <a:pt x="48" y="27"/>
                      <a:pt x="47" y="26"/>
                      <a:pt x="46" y="26"/>
                    </a:cubicBezTo>
                    <a:cubicBezTo>
                      <a:pt x="46" y="25"/>
                      <a:pt x="47" y="26"/>
                      <a:pt x="47" y="25"/>
                    </a:cubicBezTo>
                    <a:cubicBezTo>
                      <a:pt x="46" y="24"/>
                      <a:pt x="46" y="25"/>
                      <a:pt x="46" y="25"/>
                    </a:cubicBezTo>
                    <a:cubicBezTo>
                      <a:pt x="46" y="25"/>
                      <a:pt x="47" y="26"/>
                      <a:pt x="46" y="26"/>
                    </a:cubicBezTo>
                    <a:cubicBezTo>
                      <a:pt x="46" y="26"/>
                      <a:pt x="46" y="26"/>
                      <a:pt x="45" y="25"/>
                    </a:cubicBezTo>
                    <a:cubicBezTo>
                      <a:pt x="46" y="26"/>
                      <a:pt x="45" y="26"/>
                      <a:pt x="46" y="27"/>
                    </a:cubicBezTo>
                    <a:cubicBezTo>
                      <a:pt x="46" y="27"/>
                      <a:pt x="47" y="27"/>
                      <a:pt x="47" y="28"/>
                    </a:cubicBezTo>
                    <a:cubicBezTo>
                      <a:pt x="47" y="28"/>
                      <a:pt x="47" y="28"/>
                      <a:pt x="47" y="28"/>
                    </a:cubicBezTo>
                    <a:cubicBezTo>
                      <a:pt x="47" y="27"/>
                      <a:pt x="47" y="27"/>
                      <a:pt x="47" y="27"/>
                    </a:cubicBezTo>
                    <a:cubicBezTo>
                      <a:pt x="47" y="28"/>
                      <a:pt x="46" y="28"/>
                      <a:pt x="47" y="29"/>
                    </a:cubicBezTo>
                    <a:cubicBezTo>
                      <a:pt x="46" y="27"/>
                      <a:pt x="46" y="27"/>
                      <a:pt x="46" y="27"/>
                    </a:cubicBezTo>
                    <a:cubicBezTo>
                      <a:pt x="47" y="28"/>
                      <a:pt x="46" y="28"/>
                      <a:pt x="46" y="29"/>
                    </a:cubicBezTo>
                    <a:cubicBezTo>
                      <a:pt x="45" y="27"/>
                      <a:pt x="44" y="26"/>
                      <a:pt x="44" y="26"/>
                    </a:cubicBezTo>
                    <a:cubicBezTo>
                      <a:pt x="44" y="27"/>
                      <a:pt x="44" y="27"/>
                      <a:pt x="44" y="27"/>
                    </a:cubicBezTo>
                    <a:cubicBezTo>
                      <a:pt x="44" y="28"/>
                      <a:pt x="44" y="27"/>
                      <a:pt x="43" y="27"/>
                    </a:cubicBezTo>
                    <a:cubicBezTo>
                      <a:pt x="42" y="26"/>
                      <a:pt x="46" y="31"/>
                      <a:pt x="45" y="30"/>
                    </a:cubicBezTo>
                    <a:cubicBezTo>
                      <a:pt x="44" y="28"/>
                      <a:pt x="43" y="28"/>
                      <a:pt x="43" y="28"/>
                    </a:cubicBezTo>
                    <a:cubicBezTo>
                      <a:pt x="43" y="29"/>
                      <a:pt x="43" y="29"/>
                      <a:pt x="43" y="29"/>
                    </a:cubicBezTo>
                    <a:cubicBezTo>
                      <a:pt x="44" y="29"/>
                      <a:pt x="42" y="28"/>
                      <a:pt x="44" y="28"/>
                    </a:cubicBezTo>
                    <a:cubicBezTo>
                      <a:pt x="44" y="29"/>
                      <a:pt x="44" y="29"/>
                      <a:pt x="44" y="30"/>
                    </a:cubicBezTo>
                    <a:cubicBezTo>
                      <a:pt x="41" y="27"/>
                      <a:pt x="42" y="30"/>
                      <a:pt x="40" y="29"/>
                    </a:cubicBezTo>
                    <a:cubicBezTo>
                      <a:pt x="42" y="30"/>
                      <a:pt x="41" y="29"/>
                      <a:pt x="41" y="30"/>
                    </a:cubicBezTo>
                    <a:cubicBezTo>
                      <a:pt x="39" y="28"/>
                      <a:pt x="41" y="31"/>
                      <a:pt x="40" y="30"/>
                    </a:cubicBezTo>
                    <a:cubicBezTo>
                      <a:pt x="42" y="32"/>
                      <a:pt x="42" y="32"/>
                      <a:pt x="42" y="32"/>
                    </a:cubicBezTo>
                    <a:cubicBezTo>
                      <a:pt x="40" y="31"/>
                      <a:pt x="44" y="35"/>
                      <a:pt x="41" y="33"/>
                    </a:cubicBezTo>
                    <a:cubicBezTo>
                      <a:pt x="40" y="31"/>
                      <a:pt x="40" y="31"/>
                      <a:pt x="40" y="31"/>
                    </a:cubicBezTo>
                    <a:cubicBezTo>
                      <a:pt x="38" y="29"/>
                      <a:pt x="41" y="33"/>
                      <a:pt x="39" y="31"/>
                    </a:cubicBezTo>
                    <a:cubicBezTo>
                      <a:pt x="39" y="32"/>
                      <a:pt x="40" y="33"/>
                      <a:pt x="41" y="34"/>
                    </a:cubicBezTo>
                    <a:cubicBezTo>
                      <a:pt x="40" y="33"/>
                      <a:pt x="39" y="33"/>
                      <a:pt x="38" y="32"/>
                    </a:cubicBezTo>
                    <a:cubicBezTo>
                      <a:pt x="39" y="33"/>
                      <a:pt x="39" y="33"/>
                      <a:pt x="38" y="33"/>
                    </a:cubicBezTo>
                    <a:cubicBezTo>
                      <a:pt x="38" y="32"/>
                      <a:pt x="38" y="32"/>
                      <a:pt x="38" y="32"/>
                    </a:cubicBezTo>
                    <a:cubicBezTo>
                      <a:pt x="37" y="32"/>
                      <a:pt x="38" y="33"/>
                      <a:pt x="38" y="33"/>
                    </a:cubicBezTo>
                    <a:cubicBezTo>
                      <a:pt x="37" y="32"/>
                      <a:pt x="37" y="33"/>
                      <a:pt x="36" y="33"/>
                    </a:cubicBezTo>
                    <a:cubicBezTo>
                      <a:pt x="37" y="35"/>
                      <a:pt x="35" y="32"/>
                      <a:pt x="37" y="35"/>
                    </a:cubicBezTo>
                    <a:cubicBezTo>
                      <a:pt x="36" y="34"/>
                      <a:pt x="36" y="34"/>
                      <a:pt x="36" y="34"/>
                    </a:cubicBezTo>
                    <a:cubicBezTo>
                      <a:pt x="37" y="35"/>
                      <a:pt x="38" y="36"/>
                      <a:pt x="38" y="37"/>
                    </a:cubicBezTo>
                    <a:cubicBezTo>
                      <a:pt x="36" y="35"/>
                      <a:pt x="36" y="35"/>
                      <a:pt x="36" y="35"/>
                    </a:cubicBezTo>
                    <a:cubicBezTo>
                      <a:pt x="35" y="33"/>
                      <a:pt x="36" y="35"/>
                      <a:pt x="35" y="34"/>
                    </a:cubicBezTo>
                    <a:cubicBezTo>
                      <a:pt x="36" y="35"/>
                      <a:pt x="35" y="34"/>
                      <a:pt x="36" y="35"/>
                    </a:cubicBezTo>
                    <a:cubicBezTo>
                      <a:pt x="36" y="36"/>
                      <a:pt x="36" y="36"/>
                      <a:pt x="36" y="36"/>
                    </a:cubicBezTo>
                    <a:cubicBezTo>
                      <a:pt x="36" y="37"/>
                      <a:pt x="36" y="37"/>
                      <a:pt x="36" y="37"/>
                    </a:cubicBezTo>
                    <a:cubicBezTo>
                      <a:pt x="36" y="38"/>
                      <a:pt x="35" y="36"/>
                      <a:pt x="35" y="36"/>
                    </a:cubicBezTo>
                    <a:cubicBezTo>
                      <a:pt x="34" y="35"/>
                      <a:pt x="34" y="36"/>
                      <a:pt x="35" y="36"/>
                    </a:cubicBezTo>
                    <a:cubicBezTo>
                      <a:pt x="35" y="36"/>
                      <a:pt x="35" y="36"/>
                      <a:pt x="35" y="37"/>
                    </a:cubicBezTo>
                    <a:cubicBezTo>
                      <a:pt x="35" y="36"/>
                      <a:pt x="35" y="36"/>
                      <a:pt x="35" y="36"/>
                    </a:cubicBezTo>
                    <a:cubicBezTo>
                      <a:pt x="35" y="36"/>
                      <a:pt x="35" y="36"/>
                      <a:pt x="35" y="37"/>
                    </a:cubicBezTo>
                    <a:cubicBezTo>
                      <a:pt x="35" y="36"/>
                      <a:pt x="35" y="36"/>
                      <a:pt x="34" y="36"/>
                    </a:cubicBezTo>
                    <a:cubicBezTo>
                      <a:pt x="34" y="36"/>
                      <a:pt x="34" y="36"/>
                      <a:pt x="35" y="36"/>
                    </a:cubicBezTo>
                    <a:cubicBezTo>
                      <a:pt x="34" y="36"/>
                      <a:pt x="34" y="36"/>
                      <a:pt x="34" y="36"/>
                    </a:cubicBezTo>
                    <a:cubicBezTo>
                      <a:pt x="34" y="36"/>
                      <a:pt x="34" y="36"/>
                      <a:pt x="34" y="36"/>
                    </a:cubicBezTo>
                    <a:cubicBezTo>
                      <a:pt x="34" y="36"/>
                      <a:pt x="34" y="36"/>
                      <a:pt x="34" y="36"/>
                    </a:cubicBezTo>
                    <a:cubicBezTo>
                      <a:pt x="33" y="35"/>
                      <a:pt x="33" y="35"/>
                      <a:pt x="33" y="35"/>
                    </a:cubicBezTo>
                    <a:cubicBezTo>
                      <a:pt x="33" y="35"/>
                      <a:pt x="33" y="36"/>
                      <a:pt x="34" y="37"/>
                    </a:cubicBezTo>
                    <a:cubicBezTo>
                      <a:pt x="32" y="36"/>
                      <a:pt x="33" y="38"/>
                      <a:pt x="33" y="39"/>
                    </a:cubicBezTo>
                    <a:cubicBezTo>
                      <a:pt x="33" y="39"/>
                      <a:pt x="32" y="38"/>
                      <a:pt x="33" y="38"/>
                    </a:cubicBezTo>
                    <a:cubicBezTo>
                      <a:pt x="33" y="39"/>
                      <a:pt x="33" y="40"/>
                      <a:pt x="33" y="39"/>
                    </a:cubicBezTo>
                    <a:cubicBezTo>
                      <a:pt x="33" y="40"/>
                      <a:pt x="32" y="38"/>
                      <a:pt x="32" y="38"/>
                    </a:cubicBezTo>
                    <a:cubicBezTo>
                      <a:pt x="31" y="38"/>
                      <a:pt x="33" y="40"/>
                      <a:pt x="32" y="40"/>
                    </a:cubicBezTo>
                    <a:cubicBezTo>
                      <a:pt x="30" y="38"/>
                      <a:pt x="33" y="42"/>
                      <a:pt x="31" y="41"/>
                    </a:cubicBezTo>
                    <a:cubicBezTo>
                      <a:pt x="31" y="41"/>
                      <a:pt x="31" y="40"/>
                      <a:pt x="30" y="39"/>
                    </a:cubicBezTo>
                    <a:cubicBezTo>
                      <a:pt x="30" y="40"/>
                      <a:pt x="30" y="41"/>
                      <a:pt x="31" y="43"/>
                    </a:cubicBezTo>
                    <a:cubicBezTo>
                      <a:pt x="30" y="41"/>
                      <a:pt x="30" y="41"/>
                      <a:pt x="30" y="41"/>
                    </a:cubicBezTo>
                    <a:cubicBezTo>
                      <a:pt x="30" y="41"/>
                      <a:pt x="30" y="42"/>
                      <a:pt x="31" y="43"/>
                    </a:cubicBezTo>
                    <a:cubicBezTo>
                      <a:pt x="32" y="44"/>
                      <a:pt x="32" y="45"/>
                      <a:pt x="32" y="45"/>
                    </a:cubicBezTo>
                    <a:cubicBezTo>
                      <a:pt x="32" y="45"/>
                      <a:pt x="32" y="45"/>
                      <a:pt x="32" y="45"/>
                    </a:cubicBezTo>
                    <a:cubicBezTo>
                      <a:pt x="32" y="46"/>
                      <a:pt x="32" y="46"/>
                      <a:pt x="32" y="46"/>
                    </a:cubicBezTo>
                    <a:cubicBezTo>
                      <a:pt x="31" y="45"/>
                      <a:pt x="31" y="45"/>
                      <a:pt x="31" y="45"/>
                    </a:cubicBezTo>
                    <a:cubicBezTo>
                      <a:pt x="29" y="43"/>
                      <a:pt x="29" y="44"/>
                      <a:pt x="29" y="44"/>
                    </a:cubicBezTo>
                    <a:cubicBezTo>
                      <a:pt x="30" y="45"/>
                      <a:pt x="30" y="45"/>
                      <a:pt x="30" y="45"/>
                    </a:cubicBezTo>
                    <a:cubicBezTo>
                      <a:pt x="30" y="46"/>
                      <a:pt x="29" y="44"/>
                      <a:pt x="29" y="44"/>
                    </a:cubicBezTo>
                    <a:cubicBezTo>
                      <a:pt x="31" y="48"/>
                      <a:pt x="31" y="48"/>
                      <a:pt x="31" y="48"/>
                    </a:cubicBezTo>
                    <a:cubicBezTo>
                      <a:pt x="31" y="48"/>
                      <a:pt x="30" y="47"/>
                      <a:pt x="29" y="46"/>
                    </a:cubicBezTo>
                    <a:cubicBezTo>
                      <a:pt x="29" y="46"/>
                      <a:pt x="31" y="49"/>
                      <a:pt x="31" y="50"/>
                    </a:cubicBezTo>
                    <a:cubicBezTo>
                      <a:pt x="31" y="50"/>
                      <a:pt x="31" y="51"/>
                      <a:pt x="31" y="51"/>
                    </a:cubicBezTo>
                    <a:cubicBezTo>
                      <a:pt x="30" y="50"/>
                      <a:pt x="31" y="51"/>
                      <a:pt x="31" y="51"/>
                    </a:cubicBezTo>
                    <a:cubicBezTo>
                      <a:pt x="30" y="50"/>
                      <a:pt x="30" y="50"/>
                      <a:pt x="30" y="50"/>
                    </a:cubicBezTo>
                    <a:cubicBezTo>
                      <a:pt x="30" y="49"/>
                      <a:pt x="28" y="48"/>
                      <a:pt x="28" y="47"/>
                    </a:cubicBezTo>
                    <a:cubicBezTo>
                      <a:pt x="28" y="48"/>
                      <a:pt x="27" y="47"/>
                      <a:pt x="26" y="47"/>
                    </a:cubicBezTo>
                    <a:cubicBezTo>
                      <a:pt x="28" y="49"/>
                      <a:pt x="27" y="49"/>
                      <a:pt x="28" y="51"/>
                    </a:cubicBezTo>
                    <a:cubicBezTo>
                      <a:pt x="28" y="51"/>
                      <a:pt x="27" y="49"/>
                      <a:pt x="26" y="49"/>
                    </a:cubicBezTo>
                    <a:cubicBezTo>
                      <a:pt x="27" y="50"/>
                      <a:pt x="26" y="50"/>
                      <a:pt x="25" y="50"/>
                    </a:cubicBezTo>
                    <a:cubicBezTo>
                      <a:pt x="25" y="50"/>
                      <a:pt x="25" y="50"/>
                      <a:pt x="25" y="50"/>
                    </a:cubicBezTo>
                    <a:cubicBezTo>
                      <a:pt x="25" y="51"/>
                      <a:pt x="24" y="51"/>
                      <a:pt x="25" y="53"/>
                    </a:cubicBezTo>
                    <a:cubicBezTo>
                      <a:pt x="25" y="52"/>
                      <a:pt x="25" y="52"/>
                      <a:pt x="25" y="52"/>
                    </a:cubicBezTo>
                    <a:cubicBezTo>
                      <a:pt x="24" y="51"/>
                      <a:pt x="27" y="54"/>
                      <a:pt x="25" y="53"/>
                    </a:cubicBezTo>
                    <a:cubicBezTo>
                      <a:pt x="25" y="52"/>
                      <a:pt x="25" y="52"/>
                      <a:pt x="25" y="52"/>
                    </a:cubicBezTo>
                    <a:cubicBezTo>
                      <a:pt x="25" y="53"/>
                      <a:pt x="23" y="52"/>
                      <a:pt x="24" y="54"/>
                    </a:cubicBezTo>
                    <a:cubicBezTo>
                      <a:pt x="24" y="53"/>
                      <a:pt x="24" y="53"/>
                      <a:pt x="24" y="53"/>
                    </a:cubicBezTo>
                    <a:cubicBezTo>
                      <a:pt x="24" y="53"/>
                      <a:pt x="23" y="53"/>
                      <a:pt x="24" y="55"/>
                    </a:cubicBezTo>
                    <a:cubicBezTo>
                      <a:pt x="23" y="53"/>
                      <a:pt x="23" y="53"/>
                      <a:pt x="23" y="53"/>
                    </a:cubicBezTo>
                    <a:cubicBezTo>
                      <a:pt x="22" y="52"/>
                      <a:pt x="24" y="55"/>
                      <a:pt x="23" y="55"/>
                    </a:cubicBezTo>
                    <a:cubicBezTo>
                      <a:pt x="23" y="55"/>
                      <a:pt x="22" y="54"/>
                      <a:pt x="22" y="54"/>
                    </a:cubicBezTo>
                    <a:cubicBezTo>
                      <a:pt x="23" y="55"/>
                      <a:pt x="22" y="55"/>
                      <a:pt x="23" y="55"/>
                    </a:cubicBezTo>
                    <a:cubicBezTo>
                      <a:pt x="21" y="54"/>
                      <a:pt x="21" y="54"/>
                      <a:pt x="21" y="54"/>
                    </a:cubicBezTo>
                    <a:cubicBezTo>
                      <a:pt x="20" y="55"/>
                      <a:pt x="18" y="56"/>
                      <a:pt x="18" y="59"/>
                    </a:cubicBezTo>
                    <a:cubicBezTo>
                      <a:pt x="16" y="57"/>
                      <a:pt x="17" y="57"/>
                      <a:pt x="16" y="56"/>
                    </a:cubicBezTo>
                    <a:cubicBezTo>
                      <a:pt x="18" y="58"/>
                      <a:pt x="16" y="57"/>
                      <a:pt x="16" y="58"/>
                    </a:cubicBezTo>
                    <a:cubicBezTo>
                      <a:pt x="16" y="57"/>
                      <a:pt x="16" y="57"/>
                      <a:pt x="16" y="57"/>
                    </a:cubicBezTo>
                    <a:cubicBezTo>
                      <a:pt x="16" y="58"/>
                      <a:pt x="15" y="57"/>
                      <a:pt x="16" y="58"/>
                    </a:cubicBezTo>
                    <a:cubicBezTo>
                      <a:pt x="16" y="58"/>
                      <a:pt x="16" y="58"/>
                      <a:pt x="16" y="58"/>
                    </a:cubicBezTo>
                    <a:cubicBezTo>
                      <a:pt x="17" y="59"/>
                      <a:pt x="14" y="56"/>
                      <a:pt x="15" y="59"/>
                    </a:cubicBezTo>
                    <a:cubicBezTo>
                      <a:pt x="14" y="57"/>
                      <a:pt x="14" y="57"/>
                      <a:pt x="14" y="57"/>
                    </a:cubicBezTo>
                    <a:cubicBezTo>
                      <a:pt x="16" y="60"/>
                      <a:pt x="13" y="57"/>
                      <a:pt x="15" y="59"/>
                    </a:cubicBezTo>
                    <a:cubicBezTo>
                      <a:pt x="14" y="59"/>
                      <a:pt x="14" y="59"/>
                      <a:pt x="14" y="59"/>
                    </a:cubicBezTo>
                    <a:cubicBezTo>
                      <a:pt x="13" y="58"/>
                      <a:pt x="15" y="61"/>
                      <a:pt x="14" y="60"/>
                    </a:cubicBezTo>
                    <a:cubicBezTo>
                      <a:pt x="14" y="60"/>
                      <a:pt x="14" y="61"/>
                      <a:pt x="15" y="63"/>
                    </a:cubicBezTo>
                    <a:cubicBezTo>
                      <a:pt x="14" y="60"/>
                      <a:pt x="14" y="60"/>
                      <a:pt x="14" y="60"/>
                    </a:cubicBezTo>
                    <a:cubicBezTo>
                      <a:pt x="13" y="62"/>
                      <a:pt x="12" y="63"/>
                      <a:pt x="13" y="65"/>
                    </a:cubicBezTo>
                    <a:cubicBezTo>
                      <a:pt x="12" y="65"/>
                      <a:pt x="12" y="65"/>
                      <a:pt x="12" y="65"/>
                    </a:cubicBezTo>
                    <a:cubicBezTo>
                      <a:pt x="13" y="67"/>
                      <a:pt x="9" y="64"/>
                      <a:pt x="12" y="67"/>
                    </a:cubicBezTo>
                    <a:cubicBezTo>
                      <a:pt x="13" y="69"/>
                      <a:pt x="13" y="69"/>
                      <a:pt x="13" y="69"/>
                    </a:cubicBezTo>
                    <a:cubicBezTo>
                      <a:pt x="11" y="67"/>
                      <a:pt x="11" y="67"/>
                      <a:pt x="11" y="67"/>
                    </a:cubicBezTo>
                    <a:cubicBezTo>
                      <a:pt x="11" y="68"/>
                      <a:pt x="10" y="68"/>
                      <a:pt x="11" y="69"/>
                    </a:cubicBezTo>
                    <a:cubicBezTo>
                      <a:pt x="10" y="68"/>
                      <a:pt x="10" y="68"/>
                      <a:pt x="10" y="68"/>
                    </a:cubicBezTo>
                    <a:cubicBezTo>
                      <a:pt x="10" y="68"/>
                      <a:pt x="11" y="70"/>
                      <a:pt x="11" y="70"/>
                    </a:cubicBezTo>
                    <a:cubicBezTo>
                      <a:pt x="10" y="69"/>
                      <a:pt x="10" y="69"/>
                      <a:pt x="10" y="69"/>
                    </a:cubicBezTo>
                    <a:cubicBezTo>
                      <a:pt x="7" y="68"/>
                      <a:pt x="4" y="67"/>
                      <a:pt x="5" y="71"/>
                    </a:cubicBezTo>
                    <a:cubicBezTo>
                      <a:pt x="5" y="72"/>
                      <a:pt x="3" y="70"/>
                      <a:pt x="3" y="70"/>
                    </a:cubicBezTo>
                    <a:cubicBezTo>
                      <a:pt x="5" y="73"/>
                      <a:pt x="0" y="70"/>
                      <a:pt x="2" y="75"/>
                    </a:cubicBezTo>
                    <a:cubicBezTo>
                      <a:pt x="2" y="77"/>
                      <a:pt x="6" y="82"/>
                      <a:pt x="6" y="82"/>
                    </a:cubicBezTo>
                    <a:cubicBezTo>
                      <a:pt x="7" y="78"/>
                      <a:pt x="10" y="79"/>
                      <a:pt x="14" y="80"/>
                    </a:cubicBezTo>
                    <a:cubicBezTo>
                      <a:pt x="14" y="79"/>
                      <a:pt x="14" y="77"/>
                      <a:pt x="15" y="78"/>
                    </a:cubicBezTo>
                    <a:cubicBezTo>
                      <a:pt x="18" y="75"/>
                      <a:pt x="23" y="77"/>
                      <a:pt x="24" y="73"/>
                    </a:cubicBezTo>
                    <a:cubicBezTo>
                      <a:pt x="23" y="73"/>
                      <a:pt x="23" y="72"/>
                      <a:pt x="23" y="71"/>
                    </a:cubicBezTo>
                    <a:cubicBezTo>
                      <a:pt x="23" y="72"/>
                      <a:pt x="23" y="72"/>
                      <a:pt x="23" y="72"/>
                    </a:cubicBezTo>
                    <a:cubicBezTo>
                      <a:pt x="22" y="71"/>
                      <a:pt x="22" y="71"/>
                      <a:pt x="22" y="71"/>
                    </a:cubicBezTo>
                    <a:cubicBezTo>
                      <a:pt x="23" y="70"/>
                      <a:pt x="24" y="72"/>
                      <a:pt x="24" y="72"/>
                    </a:cubicBezTo>
                    <a:cubicBezTo>
                      <a:pt x="25" y="71"/>
                      <a:pt x="25" y="70"/>
                      <a:pt x="26" y="70"/>
                    </a:cubicBezTo>
                    <a:cubicBezTo>
                      <a:pt x="25" y="68"/>
                      <a:pt x="27" y="69"/>
                      <a:pt x="25" y="67"/>
                    </a:cubicBezTo>
                    <a:cubicBezTo>
                      <a:pt x="26" y="68"/>
                      <a:pt x="26" y="68"/>
                      <a:pt x="26" y="68"/>
                    </a:cubicBezTo>
                    <a:cubicBezTo>
                      <a:pt x="26" y="67"/>
                      <a:pt x="26" y="67"/>
                      <a:pt x="28" y="68"/>
                    </a:cubicBezTo>
                    <a:cubicBezTo>
                      <a:pt x="32" y="68"/>
                      <a:pt x="33" y="64"/>
                      <a:pt x="36" y="63"/>
                    </a:cubicBezTo>
                    <a:cubicBezTo>
                      <a:pt x="39" y="60"/>
                      <a:pt x="40" y="57"/>
                      <a:pt x="43" y="54"/>
                    </a:cubicBezTo>
                    <a:cubicBezTo>
                      <a:pt x="41" y="51"/>
                      <a:pt x="42" y="52"/>
                      <a:pt x="41" y="49"/>
                    </a:cubicBezTo>
                    <a:cubicBezTo>
                      <a:pt x="42" y="50"/>
                      <a:pt x="42" y="50"/>
                      <a:pt x="42" y="50"/>
                    </a:cubicBezTo>
                    <a:cubicBezTo>
                      <a:pt x="41" y="48"/>
                      <a:pt x="42" y="49"/>
                      <a:pt x="44" y="50"/>
                    </a:cubicBezTo>
                    <a:cubicBezTo>
                      <a:pt x="43" y="49"/>
                      <a:pt x="44" y="50"/>
                      <a:pt x="42" y="48"/>
                    </a:cubicBezTo>
                    <a:cubicBezTo>
                      <a:pt x="41" y="47"/>
                      <a:pt x="44" y="50"/>
                      <a:pt x="44" y="49"/>
                    </a:cubicBezTo>
                    <a:cubicBezTo>
                      <a:pt x="45" y="50"/>
                      <a:pt x="43" y="48"/>
                      <a:pt x="44" y="49"/>
                    </a:cubicBezTo>
                    <a:cubicBezTo>
                      <a:pt x="43" y="46"/>
                      <a:pt x="44" y="50"/>
                      <a:pt x="47" y="50"/>
                    </a:cubicBezTo>
                    <a:cubicBezTo>
                      <a:pt x="47" y="49"/>
                      <a:pt x="47" y="46"/>
                      <a:pt x="49" y="46"/>
                    </a:cubicBezTo>
                    <a:cubicBezTo>
                      <a:pt x="49" y="46"/>
                      <a:pt x="48" y="45"/>
                      <a:pt x="48" y="45"/>
                    </a:cubicBezTo>
                    <a:cubicBezTo>
                      <a:pt x="50" y="47"/>
                      <a:pt x="48" y="44"/>
                      <a:pt x="49" y="45"/>
                    </a:cubicBezTo>
                    <a:cubicBezTo>
                      <a:pt x="50" y="46"/>
                      <a:pt x="50" y="46"/>
                      <a:pt x="50" y="46"/>
                    </a:cubicBezTo>
                    <a:cubicBezTo>
                      <a:pt x="51" y="46"/>
                      <a:pt x="50" y="45"/>
                      <a:pt x="52" y="45"/>
                    </a:cubicBezTo>
                    <a:cubicBezTo>
                      <a:pt x="51" y="44"/>
                      <a:pt x="54" y="45"/>
                      <a:pt x="53" y="44"/>
                    </a:cubicBezTo>
                    <a:cubicBezTo>
                      <a:pt x="54" y="45"/>
                      <a:pt x="54" y="44"/>
                      <a:pt x="54" y="45"/>
                    </a:cubicBezTo>
                    <a:cubicBezTo>
                      <a:pt x="52" y="42"/>
                      <a:pt x="56" y="45"/>
                      <a:pt x="55" y="43"/>
                    </a:cubicBezTo>
                    <a:cubicBezTo>
                      <a:pt x="55" y="43"/>
                      <a:pt x="55" y="43"/>
                      <a:pt x="55" y="43"/>
                    </a:cubicBezTo>
                    <a:cubicBezTo>
                      <a:pt x="56" y="42"/>
                      <a:pt x="58" y="42"/>
                      <a:pt x="58" y="39"/>
                    </a:cubicBezTo>
                    <a:cubicBezTo>
                      <a:pt x="59" y="38"/>
                      <a:pt x="62" y="40"/>
                      <a:pt x="62" y="38"/>
                    </a:cubicBezTo>
                    <a:cubicBezTo>
                      <a:pt x="61" y="37"/>
                      <a:pt x="61" y="37"/>
                      <a:pt x="61" y="37"/>
                    </a:cubicBezTo>
                    <a:cubicBezTo>
                      <a:pt x="61" y="36"/>
                      <a:pt x="62" y="37"/>
                      <a:pt x="62" y="38"/>
                    </a:cubicBezTo>
                    <a:cubicBezTo>
                      <a:pt x="61" y="36"/>
                      <a:pt x="63" y="37"/>
                      <a:pt x="64" y="37"/>
                    </a:cubicBezTo>
                    <a:cubicBezTo>
                      <a:pt x="63" y="36"/>
                      <a:pt x="63" y="36"/>
                      <a:pt x="63" y="35"/>
                    </a:cubicBezTo>
                    <a:cubicBezTo>
                      <a:pt x="66" y="36"/>
                      <a:pt x="63" y="33"/>
                      <a:pt x="66" y="34"/>
                    </a:cubicBezTo>
                    <a:cubicBezTo>
                      <a:pt x="63" y="32"/>
                      <a:pt x="65" y="33"/>
                      <a:pt x="64" y="32"/>
                    </a:cubicBezTo>
                    <a:cubicBezTo>
                      <a:pt x="64" y="32"/>
                      <a:pt x="65" y="33"/>
                      <a:pt x="65" y="33"/>
                    </a:cubicBezTo>
                    <a:cubicBezTo>
                      <a:pt x="66" y="33"/>
                      <a:pt x="66" y="32"/>
                      <a:pt x="67" y="33"/>
                    </a:cubicBezTo>
                    <a:cubicBezTo>
                      <a:pt x="67" y="32"/>
                      <a:pt x="66" y="31"/>
                      <a:pt x="66" y="31"/>
                    </a:cubicBezTo>
                    <a:cubicBezTo>
                      <a:pt x="68" y="33"/>
                      <a:pt x="67" y="31"/>
                      <a:pt x="68" y="31"/>
                    </a:cubicBezTo>
                    <a:cubicBezTo>
                      <a:pt x="66" y="29"/>
                      <a:pt x="66" y="28"/>
                      <a:pt x="66" y="28"/>
                    </a:cubicBezTo>
                    <a:cubicBezTo>
                      <a:pt x="68" y="31"/>
                      <a:pt x="68" y="31"/>
                      <a:pt x="68" y="31"/>
                    </a:cubicBezTo>
                    <a:cubicBezTo>
                      <a:pt x="68" y="29"/>
                      <a:pt x="71" y="30"/>
                      <a:pt x="70" y="27"/>
                    </a:cubicBezTo>
                    <a:cubicBezTo>
                      <a:pt x="71" y="28"/>
                      <a:pt x="71" y="28"/>
                      <a:pt x="71" y="28"/>
                    </a:cubicBezTo>
                    <a:cubicBezTo>
                      <a:pt x="71" y="25"/>
                      <a:pt x="73" y="26"/>
                      <a:pt x="72" y="23"/>
                    </a:cubicBezTo>
                    <a:cubicBezTo>
                      <a:pt x="73" y="23"/>
                      <a:pt x="73" y="24"/>
                      <a:pt x="74" y="23"/>
                    </a:cubicBezTo>
                    <a:cubicBezTo>
                      <a:pt x="73" y="22"/>
                      <a:pt x="73" y="22"/>
                      <a:pt x="72" y="20"/>
                    </a:cubicBezTo>
                    <a:cubicBezTo>
                      <a:pt x="72" y="20"/>
                      <a:pt x="73" y="21"/>
                      <a:pt x="74" y="21"/>
                    </a:cubicBezTo>
                    <a:cubicBezTo>
                      <a:pt x="74" y="21"/>
                      <a:pt x="76" y="23"/>
                      <a:pt x="75" y="20"/>
                    </a:cubicBezTo>
                    <a:cubicBezTo>
                      <a:pt x="76" y="21"/>
                      <a:pt x="76" y="21"/>
                      <a:pt x="76" y="21"/>
                    </a:cubicBezTo>
                    <a:cubicBezTo>
                      <a:pt x="76" y="20"/>
                      <a:pt x="75" y="18"/>
                      <a:pt x="76" y="19"/>
                    </a:cubicBezTo>
                    <a:cubicBezTo>
                      <a:pt x="76" y="18"/>
                      <a:pt x="76" y="17"/>
                      <a:pt x="75" y="16"/>
                    </a:cubicBezTo>
                    <a:cubicBezTo>
                      <a:pt x="75" y="16"/>
                      <a:pt x="76" y="18"/>
                      <a:pt x="76" y="17"/>
                    </a:cubicBezTo>
                    <a:cubicBezTo>
                      <a:pt x="77" y="19"/>
                      <a:pt x="77" y="19"/>
                      <a:pt x="77" y="19"/>
                    </a:cubicBezTo>
                    <a:cubicBezTo>
                      <a:pt x="78" y="18"/>
                      <a:pt x="78" y="17"/>
                      <a:pt x="79" y="15"/>
                    </a:cubicBezTo>
                    <a:cubicBezTo>
                      <a:pt x="80" y="17"/>
                      <a:pt x="80" y="15"/>
                      <a:pt x="81" y="15"/>
                    </a:cubicBezTo>
                    <a:cubicBezTo>
                      <a:pt x="81" y="14"/>
                      <a:pt x="82" y="15"/>
                      <a:pt x="81" y="13"/>
                    </a:cubicBezTo>
                    <a:cubicBezTo>
                      <a:pt x="82" y="14"/>
                      <a:pt x="82" y="14"/>
                      <a:pt x="82" y="14"/>
                    </a:cubicBezTo>
                    <a:cubicBezTo>
                      <a:pt x="82" y="14"/>
                      <a:pt x="83" y="13"/>
                      <a:pt x="84" y="14"/>
                    </a:cubicBezTo>
                    <a:cubicBezTo>
                      <a:pt x="84" y="14"/>
                      <a:pt x="83" y="12"/>
                      <a:pt x="83" y="11"/>
                    </a:cubicBezTo>
                    <a:cubicBezTo>
                      <a:pt x="84" y="12"/>
                      <a:pt x="84" y="12"/>
                      <a:pt x="84" y="12"/>
                    </a:cubicBezTo>
                    <a:cubicBezTo>
                      <a:pt x="84" y="11"/>
                      <a:pt x="83" y="10"/>
                      <a:pt x="82" y="8"/>
                    </a:cubicBezTo>
                    <a:cubicBezTo>
                      <a:pt x="83" y="9"/>
                      <a:pt x="82" y="8"/>
                      <a:pt x="83" y="9"/>
                    </a:cubicBezTo>
                    <a:cubicBezTo>
                      <a:pt x="83" y="10"/>
                      <a:pt x="84" y="11"/>
                      <a:pt x="84" y="13"/>
                    </a:cubicBezTo>
                    <a:cubicBezTo>
                      <a:pt x="85" y="13"/>
                      <a:pt x="84" y="10"/>
                      <a:pt x="85" y="11"/>
                    </a:cubicBezTo>
                    <a:cubicBezTo>
                      <a:pt x="86" y="12"/>
                      <a:pt x="86" y="11"/>
                      <a:pt x="85" y="9"/>
                    </a:cubicBezTo>
                    <a:cubicBezTo>
                      <a:pt x="85" y="10"/>
                      <a:pt x="85" y="10"/>
                      <a:pt x="86" y="11"/>
                    </a:cubicBezTo>
                    <a:cubicBezTo>
                      <a:pt x="86" y="11"/>
                      <a:pt x="86" y="11"/>
                      <a:pt x="86" y="10"/>
                    </a:cubicBezTo>
                    <a:cubicBezTo>
                      <a:pt x="86" y="10"/>
                      <a:pt x="85" y="10"/>
                      <a:pt x="85" y="10"/>
                    </a:cubicBezTo>
                    <a:cubicBezTo>
                      <a:pt x="85" y="9"/>
                      <a:pt x="85" y="8"/>
                      <a:pt x="84" y="7"/>
                    </a:cubicBezTo>
                    <a:cubicBezTo>
                      <a:pt x="84" y="7"/>
                      <a:pt x="84" y="7"/>
                      <a:pt x="84" y="7"/>
                    </a:cubicBezTo>
                    <a:cubicBezTo>
                      <a:pt x="83" y="6"/>
                      <a:pt x="84" y="5"/>
                      <a:pt x="84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62" name="Freeform 37"/>
              <p:cNvSpPr/>
              <p:nvPr>
                <p:custDataLst>
                  <p:tags r:id="rId283"/>
                </p:custDataLst>
              </p:nvPr>
            </p:nvSpPr>
            <p:spPr bwMode="auto">
              <a:xfrm>
                <a:off x="3725" y="2268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63" name="Freeform 38"/>
              <p:cNvSpPr/>
              <p:nvPr>
                <p:custDataLst>
                  <p:tags r:id="rId284"/>
                </p:custDataLst>
              </p:nvPr>
            </p:nvSpPr>
            <p:spPr bwMode="auto">
              <a:xfrm>
                <a:off x="3474" y="207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64" name="Freeform 39"/>
              <p:cNvSpPr/>
              <p:nvPr>
                <p:custDataLst>
                  <p:tags r:id="rId285"/>
                </p:custDataLst>
              </p:nvPr>
            </p:nvSpPr>
            <p:spPr bwMode="auto">
              <a:xfrm>
                <a:off x="3799" y="2608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65" name="Freeform 40"/>
              <p:cNvSpPr/>
              <p:nvPr>
                <p:custDataLst>
                  <p:tags r:id="rId286"/>
                </p:custDataLst>
              </p:nvPr>
            </p:nvSpPr>
            <p:spPr bwMode="auto">
              <a:xfrm>
                <a:off x="3470" y="2079"/>
                <a:ext cx="2" cy="3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1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66" name="Freeform 41"/>
              <p:cNvSpPr/>
              <p:nvPr>
                <p:custDataLst>
                  <p:tags r:id="rId287"/>
                </p:custDataLst>
              </p:nvPr>
            </p:nvSpPr>
            <p:spPr bwMode="auto">
              <a:xfrm>
                <a:off x="3825" y="276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67" name="Freeform 42"/>
              <p:cNvSpPr/>
              <p:nvPr>
                <p:custDataLst>
                  <p:tags r:id="rId288"/>
                </p:custDataLst>
              </p:nvPr>
            </p:nvSpPr>
            <p:spPr bwMode="auto">
              <a:xfrm>
                <a:off x="3466" y="2152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68" name="Freeform 43"/>
              <p:cNvSpPr/>
              <p:nvPr>
                <p:custDataLst>
                  <p:tags r:id="rId289"/>
                </p:custDataLst>
              </p:nvPr>
            </p:nvSpPr>
            <p:spPr bwMode="auto">
              <a:xfrm>
                <a:off x="3916" y="2582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69" name="Freeform 44"/>
              <p:cNvSpPr/>
              <p:nvPr>
                <p:custDataLst>
                  <p:tags r:id="rId290"/>
                </p:custDataLst>
              </p:nvPr>
            </p:nvSpPr>
            <p:spPr bwMode="auto">
              <a:xfrm>
                <a:off x="3899" y="278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70" name="Freeform 45"/>
              <p:cNvSpPr/>
              <p:nvPr>
                <p:custDataLst>
                  <p:tags r:id="rId291"/>
                </p:custDataLst>
              </p:nvPr>
            </p:nvSpPr>
            <p:spPr bwMode="auto">
              <a:xfrm>
                <a:off x="3926" y="2582"/>
                <a:ext cx="3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71" name="Freeform 46"/>
              <p:cNvSpPr/>
              <p:nvPr>
                <p:custDataLst>
                  <p:tags r:id="rId292"/>
                </p:custDataLst>
              </p:nvPr>
            </p:nvSpPr>
            <p:spPr bwMode="auto">
              <a:xfrm>
                <a:off x="3850" y="268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72" name="Freeform 47"/>
              <p:cNvSpPr/>
              <p:nvPr>
                <p:custDataLst>
                  <p:tags r:id="rId293"/>
                </p:custDataLst>
              </p:nvPr>
            </p:nvSpPr>
            <p:spPr bwMode="auto">
              <a:xfrm>
                <a:off x="3926" y="258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73" name="Freeform 48"/>
              <p:cNvSpPr/>
              <p:nvPr>
                <p:custDataLst>
                  <p:tags r:id="rId294"/>
                </p:custDataLst>
              </p:nvPr>
            </p:nvSpPr>
            <p:spPr bwMode="auto">
              <a:xfrm>
                <a:off x="3810" y="278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74" name="Freeform 49"/>
              <p:cNvSpPr/>
              <p:nvPr>
                <p:custDataLst>
                  <p:tags r:id="rId295"/>
                </p:custDataLst>
              </p:nvPr>
            </p:nvSpPr>
            <p:spPr bwMode="auto">
              <a:xfrm>
                <a:off x="3827" y="2270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0"/>
                      <a:pt x="1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75" name="Freeform 50"/>
              <p:cNvSpPr/>
              <p:nvPr>
                <p:custDataLst>
                  <p:tags r:id="rId296"/>
                </p:custDataLst>
              </p:nvPr>
            </p:nvSpPr>
            <p:spPr bwMode="auto">
              <a:xfrm>
                <a:off x="3470" y="208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76" name="Freeform 51"/>
              <p:cNvSpPr/>
              <p:nvPr>
                <p:custDataLst>
                  <p:tags r:id="rId297"/>
                </p:custDataLst>
              </p:nvPr>
            </p:nvSpPr>
            <p:spPr bwMode="auto">
              <a:xfrm>
                <a:off x="4497" y="2332"/>
                <a:ext cx="2" cy="4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1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1" y="0"/>
                      <a:pt x="0" y="1"/>
                    </a:cubicBezTo>
                    <a:cubicBezTo>
                      <a:pt x="1" y="1"/>
                      <a:pt x="0" y="2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77" name="Freeform 52"/>
              <p:cNvSpPr/>
              <p:nvPr>
                <p:custDataLst>
                  <p:tags r:id="rId298"/>
                </p:custDataLst>
              </p:nvPr>
            </p:nvSpPr>
            <p:spPr bwMode="auto">
              <a:xfrm>
                <a:off x="4468" y="2319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2 w 2"/>
                  <a:gd name="T3" fmla="*/ 0 h 2"/>
                  <a:gd name="T4" fmla="*/ 0 w 2"/>
                  <a:gd name="T5" fmla="*/ 2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2" y="0"/>
                    </a:lnTo>
                    <a:lnTo>
                      <a:pt x="0" y="2"/>
                    </a:lnTo>
                    <a:lnTo>
                      <a:pt x="2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78" name="Freeform 53"/>
              <p:cNvSpPr/>
              <p:nvPr>
                <p:custDataLst>
                  <p:tags r:id="rId299"/>
                </p:custDataLst>
              </p:nvPr>
            </p:nvSpPr>
            <p:spPr bwMode="auto">
              <a:xfrm>
                <a:off x="4451" y="2270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79" name="Freeform 54"/>
              <p:cNvSpPr/>
              <p:nvPr>
                <p:custDataLst>
                  <p:tags r:id="rId300"/>
                </p:custDataLst>
              </p:nvPr>
            </p:nvSpPr>
            <p:spPr bwMode="auto">
              <a:xfrm>
                <a:off x="4385" y="2289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80" name="Freeform 55"/>
              <p:cNvSpPr/>
              <p:nvPr>
                <p:custDataLst>
                  <p:tags r:id="rId301"/>
                </p:custDataLst>
              </p:nvPr>
            </p:nvSpPr>
            <p:spPr bwMode="auto">
              <a:xfrm>
                <a:off x="4381" y="2277"/>
                <a:ext cx="4" cy="2"/>
              </a:xfrm>
              <a:custGeom>
                <a:avLst/>
                <a:gdLst>
                  <a:gd name="T0" fmla="*/ 1 w 2"/>
                  <a:gd name="T1" fmla="*/ 1 h 1"/>
                  <a:gd name="T2" fmla="*/ 1 w 2"/>
                  <a:gd name="T3" fmla="*/ 1 h 1"/>
                  <a:gd name="T4" fmla="*/ 1 w 2"/>
                  <a:gd name="T5" fmla="*/ 0 h 1"/>
                  <a:gd name="T6" fmla="*/ 1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1" y="1"/>
                      <a:pt x="1" y="1"/>
                    </a:cubicBezTo>
                    <a:cubicBezTo>
                      <a:pt x="1" y="0"/>
                      <a:pt x="2" y="0"/>
                      <a:pt x="1" y="0"/>
                    </a:cubicBezTo>
                    <a:lnTo>
                      <a:pt x="1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81" name="Freeform 56"/>
              <p:cNvSpPr/>
              <p:nvPr>
                <p:custDataLst>
                  <p:tags r:id="rId302"/>
                </p:custDataLst>
              </p:nvPr>
            </p:nvSpPr>
            <p:spPr bwMode="auto">
              <a:xfrm>
                <a:off x="4383" y="2281"/>
                <a:ext cx="4" cy="2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82" name="Freeform 57"/>
              <p:cNvSpPr/>
              <p:nvPr>
                <p:custDataLst>
                  <p:tags r:id="rId303"/>
                </p:custDataLst>
              </p:nvPr>
            </p:nvSpPr>
            <p:spPr bwMode="auto">
              <a:xfrm>
                <a:off x="4504" y="232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83" name="Freeform 58"/>
              <p:cNvSpPr/>
              <p:nvPr>
                <p:custDataLst>
                  <p:tags r:id="rId304"/>
                </p:custDataLst>
              </p:nvPr>
            </p:nvSpPr>
            <p:spPr bwMode="auto">
              <a:xfrm>
                <a:off x="3602" y="1893"/>
                <a:ext cx="27" cy="2"/>
              </a:xfrm>
              <a:custGeom>
                <a:avLst/>
                <a:gdLst>
                  <a:gd name="T0" fmla="*/ 4 w 13"/>
                  <a:gd name="T1" fmla="*/ 1 h 1"/>
                  <a:gd name="T2" fmla="*/ 6 w 13"/>
                  <a:gd name="T3" fmla="*/ 1 h 1"/>
                  <a:gd name="T4" fmla="*/ 6 w 13"/>
                  <a:gd name="T5" fmla="*/ 1 h 1"/>
                  <a:gd name="T6" fmla="*/ 6 w 13"/>
                  <a:gd name="T7" fmla="*/ 1 h 1"/>
                  <a:gd name="T8" fmla="*/ 6 w 13"/>
                  <a:gd name="T9" fmla="*/ 1 h 1"/>
                  <a:gd name="T10" fmla="*/ 6 w 13"/>
                  <a:gd name="T11" fmla="*/ 1 h 1"/>
                  <a:gd name="T12" fmla="*/ 6 w 13"/>
                  <a:gd name="T13" fmla="*/ 1 h 1"/>
                  <a:gd name="T14" fmla="*/ 6 w 13"/>
                  <a:gd name="T15" fmla="*/ 1 h 1"/>
                  <a:gd name="T16" fmla="*/ 4 w 13"/>
                  <a:gd name="T17" fmla="*/ 1 h 1"/>
                  <a:gd name="T18" fmla="*/ 4 w 13"/>
                  <a:gd name="T1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3" h="1">
                    <a:moveTo>
                      <a:pt x="4" y="1"/>
                    </a:moveTo>
                    <a:cubicBezTo>
                      <a:pt x="4" y="1"/>
                      <a:pt x="5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0" y="0"/>
                      <a:pt x="13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84" name="Freeform 59"/>
              <p:cNvSpPr/>
              <p:nvPr>
                <p:custDataLst>
                  <p:tags r:id="rId305"/>
                </p:custDataLst>
              </p:nvPr>
            </p:nvSpPr>
            <p:spPr bwMode="auto">
              <a:xfrm>
                <a:off x="4495" y="2332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85" name="Freeform 60"/>
              <p:cNvSpPr/>
              <p:nvPr>
                <p:custDataLst>
                  <p:tags r:id="rId306"/>
                </p:custDataLst>
              </p:nvPr>
            </p:nvSpPr>
            <p:spPr bwMode="auto">
              <a:xfrm>
                <a:off x="4381" y="2277"/>
                <a:ext cx="4" cy="8"/>
              </a:xfrm>
              <a:custGeom>
                <a:avLst/>
                <a:gdLst>
                  <a:gd name="T0" fmla="*/ 2 w 2"/>
                  <a:gd name="T1" fmla="*/ 1 h 4"/>
                  <a:gd name="T2" fmla="*/ 2 w 2"/>
                  <a:gd name="T3" fmla="*/ 0 h 4"/>
                  <a:gd name="T4" fmla="*/ 1 w 2"/>
                  <a:gd name="T5" fmla="*/ 2 h 4"/>
                  <a:gd name="T6" fmla="*/ 1 w 2"/>
                  <a:gd name="T7" fmla="*/ 2 h 4"/>
                  <a:gd name="T8" fmla="*/ 0 w 2"/>
                  <a:gd name="T9" fmla="*/ 4 h 4"/>
                  <a:gd name="T10" fmla="*/ 2 w 2"/>
                  <a:gd name="T11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4">
                    <a:moveTo>
                      <a:pt x="2" y="1"/>
                    </a:moveTo>
                    <a:cubicBezTo>
                      <a:pt x="2" y="1"/>
                      <a:pt x="2" y="0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0" y="3"/>
                      <a:pt x="1" y="2"/>
                    </a:cubicBezTo>
                    <a:cubicBezTo>
                      <a:pt x="0" y="3"/>
                      <a:pt x="0" y="4"/>
                      <a:pt x="0" y="4"/>
                    </a:cubicBezTo>
                    <a:cubicBezTo>
                      <a:pt x="1" y="3"/>
                      <a:pt x="1" y="1"/>
                      <a:pt x="2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86" name="Freeform 61"/>
              <p:cNvSpPr/>
              <p:nvPr>
                <p:custDataLst>
                  <p:tags r:id="rId307"/>
                </p:custDataLst>
              </p:nvPr>
            </p:nvSpPr>
            <p:spPr bwMode="auto">
              <a:xfrm>
                <a:off x="4519" y="2328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0 w 2"/>
                  <a:gd name="T3" fmla="*/ 2 h 2"/>
                  <a:gd name="T4" fmla="*/ 2 w 2"/>
                  <a:gd name="T5" fmla="*/ 0 h 2"/>
                  <a:gd name="T6" fmla="*/ 0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87" name="Freeform 62"/>
              <p:cNvSpPr/>
              <p:nvPr>
                <p:custDataLst>
                  <p:tags r:id="rId308"/>
                </p:custDataLst>
              </p:nvPr>
            </p:nvSpPr>
            <p:spPr bwMode="auto">
              <a:xfrm>
                <a:off x="4504" y="2325"/>
                <a:ext cx="0" cy="3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88" name="Freeform 63"/>
              <p:cNvSpPr/>
              <p:nvPr>
                <p:custDataLst>
                  <p:tags r:id="rId309"/>
                </p:custDataLst>
              </p:nvPr>
            </p:nvSpPr>
            <p:spPr bwMode="auto">
              <a:xfrm>
                <a:off x="4391" y="2294"/>
                <a:ext cx="4" cy="4"/>
              </a:xfrm>
              <a:custGeom>
                <a:avLst/>
                <a:gdLst>
                  <a:gd name="T0" fmla="*/ 1 w 2"/>
                  <a:gd name="T1" fmla="*/ 1 h 2"/>
                  <a:gd name="T2" fmla="*/ 1 w 2"/>
                  <a:gd name="T3" fmla="*/ 1 h 2"/>
                  <a:gd name="T4" fmla="*/ 1 w 2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89" name="Freeform 64"/>
              <p:cNvSpPr/>
              <p:nvPr>
                <p:custDataLst>
                  <p:tags r:id="rId310"/>
                </p:custDataLst>
              </p:nvPr>
            </p:nvSpPr>
            <p:spPr bwMode="auto">
              <a:xfrm>
                <a:off x="4381" y="2281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90" name="Freeform 65"/>
              <p:cNvSpPr/>
              <p:nvPr>
                <p:custDataLst>
                  <p:tags r:id="rId311"/>
                </p:custDataLst>
              </p:nvPr>
            </p:nvSpPr>
            <p:spPr bwMode="auto">
              <a:xfrm>
                <a:off x="3332" y="1903"/>
                <a:ext cx="2" cy="7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3 h 3"/>
                  <a:gd name="T4" fmla="*/ 1 w 1"/>
                  <a:gd name="T5" fmla="*/ 0 h 3"/>
                  <a:gd name="T6" fmla="*/ 0 w 1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3"/>
                      <a:pt x="0" y="3"/>
                      <a:pt x="1" y="3"/>
                    </a:cubicBezTo>
                    <a:cubicBezTo>
                      <a:pt x="1" y="2"/>
                      <a:pt x="1" y="1"/>
                      <a:pt x="1" y="0"/>
                    </a:cubicBezTo>
                    <a:lnTo>
                      <a:pt x="0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91" name="Freeform 66"/>
              <p:cNvSpPr/>
              <p:nvPr>
                <p:custDataLst>
                  <p:tags r:id="rId312"/>
                </p:custDataLst>
              </p:nvPr>
            </p:nvSpPr>
            <p:spPr bwMode="auto">
              <a:xfrm>
                <a:off x="3566" y="2372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0" y="0"/>
                    </a:cubicBezTo>
                    <a:cubicBezTo>
                      <a:pt x="0" y="1"/>
                      <a:pt x="1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92" name="Freeform 67"/>
              <p:cNvSpPr/>
              <p:nvPr>
                <p:custDataLst>
                  <p:tags r:id="rId313"/>
                </p:custDataLst>
              </p:nvPr>
            </p:nvSpPr>
            <p:spPr bwMode="auto">
              <a:xfrm>
                <a:off x="3474" y="2073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93" name="Freeform 68"/>
              <p:cNvSpPr/>
              <p:nvPr>
                <p:custDataLst>
                  <p:tags r:id="rId314"/>
                </p:custDataLst>
              </p:nvPr>
            </p:nvSpPr>
            <p:spPr bwMode="auto">
              <a:xfrm>
                <a:off x="4060" y="1568"/>
                <a:ext cx="2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1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94" name="Freeform 69"/>
              <p:cNvSpPr/>
              <p:nvPr>
                <p:custDataLst>
                  <p:tags r:id="rId315"/>
                </p:custDataLst>
              </p:nvPr>
            </p:nvSpPr>
            <p:spPr bwMode="auto">
              <a:xfrm>
                <a:off x="3472" y="2073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0 w 1"/>
                  <a:gd name="T3" fmla="*/ 1 w 1"/>
                  <a:gd name="T4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95" name="Freeform 70"/>
              <p:cNvSpPr/>
              <p:nvPr>
                <p:custDataLst>
                  <p:tags r:id="rId316"/>
                </p:custDataLst>
              </p:nvPr>
            </p:nvSpPr>
            <p:spPr bwMode="auto">
              <a:xfrm>
                <a:off x="3474" y="2073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1 h 1"/>
                  <a:gd name="T4" fmla="*/ 1 h 1"/>
                  <a:gd name="T5" fmla="*/ 1 h 1"/>
                  <a:gd name="T6" fmla="*/ 0 h 1"/>
                  <a:gd name="T7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  <a:cxn ang="0">
                    <a:pos x="0" y="T7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96" name="Freeform 71"/>
              <p:cNvSpPr/>
              <p:nvPr>
                <p:custDataLst>
                  <p:tags r:id="rId317"/>
                </p:custDataLst>
              </p:nvPr>
            </p:nvSpPr>
            <p:spPr bwMode="auto">
              <a:xfrm>
                <a:off x="3702" y="1530"/>
                <a:ext cx="4" cy="2"/>
              </a:xfrm>
              <a:custGeom>
                <a:avLst/>
                <a:gdLst>
                  <a:gd name="T0" fmla="*/ 0 w 2"/>
                  <a:gd name="T1" fmla="*/ 1 h 1"/>
                  <a:gd name="T2" fmla="*/ 0 w 2"/>
                  <a:gd name="T3" fmla="*/ 1 h 1"/>
                  <a:gd name="T4" fmla="*/ 2 w 2"/>
                  <a:gd name="T5" fmla="*/ 0 h 1"/>
                  <a:gd name="T6" fmla="*/ 0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0"/>
                      <a:pt x="2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97" name="Freeform 72"/>
              <p:cNvSpPr/>
              <p:nvPr>
                <p:custDataLst>
                  <p:tags r:id="rId318"/>
                </p:custDataLst>
              </p:nvPr>
            </p:nvSpPr>
            <p:spPr bwMode="auto">
              <a:xfrm>
                <a:off x="3421" y="2084"/>
                <a:ext cx="17" cy="15"/>
              </a:xfrm>
              <a:custGeom>
                <a:avLst/>
                <a:gdLst>
                  <a:gd name="T0" fmla="*/ 2 w 8"/>
                  <a:gd name="T1" fmla="*/ 5 h 7"/>
                  <a:gd name="T2" fmla="*/ 4 w 8"/>
                  <a:gd name="T3" fmla="*/ 2 h 7"/>
                  <a:gd name="T4" fmla="*/ 2 w 8"/>
                  <a:gd name="T5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" h="7">
                    <a:moveTo>
                      <a:pt x="2" y="5"/>
                    </a:moveTo>
                    <a:cubicBezTo>
                      <a:pt x="8" y="0"/>
                      <a:pt x="0" y="7"/>
                      <a:pt x="4" y="2"/>
                    </a:cubicBezTo>
                    <a:cubicBezTo>
                      <a:pt x="2" y="3"/>
                      <a:pt x="2" y="4"/>
                      <a:pt x="2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98" name="Freeform 73"/>
              <p:cNvSpPr/>
              <p:nvPr>
                <p:custDataLst>
                  <p:tags r:id="rId319"/>
                </p:custDataLst>
              </p:nvPr>
            </p:nvSpPr>
            <p:spPr bwMode="auto">
              <a:xfrm>
                <a:off x="4381" y="2247"/>
                <a:ext cx="2" cy="4"/>
              </a:xfrm>
              <a:custGeom>
                <a:avLst/>
                <a:gdLst>
                  <a:gd name="T0" fmla="*/ 0 w 1"/>
                  <a:gd name="T1" fmla="*/ 1 h 2"/>
                  <a:gd name="T2" fmla="*/ 1 w 1"/>
                  <a:gd name="T3" fmla="*/ 0 h 2"/>
                  <a:gd name="T4" fmla="*/ 0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2"/>
                      <a:pt x="0" y="0"/>
                      <a:pt x="1" y="0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99" name="Freeform 74"/>
              <p:cNvSpPr/>
              <p:nvPr>
                <p:custDataLst>
                  <p:tags r:id="rId320"/>
                </p:custDataLst>
              </p:nvPr>
            </p:nvSpPr>
            <p:spPr bwMode="auto">
              <a:xfrm>
                <a:off x="4381" y="2247"/>
                <a:ext cx="2" cy="6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3 h 3"/>
                  <a:gd name="T4" fmla="*/ 1 w 1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2"/>
                      <a:pt x="1" y="1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00" name="Freeform 75"/>
              <p:cNvSpPr/>
              <p:nvPr>
                <p:custDataLst>
                  <p:tags r:id="rId321"/>
                </p:custDataLst>
              </p:nvPr>
            </p:nvSpPr>
            <p:spPr bwMode="auto">
              <a:xfrm>
                <a:off x="3914" y="153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01" name="Freeform 76"/>
              <p:cNvSpPr/>
              <p:nvPr>
                <p:custDataLst>
                  <p:tags r:id="rId322"/>
                </p:custDataLst>
              </p:nvPr>
            </p:nvSpPr>
            <p:spPr bwMode="auto">
              <a:xfrm>
                <a:off x="3317" y="1492"/>
                <a:ext cx="1064" cy="1219"/>
              </a:xfrm>
              <a:custGeom>
                <a:avLst/>
                <a:gdLst>
                  <a:gd name="T0" fmla="*/ 307 w 501"/>
                  <a:gd name="T1" fmla="*/ 7 h 575"/>
                  <a:gd name="T2" fmla="*/ 204 w 501"/>
                  <a:gd name="T3" fmla="*/ 13 h 575"/>
                  <a:gd name="T4" fmla="*/ 130 w 501"/>
                  <a:gd name="T5" fmla="*/ 42 h 575"/>
                  <a:gd name="T6" fmla="*/ 23 w 501"/>
                  <a:gd name="T7" fmla="*/ 152 h 575"/>
                  <a:gd name="T8" fmla="*/ 0 w 501"/>
                  <a:gd name="T9" fmla="*/ 247 h 575"/>
                  <a:gd name="T10" fmla="*/ 50 w 501"/>
                  <a:gd name="T11" fmla="*/ 385 h 575"/>
                  <a:gd name="T12" fmla="*/ 111 w 501"/>
                  <a:gd name="T13" fmla="*/ 430 h 575"/>
                  <a:gd name="T14" fmla="*/ 184 w 501"/>
                  <a:gd name="T15" fmla="*/ 490 h 575"/>
                  <a:gd name="T16" fmla="*/ 202 w 501"/>
                  <a:gd name="T17" fmla="*/ 528 h 575"/>
                  <a:gd name="T18" fmla="*/ 213 w 501"/>
                  <a:gd name="T19" fmla="*/ 562 h 575"/>
                  <a:gd name="T20" fmla="*/ 214 w 501"/>
                  <a:gd name="T21" fmla="*/ 567 h 575"/>
                  <a:gd name="T22" fmla="*/ 211 w 501"/>
                  <a:gd name="T23" fmla="*/ 536 h 575"/>
                  <a:gd name="T24" fmla="*/ 199 w 501"/>
                  <a:gd name="T25" fmla="*/ 494 h 575"/>
                  <a:gd name="T26" fmla="*/ 165 w 501"/>
                  <a:gd name="T27" fmla="*/ 454 h 575"/>
                  <a:gd name="T28" fmla="*/ 164 w 501"/>
                  <a:gd name="T29" fmla="*/ 451 h 575"/>
                  <a:gd name="T30" fmla="*/ 135 w 501"/>
                  <a:gd name="T31" fmla="*/ 430 h 575"/>
                  <a:gd name="T32" fmla="*/ 134 w 501"/>
                  <a:gd name="T33" fmla="*/ 428 h 575"/>
                  <a:gd name="T34" fmla="*/ 125 w 501"/>
                  <a:gd name="T35" fmla="*/ 419 h 575"/>
                  <a:gd name="T36" fmla="*/ 97 w 501"/>
                  <a:gd name="T37" fmla="*/ 407 h 575"/>
                  <a:gd name="T38" fmla="*/ 85 w 501"/>
                  <a:gd name="T39" fmla="*/ 394 h 575"/>
                  <a:gd name="T40" fmla="*/ 77 w 501"/>
                  <a:gd name="T41" fmla="*/ 384 h 575"/>
                  <a:gd name="T42" fmla="*/ 63 w 501"/>
                  <a:gd name="T43" fmla="*/ 368 h 575"/>
                  <a:gd name="T44" fmla="*/ 49 w 501"/>
                  <a:gd name="T45" fmla="*/ 353 h 575"/>
                  <a:gd name="T46" fmla="*/ 40 w 501"/>
                  <a:gd name="T47" fmla="*/ 338 h 575"/>
                  <a:gd name="T48" fmla="*/ 25 w 501"/>
                  <a:gd name="T49" fmla="*/ 323 h 575"/>
                  <a:gd name="T50" fmla="*/ 29 w 501"/>
                  <a:gd name="T51" fmla="*/ 315 h 575"/>
                  <a:gd name="T52" fmla="*/ 21 w 501"/>
                  <a:gd name="T53" fmla="*/ 247 h 575"/>
                  <a:gd name="T54" fmla="*/ 23 w 501"/>
                  <a:gd name="T55" fmla="*/ 221 h 575"/>
                  <a:gd name="T56" fmla="*/ 26 w 501"/>
                  <a:gd name="T57" fmla="*/ 191 h 575"/>
                  <a:gd name="T58" fmla="*/ 56 w 501"/>
                  <a:gd name="T59" fmla="*/ 133 h 575"/>
                  <a:gd name="T60" fmla="*/ 74 w 501"/>
                  <a:gd name="T61" fmla="*/ 107 h 575"/>
                  <a:gd name="T62" fmla="*/ 84 w 501"/>
                  <a:gd name="T63" fmla="*/ 99 h 575"/>
                  <a:gd name="T64" fmla="*/ 90 w 501"/>
                  <a:gd name="T65" fmla="*/ 91 h 575"/>
                  <a:gd name="T66" fmla="*/ 110 w 501"/>
                  <a:gd name="T67" fmla="*/ 80 h 575"/>
                  <a:gd name="T68" fmla="*/ 129 w 501"/>
                  <a:gd name="T69" fmla="*/ 65 h 575"/>
                  <a:gd name="T70" fmla="*/ 182 w 501"/>
                  <a:gd name="T71" fmla="*/ 36 h 575"/>
                  <a:gd name="T72" fmla="*/ 211 w 501"/>
                  <a:gd name="T73" fmla="*/ 29 h 575"/>
                  <a:gd name="T74" fmla="*/ 253 w 501"/>
                  <a:gd name="T75" fmla="*/ 19 h 575"/>
                  <a:gd name="T76" fmla="*/ 281 w 501"/>
                  <a:gd name="T77" fmla="*/ 19 h 575"/>
                  <a:gd name="T78" fmla="*/ 284 w 501"/>
                  <a:gd name="T79" fmla="*/ 19 h 575"/>
                  <a:gd name="T80" fmla="*/ 320 w 501"/>
                  <a:gd name="T81" fmla="*/ 24 h 575"/>
                  <a:gd name="T82" fmla="*/ 369 w 501"/>
                  <a:gd name="T83" fmla="*/ 42 h 575"/>
                  <a:gd name="T84" fmla="*/ 388 w 501"/>
                  <a:gd name="T85" fmla="*/ 53 h 575"/>
                  <a:gd name="T86" fmla="*/ 407 w 501"/>
                  <a:gd name="T87" fmla="*/ 71 h 575"/>
                  <a:gd name="T88" fmla="*/ 435 w 501"/>
                  <a:gd name="T89" fmla="*/ 107 h 575"/>
                  <a:gd name="T90" fmla="*/ 462 w 501"/>
                  <a:gd name="T91" fmla="*/ 154 h 575"/>
                  <a:gd name="T92" fmla="*/ 471 w 501"/>
                  <a:gd name="T93" fmla="*/ 184 h 575"/>
                  <a:gd name="T94" fmla="*/ 464 w 501"/>
                  <a:gd name="T95" fmla="*/ 279 h 575"/>
                  <a:gd name="T96" fmla="*/ 451 w 501"/>
                  <a:gd name="T97" fmla="*/ 307 h 575"/>
                  <a:gd name="T98" fmla="*/ 395 w 501"/>
                  <a:gd name="T99" fmla="*/ 377 h 575"/>
                  <a:gd name="T100" fmla="*/ 368 w 501"/>
                  <a:gd name="T101" fmla="*/ 412 h 575"/>
                  <a:gd name="T102" fmla="*/ 363 w 501"/>
                  <a:gd name="T103" fmla="*/ 573 h 575"/>
                  <a:gd name="T104" fmla="*/ 446 w 501"/>
                  <a:gd name="T105" fmla="*/ 342 h 575"/>
                  <a:gd name="T106" fmla="*/ 463 w 501"/>
                  <a:gd name="T107" fmla="*/ 118 h 5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501" h="575">
                    <a:moveTo>
                      <a:pt x="463" y="118"/>
                    </a:moveTo>
                    <a:cubicBezTo>
                      <a:pt x="439" y="74"/>
                      <a:pt x="402" y="38"/>
                      <a:pt x="355" y="17"/>
                    </a:cubicBezTo>
                    <a:cubicBezTo>
                      <a:pt x="347" y="17"/>
                      <a:pt x="337" y="12"/>
                      <a:pt x="328" y="12"/>
                    </a:cubicBezTo>
                    <a:cubicBezTo>
                      <a:pt x="328" y="11"/>
                      <a:pt x="328" y="11"/>
                      <a:pt x="328" y="11"/>
                    </a:cubicBezTo>
                    <a:cubicBezTo>
                      <a:pt x="320" y="11"/>
                      <a:pt x="319" y="8"/>
                      <a:pt x="310" y="5"/>
                    </a:cubicBezTo>
                    <a:cubicBezTo>
                      <a:pt x="309" y="7"/>
                      <a:pt x="306" y="5"/>
                      <a:pt x="307" y="7"/>
                    </a:cubicBezTo>
                    <a:cubicBezTo>
                      <a:pt x="303" y="8"/>
                      <a:pt x="301" y="3"/>
                      <a:pt x="296" y="4"/>
                    </a:cubicBezTo>
                    <a:cubicBezTo>
                      <a:pt x="296" y="3"/>
                      <a:pt x="296" y="5"/>
                      <a:pt x="295" y="4"/>
                    </a:cubicBezTo>
                    <a:cubicBezTo>
                      <a:pt x="282" y="5"/>
                      <a:pt x="298" y="3"/>
                      <a:pt x="282" y="0"/>
                    </a:cubicBezTo>
                    <a:cubicBezTo>
                      <a:pt x="259" y="0"/>
                      <a:pt x="236" y="5"/>
                      <a:pt x="215" y="9"/>
                    </a:cubicBezTo>
                    <a:cubicBezTo>
                      <a:pt x="216" y="9"/>
                      <a:pt x="217" y="10"/>
                      <a:pt x="215" y="11"/>
                    </a:cubicBezTo>
                    <a:cubicBezTo>
                      <a:pt x="212" y="8"/>
                      <a:pt x="208" y="13"/>
                      <a:pt x="204" y="13"/>
                    </a:cubicBezTo>
                    <a:cubicBezTo>
                      <a:pt x="204" y="12"/>
                      <a:pt x="206" y="12"/>
                      <a:pt x="207" y="11"/>
                    </a:cubicBezTo>
                    <a:cubicBezTo>
                      <a:pt x="197" y="13"/>
                      <a:pt x="190" y="17"/>
                      <a:pt x="181" y="19"/>
                    </a:cubicBezTo>
                    <a:cubicBezTo>
                      <a:pt x="173" y="24"/>
                      <a:pt x="163" y="25"/>
                      <a:pt x="158" y="29"/>
                    </a:cubicBezTo>
                    <a:cubicBezTo>
                      <a:pt x="159" y="27"/>
                      <a:pt x="154" y="30"/>
                      <a:pt x="152" y="30"/>
                    </a:cubicBezTo>
                    <a:cubicBezTo>
                      <a:pt x="148" y="37"/>
                      <a:pt x="136" y="37"/>
                      <a:pt x="131" y="43"/>
                    </a:cubicBezTo>
                    <a:cubicBezTo>
                      <a:pt x="130" y="42"/>
                      <a:pt x="130" y="42"/>
                      <a:pt x="130" y="42"/>
                    </a:cubicBezTo>
                    <a:cubicBezTo>
                      <a:pt x="110" y="54"/>
                      <a:pt x="88" y="68"/>
                      <a:pt x="70" y="87"/>
                    </a:cubicBezTo>
                    <a:cubicBezTo>
                      <a:pt x="59" y="96"/>
                      <a:pt x="48" y="108"/>
                      <a:pt x="39" y="121"/>
                    </a:cubicBezTo>
                    <a:cubicBezTo>
                      <a:pt x="38" y="123"/>
                      <a:pt x="40" y="122"/>
                      <a:pt x="39" y="124"/>
                    </a:cubicBezTo>
                    <a:cubicBezTo>
                      <a:pt x="37" y="127"/>
                      <a:pt x="38" y="123"/>
                      <a:pt x="37" y="124"/>
                    </a:cubicBezTo>
                    <a:cubicBezTo>
                      <a:pt x="34" y="132"/>
                      <a:pt x="28" y="140"/>
                      <a:pt x="23" y="148"/>
                    </a:cubicBezTo>
                    <a:cubicBezTo>
                      <a:pt x="23" y="150"/>
                      <a:pt x="22" y="152"/>
                      <a:pt x="23" y="152"/>
                    </a:cubicBezTo>
                    <a:cubicBezTo>
                      <a:pt x="17" y="161"/>
                      <a:pt x="14" y="176"/>
                      <a:pt x="9" y="185"/>
                    </a:cubicBezTo>
                    <a:cubicBezTo>
                      <a:pt x="14" y="183"/>
                      <a:pt x="10" y="192"/>
                      <a:pt x="10" y="196"/>
                    </a:cubicBezTo>
                    <a:cubicBezTo>
                      <a:pt x="9" y="198"/>
                      <a:pt x="8" y="198"/>
                      <a:pt x="8" y="197"/>
                    </a:cubicBezTo>
                    <a:cubicBezTo>
                      <a:pt x="6" y="205"/>
                      <a:pt x="5" y="209"/>
                      <a:pt x="3" y="219"/>
                    </a:cubicBezTo>
                    <a:cubicBezTo>
                      <a:pt x="2" y="223"/>
                      <a:pt x="4" y="225"/>
                      <a:pt x="3" y="230"/>
                    </a:cubicBezTo>
                    <a:cubicBezTo>
                      <a:pt x="0" y="233"/>
                      <a:pt x="1" y="241"/>
                      <a:pt x="0" y="247"/>
                    </a:cubicBezTo>
                    <a:cubicBezTo>
                      <a:pt x="2" y="245"/>
                      <a:pt x="4" y="252"/>
                      <a:pt x="3" y="257"/>
                    </a:cubicBezTo>
                    <a:cubicBezTo>
                      <a:pt x="0" y="256"/>
                      <a:pt x="0" y="256"/>
                      <a:pt x="0" y="256"/>
                    </a:cubicBezTo>
                    <a:cubicBezTo>
                      <a:pt x="1" y="272"/>
                      <a:pt x="0" y="297"/>
                      <a:pt x="9" y="316"/>
                    </a:cubicBezTo>
                    <a:cubicBezTo>
                      <a:pt x="8" y="318"/>
                      <a:pt x="8" y="318"/>
                      <a:pt x="8" y="318"/>
                    </a:cubicBezTo>
                    <a:cubicBezTo>
                      <a:pt x="17" y="337"/>
                      <a:pt x="25" y="356"/>
                      <a:pt x="39" y="370"/>
                    </a:cubicBezTo>
                    <a:cubicBezTo>
                      <a:pt x="42" y="375"/>
                      <a:pt x="47" y="381"/>
                      <a:pt x="50" y="385"/>
                    </a:cubicBezTo>
                    <a:cubicBezTo>
                      <a:pt x="56" y="390"/>
                      <a:pt x="58" y="391"/>
                      <a:pt x="63" y="393"/>
                    </a:cubicBezTo>
                    <a:cubicBezTo>
                      <a:pt x="65" y="395"/>
                      <a:pt x="65" y="397"/>
                      <a:pt x="65" y="398"/>
                    </a:cubicBezTo>
                    <a:cubicBezTo>
                      <a:pt x="71" y="405"/>
                      <a:pt x="76" y="411"/>
                      <a:pt x="83" y="414"/>
                    </a:cubicBezTo>
                    <a:cubicBezTo>
                      <a:pt x="83" y="415"/>
                      <a:pt x="83" y="415"/>
                      <a:pt x="83" y="415"/>
                    </a:cubicBezTo>
                    <a:cubicBezTo>
                      <a:pt x="89" y="419"/>
                      <a:pt x="98" y="423"/>
                      <a:pt x="104" y="429"/>
                    </a:cubicBezTo>
                    <a:cubicBezTo>
                      <a:pt x="106" y="429"/>
                      <a:pt x="113" y="433"/>
                      <a:pt x="111" y="430"/>
                    </a:cubicBezTo>
                    <a:cubicBezTo>
                      <a:pt x="114" y="431"/>
                      <a:pt x="111" y="433"/>
                      <a:pt x="115" y="433"/>
                    </a:cubicBezTo>
                    <a:cubicBezTo>
                      <a:pt x="111" y="433"/>
                      <a:pt x="111" y="433"/>
                      <a:pt x="111" y="433"/>
                    </a:cubicBezTo>
                    <a:cubicBezTo>
                      <a:pt x="125" y="443"/>
                      <a:pt x="138" y="450"/>
                      <a:pt x="152" y="459"/>
                    </a:cubicBezTo>
                    <a:cubicBezTo>
                      <a:pt x="154" y="464"/>
                      <a:pt x="165" y="469"/>
                      <a:pt x="170" y="476"/>
                    </a:cubicBezTo>
                    <a:cubicBezTo>
                      <a:pt x="175" y="479"/>
                      <a:pt x="180" y="487"/>
                      <a:pt x="185" y="489"/>
                    </a:cubicBezTo>
                    <a:cubicBezTo>
                      <a:pt x="184" y="490"/>
                      <a:pt x="184" y="490"/>
                      <a:pt x="184" y="490"/>
                    </a:cubicBezTo>
                    <a:cubicBezTo>
                      <a:pt x="188" y="495"/>
                      <a:pt x="194" y="503"/>
                      <a:pt x="196" y="512"/>
                    </a:cubicBezTo>
                    <a:cubicBezTo>
                      <a:pt x="198" y="518"/>
                      <a:pt x="200" y="517"/>
                      <a:pt x="202" y="521"/>
                    </a:cubicBezTo>
                    <a:cubicBezTo>
                      <a:pt x="201" y="521"/>
                      <a:pt x="201" y="521"/>
                      <a:pt x="201" y="521"/>
                    </a:cubicBezTo>
                    <a:cubicBezTo>
                      <a:pt x="203" y="525"/>
                      <a:pt x="206" y="526"/>
                      <a:pt x="207" y="528"/>
                    </a:cubicBezTo>
                    <a:cubicBezTo>
                      <a:pt x="207" y="532"/>
                      <a:pt x="208" y="532"/>
                      <a:pt x="208" y="536"/>
                    </a:cubicBezTo>
                    <a:cubicBezTo>
                      <a:pt x="207" y="532"/>
                      <a:pt x="205" y="530"/>
                      <a:pt x="202" y="528"/>
                    </a:cubicBezTo>
                    <a:cubicBezTo>
                      <a:pt x="203" y="534"/>
                      <a:pt x="207" y="539"/>
                      <a:pt x="206" y="543"/>
                    </a:cubicBezTo>
                    <a:cubicBezTo>
                      <a:pt x="207" y="547"/>
                      <a:pt x="207" y="551"/>
                      <a:pt x="209" y="551"/>
                    </a:cubicBezTo>
                    <a:cubicBezTo>
                      <a:pt x="209" y="552"/>
                      <a:pt x="208" y="555"/>
                      <a:pt x="207" y="552"/>
                    </a:cubicBezTo>
                    <a:cubicBezTo>
                      <a:pt x="208" y="556"/>
                      <a:pt x="208" y="558"/>
                      <a:pt x="209" y="560"/>
                    </a:cubicBezTo>
                    <a:cubicBezTo>
                      <a:pt x="209" y="560"/>
                      <a:pt x="209" y="559"/>
                      <a:pt x="209" y="558"/>
                    </a:cubicBezTo>
                    <a:cubicBezTo>
                      <a:pt x="211" y="560"/>
                      <a:pt x="211" y="563"/>
                      <a:pt x="213" y="562"/>
                    </a:cubicBezTo>
                    <a:cubicBezTo>
                      <a:pt x="212" y="561"/>
                      <a:pt x="212" y="560"/>
                      <a:pt x="212" y="558"/>
                    </a:cubicBezTo>
                    <a:cubicBezTo>
                      <a:pt x="213" y="559"/>
                      <a:pt x="214" y="565"/>
                      <a:pt x="213" y="567"/>
                    </a:cubicBezTo>
                    <a:cubicBezTo>
                      <a:pt x="212" y="569"/>
                      <a:pt x="210" y="563"/>
                      <a:pt x="210" y="566"/>
                    </a:cubicBezTo>
                    <a:cubicBezTo>
                      <a:pt x="213" y="575"/>
                      <a:pt x="213" y="575"/>
                      <a:pt x="213" y="575"/>
                    </a:cubicBezTo>
                    <a:cubicBezTo>
                      <a:pt x="213" y="573"/>
                      <a:pt x="214" y="570"/>
                      <a:pt x="215" y="571"/>
                    </a:cubicBezTo>
                    <a:cubicBezTo>
                      <a:pt x="214" y="567"/>
                      <a:pt x="214" y="567"/>
                      <a:pt x="214" y="567"/>
                    </a:cubicBezTo>
                    <a:cubicBezTo>
                      <a:pt x="215" y="567"/>
                      <a:pt x="215" y="567"/>
                      <a:pt x="215" y="567"/>
                    </a:cubicBezTo>
                    <a:cubicBezTo>
                      <a:pt x="214" y="560"/>
                      <a:pt x="215" y="555"/>
                      <a:pt x="214" y="548"/>
                    </a:cubicBezTo>
                    <a:cubicBezTo>
                      <a:pt x="212" y="551"/>
                      <a:pt x="212" y="551"/>
                      <a:pt x="212" y="551"/>
                    </a:cubicBezTo>
                    <a:cubicBezTo>
                      <a:pt x="212" y="547"/>
                      <a:pt x="209" y="543"/>
                      <a:pt x="210" y="539"/>
                    </a:cubicBezTo>
                    <a:cubicBezTo>
                      <a:pt x="211" y="541"/>
                      <a:pt x="211" y="539"/>
                      <a:pt x="212" y="539"/>
                    </a:cubicBezTo>
                    <a:cubicBezTo>
                      <a:pt x="212" y="538"/>
                      <a:pt x="211" y="537"/>
                      <a:pt x="211" y="536"/>
                    </a:cubicBezTo>
                    <a:cubicBezTo>
                      <a:pt x="214" y="538"/>
                      <a:pt x="214" y="538"/>
                      <a:pt x="214" y="538"/>
                    </a:cubicBezTo>
                    <a:cubicBezTo>
                      <a:pt x="210" y="536"/>
                      <a:pt x="210" y="526"/>
                      <a:pt x="210" y="525"/>
                    </a:cubicBezTo>
                    <a:cubicBezTo>
                      <a:pt x="210" y="525"/>
                      <a:pt x="210" y="525"/>
                      <a:pt x="210" y="525"/>
                    </a:cubicBezTo>
                    <a:cubicBezTo>
                      <a:pt x="209" y="519"/>
                      <a:pt x="209" y="527"/>
                      <a:pt x="208" y="523"/>
                    </a:cubicBezTo>
                    <a:cubicBezTo>
                      <a:pt x="207" y="519"/>
                      <a:pt x="210" y="520"/>
                      <a:pt x="210" y="517"/>
                    </a:cubicBezTo>
                    <a:cubicBezTo>
                      <a:pt x="207" y="511"/>
                      <a:pt x="202" y="501"/>
                      <a:pt x="199" y="494"/>
                    </a:cubicBezTo>
                    <a:cubicBezTo>
                      <a:pt x="196" y="489"/>
                      <a:pt x="191" y="484"/>
                      <a:pt x="186" y="481"/>
                    </a:cubicBezTo>
                    <a:cubicBezTo>
                      <a:pt x="183" y="477"/>
                      <a:pt x="189" y="480"/>
                      <a:pt x="184" y="476"/>
                    </a:cubicBezTo>
                    <a:cubicBezTo>
                      <a:pt x="186" y="476"/>
                      <a:pt x="186" y="475"/>
                      <a:pt x="186" y="474"/>
                    </a:cubicBezTo>
                    <a:cubicBezTo>
                      <a:pt x="185" y="474"/>
                      <a:pt x="179" y="467"/>
                      <a:pt x="181" y="471"/>
                    </a:cubicBezTo>
                    <a:cubicBezTo>
                      <a:pt x="176" y="466"/>
                      <a:pt x="169" y="460"/>
                      <a:pt x="163" y="455"/>
                    </a:cubicBezTo>
                    <a:cubicBezTo>
                      <a:pt x="165" y="457"/>
                      <a:pt x="167" y="456"/>
                      <a:pt x="165" y="454"/>
                    </a:cubicBezTo>
                    <a:cubicBezTo>
                      <a:pt x="162" y="453"/>
                      <a:pt x="156" y="450"/>
                      <a:pt x="151" y="445"/>
                    </a:cubicBezTo>
                    <a:cubicBezTo>
                      <a:pt x="150" y="447"/>
                      <a:pt x="152" y="448"/>
                      <a:pt x="150" y="449"/>
                    </a:cubicBezTo>
                    <a:cubicBezTo>
                      <a:pt x="149" y="449"/>
                      <a:pt x="147" y="449"/>
                      <a:pt x="146" y="447"/>
                    </a:cubicBezTo>
                    <a:cubicBezTo>
                      <a:pt x="147" y="445"/>
                      <a:pt x="148" y="443"/>
                      <a:pt x="144" y="440"/>
                    </a:cubicBezTo>
                    <a:cubicBezTo>
                      <a:pt x="146" y="438"/>
                      <a:pt x="152" y="446"/>
                      <a:pt x="151" y="442"/>
                    </a:cubicBezTo>
                    <a:cubicBezTo>
                      <a:pt x="154" y="442"/>
                      <a:pt x="163" y="448"/>
                      <a:pt x="164" y="451"/>
                    </a:cubicBezTo>
                    <a:cubicBezTo>
                      <a:pt x="170" y="452"/>
                      <a:pt x="161" y="448"/>
                      <a:pt x="163" y="447"/>
                    </a:cubicBezTo>
                    <a:cubicBezTo>
                      <a:pt x="159" y="444"/>
                      <a:pt x="157" y="444"/>
                      <a:pt x="151" y="440"/>
                    </a:cubicBezTo>
                    <a:cubicBezTo>
                      <a:pt x="150" y="440"/>
                      <a:pt x="152" y="442"/>
                      <a:pt x="148" y="441"/>
                    </a:cubicBezTo>
                    <a:cubicBezTo>
                      <a:pt x="142" y="439"/>
                      <a:pt x="143" y="435"/>
                      <a:pt x="141" y="434"/>
                    </a:cubicBezTo>
                    <a:cubicBezTo>
                      <a:pt x="144" y="435"/>
                      <a:pt x="144" y="435"/>
                      <a:pt x="144" y="435"/>
                    </a:cubicBezTo>
                    <a:cubicBezTo>
                      <a:pt x="141" y="432"/>
                      <a:pt x="139" y="432"/>
                      <a:pt x="135" y="430"/>
                    </a:cubicBezTo>
                    <a:cubicBezTo>
                      <a:pt x="136" y="426"/>
                      <a:pt x="142" y="434"/>
                      <a:pt x="144" y="433"/>
                    </a:cubicBezTo>
                    <a:cubicBezTo>
                      <a:pt x="143" y="429"/>
                      <a:pt x="143" y="429"/>
                      <a:pt x="143" y="429"/>
                    </a:cubicBezTo>
                    <a:cubicBezTo>
                      <a:pt x="137" y="425"/>
                      <a:pt x="140" y="430"/>
                      <a:pt x="134" y="425"/>
                    </a:cubicBezTo>
                    <a:cubicBezTo>
                      <a:pt x="135" y="425"/>
                      <a:pt x="135" y="425"/>
                      <a:pt x="135" y="425"/>
                    </a:cubicBezTo>
                    <a:cubicBezTo>
                      <a:pt x="131" y="423"/>
                      <a:pt x="131" y="423"/>
                      <a:pt x="131" y="423"/>
                    </a:cubicBezTo>
                    <a:cubicBezTo>
                      <a:pt x="131" y="424"/>
                      <a:pt x="130" y="426"/>
                      <a:pt x="134" y="428"/>
                    </a:cubicBezTo>
                    <a:cubicBezTo>
                      <a:pt x="130" y="429"/>
                      <a:pt x="131" y="427"/>
                      <a:pt x="125" y="424"/>
                    </a:cubicBezTo>
                    <a:cubicBezTo>
                      <a:pt x="122" y="424"/>
                      <a:pt x="127" y="425"/>
                      <a:pt x="126" y="427"/>
                    </a:cubicBezTo>
                    <a:cubicBezTo>
                      <a:pt x="126" y="428"/>
                      <a:pt x="123" y="426"/>
                      <a:pt x="120" y="425"/>
                    </a:cubicBezTo>
                    <a:cubicBezTo>
                      <a:pt x="116" y="422"/>
                      <a:pt x="119" y="421"/>
                      <a:pt x="118" y="419"/>
                    </a:cubicBezTo>
                    <a:cubicBezTo>
                      <a:pt x="119" y="420"/>
                      <a:pt x="122" y="422"/>
                      <a:pt x="121" y="422"/>
                    </a:cubicBezTo>
                    <a:cubicBezTo>
                      <a:pt x="127" y="424"/>
                      <a:pt x="121" y="418"/>
                      <a:pt x="125" y="419"/>
                    </a:cubicBezTo>
                    <a:cubicBezTo>
                      <a:pt x="122" y="415"/>
                      <a:pt x="121" y="417"/>
                      <a:pt x="118" y="416"/>
                    </a:cubicBezTo>
                    <a:cubicBezTo>
                      <a:pt x="119" y="417"/>
                      <a:pt x="117" y="418"/>
                      <a:pt x="117" y="419"/>
                    </a:cubicBezTo>
                    <a:cubicBezTo>
                      <a:pt x="108" y="418"/>
                      <a:pt x="115" y="413"/>
                      <a:pt x="108" y="409"/>
                    </a:cubicBezTo>
                    <a:cubicBezTo>
                      <a:pt x="108" y="413"/>
                      <a:pt x="98" y="407"/>
                      <a:pt x="100" y="413"/>
                    </a:cubicBezTo>
                    <a:cubicBezTo>
                      <a:pt x="98" y="412"/>
                      <a:pt x="96" y="411"/>
                      <a:pt x="95" y="410"/>
                    </a:cubicBezTo>
                    <a:cubicBezTo>
                      <a:pt x="98" y="409"/>
                      <a:pt x="93" y="407"/>
                      <a:pt x="97" y="407"/>
                    </a:cubicBezTo>
                    <a:cubicBezTo>
                      <a:pt x="95" y="405"/>
                      <a:pt x="95" y="405"/>
                      <a:pt x="95" y="405"/>
                    </a:cubicBezTo>
                    <a:cubicBezTo>
                      <a:pt x="100" y="406"/>
                      <a:pt x="100" y="406"/>
                      <a:pt x="100" y="406"/>
                    </a:cubicBezTo>
                    <a:cubicBezTo>
                      <a:pt x="98" y="403"/>
                      <a:pt x="95" y="399"/>
                      <a:pt x="94" y="397"/>
                    </a:cubicBezTo>
                    <a:cubicBezTo>
                      <a:pt x="91" y="395"/>
                      <a:pt x="94" y="399"/>
                      <a:pt x="90" y="397"/>
                    </a:cubicBezTo>
                    <a:cubicBezTo>
                      <a:pt x="92" y="397"/>
                      <a:pt x="91" y="394"/>
                      <a:pt x="89" y="393"/>
                    </a:cubicBezTo>
                    <a:cubicBezTo>
                      <a:pt x="92" y="396"/>
                      <a:pt x="87" y="395"/>
                      <a:pt x="85" y="394"/>
                    </a:cubicBezTo>
                    <a:cubicBezTo>
                      <a:pt x="82" y="392"/>
                      <a:pt x="81" y="388"/>
                      <a:pt x="81" y="388"/>
                    </a:cubicBezTo>
                    <a:cubicBezTo>
                      <a:pt x="86" y="389"/>
                      <a:pt x="86" y="389"/>
                      <a:pt x="86" y="389"/>
                    </a:cubicBezTo>
                    <a:cubicBezTo>
                      <a:pt x="82" y="388"/>
                      <a:pt x="85" y="388"/>
                      <a:pt x="82" y="386"/>
                    </a:cubicBezTo>
                    <a:cubicBezTo>
                      <a:pt x="81" y="386"/>
                      <a:pt x="78" y="386"/>
                      <a:pt x="77" y="387"/>
                    </a:cubicBezTo>
                    <a:cubicBezTo>
                      <a:pt x="75" y="385"/>
                      <a:pt x="74" y="383"/>
                      <a:pt x="73" y="383"/>
                    </a:cubicBezTo>
                    <a:cubicBezTo>
                      <a:pt x="77" y="384"/>
                      <a:pt x="77" y="384"/>
                      <a:pt x="77" y="384"/>
                    </a:cubicBezTo>
                    <a:cubicBezTo>
                      <a:pt x="73" y="381"/>
                      <a:pt x="79" y="381"/>
                      <a:pt x="74" y="378"/>
                    </a:cubicBezTo>
                    <a:cubicBezTo>
                      <a:pt x="72" y="378"/>
                      <a:pt x="72" y="378"/>
                      <a:pt x="72" y="378"/>
                    </a:cubicBezTo>
                    <a:cubicBezTo>
                      <a:pt x="72" y="377"/>
                      <a:pt x="72" y="376"/>
                      <a:pt x="73" y="377"/>
                    </a:cubicBezTo>
                    <a:cubicBezTo>
                      <a:pt x="71" y="377"/>
                      <a:pt x="69" y="375"/>
                      <a:pt x="68" y="374"/>
                    </a:cubicBezTo>
                    <a:cubicBezTo>
                      <a:pt x="69" y="373"/>
                      <a:pt x="69" y="373"/>
                      <a:pt x="69" y="373"/>
                    </a:cubicBezTo>
                    <a:cubicBezTo>
                      <a:pt x="67" y="372"/>
                      <a:pt x="63" y="371"/>
                      <a:pt x="63" y="368"/>
                    </a:cubicBezTo>
                    <a:cubicBezTo>
                      <a:pt x="62" y="371"/>
                      <a:pt x="65" y="370"/>
                      <a:pt x="66" y="373"/>
                    </a:cubicBezTo>
                    <a:cubicBezTo>
                      <a:pt x="66" y="377"/>
                      <a:pt x="62" y="372"/>
                      <a:pt x="62" y="371"/>
                    </a:cubicBezTo>
                    <a:cubicBezTo>
                      <a:pt x="64" y="370"/>
                      <a:pt x="58" y="367"/>
                      <a:pt x="56" y="364"/>
                    </a:cubicBezTo>
                    <a:cubicBezTo>
                      <a:pt x="56" y="363"/>
                      <a:pt x="55" y="361"/>
                      <a:pt x="55" y="360"/>
                    </a:cubicBezTo>
                    <a:cubicBezTo>
                      <a:pt x="53" y="360"/>
                      <a:pt x="53" y="360"/>
                      <a:pt x="53" y="360"/>
                    </a:cubicBezTo>
                    <a:cubicBezTo>
                      <a:pt x="56" y="357"/>
                      <a:pt x="49" y="356"/>
                      <a:pt x="49" y="353"/>
                    </a:cubicBezTo>
                    <a:cubicBezTo>
                      <a:pt x="50" y="354"/>
                      <a:pt x="51" y="353"/>
                      <a:pt x="51" y="351"/>
                    </a:cubicBezTo>
                    <a:cubicBezTo>
                      <a:pt x="50" y="355"/>
                      <a:pt x="45" y="349"/>
                      <a:pt x="44" y="350"/>
                    </a:cubicBezTo>
                    <a:cubicBezTo>
                      <a:pt x="42" y="345"/>
                      <a:pt x="48" y="349"/>
                      <a:pt x="48" y="347"/>
                    </a:cubicBezTo>
                    <a:cubicBezTo>
                      <a:pt x="45" y="346"/>
                      <a:pt x="46" y="341"/>
                      <a:pt x="43" y="341"/>
                    </a:cubicBezTo>
                    <a:cubicBezTo>
                      <a:pt x="44" y="345"/>
                      <a:pt x="41" y="341"/>
                      <a:pt x="40" y="341"/>
                    </a:cubicBezTo>
                    <a:cubicBezTo>
                      <a:pt x="38" y="337"/>
                      <a:pt x="41" y="341"/>
                      <a:pt x="40" y="338"/>
                    </a:cubicBezTo>
                    <a:cubicBezTo>
                      <a:pt x="39" y="336"/>
                      <a:pt x="36" y="335"/>
                      <a:pt x="37" y="338"/>
                    </a:cubicBezTo>
                    <a:cubicBezTo>
                      <a:pt x="36" y="335"/>
                      <a:pt x="32" y="333"/>
                      <a:pt x="32" y="330"/>
                    </a:cubicBezTo>
                    <a:cubicBezTo>
                      <a:pt x="33" y="328"/>
                      <a:pt x="36" y="335"/>
                      <a:pt x="36" y="333"/>
                    </a:cubicBezTo>
                    <a:cubicBezTo>
                      <a:pt x="32" y="326"/>
                      <a:pt x="30" y="331"/>
                      <a:pt x="27" y="325"/>
                    </a:cubicBezTo>
                    <a:cubicBezTo>
                      <a:pt x="27" y="328"/>
                      <a:pt x="24" y="327"/>
                      <a:pt x="22" y="324"/>
                    </a:cubicBezTo>
                    <a:cubicBezTo>
                      <a:pt x="19" y="317"/>
                      <a:pt x="24" y="327"/>
                      <a:pt x="25" y="323"/>
                    </a:cubicBezTo>
                    <a:cubicBezTo>
                      <a:pt x="23" y="321"/>
                      <a:pt x="23" y="321"/>
                      <a:pt x="23" y="321"/>
                    </a:cubicBezTo>
                    <a:cubicBezTo>
                      <a:pt x="25" y="316"/>
                      <a:pt x="31" y="327"/>
                      <a:pt x="32" y="322"/>
                    </a:cubicBezTo>
                    <a:cubicBezTo>
                      <a:pt x="30" y="320"/>
                      <a:pt x="30" y="320"/>
                      <a:pt x="30" y="320"/>
                    </a:cubicBezTo>
                    <a:cubicBezTo>
                      <a:pt x="31" y="320"/>
                      <a:pt x="32" y="321"/>
                      <a:pt x="33" y="319"/>
                    </a:cubicBezTo>
                    <a:cubicBezTo>
                      <a:pt x="30" y="319"/>
                      <a:pt x="30" y="313"/>
                      <a:pt x="29" y="312"/>
                    </a:cubicBezTo>
                    <a:cubicBezTo>
                      <a:pt x="27" y="312"/>
                      <a:pt x="30" y="315"/>
                      <a:pt x="29" y="315"/>
                    </a:cubicBezTo>
                    <a:cubicBezTo>
                      <a:pt x="27" y="312"/>
                      <a:pt x="24" y="311"/>
                      <a:pt x="24" y="306"/>
                    </a:cubicBezTo>
                    <a:cubicBezTo>
                      <a:pt x="26" y="308"/>
                      <a:pt x="26" y="304"/>
                      <a:pt x="27" y="305"/>
                    </a:cubicBezTo>
                    <a:cubicBezTo>
                      <a:pt x="27" y="303"/>
                      <a:pt x="25" y="305"/>
                      <a:pt x="25" y="301"/>
                    </a:cubicBezTo>
                    <a:cubicBezTo>
                      <a:pt x="26" y="301"/>
                      <a:pt x="26" y="301"/>
                      <a:pt x="26" y="301"/>
                    </a:cubicBezTo>
                    <a:cubicBezTo>
                      <a:pt x="23" y="289"/>
                      <a:pt x="22" y="272"/>
                      <a:pt x="18" y="260"/>
                    </a:cubicBezTo>
                    <a:cubicBezTo>
                      <a:pt x="20" y="258"/>
                      <a:pt x="20" y="254"/>
                      <a:pt x="21" y="247"/>
                    </a:cubicBezTo>
                    <a:cubicBezTo>
                      <a:pt x="21" y="250"/>
                      <a:pt x="19" y="247"/>
                      <a:pt x="19" y="246"/>
                    </a:cubicBezTo>
                    <a:cubicBezTo>
                      <a:pt x="21" y="242"/>
                      <a:pt x="21" y="242"/>
                      <a:pt x="21" y="242"/>
                    </a:cubicBezTo>
                    <a:cubicBezTo>
                      <a:pt x="23" y="239"/>
                      <a:pt x="22" y="233"/>
                      <a:pt x="21" y="230"/>
                    </a:cubicBezTo>
                    <a:cubicBezTo>
                      <a:pt x="22" y="229"/>
                      <a:pt x="22" y="229"/>
                      <a:pt x="23" y="229"/>
                    </a:cubicBezTo>
                    <a:cubicBezTo>
                      <a:pt x="24" y="225"/>
                      <a:pt x="22" y="225"/>
                      <a:pt x="22" y="224"/>
                    </a:cubicBezTo>
                    <a:cubicBezTo>
                      <a:pt x="23" y="221"/>
                      <a:pt x="23" y="221"/>
                      <a:pt x="23" y="221"/>
                    </a:cubicBezTo>
                    <a:cubicBezTo>
                      <a:pt x="22" y="221"/>
                      <a:pt x="22" y="221"/>
                      <a:pt x="22" y="221"/>
                    </a:cubicBezTo>
                    <a:cubicBezTo>
                      <a:pt x="22" y="217"/>
                      <a:pt x="23" y="213"/>
                      <a:pt x="25" y="213"/>
                    </a:cubicBezTo>
                    <a:cubicBezTo>
                      <a:pt x="25" y="212"/>
                      <a:pt x="25" y="211"/>
                      <a:pt x="24" y="212"/>
                    </a:cubicBezTo>
                    <a:cubicBezTo>
                      <a:pt x="26" y="209"/>
                      <a:pt x="28" y="200"/>
                      <a:pt x="29" y="193"/>
                    </a:cubicBezTo>
                    <a:cubicBezTo>
                      <a:pt x="28" y="196"/>
                      <a:pt x="27" y="196"/>
                      <a:pt x="26" y="196"/>
                    </a:cubicBezTo>
                    <a:cubicBezTo>
                      <a:pt x="24" y="194"/>
                      <a:pt x="27" y="194"/>
                      <a:pt x="26" y="191"/>
                    </a:cubicBezTo>
                    <a:cubicBezTo>
                      <a:pt x="27" y="192"/>
                      <a:pt x="28" y="189"/>
                      <a:pt x="28" y="192"/>
                    </a:cubicBezTo>
                    <a:cubicBezTo>
                      <a:pt x="33" y="185"/>
                      <a:pt x="36" y="173"/>
                      <a:pt x="40" y="164"/>
                    </a:cubicBezTo>
                    <a:cubicBezTo>
                      <a:pt x="40" y="162"/>
                      <a:pt x="40" y="162"/>
                      <a:pt x="39" y="161"/>
                    </a:cubicBezTo>
                    <a:cubicBezTo>
                      <a:pt x="45" y="156"/>
                      <a:pt x="47" y="148"/>
                      <a:pt x="51" y="142"/>
                    </a:cubicBezTo>
                    <a:cubicBezTo>
                      <a:pt x="49" y="143"/>
                      <a:pt x="48" y="139"/>
                      <a:pt x="50" y="136"/>
                    </a:cubicBezTo>
                    <a:cubicBezTo>
                      <a:pt x="51" y="131"/>
                      <a:pt x="53" y="136"/>
                      <a:pt x="56" y="133"/>
                    </a:cubicBezTo>
                    <a:cubicBezTo>
                      <a:pt x="57" y="131"/>
                      <a:pt x="59" y="128"/>
                      <a:pt x="60" y="127"/>
                    </a:cubicBezTo>
                    <a:cubicBezTo>
                      <a:pt x="60" y="127"/>
                      <a:pt x="60" y="127"/>
                      <a:pt x="60" y="127"/>
                    </a:cubicBezTo>
                    <a:cubicBezTo>
                      <a:pt x="61" y="125"/>
                      <a:pt x="63" y="121"/>
                      <a:pt x="65" y="120"/>
                    </a:cubicBezTo>
                    <a:cubicBezTo>
                      <a:pt x="65" y="120"/>
                      <a:pt x="65" y="120"/>
                      <a:pt x="65" y="120"/>
                    </a:cubicBezTo>
                    <a:cubicBezTo>
                      <a:pt x="67" y="118"/>
                      <a:pt x="69" y="117"/>
                      <a:pt x="71" y="115"/>
                    </a:cubicBezTo>
                    <a:cubicBezTo>
                      <a:pt x="70" y="113"/>
                      <a:pt x="75" y="109"/>
                      <a:pt x="74" y="107"/>
                    </a:cubicBezTo>
                    <a:cubicBezTo>
                      <a:pt x="75" y="107"/>
                      <a:pt x="74" y="107"/>
                      <a:pt x="75" y="107"/>
                    </a:cubicBezTo>
                    <a:cubicBezTo>
                      <a:pt x="74" y="106"/>
                      <a:pt x="74" y="106"/>
                      <a:pt x="74" y="106"/>
                    </a:cubicBezTo>
                    <a:cubicBezTo>
                      <a:pt x="78" y="103"/>
                      <a:pt x="78" y="103"/>
                      <a:pt x="78" y="103"/>
                    </a:cubicBezTo>
                    <a:cubicBezTo>
                      <a:pt x="78" y="104"/>
                      <a:pt x="78" y="105"/>
                      <a:pt x="78" y="106"/>
                    </a:cubicBezTo>
                    <a:cubicBezTo>
                      <a:pt x="82" y="103"/>
                      <a:pt x="78" y="104"/>
                      <a:pt x="79" y="101"/>
                    </a:cubicBezTo>
                    <a:cubicBezTo>
                      <a:pt x="81" y="98"/>
                      <a:pt x="82" y="99"/>
                      <a:pt x="84" y="99"/>
                    </a:cubicBezTo>
                    <a:cubicBezTo>
                      <a:pt x="84" y="100"/>
                      <a:pt x="82" y="100"/>
                      <a:pt x="81" y="101"/>
                    </a:cubicBezTo>
                    <a:cubicBezTo>
                      <a:pt x="81" y="103"/>
                      <a:pt x="83" y="100"/>
                      <a:pt x="84" y="101"/>
                    </a:cubicBezTo>
                    <a:cubicBezTo>
                      <a:pt x="85" y="100"/>
                      <a:pt x="84" y="98"/>
                      <a:pt x="86" y="97"/>
                    </a:cubicBezTo>
                    <a:cubicBezTo>
                      <a:pt x="88" y="96"/>
                      <a:pt x="92" y="92"/>
                      <a:pt x="92" y="93"/>
                    </a:cubicBezTo>
                    <a:cubicBezTo>
                      <a:pt x="93" y="91"/>
                      <a:pt x="95" y="90"/>
                      <a:pt x="96" y="88"/>
                    </a:cubicBezTo>
                    <a:cubicBezTo>
                      <a:pt x="94" y="89"/>
                      <a:pt x="91" y="91"/>
                      <a:pt x="90" y="91"/>
                    </a:cubicBezTo>
                    <a:cubicBezTo>
                      <a:pt x="91" y="90"/>
                      <a:pt x="94" y="87"/>
                      <a:pt x="94" y="87"/>
                    </a:cubicBezTo>
                    <a:cubicBezTo>
                      <a:pt x="94" y="88"/>
                      <a:pt x="94" y="88"/>
                      <a:pt x="94" y="88"/>
                    </a:cubicBezTo>
                    <a:cubicBezTo>
                      <a:pt x="94" y="87"/>
                      <a:pt x="99" y="84"/>
                      <a:pt x="96" y="85"/>
                    </a:cubicBezTo>
                    <a:cubicBezTo>
                      <a:pt x="100" y="84"/>
                      <a:pt x="100" y="84"/>
                      <a:pt x="100" y="84"/>
                    </a:cubicBezTo>
                    <a:cubicBezTo>
                      <a:pt x="100" y="82"/>
                      <a:pt x="103" y="80"/>
                      <a:pt x="105" y="78"/>
                    </a:cubicBezTo>
                    <a:cubicBezTo>
                      <a:pt x="106" y="80"/>
                      <a:pt x="106" y="82"/>
                      <a:pt x="110" y="80"/>
                    </a:cubicBezTo>
                    <a:cubicBezTo>
                      <a:pt x="113" y="76"/>
                      <a:pt x="113" y="76"/>
                      <a:pt x="113" y="76"/>
                    </a:cubicBezTo>
                    <a:cubicBezTo>
                      <a:pt x="115" y="74"/>
                      <a:pt x="116" y="74"/>
                      <a:pt x="116" y="75"/>
                    </a:cubicBezTo>
                    <a:cubicBezTo>
                      <a:pt x="124" y="71"/>
                      <a:pt x="121" y="66"/>
                      <a:pt x="128" y="64"/>
                    </a:cubicBezTo>
                    <a:cubicBezTo>
                      <a:pt x="126" y="67"/>
                      <a:pt x="129" y="66"/>
                      <a:pt x="132" y="65"/>
                    </a:cubicBezTo>
                    <a:cubicBezTo>
                      <a:pt x="131" y="65"/>
                      <a:pt x="131" y="64"/>
                      <a:pt x="132" y="63"/>
                    </a:cubicBezTo>
                    <a:cubicBezTo>
                      <a:pt x="131" y="63"/>
                      <a:pt x="132" y="65"/>
                      <a:pt x="129" y="65"/>
                    </a:cubicBezTo>
                    <a:cubicBezTo>
                      <a:pt x="128" y="65"/>
                      <a:pt x="131" y="63"/>
                      <a:pt x="132" y="62"/>
                    </a:cubicBezTo>
                    <a:cubicBezTo>
                      <a:pt x="139" y="63"/>
                      <a:pt x="150" y="53"/>
                      <a:pt x="160" y="50"/>
                    </a:cubicBezTo>
                    <a:cubicBezTo>
                      <a:pt x="158" y="48"/>
                      <a:pt x="163" y="48"/>
                      <a:pt x="164" y="46"/>
                    </a:cubicBezTo>
                    <a:cubicBezTo>
                      <a:pt x="165" y="49"/>
                      <a:pt x="169" y="43"/>
                      <a:pt x="172" y="44"/>
                    </a:cubicBezTo>
                    <a:cubicBezTo>
                      <a:pt x="170" y="42"/>
                      <a:pt x="170" y="42"/>
                      <a:pt x="170" y="42"/>
                    </a:cubicBezTo>
                    <a:cubicBezTo>
                      <a:pt x="176" y="41"/>
                      <a:pt x="177" y="34"/>
                      <a:pt x="182" y="36"/>
                    </a:cubicBezTo>
                    <a:cubicBezTo>
                      <a:pt x="185" y="35"/>
                      <a:pt x="182" y="38"/>
                      <a:pt x="181" y="39"/>
                    </a:cubicBezTo>
                    <a:cubicBezTo>
                      <a:pt x="186" y="40"/>
                      <a:pt x="191" y="32"/>
                      <a:pt x="196" y="34"/>
                    </a:cubicBezTo>
                    <a:cubicBezTo>
                      <a:pt x="196" y="33"/>
                      <a:pt x="194" y="32"/>
                      <a:pt x="197" y="30"/>
                    </a:cubicBezTo>
                    <a:cubicBezTo>
                      <a:pt x="201" y="30"/>
                      <a:pt x="207" y="29"/>
                      <a:pt x="207" y="29"/>
                    </a:cubicBezTo>
                    <a:cubicBezTo>
                      <a:pt x="209" y="28"/>
                      <a:pt x="210" y="27"/>
                      <a:pt x="213" y="27"/>
                    </a:cubicBezTo>
                    <a:cubicBezTo>
                      <a:pt x="213" y="28"/>
                      <a:pt x="212" y="28"/>
                      <a:pt x="211" y="29"/>
                    </a:cubicBezTo>
                    <a:cubicBezTo>
                      <a:pt x="215" y="28"/>
                      <a:pt x="219" y="26"/>
                      <a:pt x="222" y="24"/>
                    </a:cubicBezTo>
                    <a:cubicBezTo>
                      <a:pt x="225" y="26"/>
                      <a:pt x="233" y="23"/>
                      <a:pt x="238" y="23"/>
                    </a:cubicBezTo>
                    <a:cubicBezTo>
                      <a:pt x="241" y="20"/>
                      <a:pt x="247" y="23"/>
                      <a:pt x="247" y="20"/>
                    </a:cubicBezTo>
                    <a:cubicBezTo>
                      <a:pt x="247" y="20"/>
                      <a:pt x="247" y="20"/>
                      <a:pt x="248" y="21"/>
                    </a:cubicBezTo>
                    <a:cubicBezTo>
                      <a:pt x="249" y="19"/>
                      <a:pt x="251" y="17"/>
                      <a:pt x="253" y="17"/>
                    </a:cubicBezTo>
                    <a:cubicBezTo>
                      <a:pt x="253" y="19"/>
                      <a:pt x="253" y="19"/>
                      <a:pt x="253" y="19"/>
                    </a:cubicBezTo>
                    <a:cubicBezTo>
                      <a:pt x="252" y="22"/>
                      <a:pt x="260" y="19"/>
                      <a:pt x="261" y="20"/>
                    </a:cubicBezTo>
                    <a:cubicBezTo>
                      <a:pt x="258" y="19"/>
                      <a:pt x="263" y="20"/>
                      <a:pt x="263" y="18"/>
                    </a:cubicBezTo>
                    <a:cubicBezTo>
                      <a:pt x="266" y="18"/>
                      <a:pt x="266" y="18"/>
                      <a:pt x="266" y="18"/>
                    </a:cubicBezTo>
                    <a:cubicBezTo>
                      <a:pt x="271" y="17"/>
                      <a:pt x="267" y="17"/>
                      <a:pt x="273" y="16"/>
                    </a:cubicBezTo>
                    <a:cubicBezTo>
                      <a:pt x="276" y="16"/>
                      <a:pt x="274" y="19"/>
                      <a:pt x="273" y="19"/>
                    </a:cubicBezTo>
                    <a:cubicBezTo>
                      <a:pt x="275" y="20"/>
                      <a:pt x="278" y="19"/>
                      <a:pt x="281" y="19"/>
                    </a:cubicBezTo>
                    <a:cubicBezTo>
                      <a:pt x="280" y="18"/>
                      <a:pt x="280" y="18"/>
                      <a:pt x="281" y="18"/>
                    </a:cubicBezTo>
                    <a:cubicBezTo>
                      <a:pt x="281" y="18"/>
                      <a:pt x="281" y="18"/>
                      <a:pt x="281" y="19"/>
                    </a:cubicBezTo>
                    <a:cubicBezTo>
                      <a:pt x="282" y="18"/>
                      <a:pt x="283" y="18"/>
                      <a:pt x="285" y="18"/>
                    </a:cubicBezTo>
                    <a:cubicBezTo>
                      <a:pt x="285" y="19"/>
                      <a:pt x="285" y="19"/>
                      <a:pt x="285" y="19"/>
                    </a:cubicBezTo>
                    <a:cubicBezTo>
                      <a:pt x="283" y="19"/>
                      <a:pt x="282" y="19"/>
                      <a:pt x="281" y="19"/>
                    </a:cubicBezTo>
                    <a:cubicBezTo>
                      <a:pt x="282" y="19"/>
                      <a:pt x="283" y="19"/>
                      <a:pt x="284" y="19"/>
                    </a:cubicBezTo>
                    <a:cubicBezTo>
                      <a:pt x="285" y="19"/>
                      <a:pt x="285" y="19"/>
                      <a:pt x="285" y="19"/>
                    </a:cubicBezTo>
                    <a:cubicBezTo>
                      <a:pt x="286" y="19"/>
                      <a:pt x="287" y="19"/>
                      <a:pt x="288" y="20"/>
                    </a:cubicBezTo>
                    <a:cubicBezTo>
                      <a:pt x="287" y="21"/>
                      <a:pt x="287" y="21"/>
                      <a:pt x="287" y="21"/>
                    </a:cubicBezTo>
                    <a:cubicBezTo>
                      <a:pt x="289" y="22"/>
                      <a:pt x="294" y="20"/>
                      <a:pt x="294" y="20"/>
                    </a:cubicBezTo>
                    <a:cubicBezTo>
                      <a:pt x="303" y="22"/>
                      <a:pt x="318" y="23"/>
                      <a:pt x="322" y="24"/>
                    </a:cubicBezTo>
                    <a:cubicBezTo>
                      <a:pt x="319" y="23"/>
                      <a:pt x="318" y="24"/>
                      <a:pt x="320" y="24"/>
                    </a:cubicBezTo>
                    <a:cubicBezTo>
                      <a:pt x="323" y="25"/>
                      <a:pt x="326" y="24"/>
                      <a:pt x="326" y="25"/>
                    </a:cubicBezTo>
                    <a:cubicBezTo>
                      <a:pt x="329" y="25"/>
                      <a:pt x="328" y="27"/>
                      <a:pt x="332" y="28"/>
                    </a:cubicBezTo>
                    <a:cubicBezTo>
                      <a:pt x="332" y="29"/>
                      <a:pt x="333" y="27"/>
                      <a:pt x="332" y="27"/>
                    </a:cubicBezTo>
                    <a:cubicBezTo>
                      <a:pt x="337" y="31"/>
                      <a:pt x="347" y="31"/>
                      <a:pt x="354" y="36"/>
                    </a:cubicBezTo>
                    <a:cubicBezTo>
                      <a:pt x="353" y="36"/>
                      <a:pt x="352" y="36"/>
                      <a:pt x="351" y="37"/>
                    </a:cubicBezTo>
                    <a:cubicBezTo>
                      <a:pt x="357" y="38"/>
                      <a:pt x="363" y="41"/>
                      <a:pt x="369" y="42"/>
                    </a:cubicBezTo>
                    <a:cubicBezTo>
                      <a:pt x="368" y="42"/>
                      <a:pt x="368" y="43"/>
                      <a:pt x="366" y="43"/>
                    </a:cubicBezTo>
                    <a:cubicBezTo>
                      <a:pt x="369" y="44"/>
                      <a:pt x="372" y="46"/>
                      <a:pt x="375" y="47"/>
                    </a:cubicBezTo>
                    <a:cubicBezTo>
                      <a:pt x="375" y="47"/>
                      <a:pt x="375" y="47"/>
                      <a:pt x="375" y="47"/>
                    </a:cubicBezTo>
                    <a:cubicBezTo>
                      <a:pt x="373" y="44"/>
                      <a:pt x="378" y="46"/>
                      <a:pt x="381" y="48"/>
                    </a:cubicBezTo>
                    <a:cubicBezTo>
                      <a:pt x="380" y="48"/>
                      <a:pt x="380" y="48"/>
                      <a:pt x="380" y="48"/>
                    </a:cubicBezTo>
                    <a:cubicBezTo>
                      <a:pt x="384" y="51"/>
                      <a:pt x="385" y="50"/>
                      <a:pt x="388" y="53"/>
                    </a:cubicBezTo>
                    <a:cubicBezTo>
                      <a:pt x="390" y="55"/>
                      <a:pt x="386" y="52"/>
                      <a:pt x="386" y="53"/>
                    </a:cubicBezTo>
                    <a:cubicBezTo>
                      <a:pt x="386" y="56"/>
                      <a:pt x="393" y="61"/>
                      <a:pt x="394" y="62"/>
                    </a:cubicBezTo>
                    <a:cubicBezTo>
                      <a:pt x="395" y="62"/>
                      <a:pt x="396" y="63"/>
                      <a:pt x="397" y="62"/>
                    </a:cubicBezTo>
                    <a:cubicBezTo>
                      <a:pt x="400" y="64"/>
                      <a:pt x="397" y="64"/>
                      <a:pt x="399" y="66"/>
                    </a:cubicBezTo>
                    <a:cubicBezTo>
                      <a:pt x="409" y="69"/>
                      <a:pt x="409" y="69"/>
                      <a:pt x="409" y="69"/>
                    </a:cubicBezTo>
                    <a:cubicBezTo>
                      <a:pt x="408" y="69"/>
                      <a:pt x="410" y="73"/>
                      <a:pt x="407" y="71"/>
                    </a:cubicBezTo>
                    <a:cubicBezTo>
                      <a:pt x="412" y="76"/>
                      <a:pt x="417" y="77"/>
                      <a:pt x="422" y="80"/>
                    </a:cubicBezTo>
                    <a:cubicBezTo>
                      <a:pt x="423" y="82"/>
                      <a:pt x="428" y="87"/>
                      <a:pt x="430" y="89"/>
                    </a:cubicBezTo>
                    <a:cubicBezTo>
                      <a:pt x="429" y="90"/>
                      <a:pt x="428" y="87"/>
                      <a:pt x="427" y="87"/>
                    </a:cubicBezTo>
                    <a:cubicBezTo>
                      <a:pt x="428" y="91"/>
                      <a:pt x="428" y="91"/>
                      <a:pt x="428" y="91"/>
                    </a:cubicBezTo>
                    <a:cubicBezTo>
                      <a:pt x="425" y="87"/>
                      <a:pt x="427" y="93"/>
                      <a:pt x="424" y="91"/>
                    </a:cubicBezTo>
                    <a:cubicBezTo>
                      <a:pt x="428" y="94"/>
                      <a:pt x="432" y="102"/>
                      <a:pt x="435" y="107"/>
                    </a:cubicBezTo>
                    <a:cubicBezTo>
                      <a:pt x="435" y="102"/>
                      <a:pt x="440" y="113"/>
                      <a:pt x="443" y="111"/>
                    </a:cubicBezTo>
                    <a:cubicBezTo>
                      <a:pt x="447" y="117"/>
                      <a:pt x="443" y="115"/>
                      <a:pt x="443" y="118"/>
                    </a:cubicBezTo>
                    <a:cubicBezTo>
                      <a:pt x="448" y="124"/>
                      <a:pt x="451" y="130"/>
                      <a:pt x="453" y="136"/>
                    </a:cubicBezTo>
                    <a:cubicBezTo>
                      <a:pt x="453" y="136"/>
                      <a:pt x="453" y="136"/>
                      <a:pt x="453" y="136"/>
                    </a:cubicBezTo>
                    <a:cubicBezTo>
                      <a:pt x="456" y="141"/>
                      <a:pt x="459" y="150"/>
                      <a:pt x="464" y="155"/>
                    </a:cubicBezTo>
                    <a:cubicBezTo>
                      <a:pt x="463" y="154"/>
                      <a:pt x="463" y="155"/>
                      <a:pt x="462" y="154"/>
                    </a:cubicBezTo>
                    <a:cubicBezTo>
                      <a:pt x="463" y="160"/>
                      <a:pt x="465" y="154"/>
                      <a:pt x="466" y="161"/>
                    </a:cubicBezTo>
                    <a:cubicBezTo>
                      <a:pt x="465" y="160"/>
                      <a:pt x="465" y="160"/>
                      <a:pt x="465" y="160"/>
                    </a:cubicBezTo>
                    <a:cubicBezTo>
                      <a:pt x="467" y="164"/>
                      <a:pt x="467" y="169"/>
                      <a:pt x="470" y="173"/>
                    </a:cubicBezTo>
                    <a:cubicBezTo>
                      <a:pt x="469" y="174"/>
                      <a:pt x="469" y="173"/>
                      <a:pt x="468" y="172"/>
                    </a:cubicBezTo>
                    <a:cubicBezTo>
                      <a:pt x="470" y="177"/>
                      <a:pt x="471" y="182"/>
                      <a:pt x="474" y="186"/>
                    </a:cubicBezTo>
                    <a:cubicBezTo>
                      <a:pt x="473" y="186"/>
                      <a:pt x="472" y="186"/>
                      <a:pt x="471" y="184"/>
                    </a:cubicBezTo>
                    <a:cubicBezTo>
                      <a:pt x="471" y="189"/>
                      <a:pt x="474" y="189"/>
                      <a:pt x="474" y="193"/>
                    </a:cubicBezTo>
                    <a:cubicBezTo>
                      <a:pt x="475" y="194"/>
                      <a:pt x="474" y="197"/>
                      <a:pt x="474" y="196"/>
                    </a:cubicBezTo>
                    <a:cubicBezTo>
                      <a:pt x="475" y="198"/>
                      <a:pt x="476" y="205"/>
                      <a:pt x="477" y="207"/>
                    </a:cubicBezTo>
                    <a:cubicBezTo>
                      <a:pt x="476" y="208"/>
                      <a:pt x="476" y="209"/>
                      <a:pt x="475" y="212"/>
                    </a:cubicBezTo>
                    <a:cubicBezTo>
                      <a:pt x="478" y="236"/>
                      <a:pt x="473" y="260"/>
                      <a:pt x="467" y="283"/>
                    </a:cubicBezTo>
                    <a:cubicBezTo>
                      <a:pt x="463" y="286"/>
                      <a:pt x="467" y="277"/>
                      <a:pt x="464" y="279"/>
                    </a:cubicBezTo>
                    <a:cubicBezTo>
                      <a:pt x="467" y="280"/>
                      <a:pt x="464" y="283"/>
                      <a:pt x="461" y="290"/>
                    </a:cubicBezTo>
                    <a:cubicBezTo>
                      <a:pt x="461" y="290"/>
                      <a:pt x="461" y="290"/>
                      <a:pt x="461" y="290"/>
                    </a:cubicBezTo>
                    <a:cubicBezTo>
                      <a:pt x="460" y="293"/>
                      <a:pt x="458" y="294"/>
                      <a:pt x="457" y="297"/>
                    </a:cubicBezTo>
                    <a:cubicBezTo>
                      <a:pt x="458" y="297"/>
                      <a:pt x="458" y="297"/>
                      <a:pt x="458" y="297"/>
                    </a:cubicBezTo>
                    <a:cubicBezTo>
                      <a:pt x="458" y="301"/>
                      <a:pt x="452" y="303"/>
                      <a:pt x="453" y="306"/>
                    </a:cubicBezTo>
                    <a:cubicBezTo>
                      <a:pt x="451" y="307"/>
                      <a:pt x="451" y="307"/>
                      <a:pt x="451" y="307"/>
                    </a:cubicBezTo>
                    <a:cubicBezTo>
                      <a:pt x="451" y="312"/>
                      <a:pt x="447" y="312"/>
                      <a:pt x="447" y="316"/>
                    </a:cubicBezTo>
                    <a:cubicBezTo>
                      <a:pt x="447" y="316"/>
                      <a:pt x="447" y="316"/>
                      <a:pt x="447" y="316"/>
                    </a:cubicBezTo>
                    <a:cubicBezTo>
                      <a:pt x="443" y="320"/>
                      <a:pt x="442" y="327"/>
                      <a:pt x="439" y="328"/>
                    </a:cubicBezTo>
                    <a:cubicBezTo>
                      <a:pt x="437" y="332"/>
                      <a:pt x="434" y="337"/>
                      <a:pt x="435" y="339"/>
                    </a:cubicBezTo>
                    <a:cubicBezTo>
                      <a:pt x="433" y="339"/>
                      <a:pt x="433" y="338"/>
                      <a:pt x="433" y="337"/>
                    </a:cubicBezTo>
                    <a:cubicBezTo>
                      <a:pt x="422" y="352"/>
                      <a:pt x="406" y="365"/>
                      <a:pt x="395" y="377"/>
                    </a:cubicBezTo>
                    <a:cubicBezTo>
                      <a:pt x="394" y="378"/>
                      <a:pt x="395" y="377"/>
                      <a:pt x="395" y="376"/>
                    </a:cubicBezTo>
                    <a:cubicBezTo>
                      <a:pt x="389" y="385"/>
                      <a:pt x="378" y="390"/>
                      <a:pt x="378" y="398"/>
                    </a:cubicBezTo>
                    <a:cubicBezTo>
                      <a:pt x="377" y="402"/>
                      <a:pt x="377" y="402"/>
                      <a:pt x="377" y="402"/>
                    </a:cubicBezTo>
                    <a:cubicBezTo>
                      <a:pt x="375" y="403"/>
                      <a:pt x="375" y="402"/>
                      <a:pt x="373" y="403"/>
                    </a:cubicBezTo>
                    <a:cubicBezTo>
                      <a:pt x="373" y="406"/>
                      <a:pt x="368" y="411"/>
                      <a:pt x="369" y="413"/>
                    </a:cubicBezTo>
                    <a:cubicBezTo>
                      <a:pt x="368" y="414"/>
                      <a:pt x="369" y="412"/>
                      <a:pt x="368" y="412"/>
                    </a:cubicBezTo>
                    <a:cubicBezTo>
                      <a:pt x="365" y="416"/>
                      <a:pt x="365" y="422"/>
                      <a:pt x="363" y="426"/>
                    </a:cubicBezTo>
                    <a:cubicBezTo>
                      <a:pt x="363" y="424"/>
                      <a:pt x="363" y="424"/>
                      <a:pt x="363" y="424"/>
                    </a:cubicBezTo>
                    <a:cubicBezTo>
                      <a:pt x="349" y="443"/>
                      <a:pt x="340" y="473"/>
                      <a:pt x="342" y="493"/>
                    </a:cubicBezTo>
                    <a:cubicBezTo>
                      <a:pt x="343" y="498"/>
                      <a:pt x="340" y="495"/>
                      <a:pt x="340" y="497"/>
                    </a:cubicBezTo>
                    <a:cubicBezTo>
                      <a:pt x="342" y="517"/>
                      <a:pt x="338" y="542"/>
                      <a:pt x="349" y="558"/>
                    </a:cubicBezTo>
                    <a:cubicBezTo>
                      <a:pt x="355" y="570"/>
                      <a:pt x="363" y="573"/>
                      <a:pt x="363" y="573"/>
                    </a:cubicBezTo>
                    <a:cubicBezTo>
                      <a:pt x="346" y="542"/>
                      <a:pt x="349" y="513"/>
                      <a:pt x="356" y="481"/>
                    </a:cubicBezTo>
                    <a:cubicBezTo>
                      <a:pt x="356" y="470"/>
                      <a:pt x="359" y="457"/>
                      <a:pt x="363" y="448"/>
                    </a:cubicBezTo>
                    <a:cubicBezTo>
                      <a:pt x="376" y="404"/>
                      <a:pt x="410" y="388"/>
                      <a:pt x="444" y="349"/>
                    </a:cubicBezTo>
                    <a:cubicBezTo>
                      <a:pt x="442" y="350"/>
                      <a:pt x="443" y="348"/>
                      <a:pt x="444" y="346"/>
                    </a:cubicBezTo>
                    <a:cubicBezTo>
                      <a:pt x="445" y="345"/>
                      <a:pt x="445" y="345"/>
                      <a:pt x="445" y="345"/>
                    </a:cubicBezTo>
                    <a:cubicBezTo>
                      <a:pt x="446" y="342"/>
                      <a:pt x="446" y="342"/>
                      <a:pt x="446" y="342"/>
                    </a:cubicBezTo>
                    <a:cubicBezTo>
                      <a:pt x="448" y="339"/>
                      <a:pt x="449" y="341"/>
                      <a:pt x="447" y="344"/>
                    </a:cubicBezTo>
                    <a:cubicBezTo>
                      <a:pt x="459" y="329"/>
                      <a:pt x="467" y="314"/>
                      <a:pt x="475" y="297"/>
                    </a:cubicBezTo>
                    <a:cubicBezTo>
                      <a:pt x="474" y="295"/>
                      <a:pt x="479" y="288"/>
                      <a:pt x="477" y="286"/>
                    </a:cubicBezTo>
                    <a:cubicBezTo>
                      <a:pt x="478" y="286"/>
                      <a:pt x="478" y="286"/>
                      <a:pt x="478" y="287"/>
                    </a:cubicBezTo>
                    <a:cubicBezTo>
                      <a:pt x="481" y="274"/>
                      <a:pt x="482" y="274"/>
                      <a:pt x="487" y="263"/>
                    </a:cubicBezTo>
                    <a:cubicBezTo>
                      <a:pt x="501" y="211"/>
                      <a:pt x="485" y="161"/>
                      <a:pt x="463" y="11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02" name="Rectangle 77"/>
              <p:cNvSpPr>
                <a:spLocks noChangeArrowheads="1"/>
              </p:cNvSpPr>
              <p:nvPr>
                <p:custDataLst>
                  <p:tags r:id="rId323"/>
                </p:custDataLst>
              </p:nvPr>
            </p:nvSpPr>
            <p:spPr bwMode="auto">
              <a:xfrm>
                <a:off x="4586" y="1893"/>
                <a:ext cx="1" cy="2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03" name="Freeform 78"/>
              <p:cNvSpPr/>
              <p:nvPr>
                <p:custDataLst>
                  <p:tags r:id="rId324"/>
                </p:custDataLst>
              </p:nvPr>
            </p:nvSpPr>
            <p:spPr bwMode="auto">
              <a:xfrm>
                <a:off x="3937" y="2817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04" name="Freeform 79"/>
              <p:cNvSpPr/>
              <p:nvPr>
                <p:custDataLst>
                  <p:tags r:id="rId325"/>
                </p:custDataLst>
              </p:nvPr>
            </p:nvSpPr>
            <p:spPr bwMode="auto">
              <a:xfrm>
                <a:off x="4629" y="1859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2 w 2"/>
                  <a:gd name="T3" fmla="*/ 2 h 2"/>
                  <a:gd name="T4" fmla="*/ 0 w 2"/>
                  <a:gd name="T5" fmla="*/ 0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2" y="2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05" name="Freeform 80"/>
              <p:cNvSpPr/>
              <p:nvPr>
                <p:custDataLst>
                  <p:tags r:id="rId326"/>
                </p:custDataLst>
              </p:nvPr>
            </p:nvSpPr>
            <p:spPr bwMode="auto">
              <a:xfrm>
                <a:off x="3967" y="2813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06" name="Freeform 81"/>
              <p:cNvSpPr/>
              <p:nvPr>
                <p:custDataLst>
                  <p:tags r:id="rId327"/>
                </p:custDataLst>
              </p:nvPr>
            </p:nvSpPr>
            <p:spPr bwMode="auto">
              <a:xfrm>
                <a:off x="4618" y="1878"/>
                <a:ext cx="2" cy="4"/>
              </a:xfrm>
              <a:custGeom>
                <a:avLst/>
                <a:gdLst>
                  <a:gd name="T0" fmla="*/ 0 w 1"/>
                  <a:gd name="T1" fmla="*/ 1 h 2"/>
                  <a:gd name="T2" fmla="*/ 1 w 1"/>
                  <a:gd name="T3" fmla="*/ 2 h 2"/>
                  <a:gd name="T4" fmla="*/ 0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0"/>
                      <a:pt x="1" y="2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07" name="Freeform 82"/>
              <p:cNvSpPr/>
              <p:nvPr>
                <p:custDataLst>
                  <p:tags r:id="rId328"/>
                </p:custDataLst>
              </p:nvPr>
            </p:nvSpPr>
            <p:spPr bwMode="auto">
              <a:xfrm>
                <a:off x="3814" y="226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08" name="Freeform 83"/>
              <p:cNvSpPr/>
              <p:nvPr>
                <p:custDataLst>
                  <p:tags r:id="rId329"/>
                </p:custDataLst>
              </p:nvPr>
            </p:nvSpPr>
            <p:spPr bwMode="auto">
              <a:xfrm>
                <a:off x="3876" y="2438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09" name="Freeform 84"/>
              <p:cNvSpPr/>
              <p:nvPr>
                <p:custDataLst>
                  <p:tags r:id="rId330"/>
                </p:custDataLst>
              </p:nvPr>
            </p:nvSpPr>
            <p:spPr bwMode="auto">
              <a:xfrm>
                <a:off x="4618" y="187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10" name="Freeform 85"/>
              <p:cNvSpPr/>
              <p:nvPr>
                <p:custDataLst>
                  <p:tags r:id="rId331"/>
                </p:custDataLst>
              </p:nvPr>
            </p:nvSpPr>
            <p:spPr bwMode="auto">
              <a:xfrm>
                <a:off x="3801" y="2272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11" name="Freeform 86"/>
              <p:cNvSpPr/>
              <p:nvPr>
                <p:custDataLst>
                  <p:tags r:id="rId332"/>
                </p:custDataLst>
              </p:nvPr>
            </p:nvSpPr>
            <p:spPr bwMode="auto">
              <a:xfrm>
                <a:off x="3808" y="2266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12" name="Freeform 87"/>
              <p:cNvSpPr/>
              <p:nvPr>
                <p:custDataLst>
                  <p:tags r:id="rId333"/>
                </p:custDataLst>
              </p:nvPr>
            </p:nvSpPr>
            <p:spPr bwMode="auto">
              <a:xfrm>
                <a:off x="3878" y="2393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13" name="Freeform 88"/>
              <p:cNvSpPr/>
              <p:nvPr>
                <p:custDataLst>
                  <p:tags r:id="rId334"/>
                </p:custDataLst>
              </p:nvPr>
            </p:nvSpPr>
            <p:spPr bwMode="auto">
              <a:xfrm>
                <a:off x="3810" y="2266"/>
                <a:ext cx="6" cy="0"/>
              </a:xfrm>
              <a:custGeom>
                <a:avLst/>
                <a:gdLst>
                  <a:gd name="T0" fmla="*/ 1 w 3"/>
                  <a:gd name="T1" fmla="*/ 0 w 3"/>
                  <a:gd name="T2" fmla="*/ 1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3" y="0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14" name="Freeform 89"/>
              <p:cNvSpPr/>
              <p:nvPr>
                <p:custDataLst>
                  <p:tags r:id="rId335"/>
                </p:custDataLst>
              </p:nvPr>
            </p:nvSpPr>
            <p:spPr bwMode="auto">
              <a:xfrm>
                <a:off x="3935" y="2247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15" name="Freeform 90"/>
              <p:cNvSpPr/>
              <p:nvPr>
                <p:custDataLst>
                  <p:tags r:id="rId336"/>
                </p:custDataLst>
              </p:nvPr>
            </p:nvSpPr>
            <p:spPr bwMode="auto">
              <a:xfrm>
                <a:off x="3876" y="2213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16" name="Oval 91"/>
              <p:cNvSpPr>
                <a:spLocks noChangeArrowheads="1"/>
              </p:cNvSpPr>
              <p:nvPr>
                <p:custDataLst>
                  <p:tags r:id="rId337"/>
                </p:custDataLst>
              </p:nvPr>
            </p:nvSpPr>
            <p:spPr bwMode="auto">
              <a:xfrm>
                <a:off x="3814" y="2266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17" name="Freeform 92"/>
              <p:cNvSpPr/>
              <p:nvPr>
                <p:custDataLst>
                  <p:tags r:id="rId338"/>
                </p:custDataLst>
              </p:nvPr>
            </p:nvSpPr>
            <p:spPr bwMode="auto">
              <a:xfrm>
                <a:off x="3801" y="2007"/>
                <a:ext cx="5" cy="7"/>
              </a:xfrm>
              <a:custGeom>
                <a:avLst/>
                <a:gdLst>
                  <a:gd name="T0" fmla="*/ 1 w 2"/>
                  <a:gd name="T1" fmla="*/ 0 h 3"/>
                  <a:gd name="T2" fmla="*/ 2 w 2"/>
                  <a:gd name="T3" fmla="*/ 3 h 3"/>
                  <a:gd name="T4" fmla="*/ 1 w 2"/>
                  <a:gd name="T5" fmla="*/ 2 h 3"/>
                  <a:gd name="T6" fmla="*/ 1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0" y="0"/>
                      <a:pt x="0" y="1"/>
                      <a:pt x="2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18" name="Freeform 93"/>
              <p:cNvSpPr/>
              <p:nvPr>
                <p:custDataLst>
                  <p:tags r:id="rId339"/>
                </p:custDataLst>
              </p:nvPr>
            </p:nvSpPr>
            <p:spPr bwMode="auto">
              <a:xfrm>
                <a:off x="3837" y="245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19" name="Freeform 94"/>
              <p:cNvSpPr/>
              <p:nvPr>
                <p:custDataLst>
                  <p:tags r:id="rId340"/>
                </p:custDataLst>
              </p:nvPr>
            </p:nvSpPr>
            <p:spPr bwMode="auto">
              <a:xfrm>
                <a:off x="4398" y="2296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20" name="Freeform 95"/>
              <p:cNvSpPr/>
              <p:nvPr>
                <p:custDataLst>
                  <p:tags r:id="rId341"/>
                </p:custDataLst>
              </p:nvPr>
            </p:nvSpPr>
            <p:spPr bwMode="auto">
              <a:xfrm>
                <a:off x="4376" y="2249"/>
                <a:ext cx="227" cy="119"/>
              </a:xfrm>
              <a:custGeom>
                <a:avLst/>
                <a:gdLst>
                  <a:gd name="T0" fmla="*/ 90 w 107"/>
                  <a:gd name="T1" fmla="*/ 34 h 56"/>
                  <a:gd name="T2" fmla="*/ 75 w 107"/>
                  <a:gd name="T3" fmla="*/ 23 h 56"/>
                  <a:gd name="T4" fmla="*/ 59 w 107"/>
                  <a:gd name="T5" fmla="*/ 22 h 56"/>
                  <a:gd name="T6" fmla="*/ 54 w 107"/>
                  <a:gd name="T7" fmla="*/ 18 h 56"/>
                  <a:gd name="T8" fmla="*/ 44 w 107"/>
                  <a:gd name="T9" fmla="*/ 13 h 56"/>
                  <a:gd name="T10" fmla="*/ 37 w 107"/>
                  <a:gd name="T11" fmla="*/ 9 h 56"/>
                  <a:gd name="T12" fmla="*/ 30 w 107"/>
                  <a:gd name="T13" fmla="*/ 11 h 56"/>
                  <a:gd name="T14" fmla="*/ 20 w 107"/>
                  <a:gd name="T15" fmla="*/ 8 h 56"/>
                  <a:gd name="T16" fmla="*/ 15 w 107"/>
                  <a:gd name="T17" fmla="*/ 6 h 56"/>
                  <a:gd name="T18" fmla="*/ 9 w 107"/>
                  <a:gd name="T19" fmla="*/ 1 h 56"/>
                  <a:gd name="T20" fmla="*/ 6 w 107"/>
                  <a:gd name="T21" fmla="*/ 1 h 56"/>
                  <a:gd name="T22" fmla="*/ 3 w 107"/>
                  <a:gd name="T23" fmla="*/ 3 h 56"/>
                  <a:gd name="T24" fmla="*/ 0 w 107"/>
                  <a:gd name="T25" fmla="*/ 5 h 56"/>
                  <a:gd name="T26" fmla="*/ 1 w 107"/>
                  <a:gd name="T27" fmla="*/ 8 h 56"/>
                  <a:gd name="T28" fmla="*/ 6 w 107"/>
                  <a:gd name="T29" fmla="*/ 9 h 56"/>
                  <a:gd name="T30" fmla="*/ 8 w 107"/>
                  <a:gd name="T31" fmla="*/ 14 h 56"/>
                  <a:gd name="T32" fmla="*/ 3 w 107"/>
                  <a:gd name="T33" fmla="*/ 19 h 56"/>
                  <a:gd name="T34" fmla="*/ 5 w 107"/>
                  <a:gd name="T35" fmla="*/ 20 h 56"/>
                  <a:gd name="T36" fmla="*/ 8 w 107"/>
                  <a:gd name="T37" fmla="*/ 18 h 56"/>
                  <a:gd name="T38" fmla="*/ 8 w 107"/>
                  <a:gd name="T39" fmla="*/ 20 h 56"/>
                  <a:gd name="T40" fmla="*/ 12 w 107"/>
                  <a:gd name="T41" fmla="*/ 17 h 56"/>
                  <a:gd name="T42" fmla="*/ 11 w 107"/>
                  <a:gd name="T43" fmla="*/ 22 h 56"/>
                  <a:gd name="T44" fmla="*/ 11 w 107"/>
                  <a:gd name="T45" fmla="*/ 25 h 56"/>
                  <a:gd name="T46" fmla="*/ 13 w 107"/>
                  <a:gd name="T47" fmla="*/ 23 h 56"/>
                  <a:gd name="T48" fmla="*/ 14 w 107"/>
                  <a:gd name="T49" fmla="*/ 25 h 56"/>
                  <a:gd name="T50" fmla="*/ 17 w 107"/>
                  <a:gd name="T51" fmla="*/ 22 h 56"/>
                  <a:gd name="T52" fmla="*/ 21 w 107"/>
                  <a:gd name="T53" fmla="*/ 18 h 56"/>
                  <a:gd name="T54" fmla="*/ 20 w 107"/>
                  <a:gd name="T55" fmla="*/ 23 h 56"/>
                  <a:gd name="T56" fmla="*/ 24 w 107"/>
                  <a:gd name="T57" fmla="*/ 26 h 56"/>
                  <a:gd name="T58" fmla="*/ 26 w 107"/>
                  <a:gd name="T59" fmla="*/ 27 h 56"/>
                  <a:gd name="T60" fmla="*/ 28 w 107"/>
                  <a:gd name="T61" fmla="*/ 27 h 56"/>
                  <a:gd name="T62" fmla="*/ 33 w 107"/>
                  <a:gd name="T63" fmla="*/ 29 h 56"/>
                  <a:gd name="T64" fmla="*/ 35 w 107"/>
                  <a:gd name="T65" fmla="*/ 30 h 56"/>
                  <a:gd name="T66" fmla="*/ 36 w 107"/>
                  <a:gd name="T67" fmla="*/ 30 h 56"/>
                  <a:gd name="T68" fmla="*/ 38 w 107"/>
                  <a:gd name="T69" fmla="*/ 28 h 56"/>
                  <a:gd name="T70" fmla="*/ 39 w 107"/>
                  <a:gd name="T71" fmla="*/ 31 h 56"/>
                  <a:gd name="T72" fmla="*/ 41 w 107"/>
                  <a:gd name="T73" fmla="*/ 30 h 56"/>
                  <a:gd name="T74" fmla="*/ 44 w 107"/>
                  <a:gd name="T75" fmla="*/ 33 h 56"/>
                  <a:gd name="T76" fmla="*/ 48 w 107"/>
                  <a:gd name="T77" fmla="*/ 34 h 56"/>
                  <a:gd name="T78" fmla="*/ 50 w 107"/>
                  <a:gd name="T79" fmla="*/ 37 h 56"/>
                  <a:gd name="T80" fmla="*/ 52 w 107"/>
                  <a:gd name="T81" fmla="*/ 36 h 56"/>
                  <a:gd name="T82" fmla="*/ 52 w 107"/>
                  <a:gd name="T83" fmla="*/ 37 h 56"/>
                  <a:gd name="T84" fmla="*/ 55 w 107"/>
                  <a:gd name="T85" fmla="*/ 37 h 56"/>
                  <a:gd name="T86" fmla="*/ 58 w 107"/>
                  <a:gd name="T87" fmla="*/ 38 h 56"/>
                  <a:gd name="T88" fmla="*/ 61 w 107"/>
                  <a:gd name="T89" fmla="*/ 38 h 56"/>
                  <a:gd name="T90" fmla="*/ 67 w 107"/>
                  <a:gd name="T91" fmla="*/ 33 h 56"/>
                  <a:gd name="T92" fmla="*/ 67 w 107"/>
                  <a:gd name="T93" fmla="*/ 38 h 56"/>
                  <a:gd name="T94" fmla="*/ 71 w 107"/>
                  <a:gd name="T95" fmla="*/ 39 h 56"/>
                  <a:gd name="T96" fmla="*/ 73 w 107"/>
                  <a:gd name="T97" fmla="*/ 40 h 56"/>
                  <a:gd name="T98" fmla="*/ 79 w 107"/>
                  <a:gd name="T99" fmla="*/ 44 h 56"/>
                  <a:gd name="T100" fmla="*/ 81 w 107"/>
                  <a:gd name="T101" fmla="*/ 46 h 56"/>
                  <a:gd name="T102" fmla="*/ 90 w 107"/>
                  <a:gd name="T103" fmla="*/ 46 h 56"/>
                  <a:gd name="T104" fmla="*/ 93 w 107"/>
                  <a:gd name="T105" fmla="*/ 47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07" h="56">
                    <a:moveTo>
                      <a:pt x="102" y="41"/>
                    </a:moveTo>
                    <a:cubicBezTo>
                      <a:pt x="101" y="41"/>
                      <a:pt x="100" y="41"/>
                      <a:pt x="100" y="40"/>
                    </a:cubicBezTo>
                    <a:cubicBezTo>
                      <a:pt x="96" y="38"/>
                      <a:pt x="96" y="32"/>
                      <a:pt x="92" y="32"/>
                    </a:cubicBezTo>
                    <a:cubicBezTo>
                      <a:pt x="91" y="33"/>
                      <a:pt x="91" y="34"/>
                      <a:pt x="90" y="34"/>
                    </a:cubicBezTo>
                    <a:cubicBezTo>
                      <a:pt x="91" y="33"/>
                      <a:pt x="91" y="33"/>
                      <a:pt x="91" y="33"/>
                    </a:cubicBezTo>
                    <a:cubicBezTo>
                      <a:pt x="90" y="34"/>
                      <a:pt x="90" y="34"/>
                      <a:pt x="90" y="34"/>
                    </a:cubicBezTo>
                    <a:cubicBezTo>
                      <a:pt x="89" y="34"/>
                      <a:pt x="90" y="33"/>
                      <a:pt x="91" y="33"/>
                    </a:cubicBezTo>
                    <a:cubicBezTo>
                      <a:pt x="89" y="32"/>
                      <a:pt x="88" y="32"/>
                      <a:pt x="87" y="31"/>
                    </a:cubicBezTo>
                    <a:cubicBezTo>
                      <a:pt x="86" y="32"/>
                      <a:pt x="86" y="30"/>
                      <a:pt x="85" y="32"/>
                    </a:cubicBezTo>
                    <a:cubicBezTo>
                      <a:pt x="86" y="31"/>
                      <a:pt x="86" y="31"/>
                      <a:pt x="86" y="31"/>
                    </a:cubicBezTo>
                    <a:cubicBezTo>
                      <a:pt x="84" y="32"/>
                      <a:pt x="84" y="32"/>
                      <a:pt x="85" y="29"/>
                    </a:cubicBezTo>
                    <a:cubicBezTo>
                      <a:pt x="82" y="25"/>
                      <a:pt x="78" y="26"/>
                      <a:pt x="75" y="23"/>
                    </a:cubicBezTo>
                    <a:cubicBezTo>
                      <a:pt x="72" y="22"/>
                      <a:pt x="68" y="22"/>
                      <a:pt x="64" y="21"/>
                    </a:cubicBezTo>
                    <a:cubicBezTo>
                      <a:pt x="62" y="24"/>
                      <a:pt x="62" y="23"/>
                      <a:pt x="60" y="25"/>
                    </a:cubicBezTo>
                    <a:cubicBezTo>
                      <a:pt x="61" y="24"/>
                      <a:pt x="61" y="24"/>
                      <a:pt x="61" y="24"/>
                    </a:cubicBezTo>
                    <a:cubicBezTo>
                      <a:pt x="60" y="25"/>
                      <a:pt x="60" y="24"/>
                      <a:pt x="60" y="22"/>
                    </a:cubicBezTo>
                    <a:cubicBezTo>
                      <a:pt x="60" y="23"/>
                      <a:pt x="60" y="22"/>
                      <a:pt x="59" y="24"/>
                    </a:cubicBezTo>
                    <a:cubicBezTo>
                      <a:pt x="58" y="26"/>
                      <a:pt x="60" y="21"/>
                      <a:pt x="59" y="22"/>
                    </a:cubicBezTo>
                    <a:cubicBezTo>
                      <a:pt x="60" y="21"/>
                      <a:pt x="59" y="23"/>
                      <a:pt x="59" y="22"/>
                    </a:cubicBezTo>
                    <a:cubicBezTo>
                      <a:pt x="57" y="24"/>
                      <a:pt x="60" y="22"/>
                      <a:pt x="59" y="19"/>
                    </a:cubicBezTo>
                    <a:cubicBezTo>
                      <a:pt x="57" y="19"/>
                      <a:pt x="55" y="20"/>
                      <a:pt x="54" y="19"/>
                    </a:cubicBezTo>
                    <a:cubicBezTo>
                      <a:pt x="54" y="19"/>
                      <a:pt x="54" y="20"/>
                      <a:pt x="54" y="20"/>
                    </a:cubicBezTo>
                    <a:cubicBezTo>
                      <a:pt x="55" y="17"/>
                      <a:pt x="53" y="21"/>
                      <a:pt x="53" y="19"/>
                    </a:cubicBezTo>
                    <a:cubicBezTo>
                      <a:pt x="53" y="19"/>
                      <a:pt x="53" y="19"/>
                      <a:pt x="54" y="18"/>
                    </a:cubicBezTo>
                    <a:cubicBezTo>
                      <a:pt x="54" y="17"/>
                      <a:pt x="52" y="18"/>
                      <a:pt x="52" y="17"/>
                    </a:cubicBezTo>
                    <a:cubicBezTo>
                      <a:pt x="51" y="18"/>
                      <a:pt x="52" y="15"/>
                      <a:pt x="51" y="16"/>
                    </a:cubicBezTo>
                    <a:cubicBezTo>
                      <a:pt x="51" y="15"/>
                      <a:pt x="51" y="15"/>
                      <a:pt x="51" y="15"/>
                    </a:cubicBezTo>
                    <a:cubicBezTo>
                      <a:pt x="49" y="18"/>
                      <a:pt x="50" y="13"/>
                      <a:pt x="49" y="15"/>
                    </a:cubicBezTo>
                    <a:cubicBezTo>
                      <a:pt x="49" y="14"/>
                      <a:pt x="49" y="14"/>
                      <a:pt x="49" y="14"/>
                    </a:cubicBezTo>
                    <a:cubicBezTo>
                      <a:pt x="47" y="14"/>
                      <a:pt x="46" y="12"/>
                      <a:pt x="44" y="13"/>
                    </a:cubicBezTo>
                    <a:cubicBezTo>
                      <a:pt x="43" y="13"/>
                      <a:pt x="43" y="10"/>
                      <a:pt x="41" y="11"/>
                    </a:cubicBezTo>
                    <a:cubicBezTo>
                      <a:pt x="40" y="12"/>
                      <a:pt x="40" y="12"/>
                      <a:pt x="40" y="12"/>
                    </a:cubicBezTo>
                    <a:cubicBezTo>
                      <a:pt x="40" y="12"/>
                      <a:pt x="41" y="11"/>
                      <a:pt x="41" y="11"/>
                    </a:cubicBezTo>
                    <a:cubicBezTo>
                      <a:pt x="40" y="12"/>
                      <a:pt x="40" y="10"/>
                      <a:pt x="39" y="10"/>
                    </a:cubicBezTo>
                    <a:cubicBezTo>
                      <a:pt x="39" y="10"/>
                      <a:pt x="39" y="10"/>
                      <a:pt x="39" y="11"/>
                    </a:cubicBezTo>
                    <a:cubicBezTo>
                      <a:pt x="39" y="9"/>
                      <a:pt x="37" y="11"/>
                      <a:pt x="37" y="9"/>
                    </a:cubicBezTo>
                    <a:cubicBezTo>
                      <a:pt x="35" y="12"/>
                      <a:pt x="35" y="11"/>
                      <a:pt x="35" y="11"/>
                    </a:cubicBezTo>
                    <a:cubicBezTo>
                      <a:pt x="35" y="11"/>
                      <a:pt x="35" y="10"/>
                      <a:pt x="35" y="10"/>
                    </a:cubicBezTo>
                    <a:cubicBezTo>
                      <a:pt x="35" y="10"/>
                      <a:pt x="34" y="10"/>
                      <a:pt x="34" y="9"/>
                    </a:cubicBezTo>
                    <a:cubicBezTo>
                      <a:pt x="34" y="9"/>
                      <a:pt x="33" y="11"/>
                      <a:pt x="33" y="10"/>
                    </a:cubicBezTo>
                    <a:cubicBezTo>
                      <a:pt x="34" y="8"/>
                      <a:pt x="32" y="10"/>
                      <a:pt x="32" y="9"/>
                    </a:cubicBezTo>
                    <a:cubicBezTo>
                      <a:pt x="31" y="10"/>
                      <a:pt x="30" y="12"/>
                      <a:pt x="30" y="11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0" y="9"/>
                      <a:pt x="30" y="6"/>
                      <a:pt x="27" y="8"/>
                    </a:cubicBezTo>
                    <a:cubicBezTo>
                      <a:pt x="28" y="7"/>
                      <a:pt x="28" y="7"/>
                      <a:pt x="28" y="7"/>
                    </a:cubicBezTo>
                    <a:cubicBezTo>
                      <a:pt x="26" y="8"/>
                      <a:pt x="25" y="5"/>
                      <a:pt x="23" y="7"/>
                    </a:cubicBezTo>
                    <a:cubicBezTo>
                      <a:pt x="23" y="6"/>
                      <a:pt x="23" y="6"/>
                      <a:pt x="22" y="5"/>
                    </a:cubicBezTo>
                    <a:cubicBezTo>
                      <a:pt x="21" y="7"/>
                      <a:pt x="21" y="6"/>
                      <a:pt x="20" y="8"/>
                    </a:cubicBezTo>
                    <a:cubicBezTo>
                      <a:pt x="19" y="8"/>
                      <a:pt x="20" y="7"/>
                      <a:pt x="20" y="6"/>
                    </a:cubicBezTo>
                    <a:cubicBezTo>
                      <a:pt x="20" y="6"/>
                      <a:pt x="21" y="3"/>
                      <a:pt x="19" y="5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18" y="5"/>
                      <a:pt x="17" y="6"/>
                      <a:pt x="17" y="5"/>
                    </a:cubicBezTo>
                    <a:cubicBezTo>
                      <a:pt x="16" y="6"/>
                      <a:pt x="16" y="6"/>
                      <a:pt x="15" y="7"/>
                    </a:cubicBezTo>
                    <a:cubicBezTo>
                      <a:pt x="15" y="7"/>
                      <a:pt x="16" y="5"/>
                      <a:pt x="15" y="6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6" y="4"/>
                      <a:pt x="14" y="4"/>
                      <a:pt x="13" y="4"/>
                    </a:cubicBezTo>
                    <a:cubicBezTo>
                      <a:pt x="14" y="2"/>
                      <a:pt x="11" y="4"/>
                      <a:pt x="12" y="2"/>
                    </a:cubicBezTo>
                    <a:cubicBezTo>
                      <a:pt x="11" y="3"/>
                      <a:pt x="11" y="1"/>
                      <a:pt x="9" y="4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9" y="2"/>
                      <a:pt x="9" y="2"/>
                      <a:pt x="9" y="1"/>
                    </a:cubicBezTo>
                    <a:cubicBezTo>
                      <a:pt x="8" y="0"/>
                      <a:pt x="7" y="2"/>
                      <a:pt x="7" y="3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2"/>
                      <a:pt x="5" y="4"/>
                      <a:pt x="4" y="5"/>
                    </a:cubicBezTo>
                    <a:cubicBezTo>
                      <a:pt x="5" y="4"/>
                      <a:pt x="4" y="5"/>
                      <a:pt x="4" y="4"/>
                    </a:cubicBezTo>
                    <a:cubicBezTo>
                      <a:pt x="5" y="3"/>
                      <a:pt x="6" y="2"/>
                      <a:pt x="7" y="1"/>
                    </a:cubicBezTo>
                    <a:cubicBezTo>
                      <a:pt x="7" y="0"/>
                      <a:pt x="5" y="3"/>
                      <a:pt x="6" y="1"/>
                    </a:cubicBezTo>
                    <a:cubicBezTo>
                      <a:pt x="6" y="0"/>
                      <a:pt x="5" y="0"/>
                      <a:pt x="4" y="2"/>
                    </a:cubicBezTo>
                    <a:cubicBezTo>
                      <a:pt x="5" y="1"/>
                      <a:pt x="5" y="1"/>
                      <a:pt x="5" y="0"/>
                    </a:cubicBezTo>
                    <a:cubicBezTo>
                      <a:pt x="5" y="0"/>
                      <a:pt x="5" y="0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2"/>
                      <a:pt x="3" y="2"/>
                      <a:pt x="2" y="4"/>
                    </a:cubicBezTo>
                    <a:cubicBezTo>
                      <a:pt x="2" y="3"/>
                      <a:pt x="3" y="3"/>
                      <a:pt x="3" y="3"/>
                    </a:cubicBezTo>
                    <a:cubicBezTo>
                      <a:pt x="2" y="4"/>
                      <a:pt x="1" y="5"/>
                      <a:pt x="2" y="3"/>
                    </a:cubicBezTo>
                    <a:cubicBezTo>
                      <a:pt x="2" y="2"/>
                      <a:pt x="3" y="2"/>
                      <a:pt x="4" y="1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2"/>
                      <a:pt x="1" y="3"/>
                      <a:pt x="0" y="5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5"/>
                      <a:pt x="0" y="6"/>
                      <a:pt x="2" y="6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4"/>
                      <a:pt x="4" y="3"/>
                      <a:pt x="3" y="4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3" y="6"/>
                      <a:pt x="3" y="6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3" y="5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2" y="9"/>
                      <a:pt x="3" y="6"/>
                      <a:pt x="4" y="6"/>
                    </a:cubicBezTo>
                    <a:cubicBezTo>
                      <a:pt x="4" y="7"/>
                      <a:pt x="2" y="9"/>
                      <a:pt x="2" y="10"/>
                    </a:cubicBezTo>
                    <a:cubicBezTo>
                      <a:pt x="2" y="10"/>
                      <a:pt x="4" y="9"/>
                      <a:pt x="3" y="11"/>
                    </a:cubicBezTo>
                    <a:cubicBezTo>
                      <a:pt x="4" y="10"/>
                      <a:pt x="5" y="10"/>
                      <a:pt x="6" y="9"/>
                    </a:cubicBezTo>
                    <a:cubicBezTo>
                      <a:pt x="6" y="9"/>
                      <a:pt x="4" y="11"/>
                      <a:pt x="5" y="11"/>
                    </a:cubicBezTo>
                    <a:cubicBezTo>
                      <a:pt x="5" y="11"/>
                      <a:pt x="4" y="12"/>
                      <a:pt x="4" y="13"/>
                    </a:cubicBezTo>
                    <a:cubicBezTo>
                      <a:pt x="5" y="12"/>
                      <a:pt x="4" y="13"/>
                      <a:pt x="5" y="11"/>
                    </a:cubicBezTo>
                    <a:cubicBezTo>
                      <a:pt x="6" y="12"/>
                      <a:pt x="6" y="13"/>
                      <a:pt x="7" y="12"/>
                    </a:cubicBezTo>
                    <a:cubicBezTo>
                      <a:pt x="7" y="12"/>
                      <a:pt x="6" y="14"/>
                      <a:pt x="5" y="15"/>
                    </a:cubicBezTo>
                    <a:cubicBezTo>
                      <a:pt x="6" y="13"/>
                      <a:pt x="7" y="13"/>
                      <a:pt x="8" y="14"/>
                    </a:cubicBezTo>
                    <a:cubicBezTo>
                      <a:pt x="9" y="12"/>
                      <a:pt x="8" y="12"/>
                      <a:pt x="9" y="11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9" y="11"/>
                      <a:pt x="8" y="14"/>
                      <a:pt x="8" y="14"/>
                    </a:cubicBezTo>
                    <a:cubicBezTo>
                      <a:pt x="6" y="16"/>
                      <a:pt x="8" y="13"/>
                      <a:pt x="6" y="16"/>
                    </a:cubicBezTo>
                    <a:cubicBezTo>
                      <a:pt x="5" y="18"/>
                      <a:pt x="4" y="17"/>
                      <a:pt x="5" y="16"/>
                    </a:cubicBezTo>
                    <a:cubicBezTo>
                      <a:pt x="3" y="18"/>
                      <a:pt x="5" y="17"/>
                      <a:pt x="3" y="19"/>
                    </a:cubicBezTo>
                    <a:cubicBezTo>
                      <a:pt x="4" y="19"/>
                      <a:pt x="5" y="18"/>
                      <a:pt x="5" y="18"/>
                    </a:cubicBezTo>
                    <a:cubicBezTo>
                      <a:pt x="6" y="17"/>
                      <a:pt x="6" y="16"/>
                      <a:pt x="7" y="16"/>
                    </a:cubicBezTo>
                    <a:cubicBezTo>
                      <a:pt x="8" y="14"/>
                      <a:pt x="6" y="17"/>
                      <a:pt x="6" y="18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6" y="19"/>
                      <a:pt x="7" y="18"/>
                      <a:pt x="7" y="18"/>
                    </a:cubicBezTo>
                    <a:cubicBezTo>
                      <a:pt x="5" y="21"/>
                      <a:pt x="6" y="18"/>
                      <a:pt x="5" y="20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4" y="22"/>
                      <a:pt x="6" y="19"/>
                      <a:pt x="6" y="20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6" y="21"/>
                      <a:pt x="6" y="21"/>
                      <a:pt x="6" y="21"/>
                    </a:cubicBezTo>
                    <a:cubicBezTo>
                      <a:pt x="6" y="20"/>
                      <a:pt x="7" y="18"/>
                      <a:pt x="7" y="18"/>
                    </a:cubicBezTo>
                    <a:cubicBezTo>
                      <a:pt x="9" y="16"/>
                      <a:pt x="7" y="18"/>
                      <a:pt x="8" y="18"/>
                    </a:cubicBezTo>
                    <a:cubicBezTo>
                      <a:pt x="9" y="16"/>
                      <a:pt x="8" y="18"/>
                      <a:pt x="9" y="16"/>
                    </a:cubicBezTo>
                    <a:cubicBezTo>
                      <a:pt x="9" y="15"/>
                      <a:pt x="10" y="15"/>
                      <a:pt x="10" y="15"/>
                    </a:cubicBezTo>
                    <a:cubicBezTo>
                      <a:pt x="10" y="15"/>
                      <a:pt x="9" y="17"/>
                      <a:pt x="9" y="18"/>
                    </a:cubicBezTo>
                    <a:cubicBezTo>
                      <a:pt x="9" y="18"/>
                      <a:pt x="8" y="18"/>
                      <a:pt x="9" y="17"/>
                    </a:cubicBezTo>
                    <a:cubicBezTo>
                      <a:pt x="7" y="19"/>
                      <a:pt x="7" y="21"/>
                      <a:pt x="6" y="21"/>
                    </a:cubicBezTo>
                    <a:cubicBezTo>
                      <a:pt x="6" y="23"/>
                      <a:pt x="7" y="20"/>
                      <a:pt x="8" y="20"/>
                    </a:cubicBezTo>
                    <a:cubicBezTo>
                      <a:pt x="7" y="21"/>
                      <a:pt x="8" y="19"/>
                      <a:pt x="9" y="18"/>
                    </a:cubicBezTo>
                    <a:cubicBezTo>
                      <a:pt x="12" y="14"/>
                      <a:pt x="7" y="21"/>
                      <a:pt x="8" y="21"/>
                    </a:cubicBezTo>
                    <a:cubicBezTo>
                      <a:pt x="10" y="18"/>
                      <a:pt x="11" y="18"/>
                      <a:pt x="12" y="15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2" y="16"/>
                      <a:pt x="13" y="16"/>
                      <a:pt x="11" y="17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0" y="19"/>
                      <a:pt x="10" y="19"/>
                      <a:pt x="10" y="19"/>
                    </a:cubicBezTo>
                    <a:cubicBezTo>
                      <a:pt x="10" y="21"/>
                      <a:pt x="9" y="22"/>
                      <a:pt x="9" y="23"/>
                    </a:cubicBezTo>
                    <a:cubicBezTo>
                      <a:pt x="10" y="22"/>
                      <a:pt x="10" y="21"/>
                      <a:pt x="10" y="21"/>
                    </a:cubicBezTo>
                    <a:cubicBezTo>
                      <a:pt x="10" y="22"/>
                      <a:pt x="9" y="23"/>
                      <a:pt x="10" y="23"/>
                    </a:cubicBezTo>
                    <a:cubicBezTo>
                      <a:pt x="10" y="22"/>
                      <a:pt x="11" y="20"/>
                      <a:pt x="11" y="20"/>
                    </a:cubicBezTo>
                    <a:cubicBezTo>
                      <a:pt x="12" y="20"/>
                      <a:pt x="11" y="22"/>
                      <a:pt x="11" y="22"/>
                    </a:cubicBezTo>
                    <a:cubicBezTo>
                      <a:pt x="10" y="24"/>
                      <a:pt x="10" y="24"/>
                      <a:pt x="10" y="24"/>
                    </a:cubicBezTo>
                    <a:cubicBezTo>
                      <a:pt x="11" y="23"/>
                      <a:pt x="9" y="24"/>
                      <a:pt x="10" y="24"/>
                    </a:cubicBezTo>
                    <a:cubicBezTo>
                      <a:pt x="12" y="20"/>
                      <a:pt x="12" y="20"/>
                      <a:pt x="12" y="20"/>
                    </a:cubicBezTo>
                    <a:cubicBezTo>
                      <a:pt x="13" y="20"/>
                      <a:pt x="12" y="21"/>
                      <a:pt x="12" y="21"/>
                    </a:cubicBezTo>
                    <a:cubicBezTo>
                      <a:pt x="11" y="22"/>
                      <a:pt x="11" y="22"/>
                      <a:pt x="11" y="22"/>
                    </a:cubicBezTo>
                    <a:cubicBezTo>
                      <a:pt x="12" y="22"/>
                      <a:pt x="10" y="25"/>
                      <a:pt x="11" y="25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1" y="25"/>
                      <a:pt x="11" y="25"/>
                      <a:pt x="11" y="25"/>
                    </a:cubicBezTo>
                    <a:cubicBezTo>
                      <a:pt x="11" y="24"/>
                      <a:pt x="12" y="24"/>
                      <a:pt x="12" y="24"/>
                    </a:cubicBezTo>
                    <a:cubicBezTo>
                      <a:pt x="11" y="25"/>
                      <a:pt x="11" y="25"/>
                      <a:pt x="11" y="25"/>
                    </a:cubicBezTo>
                    <a:cubicBezTo>
                      <a:pt x="12" y="24"/>
                      <a:pt x="13" y="22"/>
                      <a:pt x="12" y="24"/>
                    </a:cubicBezTo>
                    <a:cubicBezTo>
                      <a:pt x="14" y="22"/>
                      <a:pt x="12" y="24"/>
                      <a:pt x="13" y="23"/>
                    </a:cubicBezTo>
                    <a:cubicBezTo>
                      <a:pt x="13" y="21"/>
                      <a:pt x="14" y="21"/>
                      <a:pt x="14" y="21"/>
                    </a:cubicBezTo>
                    <a:cubicBezTo>
                      <a:pt x="13" y="24"/>
                      <a:pt x="14" y="22"/>
                      <a:pt x="14" y="22"/>
                    </a:cubicBezTo>
                    <a:cubicBezTo>
                      <a:pt x="14" y="23"/>
                      <a:pt x="14" y="23"/>
                      <a:pt x="14" y="24"/>
                    </a:cubicBezTo>
                    <a:cubicBezTo>
                      <a:pt x="15" y="22"/>
                      <a:pt x="15" y="22"/>
                      <a:pt x="15" y="22"/>
                    </a:cubicBezTo>
                    <a:cubicBezTo>
                      <a:pt x="13" y="25"/>
                      <a:pt x="15" y="22"/>
                      <a:pt x="15" y="23"/>
                    </a:cubicBezTo>
                    <a:cubicBezTo>
                      <a:pt x="14" y="24"/>
                      <a:pt x="14" y="25"/>
                      <a:pt x="14" y="25"/>
                    </a:cubicBezTo>
                    <a:cubicBezTo>
                      <a:pt x="15" y="23"/>
                      <a:pt x="16" y="23"/>
                      <a:pt x="16" y="21"/>
                    </a:cubicBezTo>
                    <a:cubicBezTo>
                      <a:pt x="16" y="22"/>
                      <a:pt x="15" y="24"/>
                      <a:pt x="14" y="26"/>
                    </a:cubicBezTo>
                    <a:cubicBezTo>
                      <a:pt x="15" y="24"/>
                      <a:pt x="14" y="27"/>
                      <a:pt x="15" y="25"/>
                    </a:cubicBezTo>
                    <a:cubicBezTo>
                      <a:pt x="15" y="24"/>
                      <a:pt x="16" y="23"/>
                      <a:pt x="17" y="22"/>
                    </a:cubicBezTo>
                    <a:cubicBezTo>
                      <a:pt x="17" y="23"/>
                      <a:pt x="16" y="23"/>
                      <a:pt x="16" y="24"/>
                    </a:cubicBezTo>
                    <a:cubicBezTo>
                      <a:pt x="16" y="24"/>
                      <a:pt x="17" y="23"/>
                      <a:pt x="17" y="22"/>
                    </a:cubicBezTo>
                    <a:cubicBezTo>
                      <a:pt x="17" y="22"/>
                      <a:pt x="19" y="20"/>
                      <a:pt x="18" y="22"/>
                    </a:cubicBezTo>
                    <a:cubicBezTo>
                      <a:pt x="18" y="23"/>
                      <a:pt x="17" y="22"/>
                      <a:pt x="17" y="23"/>
                    </a:cubicBezTo>
                    <a:cubicBezTo>
                      <a:pt x="17" y="24"/>
                      <a:pt x="19" y="20"/>
                      <a:pt x="20" y="20"/>
                    </a:cubicBezTo>
                    <a:cubicBezTo>
                      <a:pt x="20" y="19"/>
                      <a:pt x="22" y="16"/>
                      <a:pt x="22" y="15"/>
                    </a:cubicBezTo>
                    <a:cubicBezTo>
                      <a:pt x="23" y="16"/>
                      <a:pt x="22" y="16"/>
                      <a:pt x="21" y="18"/>
                    </a:cubicBezTo>
                    <a:cubicBezTo>
                      <a:pt x="21" y="18"/>
                      <a:pt x="21" y="18"/>
                      <a:pt x="21" y="18"/>
                    </a:cubicBezTo>
                    <a:cubicBezTo>
                      <a:pt x="20" y="21"/>
                      <a:pt x="18" y="22"/>
                      <a:pt x="18" y="24"/>
                    </a:cubicBezTo>
                    <a:cubicBezTo>
                      <a:pt x="18" y="23"/>
                      <a:pt x="18" y="23"/>
                      <a:pt x="18" y="23"/>
                    </a:cubicBezTo>
                    <a:cubicBezTo>
                      <a:pt x="17" y="26"/>
                      <a:pt x="17" y="26"/>
                      <a:pt x="17" y="26"/>
                    </a:cubicBezTo>
                    <a:cubicBezTo>
                      <a:pt x="18" y="24"/>
                      <a:pt x="18" y="26"/>
                      <a:pt x="18" y="26"/>
                    </a:cubicBezTo>
                    <a:cubicBezTo>
                      <a:pt x="19" y="24"/>
                      <a:pt x="17" y="26"/>
                      <a:pt x="18" y="25"/>
                    </a:cubicBezTo>
                    <a:cubicBezTo>
                      <a:pt x="19" y="25"/>
                      <a:pt x="20" y="22"/>
                      <a:pt x="20" y="23"/>
                    </a:cubicBezTo>
                    <a:cubicBezTo>
                      <a:pt x="18" y="26"/>
                      <a:pt x="18" y="26"/>
                      <a:pt x="18" y="26"/>
                    </a:cubicBezTo>
                    <a:cubicBezTo>
                      <a:pt x="18" y="27"/>
                      <a:pt x="19" y="24"/>
                      <a:pt x="19" y="25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19" y="27"/>
                      <a:pt x="21" y="28"/>
                      <a:pt x="23" y="24"/>
                    </a:cubicBezTo>
                    <a:cubicBezTo>
                      <a:pt x="23" y="26"/>
                      <a:pt x="23" y="26"/>
                      <a:pt x="23" y="27"/>
                    </a:cubicBezTo>
                    <a:cubicBezTo>
                      <a:pt x="23" y="27"/>
                      <a:pt x="24" y="26"/>
                      <a:pt x="24" y="26"/>
                    </a:cubicBezTo>
                    <a:cubicBezTo>
                      <a:pt x="23" y="28"/>
                      <a:pt x="23" y="28"/>
                      <a:pt x="23" y="28"/>
                    </a:cubicBezTo>
                    <a:cubicBezTo>
                      <a:pt x="23" y="29"/>
                      <a:pt x="24" y="27"/>
                      <a:pt x="25" y="26"/>
                    </a:cubicBezTo>
                    <a:cubicBezTo>
                      <a:pt x="25" y="28"/>
                      <a:pt x="25" y="28"/>
                      <a:pt x="25" y="28"/>
                    </a:cubicBezTo>
                    <a:cubicBezTo>
                      <a:pt x="24" y="29"/>
                      <a:pt x="25" y="27"/>
                      <a:pt x="26" y="26"/>
                    </a:cubicBezTo>
                    <a:cubicBezTo>
                      <a:pt x="25" y="28"/>
                      <a:pt x="25" y="28"/>
                      <a:pt x="25" y="28"/>
                    </a:cubicBezTo>
                    <a:cubicBezTo>
                      <a:pt x="26" y="27"/>
                      <a:pt x="26" y="27"/>
                      <a:pt x="26" y="27"/>
                    </a:cubicBezTo>
                    <a:cubicBezTo>
                      <a:pt x="26" y="26"/>
                      <a:pt x="27" y="26"/>
                      <a:pt x="26" y="28"/>
                    </a:cubicBezTo>
                    <a:cubicBezTo>
                      <a:pt x="26" y="27"/>
                      <a:pt x="26" y="27"/>
                      <a:pt x="26" y="27"/>
                    </a:cubicBezTo>
                    <a:cubicBezTo>
                      <a:pt x="26" y="28"/>
                      <a:pt x="27" y="29"/>
                      <a:pt x="27" y="28"/>
                    </a:cubicBezTo>
                    <a:cubicBezTo>
                      <a:pt x="28" y="28"/>
                      <a:pt x="28" y="27"/>
                      <a:pt x="28" y="26"/>
                    </a:cubicBezTo>
                    <a:cubicBezTo>
                      <a:pt x="29" y="24"/>
                      <a:pt x="28" y="26"/>
                      <a:pt x="29" y="25"/>
                    </a:cubicBezTo>
                    <a:cubicBezTo>
                      <a:pt x="28" y="27"/>
                      <a:pt x="28" y="27"/>
                      <a:pt x="28" y="27"/>
                    </a:cubicBezTo>
                    <a:cubicBezTo>
                      <a:pt x="27" y="30"/>
                      <a:pt x="29" y="28"/>
                      <a:pt x="30" y="29"/>
                    </a:cubicBezTo>
                    <a:cubicBezTo>
                      <a:pt x="31" y="28"/>
                      <a:pt x="31" y="28"/>
                      <a:pt x="31" y="28"/>
                    </a:cubicBezTo>
                    <a:cubicBezTo>
                      <a:pt x="30" y="30"/>
                      <a:pt x="32" y="28"/>
                      <a:pt x="32" y="30"/>
                    </a:cubicBezTo>
                    <a:cubicBezTo>
                      <a:pt x="32" y="29"/>
                      <a:pt x="33" y="26"/>
                      <a:pt x="34" y="26"/>
                    </a:cubicBezTo>
                    <a:cubicBezTo>
                      <a:pt x="35" y="25"/>
                      <a:pt x="33" y="29"/>
                      <a:pt x="32" y="30"/>
                    </a:cubicBezTo>
                    <a:cubicBezTo>
                      <a:pt x="33" y="29"/>
                      <a:pt x="33" y="29"/>
                      <a:pt x="33" y="29"/>
                    </a:cubicBezTo>
                    <a:cubicBezTo>
                      <a:pt x="33" y="30"/>
                      <a:pt x="33" y="30"/>
                      <a:pt x="33" y="30"/>
                    </a:cubicBezTo>
                    <a:cubicBezTo>
                      <a:pt x="34" y="29"/>
                      <a:pt x="34" y="28"/>
                      <a:pt x="34" y="29"/>
                    </a:cubicBezTo>
                    <a:cubicBezTo>
                      <a:pt x="34" y="29"/>
                      <a:pt x="34" y="29"/>
                      <a:pt x="34" y="29"/>
                    </a:cubicBezTo>
                    <a:cubicBezTo>
                      <a:pt x="34" y="30"/>
                      <a:pt x="34" y="31"/>
                      <a:pt x="34" y="31"/>
                    </a:cubicBezTo>
                    <a:cubicBezTo>
                      <a:pt x="35" y="29"/>
                      <a:pt x="35" y="30"/>
                      <a:pt x="36" y="29"/>
                    </a:cubicBezTo>
                    <a:cubicBezTo>
                      <a:pt x="35" y="30"/>
                      <a:pt x="35" y="30"/>
                      <a:pt x="35" y="30"/>
                    </a:cubicBezTo>
                    <a:cubicBezTo>
                      <a:pt x="36" y="28"/>
                      <a:pt x="36" y="28"/>
                      <a:pt x="36" y="28"/>
                    </a:cubicBezTo>
                    <a:cubicBezTo>
                      <a:pt x="36" y="29"/>
                      <a:pt x="36" y="29"/>
                      <a:pt x="36" y="29"/>
                    </a:cubicBezTo>
                    <a:cubicBezTo>
                      <a:pt x="35" y="31"/>
                      <a:pt x="35" y="31"/>
                      <a:pt x="35" y="31"/>
                    </a:cubicBezTo>
                    <a:cubicBezTo>
                      <a:pt x="35" y="32"/>
                      <a:pt x="36" y="29"/>
                      <a:pt x="36" y="29"/>
                    </a:cubicBezTo>
                    <a:cubicBezTo>
                      <a:pt x="37" y="28"/>
                      <a:pt x="37" y="29"/>
                      <a:pt x="36" y="30"/>
                    </a:cubicBezTo>
                    <a:cubicBezTo>
                      <a:pt x="36" y="30"/>
                      <a:pt x="36" y="29"/>
                      <a:pt x="36" y="30"/>
                    </a:cubicBezTo>
                    <a:cubicBezTo>
                      <a:pt x="35" y="31"/>
                      <a:pt x="36" y="30"/>
                      <a:pt x="36" y="31"/>
                    </a:cubicBezTo>
                    <a:cubicBezTo>
                      <a:pt x="36" y="31"/>
                      <a:pt x="37" y="29"/>
                      <a:pt x="37" y="30"/>
                    </a:cubicBezTo>
                    <a:cubicBezTo>
                      <a:pt x="37" y="30"/>
                      <a:pt x="37" y="30"/>
                      <a:pt x="37" y="31"/>
                    </a:cubicBezTo>
                    <a:cubicBezTo>
                      <a:pt x="37" y="30"/>
                      <a:pt x="37" y="31"/>
                      <a:pt x="38" y="30"/>
                    </a:cubicBezTo>
                    <a:cubicBezTo>
                      <a:pt x="38" y="30"/>
                      <a:pt x="38" y="29"/>
                      <a:pt x="38" y="28"/>
                    </a:cubicBezTo>
                    <a:cubicBezTo>
                      <a:pt x="38" y="28"/>
                      <a:pt x="39" y="28"/>
                      <a:pt x="38" y="28"/>
                    </a:cubicBezTo>
                    <a:cubicBezTo>
                      <a:pt x="38" y="29"/>
                      <a:pt x="38" y="29"/>
                      <a:pt x="38" y="29"/>
                    </a:cubicBezTo>
                    <a:cubicBezTo>
                      <a:pt x="38" y="28"/>
                      <a:pt x="38" y="29"/>
                      <a:pt x="39" y="28"/>
                    </a:cubicBezTo>
                    <a:cubicBezTo>
                      <a:pt x="38" y="30"/>
                      <a:pt x="38" y="30"/>
                      <a:pt x="38" y="30"/>
                    </a:cubicBezTo>
                    <a:cubicBezTo>
                      <a:pt x="39" y="29"/>
                      <a:pt x="39" y="29"/>
                      <a:pt x="39" y="29"/>
                    </a:cubicBezTo>
                    <a:cubicBezTo>
                      <a:pt x="39" y="30"/>
                      <a:pt x="38" y="32"/>
                      <a:pt x="38" y="32"/>
                    </a:cubicBezTo>
                    <a:cubicBezTo>
                      <a:pt x="39" y="31"/>
                      <a:pt x="39" y="31"/>
                      <a:pt x="39" y="31"/>
                    </a:cubicBezTo>
                    <a:cubicBezTo>
                      <a:pt x="39" y="31"/>
                      <a:pt x="39" y="31"/>
                      <a:pt x="39" y="32"/>
                    </a:cubicBezTo>
                    <a:cubicBezTo>
                      <a:pt x="39" y="33"/>
                      <a:pt x="41" y="28"/>
                      <a:pt x="41" y="30"/>
                    </a:cubicBezTo>
                    <a:cubicBezTo>
                      <a:pt x="40" y="31"/>
                      <a:pt x="40" y="32"/>
                      <a:pt x="40" y="32"/>
                    </a:cubicBezTo>
                    <a:cubicBezTo>
                      <a:pt x="40" y="32"/>
                      <a:pt x="41" y="31"/>
                      <a:pt x="41" y="31"/>
                    </a:cubicBezTo>
                    <a:cubicBezTo>
                      <a:pt x="41" y="31"/>
                      <a:pt x="40" y="33"/>
                      <a:pt x="40" y="31"/>
                    </a:cubicBezTo>
                    <a:cubicBezTo>
                      <a:pt x="41" y="30"/>
                      <a:pt x="41" y="31"/>
                      <a:pt x="41" y="30"/>
                    </a:cubicBezTo>
                    <a:cubicBezTo>
                      <a:pt x="40" y="35"/>
                      <a:pt x="42" y="32"/>
                      <a:pt x="42" y="34"/>
                    </a:cubicBezTo>
                    <a:cubicBezTo>
                      <a:pt x="43" y="32"/>
                      <a:pt x="43" y="34"/>
                      <a:pt x="43" y="33"/>
                    </a:cubicBezTo>
                    <a:cubicBezTo>
                      <a:pt x="42" y="35"/>
                      <a:pt x="44" y="33"/>
                      <a:pt x="43" y="34"/>
                    </a:cubicBezTo>
                    <a:cubicBezTo>
                      <a:pt x="44" y="32"/>
                      <a:pt x="44" y="32"/>
                      <a:pt x="44" y="32"/>
                    </a:cubicBezTo>
                    <a:cubicBezTo>
                      <a:pt x="44" y="33"/>
                      <a:pt x="46" y="29"/>
                      <a:pt x="45" y="31"/>
                    </a:cubicBezTo>
                    <a:cubicBezTo>
                      <a:pt x="45" y="32"/>
                      <a:pt x="45" y="33"/>
                      <a:pt x="44" y="33"/>
                    </a:cubicBezTo>
                    <a:cubicBezTo>
                      <a:pt x="44" y="36"/>
                      <a:pt x="46" y="32"/>
                      <a:pt x="45" y="35"/>
                    </a:cubicBezTo>
                    <a:cubicBezTo>
                      <a:pt x="46" y="34"/>
                      <a:pt x="46" y="32"/>
                      <a:pt x="47" y="31"/>
                    </a:cubicBezTo>
                    <a:cubicBezTo>
                      <a:pt x="47" y="33"/>
                      <a:pt x="47" y="34"/>
                      <a:pt x="46" y="34"/>
                    </a:cubicBezTo>
                    <a:cubicBezTo>
                      <a:pt x="47" y="34"/>
                      <a:pt x="47" y="33"/>
                      <a:pt x="47" y="34"/>
                    </a:cubicBezTo>
                    <a:cubicBezTo>
                      <a:pt x="47" y="35"/>
                      <a:pt x="47" y="35"/>
                      <a:pt x="46" y="35"/>
                    </a:cubicBezTo>
                    <a:cubicBezTo>
                      <a:pt x="46" y="36"/>
                      <a:pt x="47" y="35"/>
                      <a:pt x="48" y="34"/>
                    </a:cubicBezTo>
                    <a:cubicBezTo>
                      <a:pt x="47" y="36"/>
                      <a:pt x="48" y="35"/>
                      <a:pt x="48" y="37"/>
                    </a:cubicBezTo>
                    <a:cubicBezTo>
                      <a:pt x="49" y="35"/>
                      <a:pt x="48" y="38"/>
                      <a:pt x="49" y="35"/>
                    </a:cubicBezTo>
                    <a:cubicBezTo>
                      <a:pt x="49" y="36"/>
                      <a:pt x="49" y="36"/>
                      <a:pt x="49" y="36"/>
                    </a:cubicBezTo>
                    <a:cubicBezTo>
                      <a:pt x="50" y="35"/>
                      <a:pt x="51" y="33"/>
                      <a:pt x="51" y="33"/>
                    </a:cubicBezTo>
                    <a:cubicBezTo>
                      <a:pt x="50" y="35"/>
                      <a:pt x="50" y="35"/>
                      <a:pt x="50" y="35"/>
                    </a:cubicBezTo>
                    <a:cubicBezTo>
                      <a:pt x="49" y="37"/>
                      <a:pt x="50" y="36"/>
                      <a:pt x="50" y="37"/>
                    </a:cubicBezTo>
                    <a:cubicBezTo>
                      <a:pt x="50" y="35"/>
                      <a:pt x="50" y="37"/>
                      <a:pt x="51" y="36"/>
                    </a:cubicBezTo>
                    <a:cubicBezTo>
                      <a:pt x="51" y="35"/>
                      <a:pt x="51" y="35"/>
                      <a:pt x="51" y="35"/>
                    </a:cubicBezTo>
                    <a:cubicBezTo>
                      <a:pt x="52" y="35"/>
                      <a:pt x="52" y="34"/>
                      <a:pt x="52" y="34"/>
                    </a:cubicBezTo>
                    <a:cubicBezTo>
                      <a:pt x="52" y="34"/>
                      <a:pt x="51" y="36"/>
                      <a:pt x="51" y="36"/>
                    </a:cubicBezTo>
                    <a:cubicBezTo>
                      <a:pt x="51" y="37"/>
                      <a:pt x="51" y="37"/>
                      <a:pt x="52" y="36"/>
                    </a:cubicBezTo>
                    <a:cubicBezTo>
                      <a:pt x="52" y="36"/>
                      <a:pt x="52" y="36"/>
                      <a:pt x="52" y="36"/>
                    </a:cubicBezTo>
                    <a:cubicBezTo>
                      <a:pt x="52" y="36"/>
                      <a:pt x="52" y="36"/>
                      <a:pt x="52" y="36"/>
                    </a:cubicBezTo>
                    <a:cubicBezTo>
                      <a:pt x="52" y="36"/>
                      <a:pt x="52" y="36"/>
                      <a:pt x="52" y="36"/>
                    </a:cubicBezTo>
                    <a:cubicBezTo>
                      <a:pt x="52" y="36"/>
                      <a:pt x="52" y="36"/>
                      <a:pt x="52" y="36"/>
                    </a:cubicBezTo>
                    <a:cubicBezTo>
                      <a:pt x="52" y="36"/>
                      <a:pt x="52" y="36"/>
                      <a:pt x="52" y="36"/>
                    </a:cubicBezTo>
                    <a:cubicBezTo>
                      <a:pt x="52" y="37"/>
                      <a:pt x="52" y="37"/>
                      <a:pt x="52" y="37"/>
                    </a:cubicBezTo>
                    <a:cubicBezTo>
                      <a:pt x="52" y="37"/>
                      <a:pt x="52" y="37"/>
                      <a:pt x="52" y="37"/>
                    </a:cubicBezTo>
                    <a:cubicBezTo>
                      <a:pt x="52" y="37"/>
                      <a:pt x="52" y="37"/>
                      <a:pt x="52" y="37"/>
                    </a:cubicBezTo>
                    <a:cubicBezTo>
                      <a:pt x="51" y="39"/>
                      <a:pt x="51" y="39"/>
                      <a:pt x="51" y="39"/>
                    </a:cubicBezTo>
                    <a:cubicBezTo>
                      <a:pt x="51" y="39"/>
                      <a:pt x="52" y="37"/>
                      <a:pt x="53" y="37"/>
                    </a:cubicBezTo>
                    <a:cubicBezTo>
                      <a:pt x="53" y="38"/>
                      <a:pt x="54" y="37"/>
                      <a:pt x="55" y="37"/>
                    </a:cubicBezTo>
                    <a:cubicBezTo>
                      <a:pt x="55" y="37"/>
                      <a:pt x="54" y="38"/>
                      <a:pt x="55" y="37"/>
                    </a:cubicBezTo>
                    <a:cubicBezTo>
                      <a:pt x="55" y="37"/>
                      <a:pt x="56" y="36"/>
                      <a:pt x="55" y="37"/>
                    </a:cubicBezTo>
                    <a:cubicBezTo>
                      <a:pt x="56" y="36"/>
                      <a:pt x="55" y="38"/>
                      <a:pt x="55" y="38"/>
                    </a:cubicBezTo>
                    <a:cubicBezTo>
                      <a:pt x="55" y="38"/>
                      <a:pt x="56" y="37"/>
                      <a:pt x="56" y="37"/>
                    </a:cubicBezTo>
                    <a:cubicBezTo>
                      <a:pt x="55" y="39"/>
                      <a:pt x="58" y="36"/>
                      <a:pt x="57" y="38"/>
                    </a:cubicBezTo>
                    <a:cubicBezTo>
                      <a:pt x="58" y="37"/>
                      <a:pt x="57" y="38"/>
                      <a:pt x="57" y="39"/>
                    </a:cubicBezTo>
                    <a:cubicBezTo>
                      <a:pt x="57" y="38"/>
                      <a:pt x="58" y="38"/>
                      <a:pt x="59" y="36"/>
                    </a:cubicBezTo>
                    <a:cubicBezTo>
                      <a:pt x="58" y="38"/>
                      <a:pt x="58" y="38"/>
                      <a:pt x="58" y="38"/>
                    </a:cubicBezTo>
                    <a:cubicBezTo>
                      <a:pt x="59" y="38"/>
                      <a:pt x="59" y="38"/>
                      <a:pt x="60" y="37"/>
                    </a:cubicBezTo>
                    <a:cubicBezTo>
                      <a:pt x="60" y="36"/>
                      <a:pt x="61" y="35"/>
                      <a:pt x="61" y="35"/>
                    </a:cubicBezTo>
                    <a:cubicBezTo>
                      <a:pt x="61" y="35"/>
                      <a:pt x="61" y="35"/>
                      <a:pt x="61" y="35"/>
                    </a:cubicBezTo>
                    <a:cubicBezTo>
                      <a:pt x="61" y="36"/>
                      <a:pt x="62" y="35"/>
                      <a:pt x="62" y="35"/>
                    </a:cubicBezTo>
                    <a:cubicBezTo>
                      <a:pt x="62" y="36"/>
                      <a:pt x="62" y="35"/>
                      <a:pt x="61" y="36"/>
                    </a:cubicBezTo>
                    <a:cubicBezTo>
                      <a:pt x="60" y="39"/>
                      <a:pt x="61" y="38"/>
                      <a:pt x="61" y="38"/>
                    </a:cubicBezTo>
                    <a:cubicBezTo>
                      <a:pt x="62" y="37"/>
                      <a:pt x="62" y="37"/>
                      <a:pt x="62" y="37"/>
                    </a:cubicBezTo>
                    <a:cubicBezTo>
                      <a:pt x="63" y="36"/>
                      <a:pt x="61" y="38"/>
                      <a:pt x="62" y="38"/>
                    </a:cubicBezTo>
                    <a:cubicBezTo>
                      <a:pt x="64" y="34"/>
                      <a:pt x="64" y="34"/>
                      <a:pt x="64" y="34"/>
                    </a:cubicBezTo>
                    <a:cubicBezTo>
                      <a:pt x="64" y="34"/>
                      <a:pt x="64" y="36"/>
                      <a:pt x="63" y="37"/>
                    </a:cubicBezTo>
                    <a:cubicBezTo>
                      <a:pt x="64" y="37"/>
                      <a:pt x="65" y="34"/>
                      <a:pt x="66" y="33"/>
                    </a:cubicBezTo>
                    <a:cubicBezTo>
                      <a:pt x="66" y="34"/>
                      <a:pt x="67" y="33"/>
                      <a:pt x="67" y="33"/>
                    </a:cubicBezTo>
                    <a:cubicBezTo>
                      <a:pt x="67" y="34"/>
                      <a:pt x="67" y="33"/>
                      <a:pt x="67" y="34"/>
                    </a:cubicBezTo>
                    <a:cubicBezTo>
                      <a:pt x="66" y="35"/>
                      <a:pt x="66" y="35"/>
                      <a:pt x="66" y="35"/>
                    </a:cubicBezTo>
                    <a:cubicBezTo>
                      <a:pt x="66" y="35"/>
                      <a:pt x="65" y="37"/>
                      <a:pt x="65" y="38"/>
                    </a:cubicBezTo>
                    <a:cubicBezTo>
                      <a:pt x="65" y="37"/>
                      <a:pt x="66" y="39"/>
                      <a:pt x="66" y="39"/>
                    </a:cubicBezTo>
                    <a:cubicBezTo>
                      <a:pt x="67" y="36"/>
                      <a:pt x="67" y="38"/>
                      <a:pt x="68" y="36"/>
                    </a:cubicBezTo>
                    <a:cubicBezTo>
                      <a:pt x="69" y="36"/>
                      <a:pt x="67" y="38"/>
                      <a:pt x="67" y="38"/>
                    </a:cubicBezTo>
                    <a:cubicBezTo>
                      <a:pt x="68" y="38"/>
                      <a:pt x="68" y="39"/>
                      <a:pt x="69" y="39"/>
                    </a:cubicBezTo>
                    <a:cubicBezTo>
                      <a:pt x="69" y="39"/>
                      <a:pt x="69" y="39"/>
                      <a:pt x="69" y="39"/>
                    </a:cubicBezTo>
                    <a:cubicBezTo>
                      <a:pt x="69" y="38"/>
                      <a:pt x="70" y="39"/>
                      <a:pt x="71" y="38"/>
                    </a:cubicBezTo>
                    <a:cubicBezTo>
                      <a:pt x="70" y="39"/>
                      <a:pt x="70" y="39"/>
                      <a:pt x="70" y="39"/>
                    </a:cubicBezTo>
                    <a:cubicBezTo>
                      <a:pt x="70" y="40"/>
                      <a:pt x="72" y="36"/>
                      <a:pt x="72" y="37"/>
                    </a:cubicBezTo>
                    <a:cubicBezTo>
                      <a:pt x="71" y="39"/>
                      <a:pt x="71" y="39"/>
                      <a:pt x="71" y="39"/>
                    </a:cubicBezTo>
                    <a:cubicBezTo>
                      <a:pt x="72" y="38"/>
                      <a:pt x="71" y="40"/>
                      <a:pt x="72" y="38"/>
                    </a:cubicBezTo>
                    <a:cubicBezTo>
                      <a:pt x="72" y="39"/>
                      <a:pt x="72" y="39"/>
                      <a:pt x="72" y="39"/>
                    </a:cubicBezTo>
                    <a:cubicBezTo>
                      <a:pt x="72" y="39"/>
                      <a:pt x="73" y="39"/>
                      <a:pt x="74" y="38"/>
                    </a:cubicBezTo>
                    <a:cubicBezTo>
                      <a:pt x="73" y="40"/>
                      <a:pt x="73" y="40"/>
                      <a:pt x="73" y="40"/>
                    </a:cubicBezTo>
                    <a:cubicBezTo>
                      <a:pt x="72" y="41"/>
                      <a:pt x="74" y="38"/>
                      <a:pt x="74" y="39"/>
                    </a:cubicBezTo>
                    <a:cubicBezTo>
                      <a:pt x="74" y="39"/>
                      <a:pt x="74" y="40"/>
                      <a:pt x="73" y="40"/>
                    </a:cubicBezTo>
                    <a:cubicBezTo>
                      <a:pt x="74" y="39"/>
                      <a:pt x="75" y="39"/>
                      <a:pt x="75" y="39"/>
                    </a:cubicBezTo>
                    <a:cubicBezTo>
                      <a:pt x="74" y="41"/>
                      <a:pt x="74" y="41"/>
                      <a:pt x="74" y="41"/>
                    </a:cubicBezTo>
                    <a:cubicBezTo>
                      <a:pt x="76" y="42"/>
                      <a:pt x="77" y="43"/>
                      <a:pt x="80" y="42"/>
                    </a:cubicBezTo>
                    <a:cubicBezTo>
                      <a:pt x="79" y="44"/>
                      <a:pt x="79" y="43"/>
                      <a:pt x="78" y="45"/>
                    </a:cubicBezTo>
                    <a:cubicBezTo>
                      <a:pt x="79" y="43"/>
                      <a:pt x="79" y="44"/>
                      <a:pt x="79" y="44"/>
                    </a:cubicBezTo>
                    <a:cubicBezTo>
                      <a:pt x="79" y="44"/>
                      <a:pt x="79" y="44"/>
                      <a:pt x="79" y="44"/>
                    </a:cubicBezTo>
                    <a:cubicBezTo>
                      <a:pt x="80" y="44"/>
                      <a:pt x="79" y="45"/>
                      <a:pt x="80" y="45"/>
                    </a:cubicBezTo>
                    <a:cubicBezTo>
                      <a:pt x="80" y="44"/>
                      <a:pt x="80" y="44"/>
                      <a:pt x="80" y="44"/>
                    </a:cubicBezTo>
                    <a:cubicBezTo>
                      <a:pt x="81" y="43"/>
                      <a:pt x="79" y="47"/>
                      <a:pt x="81" y="45"/>
                    </a:cubicBezTo>
                    <a:cubicBezTo>
                      <a:pt x="80" y="46"/>
                      <a:pt x="80" y="46"/>
                      <a:pt x="80" y="46"/>
                    </a:cubicBezTo>
                    <a:cubicBezTo>
                      <a:pt x="81" y="44"/>
                      <a:pt x="80" y="47"/>
                      <a:pt x="81" y="46"/>
                    </a:cubicBezTo>
                    <a:cubicBezTo>
                      <a:pt x="81" y="46"/>
                      <a:pt x="81" y="46"/>
                      <a:pt x="81" y="46"/>
                    </a:cubicBezTo>
                    <a:cubicBezTo>
                      <a:pt x="81" y="47"/>
                      <a:pt x="83" y="44"/>
                      <a:pt x="82" y="46"/>
                    </a:cubicBezTo>
                    <a:cubicBezTo>
                      <a:pt x="83" y="46"/>
                      <a:pt x="83" y="46"/>
                      <a:pt x="84" y="44"/>
                    </a:cubicBezTo>
                    <a:cubicBezTo>
                      <a:pt x="83" y="46"/>
                      <a:pt x="83" y="46"/>
                      <a:pt x="83" y="46"/>
                    </a:cubicBezTo>
                    <a:cubicBezTo>
                      <a:pt x="85" y="46"/>
                      <a:pt x="86" y="47"/>
                      <a:pt x="88" y="46"/>
                    </a:cubicBezTo>
                    <a:cubicBezTo>
                      <a:pt x="87" y="47"/>
                      <a:pt x="87" y="47"/>
                      <a:pt x="87" y="47"/>
                    </a:cubicBezTo>
                    <a:cubicBezTo>
                      <a:pt x="89" y="45"/>
                      <a:pt x="87" y="49"/>
                      <a:pt x="90" y="46"/>
                    </a:cubicBezTo>
                    <a:cubicBezTo>
                      <a:pt x="92" y="45"/>
                      <a:pt x="92" y="45"/>
                      <a:pt x="92" y="45"/>
                    </a:cubicBezTo>
                    <a:cubicBezTo>
                      <a:pt x="90" y="47"/>
                      <a:pt x="90" y="47"/>
                      <a:pt x="90" y="47"/>
                    </a:cubicBezTo>
                    <a:cubicBezTo>
                      <a:pt x="91" y="46"/>
                      <a:pt x="91" y="47"/>
                      <a:pt x="92" y="46"/>
                    </a:cubicBezTo>
                    <a:cubicBezTo>
                      <a:pt x="91" y="47"/>
                      <a:pt x="91" y="47"/>
                      <a:pt x="91" y="47"/>
                    </a:cubicBezTo>
                    <a:cubicBezTo>
                      <a:pt x="91" y="47"/>
                      <a:pt x="93" y="45"/>
                      <a:pt x="93" y="46"/>
                    </a:cubicBezTo>
                    <a:cubicBezTo>
                      <a:pt x="93" y="47"/>
                      <a:pt x="93" y="47"/>
                      <a:pt x="93" y="47"/>
                    </a:cubicBezTo>
                    <a:cubicBezTo>
                      <a:pt x="92" y="50"/>
                      <a:pt x="93" y="54"/>
                      <a:pt x="96" y="51"/>
                    </a:cubicBezTo>
                    <a:cubicBezTo>
                      <a:pt x="97" y="51"/>
                      <a:pt x="95" y="53"/>
                      <a:pt x="95" y="53"/>
                    </a:cubicBezTo>
                    <a:cubicBezTo>
                      <a:pt x="99" y="51"/>
                      <a:pt x="97" y="56"/>
                      <a:pt x="101" y="53"/>
                    </a:cubicBezTo>
                    <a:cubicBezTo>
                      <a:pt x="103" y="52"/>
                      <a:pt x="107" y="48"/>
                      <a:pt x="107" y="48"/>
                    </a:cubicBezTo>
                    <a:cubicBezTo>
                      <a:pt x="103" y="48"/>
                      <a:pt x="103" y="45"/>
                      <a:pt x="102" y="4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21" name="Freeform 96"/>
              <p:cNvSpPr/>
              <p:nvPr>
                <p:custDataLst>
                  <p:tags r:id="rId342"/>
                </p:custDataLst>
              </p:nvPr>
            </p:nvSpPr>
            <p:spPr bwMode="auto">
              <a:xfrm>
                <a:off x="4117" y="223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22" name="Freeform 97"/>
              <p:cNvSpPr/>
              <p:nvPr>
                <p:custDataLst>
                  <p:tags r:id="rId343"/>
                </p:custDataLst>
              </p:nvPr>
            </p:nvSpPr>
            <p:spPr bwMode="auto">
              <a:xfrm>
                <a:off x="4487" y="232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23" name="Freeform 98"/>
              <p:cNvSpPr/>
              <p:nvPr>
                <p:custDataLst>
                  <p:tags r:id="rId344"/>
                </p:custDataLst>
              </p:nvPr>
            </p:nvSpPr>
            <p:spPr bwMode="auto">
              <a:xfrm>
                <a:off x="4387" y="2285"/>
                <a:ext cx="2" cy="4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1" y="1"/>
                      <a:pt x="0" y="1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24" name="Freeform 99"/>
              <p:cNvSpPr/>
              <p:nvPr>
                <p:custDataLst>
                  <p:tags r:id="rId345"/>
                </p:custDataLst>
              </p:nvPr>
            </p:nvSpPr>
            <p:spPr bwMode="auto">
              <a:xfrm>
                <a:off x="4508" y="1933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25" name="Freeform 100"/>
              <p:cNvSpPr/>
              <p:nvPr>
                <p:custDataLst>
                  <p:tags r:id="rId346"/>
                </p:custDataLst>
              </p:nvPr>
            </p:nvSpPr>
            <p:spPr bwMode="auto">
              <a:xfrm>
                <a:off x="4487" y="2285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26" name="Freeform 101"/>
              <p:cNvSpPr/>
              <p:nvPr>
                <p:custDataLst>
                  <p:tags r:id="rId347"/>
                </p:custDataLst>
              </p:nvPr>
            </p:nvSpPr>
            <p:spPr bwMode="auto">
              <a:xfrm>
                <a:off x="4514" y="1929"/>
                <a:ext cx="0" cy="4"/>
              </a:xfrm>
              <a:custGeom>
                <a:avLst/>
                <a:gdLst>
                  <a:gd name="T0" fmla="*/ 1 h 2"/>
                  <a:gd name="T1" fmla="*/ 1 h 2"/>
                  <a:gd name="T2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2"/>
                      <a:pt x="0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27" name="Freeform 102"/>
              <p:cNvSpPr/>
              <p:nvPr>
                <p:custDataLst>
                  <p:tags r:id="rId348"/>
                </p:custDataLst>
              </p:nvPr>
            </p:nvSpPr>
            <p:spPr bwMode="auto">
              <a:xfrm>
                <a:off x="4506" y="1927"/>
                <a:ext cx="0" cy="4"/>
              </a:xfrm>
              <a:custGeom>
                <a:avLst/>
                <a:gdLst>
                  <a:gd name="T0" fmla="*/ 1 h 2"/>
                  <a:gd name="T1" fmla="*/ 0 h 2"/>
                  <a:gd name="T2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28" name="Freeform 103"/>
              <p:cNvSpPr/>
              <p:nvPr>
                <p:custDataLst>
                  <p:tags r:id="rId349"/>
                </p:custDataLst>
              </p:nvPr>
            </p:nvSpPr>
            <p:spPr bwMode="auto">
              <a:xfrm>
                <a:off x="4516" y="1927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29" name="Freeform 104"/>
              <p:cNvSpPr/>
              <p:nvPr>
                <p:custDataLst>
                  <p:tags r:id="rId350"/>
                </p:custDataLst>
              </p:nvPr>
            </p:nvSpPr>
            <p:spPr bwMode="auto">
              <a:xfrm>
                <a:off x="4495" y="1925"/>
                <a:ext cx="2" cy="4"/>
              </a:xfrm>
              <a:custGeom>
                <a:avLst/>
                <a:gdLst>
                  <a:gd name="T0" fmla="*/ 1 w 1"/>
                  <a:gd name="T1" fmla="*/ 1 h 2"/>
                  <a:gd name="T2" fmla="*/ 0 w 1"/>
                  <a:gd name="T3" fmla="*/ 0 h 2"/>
                  <a:gd name="T4" fmla="*/ 1 w 1"/>
                  <a:gd name="T5" fmla="*/ 1 h 2"/>
                  <a:gd name="T6" fmla="*/ 1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30" name="Freeform 105"/>
              <p:cNvSpPr/>
              <p:nvPr>
                <p:custDataLst>
                  <p:tags r:id="rId351"/>
                </p:custDataLst>
              </p:nvPr>
            </p:nvSpPr>
            <p:spPr bwMode="auto">
              <a:xfrm>
                <a:off x="3201" y="2162"/>
                <a:ext cx="0" cy="4"/>
              </a:xfrm>
              <a:custGeom>
                <a:avLst/>
                <a:gdLst>
                  <a:gd name="T0" fmla="*/ 2 h 2"/>
                  <a:gd name="T1" fmla="*/ 1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31" name="Freeform 106"/>
              <p:cNvSpPr/>
              <p:nvPr>
                <p:custDataLst>
                  <p:tags r:id="rId352"/>
                </p:custDataLst>
              </p:nvPr>
            </p:nvSpPr>
            <p:spPr bwMode="auto">
              <a:xfrm>
                <a:off x="3544" y="1543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32" name="Freeform 107"/>
              <p:cNvSpPr/>
              <p:nvPr>
                <p:custDataLst>
                  <p:tags r:id="rId353"/>
                </p:custDataLst>
              </p:nvPr>
            </p:nvSpPr>
            <p:spPr bwMode="auto">
              <a:xfrm>
                <a:off x="3914" y="1418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33" name="Freeform 108"/>
              <p:cNvSpPr/>
              <p:nvPr>
                <p:custDataLst>
                  <p:tags r:id="rId354"/>
                </p:custDataLst>
              </p:nvPr>
            </p:nvSpPr>
            <p:spPr bwMode="auto">
              <a:xfrm>
                <a:off x="3916" y="1409"/>
                <a:ext cx="4" cy="2"/>
              </a:xfrm>
              <a:custGeom>
                <a:avLst/>
                <a:gdLst>
                  <a:gd name="T0" fmla="*/ 0 w 2"/>
                  <a:gd name="T1" fmla="*/ 1 h 1"/>
                  <a:gd name="T2" fmla="*/ 1 w 2"/>
                  <a:gd name="T3" fmla="*/ 0 h 1"/>
                  <a:gd name="T4" fmla="*/ 0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2" y="1"/>
                      <a:pt x="0" y="1"/>
                      <a:pt x="1" y="0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34" name="Freeform 109"/>
              <p:cNvSpPr/>
              <p:nvPr>
                <p:custDataLst>
                  <p:tags r:id="rId355"/>
                </p:custDataLst>
              </p:nvPr>
            </p:nvSpPr>
            <p:spPr bwMode="auto">
              <a:xfrm>
                <a:off x="3893" y="1441"/>
                <a:ext cx="4" cy="4"/>
              </a:xfrm>
              <a:custGeom>
                <a:avLst/>
                <a:gdLst>
                  <a:gd name="T0" fmla="*/ 2 w 2"/>
                  <a:gd name="T1" fmla="*/ 1 h 2"/>
                  <a:gd name="T2" fmla="*/ 1 w 2"/>
                  <a:gd name="T3" fmla="*/ 1 h 2"/>
                  <a:gd name="T4" fmla="*/ 2 w 2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0"/>
                      <a:pt x="1" y="1"/>
                      <a:pt x="1" y="1"/>
                    </a:cubicBezTo>
                    <a:cubicBezTo>
                      <a:pt x="0" y="2"/>
                      <a:pt x="1" y="1"/>
                      <a:pt x="2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35" name="Freeform 110"/>
              <p:cNvSpPr/>
              <p:nvPr>
                <p:custDataLst>
                  <p:tags r:id="rId356"/>
                </p:custDataLst>
              </p:nvPr>
            </p:nvSpPr>
            <p:spPr bwMode="auto">
              <a:xfrm>
                <a:off x="3893" y="1437"/>
                <a:ext cx="6" cy="6"/>
              </a:xfrm>
              <a:custGeom>
                <a:avLst/>
                <a:gdLst>
                  <a:gd name="T0" fmla="*/ 0 w 3"/>
                  <a:gd name="T1" fmla="*/ 3 h 3"/>
                  <a:gd name="T2" fmla="*/ 3 w 3"/>
                  <a:gd name="T3" fmla="*/ 0 h 3"/>
                  <a:gd name="T4" fmla="*/ 0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1" y="1"/>
                      <a:pt x="1" y="2"/>
                      <a:pt x="0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36" name="Freeform 111"/>
              <p:cNvSpPr/>
              <p:nvPr>
                <p:custDataLst>
                  <p:tags r:id="rId357"/>
                </p:custDataLst>
              </p:nvPr>
            </p:nvSpPr>
            <p:spPr bwMode="auto">
              <a:xfrm>
                <a:off x="3909" y="1418"/>
                <a:ext cx="5" cy="0"/>
              </a:xfrm>
              <a:custGeom>
                <a:avLst/>
                <a:gdLst>
                  <a:gd name="T0" fmla="*/ 0 w 2"/>
                  <a:gd name="T1" fmla="*/ 2 w 2"/>
                  <a:gd name="T2" fmla="*/ 1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37" name="Freeform 112"/>
              <p:cNvSpPr/>
              <p:nvPr>
                <p:custDataLst>
                  <p:tags r:id="rId358"/>
                </p:custDataLst>
              </p:nvPr>
            </p:nvSpPr>
            <p:spPr bwMode="auto">
              <a:xfrm>
                <a:off x="3912" y="1416"/>
                <a:ext cx="4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2" y="0"/>
                      <a:pt x="1" y="0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38" name="Freeform 113"/>
              <p:cNvSpPr/>
              <p:nvPr>
                <p:custDataLst>
                  <p:tags r:id="rId359"/>
                </p:custDataLst>
              </p:nvPr>
            </p:nvSpPr>
            <p:spPr bwMode="auto">
              <a:xfrm>
                <a:off x="4472" y="1804"/>
                <a:ext cx="233" cy="133"/>
              </a:xfrm>
              <a:custGeom>
                <a:avLst/>
                <a:gdLst>
                  <a:gd name="T0" fmla="*/ 86 w 110"/>
                  <a:gd name="T1" fmla="*/ 5 h 63"/>
                  <a:gd name="T2" fmla="*/ 79 w 110"/>
                  <a:gd name="T3" fmla="*/ 7 h 63"/>
                  <a:gd name="T4" fmla="*/ 58 w 110"/>
                  <a:gd name="T5" fmla="*/ 24 h 63"/>
                  <a:gd name="T6" fmla="*/ 50 w 110"/>
                  <a:gd name="T7" fmla="*/ 26 h 63"/>
                  <a:gd name="T8" fmla="*/ 44 w 110"/>
                  <a:gd name="T9" fmla="*/ 26 h 63"/>
                  <a:gd name="T10" fmla="*/ 34 w 110"/>
                  <a:gd name="T11" fmla="*/ 31 h 63"/>
                  <a:gd name="T12" fmla="*/ 28 w 110"/>
                  <a:gd name="T13" fmla="*/ 33 h 63"/>
                  <a:gd name="T14" fmla="*/ 17 w 110"/>
                  <a:gd name="T15" fmla="*/ 38 h 63"/>
                  <a:gd name="T16" fmla="*/ 13 w 110"/>
                  <a:gd name="T17" fmla="*/ 45 h 63"/>
                  <a:gd name="T18" fmla="*/ 5 w 110"/>
                  <a:gd name="T19" fmla="*/ 47 h 63"/>
                  <a:gd name="T20" fmla="*/ 1 w 110"/>
                  <a:gd name="T21" fmla="*/ 50 h 63"/>
                  <a:gd name="T22" fmla="*/ 3 w 110"/>
                  <a:gd name="T23" fmla="*/ 55 h 63"/>
                  <a:gd name="T24" fmla="*/ 3 w 110"/>
                  <a:gd name="T25" fmla="*/ 56 h 63"/>
                  <a:gd name="T26" fmla="*/ 5 w 110"/>
                  <a:gd name="T27" fmla="*/ 55 h 63"/>
                  <a:gd name="T28" fmla="*/ 9 w 110"/>
                  <a:gd name="T29" fmla="*/ 56 h 63"/>
                  <a:gd name="T30" fmla="*/ 12 w 110"/>
                  <a:gd name="T31" fmla="*/ 58 h 63"/>
                  <a:gd name="T32" fmla="*/ 12 w 110"/>
                  <a:gd name="T33" fmla="*/ 51 h 63"/>
                  <a:gd name="T34" fmla="*/ 15 w 110"/>
                  <a:gd name="T35" fmla="*/ 57 h 63"/>
                  <a:gd name="T36" fmla="*/ 18 w 110"/>
                  <a:gd name="T37" fmla="*/ 61 h 63"/>
                  <a:gd name="T38" fmla="*/ 16 w 110"/>
                  <a:gd name="T39" fmla="*/ 54 h 63"/>
                  <a:gd name="T40" fmla="*/ 19 w 110"/>
                  <a:gd name="T41" fmla="*/ 59 h 63"/>
                  <a:gd name="T42" fmla="*/ 21 w 110"/>
                  <a:gd name="T43" fmla="*/ 60 h 63"/>
                  <a:gd name="T44" fmla="*/ 22 w 110"/>
                  <a:gd name="T45" fmla="*/ 60 h 63"/>
                  <a:gd name="T46" fmla="*/ 23 w 110"/>
                  <a:gd name="T47" fmla="*/ 60 h 63"/>
                  <a:gd name="T48" fmla="*/ 23 w 110"/>
                  <a:gd name="T49" fmla="*/ 55 h 63"/>
                  <a:gd name="T50" fmla="*/ 26 w 110"/>
                  <a:gd name="T51" fmla="*/ 58 h 63"/>
                  <a:gd name="T52" fmla="*/ 26 w 110"/>
                  <a:gd name="T53" fmla="*/ 54 h 63"/>
                  <a:gd name="T54" fmla="*/ 27 w 110"/>
                  <a:gd name="T55" fmla="*/ 54 h 63"/>
                  <a:gd name="T56" fmla="*/ 29 w 110"/>
                  <a:gd name="T57" fmla="*/ 54 h 63"/>
                  <a:gd name="T58" fmla="*/ 34 w 110"/>
                  <a:gd name="T59" fmla="*/ 51 h 63"/>
                  <a:gd name="T60" fmla="*/ 36 w 110"/>
                  <a:gd name="T61" fmla="*/ 51 h 63"/>
                  <a:gd name="T62" fmla="*/ 40 w 110"/>
                  <a:gd name="T63" fmla="*/ 49 h 63"/>
                  <a:gd name="T64" fmla="*/ 44 w 110"/>
                  <a:gd name="T65" fmla="*/ 47 h 63"/>
                  <a:gd name="T66" fmla="*/ 45 w 110"/>
                  <a:gd name="T67" fmla="*/ 45 h 63"/>
                  <a:gd name="T68" fmla="*/ 46 w 110"/>
                  <a:gd name="T69" fmla="*/ 45 h 63"/>
                  <a:gd name="T70" fmla="*/ 46 w 110"/>
                  <a:gd name="T71" fmla="*/ 42 h 63"/>
                  <a:gd name="T72" fmla="*/ 49 w 110"/>
                  <a:gd name="T73" fmla="*/ 42 h 63"/>
                  <a:gd name="T74" fmla="*/ 53 w 110"/>
                  <a:gd name="T75" fmla="*/ 42 h 63"/>
                  <a:gd name="T76" fmla="*/ 55 w 110"/>
                  <a:gd name="T77" fmla="*/ 39 h 63"/>
                  <a:gd name="T78" fmla="*/ 60 w 110"/>
                  <a:gd name="T79" fmla="*/ 39 h 63"/>
                  <a:gd name="T80" fmla="*/ 61 w 110"/>
                  <a:gd name="T81" fmla="*/ 38 h 63"/>
                  <a:gd name="T82" fmla="*/ 62 w 110"/>
                  <a:gd name="T83" fmla="*/ 38 h 63"/>
                  <a:gd name="T84" fmla="*/ 64 w 110"/>
                  <a:gd name="T85" fmla="*/ 40 h 63"/>
                  <a:gd name="T86" fmla="*/ 66 w 110"/>
                  <a:gd name="T87" fmla="*/ 35 h 63"/>
                  <a:gd name="T88" fmla="*/ 68 w 110"/>
                  <a:gd name="T89" fmla="*/ 30 h 63"/>
                  <a:gd name="T90" fmla="*/ 71 w 110"/>
                  <a:gd name="T91" fmla="*/ 31 h 63"/>
                  <a:gd name="T92" fmla="*/ 72 w 110"/>
                  <a:gd name="T93" fmla="*/ 26 h 63"/>
                  <a:gd name="T94" fmla="*/ 76 w 110"/>
                  <a:gd name="T95" fmla="*/ 26 h 63"/>
                  <a:gd name="T96" fmla="*/ 79 w 110"/>
                  <a:gd name="T97" fmla="*/ 24 h 63"/>
                  <a:gd name="T98" fmla="*/ 82 w 110"/>
                  <a:gd name="T99" fmla="*/ 23 h 63"/>
                  <a:gd name="T100" fmla="*/ 88 w 110"/>
                  <a:gd name="T101" fmla="*/ 20 h 63"/>
                  <a:gd name="T102" fmla="*/ 91 w 110"/>
                  <a:gd name="T103" fmla="*/ 16 h 63"/>
                  <a:gd name="T104" fmla="*/ 97 w 110"/>
                  <a:gd name="T105" fmla="*/ 13 h 63"/>
                  <a:gd name="T106" fmla="*/ 105 w 110"/>
                  <a:gd name="T107" fmla="*/ 13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10" h="63">
                    <a:moveTo>
                      <a:pt x="108" y="1"/>
                    </a:moveTo>
                    <a:cubicBezTo>
                      <a:pt x="106" y="4"/>
                      <a:pt x="103" y="2"/>
                      <a:pt x="100" y="0"/>
                    </a:cubicBezTo>
                    <a:cubicBezTo>
                      <a:pt x="99" y="1"/>
                      <a:pt x="98" y="2"/>
                      <a:pt x="97" y="1"/>
                    </a:cubicBezTo>
                    <a:cubicBezTo>
                      <a:pt x="94" y="3"/>
                      <a:pt x="88" y="0"/>
                      <a:pt x="85" y="3"/>
                    </a:cubicBezTo>
                    <a:cubicBezTo>
                      <a:pt x="86" y="4"/>
                      <a:pt x="86" y="5"/>
                      <a:pt x="86" y="5"/>
                    </a:cubicBezTo>
                    <a:cubicBezTo>
                      <a:pt x="86" y="5"/>
                      <a:pt x="86" y="5"/>
                      <a:pt x="86" y="5"/>
                    </a:cubicBezTo>
                    <a:cubicBezTo>
                      <a:pt x="86" y="6"/>
                      <a:pt x="86" y="6"/>
                      <a:pt x="86" y="6"/>
                    </a:cubicBezTo>
                    <a:cubicBezTo>
                      <a:pt x="86" y="7"/>
                      <a:pt x="85" y="5"/>
                      <a:pt x="85" y="5"/>
                    </a:cubicBezTo>
                    <a:cubicBezTo>
                      <a:pt x="84" y="5"/>
                      <a:pt x="83" y="6"/>
                      <a:pt x="82" y="6"/>
                    </a:cubicBezTo>
                    <a:cubicBezTo>
                      <a:pt x="82" y="8"/>
                      <a:pt x="81" y="7"/>
                      <a:pt x="82" y="9"/>
                    </a:cubicBezTo>
                    <a:cubicBezTo>
                      <a:pt x="81" y="8"/>
                      <a:pt x="81" y="8"/>
                      <a:pt x="81" y="8"/>
                    </a:cubicBezTo>
                    <a:cubicBezTo>
                      <a:pt x="81" y="10"/>
                      <a:pt x="81" y="10"/>
                      <a:pt x="79" y="7"/>
                    </a:cubicBezTo>
                    <a:cubicBezTo>
                      <a:pt x="75" y="7"/>
                      <a:pt x="72" y="10"/>
                      <a:pt x="68" y="11"/>
                    </a:cubicBezTo>
                    <a:cubicBezTo>
                      <a:pt x="65" y="13"/>
                      <a:pt x="63" y="16"/>
                      <a:pt x="60" y="19"/>
                    </a:cubicBezTo>
                    <a:cubicBezTo>
                      <a:pt x="60" y="22"/>
                      <a:pt x="59" y="21"/>
                      <a:pt x="60" y="24"/>
                    </a:cubicBezTo>
                    <a:cubicBezTo>
                      <a:pt x="59" y="23"/>
                      <a:pt x="59" y="23"/>
                      <a:pt x="59" y="23"/>
                    </a:cubicBezTo>
                    <a:cubicBezTo>
                      <a:pt x="59" y="24"/>
                      <a:pt x="59" y="23"/>
                      <a:pt x="57" y="22"/>
                    </a:cubicBezTo>
                    <a:cubicBezTo>
                      <a:pt x="58" y="23"/>
                      <a:pt x="57" y="22"/>
                      <a:pt x="58" y="24"/>
                    </a:cubicBezTo>
                    <a:cubicBezTo>
                      <a:pt x="59" y="26"/>
                      <a:pt x="57" y="22"/>
                      <a:pt x="57" y="23"/>
                    </a:cubicBezTo>
                    <a:cubicBezTo>
                      <a:pt x="56" y="22"/>
                      <a:pt x="57" y="24"/>
                      <a:pt x="57" y="23"/>
                    </a:cubicBezTo>
                    <a:cubicBezTo>
                      <a:pt x="57" y="26"/>
                      <a:pt x="56" y="22"/>
                      <a:pt x="55" y="21"/>
                    </a:cubicBezTo>
                    <a:cubicBezTo>
                      <a:pt x="53" y="22"/>
                      <a:pt x="53" y="25"/>
                      <a:pt x="51" y="25"/>
                    </a:cubicBezTo>
                    <a:cubicBezTo>
                      <a:pt x="51" y="24"/>
                      <a:pt x="51" y="26"/>
                      <a:pt x="51" y="26"/>
                    </a:cubicBezTo>
                    <a:cubicBezTo>
                      <a:pt x="50" y="23"/>
                      <a:pt x="51" y="27"/>
                      <a:pt x="50" y="26"/>
                    </a:cubicBezTo>
                    <a:cubicBezTo>
                      <a:pt x="50" y="25"/>
                      <a:pt x="50" y="25"/>
                      <a:pt x="50" y="25"/>
                    </a:cubicBezTo>
                    <a:cubicBezTo>
                      <a:pt x="49" y="24"/>
                      <a:pt x="49" y="26"/>
                      <a:pt x="48" y="25"/>
                    </a:cubicBezTo>
                    <a:cubicBezTo>
                      <a:pt x="48" y="26"/>
                      <a:pt x="46" y="24"/>
                      <a:pt x="46" y="26"/>
                    </a:cubicBezTo>
                    <a:cubicBezTo>
                      <a:pt x="46" y="24"/>
                      <a:pt x="46" y="25"/>
                      <a:pt x="45" y="24"/>
                    </a:cubicBezTo>
                    <a:cubicBezTo>
                      <a:pt x="46" y="28"/>
                      <a:pt x="44" y="24"/>
                      <a:pt x="44" y="26"/>
                    </a:cubicBezTo>
                    <a:cubicBezTo>
                      <a:pt x="44" y="26"/>
                      <a:pt x="44" y="26"/>
                      <a:pt x="44" y="26"/>
                    </a:cubicBezTo>
                    <a:cubicBezTo>
                      <a:pt x="42" y="26"/>
                      <a:pt x="40" y="26"/>
                      <a:pt x="39" y="29"/>
                    </a:cubicBezTo>
                    <a:cubicBezTo>
                      <a:pt x="39" y="29"/>
                      <a:pt x="36" y="27"/>
                      <a:pt x="36" y="29"/>
                    </a:cubicBezTo>
                    <a:cubicBezTo>
                      <a:pt x="36" y="30"/>
                      <a:pt x="36" y="30"/>
                      <a:pt x="36" y="30"/>
                    </a:cubicBezTo>
                    <a:cubicBezTo>
                      <a:pt x="36" y="30"/>
                      <a:pt x="36" y="29"/>
                      <a:pt x="36" y="29"/>
                    </a:cubicBezTo>
                    <a:cubicBezTo>
                      <a:pt x="36" y="30"/>
                      <a:pt x="34" y="29"/>
                      <a:pt x="34" y="29"/>
                    </a:cubicBezTo>
                    <a:cubicBezTo>
                      <a:pt x="34" y="30"/>
                      <a:pt x="34" y="30"/>
                      <a:pt x="34" y="31"/>
                    </a:cubicBezTo>
                    <a:cubicBezTo>
                      <a:pt x="32" y="29"/>
                      <a:pt x="33" y="33"/>
                      <a:pt x="31" y="31"/>
                    </a:cubicBezTo>
                    <a:cubicBezTo>
                      <a:pt x="32" y="34"/>
                      <a:pt x="32" y="33"/>
                      <a:pt x="32" y="34"/>
                    </a:cubicBezTo>
                    <a:cubicBezTo>
                      <a:pt x="32" y="33"/>
                      <a:pt x="31" y="33"/>
                      <a:pt x="31" y="32"/>
                    </a:cubicBezTo>
                    <a:cubicBezTo>
                      <a:pt x="31" y="32"/>
                      <a:pt x="30" y="33"/>
                      <a:pt x="30" y="32"/>
                    </a:cubicBezTo>
                    <a:cubicBezTo>
                      <a:pt x="29" y="32"/>
                      <a:pt x="30" y="34"/>
                      <a:pt x="29" y="34"/>
                    </a:cubicBezTo>
                    <a:cubicBezTo>
                      <a:pt x="28" y="32"/>
                      <a:pt x="28" y="34"/>
                      <a:pt x="28" y="33"/>
                    </a:cubicBezTo>
                    <a:cubicBezTo>
                      <a:pt x="28" y="35"/>
                      <a:pt x="28" y="37"/>
                      <a:pt x="28" y="36"/>
                    </a:cubicBezTo>
                    <a:cubicBezTo>
                      <a:pt x="27" y="33"/>
                      <a:pt x="27" y="33"/>
                      <a:pt x="27" y="33"/>
                    </a:cubicBezTo>
                    <a:cubicBezTo>
                      <a:pt x="26" y="35"/>
                      <a:pt x="24" y="32"/>
                      <a:pt x="23" y="36"/>
                    </a:cubicBezTo>
                    <a:cubicBezTo>
                      <a:pt x="23" y="35"/>
                      <a:pt x="23" y="35"/>
                      <a:pt x="23" y="35"/>
                    </a:cubicBezTo>
                    <a:cubicBezTo>
                      <a:pt x="22" y="37"/>
                      <a:pt x="20" y="36"/>
                      <a:pt x="19" y="39"/>
                    </a:cubicBezTo>
                    <a:cubicBezTo>
                      <a:pt x="18" y="38"/>
                      <a:pt x="18" y="38"/>
                      <a:pt x="17" y="38"/>
                    </a:cubicBezTo>
                    <a:cubicBezTo>
                      <a:pt x="17" y="40"/>
                      <a:pt x="17" y="40"/>
                      <a:pt x="17" y="42"/>
                    </a:cubicBezTo>
                    <a:cubicBezTo>
                      <a:pt x="17" y="42"/>
                      <a:pt x="16" y="41"/>
                      <a:pt x="16" y="40"/>
                    </a:cubicBezTo>
                    <a:cubicBezTo>
                      <a:pt x="15" y="40"/>
                      <a:pt x="14" y="38"/>
                      <a:pt x="14" y="41"/>
                    </a:cubicBezTo>
                    <a:cubicBezTo>
                      <a:pt x="14" y="39"/>
                      <a:pt x="14" y="39"/>
                      <a:pt x="14" y="39"/>
                    </a:cubicBezTo>
                    <a:cubicBezTo>
                      <a:pt x="14" y="41"/>
                      <a:pt x="13" y="43"/>
                      <a:pt x="12" y="42"/>
                    </a:cubicBezTo>
                    <a:cubicBezTo>
                      <a:pt x="13" y="43"/>
                      <a:pt x="12" y="44"/>
                      <a:pt x="13" y="45"/>
                    </a:cubicBezTo>
                    <a:cubicBezTo>
                      <a:pt x="13" y="45"/>
                      <a:pt x="12" y="43"/>
                      <a:pt x="12" y="44"/>
                    </a:cubicBezTo>
                    <a:cubicBezTo>
                      <a:pt x="12" y="42"/>
                      <a:pt x="12" y="42"/>
                      <a:pt x="12" y="42"/>
                    </a:cubicBezTo>
                    <a:cubicBezTo>
                      <a:pt x="10" y="43"/>
                      <a:pt x="9" y="44"/>
                      <a:pt x="8" y="46"/>
                    </a:cubicBezTo>
                    <a:cubicBezTo>
                      <a:pt x="7" y="44"/>
                      <a:pt x="7" y="46"/>
                      <a:pt x="6" y="45"/>
                    </a:cubicBezTo>
                    <a:cubicBezTo>
                      <a:pt x="6" y="47"/>
                      <a:pt x="4" y="46"/>
                      <a:pt x="6" y="48"/>
                    </a:cubicBezTo>
                    <a:cubicBezTo>
                      <a:pt x="5" y="47"/>
                      <a:pt x="5" y="47"/>
                      <a:pt x="5" y="47"/>
                    </a:cubicBezTo>
                    <a:cubicBezTo>
                      <a:pt x="4" y="47"/>
                      <a:pt x="4" y="48"/>
                      <a:pt x="2" y="48"/>
                    </a:cubicBezTo>
                    <a:cubicBezTo>
                      <a:pt x="2" y="48"/>
                      <a:pt x="3" y="50"/>
                      <a:pt x="3" y="51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2" y="51"/>
                      <a:pt x="4" y="52"/>
                      <a:pt x="5" y="53"/>
                    </a:cubicBezTo>
                    <a:cubicBezTo>
                      <a:pt x="4" y="53"/>
                      <a:pt x="4" y="54"/>
                      <a:pt x="4" y="53"/>
                    </a:cubicBezTo>
                    <a:cubicBezTo>
                      <a:pt x="3" y="52"/>
                      <a:pt x="2" y="51"/>
                      <a:pt x="1" y="50"/>
                    </a:cubicBezTo>
                    <a:cubicBezTo>
                      <a:pt x="0" y="50"/>
                      <a:pt x="2" y="53"/>
                      <a:pt x="1" y="51"/>
                    </a:cubicBezTo>
                    <a:cubicBezTo>
                      <a:pt x="0" y="51"/>
                      <a:pt x="0" y="52"/>
                      <a:pt x="1" y="53"/>
                    </a:cubicBezTo>
                    <a:cubicBezTo>
                      <a:pt x="1" y="53"/>
                      <a:pt x="0" y="53"/>
                      <a:pt x="0" y="52"/>
                    </a:cubicBezTo>
                    <a:cubicBezTo>
                      <a:pt x="0" y="52"/>
                      <a:pt x="0" y="53"/>
                      <a:pt x="0" y="53"/>
                    </a:cubicBezTo>
                    <a:cubicBezTo>
                      <a:pt x="0" y="53"/>
                      <a:pt x="0" y="53"/>
                      <a:pt x="0" y="53"/>
                    </a:cubicBezTo>
                    <a:cubicBezTo>
                      <a:pt x="1" y="54"/>
                      <a:pt x="1" y="54"/>
                      <a:pt x="3" y="55"/>
                    </a:cubicBezTo>
                    <a:cubicBezTo>
                      <a:pt x="3" y="55"/>
                      <a:pt x="2" y="55"/>
                      <a:pt x="3" y="55"/>
                    </a:cubicBezTo>
                    <a:cubicBezTo>
                      <a:pt x="4" y="56"/>
                      <a:pt x="4" y="56"/>
                      <a:pt x="3" y="56"/>
                    </a:cubicBezTo>
                    <a:cubicBezTo>
                      <a:pt x="1" y="55"/>
                      <a:pt x="1" y="54"/>
                      <a:pt x="0" y="54"/>
                    </a:cubicBezTo>
                    <a:cubicBezTo>
                      <a:pt x="2" y="56"/>
                      <a:pt x="2" y="56"/>
                      <a:pt x="2" y="56"/>
                    </a:cubicBezTo>
                    <a:cubicBezTo>
                      <a:pt x="2" y="56"/>
                      <a:pt x="3" y="56"/>
                      <a:pt x="4" y="57"/>
                    </a:cubicBezTo>
                    <a:cubicBezTo>
                      <a:pt x="3" y="56"/>
                      <a:pt x="3" y="56"/>
                      <a:pt x="3" y="56"/>
                    </a:cubicBezTo>
                    <a:cubicBezTo>
                      <a:pt x="4" y="57"/>
                      <a:pt x="4" y="57"/>
                      <a:pt x="4" y="57"/>
                    </a:cubicBezTo>
                    <a:cubicBezTo>
                      <a:pt x="4" y="56"/>
                      <a:pt x="6" y="57"/>
                      <a:pt x="5" y="56"/>
                    </a:cubicBezTo>
                    <a:cubicBezTo>
                      <a:pt x="4" y="55"/>
                      <a:pt x="4" y="55"/>
                      <a:pt x="4" y="55"/>
                    </a:cubicBezTo>
                    <a:cubicBezTo>
                      <a:pt x="4" y="55"/>
                      <a:pt x="3" y="53"/>
                      <a:pt x="4" y="54"/>
                    </a:cubicBezTo>
                    <a:cubicBezTo>
                      <a:pt x="6" y="56"/>
                      <a:pt x="6" y="56"/>
                      <a:pt x="6" y="56"/>
                    </a:cubicBezTo>
                    <a:cubicBezTo>
                      <a:pt x="6" y="56"/>
                      <a:pt x="5" y="55"/>
                      <a:pt x="5" y="55"/>
                    </a:cubicBezTo>
                    <a:cubicBezTo>
                      <a:pt x="7" y="57"/>
                      <a:pt x="7" y="57"/>
                      <a:pt x="7" y="57"/>
                    </a:cubicBezTo>
                    <a:cubicBezTo>
                      <a:pt x="5" y="55"/>
                      <a:pt x="7" y="56"/>
                      <a:pt x="7" y="55"/>
                    </a:cubicBezTo>
                    <a:cubicBezTo>
                      <a:pt x="7" y="56"/>
                      <a:pt x="7" y="56"/>
                      <a:pt x="7" y="56"/>
                    </a:cubicBezTo>
                    <a:cubicBezTo>
                      <a:pt x="8" y="56"/>
                      <a:pt x="6" y="55"/>
                      <a:pt x="6" y="54"/>
                    </a:cubicBezTo>
                    <a:cubicBezTo>
                      <a:pt x="6" y="55"/>
                      <a:pt x="8" y="56"/>
                      <a:pt x="9" y="57"/>
                    </a:cubicBezTo>
                    <a:cubicBezTo>
                      <a:pt x="9" y="57"/>
                      <a:pt x="8" y="55"/>
                      <a:pt x="9" y="56"/>
                    </a:cubicBezTo>
                    <a:cubicBezTo>
                      <a:pt x="9" y="56"/>
                      <a:pt x="9" y="55"/>
                      <a:pt x="9" y="53"/>
                    </a:cubicBezTo>
                    <a:cubicBezTo>
                      <a:pt x="9" y="53"/>
                      <a:pt x="10" y="56"/>
                      <a:pt x="10" y="55"/>
                    </a:cubicBezTo>
                    <a:cubicBezTo>
                      <a:pt x="11" y="56"/>
                      <a:pt x="12" y="58"/>
                      <a:pt x="12" y="59"/>
                    </a:cubicBezTo>
                    <a:cubicBezTo>
                      <a:pt x="13" y="59"/>
                      <a:pt x="14" y="60"/>
                      <a:pt x="13" y="60"/>
                    </a:cubicBezTo>
                    <a:cubicBezTo>
                      <a:pt x="13" y="60"/>
                      <a:pt x="14" y="61"/>
                      <a:pt x="14" y="61"/>
                    </a:cubicBezTo>
                    <a:cubicBezTo>
                      <a:pt x="14" y="60"/>
                      <a:pt x="12" y="58"/>
                      <a:pt x="12" y="58"/>
                    </a:cubicBezTo>
                    <a:cubicBezTo>
                      <a:pt x="11" y="56"/>
                      <a:pt x="12" y="57"/>
                      <a:pt x="11" y="55"/>
                    </a:cubicBezTo>
                    <a:cubicBezTo>
                      <a:pt x="11" y="55"/>
                      <a:pt x="12" y="55"/>
                      <a:pt x="12" y="55"/>
                    </a:cubicBezTo>
                    <a:cubicBezTo>
                      <a:pt x="12" y="55"/>
                      <a:pt x="13" y="56"/>
                      <a:pt x="14" y="57"/>
                    </a:cubicBezTo>
                    <a:cubicBezTo>
                      <a:pt x="13" y="56"/>
                      <a:pt x="13" y="55"/>
                      <a:pt x="14" y="55"/>
                    </a:cubicBezTo>
                    <a:cubicBezTo>
                      <a:pt x="13" y="53"/>
                      <a:pt x="13" y="53"/>
                      <a:pt x="12" y="52"/>
                    </a:cubicBezTo>
                    <a:cubicBezTo>
                      <a:pt x="12" y="51"/>
                      <a:pt x="12" y="51"/>
                      <a:pt x="12" y="51"/>
                    </a:cubicBezTo>
                    <a:cubicBezTo>
                      <a:pt x="13" y="52"/>
                      <a:pt x="14" y="55"/>
                      <a:pt x="14" y="55"/>
                    </a:cubicBezTo>
                    <a:cubicBezTo>
                      <a:pt x="15" y="57"/>
                      <a:pt x="14" y="55"/>
                      <a:pt x="15" y="57"/>
                    </a:cubicBezTo>
                    <a:cubicBezTo>
                      <a:pt x="16" y="59"/>
                      <a:pt x="15" y="60"/>
                      <a:pt x="14" y="58"/>
                    </a:cubicBezTo>
                    <a:cubicBezTo>
                      <a:pt x="15" y="61"/>
                      <a:pt x="15" y="59"/>
                      <a:pt x="16" y="61"/>
                    </a:cubicBezTo>
                    <a:cubicBezTo>
                      <a:pt x="16" y="61"/>
                      <a:pt x="15" y="59"/>
                      <a:pt x="16" y="59"/>
                    </a:cubicBezTo>
                    <a:cubicBezTo>
                      <a:pt x="15" y="58"/>
                      <a:pt x="15" y="58"/>
                      <a:pt x="15" y="57"/>
                    </a:cubicBezTo>
                    <a:cubicBezTo>
                      <a:pt x="14" y="54"/>
                      <a:pt x="16" y="58"/>
                      <a:pt x="16" y="58"/>
                    </a:cubicBezTo>
                    <a:cubicBezTo>
                      <a:pt x="16" y="59"/>
                      <a:pt x="16" y="59"/>
                      <a:pt x="16" y="59"/>
                    </a:cubicBezTo>
                    <a:cubicBezTo>
                      <a:pt x="17" y="60"/>
                      <a:pt x="16" y="58"/>
                      <a:pt x="17" y="58"/>
                    </a:cubicBezTo>
                    <a:cubicBezTo>
                      <a:pt x="18" y="61"/>
                      <a:pt x="16" y="58"/>
                      <a:pt x="17" y="60"/>
                    </a:cubicBezTo>
                    <a:cubicBezTo>
                      <a:pt x="18" y="62"/>
                      <a:pt x="18" y="62"/>
                      <a:pt x="18" y="62"/>
                    </a:cubicBezTo>
                    <a:cubicBezTo>
                      <a:pt x="19" y="63"/>
                      <a:pt x="17" y="60"/>
                      <a:pt x="18" y="61"/>
                    </a:cubicBezTo>
                    <a:cubicBezTo>
                      <a:pt x="18" y="62"/>
                      <a:pt x="18" y="62"/>
                      <a:pt x="18" y="62"/>
                    </a:cubicBezTo>
                    <a:cubicBezTo>
                      <a:pt x="18" y="61"/>
                      <a:pt x="18" y="61"/>
                      <a:pt x="18" y="61"/>
                    </a:cubicBezTo>
                    <a:cubicBezTo>
                      <a:pt x="18" y="60"/>
                      <a:pt x="17" y="58"/>
                      <a:pt x="17" y="58"/>
                    </a:cubicBezTo>
                    <a:cubicBezTo>
                      <a:pt x="16" y="55"/>
                      <a:pt x="17" y="58"/>
                      <a:pt x="17" y="57"/>
                    </a:cubicBezTo>
                    <a:cubicBezTo>
                      <a:pt x="16" y="55"/>
                      <a:pt x="17" y="57"/>
                      <a:pt x="16" y="56"/>
                    </a:cubicBezTo>
                    <a:cubicBezTo>
                      <a:pt x="16" y="54"/>
                      <a:pt x="16" y="54"/>
                      <a:pt x="16" y="54"/>
                    </a:cubicBezTo>
                    <a:cubicBezTo>
                      <a:pt x="16" y="54"/>
                      <a:pt x="17" y="55"/>
                      <a:pt x="17" y="57"/>
                    </a:cubicBezTo>
                    <a:cubicBezTo>
                      <a:pt x="17" y="57"/>
                      <a:pt x="17" y="57"/>
                      <a:pt x="17" y="56"/>
                    </a:cubicBezTo>
                    <a:cubicBezTo>
                      <a:pt x="17" y="58"/>
                      <a:pt x="18" y="60"/>
                      <a:pt x="19" y="61"/>
                    </a:cubicBezTo>
                    <a:cubicBezTo>
                      <a:pt x="19" y="62"/>
                      <a:pt x="18" y="60"/>
                      <a:pt x="18" y="59"/>
                    </a:cubicBezTo>
                    <a:cubicBezTo>
                      <a:pt x="18" y="59"/>
                      <a:pt x="18" y="57"/>
                      <a:pt x="18" y="57"/>
                    </a:cubicBezTo>
                    <a:cubicBezTo>
                      <a:pt x="16" y="52"/>
                      <a:pt x="19" y="60"/>
                      <a:pt x="19" y="59"/>
                    </a:cubicBezTo>
                    <a:cubicBezTo>
                      <a:pt x="18" y="56"/>
                      <a:pt x="18" y="55"/>
                      <a:pt x="17" y="52"/>
                    </a:cubicBezTo>
                    <a:cubicBezTo>
                      <a:pt x="17" y="51"/>
                      <a:pt x="17" y="50"/>
                      <a:pt x="17" y="51"/>
                    </a:cubicBezTo>
                    <a:cubicBezTo>
                      <a:pt x="18" y="53"/>
                      <a:pt x="18" y="52"/>
                      <a:pt x="18" y="54"/>
                    </a:cubicBezTo>
                    <a:cubicBezTo>
                      <a:pt x="18" y="54"/>
                      <a:pt x="18" y="54"/>
                      <a:pt x="18" y="54"/>
                    </a:cubicBezTo>
                    <a:cubicBezTo>
                      <a:pt x="19" y="56"/>
                      <a:pt x="19" y="56"/>
                      <a:pt x="19" y="56"/>
                    </a:cubicBezTo>
                    <a:cubicBezTo>
                      <a:pt x="21" y="60"/>
                      <a:pt x="21" y="60"/>
                      <a:pt x="21" y="60"/>
                    </a:cubicBezTo>
                    <a:cubicBezTo>
                      <a:pt x="21" y="59"/>
                      <a:pt x="20" y="58"/>
                      <a:pt x="20" y="57"/>
                    </a:cubicBezTo>
                    <a:cubicBezTo>
                      <a:pt x="20" y="58"/>
                      <a:pt x="21" y="59"/>
                      <a:pt x="21" y="59"/>
                    </a:cubicBezTo>
                    <a:cubicBezTo>
                      <a:pt x="20" y="59"/>
                      <a:pt x="20" y="56"/>
                      <a:pt x="20" y="56"/>
                    </a:cubicBezTo>
                    <a:cubicBezTo>
                      <a:pt x="20" y="56"/>
                      <a:pt x="21" y="58"/>
                      <a:pt x="21" y="58"/>
                    </a:cubicBezTo>
                    <a:cubicBezTo>
                      <a:pt x="22" y="60"/>
                      <a:pt x="22" y="60"/>
                      <a:pt x="22" y="60"/>
                    </a:cubicBezTo>
                    <a:cubicBezTo>
                      <a:pt x="21" y="58"/>
                      <a:pt x="22" y="61"/>
                      <a:pt x="22" y="60"/>
                    </a:cubicBezTo>
                    <a:cubicBezTo>
                      <a:pt x="22" y="59"/>
                      <a:pt x="21" y="57"/>
                      <a:pt x="21" y="56"/>
                    </a:cubicBezTo>
                    <a:cubicBezTo>
                      <a:pt x="21" y="55"/>
                      <a:pt x="22" y="56"/>
                      <a:pt x="22" y="56"/>
                    </a:cubicBezTo>
                    <a:cubicBezTo>
                      <a:pt x="22" y="57"/>
                      <a:pt x="22" y="57"/>
                      <a:pt x="22" y="57"/>
                    </a:cubicBezTo>
                    <a:cubicBezTo>
                      <a:pt x="22" y="57"/>
                      <a:pt x="23" y="61"/>
                      <a:pt x="23" y="60"/>
                    </a:cubicBezTo>
                    <a:cubicBezTo>
                      <a:pt x="22" y="58"/>
                      <a:pt x="22" y="58"/>
                      <a:pt x="22" y="58"/>
                    </a:cubicBezTo>
                    <a:cubicBezTo>
                      <a:pt x="23" y="58"/>
                      <a:pt x="23" y="59"/>
                      <a:pt x="23" y="60"/>
                    </a:cubicBezTo>
                    <a:cubicBezTo>
                      <a:pt x="23" y="58"/>
                      <a:pt x="23" y="59"/>
                      <a:pt x="23" y="58"/>
                    </a:cubicBezTo>
                    <a:cubicBezTo>
                      <a:pt x="23" y="59"/>
                      <a:pt x="23" y="59"/>
                      <a:pt x="23" y="59"/>
                    </a:cubicBezTo>
                    <a:cubicBezTo>
                      <a:pt x="23" y="58"/>
                      <a:pt x="23" y="56"/>
                      <a:pt x="24" y="58"/>
                    </a:cubicBezTo>
                    <a:cubicBezTo>
                      <a:pt x="23" y="56"/>
                      <a:pt x="23" y="58"/>
                      <a:pt x="23" y="57"/>
                    </a:cubicBezTo>
                    <a:cubicBezTo>
                      <a:pt x="22" y="55"/>
                      <a:pt x="22" y="55"/>
                      <a:pt x="22" y="55"/>
                    </a:cubicBezTo>
                    <a:cubicBezTo>
                      <a:pt x="23" y="58"/>
                      <a:pt x="23" y="55"/>
                      <a:pt x="23" y="55"/>
                    </a:cubicBezTo>
                    <a:cubicBezTo>
                      <a:pt x="24" y="56"/>
                      <a:pt x="24" y="56"/>
                      <a:pt x="24" y="57"/>
                    </a:cubicBezTo>
                    <a:cubicBezTo>
                      <a:pt x="24" y="55"/>
                      <a:pt x="24" y="55"/>
                      <a:pt x="24" y="55"/>
                    </a:cubicBezTo>
                    <a:cubicBezTo>
                      <a:pt x="25" y="59"/>
                      <a:pt x="24" y="54"/>
                      <a:pt x="24" y="55"/>
                    </a:cubicBezTo>
                    <a:cubicBezTo>
                      <a:pt x="25" y="56"/>
                      <a:pt x="25" y="58"/>
                      <a:pt x="25" y="58"/>
                    </a:cubicBezTo>
                    <a:cubicBezTo>
                      <a:pt x="24" y="56"/>
                      <a:pt x="25" y="55"/>
                      <a:pt x="24" y="53"/>
                    </a:cubicBezTo>
                    <a:cubicBezTo>
                      <a:pt x="25" y="54"/>
                      <a:pt x="25" y="56"/>
                      <a:pt x="26" y="58"/>
                    </a:cubicBezTo>
                    <a:cubicBezTo>
                      <a:pt x="25" y="56"/>
                      <a:pt x="26" y="59"/>
                      <a:pt x="26" y="57"/>
                    </a:cubicBezTo>
                    <a:cubicBezTo>
                      <a:pt x="25" y="56"/>
                      <a:pt x="25" y="55"/>
                      <a:pt x="25" y="54"/>
                    </a:cubicBezTo>
                    <a:cubicBezTo>
                      <a:pt x="26" y="54"/>
                      <a:pt x="25" y="55"/>
                      <a:pt x="26" y="56"/>
                    </a:cubicBezTo>
                    <a:cubicBezTo>
                      <a:pt x="26" y="56"/>
                      <a:pt x="26" y="54"/>
                      <a:pt x="25" y="53"/>
                    </a:cubicBezTo>
                    <a:cubicBezTo>
                      <a:pt x="26" y="53"/>
                      <a:pt x="25" y="51"/>
                      <a:pt x="26" y="52"/>
                    </a:cubicBezTo>
                    <a:cubicBezTo>
                      <a:pt x="26" y="54"/>
                      <a:pt x="26" y="53"/>
                      <a:pt x="26" y="54"/>
                    </a:cubicBezTo>
                    <a:cubicBezTo>
                      <a:pt x="27" y="54"/>
                      <a:pt x="25" y="50"/>
                      <a:pt x="26" y="50"/>
                    </a:cubicBezTo>
                    <a:cubicBezTo>
                      <a:pt x="25" y="49"/>
                      <a:pt x="25" y="46"/>
                      <a:pt x="25" y="45"/>
                    </a:cubicBezTo>
                    <a:cubicBezTo>
                      <a:pt x="25" y="45"/>
                      <a:pt x="25" y="46"/>
                      <a:pt x="25" y="48"/>
                    </a:cubicBezTo>
                    <a:cubicBezTo>
                      <a:pt x="25" y="48"/>
                      <a:pt x="25" y="48"/>
                      <a:pt x="25" y="48"/>
                    </a:cubicBezTo>
                    <a:cubicBezTo>
                      <a:pt x="27" y="50"/>
                      <a:pt x="26" y="52"/>
                      <a:pt x="27" y="55"/>
                    </a:cubicBezTo>
                    <a:cubicBezTo>
                      <a:pt x="27" y="54"/>
                      <a:pt x="27" y="54"/>
                      <a:pt x="27" y="54"/>
                    </a:cubicBezTo>
                    <a:cubicBezTo>
                      <a:pt x="28" y="57"/>
                      <a:pt x="28" y="57"/>
                      <a:pt x="28" y="57"/>
                    </a:cubicBezTo>
                    <a:cubicBezTo>
                      <a:pt x="27" y="55"/>
                      <a:pt x="28" y="56"/>
                      <a:pt x="28" y="55"/>
                    </a:cubicBezTo>
                    <a:cubicBezTo>
                      <a:pt x="28" y="54"/>
                      <a:pt x="28" y="56"/>
                      <a:pt x="28" y="55"/>
                    </a:cubicBezTo>
                    <a:cubicBezTo>
                      <a:pt x="28" y="54"/>
                      <a:pt x="27" y="51"/>
                      <a:pt x="28" y="52"/>
                    </a:cubicBezTo>
                    <a:cubicBezTo>
                      <a:pt x="29" y="55"/>
                      <a:pt x="29" y="55"/>
                      <a:pt x="29" y="55"/>
                    </a:cubicBezTo>
                    <a:cubicBezTo>
                      <a:pt x="29" y="56"/>
                      <a:pt x="28" y="53"/>
                      <a:pt x="29" y="54"/>
                    </a:cubicBezTo>
                    <a:cubicBezTo>
                      <a:pt x="29" y="55"/>
                      <a:pt x="29" y="55"/>
                      <a:pt x="29" y="55"/>
                    </a:cubicBezTo>
                    <a:cubicBezTo>
                      <a:pt x="30" y="55"/>
                      <a:pt x="32" y="55"/>
                      <a:pt x="31" y="51"/>
                    </a:cubicBezTo>
                    <a:cubicBezTo>
                      <a:pt x="32" y="52"/>
                      <a:pt x="32" y="52"/>
                      <a:pt x="33" y="53"/>
                    </a:cubicBezTo>
                    <a:cubicBezTo>
                      <a:pt x="33" y="53"/>
                      <a:pt x="33" y="51"/>
                      <a:pt x="33" y="51"/>
                    </a:cubicBezTo>
                    <a:cubicBezTo>
                      <a:pt x="34" y="53"/>
                      <a:pt x="34" y="53"/>
                      <a:pt x="34" y="53"/>
                    </a:cubicBezTo>
                    <a:cubicBezTo>
                      <a:pt x="34" y="54"/>
                      <a:pt x="34" y="52"/>
                      <a:pt x="34" y="51"/>
                    </a:cubicBezTo>
                    <a:cubicBezTo>
                      <a:pt x="35" y="52"/>
                      <a:pt x="35" y="52"/>
                      <a:pt x="35" y="52"/>
                    </a:cubicBezTo>
                    <a:cubicBezTo>
                      <a:pt x="35" y="54"/>
                      <a:pt x="35" y="51"/>
                      <a:pt x="35" y="51"/>
                    </a:cubicBezTo>
                    <a:cubicBezTo>
                      <a:pt x="35" y="52"/>
                      <a:pt x="35" y="52"/>
                      <a:pt x="35" y="52"/>
                    </a:cubicBezTo>
                    <a:cubicBezTo>
                      <a:pt x="35" y="51"/>
                      <a:pt x="35" y="51"/>
                      <a:pt x="35" y="51"/>
                    </a:cubicBezTo>
                    <a:cubicBezTo>
                      <a:pt x="35" y="50"/>
                      <a:pt x="35" y="50"/>
                      <a:pt x="36" y="52"/>
                    </a:cubicBezTo>
                    <a:cubicBezTo>
                      <a:pt x="36" y="51"/>
                      <a:pt x="36" y="51"/>
                      <a:pt x="36" y="51"/>
                    </a:cubicBezTo>
                    <a:cubicBezTo>
                      <a:pt x="37" y="52"/>
                      <a:pt x="37" y="52"/>
                      <a:pt x="38" y="51"/>
                    </a:cubicBezTo>
                    <a:cubicBezTo>
                      <a:pt x="37" y="51"/>
                      <a:pt x="37" y="50"/>
                      <a:pt x="37" y="49"/>
                    </a:cubicBezTo>
                    <a:cubicBezTo>
                      <a:pt x="36" y="46"/>
                      <a:pt x="37" y="49"/>
                      <a:pt x="37" y="47"/>
                    </a:cubicBezTo>
                    <a:cubicBezTo>
                      <a:pt x="37" y="48"/>
                      <a:pt x="38" y="49"/>
                      <a:pt x="38" y="50"/>
                    </a:cubicBezTo>
                    <a:cubicBezTo>
                      <a:pt x="39" y="52"/>
                      <a:pt x="39" y="50"/>
                      <a:pt x="40" y="50"/>
                    </a:cubicBezTo>
                    <a:cubicBezTo>
                      <a:pt x="40" y="49"/>
                      <a:pt x="40" y="49"/>
                      <a:pt x="40" y="49"/>
                    </a:cubicBezTo>
                    <a:cubicBezTo>
                      <a:pt x="42" y="51"/>
                      <a:pt x="41" y="48"/>
                      <a:pt x="42" y="49"/>
                    </a:cubicBezTo>
                    <a:cubicBezTo>
                      <a:pt x="42" y="48"/>
                      <a:pt x="41" y="45"/>
                      <a:pt x="41" y="45"/>
                    </a:cubicBezTo>
                    <a:cubicBezTo>
                      <a:pt x="41" y="43"/>
                      <a:pt x="42" y="47"/>
                      <a:pt x="43" y="48"/>
                    </a:cubicBezTo>
                    <a:cubicBezTo>
                      <a:pt x="43" y="48"/>
                      <a:pt x="43" y="47"/>
                      <a:pt x="43" y="47"/>
                    </a:cubicBezTo>
                    <a:cubicBezTo>
                      <a:pt x="43" y="48"/>
                      <a:pt x="43" y="48"/>
                      <a:pt x="43" y="48"/>
                    </a:cubicBezTo>
                    <a:cubicBezTo>
                      <a:pt x="43" y="47"/>
                      <a:pt x="43" y="46"/>
                      <a:pt x="44" y="47"/>
                    </a:cubicBezTo>
                    <a:cubicBezTo>
                      <a:pt x="44" y="47"/>
                      <a:pt x="44" y="47"/>
                      <a:pt x="44" y="47"/>
                    </a:cubicBezTo>
                    <a:cubicBezTo>
                      <a:pt x="44" y="47"/>
                      <a:pt x="45" y="48"/>
                      <a:pt x="45" y="48"/>
                    </a:cubicBezTo>
                    <a:cubicBezTo>
                      <a:pt x="44" y="46"/>
                      <a:pt x="45" y="47"/>
                      <a:pt x="45" y="45"/>
                    </a:cubicBezTo>
                    <a:cubicBezTo>
                      <a:pt x="45" y="46"/>
                      <a:pt x="45" y="46"/>
                      <a:pt x="45" y="46"/>
                    </a:cubicBezTo>
                    <a:cubicBezTo>
                      <a:pt x="45" y="44"/>
                      <a:pt x="45" y="44"/>
                      <a:pt x="45" y="44"/>
                    </a:cubicBezTo>
                    <a:cubicBezTo>
                      <a:pt x="45" y="45"/>
                      <a:pt x="45" y="45"/>
                      <a:pt x="45" y="45"/>
                    </a:cubicBezTo>
                    <a:cubicBezTo>
                      <a:pt x="46" y="47"/>
                      <a:pt x="46" y="47"/>
                      <a:pt x="46" y="47"/>
                    </a:cubicBezTo>
                    <a:cubicBezTo>
                      <a:pt x="46" y="48"/>
                      <a:pt x="45" y="45"/>
                      <a:pt x="45" y="45"/>
                    </a:cubicBezTo>
                    <a:cubicBezTo>
                      <a:pt x="45" y="43"/>
                      <a:pt x="46" y="45"/>
                      <a:pt x="46" y="45"/>
                    </a:cubicBezTo>
                    <a:cubicBezTo>
                      <a:pt x="46" y="46"/>
                      <a:pt x="46" y="45"/>
                      <a:pt x="46" y="45"/>
                    </a:cubicBezTo>
                    <a:cubicBezTo>
                      <a:pt x="46" y="47"/>
                      <a:pt x="46" y="46"/>
                      <a:pt x="46" y="47"/>
                    </a:cubicBezTo>
                    <a:cubicBezTo>
                      <a:pt x="46" y="47"/>
                      <a:pt x="46" y="45"/>
                      <a:pt x="46" y="45"/>
                    </a:cubicBezTo>
                    <a:cubicBezTo>
                      <a:pt x="46" y="45"/>
                      <a:pt x="47" y="45"/>
                      <a:pt x="47" y="46"/>
                    </a:cubicBezTo>
                    <a:cubicBezTo>
                      <a:pt x="47" y="45"/>
                      <a:pt x="47" y="45"/>
                      <a:pt x="47" y="45"/>
                    </a:cubicBezTo>
                    <a:cubicBezTo>
                      <a:pt x="47" y="44"/>
                      <a:pt x="46" y="44"/>
                      <a:pt x="46" y="43"/>
                    </a:cubicBezTo>
                    <a:cubicBezTo>
                      <a:pt x="46" y="43"/>
                      <a:pt x="46" y="42"/>
                      <a:pt x="46" y="43"/>
                    </a:cubicBezTo>
                    <a:cubicBezTo>
                      <a:pt x="46" y="43"/>
                      <a:pt x="46" y="43"/>
                      <a:pt x="46" y="43"/>
                    </a:cubicBezTo>
                    <a:cubicBezTo>
                      <a:pt x="46" y="43"/>
                      <a:pt x="47" y="43"/>
                      <a:pt x="46" y="42"/>
                    </a:cubicBezTo>
                    <a:cubicBezTo>
                      <a:pt x="47" y="44"/>
                      <a:pt x="47" y="44"/>
                      <a:pt x="47" y="44"/>
                    </a:cubicBezTo>
                    <a:cubicBezTo>
                      <a:pt x="47" y="43"/>
                      <a:pt x="47" y="43"/>
                      <a:pt x="47" y="42"/>
                    </a:cubicBezTo>
                    <a:cubicBezTo>
                      <a:pt x="48" y="44"/>
                      <a:pt x="49" y="46"/>
                      <a:pt x="49" y="46"/>
                    </a:cubicBezTo>
                    <a:cubicBezTo>
                      <a:pt x="49" y="44"/>
                      <a:pt x="49" y="44"/>
                      <a:pt x="49" y="44"/>
                    </a:cubicBezTo>
                    <a:cubicBezTo>
                      <a:pt x="49" y="44"/>
                      <a:pt x="49" y="44"/>
                      <a:pt x="50" y="45"/>
                    </a:cubicBezTo>
                    <a:cubicBezTo>
                      <a:pt x="51" y="46"/>
                      <a:pt x="48" y="40"/>
                      <a:pt x="49" y="42"/>
                    </a:cubicBezTo>
                    <a:cubicBezTo>
                      <a:pt x="50" y="44"/>
                      <a:pt x="50" y="44"/>
                      <a:pt x="51" y="44"/>
                    </a:cubicBezTo>
                    <a:cubicBezTo>
                      <a:pt x="50" y="43"/>
                      <a:pt x="50" y="43"/>
                      <a:pt x="50" y="43"/>
                    </a:cubicBezTo>
                    <a:cubicBezTo>
                      <a:pt x="50" y="42"/>
                      <a:pt x="51" y="45"/>
                      <a:pt x="50" y="43"/>
                    </a:cubicBezTo>
                    <a:cubicBezTo>
                      <a:pt x="50" y="42"/>
                      <a:pt x="50" y="42"/>
                      <a:pt x="50" y="42"/>
                    </a:cubicBezTo>
                    <a:cubicBezTo>
                      <a:pt x="52" y="46"/>
                      <a:pt x="52" y="42"/>
                      <a:pt x="54" y="44"/>
                    </a:cubicBezTo>
                    <a:cubicBezTo>
                      <a:pt x="52" y="42"/>
                      <a:pt x="54" y="43"/>
                      <a:pt x="53" y="42"/>
                    </a:cubicBezTo>
                    <a:cubicBezTo>
                      <a:pt x="54" y="45"/>
                      <a:pt x="54" y="42"/>
                      <a:pt x="54" y="43"/>
                    </a:cubicBezTo>
                    <a:cubicBezTo>
                      <a:pt x="53" y="41"/>
                      <a:pt x="53" y="41"/>
                      <a:pt x="53" y="41"/>
                    </a:cubicBezTo>
                    <a:cubicBezTo>
                      <a:pt x="54" y="42"/>
                      <a:pt x="53" y="37"/>
                      <a:pt x="54" y="40"/>
                    </a:cubicBezTo>
                    <a:cubicBezTo>
                      <a:pt x="55" y="40"/>
                      <a:pt x="55" y="41"/>
                      <a:pt x="55" y="42"/>
                    </a:cubicBezTo>
                    <a:cubicBezTo>
                      <a:pt x="56" y="44"/>
                      <a:pt x="55" y="39"/>
                      <a:pt x="56" y="42"/>
                    </a:cubicBezTo>
                    <a:cubicBezTo>
                      <a:pt x="56" y="41"/>
                      <a:pt x="55" y="40"/>
                      <a:pt x="55" y="39"/>
                    </a:cubicBezTo>
                    <a:cubicBezTo>
                      <a:pt x="56" y="40"/>
                      <a:pt x="57" y="41"/>
                      <a:pt x="57" y="41"/>
                    </a:cubicBezTo>
                    <a:cubicBezTo>
                      <a:pt x="57" y="41"/>
                      <a:pt x="57" y="40"/>
                      <a:pt x="57" y="40"/>
                    </a:cubicBezTo>
                    <a:cubicBezTo>
                      <a:pt x="57" y="41"/>
                      <a:pt x="57" y="41"/>
                      <a:pt x="57" y="42"/>
                    </a:cubicBezTo>
                    <a:cubicBezTo>
                      <a:pt x="58" y="42"/>
                      <a:pt x="58" y="41"/>
                      <a:pt x="58" y="40"/>
                    </a:cubicBezTo>
                    <a:cubicBezTo>
                      <a:pt x="59" y="41"/>
                      <a:pt x="59" y="40"/>
                      <a:pt x="60" y="41"/>
                    </a:cubicBezTo>
                    <a:cubicBezTo>
                      <a:pt x="59" y="39"/>
                      <a:pt x="61" y="42"/>
                      <a:pt x="60" y="39"/>
                    </a:cubicBezTo>
                    <a:cubicBezTo>
                      <a:pt x="60" y="40"/>
                      <a:pt x="60" y="40"/>
                      <a:pt x="60" y="40"/>
                    </a:cubicBezTo>
                    <a:cubicBezTo>
                      <a:pt x="60" y="39"/>
                      <a:pt x="59" y="37"/>
                      <a:pt x="59" y="37"/>
                    </a:cubicBezTo>
                    <a:cubicBezTo>
                      <a:pt x="60" y="39"/>
                      <a:pt x="60" y="39"/>
                      <a:pt x="60" y="39"/>
                    </a:cubicBezTo>
                    <a:cubicBezTo>
                      <a:pt x="61" y="41"/>
                      <a:pt x="61" y="39"/>
                      <a:pt x="61" y="40"/>
                    </a:cubicBezTo>
                    <a:cubicBezTo>
                      <a:pt x="60" y="38"/>
                      <a:pt x="62" y="40"/>
                      <a:pt x="61" y="38"/>
                    </a:cubicBezTo>
                    <a:cubicBezTo>
                      <a:pt x="61" y="38"/>
                      <a:pt x="61" y="38"/>
                      <a:pt x="61" y="38"/>
                    </a:cubicBezTo>
                    <a:cubicBezTo>
                      <a:pt x="61" y="37"/>
                      <a:pt x="60" y="37"/>
                      <a:pt x="61" y="36"/>
                    </a:cubicBezTo>
                    <a:cubicBezTo>
                      <a:pt x="61" y="36"/>
                      <a:pt x="62" y="38"/>
                      <a:pt x="62" y="38"/>
                    </a:cubicBezTo>
                    <a:cubicBezTo>
                      <a:pt x="62" y="39"/>
                      <a:pt x="62" y="38"/>
                      <a:pt x="62" y="38"/>
                    </a:cubicBezTo>
                    <a:cubicBezTo>
                      <a:pt x="62" y="38"/>
                      <a:pt x="62" y="38"/>
                      <a:pt x="62" y="37"/>
                    </a:cubicBezTo>
                    <a:cubicBezTo>
                      <a:pt x="62" y="38"/>
                      <a:pt x="62" y="38"/>
                      <a:pt x="62" y="38"/>
                    </a:cubicBezTo>
                    <a:cubicBezTo>
                      <a:pt x="62" y="38"/>
                      <a:pt x="62" y="38"/>
                      <a:pt x="62" y="38"/>
                    </a:cubicBezTo>
                    <a:cubicBezTo>
                      <a:pt x="62" y="38"/>
                      <a:pt x="62" y="38"/>
                      <a:pt x="62" y="38"/>
                    </a:cubicBezTo>
                    <a:cubicBezTo>
                      <a:pt x="62" y="38"/>
                      <a:pt x="62" y="38"/>
                      <a:pt x="62" y="38"/>
                    </a:cubicBezTo>
                    <a:cubicBezTo>
                      <a:pt x="62" y="38"/>
                      <a:pt x="63" y="38"/>
                      <a:pt x="63" y="38"/>
                    </a:cubicBezTo>
                    <a:cubicBezTo>
                      <a:pt x="63" y="38"/>
                      <a:pt x="63" y="38"/>
                      <a:pt x="63" y="38"/>
                    </a:cubicBezTo>
                    <a:cubicBezTo>
                      <a:pt x="63" y="38"/>
                      <a:pt x="63" y="38"/>
                      <a:pt x="63" y="38"/>
                    </a:cubicBezTo>
                    <a:cubicBezTo>
                      <a:pt x="64" y="40"/>
                      <a:pt x="64" y="40"/>
                      <a:pt x="64" y="40"/>
                    </a:cubicBezTo>
                    <a:cubicBezTo>
                      <a:pt x="64" y="40"/>
                      <a:pt x="64" y="38"/>
                      <a:pt x="63" y="37"/>
                    </a:cubicBezTo>
                    <a:cubicBezTo>
                      <a:pt x="64" y="38"/>
                      <a:pt x="65" y="36"/>
                      <a:pt x="65" y="36"/>
                    </a:cubicBezTo>
                    <a:cubicBezTo>
                      <a:pt x="65" y="36"/>
                      <a:pt x="65" y="37"/>
                      <a:pt x="65" y="36"/>
                    </a:cubicBezTo>
                    <a:cubicBezTo>
                      <a:pt x="65" y="36"/>
                      <a:pt x="65" y="34"/>
                      <a:pt x="65" y="35"/>
                    </a:cubicBezTo>
                    <a:cubicBezTo>
                      <a:pt x="65" y="35"/>
                      <a:pt x="66" y="36"/>
                      <a:pt x="66" y="36"/>
                    </a:cubicBezTo>
                    <a:cubicBezTo>
                      <a:pt x="66" y="37"/>
                      <a:pt x="66" y="35"/>
                      <a:pt x="66" y="35"/>
                    </a:cubicBezTo>
                    <a:cubicBezTo>
                      <a:pt x="67" y="37"/>
                      <a:pt x="66" y="33"/>
                      <a:pt x="67" y="34"/>
                    </a:cubicBezTo>
                    <a:cubicBezTo>
                      <a:pt x="67" y="34"/>
                      <a:pt x="68" y="35"/>
                      <a:pt x="68" y="36"/>
                    </a:cubicBezTo>
                    <a:cubicBezTo>
                      <a:pt x="68" y="35"/>
                      <a:pt x="68" y="34"/>
                      <a:pt x="68" y="32"/>
                    </a:cubicBezTo>
                    <a:cubicBezTo>
                      <a:pt x="68" y="34"/>
                      <a:pt x="68" y="34"/>
                      <a:pt x="68" y="34"/>
                    </a:cubicBezTo>
                    <a:cubicBezTo>
                      <a:pt x="69" y="34"/>
                      <a:pt x="69" y="33"/>
                      <a:pt x="69" y="32"/>
                    </a:cubicBezTo>
                    <a:cubicBezTo>
                      <a:pt x="68" y="31"/>
                      <a:pt x="68" y="30"/>
                      <a:pt x="68" y="30"/>
                    </a:cubicBezTo>
                    <a:cubicBezTo>
                      <a:pt x="68" y="30"/>
                      <a:pt x="68" y="30"/>
                      <a:pt x="68" y="30"/>
                    </a:cubicBezTo>
                    <a:cubicBezTo>
                      <a:pt x="68" y="29"/>
                      <a:pt x="68" y="29"/>
                      <a:pt x="68" y="29"/>
                    </a:cubicBezTo>
                    <a:cubicBezTo>
                      <a:pt x="69" y="30"/>
                      <a:pt x="68" y="30"/>
                      <a:pt x="69" y="30"/>
                    </a:cubicBezTo>
                    <a:cubicBezTo>
                      <a:pt x="70" y="33"/>
                      <a:pt x="70" y="31"/>
                      <a:pt x="70" y="32"/>
                    </a:cubicBezTo>
                    <a:cubicBezTo>
                      <a:pt x="70" y="30"/>
                      <a:pt x="70" y="30"/>
                      <a:pt x="70" y="30"/>
                    </a:cubicBezTo>
                    <a:cubicBezTo>
                      <a:pt x="70" y="29"/>
                      <a:pt x="71" y="31"/>
                      <a:pt x="71" y="31"/>
                    </a:cubicBezTo>
                    <a:cubicBezTo>
                      <a:pt x="69" y="26"/>
                      <a:pt x="69" y="26"/>
                      <a:pt x="69" y="26"/>
                    </a:cubicBezTo>
                    <a:cubicBezTo>
                      <a:pt x="69" y="27"/>
                      <a:pt x="71" y="28"/>
                      <a:pt x="71" y="29"/>
                    </a:cubicBezTo>
                    <a:cubicBezTo>
                      <a:pt x="71" y="29"/>
                      <a:pt x="70" y="26"/>
                      <a:pt x="70" y="24"/>
                    </a:cubicBezTo>
                    <a:cubicBezTo>
                      <a:pt x="70" y="25"/>
                      <a:pt x="70" y="24"/>
                      <a:pt x="70" y="23"/>
                    </a:cubicBezTo>
                    <a:cubicBezTo>
                      <a:pt x="71" y="25"/>
                      <a:pt x="70" y="23"/>
                      <a:pt x="71" y="24"/>
                    </a:cubicBezTo>
                    <a:cubicBezTo>
                      <a:pt x="72" y="26"/>
                      <a:pt x="72" y="26"/>
                      <a:pt x="72" y="26"/>
                    </a:cubicBezTo>
                    <a:cubicBezTo>
                      <a:pt x="71" y="26"/>
                      <a:pt x="73" y="28"/>
                      <a:pt x="73" y="29"/>
                    </a:cubicBezTo>
                    <a:cubicBezTo>
                      <a:pt x="73" y="28"/>
                      <a:pt x="74" y="28"/>
                      <a:pt x="75" y="29"/>
                    </a:cubicBezTo>
                    <a:cubicBezTo>
                      <a:pt x="73" y="26"/>
                      <a:pt x="74" y="27"/>
                      <a:pt x="73" y="25"/>
                    </a:cubicBezTo>
                    <a:cubicBezTo>
                      <a:pt x="74" y="24"/>
                      <a:pt x="74" y="27"/>
                      <a:pt x="75" y="27"/>
                    </a:cubicBezTo>
                    <a:cubicBezTo>
                      <a:pt x="75" y="26"/>
                      <a:pt x="76" y="26"/>
                      <a:pt x="76" y="26"/>
                    </a:cubicBezTo>
                    <a:cubicBezTo>
                      <a:pt x="76" y="26"/>
                      <a:pt x="76" y="26"/>
                      <a:pt x="76" y="26"/>
                    </a:cubicBezTo>
                    <a:cubicBezTo>
                      <a:pt x="76" y="25"/>
                      <a:pt x="77" y="26"/>
                      <a:pt x="77" y="23"/>
                    </a:cubicBezTo>
                    <a:cubicBezTo>
                      <a:pt x="77" y="25"/>
                      <a:pt x="77" y="25"/>
                      <a:pt x="77" y="25"/>
                    </a:cubicBezTo>
                    <a:cubicBezTo>
                      <a:pt x="78" y="25"/>
                      <a:pt x="76" y="22"/>
                      <a:pt x="77" y="23"/>
                    </a:cubicBezTo>
                    <a:cubicBezTo>
                      <a:pt x="78" y="24"/>
                      <a:pt x="78" y="24"/>
                      <a:pt x="78" y="24"/>
                    </a:cubicBezTo>
                    <a:cubicBezTo>
                      <a:pt x="78" y="23"/>
                      <a:pt x="79" y="25"/>
                      <a:pt x="78" y="23"/>
                    </a:cubicBezTo>
                    <a:cubicBezTo>
                      <a:pt x="79" y="24"/>
                      <a:pt x="79" y="24"/>
                      <a:pt x="79" y="24"/>
                    </a:cubicBezTo>
                    <a:cubicBezTo>
                      <a:pt x="79" y="23"/>
                      <a:pt x="79" y="24"/>
                      <a:pt x="79" y="22"/>
                    </a:cubicBezTo>
                    <a:cubicBezTo>
                      <a:pt x="80" y="24"/>
                      <a:pt x="80" y="24"/>
                      <a:pt x="80" y="24"/>
                    </a:cubicBezTo>
                    <a:cubicBezTo>
                      <a:pt x="80" y="25"/>
                      <a:pt x="79" y="22"/>
                      <a:pt x="80" y="22"/>
                    </a:cubicBezTo>
                    <a:cubicBezTo>
                      <a:pt x="80" y="22"/>
                      <a:pt x="81" y="23"/>
                      <a:pt x="81" y="23"/>
                    </a:cubicBezTo>
                    <a:cubicBezTo>
                      <a:pt x="80" y="22"/>
                      <a:pt x="81" y="22"/>
                      <a:pt x="81" y="21"/>
                    </a:cubicBezTo>
                    <a:cubicBezTo>
                      <a:pt x="82" y="23"/>
                      <a:pt x="82" y="23"/>
                      <a:pt x="82" y="23"/>
                    </a:cubicBezTo>
                    <a:cubicBezTo>
                      <a:pt x="84" y="22"/>
                      <a:pt x="86" y="22"/>
                      <a:pt x="86" y="19"/>
                    </a:cubicBezTo>
                    <a:cubicBezTo>
                      <a:pt x="88" y="21"/>
                      <a:pt x="87" y="21"/>
                      <a:pt x="87" y="22"/>
                    </a:cubicBezTo>
                    <a:cubicBezTo>
                      <a:pt x="87" y="20"/>
                      <a:pt x="87" y="22"/>
                      <a:pt x="88" y="21"/>
                    </a:cubicBezTo>
                    <a:cubicBezTo>
                      <a:pt x="88" y="21"/>
                      <a:pt x="88" y="21"/>
                      <a:pt x="88" y="21"/>
                    </a:cubicBezTo>
                    <a:cubicBezTo>
                      <a:pt x="88" y="20"/>
                      <a:pt x="89" y="22"/>
                      <a:pt x="89" y="21"/>
                    </a:cubicBezTo>
                    <a:cubicBezTo>
                      <a:pt x="88" y="20"/>
                      <a:pt x="88" y="20"/>
                      <a:pt x="88" y="20"/>
                    </a:cubicBezTo>
                    <a:cubicBezTo>
                      <a:pt x="88" y="19"/>
                      <a:pt x="90" y="23"/>
                      <a:pt x="89" y="20"/>
                    </a:cubicBezTo>
                    <a:cubicBezTo>
                      <a:pt x="90" y="22"/>
                      <a:pt x="90" y="22"/>
                      <a:pt x="90" y="22"/>
                    </a:cubicBezTo>
                    <a:cubicBezTo>
                      <a:pt x="89" y="19"/>
                      <a:pt x="91" y="22"/>
                      <a:pt x="90" y="20"/>
                    </a:cubicBezTo>
                    <a:cubicBezTo>
                      <a:pt x="90" y="20"/>
                      <a:pt x="90" y="20"/>
                      <a:pt x="90" y="20"/>
                    </a:cubicBezTo>
                    <a:cubicBezTo>
                      <a:pt x="91" y="21"/>
                      <a:pt x="90" y="17"/>
                      <a:pt x="91" y="19"/>
                    </a:cubicBezTo>
                    <a:cubicBezTo>
                      <a:pt x="91" y="19"/>
                      <a:pt x="91" y="18"/>
                      <a:pt x="91" y="16"/>
                    </a:cubicBezTo>
                    <a:cubicBezTo>
                      <a:pt x="92" y="19"/>
                      <a:pt x="92" y="19"/>
                      <a:pt x="92" y="19"/>
                    </a:cubicBezTo>
                    <a:cubicBezTo>
                      <a:pt x="93" y="17"/>
                      <a:pt x="94" y="17"/>
                      <a:pt x="94" y="14"/>
                    </a:cubicBezTo>
                    <a:cubicBezTo>
                      <a:pt x="95" y="15"/>
                      <a:pt x="95" y="15"/>
                      <a:pt x="95" y="15"/>
                    </a:cubicBezTo>
                    <a:cubicBezTo>
                      <a:pt x="95" y="13"/>
                      <a:pt x="97" y="17"/>
                      <a:pt x="96" y="13"/>
                    </a:cubicBezTo>
                    <a:cubicBezTo>
                      <a:pt x="96" y="11"/>
                      <a:pt x="96" y="11"/>
                      <a:pt x="96" y="11"/>
                    </a:cubicBezTo>
                    <a:cubicBezTo>
                      <a:pt x="97" y="13"/>
                      <a:pt x="97" y="13"/>
                      <a:pt x="97" y="13"/>
                    </a:cubicBezTo>
                    <a:cubicBezTo>
                      <a:pt x="97" y="12"/>
                      <a:pt x="98" y="13"/>
                      <a:pt x="97" y="11"/>
                    </a:cubicBezTo>
                    <a:cubicBezTo>
                      <a:pt x="98" y="13"/>
                      <a:pt x="98" y="13"/>
                      <a:pt x="98" y="13"/>
                    </a:cubicBezTo>
                    <a:cubicBezTo>
                      <a:pt x="98" y="13"/>
                      <a:pt x="98" y="10"/>
                      <a:pt x="98" y="11"/>
                    </a:cubicBezTo>
                    <a:cubicBezTo>
                      <a:pt x="98" y="11"/>
                      <a:pt x="98" y="11"/>
                      <a:pt x="98" y="11"/>
                    </a:cubicBezTo>
                    <a:cubicBezTo>
                      <a:pt x="101" y="14"/>
                      <a:pt x="104" y="15"/>
                      <a:pt x="104" y="11"/>
                    </a:cubicBezTo>
                    <a:cubicBezTo>
                      <a:pt x="104" y="10"/>
                      <a:pt x="105" y="13"/>
                      <a:pt x="105" y="13"/>
                    </a:cubicBezTo>
                    <a:cubicBezTo>
                      <a:pt x="106" y="9"/>
                      <a:pt x="109" y="14"/>
                      <a:pt x="109" y="8"/>
                    </a:cubicBezTo>
                    <a:cubicBezTo>
                      <a:pt x="110" y="6"/>
                      <a:pt x="108" y="1"/>
                      <a:pt x="108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39" name="Freeform 114"/>
              <p:cNvSpPr/>
              <p:nvPr>
                <p:custDataLst>
                  <p:tags r:id="rId360"/>
                </p:custDataLst>
              </p:nvPr>
            </p:nvSpPr>
            <p:spPr bwMode="auto">
              <a:xfrm>
                <a:off x="3897" y="1269"/>
                <a:ext cx="6" cy="2"/>
              </a:xfrm>
              <a:custGeom>
                <a:avLst/>
                <a:gdLst>
                  <a:gd name="T0" fmla="*/ 6 w 6"/>
                  <a:gd name="T1" fmla="*/ 0 h 2"/>
                  <a:gd name="T2" fmla="*/ 6 w 6"/>
                  <a:gd name="T3" fmla="*/ 0 h 2"/>
                  <a:gd name="T4" fmla="*/ 0 w 6"/>
                  <a:gd name="T5" fmla="*/ 2 h 2"/>
                  <a:gd name="T6" fmla="*/ 6 w 6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2">
                    <a:moveTo>
                      <a:pt x="6" y="0"/>
                    </a:moveTo>
                    <a:lnTo>
                      <a:pt x="6" y="0"/>
                    </a:lnTo>
                    <a:lnTo>
                      <a:pt x="0" y="2"/>
                    </a:lnTo>
                    <a:lnTo>
                      <a:pt x="6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40" name="Freeform 115"/>
              <p:cNvSpPr/>
              <p:nvPr>
                <p:custDataLst>
                  <p:tags r:id="rId361"/>
                </p:custDataLst>
              </p:nvPr>
            </p:nvSpPr>
            <p:spPr bwMode="auto">
              <a:xfrm>
                <a:off x="3935" y="1214"/>
                <a:ext cx="78" cy="253"/>
              </a:xfrm>
              <a:custGeom>
                <a:avLst/>
                <a:gdLst>
                  <a:gd name="T0" fmla="*/ 15 w 37"/>
                  <a:gd name="T1" fmla="*/ 54 h 119"/>
                  <a:gd name="T2" fmla="*/ 12 w 37"/>
                  <a:gd name="T3" fmla="*/ 62 h 119"/>
                  <a:gd name="T4" fmla="*/ 8 w 37"/>
                  <a:gd name="T5" fmla="*/ 67 h 119"/>
                  <a:gd name="T6" fmla="*/ 6 w 37"/>
                  <a:gd name="T7" fmla="*/ 78 h 119"/>
                  <a:gd name="T8" fmla="*/ 4 w 37"/>
                  <a:gd name="T9" fmla="*/ 84 h 119"/>
                  <a:gd name="T10" fmla="*/ 2 w 37"/>
                  <a:gd name="T11" fmla="*/ 96 h 119"/>
                  <a:gd name="T12" fmla="*/ 5 w 37"/>
                  <a:gd name="T13" fmla="*/ 103 h 119"/>
                  <a:gd name="T14" fmla="*/ 2 w 37"/>
                  <a:gd name="T15" fmla="*/ 111 h 119"/>
                  <a:gd name="T16" fmla="*/ 2 w 37"/>
                  <a:gd name="T17" fmla="*/ 115 h 119"/>
                  <a:gd name="T18" fmla="*/ 7 w 37"/>
                  <a:gd name="T19" fmla="*/ 117 h 119"/>
                  <a:gd name="T20" fmla="*/ 8 w 37"/>
                  <a:gd name="T21" fmla="*/ 117 h 119"/>
                  <a:gd name="T22" fmla="*/ 9 w 37"/>
                  <a:gd name="T23" fmla="*/ 115 h 119"/>
                  <a:gd name="T24" fmla="*/ 12 w 37"/>
                  <a:gd name="T25" fmla="*/ 113 h 119"/>
                  <a:gd name="T26" fmla="*/ 15 w 37"/>
                  <a:gd name="T27" fmla="*/ 110 h 119"/>
                  <a:gd name="T28" fmla="*/ 17 w 37"/>
                  <a:gd name="T29" fmla="*/ 110 h 119"/>
                  <a:gd name="T30" fmla="*/ 17 w 37"/>
                  <a:gd name="T31" fmla="*/ 108 h 119"/>
                  <a:gd name="T32" fmla="*/ 18 w 37"/>
                  <a:gd name="T33" fmla="*/ 108 h 119"/>
                  <a:gd name="T34" fmla="*/ 21 w 37"/>
                  <a:gd name="T35" fmla="*/ 108 h 119"/>
                  <a:gd name="T36" fmla="*/ 15 w 37"/>
                  <a:gd name="T37" fmla="*/ 104 h 119"/>
                  <a:gd name="T38" fmla="*/ 18 w 37"/>
                  <a:gd name="T39" fmla="*/ 104 h 119"/>
                  <a:gd name="T40" fmla="*/ 20 w 37"/>
                  <a:gd name="T41" fmla="*/ 104 h 119"/>
                  <a:gd name="T42" fmla="*/ 22 w 37"/>
                  <a:gd name="T43" fmla="*/ 102 h 119"/>
                  <a:gd name="T44" fmla="*/ 20 w 37"/>
                  <a:gd name="T45" fmla="*/ 100 h 119"/>
                  <a:gd name="T46" fmla="*/ 22 w 37"/>
                  <a:gd name="T47" fmla="*/ 99 h 119"/>
                  <a:gd name="T48" fmla="*/ 15 w 37"/>
                  <a:gd name="T49" fmla="*/ 95 h 119"/>
                  <a:gd name="T50" fmla="*/ 21 w 37"/>
                  <a:gd name="T51" fmla="*/ 97 h 119"/>
                  <a:gd name="T52" fmla="*/ 24 w 37"/>
                  <a:gd name="T53" fmla="*/ 92 h 119"/>
                  <a:gd name="T54" fmla="*/ 24 w 37"/>
                  <a:gd name="T55" fmla="*/ 89 h 119"/>
                  <a:gd name="T56" fmla="*/ 21 w 37"/>
                  <a:gd name="T57" fmla="*/ 85 h 119"/>
                  <a:gd name="T58" fmla="*/ 26 w 37"/>
                  <a:gd name="T59" fmla="*/ 81 h 119"/>
                  <a:gd name="T60" fmla="*/ 24 w 37"/>
                  <a:gd name="T61" fmla="*/ 78 h 119"/>
                  <a:gd name="T62" fmla="*/ 25 w 37"/>
                  <a:gd name="T63" fmla="*/ 77 h 119"/>
                  <a:gd name="T64" fmla="*/ 23 w 37"/>
                  <a:gd name="T65" fmla="*/ 75 h 119"/>
                  <a:gd name="T66" fmla="*/ 27 w 37"/>
                  <a:gd name="T67" fmla="*/ 75 h 119"/>
                  <a:gd name="T68" fmla="*/ 26 w 37"/>
                  <a:gd name="T69" fmla="*/ 72 h 119"/>
                  <a:gd name="T70" fmla="*/ 25 w 37"/>
                  <a:gd name="T71" fmla="*/ 67 h 119"/>
                  <a:gd name="T72" fmla="*/ 29 w 37"/>
                  <a:gd name="T73" fmla="*/ 65 h 119"/>
                  <a:gd name="T74" fmla="*/ 28 w 37"/>
                  <a:gd name="T75" fmla="*/ 61 h 119"/>
                  <a:gd name="T76" fmla="*/ 29 w 37"/>
                  <a:gd name="T77" fmla="*/ 59 h 119"/>
                  <a:gd name="T78" fmla="*/ 29 w 37"/>
                  <a:gd name="T79" fmla="*/ 59 h 119"/>
                  <a:gd name="T80" fmla="*/ 29 w 37"/>
                  <a:gd name="T81" fmla="*/ 56 h 119"/>
                  <a:gd name="T82" fmla="*/ 27 w 37"/>
                  <a:gd name="T83" fmla="*/ 51 h 119"/>
                  <a:gd name="T84" fmla="*/ 25 w 37"/>
                  <a:gd name="T85" fmla="*/ 49 h 119"/>
                  <a:gd name="T86" fmla="*/ 27 w 37"/>
                  <a:gd name="T87" fmla="*/ 47 h 119"/>
                  <a:gd name="T88" fmla="*/ 29 w 37"/>
                  <a:gd name="T89" fmla="*/ 44 h 119"/>
                  <a:gd name="T90" fmla="*/ 27 w 37"/>
                  <a:gd name="T91" fmla="*/ 39 h 119"/>
                  <a:gd name="T92" fmla="*/ 28 w 37"/>
                  <a:gd name="T93" fmla="*/ 37 h 119"/>
                  <a:gd name="T94" fmla="*/ 31 w 37"/>
                  <a:gd name="T95" fmla="*/ 30 h 119"/>
                  <a:gd name="T96" fmla="*/ 32 w 37"/>
                  <a:gd name="T97" fmla="*/ 27 h 119"/>
                  <a:gd name="T98" fmla="*/ 29 w 37"/>
                  <a:gd name="T99" fmla="*/ 19 h 119"/>
                  <a:gd name="T100" fmla="*/ 30 w 37"/>
                  <a:gd name="T101" fmla="*/ 16 h 119"/>
                  <a:gd name="T102" fmla="*/ 26 w 37"/>
                  <a:gd name="T103" fmla="*/ 0 h 119"/>
                  <a:gd name="T104" fmla="*/ 18 w 37"/>
                  <a:gd name="T105" fmla="*/ 21 h 119"/>
                  <a:gd name="T106" fmla="*/ 11 w 37"/>
                  <a:gd name="T107" fmla="*/ 38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7" h="119">
                    <a:moveTo>
                      <a:pt x="11" y="38"/>
                    </a:moveTo>
                    <a:cubicBezTo>
                      <a:pt x="11" y="42"/>
                      <a:pt x="12" y="46"/>
                      <a:pt x="12" y="50"/>
                    </a:cubicBezTo>
                    <a:cubicBezTo>
                      <a:pt x="15" y="51"/>
                      <a:pt x="13" y="52"/>
                      <a:pt x="16" y="53"/>
                    </a:cubicBezTo>
                    <a:cubicBezTo>
                      <a:pt x="15" y="53"/>
                      <a:pt x="15" y="53"/>
                      <a:pt x="15" y="53"/>
                    </a:cubicBezTo>
                    <a:cubicBezTo>
                      <a:pt x="16" y="53"/>
                      <a:pt x="14" y="53"/>
                      <a:pt x="13" y="54"/>
                    </a:cubicBezTo>
                    <a:cubicBezTo>
                      <a:pt x="14" y="54"/>
                      <a:pt x="13" y="54"/>
                      <a:pt x="15" y="54"/>
                    </a:cubicBezTo>
                    <a:cubicBezTo>
                      <a:pt x="17" y="55"/>
                      <a:pt x="12" y="54"/>
                      <a:pt x="13" y="55"/>
                    </a:cubicBezTo>
                    <a:cubicBezTo>
                      <a:pt x="13" y="55"/>
                      <a:pt x="14" y="55"/>
                      <a:pt x="14" y="55"/>
                    </a:cubicBezTo>
                    <a:cubicBezTo>
                      <a:pt x="16" y="56"/>
                      <a:pt x="13" y="55"/>
                      <a:pt x="11" y="55"/>
                    </a:cubicBezTo>
                    <a:cubicBezTo>
                      <a:pt x="11" y="57"/>
                      <a:pt x="13" y="59"/>
                      <a:pt x="11" y="61"/>
                    </a:cubicBezTo>
                    <a:cubicBezTo>
                      <a:pt x="11" y="60"/>
                      <a:pt x="13" y="61"/>
                      <a:pt x="13" y="61"/>
                    </a:cubicBezTo>
                    <a:cubicBezTo>
                      <a:pt x="9" y="60"/>
                      <a:pt x="13" y="62"/>
                      <a:pt x="12" y="62"/>
                    </a:cubicBezTo>
                    <a:cubicBezTo>
                      <a:pt x="11" y="61"/>
                      <a:pt x="11" y="61"/>
                      <a:pt x="11" y="61"/>
                    </a:cubicBezTo>
                    <a:cubicBezTo>
                      <a:pt x="9" y="62"/>
                      <a:pt x="11" y="63"/>
                      <a:pt x="10" y="63"/>
                    </a:cubicBezTo>
                    <a:cubicBezTo>
                      <a:pt x="11" y="64"/>
                      <a:pt x="8" y="64"/>
                      <a:pt x="9" y="65"/>
                    </a:cubicBezTo>
                    <a:cubicBezTo>
                      <a:pt x="8" y="64"/>
                      <a:pt x="8" y="65"/>
                      <a:pt x="8" y="65"/>
                    </a:cubicBezTo>
                    <a:cubicBezTo>
                      <a:pt x="11" y="66"/>
                      <a:pt x="6" y="66"/>
                      <a:pt x="8" y="67"/>
                    </a:cubicBezTo>
                    <a:cubicBezTo>
                      <a:pt x="8" y="67"/>
                      <a:pt x="8" y="67"/>
                      <a:pt x="8" y="67"/>
                    </a:cubicBezTo>
                    <a:cubicBezTo>
                      <a:pt x="8" y="68"/>
                      <a:pt x="6" y="70"/>
                      <a:pt x="8" y="72"/>
                    </a:cubicBezTo>
                    <a:cubicBezTo>
                      <a:pt x="8" y="73"/>
                      <a:pt x="4" y="73"/>
                      <a:pt x="5" y="75"/>
                    </a:cubicBezTo>
                    <a:cubicBezTo>
                      <a:pt x="7" y="76"/>
                      <a:pt x="7" y="76"/>
                      <a:pt x="7" y="76"/>
                    </a:cubicBezTo>
                    <a:cubicBezTo>
                      <a:pt x="7" y="76"/>
                      <a:pt x="6" y="75"/>
                      <a:pt x="5" y="75"/>
                    </a:cubicBezTo>
                    <a:cubicBezTo>
                      <a:pt x="7" y="76"/>
                      <a:pt x="5" y="76"/>
                      <a:pt x="5" y="77"/>
                    </a:cubicBezTo>
                    <a:cubicBezTo>
                      <a:pt x="5" y="77"/>
                      <a:pt x="5" y="78"/>
                      <a:pt x="6" y="78"/>
                    </a:cubicBezTo>
                    <a:cubicBezTo>
                      <a:pt x="4" y="78"/>
                      <a:pt x="7" y="80"/>
                      <a:pt x="5" y="80"/>
                    </a:cubicBezTo>
                    <a:cubicBezTo>
                      <a:pt x="8" y="81"/>
                      <a:pt x="6" y="80"/>
                      <a:pt x="7" y="81"/>
                    </a:cubicBezTo>
                    <a:cubicBezTo>
                      <a:pt x="7" y="81"/>
                      <a:pt x="6" y="81"/>
                      <a:pt x="5" y="81"/>
                    </a:cubicBezTo>
                    <a:cubicBezTo>
                      <a:pt x="6" y="81"/>
                      <a:pt x="6" y="82"/>
                      <a:pt x="4" y="82"/>
                    </a:cubicBezTo>
                    <a:cubicBezTo>
                      <a:pt x="5" y="82"/>
                      <a:pt x="6" y="83"/>
                      <a:pt x="6" y="83"/>
                    </a:cubicBezTo>
                    <a:cubicBezTo>
                      <a:pt x="3" y="83"/>
                      <a:pt x="5" y="84"/>
                      <a:pt x="4" y="84"/>
                    </a:cubicBezTo>
                    <a:cubicBezTo>
                      <a:pt x="6" y="85"/>
                      <a:pt x="8" y="86"/>
                      <a:pt x="7" y="86"/>
                    </a:cubicBezTo>
                    <a:cubicBezTo>
                      <a:pt x="4" y="85"/>
                      <a:pt x="4" y="85"/>
                      <a:pt x="4" y="85"/>
                    </a:cubicBezTo>
                    <a:cubicBezTo>
                      <a:pt x="5" y="86"/>
                      <a:pt x="2" y="87"/>
                      <a:pt x="4" y="90"/>
                    </a:cubicBezTo>
                    <a:cubicBezTo>
                      <a:pt x="3" y="89"/>
                      <a:pt x="3" y="89"/>
                      <a:pt x="3" y="89"/>
                    </a:cubicBezTo>
                    <a:cubicBezTo>
                      <a:pt x="4" y="91"/>
                      <a:pt x="1" y="92"/>
                      <a:pt x="4" y="95"/>
                    </a:cubicBezTo>
                    <a:cubicBezTo>
                      <a:pt x="3" y="95"/>
                      <a:pt x="2" y="95"/>
                      <a:pt x="2" y="96"/>
                    </a:cubicBezTo>
                    <a:cubicBezTo>
                      <a:pt x="3" y="97"/>
                      <a:pt x="3" y="97"/>
                      <a:pt x="5" y="98"/>
                    </a:cubicBezTo>
                    <a:cubicBezTo>
                      <a:pt x="5" y="98"/>
                      <a:pt x="4" y="98"/>
                      <a:pt x="3" y="98"/>
                    </a:cubicBezTo>
                    <a:cubicBezTo>
                      <a:pt x="2" y="98"/>
                      <a:pt x="0" y="98"/>
                      <a:pt x="2" y="99"/>
                    </a:cubicBezTo>
                    <a:cubicBezTo>
                      <a:pt x="1" y="99"/>
                      <a:pt x="1" y="99"/>
                      <a:pt x="1" y="99"/>
                    </a:cubicBezTo>
                    <a:cubicBezTo>
                      <a:pt x="2" y="100"/>
                      <a:pt x="4" y="101"/>
                      <a:pt x="2" y="102"/>
                    </a:cubicBezTo>
                    <a:cubicBezTo>
                      <a:pt x="3" y="102"/>
                      <a:pt x="3" y="103"/>
                      <a:pt x="5" y="103"/>
                    </a:cubicBezTo>
                    <a:cubicBezTo>
                      <a:pt x="5" y="103"/>
                      <a:pt x="3" y="103"/>
                      <a:pt x="4" y="103"/>
                    </a:cubicBezTo>
                    <a:cubicBezTo>
                      <a:pt x="2" y="102"/>
                      <a:pt x="2" y="102"/>
                      <a:pt x="2" y="102"/>
                    </a:cubicBezTo>
                    <a:cubicBezTo>
                      <a:pt x="1" y="104"/>
                      <a:pt x="2" y="105"/>
                      <a:pt x="3" y="107"/>
                    </a:cubicBezTo>
                    <a:cubicBezTo>
                      <a:pt x="0" y="107"/>
                      <a:pt x="3" y="108"/>
                      <a:pt x="1" y="109"/>
                    </a:cubicBezTo>
                    <a:cubicBezTo>
                      <a:pt x="2" y="110"/>
                      <a:pt x="0" y="110"/>
                      <a:pt x="3" y="111"/>
                    </a:cubicBezTo>
                    <a:cubicBezTo>
                      <a:pt x="2" y="111"/>
                      <a:pt x="2" y="111"/>
                      <a:pt x="2" y="111"/>
                    </a:cubicBezTo>
                    <a:cubicBezTo>
                      <a:pt x="1" y="111"/>
                      <a:pt x="2" y="112"/>
                      <a:pt x="1" y="113"/>
                    </a:cubicBezTo>
                    <a:cubicBezTo>
                      <a:pt x="1" y="114"/>
                      <a:pt x="3" y="114"/>
                      <a:pt x="4" y="114"/>
                    </a:cubicBezTo>
                    <a:cubicBezTo>
                      <a:pt x="2" y="114"/>
                      <a:pt x="2" y="114"/>
                      <a:pt x="2" y="114"/>
                    </a:cubicBezTo>
                    <a:cubicBezTo>
                      <a:pt x="3" y="115"/>
                      <a:pt x="5" y="115"/>
                      <a:pt x="7" y="115"/>
                    </a:cubicBezTo>
                    <a:cubicBezTo>
                      <a:pt x="6" y="115"/>
                      <a:pt x="7" y="115"/>
                      <a:pt x="6" y="115"/>
                    </a:cubicBezTo>
                    <a:cubicBezTo>
                      <a:pt x="5" y="115"/>
                      <a:pt x="4" y="115"/>
                      <a:pt x="2" y="115"/>
                    </a:cubicBezTo>
                    <a:cubicBezTo>
                      <a:pt x="1" y="116"/>
                      <a:pt x="5" y="116"/>
                      <a:pt x="3" y="117"/>
                    </a:cubicBezTo>
                    <a:cubicBezTo>
                      <a:pt x="2" y="117"/>
                      <a:pt x="3" y="118"/>
                      <a:pt x="5" y="117"/>
                    </a:cubicBezTo>
                    <a:cubicBezTo>
                      <a:pt x="4" y="117"/>
                      <a:pt x="4" y="118"/>
                      <a:pt x="3" y="118"/>
                    </a:cubicBezTo>
                    <a:cubicBezTo>
                      <a:pt x="3" y="118"/>
                      <a:pt x="3" y="118"/>
                      <a:pt x="4" y="118"/>
                    </a:cubicBezTo>
                    <a:cubicBezTo>
                      <a:pt x="4" y="118"/>
                      <a:pt x="4" y="118"/>
                      <a:pt x="4" y="118"/>
                    </a:cubicBezTo>
                    <a:cubicBezTo>
                      <a:pt x="5" y="118"/>
                      <a:pt x="5" y="118"/>
                      <a:pt x="7" y="117"/>
                    </a:cubicBezTo>
                    <a:cubicBezTo>
                      <a:pt x="7" y="117"/>
                      <a:pt x="6" y="117"/>
                      <a:pt x="7" y="117"/>
                    </a:cubicBezTo>
                    <a:cubicBezTo>
                      <a:pt x="8" y="117"/>
                      <a:pt x="8" y="117"/>
                      <a:pt x="7" y="118"/>
                    </a:cubicBezTo>
                    <a:cubicBezTo>
                      <a:pt x="6" y="118"/>
                      <a:pt x="5" y="118"/>
                      <a:pt x="4" y="119"/>
                    </a:cubicBezTo>
                    <a:cubicBezTo>
                      <a:pt x="7" y="118"/>
                      <a:pt x="7" y="118"/>
                      <a:pt x="7" y="118"/>
                    </a:cubicBezTo>
                    <a:cubicBezTo>
                      <a:pt x="7" y="118"/>
                      <a:pt x="8" y="118"/>
                      <a:pt x="9" y="117"/>
                    </a:cubicBezTo>
                    <a:cubicBezTo>
                      <a:pt x="8" y="117"/>
                      <a:pt x="8" y="117"/>
                      <a:pt x="8" y="117"/>
                    </a:cubicBezTo>
                    <a:cubicBezTo>
                      <a:pt x="9" y="117"/>
                      <a:pt x="9" y="117"/>
                      <a:pt x="9" y="117"/>
                    </a:cubicBezTo>
                    <a:cubicBezTo>
                      <a:pt x="9" y="117"/>
                      <a:pt x="10" y="116"/>
                      <a:pt x="9" y="116"/>
                    </a:cubicBezTo>
                    <a:cubicBezTo>
                      <a:pt x="7" y="116"/>
                      <a:pt x="7" y="116"/>
                      <a:pt x="7" y="116"/>
                    </a:cubicBezTo>
                    <a:cubicBezTo>
                      <a:pt x="7" y="116"/>
                      <a:pt x="5" y="116"/>
                      <a:pt x="7" y="116"/>
                    </a:cubicBezTo>
                    <a:cubicBezTo>
                      <a:pt x="9" y="115"/>
                      <a:pt x="9" y="115"/>
                      <a:pt x="9" y="115"/>
                    </a:cubicBezTo>
                    <a:cubicBezTo>
                      <a:pt x="9" y="115"/>
                      <a:pt x="8" y="115"/>
                      <a:pt x="9" y="115"/>
                    </a:cubicBezTo>
                    <a:cubicBezTo>
                      <a:pt x="11" y="115"/>
                      <a:pt x="11" y="115"/>
                      <a:pt x="11" y="115"/>
                    </a:cubicBezTo>
                    <a:cubicBezTo>
                      <a:pt x="8" y="115"/>
                      <a:pt x="10" y="114"/>
                      <a:pt x="9" y="114"/>
                    </a:cubicBezTo>
                    <a:cubicBezTo>
                      <a:pt x="10" y="114"/>
                      <a:pt x="10" y="114"/>
                      <a:pt x="10" y="114"/>
                    </a:cubicBezTo>
                    <a:cubicBezTo>
                      <a:pt x="11" y="114"/>
                      <a:pt x="8" y="114"/>
                      <a:pt x="8" y="114"/>
                    </a:cubicBezTo>
                    <a:cubicBezTo>
                      <a:pt x="9" y="114"/>
                      <a:pt x="11" y="114"/>
                      <a:pt x="12" y="114"/>
                    </a:cubicBezTo>
                    <a:cubicBezTo>
                      <a:pt x="12" y="113"/>
                      <a:pt x="10" y="113"/>
                      <a:pt x="12" y="113"/>
                    </a:cubicBezTo>
                    <a:cubicBezTo>
                      <a:pt x="11" y="112"/>
                      <a:pt x="10" y="112"/>
                      <a:pt x="9" y="111"/>
                    </a:cubicBezTo>
                    <a:cubicBezTo>
                      <a:pt x="9" y="111"/>
                      <a:pt x="12" y="112"/>
                      <a:pt x="11" y="111"/>
                    </a:cubicBezTo>
                    <a:cubicBezTo>
                      <a:pt x="12" y="111"/>
                      <a:pt x="13" y="111"/>
                      <a:pt x="14" y="111"/>
                    </a:cubicBezTo>
                    <a:cubicBezTo>
                      <a:pt x="13" y="111"/>
                      <a:pt x="14" y="111"/>
                      <a:pt x="12" y="111"/>
                    </a:cubicBezTo>
                    <a:cubicBezTo>
                      <a:pt x="12" y="110"/>
                      <a:pt x="13" y="110"/>
                      <a:pt x="12" y="109"/>
                    </a:cubicBezTo>
                    <a:cubicBezTo>
                      <a:pt x="12" y="109"/>
                      <a:pt x="14" y="110"/>
                      <a:pt x="15" y="110"/>
                    </a:cubicBezTo>
                    <a:cubicBezTo>
                      <a:pt x="13" y="109"/>
                      <a:pt x="13" y="109"/>
                      <a:pt x="13" y="108"/>
                    </a:cubicBezTo>
                    <a:cubicBezTo>
                      <a:pt x="11" y="108"/>
                      <a:pt x="11" y="108"/>
                      <a:pt x="10" y="108"/>
                    </a:cubicBezTo>
                    <a:cubicBezTo>
                      <a:pt x="9" y="108"/>
                      <a:pt x="9" y="107"/>
                      <a:pt x="9" y="107"/>
                    </a:cubicBezTo>
                    <a:cubicBezTo>
                      <a:pt x="11" y="108"/>
                      <a:pt x="13" y="108"/>
                      <a:pt x="14" y="108"/>
                    </a:cubicBezTo>
                    <a:cubicBezTo>
                      <a:pt x="16" y="108"/>
                      <a:pt x="13" y="108"/>
                      <a:pt x="16" y="109"/>
                    </a:cubicBezTo>
                    <a:cubicBezTo>
                      <a:pt x="18" y="109"/>
                      <a:pt x="18" y="110"/>
                      <a:pt x="17" y="110"/>
                    </a:cubicBezTo>
                    <a:cubicBezTo>
                      <a:pt x="19" y="111"/>
                      <a:pt x="17" y="110"/>
                      <a:pt x="19" y="110"/>
                    </a:cubicBezTo>
                    <a:cubicBezTo>
                      <a:pt x="19" y="110"/>
                      <a:pt x="18" y="110"/>
                      <a:pt x="18" y="109"/>
                    </a:cubicBezTo>
                    <a:cubicBezTo>
                      <a:pt x="17" y="109"/>
                      <a:pt x="16" y="109"/>
                      <a:pt x="15" y="108"/>
                    </a:cubicBezTo>
                    <a:cubicBezTo>
                      <a:pt x="13" y="108"/>
                      <a:pt x="17" y="108"/>
                      <a:pt x="17" y="108"/>
                    </a:cubicBezTo>
                    <a:cubicBezTo>
                      <a:pt x="18" y="109"/>
                      <a:pt x="18" y="109"/>
                      <a:pt x="18" y="109"/>
                    </a:cubicBezTo>
                    <a:cubicBezTo>
                      <a:pt x="19" y="109"/>
                      <a:pt x="17" y="108"/>
                      <a:pt x="17" y="108"/>
                    </a:cubicBezTo>
                    <a:cubicBezTo>
                      <a:pt x="21" y="109"/>
                      <a:pt x="18" y="108"/>
                      <a:pt x="20" y="109"/>
                    </a:cubicBezTo>
                    <a:cubicBezTo>
                      <a:pt x="22" y="109"/>
                      <a:pt x="22" y="109"/>
                      <a:pt x="22" y="109"/>
                    </a:cubicBezTo>
                    <a:cubicBezTo>
                      <a:pt x="22" y="109"/>
                      <a:pt x="19" y="109"/>
                      <a:pt x="20" y="108"/>
                    </a:cubicBezTo>
                    <a:cubicBezTo>
                      <a:pt x="21" y="109"/>
                      <a:pt x="21" y="109"/>
                      <a:pt x="21" y="109"/>
                    </a:cubicBezTo>
                    <a:cubicBezTo>
                      <a:pt x="21" y="108"/>
                      <a:pt x="21" y="108"/>
                      <a:pt x="21" y="108"/>
                    </a:cubicBezTo>
                    <a:cubicBezTo>
                      <a:pt x="20" y="108"/>
                      <a:pt x="18" y="108"/>
                      <a:pt x="18" y="108"/>
                    </a:cubicBezTo>
                    <a:cubicBezTo>
                      <a:pt x="15" y="107"/>
                      <a:pt x="18" y="108"/>
                      <a:pt x="17" y="107"/>
                    </a:cubicBezTo>
                    <a:cubicBezTo>
                      <a:pt x="15" y="106"/>
                      <a:pt x="17" y="107"/>
                      <a:pt x="16" y="107"/>
                    </a:cubicBezTo>
                    <a:cubicBezTo>
                      <a:pt x="14" y="106"/>
                      <a:pt x="14" y="106"/>
                      <a:pt x="14" y="106"/>
                    </a:cubicBezTo>
                    <a:cubicBezTo>
                      <a:pt x="14" y="105"/>
                      <a:pt x="16" y="106"/>
                      <a:pt x="17" y="106"/>
                    </a:cubicBezTo>
                    <a:cubicBezTo>
                      <a:pt x="17" y="106"/>
                      <a:pt x="17" y="107"/>
                      <a:pt x="16" y="106"/>
                    </a:cubicBezTo>
                    <a:cubicBezTo>
                      <a:pt x="18" y="107"/>
                      <a:pt x="20" y="107"/>
                      <a:pt x="21" y="108"/>
                    </a:cubicBezTo>
                    <a:cubicBezTo>
                      <a:pt x="22" y="108"/>
                      <a:pt x="20" y="107"/>
                      <a:pt x="20" y="107"/>
                    </a:cubicBezTo>
                    <a:cubicBezTo>
                      <a:pt x="19" y="107"/>
                      <a:pt x="18" y="107"/>
                      <a:pt x="17" y="106"/>
                    </a:cubicBezTo>
                    <a:cubicBezTo>
                      <a:pt x="13" y="105"/>
                      <a:pt x="21" y="107"/>
                      <a:pt x="20" y="106"/>
                    </a:cubicBezTo>
                    <a:cubicBezTo>
                      <a:pt x="17" y="106"/>
                      <a:pt x="16" y="104"/>
                      <a:pt x="13" y="104"/>
                    </a:cubicBezTo>
                    <a:cubicBezTo>
                      <a:pt x="12" y="104"/>
                      <a:pt x="12" y="103"/>
                      <a:pt x="12" y="103"/>
                    </a:cubicBezTo>
                    <a:cubicBezTo>
                      <a:pt x="14" y="104"/>
                      <a:pt x="13" y="103"/>
                      <a:pt x="15" y="104"/>
                    </a:cubicBezTo>
                    <a:cubicBezTo>
                      <a:pt x="15" y="104"/>
                      <a:pt x="15" y="104"/>
                      <a:pt x="15" y="104"/>
                    </a:cubicBezTo>
                    <a:cubicBezTo>
                      <a:pt x="18" y="105"/>
                      <a:pt x="18" y="105"/>
                      <a:pt x="18" y="105"/>
                    </a:cubicBezTo>
                    <a:cubicBezTo>
                      <a:pt x="22" y="106"/>
                      <a:pt x="22" y="106"/>
                      <a:pt x="22" y="106"/>
                    </a:cubicBezTo>
                    <a:cubicBezTo>
                      <a:pt x="21" y="105"/>
                      <a:pt x="20" y="105"/>
                      <a:pt x="19" y="105"/>
                    </a:cubicBezTo>
                    <a:cubicBezTo>
                      <a:pt x="20" y="105"/>
                      <a:pt x="21" y="105"/>
                      <a:pt x="21" y="105"/>
                    </a:cubicBezTo>
                    <a:cubicBezTo>
                      <a:pt x="20" y="105"/>
                      <a:pt x="18" y="104"/>
                      <a:pt x="18" y="104"/>
                    </a:cubicBezTo>
                    <a:cubicBezTo>
                      <a:pt x="18" y="103"/>
                      <a:pt x="20" y="104"/>
                      <a:pt x="20" y="104"/>
                    </a:cubicBezTo>
                    <a:cubicBezTo>
                      <a:pt x="22" y="105"/>
                      <a:pt x="22" y="105"/>
                      <a:pt x="22" y="105"/>
                    </a:cubicBezTo>
                    <a:cubicBezTo>
                      <a:pt x="21" y="104"/>
                      <a:pt x="23" y="105"/>
                      <a:pt x="22" y="105"/>
                    </a:cubicBezTo>
                    <a:cubicBezTo>
                      <a:pt x="21" y="104"/>
                      <a:pt x="20" y="104"/>
                      <a:pt x="18" y="103"/>
                    </a:cubicBezTo>
                    <a:cubicBezTo>
                      <a:pt x="18" y="103"/>
                      <a:pt x="19" y="103"/>
                      <a:pt x="19" y="103"/>
                    </a:cubicBezTo>
                    <a:cubicBezTo>
                      <a:pt x="20" y="104"/>
                      <a:pt x="20" y="104"/>
                      <a:pt x="20" y="104"/>
                    </a:cubicBezTo>
                    <a:cubicBezTo>
                      <a:pt x="20" y="103"/>
                      <a:pt x="23" y="104"/>
                      <a:pt x="23" y="104"/>
                    </a:cubicBezTo>
                    <a:cubicBezTo>
                      <a:pt x="21" y="103"/>
                      <a:pt x="21" y="103"/>
                      <a:pt x="21" y="103"/>
                    </a:cubicBezTo>
                    <a:cubicBezTo>
                      <a:pt x="23" y="104"/>
                      <a:pt x="23" y="104"/>
                      <a:pt x="23" y="104"/>
                    </a:cubicBezTo>
                    <a:cubicBezTo>
                      <a:pt x="22" y="103"/>
                      <a:pt x="22" y="103"/>
                      <a:pt x="21" y="103"/>
                    </a:cubicBezTo>
                    <a:cubicBezTo>
                      <a:pt x="23" y="103"/>
                      <a:pt x="23" y="103"/>
                      <a:pt x="23" y="103"/>
                    </a:cubicBezTo>
                    <a:cubicBezTo>
                      <a:pt x="22" y="103"/>
                      <a:pt x="20" y="102"/>
                      <a:pt x="22" y="102"/>
                    </a:cubicBezTo>
                    <a:cubicBezTo>
                      <a:pt x="19" y="102"/>
                      <a:pt x="22" y="103"/>
                      <a:pt x="20" y="102"/>
                    </a:cubicBezTo>
                    <a:cubicBezTo>
                      <a:pt x="19" y="102"/>
                      <a:pt x="19" y="101"/>
                      <a:pt x="19" y="101"/>
                    </a:cubicBezTo>
                    <a:cubicBezTo>
                      <a:pt x="21" y="102"/>
                      <a:pt x="19" y="101"/>
                      <a:pt x="19" y="101"/>
                    </a:cubicBezTo>
                    <a:cubicBezTo>
                      <a:pt x="20" y="101"/>
                      <a:pt x="21" y="101"/>
                      <a:pt x="21" y="101"/>
                    </a:cubicBezTo>
                    <a:cubicBezTo>
                      <a:pt x="19" y="101"/>
                      <a:pt x="19" y="101"/>
                      <a:pt x="19" y="101"/>
                    </a:cubicBezTo>
                    <a:cubicBezTo>
                      <a:pt x="23" y="102"/>
                      <a:pt x="19" y="100"/>
                      <a:pt x="20" y="100"/>
                    </a:cubicBezTo>
                    <a:cubicBezTo>
                      <a:pt x="21" y="101"/>
                      <a:pt x="22" y="101"/>
                      <a:pt x="23" y="101"/>
                    </a:cubicBezTo>
                    <a:cubicBezTo>
                      <a:pt x="20" y="100"/>
                      <a:pt x="20" y="99"/>
                      <a:pt x="18" y="99"/>
                    </a:cubicBezTo>
                    <a:cubicBezTo>
                      <a:pt x="19" y="99"/>
                      <a:pt x="21" y="100"/>
                      <a:pt x="23" y="101"/>
                    </a:cubicBezTo>
                    <a:cubicBezTo>
                      <a:pt x="21" y="100"/>
                      <a:pt x="25" y="101"/>
                      <a:pt x="22" y="100"/>
                    </a:cubicBezTo>
                    <a:cubicBezTo>
                      <a:pt x="21" y="100"/>
                      <a:pt x="21" y="99"/>
                      <a:pt x="19" y="99"/>
                    </a:cubicBezTo>
                    <a:cubicBezTo>
                      <a:pt x="20" y="98"/>
                      <a:pt x="21" y="99"/>
                      <a:pt x="22" y="99"/>
                    </a:cubicBezTo>
                    <a:cubicBezTo>
                      <a:pt x="21" y="99"/>
                      <a:pt x="19" y="98"/>
                      <a:pt x="19" y="98"/>
                    </a:cubicBezTo>
                    <a:cubicBezTo>
                      <a:pt x="19" y="98"/>
                      <a:pt x="17" y="97"/>
                      <a:pt x="19" y="97"/>
                    </a:cubicBezTo>
                    <a:cubicBezTo>
                      <a:pt x="20" y="98"/>
                      <a:pt x="19" y="98"/>
                      <a:pt x="20" y="98"/>
                    </a:cubicBezTo>
                    <a:cubicBezTo>
                      <a:pt x="21" y="98"/>
                      <a:pt x="17" y="96"/>
                      <a:pt x="16" y="96"/>
                    </a:cubicBezTo>
                    <a:cubicBezTo>
                      <a:pt x="15" y="95"/>
                      <a:pt x="13" y="94"/>
                      <a:pt x="12" y="94"/>
                    </a:cubicBezTo>
                    <a:cubicBezTo>
                      <a:pt x="13" y="93"/>
                      <a:pt x="13" y="94"/>
                      <a:pt x="15" y="95"/>
                    </a:cubicBezTo>
                    <a:cubicBezTo>
                      <a:pt x="14" y="94"/>
                      <a:pt x="14" y="94"/>
                      <a:pt x="14" y="94"/>
                    </a:cubicBezTo>
                    <a:cubicBezTo>
                      <a:pt x="17" y="95"/>
                      <a:pt x="19" y="97"/>
                      <a:pt x="21" y="97"/>
                    </a:cubicBezTo>
                    <a:cubicBezTo>
                      <a:pt x="20" y="97"/>
                      <a:pt x="20" y="97"/>
                      <a:pt x="20" y="97"/>
                    </a:cubicBezTo>
                    <a:cubicBezTo>
                      <a:pt x="23" y="98"/>
                      <a:pt x="23" y="98"/>
                      <a:pt x="23" y="98"/>
                    </a:cubicBezTo>
                    <a:cubicBezTo>
                      <a:pt x="21" y="97"/>
                      <a:pt x="23" y="97"/>
                      <a:pt x="22" y="97"/>
                    </a:cubicBezTo>
                    <a:cubicBezTo>
                      <a:pt x="21" y="96"/>
                      <a:pt x="23" y="97"/>
                      <a:pt x="21" y="97"/>
                    </a:cubicBezTo>
                    <a:cubicBezTo>
                      <a:pt x="21" y="97"/>
                      <a:pt x="19" y="95"/>
                      <a:pt x="20" y="95"/>
                    </a:cubicBezTo>
                    <a:cubicBezTo>
                      <a:pt x="23" y="97"/>
                      <a:pt x="23" y="97"/>
                      <a:pt x="23" y="97"/>
                    </a:cubicBezTo>
                    <a:cubicBezTo>
                      <a:pt x="23" y="97"/>
                      <a:pt x="21" y="96"/>
                      <a:pt x="22" y="96"/>
                    </a:cubicBezTo>
                    <a:cubicBezTo>
                      <a:pt x="23" y="96"/>
                      <a:pt x="23" y="96"/>
                      <a:pt x="23" y="96"/>
                    </a:cubicBezTo>
                    <a:cubicBezTo>
                      <a:pt x="23" y="96"/>
                      <a:pt x="24" y="94"/>
                      <a:pt x="20" y="92"/>
                    </a:cubicBezTo>
                    <a:cubicBezTo>
                      <a:pt x="22" y="92"/>
                      <a:pt x="22" y="92"/>
                      <a:pt x="24" y="92"/>
                    </a:cubicBezTo>
                    <a:cubicBezTo>
                      <a:pt x="23" y="92"/>
                      <a:pt x="22" y="91"/>
                      <a:pt x="22" y="91"/>
                    </a:cubicBezTo>
                    <a:cubicBezTo>
                      <a:pt x="24" y="91"/>
                      <a:pt x="24" y="91"/>
                      <a:pt x="24" y="91"/>
                    </a:cubicBezTo>
                    <a:cubicBezTo>
                      <a:pt x="25" y="91"/>
                      <a:pt x="23" y="90"/>
                      <a:pt x="23" y="90"/>
                    </a:cubicBezTo>
                    <a:cubicBezTo>
                      <a:pt x="24" y="90"/>
                      <a:pt x="24" y="90"/>
                      <a:pt x="24" y="90"/>
                    </a:cubicBezTo>
                    <a:cubicBezTo>
                      <a:pt x="25" y="90"/>
                      <a:pt x="23" y="89"/>
                      <a:pt x="23" y="89"/>
                    </a:cubicBezTo>
                    <a:cubicBezTo>
                      <a:pt x="24" y="89"/>
                      <a:pt x="24" y="89"/>
                      <a:pt x="24" y="89"/>
                    </a:cubicBezTo>
                    <a:cubicBezTo>
                      <a:pt x="23" y="89"/>
                      <a:pt x="23" y="89"/>
                      <a:pt x="23" y="89"/>
                    </a:cubicBezTo>
                    <a:cubicBezTo>
                      <a:pt x="22" y="88"/>
                      <a:pt x="23" y="88"/>
                      <a:pt x="25" y="89"/>
                    </a:cubicBezTo>
                    <a:cubicBezTo>
                      <a:pt x="23" y="88"/>
                      <a:pt x="23" y="88"/>
                      <a:pt x="23" y="88"/>
                    </a:cubicBezTo>
                    <a:cubicBezTo>
                      <a:pt x="25" y="88"/>
                      <a:pt x="25" y="88"/>
                      <a:pt x="25" y="86"/>
                    </a:cubicBezTo>
                    <a:cubicBezTo>
                      <a:pt x="24" y="87"/>
                      <a:pt x="23" y="86"/>
                      <a:pt x="22" y="86"/>
                    </a:cubicBezTo>
                    <a:cubicBezTo>
                      <a:pt x="20" y="86"/>
                      <a:pt x="22" y="86"/>
                      <a:pt x="21" y="85"/>
                    </a:cubicBezTo>
                    <a:cubicBezTo>
                      <a:pt x="24" y="86"/>
                      <a:pt x="24" y="86"/>
                      <a:pt x="24" y="86"/>
                    </a:cubicBezTo>
                    <a:cubicBezTo>
                      <a:pt x="27" y="86"/>
                      <a:pt x="25" y="85"/>
                      <a:pt x="25" y="84"/>
                    </a:cubicBezTo>
                    <a:cubicBezTo>
                      <a:pt x="24" y="83"/>
                      <a:pt x="24" y="83"/>
                      <a:pt x="24" y="83"/>
                    </a:cubicBezTo>
                    <a:cubicBezTo>
                      <a:pt x="27" y="83"/>
                      <a:pt x="24" y="82"/>
                      <a:pt x="25" y="82"/>
                    </a:cubicBezTo>
                    <a:cubicBezTo>
                      <a:pt x="24" y="82"/>
                      <a:pt x="22" y="81"/>
                      <a:pt x="22" y="80"/>
                    </a:cubicBezTo>
                    <a:cubicBezTo>
                      <a:pt x="20" y="79"/>
                      <a:pt x="25" y="81"/>
                      <a:pt x="26" y="81"/>
                    </a:cubicBezTo>
                    <a:cubicBezTo>
                      <a:pt x="25" y="80"/>
                      <a:pt x="25" y="80"/>
                      <a:pt x="25" y="80"/>
                    </a:cubicBezTo>
                    <a:cubicBezTo>
                      <a:pt x="25" y="80"/>
                      <a:pt x="25" y="80"/>
                      <a:pt x="25" y="80"/>
                    </a:cubicBezTo>
                    <a:cubicBezTo>
                      <a:pt x="24" y="80"/>
                      <a:pt x="24" y="79"/>
                      <a:pt x="25" y="79"/>
                    </a:cubicBezTo>
                    <a:cubicBezTo>
                      <a:pt x="25" y="79"/>
                      <a:pt x="25" y="79"/>
                      <a:pt x="25" y="79"/>
                    </a:cubicBezTo>
                    <a:cubicBezTo>
                      <a:pt x="25" y="79"/>
                      <a:pt x="26" y="79"/>
                      <a:pt x="26" y="79"/>
                    </a:cubicBezTo>
                    <a:cubicBezTo>
                      <a:pt x="24" y="78"/>
                      <a:pt x="26" y="78"/>
                      <a:pt x="24" y="78"/>
                    </a:cubicBezTo>
                    <a:cubicBezTo>
                      <a:pt x="25" y="78"/>
                      <a:pt x="25" y="78"/>
                      <a:pt x="25" y="78"/>
                    </a:cubicBezTo>
                    <a:cubicBezTo>
                      <a:pt x="23" y="77"/>
                      <a:pt x="23" y="77"/>
                      <a:pt x="23" y="77"/>
                    </a:cubicBezTo>
                    <a:cubicBezTo>
                      <a:pt x="24" y="77"/>
                      <a:pt x="24" y="77"/>
                      <a:pt x="24" y="77"/>
                    </a:cubicBezTo>
                    <a:cubicBezTo>
                      <a:pt x="26" y="78"/>
                      <a:pt x="26" y="78"/>
                      <a:pt x="26" y="78"/>
                    </a:cubicBezTo>
                    <a:cubicBezTo>
                      <a:pt x="27" y="78"/>
                      <a:pt x="25" y="77"/>
                      <a:pt x="24" y="77"/>
                    </a:cubicBezTo>
                    <a:cubicBezTo>
                      <a:pt x="23" y="76"/>
                      <a:pt x="24" y="77"/>
                      <a:pt x="25" y="77"/>
                    </a:cubicBezTo>
                    <a:cubicBezTo>
                      <a:pt x="26" y="77"/>
                      <a:pt x="25" y="77"/>
                      <a:pt x="25" y="77"/>
                    </a:cubicBezTo>
                    <a:cubicBezTo>
                      <a:pt x="26" y="78"/>
                      <a:pt x="25" y="77"/>
                      <a:pt x="26" y="77"/>
                    </a:cubicBezTo>
                    <a:cubicBezTo>
                      <a:pt x="26" y="77"/>
                      <a:pt x="24" y="77"/>
                      <a:pt x="25" y="77"/>
                    </a:cubicBezTo>
                    <a:cubicBezTo>
                      <a:pt x="25" y="76"/>
                      <a:pt x="25" y="76"/>
                      <a:pt x="26" y="76"/>
                    </a:cubicBezTo>
                    <a:cubicBezTo>
                      <a:pt x="26" y="76"/>
                      <a:pt x="26" y="76"/>
                      <a:pt x="25" y="75"/>
                    </a:cubicBezTo>
                    <a:cubicBezTo>
                      <a:pt x="25" y="76"/>
                      <a:pt x="24" y="76"/>
                      <a:pt x="23" y="75"/>
                    </a:cubicBezTo>
                    <a:cubicBezTo>
                      <a:pt x="23" y="75"/>
                      <a:pt x="23" y="75"/>
                      <a:pt x="23" y="75"/>
                    </a:cubicBezTo>
                    <a:cubicBezTo>
                      <a:pt x="24" y="75"/>
                      <a:pt x="24" y="75"/>
                      <a:pt x="24" y="75"/>
                    </a:cubicBezTo>
                    <a:cubicBezTo>
                      <a:pt x="23" y="75"/>
                      <a:pt x="24" y="75"/>
                      <a:pt x="22" y="75"/>
                    </a:cubicBezTo>
                    <a:cubicBezTo>
                      <a:pt x="25" y="75"/>
                      <a:pt x="25" y="75"/>
                      <a:pt x="25" y="75"/>
                    </a:cubicBezTo>
                    <a:cubicBezTo>
                      <a:pt x="23" y="74"/>
                      <a:pt x="23" y="74"/>
                      <a:pt x="23" y="74"/>
                    </a:cubicBezTo>
                    <a:cubicBezTo>
                      <a:pt x="25" y="74"/>
                      <a:pt x="27" y="75"/>
                      <a:pt x="27" y="75"/>
                    </a:cubicBezTo>
                    <a:cubicBezTo>
                      <a:pt x="26" y="74"/>
                      <a:pt x="26" y="74"/>
                      <a:pt x="26" y="74"/>
                    </a:cubicBezTo>
                    <a:cubicBezTo>
                      <a:pt x="26" y="73"/>
                      <a:pt x="26" y="74"/>
                      <a:pt x="27" y="74"/>
                    </a:cubicBezTo>
                    <a:cubicBezTo>
                      <a:pt x="28" y="73"/>
                      <a:pt x="22" y="72"/>
                      <a:pt x="24" y="72"/>
                    </a:cubicBezTo>
                    <a:cubicBezTo>
                      <a:pt x="26" y="72"/>
                      <a:pt x="26" y="72"/>
                      <a:pt x="27" y="72"/>
                    </a:cubicBezTo>
                    <a:cubicBezTo>
                      <a:pt x="27" y="72"/>
                      <a:pt x="26" y="72"/>
                      <a:pt x="26" y="72"/>
                    </a:cubicBezTo>
                    <a:cubicBezTo>
                      <a:pt x="25" y="72"/>
                      <a:pt x="27" y="72"/>
                      <a:pt x="26" y="72"/>
                    </a:cubicBezTo>
                    <a:cubicBezTo>
                      <a:pt x="25" y="72"/>
                      <a:pt x="25" y="72"/>
                      <a:pt x="25" y="72"/>
                    </a:cubicBezTo>
                    <a:cubicBezTo>
                      <a:pt x="29" y="72"/>
                      <a:pt x="26" y="70"/>
                      <a:pt x="28" y="70"/>
                    </a:cubicBezTo>
                    <a:cubicBezTo>
                      <a:pt x="26" y="69"/>
                      <a:pt x="28" y="69"/>
                      <a:pt x="27" y="69"/>
                    </a:cubicBezTo>
                    <a:cubicBezTo>
                      <a:pt x="29" y="70"/>
                      <a:pt x="27" y="68"/>
                      <a:pt x="28" y="69"/>
                    </a:cubicBezTo>
                    <a:cubicBezTo>
                      <a:pt x="26" y="68"/>
                      <a:pt x="26" y="68"/>
                      <a:pt x="26" y="68"/>
                    </a:cubicBezTo>
                    <a:cubicBezTo>
                      <a:pt x="27" y="68"/>
                      <a:pt x="22" y="66"/>
                      <a:pt x="25" y="67"/>
                    </a:cubicBezTo>
                    <a:cubicBezTo>
                      <a:pt x="26" y="67"/>
                      <a:pt x="27" y="67"/>
                      <a:pt x="27" y="68"/>
                    </a:cubicBezTo>
                    <a:cubicBezTo>
                      <a:pt x="30" y="68"/>
                      <a:pt x="25" y="66"/>
                      <a:pt x="29" y="67"/>
                    </a:cubicBezTo>
                    <a:cubicBezTo>
                      <a:pt x="28" y="66"/>
                      <a:pt x="26" y="66"/>
                      <a:pt x="25" y="65"/>
                    </a:cubicBezTo>
                    <a:cubicBezTo>
                      <a:pt x="26" y="65"/>
                      <a:pt x="28" y="65"/>
                      <a:pt x="28" y="65"/>
                    </a:cubicBezTo>
                    <a:cubicBezTo>
                      <a:pt x="28" y="65"/>
                      <a:pt x="27" y="65"/>
                      <a:pt x="28" y="65"/>
                    </a:cubicBezTo>
                    <a:cubicBezTo>
                      <a:pt x="28" y="65"/>
                      <a:pt x="28" y="65"/>
                      <a:pt x="29" y="65"/>
                    </a:cubicBezTo>
                    <a:cubicBezTo>
                      <a:pt x="30" y="65"/>
                      <a:pt x="28" y="64"/>
                      <a:pt x="28" y="64"/>
                    </a:cubicBezTo>
                    <a:cubicBezTo>
                      <a:pt x="30" y="64"/>
                      <a:pt x="29" y="63"/>
                      <a:pt x="30" y="63"/>
                    </a:cubicBezTo>
                    <a:cubicBezTo>
                      <a:pt x="28" y="62"/>
                      <a:pt x="31" y="63"/>
                      <a:pt x="28" y="62"/>
                    </a:cubicBezTo>
                    <a:cubicBezTo>
                      <a:pt x="29" y="62"/>
                      <a:pt x="29" y="62"/>
                      <a:pt x="29" y="62"/>
                    </a:cubicBezTo>
                    <a:cubicBezTo>
                      <a:pt x="28" y="62"/>
                      <a:pt x="26" y="61"/>
                      <a:pt x="26" y="61"/>
                    </a:cubicBezTo>
                    <a:cubicBezTo>
                      <a:pt x="28" y="61"/>
                      <a:pt x="28" y="61"/>
                      <a:pt x="28" y="61"/>
                    </a:cubicBezTo>
                    <a:cubicBezTo>
                      <a:pt x="30" y="62"/>
                      <a:pt x="29" y="61"/>
                      <a:pt x="30" y="61"/>
                    </a:cubicBezTo>
                    <a:cubicBezTo>
                      <a:pt x="28" y="61"/>
                      <a:pt x="30" y="61"/>
                      <a:pt x="28" y="61"/>
                    </a:cubicBezTo>
                    <a:cubicBezTo>
                      <a:pt x="28" y="60"/>
                      <a:pt x="28" y="60"/>
                      <a:pt x="28" y="60"/>
                    </a:cubicBezTo>
                    <a:cubicBezTo>
                      <a:pt x="27" y="60"/>
                      <a:pt x="27" y="60"/>
                      <a:pt x="27" y="59"/>
                    </a:cubicBezTo>
                    <a:cubicBezTo>
                      <a:pt x="27" y="59"/>
                      <a:pt x="29" y="60"/>
                      <a:pt x="29" y="60"/>
                    </a:cubicBezTo>
                    <a:cubicBezTo>
                      <a:pt x="30" y="60"/>
                      <a:pt x="29" y="60"/>
                      <a:pt x="29" y="59"/>
                    </a:cubicBezTo>
                    <a:cubicBezTo>
                      <a:pt x="29" y="59"/>
                      <a:pt x="29" y="59"/>
                      <a:pt x="28" y="59"/>
                    </a:cubicBezTo>
                    <a:cubicBezTo>
                      <a:pt x="29" y="59"/>
                      <a:pt x="29" y="59"/>
                      <a:pt x="29" y="59"/>
                    </a:cubicBezTo>
                    <a:cubicBezTo>
                      <a:pt x="29" y="59"/>
                      <a:pt x="29" y="59"/>
                      <a:pt x="29" y="59"/>
                    </a:cubicBezTo>
                    <a:cubicBezTo>
                      <a:pt x="29" y="59"/>
                      <a:pt x="29" y="59"/>
                      <a:pt x="29" y="59"/>
                    </a:cubicBezTo>
                    <a:cubicBezTo>
                      <a:pt x="29" y="59"/>
                      <a:pt x="29" y="59"/>
                      <a:pt x="29" y="59"/>
                    </a:cubicBezTo>
                    <a:cubicBezTo>
                      <a:pt x="29" y="59"/>
                      <a:pt x="29" y="59"/>
                      <a:pt x="29" y="59"/>
                    </a:cubicBezTo>
                    <a:cubicBezTo>
                      <a:pt x="29" y="59"/>
                      <a:pt x="29" y="59"/>
                      <a:pt x="29" y="59"/>
                    </a:cubicBezTo>
                    <a:cubicBezTo>
                      <a:pt x="29" y="59"/>
                      <a:pt x="29" y="59"/>
                      <a:pt x="30" y="59"/>
                    </a:cubicBezTo>
                    <a:cubicBezTo>
                      <a:pt x="31" y="59"/>
                      <a:pt x="31" y="59"/>
                      <a:pt x="31" y="59"/>
                    </a:cubicBezTo>
                    <a:cubicBezTo>
                      <a:pt x="31" y="59"/>
                      <a:pt x="30" y="58"/>
                      <a:pt x="29" y="58"/>
                    </a:cubicBezTo>
                    <a:cubicBezTo>
                      <a:pt x="30" y="58"/>
                      <a:pt x="29" y="56"/>
                      <a:pt x="28" y="56"/>
                    </a:cubicBezTo>
                    <a:cubicBezTo>
                      <a:pt x="28" y="56"/>
                      <a:pt x="30" y="56"/>
                      <a:pt x="29" y="56"/>
                    </a:cubicBezTo>
                    <a:cubicBezTo>
                      <a:pt x="29" y="56"/>
                      <a:pt x="27" y="55"/>
                      <a:pt x="28" y="55"/>
                    </a:cubicBezTo>
                    <a:cubicBezTo>
                      <a:pt x="28" y="55"/>
                      <a:pt x="30" y="55"/>
                      <a:pt x="30" y="55"/>
                    </a:cubicBezTo>
                    <a:cubicBezTo>
                      <a:pt x="30" y="55"/>
                      <a:pt x="28" y="55"/>
                      <a:pt x="28" y="55"/>
                    </a:cubicBezTo>
                    <a:cubicBezTo>
                      <a:pt x="31" y="55"/>
                      <a:pt x="27" y="53"/>
                      <a:pt x="29" y="53"/>
                    </a:cubicBezTo>
                    <a:cubicBezTo>
                      <a:pt x="29" y="53"/>
                      <a:pt x="30" y="53"/>
                      <a:pt x="30" y="53"/>
                    </a:cubicBezTo>
                    <a:cubicBezTo>
                      <a:pt x="30" y="53"/>
                      <a:pt x="29" y="52"/>
                      <a:pt x="27" y="51"/>
                    </a:cubicBezTo>
                    <a:cubicBezTo>
                      <a:pt x="29" y="52"/>
                      <a:pt x="29" y="52"/>
                      <a:pt x="29" y="52"/>
                    </a:cubicBezTo>
                    <a:cubicBezTo>
                      <a:pt x="29" y="51"/>
                      <a:pt x="29" y="51"/>
                      <a:pt x="27" y="50"/>
                    </a:cubicBezTo>
                    <a:cubicBezTo>
                      <a:pt x="27" y="51"/>
                      <a:pt x="28" y="51"/>
                      <a:pt x="28" y="51"/>
                    </a:cubicBezTo>
                    <a:cubicBezTo>
                      <a:pt x="27" y="51"/>
                      <a:pt x="25" y="50"/>
                      <a:pt x="26" y="50"/>
                    </a:cubicBezTo>
                    <a:cubicBezTo>
                      <a:pt x="26" y="50"/>
                      <a:pt x="26" y="50"/>
                      <a:pt x="26" y="50"/>
                    </a:cubicBezTo>
                    <a:cubicBezTo>
                      <a:pt x="26" y="50"/>
                      <a:pt x="25" y="49"/>
                      <a:pt x="25" y="49"/>
                    </a:cubicBezTo>
                    <a:cubicBezTo>
                      <a:pt x="26" y="49"/>
                      <a:pt x="26" y="49"/>
                      <a:pt x="27" y="49"/>
                    </a:cubicBezTo>
                    <a:cubicBezTo>
                      <a:pt x="29" y="50"/>
                      <a:pt x="28" y="49"/>
                      <a:pt x="29" y="49"/>
                    </a:cubicBezTo>
                    <a:cubicBezTo>
                      <a:pt x="27" y="48"/>
                      <a:pt x="27" y="48"/>
                      <a:pt x="27" y="48"/>
                    </a:cubicBezTo>
                    <a:cubicBezTo>
                      <a:pt x="26" y="48"/>
                      <a:pt x="29" y="49"/>
                      <a:pt x="29" y="48"/>
                    </a:cubicBezTo>
                    <a:cubicBezTo>
                      <a:pt x="24" y="47"/>
                      <a:pt x="24" y="47"/>
                      <a:pt x="24" y="47"/>
                    </a:cubicBezTo>
                    <a:cubicBezTo>
                      <a:pt x="24" y="47"/>
                      <a:pt x="26" y="47"/>
                      <a:pt x="27" y="47"/>
                    </a:cubicBezTo>
                    <a:cubicBezTo>
                      <a:pt x="27" y="47"/>
                      <a:pt x="24" y="46"/>
                      <a:pt x="22" y="45"/>
                    </a:cubicBezTo>
                    <a:cubicBezTo>
                      <a:pt x="23" y="45"/>
                      <a:pt x="22" y="44"/>
                      <a:pt x="22" y="44"/>
                    </a:cubicBezTo>
                    <a:cubicBezTo>
                      <a:pt x="23" y="44"/>
                      <a:pt x="22" y="44"/>
                      <a:pt x="23" y="44"/>
                    </a:cubicBezTo>
                    <a:cubicBezTo>
                      <a:pt x="25" y="44"/>
                      <a:pt x="25" y="44"/>
                      <a:pt x="25" y="44"/>
                    </a:cubicBezTo>
                    <a:cubicBezTo>
                      <a:pt x="25" y="45"/>
                      <a:pt x="27" y="45"/>
                      <a:pt x="28" y="45"/>
                    </a:cubicBezTo>
                    <a:cubicBezTo>
                      <a:pt x="27" y="45"/>
                      <a:pt x="28" y="44"/>
                      <a:pt x="29" y="44"/>
                    </a:cubicBezTo>
                    <a:cubicBezTo>
                      <a:pt x="26" y="44"/>
                      <a:pt x="27" y="43"/>
                      <a:pt x="25" y="42"/>
                    </a:cubicBezTo>
                    <a:cubicBezTo>
                      <a:pt x="24" y="42"/>
                      <a:pt x="27" y="43"/>
                      <a:pt x="28" y="43"/>
                    </a:cubicBezTo>
                    <a:cubicBezTo>
                      <a:pt x="27" y="42"/>
                      <a:pt x="27" y="41"/>
                      <a:pt x="27" y="41"/>
                    </a:cubicBezTo>
                    <a:cubicBezTo>
                      <a:pt x="28" y="41"/>
                      <a:pt x="28" y="41"/>
                      <a:pt x="28" y="41"/>
                    </a:cubicBezTo>
                    <a:cubicBezTo>
                      <a:pt x="27" y="40"/>
                      <a:pt x="28" y="40"/>
                      <a:pt x="26" y="39"/>
                    </a:cubicBezTo>
                    <a:cubicBezTo>
                      <a:pt x="27" y="39"/>
                      <a:pt x="27" y="39"/>
                      <a:pt x="27" y="39"/>
                    </a:cubicBezTo>
                    <a:cubicBezTo>
                      <a:pt x="28" y="39"/>
                      <a:pt x="24" y="38"/>
                      <a:pt x="26" y="38"/>
                    </a:cubicBezTo>
                    <a:cubicBezTo>
                      <a:pt x="27" y="39"/>
                      <a:pt x="27" y="39"/>
                      <a:pt x="27" y="39"/>
                    </a:cubicBezTo>
                    <a:cubicBezTo>
                      <a:pt x="26" y="38"/>
                      <a:pt x="28" y="38"/>
                      <a:pt x="26" y="37"/>
                    </a:cubicBezTo>
                    <a:cubicBezTo>
                      <a:pt x="27" y="37"/>
                      <a:pt x="27" y="38"/>
                      <a:pt x="28" y="38"/>
                    </a:cubicBezTo>
                    <a:cubicBezTo>
                      <a:pt x="27" y="37"/>
                      <a:pt x="27" y="37"/>
                      <a:pt x="26" y="36"/>
                    </a:cubicBezTo>
                    <a:cubicBezTo>
                      <a:pt x="28" y="37"/>
                      <a:pt x="28" y="37"/>
                      <a:pt x="28" y="37"/>
                    </a:cubicBezTo>
                    <a:cubicBezTo>
                      <a:pt x="29" y="37"/>
                      <a:pt x="26" y="36"/>
                      <a:pt x="27" y="36"/>
                    </a:cubicBezTo>
                    <a:cubicBezTo>
                      <a:pt x="27" y="36"/>
                      <a:pt x="28" y="36"/>
                      <a:pt x="28" y="36"/>
                    </a:cubicBezTo>
                    <a:cubicBezTo>
                      <a:pt x="27" y="35"/>
                      <a:pt x="27" y="35"/>
                      <a:pt x="27" y="35"/>
                    </a:cubicBezTo>
                    <a:cubicBezTo>
                      <a:pt x="29" y="35"/>
                      <a:pt x="29" y="35"/>
                      <a:pt x="29" y="35"/>
                    </a:cubicBezTo>
                    <a:cubicBezTo>
                      <a:pt x="29" y="33"/>
                      <a:pt x="30" y="31"/>
                      <a:pt x="28" y="29"/>
                    </a:cubicBezTo>
                    <a:cubicBezTo>
                      <a:pt x="31" y="29"/>
                      <a:pt x="30" y="30"/>
                      <a:pt x="31" y="30"/>
                    </a:cubicBezTo>
                    <a:cubicBezTo>
                      <a:pt x="29" y="29"/>
                      <a:pt x="31" y="29"/>
                      <a:pt x="30" y="29"/>
                    </a:cubicBezTo>
                    <a:cubicBezTo>
                      <a:pt x="30" y="29"/>
                      <a:pt x="30" y="29"/>
                      <a:pt x="30" y="29"/>
                    </a:cubicBezTo>
                    <a:cubicBezTo>
                      <a:pt x="30" y="28"/>
                      <a:pt x="31" y="28"/>
                      <a:pt x="31" y="28"/>
                    </a:cubicBezTo>
                    <a:cubicBezTo>
                      <a:pt x="30" y="28"/>
                      <a:pt x="30" y="28"/>
                      <a:pt x="30" y="28"/>
                    </a:cubicBezTo>
                    <a:cubicBezTo>
                      <a:pt x="29" y="27"/>
                      <a:pt x="33" y="28"/>
                      <a:pt x="30" y="27"/>
                    </a:cubicBezTo>
                    <a:cubicBezTo>
                      <a:pt x="32" y="27"/>
                      <a:pt x="32" y="27"/>
                      <a:pt x="32" y="27"/>
                    </a:cubicBezTo>
                    <a:cubicBezTo>
                      <a:pt x="30" y="26"/>
                      <a:pt x="33" y="27"/>
                      <a:pt x="31" y="26"/>
                    </a:cubicBezTo>
                    <a:cubicBezTo>
                      <a:pt x="31" y="26"/>
                      <a:pt x="31" y="26"/>
                      <a:pt x="31" y="26"/>
                    </a:cubicBezTo>
                    <a:cubicBezTo>
                      <a:pt x="33" y="26"/>
                      <a:pt x="29" y="25"/>
                      <a:pt x="31" y="25"/>
                    </a:cubicBezTo>
                    <a:cubicBezTo>
                      <a:pt x="31" y="25"/>
                      <a:pt x="30" y="24"/>
                      <a:pt x="28" y="24"/>
                    </a:cubicBezTo>
                    <a:cubicBezTo>
                      <a:pt x="31" y="24"/>
                      <a:pt x="31" y="24"/>
                      <a:pt x="31" y="24"/>
                    </a:cubicBezTo>
                    <a:cubicBezTo>
                      <a:pt x="30" y="23"/>
                      <a:pt x="31" y="21"/>
                      <a:pt x="29" y="19"/>
                    </a:cubicBezTo>
                    <a:cubicBezTo>
                      <a:pt x="30" y="20"/>
                      <a:pt x="30" y="20"/>
                      <a:pt x="30" y="20"/>
                    </a:cubicBezTo>
                    <a:cubicBezTo>
                      <a:pt x="28" y="18"/>
                      <a:pt x="33" y="19"/>
                      <a:pt x="29" y="17"/>
                    </a:cubicBezTo>
                    <a:cubicBezTo>
                      <a:pt x="27" y="16"/>
                      <a:pt x="27" y="16"/>
                      <a:pt x="27" y="16"/>
                    </a:cubicBezTo>
                    <a:cubicBezTo>
                      <a:pt x="30" y="17"/>
                      <a:pt x="30" y="17"/>
                      <a:pt x="30" y="17"/>
                    </a:cubicBezTo>
                    <a:cubicBezTo>
                      <a:pt x="29" y="16"/>
                      <a:pt x="30" y="16"/>
                      <a:pt x="28" y="15"/>
                    </a:cubicBezTo>
                    <a:cubicBezTo>
                      <a:pt x="30" y="16"/>
                      <a:pt x="30" y="16"/>
                      <a:pt x="30" y="16"/>
                    </a:cubicBezTo>
                    <a:cubicBezTo>
                      <a:pt x="30" y="15"/>
                      <a:pt x="28" y="14"/>
                      <a:pt x="28" y="14"/>
                    </a:cubicBezTo>
                    <a:cubicBezTo>
                      <a:pt x="29" y="14"/>
                      <a:pt x="29" y="14"/>
                      <a:pt x="29" y="14"/>
                    </a:cubicBezTo>
                    <a:cubicBezTo>
                      <a:pt x="33" y="14"/>
                      <a:pt x="36" y="12"/>
                      <a:pt x="32" y="9"/>
                    </a:cubicBezTo>
                    <a:cubicBezTo>
                      <a:pt x="32" y="9"/>
                      <a:pt x="35" y="10"/>
                      <a:pt x="34" y="10"/>
                    </a:cubicBezTo>
                    <a:cubicBezTo>
                      <a:pt x="32" y="7"/>
                      <a:pt x="37" y="7"/>
                      <a:pt x="33" y="4"/>
                    </a:cubicBezTo>
                    <a:cubicBezTo>
                      <a:pt x="32" y="2"/>
                      <a:pt x="26" y="0"/>
                      <a:pt x="26" y="0"/>
                    </a:cubicBezTo>
                    <a:cubicBezTo>
                      <a:pt x="28" y="3"/>
                      <a:pt x="24" y="5"/>
                      <a:pt x="21" y="7"/>
                    </a:cubicBezTo>
                    <a:cubicBezTo>
                      <a:pt x="21" y="8"/>
                      <a:pt x="21" y="9"/>
                      <a:pt x="20" y="10"/>
                    </a:cubicBezTo>
                    <a:cubicBezTo>
                      <a:pt x="20" y="13"/>
                      <a:pt x="14" y="16"/>
                      <a:pt x="15" y="20"/>
                    </a:cubicBezTo>
                    <a:cubicBezTo>
                      <a:pt x="16" y="20"/>
                      <a:pt x="17" y="21"/>
                      <a:pt x="17" y="21"/>
                    </a:cubicBezTo>
                    <a:cubicBezTo>
                      <a:pt x="16" y="21"/>
                      <a:pt x="16" y="21"/>
                      <a:pt x="16" y="21"/>
                    </a:cubicBezTo>
                    <a:cubicBezTo>
                      <a:pt x="18" y="21"/>
                      <a:pt x="18" y="21"/>
                      <a:pt x="18" y="21"/>
                    </a:cubicBezTo>
                    <a:cubicBezTo>
                      <a:pt x="18" y="22"/>
                      <a:pt x="16" y="21"/>
                      <a:pt x="16" y="21"/>
                    </a:cubicBezTo>
                    <a:cubicBezTo>
                      <a:pt x="15" y="22"/>
                      <a:pt x="16" y="24"/>
                      <a:pt x="15" y="25"/>
                    </a:cubicBezTo>
                    <a:cubicBezTo>
                      <a:pt x="17" y="25"/>
                      <a:pt x="15" y="26"/>
                      <a:pt x="17" y="26"/>
                    </a:cubicBezTo>
                    <a:cubicBezTo>
                      <a:pt x="16" y="26"/>
                      <a:pt x="16" y="26"/>
                      <a:pt x="16" y="26"/>
                    </a:cubicBezTo>
                    <a:cubicBezTo>
                      <a:pt x="17" y="27"/>
                      <a:pt x="17" y="27"/>
                      <a:pt x="14" y="28"/>
                    </a:cubicBezTo>
                    <a:cubicBezTo>
                      <a:pt x="12" y="31"/>
                      <a:pt x="12" y="35"/>
                      <a:pt x="11" y="3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41" name="Freeform 116"/>
              <p:cNvSpPr/>
              <p:nvPr>
                <p:custDataLst>
                  <p:tags r:id="rId362"/>
                </p:custDataLst>
              </p:nvPr>
            </p:nvSpPr>
            <p:spPr bwMode="auto">
              <a:xfrm>
                <a:off x="3914" y="130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42" name="Freeform 117"/>
              <p:cNvSpPr/>
              <p:nvPr>
                <p:custDataLst>
                  <p:tags r:id="rId363"/>
                </p:custDataLst>
              </p:nvPr>
            </p:nvSpPr>
            <p:spPr bwMode="auto">
              <a:xfrm>
                <a:off x="3364" y="247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43" name="Freeform 118"/>
              <p:cNvSpPr/>
              <p:nvPr>
                <p:custDataLst>
                  <p:tags r:id="rId364"/>
                </p:custDataLst>
              </p:nvPr>
            </p:nvSpPr>
            <p:spPr bwMode="auto">
              <a:xfrm>
                <a:off x="3920" y="1403"/>
                <a:ext cx="4" cy="2"/>
              </a:xfrm>
              <a:custGeom>
                <a:avLst/>
                <a:gdLst>
                  <a:gd name="T0" fmla="*/ 1 w 2"/>
                  <a:gd name="T1" fmla="*/ 1 h 1"/>
                  <a:gd name="T2" fmla="*/ 1 w 2"/>
                  <a:gd name="T3" fmla="*/ 0 h 1"/>
                  <a:gd name="T4" fmla="*/ 1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2" y="1"/>
                      <a:pt x="0" y="0"/>
                      <a:pt x="1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44" name="Freeform 119"/>
              <p:cNvSpPr/>
              <p:nvPr>
                <p:custDataLst>
                  <p:tags r:id="rId365"/>
                </p:custDataLst>
              </p:nvPr>
            </p:nvSpPr>
            <p:spPr bwMode="auto">
              <a:xfrm>
                <a:off x="3918" y="1401"/>
                <a:ext cx="4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45" name="Freeform 120"/>
              <p:cNvSpPr/>
              <p:nvPr>
                <p:custDataLst>
                  <p:tags r:id="rId366"/>
                </p:custDataLst>
              </p:nvPr>
            </p:nvSpPr>
            <p:spPr bwMode="auto">
              <a:xfrm>
                <a:off x="3920" y="1411"/>
                <a:ext cx="4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2" y="0"/>
                      <a:pt x="1" y="0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46" name="Freeform 121"/>
              <p:cNvSpPr/>
              <p:nvPr>
                <p:custDataLst>
                  <p:tags r:id="rId367"/>
                </p:custDataLst>
              </p:nvPr>
            </p:nvSpPr>
            <p:spPr bwMode="auto">
              <a:xfrm>
                <a:off x="3477" y="150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47" name="Freeform 122"/>
              <p:cNvSpPr/>
              <p:nvPr>
                <p:custDataLst>
                  <p:tags r:id="rId368"/>
                </p:custDataLst>
              </p:nvPr>
            </p:nvSpPr>
            <p:spPr bwMode="auto">
              <a:xfrm>
                <a:off x="3453" y="1458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48" name="Freeform 123"/>
              <p:cNvSpPr/>
              <p:nvPr>
                <p:custDataLst>
                  <p:tags r:id="rId369"/>
                </p:custDataLst>
              </p:nvPr>
            </p:nvSpPr>
            <p:spPr bwMode="auto">
              <a:xfrm>
                <a:off x="3477" y="1422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49" name="Freeform 124"/>
              <p:cNvSpPr/>
              <p:nvPr>
                <p:custDataLst>
                  <p:tags r:id="rId370"/>
                </p:custDataLst>
              </p:nvPr>
            </p:nvSpPr>
            <p:spPr bwMode="auto">
              <a:xfrm>
                <a:off x="4603" y="188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50" name="Freeform 125"/>
              <p:cNvSpPr/>
              <p:nvPr>
                <p:custDataLst>
                  <p:tags r:id="rId371"/>
                </p:custDataLst>
              </p:nvPr>
            </p:nvSpPr>
            <p:spPr bwMode="auto">
              <a:xfrm>
                <a:off x="3540" y="1530"/>
                <a:ext cx="4" cy="2"/>
              </a:xfrm>
              <a:custGeom>
                <a:avLst/>
                <a:gdLst>
                  <a:gd name="T0" fmla="*/ 1 w 2"/>
                  <a:gd name="T1" fmla="*/ 1 h 1"/>
                  <a:gd name="T2" fmla="*/ 1 w 2"/>
                  <a:gd name="T3" fmla="*/ 0 h 1"/>
                  <a:gd name="T4" fmla="*/ 1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2" y="0"/>
                      <a:pt x="0" y="0"/>
                      <a:pt x="1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51" name="Rectangle 126"/>
              <p:cNvSpPr>
                <a:spLocks noChangeArrowheads="1"/>
              </p:cNvSpPr>
              <p:nvPr>
                <p:custDataLst>
                  <p:tags r:id="rId372"/>
                </p:custDataLst>
              </p:nvPr>
            </p:nvSpPr>
            <p:spPr bwMode="auto">
              <a:xfrm>
                <a:off x="3489" y="1441"/>
                <a:ext cx="2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52" name="Freeform 127"/>
              <p:cNvSpPr/>
              <p:nvPr>
                <p:custDataLst>
                  <p:tags r:id="rId373"/>
                </p:custDataLst>
              </p:nvPr>
            </p:nvSpPr>
            <p:spPr bwMode="auto">
              <a:xfrm>
                <a:off x="3375" y="1310"/>
                <a:ext cx="174" cy="269"/>
              </a:xfrm>
              <a:custGeom>
                <a:avLst/>
                <a:gdLst>
                  <a:gd name="T0" fmla="*/ 11 w 82"/>
                  <a:gd name="T1" fmla="*/ 27 h 127"/>
                  <a:gd name="T2" fmla="*/ 20 w 82"/>
                  <a:gd name="T3" fmla="*/ 47 h 127"/>
                  <a:gd name="T4" fmla="*/ 34 w 82"/>
                  <a:gd name="T5" fmla="*/ 60 h 127"/>
                  <a:gd name="T6" fmla="*/ 37 w 82"/>
                  <a:gd name="T7" fmla="*/ 68 h 127"/>
                  <a:gd name="T8" fmla="*/ 43 w 82"/>
                  <a:gd name="T9" fmla="*/ 80 h 127"/>
                  <a:gd name="T10" fmla="*/ 47 w 82"/>
                  <a:gd name="T11" fmla="*/ 89 h 127"/>
                  <a:gd name="T12" fmla="*/ 53 w 82"/>
                  <a:gd name="T13" fmla="*/ 94 h 127"/>
                  <a:gd name="T14" fmla="*/ 60 w 82"/>
                  <a:gd name="T15" fmla="*/ 105 h 127"/>
                  <a:gd name="T16" fmla="*/ 63 w 82"/>
                  <a:gd name="T17" fmla="*/ 111 h 127"/>
                  <a:gd name="T18" fmla="*/ 63 w 82"/>
                  <a:gd name="T19" fmla="*/ 121 h 127"/>
                  <a:gd name="T20" fmla="*/ 65 w 82"/>
                  <a:gd name="T21" fmla="*/ 124 h 127"/>
                  <a:gd name="T22" fmla="*/ 69 w 82"/>
                  <a:gd name="T23" fmla="*/ 126 h 127"/>
                  <a:gd name="T24" fmla="*/ 72 w 82"/>
                  <a:gd name="T25" fmla="*/ 126 h 127"/>
                  <a:gd name="T26" fmla="*/ 73 w 82"/>
                  <a:gd name="T27" fmla="*/ 123 h 127"/>
                  <a:gd name="T28" fmla="*/ 71 w 82"/>
                  <a:gd name="T29" fmla="*/ 118 h 127"/>
                  <a:gd name="T30" fmla="*/ 73 w 82"/>
                  <a:gd name="T31" fmla="*/ 112 h 127"/>
                  <a:gd name="T32" fmla="*/ 80 w 82"/>
                  <a:gd name="T33" fmla="*/ 112 h 127"/>
                  <a:gd name="T34" fmla="*/ 80 w 82"/>
                  <a:gd name="T35" fmla="*/ 109 h 127"/>
                  <a:gd name="T36" fmla="*/ 76 w 82"/>
                  <a:gd name="T37" fmla="*/ 108 h 127"/>
                  <a:gd name="T38" fmla="*/ 78 w 82"/>
                  <a:gd name="T39" fmla="*/ 107 h 127"/>
                  <a:gd name="T40" fmla="*/ 73 w 82"/>
                  <a:gd name="T41" fmla="*/ 105 h 127"/>
                  <a:gd name="T42" fmla="*/ 77 w 82"/>
                  <a:gd name="T43" fmla="*/ 102 h 127"/>
                  <a:gd name="T44" fmla="*/ 78 w 82"/>
                  <a:gd name="T45" fmla="*/ 100 h 127"/>
                  <a:gd name="T46" fmla="*/ 76 w 82"/>
                  <a:gd name="T47" fmla="*/ 100 h 127"/>
                  <a:gd name="T48" fmla="*/ 76 w 82"/>
                  <a:gd name="T49" fmla="*/ 96 h 127"/>
                  <a:gd name="T50" fmla="*/ 71 w 82"/>
                  <a:gd name="T51" fmla="*/ 96 h 127"/>
                  <a:gd name="T52" fmla="*/ 65 w 82"/>
                  <a:gd name="T53" fmla="*/ 95 h 127"/>
                  <a:gd name="T54" fmla="*/ 70 w 82"/>
                  <a:gd name="T55" fmla="*/ 92 h 127"/>
                  <a:gd name="T56" fmla="*/ 68 w 82"/>
                  <a:gd name="T57" fmla="*/ 86 h 127"/>
                  <a:gd name="T58" fmla="*/ 67 w 82"/>
                  <a:gd name="T59" fmla="*/ 84 h 127"/>
                  <a:gd name="T60" fmla="*/ 65 w 82"/>
                  <a:gd name="T61" fmla="*/ 81 h 127"/>
                  <a:gd name="T62" fmla="*/ 62 w 82"/>
                  <a:gd name="T63" fmla="*/ 75 h 127"/>
                  <a:gd name="T64" fmla="*/ 60 w 82"/>
                  <a:gd name="T65" fmla="*/ 73 h 127"/>
                  <a:gd name="T66" fmla="*/ 59 w 82"/>
                  <a:gd name="T67" fmla="*/ 72 h 127"/>
                  <a:gd name="T68" fmla="*/ 57 w 82"/>
                  <a:gd name="T69" fmla="*/ 71 h 127"/>
                  <a:gd name="T70" fmla="*/ 58 w 82"/>
                  <a:gd name="T71" fmla="*/ 68 h 127"/>
                  <a:gd name="T72" fmla="*/ 55 w 82"/>
                  <a:gd name="T73" fmla="*/ 67 h 127"/>
                  <a:gd name="T74" fmla="*/ 54 w 82"/>
                  <a:gd name="T75" fmla="*/ 62 h 127"/>
                  <a:gd name="T76" fmla="*/ 51 w 82"/>
                  <a:gd name="T77" fmla="*/ 58 h 127"/>
                  <a:gd name="T78" fmla="*/ 51 w 82"/>
                  <a:gd name="T79" fmla="*/ 54 h 127"/>
                  <a:gd name="T80" fmla="*/ 48 w 82"/>
                  <a:gd name="T81" fmla="*/ 53 h 127"/>
                  <a:gd name="T82" fmla="*/ 49 w 82"/>
                  <a:gd name="T83" fmla="*/ 53 h 127"/>
                  <a:gd name="T84" fmla="*/ 45 w 82"/>
                  <a:gd name="T85" fmla="*/ 50 h 127"/>
                  <a:gd name="T86" fmla="*/ 43 w 82"/>
                  <a:gd name="T87" fmla="*/ 46 h 127"/>
                  <a:gd name="T88" fmla="*/ 41 w 82"/>
                  <a:gd name="T89" fmla="*/ 44 h 127"/>
                  <a:gd name="T90" fmla="*/ 32 w 82"/>
                  <a:gd name="T91" fmla="*/ 44 h 127"/>
                  <a:gd name="T92" fmla="*/ 35 w 82"/>
                  <a:gd name="T93" fmla="*/ 39 h 127"/>
                  <a:gd name="T94" fmla="*/ 31 w 82"/>
                  <a:gd name="T95" fmla="*/ 36 h 127"/>
                  <a:gd name="T96" fmla="*/ 30 w 82"/>
                  <a:gd name="T97" fmla="*/ 32 h 127"/>
                  <a:gd name="T98" fmla="*/ 26 w 82"/>
                  <a:gd name="T99" fmla="*/ 24 h 127"/>
                  <a:gd name="T100" fmla="*/ 25 w 82"/>
                  <a:gd name="T101" fmla="*/ 21 h 127"/>
                  <a:gd name="T102" fmla="*/ 15 w 82"/>
                  <a:gd name="T103" fmla="*/ 15 h 127"/>
                  <a:gd name="T104" fmla="*/ 13 w 82"/>
                  <a:gd name="T105" fmla="*/ 13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82" h="127">
                    <a:moveTo>
                      <a:pt x="1" y="12"/>
                    </a:moveTo>
                    <a:cubicBezTo>
                      <a:pt x="2" y="13"/>
                      <a:pt x="4" y="14"/>
                      <a:pt x="3" y="15"/>
                    </a:cubicBezTo>
                    <a:cubicBezTo>
                      <a:pt x="6" y="19"/>
                      <a:pt x="4" y="25"/>
                      <a:pt x="8" y="28"/>
                    </a:cubicBezTo>
                    <a:cubicBezTo>
                      <a:pt x="9" y="27"/>
                      <a:pt x="10" y="27"/>
                      <a:pt x="10" y="27"/>
                    </a:cubicBezTo>
                    <a:cubicBezTo>
                      <a:pt x="10" y="27"/>
                      <a:pt x="10" y="27"/>
                      <a:pt x="10" y="27"/>
                    </a:cubicBezTo>
                    <a:cubicBezTo>
                      <a:pt x="11" y="27"/>
                      <a:pt x="11" y="27"/>
                      <a:pt x="11" y="27"/>
                    </a:cubicBezTo>
                    <a:cubicBezTo>
                      <a:pt x="11" y="27"/>
                      <a:pt x="10" y="28"/>
                      <a:pt x="9" y="28"/>
                    </a:cubicBezTo>
                    <a:cubicBezTo>
                      <a:pt x="10" y="29"/>
                      <a:pt x="12" y="30"/>
                      <a:pt x="12" y="32"/>
                    </a:cubicBezTo>
                    <a:cubicBezTo>
                      <a:pt x="14" y="31"/>
                      <a:pt x="13" y="33"/>
                      <a:pt x="15" y="32"/>
                    </a:cubicBezTo>
                    <a:cubicBezTo>
                      <a:pt x="14" y="32"/>
                      <a:pt x="14" y="32"/>
                      <a:pt x="14" y="32"/>
                    </a:cubicBezTo>
                    <a:cubicBezTo>
                      <a:pt x="15" y="33"/>
                      <a:pt x="15" y="33"/>
                      <a:pt x="13" y="35"/>
                    </a:cubicBezTo>
                    <a:cubicBezTo>
                      <a:pt x="14" y="40"/>
                      <a:pt x="18" y="43"/>
                      <a:pt x="20" y="47"/>
                    </a:cubicBezTo>
                    <a:cubicBezTo>
                      <a:pt x="22" y="50"/>
                      <a:pt x="26" y="53"/>
                      <a:pt x="29" y="57"/>
                    </a:cubicBezTo>
                    <a:cubicBezTo>
                      <a:pt x="32" y="56"/>
                      <a:pt x="31" y="57"/>
                      <a:pt x="34" y="56"/>
                    </a:cubicBezTo>
                    <a:cubicBezTo>
                      <a:pt x="33" y="57"/>
                      <a:pt x="33" y="57"/>
                      <a:pt x="33" y="57"/>
                    </a:cubicBezTo>
                    <a:cubicBezTo>
                      <a:pt x="35" y="57"/>
                      <a:pt x="34" y="58"/>
                      <a:pt x="33" y="59"/>
                    </a:cubicBezTo>
                    <a:cubicBezTo>
                      <a:pt x="34" y="59"/>
                      <a:pt x="33" y="59"/>
                      <a:pt x="35" y="58"/>
                    </a:cubicBezTo>
                    <a:cubicBezTo>
                      <a:pt x="37" y="58"/>
                      <a:pt x="33" y="60"/>
                      <a:pt x="34" y="60"/>
                    </a:cubicBezTo>
                    <a:cubicBezTo>
                      <a:pt x="33" y="60"/>
                      <a:pt x="35" y="59"/>
                      <a:pt x="35" y="60"/>
                    </a:cubicBezTo>
                    <a:cubicBezTo>
                      <a:pt x="37" y="60"/>
                      <a:pt x="33" y="60"/>
                      <a:pt x="32" y="62"/>
                    </a:cubicBezTo>
                    <a:cubicBezTo>
                      <a:pt x="34" y="64"/>
                      <a:pt x="37" y="65"/>
                      <a:pt x="37" y="67"/>
                    </a:cubicBezTo>
                    <a:cubicBezTo>
                      <a:pt x="37" y="67"/>
                      <a:pt x="38" y="66"/>
                      <a:pt x="38" y="66"/>
                    </a:cubicBezTo>
                    <a:cubicBezTo>
                      <a:pt x="35" y="68"/>
                      <a:pt x="39" y="66"/>
                      <a:pt x="38" y="67"/>
                    </a:cubicBezTo>
                    <a:cubicBezTo>
                      <a:pt x="37" y="68"/>
                      <a:pt x="37" y="68"/>
                      <a:pt x="37" y="68"/>
                    </a:cubicBezTo>
                    <a:cubicBezTo>
                      <a:pt x="36" y="69"/>
                      <a:pt x="39" y="69"/>
                      <a:pt x="38" y="70"/>
                    </a:cubicBezTo>
                    <a:cubicBezTo>
                      <a:pt x="39" y="70"/>
                      <a:pt x="37" y="72"/>
                      <a:pt x="39" y="72"/>
                    </a:cubicBezTo>
                    <a:cubicBezTo>
                      <a:pt x="38" y="72"/>
                      <a:pt x="38" y="73"/>
                      <a:pt x="38" y="73"/>
                    </a:cubicBezTo>
                    <a:cubicBezTo>
                      <a:pt x="41" y="72"/>
                      <a:pt x="37" y="75"/>
                      <a:pt x="40" y="74"/>
                    </a:cubicBezTo>
                    <a:cubicBezTo>
                      <a:pt x="39" y="75"/>
                      <a:pt x="39" y="75"/>
                      <a:pt x="39" y="75"/>
                    </a:cubicBezTo>
                    <a:cubicBezTo>
                      <a:pt x="41" y="76"/>
                      <a:pt x="41" y="79"/>
                      <a:pt x="43" y="80"/>
                    </a:cubicBezTo>
                    <a:cubicBezTo>
                      <a:pt x="44" y="81"/>
                      <a:pt x="42" y="84"/>
                      <a:pt x="44" y="84"/>
                    </a:cubicBezTo>
                    <a:cubicBezTo>
                      <a:pt x="46" y="84"/>
                      <a:pt x="46" y="84"/>
                      <a:pt x="46" y="84"/>
                    </a:cubicBezTo>
                    <a:cubicBezTo>
                      <a:pt x="46" y="84"/>
                      <a:pt x="45" y="84"/>
                      <a:pt x="44" y="84"/>
                    </a:cubicBezTo>
                    <a:cubicBezTo>
                      <a:pt x="46" y="84"/>
                      <a:pt x="45" y="86"/>
                      <a:pt x="45" y="87"/>
                    </a:cubicBezTo>
                    <a:cubicBezTo>
                      <a:pt x="46" y="87"/>
                      <a:pt x="46" y="87"/>
                      <a:pt x="47" y="86"/>
                    </a:cubicBezTo>
                    <a:cubicBezTo>
                      <a:pt x="45" y="88"/>
                      <a:pt x="48" y="88"/>
                      <a:pt x="47" y="89"/>
                    </a:cubicBezTo>
                    <a:cubicBezTo>
                      <a:pt x="50" y="88"/>
                      <a:pt x="49" y="89"/>
                      <a:pt x="50" y="89"/>
                    </a:cubicBezTo>
                    <a:cubicBezTo>
                      <a:pt x="50" y="89"/>
                      <a:pt x="49" y="90"/>
                      <a:pt x="48" y="90"/>
                    </a:cubicBezTo>
                    <a:cubicBezTo>
                      <a:pt x="49" y="91"/>
                      <a:pt x="49" y="91"/>
                      <a:pt x="49" y="92"/>
                    </a:cubicBezTo>
                    <a:cubicBezTo>
                      <a:pt x="49" y="92"/>
                      <a:pt x="51" y="92"/>
                      <a:pt x="51" y="92"/>
                    </a:cubicBezTo>
                    <a:cubicBezTo>
                      <a:pt x="49" y="93"/>
                      <a:pt x="51" y="93"/>
                      <a:pt x="50" y="94"/>
                    </a:cubicBezTo>
                    <a:cubicBezTo>
                      <a:pt x="52" y="93"/>
                      <a:pt x="54" y="93"/>
                      <a:pt x="53" y="94"/>
                    </a:cubicBezTo>
                    <a:cubicBezTo>
                      <a:pt x="51" y="95"/>
                      <a:pt x="51" y="95"/>
                      <a:pt x="51" y="95"/>
                    </a:cubicBezTo>
                    <a:cubicBezTo>
                      <a:pt x="53" y="95"/>
                      <a:pt x="51" y="98"/>
                      <a:pt x="55" y="99"/>
                    </a:cubicBezTo>
                    <a:cubicBezTo>
                      <a:pt x="53" y="99"/>
                      <a:pt x="53" y="99"/>
                      <a:pt x="53" y="99"/>
                    </a:cubicBezTo>
                    <a:cubicBezTo>
                      <a:pt x="56" y="100"/>
                      <a:pt x="54" y="103"/>
                      <a:pt x="58" y="103"/>
                    </a:cubicBezTo>
                    <a:cubicBezTo>
                      <a:pt x="57" y="104"/>
                      <a:pt x="56" y="105"/>
                      <a:pt x="57" y="105"/>
                    </a:cubicBezTo>
                    <a:cubicBezTo>
                      <a:pt x="58" y="105"/>
                      <a:pt x="58" y="106"/>
                      <a:pt x="60" y="105"/>
                    </a:cubicBezTo>
                    <a:cubicBezTo>
                      <a:pt x="61" y="106"/>
                      <a:pt x="59" y="106"/>
                      <a:pt x="59" y="106"/>
                    </a:cubicBezTo>
                    <a:cubicBezTo>
                      <a:pt x="59" y="107"/>
                      <a:pt x="57" y="108"/>
                      <a:pt x="59" y="108"/>
                    </a:cubicBezTo>
                    <a:cubicBezTo>
                      <a:pt x="58" y="109"/>
                      <a:pt x="58" y="109"/>
                      <a:pt x="58" y="109"/>
                    </a:cubicBezTo>
                    <a:cubicBezTo>
                      <a:pt x="59" y="109"/>
                      <a:pt x="61" y="109"/>
                      <a:pt x="60" y="110"/>
                    </a:cubicBezTo>
                    <a:cubicBezTo>
                      <a:pt x="61" y="110"/>
                      <a:pt x="62" y="111"/>
                      <a:pt x="64" y="110"/>
                    </a:cubicBezTo>
                    <a:cubicBezTo>
                      <a:pt x="64" y="110"/>
                      <a:pt x="61" y="111"/>
                      <a:pt x="63" y="111"/>
                    </a:cubicBezTo>
                    <a:cubicBezTo>
                      <a:pt x="61" y="111"/>
                      <a:pt x="61" y="111"/>
                      <a:pt x="61" y="111"/>
                    </a:cubicBezTo>
                    <a:cubicBezTo>
                      <a:pt x="61" y="113"/>
                      <a:pt x="62" y="114"/>
                      <a:pt x="63" y="115"/>
                    </a:cubicBezTo>
                    <a:cubicBezTo>
                      <a:pt x="61" y="116"/>
                      <a:pt x="64" y="116"/>
                      <a:pt x="62" y="117"/>
                    </a:cubicBezTo>
                    <a:cubicBezTo>
                      <a:pt x="64" y="118"/>
                      <a:pt x="62" y="119"/>
                      <a:pt x="65" y="119"/>
                    </a:cubicBezTo>
                    <a:cubicBezTo>
                      <a:pt x="64" y="119"/>
                      <a:pt x="64" y="119"/>
                      <a:pt x="64" y="119"/>
                    </a:cubicBezTo>
                    <a:cubicBezTo>
                      <a:pt x="64" y="120"/>
                      <a:pt x="64" y="121"/>
                      <a:pt x="63" y="121"/>
                    </a:cubicBezTo>
                    <a:cubicBezTo>
                      <a:pt x="63" y="122"/>
                      <a:pt x="65" y="122"/>
                      <a:pt x="66" y="122"/>
                    </a:cubicBezTo>
                    <a:cubicBezTo>
                      <a:pt x="64" y="122"/>
                      <a:pt x="64" y="122"/>
                      <a:pt x="64" y="122"/>
                    </a:cubicBezTo>
                    <a:cubicBezTo>
                      <a:pt x="65" y="123"/>
                      <a:pt x="67" y="123"/>
                      <a:pt x="69" y="123"/>
                    </a:cubicBezTo>
                    <a:cubicBezTo>
                      <a:pt x="68" y="123"/>
                      <a:pt x="69" y="123"/>
                      <a:pt x="68" y="124"/>
                    </a:cubicBezTo>
                    <a:cubicBezTo>
                      <a:pt x="67" y="123"/>
                      <a:pt x="66" y="123"/>
                      <a:pt x="64" y="123"/>
                    </a:cubicBezTo>
                    <a:cubicBezTo>
                      <a:pt x="63" y="123"/>
                      <a:pt x="67" y="124"/>
                      <a:pt x="65" y="124"/>
                    </a:cubicBezTo>
                    <a:cubicBezTo>
                      <a:pt x="64" y="125"/>
                      <a:pt x="65" y="125"/>
                      <a:pt x="67" y="125"/>
                    </a:cubicBezTo>
                    <a:cubicBezTo>
                      <a:pt x="66" y="125"/>
                      <a:pt x="66" y="125"/>
                      <a:pt x="65" y="125"/>
                    </a:cubicBezTo>
                    <a:cubicBezTo>
                      <a:pt x="65" y="126"/>
                      <a:pt x="65" y="126"/>
                      <a:pt x="66" y="126"/>
                    </a:cubicBezTo>
                    <a:cubicBezTo>
                      <a:pt x="66" y="126"/>
                      <a:pt x="66" y="126"/>
                      <a:pt x="66" y="126"/>
                    </a:cubicBezTo>
                    <a:cubicBezTo>
                      <a:pt x="67" y="126"/>
                      <a:pt x="67" y="126"/>
                      <a:pt x="69" y="126"/>
                    </a:cubicBezTo>
                    <a:cubicBezTo>
                      <a:pt x="69" y="126"/>
                      <a:pt x="68" y="126"/>
                      <a:pt x="69" y="126"/>
                    </a:cubicBezTo>
                    <a:cubicBezTo>
                      <a:pt x="70" y="126"/>
                      <a:pt x="71" y="126"/>
                      <a:pt x="69" y="126"/>
                    </a:cubicBezTo>
                    <a:cubicBezTo>
                      <a:pt x="68" y="127"/>
                      <a:pt x="67" y="126"/>
                      <a:pt x="66" y="126"/>
                    </a:cubicBezTo>
                    <a:cubicBezTo>
                      <a:pt x="70" y="127"/>
                      <a:pt x="70" y="127"/>
                      <a:pt x="70" y="127"/>
                    </a:cubicBezTo>
                    <a:cubicBezTo>
                      <a:pt x="69" y="127"/>
                      <a:pt x="69" y="127"/>
                      <a:pt x="71" y="127"/>
                    </a:cubicBezTo>
                    <a:cubicBezTo>
                      <a:pt x="70" y="126"/>
                      <a:pt x="70" y="126"/>
                      <a:pt x="70" y="126"/>
                    </a:cubicBezTo>
                    <a:cubicBezTo>
                      <a:pt x="72" y="126"/>
                      <a:pt x="72" y="126"/>
                      <a:pt x="72" y="126"/>
                    </a:cubicBezTo>
                    <a:cubicBezTo>
                      <a:pt x="71" y="126"/>
                      <a:pt x="72" y="125"/>
                      <a:pt x="71" y="125"/>
                    </a:cubicBezTo>
                    <a:cubicBezTo>
                      <a:pt x="70" y="125"/>
                      <a:pt x="70" y="125"/>
                      <a:pt x="70" y="125"/>
                    </a:cubicBezTo>
                    <a:cubicBezTo>
                      <a:pt x="69" y="125"/>
                      <a:pt x="67" y="124"/>
                      <a:pt x="69" y="124"/>
                    </a:cubicBezTo>
                    <a:cubicBezTo>
                      <a:pt x="71" y="124"/>
                      <a:pt x="71" y="124"/>
                      <a:pt x="71" y="124"/>
                    </a:cubicBezTo>
                    <a:cubicBezTo>
                      <a:pt x="71" y="124"/>
                      <a:pt x="70" y="124"/>
                      <a:pt x="71" y="123"/>
                    </a:cubicBezTo>
                    <a:cubicBezTo>
                      <a:pt x="73" y="123"/>
                      <a:pt x="73" y="123"/>
                      <a:pt x="73" y="123"/>
                    </a:cubicBezTo>
                    <a:cubicBezTo>
                      <a:pt x="70" y="124"/>
                      <a:pt x="72" y="122"/>
                      <a:pt x="71" y="122"/>
                    </a:cubicBezTo>
                    <a:cubicBezTo>
                      <a:pt x="72" y="122"/>
                      <a:pt x="72" y="122"/>
                      <a:pt x="72" y="122"/>
                    </a:cubicBezTo>
                    <a:cubicBezTo>
                      <a:pt x="73" y="122"/>
                      <a:pt x="70" y="123"/>
                      <a:pt x="70" y="122"/>
                    </a:cubicBezTo>
                    <a:cubicBezTo>
                      <a:pt x="71" y="122"/>
                      <a:pt x="73" y="122"/>
                      <a:pt x="74" y="121"/>
                    </a:cubicBezTo>
                    <a:cubicBezTo>
                      <a:pt x="74" y="121"/>
                      <a:pt x="72" y="120"/>
                      <a:pt x="74" y="119"/>
                    </a:cubicBezTo>
                    <a:cubicBezTo>
                      <a:pt x="73" y="118"/>
                      <a:pt x="72" y="118"/>
                      <a:pt x="71" y="118"/>
                    </a:cubicBezTo>
                    <a:cubicBezTo>
                      <a:pt x="71" y="117"/>
                      <a:pt x="74" y="117"/>
                      <a:pt x="73" y="117"/>
                    </a:cubicBezTo>
                    <a:cubicBezTo>
                      <a:pt x="74" y="117"/>
                      <a:pt x="75" y="117"/>
                      <a:pt x="75" y="116"/>
                    </a:cubicBezTo>
                    <a:cubicBezTo>
                      <a:pt x="74" y="116"/>
                      <a:pt x="75" y="115"/>
                      <a:pt x="73" y="116"/>
                    </a:cubicBezTo>
                    <a:cubicBezTo>
                      <a:pt x="74" y="115"/>
                      <a:pt x="74" y="114"/>
                      <a:pt x="73" y="114"/>
                    </a:cubicBezTo>
                    <a:cubicBezTo>
                      <a:pt x="73" y="114"/>
                      <a:pt x="75" y="114"/>
                      <a:pt x="76" y="113"/>
                    </a:cubicBezTo>
                    <a:cubicBezTo>
                      <a:pt x="74" y="113"/>
                      <a:pt x="73" y="113"/>
                      <a:pt x="73" y="112"/>
                    </a:cubicBezTo>
                    <a:cubicBezTo>
                      <a:pt x="72" y="112"/>
                      <a:pt x="72" y="113"/>
                      <a:pt x="70" y="113"/>
                    </a:cubicBezTo>
                    <a:cubicBezTo>
                      <a:pt x="70" y="113"/>
                      <a:pt x="69" y="113"/>
                      <a:pt x="69" y="113"/>
                    </a:cubicBezTo>
                    <a:cubicBezTo>
                      <a:pt x="71" y="112"/>
                      <a:pt x="74" y="112"/>
                      <a:pt x="74" y="111"/>
                    </a:cubicBezTo>
                    <a:cubicBezTo>
                      <a:pt x="77" y="111"/>
                      <a:pt x="73" y="112"/>
                      <a:pt x="76" y="111"/>
                    </a:cubicBezTo>
                    <a:cubicBezTo>
                      <a:pt x="78" y="111"/>
                      <a:pt x="79" y="112"/>
                      <a:pt x="77" y="113"/>
                    </a:cubicBezTo>
                    <a:cubicBezTo>
                      <a:pt x="80" y="113"/>
                      <a:pt x="78" y="112"/>
                      <a:pt x="80" y="112"/>
                    </a:cubicBezTo>
                    <a:cubicBezTo>
                      <a:pt x="80" y="111"/>
                      <a:pt x="78" y="111"/>
                      <a:pt x="78" y="111"/>
                    </a:cubicBezTo>
                    <a:cubicBezTo>
                      <a:pt x="77" y="111"/>
                      <a:pt x="77" y="111"/>
                      <a:pt x="76" y="111"/>
                    </a:cubicBezTo>
                    <a:cubicBezTo>
                      <a:pt x="73" y="111"/>
                      <a:pt x="77" y="110"/>
                      <a:pt x="77" y="110"/>
                    </a:cubicBezTo>
                    <a:cubicBezTo>
                      <a:pt x="78" y="110"/>
                      <a:pt x="78" y="110"/>
                      <a:pt x="78" y="110"/>
                    </a:cubicBezTo>
                    <a:cubicBezTo>
                      <a:pt x="79" y="109"/>
                      <a:pt x="77" y="110"/>
                      <a:pt x="77" y="109"/>
                    </a:cubicBezTo>
                    <a:cubicBezTo>
                      <a:pt x="80" y="108"/>
                      <a:pt x="78" y="110"/>
                      <a:pt x="80" y="109"/>
                    </a:cubicBezTo>
                    <a:cubicBezTo>
                      <a:pt x="82" y="109"/>
                      <a:pt x="82" y="109"/>
                      <a:pt x="82" y="109"/>
                    </a:cubicBezTo>
                    <a:cubicBezTo>
                      <a:pt x="82" y="108"/>
                      <a:pt x="79" y="109"/>
                      <a:pt x="80" y="108"/>
                    </a:cubicBezTo>
                    <a:cubicBezTo>
                      <a:pt x="81" y="108"/>
                      <a:pt x="81" y="108"/>
                      <a:pt x="81" y="108"/>
                    </a:cubicBezTo>
                    <a:cubicBezTo>
                      <a:pt x="80" y="108"/>
                      <a:pt x="80" y="108"/>
                      <a:pt x="80" y="108"/>
                    </a:cubicBezTo>
                    <a:cubicBezTo>
                      <a:pt x="79" y="108"/>
                      <a:pt x="77" y="108"/>
                      <a:pt x="77" y="109"/>
                    </a:cubicBezTo>
                    <a:cubicBezTo>
                      <a:pt x="74" y="109"/>
                      <a:pt x="77" y="109"/>
                      <a:pt x="76" y="108"/>
                    </a:cubicBezTo>
                    <a:cubicBezTo>
                      <a:pt x="74" y="108"/>
                      <a:pt x="76" y="108"/>
                      <a:pt x="75" y="109"/>
                    </a:cubicBezTo>
                    <a:cubicBezTo>
                      <a:pt x="73" y="109"/>
                      <a:pt x="73" y="109"/>
                      <a:pt x="73" y="108"/>
                    </a:cubicBezTo>
                    <a:cubicBezTo>
                      <a:pt x="72" y="108"/>
                      <a:pt x="74" y="108"/>
                      <a:pt x="75" y="107"/>
                    </a:cubicBezTo>
                    <a:cubicBezTo>
                      <a:pt x="76" y="107"/>
                      <a:pt x="76" y="108"/>
                      <a:pt x="75" y="108"/>
                    </a:cubicBezTo>
                    <a:cubicBezTo>
                      <a:pt x="77" y="108"/>
                      <a:pt x="79" y="107"/>
                      <a:pt x="80" y="107"/>
                    </a:cubicBezTo>
                    <a:cubicBezTo>
                      <a:pt x="81" y="106"/>
                      <a:pt x="79" y="107"/>
                      <a:pt x="78" y="107"/>
                    </a:cubicBezTo>
                    <a:cubicBezTo>
                      <a:pt x="78" y="107"/>
                      <a:pt x="76" y="107"/>
                      <a:pt x="76" y="107"/>
                    </a:cubicBezTo>
                    <a:cubicBezTo>
                      <a:pt x="71" y="107"/>
                      <a:pt x="79" y="106"/>
                      <a:pt x="78" y="105"/>
                    </a:cubicBezTo>
                    <a:cubicBezTo>
                      <a:pt x="75" y="106"/>
                      <a:pt x="74" y="105"/>
                      <a:pt x="70" y="107"/>
                    </a:cubicBezTo>
                    <a:cubicBezTo>
                      <a:pt x="70" y="107"/>
                      <a:pt x="69" y="107"/>
                      <a:pt x="69" y="106"/>
                    </a:cubicBezTo>
                    <a:cubicBezTo>
                      <a:pt x="71" y="106"/>
                      <a:pt x="71" y="106"/>
                      <a:pt x="73" y="105"/>
                    </a:cubicBezTo>
                    <a:cubicBezTo>
                      <a:pt x="73" y="105"/>
                      <a:pt x="73" y="105"/>
                      <a:pt x="73" y="105"/>
                    </a:cubicBezTo>
                    <a:cubicBezTo>
                      <a:pt x="75" y="105"/>
                      <a:pt x="75" y="105"/>
                      <a:pt x="75" y="105"/>
                    </a:cubicBezTo>
                    <a:cubicBezTo>
                      <a:pt x="79" y="103"/>
                      <a:pt x="79" y="103"/>
                      <a:pt x="79" y="103"/>
                    </a:cubicBezTo>
                    <a:cubicBezTo>
                      <a:pt x="78" y="103"/>
                      <a:pt x="77" y="104"/>
                      <a:pt x="76" y="103"/>
                    </a:cubicBezTo>
                    <a:cubicBezTo>
                      <a:pt x="77" y="103"/>
                      <a:pt x="78" y="103"/>
                      <a:pt x="78" y="102"/>
                    </a:cubicBezTo>
                    <a:cubicBezTo>
                      <a:pt x="77" y="103"/>
                      <a:pt x="75" y="103"/>
                      <a:pt x="75" y="103"/>
                    </a:cubicBezTo>
                    <a:cubicBezTo>
                      <a:pt x="74" y="103"/>
                      <a:pt x="76" y="102"/>
                      <a:pt x="77" y="102"/>
                    </a:cubicBezTo>
                    <a:cubicBezTo>
                      <a:pt x="79" y="102"/>
                      <a:pt x="79" y="102"/>
                      <a:pt x="79" y="102"/>
                    </a:cubicBezTo>
                    <a:cubicBezTo>
                      <a:pt x="77" y="102"/>
                      <a:pt x="79" y="101"/>
                      <a:pt x="79" y="101"/>
                    </a:cubicBezTo>
                    <a:cubicBezTo>
                      <a:pt x="77" y="101"/>
                      <a:pt x="76" y="102"/>
                      <a:pt x="74" y="102"/>
                    </a:cubicBezTo>
                    <a:cubicBezTo>
                      <a:pt x="74" y="102"/>
                      <a:pt x="75" y="101"/>
                      <a:pt x="75" y="101"/>
                    </a:cubicBezTo>
                    <a:cubicBezTo>
                      <a:pt x="76" y="101"/>
                      <a:pt x="76" y="101"/>
                      <a:pt x="76" y="101"/>
                    </a:cubicBezTo>
                    <a:cubicBezTo>
                      <a:pt x="76" y="101"/>
                      <a:pt x="79" y="100"/>
                      <a:pt x="78" y="100"/>
                    </a:cubicBezTo>
                    <a:cubicBezTo>
                      <a:pt x="77" y="100"/>
                      <a:pt x="77" y="100"/>
                      <a:pt x="77" y="100"/>
                    </a:cubicBezTo>
                    <a:cubicBezTo>
                      <a:pt x="77" y="100"/>
                      <a:pt x="78" y="100"/>
                      <a:pt x="78" y="100"/>
                    </a:cubicBezTo>
                    <a:cubicBezTo>
                      <a:pt x="77" y="100"/>
                      <a:pt x="77" y="99"/>
                      <a:pt x="77" y="99"/>
                    </a:cubicBezTo>
                    <a:cubicBezTo>
                      <a:pt x="78" y="99"/>
                      <a:pt x="78" y="99"/>
                      <a:pt x="78" y="99"/>
                    </a:cubicBezTo>
                    <a:cubicBezTo>
                      <a:pt x="77" y="99"/>
                      <a:pt x="75" y="99"/>
                      <a:pt x="76" y="99"/>
                    </a:cubicBezTo>
                    <a:cubicBezTo>
                      <a:pt x="74" y="100"/>
                      <a:pt x="77" y="99"/>
                      <a:pt x="76" y="100"/>
                    </a:cubicBezTo>
                    <a:cubicBezTo>
                      <a:pt x="74" y="100"/>
                      <a:pt x="74" y="100"/>
                      <a:pt x="73" y="100"/>
                    </a:cubicBezTo>
                    <a:cubicBezTo>
                      <a:pt x="76" y="99"/>
                      <a:pt x="73" y="99"/>
                      <a:pt x="73" y="99"/>
                    </a:cubicBezTo>
                    <a:cubicBezTo>
                      <a:pt x="74" y="98"/>
                      <a:pt x="75" y="98"/>
                      <a:pt x="75" y="98"/>
                    </a:cubicBezTo>
                    <a:cubicBezTo>
                      <a:pt x="73" y="98"/>
                      <a:pt x="73" y="98"/>
                      <a:pt x="73" y="98"/>
                    </a:cubicBezTo>
                    <a:cubicBezTo>
                      <a:pt x="77" y="97"/>
                      <a:pt x="73" y="98"/>
                      <a:pt x="73" y="97"/>
                    </a:cubicBezTo>
                    <a:cubicBezTo>
                      <a:pt x="75" y="97"/>
                      <a:pt x="76" y="96"/>
                      <a:pt x="76" y="96"/>
                    </a:cubicBezTo>
                    <a:cubicBezTo>
                      <a:pt x="74" y="97"/>
                      <a:pt x="73" y="97"/>
                      <a:pt x="71" y="97"/>
                    </a:cubicBezTo>
                    <a:cubicBezTo>
                      <a:pt x="72" y="96"/>
                      <a:pt x="75" y="96"/>
                      <a:pt x="76" y="96"/>
                    </a:cubicBezTo>
                    <a:cubicBezTo>
                      <a:pt x="74" y="96"/>
                      <a:pt x="77" y="94"/>
                      <a:pt x="75" y="95"/>
                    </a:cubicBezTo>
                    <a:cubicBezTo>
                      <a:pt x="74" y="96"/>
                      <a:pt x="73" y="96"/>
                      <a:pt x="72" y="96"/>
                    </a:cubicBezTo>
                    <a:cubicBezTo>
                      <a:pt x="72" y="95"/>
                      <a:pt x="73" y="96"/>
                      <a:pt x="74" y="95"/>
                    </a:cubicBezTo>
                    <a:cubicBezTo>
                      <a:pt x="74" y="95"/>
                      <a:pt x="72" y="95"/>
                      <a:pt x="71" y="96"/>
                    </a:cubicBezTo>
                    <a:cubicBezTo>
                      <a:pt x="71" y="95"/>
                      <a:pt x="69" y="96"/>
                      <a:pt x="70" y="95"/>
                    </a:cubicBezTo>
                    <a:cubicBezTo>
                      <a:pt x="72" y="94"/>
                      <a:pt x="71" y="95"/>
                      <a:pt x="72" y="95"/>
                    </a:cubicBezTo>
                    <a:cubicBezTo>
                      <a:pt x="72" y="94"/>
                      <a:pt x="68" y="96"/>
                      <a:pt x="68" y="95"/>
                    </a:cubicBezTo>
                    <a:cubicBezTo>
                      <a:pt x="67" y="96"/>
                      <a:pt x="64" y="97"/>
                      <a:pt x="63" y="97"/>
                    </a:cubicBezTo>
                    <a:cubicBezTo>
                      <a:pt x="63" y="96"/>
                      <a:pt x="64" y="97"/>
                      <a:pt x="66" y="96"/>
                    </a:cubicBezTo>
                    <a:cubicBezTo>
                      <a:pt x="65" y="95"/>
                      <a:pt x="65" y="95"/>
                      <a:pt x="65" y="95"/>
                    </a:cubicBezTo>
                    <a:cubicBezTo>
                      <a:pt x="68" y="94"/>
                      <a:pt x="70" y="95"/>
                      <a:pt x="72" y="93"/>
                    </a:cubicBezTo>
                    <a:cubicBezTo>
                      <a:pt x="71" y="93"/>
                      <a:pt x="71" y="93"/>
                      <a:pt x="71" y="93"/>
                    </a:cubicBezTo>
                    <a:cubicBezTo>
                      <a:pt x="72" y="93"/>
                      <a:pt x="74" y="93"/>
                      <a:pt x="74" y="92"/>
                    </a:cubicBezTo>
                    <a:cubicBezTo>
                      <a:pt x="72" y="93"/>
                      <a:pt x="74" y="92"/>
                      <a:pt x="73" y="92"/>
                    </a:cubicBezTo>
                    <a:cubicBezTo>
                      <a:pt x="71" y="92"/>
                      <a:pt x="74" y="92"/>
                      <a:pt x="72" y="92"/>
                    </a:cubicBezTo>
                    <a:cubicBezTo>
                      <a:pt x="72" y="92"/>
                      <a:pt x="69" y="93"/>
                      <a:pt x="70" y="92"/>
                    </a:cubicBezTo>
                    <a:cubicBezTo>
                      <a:pt x="73" y="91"/>
                      <a:pt x="73" y="91"/>
                      <a:pt x="73" y="91"/>
                    </a:cubicBezTo>
                    <a:cubicBezTo>
                      <a:pt x="74" y="91"/>
                      <a:pt x="71" y="92"/>
                      <a:pt x="72" y="91"/>
                    </a:cubicBezTo>
                    <a:cubicBezTo>
                      <a:pt x="73" y="91"/>
                      <a:pt x="73" y="91"/>
                      <a:pt x="73" y="91"/>
                    </a:cubicBezTo>
                    <a:cubicBezTo>
                      <a:pt x="72" y="89"/>
                      <a:pt x="72" y="88"/>
                      <a:pt x="67" y="88"/>
                    </a:cubicBezTo>
                    <a:cubicBezTo>
                      <a:pt x="69" y="87"/>
                      <a:pt x="69" y="87"/>
                      <a:pt x="70" y="86"/>
                    </a:cubicBezTo>
                    <a:cubicBezTo>
                      <a:pt x="69" y="86"/>
                      <a:pt x="68" y="86"/>
                      <a:pt x="68" y="86"/>
                    </a:cubicBezTo>
                    <a:cubicBezTo>
                      <a:pt x="69" y="85"/>
                      <a:pt x="69" y="85"/>
                      <a:pt x="69" y="85"/>
                    </a:cubicBezTo>
                    <a:cubicBezTo>
                      <a:pt x="70" y="84"/>
                      <a:pt x="68" y="85"/>
                      <a:pt x="67" y="85"/>
                    </a:cubicBezTo>
                    <a:cubicBezTo>
                      <a:pt x="68" y="84"/>
                      <a:pt x="68" y="84"/>
                      <a:pt x="68" y="84"/>
                    </a:cubicBezTo>
                    <a:cubicBezTo>
                      <a:pt x="69" y="83"/>
                      <a:pt x="67" y="84"/>
                      <a:pt x="67" y="84"/>
                    </a:cubicBezTo>
                    <a:cubicBezTo>
                      <a:pt x="68" y="84"/>
                      <a:pt x="68" y="84"/>
                      <a:pt x="68" y="84"/>
                    </a:cubicBezTo>
                    <a:cubicBezTo>
                      <a:pt x="67" y="84"/>
                      <a:pt x="67" y="84"/>
                      <a:pt x="67" y="84"/>
                    </a:cubicBezTo>
                    <a:cubicBezTo>
                      <a:pt x="66" y="84"/>
                      <a:pt x="66" y="83"/>
                      <a:pt x="68" y="83"/>
                    </a:cubicBezTo>
                    <a:cubicBezTo>
                      <a:pt x="67" y="83"/>
                      <a:pt x="67" y="83"/>
                      <a:pt x="67" y="83"/>
                    </a:cubicBezTo>
                    <a:cubicBezTo>
                      <a:pt x="68" y="82"/>
                      <a:pt x="67" y="81"/>
                      <a:pt x="66" y="81"/>
                    </a:cubicBezTo>
                    <a:cubicBezTo>
                      <a:pt x="66" y="82"/>
                      <a:pt x="65" y="82"/>
                      <a:pt x="64" y="82"/>
                    </a:cubicBezTo>
                    <a:cubicBezTo>
                      <a:pt x="62" y="83"/>
                      <a:pt x="64" y="82"/>
                      <a:pt x="63" y="82"/>
                    </a:cubicBezTo>
                    <a:cubicBezTo>
                      <a:pt x="64" y="82"/>
                      <a:pt x="64" y="81"/>
                      <a:pt x="65" y="81"/>
                    </a:cubicBezTo>
                    <a:cubicBezTo>
                      <a:pt x="68" y="79"/>
                      <a:pt x="65" y="79"/>
                      <a:pt x="65" y="78"/>
                    </a:cubicBezTo>
                    <a:cubicBezTo>
                      <a:pt x="64" y="78"/>
                      <a:pt x="64" y="78"/>
                      <a:pt x="64" y="78"/>
                    </a:cubicBezTo>
                    <a:cubicBezTo>
                      <a:pt x="66" y="77"/>
                      <a:pt x="63" y="77"/>
                      <a:pt x="64" y="76"/>
                    </a:cubicBezTo>
                    <a:cubicBezTo>
                      <a:pt x="63" y="76"/>
                      <a:pt x="60" y="77"/>
                      <a:pt x="60" y="77"/>
                    </a:cubicBezTo>
                    <a:cubicBezTo>
                      <a:pt x="58" y="78"/>
                      <a:pt x="62" y="76"/>
                      <a:pt x="63" y="75"/>
                    </a:cubicBezTo>
                    <a:cubicBezTo>
                      <a:pt x="62" y="75"/>
                      <a:pt x="62" y="75"/>
                      <a:pt x="62" y="75"/>
                    </a:cubicBezTo>
                    <a:cubicBezTo>
                      <a:pt x="62" y="75"/>
                      <a:pt x="62" y="75"/>
                      <a:pt x="62" y="75"/>
                    </a:cubicBezTo>
                    <a:cubicBezTo>
                      <a:pt x="61" y="75"/>
                      <a:pt x="60" y="75"/>
                      <a:pt x="61" y="74"/>
                    </a:cubicBezTo>
                    <a:cubicBezTo>
                      <a:pt x="61" y="74"/>
                      <a:pt x="61" y="74"/>
                      <a:pt x="61" y="74"/>
                    </a:cubicBezTo>
                    <a:cubicBezTo>
                      <a:pt x="61" y="74"/>
                      <a:pt x="62" y="73"/>
                      <a:pt x="62" y="73"/>
                    </a:cubicBezTo>
                    <a:cubicBezTo>
                      <a:pt x="60" y="74"/>
                      <a:pt x="61" y="72"/>
                      <a:pt x="59" y="73"/>
                    </a:cubicBezTo>
                    <a:cubicBezTo>
                      <a:pt x="60" y="73"/>
                      <a:pt x="60" y="73"/>
                      <a:pt x="60" y="73"/>
                    </a:cubicBezTo>
                    <a:cubicBezTo>
                      <a:pt x="59" y="73"/>
                      <a:pt x="59" y="73"/>
                      <a:pt x="59" y="73"/>
                    </a:cubicBezTo>
                    <a:cubicBezTo>
                      <a:pt x="59" y="73"/>
                      <a:pt x="59" y="73"/>
                      <a:pt x="59" y="73"/>
                    </a:cubicBezTo>
                    <a:cubicBezTo>
                      <a:pt x="61" y="72"/>
                      <a:pt x="61" y="72"/>
                      <a:pt x="61" y="72"/>
                    </a:cubicBezTo>
                    <a:cubicBezTo>
                      <a:pt x="62" y="71"/>
                      <a:pt x="60" y="72"/>
                      <a:pt x="59" y="73"/>
                    </a:cubicBezTo>
                    <a:cubicBezTo>
                      <a:pt x="57" y="73"/>
                      <a:pt x="59" y="72"/>
                      <a:pt x="59" y="72"/>
                    </a:cubicBezTo>
                    <a:cubicBezTo>
                      <a:pt x="60" y="71"/>
                      <a:pt x="59" y="72"/>
                      <a:pt x="59" y="72"/>
                    </a:cubicBezTo>
                    <a:cubicBezTo>
                      <a:pt x="61" y="72"/>
                      <a:pt x="60" y="72"/>
                      <a:pt x="61" y="71"/>
                    </a:cubicBezTo>
                    <a:cubicBezTo>
                      <a:pt x="61" y="71"/>
                      <a:pt x="59" y="72"/>
                      <a:pt x="59" y="72"/>
                    </a:cubicBezTo>
                    <a:cubicBezTo>
                      <a:pt x="59" y="71"/>
                      <a:pt x="58" y="71"/>
                      <a:pt x="60" y="70"/>
                    </a:cubicBezTo>
                    <a:cubicBezTo>
                      <a:pt x="59" y="71"/>
                      <a:pt x="59" y="70"/>
                      <a:pt x="58" y="70"/>
                    </a:cubicBezTo>
                    <a:cubicBezTo>
                      <a:pt x="58" y="71"/>
                      <a:pt x="58" y="71"/>
                      <a:pt x="57" y="72"/>
                    </a:cubicBezTo>
                    <a:cubicBezTo>
                      <a:pt x="57" y="72"/>
                      <a:pt x="56" y="72"/>
                      <a:pt x="57" y="71"/>
                    </a:cubicBezTo>
                    <a:cubicBezTo>
                      <a:pt x="57" y="71"/>
                      <a:pt x="57" y="71"/>
                      <a:pt x="57" y="71"/>
                    </a:cubicBezTo>
                    <a:cubicBezTo>
                      <a:pt x="57" y="71"/>
                      <a:pt x="57" y="71"/>
                      <a:pt x="56" y="72"/>
                    </a:cubicBezTo>
                    <a:cubicBezTo>
                      <a:pt x="58" y="70"/>
                      <a:pt x="58" y="70"/>
                      <a:pt x="58" y="70"/>
                    </a:cubicBezTo>
                    <a:cubicBezTo>
                      <a:pt x="56" y="71"/>
                      <a:pt x="56" y="70"/>
                      <a:pt x="56" y="70"/>
                    </a:cubicBezTo>
                    <a:cubicBezTo>
                      <a:pt x="57" y="69"/>
                      <a:pt x="59" y="69"/>
                      <a:pt x="59" y="68"/>
                    </a:cubicBezTo>
                    <a:cubicBezTo>
                      <a:pt x="58" y="68"/>
                      <a:pt x="58" y="68"/>
                      <a:pt x="58" y="68"/>
                    </a:cubicBezTo>
                    <a:cubicBezTo>
                      <a:pt x="57" y="68"/>
                      <a:pt x="58" y="68"/>
                      <a:pt x="59" y="68"/>
                    </a:cubicBezTo>
                    <a:cubicBezTo>
                      <a:pt x="59" y="66"/>
                      <a:pt x="54" y="69"/>
                      <a:pt x="55" y="68"/>
                    </a:cubicBezTo>
                    <a:cubicBezTo>
                      <a:pt x="57" y="67"/>
                      <a:pt x="57" y="67"/>
                      <a:pt x="57" y="66"/>
                    </a:cubicBezTo>
                    <a:cubicBezTo>
                      <a:pt x="56" y="67"/>
                      <a:pt x="56" y="67"/>
                      <a:pt x="56" y="67"/>
                    </a:cubicBezTo>
                    <a:cubicBezTo>
                      <a:pt x="55" y="67"/>
                      <a:pt x="58" y="66"/>
                      <a:pt x="56" y="67"/>
                    </a:cubicBezTo>
                    <a:cubicBezTo>
                      <a:pt x="55" y="68"/>
                      <a:pt x="56" y="67"/>
                      <a:pt x="55" y="67"/>
                    </a:cubicBezTo>
                    <a:cubicBezTo>
                      <a:pt x="59" y="65"/>
                      <a:pt x="55" y="65"/>
                      <a:pt x="57" y="63"/>
                    </a:cubicBezTo>
                    <a:cubicBezTo>
                      <a:pt x="54" y="64"/>
                      <a:pt x="56" y="63"/>
                      <a:pt x="55" y="63"/>
                    </a:cubicBezTo>
                    <a:cubicBezTo>
                      <a:pt x="57" y="62"/>
                      <a:pt x="54" y="63"/>
                      <a:pt x="55" y="62"/>
                    </a:cubicBezTo>
                    <a:cubicBezTo>
                      <a:pt x="53" y="63"/>
                      <a:pt x="53" y="63"/>
                      <a:pt x="53" y="63"/>
                    </a:cubicBezTo>
                    <a:cubicBezTo>
                      <a:pt x="54" y="62"/>
                      <a:pt x="49" y="64"/>
                      <a:pt x="52" y="63"/>
                    </a:cubicBezTo>
                    <a:cubicBezTo>
                      <a:pt x="52" y="62"/>
                      <a:pt x="54" y="62"/>
                      <a:pt x="54" y="62"/>
                    </a:cubicBezTo>
                    <a:cubicBezTo>
                      <a:pt x="56" y="60"/>
                      <a:pt x="51" y="62"/>
                      <a:pt x="54" y="60"/>
                    </a:cubicBezTo>
                    <a:cubicBezTo>
                      <a:pt x="53" y="60"/>
                      <a:pt x="52" y="61"/>
                      <a:pt x="51" y="61"/>
                    </a:cubicBezTo>
                    <a:cubicBezTo>
                      <a:pt x="52" y="61"/>
                      <a:pt x="52" y="59"/>
                      <a:pt x="53" y="59"/>
                    </a:cubicBezTo>
                    <a:cubicBezTo>
                      <a:pt x="52" y="59"/>
                      <a:pt x="52" y="60"/>
                      <a:pt x="52" y="59"/>
                    </a:cubicBezTo>
                    <a:cubicBezTo>
                      <a:pt x="53" y="59"/>
                      <a:pt x="53" y="59"/>
                      <a:pt x="53" y="59"/>
                    </a:cubicBezTo>
                    <a:cubicBezTo>
                      <a:pt x="54" y="58"/>
                      <a:pt x="52" y="58"/>
                      <a:pt x="51" y="58"/>
                    </a:cubicBezTo>
                    <a:cubicBezTo>
                      <a:pt x="53" y="57"/>
                      <a:pt x="52" y="57"/>
                      <a:pt x="52" y="56"/>
                    </a:cubicBezTo>
                    <a:cubicBezTo>
                      <a:pt x="50" y="57"/>
                      <a:pt x="53" y="55"/>
                      <a:pt x="50" y="56"/>
                    </a:cubicBezTo>
                    <a:cubicBezTo>
                      <a:pt x="51" y="56"/>
                      <a:pt x="51" y="56"/>
                      <a:pt x="51" y="56"/>
                    </a:cubicBezTo>
                    <a:cubicBezTo>
                      <a:pt x="50" y="56"/>
                      <a:pt x="48" y="57"/>
                      <a:pt x="48" y="57"/>
                    </a:cubicBezTo>
                    <a:cubicBezTo>
                      <a:pt x="50" y="56"/>
                      <a:pt x="50" y="56"/>
                      <a:pt x="50" y="56"/>
                    </a:cubicBezTo>
                    <a:cubicBezTo>
                      <a:pt x="52" y="54"/>
                      <a:pt x="50" y="55"/>
                      <a:pt x="51" y="54"/>
                    </a:cubicBezTo>
                    <a:cubicBezTo>
                      <a:pt x="49" y="55"/>
                      <a:pt x="51" y="54"/>
                      <a:pt x="49" y="55"/>
                    </a:cubicBezTo>
                    <a:cubicBezTo>
                      <a:pt x="49" y="55"/>
                      <a:pt x="49" y="55"/>
                      <a:pt x="49" y="55"/>
                    </a:cubicBezTo>
                    <a:cubicBezTo>
                      <a:pt x="48" y="55"/>
                      <a:pt x="48" y="55"/>
                      <a:pt x="47" y="55"/>
                    </a:cubicBezTo>
                    <a:cubicBezTo>
                      <a:pt x="47" y="55"/>
                      <a:pt x="49" y="54"/>
                      <a:pt x="49" y="54"/>
                    </a:cubicBezTo>
                    <a:cubicBezTo>
                      <a:pt x="50" y="53"/>
                      <a:pt x="49" y="53"/>
                      <a:pt x="49" y="53"/>
                    </a:cubicBezTo>
                    <a:cubicBezTo>
                      <a:pt x="49" y="53"/>
                      <a:pt x="49" y="53"/>
                      <a:pt x="48" y="53"/>
                    </a:cubicBezTo>
                    <a:cubicBezTo>
                      <a:pt x="48" y="53"/>
                      <a:pt x="48" y="53"/>
                      <a:pt x="48" y="53"/>
                    </a:cubicBezTo>
                    <a:cubicBezTo>
                      <a:pt x="48" y="53"/>
                      <a:pt x="48" y="53"/>
                      <a:pt x="48" y="53"/>
                    </a:cubicBezTo>
                    <a:cubicBezTo>
                      <a:pt x="48" y="53"/>
                      <a:pt x="48" y="53"/>
                      <a:pt x="48" y="53"/>
                    </a:cubicBezTo>
                    <a:cubicBezTo>
                      <a:pt x="48" y="53"/>
                      <a:pt x="48" y="53"/>
                      <a:pt x="49" y="53"/>
                    </a:cubicBezTo>
                    <a:cubicBezTo>
                      <a:pt x="49" y="53"/>
                      <a:pt x="49" y="53"/>
                      <a:pt x="49" y="53"/>
                    </a:cubicBezTo>
                    <a:cubicBezTo>
                      <a:pt x="49" y="53"/>
                      <a:pt x="49" y="53"/>
                      <a:pt x="49" y="53"/>
                    </a:cubicBezTo>
                    <a:cubicBezTo>
                      <a:pt x="49" y="52"/>
                      <a:pt x="49" y="52"/>
                      <a:pt x="49" y="52"/>
                    </a:cubicBezTo>
                    <a:cubicBezTo>
                      <a:pt x="50" y="51"/>
                      <a:pt x="50" y="51"/>
                      <a:pt x="50" y="51"/>
                    </a:cubicBezTo>
                    <a:cubicBezTo>
                      <a:pt x="50" y="51"/>
                      <a:pt x="48" y="52"/>
                      <a:pt x="48" y="52"/>
                    </a:cubicBezTo>
                    <a:cubicBezTo>
                      <a:pt x="49" y="50"/>
                      <a:pt x="46" y="50"/>
                      <a:pt x="46" y="50"/>
                    </a:cubicBezTo>
                    <a:cubicBezTo>
                      <a:pt x="46" y="50"/>
                      <a:pt x="47" y="50"/>
                      <a:pt x="46" y="50"/>
                    </a:cubicBezTo>
                    <a:cubicBezTo>
                      <a:pt x="46" y="50"/>
                      <a:pt x="44" y="50"/>
                      <a:pt x="45" y="50"/>
                    </a:cubicBezTo>
                    <a:cubicBezTo>
                      <a:pt x="45" y="50"/>
                      <a:pt x="46" y="49"/>
                      <a:pt x="46" y="49"/>
                    </a:cubicBezTo>
                    <a:cubicBezTo>
                      <a:pt x="46" y="48"/>
                      <a:pt x="45" y="49"/>
                      <a:pt x="45" y="49"/>
                    </a:cubicBezTo>
                    <a:cubicBezTo>
                      <a:pt x="47" y="47"/>
                      <a:pt x="43" y="49"/>
                      <a:pt x="44" y="47"/>
                    </a:cubicBezTo>
                    <a:cubicBezTo>
                      <a:pt x="44" y="47"/>
                      <a:pt x="45" y="47"/>
                      <a:pt x="45" y="47"/>
                    </a:cubicBezTo>
                    <a:cubicBezTo>
                      <a:pt x="44" y="47"/>
                      <a:pt x="43" y="46"/>
                      <a:pt x="41" y="47"/>
                    </a:cubicBezTo>
                    <a:cubicBezTo>
                      <a:pt x="43" y="46"/>
                      <a:pt x="43" y="46"/>
                      <a:pt x="43" y="46"/>
                    </a:cubicBezTo>
                    <a:cubicBezTo>
                      <a:pt x="43" y="46"/>
                      <a:pt x="42" y="46"/>
                      <a:pt x="41" y="46"/>
                    </a:cubicBezTo>
                    <a:cubicBezTo>
                      <a:pt x="40" y="47"/>
                      <a:pt x="39" y="47"/>
                      <a:pt x="39" y="47"/>
                    </a:cubicBezTo>
                    <a:cubicBezTo>
                      <a:pt x="39" y="47"/>
                      <a:pt x="39" y="47"/>
                      <a:pt x="39" y="47"/>
                    </a:cubicBezTo>
                    <a:cubicBezTo>
                      <a:pt x="38" y="46"/>
                      <a:pt x="38" y="46"/>
                      <a:pt x="38" y="46"/>
                    </a:cubicBezTo>
                    <a:cubicBezTo>
                      <a:pt x="39" y="46"/>
                      <a:pt x="39" y="46"/>
                      <a:pt x="39" y="46"/>
                    </a:cubicBezTo>
                    <a:cubicBezTo>
                      <a:pt x="42" y="44"/>
                      <a:pt x="40" y="44"/>
                      <a:pt x="41" y="44"/>
                    </a:cubicBezTo>
                    <a:cubicBezTo>
                      <a:pt x="39" y="44"/>
                      <a:pt x="39" y="44"/>
                      <a:pt x="39" y="44"/>
                    </a:cubicBezTo>
                    <a:cubicBezTo>
                      <a:pt x="38" y="44"/>
                      <a:pt x="40" y="43"/>
                      <a:pt x="40" y="43"/>
                    </a:cubicBezTo>
                    <a:cubicBezTo>
                      <a:pt x="35" y="45"/>
                      <a:pt x="35" y="45"/>
                      <a:pt x="35" y="45"/>
                    </a:cubicBezTo>
                    <a:cubicBezTo>
                      <a:pt x="36" y="45"/>
                      <a:pt x="37" y="44"/>
                      <a:pt x="38" y="43"/>
                    </a:cubicBezTo>
                    <a:cubicBezTo>
                      <a:pt x="37" y="43"/>
                      <a:pt x="35" y="44"/>
                      <a:pt x="33" y="45"/>
                    </a:cubicBezTo>
                    <a:cubicBezTo>
                      <a:pt x="33" y="44"/>
                      <a:pt x="32" y="44"/>
                      <a:pt x="32" y="44"/>
                    </a:cubicBezTo>
                    <a:cubicBezTo>
                      <a:pt x="33" y="43"/>
                      <a:pt x="32" y="44"/>
                      <a:pt x="33" y="44"/>
                    </a:cubicBezTo>
                    <a:cubicBezTo>
                      <a:pt x="34" y="43"/>
                      <a:pt x="34" y="43"/>
                      <a:pt x="34" y="43"/>
                    </a:cubicBezTo>
                    <a:cubicBezTo>
                      <a:pt x="34" y="43"/>
                      <a:pt x="36" y="41"/>
                      <a:pt x="37" y="41"/>
                    </a:cubicBezTo>
                    <a:cubicBezTo>
                      <a:pt x="36" y="41"/>
                      <a:pt x="36" y="40"/>
                      <a:pt x="36" y="39"/>
                    </a:cubicBezTo>
                    <a:cubicBezTo>
                      <a:pt x="34" y="41"/>
                      <a:pt x="35" y="39"/>
                      <a:pt x="33" y="41"/>
                    </a:cubicBezTo>
                    <a:cubicBezTo>
                      <a:pt x="32" y="40"/>
                      <a:pt x="34" y="39"/>
                      <a:pt x="35" y="39"/>
                    </a:cubicBezTo>
                    <a:cubicBezTo>
                      <a:pt x="33" y="39"/>
                      <a:pt x="34" y="38"/>
                      <a:pt x="33" y="37"/>
                    </a:cubicBezTo>
                    <a:cubicBezTo>
                      <a:pt x="34" y="37"/>
                      <a:pt x="34" y="37"/>
                      <a:pt x="34" y="37"/>
                    </a:cubicBezTo>
                    <a:cubicBezTo>
                      <a:pt x="33" y="37"/>
                      <a:pt x="33" y="36"/>
                      <a:pt x="31" y="37"/>
                    </a:cubicBezTo>
                    <a:cubicBezTo>
                      <a:pt x="32" y="36"/>
                      <a:pt x="32" y="36"/>
                      <a:pt x="32" y="36"/>
                    </a:cubicBezTo>
                    <a:cubicBezTo>
                      <a:pt x="32" y="35"/>
                      <a:pt x="29" y="38"/>
                      <a:pt x="30" y="36"/>
                    </a:cubicBezTo>
                    <a:cubicBezTo>
                      <a:pt x="31" y="36"/>
                      <a:pt x="31" y="36"/>
                      <a:pt x="31" y="36"/>
                    </a:cubicBezTo>
                    <a:cubicBezTo>
                      <a:pt x="30" y="36"/>
                      <a:pt x="32" y="34"/>
                      <a:pt x="30" y="35"/>
                    </a:cubicBezTo>
                    <a:cubicBezTo>
                      <a:pt x="31" y="34"/>
                      <a:pt x="31" y="34"/>
                      <a:pt x="31" y="34"/>
                    </a:cubicBezTo>
                    <a:cubicBezTo>
                      <a:pt x="30" y="34"/>
                      <a:pt x="30" y="34"/>
                      <a:pt x="28" y="34"/>
                    </a:cubicBezTo>
                    <a:cubicBezTo>
                      <a:pt x="30" y="33"/>
                      <a:pt x="30" y="33"/>
                      <a:pt x="30" y="33"/>
                    </a:cubicBezTo>
                    <a:cubicBezTo>
                      <a:pt x="31" y="32"/>
                      <a:pt x="28" y="34"/>
                      <a:pt x="29" y="33"/>
                    </a:cubicBezTo>
                    <a:cubicBezTo>
                      <a:pt x="29" y="33"/>
                      <a:pt x="29" y="32"/>
                      <a:pt x="30" y="32"/>
                    </a:cubicBezTo>
                    <a:cubicBezTo>
                      <a:pt x="28" y="33"/>
                      <a:pt x="28" y="32"/>
                      <a:pt x="28" y="32"/>
                    </a:cubicBezTo>
                    <a:cubicBezTo>
                      <a:pt x="29" y="31"/>
                      <a:pt x="29" y="31"/>
                      <a:pt x="29" y="31"/>
                    </a:cubicBezTo>
                    <a:cubicBezTo>
                      <a:pt x="28" y="29"/>
                      <a:pt x="27" y="27"/>
                      <a:pt x="24" y="26"/>
                    </a:cubicBezTo>
                    <a:cubicBezTo>
                      <a:pt x="26" y="24"/>
                      <a:pt x="26" y="26"/>
                      <a:pt x="27" y="24"/>
                    </a:cubicBezTo>
                    <a:cubicBezTo>
                      <a:pt x="25" y="26"/>
                      <a:pt x="26" y="24"/>
                      <a:pt x="25" y="24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5" y="24"/>
                      <a:pt x="26" y="23"/>
                      <a:pt x="25" y="23"/>
                    </a:cubicBezTo>
                    <a:cubicBezTo>
                      <a:pt x="25" y="24"/>
                      <a:pt x="25" y="24"/>
                      <a:pt x="25" y="24"/>
                    </a:cubicBezTo>
                    <a:cubicBezTo>
                      <a:pt x="24" y="24"/>
                      <a:pt x="27" y="21"/>
                      <a:pt x="25" y="23"/>
                    </a:cubicBezTo>
                    <a:cubicBezTo>
                      <a:pt x="26" y="22"/>
                      <a:pt x="26" y="22"/>
                      <a:pt x="26" y="22"/>
                    </a:cubicBezTo>
                    <a:cubicBezTo>
                      <a:pt x="23" y="23"/>
                      <a:pt x="26" y="21"/>
                      <a:pt x="24" y="22"/>
                    </a:cubicBezTo>
                    <a:cubicBezTo>
                      <a:pt x="25" y="21"/>
                      <a:pt x="25" y="21"/>
                      <a:pt x="25" y="21"/>
                    </a:cubicBezTo>
                    <a:cubicBezTo>
                      <a:pt x="25" y="20"/>
                      <a:pt x="22" y="22"/>
                      <a:pt x="23" y="21"/>
                    </a:cubicBezTo>
                    <a:cubicBezTo>
                      <a:pt x="23" y="20"/>
                      <a:pt x="22" y="20"/>
                      <a:pt x="20" y="21"/>
                    </a:cubicBezTo>
                    <a:cubicBezTo>
                      <a:pt x="23" y="20"/>
                      <a:pt x="23" y="20"/>
                      <a:pt x="23" y="20"/>
                    </a:cubicBezTo>
                    <a:cubicBezTo>
                      <a:pt x="21" y="19"/>
                      <a:pt x="20" y="17"/>
                      <a:pt x="17" y="17"/>
                    </a:cubicBezTo>
                    <a:cubicBezTo>
                      <a:pt x="18" y="16"/>
                      <a:pt x="18" y="16"/>
                      <a:pt x="18" y="16"/>
                    </a:cubicBezTo>
                    <a:cubicBezTo>
                      <a:pt x="16" y="17"/>
                      <a:pt x="19" y="13"/>
                      <a:pt x="15" y="15"/>
                    </a:cubicBezTo>
                    <a:cubicBezTo>
                      <a:pt x="13" y="16"/>
                      <a:pt x="13" y="16"/>
                      <a:pt x="13" y="16"/>
                    </a:cubicBezTo>
                    <a:cubicBezTo>
                      <a:pt x="15" y="14"/>
                      <a:pt x="15" y="14"/>
                      <a:pt x="15" y="14"/>
                    </a:cubicBezTo>
                    <a:cubicBezTo>
                      <a:pt x="14" y="14"/>
                      <a:pt x="15" y="13"/>
                      <a:pt x="13" y="14"/>
                    </a:cubicBezTo>
                    <a:cubicBezTo>
                      <a:pt x="15" y="13"/>
                      <a:pt x="15" y="13"/>
                      <a:pt x="15" y="13"/>
                    </a:cubicBezTo>
                    <a:cubicBezTo>
                      <a:pt x="15" y="13"/>
                      <a:pt x="12" y="14"/>
                      <a:pt x="12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5" y="9"/>
                      <a:pt x="16" y="6"/>
                      <a:pt x="11" y="6"/>
                    </a:cubicBezTo>
                    <a:cubicBezTo>
                      <a:pt x="11" y="6"/>
                      <a:pt x="13" y="4"/>
                      <a:pt x="13" y="4"/>
                    </a:cubicBezTo>
                    <a:cubicBezTo>
                      <a:pt x="9" y="4"/>
                      <a:pt x="13" y="0"/>
                      <a:pt x="7" y="1"/>
                    </a:cubicBezTo>
                    <a:cubicBezTo>
                      <a:pt x="6" y="0"/>
                      <a:pt x="0" y="2"/>
                      <a:pt x="0" y="2"/>
                    </a:cubicBezTo>
                    <a:cubicBezTo>
                      <a:pt x="3" y="4"/>
                      <a:pt x="3" y="8"/>
                      <a:pt x="1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53" name="Freeform 128"/>
              <p:cNvSpPr/>
              <p:nvPr>
                <p:custDataLst>
                  <p:tags r:id="rId374"/>
                </p:custDataLst>
              </p:nvPr>
            </p:nvSpPr>
            <p:spPr bwMode="auto">
              <a:xfrm>
                <a:off x="3538" y="1526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54" name="Freeform 129"/>
              <p:cNvSpPr/>
              <p:nvPr>
                <p:custDataLst>
                  <p:tags r:id="rId375"/>
                </p:custDataLst>
              </p:nvPr>
            </p:nvSpPr>
            <p:spPr bwMode="auto">
              <a:xfrm>
                <a:off x="3460" y="1407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55" name="Freeform 130"/>
              <p:cNvSpPr/>
              <p:nvPr>
                <p:custDataLst>
                  <p:tags r:id="rId376"/>
                </p:custDataLst>
              </p:nvPr>
            </p:nvSpPr>
            <p:spPr bwMode="auto">
              <a:xfrm>
                <a:off x="3445" y="1392"/>
                <a:ext cx="4" cy="2"/>
              </a:xfrm>
              <a:custGeom>
                <a:avLst/>
                <a:gdLst>
                  <a:gd name="T0" fmla="*/ 4 w 4"/>
                  <a:gd name="T1" fmla="*/ 0 h 2"/>
                  <a:gd name="T2" fmla="*/ 4 w 4"/>
                  <a:gd name="T3" fmla="*/ 0 h 2"/>
                  <a:gd name="T4" fmla="*/ 0 w 4"/>
                  <a:gd name="T5" fmla="*/ 2 h 2"/>
                  <a:gd name="T6" fmla="*/ 4 w 4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lnTo>
                      <a:pt x="4" y="0"/>
                    </a:lnTo>
                    <a:lnTo>
                      <a:pt x="0" y="2"/>
                    </a:lnTo>
                    <a:lnTo>
                      <a:pt x="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56" name="Freeform 131"/>
              <p:cNvSpPr/>
              <p:nvPr>
                <p:custDataLst>
                  <p:tags r:id="rId377"/>
                </p:custDataLst>
              </p:nvPr>
            </p:nvSpPr>
            <p:spPr bwMode="auto">
              <a:xfrm>
                <a:off x="3468" y="1405"/>
                <a:ext cx="4" cy="0"/>
              </a:xfrm>
              <a:custGeom>
                <a:avLst/>
                <a:gdLst>
                  <a:gd name="T0" fmla="*/ 2 w 2"/>
                  <a:gd name="T1" fmla="*/ 1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2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57" name="Freeform 132"/>
              <p:cNvSpPr/>
              <p:nvPr>
                <p:custDataLst>
                  <p:tags r:id="rId378"/>
                </p:custDataLst>
              </p:nvPr>
            </p:nvSpPr>
            <p:spPr bwMode="auto">
              <a:xfrm>
                <a:off x="3515" y="157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58" name="Freeform 133"/>
              <p:cNvSpPr/>
              <p:nvPr>
                <p:custDataLst>
                  <p:tags r:id="rId379"/>
                </p:custDataLst>
              </p:nvPr>
            </p:nvSpPr>
            <p:spPr bwMode="auto">
              <a:xfrm>
                <a:off x="3470" y="1407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59" name="Freeform 134"/>
              <p:cNvSpPr/>
              <p:nvPr>
                <p:custDataLst>
                  <p:tags r:id="rId380"/>
                </p:custDataLst>
              </p:nvPr>
            </p:nvSpPr>
            <p:spPr bwMode="auto">
              <a:xfrm>
                <a:off x="3462" y="1407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60" name="Freeform 135"/>
              <p:cNvSpPr/>
              <p:nvPr>
                <p:custDataLst>
                  <p:tags r:id="rId381"/>
                </p:custDataLst>
              </p:nvPr>
            </p:nvSpPr>
            <p:spPr bwMode="auto">
              <a:xfrm>
                <a:off x="3909" y="1416"/>
                <a:ext cx="11" cy="2"/>
              </a:xfrm>
              <a:custGeom>
                <a:avLst/>
                <a:gdLst>
                  <a:gd name="T0" fmla="*/ 1 w 5"/>
                  <a:gd name="T1" fmla="*/ 1 h 1"/>
                  <a:gd name="T2" fmla="*/ 0 w 5"/>
                  <a:gd name="T3" fmla="*/ 1 h 1"/>
                  <a:gd name="T4" fmla="*/ 2 w 5"/>
                  <a:gd name="T5" fmla="*/ 1 h 1"/>
                  <a:gd name="T6" fmla="*/ 3 w 5"/>
                  <a:gd name="T7" fmla="*/ 1 h 1"/>
                  <a:gd name="T8" fmla="*/ 5 w 5"/>
                  <a:gd name="T9" fmla="*/ 0 h 1"/>
                  <a:gd name="T10" fmla="*/ 1 w 5"/>
                  <a:gd name="T1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1">
                    <a:moveTo>
                      <a:pt x="1" y="1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3" y="1"/>
                      <a:pt x="4" y="1"/>
                      <a:pt x="3" y="1"/>
                    </a:cubicBezTo>
                    <a:cubicBezTo>
                      <a:pt x="4" y="0"/>
                      <a:pt x="5" y="0"/>
                      <a:pt x="5" y="0"/>
                    </a:cubicBezTo>
                    <a:cubicBezTo>
                      <a:pt x="4" y="0"/>
                      <a:pt x="2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61" name="Freeform 136"/>
              <p:cNvSpPr/>
              <p:nvPr>
                <p:custDataLst>
                  <p:tags r:id="rId382"/>
                </p:custDataLst>
              </p:nvPr>
            </p:nvSpPr>
            <p:spPr bwMode="auto">
              <a:xfrm>
                <a:off x="4491" y="1382"/>
                <a:ext cx="2" cy="4"/>
              </a:xfrm>
              <a:custGeom>
                <a:avLst/>
                <a:gdLst>
                  <a:gd name="T0" fmla="*/ 1 w 1"/>
                  <a:gd name="T1" fmla="*/ 1 h 2"/>
                  <a:gd name="T2" fmla="*/ 0 w 1"/>
                  <a:gd name="T3" fmla="*/ 1 h 2"/>
                  <a:gd name="T4" fmla="*/ 1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0" y="0"/>
                      <a:pt x="1" y="2"/>
                      <a:pt x="0" y="1"/>
                    </a:cubicBezTo>
                    <a:cubicBezTo>
                      <a:pt x="1" y="2"/>
                      <a:pt x="1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62" name="Freeform 137"/>
              <p:cNvSpPr/>
              <p:nvPr>
                <p:custDataLst>
                  <p:tags r:id="rId383"/>
                </p:custDataLst>
              </p:nvPr>
            </p:nvSpPr>
            <p:spPr bwMode="auto">
              <a:xfrm>
                <a:off x="4368" y="1484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63" name="Freeform 138"/>
              <p:cNvSpPr/>
              <p:nvPr>
                <p:custDataLst>
                  <p:tags r:id="rId384"/>
                </p:custDataLst>
              </p:nvPr>
            </p:nvSpPr>
            <p:spPr bwMode="auto">
              <a:xfrm>
                <a:off x="4504" y="1378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64" name="Freeform 139"/>
              <p:cNvSpPr/>
              <p:nvPr>
                <p:custDataLst>
                  <p:tags r:id="rId385"/>
                </p:custDataLst>
              </p:nvPr>
            </p:nvSpPr>
            <p:spPr bwMode="auto">
              <a:xfrm>
                <a:off x="4506" y="1382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65" name="Freeform 140"/>
              <p:cNvSpPr/>
              <p:nvPr>
                <p:custDataLst>
                  <p:tags r:id="rId386"/>
                </p:custDataLst>
              </p:nvPr>
            </p:nvSpPr>
            <p:spPr bwMode="auto">
              <a:xfrm>
                <a:off x="4368" y="149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66" name="Freeform 141"/>
              <p:cNvSpPr/>
              <p:nvPr>
                <p:custDataLst>
                  <p:tags r:id="rId387"/>
                </p:custDataLst>
              </p:nvPr>
            </p:nvSpPr>
            <p:spPr bwMode="auto">
              <a:xfrm>
                <a:off x="4364" y="1484"/>
                <a:ext cx="2" cy="4"/>
              </a:xfrm>
              <a:custGeom>
                <a:avLst/>
                <a:gdLst>
                  <a:gd name="T0" fmla="*/ 1 w 1"/>
                  <a:gd name="T1" fmla="*/ 1 h 2"/>
                  <a:gd name="T2" fmla="*/ 0 w 1"/>
                  <a:gd name="T3" fmla="*/ 0 h 2"/>
                  <a:gd name="T4" fmla="*/ 1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0" y="0"/>
                      <a:pt x="0" y="0"/>
                    </a:cubicBezTo>
                    <a:cubicBezTo>
                      <a:pt x="0" y="0"/>
                      <a:pt x="1" y="2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67" name="Freeform 142"/>
              <p:cNvSpPr/>
              <p:nvPr>
                <p:custDataLst>
                  <p:tags r:id="rId388"/>
                </p:custDataLst>
              </p:nvPr>
            </p:nvSpPr>
            <p:spPr bwMode="auto">
              <a:xfrm>
                <a:off x="4368" y="1492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68" name="Freeform 143"/>
              <p:cNvSpPr/>
              <p:nvPr>
                <p:custDataLst>
                  <p:tags r:id="rId389"/>
                </p:custDataLst>
              </p:nvPr>
            </p:nvSpPr>
            <p:spPr bwMode="auto">
              <a:xfrm>
                <a:off x="4487" y="1388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0 w 1"/>
                  <a:gd name="T5" fmla="*/ 1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69" name="Freeform 144"/>
              <p:cNvSpPr/>
              <p:nvPr>
                <p:custDataLst>
                  <p:tags r:id="rId390"/>
                </p:custDataLst>
              </p:nvPr>
            </p:nvSpPr>
            <p:spPr bwMode="auto">
              <a:xfrm>
                <a:off x="4514" y="1382"/>
                <a:ext cx="2" cy="4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70" name="Freeform 145"/>
              <p:cNvSpPr/>
              <p:nvPr>
                <p:custDataLst>
                  <p:tags r:id="rId391"/>
                </p:custDataLst>
              </p:nvPr>
            </p:nvSpPr>
            <p:spPr bwMode="auto">
              <a:xfrm>
                <a:off x="4548" y="1397"/>
                <a:ext cx="2" cy="6"/>
              </a:xfrm>
              <a:custGeom>
                <a:avLst/>
                <a:gdLst>
                  <a:gd name="T0" fmla="*/ 0 w 1"/>
                  <a:gd name="T1" fmla="*/ 0 h 3"/>
                  <a:gd name="T2" fmla="*/ 1 w 1"/>
                  <a:gd name="T3" fmla="*/ 3 h 3"/>
                  <a:gd name="T4" fmla="*/ 0 w 1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1" y="2"/>
                      <a:pt x="1" y="3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71" name="Freeform 146"/>
              <p:cNvSpPr/>
              <p:nvPr>
                <p:custDataLst>
                  <p:tags r:id="rId392"/>
                </p:custDataLst>
              </p:nvPr>
            </p:nvSpPr>
            <p:spPr bwMode="auto">
              <a:xfrm>
                <a:off x="4550" y="1399"/>
                <a:ext cx="3" cy="4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1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2"/>
                      <a:pt x="1" y="2"/>
                      <a:pt x="1" y="1"/>
                    </a:cubicBezTo>
                    <a:cubicBezTo>
                      <a:pt x="0" y="0"/>
                      <a:pt x="1" y="1"/>
                      <a:pt x="1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72" name="Freeform 147"/>
              <p:cNvSpPr/>
              <p:nvPr>
                <p:custDataLst>
                  <p:tags r:id="rId393"/>
                </p:custDataLst>
              </p:nvPr>
            </p:nvSpPr>
            <p:spPr bwMode="auto">
              <a:xfrm>
                <a:off x="4521" y="1382"/>
                <a:ext cx="0" cy="4"/>
              </a:xfrm>
              <a:custGeom>
                <a:avLst/>
                <a:gdLst>
                  <a:gd name="T0" fmla="*/ 2 h 2"/>
                  <a:gd name="T1" fmla="*/ 1 h 2"/>
                  <a:gd name="T2" fmla="*/ 1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73" name="Freeform 148"/>
              <p:cNvSpPr/>
              <p:nvPr>
                <p:custDataLst>
                  <p:tags r:id="rId394"/>
                </p:custDataLst>
              </p:nvPr>
            </p:nvSpPr>
            <p:spPr bwMode="auto">
              <a:xfrm>
                <a:off x="4516" y="1378"/>
                <a:ext cx="5" cy="8"/>
              </a:xfrm>
              <a:custGeom>
                <a:avLst/>
                <a:gdLst>
                  <a:gd name="T0" fmla="*/ 2 w 2"/>
                  <a:gd name="T1" fmla="*/ 4 h 4"/>
                  <a:gd name="T2" fmla="*/ 1 w 2"/>
                  <a:gd name="T3" fmla="*/ 2 h 4"/>
                  <a:gd name="T4" fmla="*/ 0 w 2"/>
                  <a:gd name="T5" fmla="*/ 2 h 4"/>
                  <a:gd name="T6" fmla="*/ 0 w 2"/>
                  <a:gd name="T7" fmla="*/ 0 h 4"/>
                  <a:gd name="T8" fmla="*/ 2 w 2"/>
                  <a:gd name="T9" fmla="*/ 4 h 4"/>
                  <a:gd name="T10" fmla="*/ 2 w 2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2" y="3"/>
                      <a:pt x="1" y="3"/>
                      <a:pt x="1" y="2"/>
                    </a:cubicBezTo>
                    <a:cubicBezTo>
                      <a:pt x="1" y="2"/>
                      <a:pt x="0" y="1"/>
                      <a:pt x="0" y="2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1"/>
                      <a:pt x="1" y="3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74" name="Freeform 149"/>
              <p:cNvSpPr/>
              <p:nvPr>
                <p:custDataLst>
                  <p:tags r:id="rId395"/>
                </p:custDataLst>
              </p:nvPr>
            </p:nvSpPr>
            <p:spPr bwMode="auto">
              <a:xfrm>
                <a:off x="4519" y="1380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75" name="Freeform 150"/>
              <p:cNvSpPr/>
              <p:nvPr>
                <p:custDataLst>
                  <p:tags r:id="rId396"/>
                </p:custDataLst>
              </p:nvPr>
            </p:nvSpPr>
            <p:spPr bwMode="auto">
              <a:xfrm>
                <a:off x="3876" y="135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76" name="Freeform 151"/>
              <p:cNvSpPr/>
              <p:nvPr>
                <p:custDataLst>
                  <p:tags r:id="rId397"/>
                </p:custDataLst>
              </p:nvPr>
            </p:nvSpPr>
            <p:spPr bwMode="auto">
              <a:xfrm>
                <a:off x="4465" y="1920"/>
                <a:ext cx="5" cy="0"/>
              </a:xfrm>
              <a:custGeom>
                <a:avLst/>
                <a:gdLst>
                  <a:gd name="T0" fmla="*/ 1 w 2"/>
                  <a:gd name="T1" fmla="*/ 1 w 2"/>
                  <a:gd name="T2" fmla="*/ 1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1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2" y="0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77" name="Freeform 152"/>
              <p:cNvSpPr/>
              <p:nvPr>
                <p:custDataLst>
                  <p:tags r:id="rId398"/>
                </p:custDataLst>
              </p:nvPr>
            </p:nvSpPr>
            <p:spPr bwMode="auto">
              <a:xfrm>
                <a:off x="4468" y="1918"/>
                <a:ext cx="6" cy="5"/>
              </a:xfrm>
              <a:custGeom>
                <a:avLst/>
                <a:gdLst>
                  <a:gd name="T0" fmla="*/ 0 w 3"/>
                  <a:gd name="T1" fmla="*/ 0 h 2"/>
                  <a:gd name="T2" fmla="*/ 3 w 3"/>
                  <a:gd name="T3" fmla="*/ 2 h 2"/>
                  <a:gd name="T4" fmla="*/ 0 w 3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1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78" name="Freeform 153"/>
              <p:cNvSpPr/>
              <p:nvPr>
                <p:custDataLst>
                  <p:tags r:id="rId399"/>
                </p:custDataLst>
              </p:nvPr>
            </p:nvSpPr>
            <p:spPr bwMode="auto">
              <a:xfrm>
                <a:off x="3912" y="1286"/>
                <a:ext cx="4" cy="2"/>
              </a:xfrm>
              <a:custGeom>
                <a:avLst/>
                <a:gdLst>
                  <a:gd name="T0" fmla="*/ 2 w 2"/>
                  <a:gd name="T1" fmla="*/ 0 h 1"/>
                  <a:gd name="T2" fmla="*/ 1 w 2"/>
                  <a:gd name="T3" fmla="*/ 1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2" y="1"/>
                      <a:pt x="0" y="1"/>
                      <a:pt x="1" y="1"/>
                    </a:cubicBezTo>
                    <a:cubicBezTo>
                      <a:pt x="1" y="0"/>
                      <a:pt x="2" y="1"/>
                      <a:pt x="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79" name="Freeform 154"/>
              <p:cNvSpPr/>
              <p:nvPr>
                <p:custDataLst>
                  <p:tags r:id="rId400"/>
                </p:custDataLst>
              </p:nvPr>
            </p:nvSpPr>
            <p:spPr bwMode="auto">
              <a:xfrm>
                <a:off x="3876" y="132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80" name="Rectangle 155"/>
              <p:cNvSpPr>
                <a:spLocks noChangeArrowheads="1"/>
              </p:cNvSpPr>
              <p:nvPr>
                <p:custDataLst>
                  <p:tags r:id="rId401"/>
                </p:custDataLst>
              </p:nvPr>
            </p:nvSpPr>
            <p:spPr bwMode="auto">
              <a:xfrm>
                <a:off x="4402" y="1454"/>
                <a:ext cx="1" cy="2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81" name="Freeform 156"/>
              <p:cNvSpPr/>
              <p:nvPr>
                <p:custDataLst>
                  <p:tags r:id="rId402"/>
                </p:custDataLst>
              </p:nvPr>
            </p:nvSpPr>
            <p:spPr bwMode="auto">
              <a:xfrm>
                <a:off x="4546" y="1401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82" name="Freeform 157"/>
              <p:cNvSpPr/>
              <p:nvPr>
                <p:custDataLst>
                  <p:tags r:id="rId403"/>
                </p:custDataLst>
              </p:nvPr>
            </p:nvSpPr>
            <p:spPr bwMode="auto">
              <a:xfrm>
                <a:off x="3914" y="129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83" name="Freeform 158"/>
              <p:cNvSpPr/>
              <p:nvPr>
                <p:custDataLst>
                  <p:tags r:id="rId404"/>
                </p:custDataLst>
              </p:nvPr>
            </p:nvSpPr>
            <p:spPr bwMode="auto">
              <a:xfrm>
                <a:off x="4423" y="148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84" name="Freeform 159"/>
              <p:cNvSpPr/>
              <p:nvPr>
                <p:custDataLst>
                  <p:tags r:id="rId405"/>
                </p:custDataLst>
              </p:nvPr>
            </p:nvSpPr>
            <p:spPr bwMode="auto">
              <a:xfrm>
                <a:off x="4465" y="1456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85" name="Freeform 160"/>
              <p:cNvSpPr/>
              <p:nvPr>
                <p:custDataLst>
                  <p:tags r:id="rId406"/>
                </p:custDataLst>
              </p:nvPr>
            </p:nvSpPr>
            <p:spPr bwMode="auto">
              <a:xfrm>
                <a:off x="4355" y="1509"/>
                <a:ext cx="4" cy="4"/>
              </a:xfrm>
              <a:custGeom>
                <a:avLst/>
                <a:gdLst>
                  <a:gd name="T0" fmla="*/ 0 w 4"/>
                  <a:gd name="T1" fmla="*/ 0 h 4"/>
                  <a:gd name="T2" fmla="*/ 0 w 4"/>
                  <a:gd name="T3" fmla="*/ 2 h 4"/>
                  <a:gd name="T4" fmla="*/ 4 w 4"/>
                  <a:gd name="T5" fmla="*/ 4 h 4"/>
                  <a:gd name="T6" fmla="*/ 0 w 4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lnTo>
                      <a:pt x="0" y="2"/>
                    </a:lnTo>
                    <a:lnTo>
                      <a:pt x="4" y="4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86" name="Freeform 161"/>
              <p:cNvSpPr/>
              <p:nvPr>
                <p:custDataLst>
                  <p:tags r:id="rId407"/>
                </p:custDataLst>
              </p:nvPr>
            </p:nvSpPr>
            <p:spPr bwMode="auto">
              <a:xfrm>
                <a:off x="4383" y="147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87" name="Freeform 162"/>
              <p:cNvSpPr/>
              <p:nvPr>
                <p:custDataLst>
                  <p:tags r:id="rId408"/>
                </p:custDataLst>
              </p:nvPr>
            </p:nvSpPr>
            <p:spPr bwMode="auto">
              <a:xfrm>
                <a:off x="4287" y="1378"/>
                <a:ext cx="261" cy="237"/>
              </a:xfrm>
              <a:custGeom>
                <a:avLst/>
                <a:gdLst>
                  <a:gd name="T0" fmla="*/ 27 w 123"/>
                  <a:gd name="T1" fmla="*/ 92 h 112"/>
                  <a:gd name="T2" fmla="*/ 33 w 123"/>
                  <a:gd name="T3" fmla="*/ 85 h 112"/>
                  <a:gd name="T4" fmla="*/ 52 w 123"/>
                  <a:gd name="T5" fmla="*/ 57 h 112"/>
                  <a:gd name="T6" fmla="*/ 61 w 123"/>
                  <a:gd name="T7" fmla="*/ 52 h 112"/>
                  <a:gd name="T8" fmla="*/ 69 w 123"/>
                  <a:gd name="T9" fmla="*/ 49 h 112"/>
                  <a:gd name="T10" fmla="*/ 81 w 123"/>
                  <a:gd name="T11" fmla="*/ 39 h 112"/>
                  <a:gd name="T12" fmla="*/ 89 w 123"/>
                  <a:gd name="T13" fmla="*/ 34 h 112"/>
                  <a:gd name="T14" fmla="*/ 100 w 123"/>
                  <a:gd name="T15" fmla="*/ 25 h 112"/>
                  <a:gd name="T16" fmla="*/ 105 w 123"/>
                  <a:gd name="T17" fmla="*/ 17 h 112"/>
                  <a:gd name="T18" fmla="*/ 115 w 123"/>
                  <a:gd name="T19" fmla="*/ 15 h 112"/>
                  <a:gd name="T20" fmla="*/ 119 w 123"/>
                  <a:gd name="T21" fmla="*/ 14 h 112"/>
                  <a:gd name="T22" fmla="*/ 121 w 123"/>
                  <a:gd name="T23" fmla="*/ 8 h 112"/>
                  <a:gd name="T24" fmla="*/ 122 w 123"/>
                  <a:gd name="T25" fmla="*/ 7 h 112"/>
                  <a:gd name="T26" fmla="*/ 118 w 123"/>
                  <a:gd name="T27" fmla="*/ 7 h 112"/>
                  <a:gd name="T28" fmla="*/ 113 w 123"/>
                  <a:gd name="T29" fmla="*/ 5 h 112"/>
                  <a:gd name="T30" fmla="*/ 107 w 123"/>
                  <a:gd name="T31" fmla="*/ 4 h 112"/>
                  <a:gd name="T32" fmla="*/ 106 w 123"/>
                  <a:gd name="T33" fmla="*/ 3 h 112"/>
                  <a:gd name="T34" fmla="*/ 102 w 123"/>
                  <a:gd name="T35" fmla="*/ 4 h 112"/>
                  <a:gd name="T36" fmla="*/ 101 w 123"/>
                  <a:gd name="T37" fmla="*/ 4 h 112"/>
                  <a:gd name="T38" fmla="*/ 99 w 123"/>
                  <a:gd name="T39" fmla="*/ 2 h 112"/>
                  <a:gd name="T40" fmla="*/ 98 w 123"/>
                  <a:gd name="T41" fmla="*/ 9 h 112"/>
                  <a:gd name="T42" fmla="*/ 96 w 123"/>
                  <a:gd name="T43" fmla="*/ 8 h 112"/>
                  <a:gd name="T44" fmla="*/ 93 w 123"/>
                  <a:gd name="T45" fmla="*/ 7 h 112"/>
                  <a:gd name="T46" fmla="*/ 91 w 123"/>
                  <a:gd name="T47" fmla="*/ 7 h 112"/>
                  <a:gd name="T48" fmla="*/ 89 w 123"/>
                  <a:gd name="T49" fmla="*/ 10 h 112"/>
                  <a:gd name="T50" fmla="*/ 87 w 123"/>
                  <a:gd name="T51" fmla="*/ 10 h 112"/>
                  <a:gd name="T52" fmla="*/ 89 w 123"/>
                  <a:gd name="T53" fmla="*/ 18 h 112"/>
                  <a:gd name="T54" fmla="*/ 85 w 123"/>
                  <a:gd name="T55" fmla="*/ 12 h 112"/>
                  <a:gd name="T56" fmla="*/ 78 w 123"/>
                  <a:gd name="T57" fmla="*/ 16 h 112"/>
                  <a:gd name="T58" fmla="*/ 75 w 123"/>
                  <a:gd name="T59" fmla="*/ 18 h 112"/>
                  <a:gd name="T60" fmla="*/ 75 w 123"/>
                  <a:gd name="T61" fmla="*/ 24 h 112"/>
                  <a:gd name="T62" fmla="*/ 67 w 123"/>
                  <a:gd name="T63" fmla="*/ 25 h 112"/>
                  <a:gd name="T64" fmla="*/ 65 w 123"/>
                  <a:gd name="T65" fmla="*/ 29 h 112"/>
                  <a:gd name="T66" fmla="*/ 64 w 123"/>
                  <a:gd name="T67" fmla="*/ 29 h 112"/>
                  <a:gd name="T68" fmla="*/ 64 w 123"/>
                  <a:gd name="T69" fmla="*/ 32 h 112"/>
                  <a:gd name="T70" fmla="*/ 60 w 123"/>
                  <a:gd name="T71" fmla="*/ 30 h 112"/>
                  <a:gd name="T72" fmla="*/ 59 w 123"/>
                  <a:gd name="T73" fmla="*/ 34 h 112"/>
                  <a:gd name="T74" fmla="*/ 55 w 123"/>
                  <a:gd name="T75" fmla="*/ 39 h 112"/>
                  <a:gd name="T76" fmla="*/ 50 w 123"/>
                  <a:gd name="T77" fmla="*/ 39 h 112"/>
                  <a:gd name="T78" fmla="*/ 47 w 123"/>
                  <a:gd name="T79" fmla="*/ 43 h 112"/>
                  <a:gd name="T80" fmla="*/ 45 w 123"/>
                  <a:gd name="T81" fmla="*/ 45 h 112"/>
                  <a:gd name="T82" fmla="*/ 44 w 123"/>
                  <a:gd name="T83" fmla="*/ 45 h 112"/>
                  <a:gd name="T84" fmla="*/ 42 w 123"/>
                  <a:gd name="T85" fmla="*/ 48 h 112"/>
                  <a:gd name="T86" fmla="*/ 39 w 123"/>
                  <a:gd name="T87" fmla="*/ 54 h 112"/>
                  <a:gd name="T88" fmla="*/ 38 w 123"/>
                  <a:gd name="T89" fmla="*/ 56 h 112"/>
                  <a:gd name="T90" fmla="*/ 38 w 123"/>
                  <a:gd name="T91" fmla="*/ 63 h 112"/>
                  <a:gd name="T92" fmla="*/ 34 w 123"/>
                  <a:gd name="T93" fmla="*/ 65 h 112"/>
                  <a:gd name="T94" fmla="*/ 30 w 123"/>
                  <a:gd name="T95" fmla="*/ 69 h 112"/>
                  <a:gd name="T96" fmla="*/ 27 w 123"/>
                  <a:gd name="T97" fmla="*/ 71 h 112"/>
                  <a:gd name="T98" fmla="*/ 19 w 123"/>
                  <a:gd name="T99" fmla="*/ 78 h 112"/>
                  <a:gd name="T100" fmla="*/ 17 w 123"/>
                  <a:gd name="T101" fmla="*/ 80 h 112"/>
                  <a:gd name="T102" fmla="*/ 13 w 123"/>
                  <a:gd name="T103" fmla="*/ 88 h 112"/>
                  <a:gd name="T104" fmla="*/ 12 w 123"/>
                  <a:gd name="T105" fmla="*/ 95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23" h="112">
                    <a:moveTo>
                      <a:pt x="9" y="112"/>
                    </a:moveTo>
                    <a:cubicBezTo>
                      <a:pt x="9" y="108"/>
                      <a:pt x="13" y="106"/>
                      <a:pt x="17" y="105"/>
                    </a:cubicBezTo>
                    <a:cubicBezTo>
                      <a:pt x="17" y="104"/>
                      <a:pt x="17" y="102"/>
                      <a:pt x="18" y="102"/>
                    </a:cubicBezTo>
                    <a:cubicBezTo>
                      <a:pt x="20" y="98"/>
                      <a:pt x="27" y="98"/>
                      <a:pt x="28" y="93"/>
                    </a:cubicBezTo>
                    <a:cubicBezTo>
                      <a:pt x="27" y="93"/>
                      <a:pt x="27" y="92"/>
                      <a:pt x="26" y="91"/>
                    </a:cubicBezTo>
                    <a:cubicBezTo>
                      <a:pt x="27" y="92"/>
                      <a:pt x="27" y="92"/>
                      <a:pt x="27" y="92"/>
                    </a:cubicBezTo>
                    <a:cubicBezTo>
                      <a:pt x="26" y="91"/>
                      <a:pt x="26" y="91"/>
                      <a:pt x="26" y="91"/>
                    </a:cubicBezTo>
                    <a:cubicBezTo>
                      <a:pt x="26" y="90"/>
                      <a:pt x="28" y="92"/>
                      <a:pt x="28" y="92"/>
                    </a:cubicBezTo>
                    <a:cubicBezTo>
                      <a:pt x="29" y="91"/>
                      <a:pt x="29" y="89"/>
                      <a:pt x="31" y="88"/>
                    </a:cubicBezTo>
                    <a:cubicBezTo>
                      <a:pt x="29" y="86"/>
                      <a:pt x="31" y="87"/>
                      <a:pt x="29" y="85"/>
                    </a:cubicBezTo>
                    <a:cubicBezTo>
                      <a:pt x="30" y="86"/>
                      <a:pt x="30" y="86"/>
                      <a:pt x="30" y="86"/>
                    </a:cubicBezTo>
                    <a:cubicBezTo>
                      <a:pt x="30" y="84"/>
                      <a:pt x="30" y="84"/>
                      <a:pt x="33" y="85"/>
                    </a:cubicBezTo>
                    <a:cubicBezTo>
                      <a:pt x="38" y="83"/>
                      <a:pt x="40" y="79"/>
                      <a:pt x="43" y="76"/>
                    </a:cubicBezTo>
                    <a:cubicBezTo>
                      <a:pt x="46" y="72"/>
                      <a:pt x="48" y="68"/>
                      <a:pt x="52" y="64"/>
                    </a:cubicBezTo>
                    <a:cubicBezTo>
                      <a:pt x="50" y="61"/>
                      <a:pt x="52" y="61"/>
                      <a:pt x="50" y="59"/>
                    </a:cubicBezTo>
                    <a:cubicBezTo>
                      <a:pt x="51" y="59"/>
                      <a:pt x="51" y="59"/>
                      <a:pt x="51" y="59"/>
                    </a:cubicBezTo>
                    <a:cubicBezTo>
                      <a:pt x="51" y="58"/>
                      <a:pt x="52" y="59"/>
                      <a:pt x="54" y="59"/>
                    </a:cubicBezTo>
                    <a:cubicBezTo>
                      <a:pt x="53" y="58"/>
                      <a:pt x="54" y="59"/>
                      <a:pt x="52" y="57"/>
                    </a:cubicBezTo>
                    <a:cubicBezTo>
                      <a:pt x="51" y="56"/>
                      <a:pt x="55" y="59"/>
                      <a:pt x="54" y="58"/>
                    </a:cubicBezTo>
                    <a:cubicBezTo>
                      <a:pt x="55" y="59"/>
                      <a:pt x="53" y="57"/>
                      <a:pt x="54" y="58"/>
                    </a:cubicBezTo>
                    <a:cubicBezTo>
                      <a:pt x="53" y="55"/>
                      <a:pt x="55" y="59"/>
                      <a:pt x="57" y="59"/>
                    </a:cubicBezTo>
                    <a:cubicBezTo>
                      <a:pt x="58" y="57"/>
                      <a:pt x="58" y="54"/>
                      <a:pt x="61" y="54"/>
                    </a:cubicBezTo>
                    <a:cubicBezTo>
                      <a:pt x="61" y="54"/>
                      <a:pt x="60" y="52"/>
                      <a:pt x="60" y="52"/>
                    </a:cubicBezTo>
                    <a:cubicBezTo>
                      <a:pt x="62" y="55"/>
                      <a:pt x="60" y="51"/>
                      <a:pt x="61" y="52"/>
                    </a:cubicBezTo>
                    <a:cubicBezTo>
                      <a:pt x="62" y="53"/>
                      <a:pt x="62" y="53"/>
                      <a:pt x="62" y="53"/>
                    </a:cubicBezTo>
                    <a:cubicBezTo>
                      <a:pt x="63" y="54"/>
                      <a:pt x="63" y="51"/>
                      <a:pt x="64" y="52"/>
                    </a:cubicBezTo>
                    <a:cubicBezTo>
                      <a:pt x="64" y="50"/>
                      <a:pt x="67" y="52"/>
                      <a:pt x="66" y="50"/>
                    </a:cubicBezTo>
                    <a:cubicBezTo>
                      <a:pt x="67" y="52"/>
                      <a:pt x="67" y="51"/>
                      <a:pt x="68" y="51"/>
                    </a:cubicBezTo>
                    <a:cubicBezTo>
                      <a:pt x="66" y="48"/>
                      <a:pt x="70" y="51"/>
                      <a:pt x="69" y="49"/>
                    </a:cubicBezTo>
                    <a:cubicBezTo>
                      <a:pt x="69" y="49"/>
                      <a:pt x="69" y="49"/>
                      <a:pt x="69" y="49"/>
                    </a:cubicBezTo>
                    <a:cubicBezTo>
                      <a:pt x="71" y="48"/>
                      <a:pt x="73" y="47"/>
                      <a:pt x="74" y="44"/>
                    </a:cubicBezTo>
                    <a:cubicBezTo>
                      <a:pt x="75" y="43"/>
                      <a:pt x="78" y="45"/>
                      <a:pt x="79" y="42"/>
                    </a:cubicBezTo>
                    <a:cubicBezTo>
                      <a:pt x="78" y="41"/>
                      <a:pt x="78" y="41"/>
                      <a:pt x="78" y="41"/>
                    </a:cubicBezTo>
                    <a:cubicBezTo>
                      <a:pt x="78" y="41"/>
                      <a:pt x="79" y="42"/>
                      <a:pt x="79" y="42"/>
                    </a:cubicBezTo>
                    <a:cubicBezTo>
                      <a:pt x="79" y="40"/>
                      <a:pt x="81" y="41"/>
                      <a:pt x="81" y="41"/>
                    </a:cubicBezTo>
                    <a:cubicBezTo>
                      <a:pt x="81" y="40"/>
                      <a:pt x="81" y="40"/>
                      <a:pt x="81" y="39"/>
                    </a:cubicBezTo>
                    <a:cubicBezTo>
                      <a:pt x="83" y="41"/>
                      <a:pt x="82" y="37"/>
                      <a:pt x="84" y="38"/>
                    </a:cubicBezTo>
                    <a:cubicBezTo>
                      <a:pt x="82" y="36"/>
                      <a:pt x="84" y="37"/>
                      <a:pt x="84" y="36"/>
                    </a:cubicBezTo>
                    <a:cubicBezTo>
                      <a:pt x="84" y="36"/>
                      <a:pt x="84" y="36"/>
                      <a:pt x="85" y="37"/>
                    </a:cubicBezTo>
                    <a:cubicBezTo>
                      <a:pt x="85" y="36"/>
                      <a:pt x="85" y="36"/>
                      <a:pt x="87" y="36"/>
                    </a:cubicBezTo>
                    <a:cubicBezTo>
                      <a:pt x="87" y="36"/>
                      <a:pt x="86" y="34"/>
                      <a:pt x="87" y="34"/>
                    </a:cubicBezTo>
                    <a:cubicBezTo>
                      <a:pt x="88" y="36"/>
                      <a:pt x="88" y="34"/>
                      <a:pt x="89" y="34"/>
                    </a:cubicBezTo>
                    <a:cubicBezTo>
                      <a:pt x="87" y="32"/>
                      <a:pt x="87" y="31"/>
                      <a:pt x="88" y="31"/>
                    </a:cubicBezTo>
                    <a:cubicBezTo>
                      <a:pt x="89" y="34"/>
                      <a:pt x="89" y="34"/>
                      <a:pt x="89" y="34"/>
                    </a:cubicBezTo>
                    <a:cubicBezTo>
                      <a:pt x="90" y="31"/>
                      <a:pt x="93" y="33"/>
                      <a:pt x="93" y="29"/>
                    </a:cubicBezTo>
                    <a:cubicBezTo>
                      <a:pt x="94" y="30"/>
                      <a:pt x="94" y="30"/>
                      <a:pt x="94" y="30"/>
                    </a:cubicBezTo>
                    <a:cubicBezTo>
                      <a:pt x="95" y="28"/>
                      <a:pt x="98" y="29"/>
                      <a:pt x="98" y="25"/>
                    </a:cubicBezTo>
                    <a:cubicBezTo>
                      <a:pt x="99" y="25"/>
                      <a:pt x="100" y="26"/>
                      <a:pt x="100" y="25"/>
                    </a:cubicBezTo>
                    <a:cubicBezTo>
                      <a:pt x="100" y="24"/>
                      <a:pt x="101" y="24"/>
                      <a:pt x="100" y="22"/>
                    </a:cubicBezTo>
                    <a:cubicBezTo>
                      <a:pt x="100" y="21"/>
                      <a:pt x="101" y="22"/>
                      <a:pt x="101" y="23"/>
                    </a:cubicBezTo>
                    <a:cubicBezTo>
                      <a:pt x="102" y="23"/>
                      <a:pt x="104" y="25"/>
                      <a:pt x="103" y="22"/>
                    </a:cubicBezTo>
                    <a:cubicBezTo>
                      <a:pt x="104" y="23"/>
                      <a:pt x="104" y="23"/>
                      <a:pt x="104" y="23"/>
                    </a:cubicBezTo>
                    <a:cubicBezTo>
                      <a:pt x="104" y="22"/>
                      <a:pt x="104" y="20"/>
                      <a:pt x="106" y="21"/>
                    </a:cubicBezTo>
                    <a:cubicBezTo>
                      <a:pt x="105" y="19"/>
                      <a:pt x="106" y="19"/>
                      <a:pt x="105" y="17"/>
                    </a:cubicBezTo>
                    <a:cubicBezTo>
                      <a:pt x="105" y="17"/>
                      <a:pt x="106" y="19"/>
                      <a:pt x="106" y="18"/>
                    </a:cubicBezTo>
                    <a:cubicBezTo>
                      <a:pt x="106" y="20"/>
                      <a:pt x="106" y="20"/>
                      <a:pt x="106" y="20"/>
                    </a:cubicBezTo>
                    <a:cubicBezTo>
                      <a:pt x="108" y="20"/>
                      <a:pt x="109" y="18"/>
                      <a:pt x="110" y="16"/>
                    </a:cubicBezTo>
                    <a:cubicBezTo>
                      <a:pt x="112" y="19"/>
                      <a:pt x="112" y="16"/>
                      <a:pt x="113" y="17"/>
                    </a:cubicBezTo>
                    <a:cubicBezTo>
                      <a:pt x="113" y="15"/>
                      <a:pt x="115" y="17"/>
                      <a:pt x="114" y="14"/>
                    </a:cubicBezTo>
                    <a:cubicBezTo>
                      <a:pt x="115" y="15"/>
                      <a:pt x="115" y="15"/>
                      <a:pt x="115" y="15"/>
                    </a:cubicBezTo>
                    <a:cubicBezTo>
                      <a:pt x="115" y="15"/>
                      <a:pt x="116" y="15"/>
                      <a:pt x="117" y="15"/>
                    </a:cubicBezTo>
                    <a:cubicBezTo>
                      <a:pt x="118" y="16"/>
                      <a:pt x="118" y="14"/>
                      <a:pt x="118" y="13"/>
                    </a:cubicBezTo>
                    <a:cubicBezTo>
                      <a:pt x="118" y="14"/>
                      <a:pt x="118" y="14"/>
                      <a:pt x="118" y="14"/>
                    </a:cubicBezTo>
                    <a:cubicBezTo>
                      <a:pt x="118" y="13"/>
                      <a:pt x="118" y="11"/>
                      <a:pt x="118" y="9"/>
                    </a:cubicBezTo>
                    <a:cubicBezTo>
                      <a:pt x="119" y="10"/>
                      <a:pt x="118" y="9"/>
                      <a:pt x="119" y="10"/>
                    </a:cubicBezTo>
                    <a:cubicBezTo>
                      <a:pt x="119" y="11"/>
                      <a:pt x="119" y="13"/>
                      <a:pt x="119" y="14"/>
                    </a:cubicBezTo>
                    <a:cubicBezTo>
                      <a:pt x="120" y="15"/>
                      <a:pt x="119" y="11"/>
                      <a:pt x="120" y="13"/>
                    </a:cubicBezTo>
                    <a:cubicBezTo>
                      <a:pt x="121" y="14"/>
                      <a:pt x="121" y="13"/>
                      <a:pt x="121" y="11"/>
                    </a:cubicBezTo>
                    <a:cubicBezTo>
                      <a:pt x="121" y="12"/>
                      <a:pt x="121" y="12"/>
                      <a:pt x="121" y="13"/>
                    </a:cubicBezTo>
                    <a:cubicBezTo>
                      <a:pt x="122" y="13"/>
                      <a:pt x="122" y="13"/>
                      <a:pt x="122" y="12"/>
                    </a:cubicBezTo>
                    <a:cubicBezTo>
                      <a:pt x="122" y="12"/>
                      <a:pt x="122" y="12"/>
                      <a:pt x="122" y="12"/>
                    </a:cubicBezTo>
                    <a:cubicBezTo>
                      <a:pt x="122" y="10"/>
                      <a:pt x="122" y="10"/>
                      <a:pt x="121" y="8"/>
                    </a:cubicBezTo>
                    <a:cubicBezTo>
                      <a:pt x="121" y="9"/>
                      <a:pt x="121" y="9"/>
                      <a:pt x="121" y="9"/>
                    </a:cubicBezTo>
                    <a:cubicBezTo>
                      <a:pt x="121" y="7"/>
                      <a:pt x="121" y="7"/>
                      <a:pt x="122" y="8"/>
                    </a:cubicBezTo>
                    <a:cubicBezTo>
                      <a:pt x="122" y="10"/>
                      <a:pt x="122" y="11"/>
                      <a:pt x="122" y="11"/>
                    </a:cubicBezTo>
                    <a:cubicBezTo>
                      <a:pt x="123" y="7"/>
                      <a:pt x="123" y="7"/>
                      <a:pt x="123" y="7"/>
                    </a:cubicBezTo>
                    <a:cubicBezTo>
                      <a:pt x="123" y="9"/>
                      <a:pt x="122" y="8"/>
                      <a:pt x="122" y="6"/>
                    </a:cubicBezTo>
                    <a:cubicBezTo>
                      <a:pt x="122" y="7"/>
                      <a:pt x="122" y="7"/>
                      <a:pt x="122" y="7"/>
                    </a:cubicBezTo>
                    <a:cubicBezTo>
                      <a:pt x="122" y="6"/>
                      <a:pt x="122" y="6"/>
                      <a:pt x="122" y="6"/>
                    </a:cubicBezTo>
                    <a:cubicBezTo>
                      <a:pt x="121" y="7"/>
                      <a:pt x="120" y="5"/>
                      <a:pt x="120" y="7"/>
                    </a:cubicBezTo>
                    <a:cubicBezTo>
                      <a:pt x="120" y="8"/>
                      <a:pt x="120" y="8"/>
                      <a:pt x="120" y="8"/>
                    </a:cubicBezTo>
                    <a:cubicBezTo>
                      <a:pt x="120" y="8"/>
                      <a:pt x="120" y="11"/>
                      <a:pt x="119" y="9"/>
                    </a:cubicBezTo>
                    <a:cubicBezTo>
                      <a:pt x="119" y="7"/>
                      <a:pt x="119" y="7"/>
                      <a:pt x="119" y="7"/>
                    </a:cubicBezTo>
                    <a:cubicBezTo>
                      <a:pt x="119" y="7"/>
                      <a:pt x="119" y="8"/>
                      <a:pt x="118" y="7"/>
                    </a:cubicBezTo>
                    <a:cubicBezTo>
                      <a:pt x="118" y="5"/>
                      <a:pt x="118" y="5"/>
                      <a:pt x="118" y="5"/>
                    </a:cubicBezTo>
                    <a:cubicBezTo>
                      <a:pt x="119" y="8"/>
                      <a:pt x="117" y="6"/>
                      <a:pt x="117" y="7"/>
                    </a:cubicBezTo>
                    <a:cubicBezTo>
                      <a:pt x="117" y="6"/>
                      <a:pt x="117" y="6"/>
                      <a:pt x="117" y="6"/>
                    </a:cubicBezTo>
                    <a:cubicBezTo>
                      <a:pt x="116" y="6"/>
                      <a:pt x="117" y="8"/>
                      <a:pt x="117" y="8"/>
                    </a:cubicBezTo>
                    <a:cubicBezTo>
                      <a:pt x="117" y="8"/>
                      <a:pt x="116" y="5"/>
                      <a:pt x="115" y="4"/>
                    </a:cubicBezTo>
                    <a:cubicBezTo>
                      <a:pt x="115" y="5"/>
                      <a:pt x="114" y="7"/>
                      <a:pt x="113" y="5"/>
                    </a:cubicBezTo>
                    <a:cubicBezTo>
                      <a:pt x="112" y="6"/>
                      <a:pt x="112" y="7"/>
                      <a:pt x="112" y="8"/>
                    </a:cubicBezTo>
                    <a:cubicBezTo>
                      <a:pt x="111" y="8"/>
                      <a:pt x="111" y="6"/>
                      <a:pt x="111" y="7"/>
                    </a:cubicBezTo>
                    <a:cubicBezTo>
                      <a:pt x="111" y="6"/>
                      <a:pt x="110" y="5"/>
                      <a:pt x="110" y="4"/>
                    </a:cubicBezTo>
                    <a:cubicBezTo>
                      <a:pt x="110" y="5"/>
                      <a:pt x="109" y="4"/>
                      <a:pt x="110" y="7"/>
                    </a:cubicBezTo>
                    <a:cubicBezTo>
                      <a:pt x="109" y="6"/>
                      <a:pt x="108" y="6"/>
                      <a:pt x="107" y="7"/>
                    </a:cubicBezTo>
                    <a:cubicBezTo>
                      <a:pt x="108" y="7"/>
                      <a:pt x="107" y="5"/>
                      <a:pt x="107" y="4"/>
                    </a:cubicBezTo>
                    <a:cubicBezTo>
                      <a:pt x="107" y="6"/>
                      <a:pt x="106" y="7"/>
                      <a:pt x="106" y="7"/>
                    </a:cubicBezTo>
                    <a:cubicBezTo>
                      <a:pt x="106" y="9"/>
                      <a:pt x="106" y="9"/>
                      <a:pt x="107" y="10"/>
                    </a:cubicBezTo>
                    <a:cubicBezTo>
                      <a:pt x="107" y="10"/>
                      <a:pt x="107" y="11"/>
                      <a:pt x="107" y="11"/>
                    </a:cubicBezTo>
                    <a:cubicBezTo>
                      <a:pt x="106" y="9"/>
                      <a:pt x="105" y="7"/>
                      <a:pt x="104" y="7"/>
                    </a:cubicBezTo>
                    <a:cubicBezTo>
                      <a:pt x="104" y="4"/>
                      <a:pt x="106" y="7"/>
                      <a:pt x="104" y="4"/>
                    </a:cubicBezTo>
                    <a:cubicBezTo>
                      <a:pt x="104" y="2"/>
                      <a:pt x="105" y="2"/>
                      <a:pt x="106" y="3"/>
                    </a:cubicBezTo>
                    <a:cubicBezTo>
                      <a:pt x="105" y="1"/>
                      <a:pt x="105" y="3"/>
                      <a:pt x="104" y="1"/>
                    </a:cubicBezTo>
                    <a:cubicBezTo>
                      <a:pt x="104" y="1"/>
                      <a:pt x="104" y="2"/>
                      <a:pt x="103" y="3"/>
                    </a:cubicBezTo>
                    <a:cubicBezTo>
                      <a:pt x="104" y="4"/>
                      <a:pt x="104" y="4"/>
                      <a:pt x="104" y="5"/>
                    </a:cubicBezTo>
                    <a:cubicBezTo>
                      <a:pt x="105" y="8"/>
                      <a:pt x="103" y="4"/>
                      <a:pt x="103" y="4"/>
                    </a:cubicBezTo>
                    <a:cubicBezTo>
                      <a:pt x="103" y="3"/>
                      <a:pt x="103" y="3"/>
                      <a:pt x="103" y="3"/>
                    </a:cubicBezTo>
                    <a:cubicBezTo>
                      <a:pt x="102" y="2"/>
                      <a:pt x="102" y="4"/>
                      <a:pt x="102" y="4"/>
                    </a:cubicBezTo>
                    <a:cubicBezTo>
                      <a:pt x="100" y="1"/>
                      <a:pt x="102" y="3"/>
                      <a:pt x="102" y="1"/>
                    </a:cubicBezTo>
                    <a:cubicBezTo>
                      <a:pt x="101" y="0"/>
                      <a:pt x="101" y="0"/>
                      <a:pt x="101" y="0"/>
                    </a:cubicBezTo>
                    <a:cubicBezTo>
                      <a:pt x="100" y="0"/>
                      <a:pt x="101" y="2"/>
                      <a:pt x="100" y="2"/>
                    </a:cubicBezTo>
                    <a:cubicBezTo>
                      <a:pt x="100" y="1"/>
                      <a:pt x="100" y="1"/>
                      <a:pt x="100" y="1"/>
                    </a:cubicBezTo>
                    <a:cubicBezTo>
                      <a:pt x="100" y="1"/>
                      <a:pt x="100" y="1"/>
                      <a:pt x="100" y="1"/>
                    </a:cubicBezTo>
                    <a:cubicBezTo>
                      <a:pt x="100" y="3"/>
                      <a:pt x="101" y="4"/>
                      <a:pt x="101" y="4"/>
                    </a:cubicBezTo>
                    <a:cubicBezTo>
                      <a:pt x="102" y="7"/>
                      <a:pt x="101" y="4"/>
                      <a:pt x="101" y="5"/>
                    </a:cubicBezTo>
                    <a:cubicBezTo>
                      <a:pt x="101" y="7"/>
                      <a:pt x="101" y="5"/>
                      <a:pt x="102" y="7"/>
                    </a:cubicBezTo>
                    <a:cubicBezTo>
                      <a:pt x="102" y="8"/>
                      <a:pt x="102" y="8"/>
                      <a:pt x="102" y="9"/>
                    </a:cubicBezTo>
                    <a:cubicBezTo>
                      <a:pt x="101" y="9"/>
                      <a:pt x="101" y="7"/>
                      <a:pt x="100" y="6"/>
                    </a:cubicBezTo>
                    <a:cubicBezTo>
                      <a:pt x="100" y="6"/>
                      <a:pt x="100" y="5"/>
                      <a:pt x="101" y="6"/>
                    </a:cubicBezTo>
                    <a:cubicBezTo>
                      <a:pt x="101" y="4"/>
                      <a:pt x="99" y="3"/>
                      <a:pt x="99" y="2"/>
                    </a:cubicBezTo>
                    <a:cubicBezTo>
                      <a:pt x="98" y="1"/>
                      <a:pt x="99" y="4"/>
                      <a:pt x="99" y="4"/>
                    </a:cubicBezTo>
                    <a:cubicBezTo>
                      <a:pt x="99" y="3"/>
                      <a:pt x="99" y="5"/>
                      <a:pt x="100" y="6"/>
                    </a:cubicBezTo>
                    <a:cubicBezTo>
                      <a:pt x="101" y="11"/>
                      <a:pt x="98" y="3"/>
                      <a:pt x="97" y="4"/>
                    </a:cubicBezTo>
                    <a:cubicBezTo>
                      <a:pt x="99" y="7"/>
                      <a:pt x="98" y="8"/>
                      <a:pt x="100" y="11"/>
                    </a:cubicBezTo>
                    <a:cubicBezTo>
                      <a:pt x="100" y="12"/>
                      <a:pt x="100" y="13"/>
                      <a:pt x="100" y="12"/>
                    </a:cubicBezTo>
                    <a:cubicBezTo>
                      <a:pt x="99" y="10"/>
                      <a:pt x="99" y="11"/>
                      <a:pt x="98" y="9"/>
                    </a:cubicBezTo>
                    <a:cubicBezTo>
                      <a:pt x="98" y="9"/>
                      <a:pt x="98" y="9"/>
                      <a:pt x="98" y="9"/>
                    </a:cubicBezTo>
                    <a:cubicBezTo>
                      <a:pt x="98" y="7"/>
                      <a:pt x="98" y="7"/>
                      <a:pt x="98" y="7"/>
                    </a:cubicBezTo>
                    <a:cubicBezTo>
                      <a:pt x="97" y="5"/>
                      <a:pt x="95" y="4"/>
                      <a:pt x="95" y="4"/>
                    </a:cubicBezTo>
                    <a:cubicBezTo>
                      <a:pt x="95" y="5"/>
                      <a:pt x="96" y="5"/>
                      <a:pt x="96" y="6"/>
                    </a:cubicBezTo>
                    <a:cubicBezTo>
                      <a:pt x="95" y="5"/>
                      <a:pt x="95" y="4"/>
                      <a:pt x="94" y="4"/>
                    </a:cubicBezTo>
                    <a:cubicBezTo>
                      <a:pt x="95" y="5"/>
                      <a:pt x="96" y="7"/>
                      <a:pt x="96" y="8"/>
                    </a:cubicBezTo>
                    <a:cubicBezTo>
                      <a:pt x="95" y="8"/>
                      <a:pt x="94" y="6"/>
                      <a:pt x="94" y="6"/>
                    </a:cubicBezTo>
                    <a:cubicBezTo>
                      <a:pt x="94" y="4"/>
                      <a:pt x="94" y="4"/>
                      <a:pt x="94" y="4"/>
                    </a:cubicBezTo>
                    <a:cubicBezTo>
                      <a:pt x="94" y="6"/>
                      <a:pt x="93" y="3"/>
                      <a:pt x="93" y="4"/>
                    </a:cubicBezTo>
                    <a:cubicBezTo>
                      <a:pt x="93" y="5"/>
                      <a:pt x="94" y="7"/>
                      <a:pt x="94" y="8"/>
                    </a:cubicBezTo>
                    <a:cubicBezTo>
                      <a:pt x="94" y="9"/>
                      <a:pt x="94" y="8"/>
                      <a:pt x="94" y="8"/>
                    </a:cubicBezTo>
                    <a:cubicBezTo>
                      <a:pt x="93" y="7"/>
                      <a:pt x="93" y="7"/>
                      <a:pt x="93" y="7"/>
                    </a:cubicBezTo>
                    <a:cubicBezTo>
                      <a:pt x="93" y="7"/>
                      <a:pt x="92" y="4"/>
                      <a:pt x="92" y="5"/>
                    </a:cubicBezTo>
                    <a:cubicBezTo>
                      <a:pt x="92" y="6"/>
                      <a:pt x="92" y="6"/>
                      <a:pt x="92" y="6"/>
                    </a:cubicBezTo>
                    <a:cubicBezTo>
                      <a:pt x="92" y="6"/>
                      <a:pt x="92" y="6"/>
                      <a:pt x="91" y="5"/>
                    </a:cubicBezTo>
                    <a:cubicBezTo>
                      <a:pt x="92" y="6"/>
                      <a:pt x="91" y="6"/>
                      <a:pt x="92" y="6"/>
                    </a:cubicBezTo>
                    <a:cubicBezTo>
                      <a:pt x="91" y="5"/>
                      <a:pt x="91" y="5"/>
                      <a:pt x="91" y="5"/>
                    </a:cubicBezTo>
                    <a:cubicBezTo>
                      <a:pt x="91" y="6"/>
                      <a:pt x="92" y="9"/>
                      <a:pt x="91" y="7"/>
                    </a:cubicBezTo>
                    <a:cubicBezTo>
                      <a:pt x="92" y="9"/>
                      <a:pt x="91" y="7"/>
                      <a:pt x="92" y="8"/>
                    </a:cubicBezTo>
                    <a:cubicBezTo>
                      <a:pt x="93" y="9"/>
                      <a:pt x="92" y="9"/>
                      <a:pt x="92" y="10"/>
                    </a:cubicBezTo>
                    <a:cubicBezTo>
                      <a:pt x="91" y="7"/>
                      <a:pt x="91" y="10"/>
                      <a:pt x="91" y="10"/>
                    </a:cubicBezTo>
                    <a:cubicBezTo>
                      <a:pt x="91" y="9"/>
                      <a:pt x="90" y="9"/>
                      <a:pt x="90" y="8"/>
                    </a:cubicBezTo>
                    <a:cubicBezTo>
                      <a:pt x="91" y="10"/>
                      <a:pt x="91" y="10"/>
                      <a:pt x="91" y="10"/>
                    </a:cubicBezTo>
                    <a:cubicBezTo>
                      <a:pt x="89" y="7"/>
                      <a:pt x="90" y="11"/>
                      <a:pt x="89" y="10"/>
                    </a:cubicBezTo>
                    <a:cubicBezTo>
                      <a:pt x="89" y="9"/>
                      <a:pt x="88" y="8"/>
                      <a:pt x="88" y="7"/>
                    </a:cubicBezTo>
                    <a:cubicBezTo>
                      <a:pt x="90" y="10"/>
                      <a:pt x="89" y="11"/>
                      <a:pt x="90" y="12"/>
                    </a:cubicBezTo>
                    <a:cubicBezTo>
                      <a:pt x="89" y="12"/>
                      <a:pt x="88" y="9"/>
                      <a:pt x="87" y="8"/>
                    </a:cubicBezTo>
                    <a:cubicBezTo>
                      <a:pt x="88" y="10"/>
                      <a:pt x="86" y="7"/>
                      <a:pt x="87" y="9"/>
                    </a:cubicBezTo>
                    <a:cubicBezTo>
                      <a:pt x="88" y="10"/>
                      <a:pt x="88" y="11"/>
                      <a:pt x="88" y="12"/>
                    </a:cubicBezTo>
                    <a:cubicBezTo>
                      <a:pt x="88" y="12"/>
                      <a:pt x="88" y="11"/>
                      <a:pt x="87" y="10"/>
                    </a:cubicBezTo>
                    <a:cubicBezTo>
                      <a:pt x="87" y="10"/>
                      <a:pt x="88" y="12"/>
                      <a:pt x="88" y="13"/>
                    </a:cubicBezTo>
                    <a:cubicBezTo>
                      <a:pt x="88" y="13"/>
                      <a:pt x="89" y="15"/>
                      <a:pt x="88" y="14"/>
                    </a:cubicBezTo>
                    <a:cubicBezTo>
                      <a:pt x="87" y="12"/>
                      <a:pt x="88" y="13"/>
                      <a:pt x="87" y="12"/>
                    </a:cubicBezTo>
                    <a:cubicBezTo>
                      <a:pt x="86" y="12"/>
                      <a:pt x="89" y="16"/>
                      <a:pt x="88" y="16"/>
                    </a:cubicBezTo>
                    <a:cubicBezTo>
                      <a:pt x="89" y="17"/>
                      <a:pt x="90" y="20"/>
                      <a:pt x="90" y="21"/>
                    </a:cubicBezTo>
                    <a:cubicBezTo>
                      <a:pt x="89" y="21"/>
                      <a:pt x="90" y="20"/>
                      <a:pt x="89" y="18"/>
                    </a:cubicBezTo>
                    <a:cubicBezTo>
                      <a:pt x="89" y="18"/>
                      <a:pt x="89" y="18"/>
                      <a:pt x="89" y="18"/>
                    </a:cubicBezTo>
                    <a:cubicBezTo>
                      <a:pt x="87" y="16"/>
                      <a:pt x="87" y="14"/>
                      <a:pt x="86" y="12"/>
                    </a:cubicBezTo>
                    <a:cubicBezTo>
                      <a:pt x="86" y="13"/>
                      <a:pt x="86" y="13"/>
                      <a:pt x="86" y="13"/>
                    </a:cubicBezTo>
                    <a:cubicBezTo>
                      <a:pt x="85" y="12"/>
                      <a:pt x="85" y="11"/>
                      <a:pt x="84" y="10"/>
                    </a:cubicBezTo>
                    <a:cubicBezTo>
                      <a:pt x="85" y="12"/>
                      <a:pt x="84" y="11"/>
                      <a:pt x="84" y="11"/>
                    </a:cubicBezTo>
                    <a:cubicBezTo>
                      <a:pt x="85" y="13"/>
                      <a:pt x="84" y="11"/>
                      <a:pt x="85" y="12"/>
                    </a:cubicBezTo>
                    <a:cubicBezTo>
                      <a:pt x="84" y="13"/>
                      <a:pt x="86" y="15"/>
                      <a:pt x="85" y="15"/>
                    </a:cubicBezTo>
                    <a:cubicBezTo>
                      <a:pt x="83" y="12"/>
                      <a:pt x="83" y="12"/>
                      <a:pt x="83" y="12"/>
                    </a:cubicBezTo>
                    <a:cubicBezTo>
                      <a:pt x="82" y="11"/>
                      <a:pt x="84" y="14"/>
                      <a:pt x="83" y="13"/>
                    </a:cubicBezTo>
                    <a:cubicBezTo>
                      <a:pt x="83" y="12"/>
                      <a:pt x="83" y="12"/>
                      <a:pt x="83" y="12"/>
                    </a:cubicBezTo>
                    <a:cubicBezTo>
                      <a:pt x="81" y="13"/>
                      <a:pt x="80" y="14"/>
                      <a:pt x="81" y="18"/>
                    </a:cubicBezTo>
                    <a:cubicBezTo>
                      <a:pt x="80" y="17"/>
                      <a:pt x="79" y="17"/>
                      <a:pt x="78" y="16"/>
                    </a:cubicBezTo>
                    <a:cubicBezTo>
                      <a:pt x="78" y="17"/>
                      <a:pt x="79" y="18"/>
                      <a:pt x="79" y="18"/>
                    </a:cubicBezTo>
                    <a:cubicBezTo>
                      <a:pt x="77" y="17"/>
                      <a:pt x="77" y="17"/>
                      <a:pt x="77" y="17"/>
                    </a:cubicBezTo>
                    <a:cubicBezTo>
                      <a:pt x="76" y="16"/>
                      <a:pt x="77" y="18"/>
                      <a:pt x="77" y="19"/>
                    </a:cubicBezTo>
                    <a:cubicBezTo>
                      <a:pt x="76" y="18"/>
                      <a:pt x="76" y="18"/>
                      <a:pt x="76" y="18"/>
                    </a:cubicBezTo>
                    <a:cubicBezTo>
                      <a:pt x="75" y="17"/>
                      <a:pt x="76" y="19"/>
                      <a:pt x="76" y="19"/>
                    </a:cubicBezTo>
                    <a:cubicBezTo>
                      <a:pt x="75" y="18"/>
                      <a:pt x="75" y="18"/>
                      <a:pt x="75" y="18"/>
                    </a:cubicBezTo>
                    <a:cubicBezTo>
                      <a:pt x="76" y="20"/>
                      <a:pt x="76" y="20"/>
                      <a:pt x="76" y="20"/>
                    </a:cubicBezTo>
                    <a:cubicBezTo>
                      <a:pt x="76" y="20"/>
                      <a:pt x="76" y="20"/>
                      <a:pt x="74" y="19"/>
                    </a:cubicBezTo>
                    <a:cubicBezTo>
                      <a:pt x="75" y="19"/>
                      <a:pt x="75" y="19"/>
                      <a:pt x="75" y="20"/>
                    </a:cubicBezTo>
                    <a:cubicBezTo>
                      <a:pt x="74" y="19"/>
                      <a:pt x="73" y="20"/>
                      <a:pt x="73" y="21"/>
                    </a:cubicBezTo>
                    <a:cubicBezTo>
                      <a:pt x="74" y="21"/>
                      <a:pt x="74" y="21"/>
                      <a:pt x="75" y="23"/>
                    </a:cubicBezTo>
                    <a:cubicBezTo>
                      <a:pt x="76" y="25"/>
                      <a:pt x="74" y="22"/>
                      <a:pt x="75" y="24"/>
                    </a:cubicBezTo>
                    <a:cubicBezTo>
                      <a:pt x="74" y="23"/>
                      <a:pt x="74" y="22"/>
                      <a:pt x="73" y="22"/>
                    </a:cubicBezTo>
                    <a:cubicBezTo>
                      <a:pt x="71" y="20"/>
                      <a:pt x="71" y="22"/>
                      <a:pt x="70" y="23"/>
                    </a:cubicBezTo>
                    <a:cubicBezTo>
                      <a:pt x="70" y="24"/>
                      <a:pt x="70" y="24"/>
                      <a:pt x="70" y="24"/>
                    </a:cubicBezTo>
                    <a:cubicBezTo>
                      <a:pt x="68" y="22"/>
                      <a:pt x="69" y="25"/>
                      <a:pt x="68" y="24"/>
                    </a:cubicBezTo>
                    <a:cubicBezTo>
                      <a:pt x="68" y="25"/>
                      <a:pt x="70" y="28"/>
                      <a:pt x="69" y="28"/>
                    </a:cubicBezTo>
                    <a:cubicBezTo>
                      <a:pt x="70" y="30"/>
                      <a:pt x="68" y="26"/>
                      <a:pt x="67" y="25"/>
                    </a:cubicBezTo>
                    <a:cubicBezTo>
                      <a:pt x="67" y="26"/>
                      <a:pt x="67" y="26"/>
                      <a:pt x="67" y="26"/>
                    </a:cubicBezTo>
                    <a:cubicBezTo>
                      <a:pt x="66" y="26"/>
                      <a:pt x="66" y="26"/>
                      <a:pt x="66" y="26"/>
                    </a:cubicBezTo>
                    <a:cubicBezTo>
                      <a:pt x="67" y="27"/>
                      <a:pt x="67" y="28"/>
                      <a:pt x="66" y="27"/>
                    </a:cubicBezTo>
                    <a:cubicBezTo>
                      <a:pt x="66" y="27"/>
                      <a:pt x="66" y="27"/>
                      <a:pt x="66" y="27"/>
                    </a:cubicBezTo>
                    <a:cubicBezTo>
                      <a:pt x="66" y="27"/>
                      <a:pt x="65" y="26"/>
                      <a:pt x="64" y="27"/>
                    </a:cubicBezTo>
                    <a:cubicBezTo>
                      <a:pt x="65" y="28"/>
                      <a:pt x="64" y="28"/>
                      <a:pt x="65" y="29"/>
                    </a:cubicBezTo>
                    <a:cubicBezTo>
                      <a:pt x="65" y="28"/>
                      <a:pt x="65" y="28"/>
                      <a:pt x="65" y="28"/>
                    </a:cubicBezTo>
                    <a:cubicBezTo>
                      <a:pt x="65" y="30"/>
                      <a:pt x="65" y="30"/>
                      <a:pt x="65" y="30"/>
                    </a:cubicBezTo>
                    <a:cubicBezTo>
                      <a:pt x="65" y="29"/>
                      <a:pt x="65" y="29"/>
                      <a:pt x="65" y="29"/>
                    </a:cubicBezTo>
                    <a:cubicBezTo>
                      <a:pt x="64" y="28"/>
                      <a:pt x="64" y="28"/>
                      <a:pt x="64" y="28"/>
                    </a:cubicBezTo>
                    <a:cubicBezTo>
                      <a:pt x="63" y="27"/>
                      <a:pt x="64" y="29"/>
                      <a:pt x="65" y="30"/>
                    </a:cubicBezTo>
                    <a:cubicBezTo>
                      <a:pt x="65" y="31"/>
                      <a:pt x="64" y="30"/>
                      <a:pt x="64" y="29"/>
                    </a:cubicBezTo>
                    <a:cubicBezTo>
                      <a:pt x="63" y="29"/>
                      <a:pt x="64" y="30"/>
                      <a:pt x="64" y="29"/>
                    </a:cubicBezTo>
                    <a:cubicBezTo>
                      <a:pt x="63" y="28"/>
                      <a:pt x="63" y="29"/>
                      <a:pt x="63" y="28"/>
                    </a:cubicBezTo>
                    <a:cubicBezTo>
                      <a:pt x="63" y="28"/>
                      <a:pt x="64" y="30"/>
                      <a:pt x="63" y="30"/>
                    </a:cubicBezTo>
                    <a:cubicBezTo>
                      <a:pt x="63" y="30"/>
                      <a:pt x="63" y="31"/>
                      <a:pt x="62" y="29"/>
                    </a:cubicBezTo>
                    <a:cubicBezTo>
                      <a:pt x="62" y="30"/>
                      <a:pt x="62" y="30"/>
                      <a:pt x="62" y="31"/>
                    </a:cubicBezTo>
                    <a:cubicBezTo>
                      <a:pt x="63" y="31"/>
                      <a:pt x="63" y="31"/>
                      <a:pt x="64" y="32"/>
                    </a:cubicBezTo>
                    <a:cubicBezTo>
                      <a:pt x="64" y="32"/>
                      <a:pt x="64" y="33"/>
                      <a:pt x="63" y="32"/>
                    </a:cubicBezTo>
                    <a:cubicBezTo>
                      <a:pt x="63" y="32"/>
                      <a:pt x="63" y="32"/>
                      <a:pt x="63" y="32"/>
                    </a:cubicBezTo>
                    <a:cubicBezTo>
                      <a:pt x="63" y="32"/>
                      <a:pt x="63" y="32"/>
                      <a:pt x="64" y="33"/>
                    </a:cubicBezTo>
                    <a:cubicBezTo>
                      <a:pt x="62" y="32"/>
                      <a:pt x="62" y="32"/>
                      <a:pt x="62" y="32"/>
                    </a:cubicBezTo>
                    <a:cubicBezTo>
                      <a:pt x="63" y="33"/>
                      <a:pt x="62" y="33"/>
                      <a:pt x="62" y="33"/>
                    </a:cubicBezTo>
                    <a:cubicBezTo>
                      <a:pt x="61" y="32"/>
                      <a:pt x="60" y="30"/>
                      <a:pt x="60" y="30"/>
                    </a:cubicBezTo>
                    <a:cubicBezTo>
                      <a:pt x="60" y="32"/>
                      <a:pt x="60" y="32"/>
                      <a:pt x="60" y="32"/>
                    </a:cubicBezTo>
                    <a:cubicBezTo>
                      <a:pt x="60" y="32"/>
                      <a:pt x="60" y="32"/>
                      <a:pt x="59" y="31"/>
                    </a:cubicBezTo>
                    <a:cubicBezTo>
                      <a:pt x="58" y="31"/>
                      <a:pt x="61" y="36"/>
                      <a:pt x="60" y="35"/>
                    </a:cubicBezTo>
                    <a:cubicBezTo>
                      <a:pt x="59" y="33"/>
                      <a:pt x="59" y="33"/>
                      <a:pt x="58" y="33"/>
                    </a:cubicBezTo>
                    <a:cubicBezTo>
                      <a:pt x="58" y="34"/>
                      <a:pt x="58" y="34"/>
                      <a:pt x="58" y="34"/>
                    </a:cubicBezTo>
                    <a:cubicBezTo>
                      <a:pt x="59" y="35"/>
                      <a:pt x="58" y="33"/>
                      <a:pt x="59" y="34"/>
                    </a:cubicBezTo>
                    <a:cubicBezTo>
                      <a:pt x="60" y="34"/>
                      <a:pt x="59" y="34"/>
                      <a:pt x="59" y="35"/>
                    </a:cubicBezTo>
                    <a:cubicBezTo>
                      <a:pt x="56" y="32"/>
                      <a:pt x="57" y="35"/>
                      <a:pt x="55" y="34"/>
                    </a:cubicBezTo>
                    <a:cubicBezTo>
                      <a:pt x="56" y="36"/>
                      <a:pt x="55" y="35"/>
                      <a:pt x="55" y="36"/>
                    </a:cubicBezTo>
                    <a:cubicBezTo>
                      <a:pt x="54" y="34"/>
                      <a:pt x="55" y="37"/>
                      <a:pt x="54" y="36"/>
                    </a:cubicBezTo>
                    <a:cubicBezTo>
                      <a:pt x="55" y="38"/>
                      <a:pt x="55" y="38"/>
                      <a:pt x="55" y="38"/>
                    </a:cubicBezTo>
                    <a:cubicBezTo>
                      <a:pt x="54" y="37"/>
                      <a:pt x="57" y="41"/>
                      <a:pt x="55" y="39"/>
                    </a:cubicBezTo>
                    <a:cubicBezTo>
                      <a:pt x="54" y="39"/>
                      <a:pt x="54" y="38"/>
                      <a:pt x="53" y="37"/>
                    </a:cubicBezTo>
                    <a:cubicBezTo>
                      <a:pt x="51" y="35"/>
                      <a:pt x="54" y="40"/>
                      <a:pt x="52" y="38"/>
                    </a:cubicBezTo>
                    <a:cubicBezTo>
                      <a:pt x="52" y="38"/>
                      <a:pt x="53" y="40"/>
                      <a:pt x="54" y="41"/>
                    </a:cubicBezTo>
                    <a:cubicBezTo>
                      <a:pt x="53" y="40"/>
                      <a:pt x="51" y="39"/>
                      <a:pt x="51" y="39"/>
                    </a:cubicBezTo>
                    <a:cubicBezTo>
                      <a:pt x="51" y="40"/>
                      <a:pt x="51" y="40"/>
                      <a:pt x="51" y="40"/>
                    </a:cubicBezTo>
                    <a:cubicBezTo>
                      <a:pt x="50" y="39"/>
                      <a:pt x="50" y="39"/>
                      <a:pt x="50" y="39"/>
                    </a:cubicBezTo>
                    <a:cubicBezTo>
                      <a:pt x="49" y="39"/>
                      <a:pt x="50" y="40"/>
                      <a:pt x="50" y="41"/>
                    </a:cubicBezTo>
                    <a:cubicBezTo>
                      <a:pt x="49" y="39"/>
                      <a:pt x="48" y="41"/>
                      <a:pt x="47" y="40"/>
                    </a:cubicBezTo>
                    <a:cubicBezTo>
                      <a:pt x="49" y="42"/>
                      <a:pt x="46" y="40"/>
                      <a:pt x="48" y="43"/>
                    </a:cubicBezTo>
                    <a:cubicBezTo>
                      <a:pt x="47" y="42"/>
                      <a:pt x="47" y="42"/>
                      <a:pt x="47" y="42"/>
                    </a:cubicBezTo>
                    <a:cubicBezTo>
                      <a:pt x="48" y="43"/>
                      <a:pt x="49" y="44"/>
                      <a:pt x="49" y="45"/>
                    </a:cubicBezTo>
                    <a:cubicBezTo>
                      <a:pt x="47" y="43"/>
                      <a:pt x="47" y="43"/>
                      <a:pt x="47" y="43"/>
                    </a:cubicBezTo>
                    <a:cubicBezTo>
                      <a:pt x="46" y="41"/>
                      <a:pt x="47" y="43"/>
                      <a:pt x="46" y="42"/>
                    </a:cubicBezTo>
                    <a:cubicBezTo>
                      <a:pt x="47" y="43"/>
                      <a:pt x="45" y="42"/>
                      <a:pt x="46" y="44"/>
                    </a:cubicBezTo>
                    <a:cubicBezTo>
                      <a:pt x="47" y="44"/>
                      <a:pt x="47" y="44"/>
                      <a:pt x="47" y="44"/>
                    </a:cubicBezTo>
                    <a:cubicBezTo>
                      <a:pt x="47" y="45"/>
                      <a:pt x="47" y="45"/>
                      <a:pt x="47" y="46"/>
                    </a:cubicBezTo>
                    <a:cubicBezTo>
                      <a:pt x="47" y="46"/>
                      <a:pt x="45" y="44"/>
                      <a:pt x="45" y="44"/>
                    </a:cubicBezTo>
                    <a:cubicBezTo>
                      <a:pt x="45" y="44"/>
                      <a:pt x="45" y="44"/>
                      <a:pt x="45" y="45"/>
                    </a:cubicBezTo>
                    <a:cubicBezTo>
                      <a:pt x="45" y="45"/>
                      <a:pt x="45" y="45"/>
                      <a:pt x="45" y="45"/>
                    </a:cubicBezTo>
                    <a:cubicBezTo>
                      <a:pt x="45" y="45"/>
                      <a:pt x="45" y="45"/>
                      <a:pt x="45" y="45"/>
                    </a:cubicBezTo>
                    <a:cubicBezTo>
                      <a:pt x="45" y="45"/>
                      <a:pt x="45" y="45"/>
                      <a:pt x="45" y="45"/>
                    </a:cubicBezTo>
                    <a:cubicBezTo>
                      <a:pt x="45" y="45"/>
                      <a:pt x="45" y="45"/>
                      <a:pt x="45" y="45"/>
                    </a:cubicBezTo>
                    <a:cubicBezTo>
                      <a:pt x="45" y="45"/>
                      <a:pt x="45" y="45"/>
                      <a:pt x="45" y="45"/>
                    </a:cubicBezTo>
                    <a:cubicBezTo>
                      <a:pt x="45" y="45"/>
                      <a:pt x="44" y="45"/>
                      <a:pt x="44" y="45"/>
                    </a:cubicBezTo>
                    <a:cubicBezTo>
                      <a:pt x="44" y="45"/>
                      <a:pt x="44" y="45"/>
                      <a:pt x="44" y="45"/>
                    </a:cubicBezTo>
                    <a:cubicBezTo>
                      <a:pt x="44" y="45"/>
                      <a:pt x="44" y="45"/>
                      <a:pt x="44" y="45"/>
                    </a:cubicBezTo>
                    <a:cubicBezTo>
                      <a:pt x="43" y="44"/>
                      <a:pt x="43" y="44"/>
                      <a:pt x="43" y="44"/>
                    </a:cubicBezTo>
                    <a:cubicBezTo>
                      <a:pt x="43" y="44"/>
                      <a:pt x="43" y="45"/>
                      <a:pt x="44" y="46"/>
                    </a:cubicBezTo>
                    <a:cubicBezTo>
                      <a:pt x="42" y="46"/>
                      <a:pt x="42" y="48"/>
                      <a:pt x="42" y="49"/>
                    </a:cubicBezTo>
                    <a:cubicBezTo>
                      <a:pt x="42" y="49"/>
                      <a:pt x="41" y="48"/>
                      <a:pt x="42" y="48"/>
                    </a:cubicBezTo>
                    <a:cubicBezTo>
                      <a:pt x="42" y="49"/>
                      <a:pt x="42" y="50"/>
                      <a:pt x="42" y="49"/>
                    </a:cubicBezTo>
                    <a:cubicBezTo>
                      <a:pt x="42" y="50"/>
                      <a:pt x="41" y="48"/>
                      <a:pt x="40" y="49"/>
                    </a:cubicBezTo>
                    <a:cubicBezTo>
                      <a:pt x="40" y="48"/>
                      <a:pt x="41" y="50"/>
                      <a:pt x="41" y="50"/>
                    </a:cubicBezTo>
                    <a:cubicBezTo>
                      <a:pt x="39" y="48"/>
                      <a:pt x="41" y="52"/>
                      <a:pt x="39" y="51"/>
                    </a:cubicBezTo>
                    <a:cubicBezTo>
                      <a:pt x="40" y="52"/>
                      <a:pt x="39" y="51"/>
                      <a:pt x="39" y="50"/>
                    </a:cubicBezTo>
                    <a:cubicBezTo>
                      <a:pt x="39" y="51"/>
                      <a:pt x="38" y="52"/>
                      <a:pt x="39" y="54"/>
                    </a:cubicBezTo>
                    <a:cubicBezTo>
                      <a:pt x="38" y="53"/>
                      <a:pt x="38" y="53"/>
                      <a:pt x="38" y="53"/>
                    </a:cubicBezTo>
                    <a:cubicBezTo>
                      <a:pt x="38" y="53"/>
                      <a:pt x="38" y="53"/>
                      <a:pt x="38" y="54"/>
                    </a:cubicBezTo>
                    <a:cubicBezTo>
                      <a:pt x="39" y="55"/>
                      <a:pt x="40" y="56"/>
                      <a:pt x="39" y="56"/>
                    </a:cubicBezTo>
                    <a:cubicBezTo>
                      <a:pt x="39" y="56"/>
                      <a:pt x="39" y="56"/>
                      <a:pt x="39" y="56"/>
                    </a:cubicBezTo>
                    <a:cubicBezTo>
                      <a:pt x="39" y="56"/>
                      <a:pt x="39" y="57"/>
                      <a:pt x="39" y="57"/>
                    </a:cubicBezTo>
                    <a:cubicBezTo>
                      <a:pt x="38" y="57"/>
                      <a:pt x="39" y="57"/>
                      <a:pt x="38" y="56"/>
                    </a:cubicBezTo>
                    <a:cubicBezTo>
                      <a:pt x="36" y="54"/>
                      <a:pt x="36" y="56"/>
                      <a:pt x="36" y="56"/>
                    </a:cubicBezTo>
                    <a:cubicBezTo>
                      <a:pt x="37" y="57"/>
                      <a:pt x="37" y="57"/>
                      <a:pt x="37" y="57"/>
                    </a:cubicBezTo>
                    <a:cubicBezTo>
                      <a:pt x="37" y="58"/>
                      <a:pt x="36" y="56"/>
                      <a:pt x="36" y="56"/>
                    </a:cubicBezTo>
                    <a:cubicBezTo>
                      <a:pt x="38" y="61"/>
                      <a:pt x="38" y="61"/>
                      <a:pt x="38" y="61"/>
                    </a:cubicBezTo>
                    <a:cubicBezTo>
                      <a:pt x="38" y="60"/>
                      <a:pt x="37" y="59"/>
                      <a:pt x="36" y="58"/>
                    </a:cubicBezTo>
                    <a:cubicBezTo>
                      <a:pt x="36" y="59"/>
                      <a:pt x="37" y="61"/>
                      <a:pt x="38" y="63"/>
                    </a:cubicBezTo>
                    <a:cubicBezTo>
                      <a:pt x="38" y="63"/>
                      <a:pt x="38" y="64"/>
                      <a:pt x="38" y="64"/>
                    </a:cubicBezTo>
                    <a:cubicBezTo>
                      <a:pt x="37" y="63"/>
                      <a:pt x="38" y="64"/>
                      <a:pt x="37" y="63"/>
                    </a:cubicBezTo>
                    <a:cubicBezTo>
                      <a:pt x="36" y="63"/>
                      <a:pt x="36" y="63"/>
                      <a:pt x="36" y="63"/>
                    </a:cubicBezTo>
                    <a:cubicBezTo>
                      <a:pt x="36" y="62"/>
                      <a:pt x="34" y="61"/>
                      <a:pt x="34" y="60"/>
                    </a:cubicBezTo>
                    <a:cubicBezTo>
                      <a:pt x="34" y="61"/>
                      <a:pt x="33" y="61"/>
                      <a:pt x="32" y="61"/>
                    </a:cubicBezTo>
                    <a:cubicBezTo>
                      <a:pt x="34" y="63"/>
                      <a:pt x="32" y="63"/>
                      <a:pt x="34" y="65"/>
                    </a:cubicBezTo>
                    <a:cubicBezTo>
                      <a:pt x="34" y="65"/>
                      <a:pt x="32" y="63"/>
                      <a:pt x="32" y="63"/>
                    </a:cubicBezTo>
                    <a:cubicBezTo>
                      <a:pt x="32" y="64"/>
                      <a:pt x="31" y="64"/>
                      <a:pt x="31" y="65"/>
                    </a:cubicBezTo>
                    <a:cubicBezTo>
                      <a:pt x="30" y="65"/>
                      <a:pt x="30" y="65"/>
                      <a:pt x="30" y="65"/>
                    </a:cubicBezTo>
                    <a:cubicBezTo>
                      <a:pt x="30" y="66"/>
                      <a:pt x="29" y="66"/>
                      <a:pt x="30" y="68"/>
                    </a:cubicBezTo>
                    <a:cubicBezTo>
                      <a:pt x="30" y="67"/>
                      <a:pt x="30" y="67"/>
                      <a:pt x="30" y="67"/>
                    </a:cubicBezTo>
                    <a:cubicBezTo>
                      <a:pt x="28" y="67"/>
                      <a:pt x="32" y="69"/>
                      <a:pt x="30" y="69"/>
                    </a:cubicBezTo>
                    <a:cubicBezTo>
                      <a:pt x="29" y="68"/>
                      <a:pt x="29" y="68"/>
                      <a:pt x="29" y="68"/>
                    </a:cubicBezTo>
                    <a:cubicBezTo>
                      <a:pt x="30" y="69"/>
                      <a:pt x="28" y="68"/>
                      <a:pt x="29" y="70"/>
                    </a:cubicBezTo>
                    <a:cubicBezTo>
                      <a:pt x="28" y="68"/>
                      <a:pt x="28" y="68"/>
                      <a:pt x="28" y="68"/>
                    </a:cubicBezTo>
                    <a:cubicBezTo>
                      <a:pt x="28" y="69"/>
                      <a:pt x="28" y="69"/>
                      <a:pt x="28" y="71"/>
                    </a:cubicBezTo>
                    <a:cubicBezTo>
                      <a:pt x="27" y="69"/>
                      <a:pt x="27" y="69"/>
                      <a:pt x="27" y="69"/>
                    </a:cubicBezTo>
                    <a:cubicBezTo>
                      <a:pt x="26" y="69"/>
                      <a:pt x="28" y="71"/>
                      <a:pt x="27" y="71"/>
                    </a:cubicBezTo>
                    <a:cubicBezTo>
                      <a:pt x="27" y="71"/>
                      <a:pt x="26" y="71"/>
                      <a:pt x="26" y="70"/>
                    </a:cubicBezTo>
                    <a:cubicBezTo>
                      <a:pt x="27" y="71"/>
                      <a:pt x="26" y="72"/>
                      <a:pt x="27" y="72"/>
                    </a:cubicBezTo>
                    <a:cubicBezTo>
                      <a:pt x="25" y="71"/>
                      <a:pt x="25" y="71"/>
                      <a:pt x="25" y="71"/>
                    </a:cubicBezTo>
                    <a:cubicBezTo>
                      <a:pt x="23" y="73"/>
                      <a:pt x="21" y="75"/>
                      <a:pt x="21" y="78"/>
                    </a:cubicBezTo>
                    <a:cubicBezTo>
                      <a:pt x="19" y="77"/>
                      <a:pt x="20" y="77"/>
                      <a:pt x="19" y="76"/>
                    </a:cubicBezTo>
                    <a:cubicBezTo>
                      <a:pt x="20" y="77"/>
                      <a:pt x="19" y="77"/>
                      <a:pt x="19" y="78"/>
                    </a:cubicBezTo>
                    <a:cubicBezTo>
                      <a:pt x="19" y="77"/>
                      <a:pt x="19" y="77"/>
                      <a:pt x="19" y="77"/>
                    </a:cubicBezTo>
                    <a:cubicBezTo>
                      <a:pt x="19" y="78"/>
                      <a:pt x="18" y="77"/>
                      <a:pt x="18" y="78"/>
                    </a:cubicBezTo>
                    <a:cubicBezTo>
                      <a:pt x="18" y="78"/>
                      <a:pt x="18" y="78"/>
                      <a:pt x="18" y="78"/>
                    </a:cubicBezTo>
                    <a:cubicBezTo>
                      <a:pt x="19" y="80"/>
                      <a:pt x="16" y="77"/>
                      <a:pt x="18" y="79"/>
                    </a:cubicBezTo>
                    <a:cubicBezTo>
                      <a:pt x="16" y="78"/>
                      <a:pt x="16" y="78"/>
                      <a:pt x="16" y="78"/>
                    </a:cubicBezTo>
                    <a:cubicBezTo>
                      <a:pt x="18" y="80"/>
                      <a:pt x="15" y="78"/>
                      <a:pt x="17" y="80"/>
                    </a:cubicBezTo>
                    <a:cubicBezTo>
                      <a:pt x="16" y="80"/>
                      <a:pt x="16" y="80"/>
                      <a:pt x="16" y="80"/>
                    </a:cubicBezTo>
                    <a:cubicBezTo>
                      <a:pt x="15" y="79"/>
                      <a:pt x="18" y="82"/>
                      <a:pt x="16" y="81"/>
                    </a:cubicBezTo>
                    <a:cubicBezTo>
                      <a:pt x="16" y="82"/>
                      <a:pt x="16" y="83"/>
                      <a:pt x="17" y="84"/>
                    </a:cubicBezTo>
                    <a:cubicBezTo>
                      <a:pt x="15" y="82"/>
                      <a:pt x="15" y="82"/>
                      <a:pt x="15" y="82"/>
                    </a:cubicBezTo>
                    <a:cubicBezTo>
                      <a:pt x="15" y="85"/>
                      <a:pt x="13" y="86"/>
                      <a:pt x="14" y="89"/>
                    </a:cubicBezTo>
                    <a:cubicBezTo>
                      <a:pt x="13" y="88"/>
                      <a:pt x="13" y="88"/>
                      <a:pt x="13" y="88"/>
                    </a:cubicBezTo>
                    <a:cubicBezTo>
                      <a:pt x="14" y="90"/>
                      <a:pt x="10" y="89"/>
                      <a:pt x="13" y="92"/>
                    </a:cubicBezTo>
                    <a:cubicBezTo>
                      <a:pt x="14" y="93"/>
                      <a:pt x="14" y="93"/>
                      <a:pt x="14" y="93"/>
                    </a:cubicBezTo>
                    <a:cubicBezTo>
                      <a:pt x="12" y="92"/>
                      <a:pt x="12" y="92"/>
                      <a:pt x="12" y="92"/>
                    </a:cubicBezTo>
                    <a:cubicBezTo>
                      <a:pt x="13" y="93"/>
                      <a:pt x="11" y="93"/>
                      <a:pt x="13" y="94"/>
                    </a:cubicBezTo>
                    <a:cubicBezTo>
                      <a:pt x="12" y="94"/>
                      <a:pt x="12" y="93"/>
                      <a:pt x="12" y="93"/>
                    </a:cubicBezTo>
                    <a:cubicBezTo>
                      <a:pt x="11" y="93"/>
                      <a:pt x="13" y="95"/>
                      <a:pt x="12" y="95"/>
                    </a:cubicBezTo>
                    <a:cubicBezTo>
                      <a:pt x="11" y="95"/>
                      <a:pt x="11" y="95"/>
                      <a:pt x="11" y="95"/>
                    </a:cubicBezTo>
                    <a:cubicBezTo>
                      <a:pt x="8" y="95"/>
                      <a:pt x="4" y="96"/>
                      <a:pt x="6" y="100"/>
                    </a:cubicBezTo>
                    <a:cubicBezTo>
                      <a:pt x="6" y="101"/>
                      <a:pt x="4" y="99"/>
                      <a:pt x="4" y="99"/>
                    </a:cubicBezTo>
                    <a:cubicBezTo>
                      <a:pt x="6" y="103"/>
                      <a:pt x="0" y="102"/>
                      <a:pt x="3" y="107"/>
                    </a:cubicBezTo>
                    <a:cubicBezTo>
                      <a:pt x="4" y="109"/>
                      <a:pt x="9" y="112"/>
                      <a:pt x="9" y="1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88" name="Freeform 163"/>
              <p:cNvSpPr/>
              <p:nvPr>
                <p:custDataLst>
                  <p:tags r:id="rId409"/>
                </p:custDataLst>
              </p:nvPr>
            </p:nvSpPr>
            <p:spPr bwMode="auto">
              <a:xfrm>
                <a:off x="4499" y="1925"/>
                <a:ext cx="3" cy="4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2 h 2"/>
                  <a:gd name="T4" fmla="*/ 0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89" name="Freeform 164"/>
              <p:cNvSpPr/>
              <p:nvPr>
                <p:custDataLst>
                  <p:tags r:id="rId410"/>
                </p:custDataLst>
              </p:nvPr>
            </p:nvSpPr>
            <p:spPr bwMode="auto">
              <a:xfrm>
                <a:off x="3914" y="1322"/>
                <a:ext cx="2" cy="0"/>
              </a:xfrm>
              <a:custGeom>
                <a:avLst/>
                <a:gdLst>
                  <a:gd name="T0" fmla="*/ 2 w 2"/>
                  <a:gd name="T1" fmla="*/ 2 w 2"/>
                  <a:gd name="T2" fmla="*/ 0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90" name="Freeform 165"/>
              <p:cNvSpPr/>
              <p:nvPr>
                <p:custDataLst>
                  <p:tags r:id="rId411"/>
                </p:custDataLst>
              </p:nvPr>
            </p:nvSpPr>
            <p:spPr bwMode="auto">
              <a:xfrm>
                <a:off x="3122" y="2198"/>
                <a:ext cx="2" cy="4"/>
              </a:xfrm>
              <a:custGeom>
                <a:avLst/>
                <a:gdLst>
                  <a:gd name="T0" fmla="*/ 0 w 2"/>
                  <a:gd name="T1" fmla="*/ 0 h 4"/>
                  <a:gd name="T2" fmla="*/ 0 w 2"/>
                  <a:gd name="T3" fmla="*/ 0 h 4"/>
                  <a:gd name="T4" fmla="*/ 2 w 2"/>
                  <a:gd name="T5" fmla="*/ 4 h 4"/>
                  <a:gd name="T6" fmla="*/ 0 w 2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lnTo>
                      <a:pt x="0" y="0"/>
                    </a:lnTo>
                    <a:lnTo>
                      <a:pt x="2" y="4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91" name="Freeform 166"/>
              <p:cNvSpPr/>
              <p:nvPr>
                <p:custDataLst>
                  <p:tags r:id="rId412"/>
                </p:custDataLst>
              </p:nvPr>
            </p:nvSpPr>
            <p:spPr bwMode="auto">
              <a:xfrm>
                <a:off x="3126" y="2183"/>
                <a:ext cx="3" cy="3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1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92" name="Freeform 167"/>
              <p:cNvSpPr/>
              <p:nvPr>
                <p:custDataLst>
                  <p:tags r:id="rId413"/>
                </p:custDataLst>
              </p:nvPr>
            </p:nvSpPr>
            <p:spPr bwMode="auto">
              <a:xfrm>
                <a:off x="3540" y="1543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0" y="0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93" name="Freeform 168"/>
              <p:cNvSpPr/>
              <p:nvPr>
                <p:custDataLst>
                  <p:tags r:id="rId414"/>
                </p:custDataLst>
              </p:nvPr>
            </p:nvSpPr>
            <p:spPr bwMode="auto">
              <a:xfrm>
                <a:off x="3156" y="221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94" name="Freeform 169"/>
              <p:cNvSpPr/>
              <p:nvPr>
                <p:custDataLst>
                  <p:tags r:id="rId415"/>
                </p:custDataLst>
              </p:nvPr>
            </p:nvSpPr>
            <p:spPr bwMode="auto">
              <a:xfrm>
                <a:off x="3129" y="2183"/>
                <a:ext cx="0" cy="3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95" name="Freeform 170"/>
              <p:cNvSpPr/>
              <p:nvPr>
                <p:custDataLst>
                  <p:tags r:id="rId416"/>
                </p:custDataLst>
              </p:nvPr>
            </p:nvSpPr>
            <p:spPr bwMode="auto">
              <a:xfrm>
                <a:off x="3129" y="219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96" name="Freeform 171"/>
              <p:cNvSpPr/>
              <p:nvPr>
                <p:custDataLst>
                  <p:tags r:id="rId417"/>
                </p:custDataLst>
              </p:nvPr>
            </p:nvSpPr>
            <p:spPr bwMode="auto">
              <a:xfrm>
                <a:off x="3129" y="2192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97" name="Freeform 172"/>
              <p:cNvSpPr/>
              <p:nvPr>
                <p:custDataLst>
                  <p:tags r:id="rId418"/>
                </p:custDataLst>
              </p:nvPr>
            </p:nvSpPr>
            <p:spPr bwMode="auto">
              <a:xfrm>
                <a:off x="3205" y="2162"/>
                <a:ext cx="2" cy="9"/>
              </a:xfrm>
              <a:custGeom>
                <a:avLst/>
                <a:gdLst>
                  <a:gd name="T0" fmla="*/ 1 w 1"/>
                  <a:gd name="T1" fmla="*/ 2 h 4"/>
                  <a:gd name="T2" fmla="*/ 1 w 1"/>
                  <a:gd name="T3" fmla="*/ 0 h 4"/>
                  <a:gd name="T4" fmla="*/ 1 w 1"/>
                  <a:gd name="T5" fmla="*/ 4 h 4"/>
                  <a:gd name="T6" fmla="*/ 1 w 1"/>
                  <a:gd name="T7" fmla="*/ 4 h 4"/>
                  <a:gd name="T8" fmla="*/ 1 w 1"/>
                  <a:gd name="T9" fmla="*/ 3 h 4"/>
                  <a:gd name="T10" fmla="*/ 1 w 1"/>
                  <a:gd name="T11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4">
                    <a:moveTo>
                      <a:pt x="1" y="2"/>
                    </a:moveTo>
                    <a:cubicBezTo>
                      <a:pt x="1" y="1"/>
                      <a:pt x="1" y="0"/>
                      <a:pt x="1" y="0"/>
                    </a:cubicBezTo>
                    <a:cubicBezTo>
                      <a:pt x="1" y="1"/>
                      <a:pt x="0" y="3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3"/>
                      <a:pt x="1" y="3"/>
                    </a:cubicBezTo>
                    <a:cubicBezTo>
                      <a:pt x="1" y="3"/>
                      <a:pt x="1" y="1"/>
                      <a:pt x="1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98" name="Freeform 173"/>
              <p:cNvSpPr/>
              <p:nvPr>
                <p:custDataLst>
                  <p:tags r:id="rId419"/>
                </p:custDataLst>
              </p:nvPr>
            </p:nvSpPr>
            <p:spPr bwMode="auto">
              <a:xfrm>
                <a:off x="3207" y="2166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499" name="Freeform 174"/>
              <p:cNvSpPr/>
              <p:nvPr>
                <p:custDataLst>
                  <p:tags r:id="rId420"/>
                </p:custDataLst>
              </p:nvPr>
            </p:nvSpPr>
            <p:spPr bwMode="auto">
              <a:xfrm>
                <a:off x="3207" y="2169"/>
                <a:ext cx="0" cy="4"/>
              </a:xfrm>
              <a:custGeom>
                <a:avLst/>
                <a:gdLst>
                  <a:gd name="T0" fmla="*/ 2 h 2"/>
                  <a:gd name="T1" fmla="*/ 1 h 2"/>
                  <a:gd name="T2" fmla="*/ 1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500" name="Freeform 175"/>
              <p:cNvSpPr/>
              <p:nvPr>
                <p:custDataLst>
                  <p:tags r:id="rId421"/>
                </p:custDataLst>
              </p:nvPr>
            </p:nvSpPr>
            <p:spPr bwMode="auto">
              <a:xfrm>
                <a:off x="3194" y="2156"/>
                <a:ext cx="0" cy="6"/>
              </a:xfrm>
              <a:custGeom>
                <a:avLst/>
                <a:gdLst>
                  <a:gd name="T0" fmla="*/ 2 h 3"/>
                  <a:gd name="T1" fmla="*/ 2 h 3"/>
                  <a:gd name="T2" fmla="*/ 2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2"/>
                    </a:moveTo>
                    <a:cubicBezTo>
                      <a:pt x="0" y="0"/>
                      <a:pt x="0" y="2"/>
                      <a:pt x="0" y="2"/>
                    </a:cubicBezTo>
                    <a:cubicBezTo>
                      <a:pt x="0" y="3"/>
                      <a:pt x="0" y="2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501" name="Freeform 176"/>
              <p:cNvSpPr/>
              <p:nvPr>
                <p:custDataLst>
                  <p:tags r:id="rId422"/>
                </p:custDataLst>
              </p:nvPr>
            </p:nvSpPr>
            <p:spPr bwMode="auto">
              <a:xfrm>
                <a:off x="3209" y="2196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502" name="Freeform 177"/>
              <p:cNvSpPr/>
              <p:nvPr>
                <p:custDataLst>
                  <p:tags r:id="rId423"/>
                </p:custDataLst>
              </p:nvPr>
            </p:nvSpPr>
            <p:spPr bwMode="auto">
              <a:xfrm>
                <a:off x="3472" y="207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503" name="Freeform 178"/>
              <p:cNvSpPr/>
              <p:nvPr>
                <p:custDataLst>
                  <p:tags r:id="rId424"/>
                </p:custDataLst>
              </p:nvPr>
            </p:nvSpPr>
            <p:spPr bwMode="auto">
              <a:xfrm>
                <a:off x="3201" y="2158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504" name="Freeform 179"/>
              <p:cNvSpPr/>
              <p:nvPr>
                <p:custDataLst>
                  <p:tags r:id="rId425"/>
                </p:custDataLst>
              </p:nvPr>
            </p:nvSpPr>
            <p:spPr bwMode="auto">
              <a:xfrm>
                <a:off x="3211" y="2194"/>
                <a:ext cx="2" cy="4"/>
              </a:xfrm>
              <a:custGeom>
                <a:avLst/>
                <a:gdLst>
                  <a:gd name="T0" fmla="*/ 1 w 1"/>
                  <a:gd name="T1" fmla="*/ 1 h 2"/>
                  <a:gd name="T2" fmla="*/ 0 w 1"/>
                  <a:gd name="T3" fmla="*/ 2 h 2"/>
                  <a:gd name="T4" fmla="*/ 1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0" y="2"/>
                      <a:pt x="0" y="2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505" name="Freeform 180"/>
              <p:cNvSpPr/>
              <p:nvPr>
                <p:custDataLst>
                  <p:tags r:id="rId426"/>
                </p:custDataLst>
              </p:nvPr>
            </p:nvSpPr>
            <p:spPr bwMode="auto">
              <a:xfrm>
                <a:off x="3317" y="2561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506" name="Freeform 181"/>
              <p:cNvSpPr/>
              <p:nvPr>
                <p:custDataLst>
                  <p:tags r:id="rId427"/>
                </p:custDataLst>
              </p:nvPr>
            </p:nvSpPr>
            <p:spPr bwMode="auto">
              <a:xfrm>
                <a:off x="3345" y="2535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507" name="Freeform 182"/>
              <p:cNvSpPr/>
              <p:nvPr>
                <p:custDataLst>
                  <p:tags r:id="rId428"/>
                </p:custDataLst>
              </p:nvPr>
            </p:nvSpPr>
            <p:spPr bwMode="auto">
              <a:xfrm>
                <a:off x="3211" y="2192"/>
                <a:ext cx="2" cy="6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0 h 3"/>
                  <a:gd name="T4" fmla="*/ 0 w 1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2"/>
                      <a:pt x="0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508" name="Freeform 183"/>
              <p:cNvSpPr/>
              <p:nvPr>
                <p:custDataLst>
                  <p:tags r:id="rId429"/>
                </p:custDataLst>
              </p:nvPr>
            </p:nvSpPr>
            <p:spPr bwMode="auto">
              <a:xfrm>
                <a:off x="3266" y="2548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1"/>
                      <a:pt x="1" y="1"/>
                    </a:cubicBezTo>
                    <a:cubicBezTo>
                      <a:pt x="1" y="1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509" name="Freeform 184"/>
              <p:cNvSpPr/>
              <p:nvPr>
                <p:custDataLst>
                  <p:tags r:id="rId430"/>
                </p:custDataLst>
              </p:nvPr>
            </p:nvSpPr>
            <p:spPr bwMode="auto">
              <a:xfrm>
                <a:off x="3271" y="254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510" name="Freeform 185"/>
              <p:cNvSpPr/>
              <p:nvPr>
                <p:custDataLst>
                  <p:tags r:id="rId431"/>
                </p:custDataLst>
              </p:nvPr>
            </p:nvSpPr>
            <p:spPr bwMode="auto">
              <a:xfrm>
                <a:off x="3273" y="2557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511" name="Freeform 186"/>
              <p:cNvSpPr/>
              <p:nvPr>
                <p:custDataLst>
                  <p:tags r:id="rId432"/>
                </p:custDataLst>
              </p:nvPr>
            </p:nvSpPr>
            <p:spPr bwMode="auto">
              <a:xfrm>
                <a:off x="3271" y="2557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512" name="Freeform 187"/>
              <p:cNvSpPr/>
              <p:nvPr>
                <p:custDataLst>
                  <p:tags r:id="rId433"/>
                </p:custDataLst>
              </p:nvPr>
            </p:nvSpPr>
            <p:spPr bwMode="auto">
              <a:xfrm>
                <a:off x="4616" y="188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513" name="Freeform 188"/>
              <p:cNvSpPr/>
              <p:nvPr>
                <p:custDataLst>
                  <p:tags r:id="rId434"/>
                </p:custDataLst>
              </p:nvPr>
            </p:nvSpPr>
            <p:spPr bwMode="auto">
              <a:xfrm>
                <a:off x="3175" y="2211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514" name="Freeform 189"/>
              <p:cNvSpPr/>
              <p:nvPr>
                <p:custDataLst>
                  <p:tags r:id="rId435"/>
                </p:custDataLst>
              </p:nvPr>
            </p:nvSpPr>
            <p:spPr bwMode="auto">
              <a:xfrm>
                <a:off x="3137" y="218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515" name="Freeform 190"/>
              <p:cNvSpPr/>
              <p:nvPr>
                <p:custDataLst>
                  <p:tags r:id="rId436"/>
                </p:custDataLst>
              </p:nvPr>
            </p:nvSpPr>
            <p:spPr bwMode="auto">
              <a:xfrm>
                <a:off x="3203" y="2166"/>
                <a:ext cx="2" cy="5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0"/>
                      <a:pt x="1" y="1"/>
                      <a:pt x="0" y="2"/>
                    </a:cubicBez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516" name="Freeform 191"/>
              <p:cNvSpPr/>
              <p:nvPr>
                <p:custDataLst>
                  <p:tags r:id="rId437"/>
                </p:custDataLst>
              </p:nvPr>
            </p:nvSpPr>
            <p:spPr bwMode="auto">
              <a:xfrm>
                <a:off x="4497" y="1929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517" name="Freeform 192"/>
              <p:cNvSpPr/>
              <p:nvPr>
                <p:custDataLst>
                  <p:tags r:id="rId438"/>
                </p:custDataLst>
              </p:nvPr>
            </p:nvSpPr>
            <p:spPr bwMode="auto">
              <a:xfrm>
                <a:off x="3082" y="2156"/>
                <a:ext cx="131" cy="91"/>
              </a:xfrm>
              <a:custGeom>
                <a:avLst/>
                <a:gdLst>
                  <a:gd name="T0" fmla="*/ 46 w 62"/>
                  <a:gd name="T1" fmla="*/ 23 h 43"/>
                  <a:gd name="T2" fmla="*/ 51 w 62"/>
                  <a:gd name="T3" fmla="*/ 20 h 43"/>
                  <a:gd name="T4" fmla="*/ 54 w 62"/>
                  <a:gd name="T5" fmla="*/ 19 h 43"/>
                  <a:gd name="T6" fmla="*/ 58 w 62"/>
                  <a:gd name="T7" fmla="*/ 21 h 43"/>
                  <a:gd name="T8" fmla="*/ 60 w 62"/>
                  <a:gd name="T9" fmla="*/ 20 h 43"/>
                  <a:gd name="T10" fmla="*/ 61 w 62"/>
                  <a:gd name="T11" fmla="*/ 16 h 43"/>
                  <a:gd name="T12" fmla="*/ 62 w 62"/>
                  <a:gd name="T13" fmla="*/ 13 h 43"/>
                  <a:gd name="T14" fmla="*/ 62 w 62"/>
                  <a:gd name="T15" fmla="*/ 11 h 43"/>
                  <a:gd name="T16" fmla="*/ 58 w 62"/>
                  <a:gd name="T17" fmla="*/ 12 h 43"/>
                  <a:gd name="T18" fmla="*/ 56 w 62"/>
                  <a:gd name="T19" fmla="*/ 9 h 43"/>
                  <a:gd name="T20" fmla="*/ 57 w 62"/>
                  <a:gd name="T21" fmla="*/ 2 h 43"/>
                  <a:gd name="T22" fmla="*/ 56 w 62"/>
                  <a:gd name="T23" fmla="*/ 2 h 43"/>
                  <a:gd name="T24" fmla="*/ 55 w 62"/>
                  <a:gd name="T25" fmla="*/ 5 h 43"/>
                  <a:gd name="T26" fmla="*/ 54 w 62"/>
                  <a:gd name="T27" fmla="*/ 3 h 43"/>
                  <a:gd name="T28" fmla="*/ 53 w 62"/>
                  <a:gd name="T29" fmla="*/ 8 h 43"/>
                  <a:gd name="T30" fmla="*/ 51 w 62"/>
                  <a:gd name="T31" fmla="*/ 3 h 43"/>
                  <a:gd name="T32" fmla="*/ 51 w 62"/>
                  <a:gd name="T33" fmla="*/ 1 h 43"/>
                  <a:gd name="T34" fmla="*/ 50 w 62"/>
                  <a:gd name="T35" fmla="*/ 4 h 43"/>
                  <a:gd name="T36" fmla="*/ 49 w 62"/>
                  <a:gd name="T37" fmla="*/ 2 h 43"/>
                  <a:gd name="T38" fmla="*/ 48 w 62"/>
                  <a:gd name="T39" fmla="*/ 7 h 43"/>
                  <a:gd name="T40" fmla="*/ 47 w 62"/>
                  <a:gd name="T41" fmla="*/ 12 h 43"/>
                  <a:gd name="T42" fmla="*/ 46 w 62"/>
                  <a:gd name="T43" fmla="*/ 7 h 43"/>
                  <a:gd name="T44" fmla="*/ 43 w 62"/>
                  <a:gd name="T45" fmla="*/ 7 h 43"/>
                  <a:gd name="T46" fmla="*/ 42 w 62"/>
                  <a:gd name="T47" fmla="*/ 7 h 43"/>
                  <a:gd name="T48" fmla="*/ 40 w 62"/>
                  <a:gd name="T49" fmla="*/ 8 h 43"/>
                  <a:gd name="T50" fmla="*/ 37 w 62"/>
                  <a:gd name="T51" fmla="*/ 9 h 43"/>
                  <a:gd name="T52" fmla="*/ 36 w 62"/>
                  <a:gd name="T53" fmla="*/ 10 h 43"/>
                  <a:gd name="T54" fmla="*/ 36 w 62"/>
                  <a:gd name="T55" fmla="*/ 10 h 43"/>
                  <a:gd name="T56" fmla="*/ 35 w 62"/>
                  <a:gd name="T57" fmla="*/ 12 h 43"/>
                  <a:gd name="T58" fmla="*/ 34 w 62"/>
                  <a:gd name="T59" fmla="*/ 10 h 43"/>
                  <a:gd name="T60" fmla="*/ 33 w 62"/>
                  <a:gd name="T61" fmla="*/ 12 h 43"/>
                  <a:gd name="T62" fmla="*/ 30 w 62"/>
                  <a:gd name="T63" fmla="*/ 11 h 43"/>
                  <a:gd name="T64" fmla="*/ 28 w 62"/>
                  <a:gd name="T65" fmla="*/ 12 h 43"/>
                  <a:gd name="T66" fmla="*/ 26 w 62"/>
                  <a:gd name="T67" fmla="*/ 12 h 43"/>
                  <a:gd name="T68" fmla="*/ 26 w 62"/>
                  <a:gd name="T69" fmla="*/ 14 h 43"/>
                  <a:gd name="T70" fmla="*/ 25 w 62"/>
                  <a:gd name="T71" fmla="*/ 13 h 43"/>
                  <a:gd name="T72" fmla="*/ 24 w 62"/>
                  <a:gd name="T73" fmla="*/ 15 h 43"/>
                  <a:gd name="T74" fmla="*/ 22 w 62"/>
                  <a:gd name="T75" fmla="*/ 16 h 43"/>
                  <a:gd name="T76" fmla="*/ 21 w 62"/>
                  <a:gd name="T77" fmla="*/ 17 h 43"/>
                  <a:gd name="T78" fmla="*/ 22 w 62"/>
                  <a:gd name="T79" fmla="*/ 25 h 43"/>
                  <a:gd name="T80" fmla="*/ 19 w 62"/>
                  <a:gd name="T81" fmla="*/ 21 h 43"/>
                  <a:gd name="T82" fmla="*/ 17 w 62"/>
                  <a:gd name="T83" fmla="*/ 23 h 43"/>
                  <a:gd name="T84" fmla="*/ 16 w 62"/>
                  <a:gd name="T85" fmla="*/ 23 h 43"/>
                  <a:gd name="T86" fmla="*/ 11 w 62"/>
                  <a:gd name="T87" fmla="*/ 24 h 43"/>
                  <a:gd name="T88" fmla="*/ 10 w 62"/>
                  <a:gd name="T89" fmla="*/ 24 h 43"/>
                  <a:gd name="T90" fmla="*/ 8 w 62"/>
                  <a:gd name="T91" fmla="*/ 31 h 43"/>
                  <a:gd name="T92" fmla="*/ 7 w 62"/>
                  <a:gd name="T93" fmla="*/ 32 h 43"/>
                  <a:gd name="T94" fmla="*/ 12 w 62"/>
                  <a:gd name="T95" fmla="*/ 41 h 43"/>
                  <a:gd name="T96" fmla="*/ 18 w 62"/>
                  <a:gd name="T97" fmla="*/ 38 h 43"/>
                  <a:gd name="T98" fmla="*/ 28 w 62"/>
                  <a:gd name="T99" fmla="*/ 27 h 43"/>
                  <a:gd name="T100" fmla="*/ 31 w 62"/>
                  <a:gd name="T101" fmla="*/ 31 h 43"/>
                  <a:gd name="T102" fmla="*/ 36 w 62"/>
                  <a:gd name="T103" fmla="*/ 29 h 43"/>
                  <a:gd name="T104" fmla="*/ 41 w 62"/>
                  <a:gd name="T105" fmla="*/ 27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62" h="43">
                    <a:moveTo>
                      <a:pt x="44" y="25"/>
                    </a:moveTo>
                    <a:cubicBezTo>
                      <a:pt x="44" y="25"/>
                      <a:pt x="44" y="26"/>
                      <a:pt x="44" y="26"/>
                    </a:cubicBezTo>
                    <a:cubicBezTo>
                      <a:pt x="44" y="26"/>
                      <a:pt x="44" y="26"/>
                      <a:pt x="45" y="27"/>
                    </a:cubicBezTo>
                    <a:cubicBezTo>
                      <a:pt x="45" y="26"/>
                      <a:pt x="45" y="25"/>
                      <a:pt x="45" y="25"/>
                    </a:cubicBezTo>
                    <a:cubicBezTo>
                      <a:pt x="46" y="27"/>
                      <a:pt x="46" y="25"/>
                      <a:pt x="46" y="26"/>
                    </a:cubicBezTo>
                    <a:cubicBezTo>
                      <a:pt x="46" y="24"/>
                      <a:pt x="46" y="22"/>
                      <a:pt x="46" y="23"/>
                    </a:cubicBezTo>
                    <a:cubicBezTo>
                      <a:pt x="46" y="26"/>
                      <a:pt x="46" y="26"/>
                      <a:pt x="46" y="26"/>
                    </a:cubicBezTo>
                    <a:cubicBezTo>
                      <a:pt x="47" y="24"/>
                      <a:pt x="48" y="27"/>
                      <a:pt x="48" y="23"/>
                    </a:cubicBezTo>
                    <a:cubicBezTo>
                      <a:pt x="48" y="25"/>
                      <a:pt x="48" y="25"/>
                      <a:pt x="48" y="25"/>
                    </a:cubicBezTo>
                    <a:cubicBezTo>
                      <a:pt x="49" y="23"/>
                      <a:pt x="50" y="25"/>
                      <a:pt x="50" y="22"/>
                    </a:cubicBezTo>
                    <a:cubicBezTo>
                      <a:pt x="50" y="23"/>
                      <a:pt x="51" y="23"/>
                      <a:pt x="51" y="23"/>
                    </a:cubicBezTo>
                    <a:cubicBezTo>
                      <a:pt x="51" y="22"/>
                      <a:pt x="51" y="22"/>
                      <a:pt x="51" y="20"/>
                    </a:cubicBezTo>
                    <a:cubicBezTo>
                      <a:pt x="51" y="20"/>
                      <a:pt x="52" y="21"/>
                      <a:pt x="52" y="21"/>
                    </a:cubicBezTo>
                    <a:cubicBezTo>
                      <a:pt x="52" y="22"/>
                      <a:pt x="52" y="24"/>
                      <a:pt x="52" y="22"/>
                    </a:cubicBezTo>
                    <a:cubicBezTo>
                      <a:pt x="52" y="23"/>
                      <a:pt x="52" y="23"/>
                      <a:pt x="52" y="23"/>
                    </a:cubicBezTo>
                    <a:cubicBezTo>
                      <a:pt x="53" y="22"/>
                      <a:pt x="53" y="20"/>
                      <a:pt x="53" y="21"/>
                    </a:cubicBezTo>
                    <a:cubicBezTo>
                      <a:pt x="54" y="20"/>
                      <a:pt x="54" y="20"/>
                      <a:pt x="54" y="18"/>
                    </a:cubicBezTo>
                    <a:cubicBezTo>
                      <a:pt x="54" y="18"/>
                      <a:pt x="54" y="20"/>
                      <a:pt x="54" y="19"/>
                    </a:cubicBezTo>
                    <a:cubicBezTo>
                      <a:pt x="54" y="21"/>
                      <a:pt x="54" y="21"/>
                      <a:pt x="54" y="21"/>
                    </a:cubicBezTo>
                    <a:cubicBezTo>
                      <a:pt x="54" y="21"/>
                      <a:pt x="55" y="20"/>
                      <a:pt x="56" y="19"/>
                    </a:cubicBezTo>
                    <a:cubicBezTo>
                      <a:pt x="56" y="22"/>
                      <a:pt x="56" y="19"/>
                      <a:pt x="57" y="21"/>
                    </a:cubicBezTo>
                    <a:cubicBezTo>
                      <a:pt x="57" y="19"/>
                      <a:pt x="57" y="21"/>
                      <a:pt x="58" y="18"/>
                    </a:cubicBezTo>
                    <a:cubicBezTo>
                      <a:pt x="57" y="20"/>
                      <a:pt x="57" y="20"/>
                      <a:pt x="57" y="20"/>
                    </a:cubicBezTo>
                    <a:cubicBezTo>
                      <a:pt x="58" y="20"/>
                      <a:pt x="58" y="20"/>
                      <a:pt x="58" y="21"/>
                    </a:cubicBezTo>
                    <a:cubicBezTo>
                      <a:pt x="58" y="21"/>
                      <a:pt x="59" y="19"/>
                      <a:pt x="59" y="18"/>
                    </a:cubicBezTo>
                    <a:cubicBezTo>
                      <a:pt x="59" y="20"/>
                      <a:pt x="59" y="20"/>
                      <a:pt x="59" y="20"/>
                    </a:cubicBezTo>
                    <a:cubicBezTo>
                      <a:pt x="59" y="19"/>
                      <a:pt x="60" y="17"/>
                      <a:pt x="60" y="15"/>
                    </a:cubicBezTo>
                    <a:cubicBezTo>
                      <a:pt x="60" y="16"/>
                      <a:pt x="60" y="15"/>
                      <a:pt x="60" y="16"/>
                    </a:cubicBezTo>
                    <a:cubicBezTo>
                      <a:pt x="60" y="17"/>
                      <a:pt x="59" y="19"/>
                      <a:pt x="59" y="20"/>
                    </a:cubicBezTo>
                    <a:cubicBezTo>
                      <a:pt x="59" y="21"/>
                      <a:pt x="60" y="18"/>
                      <a:pt x="60" y="20"/>
                    </a:cubicBezTo>
                    <a:cubicBezTo>
                      <a:pt x="60" y="20"/>
                      <a:pt x="60" y="20"/>
                      <a:pt x="60" y="18"/>
                    </a:cubicBezTo>
                    <a:cubicBezTo>
                      <a:pt x="60" y="20"/>
                      <a:pt x="60" y="20"/>
                      <a:pt x="60" y="20"/>
                    </a:cubicBezTo>
                    <a:cubicBezTo>
                      <a:pt x="60" y="20"/>
                      <a:pt x="60" y="20"/>
                      <a:pt x="60" y="19"/>
                    </a:cubicBezTo>
                    <a:cubicBezTo>
                      <a:pt x="60" y="19"/>
                      <a:pt x="60" y="19"/>
                      <a:pt x="60" y="19"/>
                    </a:cubicBezTo>
                    <a:cubicBezTo>
                      <a:pt x="61" y="17"/>
                      <a:pt x="61" y="17"/>
                      <a:pt x="62" y="15"/>
                    </a:cubicBezTo>
                    <a:cubicBezTo>
                      <a:pt x="61" y="16"/>
                      <a:pt x="61" y="16"/>
                      <a:pt x="61" y="16"/>
                    </a:cubicBezTo>
                    <a:cubicBezTo>
                      <a:pt x="62" y="15"/>
                      <a:pt x="62" y="14"/>
                      <a:pt x="62" y="16"/>
                    </a:cubicBezTo>
                    <a:cubicBezTo>
                      <a:pt x="61" y="17"/>
                      <a:pt x="61" y="18"/>
                      <a:pt x="61" y="19"/>
                    </a:cubicBezTo>
                    <a:cubicBezTo>
                      <a:pt x="62" y="15"/>
                      <a:pt x="62" y="15"/>
                      <a:pt x="62" y="15"/>
                    </a:cubicBezTo>
                    <a:cubicBezTo>
                      <a:pt x="62" y="16"/>
                      <a:pt x="62" y="16"/>
                      <a:pt x="62" y="14"/>
                    </a:cubicBezTo>
                    <a:cubicBezTo>
                      <a:pt x="62" y="15"/>
                      <a:pt x="62" y="15"/>
                      <a:pt x="62" y="15"/>
                    </a:cubicBezTo>
                    <a:cubicBezTo>
                      <a:pt x="62" y="13"/>
                      <a:pt x="62" y="13"/>
                      <a:pt x="62" y="13"/>
                    </a:cubicBezTo>
                    <a:cubicBezTo>
                      <a:pt x="62" y="14"/>
                      <a:pt x="62" y="12"/>
                      <a:pt x="61" y="14"/>
                    </a:cubicBezTo>
                    <a:cubicBezTo>
                      <a:pt x="61" y="15"/>
                      <a:pt x="61" y="15"/>
                      <a:pt x="61" y="15"/>
                    </a:cubicBezTo>
                    <a:cubicBezTo>
                      <a:pt x="61" y="15"/>
                      <a:pt x="60" y="17"/>
                      <a:pt x="61" y="15"/>
                    </a:cubicBezTo>
                    <a:cubicBezTo>
                      <a:pt x="61" y="13"/>
                      <a:pt x="61" y="13"/>
                      <a:pt x="61" y="13"/>
                    </a:cubicBezTo>
                    <a:cubicBezTo>
                      <a:pt x="61" y="13"/>
                      <a:pt x="61" y="14"/>
                      <a:pt x="61" y="14"/>
                    </a:cubicBezTo>
                    <a:cubicBezTo>
                      <a:pt x="62" y="11"/>
                      <a:pt x="62" y="11"/>
                      <a:pt x="62" y="11"/>
                    </a:cubicBezTo>
                    <a:cubicBezTo>
                      <a:pt x="61" y="15"/>
                      <a:pt x="61" y="12"/>
                      <a:pt x="60" y="13"/>
                    </a:cubicBezTo>
                    <a:cubicBezTo>
                      <a:pt x="61" y="12"/>
                      <a:pt x="61" y="12"/>
                      <a:pt x="61" y="12"/>
                    </a:cubicBezTo>
                    <a:cubicBezTo>
                      <a:pt x="61" y="11"/>
                      <a:pt x="60" y="14"/>
                      <a:pt x="60" y="14"/>
                    </a:cubicBezTo>
                    <a:cubicBezTo>
                      <a:pt x="60" y="13"/>
                      <a:pt x="61" y="11"/>
                      <a:pt x="61" y="10"/>
                    </a:cubicBezTo>
                    <a:cubicBezTo>
                      <a:pt x="60" y="10"/>
                      <a:pt x="59" y="12"/>
                      <a:pt x="59" y="10"/>
                    </a:cubicBezTo>
                    <a:cubicBezTo>
                      <a:pt x="59" y="10"/>
                      <a:pt x="59" y="11"/>
                      <a:pt x="58" y="12"/>
                    </a:cubicBezTo>
                    <a:cubicBezTo>
                      <a:pt x="58" y="12"/>
                      <a:pt x="59" y="9"/>
                      <a:pt x="58" y="11"/>
                    </a:cubicBezTo>
                    <a:cubicBezTo>
                      <a:pt x="58" y="10"/>
                      <a:pt x="58" y="9"/>
                      <a:pt x="59" y="8"/>
                    </a:cubicBezTo>
                    <a:cubicBezTo>
                      <a:pt x="58" y="9"/>
                      <a:pt x="58" y="8"/>
                      <a:pt x="58" y="10"/>
                    </a:cubicBezTo>
                    <a:cubicBezTo>
                      <a:pt x="58" y="9"/>
                      <a:pt x="57" y="9"/>
                      <a:pt x="57" y="9"/>
                    </a:cubicBezTo>
                    <a:cubicBezTo>
                      <a:pt x="57" y="9"/>
                      <a:pt x="57" y="8"/>
                      <a:pt x="57" y="7"/>
                    </a:cubicBezTo>
                    <a:cubicBezTo>
                      <a:pt x="57" y="8"/>
                      <a:pt x="56" y="9"/>
                      <a:pt x="56" y="9"/>
                    </a:cubicBezTo>
                    <a:cubicBezTo>
                      <a:pt x="56" y="11"/>
                      <a:pt x="56" y="11"/>
                      <a:pt x="56" y="12"/>
                    </a:cubicBezTo>
                    <a:cubicBezTo>
                      <a:pt x="56" y="13"/>
                      <a:pt x="56" y="13"/>
                      <a:pt x="56" y="13"/>
                    </a:cubicBezTo>
                    <a:cubicBezTo>
                      <a:pt x="56" y="11"/>
                      <a:pt x="56" y="9"/>
                      <a:pt x="56" y="9"/>
                    </a:cubicBezTo>
                    <a:cubicBezTo>
                      <a:pt x="56" y="6"/>
                      <a:pt x="56" y="9"/>
                      <a:pt x="56" y="6"/>
                    </a:cubicBezTo>
                    <a:cubicBezTo>
                      <a:pt x="56" y="4"/>
                      <a:pt x="57" y="4"/>
                      <a:pt x="57" y="5"/>
                    </a:cubicBezTo>
                    <a:cubicBezTo>
                      <a:pt x="58" y="3"/>
                      <a:pt x="57" y="5"/>
                      <a:pt x="57" y="2"/>
                    </a:cubicBezTo>
                    <a:cubicBezTo>
                      <a:pt x="57" y="3"/>
                      <a:pt x="57" y="4"/>
                      <a:pt x="56" y="4"/>
                    </a:cubicBezTo>
                    <a:cubicBezTo>
                      <a:pt x="56" y="5"/>
                      <a:pt x="56" y="6"/>
                      <a:pt x="56" y="7"/>
                    </a:cubicBezTo>
                    <a:cubicBezTo>
                      <a:pt x="56" y="9"/>
                      <a:pt x="56" y="5"/>
                      <a:pt x="56" y="5"/>
                    </a:cubicBezTo>
                    <a:cubicBezTo>
                      <a:pt x="56" y="4"/>
                      <a:pt x="56" y="4"/>
                      <a:pt x="56" y="4"/>
                    </a:cubicBezTo>
                    <a:cubicBezTo>
                      <a:pt x="56" y="3"/>
                      <a:pt x="55" y="5"/>
                      <a:pt x="55" y="5"/>
                    </a:cubicBezTo>
                    <a:cubicBezTo>
                      <a:pt x="55" y="1"/>
                      <a:pt x="56" y="4"/>
                      <a:pt x="56" y="2"/>
                    </a:cubicBezTo>
                    <a:cubicBezTo>
                      <a:pt x="56" y="0"/>
                      <a:pt x="56" y="0"/>
                      <a:pt x="56" y="0"/>
                    </a:cubicBezTo>
                    <a:cubicBezTo>
                      <a:pt x="55" y="0"/>
                      <a:pt x="56" y="3"/>
                      <a:pt x="55" y="2"/>
                    </a:cubicBezTo>
                    <a:cubicBezTo>
                      <a:pt x="55" y="1"/>
                      <a:pt x="55" y="1"/>
                      <a:pt x="55" y="1"/>
                    </a:cubicBezTo>
                    <a:cubicBezTo>
                      <a:pt x="55" y="1"/>
                      <a:pt x="55" y="1"/>
                      <a:pt x="55" y="1"/>
                    </a:cubicBezTo>
                    <a:cubicBezTo>
                      <a:pt x="55" y="3"/>
                      <a:pt x="55" y="4"/>
                      <a:pt x="55" y="4"/>
                    </a:cubicBezTo>
                    <a:cubicBezTo>
                      <a:pt x="55" y="7"/>
                      <a:pt x="55" y="5"/>
                      <a:pt x="55" y="5"/>
                    </a:cubicBezTo>
                    <a:cubicBezTo>
                      <a:pt x="54" y="7"/>
                      <a:pt x="55" y="5"/>
                      <a:pt x="55" y="7"/>
                    </a:cubicBezTo>
                    <a:cubicBezTo>
                      <a:pt x="55" y="8"/>
                      <a:pt x="54" y="9"/>
                      <a:pt x="54" y="9"/>
                    </a:cubicBezTo>
                    <a:cubicBezTo>
                      <a:pt x="54" y="9"/>
                      <a:pt x="54" y="7"/>
                      <a:pt x="54" y="6"/>
                    </a:cubicBezTo>
                    <a:cubicBezTo>
                      <a:pt x="54" y="5"/>
                      <a:pt x="54" y="5"/>
                      <a:pt x="54" y="6"/>
                    </a:cubicBezTo>
                    <a:cubicBezTo>
                      <a:pt x="55" y="4"/>
                      <a:pt x="54" y="3"/>
                      <a:pt x="55" y="1"/>
                    </a:cubicBezTo>
                    <a:cubicBezTo>
                      <a:pt x="54" y="0"/>
                      <a:pt x="54" y="2"/>
                      <a:pt x="54" y="3"/>
                    </a:cubicBezTo>
                    <a:cubicBezTo>
                      <a:pt x="54" y="3"/>
                      <a:pt x="54" y="5"/>
                      <a:pt x="54" y="5"/>
                    </a:cubicBezTo>
                    <a:cubicBezTo>
                      <a:pt x="54" y="10"/>
                      <a:pt x="54" y="2"/>
                      <a:pt x="53" y="3"/>
                    </a:cubicBezTo>
                    <a:cubicBezTo>
                      <a:pt x="53" y="6"/>
                      <a:pt x="53" y="7"/>
                      <a:pt x="53" y="10"/>
                    </a:cubicBezTo>
                    <a:cubicBezTo>
                      <a:pt x="53" y="11"/>
                      <a:pt x="53" y="12"/>
                      <a:pt x="53" y="11"/>
                    </a:cubicBezTo>
                    <a:cubicBezTo>
                      <a:pt x="53" y="9"/>
                      <a:pt x="53" y="10"/>
                      <a:pt x="53" y="8"/>
                    </a:cubicBezTo>
                    <a:cubicBezTo>
                      <a:pt x="53" y="8"/>
                      <a:pt x="53" y="8"/>
                      <a:pt x="53" y="8"/>
                    </a:cubicBezTo>
                    <a:cubicBezTo>
                      <a:pt x="53" y="5"/>
                      <a:pt x="53" y="5"/>
                      <a:pt x="53" y="5"/>
                    </a:cubicBezTo>
                    <a:cubicBezTo>
                      <a:pt x="53" y="4"/>
                      <a:pt x="52" y="2"/>
                      <a:pt x="52" y="1"/>
                    </a:cubicBezTo>
                    <a:cubicBezTo>
                      <a:pt x="52" y="2"/>
                      <a:pt x="52" y="3"/>
                      <a:pt x="52" y="4"/>
                    </a:cubicBezTo>
                    <a:cubicBezTo>
                      <a:pt x="52" y="3"/>
                      <a:pt x="52" y="2"/>
                      <a:pt x="52" y="2"/>
                    </a:cubicBezTo>
                    <a:cubicBezTo>
                      <a:pt x="52" y="3"/>
                      <a:pt x="52" y="5"/>
                      <a:pt x="52" y="5"/>
                    </a:cubicBezTo>
                    <a:cubicBezTo>
                      <a:pt x="52" y="5"/>
                      <a:pt x="51" y="3"/>
                      <a:pt x="51" y="3"/>
                    </a:cubicBezTo>
                    <a:cubicBezTo>
                      <a:pt x="52" y="1"/>
                      <a:pt x="52" y="1"/>
                      <a:pt x="52" y="1"/>
                    </a:cubicBezTo>
                    <a:cubicBezTo>
                      <a:pt x="52" y="3"/>
                      <a:pt x="52" y="0"/>
                      <a:pt x="51" y="1"/>
                    </a:cubicBezTo>
                    <a:cubicBezTo>
                      <a:pt x="51" y="2"/>
                      <a:pt x="51" y="4"/>
                      <a:pt x="51" y="5"/>
                    </a:cubicBezTo>
                    <a:cubicBezTo>
                      <a:pt x="51" y="6"/>
                      <a:pt x="51" y="4"/>
                      <a:pt x="51" y="5"/>
                    </a:cubicBezTo>
                    <a:cubicBezTo>
                      <a:pt x="51" y="3"/>
                      <a:pt x="51" y="3"/>
                      <a:pt x="51" y="3"/>
                    </a:cubicBezTo>
                    <a:cubicBezTo>
                      <a:pt x="51" y="4"/>
                      <a:pt x="51" y="0"/>
                      <a:pt x="51" y="1"/>
                    </a:cubicBezTo>
                    <a:cubicBezTo>
                      <a:pt x="51" y="3"/>
                      <a:pt x="51" y="3"/>
                      <a:pt x="51" y="3"/>
                    </a:cubicBezTo>
                    <a:cubicBezTo>
                      <a:pt x="51" y="2"/>
                      <a:pt x="51" y="2"/>
                      <a:pt x="51" y="1"/>
                    </a:cubicBezTo>
                    <a:cubicBezTo>
                      <a:pt x="51" y="2"/>
                      <a:pt x="50" y="2"/>
                      <a:pt x="50" y="2"/>
                    </a:cubicBezTo>
                    <a:cubicBezTo>
                      <a:pt x="50" y="1"/>
                      <a:pt x="50" y="1"/>
                      <a:pt x="50" y="1"/>
                    </a:cubicBezTo>
                    <a:cubicBezTo>
                      <a:pt x="50" y="2"/>
                      <a:pt x="50" y="4"/>
                      <a:pt x="50" y="2"/>
                    </a:cubicBezTo>
                    <a:cubicBezTo>
                      <a:pt x="50" y="5"/>
                      <a:pt x="50" y="2"/>
                      <a:pt x="50" y="4"/>
                    </a:cubicBezTo>
                    <a:cubicBezTo>
                      <a:pt x="51" y="5"/>
                      <a:pt x="50" y="5"/>
                      <a:pt x="50" y="6"/>
                    </a:cubicBezTo>
                    <a:cubicBezTo>
                      <a:pt x="50" y="3"/>
                      <a:pt x="50" y="5"/>
                      <a:pt x="50" y="5"/>
                    </a:cubicBezTo>
                    <a:cubicBezTo>
                      <a:pt x="50" y="4"/>
                      <a:pt x="49" y="4"/>
                      <a:pt x="49" y="3"/>
                    </a:cubicBezTo>
                    <a:cubicBezTo>
                      <a:pt x="49" y="5"/>
                      <a:pt x="49" y="5"/>
                      <a:pt x="49" y="5"/>
                    </a:cubicBezTo>
                    <a:cubicBezTo>
                      <a:pt x="49" y="2"/>
                      <a:pt x="49" y="6"/>
                      <a:pt x="49" y="5"/>
                    </a:cubicBezTo>
                    <a:cubicBezTo>
                      <a:pt x="49" y="4"/>
                      <a:pt x="49" y="2"/>
                      <a:pt x="49" y="2"/>
                    </a:cubicBezTo>
                    <a:cubicBezTo>
                      <a:pt x="49" y="4"/>
                      <a:pt x="49" y="5"/>
                      <a:pt x="49" y="7"/>
                    </a:cubicBezTo>
                    <a:cubicBezTo>
                      <a:pt x="48" y="6"/>
                      <a:pt x="49" y="4"/>
                      <a:pt x="48" y="2"/>
                    </a:cubicBezTo>
                    <a:cubicBezTo>
                      <a:pt x="48" y="4"/>
                      <a:pt x="48" y="0"/>
                      <a:pt x="48" y="3"/>
                    </a:cubicBezTo>
                    <a:cubicBezTo>
                      <a:pt x="48" y="6"/>
                      <a:pt x="48" y="6"/>
                      <a:pt x="48" y="6"/>
                    </a:cubicBezTo>
                    <a:cubicBezTo>
                      <a:pt x="48" y="6"/>
                      <a:pt x="48" y="5"/>
                      <a:pt x="48" y="4"/>
                    </a:cubicBezTo>
                    <a:cubicBezTo>
                      <a:pt x="48" y="4"/>
                      <a:pt x="48" y="6"/>
                      <a:pt x="48" y="7"/>
                    </a:cubicBezTo>
                    <a:cubicBezTo>
                      <a:pt x="48" y="6"/>
                      <a:pt x="48" y="9"/>
                      <a:pt x="47" y="7"/>
                    </a:cubicBezTo>
                    <a:cubicBezTo>
                      <a:pt x="47" y="6"/>
                      <a:pt x="48" y="7"/>
                      <a:pt x="48" y="5"/>
                    </a:cubicBezTo>
                    <a:cubicBezTo>
                      <a:pt x="47" y="5"/>
                      <a:pt x="48" y="9"/>
                      <a:pt x="47" y="10"/>
                    </a:cubicBezTo>
                    <a:cubicBezTo>
                      <a:pt x="48" y="11"/>
                      <a:pt x="48" y="14"/>
                      <a:pt x="48" y="15"/>
                    </a:cubicBezTo>
                    <a:cubicBezTo>
                      <a:pt x="47" y="14"/>
                      <a:pt x="48" y="14"/>
                      <a:pt x="47" y="12"/>
                    </a:cubicBezTo>
                    <a:cubicBezTo>
                      <a:pt x="47" y="12"/>
                      <a:pt x="47" y="12"/>
                      <a:pt x="47" y="12"/>
                    </a:cubicBezTo>
                    <a:cubicBezTo>
                      <a:pt x="47" y="9"/>
                      <a:pt x="47" y="7"/>
                      <a:pt x="47" y="5"/>
                    </a:cubicBezTo>
                    <a:cubicBezTo>
                      <a:pt x="47" y="6"/>
                      <a:pt x="47" y="6"/>
                      <a:pt x="47" y="6"/>
                    </a:cubicBezTo>
                    <a:cubicBezTo>
                      <a:pt x="47" y="3"/>
                      <a:pt x="47" y="3"/>
                      <a:pt x="47" y="3"/>
                    </a:cubicBezTo>
                    <a:cubicBezTo>
                      <a:pt x="47" y="5"/>
                      <a:pt x="46" y="3"/>
                      <a:pt x="46" y="4"/>
                    </a:cubicBezTo>
                    <a:cubicBezTo>
                      <a:pt x="46" y="6"/>
                      <a:pt x="46" y="3"/>
                      <a:pt x="46" y="5"/>
                    </a:cubicBezTo>
                    <a:cubicBezTo>
                      <a:pt x="46" y="5"/>
                      <a:pt x="47" y="8"/>
                      <a:pt x="46" y="7"/>
                    </a:cubicBezTo>
                    <a:cubicBezTo>
                      <a:pt x="46" y="4"/>
                      <a:pt x="46" y="4"/>
                      <a:pt x="46" y="4"/>
                    </a:cubicBezTo>
                    <a:cubicBezTo>
                      <a:pt x="46" y="3"/>
                      <a:pt x="46" y="6"/>
                      <a:pt x="46" y="5"/>
                    </a:cubicBezTo>
                    <a:cubicBezTo>
                      <a:pt x="46" y="4"/>
                      <a:pt x="46" y="4"/>
                      <a:pt x="46" y="4"/>
                    </a:cubicBezTo>
                    <a:cubicBezTo>
                      <a:pt x="45" y="4"/>
                      <a:pt x="44" y="4"/>
                      <a:pt x="44" y="8"/>
                    </a:cubicBezTo>
                    <a:cubicBezTo>
                      <a:pt x="44" y="6"/>
                      <a:pt x="43" y="6"/>
                      <a:pt x="43" y="5"/>
                    </a:cubicBezTo>
                    <a:cubicBezTo>
                      <a:pt x="43" y="6"/>
                      <a:pt x="43" y="7"/>
                      <a:pt x="43" y="7"/>
                    </a:cubicBezTo>
                    <a:cubicBezTo>
                      <a:pt x="43" y="5"/>
                      <a:pt x="43" y="5"/>
                      <a:pt x="43" y="5"/>
                    </a:cubicBezTo>
                    <a:cubicBezTo>
                      <a:pt x="42" y="4"/>
                      <a:pt x="42" y="6"/>
                      <a:pt x="42" y="7"/>
                    </a:cubicBezTo>
                    <a:cubicBezTo>
                      <a:pt x="42" y="6"/>
                      <a:pt x="42" y="6"/>
                      <a:pt x="42" y="6"/>
                    </a:cubicBezTo>
                    <a:cubicBezTo>
                      <a:pt x="42" y="4"/>
                      <a:pt x="42" y="7"/>
                      <a:pt x="42" y="7"/>
                    </a:cubicBezTo>
                    <a:cubicBezTo>
                      <a:pt x="42" y="6"/>
                      <a:pt x="42" y="6"/>
                      <a:pt x="42" y="6"/>
                    </a:cubicBezTo>
                    <a:cubicBezTo>
                      <a:pt x="42" y="7"/>
                      <a:pt x="42" y="7"/>
                      <a:pt x="42" y="7"/>
                    </a:cubicBezTo>
                    <a:cubicBezTo>
                      <a:pt x="42" y="8"/>
                      <a:pt x="42" y="8"/>
                      <a:pt x="41" y="6"/>
                    </a:cubicBezTo>
                    <a:cubicBezTo>
                      <a:pt x="41" y="7"/>
                      <a:pt x="41" y="7"/>
                      <a:pt x="41" y="7"/>
                    </a:cubicBezTo>
                    <a:cubicBezTo>
                      <a:pt x="41" y="6"/>
                      <a:pt x="41" y="6"/>
                      <a:pt x="40" y="7"/>
                    </a:cubicBezTo>
                    <a:cubicBezTo>
                      <a:pt x="41" y="7"/>
                      <a:pt x="41" y="8"/>
                      <a:pt x="41" y="9"/>
                    </a:cubicBezTo>
                    <a:cubicBezTo>
                      <a:pt x="41" y="12"/>
                      <a:pt x="41" y="9"/>
                      <a:pt x="41" y="10"/>
                    </a:cubicBezTo>
                    <a:cubicBezTo>
                      <a:pt x="40" y="8"/>
                      <a:pt x="40" y="8"/>
                      <a:pt x="40" y="8"/>
                    </a:cubicBezTo>
                    <a:cubicBezTo>
                      <a:pt x="40" y="5"/>
                      <a:pt x="39" y="7"/>
                      <a:pt x="39" y="7"/>
                    </a:cubicBezTo>
                    <a:cubicBezTo>
                      <a:pt x="39" y="8"/>
                      <a:pt x="39" y="8"/>
                      <a:pt x="39" y="8"/>
                    </a:cubicBezTo>
                    <a:cubicBezTo>
                      <a:pt x="38" y="6"/>
                      <a:pt x="38" y="8"/>
                      <a:pt x="38" y="8"/>
                    </a:cubicBezTo>
                    <a:cubicBezTo>
                      <a:pt x="38" y="9"/>
                      <a:pt x="38" y="11"/>
                      <a:pt x="38" y="11"/>
                    </a:cubicBezTo>
                    <a:cubicBezTo>
                      <a:pt x="38" y="13"/>
                      <a:pt x="38" y="9"/>
                      <a:pt x="37" y="8"/>
                    </a:cubicBezTo>
                    <a:cubicBezTo>
                      <a:pt x="37" y="9"/>
                      <a:pt x="37" y="9"/>
                      <a:pt x="37" y="9"/>
                    </a:cubicBezTo>
                    <a:cubicBezTo>
                      <a:pt x="37" y="8"/>
                      <a:pt x="37" y="8"/>
                      <a:pt x="37" y="8"/>
                    </a:cubicBezTo>
                    <a:cubicBezTo>
                      <a:pt x="37" y="9"/>
                      <a:pt x="37" y="10"/>
                      <a:pt x="37" y="9"/>
                    </a:cubicBezTo>
                    <a:cubicBezTo>
                      <a:pt x="37" y="9"/>
                      <a:pt x="37" y="9"/>
                      <a:pt x="37" y="9"/>
                    </a:cubicBezTo>
                    <a:cubicBezTo>
                      <a:pt x="36" y="9"/>
                      <a:pt x="36" y="8"/>
                      <a:pt x="36" y="8"/>
                    </a:cubicBezTo>
                    <a:cubicBezTo>
                      <a:pt x="36" y="10"/>
                      <a:pt x="36" y="9"/>
                      <a:pt x="36" y="10"/>
                    </a:cubicBezTo>
                    <a:cubicBezTo>
                      <a:pt x="36" y="10"/>
                      <a:pt x="36" y="10"/>
                      <a:pt x="36" y="10"/>
                    </a:cubicBezTo>
                    <a:cubicBezTo>
                      <a:pt x="36" y="11"/>
                      <a:pt x="36" y="11"/>
                      <a:pt x="36" y="11"/>
                    </a:cubicBezTo>
                    <a:cubicBezTo>
                      <a:pt x="36" y="10"/>
                      <a:pt x="36" y="10"/>
                      <a:pt x="36" y="10"/>
                    </a:cubicBezTo>
                    <a:cubicBezTo>
                      <a:pt x="36" y="9"/>
                      <a:pt x="36" y="9"/>
                      <a:pt x="36" y="9"/>
                    </a:cubicBezTo>
                    <a:cubicBezTo>
                      <a:pt x="35" y="8"/>
                      <a:pt x="36" y="10"/>
                      <a:pt x="36" y="11"/>
                    </a:cubicBezTo>
                    <a:cubicBezTo>
                      <a:pt x="36" y="12"/>
                      <a:pt x="36" y="11"/>
                      <a:pt x="35" y="10"/>
                    </a:cubicBezTo>
                    <a:cubicBezTo>
                      <a:pt x="35" y="9"/>
                      <a:pt x="36" y="10"/>
                      <a:pt x="36" y="10"/>
                    </a:cubicBezTo>
                    <a:cubicBezTo>
                      <a:pt x="35" y="9"/>
                      <a:pt x="35" y="9"/>
                      <a:pt x="35" y="9"/>
                    </a:cubicBezTo>
                    <a:cubicBezTo>
                      <a:pt x="35" y="9"/>
                      <a:pt x="36" y="10"/>
                      <a:pt x="35" y="10"/>
                    </a:cubicBezTo>
                    <a:cubicBezTo>
                      <a:pt x="35" y="10"/>
                      <a:pt x="35" y="10"/>
                      <a:pt x="35" y="9"/>
                    </a:cubicBezTo>
                    <a:cubicBezTo>
                      <a:pt x="35" y="10"/>
                      <a:pt x="35" y="10"/>
                      <a:pt x="35" y="10"/>
                    </a:cubicBezTo>
                    <a:cubicBezTo>
                      <a:pt x="35" y="11"/>
                      <a:pt x="35" y="11"/>
                      <a:pt x="35" y="12"/>
                    </a:cubicBezTo>
                    <a:cubicBezTo>
                      <a:pt x="35" y="12"/>
                      <a:pt x="35" y="13"/>
                      <a:pt x="35" y="12"/>
                    </a:cubicBezTo>
                    <a:cubicBezTo>
                      <a:pt x="35" y="12"/>
                      <a:pt x="35" y="12"/>
                      <a:pt x="35" y="12"/>
                    </a:cubicBezTo>
                    <a:cubicBezTo>
                      <a:pt x="35" y="12"/>
                      <a:pt x="35" y="12"/>
                      <a:pt x="35" y="13"/>
                    </a:cubicBezTo>
                    <a:cubicBezTo>
                      <a:pt x="35" y="11"/>
                      <a:pt x="35" y="11"/>
                      <a:pt x="35" y="11"/>
                    </a:cubicBezTo>
                    <a:cubicBezTo>
                      <a:pt x="35" y="12"/>
                      <a:pt x="35" y="12"/>
                      <a:pt x="35" y="13"/>
                    </a:cubicBezTo>
                    <a:cubicBezTo>
                      <a:pt x="34" y="11"/>
                      <a:pt x="34" y="9"/>
                      <a:pt x="33" y="9"/>
                    </a:cubicBezTo>
                    <a:cubicBezTo>
                      <a:pt x="34" y="10"/>
                      <a:pt x="34" y="10"/>
                      <a:pt x="34" y="10"/>
                    </a:cubicBezTo>
                    <a:cubicBezTo>
                      <a:pt x="34" y="11"/>
                      <a:pt x="33" y="10"/>
                      <a:pt x="33" y="9"/>
                    </a:cubicBezTo>
                    <a:cubicBezTo>
                      <a:pt x="33" y="8"/>
                      <a:pt x="34" y="14"/>
                      <a:pt x="33" y="13"/>
                    </a:cubicBezTo>
                    <a:cubicBezTo>
                      <a:pt x="33" y="11"/>
                      <a:pt x="33" y="10"/>
                      <a:pt x="32" y="10"/>
                    </a:cubicBezTo>
                    <a:cubicBezTo>
                      <a:pt x="33" y="10"/>
                      <a:pt x="33" y="11"/>
                      <a:pt x="33" y="11"/>
                    </a:cubicBezTo>
                    <a:cubicBezTo>
                      <a:pt x="33" y="12"/>
                      <a:pt x="32" y="10"/>
                      <a:pt x="33" y="11"/>
                    </a:cubicBezTo>
                    <a:cubicBezTo>
                      <a:pt x="33" y="12"/>
                      <a:pt x="33" y="12"/>
                      <a:pt x="33" y="12"/>
                    </a:cubicBezTo>
                    <a:cubicBezTo>
                      <a:pt x="32" y="8"/>
                      <a:pt x="32" y="11"/>
                      <a:pt x="31" y="9"/>
                    </a:cubicBezTo>
                    <a:cubicBezTo>
                      <a:pt x="31" y="12"/>
                      <a:pt x="31" y="10"/>
                      <a:pt x="31" y="11"/>
                    </a:cubicBezTo>
                    <a:cubicBezTo>
                      <a:pt x="30" y="9"/>
                      <a:pt x="31" y="12"/>
                      <a:pt x="30" y="10"/>
                    </a:cubicBezTo>
                    <a:cubicBezTo>
                      <a:pt x="31" y="13"/>
                      <a:pt x="31" y="13"/>
                      <a:pt x="31" y="13"/>
                    </a:cubicBezTo>
                    <a:cubicBezTo>
                      <a:pt x="30" y="11"/>
                      <a:pt x="32" y="16"/>
                      <a:pt x="31" y="13"/>
                    </a:cubicBezTo>
                    <a:cubicBezTo>
                      <a:pt x="30" y="13"/>
                      <a:pt x="30" y="12"/>
                      <a:pt x="30" y="11"/>
                    </a:cubicBezTo>
                    <a:cubicBezTo>
                      <a:pt x="29" y="9"/>
                      <a:pt x="30" y="14"/>
                      <a:pt x="29" y="11"/>
                    </a:cubicBezTo>
                    <a:cubicBezTo>
                      <a:pt x="30" y="14"/>
                      <a:pt x="30" y="14"/>
                      <a:pt x="30" y="14"/>
                    </a:cubicBezTo>
                    <a:cubicBezTo>
                      <a:pt x="30" y="13"/>
                      <a:pt x="29" y="12"/>
                      <a:pt x="29" y="11"/>
                    </a:cubicBezTo>
                    <a:cubicBezTo>
                      <a:pt x="29" y="12"/>
                      <a:pt x="29" y="13"/>
                      <a:pt x="29" y="12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10"/>
                      <a:pt x="28" y="11"/>
                      <a:pt x="28" y="12"/>
                    </a:cubicBezTo>
                    <a:cubicBezTo>
                      <a:pt x="28" y="11"/>
                      <a:pt x="28" y="12"/>
                      <a:pt x="27" y="11"/>
                    </a:cubicBezTo>
                    <a:cubicBezTo>
                      <a:pt x="28" y="13"/>
                      <a:pt x="26" y="10"/>
                      <a:pt x="27" y="13"/>
                    </a:cubicBezTo>
                    <a:cubicBezTo>
                      <a:pt x="27" y="12"/>
                      <a:pt x="27" y="12"/>
                      <a:pt x="27" y="12"/>
                    </a:cubicBezTo>
                    <a:cubicBezTo>
                      <a:pt x="27" y="13"/>
                      <a:pt x="28" y="15"/>
                      <a:pt x="28" y="15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6" y="11"/>
                      <a:pt x="27" y="13"/>
                      <a:pt x="26" y="12"/>
                    </a:cubicBezTo>
                    <a:cubicBezTo>
                      <a:pt x="27" y="13"/>
                      <a:pt x="26" y="12"/>
                      <a:pt x="26" y="13"/>
                    </a:cubicBezTo>
                    <a:cubicBezTo>
                      <a:pt x="26" y="14"/>
                      <a:pt x="26" y="14"/>
                      <a:pt x="26" y="14"/>
                    </a:cubicBezTo>
                    <a:cubicBezTo>
                      <a:pt x="27" y="15"/>
                      <a:pt x="27" y="15"/>
                      <a:pt x="27" y="15"/>
                    </a:cubicBezTo>
                    <a:cubicBezTo>
                      <a:pt x="26" y="15"/>
                      <a:pt x="26" y="13"/>
                      <a:pt x="26" y="13"/>
                    </a:cubicBezTo>
                    <a:cubicBezTo>
                      <a:pt x="25" y="12"/>
                      <a:pt x="26" y="13"/>
                      <a:pt x="26" y="13"/>
                    </a:cubicBezTo>
                    <a:cubicBezTo>
                      <a:pt x="26" y="13"/>
                      <a:pt x="26" y="13"/>
                      <a:pt x="26" y="14"/>
                    </a:cubicBezTo>
                    <a:cubicBezTo>
                      <a:pt x="26" y="13"/>
                      <a:pt x="26" y="13"/>
                      <a:pt x="26" y="13"/>
                    </a:cubicBezTo>
                    <a:cubicBezTo>
                      <a:pt x="26" y="13"/>
                      <a:pt x="26" y="13"/>
                      <a:pt x="26" y="14"/>
                    </a:cubicBezTo>
                    <a:cubicBezTo>
                      <a:pt x="26" y="13"/>
                      <a:pt x="26" y="13"/>
                      <a:pt x="25" y="13"/>
                    </a:cubicBezTo>
                    <a:cubicBezTo>
                      <a:pt x="26" y="13"/>
                      <a:pt x="26" y="13"/>
                      <a:pt x="26" y="13"/>
                    </a:cubicBezTo>
                    <a:cubicBezTo>
                      <a:pt x="25" y="13"/>
                      <a:pt x="25" y="13"/>
                      <a:pt x="25" y="13"/>
                    </a:cubicBezTo>
                    <a:cubicBezTo>
                      <a:pt x="25" y="13"/>
                      <a:pt x="25" y="13"/>
                      <a:pt x="25" y="13"/>
                    </a:cubicBezTo>
                    <a:cubicBezTo>
                      <a:pt x="25" y="13"/>
                      <a:pt x="25" y="13"/>
                      <a:pt x="25" y="13"/>
                    </a:cubicBezTo>
                    <a:cubicBezTo>
                      <a:pt x="25" y="11"/>
                      <a:pt x="25" y="11"/>
                      <a:pt x="25" y="11"/>
                    </a:cubicBezTo>
                    <a:cubicBezTo>
                      <a:pt x="24" y="11"/>
                      <a:pt x="25" y="13"/>
                      <a:pt x="25" y="13"/>
                    </a:cubicBezTo>
                    <a:cubicBezTo>
                      <a:pt x="24" y="12"/>
                      <a:pt x="24" y="14"/>
                      <a:pt x="24" y="15"/>
                    </a:cubicBezTo>
                    <a:cubicBezTo>
                      <a:pt x="24" y="15"/>
                      <a:pt x="24" y="14"/>
                      <a:pt x="24" y="14"/>
                    </a:cubicBezTo>
                    <a:cubicBezTo>
                      <a:pt x="24" y="15"/>
                      <a:pt x="24" y="16"/>
                      <a:pt x="24" y="15"/>
                    </a:cubicBezTo>
                    <a:cubicBezTo>
                      <a:pt x="24" y="16"/>
                      <a:pt x="23" y="14"/>
                      <a:pt x="23" y="14"/>
                    </a:cubicBezTo>
                    <a:cubicBezTo>
                      <a:pt x="23" y="14"/>
                      <a:pt x="24" y="15"/>
                      <a:pt x="24" y="15"/>
                    </a:cubicBezTo>
                    <a:cubicBezTo>
                      <a:pt x="23" y="13"/>
                      <a:pt x="23" y="17"/>
                      <a:pt x="23" y="15"/>
                    </a:cubicBezTo>
                    <a:cubicBezTo>
                      <a:pt x="23" y="15"/>
                      <a:pt x="22" y="14"/>
                      <a:pt x="22" y="14"/>
                    </a:cubicBezTo>
                    <a:cubicBezTo>
                      <a:pt x="22" y="15"/>
                      <a:pt x="22" y="16"/>
                      <a:pt x="23" y="17"/>
                    </a:cubicBezTo>
                    <a:cubicBezTo>
                      <a:pt x="22" y="16"/>
                      <a:pt x="22" y="16"/>
                      <a:pt x="22" y="16"/>
                    </a:cubicBezTo>
                    <a:cubicBezTo>
                      <a:pt x="22" y="16"/>
                      <a:pt x="22" y="16"/>
                      <a:pt x="22" y="17"/>
                    </a:cubicBezTo>
                    <a:cubicBezTo>
                      <a:pt x="23" y="18"/>
                      <a:pt x="23" y="20"/>
                      <a:pt x="23" y="19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2" y="19"/>
                      <a:pt x="22" y="20"/>
                      <a:pt x="22" y="19"/>
                    </a:cubicBezTo>
                    <a:cubicBezTo>
                      <a:pt x="21" y="16"/>
                      <a:pt x="21" y="17"/>
                      <a:pt x="21" y="17"/>
                    </a:cubicBezTo>
                    <a:cubicBezTo>
                      <a:pt x="21" y="19"/>
                      <a:pt x="21" y="19"/>
                      <a:pt x="21" y="19"/>
                    </a:cubicBezTo>
                    <a:cubicBezTo>
                      <a:pt x="21" y="19"/>
                      <a:pt x="21" y="17"/>
                      <a:pt x="21" y="17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1" y="20"/>
                      <a:pt x="21" y="19"/>
                    </a:cubicBezTo>
                    <a:cubicBezTo>
                      <a:pt x="21" y="20"/>
                      <a:pt x="22" y="22"/>
                      <a:pt x="22" y="24"/>
                    </a:cubicBezTo>
                    <a:cubicBezTo>
                      <a:pt x="22" y="24"/>
                      <a:pt x="22" y="25"/>
                      <a:pt x="22" y="25"/>
                    </a:cubicBezTo>
                    <a:cubicBezTo>
                      <a:pt x="21" y="24"/>
                      <a:pt x="22" y="25"/>
                      <a:pt x="22" y="24"/>
                    </a:cubicBezTo>
                    <a:cubicBezTo>
                      <a:pt x="21" y="22"/>
                      <a:pt x="21" y="22"/>
                      <a:pt x="21" y="22"/>
                    </a:cubicBezTo>
                    <a:cubicBezTo>
                      <a:pt x="21" y="22"/>
                      <a:pt x="20" y="20"/>
                      <a:pt x="20" y="19"/>
                    </a:cubicBezTo>
                    <a:cubicBezTo>
                      <a:pt x="20" y="20"/>
                      <a:pt x="19" y="19"/>
                      <a:pt x="19" y="19"/>
                    </a:cubicBezTo>
                    <a:cubicBezTo>
                      <a:pt x="20" y="22"/>
                      <a:pt x="19" y="21"/>
                      <a:pt x="20" y="23"/>
                    </a:cubicBezTo>
                    <a:cubicBezTo>
                      <a:pt x="20" y="24"/>
                      <a:pt x="19" y="21"/>
                      <a:pt x="19" y="21"/>
                    </a:cubicBezTo>
                    <a:cubicBezTo>
                      <a:pt x="19" y="22"/>
                      <a:pt x="18" y="21"/>
                      <a:pt x="18" y="22"/>
                    </a:cubicBezTo>
                    <a:cubicBezTo>
                      <a:pt x="18" y="21"/>
                      <a:pt x="18" y="21"/>
                      <a:pt x="18" y="21"/>
                    </a:cubicBezTo>
                    <a:cubicBezTo>
                      <a:pt x="18" y="22"/>
                      <a:pt x="17" y="21"/>
                      <a:pt x="18" y="24"/>
                    </a:cubicBezTo>
                    <a:cubicBezTo>
                      <a:pt x="17" y="22"/>
                      <a:pt x="17" y="22"/>
                      <a:pt x="17" y="22"/>
                    </a:cubicBezTo>
                    <a:cubicBezTo>
                      <a:pt x="17" y="22"/>
                      <a:pt x="19" y="25"/>
                      <a:pt x="18" y="24"/>
                    </a:cubicBezTo>
                    <a:cubicBezTo>
                      <a:pt x="17" y="23"/>
                      <a:pt x="17" y="23"/>
                      <a:pt x="17" y="23"/>
                    </a:cubicBezTo>
                    <a:cubicBezTo>
                      <a:pt x="18" y="24"/>
                      <a:pt x="16" y="22"/>
                      <a:pt x="17" y="24"/>
                    </a:cubicBezTo>
                    <a:cubicBezTo>
                      <a:pt x="17" y="23"/>
                      <a:pt x="17" y="23"/>
                      <a:pt x="17" y="23"/>
                    </a:cubicBezTo>
                    <a:cubicBezTo>
                      <a:pt x="17" y="23"/>
                      <a:pt x="16" y="23"/>
                      <a:pt x="17" y="25"/>
                    </a:cubicBezTo>
                    <a:cubicBezTo>
                      <a:pt x="16" y="23"/>
                      <a:pt x="16" y="23"/>
                      <a:pt x="16" y="23"/>
                    </a:cubicBezTo>
                    <a:cubicBezTo>
                      <a:pt x="15" y="22"/>
                      <a:pt x="17" y="25"/>
                      <a:pt x="16" y="24"/>
                    </a:cubicBezTo>
                    <a:cubicBezTo>
                      <a:pt x="16" y="24"/>
                      <a:pt x="16" y="23"/>
                      <a:pt x="16" y="23"/>
                    </a:cubicBezTo>
                    <a:cubicBezTo>
                      <a:pt x="16" y="24"/>
                      <a:pt x="16" y="24"/>
                      <a:pt x="16" y="25"/>
                    </a:cubicBezTo>
                    <a:cubicBezTo>
                      <a:pt x="15" y="23"/>
                      <a:pt x="15" y="23"/>
                      <a:pt x="15" y="23"/>
                    </a:cubicBezTo>
                    <a:cubicBezTo>
                      <a:pt x="14" y="23"/>
                      <a:pt x="13" y="23"/>
                      <a:pt x="13" y="26"/>
                    </a:cubicBezTo>
                    <a:cubicBezTo>
                      <a:pt x="11" y="24"/>
                      <a:pt x="12" y="24"/>
                      <a:pt x="11" y="23"/>
                    </a:cubicBezTo>
                    <a:cubicBezTo>
                      <a:pt x="12" y="25"/>
                      <a:pt x="11" y="24"/>
                      <a:pt x="11" y="24"/>
                    </a:cubicBezTo>
                    <a:cubicBezTo>
                      <a:pt x="11" y="24"/>
                      <a:pt x="11" y="24"/>
                      <a:pt x="11" y="24"/>
                    </a:cubicBezTo>
                    <a:cubicBezTo>
                      <a:pt x="11" y="25"/>
                      <a:pt x="11" y="23"/>
                      <a:pt x="11" y="24"/>
                    </a:cubicBezTo>
                    <a:cubicBezTo>
                      <a:pt x="11" y="25"/>
                      <a:pt x="11" y="25"/>
                      <a:pt x="11" y="25"/>
                    </a:cubicBezTo>
                    <a:cubicBezTo>
                      <a:pt x="12" y="26"/>
                      <a:pt x="10" y="22"/>
                      <a:pt x="11" y="25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6"/>
                      <a:pt x="9" y="23"/>
                      <a:pt x="10" y="25"/>
                    </a:cubicBezTo>
                    <a:cubicBezTo>
                      <a:pt x="10" y="24"/>
                      <a:pt x="10" y="24"/>
                      <a:pt x="10" y="24"/>
                    </a:cubicBezTo>
                    <a:cubicBezTo>
                      <a:pt x="9" y="24"/>
                      <a:pt x="11" y="27"/>
                      <a:pt x="10" y="25"/>
                    </a:cubicBezTo>
                    <a:cubicBezTo>
                      <a:pt x="10" y="26"/>
                      <a:pt x="10" y="26"/>
                      <a:pt x="11" y="28"/>
                    </a:cubicBezTo>
                    <a:cubicBezTo>
                      <a:pt x="9" y="26"/>
                      <a:pt x="9" y="26"/>
                      <a:pt x="9" y="26"/>
                    </a:cubicBezTo>
                    <a:cubicBezTo>
                      <a:pt x="9" y="27"/>
                      <a:pt x="8" y="27"/>
                      <a:pt x="9" y="30"/>
                    </a:cubicBezTo>
                    <a:cubicBezTo>
                      <a:pt x="8" y="29"/>
                      <a:pt x="8" y="29"/>
                      <a:pt x="8" y="29"/>
                    </a:cubicBezTo>
                    <a:cubicBezTo>
                      <a:pt x="9" y="31"/>
                      <a:pt x="6" y="27"/>
                      <a:pt x="8" y="31"/>
                    </a:cubicBezTo>
                    <a:cubicBezTo>
                      <a:pt x="9" y="33"/>
                      <a:pt x="9" y="33"/>
                      <a:pt x="9" y="33"/>
                    </a:cubicBezTo>
                    <a:cubicBezTo>
                      <a:pt x="8" y="30"/>
                      <a:pt x="8" y="30"/>
                      <a:pt x="8" y="30"/>
                    </a:cubicBezTo>
                    <a:cubicBezTo>
                      <a:pt x="8" y="32"/>
                      <a:pt x="7" y="31"/>
                      <a:pt x="8" y="32"/>
                    </a:cubicBezTo>
                    <a:cubicBezTo>
                      <a:pt x="7" y="31"/>
                      <a:pt x="7" y="31"/>
                      <a:pt x="7" y="31"/>
                    </a:cubicBezTo>
                    <a:cubicBezTo>
                      <a:pt x="7" y="31"/>
                      <a:pt x="8" y="33"/>
                      <a:pt x="8" y="33"/>
                    </a:cubicBezTo>
                    <a:cubicBezTo>
                      <a:pt x="7" y="32"/>
                      <a:pt x="7" y="32"/>
                      <a:pt x="7" y="32"/>
                    </a:cubicBezTo>
                    <a:cubicBezTo>
                      <a:pt x="5" y="30"/>
                      <a:pt x="2" y="29"/>
                      <a:pt x="4" y="33"/>
                    </a:cubicBezTo>
                    <a:cubicBezTo>
                      <a:pt x="4" y="33"/>
                      <a:pt x="3" y="31"/>
                      <a:pt x="3" y="31"/>
                    </a:cubicBezTo>
                    <a:cubicBezTo>
                      <a:pt x="4" y="34"/>
                      <a:pt x="0" y="30"/>
                      <a:pt x="2" y="35"/>
                    </a:cubicBezTo>
                    <a:cubicBezTo>
                      <a:pt x="3" y="36"/>
                      <a:pt x="6" y="41"/>
                      <a:pt x="6" y="41"/>
                    </a:cubicBezTo>
                    <a:cubicBezTo>
                      <a:pt x="6" y="39"/>
                      <a:pt x="9" y="40"/>
                      <a:pt x="11" y="42"/>
                    </a:cubicBezTo>
                    <a:cubicBezTo>
                      <a:pt x="11" y="41"/>
                      <a:pt x="11" y="40"/>
                      <a:pt x="12" y="41"/>
                    </a:cubicBezTo>
                    <a:cubicBezTo>
                      <a:pt x="13" y="40"/>
                      <a:pt x="17" y="43"/>
                      <a:pt x="17" y="40"/>
                    </a:cubicBezTo>
                    <a:cubicBezTo>
                      <a:pt x="17" y="40"/>
                      <a:pt x="16" y="39"/>
                      <a:pt x="16" y="38"/>
                    </a:cubicBezTo>
                    <a:cubicBezTo>
                      <a:pt x="17" y="39"/>
                      <a:pt x="17" y="39"/>
                      <a:pt x="17" y="39"/>
                    </a:cubicBezTo>
                    <a:cubicBezTo>
                      <a:pt x="16" y="38"/>
                      <a:pt x="16" y="38"/>
                      <a:pt x="16" y="38"/>
                    </a:cubicBezTo>
                    <a:cubicBezTo>
                      <a:pt x="16" y="37"/>
                      <a:pt x="17" y="39"/>
                      <a:pt x="17" y="39"/>
                    </a:cubicBezTo>
                    <a:cubicBezTo>
                      <a:pt x="17" y="39"/>
                      <a:pt x="18" y="38"/>
                      <a:pt x="18" y="38"/>
                    </a:cubicBezTo>
                    <a:cubicBezTo>
                      <a:pt x="18" y="36"/>
                      <a:pt x="19" y="38"/>
                      <a:pt x="18" y="36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18" y="36"/>
                      <a:pt x="18" y="35"/>
                      <a:pt x="20" y="38"/>
                    </a:cubicBezTo>
                    <a:cubicBezTo>
                      <a:pt x="22" y="39"/>
                      <a:pt x="23" y="37"/>
                      <a:pt x="25" y="37"/>
                    </a:cubicBezTo>
                    <a:cubicBezTo>
                      <a:pt x="26" y="35"/>
                      <a:pt x="27" y="33"/>
                      <a:pt x="29" y="32"/>
                    </a:cubicBezTo>
                    <a:cubicBezTo>
                      <a:pt x="28" y="28"/>
                      <a:pt x="29" y="30"/>
                      <a:pt x="28" y="27"/>
                    </a:cubicBezTo>
                    <a:cubicBezTo>
                      <a:pt x="29" y="28"/>
                      <a:pt x="29" y="28"/>
                      <a:pt x="29" y="28"/>
                    </a:cubicBezTo>
                    <a:cubicBezTo>
                      <a:pt x="28" y="26"/>
                      <a:pt x="29" y="28"/>
                      <a:pt x="30" y="29"/>
                    </a:cubicBezTo>
                    <a:cubicBezTo>
                      <a:pt x="29" y="28"/>
                      <a:pt x="30" y="29"/>
                      <a:pt x="29" y="27"/>
                    </a:cubicBezTo>
                    <a:cubicBezTo>
                      <a:pt x="29" y="25"/>
                      <a:pt x="30" y="30"/>
                      <a:pt x="30" y="29"/>
                    </a:cubicBezTo>
                    <a:cubicBezTo>
                      <a:pt x="30" y="29"/>
                      <a:pt x="30" y="27"/>
                      <a:pt x="30" y="28"/>
                    </a:cubicBezTo>
                    <a:cubicBezTo>
                      <a:pt x="30" y="26"/>
                      <a:pt x="30" y="29"/>
                      <a:pt x="31" y="31"/>
                    </a:cubicBezTo>
                    <a:cubicBezTo>
                      <a:pt x="32" y="30"/>
                      <a:pt x="32" y="28"/>
                      <a:pt x="33" y="29"/>
                    </a:cubicBezTo>
                    <a:cubicBezTo>
                      <a:pt x="33" y="29"/>
                      <a:pt x="33" y="27"/>
                      <a:pt x="33" y="27"/>
                    </a:cubicBezTo>
                    <a:cubicBezTo>
                      <a:pt x="34" y="30"/>
                      <a:pt x="33" y="26"/>
                      <a:pt x="33" y="27"/>
                    </a:cubicBezTo>
                    <a:cubicBezTo>
                      <a:pt x="34" y="28"/>
                      <a:pt x="34" y="28"/>
                      <a:pt x="34" y="28"/>
                    </a:cubicBezTo>
                    <a:cubicBezTo>
                      <a:pt x="34" y="30"/>
                      <a:pt x="34" y="28"/>
                      <a:pt x="35" y="29"/>
                    </a:cubicBezTo>
                    <a:cubicBezTo>
                      <a:pt x="35" y="28"/>
                      <a:pt x="36" y="30"/>
                      <a:pt x="36" y="29"/>
                    </a:cubicBezTo>
                    <a:cubicBezTo>
                      <a:pt x="36" y="30"/>
                      <a:pt x="36" y="29"/>
                      <a:pt x="36" y="30"/>
                    </a:cubicBezTo>
                    <a:cubicBezTo>
                      <a:pt x="36" y="26"/>
                      <a:pt x="37" y="31"/>
                      <a:pt x="37" y="29"/>
                    </a:cubicBezTo>
                    <a:cubicBezTo>
                      <a:pt x="37" y="29"/>
                      <a:pt x="37" y="29"/>
                      <a:pt x="37" y="29"/>
                    </a:cubicBezTo>
                    <a:cubicBezTo>
                      <a:pt x="38" y="29"/>
                      <a:pt x="39" y="29"/>
                      <a:pt x="40" y="27"/>
                    </a:cubicBezTo>
                    <a:cubicBezTo>
                      <a:pt x="40" y="27"/>
                      <a:pt x="41" y="30"/>
                      <a:pt x="41" y="28"/>
                    </a:cubicBezTo>
                    <a:cubicBezTo>
                      <a:pt x="41" y="27"/>
                      <a:pt x="41" y="27"/>
                      <a:pt x="41" y="27"/>
                    </a:cubicBezTo>
                    <a:cubicBezTo>
                      <a:pt x="41" y="27"/>
                      <a:pt x="41" y="28"/>
                      <a:pt x="42" y="28"/>
                    </a:cubicBezTo>
                    <a:cubicBezTo>
                      <a:pt x="42" y="27"/>
                      <a:pt x="42" y="28"/>
                      <a:pt x="43" y="28"/>
                    </a:cubicBezTo>
                    <a:cubicBezTo>
                      <a:pt x="43" y="28"/>
                      <a:pt x="43" y="27"/>
                      <a:pt x="42" y="27"/>
                    </a:cubicBezTo>
                    <a:cubicBezTo>
                      <a:pt x="43" y="29"/>
                      <a:pt x="43" y="26"/>
                      <a:pt x="44" y="27"/>
                    </a:cubicBezTo>
                    <a:cubicBezTo>
                      <a:pt x="43" y="24"/>
                      <a:pt x="44" y="26"/>
                      <a:pt x="44" y="2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518" name="Freeform 193"/>
              <p:cNvSpPr/>
              <p:nvPr>
                <p:custDataLst>
                  <p:tags r:id="rId439"/>
                </p:custDataLst>
              </p:nvPr>
            </p:nvSpPr>
            <p:spPr bwMode="auto">
              <a:xfrm>
                <a:off x="3192" y="2160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519" name="Freeform 194"/>
              <p:cNvSpPr/>
              <p:nvPr>
                <p:custDataLst>
                  <p:tags r:id="rId440"/>
                </p:custDataLst>
              </p:nvPr>
            </p:nvSpPr>
            <p:spPr bwMode="auto">
              <a:xfrm>
                <a:off x="3146" y="2177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2 h 2"/>
                  <a:gd name="T4" fmla="*/ 2 w 2"/>
                  <a:gd name="T5" fmla="*/ 2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0" y="2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520" name="Freeform 195"/>
              <p:cNvSpPr/>
              <p:nvPr>
                <p:custDataLst>
                  <p:tags r:id="rId441"/>
                </p:custDataLst>
              </p:nvPr>
            </p:nvSpPr>
            <p:spPr bwMode="auto">
              <a:xfrm>
                <a:off x="3264" y="1853"/>
                <a:ext cx="2" cy="4"/>
              </a:xfrm>
              <a:custGeom>
                <a:avLst/>
                <a:gdLst>
                  <a:gd name="T0" fmla="*/ 0 w 1"/>
                  <a:gd name="T1" fmla="*/ 1 h 2"/>
                  <a:gd name="T2" fmla="*/ 0 w 1"/>
                  <a:gd name="T3" fmla="*/ 1 h 2"/>
                  <a:gd name="T4" fmla="*/ 0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1" y="0"/>
                      <a:pt x="0" y="2"/>
                      <a:pt x="0" y="1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521" name="Freeform 196"/>
              <p:cNvSpPr/>
              <p:nvPr>
                <p:custDataLst>
                  <p:tags r:id="rId442"/>
                </p:custDataLst>
              </p:nvPr>
            </p:nvSpPr>
            <p:spPr bwMode="auto">
              <a:xfrm>
                <a:off x="3209" y="1836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0 h 2"/>
                  <a:gd name="T4" fmla="*/ 0 w 2"/>
                  <a:gd name="T5" fmla="*/ 2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522" name="Freeform 197"/>
              <p:cNvSpPr/>
              <p:nvPr>
                <p:custDataLst>
                  <p:tags r:id="rId443"/>
                </p:custDataLst>
              </p:nvPr>
            </p:nvSpPr>
            <p:spPr bwMode="auto">
              <a:xfrm>
                <a:off x="3343" y="2470"/>
                <a:ext cx="2" cy="4"/>
              </a:xfrm>
              <a:custGeom>
                <a:avLst/>
                <a:gdLst>
                  <a:gd name="T0" fmla="*/ 1 w 1"/>
                  <a:gd name="T1" fmla="*/ 1 h 2"/>
                  <a:gd name="T2" fmla="*/ 0 w 1"/>
                  <a:gd name="T3" fmla="*/ 1 h 2"/>
                  <a:gd name="T4" fmla="*/ 1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0" y="0"/>
                      <a:pt x="1" y="2"/>
                      <a:pt x="0" y="1"/>
                    </a:cubicBezTo>
                    <a:cubicBezTo>
                      <a:pt x="1" y="2"/>
                      <a:pt x="1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523" name="Freeform 198"/>
              <p:cNvSpPr/>
              <p:nvPr>
                <p:custDataLst>
                  <p:tags r:id="rId444"/>
                </p:custDataLst>
              </p:nvPr>
            </p:nvSpPr>
            <p:spPr bwMode="auto">
              <a:xfrm>
                <a:off x="3186" y="183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524" name="Freeform 199"/>
              <p:cNvSpPr/>
              <p:nvPr>
                <p:custDataLst>
                  <p:tags r:id="rId445"/>
                </p:custDataLst>
              </p:nvPr>
            </p:nvSpPr>
            <p:spPr bwMode="auto">
              <a:xfrm>
                <a:off x="3188" y="1825"/>
                <a:ext cx="2" cy="4"/>
              </a:xfrm>
              <a:custGeom>
                <a:avLst/>
                <a:gdLst>
                  <a:gd name="T0" fmla="*/ 1 w 1"/>
                  <a:gd name="T1" fmla="*/ 0 h 2"/>
                  <a:gd name="T2" fmla="*/ 1 w 1"/>
                  <a:gd name="T3" fmla="*/ 1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0"/>
                      <a:pt x="0" y="2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525" name="Freeform 200"/>
              <p:cNvSpPr/>
              <p:nvPr>
                <p:custDataLst>
                  <p:tags r:id="rId446"/>
                </p:custDataLst>
              </p:nvPr>
            </p:nvSpPr>
            <p:spPr bwMode="auto">
              <a:xfrm>
                <a:off x="3184" y="1833"/>
                <a:ext cx="2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526" name="Freeform 201"/>
              <p:cNvSpPr/>
              <p:nvPr>
                <p:custDataLst>
                  <p:tags r:id="rId447"/>
                </p:custDataLst>
              </p:nvPr>
            </p:nvSpPr>
            <p:spPr bwMode="auto">
              <a:xfrm>
                <a:off x="3351" y="2465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2 h 2"/>
                  <a:gd name="T4" fmla="*/ 0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1"/>
                      <a:pt x="1" y="2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527" name="Freeform 202"/>
              <p:cNvSpPr/>
              <p:nvPr>
                <p:custDataLst>
                  <p:tags r:id="rId448"/>
                </p:custDataLst>
              </p:nvPr>
            </p:nvSpPr>
            <p:spPr bwMode="auto">
              <a:xfrm>
                <a:off x="3173" y="1831"/>
                <a:ext cx="2" cy="5"/>
              </a:xfrm>
              <a:custGeom>
                <a:avLst/>
                <a:gdLst>
                  <a:gd name="T0" fmla="*/ 2 w 2"/>
                  <a:gd name="T1" fmla="*/ 0 h 5"/>
                  <a:gd name="T2" fmla="*/ 2 w 2"/>
                  <a:gd name="T3" fmla="*/ 0 h 5"/>
                  <a:gd name="T4" fmla="*/ 0 w 2"/>
                  <a:gd name="T5" fmla="*/ 5 h 5"/>
                  <a:gd name="T6" fmla="*/ 2 w 2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5">
                    <a:moveTo>
                      <a:pt x="2" y="0"/>
                    </a:moveTo>
                    <a:lnTo>
                      <a:pt x="2" y="0"/>
                    </a:lnTo>
                    <a:lnTo>
                      <a:pt x="0" y="5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528" name="Freeform 203"/>
              <p:cNvSpPr/>
              <p:nvPr>
                <p:custDataLst>
                  <p:tags r:id="rId449"/>
                </p:custDataLst>
              </p:nvPr>
            </p:nvSpPr>
            <p:spPr bwMode="auto">
              <a:xfrm>
                <a:off x="3536" y="1554"/>
                <a:ext cx="8" cy="2"/>
              </a:xfrm>
              <a:custGeom>
                <a:avLst/>
                <a:gdLst>
                  <a:gd name="T0" fmla="*/ 0 w 4"/>
                  <a:gd name="T1" fmla="*/ 1 h 1"/>
                  <a:gd name="T2" fmla="*/ 0 w 4"/>
                  <a:gd name="T3" fmla="*/ 1 h 1"/>
                  <a:gd name="T4" fmla="*/ 1 w 4"/>
                  <a:gd name="T5" fmla="*/ 1 h 1"/>
                  <a:gd name="T6" fmla="*/ 2 w 4"/>
                  <a:gd name="T7" fmla="*/ 0 h 1"/>
                  <a:gd name="T8" fmla="*/ 4 w 4"/>
                  <a:gd name="T9" fmla="*/ 0 h 1"/>
                  <a:gd name="T10" fmla="*/ 0 w 4"/>
                  <a:gd name="T1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2" y="1"/>
                      <a:pt x="3" y="1"/>
                      <a:pt x="2" y="0"/>
                    </a:cubicBezTo>
                    <a:cubicBezTo>
                      <a:pt x="3" y="0"/>
                      <a:pt x="4" y="0"/>
                      <a:pt x="4" y="0"/>
                    </a:cubicBezTo>
                    <a:cubicBezTo>
                      <a:pt x="3" y="0"/>
                      <a:pt x="1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529" name="Freeform 204"/>
              <p:cNvSpPr/>
              <p:nvPr>
                <p:custDataLst>
                  <p:tags r:id="rId450"/>
                </p:custDataLst>
              </p:nvPr>
            </p:nvSpPr>
            <p:spPr bwMode="auto">
              <a:xfrm>
                <a:off x="3538" y="1556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</p:grpSp>
        <p:grpSp>
          <p:nvGrpSpPr>
            <p:cNvPr id="58" name="Group 406"/>
            <p:cNvGrpSpPr/>
            <p:nvPr/>
          </p:nvGrpSpPr>
          <p:grpSpPr bwMode="auto">
            <a:xfrm>
              <a:off x="3112" y="1551"/>
              <a:ext cx="1462" cy="1559"/>
              <a:chOff x="3112" y="1551"/>
              <a:chExt cx="1462" cy="1559"/>
            </a:xfrm>
            <a:grpFill/>
          </p:grpSpPr>
          <p:sp>
            <p:nvSpPr>
              <p:cNvPr id="118" name="Freeform 206"/>
              <p:cNvSpPr/>
              <p:nvPr>
                <p:custDataLst>
                  <p:tags r:id="rId51"/>
                </p:custDataLst>
              </p:nvPr>
            </p:nvSpPr>
            <p:spPr bwMode="auto">
              <a:xfrm>
                <a:off x="3534" y="1558"/>
                <a:ext cx="4" cy="0"/>
              </a:xfrm>
              <a:custGeom>
                <a:avLst/>
                <a:gdLst>
                  <a:gd name="T0" fmla="*/ 1 w 2"/>
                  <a:gd name="T1" fmla="*/ 2 w 2"/>
                  <a:gd name="T2" fmla="*/ 1 w 2"/>
                  <a:gd name="T3" fmla="*/ 1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19" name="Freeform 207"/>
              <p:cNvSpPr/>
              <p:nvPr>
                <p:custDataLst>
                  <p:tags r:id="rId52"/>
                </p:custDataLst>
              </p:nvPr>
            </p:nvSpPr>
            <p:spPr bwMode="auto">
              <a:xfrm>
                <a:off x="3513" y="1581"/>
                <a:ext cx="4" cy="2"/>
              </a:xfrm>
              <a:custGeom>
                <a:avLst/>
                <a:gdLst>
                  <a:gd name="T0" fmla="*/ 1 w 2"/>
                  <a:gd name="T1" fmla="*/ 1 h 1"/>
                  <a:gd name="T2" fmla="*/ 0 w 2"/>
                  <a:gd name="T3" fmla="*/ 0 h 1"/>
                  <a:gd name="T4" fmla="*/ 1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2" y="0"/>
                      <a:pt x="1" y="1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20" name="Freeform 208"/>
              <p:cNvSpPr/>
              <p:nvPr>
                <p:custDataLst>
                  <p:tags r:id="rId53"/>
                </p:custDataLst>
              </p:nvPr>
            </p:nvSpPr>
            <p:spPr bwMode="auto">
              <a:xfrm>
                <a:off x="3513" y="1579"/>
                <a:ext cx="6" cy="2"/>
              </a:xfrm>
              <a:custGeom>
                <a:avLst/>
                <a:gdLst>
                  <a:gd name="T0" fmla="*/ 0 w 3"/>
                  <a:gd name="T1" fmla="*/ 1 h 1"/>
                  <a:gd name="T2" fmla="*/ 3 w 3"/>
                  <a:gd name="T3" fmla="*/ 1 h 1"/>
                  <a:gd name="T4" fmla="*/ 0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2" y="0"/>
                      <a:pt x="1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21" name="Freeform 209"/>
              <p:cNvSpPr/>
              <p:nvPr>
                <p:custDataLst>
                  <p:tags r:id="rId54"/>
                </p:custDataLst>
              </p:nvPr>
            </p:nvSpPr>
            <p:spPr bwMode="auto">
              <a:xfrm>
                <a:off x="3536" y="1551"/>
                <a:ext cx="4" cy="3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2" y="0"/>
                      <a:pt x="1" y="0"/>
                      <a:pt x="0" y="0"/>
                    </a:cubicBezTo>
                    <a:lnTo>
                      <a:pt x="2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22" name="Freeform 210"/>
              <p:cNvSpPr/>
              <p:nvPr>
                <p:custDataLst>
                  <p:tags r:id="rId55"/>
                </p:custDataLst>
              </p:nvPr>
            </p:nvSpPr>
            <p:spPr bwMode="auto">
              <a:xfrm>
                <a:off x="3112" y="1810"/>
                <a:ext cx="161" cy="87"/>
              </a:xfrm>
              <a:custGeom>
                <a:avLst/>
                <a:gdLst>
                  <a:gd name="T0" fmla="*/ 12 w 76"/>
                  <a:gd name="T1" fmla="*/ 18 h 41"/>
                  <a:gd name="T2" fmla="*/ 22 w 76"/>
                  <a:gd name="T3" fmla="*/ 26 h 41"/>
                  <a:gd name="T4" fmla="*/ 33 w 76"/>
                  <a:gd name="T5" fmla="*/ 25 h 41"/>
                  <a:gd name="T6" fmla="*/ 37 w 76"/>
                  <a:gd name="T7" fmla="*/ 28 h 41"/>
                  <a:gd name="T8" fmla="*/ 43 w 76"/>
                  <a:gd name="T9" fmla="*/ 32 h 41"/>
                  <a:gd name="T10" fmla="*/ 48 w 76"/>
                  <a:gd name="T11" fmla="*/ 35 h 41"/>
                  <a:gd name="T12" fmla="*/ 53 w 76"/>
                  <a:gd name="T13" fmla="*/ 33 h 41"/>
                  <a:gd name="T14" fmla="*/ 60 w 76"/>
                  <a:gd name="T15" fmla="*/ 35 h 41"/>
                  <a:gd name="T16" fmla="*/ 63 w 76"/>
                  <a:gd name="T17" fmla="*/ 36 h 41"/>
                  <a:gd name="T18" fmla="*/ 67 w 76"/>
                  <a:gd name="T19" fmla="*/ 40 h 41"/>
                  <a:gd name="T20" fmla="*/ 69 w 76"/>
                  <a:gd name="T21" fmla="*/ 40 h 41"/>
                  <a:gd name="T22" fmla="*/ 72 w 76"/>
                  <a:gd name="T23" fmla="*/ 38 h 41"/>
                  <a:gd name="T24" fmla="*/ 74 w 76"/>
                  <a:gd name="T25" fmla="*/ 36 h 41"/>
                  <a:gd name="T26" fmla="*/ 75 w 76"/>
                  <a:gd name="T27" fmla="*/ 34 h 41"/>
                  <a:gd name="T28" fmla="*/ 71 w 76"/>
                  <a:gd name="T29" fmla="*/ 33 h 41"/>
                  <a:gd name="T30" fmla="*/ 72 w 76"/>
                  <a:gd name="T31" fmla="*/ 31 h 41"/>
                  <a:gd name="T32" fmla="*/ 71 w 76"/>
                  <a:gd name="T33" fmla="*/ 29 h 41"/>
                  <a:gd name="T34" fmla="*/ 73 w 76"/>
                  <a:gd name="T35" fmla="*/ 25 h 41"/>
                  <a:gd name="T36" fmla="*/ 75 w 76"/>
                  <a:gd name="T37" fmla="*/ 22 h 41"/>
                  <a:gd name="T38" fmla="*/ 71 w 76"/>
                  <a:gd name="T39" fmla="*/ 25 h 41"/>
                  <a:gd name="T40" fmla="*/ 67 w 76"/>
                  <a:gd name="T41" fmla="*/ 28 h 41"/>
                  <a:gd name="T42" fmla="*/ 70 w 76"/>
                  <a:gd name="T43" fmla="*/ 22 h 41"/>
                  <a:gd name="T44" fmla="*/ 69 w 76"/>
                  <a:gd name="T45" fmla="*/ 23 h 41"/>
                  <a:gd name="T46" fmla="*/ 70 w 76"/>
                  <a:gd name="T47" fmla="*/ 20 h 41"/>
                  <a:gd name="T48" fmla="*/ 68 w 76"/>
                  <a:gd name="T49" fmla="*/ 20 h 41"/>
                  <a:gd name="T50" fmla="*/ 67 w 76"/>
                  <a:gd name="T51" fmla="*/ 19 h 41"/>
                  <a:gd name="T52" fmla="*/ 62 w 76"/>
                  <a:gd name="T53" fmla="*/ 24 h 41"/>
                  <a:gd name="T54" fmla="*/ 66 w 76"/>
                  <a:gd name="T55" fmla="*/ 18 h 41"/>
                  <a:gd name="T56" fmla="*/ 65 w 76"/>
                  <a:gd name="T57" fmla="*/ 18 h 41"/>
                  <a:gd name="T58" fmla="*/ 60 w 76"/>
                  <a:gd name="T59" fmla="*/ 17 h 41"/>
                  <a:gd name="T60" fmla="*/ 58 w 76"/>
                  <a:gd name="T61" fmla="*/ 17 h 41"/>
                  <a:gd name="T62" fmla="*/ 55 w 76"/>
                  <a:gd name="T63" fmla="*/ 15 h 41"/>
                  <a:gd name="T64" fmla="*/ 53 w 76"/>
                  <a:gd name="T65" fmla="*/ 16 h 41"/>
                  <a:gd name="T66" fmla="*/ 53 w 76"/>
                  <a:gd name="T67" fmla="*/ 15 h 41"/>
                  <a:gd name="T68" fmla="*/ 52 w 76"/>
                  <a:gd name="T69" fmla="*/ 14 h 41"/>
                  <a:gd name="T70" fmla="*/ 50 w 76"/>
                  <a:gd name="T71" fmla="*/ 16 h 41"/>
                  <a:gd name="T72" fmla="*/ 49 w 76"/>
                  <a:gd name="T73" fmla="*/ 13 h 41"/>
                  <a:gd name="T74" fmla="*/ 47 w 76"/>
                  <a:gd name="T75" fmla="*/ 12 h 41"/>
                  <a:gd name="T76" fmla="*/ 45 w 76"/>
                  <a:gd name="T77" fmla="*/ 12 h 41"/>
                  <a:gd name="T78" fmla="*/ 43 w 76"/>
                  <a:gd name="T79" fmla="*/ 11 h 41"/>
                  <a:gd name="T80" fmla="*/ 40 w 76"/>
                  <a:gd name="T81" fmla="*/ 13 h 41"/>
                  <a:gd name="T82" fmla="*/ 40 w 76"/>
                  <a:gd name="T83" fmla="*/ 11 h 41"/>
                  <a:gd name="T84" fmla="*/ 40 w 76"/>
                  <a:gd name="T85" fmla="*/ 11 h 41"/>
                  <a:gd name="T86" fmla="*/ 37 w 76"/>
                  <a:gd name="T87" fmla="*/ 10 h 41"/>
                  <a:gd name="T88" fmla="*/ 34 w 76"/>
                  <a:gd name="T89" fmla="*/ 13 h 41"/>
                  <a:gd name="T90" fmla="*/ 31 w 76"/>
                  <a:gd name="T91" fmla="*/ 14 h 41"/>
                  <a:gd name="T92" fmla="*/ 31 w 76"/>
                  <a:gd name="T93" fmla="*/ 10 h 41"/>
                  <a:gd name="T94" fmla="*/ 26 w 76"/>
                  <a:gd name="T95" fmla="*/ 12 h 41"/>
                  <a:gd name="T96" fmla="*/ 24 w 76"/>
                  <a:gd name="T97" fmla="*/ 12 h 41"/>
                  <a:gd name="T98" fmla="*/ 20 w 76"/>
                  <a:gd name="T99" fmla="*/ 9 h 41"/>
                  <a:gd name="T100" fmla="*/ 20 w 76"/>
                  <a:gd name="T101" fmla="*/ 7 h 41"/>
                  <a:gd name="T102" fmla="*/ 18 w 76"/>
                  <a:gd name="T103" fmla="*/ 6 h 41"/>
                  <a:gd name="T104" fmla="*/ 11 w 76"/>
                  <a:gd name="T105" fmla="*/ 8 h 41"/>
                  <a:gd name="T106" fmla="*/ 4 w 76"/>
                  <a:gd name="T107" fmla="*/ 4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76" h="41">
                    <a:moveTo>
                      <a:pt x="3" y="15"/>
                    </a:moveTo>
                    <a:cubicBezTo>
                      <a:pt x="4" y="15"/>
                      <a:pt x="5" y="15"/>
                      <a:pt x="5" y="16"/>
                    </a:cubicBezTo>
                    <a:cubicBezTo>
                      <a:pt x="7" y="16"/>
                      <a:pt x="8" y="22"/>
                      <a:pt x="11" y="21"/>
                    </a:cubicBezTo>
                    <a:cubicBezTo>
                      <a:pt x="11" y="20"/>
                      <a:pt x="11" y="19"/>
                      <a:pt x="12" y="19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2" y="18"/>
                      <a:pt x="12" y="18"/>
                      <a:pt x="12" y="18"/>
                    </a:cubicBezTo>
                    <a:cubicBezTo>
                      <a:pt x="13" y="18"/>
                      <a:pt x="12" y="20"/>
                      <a:pt x="11" y="20"/>
                    </a:cubicBezTo>
                    <a:cubicBezTo>
                      <a:pt x="12" y="21"/>
                      <a:pt x="13" y="20"/>
                      <a:pt x="14" y="21"/>
                    </a:cubicBezTo>
                    <a:cubicBezTo>
                      <a:pt x="15" y="19"/>
                      <a:pt x="15" y="21"/>
                      <a:pt x="15" y="19"/>
                    </a:cubicBezTo>
                    <a:cubicBezTo>
                      <a:pt x="15" y="20"/>
                      <a:pt x="15" y="20"/>
                      <a:pt x="15" y="20"/>
                    </a:cubicBezTo>
                    <a:cubicBezTo>
                      <a:pt x="16" y="19"/>
                      <a:pt x="16" y="19"/>
                      <a:pt x="16" y="22"/>
                    </a:cubicBezTo>
                    <a:cubicBezTo>
                      <a:pt x="17" y="25"/>
                      <a:pt x="20" y="24"/>
                      <a:pt x="22" y="26"/>
                    </a:cubicBezTo>
                    <a:cubicBezTo>
                      <a:pt x="24" y="27"/>
                      <a:pt x="27" y="26"/>
                      <a:pt x="30" y="26"/>
                    </a:cubicBezTo>
                    <a:cubicBezTo>
                      <a:pt x="31" y="23"/>
                      <a:pt x="31" y="25"/>
                      <a:pt x="33" y="22"/>
                    </a:cubicBezTo>
                    <a:cubicBezTo>
                      <a:pt x="32" y="23"/>
                      <a:pt x="32" y="23"/>
                      <a:pt x="32" y="23"/>
                    </a:cubicBezTo>
                    <a:cubicBezTo>
                      <a:pt x="33" y="22"/>
                      <a:pt x="33" y="24"/>
                      <a:pt x="33" y="25"/>
                    </a:cubicBezTo>
                    <a:cubicBezTo>
                      <a:pt x="33" y="24"/>
                      <a:pt x="33" y="25"/>
                      <a:pt x="34" y="23"/>
                    </a:cubicBezTo>
                    <a:cubicBezTo>
                      <a:pt x="34" y="22"/>
                      <a:pt x="33" y="26"/>
                      <a:pt x="33" y="25"/>
                    </a:cubicBezTo>
                    <a:cubicBezTo>
                      <a:pt x="33" y="26"/>
                      <a:pt x="34" y="24"/>
                      <a:pt x="34" y="24"/>
                    </a:cubicBezTo>
                    <a:cubicBezTo>
                      <a:pt x="35" y="23"/>
                      <a:pt x="33" y="25"/>
                      <a:pt x="33" y="28"/>
                    </a:cubicBezTo>
                    <a:cubicBezTo>
                      <a:pt x="34" y="27"/>
                      <a:pt x="36" y="26"/>
                      <a:pt x="37" y="27"/>
                    </a:cubicBezTo>
                    <a:cubicBezTo>
                      <a:pt x="36" y="28"/>
                      <a:pt x="37" y="26"/>
                      <a:pt x="37" y="26"/>
                    </a:cubicBezTo>
                    <a:cubicBezTo>
                      <a:pt x="36" y="29"/>
                      <a:pt x="38" y="25"/>
                      <a:pt x="37" y="27"/>
                    </a:cubicBezTo>
                    <a:cubicBezTo>
                      <a:pt x="37" y="27"/>
                      <a:pt x="37" y="27"/>
                      <a:pt x="37" y="28"/>
                    </a:cubicBezTo>
                    <a:cubicBezTo>
                      <a:pt x="37" y="29"/>
                      <a:pt x="38" y="27"/>
                      <a:pt x="38" y="29"/>
                    </a:cubicBezTo>
                    <a:cubicBezTo>
                      <a:pt x="39" y="28"/>
                      <a:pt x="38" y="31"/>
                      <a:pt x="39" y="29"/>
                    </a:cubicBezTo>
                    <a:cubicBezTo>
                      <a:pt x="38" y="31"/>
                      <a:pt x="39" y="30"/>
                      <a:pt x="38" y="31"/>
                    </a:cubicBezTo>
                    <a:cubicBezTo>
                      <a:pt x="40" y="28"/>
                      <a:pt x="38" y="33"/>
                      <a:pt x="40" y="30"/>
                    </a:cubicBezTo>
                    <a:cubicBezTo>
                      <a:pt x="40" y="31"/>
                      <a:pt x="40" y="31"/>
                      <a:pt x="40" y="31"/>
                    </a:cubicBezTo>
                    <a:cubicBezTo>
                      <a:pt x="41" y="31"/>
                      <a:pt x="41" y="33"/>
                      <a:pt x="43" y="32"/>
                    </a:cubicBezTo>
                    <a:cubicBezTo>
                      <a:pt x="44" y="31"/>
                      <a:pt x="43" y="35"/>
                      <a:pt x="44" y="34"/>
                    </a:cubicBezTo>
                    <a:cubicBezTo>
                      <a:pt x="45" y="32"/>
                      <a:pt x="45" y="32"/>
                      <a:pt x="45" y="32"/>
                    </a:cubicBezTo>
                    <a:cubicBezTo>
                      <a:pt x="45" y="32"/>
                      <a:pt x="45" y="33"/>
                      <a:pt x="45" y="34"/>
                    </a:cubicBezTo>
                    <a:cubicBezTo>
                      <a:pt x="46" y="33"/>
                      <a:pt x="45" y="34"/>
                      <a:pt x="46" y="35"/>
                    </a:cubicBezTo>
                    <a:cubicBezTo>
                      <a:pt x="46" y="34"/>
                      <a:pt x="46" y="34"/>
                      <a:pt x="47" y="33"/>
                    </a:cubicBezTo>
                    <a:cubicBezTo>
                      <a:pt x="46" y="36"/>
                      <a:pt x="48" y="33"/>
                      <a:pt x="48" y="35"/>
                    </a:cubicBezTo>
                    <a:cubicBezTo>
                      <a:pt x="49" y="32"/>
                      <a:pt x="49" y="33"/>
                      <a:pt x="49" y="33"/>
                    </a:cubicBezTo>
                    <a:cubicBezTo>
                      <a:pt x="49" y="33"/>
                      <a:pt x="49" y="34"/>
                      <a:pt x="48" y="34"/>
                    </a:cubicBezTo>
                    <a:cubicBezTo>
                      <a:pt x="49" y="34"/>
                      <a:pt x="49" y="34"/>
                      <a:pt x="49" y="35"/>
                    </a:cubicBezTo>
                    <a:cubicBezTo>
                      <a:pt x="50" y="35"/>
                      <a:pt x="51" y="33"/>
                      <a:pt x="50" y="34"/>
                    </a:cubicBezTo>
                    <a:cubicBezTo>
                      <a:pt x="49" y="36"/>
                      <a:pt x="51" y="34"/>
                      <a:pt x="51" y="35"/>
                    </a:cubicBezTo>
                    <a:cubicBezTo>
                      <a:pt x="52" y="33"/>
                      <a:pt x="53" y="32"/>
                      <a:pt x="53" y="33"/>
                    </a:cubicBezTo>
                    <a:cubicBezTo>
                      <a:pt x="51" y="35"/>
                      <a:pt x="51" y="35"/>
                      <a:pt x="51" y="35"/>
                    </a:cubicBezTo>
                    <a:cubicBezTo>
                      <a:pt x="53" y="34"/>
                      <a:pt x="52" y="37"/>
                      <a:pt x="55" y="35"/>
                    </a:cubicBezTo>
                    <a:cubicBezTo>
                      <a:pt x="54" y="36"/>
                      <a:pt x="54" y="36"/>
                      <a:pt x="54" y="36"/>
                    </a:cubicBezTo>
                    <a:cubicBezTo>
                      <a:pt x="56" y="35"/>
                      <a:pt x="55" y="38"/>
                      <a:pt x="58" y="35"/>
                    </a:cubicBezTo>
                    <a:cubicBezTo>
                      <a:pt x="57" y="36"/>
                      <a:pt x="57" y="37"/>
                      <a:pt x="57" y="37"/>
                    </a:cubicBezTo>
                    <a:cubicBezTo>
                      <a:pt x="58" y="36"/>
                      <a:pt x="58" y="36"/>
                      <a:pt x="60" y="35"/>
                    </a:cubicBezTo>
                    <a:cubicBezTo>
                      <a:pt x="60" y="35"/>
                      <a:pt x="59" y="36"/>
                      <a:pt x="59" y="36"/>
                    </a:cubicBezTo>
                    <a:cubicBezTo>
                      <a:pt x="59" y="37"/>
                      <a:pt x="58" y="39"/>
                      <a:pt x="60" y="37"/>
                    </a:cubicBezTo>
                    <a:cubicBezTo>
                      <a:pt x="59" y="38"/>
                      <a:pt x="59" y="38"/>
                      <a:pt x="59" y="38"/>
                    </a:cubicBezTo>
                    <a:cubicBezTo>
                      <a:pt x="60" y="37"/>
                      <a:pt x="62" y="36"/>
                      <a:pt x="61" y="38"/>
                    </a:cubicBezTo>
                    <a:cubicBezTo>
                      <a:pt x="62" y="37"/>
                      <a:pt x="62" y="36"/>
                      <a:pt x="63" y="35"/>
                    </a:cubicBezTo>
                    <a:cubicBezTo>
                      <a:pt x="64" y="35"/>
                      <a:pt x="62" y="37"/>
                      <a:pt x="63" y="36"/>
                    </a:cubicBezTo>
                    <a:cubicBezTo>
                      <a:pt x="62" y="37"/>
                      <a:pt x="62" y="37"/>
                      <a:pt x="62" y="37"/>
                    </a:cubicBezTo>
                    <a:cubicBezTo>
                      <a:pt x="62" y="38"/>
                      <a:pt x="63" y="38"/>
                      <a:pt x="64" y="38"/>
                    </a:cubicBezTo>
                    <a:cubicBezTo>
                      <a:pt x="63" y="40"/>
                      <a:pt x="65" y="38"/>
                      <a:pt x="65" y="39"/>
                    </a:cubicBezTo>
                    <a:cubicBezTo>
                      <a:pt x="66" y="38"/>
                      <a:pt x="65" y="40"/>
                      <a:pt x="67" y="38"/>
                    </a:cubicBezTo>
                    <a:cubicBezTo>
                      <a:pt x="66" y="39"/>
                      <a:pt x="66" y="39"/>
                      <a:pt x="66" y="39"/>
                    </a:cubicBezTo>
                    <a:cubicBezTo>
                      <a:pt x="66" y="39"/>
                      <a:pt x="67" y="40"/>
                      <a:pt x="67" y="40"/>
                    </a:cubicBezTo>
                    <a:cubicBezTo>
                      <a:pt x="67" y="41"/>
                      <a:pt x="68" y="39"/>
                      <a:pt x="69" y="39"/>
                    </a:cubicBezTo>
                    <a:cubicBezTo>
                      <a:pt x="68" y="40"/>
                      <a:pt x="68" y="40"/>
                      <a:pt x="68" y="40"/>
                    </a:cubicBezTo>
                    <a:cubicBezTo>
                      <a:pt x="68" y="39"/>
                      <a:pt x="70" y="38"/>
                      <a:pt x="71" y="37"/>
                    </a:cubicBezTo>
                    <a:cubicBezTo>
                      <a:pt x="71" y="38"/>
                      <a:pt x="71" y="37"/>
                      <a:pt x="71" y="38"/>
                    </a:cubicBezTo>
                    <a:cubicBezTo>
                      <a:pt x="70" y="38"/>
                      <a:pt x="69" y="39"/>
                      <a:pt x="68" y="41"/>
                    </a:cubicBezTo>
                    <a:cubicBezTo>
                      <a:pt x="67" y="41"/>
                      <a:pt x="70" y="39"/>
                      <a:pt x="69" y="40"/>
                    </a:cubicBezTo>
                    <a:cubicBezTo>
                      <a:pt x="69" y="41"/>
                      <a:pt x="69" y="41"/>
                      <a:pt x="70" y="39"/>
                    </a:cubicBezTo>
                    <a:cubicBezTo>
                      <a:pt x="69" y="41"/>
                      <a:pt x="69" y="41"/>
                      <a:pt x="69" y="41"/>
                    </a:cubicBezTo>
                    <a:cubicBezTo>
                      <a:pt x="69" y="41"/>
                      <a:pt x="69" y="41"/>
                      <a:pt x="70" y="40"/>
                    </a:cubicBezTo>
                    <a:cubicBezTo>
                      <a:pt x="70" y="41"/>
                      <a:pt x="70" y="40"/>
                      <a:pt x="70" y="40"/>
                    </a:cubicBezTo>
                    <a:cubicBezTo>
                      <a:pt x="71" y="39"/>
                      <a:pt x="71" y="39"/>
                      <a:pt x="73" y="38"/>
                    </a:cubicBezTo>
                    <a:cubicBezTo>
                      <a:pt x="72" y="38"/>
                      <a:pt x="72" y="38"/>
                      <a:pt x="72" y="38"/>
                    </a:cubicBezTo>
                    <a:cubicBezTo>
                      <a:pt x="73" y="37"/>
                      <a:pt x="74" y="37"/>
                      <a:pt x="73" y="38"/>
                    </a:cubicBezTo>
                    <a:cubicBezTo>
                      <a:pt x="72" y="39"/>
                      <a:pt x="71" y="40"/>
                      <a:pt x="70" y="40"/>
                    </a:cubicBezTo>
                    <a:cubicBezTo>
                      <a:pt x="74" y="38"/>
                      <a:pt x="74" y="38"/>
                      <a:pt x="74" y="38"/>
                    </a:cubicBezTo>
                    <a:cubicBezTo>
                      <a:pt x="73" y="39"/>
                      <a:pt x="73" y="38"/>
                      <a:pt x="74" y="37"/>
                    </a:cubicBezTo>
                    <a:cubicBezTo>
                      <a:pt x="73" y="38"/>
                      <a:pt x="73" y="38"/>
                      <a:pt x="73" y="38"/>
                    </a:cubicBezTo>
                    <a:cubicBezTo>
                      <a:pt x="74" y="36"/>
                      <a:pt x="74" y="36"/>
                      <a:pt x="74" y="36"/>
                    </a:cubicBezTo>
                    <a:cubicBezTo>
                      <a:pt x="74" y="37"/>
                      <a:pt x="75" y="35"/>
                      <a:pt x="73" y="36"/>
                    </a:cubicBezTo>
                    <a:cubicBezTo>
                      <a:pt x="72" y="37"/>
                      <a:pt x="72" y="37"/>
                      <a:pt x="72" y="37"/>
                    </a:cubicBezTo>
                    <a:cubicBezTo>
                      <a:pt x="72" y="37"/>
                      <a:pt x="71" y="39"/>
                      <a:pt x="72" y="37"/>
                    </a:cubicBezTo>
                    <a:cubicBezTo>
                      <a:pt x="73" y="36"/>
                      <a:pt x="73" y="36"/>
                      <a:pt x="73" y="36"/>
                    </a:cubicBezTo>
                    <a:cubicBezTo>
                      <a:pt x="73" y="36"/>
                      <a:pt x="73" y="36"/>
                      <a:pt x="73" y="36"/>
                    </a:cubicBezTo>
                    <a:cubicBezTo>
                      <a:pt x="75" y="34"/>
                      <a:pt x="75" y="34"/>
                      <a:pt x="75" y="34"/>
                    </a:cubicBezTo>
                    <a:cubicBezTo>
                      <a:pt x="72" y="37"/>
                      <a:pt x="73" y="35"/>
                      <a:pt x="73" y="35"/>
                    </a:cubicBezTo>
                    <a:cubicBezTo>
                      <a:pt x="73" y="35"/>
                      <a:pt x="73" y="35"/>
                      <a:pt x="73" y="35"/>
                    </a:cubicBezTo>
                    <a:cubicBezTo>
                      <a:pt x="74" y="34"/>
                      <a:pt x="72" y="36"/>
                      <a:pt x="72" y="36"/>
                    </a:cubicBezTo>
                    <a:cubicBezTo>
                      <a:pt x="72" y="35"/>
                      <a:pt x="74" y="33"/>
                      <a:pt x="75" y="33"/>
                    </a:cubicBezTo>
                    <a:cubicBezTo>
                      <a:pt x="74" y="32"/>
                      <a:pt x="72" y="33"/>
                      <a:pt x="73" y="32"/>
                    </a:cubicBezTo>
                    <a:cubicBezTo>
                      <a:pt x="73" y="32"/>
                      <a:pt x="72" y="32"/>
                      <a:pt x="71" y="33"/>
                    </a:cubicBezTo>
                    <a:cubicBezTo>
                      <a:pt x="71" y="33"/>
                      <a:pt x="73" y="31"/>
                      <a:pt x="72" y="32"/>
                    </a:cubicBezTo>
                    <a:cubicBezTo>
                      <a:pt x="73" y="30"/>
                      <a:pt x="74" y="29"/>
                      <a:pt x="75" y="28"/>
                    </a:cubicBezTo>
                    <a:cubicBezTo>
                      <a:pt x="75" y="28"/>
                      <a:pt x="76" y="27"/>
                      <a:pt x="75" y="27"/>
                    </a:cubicBezTo>
                    <a:cubicBezTo>
                      <a:pt x="76" y="27"/>
                      <a:pt x="76" y="26"/>
                      <a:pt x="76" y="26"/>
                    </a:cubicBezTo>
                    <a:cubicBezTo>
                      <a:pt x="75" y="27"/>
                      <a:pt x="74" y="28"/>
                      <a:pt x="74" y="29"/>
                    </a:cubicBezTo>
                    <a:cubicBezTo>
                      <a:pt x="73" y="31"/>
                      <a:pt x="74" y="29"/>
                      <a:pt x="72" y="31"/>
                    </a:cubicBezTo>
                    <a:cubicBezTo>
                      <a:pt x="72" y="30"/>
                      <a:pt x="72" y="30"/>
                      <a:pt x="71" y="30"/>
                    </a:cubicBezTo>
                    <a:cubicBezTo>
                      <a:pt x="71" y="30"/>
                      <a:pt x="72" y="29"/>
                      <a:pt x="73" y="28"/>
                    </a:cubicBezTo>
                    <a:cubicBezTo>
                      <a:pt x="72" y="29"/>
                      <a:pt x="71" y="30"/>
                      <a:pt x="71" y="29"/>
                    </a:cubicBezTo>
                    <a:cubicBezTo>
                      <a:pt x="70" y="31"/>
                      <a:pt x="70" y="31"/>
                      <a:pt x="69" y="32"/>
                    </a:cubicBezTo>
                    <a:cubicBezTo>
                      <a:pt x="68" y="32"/>
                      <a:pt x="68" y="33"/>
                      <a:pt x="68" y="33"/>
                    </a:cubicBezTo>
                    <a:cubicBezTo>
                      <a:pt x="69" y="31"/>
                      <a:pt x="71" y="29"/>
                      <a:pt x="71" y="29"/>
                    </a:cubicBezTo>
                    <a:cubicBezTo>
                      <a:pt x="72" y="27"/>
                      <a:pt x="71" y="29"/>
                      <a:pt x="72" y="27"/>
                    </a:cubicBezTo>
                    <a:cubicBezTo>
                      <a:pt x="74" y="25"/>
                      <a:pt x="75" y="26"/>
                      <a:pt x="74" y="27"/>
                    </a:cubicBezTo>
                    <a:cubicBezTo>
                      <a:pt x="76" y="25"/>
                      <a:pt x="74" y="26"/>
                      <a:pt x="75" y="25"/>
                    </a:cubicBezTo>
                    <a:cubicBezTo>
                      <a:pt x="75" y="25"/>
                      <a:pt x="74" y="25"/>
                      <a:pt x="73" y="26"/>
                    </a:cubicBezTo>
                    <a:cubicBezTo>
                      <a:pt x="73" y="26"/>
                      <a:pt x="73" y="27"/>
                      <a:pt x="72" y="27"/>
                    </a:cubicBezTo>
                    <a:cubicBezTo>
                      <a:pt x="70" y="29"/>
                      <a:pt x="73" y="26"/>
                      <a:pt x="73" y="25"/>
                    </a:cubicBezTo>
                    <a:cubicBezTo>
                      <a:pt x="73" y="25"/>
                      <a:pt x="73" y="25"/>
                      <a:pt x="73" y="25"/>
                    </a:cubicBezTo>
                    <a:cubicBezTo>
                      <a:pt x="74" y="24"/>
                      <a:pt x="72" y="26"/>
                      <a:pt x="72" y="25"/>
                    </a:cubicBezTo>
                    <a:cubicBezTo>
                      <a:pt x="74" y="23"/>
                      <a:pt x="73" y="25"/>
                      <a:pt x="74" y="24"/>
                    </a:cubicBezTo>
                    <a:cubicBezTo>
                      <a:pt x="76" y="22"/>
                      <a:pt x="76" y="22"/>
                      <a:pt x="76" y="22"/>
                    </a:cubicBezTo>
                    <a:cubicBezTo>
                      <a:pt x="75" y="21"/>
                      <a:pt x="74" y="24"/>
                      <a:pt x="74" y="23"/>
                    </a:cubicBezTo>
                    <a:cubicBezTo>
                      <a:pt x="75" y="22"/>
                      <a:pt x="75" y="22"/>
                      <a:pt x="75" y="22"/>
                    </a:cubicBezTo>
                    <a:cubicBezTo>
                      <a:pt x="74" y="22"/>
                      <a:pt x="74" y="22"/>
                      <a:pt x="74" y="22"/>
                    </a:cubicBezTo>
                    <a:cubicBezTo>
                      <a:pt x="73" y="23"/>
                      <a:pt x="72" y="25"/>
                      <a:pt x="73" y="25"/>
                    </a:cubicBezTo>
                    <a:cubicBezTo>
                      <a:pt x="70" y="27"/>
                      <a:pt x="72" y="25"/>
                      <a:pt x="71" y="25"/>
                    </a:cubicBezTo>
                    <a:cubicBezTo>
                      <a:pt x="70" y="27"/>
                      <a:pt x="72" y="25"/>
                      <a:pt x="71" y="27"/>
                    </a:cubicBezTo>
                    <a:cubicBezTo>
                      <a:pt x="70" y="28"/>
                      <a:pt x="69" y="28"/>
                      <a:pt x="69" y="28"/>
                    </a:cubicBezTo>
                    <a:cubicBezTo>
                      <a:pt x="69" y="28"/>
                      <a:pt x="70" y="26"/>
                      <a:pt x="71" y="25"/>
                    </a:cubicBezTo>
                    <a:cubicBezTo>
                      <a:pt x="71" y="25"/>
                      <a:pt x="71" y="25"/>
                      <a:pt x="71" y="26"/>
                    </a:cubicBezTo>
                    <a:cubicBezTo>
                      <a:pt x="72" y="25"/>
                      <a:pt x="73" y="23"/>
                      <a:pt x="74" y="22"/>
                    </a:cubicBezTo>
                    <a:cubicBezTo>
                      <a:pt x="74" y="21"/>
                      <a:pt x="72" y="24"/>
                      <a:pt x="72" y="23"/>
                    </a:cubicBezTo>
                    <a:cubicBezTo>
                      <a:pt x="73" y="23"/>
                      <a:pt x="71" y="24"/>
                      <a:pt x="71" y="25"/>
                    </a:cubicBezTo>
                    <a:cubicBezTo>
                      <a:pt x="68" y="29"/>
                      <a:pt x="73" y="22"/>
                      <a:pt x="72" y="22"/>
                    </a:cubicBezTo>
                    <a:cubicBezTo>
                      <a:pt x="70" y="25"/>
                      <a:pt x="69" y="25"/>
                      <a:pt x="67" y="28"/>
                    </a:cubicBezTo>
                    <a:cubicBezTo>
                      <a:pt x="67" y="29"/>
                      <a:pt x="66" y="29"/>
                      <a:pt x="66" y="29"/>
                    </a:cubicBezTo>
                    <a:cubicBezTo>
                      <a:pt x="68" y="27"/>
                      <a:pt x="67" y="27"/>
                      <a:pt x="69" y="26"/>
                    </a:cubicBezTo>
                    <a:cubicBezTo>
                      <a:pt x="68" y="26"/>
                      <a:pt x="68" y="26"/>
                      <a:pt x="68" y="26"/>
                    </a:cubicBezTo>
                    <a:cubicBezTo>
                      <a:pt x="70" y="24"/>
                      <a:pt x="70" y="24"/>
                      <a:pt x="70" y="24"/>
                    </a:cubicBezTo>
                    <a:cubicBezTo>
                      <a:pt x="71" y="23"/>
                      <a:pt x="71" y="21"/>
                      <a:pt x="72" y="21"/>
                    </a:cubicBezTo>
                    <a:cubicBezTo>
                      <a:pt x="71" y="21"/>
                      <a:pt x="71" y="22"/>
                      <a:pt x="70" y="22"/>
                    </a:cubicBezTo>
                    <a:cubicBezTo>
                      <a:pt x="71" y="22"/>
                      <a:pt x="71" y="21"/>
                      <a:pt x="71" y="21"/>
                    </a:cubicBezTo>
                    <a:cubicBezTo>
                      <a:pt x="71" y="22"/>
                      <a:pt x="69" y="23"/>
                      <a:pt x="69" y="23"/>
                    </a:cubicBezTo>
                    <a:cubicBezTo>
                      <a:pt x="69" y="23"/>
                      <a:pt x="70" y="22"/>
                      <a:pt x="70" y="21"/>
                    </a:cubicBezTo>
                    <a:cubicBezTo>
                      <a:pt x="71" y="20"/>
                      <a:pt x="71" y="20"/>
                      <a:pt x="71" y="20"/>
                    </a:cubicBezTo>
                    <a:cubicBezTo>
                      <a:pt x="70" y="21"/>
                      <a:pt x="72" y="19"/>
                      <a:pt x="71" y="20"/>
                    </a:cubicBezTo>
                    <a:cubicBezTo>
                      <a:pt x="69" y="23"/>
                      <a:pt x="69" y="23"/>
                      <a:pt x="69" y="23"/>
                    </a:cubicBezTo>
                    <a:cubicBezTo>
                      <a:pt x="68" y="23"/>
                      <a:pt x="69" y="22"/>
                      <a:pt x="69" y="22"/>
                    </a:cubicBezTo>
                    <a:cubicBezTo>
                      <a:pt x="70" y="21"/>
                      <a:pt x="70" y="21"/>
                      <a:pt x="70" y="21"/>
                    </a:cubicBezTo>
                    <a:cubicBezTo>
                      <a:pt x="69" y="22"/>
                      <a:pt x="71" y="19"/>
                      <a:pt x="71" y="19"/>
                    </a:cubicBezTo>
                    <a:cubicBezTo>
                      <a:pt x="70" y="21"/>
                      <a:pt x="70" y="21"/>
                      <a:pt x="70" y="21"/>
                    </a:cubicBezTo>
                    <a:cubicBezTo>
                      <a:pt x="71" y="19"/>
                      <a:pt x="71" y="19"/>
                      <a:pt x="71" y="19"/>
                    </a:cubicBezTo>
                    <a:cubicBezTo>
                      <a:pt x="70" y="20"/>
                      <a:pt x="70" y="20"/>
                      <a:pt x="70" y="20"/>
                    </a:cubicBezTo>
                    <a:cubicBezTo>
                      <a:pt x="70" y="19"/>
                      <a:pt x="70" y="19"/>
                      <a:pt x="70" y="19"/>
                    </a:cubicBezTo>
                    <a:cubicBezTo>
                      <a:pt x="70" y="20"/>
                      <a:pt x="68" y="22"/>
                      <a:pt x="69" y="20"/>
                    </a:cubicBezTo>
                    <a:cubicBezTo>
                      <a:pt x="68" y="22"/>
                      <a:pt x="69" y="20"/>
                      <a:pt x="69" y="21"/>
                    </a:cubicBezTo>
                    <a:cubicBezTo>
                      <a:pt x="68" y="23"/>
                      <a:pt x="68" y="22"/>
                      <a:pt x="67" y="22"/>
                    </a:cubicBezTo>
                    <a:cubicBezTo>
                      <a:pt x="69" y="20"/>
                      <a:pt x="67" y="22"/>
                      <a:pt x="67" y="22"/>
                    </a:cubicBezTo>
                    <a:cubicBezTo>
                      <a:pt x="68" y="20"/>
                      <a:pt x="68" y="20"/>
                      <a:pt x="68" y="20"/>
                    </a:cubicBezTo>
                    <a:cubicBezTo>
                      <a:pt x="67" y="22"/>
                      <a:pt x="67" y="22"/>
                      <a:pt x="67" y="22"/>
                    </a:cubicBezTo>
                    <a:cubicBezTo>
                      <a:pt x="69" y="19"/>
                      <a:pt x="66" y="22"/>
                      <a:pt x="67" y="21"/>
                    </a:cubicBezTo>
                    <a:cubicBezTo>
                      <a:pt x="67" y="20"/>
                      <a:pt x="68" y="19"/>
                      <a:pt x="68" y="18"/>
                    </a:cubicBezTo>
                    <a:cubicBezTo>
                      <a:pt x="67" y="21"/>
                      <a:pt x="66" y="21"/>
                      <a:pt x="65" y="23"/>
                    </a:cubicBezTo>
                    <a:cubicBezTo>
                      <a:pt x="66" y="22"/>
                      <a:pt x="67" y="20"/>
                      <a:pt x="68" y="18"/>
                    </a:cubicBezTo>
                    <a:cubicBezTo>
                      <a:pt x="67" y="20"/>
                      <a:pt x="69" y="17"/>
                      <a:pt x="67" y="19"/>
                    </a:cubicBezTo>
                    <a:cubicBezTo>
                      <a:pt x="67" y="20"/>
                      <a:pt x="66" y="20"/>
                      <a:pt x="65" y="21"/>
                    </a:cubicBezTo>
                    <a:cubicBezTo>
                      <a:pt x="65" y="21"/>
                      <a:pt x="66" y="20"/>
                      <a:pt x="66" y="19"/>
                    </a:cubicBezTo>
                    <a:cubicBezTo>
                      <a:pt x="66" y="20"/>
                      <a:pt x="65" y="21"/>
                      <a:pt x="65" y="22"/>
                    </a:cubicBezTo>
                    <a:cubicBezTo>
                      <a:pt x="65" y="21"/>
                      <a:pt x="63" y="23"/>
                      <a:pt x="64" y="22"/>
                    </a:cubicBezTo>
                    <a:cubicBezTo>
                      <a:pt x="65" y="21"/>
                      <a:pt x="65" y="22"/>
                      <a:pt x="65" y="20"/>
                    </a:cubicBezTo>
                    <a:cubicBezTo>
                      <a:pt x="65" y="20"/>
                      <a:pt x="63" y="24"/>
                      <a:pt x="62" y="24"/>
                    </a:cubicBezTo>
                    <a:cubicBezTo>
                      <a:pt x="62" y="25"/>
                      <a:pt x="60" y="27"/>
                      <a:pt x="60" y="28"/>
                    </a:cubicBezTo>
                    <a:cubicBezTo>
                      <a:pt x="60" y="27"/>
                      <a:pt x="60" y="27"/>
                      <a:pt x="61" y="25"/>
                    </a:cubicBezTo>
                    <a:cubicBezTo>
                      <a:pt x="61" y="26"/>
                      <a:pt x="61" y="26"/>
                      <a:pt x="61" y="26"/>
                    </a:cubicBezTo>
                    <a:cubicBezTo>
                      <a:pt x="62" y="23"/>
                      <a:pt x="64" y="22"/>
                      <a:pt x="65" y="20"/>
                    </a:cubicBezTo>
                    <a:cubicBezTo>
                      <a:pt x="64" y="20"/>
                      <a:pt x="64" y="20"/>
                      <a:pt x="64" y="20"/>
                    </a:cubicBezTo>
                    <a:cubicBezTo>
                      <a:pt x="66" y="18"/>
                      <a:pt x="66" y="18"/>
                      <a:pt x="66" y="18"/>
                    </a:cubicBezTo>
                    <a:cubicBezTo>
                      <a:pt x="65" y="19"/>
                      <a:pt x="65" y="18"/>
                      <a:pt x="65" y="18"/>
                    </a:cubicBezTo>
                    <a:cubicBezTo>
                      <a:pt x="64" y="20"/>
                      <a:pt x="65" y="18"/>
                      <a:pt x="65" y="19"/>
                    </a:cubicBezTo>
                    <a:cubicBezTo>
                      <a:pt x="64" y="19"/>
                      <a:pt x="63" y="22"/>
                      <a:pt x="63" y="21"/>
                    </a:cubicBezTo>
                    <a:cubicBezTo>
                      <a:pt x="65" y="18"/>
                      <a:pt x="65" y="18"/>
                      <a:pt x="65" y="18"/>
                    </a:cubicBezTo>
                    <a:cubicBezTo>
                      <a:pt x="65" y="17"/>
                      <a:pt x="64" y="20"/>
                      <a:pt x="64" y="19"/>
                    </a:cubicBezTo>
                    <a:cubicBezTo>
                      <a:pt x="65" y="18"/>
                      <a:pt x="65" y="18"/>
                      <a:pt x="65" y="18"/>
                    </a:cubicBezTo>
                    <a:cubicBezTo>
                      <a:pt x="64" y="17"/>
                      <a:pt x="63" y="17"/>
                      <a:pt x="60" y="20"/>
                    </a:cubicBezTo>
                    <a:cubicBezTo>
                      <a:pt x="61" y="19"/>
                      <a:pt x="61" y="18"/>
                      <a:pt x="61" y="17"/>
                    </a:cubicBezTo>
                    <a:cubicBezTo>
                      <a:pt x="61" y="18"/>
                      <a:pt x="60" y="19"/>
                      <a:pt x="60" y="19"/>
                    </a:cubicBezTo>
                    <a:cubicBezTo>
                      <a:pt x="61" y="17"/>
                      <a:pt x="61" y="17"/>
                      <a:pt x="61" y="17"/>
                    </a:cubicBezTo>
                    <a:cubicBezTo>
                      <a:pt x="61" y="16"/>
                      <a:pt x="60" y="17"/>
                      <a:pt x="59" y="18"/>
                    </a:cubicBezTo>
                    <a:cubicBezTo>
                      <a:pt x="60" y="17"/>
                      <a:pt x="60" y="17"/>
                      <a:pt x="60" y="17"/>
                    </a:cubicBezTo>
                    <a:cubicBezTo>
                      <a:pt x="61" y="16"/>
                      <a:pt x="59" y="18"/>
                      <a:pt x="59" y="18"/>
                    </a:cubicBezTo>
                    <a:cubicBezTo>
                      <a:pt x="60" y="17"/>
                      <a:pt x="60" y="17"/>
                      <a:pt x="60" y="17"/>
                    </a:cubicBezTo>
                    <a:cubicBezTo>
                      <a:pt x="59" y="18"/>
                      <a:pt x="59" y="18"/>
                      <a:pt x="59" y="18"/>
                    </a:cubicBezTo>
                    <a:cubicBezTo>
                      <a:pt x="58" y="19"/>
                      <a:pt x="58" y="18"/>
                      <a:pt x="60" y="16"/>
                    </a:cubicBezTo>
                    <a:cubicBezTo>
                      <a:pt x="59" y="18"/>
                      <a:pt x="59" y="18"/>
                      <a:pt x="59" y="18"/>
                    </a:cubicBezTo>
                    <a:cubicBezTo>
                      <a:pt x="59" y="16"/>
                      <a:pt x="59" y="16"/>
                      <a:pt x="58" y="17"/>
                    </a:cubicBezTo>
                    <a:cubicBezTo>
                      <a:pt x="58" y="17"/>
                      <a:pt x="58" y="18"/>
                      <a:pt x="57" y="19"/>
                    </a:cubicBezTo>
                    <a:cubicBezTo>
                      <a:pt x="56" y="21"/>
                      <a:pt x="57" y="19"/>
                      <a:pt x="56" y="20"/>
                    </a:cubicBezTo>
                    <a:cubicBezTo>
                      <a:pt x="57" y="18"/>
                      <a:pt x="57" y="18"/>
                      <a:pt x="57" y="18"/>
                    </a:cubicBezTo>
                    <a:cubicBezTo>
                      <a:pt x="59" y="15"/>
                      <a:pt x="57" y="17"/>
                      <a:pt x="56" y="16"/>
                    </a:cubicBezTo>
                    <a:cubicBezTo>
                      <a:pt x="56" y="17"/>
                      <a:pt x="56" y="17"/>
                      <a:pt x="56" y="17"/>
                    </a:cubicBezTo>
                    <a:cubicBezTo>
                      <a:pt x="57" y="15"/>
                      <a:pt x="55" y="17"/>
                      <a:pt x="55" y="15"/>
                    </a:cubicBezTo>
                    <a:cubicBezTo>
                      <a:pt x="55" y="16"/>
                      <a:pt x="53" y="19"/>
                      <a:pt x="53" y="19"/>
                    </a:cubicBezTo>
                    <a:cubicBezTo>
                      <a:pt x="52" y="20"/>
                      <a:pt x="54" y="16"/>
                      <a:pt x="55" y="15"/>
                    </a:cubicBezTo>
                    <a:cubicBezTo>
                      <a:pt x="54" y="16"/>
                      <a:pt x="54" y="16"/>
                      <a:pt x="54" y="16"/>
                    </a:cubicBezTo>
                    <a:cubicBezTo>
                      <a:pt x="54" y="16"/>
                      <a:pt x="54" y="16"/>
                      <a:pt x="54" y="16"/>
                    </a:cubicBezTo>
                    <a:cubicBezTo>
                      <a:pt x="53" y="16"/>
                      <a:pt x="53" y="17"/>
                      <a:pt x="53" y="16"/>
                    </a:cubicBezTo>
                    <a:cubicBezTo>
                      <a:pt x="53" y="16"/>
                      <a:pt x="53" y="16"/>
                      <a:pt x="53" y="16"/>
                    </a:cubicBezTo>
                    <a:cubicBezTo>
                      <a:pt x="53" y="16"/>
                      <a:pt x="54" y="14"/>
                      <a:pt x="53" y="15"/>
                    </a:cubicBezTo>
                    <a:cubicBezTo>
                      <a:pt x="52" y="16"/>
                      <a:pt x="53" y="15"/>
                      <a:pt x="52" y="16"/>
                    </a:cubicBezTo>
                    <a:cubicBezTo>
                      <a:pt x="52" y="16"/>
                      <a:pt x="52" y="16"/>
                      <a:pt x="52" y="16"/>
                    </a:cubicBezTo>
                    <a:cubicBezTo>
                      <a:pt x="51" y="17"/>
                      <a:pt x="51" y="17"/>
                      <a:pt x="51" y="17"/>
                    </a:cubicBezTo>
                    <a:cubicBezTo>
                      <a:pt x="52" y="16"/>
                      <a:pt x="52" y="16"/>
                      <a:pt x="52" y="16"/>
                    </a:cubicBezTo>
                    <a:cubicBezTo>
                      <a:pt x="53" y="15"/>
                      <a:pt x="53" y="15"/>
                      <a:pt x="53" y="15"/>
                    </a:cubicBezTo>
                    <a:cubicBezTo>
                      <a:pt x="53" y="14"/>
                      <a:pt x="52" y="16"/>
                      <a:pt x="51" y="17"/>
                    </a:cubicBezTo>
                    <a:cubicBezTo>
                      <a:pt x="51" y="18"/>
                      <a:pt x="51" y="16"/>
                      <a:pt x="51" y="16"/>
                    </a:cubicBezTo>
                    <a:cubicBezTo>
                      <a:pt x="52" y="15"/>
                      <a:pt x="51" y="16"/>
                      <a:pt x="52" y="16"/>
                    </a:cubicBezTo>
                    <a:cubicBezTo>
                      <a:pt x="52" y="15"/>
                      <a:pt x="52" y="15"/>
                      <a:pt x="52" y="14"/>
                    </a:cubicBezTo>
                    <a:cubicBezTo>
                      <a:pt x="52" y="14"/>
                      <a:pt x="51" y="16"/>
                      <a:pt x="51" y="16"/>
                    </a:cubicBezTo>
                    <a:cubicBezTo>
                      <a:pt x="51" y="15"/>
                      <a:pt x="51" y="16"/>
                      <a:pt x="52" y="14"/>
                    </a:cubicBezTo>
                    <a:cubicBezTo>
                      <a:pt x="51" y="15"/>
                      <a:pt x="51" y="15"/>
                      <a:pt x="51" y="15"/>
                    </a:cubicBezTo>
                    <a:cubicBezTo>
                      <a:pt x="51" y="16"/>
                      <a:pt x="51" y="16"/>
                      <a:pt x="50" y="17"/>
                    </a:cubicBezTo>
                    <a:cubicBezTo>
                      <a:pt x="50" y="17"/>
                      <a:pt x="49" y="18"/>
                      <a:pt x="50" y="17"/>
                    </a:cubicBezTo>
                    <a:cubicBezTo>
                      <a:pt x="50" y="17"/>
                      <a:pt x="50" y="17"/>
                      <a:pt x="50" y="17"/>
                    </a:cubicBezTo>
                    <a:cubicBezTo>
                      <a:pt x="50" y="17"/>
                      <a:pt x="50" y="16"/>
                      <a:pt x="49" y="18"/>
                    </a:cubicBezTo>
                    <a:cubicBezTo>
                      <a:pt x="50" y="16"/>
                      <a:pt x="50" y="16"/>
                      <a:pt x="50" y="16"/>
                    </a:cubicBezTo>
                    <a:cubicBezTo>
                      <a:pt x="49" y="17"/>
                      <a:pt x="49" y="17"/>
                      <a:pt x="49" y="17"/>
                    </a:cubicBezTo>
                    <a:cubicBezTo>
                      <a:pt x="50" y="15"/>
                      <a:pt x="51" y="14"/>
                      <a:pt x="51" y="13"/>
                    </a:cubicBezTo>
                    <a:cubicBezTo>
                      <a:pt x="50" y="15"/>
                      <a:pt x="50" y="15"/>
                      <a:pt x="50" y="15"/>
                    </a:cubicBezTo>
                    <a:cubicBezTo>
                      <a:pt x="49" y="15"/>
                      <a:pt x="50" y="14"/>
                      <a:pt x="50" y="14"/>
                    </a:cubicBezTo>
                    <a:cubicBezTo>
                      <a:pt x="50" y="12"/>
                      <a:pt x="47" y="18"/>
                      <a:pt x="48" y="16"/>
                    </a:cubicBezTo>
                    <a:cubicBezTo>
                      <a:pt x="49" y="14"/>
                      <a:pt x="49" y="14"/>
                      <a:pt x="49" y="13"/>
                    </a:cubicBezTo>
                    <a:cubicBezTo>
                      <a:pt x="49" y="14"/>
                      <a:pt x="48" y="14"/>
                      <a:pt x="48" y="14"/>
                    </a:cubicBezTo>
                    <a:cubicBezTo>
                      <a:pt x="48" y="15"/>
                      <a:pt x="49" y="13"/>
                      <a:pt x="49" y="14"/>
                    </a:cubicBezTo>
                    <a:cubicBezTo>
                      <a:pt x="48" y="16"/>
                      <a:pt x="48" y="15"/>
                      <a:pt x="48" y="15"/>
                    </a:cubicBezTo>
                    <a:cubicBezTo>
                      <a:pt x="50" y="11"/>
                      <a:pt x="47" y="14"/>
                      <a:pt x="48" y="12"/>
                    </a:cubicBezTo>
                    <a:cubicBezTo>
                      <a:pt x="47" y="14"/>
                      <a:pt x="47" y="12"/>
                      <a:pt x="47" y="13"/>
                    </a:cubicBezTo>
                    <a:cubicBezTo>
                      <a:pt x="48" y="11"/>
                      <a:pt x="46" y="13"/>
                      <a:pt x="47" y="12"/>
                    </a:cubicBezTo>
                    <a:cubicBezTo>
                      <a:pt x="46" y="14"/>
                      <a:pt x="46" y="14"/>
                      <a:pt x="46" y="14"/>
                    </a:cubicBezTo>
                    <a:cubicBezTo>
                      <a:pt x="46" y="13"/>
                      <a:pt x="44" y="18"/>
                      <a:pt x="45" y="15"/>
                    </a:cubicBezTo>
                    <a:cubicBezTo>
                      <a:pt x="45" y="14"/>
                      <a:pt x="46" y="13"/>
                      <a:pt x="46" y="13"/>
                    </a:cubicBezTo>
                    <a:cubicBezTo>
                      <a:pt x="47" y="10"/>
                      <a:pt x="44" y="14"/>
                      <a:pt x="46" y="12"/>
                    </a:cubicBezTo>
                    <a:cubicBezTo>
                      <a:pt x="45" y="12"/>
                      <a:pt x="44" y="14"/>
                      <a:pt x="44" y="15"/>
                    </a:cubicBezTo>
                    <a:cubicBezTo>
                      <a:pt x="44" y="14"/>
                      <a:pt x="44" y="12"/>
                      <a:pt x="45" y="12"/>
                    </a:cubicBezTo>
                    <a:cubicBezTo>
                      <a:pt x="44" y="12"/>
                      <a:pt x="44" y="13"/>
                      <a:pt x="44" y="12"/>
                    </a:cubicBezTo>
                    <a:cubicBezTo>
                      <a:pt x="44" y="11"/>
                      <a:pt x="45" y="11"/>
                      <a:pt x="45" y="11"/>
                    </a:cubicBezTo>
                    <a:cubicBezTo>
                      <a:pt x="45" y="10"/>
                      <a:pt x="44" y="11"/>
                      <a:pt x="44" y="12"/>
                    </a:cubicBezTo>
                    <a:cubicBezTo>
                      <a:pt x="44" y="10"/>
                      <a:pt x="43" y="11"/>
                      <a:pt x="44" y="10"/>
                    </a:cubicBezTo>
                    <a:cubicBezTo>
                      <a:pt x="42" y="12"/>
                      <a:pt x="44" y="9"/>
                      <a:pt x="42" y="12"/>
                    </a:cubicBezTo>
                    <a:cubicBezTo>
                      <a:pt x="43" y="11"/>
                      <a:pt x="43" y="11"/>
                      <a:pt x="43" y="11"/>
                    </a:cubicBezTo>
                    <a:cubicBezTo>
                      <a:pt x="42" y="12"/>
                      <a:pt x="41" y="13"/>
                      <a:pt x="41" y="13"/>
                    </a:cubicBezTo>
                    <a:cubicBezTo>
                      <a:pt x="42" y="12"/>
                      <a:pt x="42" y="12"/>
                      <a:pt x="42" y="12"/>
                    </a:cubicBezTo>
                    <a:cubicBezTo>
                      <a:pt x="43" y="9"/>
                      <a:pt x="42" y="11"/>
                      <a:pt x="42" y="10"/>
                    </a:cubicBezTo>
                    <a:cubicBezTo>
                      <a:pt x="42" y="11"/>
                      <a:pt x="42" y="10"/>
                      <a:pt x="42" y="11"/>
                    </a:cubicBezTo>
                    <a:cubicBezTo>
                      <a:pt x="41" y="12"/>
                      <a:pt x="41" y="12"/>
                      <a:pt x="41" y="12"/>
                    </a:cubicBezTo>
                    <a:cubicBezTo>
                      <a:pt x="40" y="13"/>
                      <a:pt x="40" y="13"/>
                      <a:pt x="40" y="13"/>
                    </a:cubicBezTo>
                    <a:cubicBezTo>
                      <a:pt x="40" y="13"/>
                      <a:pt x="41" y="11"/>
                      <a:pt x="41" y="11"/>
                    </a:cubicBezTo>
                    <a:cubicBezTo>
                      <a:pt x="41" y="10"/>
                      <a:pt x="41" y="10"/>
                      <a:pt x="41" y="11"/>
                    </a:cubicBezTo>
                    <a:cubicBezTo>
                      <a:pt x="41" y="11"/>
                      <a:pt x="41" y="11"/>
                      <a:pt x="41" y="11"/>
                    </a:cubicBezTo>
                    <a:cubicBezTo>
                      <a:pt x="41" y="11"/>
                      <a:pt x="41" y="11"/>
                      <a:pt x="41" y="11"/>
                    </a:cubicBezTo>
                    <a:cubicBezTo>
                      <a:pt x="41" y="11"/>
                      <a:pt x="40" y="11"/>
                      <a:pt x="40" y="11"/>
                    </a:cubicBezTo>
                    <a:cubicBezTo>
                      <a:pt x="40" y="11"/>
                      <a:pt x="40" y="11"/>
                      <a:pt x="40" y="11"/>
                    </a:cubicBezTo>
                    <a:cubicBezTo>
                      <a:pt x="41" y="11"/>
                      <a:pt x="41" y="11"/>
                      <a:pt x="41" y="11"/>
                    </a:cubicBezTo>
                    <a:cubicBezTo>
                      <a:pt x="41" y="10"/>
                      <a:pt x="41" y="10"/>
                      <a:pt x="41" y="10"/>
                    </a:cubicBezTo>
                    <a:cubicBezTo>
                      <a:pt x="41" y="10"/>
                      <a:pt x="41" y="10"/>
                      <a:pt x="41" y="10"/>
                    </a:cubicBezTo>
                    <a:cubicBezTo>
                      <a:pt x="41" y="10"/>
                      <a:pt x="41" y="10"/>
                      <a:pt x="41" y="10"/>
                    </a:cubicBezTo>
                    <a:cubicBezTo>
                      <a:pt x="41" y="8"/>
                      <a:pt x="41" y="8"/>
                      <a:pt x="41" y="8"/>
                    </a:cubicBezTo>
                    <a:cubicBezTo>
                      <a:pt x="41" y="8"/>
                      <a:pt x="40" y="10"/>
                      <a:pt x="40" y="11"/>
                    </a:cubicBezTo>
                    <a:cubicBezTo>
                      <a:pt x="40" y="9"/>
                      <a:pt x="39" y="10"/>
                      <a:pt x="38" y="11"/>
                    </a:cubicBezTo>
                    <a:cubicBezTo>
                      <a:pt x="38" y="11"/>
                      <a:pt x="39" y="10"/>
                      <a:pt x="39" y="10"/>
                    </a:cubicBezTo>
                    <a:cubicBezTo>
                      <a:pt x="38" y="10"/>
                      <a:pt x="38" y="12"/>
                      <a:pt x="38" y="11"/>
                    </a:cubicBezTo>
                    <a:cubicBezTo>
                      <a:pt x="38" y="11"/>
                      <a:pt x="38" y="10"/>
                      <a:pt x="38" y="9"/>
                    </a:cubicBezTo>
                    <a:cubicBezTo>
                      <a:pt x="38" y="9"/>
                      <a:pt x="38" y="11"/>
                      <a:pt x="38" y="11"/>
                    </a:cubicBezTo>
                    <a:cubicBezTo>
                      <a:pt x="38" y="8"/>
                      <a:pt x="36" y="12"/>
                      <a:pt x="37" y="10"/>
                    </a:cubicBezTo>
                    <a:cubicBezTo>
                      <a:pt x="36" y="10"/>
                      <a:pt x="37" y="9"/>
                      <a:pt x="37" y="9"/>
                    </a:cubicBezTo>
                    <a:cubicBezTo>
                      <a:pt x="37" y="9"/>
                      <a:pt x="36" y="10"/>
                      <a:pt x="35" y="11"/>
                    </a:cubicBezTo>
                    <a:cubicBezTo>
                      <a:pt x="36" y="10"/>
                      <a:pt x="36" y="10"/>
                      <a:pt x="36" y="10"/>
                    </a:cubicBezTo>
                    <a:cubicBezTo>
                      <a:pt x="36" y="10"/>
                      <a:pt x="35" y="10"/>
                      <a:pt x="35" y="11"/>
                    </a:cubicBezTo>
                    <a:cubicBezTo>
                      <a:pt x="34" y="12"/>
                      <a:pt x="34" y="13"/>
                      <a:pt x="34" y="13"/>
                    </a:cubicBezTo>
                    <a:cubicBezTo>
                      <a:pt x="34" y="13"/>
                      <a:pt x="34" y="13"/>
                      <a:pt x="34" y="13"/>
                    </a:cubicBezTo>
                    <a:cubicBezTo>
                      <a:pt x="33" y="12"/>
                      <a:pt x="33" y="13"/>
                      <a:pt x="33" y="13"/>
                    </a:cubicBezTo>
                    <a:cubicBezTo>
                      <a:pt x="33" y="12"/>
                      <a:pt x="33" y="13"/>
                      <a:pt x="34" y="12"/>
                    </a:cubicBezTo>
                    <a:cubicBezTo>
                      <a:pt x="35" y="10"/>
                      <a:pt x="34" y="10"/>
                      <a:pt x="34" y="10"/>
                    </a:cubicBezTo>
                    <a:cubicBezTo>
                      <a:pt x="33" y="11"/>
                      <a:pt x="33" y="11"/>
                      <a:pt x="33" y="11"/>
                    </a:cubicBezTo>
                    <a:cubicBezTo>
                      <a:pt x="33" y="12"/>
                      <a:pt x="34" y="10"/>
                      <a:pt x="33" y="10"/>
                    </a:cubicBezTo>
                    <a:cubicBezTo>
                      <a:pt x="31" y="14"/>
                      <a:pt x="31" y="14"/>
                      <a:pt x="31" y="14"/>
                    </a:cubicBezTo>
                    <a:cubicBezTo>
                      <a:pt x="31" y="14"/>
                      <a:pt x="32" y="12"/>
                      <a:pt x="32" y="11"/>
                    </a:cubicBezTo>
                    <a:cubicBezTo>
                      <a:pt x="32" y="12"/>
                      <a:pt x="30" y="14"/>
                      <a:pt x="29" y="15"/>
                    </a:cubicBezTo>
                    <a:cubicBezTo>
                      <a:pt x="30" y="15"/>
                      <a:pt x="29" y="16"/>
                      <a:pt x="29" y="16"/>
                    </a:cubicBezTo>
                    <a:cubicBezTo>
                      <a:pt x="29" y="15"/>
                      <a:pt x="29" y="16"/>
                      <a:pt x="29" y="15"/>
                    </a:cubicBezTo>
                    <a:cubicBezTo>
                      <a:pt x="30" y="14"/>
                      <a:pt x="30" y="14"/>
                      <a:pt x="30" y="14"/>
                    </a:cubicBezTo>
                    <a:cubicBezTo>
                      <a:pt x="30" y="13"/>
                      <a:pt x="31" y="11"/>
                      <a:pt x="31" y="10"/>
                    </a:cubicBezTo>
                    <a:cubicBezTo>
                      <a:pt x="31" y="11"/>
                      <a:pt x="31" y="10"/>
                      <a:pt x="30" y="10"/>
                    </a:cubicBezTo>
                    <a:cubicBezTo>
                      <a:pt x="29" y="12"/>
                      <a:pt x="29" y="11"/>
                      <a:pt x="28" y="13"/>
                    </a:cubicBezTo>
                    <a:cubicBezTo>
                      <a:pt x="28" y="13"/>
                      <a:pt x="29" y="11"/>
                      <a:pt x="29" y="11"/>
                    </a:cubicBezTo>
                    <a:cubicBezTo>
                      <a:pt x="28" y="11"/>
                      <a:pt x="28" y="10"/>
                      <a:pt x="28" y="11"/>
                    </a:cubicBezTo>
                    <a:cubicBezTo>
                      <a:pt x="28" y="10"/>
                      <a:pt x="28" y="10"/>
                      <a:pt x="28" y="10"/>
                    </a:cubicBezTo>
                    <a:cubicBezTo>
                      <a:pt x="28" y="11"/>
                      <a:pt x="27" y="10"/>
                      <a:pt x="26" y="12"/>
                    </a:cubicBezTo>
                    <a:cubicBezTo>
                      <a:pt x="27" y="11"/>
                      <a:pt x="27" y="11"/>
                      <a:pt x="27" y="11"/>
                    </a:cubicBezTo>
                    <a:cubicBezTo>
                      <a:pt x="27" y="10"/>
                      <a:pt x="25" y="14"/>
                      <a:pt x="26" y="12"/>
                    </a:cubicBezTo>
                    <a:cubicBezTo>
                      <a:pt x="26" y="11"/>
                      <a:pt x="26" y="11"/>
                      <a:pt x="26" y="11"/>
                    </a:cubicBezTo>
                    <a:cubicBezTo>
                      <a:pt x="26" y="12"/>
                      <a:pt x="26" y="10"/>
                      <a:pt x="25" y="11"/>
                    </a:cubicBezTo>
                    <a:cubicBezTo>
                      <a:pt x="26" y="10"/>
                      <a:pt x="26" y="10"/>
                      <a:pt x="26" y="10"/>
                    </a:cubicBezTo>
                    <a:cubicBezTo>
                      <a:pt x="26" y="11"/>
                      <a:pt x="25" y="10"/>
                      <a:pt x="24" y="12"/>
                    </a:cubicBezTo>
                    <a:cubicBezTo>
                      <a:pt x="25" y="10"/>
                      <a:pt x="25" y="10"/>
                      <a:pt x="25" y="10"/>
                    </a:cubicBezTo>
                    <a:cubicBezTo>
                      <a:pt x="26" y="9"/>
                      <a:pt x="24" y="12"/>
                      <a:pt x="24" y="11"/>
                    </a:cubicBezTo>
                    <a:cubicBezTo>
                      <a:pt x="24" y="11"/>
                      <a:pt x="25" y="10"/>
                      <a:pt x="25" y="10"/>
                    </a:cubicBezTo>
                    <a:cubicBezTo>
                      <a:pt x="24" y="11"/>
                      <a:pt x="24" y="11"/>
                      <a:pt x="24" y="11"/>
                    </a:cubicBezTo>
                    <a:cubicBezTo>
                      <a:pt x="24" y="9"/>
                      <a:pt x="24" y="9"/>
                      <a:pt x="24" y="9"/>
                    </a:cubicBezTo>
                    <a:cubicBezTo>
                      <a:pt x="23" y="8"/>
                      <a:pt x="22" y="8"/>
                      <a:pt x="20" y="9"/>
                    </a:cubicBezTo>
                    <a:cubicBezTo>
                      <a:pt x="21" y="7"/>
                      <a:pt x="21" y="8"/>
                      <a:pt x="22" y="6"/>
                    </a:cubicBezTo>
                    <a:cubicBezTo>
                      <a:pt x="21" y="8"/>
                      <a:pt x="21" y="7"/>
                      <a:pt x="21" y="7"/>
                    </a:cubicBezTo>
                    <a:cubicBezTo>
                      <a:pt x="21" y="7"/>
                      <a:pt x="21" y="7"/>
                      <a:pt x="21" y="7"/>
                    </a:cubicBezTo>
                    <a:cubicBezTo>
                      <a:pt x="20" y="7"/>
                      <a:pt x="21" y="6"/>
                      <a:pt x="20" y="6"/>
                    </a:cubicBezTo>
                    <a:cubicBezTo>
                      <a:pt x="20" y="7"/>
                      <a:pt x="20" y="7"/>
                      <a:pt x="20" y="7"/>
                    </a:cubicBezTo>
                    <a:cubicBezTo>
                      <a:pt x="19" y="8"/>
                      <a:pt x="21" y="4"/>
                      <a:pt x="20" y="7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19" y="7"/>
                      <a:pt x="20" y="4"/>
                      <a:pt x="19" y="6"/>
                    </a:cubicBezTo>
                    <a:cubicBezTo>
                      <a:pt x="19" y="6"/>
                      <a:pt x="19" y="6"/>
                      <a:pt x="19" y="6"/>
                    </a:cubicBezTo>
                    <a:cubicBezTo>
                      <a:pt x="20" y="5"/>
                      <a:pt x="18" y="8"/>
                      <a:pt x="18" y="6"/>
                    </a:cubicBezTo>
                    <a:cubicBezTo>
                      <a:pt x="18" y="6"/>
                      <a:pt x="18" y="7"/>
                      <a:pt x="17" y="8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7" y="7"/>
                      <a:pt x="16" y="6"/>
                      <a:pt x="14" y="8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3" y="8"/>
                      <a:pt x="15" y="4"/>
                      <a:pt x="12" y="8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8"/>
                      <a:pt x="12" y="7"/>
                      <a:pt x="11" y="8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0" y="9"/>
                      <a:pt x="10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4"/>
                      <a:pt x="11" y="1"/>
                      <a:pt x="8" y="5"/>
                    </a:cubicBezTo>
                    <a:cubicBezTo>
                      <a:pt x="7" y="5"/>
                      <a:pt x="9" y="2"/>
                      <a:pt x="9" y="3"/>
                    </a:cubicBezTo>
                    <a:cubicBezTo>
                      <a:pt x="6" y="5"/>
                      <a:pt x="8" y="0"/>
                      <a:pt x="4" y="4"/>
                    </a:cubicBezTo>
                    <a:cubicBezTo>
                      <a:pt x="3" y="5"/>
                      <a:pt x="0" y="10"/>
                      <a:pt x="0" y="10"/>
                    </a:cubicBezTo>
                    <a:cubicBezTo>
                      <a:pt x="3" y="9"/>
                      <a:pt x="3" y="12"/>
                      <a:pt x="3" y="1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23" name="Freeform 211"/>
              <p:cNvSpPr/>
              <p:nvPr>
                <p:custDataLst>
                  <p:tags r:id="rId56"/>
                </p:custDataLst>
              </p:nvPr>
            </p:nvSpPr>
            <p:spPr bwMode="auto">
              <a:xfrm>
                <a:off x="3266" y="1867"/>
                <a:ext cx="5" cy="3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2" y="0"/>
                      <a:pt x="1" y="0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24" name="Freeform 212"/>
              <p:cNvSpPr/>
              <p:nvPr>
                <p:custDataLst>
                  <p:tags r:id="rId57"/>
                </p:custDataLst>
              </p:nvPr>
            </p:nvSpPr>
            <p:spPr bwMode="auto">
              <a:xfrm>
                <a:off x="3266" y="1861"/>
                <a:ext cx="3" cy="4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1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0"/>
                      <a:pt x="0" y="1"/>
                      <a:pt x="1" y="1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25" name="Freeform 213"/>
              <p:cNvSpPr/>
              <p:nvPr>
                <p:custDataLst>
                  <p:tags r:id="rId58"/>
                </p:custDataLst>
              </p:nvPr>
            </p:nvSpPr>
            <p:spPr bwMode="auto">
              <a:xfrm>
                <a:off x="3260" y="1855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26" name="Freeform 214"/>
              <p:cNvSpPr/>
              <p:nvPr>
                <p:custDataLst>
                  <p:tags r:id="rId59"/>
                </p:custDataLst>
              </p:nvPr>
            </p:nvSpPr>
            <p:spPr bwMode="auto">
              <a:xfrm>
                <a:off x="3260" y="1893"/>
                <a:ext cx="4" cy="6"/>
              </a:xfrm>
              <a:custGeom>
                <a:avLst/>
                <a:gdLst>
                  <a:gd name="T0" fmla="*/ 0 w 2"/>
                  <a:gd name="T1" fmla="*/ 3 h 3"/>
                  <a:gd name="T2" fmla="*/ 2 w 2"/>
                  <a:gd name="T3" fmla="*/ 0 h 3"/>
                  <a:gd name="T4" fmla="*/ 0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1"/>
                      <a:pt x="1" y="2"/>
                      <a:pt x="0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27" name="Freeform 215"/>
              <p:cNvSpPr/>
              <p:nvPr>
                <p:custDataLst>
                  <p:tags r:id="rId60"/>
                </p:custDataLst>
              </p:nvPr>
            </p:nvSpPr>
            <p:spPr bwMode="auto">
              <a:xfrm>
                <a:off x="3269" y="1870"/>
                <a:ext cx="2" cy="4"/>
              </a:xfrm>
              <a:custGeom>
                <a:avLst/>
                <a:gdLst>
                  <a:gd name="T0" fmla="*/ 1 w 1"/>
                  <a:gd name="T1" fmla="*/ 1 h 2"/>
                  <a:gd name="T2" fmla="*/ 0 w 1"/>
                  <a:gd name="T3" fmla="*/ 1 h 2"/>
                  <a:gd name="T4" fmla="*/ 0 w 1"/>
                  <a:gd name="T5" fmla="*/ 2 h 2"/>
                  <a:gd name="T6" fmla="*/ 1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lnTo>
                      <a:pt x="1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28" name="Freeform 216"/>
              <p:cNvSpPr/>
              <p:nvPr>
                <p:custDataLst>
                  <p:tags r:id="rId61"/>
                </p:custDataLst>
              </p:nvPr>
            </p:nvSpPr>
            <p:spPr bwMode="auto">
              <a:xfrm>
                <a:off x="3260" y="1895"/>
                <a:ext cx="4" cy="4"/>
              </a:xfrm>
              <a:custGeom>
                <a:avLst/>
                <a:gdLst>
                  <a:gd name="T0" fmla="*/ 1 w 2"/>
                  <a:gd name="T1" fmla="*/ 1 h 2"/>
                  <a:gd name="T2" fmla="*/ 1 w 2"/>
                  <a:gd name="T3" fmla="*/ 2 h 2"/>
                  <a:gd name="T4" fmla="*/ 1 w 2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2" y="0"/>
                      <a:pt x="1" y="2"/>
                      <a:pt x="1" y="2"/>
                    </a:cubicBezTo>
                    <a:cubicBezTo>
                      <a:pt x="0" y="2"/>
                      <a:pt x="1" y="2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29" name="Freeform 217"/>
              <p:cNvSpPr/>
              <p:nvPr>
                <p:custDataLst>
                  <p:tags r:id="rId62"/>
                </p:custDataLst>
              </p:nvPr>
            </p:nvSpPr>
            <p:spPr bwMode="auto">
              <a:xfrm>
                <a:off x="4538" y="187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30" name="Freeform 218"/>
              <p:cNvSpPr/>
              <p:nvPr>
                <p:custDataLst>
                  <p:tags r:id="rId63"/>
                </p:custDataLst>
              </p:nvPr>
            </p:nvSpPr>
            <p:spPr bwMode="auto">
              <a:xfrm>
                <a:off x="3213" y="1882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31" name="Freeform 219"/>
              <p:cNvSpPr/>
              <p:nvPr>
                <p:custDataLst>
                  <p:tags r:id="rId64"/>
                </p:custDataLst>
              </p:nvPr>
            </p:nvSpPr>
            <p:spPr bwMode="auto">
              <a:xfrm>
                <a:off x="3190" y="1827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32" name="Freeform 220"/>
              <p:cNvSpPr/>
              <p:nvPr>
                <p:custDataLst>
                  <p:tags r:id="rId65"/>
                </p:custDataLst>
              </p:nvPr>
            </p:nvSpPr>
            <p:spPr bwMode="auto">
              <a:xfrm>
                <a:off x="3271" y="1870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33" name="Freeform 221"/>
              <p:cNvSpPr/>
              <p:nvPr>
                <p:custDataLst>
                  <p:tags r:id="rId66"/>
                </p:custDataLst>
              </p:nvPr>
            </p:nvSpPr>
            <p:spPr bwMode="auto">
              <a:xfrm>
                <a:off x="3190" y="1872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34" name="Freeform 222"/>
              <p:cNvSpPr/>
              <p:nvPr>
                <p:custDataLst>
                  <p:tags r:id="rId67"/>
                </p:custDataLst>
              </p:nvPr>
            </p:nvSpPr>
            <p:spPr bwMode="auto">
              <a:xfrm>
                <a:off x="4574" y="1855"/>
                <a:ext cx="0" cy="2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35" name="Freeform 223"/>
              <p:cNvSpPr/>
              <p:nvPr>
                <p:custDataLst>
                  <p:tags r:id="rId68"/>
                </p:custDataLst>
              </p:nvPr>
            </p:nvSpPr>
            <p:spPr bwMode="auto">
              <a:xfrm>
                <a:off x="3199" y="183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36" name="Freeform 224"/>
              <p:cNvSpPr/>
              <p:nvPr>
                <p:custDataLst>
                  <p:tags r:id="rId69"/>
                </p:custDataLst>
              </p:nvPr>
            </p:nvSpPr>
            <p:spPr bwMode="auto">
              <a:xfrm>
                <a:off x="3271" y="1859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37" name="Freeform 225"/>
              <p:cNvSpPr/>
              <p:nvPr>
                <p:custDataLst>
                  <p:tags r:id="rId70"/>
                </p:custDataLst>
              </p:nvPr>
            </p:nvSpPr>
            <p:spPr bwMode="auto">
              <a:xfrm>
                <a:off x="3742" y="3006"/>
                <a:ext cx="6" cy="9"/>
              </a:xfrm>
              <a:custGeom>
                <a:avLst/>
                <a:gdLst>
                  <a:gd name="T0" fmla="*/ 3 w 3"/>
                  <a:gd name="T1" fmla="*/ 0 h 4"/>
                  <a:gd name="T2" fmla="*/ 1 w 3"/>
                  <a:gd name="T3" fmla="*/ 1 h 4"/>
                  <a:gd name="T4" fmla="*/ 1 w 3"/>
                  <a:gd name="T5" fmla="*/ 3 h 4"/>
                  <a:gd name="T6" fmla="*/ 0 w 3"/>
                  <a:gd name="T7" fmla="*/ 4 h 4"/>
                  <a:gd name="T8" fmla="*/ 2 w 3"/>
                  <a:gd name="T9" fmla="*/ 1 h 4"/>
                  <a:gd name="T10" fmla="*/ 3 w 3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3" y="0"/>
                    </a:move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0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ubicBezTo>
                      <a:pt x="1" y="4"/>
                      <a:pt x="2" y="2"/>
                      <a:pt x="2" y="1"/>
                    </a:cubicBezTo>
                    <a:cubicBezTo>
                      <a:pt x="3" y="1"/>
                      <a:pt x="3" y="0"/>
                      <a:pt x="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38" name="Freeform 226"/>
              <p:cNvSpPr/>
              <p:nvPr>
                <p:custDataLst>
                  <p:tags r:id="rId71"/>
                </p:custDataLst>
              </p:nvPr>
            </p:nvSpPr>
            <p:spPr bwMode="auto">
              <a:xfrm>
                <a:off x="3988" y="301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39" name="Freeform 227"/>
              <p:cNvSpPr/>
              <p:nvPr>
                <p:custDataLst>
                  <p:tags r:id="rId72"/>
                </p:custDataLst>
              </p:nvPr>
            </p:nvSpPr>
            <p:spPr bwMode="auto">
              <a:xfrm>
                <a:off x="3742" y="3008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40" name="Rectangle 228"/>
              <p:cNvSpPr>
                <a:spLocks noChangeArrowheads="1"/>
              </p:cNvSpPr>
              <p:nvPr>
                <p:custDataLst>
                  <p:tags r:id="rId73"/>
                </p:custDataLst>
              </p:nvPr>
            </p:nvSpPr>
            <p:spPr bwMode="auto">
              <a:xfrm>
                <a:off x="3748" y="3015"/>
                <a:ext cx="4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41" name="Freeform 229"/>
              <p:cNvSpPr/>
              <p:nvPr>
                <p:custDataLst>
                  <p:tags r:id="rId74"/>
                </p:custDataLst>
              </p:nvPr>
            </p:nvSpPr>
            <p:spPr bwMode="auto">
              <a:xfrm>
                <a:off x="3744" y="2894"/>
                <a:ext cx="2" cy="10"/>
              </a:xfrm>
              <a:custGeom>
                <a:avLst/>
                <a:gdLst>
                  <a:gd name="T0" fmla="*/ 0 w 1"/>
                  <a:gd name="T1" fmla="*/ 2 h 5"/>
                  <a:gd name="T2" fmla="*/ 1 w 1"/>
                  <a:gd name="T3" fmla="*/ 3 h 5"/>
                  <a:gd name="T4" fmla="*/ 0 w 1"/>
                  <a:gd name="T5" fmla="*/ 5 h 5"/>
                  <a:gd name="T6" fmla="*/ 1 w 1"/>
                  <a:gd name="T7" fmla="*/ 1 h 5"/>
                  <a:gd name="T8" fmla="*/ 1 w 1"/>
                  <a:gd name="T9" fmla="*/ 0 h 5"/>
                  <a:gd name="T10" fmla="*/ 0 w 1"/>
                  <a:gd name="T11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5">
                    <a:moveTo>
                      <a:pt x="0" y="2"/>
                    </a:moveTo>
                    <a:cubicBezTo>
                      <a:pt x="0" y="2"/>
                      <a:pt x="0" y="4"/>
                      <a:pt x="1" y="3"/>
                    </a:cubicBezTo>
                    <a:cubicBezTo>
                      <a:pt x="1" y="3"/>
                      <a:pt x="0" y="4"/>
                      <a:pt x="0" y="5"/>
                    </a:cubicBezTo>
                    <a:cubicBezTo>
                      <a:pt x="1" y="4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1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42" name="Freeform 230"/>
              <p:cNvSpPr/>
              <p:nvPr>
                <p:custDataLst>
                  <p:tags r:id="rId75"/>
                </p:custDataLst>
              </p:nvPr>
            </p:nvSpPr>
            <p:spPr bwMode="auto">
              <a:xfrm>
                <a:off x="3744" y="3004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0"/>
                      <a:pt x="1" y="0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43" name="Freeform 231"/>
              <p:cNvSpPr/>
              <p:nvPr>
                <p:custDataLst>
                  <p:tags r:id="rId76"/>
                </p:custDataLst>
              </p:nvPr>
            </p:nvSpPr>
            <p:spPr bwMode="auto">
              <a:xfrm>
                <a:off x="3742" y="2892"/>
                <a:ext cx="2" cy="4"/>
              </a:xfrm>
              <a:custGeom>
                <a:avLst/>
                <a:gdLst>
                  <a:gd name="T0" fmla="*/ 1 w 1"/>
                  <a:gd name="T1" fmla="*/ 1 h 2"/>
                  <a:gd name="T2" fmla="*/ 0 w 1"/>
                  <a:gd name="T3" fmla="*/ 2 h 2"/>
                  <a:gd name="T4" fmla="*/ 1 w 1"/>
                  <a:gd name="T5" fmla="*/ 1 h 2"/>
                  <a:gd name="T6" fmla="*/ 1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1" y="2"/>
                      <a:pt x="0" y="2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44" name="Freeform 232"/>
              <p:cNvSpPr/>
              <p:nvPr>
                <p:custDataLst>
                  <p:tags r:id="rId77"/>
                </p:custDataLst>
              </p:nvPr>
            </p:nvSpPr>
            <p:spPr bwMode="auto">
              <a:xfrm>
                <a:off x="3772" y="3038"/>
                <a:ext cx="4" cy="4"/>
              </a:xfrm>
              <a:custGeom>
                <a:avLst/>
                <a:gdLst>
                  <a:gd name="T0" fmla="*/ 1 w 2"/>
                  <a:gd name="T1" fmla="*/ 0 h 2"/>
                  <a:gd name="T2" fmla="*/ 2 w 2"/>
                  <a:gd name="T3" fmla="*/ 1 h 2"/>
                  <a:gd name="T4" fmla="*/ 1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0" y="2"/>
                      <a:pt x="2" y="0"/>
                      <a:pt x="2" y="1"/>
                    </a:cubicBezTo>
                    <a:cubicBezTo>
                      <a:pt x="2" y="0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45" name="Freeform 233"/>
              <p:cNvSpPr/>
              <p:nvPr>
                <p:custDataLst>
                  <p:tags r:id="rId78"/>
                </p:custDataLst>
              </p:nvPr>
            </p:nvSpPr>
            <p:spPr bwMode="auto">
              <a:xfrm>
                <a:off x="3895" y="3083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46" name="Freeform 234"/>
              <p:cNvSpPr/>
              <p:nvPr>
                <p:custDataLst>
                  <p:tags r:id="rId79"/>
                </p:custDataLst>
              </p:nvPr>
            </p:nvSpPr>
            <p:spPr bwMode="auto">
              <a:xfrm>
                <a:off x="3602" y="182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47" name="Freeform 235"/>
              <p:cNvSpPr/>
              <p:nvPr>
                <p:custDataLst>
                  <p:tags r:id="rId80"/>
                </p:custDataLst>
              </p:nvPr>
            </p:nvSpPr>
            <p:spPr bwMode="auto">
              <a:xfrm>
                <a:off x="3742" y="2898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48" name="Freeform 236"/>
              <p:cNvSpPr/>
              <p:nvPr>
                <p:custDataLst>
                  <p:tags r:id="rId81"/>
                </p:custDataLst>
              </p:nvPr>
            </p:nvSpPr>
            <p:spPr bwMode="auto">
              <a:xfrm>
                <a:off x="3602" y="182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49" name="Freeform 237"/>
              <p:cNvSpPr/>
              <p:nvPr>
                <p:custDataLst>
                  <p:tags r:id="rId82"/>
                </p:custDataLst>
              </p:nvPr>
            </p:nvSpPr>
            <p:spPr bwMode="auto">
              <a:xfrm>
                <a:off x="3755" y="3027"/>
                <a:ext cx="2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50" name="Oval 238"/>
              <p:cNvSpPr>
                <a:spLocks noChangeArrowheads="1"/>
              </p:cNvSpPr>
              <p:nvPr>
                <p:custDataLst>
                  <p:tags r:id="rId83"/>
                </p:custDataLst>
              </p:nvPr>
            </p:nvSpPr>
            <p:spPr bwMode="auto">
              <a:xfrm>
                <a:off x="3602" y="1823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51" name="Freeform 239"/>
              <p:cNvSpPr/>
              <p:nvPr>
                <p:custDataLst>
                  <p:tags r:id="rId84"/>
                </p:custDataLst>
              </p:nvPr>
            </p:nvSpPr>
            <p:spPr bwMode="auto">
              <a:xfrm>
                <a:off x="3922" y="2890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52" name="Freeform 240"/>
              <p:cNvSpPr/>
              <p:nvPr>
                <p:custDataLst>
                  <p:tags r:id="rId85"/>
                </p:custDataLst>
              </p:nvPr>
            </p:nvSpPr>
            <p:spPr bwMode="auto">
              <a:xfrm>
                <a:off x="3975" y="287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53" name="Freeform 241"/>
              <p:cNvSpPr/>
              <p:nvPr>
                <p:custDataLst>
                  <p:tags r:id="rId86"/>
                </p:custDataLst>
              </p:nvPr>
            </p:nvSpPr>
            <p:spPr bwMode="auto">
              <a:xfrm>
                <a:off x="3954" y="288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54" name="Freeform 242"/>
              <p:cNvSpPr/>
              <p:nvPr>
                <p:custDataLst>
                  <p:tags r:id="rId87"/>
                </p:custDataLst>
              </p:nvPr>
            </p:nvSpPr>
            <p:spPr bwMode="auto">
              <a:xfrm>
                <a:off x="3725" y="2760"/>
                <a:ext cx="399" cy="159"/>
              </a:xfrm>
              <a:custGeom>
                <a:avLst/>
                <a:gdLst>
                  <a:gd name="T0" fmla="*/ 11 w 188"/>
                  <a:gd name="T1" fmla="*/ 59 h 75"/>
                  <a:gd name="T2" fmla="*/ 17 w 188"/>
                  <a:gd name="T3" fmla="*/ 64 h 75"/>
                  <a:gd name="T4" fmla="*/ 14 w 188"/>
                  <a:gd name="T5" fmla="*/ 70 h 75"/>
                  <a:gd name="T6" fmla="*/ 17 w 188"/>
                  <a:gd name="T7" fmla="*/ 71 h 75"/>
                  <a:gd name="T8" fmla="*/ 21 w 188"/>
                  <a:gd name="T9" fmla="*/ 69 h 75"/>
                  <a:gd name="T10" fmla="*/ 22 w 188"/>
                  <a:gd name="T11" fmla="*/ 71 h 75"/>
                  <a:gd name="T12" fmla="*/ 27 w 188"/>
                  <a:gd name="T13" fmla="*/ 67 h 75"/>
                  <a:gd name="T14" fmla="*/ 30 w 188"/>
                  <a:gd name="T15" fmla="*/ 72 h 75"/>
                  <a:gd name="T16" fmla="*/ 31 w 188"/>
                  <a:gd name="T17" fmla="*/ 74 h 75"/>
                  <a:gd name="T18" fmla="*/ 33 w 188"/>
                  <a:gd name="T19" fmla="*/ 72 h 75"/>
                  <a:gd name="T20" fmla="*/ 37 w 188"/>
                  <a:gd name="T21" fmla="*/ 74 h 75"/>
                  <a:gd name="T22" fmla="*/ 40 w 188"/>
                  <a:gd name="T23" fmla="*/ 69 h 75"/>
                  <a:gd name="T24" fmla="*/ 43 w 188"/>
                  <a:gd name="T25" fmla="*/ 64 h 75"/>
                  <a:gd name="T26" fmla="*/ 45 w 188"/>
                  <a:gd name="T27" fmla="*/ 69 h 75"/>
                  <a:gd name="T28" fmla="*/ 54 w 188"/>
                  <a:gd name="T29" fmla="*/ 69 h 75"/>
                  <a:gd name="T30" fmla="*/ 58 w 188"/>
                  <a:gd name="T31" fmla="*/ 69 h 75"/>
                  <a:gd name="T32" fmla="*/ 62 w 188"/>
                  <a:gd name="T33" fmla="*/ 68 h 75"/>
                  <a:gd name="T34" fmla="*/ 73 w 188"/>
                  <a:gd name="T35" fmla="*/ 66 h 75"/>
                  <a:gd name="T36" fmla="*/ 76 w 188"/>
                  <a:gd name="T37" fmla="*/ 65 h 75"/>
                  <a:gd name="T38" fmla="*/ 77 w 188"/>
                  <a:gd name="T39" fmla="*/ 64 h 75"/>
                  <a:gd name="T40" fmla="*/ 80 w 188"/>
                  <a:gd name="T41" fmla="*/ 62 h 75"/>
                  <a:gd name="T42" fmla="*/ 83 w 188"/>
                  <a:gd name="T43" fmla="*/ 63 h 75"/>
                  <a:gd name="T44" fmla="*/ 86 w 188"/>
                  <a:gd name="T45" fmla="*/ 61 h 75"/>
                  <a:gd name="T46" fmla="*/ 94 w 188"/>
                  <a:gd name="T47" fmla="*/ 61 h 75"/>
                  <a:gd name="T48" fmla="*/ 100 w 188"/>
                  <a:gd name="T49" fmla="*/ 59 h 75"/>
                  <a:gd name="T50" fmla="*/ 105 w 188"/>
                  <a:gd name="T51" fmla="*/ 59 h 75"/>
                  <a:gd name="T52" fmla="*/ 108 w 188"/>
                  <a:gd name="T53" fmla="*/ 57 h 75"/>
                  <a:gd name="T54" fmla="*/ 109 w 188"/>
                  <a:gd name="T55" fmla="*/ 57 h 75"/>
                  <a:gd name="T56" fmla="*/ 114 w 188"/>
                  <a:gd name="T57" fmla="*/ 54 h 75"/>
                  <a:gd name="T58" fmla="*/ 120 w 188"/>
                  <a:gd name="T59" fmla="*/ 53 h 75"/>
                  <a:gd name="T60" fmla="*/ 124 w 188"/>
                  <a:gd name="T61" fmla="*/ 50 h 75"/>
                  <a:gd name="T62" fmla="*/ 127 w 188"/>
                  <a:gd name="T63" fmla="*/ 41 h 75"/>
                  <a:gd name="T64" fmla="*/ 133 w 188"/>
                  <a:gd name="T65" fmla="*/ 44 h 75"/>
                  <a:gd name="T66" fmla="*/ 139 w 188"/>
                  <a:gd name="T67" fmla="*/ 41 h 75"/>
                  <a:gd name="T68" fmla="*/ 144 w 188"/>
                  <a:gd name="T69" fmla="*/ 39 h 75"/>
                  <a:gd name="T70" fmla="*/ 156 w 188"/>
                  <a:gd name="T71" fmla="*/ 34 h 75"/>
                  <a:gd name="T72" fmla="*/ 160 w 188"/>
                  <a:gd name="T73" fmla="*/ 33 h 75"/>
                  <a:gd name="T74" fmla="*/ 170 w 188"/>
                  <a:gd name="T75" fmla="*/ 21 h 75"/>
                  <a:gd name="T76" fmla="*/ 173 w 188"/>
                  <a:gd name="T77" fmla="*/ 18 h 75"/>
                  <a:gd name="T78" fmla="*/ 169 w 188"/>
                  <a:gd name="T79" fmla="*/ 9 h 75"/>
                  <a:gd name="T80" fmla="*/ 149 w 188"/>
                  <a:gd name="T81" fmla="*/ 20 h 75"/>
                  <a:gd name="T82" fmla="*/ 110 w 188"/>
                  <a:gd name="T83" fmla="*/ 42 h 75"/>
                  <a:gd name="T84" fmla="*/ 103 w 188"/>
                  <a:gd name="T85" fmla="*/ 39 h 75"/>
                  <a:gd name="T86" fmla="*/ 88 w 188"/>
                  <a:gd name="T87" fmla="*/ 44 h 75"/>
                  <a:gd name="T88" fmla="*/ 69 w 188"/>
                  <a:gd name="T89" fmla="*/ 48 h 75"/>
                  <a:gd name="T90" fmla="*/ 59 w 188"/>
                  <a:gd name="T91" fmla="*/ 49 h 75"/>
                  <a:gd name="T92" fmla="*/ 44 w 188"/>
                  <a:gd name="T93" fmla="*/ 52 h 75"/>
                  <a:gd name="T94" fmla="*/ 29 w 188"/>
                  <a:gd name="T95" fmla="*/ 53 h 75"/>
                  <a:gd name="T96" fmla="*/ 19 w 188"/>
                  <a:gd name="T97" fmla="*/ 53 h 75"/>
                  <a:gd name="T98" fmla="*/ 10 w 188"/>
                  <a:gd name="T99" fmla="*/ 49 h 75"/>
                  <a:gd name="T100" fmla="*/ 7 w 188"/>
                  <a:gd name="T101" fmla="*/ 47 h 75"/>
                  <a:gd name="T102" fmla="*/ 5 w 188"/>
                  <a:gd name="T103" fmla="*/ 47 h 75"/>
                  <a:gd name="T104" fmla="*/ 3 w 188"/>
                  <a:gd name="T105" fmla="*/ 51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88" h="75">
                    <a:moveTo>
                      <a:pt x="5" y="55"/>
                    </a:moveTo>
                    <a:cubicBezTo>
                      <a:pt x="5" y="55"/>
                      <a:pt x="5" y="55"/>
                      <a:pt x="5" y="55"/>
                    </a:cubicBezTo>
                    <a:cubicBezTo>
                      <a:pt x="5" y="57"/>
                      <a:pt x="5" y="54"/>
                      <a:pt x="6" y="54"/>
                    </a:cubicBezTo>
                    <a:cubicBezTo>
                      <a:pt x="6" y="55"/>
                      <a:pt x="4" y="57"/>
                      <a:pt x="4" y="58"/>
                    </a:cubicBezTo>
                    <a:cubicBezTo>
                      <a:pt x="5" y="58"/>
                      <a:pt x="7" y="58"/>
                      <a:pt x="7" y="60"/>
                    </a:cubicBezTo>
                    <a:cubicBezTo>
                      <a:pt x="8" y="60"/>
                      <a:pt x="10" y="59"/>
                      <a:pt x="11" y="59"/>
                    </a:cubicBezTo>
                    <a:cubicBezTo>
                      <a:pt x="12" y="59"/>
                      <a:pt x="10" y="61"/>
                      <a:pt x="11" y="60"/>
                    </a:cubicBezTo>
                    <a:cubicBezTo>
                      <a:pt x="11" y="61"/>
                      <a:pt x="10" y="62"/>
                      <a:pt x="10" y="63"/>
                    </a:cubicBezTo>
                    <a:cubicBezTo>
                      <a:pt x="10" y="62"/>
                      <a:pt x="11" y="64"/>
                      <a:pt x="12" y="61"/>
                    </a:cubicBezTo>
                    <a:cubicBezTo>
                      <a:pt x="12" y="62"/>
                      <a:pt x="14" y="63"/>
                      <a:pt x="15" y="63"/>
                    </a:cubicBezTo>
                    <a:cubicBezTo>
                      <a:pt x="14" y="63"/>
                      <a:pt x="14" y="64"/>
                      <a:pt x="14" y="65"/>
                    </a:cubicBezTo>
                    <a:cubicBezTo>
                      <a:pt x="15" y="64"/>
                      <a:pt x="16" y="63"/>
                      <a:pt x="17" y="64"/>
                    </a:cubicBezTo>
                    <a:cubicBezTo>
                      <a:pt x="17" y="62"/>
                      <a:pt x="17" y="62"/>
                      <a:pt x="18" y="60"/>
                    </a:cubicBezTo>
                    <a:cubicBezTo>
                      <a:pt x="18" y="60"/>
                      <a:pt x="18" y="59"/>
                      <a:pt x="18" y="60"/>
                    </a:cubicBezTo>
                    <a:cubicBezTo>
                      <a:pt x="18" y="61"/>
                      <a:pt x="17" y="64"/>
                      <a:pt x="18" y="64"/>
                    </a:cubicBezTo>
                    <a:cubicBezTo>
                      <a:pt x="17" y="67"/>
                      <a:pt x="17" y="64"/>
                      <a:pt x="16" y="67"/>
                    </a:cubicBezTo>
                    <a:cubicBezTo>
                      <a:pt x="15" y="69"/>
                      <a:pt x="14" y="68"/>
                      <a:pt x="14" y="67"/>
                    </a:cubicBezTo>
                    <a:cubicBezTo>
                      <a:pt x="12" y="69"/>
                      <a:pt x="14" y="67"/>
                      <a:pt x="14" y="70"/>
                    </a:cubicBezTo>
                    <a:cubicBezTo>
                      <a:pt x="14" y="70"/>
                      <a:pt x="15" y="68"/>
                      <a:pt x="16" y="68"/>
                    </a:cubicBezTo>
                    <a:cubicBezTo>
                      <a:pt x="17" y="67"/>
                      <a:pt x="16" y="67"/>
                      <a:pt x="17" y="66"/>
                    </a:cubicBezTo>
                    <a:cubicBezTo>
                      <a:pt x="19" y="64"/>
                      <a:pt x="18" y="68"/>
                      <a:pt x="18" y="68"/>
                    </a:cubicBezTo>
                    <a:cubicBezTo>
                      <a:pt x="17" y="69"/>
                      <a:pt x="17" y="69"/>
                      <a:pt x="17" y="69"/>
                    </a:cubicBezTo>
                    <a:cubicBezTo>
                      <a:pt x="18" y="70"/>
                      <a:pt x="18" y="68"/>
                      <a:pt x="19" y="69"/>
                    </a:cubicBezTo>
                    <a:cubicBezTo>
                      <a:pt x="19" y="72"/>
                      <a:pt x="18" y="69"/>
                      <a:pt x="17" y="71"/>
                    </a:cubicBezTo>
                    <a:cubicBezTo>
                      <a:pt x="17" y="73"/>
                      <a:pt x="17" y="73"/>
                      <a:pt x="17" y="73"/>
                    </a:cubicBezTo>
                    <a:cubicBezTo>
                      <a:pt x="18" y="74"/>
                      <a:pt x="18" y="70"/>
                      <a:pt x="19" y="72"/>
                    </a:cubicBezTo>
                    <a:cubicBezTo>
                      <a:pt x="19" y="73"/>
                      <a:pt x="19" y="73"/>
                      <a:pt x="19" y="73"/>
                    </a:cubicBezTo>
                    <a:cubicBezTo>
                      <a:pt x="20" y="72"/>
                      <a:pt x="20" y="72"/>
                      <a:pt x="20" y="72"/>
                    </a:cubicBezTo>
                    <a:cubicBezTo>
                      <a:pt x="20" y="71"/>
                      <a:pt x="20" y="69"/>
                      <a:pt x="19" y="69"/>
                    </a:cubicBezTo>
                    <a:cubicBezTo>
                      <a:pt x="20" y="66"/>
                      <a:pt x="20" y="69"/>
                      <a:pt x="21" y="69"/>
                    </a:cubicBezTo>
                    <a:cubicBezTo>
                      <a:pt x="22" y="67"/>
                      <a:pt x="21" y="69"/>
                      <a:pt x="21" y="67"/>
                    </a:cubicBezTo>
                    <a:cubicBezTo>
                      <a:pt x="21" y="65"/>
                      <a:pt x="22" y="65"/>
                      <a:pt x="22" y="65"/>
                    </a:cubicBezTo>
                    <a:cubicBezTo>
                      <a:pt x="23" y="65"/>
                      <a:pt x="22" y="67"/>
                      <a:pt x="22" y="68"/>
                    </a:cubicBezTo>
                    <a:cubicBezTo>
                      <a:pt x="22" y="69"/>
                      <a:pt x="22" y="69"/>
                      <a:pt x="22" y="68"/>
                    </a:cubicBezTo>
                    <a:cubicBezTo>
                      <a:pt x="21" y="69"/>
                      <a:pt x="22" y="71"/>
                      <a:pt x="21" y="73"/>
                    </a:cubicBezTo>
                    <a:cubicBezTo>
                      <a:pt x="21" y="74"/>
                      <a:pt x="22" y="72"/>
                      <a:pt x="22" y="71"/>
                    </a:cubicBezTo>
                    <a:cubicBezTo>
                      <a:pt x="22" y="71"/>
                      <a:pt x="23" y="69"/>
                      <a:pt x="22" y="69"/>
                    </a:cubicBezTo>
                    <a:cubicBezTo>
                      <a:pt x="25" y="64"/>
                      <a:pt x="23" y="72"/>
                      <a:pt x="24" y="72"/>
                    </a:cubicBezTo>
                    <a:cubicBezTo>
                      <a:pt x="24" y="69"/>
                      <a:pt x="26" y="68"/>
                      <a:pt x="26" y="64"/>
                    </a:cubicBezTo>
                    <a:cubicBezTo>
                      <a:pt x="26" y="64"/>
                      <a:pt x="27" y="63"/>
                      <a:pt x="27" y="63"/>
                    </a:cubicBezTo>
                    <a:cubicBezTo>
                      <a:pt x="26" y="65"/>
                      <a:pt x="27" y="65"/>
                      <a:pt x="26" y="67"/>
                    </a:cubicBezTo>
                    <a:cubicBezTo>
                      <a:pt x="27" y="67"/>
                      <a:pt x="27" y="67"/>
                      <a:pt x="27" y="67"/>
                    </a:cubicBezTo>
                    <a:cubicBezTo>
                      <a:pt x="26" y="69"/>
                      <a:pt x="26" y="69"/>
                      <a:pt x="26" y="69"/>
                    </a:cubicBezTo>
                    <a:cubicBezTo>
                      <a:pt x="26" y="71"/>
                      <a:pt x="27" y="72"/>
                      <a:pt x="27" y="73"/>
                    </a:cubicBezTo>
                    <a:cubicBezTo>
                      <a:pt x="28" y="73"/>
                      <a:pt x="27" y="71"/>
                      <a:pt x="28" y="71"/>
                    </a:cubicBezTo>
                    <a:cubicBezTo>
                      <a:pt x="27" y="72"/>
                      <a:pt x="28" y="73"/>
                      <a:pt x="28" y="73"/>
                    </a:cubicBezTo>
                    <a:cubicBezTo>
                      <a:pt x="27" y="72"/>
                      <a:pt x="28" y="70"/>
                      <a:pt x="29" y="70"/>
                    </a:cubicBezTo>
                    <a:cubicBezTo>
                      <a:pt x="29" y="70"/>
                      <a:pt x="30" y="72"/>
                      <a:pt x="30" y="72"/>
                    </a:cubicBezTo>
                    <a:cubicBezTo>
                      <a:pt x="29" y="74"/>
                      <a:pt x="29" y="74"/>
                      <a:pt x="29" y="74"/>
                    </a:cubicBezTo>
                    <a:cubicBezTo>
                      <a:pt x="29" y="72"/>
                      <a:pt x="29" y="75"/>
                      <a:pt x="29" y="74"/>
                    </a:cubicBezTo>
                    <a:cubicBezTo>
                      <a:pt x="30" y="73"/>
                      <a:pt x="30" y="71"/>
                      <a:pt x="30" y="70"/>
                    </a:cubicBezTo>
                    <a:cubicBezTo>
                      <a:pt x="31" y="69"/>
                      <a:pt x="31" y="71"/>
                      <a:pt x="31" y="70"/>
                    </a:cubicBezTo>
                    <a:cubicBezTo>
                      <a:pt x="30" y="72"/>
                      <a:pt x="30" y="72"/>
                      <a:pt x="30" y="72"/>
                    </a:cubicBezTo>
                    <a:cubicBezTo>
                      <a:pt x="31" y="71"/>
                      <a:pt x="30" y="75"/>
                      <a:pt x="31" y="74"/>
                    </a:cubicBezTo>
                    <a:cubicBezTo>
                      <a:pt x="32" y="73"/>
                      <a:pt x="32" y="73"/>
                      <a:pt x="32" y="73"/>
                    </a:cubicBezTo>
                    <a:cubicBezTo>
                      <a:pt x="32" y="74"/>
                      <a:pt x="32" y="74"/>
                      <a:pt x="32" y="74"/>
                    </a:cubicBezTo>
                    <a:cubicBezTo>
                      <a:pt x="32" y="73"/>
                      <a:pt x="32" y="73"/>
                      <a:pt x="33" y="73"/>
                    </a:cubicBezTo>
                    <a:cubicBezTo>
                      <a:pt x="33" y="74"/>
                      <a:pt x="33" y="74"/>
                      <a:pt x="33" y="74"/>
                    </a:cubicBezTo>
                    <a:cubicBezTo>
                      <a:pt x="33" y="73"/>
                      <a:pt x="34" y="71"/>
                      <a:pt x="34" y="73"/>
                    </a:cubicBezTo>
                    <a:cubicBezTo>
                      <a:pt x="34" y="70"/>
                      <a:pt x="33" y="73"/>
                      <a:pt x="33" y="72"/>
                    </a:cubicBezTo>
                    <a:cubicBezTo>
                      <a:pt x="33" y="70"/>
                      <a:pt x="34" y="70"/>
                      <a:pt x="34" y="70"/>
                    </a:cubicBezTo>
                    <a:cubicBezTo>
                      <a:pt x="34" y="72"/>
                      <a:pt x="35" y="70"/>
                      <a:pt x="35" y="70"/>
                    </a:cubicBezTo>
                    <a:cubicBezTo>
                      <a:pt x="35" y="71"/>
                      <a:pt x="35" y="72"/>
                      <a:pt x="36" y="72"/>
                    </a:cubicBezTo>
                    <a:cubicBezTo>
                      <a:pt x="36" y="70"/>
                      <a:pt x="36" y="70"/>
                      <a:pt x="36" y="70"/>
                    </a:cubicBezTo>
                    <a:cubicBezTo>
                      <a:pt x="36" y="74"/>
                      <a:pt x="37" y="70"/>
                      <a:pt x="37" y="71"/>
                    </a:cubicBezTo>
                    <a:cubicBezTo>
                      <a:pt x="37" y="72"/>
                      <a:pt x="37" y="73"/>
                      <a:pt x="37" y="74"/>
                    </a:cubicBezTo>
                    <a:cubicBezTo>
                      <a:pt x="37" y="71"/>
                      <a:pt x="38" y="70"/>
                      <a:pt x="38" y="69"/>
                    </a:cubicBezTo>
                    <a:cubicBezTo>
                      <a:pt x="39" y="70"/>
                      <a:pt x="38" y="72"/>
                      <a:pt x="38" y="74"/>
                    </a:cubicBezTo>
                    <a:cubicBezTo>
                      <a:pt x="38" y="72"/>
                      <a:pt x="39" y="75"/>
                      <a:pt x="39" y="73"/>
                    </a:cubicBezTo>
                    <a:cubicBezTo>
                      <a:pt x="39" y="72"/>
                      <a:pt x="39" y="71"/>
                      <a:pt x="39" y="70"/>
                    </a:cubicBezTo>
                    <a:cubicBezTo>
                      <a:pt x="40" y="70"/>
                      <a:pt x="39" y="71"/>
                      <a:pt x="40" y="72"/>
                    </a:cubicBezTo>
                    <a:cubicBezTo>
                      <a:pt x="40" y="72"/>
                      <a:pt x="41" y="69"/>
                      <a:pt x="40" y="69"/>
                    </a:cubicBezTo>
                    <a:cubicBezTo>
                      <a:pt x="41" y="69"/>
                      <a:pt x="41" y="67"/>
                      <a:pt x="42" y="68"/>
                    </a:cubicBezTo>
                    <a:cubicBezTo>
                      <a:pt x="42" y="70"/>
                      <a:pt x="41" y="69"/>
                      <a:pt x="41" y="70"/>
                    </a:cubicBezTo>
                    <a:cubicBezTo>
                      <a:pt x="42" y="70"/>
                      <a:pt x="41" y="66"/>
                      <a:pt x="42" y="66"/>
                    </a:cubicBezTo>
                    <a:cubicBezTo>
                      <a:pt x="42" y="65"/>
                      <a:pt x="42" y="62"/>
                      <a:pt x="43" y="61"/>
                    </a:cubicBezTo>
                    <a:cubicBezTo>
                      <a:pt x="44" y="62"/>
                      <a:pt x="42" y="62"/>
                      <a:pt x="43" y="64"/>
                    </a:cubicBezTo>
                    <a:cubicBezTo>
                      <a:pt x="43" y="64"/>
                      <a:pt x="43" y="64"/>
                      <a:pt x="43" y="64"/>
                    </a:cubicBezTo>
                    <a:cubicBezTo>
                      <a:pt x="44" y="67"/>
                      <a:pt x="42" y="68"/>
                      <a:pt x="43" y="71"/>
                    </a:cubicBezTo>
                    <a:cubicBezTo>
                      <a:pt x="43" y="70"/>
                      <a:pt x="43" y="70"/>
                      <a:pt x="43" y="70"/>
                    </a:cubicBezTo>
                    <a:cubicBezTo>
                      <a:pt x="43" y="73"/>
                      <a:pt x="43" y="73"/>
                      <a:pt x="43" y="73"/>
                    </a:cubicBezTo>
                    <a:cubicBezTo>
                      <a:pt x="43" y="71"/>
                      <a:pt x="44" y="72"/>
                      <a:pt x="44" y="72"/>
                    </a:cubicBezTo>
                    <a:cubicBezTo>
                      <a:pt x="44" y="70"/>
                      <a:pt x="44" y="72"/>
                      <a:pt x="44" y="71"/>
                    </a:cubicBezTo>
                    <a:cubicBezTo>
                      <a:pt x="44" y="71"/>
                      <a:pt x="45" y="68"/>
                      <a:pt x="45" y="69"/>
                    </a:cubicBezTo>
                    <a:cubicBezTo>
                      <a:pt x="45" y="70"/>
                      <a:pt x="46" y="71"/>
                      <a:pt x="45" y="72"/>
                    </a:cubicBezTo>
                    <a:cubicBezTo>
                      <a:pt x="46" y="73"/>
                      <a:pt x="45" y="70"/>
                      <a:pt x="46" y="71"/>
                    </a:cubicBezTo>
                    <a:cubicBezTo>
                      <a:pt x="46" y="72"/>
                      <a:pt x="46" y="72"/>
                      <a:pt x="46" y="72"/>
                    </a:cubicBezTo>
                    <a:cubicBezTo>
                      <a:pt x="48" y="72"/>
                      <a:pt x="50" y="72"/>
                      <a:pt x="52" y="68"/>
                    </a:cubicBezTo>
                    <a:cubicBezTo>
                      <a:pt x="52" y="70"/>
                      <a:pt x="53" y="70"/>
                      <a:pt x="54" y="71"/>
                    </a:cubicBezTo>
                    <a:cubicBezTo>
                      <a:pt x="53" y="70"/>
                      <a:pt x="54" y="69"/>
                      <a:pt x="54" y="69"/>
                    </a:cubicBezTo>
                    <a:cubicBezTo>
                      <a:pt x="55" y="71"/>
                      <a:pt x="55" y="71"/>
                      <a:pt x="55" y="71"/>
                    </a:cubicBezTo>
                    <a:cubicBezTo>
                      <a:pt x="56" y="72"/>
                      <a:pt x="56" y="70"/>
                      <a:pt x="57" y="69"/>
                    </a:cubicBezTo>
                    <a:cubicBezTo>
                      <a:pt x="57" y="70"/>
                      <a:pt x="57" y="70"/>
                      <a:pt x="57" y="70"/>
                    </a:cubicBezTo>
                    <a:cubicBezTo>
                      <a:pt x="58" y="71"/>
                      <a:pt x="57" y="69"/>
                      <a:pt x="58" y="69"/>
                    </a:cubicBezTo>
                    <a:cubicBezTo>
                      <a:pt x="58" y="70"/>
                      <a:pt x="58" y="70"/>
                      <a:pt x="58" y="70"/>
                    </a:cubicBezTo>
                    <a:cubicBezTo>
                      <a:pt x="58" y="69"/>
                      <a:pt x="58" y="69"/>
                      <a:pt x="58" y="69"/>
                    </a:cubicBezTo>
                    <a:cubicBezTo>
                      <a:pt x="59" y="68"/>
                      <a:pt x="59" y="68"/>
                      <a:pt x="59" y="70"/>
                    </a:cubicBezTo>
                    <a:cubicBezTo>
                      <a:pt x="60" y="70"/>
                      <a:pt x="60" y="69"/>
                      <a:pt x="59" y="69"/>
                    </a:cubicBezTo>
                    <a:cubicBezTo>
                      <a:pt x="60" y="70"/>
                      <a:pt x="61" y="70"/>
                      <a:pt x="62" y="69"/>
                    </a:cubicBezTo>
                    <a:cubicBezTo>
                      <a:pt x="62" y="68"/>
                      <a:pt x="62" y="68"/>
                      <a:pt x="62" y="66"/>
                    </a:cubicBezTo>
                    <a:cubicBezTo>
                      <a:pt x="61" y="64"/>
                      <a:pt x="62" y="67"/>
                      <a:pt x="62" y="65"/>
                    </a:cubicBezTo>
                    <a:cubicBezTo>
                      <a:pt x="62" y="66"/>
                      <a:pt x="63" y="67"/>
                      <a:pt x="62" y="68"/>
                    </a:cubicBezTo>
                    <a:cubicBezTo>
                      <a:pt x="64" y="71"/>
                      <a:pt x="65" y="68"/>
                      <a:pt x="67" y="68"/>
                    </a:cubicBezTo>
                    <a:cubicBezTo>
                      <a:pt x="67" y="67"/>
                      <a:pt x="67" y="67"/>
                      <a:pt x="67" y="67"/>
                    </a:cubicBezTo>
                    <a:cubicBezTo>
                      <a:pt x="68" y="69"/>
                      <a:pt x="69" y="67"/>
                      <a:pt x="70" y="67"/>
                    </a:cubicBezTo>
                    <a:cubicBezTo>
                      <a:pt x="70" y="66"/>
                      <a:pt x="70" y="64"/>
                      <a:pt x="71" y="64"/>
                    </a:cubicBezTo>
                    <a:cubicBezTo>
                      <a:pt x="71" y="61"/>
                      <a:pt x="71" y="66"/>
                      <a:pt x="72" y="67"/>
                    </a:cubicBezTo>
                    <a:cubicBezTo>
                      <a:pt x="72" y="66"/>
                      <a:pt x="73" y="66"/>
                      <a:pt x="73" y="66"/>
                    </a:cubicBezTo>
                    <a:cubicBezTo>
                      <a:pt x="73" y="66"/>
                      <a:pt x="73" y="66"/>
                      <a:pt x="73" y="66"/>
                    </a:cubicBezTo>
                    <a:cubicBezTo>
                      <a:pt x="73" y="65"/>
                      <a:pt x="73" y="65"/>
                      <a:pt x="74" y="65"/>
                    </a:cubicBezTo>
                    <a:cubicBezTo>
                      <a:pt x="74" y="66"/>
                      <a:pt x="74" y="66"/>
                      <a:pt x="74" y="66"/>
                    </a:cubicBezTo>
                    <a:cubicBezTo>
                      <a:pt x="74" y="66"/>
                      <a:pt x="75" y="67"/>
                      <a:pt x="75" y="67"/>
                    </a:cubicBezTo>
                    <a:cubicBezTo>
                      <a:pt x="75" y="65"/>
                      <a:pt x="76" y="66"/>
                      <a:pt x="76" y="64"/>
                    </a:cubicBezTo>
                    <a:cubicBezTo>
                      <a:pt x="76" y="65"/>
                      <a:pt x="76" y="65"/>
                      <a:pt x="76" y="65"/>
                    </a:cubicBezTo>
                    <a:cubicBezTo>
                      <a:pt x="76" y="63"/>
                      <a:pt x="76" y="63"/>
                      <a:pt x="76" y="63"/>
                    </a:cubicBezTo>
                    <a:cubicBezTo>
                      <a:pt x="77" y="64"/>
                      <a:pt x="77" y="64"/>
                      <a:pt x="77" y="64"/>
                    </a:cubicBezTo>
                    <a:cubicBezTo>
                      <a:pt x="77" y="66"/>
                      <a:pt x="77" y="66"/>
                      <a:pt x="77" y="66"/>
                    </a:cubicBezTo>
                    <a:cubicBezTo>
                      <a:pt x="78" y="67"/>
                      <a:pt x="77" y="64"/>
                      <a:pt x="77" y="63"/>
                    </a:cubicBezTo>
                    <a:cubicBezTo>
                      <a:pt x="77" y="62"/>
                      <a:pt x="78" y="64"/>
                      <a:pt x="78" y="64"/>
                    </a:cubicBezTo>
                    <a:cubicBezTo>
                      <a:pt x="78" y="65"/>
                      <a:pt x="78" y="64"/>
                      <a:pt x="77" y="64"/>
                    </a:cubicBezTo>
                    <a:cubicBezTo>
                      <a:pt x="77" y="66"/>
                      <a:pt x="78" y="65"/>
                      <a:pt x="78" y="66"/>
                    </a:cubicBezTo>
                    <a:cubicBezTo>
                      <a:pt x="78" y="66"/>
                      <a:pt x="78" y="64"/>
                      <a:pt x="78" y="64"/>
                    </a:cubicBezTo>
                    <a:cubicBezTo>
                      <a:pt x="79" y="64"/>
                      <a:pt x="79" y="64"/>
                      <a:pt x="80" y="65"/>
                    </a:cubicBezTo>
                    <a:cubicBezTo>
                      <a:pt x="80" y="64"/>
                      <a:pt x="80" y="65"/>
                      <a:pt x="80" y="64"/>
                    </a:cubicBezTo>
                    <a:cubicBezTo>
                      <a:pt x="80" y="64"/>
                      <a:pt x="79" y="63"/>
                      <a:pt x="79" y="62"/>
                    </a:cubicBezTo>
                    <a:cubicBezTo>
                      <a:pt x="79" y="62"/>
                      <a:pt x="80" y="61"/>
                      <a:pt x="80" y="62"/>
                    </a:cubicBezTo>
                    <a:cubicBezTo>
                      <a:pt x="80" y="63"/>
                      <a:pt x="80" y="63"/>
                      <a:pt x="80" y="63"/>
                    </a:cubicBezTo>
                    <a:cubicBezTo>
                      <a:pt x="80" y="62"/>
                      <a:pt x="81" y="62"/>
                      <a:pt x="80" y="61"/>
                    </a:cubicBezTo>
                    <a:cubicBezTo>
                      <a:pt x="81" y="63"/>
                      <a:pt x="81" y="63"/>
                      <a:pt x="81" y="63"/>
                    </a:cubicBezTo>
                    <a:cubicBezTo>
                      <a:pt x="81" y="62"/>
                      <a:pt x="81" y="62"/>
                      <a:pt x="82" y="61"/>
                    </a:cubicBezTo>
                    <a:cubicBezTo>
                      <a:pt x="82" y="63"/>
                      <a:pt x="82" y="65"/>
                      <a:pt x="83" y="65"/>
                    </a:cubicBezTo>
                    <a:cubicBezTo>
                      <a:pt x="83" y="63"/>
                      <a:pt x="83" y="63"/>
                      <a:pt x="83" y="63"/>
                    </a:cubicBezTo>
                    <a:cubicBezTo>
                      <a:pt x="84" y="63"/>
                      <a:pt x="84" y="64"/>
                      <a:pt x="84" y="65"/>
                    </a:cubicBezTo>
                    <a:cubicBezTo>
                      <a:pt x="85" y="65"/>
                      <a:pt x="84" y="60"/>
                      <a:pt x="85" y="61"/>
                    </a:cubicBezTo>
                    <a:cubicBezTo>
                      <a:pt x="85" y="63"/>
                      <a:pt x="86" y="63"/>
                      <a:pt x="86" y="64"/>
                    </a:cubicBezTo>
                    <a:cubicBezTo>
                      <a:pt x="86" y="63"/>
                      <a:pt x="86" y="63"/>
                      <a:pt x="86" y="62"/>
                    </a:cubicBezTo>
                    <a:cubicBezTo>
                      <a:pt x="86" y="62"/>
                      <a:pt x="86" y="64"/>
                      <a:pt x="86" y="63"/>
                    </a:cubicBezTo>
                    <a:cubicBezTo>
                      <a:pt x="85" y="61"/>
                      <a:pt x="86" y="62"/>
                      <a:pt x="86" y="61"/>
                    </a:cubicBezTo>
                    <a:cubicBezTo>
                      <a:pt x="88" y="65"/>
                      <a:pt x="89" y="62"/>
                      <a:pt x="91" y="64"/>
                    </a:cubicBezTo>
                    <a:cubicBezTo>
                      <a:pt x="90" y="61"/>
                      <a:pt x="91" y="63"/>
                      <a:pt x="91" y="62"/>
                    </a:cubicBezTo>
                    <a:cubicBezTo>
                      <a:pt x="92" y="64"/>
                      <a:pt x="92" y="61"/>
                      <a:pt x="93" y="63"/>
                    </a:cubicBezTo>
                    <a:cubicBezTo>
                      <a:pt x="92" y="60"/>
                      <a:pt x="92" y="60"/>
                      <a:pt x="92" y="60"/>
                    </a:cubicBezTo>
                    <a:cubicBezTo>
                      <a:pt x="93" y="61"/>
                      <a:pt x="92" y="56"/>
                      <a:pt x="94" y="59"/>
                    </a:cubicBezTo>
                    <a:cubicBezTo>
                      <a:pt x="94" y="60"/>
                      <a:pt x="94" y="61"/>
                      <a:pt x="94" y="61"/>
                    </a:cubicBezTo>
                    <a:cubicBezTo>
                      <a:pt x="95" y="64"/>
                      <a:pt x="95" y="59"/>
                      <a:pt x="96" y="62"/>
                    </a:cubicBezTo>
                    <a:cubicBezTo>
                      <a:pt x="96" y="61"/>
                      <a:pt x="95" y="59"/>
                      <a:pt x="96" y="58"/>
                    </a:cubicBezTo>
                    <a:cubicBezTo>
                      <a:pt x="96" y="59"/>
                      <a:pt x="98" y="60"/>
                      <a:pt x="98" y="60"/>
                    </a:cubicBezTo>
                    <a:cubicBezTo>
                      <a:pt x="98" y="60"/>
                      <a:pt x="98" y="59"/>
                      <a:pt x="98" y="60"/>
                    </a:cubicBezTo>
                    <a:cubicBezTo>
                      <a:pt x="99" y="61"/>
                      <a:pt x="98" y="61"/>
                      <a:pt x="98" y="61"/>
                    </a:cubicBezTo>
                    <a:cubicBezTo>
                      <a:pt x="99" y="62"/>
                      <a:pt x="99" y="60"/>
                      <a:pt x="100" y="59"/>
                    </a:cubicBezTo>
                    <a:cubicBezTo>
                      <a:pt x="101" y="61"/>
                      <a:pt x="101" y="60"/>
                      <a:pt x="102" y="61"/>
                    </a:cubicBezTo>
                    <a:cubicBezTo>
                      <a:pt x="102" y="58"/>
                      <a:pt x="104" y="61"/>
                      <a:pt x="103" y="58"/>
                    </a:cubicBezTo>
                    <a:cubicBezTo>
                      <a:pt x="103" y="59"/>
                      <a:pt x="103" y="59"/>
                      <a:pt x="103" y="59"/>
                    </a:cubicBezTo>
                    <a:cubicBezTo>
                      <a:pt x="104" y="58"/>
                      <a:pt x="103" y="56"/>
                      <a:pt x="104" y="56"/>
                    </a:cubicBezTo>
                    <a:cubicBezTo>
                      <a:pt x="104" y="58"/>
                      <a:pt x="104" y="58"/>
                      <a:pt x="104" y="58"/>
                    </a:cubicBezTo>
                    <a:cubicBezTo>
                      <a:pt x="105" y="61"/>
                      <a:pt x="105" y="58"/>
                      <a:pt x="105" y="59"/>
                    </a:cubicBezTo>
                    <a:cubicBezTo>
                      <a:pt x="105" y="58"/>
                      <a:pt x="106" y="59"/>
                      <a:pt x="106" y="58"/>
                    </a:cubicBezTo>
                    <a:cubicBezTo>
                      <a:pt x="106" y="57"/>
                      <a:pt x="106" y="57"/>
                      <a:pt x="106" y="57"/>
                    </a:cubicBezTo>
                    <a:cubicBezTo>
                      <a:pt x="106" y="56"/>
                      <a:pt x="106" y="56"/>
                      <a:pt x="106" y="56"/>
                    </a:cubicBezTo>
                    <a:cubicBezTo>
                      <a:pt x="107" y="55"/>
                      <a:pt x="107" y="58"/>
                      <a:pt x="107" y="58"/>
                    </a:cubicBezTo>
                    <a:cubicBezTo>
                      <a:pt x="107" y="59"/>
                      <a:pt x="108" y="58"/>
                      <a:pt x="108" y="57"/>
                    </a:cubicBezTo>
                    <a:cubicBezTo>
                      <a:pt x="108" y="57"/>
                      <a:pt x="108" y="57"/>
                      <a:pt x="108" y="57"/>
                    </a:cubicBezTo>
                    <a:cubicBezTo>
                      <a:pt x="108" y="57"/>
                      <a:pt x="108" y="57"/>
                      <a:pt x="108" y="57"/>
                    </a:cubicBezTo>
                    <a:cubicBezTo>
                      <a:pt x="108" y="57"/>
                      <a:pt x="108" y="57"/>
                      <a:pt x="108" y="57"/>
                    </a:cubicBezTo>
                    <a:cubicBezTo>
                      <a:pt x="108" y="57"/>
                      <a:pt x="108" y="57"/>
                      <a:pt x="108" y="57"/>
                    </a:cubicBezTo>
                    <a:cubicBezTo>
                      <a:pt x="108" y="57"/>
                      <a:pt x="108" y="57"/>
                      <a:pt x="108" y="57"/>
                    </a:cubicBezTo>
                    <a:cubicBezTo>
                      <a:pt x="108" y="57"/>
                      <a:pt x="108" y="57"/>
                      <a:pt x="109" y="57"/>
                    </a:cubicBezTo>
                    <a:cubicBezTo>
                      <a:pt x="109" y="57"/>
                      <a:pt x="109" y="57"/>
                      <a:pt x="109" y="57"/>
                    </a:cubicBezTo>
                    <a:cubicBezTo>
                      <a:pt x="109" y="57"/>
                      <a:pt x="109" y="57"/>
                      <a:pt x="109" y="58"/>
                    </a:cubicBezTo>
                    <a:cubicBezTo>
                      <a:pt x="109" y="59"/>
                      <a:pt x="109" y="59"/>
                      <a:pt x="109" y="59"/>
                    </a:cubicBezTo>
                    <a:cubicBezTo>
                      <a:pt x="110" y="59"/>
                      <a:pt x="110" y="57"/>
                      <a:pt x="110" y="57"/>
                    </a:cubicBezTo>
                    <a:cubicBezTo>
                      <a:pt x="111" y="58"/>
                      <a:pt x="113" y="56"/>
                      <a:pt x="113" y="55"/>
                    </a:cubicBezTo>
                    <a:cubicBezTo>
                      <a:pt x="113" y="55"/>
                      <a:pt x="113" y="56"/>
                      <a:pt x="113" y="55"/>
                    </a:cubicBezTo>
                    <a:cubicBezTo>
                      <a:pt x="114" y="55"/>
                      <a:pt x="114" y="53"/>
                      <a:pt x="114" y="54"/>
                    </a:cubicBezTo>
                    <a:cubicBezTo>
                      <a:pt x="114" y="54"/>
                      <a:pt x="115" y="55"/>
                      <a:pt x="115" y="55"/>
                    </a:cubicBezTo>
                    <a:cubicBezTo>
                      <a:pt x="115" y="56"/>
                      <a:pt x="115" y="54"/>
                      <a:pt x="115" y="54"/>
                    </a:cubicBezTo>
                    <a:cubicBezTo>
                      <a:pt x="116" y="56"/>
                      <a:pt x="116" y="52"/>
                      <a:pt x="118" y="53"/>
                    </a:cubicBezTo>
                    <a:cubicBezTo>
                      <a:pt x="118" y="53"/>
                      <a:pt x="118" y="54"/>
                      <a:pt x="118" y="55"/>
                    </a:cubicBezTo>
                    <a:cubicBezTo>
                      <a:pt x="119" y="54"/>
                      <a:pt x="119" y="53"/>
                      <a:pt x="120" y="51"/>
                    </a:cubicBezTo>
                    <a:cubicBezTo>
                      <a:pt x="120" y="53"/>
                      <a:pt x="120" y="53"/>
                      <a:pt x="120" y="53"/>
                    </a:cubicBezTo>
                    <a:cubicBezTo>
                      <a:pt x="120" y="52"/>
                      <a:pt x="121" y="52"/>
                      <a:pt x="121" y="51"/>
                    </a:cubicBezTo>
                    <a:cubicBezTo>
                      <a:pt x="120" y="50"/>
                      <a:pt x="120" y="48"/>
                      <a:pt x="121" y="49"/>
                    </a:cubicBezTo>
                    <a:cubicBezTo>
                      <a:pt x="121" y="49"/>
                      <a:pt x="121" y="49"/>
                      <a:pt x="121" y="49"/>
                    </a:cubicBezTo>
                    <a:cubicBezTo>
                      <a:pt x="122" y="48"/>
                      <a:pt x="122" y="48"/>
                      <a:pt x="122" y="48"/>
                    </a:cubicBezTo>
                    <a:cubicBezTo>
                      <a:pt x="122" y="48"/>
                      <a:pt x="122" y="48"/>
                      <a:pt x="122" y="49"/>
                    </a:cubicBezTo>
                    <a:cubicBezTo>
                      <a:pt x="123" y="51"/>
                      <a:pt x="124" y="50"/>
                      <a:pt x="124" y="50"/>
                    </a:cubicBezTo>
                    <a:cubicBezTo>
                      <a:pt x="124" y="49"/>
                      <a:pt x="124" y="49"/>
                      <a:pt x="124" y="49"/>
                    </a:cubicBezTo>
                    <a:cubicBezTo>
                      <a:pt x="124" y="48"/>
                      <a:pt x="125" y="50"/>
                      <a:pt x="125" y="50"/>
                    </a:cubicBezTo>
                    <a:cubicBezTo>
                      <a:pt x="125" y="45"/>
                      <a:pt x="125" y="45"/>
                      <a:pt x="125" y="45"/>
                    </a:cubicBezTo>
                    <a:cubicBezTo>
                      <a:pt x="125" y="45"/>
                      <a:pt x="126" y="47"/>
                      <a:pt x="126" y="48"/>
                    </a:cubicBezTo>
                    <a:cubicBezTo>
                      <a:pt x="127" y="47"/>
                      <a:pt x="126" y="44"/>
                      <a:pt x="126" y="42"/>
                    </a:cubicBezTo>
                    <a:cubicBezTo>
                      <a:pt x="127" y="43"/>
                      <a:pt x="127" y="41"/>
                      <a:pt x="127" y="41"/>
                    </a:cubicBezTo>
                    <a:cubicBezTo>
                      <a:pt x="128" y="42"/>
                      <a:pt x="127" y="41"/>
                      <a:pt x="127" y="42"/>
                    </a:cubicBezTo>
                    <a:cubicBezTo>
                      <a:pt x="128" y="43"/>
                      <a:pt x="128" y="43"/>
                      <a:pt x="128" y="43"/>
                    </a:cubicBezTo>
                    <a:cubicBezTo>
                      <a:pt x="128" y="44"/>
                      <a:pt x="129" y="46"/>
                      <a:pt x="129" y="47"/>
                    </a:cubicBezTo>
                    <a:cubicBezTo>
                      <a:pt x="129" y="46"/>
                      <a:pt x="131" y="46"/>
                      <a:pt x="132" y="46"/>
                    </a:cubicBezTo>
                    <a:cubicBezTo>
                      <a:pt x="130" y="44"/>
                      <a:pt x="132" y="45"/>
                      <a:pt x="132" y="42"/>
                    </a:cubicBezTo>
                    <a:cubicBezTo>
                      <a:pt x="132" y="41"/>
                      <a:pt x="133" y="44"/>
                      <a:pt x="133" y="44"/>
                    </a:cubicBezTo>
                    <a:cubicBezTo>
                      <a:pt x="134" y="43"/>
                      <a:pt x="135" y="44"/>
                      <a:pt x="136" y="43"/>
                    </a:cubicBezTo>
                    <a:cubicBezTo>
                      <a:pt x="136" y="43"/>
                      <a:pt x="136" y="43"/>
                      <a:pt x="136" y="43"/>
                    </a:cubicBezTo>
                    <a:cubicBezTo>
                      <a:pt x="136" y="42"/>
                      <a:pt x="138" y="43"/>
                      <a:pt x="138" y="40"/>
                    </a:cubicBezTo>
                    <a:cubicBezTo>
                      <a:pt x="138" y="42"/>
                      <a:pt x="138" y="42"/>
                      <a:pt x="138" y="42"/>
                    </a:cubicBezTo>
                    <a:cubicBezTo>
                      <a:pt x="139" y="42"/>
                      <a:pt x="137" y="39"/>
                      <a:pt x="139" y="40"/>
                    </a:cubicBezTo>
                    <a:cubicBezTo>
                      <a:pt x="139" y="41"/>
                      <a:pt x="139" y="41"/>
                      <a:pt x="139" y="41"/>
                    </a:cubicBezTo>
                    <a:cubicBezTo>
                      <a:pt x="139" y="40"/>
                      <a:pt x="140" y="42"/>
                      <a:pt x="140" y="39"/>
                    </a:cubicBezTo>
                    <a:cubicBezTo>
                      <a:pt x="141" y="41"/>
                      <a:pt x="141" y="41"/>
                      <a:pt x="141" y="41"/>
                    </a:cubicBezTo>
                    <a:cubicBezTo>
                      <a:pt x="141" y="40"/>
                      <a:pt x="142" y="40"/>
                      <a:pt x="142" y="38"/>
                    </a:cubicBezTo>
                    <a:cubicBezTo>
                      <a:pt x="142" y="40"/>
                      <a:pt x="142" y="40"/>
                      <a:pt x="142" y="40"/>
                    </a:cubicBezTo>
                    <a:cubicBezTo>
                      <a:pt x="143" y="41"/>
                      <a:pt x="142" y="38"/>
                      <a:pt x="143" y="38"/>
                    </a:cubicBezTo>
                    <a:cubicBezTo>
                      <a:pt x="143" y="38"/>
                      <a:pt x="144" y="39"/>
                      <a:pt x="144" y="39"/>
                    </a:cubicBezTo>
                    <a:cubicBezTo>
                      <a:pt x="143" y="38"/>
                      <a:pt x="144" y="38"/>
                      <a:pt x="144" y="37"/>
                    </a:cubicBezTo>
                    <a:cubicBezTo>
                      <a:pt x="146" y="39"/>
                      <a:pt x="146" y="39"/>
                      <a:pt x="146" y="39"/>
                    </a:cubicBezTo>
                    <a:cubicBezTo>
                      <a:pt x="149" y="37"/>
                      <a:pt x="152" y="36"/>
                      <a:pt x="154" y="33"/>
                    </a:cubicBezTo>
                    <a:cubicBezTo>
                      <a:pt x="156" y="35"/>
                      <a:pt x="154" y="35"/>
                      <a:pt x="155" y="36"/>
                    </a:cubicBezTo>
                    <a:cubicBezTo>
                      <a:pt x="154" y="34"/>
                      <a:pt x="155" y="35"/>
                      <a:pt x="156" y="34"/>
                    </a:cubicBezTo>
                    <a:cubicBezTo>
                      <a:pt x="156" y="34"/>
                      <a:pt x="156" y="34"/>
                      <a:pt x="156" y="34"/>
                    </a:cubicBezTo>
                    <a:cubicBezTo>
                      <a:pt x="156" y="34"/>
                      <a:pt x="157" y="35"/>
                      <a:pt x="157" y="34"/>
                    </a:cubicBezTo>
                    <a:cubicBezTo>
                      <a:pt x="157" y="34"/>
                      <a:pt x="157" y="34"/>
                      <a:pt x="157" y="34"/>
                    </a:cubicBezTo>
                    <a:cubicBezTo>
                      <a:pt x="157" y="32"/>
                      <a:pt x="159" y="36"/>
                      <a:pt x="158" y="33"/>
                    </a:cubicBezTo>
                    <a:cubicBezTo>
                      <a:pt x="159" y="34"/>
                      <a:pt x="159" y="34"/>
                      <a:pt x="159" y="34"/>
                    </a:cubicBezTo>
                    <a:cubicBezTo>
                      <a:pt x="158" y="32"/>
                      <a:pt x="160" y="35"/>
                      <a:pt x="160" y="33"/>
                    </a:cubicBezTo>
                    <a:cubicBezTo>
                      <a:pt x="160" y="33"/>
                      <a:pt x="160" y="33"/>
                      <a:pt x="160" y="33"/>
                    </a:cubicBezTo>
                    <a:cubicBezTo>
                      <a:pt x="161" y="34"/>
                      <a:pt x="160" y="30"/>
                      <a:pt x="161" y="32"/>
                    </a:cubicBezTo>
                    <a:cubicBezTo>
                      <a:pt x="162" y="31"/>
                      <a:pt x="162" y="30"/>
                      <a:pt x="161" y="28"/>
                    </a:cubicBezTo>
                    <a:cubicBezTo>
                      <a:pt x="162" y="30"/>
                      <a:pt x="162" y="30"/>
                      <a:pt x="162" y="30"/>
                    </a:cubicBezTo>
                    <a:cubicBezTo>
                      <a:pt x="164" y="28"/>
                      <a:pt x="167" y="27"/>
                      <a:pt x="167" y="24"/>
                    </a:cubicBezTo>
                    <a:cubicBezTo>
                      <a:pt x="168" y="25"/>
                      <a:pt x="168" y="25"/>
                      <a:pt x="168" y="25"/>
                    </a:cubicBezTo>
                    <a:cubicBezTo>
                      <a:pt x="167" y="22"/>
                      <a:pt x="171" y="25"/>
                      <a:pt x="170" y="21"/>
                    </a:cubicBezTo>
                    <a:cubicBezTo>
                      <a:pt x="169" y="19"/>
                      <a:pt x="169" y="19"/>
                      <a:pt x="169" y="19"/>
                    </a:cubicBezTo>
                    <a:cubicBezTo>
                      <a:pt x="171" y="21"/>
                      <a:pt x="171" y="21"/>
                      <a:pt x="171" y="21"/>
                    </a:cubicBezTo>
                    <a:cubicBezTo>
                      <a:pt x="170" y="20"/>
                      <a:pt x="172" y="20"/>
                      <a:pt x="171" y="19"/>
                    </a:cubicBezTo>
                    <a:cubicBezTo>
                      <a:pt x="171" y="19"/>
                      <a:pt x="171" y="19"/>
                      <a:pt x="172" y="20"/>
                    </a:cubicBezTo>
                    <a:cubicBezTo>
                      <a:pt x="172" y="20"/>
                      <a:pt x="171" y="17"/>
                      <a:pt x="172" y="17"/>
                    </a:cubicBezTo>
                    <a:cubicBezTo>
                      <a:pt x="173" y="18"/>
                      <a:pt x="173" y="18"/>
                      <a:pt x="173" y="18"/>
                    </a:cubicBezTo>
                    <a:cubicBezTo>
                      <a:pt x="177" y="19"/>
                      <a:pt x="182" y="18"/>
                      <a:pt x="181" y="13"/>
                    </a:cubicBezTo>
                    <a:cubicBezTo>
                      <a:pt x="181" y="12"/>
                      <a:pt x="183" y="14"/>
                      <a:pt x="183" y="14"/>
                    </a:cubicBezTo>
                    <a:cubicBezTo>
                      <a:pt x="182" y="10"/>
                      <a:pt x="188" y="11"/>
                      <a:pt x="186" y="6"/>
                    </a:cubicBezTo>
                    <a:cubicBezTo>
                      <a:pt x="186" y="4"/>
                      <a:pt x="182" y="0"/>
                      <a:pt x="182" y="0"/>
                    </a:cubicBezTo>
                    <a:cubicBezTo>
                      <a:pt x="180" y="4"/>
                      <a:pt x="176" y="5"/>
                      <a:pt x="171" y="6"/>
                    </a:cubicBezTo>
                    <a:cubicBezTo>
                      <a:pt x="171" y="7"/>
                      <a:pt x="170" y="9"/>
                      <a:pt x="169" y="9"/>
                    </a:cubicBezTo>
                    <a:cubicBezTo>
                      <a:pt x="165" y="12"/>
                      <a:pt x="158" y="11"/>
                      <a:pt x="154" y="16"/>
                    </a:cubicBezTo>
                    <a:cubicBezTo>
                      <a:pt x="155" y="16"/>
                      <a:pt x="155" y="18"/>
                      <a:pt x="155" y="18"/>
                    </a:cubicBezTo>
                    <a:cubicBezTo>
                      <a:pt x="155" y="18"/>
                      <a:pt x="155" y="18"/>
                      <a:pt x="155" y="18"/>
                    </a:cubicBezTo>
                    <a:cubicBezTo>
                      <a:pt x="155" y="19"/>
                      <a:pt x="155" y="19"/>
                      <a:pt x="155" y="19"/>
                    </a:cubicBezTo>
                    <a:cubicBezTo>
                      <a:pt x="155" y="19"/>
                      <a:pt x="154" y="18"/>
                      <a:pt x="154" y="17"/>
                    </a:cubicBezTo>
                    <a:cubicBezTo>
                      <a:pt x="153" y="19"/>
                      <a:pt x="151" y="20"/>
                      <a:pt x="149" y="20"/>
                    </a:cubicBezTo>
                    <a:cubicBezTo>
                      <a:pt x="150" y="22"/>
                      <a:pt x="148" y="21"/>
                      <a:pt x="149" y="23"/>
                    </a:cubicBezTo>
                    <a:cubicBezTo>
                      <a:pt x="148" y="22"/>
                      <a:pt x="148" y="22"/>
                      <a:pt x="148" y="22"/>
                    </a:cubicBezTo>
                    <a:cubicBezTo>
                      <a:pt x="147" y="24"/>
                      <a:pt x="147" y="24"/>
                      <a:pt x="145" y="22"/>
                    </a:cubicBezTo>
                    <a:cubicBezTo>
                      <a:pt x="139" y="23"/>
                      <a:pt x="134" y="27"/>
                      <a:pt x="128" y="28"/>
                    </a:cubicBezTo>
                    <a:cubicBezTo>
                      <a:pt x="123" y="30"/>
                      <a:pt x="118" y="35"/>
                      <a:pt x="112" y="37"/>
                    </a:cubicBezTo>
                    <a:cubicBezTo>
                      <a:pt x="112" y="40"/>
                      <a:pt x="110" y="39"/>
                      <a:pt x="110" y="42"/>
                    </a:cubicBezTo>
                    <a:cubicBezTo>
                      <a:pt x="110" y="41"/>
                      <a:pt x="110" y="41"/>
                      <a:pt x="110" y="41"/>
                    </a:cubicBezTo>
                    <a:cubicBezTo>
                      <a:pt x="109" y="43"/>
                      <a:pt x="109" y="41"/>
                      <a:pt x="107" y="40"/>
                    </a:cubicBezTo>
                    <a:cubicBezTo>
                      <a:pt x="107" y="42"/>
                      <a:pt x="107" y="41"/>
                      <a:pt x="107" y="43"/>
                    </a:cubicBezTo>
                    <a:cubicBezTo>
                      <a:pt x="107" y="45"/>
                      <a:pt x="106" y="40"/>
                      <a:pt x="106" y="41"/>
                    </a:cubicBezTo>
                    <a:cubicBezTo>
                      <a:pt x="105" y="41"/>
                      <a:pt x="106" y="42"/>
                      <a:pt x="106" y="42"/>
                    </a:cubicBezTo>
                    <a:cubicBezTo>
                      <a:pt x="105" y="45"/>
                      <a:pt x="106" y="41"/>
                      <a:pt x="103" y="39"/>
                    </a:cubicBezTo>
                    <a:cubicBezTo>
                      <a:pt x="101" y="41"/>
                      <a:pt x="98" y="44"/>
                      <a:pt x="95" y="43"/>
                    </a:cubicBezTo>
                    <a:cubicBezTo>
                      <a:pt x="95" y="43"/>
                      <a:pt x="96" y="44"/>
                      <a:pt x="96" y="44"/>
                    </a:cubicBezTo>
                    <a:cubicBezTo>
                      <a:pt x="95" y="41"/>
                      <a:pt x="95" y="46"/>
                      <a:pt x="94" y="44"/>
                    </a:cubicBezTo>
                    <a:cubicBezTo>
                      <a:pt x="94" y="44"/>
                      <a:pt x="94" y="43"/>
                      <a:pt x="94" y="43"/>
                    </a:cubicBezTo>
                    <a:cubicBezTo>
                      <a:pt x="93" y="42"/>
                      <a:pt x="92" y="44"/>
                      <a:pt x="91" y="43"/>
                    </a:cubicBezTo>
                    <a:cubicBezTo>
                      <a:pt x="90" y="45"/>
                      <a:pt x="88" y="42"/>
                      <a:pt x="88" y="44"/>
                    </a:cubicBezTo>
                    <a:cubicBezTo>
                      <a:pt x="88" y="43"/>
                      <a:pt x="87" y="43"/>
                      <a:pt x="87" y="43"/>
                    </a:cubicBezTo>
                    <a:cubicBezTo>
                      <a:pt x="87" y="47"/>
                      <a:pt x="84" y="42"/>
                      <a:pt x="84" y="44"/>
                    </a:cubicBezTo>
                    <a:cubicBezTo>
                      <a:pt x="84" y="44"/>
                      <a:pt x="84" y="44"/>
                      <a:pt x="84" y="44"/>
                    </a:cubicBezTo>
                    <a:cubicBezTo>
                      <a:pt x="81" y="45"/>
                      <a:pt x="77" y="45"/>
                      <a:pt x="75" y="47"/>
                    </a:cubicBezTo>
                    <a:cubicBezTo>
                      <a:pt x="73" y="47"/>
                      <a:pt x="70" y="44"/>
                      <a:pt x="69" y="46"/>
                    </a:cubicBezTo>
                    <a:cubicBezTo>
                      <a:pt x="69" y="48"/>
                      <a:pt x="69" y="48"/>
                      <a:pt x="69" y="48"/>
                    </a:cubicBezTo>
                    <a:cubicBezTo>
                      <a:pt x="68" y="48"/>
                      <a:pt x="69" y="47"/>
                      <a:pt x="68" y="46"/>
                    </a:cubicBezTo>
                    <a:cubicBezTo>
                      <a:pt x="68" y="48"/>
                      <a:pt x="66" y="47"/>
                      <a:pt x="65" y="47"/>
                    </a:cubicBezTo>
                    <a:cubicBezTo>
                      <a:pt x="65" y="47"/>
                      <a:pt x="65" y="48"/>
                      <a:pt x="65" y="49"/>
                    </a:cubicBezTo>
                    <a:cubicBezTo>
                      <a:pt x="63" y="46"/>
                      <a:pt x="62" y="50"/>
                      <a:pt x="60" y="48"/>
                    </a:cubicBezTo>
                    <a:cubicBezTo>
                      <a:pt x="61" y="51"/>
                      <a:pt x="60" y="50"/>
                      <a:pt x="59" y="51"/>
                    </a:cubicBezTo>
                    <a:cubicBezTo>
                      <a:pt x="59" y="51"/>
                      <a:pt x="59" y="50"/>
                      <a:pt x="59" y="49"/>
                    </a:cubicBezTo>
                    <a:cubicBezTo>
                      <a:pt x="58" y="50"/>
                      <a:pt x="57" y="50"/>
                      <a:pt x="56" y="49"/>
                    </a:cubicBezTo>
                    <a:cubicBezTo>
                      <a:pt x="56" y="49"/>
                      <a:pt x="56" y="51"/>
                      <a:pt x="55" y="51"/>
                    </a:cubicBezTo>
                    <a:cubicBezTo>
                      <a:pt x="54" y="49"/>
                      <a:pt x="54" y="51"/>
                      <a:pt x="53" y="50"/>
                    </a:cubicBezTo>
                    <a:cubicBezTo>
                      <a:pt x="54" y="52"/>
                      <a:pt x="52" y="54"/>
                      <a:pt x="52" y="53"/>
                    </a:cubicBezTo>
                    <a:cubicBezTo>
                      <a:pt x="52" y="50"/>
                      <a:pt x="52" y="50"/>
                      <a:pt x="52" y="50"/>
                    </a:cubicBezTo>
                    <a:cubicBezTo>
                      <a:pt x="50" y="52"/>
                      <a:pt x="47" y="49"/>
                      <a:pt x="44" y="52"/>
                    </a:cubicBezTo>
                    <a:cubicBezTo>
                      <a:pt x="44" y="51"/>
                      <a:pt x="44" y="51"/>
                      <a:pt x="44" y="51"/>
                    </a:cubicBezTo>
                    <a:cubicBezTo>
                      <a:pt x="42" y="53"/>
                      <a:pt x="39" y="51"/>
                      <a:pt x="37" y="54"/>
                    </a:cubicBezTo>
                    <a:cubicBezTo>
                      <a:pt x="36" y="53"/>
                      <a:pt x="35" y="52"/>
                      <a:pt x="35" y="52"/>
                    </a:cubicBezTo>
                    <a:cubicBezTo>
                      <a:pt x="34" y="53"/>
                      <a:pt x="33" y="53"/>
                      <a:pt x="32" y="55"/>
                    </a:cubicBezTo>
                    <a:cubicBezTo>
                      <a:pt x="32" y="56"/>
                      <a:pt x="32" y="54"/>
                      <a:pt x="32" y="54"/>
                    </a:cubicBezTo>
                    <a:cubicBezTo>
                      <a:pt x="31" y="53"/>
                      <a:pt x="30" y="51"/>
                      <a:pt x="29" y="53"/>
                    </a:cubicBezTo>
                    <a:cubicBezTo>
                      <a:pt x="29" y="52"/>
                      <a:pt x="29" y="52"/>
                      <a:pt x="29" y="52"/>
                    </a:cubicBezTo>
                    <a:cubicBezTo>
                      <a:pt x="28" y="53"/>
                      <a:pt x="27" y="55"/>
                      <a:pt x="26" y="53"/>
                    </a:cubicBezTo>
                    <a:cubicBezTo>
                      <a:pt x="25" y="54"/>
                      <a:pt x="24" y="55"/>
                      <a:pt x="25" y="56"/>
                    </a:cubicBezTo>
                    <a:cubicBezTo>
                      <a:pt x="24" y="56"/>
                      <a:pt x="25" y="54"/>
                      <a:pt x="24" y="55"/>
                    </a:cubicBezTo>
                    <a:cubicBezTo>
                      <a:pt x="25" y="53"/>
                      <a:pt x="25" y="53"/>
                      <a:pt x="25" y="53"/>
                    </a:cubicBezTo>
                    <a:cubicBezTo>
                      <a:pt x="23" y="52"/>
                      <a:pt x="21" y="53"/>
                      <a:pt x="19" y="53"/>
                    </a:cubicBezTo>
                    <a:cubicBezTo>
                      <a:pt x="19" y="51"/>
                      <a:pt x="17" y="53"/>
                      <a:pt x="16" y="51"/>
                    </a:cubicBezTo>
                    <a:cubicBezTo>
                      <a:pt x="15" y="52"/>
                      <a:pt x="15" y="50"/>
                      <a:pt x="13" y="53"/>
                    </a:cubicBezTo>
                    <a:cubicBezTo>
                      <a:pt x="14" y="51"/>
                      <a:pt x="14" y="51"/>
                      <a:pt x="14" y="51"/>
                    </a:cubicBezTo>
                    <a:cubicBezTo>
                      <a:pt x="13" y="51"/>
                      <a:pt x="12" y="51"/>
                      <a:pt x="11" y="49"/>
                    </a:cubicBezTo>
                    <a:cubicBezTo>
                      <a:pt x="11" y="49"/>
                      <a:pt x="10" y="50"/>
                      <a:pt x="9" y="51"/>
                    </a:cubicBezTo>
                    <a:cubicBezTo>
                      <a:pt x="10" y="49"/>
                      <a:pt x="10" y="49"/>
                      <a:pt x="10" y="49"/>
                    </a:cubicBezTo>
                    <a:cubicBezTo>
                      <a:pt x="9" y="50"/>
                      <a:pt x="7" y="51"/>
                      <a:pt x="6" y="52"/>
                    </a:cubicBezTo>
                    <a:cubicBezTo>
                      <a:pt x="6" y="51"/>
                      <a:pt x="6" y="52"/>
                      <a:pt x="6" y="51"/>
                    </a:cubicBezTo>
                    <a:cubicBezTo>
                      <a:pt x="7" y="51"/>
                      <a:pt x="8" y="50"/>
                      <a:pt x="9" y="48"/>
                    </a:cubicBezTo>
                    <a:cubicBezTo>
                      <a:pt x="9" y="48"/>
                      <a:pt x="6" y="50"/>
                      <a:pt x="7" y="48"/>
                    </a:cubicBezTo>
                    <a:cubicBezTo>
                      <a:pt x="7" y="47"/>
                      <a:pt x="7" y="47"/>
                      <a:pt x="5" y="49"/>
                    </a:cubicBezTo>
                    <a:cubicBezTo>
                      <a:pt x="6" y="48"/>
                      <a:pt x="6" y="48"/>
                      <a:pt x="7" y="47"/>
                    </a:cubicBezTo>
                    <a:cubicBezTo>
                      <a:pt x="6" y="47"/>
                      <a:pt x="6" y="47"/>
                      <a:pt x="5" y="47"/>
                    </a:cubicBezTo>
                    <a:cubicBezTo>
                      <a:pt x="6" y="47"/>
                      <a:pt x="5" y="47"/>
                      <a:pt x="5" y="48"/>
                    </a:cubicBezTo>
                    <a:cubicBezTo>
                      <a:pt x="4" y="48"/>
                      <a:pt x="4" y="48"/>
                      <a:pt x="2" y="49"/>
                    </a:cubicBezTo>
                    <a:cubicBezTo>
                      <a:pt x="3" y="49"/>
                      <a:pt x="3" y="49"/>
                      <a:pt x="3" y="49"/>
                    </a:cubicBezTo>
                    <a:cubicBezTo>
                      <a:pt x="2" y="50"/>
                      <a:pt x="1" y="50"/>
                      <a:pt x="2" y="49"/>
                    </a:cubicBezTo>
                    <a:cubicBezTo>
                      <a:pt x="3" y="48"/>
                      <a:pt x="4" y="48"/>
                      <a:pt x="5" y="47"/>
                    </a:cubicBezTo>
                    <a:cubicBezTo>
                      <a:pt x="1" y="48"/>
                      <a:pt x="1" y="48"/>
                      <a:pt x="1" y="48"/>
                    </a:cubicBezTo>
                    <a:cubicBezTo>
                      <a:pt x="2" y="48"/>
                      <a:pt x="2" y="49"/>
                      <a:pt x="1" y="49"/>
                    </a:cubicBezTo>
                    <a:cubicBezTo>
                      <a:pt x="2" y="49"/>
                      <a:pt x="2" y="49"/>
                      <a:pt x="2" y="49"/>
                    </a:cubicBezTo>
                    <a:cubicBezTo>
                      <a:pt x="0" y="50"/>
                      <a:pt x="0" y="50"/>
                      <a:pt x="0" y="50"/>
                    </a:cubicBezTo>
                    <a:cubicBezTo>
                      <a:pt x="1" y="51"/>
                      <a:pt x="1" y="52"/>
                      <a:pt x="2" y="52"/>
                    </a:cubicBezTo>
                    <a:cubicBezTo>
                      <a:pt x="3" y="51"/>
                      <a:pt x="3" y="51"/>
                      <a:pt x="3" y="51"/>
                    </a:cubicBezTo>
                    <a:cubicBezTo>
                      <a:pt x="4" y="51"/>
                      <a:pt x="5" y="50"/>
                      <a:pt x="5" y="52"/>
                    </a:cubicBezTo>
                    <a:cubicBezTo>
                      <a:pt x="4" y="52"/>
                      <a:pt x="4" y="53"/>
                      <a:pt x="3" y="53"/>
                    </a:cubicBezTo>
                    <a:cubicBezTo>
                      <a:pt x="4" y="53"/>
                      <a:pt x="4" y="53"/>
                      <a:pt x="4" y="53"/>
                    </a:cubicBezTo>
                    <a:cubicBezTo>
                      <a:pt x="2" y="55"/>
                      <a:pt x="2" y="55"/>
                      <a:pt x="2" y="55"/>
                    </a:cubicBezTo>
                    <a:cubicBezTo>
                      <a:pt x="5" y="52"/>
                      <a:pt x="4" y="55"/>
                      <a:pt x="5" y="5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55" name="Freeform 243"/>
              <p:cNvSpPr/>
              <p:nvPr>
                <p:custDataLst>
                  <p:tags r:id="rId88"/>
                </p:custDataLst>
              </p:nvPr>
            </p:nvSpPr>
            <p:spPr bwMode="auto">
              <a:xfrm>
                <a:off x="4005" y="2851"/>
                <a:ext cx="2" cy="5"/>
              </a:xfrm>
              <a:custGeom>
                <a:avLst/>
                <a:gdLst>
                  <a:gd name="T0" fmla="*/ 2 w 2"/>
                  <a:gd name="T1" fmla="*/ 5 h 5"/>
                  <a:gd name="T2" fmla="*/ 2 w 2"/>
                  <a:gd name="T3" fmla="*/ 5 h 5"/>
                  <a:gd name="T4" fmla="*/ 0 w 2"/>
                  <a:gd name="T5" fmla="*/ 0 h 5"/>
                  <a:gd name="T6" fmla="*/ 2 w 2"/>
                  <a:gd name="T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5">
                    <a:moveTo>
                      <a:pt x="2" y="5"/>
                    </a:moveTo>
                    <a:lnTo>
                      <a:pt x="2" y="5"/>
                    </a:lnTo>
                    <a:lnTo>
                      <a:pt x="0" y="0"/>
                    </a:lnTo>
                    <a:lnTo>
                      <a:pt x="2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56" name="Freeform 244"/>
              <p:cNvSpPr/>
              <p:nvPr>
                <p:custDataLst>
                  <p:tags r:id="rId89"/>
                </p:custDataLst>
              </p:nvPr>
            </p:nvSpPr>
            <p:spPr bwMode="auto">
              <a:xfrm>
                <a:off x="3980" y="2866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57" name="Freeform 245"/>
              <p:cNvSpPr/>
              <p:nvPr>
                <p:custDataLst>
                  <p:tags r:id="rId90"/>
                </p:custDataLst>
              </p:nvPr>
            </p:nvSpPr>
            <p:spPr bwMode="auto">
              <a:xfrm>
                <a:off x="3982" y="286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58" name="Freeform 246"/>
              <p:cNvSpPr/>
              <p:nvPr>
                <p:custDataLst>
                  <p:tags r:id="rId91"/>
                </p:custDataLst>
              </p:nvPr>
            </p:nvSpPr>
            <p:spPr bwMode="auto">
              <a:xfrm>
                <a:off x="3748" y="2898"/>
                <a:ext cx="4" cy="2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2" y="1"/>
                      <a:pt x="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59" name="Freeform 247"/>
              <p:cNvSpPr/>
              <p:nvPr>
                <p:custDataLst>
                  <p:tags r:id="rId92"/>
                </p:custDataLst>
              </p:nvPr>
            </p:nvSpPr>
            <p:spPr bwMode="auto">
              <a:xfrm>
                <a:off x="3980" y="2875"/>
                <a:ext cx="2" cy="4"/>
              </a:xfrm>
              <a:custGeom>
                <a:avLst/>
                <a:gdLst>
                  <a:gd name="T0" fmla="*/ 0 w 1"/>
                  <a:gd name="T1" fmla="*/ 1 h 2"/>
                  <a:gd name="T2" fmla="*/ 1 w 1"/>
                  <a:gd name="T3" fmla="*/ 2 h 2"/>
                  <a:gd name="T4" fmla="*/ 0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1" y="0"/>
                      <a:pt x="0" y="2"/>
                      <a:pt x="1" y="2"/>
                    </a:cubicBezTo>
                    <a:cubicBezTo>
                      <a:pt x="1" y="2"/>
                      <a:pt x="0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60" name="Freeform 248"/>
              <p:cNvSpPr/>
              <p:nvPr>
                <p:custDataLst>
                  <p:tags r:id="rId93"/>
                </p:custDataLst>
              </p:nvPr>
            </p:nvSpPr>
            <p:spPr bwMode="auto">
              <a:xfrm>
                <a:off x="3757" y="2909"/>
                <a:ext cx="2" cy="4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" y="1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61" name="Freeform 249"/>
              <p:cNvSpPr/>
              <p:nvPr>
                <p:custDataLst>
                  <p:tags r:id="rId94"/>
                </p:custDataLst>
              </p:nvPr>
            </p:nvSpPr>
            <p:spPr bwMode="auto">
              <a:xfrm>
                <a:off x="3776" y="2913"/>
                <a:ext cx="2" cy="4"/>
              </a:xfrm>
              <a:custGeom>
                <a:avLst/>
                <a:gdLst>
                  <a:gd name="T0" fmla="*/ 0 w 1"/>
                  <a:gd name="T1" fmla="*/ 1 h 2"/>
                  <a:gd name="T2" fmla="*/ 1 w 1"/>
                  <a:gd name="T3" fmla="*/ 1 h 2"/>
                  <a:gd name="T4" fmla="*/ 0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2"/>
                      <a:pt x="1" y="0"/>
                      <a:pt x="1" y="1"/>
                    </a:cubicBezTo>
                    <a:cubicBezTo>
                      <a:pt x="1" y="0"/>
                      <a:pt x="1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62" name="Freeform 250"/>
              <p:cNvSpPr/>
              <p:nvPr>
                <p:custDataLst>
                  <p:tags r:id="rId95"/>
                </p:custDataLst>
              </p:nvPr>
            </p:nvSpPr>
            <p:spPr bwMode="auto">
              <a:xfrm>
                <a:off x="3759" y="2904"/>
                <a:ext cx="2" cy="5"/>
              </a:xfrm>
              <a:custGeom>
                <a:avLst/>
                <a:gdLst>
                  <a:gd name="T0" fmla="*/ 1 w 1"/>
                  <a:gd name="T1" fmla="*/ 0 h 2"/>
                  <a:gd name="T2" fmla="*/ 1 w 1"/>
                  <a:gd name="T3" fmla="*/ 1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1" y="0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63" name="Freeform 251"/>
              <p:cNvSpPr/>
              <p:nvPr>
                <p:custDataLst>
                  <p:tags r:id="rId96"/>
                </p:custDataLst>
              </p:nvPr>
            </p:nvSpPr>
            <p:spPr bwMode="auto">
              <a:xfrm>
                <a:off x="3893" y="3080"/>
                <a:ext cx="4" cy="9"/>
              </a:xfrm>
              <a:custGeom>
                <a:avLst/>
                <a:gdLst>
                  <a:gd name="T0" fmla="*/ 2 w 2"/>
                  <a:gd name="T1" fmla="*/ 0 h 4"/>
                  <a:gd name="T2" fmla="*/ 1 w 2"/>
                  <a:gd name="T3" fmla="*/ 1 h 4"/>
                  <a:gd name="T4" fmla="*/ 1 w 2"/>
                  <a:gd name="T5" fmla="*/ 2 h 4"/>
                  <a:gd name="T6" fmla="*/ 0 w 2"/>
                  <a:gd name="T7" fmla="*/ 4 h 4"/>
                  <a:gd name="T8" fmla="*/ 2 w 2"/>
                  <a:gd name="T9" fmla="*/ 1 h 4"/>
                  <a:gd name="T10" fmla="*/ 2 w 2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0" y="3"/>
                      <a:pt x="1" y="2"/>
                    </a:cubicBezTo>
                    <a:cubicBezTo>
                      <a:pt x="1" y="3"/>
                      <a:pt x="0" y="3"/>
                      <a:pt x="0" y="4"/>
                    </a:cubicBezTo>
                    <a:cubicBezTo>
                      <a:pt x="1" y="3"/>
                      <a:pt x="2" y="1"/>
                      <a:pt x="2" y="1"/>
                    </a:cubicBezTo>
                    <a:cubicBezTo>
                      <a:pt x="2" y="0"/>
                      <a:pt x="2" y="0"/>
                      <a:pt x="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64" name="Freeform 252"/>
              <p:cNvSpPr/>
              <p:nvPr>
                <p:custDataLst>
                  <p:tags r:id="rId97"/>
                </p:custDataLst>
              </p:nvPr>
            </p:nvSpPr>
            <p:spPr bwMode="auto">
              <a:xfrm>
                <a:off x="3786" y="2913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65" name="Freeform 253"/>
              <p:cNvSpPr/>
              <p:nvPr>
                <p:custDataLst>
                  <p:tags r:id="rId98"/>
                </p:custDataLst>
              </p:nvPr>
            </p:nvSpPr>
            <p:spPr bwMode="auto">
              <a:xfrm>
                <a:off x="3952" y="306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66" name="Freeform 254"/>
              <p:cNvSpPr>
                <a:spLocks noEditPoints="1"/>
              </p:cNvSpPr>
              <p:nvPr>
                <p:custDataLst>
                  <p:tags r:id="rId99"/>
                </p:custDataLst>
              </p:nvPr>
            </p:nvSpPr>
            <p:spPr bwMode="auto">
              <a:xfrm>
                <a:off x="3895" y="3015"/>
                <a:ext cx="152" cy="95"/>
              </a:xfrm>
              <a:custGeom>
                <a:avLst/>
                <a:gdLst>
                  <a:gd name="T0" fmla="*/ 54 w 72"/>
                  <a:gd name="T1" fmla="*/ 4 h 45"/>
                  <a:gd name="T2" fmla="*/ 55 w 72"/>
                  <a:gd name="T3" fmla="*/ 8 h 45"/>
                  <a:gd name="T4" fmla="*/ 44 w 72"/>
                  <a:gd name="T5" fmla="*/ 20 h 45"/>
                  <a:gd name="T6" fmla="*/ 38 w 72"/>
                  <a:gd name="T7" fmla="*/ 21 h 45"/>
                  <a:gd name="T8" fmla="*/ 35 w 72"/>
                  <a:gd name="T9" fmla="*/ 21 h 45"/>
                  <a:gd name="T10" fmla="*/ 30 w 72"/>
                  <a:gd name="T11" fmla="*/ 22 h 45"/>
                  <a:gd name="T12" fmla="*/ 27 w 72"/>
                  <a:gd name="T13" fmla="*/ 22 h 45"/>
                  <a:gd name="T14" fmla="*/ 21 w 72"/>
                  <a:gd name="T15" fmla="*/ 23 h 45"/>
                  <a:gd name="T16" fmla="*/ 16 w 72"/>
                  <a:gd name="T17" fmla="*/ 23 h 45"/>
                  <a:gd name="T18" fmla="*/ 11 w 72"/>
                  <a:gd name="T19" fmla="*/ 23 h 45"/>
                  <a:gd name="T20" fmla="*/ 9 w 72"/>
                  <a:gd name="T21" fmla="*/ 21 h 45"/>
                  <a:gd name="T22" fmla="*/ 8 w 72"/>
                  <a:gd name="T23" fmla="*/ 20 h 45"/>
                  <a:gd name="T24" fmla="*/ 7 w 72"/>
                  <a:gd name="T25" fmla="*/ 20 h 45"/>
                  <a:gd name="T26" fmla="*/ 4 w 72"/>
                  <a:gd name="T27" fmla="*/ 22 h 45"/>
                  <a:gd name="T28" fmla="*/ 2 w 72"/>
                  <a:gd name="T29" fmla="*/ 25 h 45"/>
                  <a:gd name="T30" fmla="*/ 2 w 72"/>
                  <a:gd name="T31" fmla="*/ 31 h 45"/>
                  <a:gd name="T32" fmla="*/ 8 w 72"/>
                  <a:gd name="T33" fmla="*/ 29 h 45"/>
                  <a:gd name="T34" fmla="*/ 4 w 72"/>
                  <a:gd name="T35" fmla="*/ 34 h 45"/>
                  <a:gd name="T36" fmla="*/ 3 w 72"/>
                  <a:gd name="T37" fmla="*/ 39 h 45"/>
                  <a:gd name="T38" fmla="*/ 8 w 72"/>
                  <a:gd name="T39" fmla="*/ 33 h 45"/>
                  <a:gd name="T40" fmla="*/ 6 w 72"/>
                  <a:gd name="T41" fmla="*/ 39 h 45"/>
                  <a:gd name="T42" fmla="*/ 7 w 72"/>
                  <a:gd name="T43" fmla="*/ 41 h 45"/>
                  <a:gd name="T44" fmla="*/ 8 w 72"/>
                  <a:gd name="T45" fmla="*/ 42 h 45"/>
                  <a:gd name="T46" fmla="*/ 9 w 72"/>
                  <a:gd name="T47" fmla="*/ 43 h 45"/>
                  <a:gd name="T48" fmla="*/ 12 w 72"/>
                  <a:gd name="T49" fmla="*/ 40 h 45"/>
                  <a:gd name="T50" fmla="*/ 13 w 72"/>
                  <a:gd name="T51" fmla="*/ 44 h 45"/>
                  <a:gd name="T52" fmla="*/ 15 w 72"/>
                  <a:gd name="T53" fmla="*/ 40 h 45"/>
                  <a:gd name="T54" fmla="*/ 16 w 72"/>
                  <a:gd name="T55" fmla="*/ 40 h 45"/>
                  <a:gd name="T56" fmla="*/ 17 w 72"/>
                  <a:gd name="T57" fmla="*/ 42 h 45"/>
                  <a:gd name="T58" fmla="*/ 23 w 72"/>
                  <a:gd name="T59" fmla="*/ 41 h 45"/>
                  <a:gd name="T60" fmla="*/ 24 w 72"/>
                  <a:gd name="T61" fmla="*/ 41 h 45"/>
                  <a:gd name="T62" fmla="*/ 28 w 72"/>
                  <a:gd name="T63" fmla="*/ 41 h 45"/>
                  <a:gd name="T64" fmla="*/ 31 w 72"/>
                  <a:gd name="T65" fmla="*/ 40 h 45"/>
                  <a:gd name="T66" fmla="*/ 33 w 72"/>
                  <a:gd name="T67" fmla="*/ 39 h 45"/>
                  <a:gd name="T68" fmla="*/ 34 w 72"/>
                  <a:gd name="T69" fmla="*/ 40 h 45"/>
                  <a:gd name="T70" fmla="*/ 34 w 72"/>
                  <a:gd name="T71" fmla="*/ 37 h 45"/>
                  <a:gd name="T72" fmla="*/ 37 w 72"/>
                  <a:gd name="T73" fmla="*/ 38 h 45"/>
                  <a:gd name="T74" fmla="*/ 41 w 72"/>
                  <a:gd name="T75" fmla="*/ 39 h 45"/>
                  <a:gd name="T76" fmla="*/ 43 w 72"/>
                  <a:gd name="T77" fmla="*/ 35 h 45"/>
                  <a:gd name="T78" fmla="*/ 46 w 72"/>
                  <a:gd name="T79" fmla="*/ 35 h 45"/>
                  <a:gd name="T80" fmla="*/ 47 w 72"/>
                  <a:gd name="T81" fmla="*/ 34 h 45"/>
                  <a:gd name="T82" fmla="*/ 49 w 72"/>
                  <a:gd name="T83" fmla="*/ 34 h 45"/>
                  <a:gd name="T84" fmla="*/ 50 w 72"/>
                  <a:gd name="T85" fmla="*/ 36 h 45"/>
                  <a:gd name="T86" fmla="*/ 51 w 72"/>
                  <a:gd name="T87" fmla="*/ 32 h 45"/>
                  <a:gd name="T88" fmla="*/ 52 w 72"/>
                  <a:gd name="T89" fmla="*/ 27 h 45"/>
                  <a:gd name="T90" fmla="*/ 54 w 72"/>
                  <a:gd name="T91" fmla="*/ 28 h 45"/>
                  <a:gd name="T92" fmla="*/ 54 w 72"/>
                  <a:gd name="T93" fmla="*/ 23 h 45"/>
                  <a:gd name="T94" fmla="*/ 58 w 72"/>
                  <a:gd name="T95" fmla="*/ 23 h 45"/>
                  <a:gd name="T96" fmla="*/ 59 w 72"/>
                  <a:gd name="T97" fmla="*/ 21 h 45"/>
                  <a:gd name="T98" fmla="*/ 61 w 72"/>
                  <a:gd name="T99" fmla="*/ 20 h 45"/>
                  <a:gd name="T100" fmla="*/ 65 w 72"/>
                  <a:gd name="T101" fmla="*/ 17 h 45"/>
                  <a:gd name="T102" fmla="*/ 65 w 72"/>
                  <a:gd name="T103" fmla="*/ 13 h 45"/>
                  <a:gd name="T104" fmla="*/ 67 w 72"/>
                  <a:gd name="T105" fmla="*/ 8 h 45"/>
                  <a:gd name="T106" fmla="*/ 61 w 72"/>
                  <a:gd name="T107" fmla="*/ 9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72" h="45">
                    <a:moveTo>
                      <a:pt x="68" y="4"/>
                    </a:moveTo>
                    <a:cubicBezTo>
                      <a:pt x="67" y="4"/>
                      <a:pt x="70" y="3"/>
                      <a:pt x="70" y="3"/>
                    </a:cubicBezTo>
                    <a:cubicBezTo>
                      <a:pt x="66" y="4"/>
                      <a:pt x="69" y="0"/>
                      <a:pt x="65" y="3"/>
                    </a:cubicBezTo>
                    <a:cubicBezTo>
                      <a:pt x="64" y="3"/>
                      <a:pt x="63" y="5"/>
                      <a:pt x="63" y="6"/>
                    </a:cubicBezTo>
                    <a:cubicBezTo>
                      <a:pt x="62" y="6"/>
                      <a:pt x="61" y="6"/>
                      <a:pt x="61" y="6"/>
                    </a:cubicBezTo>
                    <a:cubicBezTo>
                      <a:pt x="59" y="4"/>
                      <a:pt x="51" y="2"/>
                      <a:pt x="54" y="4"/>
                    </a:cubicBezTo>
                    <a:cubicBezTo>
                      <a:pt x="55" y="4"/>
                      <a:pt x="56" y="5"/>
                      <a:pt x="56" y="5"/>
                    </a:cubicBezTo>
                    <a:cubicBezTo>
                      <a:pt x="56" y="5"/>
                      <a:pt x="56" y="5"/>
                      <a:pt x="56" y="5"/>
                    </a:cubicBezTo>
                    <a:cubicBezTo>
                      <a:pt x="57" y="6"/>
                      <a:pt x="57" y="6"/>
                      <a:pt x="57" y="6"/>
                    </a:cubicBezTo>
                    <a:cubicBezTo>
                      <a:pt x="57" y="6"/>
                      <a:pt x="55" y="5"/>
                      <a:pt x="55" y="4"/>
                    </a:cubicBezTo>
                    <a:cubicBezTo>
                      <a:pt x="55" y="5"/>
                      <a:pt x="55" y="6"/>
                      <a:pt x="54" y="6"/>
                    </a:cubicBezTo>
                    <a:cubicBezTo>
                      <a:pt x="55" y="7"/>
                      <a:pt x="54" y="6"/>
                      <a:pt x="55" y="8"/>
                    </a:cubicBezTo>
                    <a:cubicBezTo>
                      <a:pt x="55" y="7"/>
                      <a:pt x="55" y="7"/>
                      <a:pt x="55" y="7"/>
                    </a:cubicBezTo>
                    <a:cubicBezTo>
                      <a:pt x="55" y="8"/>
                      <a:pt x="55" y="8"/>
                      <a:pt x="53" y="7"/>
                    </a:cubicBezTo>
                    <a:cubicBezTo>
                      <a:pt x="50" y="7"/>
                      <a:pt x="49" y="9"/>
                      <a:pt x="47" y="10"/>
                    </a:cubicBezTo>
                    <a:cubicBezTo>
                      <a:pt x="46" y="12"/>
                      <a:pt x="45" y="14"/>
                      <a:pt x="43" y="16"/>
                    </a:cubicBezTo>
                    <a:cubicBezTo>
                      <a:pt x="44" y="19"/>
                      <a:pt x="43" y="18"/>
                      <a:pt x="44" y="21"/>
                    </a:cubicBezTo>
                    <a:cubicBezTo>
                      <a:pt x="44" y="20"/>
                      <a:pt x="44" y="20"/>
                      <a:pt x="44" y="20"/>
                    </a:cubicBezTo>
                    <a:cubicBezTo>
                      <a:pt x="44" y="22"/>
                      <a:pt x="43" y="20"/>
                      <a:pt x="42" y="19"/>
                    </a:cubicBezTo>
                    <a:cubicBezTo>
                      <a:pt x="43" y="21"/>
                      <a:pt x="42" y="20"/>
                      <a:pt x="43" y="22"/>
                    </a:cubicBezTo>
                    <a:cubicBezTo>
                      <a:pt x="44" y="23"/>
                      <a:pt x="41" y="19"/>
                      <a:pt x="42" y="20"/>
                    </a:cubicBezTo>
                    <a:cubicBezTo>
                      <a:pt x="41" y="20"/>
                      <a:pt x="42" y="21"/>
                      <a:pt x="42" y="21"/>
                    </a:cubicBezTo>
                    <a:cubicBezTo>
                      <a:pt x="42" y="23"/>
                      <a:pt x="41" y="20"/>
                      <a:pt x="40" y="18"/>
                    </a:cubicBezTo>
                    <a:cubicBezTo>
                      <a:pt x="39" y="19"/>
                      <a:pt x="39" y="22"/>
                      <a:pt x="38" y="21"/>
                    </a:cubicBezTo>
                    <a:cubicBezTo>
                      <a:pt x="38" y="21"/>
                      <a:pt x="38" y="22"/>
                      <a:pt x="38" y="22"/>
                    </a:cubicBezTo>
                    <a:cubicBezTo>
                      <a:pt x="37" y="19"/>
                      <a:pt x="38" y="23"/>
                      <a:pt x="38" y="22"/>
                    </a:cubicBezTo>
                    <a:cubicBezTo>
                      <a:pt x="37" y="21"/>
                      <a:pt x="37" y="21"/>
                      <a:pt x="37" y="21"/>
                    </a:cubicBezTo>
                    <a:cubicBezTo>
                      <a:pt x="36" y="20"/>
                      <a:pt x="37" y="22"/>
                      <a:pt x="36" y="21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36" y="23"/>
                      <a:pt x="35" y="20"/>
                      <a:pt x="35" y="21"/>
                    </a:cubicBezTo>
                    <a:cubicBezTo>
                      <a:pt x="35" y="20"/>
                      <a:pt x="35" y="21"/>
                      <a:pt x="35" y="20"/>
                    </a:cubicBezTo>
                    <a:cubicBezTo>
                      <a:pt x="36" y="24"/>
                      <a:pt x="34" y="19"/>
                      <a:pt x="34" y="21"/>
                    </a:cubicBezTo>
                    <a:cubicBezTo>
                      <a:pt x="34" y="21"/>
                      <a:pt x="34" y="21"/>
                      <a:pt x="34" y="21"/>
                    </a:cubicBezTo>
                    <a:cubicBezTo>
                      <a:pt x="34" y="21"/>
                      <a:pt x="34" y="20"/>
                      <a:pt x="32" y="22"/>
                    </a:cubicBezTo>
                    <a:cubicBezTo>
                      <a:pt x="32" y="22"/>
                      <a:pt x="31" y="19"/>
                      <a:pt x="30" y="21"/>
                    </a:cubicBezTo>
                    <a:cubicBezTo>
                      <a:pt x="30" y="22"/>
                      <a:pt x="30" y="22"/>
                      <a:pt x="30" y="22"/>
                    </a:cubicBezTo>
                    <a:cubicBezTo>
                      <a:pt x="30" y="22"/>
                      <a:pt x="30" y="21"/>
                      <a:pt x="30" y="21"/>
                    </a:cubicBezTo>
                    <a:cubicBezTo>
                      <a:pt x="30" y="22"/>
                      <a:pt x="30" y="20"/>
                      <a:pt x="29" y="20"/>
                    </a:cubicBezTo>
                    <a:cubicBezTo>
                      <a:pt x="29" y="21"/>
                      <a:pt x="29" y="21"/>
                      <a:pt x="29" y="22"/>
                    </a:cubicBezTo>
                    <a:cubicBezTo>
                      <a:pt x="29" y="20"/>
                      <a:pt x="28" y="23"/>
                      <a:pt x="27" y="21"/>
                    </a:cubicBezTo>
                    <a:cubicBezTo>
                      <a:pt x="27" y="25"/>
                      <a:pt x="27" y="23"/>
                      <a:pt x="27" y="24"/>
                    </a:cubicBezTo>
                    <a:cubicBezTo>
                      <a:pt x="27" y="24"/>
                      <a:pt x="27" y="23"/>
                      <a:pt x="27" y="22"/>
                    </a:cubicBezTo>
                    <a:cubicBezTo>
                      <a:pt x="26" y="22"/>
                      <a:pt x="26" y="22"/>
                      <a:pt x="26" y="21"/>
                    </a:cubicBezTo>
                    <a:cubicBezTo>
                      <a:pt x="26" y="22"/>
                      <a:pt x="25" y="24"/>
                      <a:pt x="25" y="23"/>
                    </a:cubicBezTo>
                    <a:cubicBezTo>
                      <a:pt x="25" y="21"/>
                      <a:pt x="25" y="23"/>
                      <a:pt x="25" y="22"/>
                    </a:cubicBezTo>
                    <a:cubicBezTo>
                      <a:pt x="24" y="24"/>
                      <a:pt x="24" y="25"/>
                      <a:pt x="24" y="25"/>
                    </a:cubicBezTo>
                    <a:cubicBezTo>
                      <a:pt x="24" y="22"/>
                      <a:pt x="24" y="22"/>
                      <a:pt x="24" y="22"/>
                    </a:cubicBezTo>
                    <a:cubicBezTo>
                      <a:pt x="23" y="23"/>
                      <a:pt x="23" y="20"/>
                      <a:pt x="21" y="23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0" y="23"/>
                      <a:pt x="20" y="21"/>
                      <a:pt x="18" y="24"/>
                    </a:cubicBezTo>
                    <a:cubicBezTo>
                      <a:pt x="18" y="23"/>
                      <a:pt x="18" y="22"/>
                      <a:pt x="18" y="22"/>
                    </a:cubicBezTo>
                    <a:cubicBezTo>
                      <a:pt x="17" y="24"/>
                      <a:pt x="17" y="23"/>
                      <a:pt x="16" y="25"/>
                    </a:cubicBezTo>
                    <a:cubicBezTo>
                      <a:pt x="16" y="25"/>
                      <a:pt x="16" y="24"/>
                      <a:pt x="16" y="24"/>
                    </a:cubicBezTo>
                    <a:cubicBezTo>
                      <a:pt x="16" y="23"/>
                      <a:pt x="17" y="21"/>
                      <a:pt x="16" y="23"/>
                    </a:cubicBezTo>
                    <a:cubicBezTo>
                      <a:pt x="16" y="22"/>
                      <a:pt x="16" y="22"/>
                      <a:pt x="16" y="22"/>
                    </a:cubicBezTo>
                    <a:cubicBezTo>
                      <a:pt x="15" y="23"/>
                      <a:pt x="14" y="24"/>
                      <a:pt x="15" y="23"/>
                    </a:cubicBezTo>
                    <a:cubicBezTo>
                      <a:pt x="14" y="24"/>
                      <a:pt x="13" y="24"/>
                      <a:pt x="13" y="26"/>
                    </a:cubicBezTo>
                    <a:cubicBezTo>
                      <a:pt x="12" y="26"/>
                      <a:pt x="14" y="23"/>
                      <a:pt x="13" y="25"/>
                    </a:cubicBezTo>
                    <a:cubicBezTo>
                      <a:pt x="14" y="23"/>
                      <a:pt x="14" y="23"/>
                      <a:pt x="14" y="23"/>
                    </a:cubicBezTo>
                    <a:cubicBezTo>
                      <a:pt x="14" y="22"/>
                      <a:pt x="12" y="23"/>
                      <a:pt x="11" y="23"/>
                    </a:cubicBezTo>
                    <a:cubicBezTo>
                      <a:pt x="12" y="21"/>
                      <a:pt x="10" y="23"/>
                      <a:pt x="11" y="22"/>
                    </a:cubicBezTo>
                    <a:cubicBezTo>
                      <a:pt x="10" y="23"/>
                      <a:pt x="11" y="21"/>
                      <a:pt x="9" y="23"/>
                    </a:cubicBezTo>
                    <a:cubicBezTo>
                      <a:pt x="10" y="22"/>
                      <a:pt x="10" y="22"/>
                      <a:pt x="10" y="22"/>
                    </a:cubicBezTo>
                    <a:cubicBezTo>
                      <a:pt x="10" y="22"/>
                      <a:pt x="10" y="21"/>
                      <a:pt x="10" y="21"/>
                    </a:cubicBezTo>
                    <a:cubicBezTo>
                      <a:pt x="10" y="20"/>
                      <a:pt x="8" y="21"/>
                      <a:pt x="8" y="22"/>
                    </a:cubicBezTo>
                    <a:cubicBezTo>
                      <a:pt x="9" y="21"/>
                      <a:pt x="9" y="21"/>
                      <a:pt x="9" y="21"/>
                    </a:cubicBezTo>
                    <a:cubicBezTo>
                      <a:pt x="8" y="21"/>
                      <a:pt x="6" y="22"/>
                      <a:pt x="5" y="23"/>
                    </a:cubicBezTo>
                    <a:cubicBezTo>
                      <a:pt x="6" y="22"/>
                      <a:pt x="5" y="23"/>
                      <a:pt x="5" y="22"/>
                    </a:cubicBezTo>
                    <a:cubicBezTo>
                      <a:pt x="6" y="22"/>
                      <a:pt x="8" y="21"/>
                      <a:pt x="9" y="20"/>
                    </a:cubicBezTo>
                    <a:cubicBezTo>
                      <a:pt x="10" y="20"/>
                      <a:pt x="6" y="21"/>
                      <a:pt x="8" y="20"/>
                    </a:cubicBezTo>
                    <a:cubicBezTo>
                      <a:pt x="9" y="20"/>
                      <a:pt x="8" y="20"/>
                      <a:pt x="6" y="21"/>
                    </a:cubicBezTo>
                    <a:cubicBezTo>
                      <a:pt x="8" y="20"/>
                      <a:pt x="8" y="20"/>
                      <a:pt x="8" y="20"/>
                    </a:cubicBezTo>
                    <a:cubicBezTo>
                      <a:pt x="8" y="20"/>
                      <a:pt x="8" y="20"/>
                      <a:pt x="7" y="20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5" y="21"/>
                      <a:pt x="5" y="20"/>
                      <a:pt x="3" y="21"/>
                    </a:cubicBezTo>
                    <a:cubicBezTo>
                      <a:pt x="4" y="21"/>
                      <a:pt x="4" y="21"/>
                      <a:pt x="4" y="21"/>
                    </a:cubicBezTo>
                    <a:cubicBezTo>
                      <a:pt x="3" y="22"/>
                      <a:pt x="2" y="22"/>
                      <a:pt x="3" y="21"/>
                    </a:cubicBezTo>
                    <a:cubicBezTo>
                      <a:pt x="5" y="20"/>
                      <a:pt x="6" y="20"/>
                      <a:pt x="7" y="20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4" y="20"/>
                      <a:pt x="3" y="21"/>
                      <a:pt x="2" y="21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1" y="22"/>
                      <a:pt x="1" y="22"/>
                      <a:pt x="1" y="22"/>
                    </a:cubicBezTo>
                    <a:cubicBezTo>
                      <a:pt x="2" y="22"/>
                      <a:pt x="1" y="23"/>
                      <a:pt x="2" y="23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4" y="22"/>
                      <a:pt x="6" y="21"/>
                      <a:pt x="4" y="22"/>
                    </a:cubicBezTo>
                    <a:cubicBezTo>
                      <a:pt x="2" y="23"/>
                      <a:pt x="2" y="23"/>
                      <a:pt x="2" y="23"/>
                    </a:cubicBezTo>
                    <a:cubicBezTo>
                      <a:pt x="3" y="23"/>
                      <a:pt x="3" y="23"/>
                      <a:pt x="3" y="23"/>
                    </a:cubicBezTo>
                    <a:cubicBezTo>
                      <a:pt x="1" y="25"/>
                      <a:pt x="1" y="25"/>
                      <a:pt x="1" y="25"/>
                    </a:cubicBezTo>
                    <a:cubicBezTo>
                      <a:pt x="4" y="23"/>
                      <a:pt x="2" y="25"/>
                      <a:pt x="3" y="24"/>
                    </a:cubicBezTo>
                    <a:cubicBezTo>
                      <a:pt x="2" y="25"/>
                      <a:pt x="2" y="25"/>
                      <a:pt x="2" y="25"/>
                    </a:cubicBezTo>
                    <a:cubicBezTo>
                      <a:pt x="2" y="26"/>
                      <a:pt x="4" y="24"/>
                      <a:pt x="4" y="24"/>
                    </a:cubicBezTo>
                    <a:cubicBezTo>
                      <a:pt x="4" y="24"/>
                      <a:pt x="1" y="26"/>
                      <a:pt x="1" y="27"/>
                    </a:cubicBezTo>
                    <a:cubicBezTo>
                      <a:pt x="1" y="27"/>
                      <a:pt x="3" y="26"/>
                      <a:pt x="2" y="28"/>
                    </a:cubicBezTo>
                    <a:cubicBezTo>
                      <a:pt x="2" y="28"/>
                      <a:pt x="4" y="28"/>
                      <a:pt x="5" y="27"/>
                    </a:cubicBezTo>
                    <a:cubicBezTo>
                      <a:pt x="5" y="28"/>
                      <a:pt x="3" y="29"/>
                      <a:pt x="4" y="29"/>
                    </a:cubicBezTo>
                    <a:cubicBezTo>
                      <a:pt x="3" y="29"/>
                      <a:pt x="2" y="30"/>
                      <a:pt x="2" y="31"/>
                    </a:cubicBezTo>
                    <a:cubicBezTo>
                      <a:pt x="3" y="30"/>
                      <a:pt x="2" y="32"/>
                      <a:pt x="4" y="30"/>
                    </a:cubicBezTo>
                    <a:cubicBezTo>
                      <a:pt x="4" y="30"/>
                      <a:pt x="4" y="31"/>
                      <a:pt x="5" y="31"/>
                    </a:cubicBezTo>
                    <a:cubicBezTo>
                      <a:pt x="4" y="31"/>
                      <a:pt x="3" y="33"/>
                      <a:pt x="3" y="33"/>
                    </a:cubicBezTo>
                    <a:cubicBezTo>
                      <a:pt x="4" y="32"/>
                      <a:pt x="5" y="32"/>
                      <a:pt x="5" y="32"/>
                    </a:cubicBezTo>
                    <a:cubicBezTo>
                      <a:pt x="6" y="31"/>
                      <a:pt x="6" y="31"/>
                      <a:pt x="7" y="29"/>
                    </a:cubicBezTo>
                    <a:cubicBezTo>
                      <a:pt x="7" y="29"/>
                      <a:pt x="8" y="28"/>
                      <a:pt x="8" y="29"/>
                    </a:cubicBezTo>
                    <a:cubicBezTo>
                      <a:pt x="7" y="30"/>
                      <a:pt x="5" y="32"/>
                      <a:pt x="6" y="33"/>
                    </a:cubicBezTo>
                    <a:cubicBezTo>
                      <a:pt x="4" y="35"/>
                      <a:pt x="5" y="32"/>
                      <a:pt x="4" y="34"/>
                    </a:cubicBezTo>
                    <a:cubicBezTo>
                      <a:pt x="2" y="36"/>
                      <a:pt x="2" y="36"/>
                      <a:pt x="2" y="35"/>
                    </a:cubicBezTo>
                    <a:cubicBezTo>
                      <a:pt x="0" y="36"/>
                      <a:pt x="2" y="35"/>
                      <a:pt x="1" y="37"/>
                    </a:cubicBezTo>
                    <a:cubicBezTo>
                      <a:pt x="1" y="37"/>
                      <a:pt x="2" y="36"/>
                      <a:pt x="3" y="36"/>
                    </a:cubicBezTo>
                    <a:cubicBezTo>
                      <a:pt x="4" y="35"/>
                      <a:pt x="4" y="35"/>
                      <a:pt x="4" y="34"/>
                    </a:cubicBezTo>
                    <a:cubicBezTo>
                      <a:pt x="6" y="32"/>
                      <a:pt x="4" y="36"/>
                      <a:pt x="4" y="36"/>
                    </a:cubicBezTo>
                    <a:cubicBezTo>
                      <a:pt x="3" y="36"/>
                      <a:pt x="3" y="36"/>
                      <a:pt x="3" y="36"/>
                    </a:cubicBezTo>
                    <a:cubicBezTo>
                      <a:pt x="3" y="37"/>
                      <a:pt x="4" y="36"/>
                      <a:pt x="4" y="36"/>
                    </a:cubicBezTo>
                    <a:cubicBezTo>
                      <a:pt x="3" y="39"/>
                      <a:pt x="4" y="36"/>
                      <a:pt x="3" y="38"/>
                    </a:cubicBezTo>
                    <a:cubicBezTo>
                      <a:pt x="1" y="40"/>
                      <a:pt x="1" y="40"/>
                      <a:pt x="1" y="40"/>
                    </a:cubicBezTo>
                    <a:cubicBezTo>
                      <a:pt x="2" y="41"/>
                      <a:pt x="3" y="38"/>
                      <a:pt x="3" y="39"/>
                    </a:cubicBezTo>
                    <a:cubicBezTo>
                      <a:pt x="2" y="40"/>
                      <a:pt x="2" y="40"/>
                      <a:pt x="2" y="40"/>
                    </a:cubicBezTo>
                    <a:cubicBezTo>
                      <a:pt x="3" y="39"/>
                      <a:pt x="3" y="39"/>
                      <a:pt x="3" y="39"/>
                    </a:cubicBezTo>
                    <a:cubicBezTo>
                      <a:pt x="4" y="38"/>
                      <a:pt x="5" y="37"/>
                      <a:pt x="4" y="37"/>
                    </a:cubicBezTo>
                    <a:cubicBezTo>
                      <a:pt x="6" y="34"/>
                      <a:pt x="5" y="37"/>
                      <a:pt x="6" y="36"/>
                    </a:cubicBezTo>
                    <a:cubicBezTo>
                      <a:pt x="7" y="35"/>
                      <a:pt x="5" y="36"/>
                      <a:pt x="6" y="35"/>
                    </a:cubicBezTo>
                    <a:cubicBezTo>
                      <a:pt x="7" y="33"/>
                      <a:pt x="7" y="34"/>
                      <a:pt x="8" y="33"/>
                    </a:cubicBezTo>
                    <a:cubicBezTo>
                      <a:pt x="8" y="34"/>
                      <a:pt x="7" y="35"/>
                      <a:pt x="6" y="36"/>
                    </a:cubicBezTo>
                    <a:cubicBezTo>
                      <a:pt x="6" y="36"/>
                      <a:pt x="6" y="36"/>
                      <a:pt x="6" y="36"/>
                    </a:cubicBezTo>
                    <a:cubicBezTo>
                      <a:pt x="5" y="37"/>
                      <a:pt x="5" y="39"/>
                      <a:pt x="4" y="40"/>
                    </a:cubicBezTo>
                    <a:cubicBezTo>
                      <a:pt x="4" y="41"/>
                      <a:pt x="5" y="38"/>
                      <a:pt x="5" y="39"/>
                    </a:cubicBezTo>
                    <a:cubicBezTo>
                      <a:pt x="5" y="39"/>
                      <a:pt x="6" y="37"/>
                      <a:pt x="6" y="37"/>
                    </a:cubicBezTo>
                    <a:cubicBezTo>
                      <a:pt x="9" y="33"/>
                      <a:pt x="5" y="40"/>
                      <a:pt x="6" y="39"/>
                    </a:cubicBezTo>
                    <a:cubicBezTo>
                      <a:pt x="7" y="37"/>
                      <a:pt x="9" y="36"/>
                      <a:pt x="10" y="33"/>
                    </a:cubicBezTo>
                    <a:cubicBezTo>
                      <a:pt x="10" y="32"/>
                      <a:pt x="11" y="32"/>
                      <a:pt x="11" y="32"/>
                    </a:cubicBezTo>
                    <a:cubicBezTo>
                      <a:pt x="10" y="34"/>
                      <a:pt x="10" y="34"/>
                      <a:pt x="9" y="35"/>
                    </a:cubicBezTo>
                    <a:cubicBezTo>
                      <a:pt x="9" y="35"/>
                      <a:pt x="9" y="35"/>
                      <a:pt x="9" y="35"/>
                    </a:cubicBezTo>
                    <a:cubicBezTo>
                      <a:pt x="8" y="38"/>
                      <a:pt x="8" y="38"/>
                      <a:pt x="8" y="38"/>
                    </a:cubicBezTo>
                    <a:cubicBezTo>
                      <a:pt x="7" y="39"/>
                      <a:pt x="7" y="40"/>
                      <a:pt x="7" y="41"/>
                    </a:cubicBezTo>
                    <a:cubicBezTo>
                      <a:pt x="8" y="41"/>
                      <a:pt x="8" y="40"/>
                      <a:pt x="8" y="39"/>
                    </a:cubicBezTo>
                    <a:cubicBezTo>
                      <a:pt x="8" y="40"/>
                      <a:pt x="7" y="41"/>
                      <a:pt x="8" y="41"/>
                    </a:cubicBezTo>
                    <a:cubicBezTo>
                      <a:pt x="8" y="40"/>
                      <a:pt x="9" y="38"/>
                      <a:pt x="9" y="38"/>
                    </a:cubicBezTo>
                    <a:cubicBezTo>
                      <a:pt x="10" y="38"/>
                      <a:pt x="9" y="40"/>
                      <a:pt x="9" y="41"/>
                    </a:cubicBezTo>
                    <a:cubicBezTo>
                      <a:pt x="8" y="42"/>
                      <a:pt x="8" y="42"/>
                      <a:pt x="8" y="42"/>
                    </a:cubicBezTo>
                    <a:cubicBezTo>
                      <a:pt x="9" y="41"/>
                      <a:pt x="8" y="43"/>
                      <a:pt x="8" y="42"/>
                    </a:cubicBezTo>
                    <a:cubicBezTo>
                      <a:pt x="9" y="41"/>
                      <a:pt x="9" y="40"/>
                      <a:pt x="10" y="38"/>
                    </a:cubicBezTo>
                    <a:cubicBezTo>
                      <a:pt x="11" y="38"/>
                      <a:pt x="10" y="40"/>
                      <a:pt x="10" y="39"/>
                    </a:cubicBezTo>
                    <a:cubicBezTo>
                      <a:pt x="9" y="40"/>
                      <a:pt x="9" y="40"/>
                      <a:pt x="9" y="40"/>
                    </a:cubicBezTo>
                    <a:cubicBezTo>
                      <a:pt x="10" y="40"/>
                      <a:pt x="8" y="43"/>
                      <a:pt x="9" y="43"/>
                    </a:cubicBezTo>
                    <a:cubicBezTo>
                      <a:pt x="10" y="41"/>
                      <a:pt x="10" y="41"/>
                      <a:pt x="10" y="41"/>
                    </a:cubicBezTo>
                    <a:cubicBezTo>
                      <a:pt x="9" y="43"/>
                      <a:pt x="9" y="43"/>
                      <a:pt x="9" y="43"/>
                    </a:cubicBezTo>
                    <a:cubicBezTo>
                      <a:pt x="10" y="42"/>
                      <a:pt x="10" y="42"/>
                      <a:pt x="10" y="42"/>
                    </a:cubicBezTo>
                    <a:cubicBezTo>
                      <a:pt x="10" y="43"/>
                      <a:pt x="10" y="43"/>
                      <a:pt x="10" y="43"/>
                    </a:cubicBezTo>
                    <a:cubicBezTo>
                      <a:pt x="10" y="42"/>
                      <a:pt x="11" y="40"/>
                      <a:pt x="11" y="42"/>
                    </a:cubicBezTo>
                    <a:cubicBezTo>
                      <a:pt x="12" y="40"/>
                      <a:pt x="11" y="42"/>
                      <a:pt x="11" y="41"/>
                    </a:cubicBezTo>
                    <a:cubicBezTo>
                      <a:pt x="11" y="39"/>
                      <a:pt x="12" y="39"/>
                      <a:pt x="12" y="39"/>
                    </a:cubicBezTo>
                    <a:cubicBezTo>
                      <a:pt x="11" y="42"/>
                      <a:pt x="12" y="39"/>
                      <a:pt x="12" y="40"/>
                    </a:cubicBezTo>
                    <a:cubicBezTo>
                      <a:pt x="12" y="41"/>
                      <a:pt x="12" y="41"/>
                      <a:pt x="12" y="42"/>
                    </a:cubicBezTo>
                    <a:cubicBezTo>
                      <a:pt x="13" y="40"/>
                      <a:pt x="13" y="40"/>
                      <a:pt x="13" y="40"/>
                    </a:cubicBezTo>
                    <a:cubicBezTo>
                      <a:pt x="12" y="43"/>
                      <a:pt x="13" y="39"/>
                      <a:pt x="13" y="41"/>
                    </a:cubicBezTo>
                    <a:cubicBezTo>
                      <a:pt x="13" y="42"/>
                      <a:pt x="12" y="43"/>
                      <a:pt x="12" y="43"/>
                    </a:cubicBezTo>
                    <a:cubicBezTo>
                      <a:pt x="13" y="41"/>
                      <a:pt x="14" y="40"/>
                      <a:pt x="14" y="39"/>
                    </a:cubicBezTo>
                    <a:cubicBezTo>
                      <a:pt x="14" y="40"/>
                      <a:pt x="13" y="42"/>
                      <a:pt x="13" y="44"/>
                    </a:cubicBezTo>
                    <a:cubicBezTo>
                      <a:pt x="14" y="42"/>
                      <a:pt x="13" y="45"/>
                      <a:pt x="14" y="43"/>
                    </a:cubicBezTo>
                    <a:cubicBezTo>
                      <a:pt x="14" y="42"/>
                      <a:pt x="14" y="41"/>
                      <a:pt x="15" y="40"/>
                    </a:cubicBezTo>
                    <a:cubicBezTo>
                      <a:pt x="15" y="40"/>
                      <a:pt x="14" y="41"/>
                      <a:pt x="14" y="42"/>
                    </a:cubicBezTo>
                    <a:cubicBezTo>
                      <a:pt x="14" y="42"/>
                      <a:pt x="15" y="40"/>
                      <a:pt x="15" y="39"/>
                    </a:cubicBezTo>
                    <a:cubicBezTo>
                      <a:pt x="15" y="39"/>
                      <a:pt x="16" y="37"/>
                      <a:pt x="16" y="39"/>
                    </a:cubicBezTo>
                    <a:cubicBezTo>
                      <a:pt x="16" y="40"/>
                      <a:pt x="15" y="39"/>
                      <a:pt x="15" y="40"/>
                    </a:cubicBezTo>
                    <a:cubicBezTo>
                      <a:pt x="16" y="41"/>
                      <a:pt x="17" y="37"/>
                      <a:pt x="17" y="36"/>
                    </a:cubicBezTo>
                    <a:cubicBezTo>
                      <a:pt x="17" y="35"/>
                      <a:pt x="18" y="32"/>
                      <a:pt x="19" y="31"/>
                    </a:cubicBezTo>
                    <a:cubicBezTo>
                      <a:pt x="19" y="32"/>
                      <a:pt x="18" y="32"/>
                      <a:pt x="18" y="34"/>
                    </a:cubicBezTo>
                    <a:cubicBezTo>
                      <a:pt x="18" y="34"/>
                      <a:pt x="18" y="34"/>
                      <a:pt x="18" y="34"/>
                    </a:cubicBezTo>
                    <a:cubicBezTo>
                      <a:pt x="18" y="37"/>
                      <a:pt x="16" y="39"/>
                      <a:pt x="16" y="41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16" y="43"/>
                      <a:pt x="16" y="43"/>
                      <a:pt x="16" y="43"/>
                    </a:cubicBezTo>
                    <a:cubicBezTo>
                      <a:pt x="16" y="41"/>
                      <a:pt x="16" y="43"/>
                      <a:pt x="16" y="42"/>
                    </a:cubicBezTo>
                    <a:cubicBezTo>
                      <a:pt x="17" y="41"/>
                      <a:pt x="16" y="43"/>
                      <a:pt x="16" y="41"/>
                    </a:cubicBezTo>
                    <a:cubicBezTo>
                      <a:pt x="17" y="41"/>
                      <a:pt x="18" y="38"/>
                      <a:pt x="18" y="39"/>
                    </a:cubicBezTo>
                    <a:cubicBezTo>
                      <a:pt x="17" y="43"/>
                      <a:pt x="17" y="43"/>
                      <a:pt x="17" y="43"/>
                    </a:cubicBezTo>
                    <a:cubicBezTo>
                      <a:pt x="17" y="43"/>
                      <a:pt x="17" y="41"/>
                      <a:pt x="17" y="42"/>
                    </a:cubicBezTo>
                    <a:cubicBezTo>
                      <a:pt x="17" y="43"/>
                      <a:pt x="17" y="43"/>
                      <a:pt x="17" y="43"/>
                    </a:cubicBezTo>
                    <a:cubicBezTo>
                      <a:pt x="18" y="43"/>
                      <a:pt x="19" y="43"/>
                      <a:pt x="21" y="39"/>
                    </a:cubicBezTo>
                    <a:cubicBezTo>
                      <a:pt x="21" y="41"/>
                      <a:pt x="21" y="41"/>
                      <a:pt x="21" y="42"/>
                    </a:cubicBezTo>
                    <a:cubicBezTo>
                      <a:pt x="21" y="42"/>
                      <a:pt x="22" y="41"/>
                      <a:pt x="22" y="41"/>
                    </a:cubicBezTo>
                    <a:cubicBezTo>
                      <a:pt x="22" y="43"/>
                      <a:pt x="22" y="43"/>
                      <a:pt x="22" y="43"/>
                    </a:cubicBezTo>
                    <a:cubicBezTo>
                      <a:pt x="22" y="44"/>
                      <a:pt x="23" y="42"/>
                      <a:pt x="23" y="41"/>
                    </a:cubicBezTo>
                    <a:cubicBezTo>
                      <a:pt x="23" y="42"/>
                      <a:pt x="23" y="42"/>
                      <a:pt x="23" y="42"/>
                    </a:cubicBezTo>
                    <a:cubicBezTo>
                      <a:pt x="23" y="44"/>
                      <a:pt x="23" y="41"/>
                      <a:pt x="23" y="41"/>
                    </a:cubicBezTo>
                    <a:cubicBezTo>
                      <a:pt x="23" y="42"/>
                      <a:pt x="23" y="42"/>
                      <a:pt x="23" y="42"/>
                    </a:cubicBezTo>
                    <a:cubicBezTo>
                      <a:pt x="24" y="41"/>
                      <a:pt x="24" y="41"/>
                      <a:pt x="24" y="41"/>
                    </a:cubicBezTo>
                    <a:cubicBezTo>
                      <a:pt x="24" y="40"/>
                      <a:pt x="24" y="41"/>
                      <a:pt x="24" y="43"/>
                    </a:cubicBezTo>
                    <a:cubicBezTo>
                      <a:pt x="24" y="41"/>
                      <a:pt x="24" y="41"/>
                      <a:pt x="24" y="41"/>
                    </a:cubicBezTo>
                    <a:cubicBezTo>
                      <a:pt x="24" y="43"/>
                      <a:pt x="25" y="43"/>
                      <a:pt x="26" y="42"/>
                    </a:cubicBezTo>
                    <a:cubicBezTo>
                      <a:pt x="25" y="42"/>
                      <a:pt x="25" y="41"/>
                      <a:pt x="26" y="39"/>
                    </a:cubicBezTo>
                    <a:cubicBezTo>
                      <a:pt x="26" y="37"/>
                      <a:pt x="26" y="40"/>
                      <a:pt x="26" y="39"/>
                    </a:cubicBezTo>
                    <a:cubicBezTo>
                      <a:pt x="26" y="41"/>
                      <a:pt x="26" y="41"/>
                      <a:pt x="26" y="41"/>
                    </a:cubicBezTo>
                    <a:cubicBezTo>
                      <a:pt x="26" y="44"/>
                      <a:pt x="27" y="42"/>
                      <a:pt x="28" y="42"/>
                    </a:cubicBezTo>
                    <a:cubicBezTo>
                      <a:pt x="28" y="41"/>
                      <a:pt x="28" y="41"/>
                      <a:pt x="28" y="41"/>
                    </a:cubicBezTo>
                    <a:cubicBezTo>
                      <a:pt x="28" y="43"/>
                      <a:pt x="29" y="41"/>
                      <a:pt x="30" y="42"/>
                    </a:cubicBezTo>
                    <a:cubicBezTo>
                      <a:pt x="30" y="41"/>
                      <a:pt x="30" y="38"/>
                      <a:pt x="30" y="38"/>
                    </a:cubicBezTo>
                    <a:cubicBezTo>
                      <a:pt x="30" y="36"/>
                      <a:pt x="30" y="41"/>
                      <a:pt x="30" y="42"/>
                    </a:cubicBezTo>
                    <a:cubicBezTo>
                      <a:pt x="31" y="41"/>
                      <a:pt x="31" y="41"/>
                      <a:pt x="31" y="41"/>
                    </a:cubicBezTo>
                    <a:cubicBezTo>
                      <a:pt x="31" y="41"/>
                      <a:pt x="31" y="41"/>
                      <a:pt x="31" y="41"/>
                    </a:cubicBezTo>
                    <a:cubicBezTo>
                      <a:pt x="31" y="40"/>
                      <a:pt x="31" y="39"/>
                      <a:pt x="31" y="40"/>
                    </a:cubicBezTo>
                    <a:cubicBezTo>
                      <a:pt x="31" y="41"/>
                      <a:pt x="31" y="41"/>
                      <a:pt x="31" y="41"/>
                    </a:cubicBezTo>
                    <a:cubicBezTo>
                      <a:pt x="32" y="41"/>
                      <a:pt x="32" y="42"/>
                      <a:pt x="32" y="42"/>
                    </a:cubicBezTo>
                    <a:cubicBezTo>
                      <a:pt x="32" y="40"/>
                      <a:pt x="33" y="41"/>
                      <a:pt x="33" y="39"/>
                    </a:cubicBezTo>
                    <a:cubicBezTo>
                      <a:pt x="33" y="40"/>
                      <a:pt x="33" y="40"/>
                      <a:pt x="33" y="40"/>
                    </a:cubicBezTo>
                    <a:cubicBezTo>
                      <a:pt x="33" y="39"/>
                      <a:pt x="33" y="39"/>
                      <a:pt x="33" y="39"/>
                    </a:cubicBezTo>
                    <a:cubicBezTo>
                      <a:pt x="33" y="39"/>
                      <a:pt x="33" y="39"/>
                      <a:pt x="33" y="39"/>
                    </a:cubicBezTo>
                    <a:cubicBezTo>
                      <a:pt x="33" y="41"/>
                      <a:pt x="33" y="41"/>
                      <a:pt x="33" y="41"/>
                    </a:cubicBezTo>
                    <a:cubicBezTo>
                      <a:pt x="33" y="42"/>
                      <a:pt x="33" y="40"/>
                      <a:pt x="33" y="39"/>
                    </a:cubicBezTo>
                    <a:cubicBezTo>
                      <a:pt x="33" y="38"/>
                      <a:pt x="33" y="39"/>
                      <a:pt x="33" y="40"/>
                    </a:cubicBezTo>
                    <a:cubicBezTo>
                      <a:pt x="33" y="41"/>
                      <a:pt x="33" y="40"/>
                      <a:pt x="33" y="40"/>
                    </a:cubicBezTo>
                    <a:cubicBezTo>
                      <a:pt x="33" y="41"/>
                      <a:pt x="33" y="40"/>
                      <a:pt x="33" y="41"/>
                    </a:cubicBezTo>
                    <a:cubicBezTo>
                      <a:pt x="33" y="41"/>
                      <a:pt x="33" y="39"/>
                      <a:pt x="34" y="40"/>
                    </a:cubicBezTo>
                    <a:cubicBezTo>
                      <a:pt x="34" y="40"/>
                      <a:pt x="34" y="40"/>
                      <a:pt x="34" y="41"/>
                    </a:cubicBezTo>
                    <a:cubicBezTo>
                      <a:pt x="34" y="40"/>
                      <a:pt x="34" y="40"/>
                      <a:pt x="35" y="40"/>
                    </a:cubicBezTo>
                    <a:cubicBezTo>
                      <a:pt x="34" y="39"/>
                      <a:pt x="34" y="39"/>
                      <a:pt x="34" y="38"/>
                    </a:cubicBezTo>
                    <a:cubicBezTo>
                      <a:pt x="34" y="38"/>
                      <a:pt x="34" y="37"/>
                      <a:pt x="34" y="38"/>
                    </a:cubicBezTo>
                    <a:cubicBezTo>
                      <a:pt x="34" y="38"/>
                      <a:pt x="34" y="38"/>
                      <a:pt x="34" y="38"/>
                    </a:cubicBezTo>
                    <a:cubicBezTo>
                      <a:pt x="34" y="38"/>
                      <a:pt x="35" y="39"/>
                      <a:pt x="34" y="37"/>
                    </a:cubicBezTo>
                    <a:cubicBezTo>
                      <a:pt x="35" y="39"/>
                      <a:pt x="35" y="39"/>
                      <a:pt x="35" y="39"/>
                    </a:cubicBezTo>
                    <a:cubicBezTo>
                      <a:pt x="35" y="38"/>
                      <a:pt x="35" y="38"/>
                      <a:pt x="35" y="38"/>
                    </a:cubicBezTo>
                    <a:cubicBezTo>
                      <a:pt x="35" y="39"/>
                      <a:pt x="35" y="41"/>
                      <a:pt x="36" y="42"/>
                    </a:cubicBezTo>
                    <a:cubicBezTo>
                      <a:pt x="36" y="40"/>
                      <a:pt x="36" y="40"/>
                      <a:pt x="36" y="40"/>
                    </a:cubicBezTo>
                    <a:cubicBezTo>
                      <a:pt x="36" y="40"/>
                      <a:pt x="37" y="40"/>
                      <a:pt x="37" y="41"/>
                    </a:cubicBezTo>
                    <a:cubicBezTo>
                      <a:pt x="38" y="42"/>
                      <a:pt x="37" y="36"/>
                      <a:pt x="37" y="38"/>
                    </a:cubicBezTo>
                    <a:cubicBezTo>
                      <a:pt x="38" y="40"/>
                      <a:pt x="38" y="40"/>
                      <a:pt x="38" y="40"/>
                    </a:cubicBezTo>
                    <a:cubicBezTo>
                      <a:pt x="38" y="40"/>
                      <a:pt x="38" y="39"/>
                      <a:pt x="38" y="39"/>
                    </a:cubicBezTo>
                    <a:cubicBezTo>
                      <a:pt x="38" y="38"/>
                      <a:pt x="38" y="41"/>
                      <a:pt x="38" y="39"/>
                    </a:cubicBezTo>
                    <a:cubicBezTo>
                      <a:pt x="38" y="38"/>
                      <a:pt x="38" y="38"/>
                      <a:pt x="38" y="38"/>
                    </a:cubicBezTo>
                    <a:cubicBezTo>
                      <a:pt x="39" y="42"/>
                      <a:pt x="40" y="38"/>
                      <a:pt x="41" y="40"/>
                    </a:cubicBezTo>
                    <a:cubicBezTo>
                      <a:pt x="40" y="38"/>
                      <a:pt x="41" y="39"/>
                      <a:pt x="41" y="39"/>
                    </a:cubicBezTo>
                    <a:cubicBezTo>
                      <a:pt x="42" y="41"/>
                      <a:pt x="41" y="38"/>
                      <a:pt x="42" y="39"/>
                    </a:cubicBezTo>
                    <a:cubicBezTo>
                      <a:pt x="41" y="37"/>
                      <a:pt x="41" y="37"/>
                      <a:pt x="41" y="37"/>
                    </a:cubicBezTo>
                    <a:cubicBezTo>
                      <a:pt x="42" y="38"/>
                      <a:pt x="40" y="33"/>
                      <a:pt x="42" y="36"/>
                    </a:cubicBezTo>
                    <a:cubicBezTo>
                      <a:pt x="42" y="37"/>
                      <a:pt x="42" y="38"/>
                      <a:pt x="42" y="38"/>
                    </a:cubicBezTo>
                    <a:cubicBezTo>
                      <a:pt x="44" y="41"/>
                      <a:pt x="42" y="36"/>
                      <a:pt x="44" y="38"/>
                    </a:cubicBezTo>
                    <a:cubicBezTo>
                      <a:pt x="43" y="37"/>
                      <a:pt x="43" y="36"/>
                      <a:pt x="43" y="35"/>
                    </a:cubicBezTo>
                    <a:cubicBezTo>
                      <a:pt x="43" y="36"/>
                      <a:pt x="44" y="37"/>
                      <a:pt x="44" y="37"/>
                    </a:cubicBezTo>
                    <a:cubicBezTo>
                      <a:pt x="44" y="37"/>
                      <a:pt x="44" y="36"/>
                      <a:pt x="44" y="37"/>
                    </a:cubicBezTo>
                    <a:cubicBezTo>
                      <a:pt x="45" y="37"/>
                      <a:pt x="45" y="38"/>
                      <a:pt x="45" y="38"/>
                    </a:cubicBezTo>
                    <a:cubicBezTo>
                      <a:pt x="45" y="38"/>
                      <a:pt x="45" y="37"/>
                      <a:pt x="45" y="36"/>
                    </a:cubicBezTo>
                    <a:cubicBezTo>
                      <a:pt x="46" y="38"/>
                      <a:pt x="46" y="37"/>
                      <a:pt x="47" y="38"/>
                    </a:cubicBezTo>
                    <a:cubicBezTo>
                      <a:pt x="46" y="35"/>
                      <a:pt x="48" y="38"/>
                      <a:pt x="46" y="35"/>
                    </a:cubicBezTo>
                    <a:cubicBezTo>
                      <a:pt x="47" y="36"/>
                      <a:pt x="47" y="36"/>
                      <a:pt x="47" y="36"/>
                    </a:cubicBezTo>
                    <a:cubicBezTo>
                      <a:pt x="46" y="35"/>
                      <a:pt x="46" y="34"/>
                      <a:pt x="46" y="33"/>
                    </a:cubicBezTo>
                    <a:cubicBezTo>
                      <a:pt x="47" y="35"/>
                      <a:pt x="47" y="35"/>
                      <a:pt x="47" y="35"/>
                    </a:cubicBezTo>
                    <a:cubicBezTo>
                      <a:pt x="48" y="37"/>
                      <a:pt x="47" y="35"/>
                      <a:pt x="48" y="37"/>
                    </a:cubicBezTo>
                    <a:cubicBezTo>
                      <a:pt x="47" y="35"/>
                      <a:pt x="48" y="36"/>
                      <a:pt x="47" y="35"/>
                    </a:cubicBezTo>
                    <a:cubicBezTo>
                      <a:pt x="47" y="34"/>
                      <a:pt x="47" y="34"/>
                      <a:pt x="47" y="34"/>
                    </a:cubicBezTo>
                    <a:cubicBezTo>
                      <a:pt x="47" y="34"/>
                      <a:pt x="47" y="33"/>
                      <a:pt x="47" y="33"/>
                    </a:cubicBezTo>
                    <a:cubicBezTo>
                      <a:pt x="47" y="33"/>
                      <a:pt x="48" y="35"/>
                      <a:pt x="48" y="35"/>
                    </a:cubicBezTo>
                    <a:cubicBezTo>
                      <a:pt x="49" y="36"/>
                      <a:pt x="49" y="35"/>
                      <a:pt x="48" y="35"/>
                    </a:cubicBezTo>
                    <a:cubicBezTo>
                      <a:pt x="48" y="35"/>
                      <a:pt x="48" y="35"/>
                      <a:pt x="48" y="34"/>
                    </a:cubicBezTo>
                    <a:cubicBezTo>
                      <a:pt x="48" y="34"/>
                      <a:pt x="48" y="35"/>
                      <a:pt x="48" y="35"/>
                    </a:cubicBezTo>
                    <a:cubicBezTo>
                      <a:pt x="48" y="34"/>
                      <a:pt x="48" y="34"/>
                      <a:pt x="49" y="34"/>
                    </a:cubicBezTo>
                    <a:cubicBezTo>
                      <a:pt x="49" y="34"/>
                      <a:pt x="49" y="34"/>
                      <a:pt x="49" y="34"/>
                    </a:cubicBezTo>
                    <a:cubicBezTo>
                      <a:pt x="49" y="34"/>
                      <a:pt x="49" y="35"/>
                      <a:pt x="49" y="35"/>
                    </a:cubicBezTo>
                    <a:cubicBezTo>
                      <a:pt x="49" y="35"/>
                      <a:pt x="49" y="35"/>
                      <a:pt x="49" y="35"/>
                    </a:cubicBezTo>
                    <a:cubicBezTo>
                      <a:pt x="49" y="35"/>
                      <a:pt x="49" y="35"/>
                      <a:pt x="49" y="35"/>
                    </a:cubicBezTo>
                    <a:cubicBezTo>
                      <a:pt x="49" y="35"/>
                      <a:pt x="49" y="35"/>
                      <a:pt x="49" y="35"/>
                    </a:cubicBezTo>
                    <a:cubicBezTo>
                      <a:pt x="50" y="36"/>
                      <a:pt x="50" y="36"/>
                      <a:pt x="50" y="36"/>
                    </a:cubicBezTo>
                    <a:cubicBezTo>
                      <a:pt x="50" y="36"/>
                      <a:pt x="50" y="35"/>
                      <a:pt x="49" y="34"/>
                    </a:cubicBezTo>
                    <a:cubicBezTo>
                      <a:pt x="50" y="35"/>
                      <a:pt x="50" y="33"/>
                      <a:pt x="50" y="32"/>
                    </a:cubicBezTo>
                    <a:cubicBezTo>
                      <a:pt x="50" y="33"/>
                      <a:pt x="51" y="34"/>
                      <a:pt x="50" y="33"/>
                    </a:cubicBezTo>
                    <a:cubicBezTo>
                      <a:pt x="50" y="33"/>
                      <a:pt x="50" y="31"/>
                      <a:pt x="50" y="32"/>
                    </a:cubicBezTo>
                    <a:cubicBezTo>
                      <a:pt x="50" y="32"/>
                      <a:pt x="51" y="33"/>
                      <a:pt x="51" y="33"/>
                    </a:cubicBezTo>
                    <a:cubicBezTo>
                      <a:pt x="52" y="33"/>
                      <a:pt x="51" y="32"/>
                      <a:pt x="51" y="32"/>
                    </a:cubicBezTo>
                    <a:cubicBezTo>
                      <a:pt x="52" y="34"/>
                      <a:pt x="51" y="30"/>
                      <a:pt x="52" y="31"/>
                    </a:cubicBezTo>
                    <a:cubicBezTo>
                      <a:pt x="52" y="31"/>
                      <a:pt x="53" y="32"/>
                      <a:pt x="53" y="33"/>
                    </a:cubicBezTo>
                    <a:cubicBezTo>
                      <a:pt x="53" y="32"/>
                      <a:pt x="53" y="31"/>
                      <a:pt x="52" y="29"/>
                    </a:cubicBezTo>
                    <a:cubicBezTo>
                      <a:pt x="53" y="31"/>
                      <a:pt x="53" y="31"/>
                      <a:pt x="53" y="31"/>
                    </a:cubicBezTo>
                    <a:cubicBezTo>
                      <a:pt x="53" y="31"/>
                      <a:pt x="53" y="30"/>
                      <a:pt x="53" y="29"/>
                    </a:cubicBezTo>
                    <a:cubicBezTo>
                      <a:pt x="52" y="28"/>
                      <a:pt x="51" y="27"/>
                      <a:pt x="52" y="27"/>
                    </a:cubicBezTo>
                    <a:cubicBezTo>
                      <a:pt x="52" y="27"/>
                      <a:pt x="52" y="27"/>
                      <a:pt x="52" y="27"/>
                    </a:cubicBezTo>
                    <a:cubicBezTo>
                      <a:pt x="52" y="26"/>
                      <a:pt x="52" y="26"/>
                      <a:pt x="52" y="26"/>
                    </a:cubicBezTo>
                    <a:cubicBezTo>
                      <a:pt x="52" y="27"/>
                      <a:pt x="52" y="27"/>
                      <a:pt x="53" y="28"/>
                    </a:cubicBezTo>
                    <a:cubicBezTo>
                      <a:pt x="54" y="30"/>
                      <a:pt x="54" y="29"/>
                      <a:pt x="54" y="29"/>
                    </a:cubicBezTo>
                    <a:cubicBezTo>
                      <a:pt x="53" y="27"/>
                      <a:pt x="53" y="27"/>
                      <a:pt x="53" y="27"/>
                    </a:cubicBezTo>
                    <a:cubicBezTo>
                      <a:pt x="53" y="27"/>
                      <a:pt x="54" y="29"/>
                      <a:pt x="54" y="28"/>
                    </a:cubicBezTo>
                    <a:cubicBezTo>
                      <a:pt x="52" y="24"/>
                      <a:pt x="52" y="24"/>
                      <a:pt x="52" y="24"/>
                    </a:cubicBezTo>
                    <a:cubicBezTo>
                      <a:pt x="52" y="24"/>
                      <a:pt x="54" y="26"/>
                      <a:pt x="54" y="27"/>
                    </a:cubicBezTo>
                    <a:cubicBezTo>
                      <a:pt x="54" y="26"/>
                      <a:pt x="53" y="24"/>
                      <a:pt x="52" y="22"/>
                    </a:cubicBezTo>
                    <a:cubicBezTo>
                      <a:pt x="52" y="22"/>
                      <a:pt x="52" y="21"/>
                      <a:pt x="52" y="21"/>
                    </a:cubicBezTo>
                    <a:cubicBezTo>
                      <a:pt x="53" y="22"/>
                      <a:pt x="52" y="21"/>
                      <a:pt x="53" y="22"/>
                    </a:cubicBezTo>
                    <a:cubicBezTo>
                      <a:pt x="54" y="23"/>
                      <a:pt x="54" y="23"/>
                      <a:pt x="54" y="23"/>
                    </a:cubicBezTo>
                    <a:cubicBezTo>
                      <a:pt x="54" y="23"/>
                      <a:pt x="55" y="25"/>
                      <a:pt x="55" y="26"/>
                    </a:cubicBezTo>
                    <a:cubicBezTo>
                      <a:pt x="55" y="25"/>
                      <a:pt x="56" y="26"/>
                      <a:pt x="57" y="26"/>
                    </a:cubicBezTo>
                    <a:cubicBezTo>
                      <a:pt x="55" y="23"/>
                      <a:pt x="56" y="24"/>
                      <a:pt x="55" y="22"/>
                    </a:cubicBezTo>
                    <a:cubicBezTo>
                      <a:pt x="55" y="22"/>
                      <a:pt x="56" y="24"/>
                      <a:pt x="57" y="24"/>
                    </a:cubicBezTo>
                    <a:cubicBezTo>
                      <a:pt x="56" y="23"/>
                      <a:pt x="57" y="23"/>
                      <a:pt x="57" y="23"/>
                    </a:cubicBezTo>
                    <a:cubicBezTo>
                      <a:pt x="58" y="23"/>
                      <a:pt x="58" y="23"/>
                      <a:pt x="58" y="23"/>
                    </a:cubicBezTo>
                    <a:cubicBezTo>
                      <a:pt x="57" y="23"/>
                      <a:pt x="58" y="23"/>
                      <a:pt x="57" y="21"/>
                    </a:cubicBezTo>
                    <a:cubicBezTo>
                      <a:pt x="58" y="22"/>
                      <a:pt x="58" y="22"/>
                      <a:pt x="58" y="22"/>
                    </a:cubicBezTo>
                    <a:cubicBezTo>
                      <a:pt x="59" y="22"/>
                      <a:pt x="56" y="19"/>
                      <a:pt x="57" y="20"/>
                    </a:cubicBezTo>
                    <a:cubicBezTo>
                      <a:pt x="58" y="21"/>
                      <a:pt x="58" y="21"/>
                      <a:pt x="58" y="21"/>
                    </a:cubicBezTo>
                    <a:cubicBezTo>
                      <a:pt x="57" y="20"/>
                      <a:pt x="59" y="22"/>
                      <a:pt x="58" y="20"/>
                    </a:cubicBezTo>
                    <a:cubicBezTo>
                      <a:pt x="59" y="21"/>
                      <a:pt x="59" y="21"/>
                      <a:pt x="59" y="21"/>
                    </a:cubicBezTo>
                    <a:cubicBezTo>
                      <a:pt x="59" y="21"/>
                      <a:pt x="59" y="21"/>
                      <a:pt x="58" y="19"/>
                    </a:cubicBezTo>
                    <a:cubicBezTo>
                      <a:pt x="60" y="21"/>
                      <a:pt x="60" y="21"/>
                      <a:pt x="60" y="21"/>
                    </a:cubicBezTo>
                    <a:cubicBezTo>
                      <a:pt x="60" y="22"/>
                      <a:pt x="58" y="19"/>
                      <a:pt x="59" y="19"/>
                    </a:cubicBezTo>
                    <a:cubicBezTo>
                      <a:pt x="59" y="19"/>
                      <a:pt x="60" y="20"/>
                      <a:pt x="60" y="20"/>
                    </a:cubicBezTo>
                    <a:cubicBezTo>
                      <a:pt x="59" y="19"/>
                      <a:pt x="60" y="19"/>
                      <a:pt x="60" y="19"/>
                    </a:cubicBezTo>
                    <a:cubicBezTo>
                      <a:pt x="61" y="20"/>
                      <a:pt x="61" y="20"/>
                      <a:pt x="61" y="20"/>
                    </a:cubicBezTo>
                    <a:cubicBezTo>
                      <a:pt x="62" y="19"/>
                      <a:pt x="64" y="18"/>
                      <a:pt x="63" y="16"/>
                    </a:cubicBezTo>
                    <a:cubicBezTo>
                      <a:pt x="65" y="17"/>
                      <a:pt x="64" y="17"/>
                      <a:pt x="65" y="18"/>
                    </a:cubicBezTo>
                    <a:cubicBezTo>
                      <a:pt x="64" y="17"/>
                      <a:pt x="65" y="18"/>
                      <a:pt x="65" y="17"/>
                    </a:cubicBezTo>
                    <a:cubicBezTo>
                      <a:pt x="65" y="17"/>
                      <a:pt x="65" y="17"/>
                      <a:pt x="65" y="17"/>
                    </a:cubicBezTo>
                    <a:cubicBezTo>
                      <a:pt x="65" y="17"/>
                      <a:pt x="66" y="18"/>
                      <a:pt x="66" y="17"/>
                    </a:cubicBezTo>
                    <a:cubicBezTo>
                      <a:pt x="65" y="17"/>
                      <a:pt x="65" y="17"/>
                      <a:pt x="65" y="17"/>
                    </a:cubicBezTo>
                    <a:cubicBezTo>
                      <a:pt x="64" y="15"/>
                      <a:pt x="68" y="18"/>
                      <a:pt x="66" y="16"/>
                    </a:cubicBezTo>
                    <a:cubicBezTo>
                      <a:pt x="67" y="17"/>
                      <a:pt x="67" y="17"/>
                      <a:pt x="67" y="17"/>
                    </a:cubicBezTo>
                    <a:cubicBezTo>
                      <a:pt x="65" y="15"/>
                      <a:pt x="68" y="17"/>
                      <a:pt x="66" y="16"/>
                    </a:cubicBezTo>
                    <a:cubicBezTo>
                      <a:pt x="67" y="16"/>
                      <a:pt x="67" y="16"/>
                      <a:pt x="67" y="16"/>
                    </a:cubicBezTo>
                    <a:cubicBezTo>
                      <a:pt x="68" y="17"/>
                      <a:pt x="65" y="14"/>
                      <a:pt x="67" y="15"/>
                    </a:cubicBezTo>
                    <a:cubicBezTo>
                      <a:pt x="67" y="15"/>
                      <a:pt x="66" y="14"/>
                      <a:pt x="65" y="13"/>
                    </a:cubicBezTo>
                    <a:cubicBezTo>
                      <a:pt x="67" y="14"/>
                      <a:pt x="67" y="14"/>
                      <a:pt x="67" y="14"/>
                    </a:cubicBezTo>
                    <a:cubicBezTo>
                      <a:pt x="67" y="13"/>
                      <a:pt x="68" y="12"/>
                      <a:pt x="66" y="10"/>
                    </a:cubicBezTo>
                    <a:cubicBezTo>
                      <a:pt x="67" y="10"/>
                      <a:pt x="67" y="10"/>
                      <a:pt x="67" y="10"/>
                    </a:cubicBezTo>
                    <a:cubicBezTo>
                      <a:pt x="65" y="9"/>
                      <a:pt x="70" y="11"/>
                      <a:pt x="66" y="8"/>
                    </a:cubicBezTo>
                    <a:cubicBezTo>
                      <a:pt x="65" y="7"/>
                      <a:pt x="65" y="7"/>
                      <a:pt x="65" y="7"/>
                    </a:cubicBezTo>
                    <a:cubicBezTo>
                      <a:pt x="67" y="8"/>
                      <a:pt x="67" y="8"/>
                      <a:pt x="67" y="8"/>
                    </a:cubicBezTo>
                    <a:cubicBezTo>
                      <a:pt x="66" y="8"/>
                      <a:pt x="67" y="8"/>
                      <a:pt x="66" y="7"/>
                    </a:cubicBezTo>
                    <a:cubicBezTo>
                      <a:pt x="67" y="8"/>
                      <a:pt x="67" y="8"/>
                      <a:pt x="67" y="8"/>
                    </a:cubicBezTo>
                    <a:cubicBezTo>
                      <a:pt x="67" y="8"/>
                      <a:pt x="65" y="6"/>
                      <a:pt x="65" y="7"/>
                    </a:cubicBezTo>
                    <a:cubicBezTo>
                      <a:pt x="66" y="7"/>
                      <a:pt x="66" y="7"/>
                      <a:pt x="66" y="7"/>
                    </a:cubicBezTo>
                    <a:cubicBezTo>
                      <a:pt x="69" y="7"/>
                      <a:pt x="72" y="3"/>
                      <a:pt x="68" y="4"/>
                    </a:cubicBezTo>
                    <a:close/>
                    <a:moveTo>
                      <a:pt x="61" y="9"/>
                    </a:moveTo>
                    <a:cubicBezTo>
                      <a:pt x="60" y="9"/>
                      <a:pt x="61" y="7"/>
                      <a:pt x="62" y="6"/>
                    </a:cubicBezTo>
                    <a:cubicBezTo>
                      <a:pt x="62" y="8"/>
                      <a:pt x="61" y="9"/>
                      <a:pt x="61" y="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67" name="Freeform 255"/>
              <p:cNvSpPr/>
              <p:nvPr>
                <p:custDataLst>
                  <p:tags r:id="rId100"/>
                </p:custDataLst>
              </p:nvPr>
            </p:nvSpPr>
            <p:spPr bwMode="auto">
              <a:xfrm>
                <a:off x="4011" y="3063"/>
                <a:ext cx="5" cy="5"/>
              </a:xfrm>
              <a:custGeom>
                <a:avLst/>
                <a:gdLst>
                  <a:gd name="T0" fmla="*/ 5 w 5"/>
                  <a:gd name="T1" fmla="*/ 5 h 5"/>
                  <a:gd name="T2" fmla="*/ 0 w 5"/>
                  <a:gd name="T3" fmla="*/ 0 h 5"/>
                  <a:gd name="T4" fmla="*/ 2 w 5"/>
                  <a:gd name="T5" fmla="*/ 5 h 5"/>
                  <a:gd name="T6" fmla="*/ 5 w 5"/>
                  <a:gd name="T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5" y="5"/>
                    </a:moveTo>
                    <a:lnTo>
                      <a:pt x="0" y="0"/>
                    </a:lnTo>
                    <a:lnTo>
                      <a:pt x="2" y="5"/>
                    </a:lnTo>
                    <a:lnTo>
                      <a:pt x="5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68" name="Freeform 256"/>
              <p:cNvSpPr/>
              <p:nvPr>
                <p:custDataLst>
                  <p:tags r:id="rId101"/>
                </p:custDataLst>
              </p:nvPr>
            </p:nvSpPr>
            <p:spPr bwMode="auto">
              <a:xfrm>
                <a:off x="3912" y="3100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69" name="Freeform 257"/>
              <p:cNvSpPr/>
              <p:nvPr>
                <p:custDataLst>
                  <p:tags r:id="rId102"/>
                </p:custDataLst>
              </p:nvPr>
            </p:nvSpPr>
            <p:spPr bwMode="auto">
              <a:xfrm>
                <a:off x="3996" y="3089"/>
                <a:ext cx="3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70" name="Oval 258"/>
              <p:cNvSpPr>
                <a:spLocks noChangeArrowheads="1"/>
              </p:cNvSpPr>
              <p:nvPr>
                <p:custDataLst>
                  <p:tags r:id="rId103"/>
                </p:custDataLst>
              </p:nvPr>
            </p:nvSpPr>
            <p:spPr bwMode="auto">
              <a:xfrm>
                <a:off x="3595" y="1825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71" name="Freeform 259"/>
              <p:cNvSpPr/>
              <p:nvPr>
                <p:custDataLst>
                  <p:tags r:id="rId104"/>
                </p:custDataLst>
              </p:nvPr>
            </p:nvSpPr>
            <p:spPr bwMode="auto">
              <a:xfrm>
                <a:off x="3598" y="1825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0 w 1"/>
                  <a:gd name="T4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72" name="Freeform 260"/>
              <p:cNvSpPr/>
              <p:nvPr>
                <p:custDataLst>
                  <p:tags r:id="rId105"/>
                </p:custDataLst>
              </p:nvPr>
            </p:nvSpPr>
            <p:spPr bwMode="auto">
              <a:xfrm>
                <a:off x="3918" y="285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73" name="Freeform 261"/>
              <p:cNvSpPr/>
              <p:nvPr>
                <p:custDataLst>
                  <p:tags r:id="rId106"/>
                </p:custDataLst>
              </p:nvPr>
            </p:nvSpPr>
            <p:spPr bwMode="auto">
              <a:xfrm>
                <a:off x="3924" y="3038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2 w 2"/>
                  <a:gd name="T5" fmla="*/ 0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2" y="2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74" name="Freeform 262"/>
              <p:cNvSpPr/>
              <p:nvPr>
                <p:custDataLst>
                  <p:tags r:id="rId107"/>
                </p:custDataLst>
              </p:nvPr>
            </p:nvSpPr>
            <p:spPr bwMode="auto">
              <a:xfrm>
                <a:off x="3986" y="3027"/>
                <a:ext cx="2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75" name="Freeform 263"/>
              <p:cNvSpPr/>
              <p:nvPr>
                <p:custDataLst>
                  <p:tags r:id="rId108"/>
                </p:custDataLst>
              </p:nvPr>
            </p:nvSpPr>
            <p:spPr bwMode="auto">
              <a:xfrm>
                <a:off x="3899" y="3091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1" y="0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76" name="Rectangle 264"/>
              <p:cNvSpPr>
                <a:spLocks noChangeArrowheads="1"/>
              </p:cNvSpPr>
              <p:nvPr>
                <p:custDataLst>
                  <p:tags r:id="rId109"/>
                </p:custDataLst>
              </p:nvPr>
            </p:nvSpPr>
            <p:spPr bwMode="auto">
              <a:xfrm>
                <a:off x="4013" y="3004"/>
                <a:ext cx="1" cy="4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77" name="Freeform 265"/>
              <p:cNvSpPr/>
              <p:nvPr>
                <p:custDataLst>
                  <p:tags r:id="rId110"/>
                </p:custDataLst>
              </p:nvPr>
            </p:nvSpPr>
            <p:spPr bwMode="auto">
              <a:xfrm>
                <a:off x="3903" y="3055"/>
                <a:ext cx="6" cy="2"/>
              </a:xfrm>
              <a:custGeom>
                <a:avLst/>
                <a:gdLst>
                  <a:gd name="T0" fmla="*/ 3 w 3"/>
                  <a:gd name="T1" fmla="*/ 0 h 1"/>
                  <a:gd name="T2" fmla="*/ 0 w 3"/>
                  <a:gd name="T3" fmla="*/ 1 h 1"/>
                  <a:gd name="T4" fmla="*/ 3 w 3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1"/>
                      <a:pt x="2" y="0"/>
                      <a:pt x="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78" name="Freeform 266"/>
              <p:cNvSpPr/>
              <p:nvPr>
                <p:custDataLst>
                  <p:tags r:id="rId111"/>
                </p:custDataLst>
              </p:nvPr>
            </p:nvSpPr>
            <p:spPr bwMode="auto">
              <a:xfrm>
                <a:off x="3905" y="3055"/>
                <a:ext cx="4" cy="0"/>
              </a:xfrm>
              <a:custGeom>
                <a:avLst/>
                <a:gdLst>
                  <a:gd name="T0" fmla="*/ 1 w 2"/>
                  <a:gd name="T1" fmla="*/ 2 w 2"/>
                  <a:gd name="T2" fmla="*/ 1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1" y="0"/>
                    </a:move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79" name="Freeform 267"/>
              <p:cNvSpPr/>
              <p:nvPr>
                <p:custDataLst>
                  <p:tags r:id="rId112"/>
                </p:custDataLst>
              </p:nvPr>
            </p:nvSpPr>
            <p:spPr bwMode="auto">
              <a:xfrm>
                <a:off x="3897" y="3085"/>
                <a:ext cx="4" cy="2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80" name="Freeform 268"/>
              <p:cNvSpPr/>
              <p:nvPr>
                <p:custDataLst>
                  <p:tags r:id="rId113"/>
                </p:custDataLst>
              </p:nvPr>
            </p:nvSpPr>
            <p:spPr bwMode="auto">
              <a:xfrm>
                <a:off x="3897" y="3095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81" name="Freeform 269"/>
              <p:cNvSpPr/>
              <p:nvPr>
                <p:custDataLst>
                  <p:tags r:id="rId114"/>
                </p:custDataLst>
              </p:nvPr>
            </p:nvSpPr>
            <p:spPr bwMode="auto">
              <a:xfrm>
                <a:off x="3984" y="3095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82" name="Freeform 270"/>
              <p:cNvSpPr/>
              <p:nvPr>
                <p:custDataLst>
                  <p:tags r:id="rId115"/>
                </p:custDataLst>
              </p:nvPr>
            </p:nvSpPr>
            <p:spPr bwMode="auto">
              <a:xfrm>
                <a:off x="3600" y="182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90" name="Freeform 271"/>
              <p:cNvSpPr/>
              <p:nvPr>
                <p:custDataLst>
                  <p:tags r:id="rId116"/>
                </p:custDataLst>
              </p:nvPr>
            </p:nvSpPr>
            <p:spPr bwMode="auto">
              <a:xfrm>
                <a:off x="3905" y="3100"/>
                <a:ext cx="4" cy="4"/>
              </a:xfrm>
              <a:custGeom>
                <a:avLst/>
                <a:gdLst>
                  <a:gd name="T0" fmla="*/ 1 w 2"/>
                  <a:gd name="T1" fmla="*/ 0 h 2"/>
                  <a:gd name="T2" fmla="*/ 1 w 2"/>
                  <a:gd name="T3" fmla="*/ 1 h 2"/>
                  <a:gd name="T4" fmla="*/ 1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0" y="2"/>
                      <a:pt x="1" y="0"/>
                      <a:pt x="1" y="1"/>
                    </a:cubicBezTo>
                    <a:cubicBezTo>
                      <a:pt x="2" y="0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91" name="Freeform 272"/>
              <p:cNvSpPr/>
              <p:nvPr>
                <p:custDataLst>
                  <p:tags r:id="rId117"/>
                </p:custDataLst>
              </p:nvPr>
            </p:nvSpPr>
            <p:spPr bwMode="auto">
              <a:xfrm>
                <a:off x="4230" y="2480"/>
                <a:ext cx="4" cy="2"/>
              </a:xfrm>
              <a:custGeom>
                <a:avLst/>
                <a:gdLst>
                  <a:gd name="T0" fmla="*/ 1 w 2"/>
                  <a:gd name="T1" fmla="*/ 1 h 1"/>
                  <a:gd name="T2" fmla="*/ 2 w 2"/>
                  <a:gd name="T3" fmla="*/ 1 h 1"/>
                  <a:gd name="T4" fmla="*/ 1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1" y="1"/>
                      <a:pt x="2" y="1"/>
                    </a:cubicBezTo>
                    <a:cubicBezTo>
                      <a:pt x="2" y="0"/>
                      <a:pt x="2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92" name="Freeform 273"/>
              <p:cNvSpPr/>
              <p:nvPr>
                <p:custDataLst>
                  <p:tags r:id="rId118"/>
                </p:custDataLst>
              </p:nvPr>
            </p:nvSpPr>
            <p:spPr bwMode="auto">
              <a:xfrm>
                <a:off x="3895" y="3080"/>
                <a:ext cx="4" cy="3"/>
              </a:xfrm>
              <a:custGeom>
                <a:avLst/>
                <a:gdLst>
                  <a:gd name="T0" fmla="*/ 0 w 2"/>
                  <a:gd name="T1" fmla="*/ 0 h 1"/>
                  <a:gd name="T2" fmla="*/ 1 w 2"/>
                  <a:gd name="T3" fmla="*/ 0 h 1"/>
                  <a:gd name="T4" fmla="*/ 1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2" y="0"/>
                      <a:pt x="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93" name="Freeform 274"/>
              <p:cNvSpPr/>
              <p:nvPr>
                <p:custDataLst>
                  <p:tags r:id="rId119"/>
                </p:custDataLst>
              </p:nvPr>
            </p:nvSpPr>
            <p:spPr bwMode="auto">
              <a:xfrm>
                <a:off x="4007" y="307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94" name="Freeform 275"/>
              <p:cNvSpPr/>
              <p:nvPr>
                <p:custDataLst>
                  <p:tags r:id="rId120"/>
                </p:custDataLst>
              </p:nvPr>
            </p:nvSpPr>
            <p:spPr bwMode="auto">
              <a:xfrm>
                <a:off x="3598" y="182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95" name="Freeform 276"/>
              <p:cNvSpPr/>
              <p:nvPr>
                <p:custDataLst>
                  <p:tags r:id="rId121"/>
                </p:custDataLst>
              </p:nvPr>
            </p:nvSpPr>
            <p:spPr bwMode="auto">
              <a:xfrm>
                <a:off x="4005" y="3074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1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96" name="Freeform 277"/>
              <p:cNvSpPr/>
              <p:nvPr>
                <p:custDataLst>
                  <p:tags r:id="rId122"/>
                </p:custDataLst>
              </p:nvPr>
            </p:nvSpPr>
            <p:spPr bwMode="auto">
              <a:xfrm>
                <a:off x="4007" y="308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97" name="Freeform 278"/>
              <p:cNvSpPr/>
              <p:nvPr>
                <p:custDataLst>
                  <p:tags r:id="rId123"/>
                </p:custDataLst>
              </p:nvPr>
            </p:nvSpPr>
            <p:spPr bwMode="auto">
              <a:xfrm>
                <a:off x="3598" y="1823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98" name="Freeform 279"/>
              <p:cNvSpPr/>
              <p:nvPr>
                <p:custDataLst>
                  <p:tags r:id="rId124"/>
                </p:custDataLst>
              </p:nvPr>
            </p:nvSpPr>
            <p:spPr bwMode="auto">
              <a:xfrm>
                <a:off x="3598" y="1823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0 w 1"/>
                  <a:gd name="T4" fmla="*/ 0 w 1"/>
                  <a:gd name="T5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199" name="Freeform 280"/>
              <p:cNvSpPr/>
              <p:nvPr>
                <p:custDataLst>
                  <p:tags r:id="rId125"/>
                </p:custDataLst>
              </p:nvPr>
            </p:nvSpPr>
            <p:spPr bwMode="auto">
              <a:xfrm>
                <a:off x="4009" y="3083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00" name="Freeform 281"/>
              <p:cNvSpPr/>
              <p:nvPr>
                <p:custDataLst>
                  <p:tags r:id="rId126"/>
                </p:custDataLst>
              </p:nvPr>
            </p:nvSpPr>
            <p:spPr bwMode="auto">
              <a:xfrm>
                <a:off x="3602" y="182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01" name="Freeform 282"/>
              <p:cNvSpPr/>
              <p:nvPr>
                <p:custDataLst>
                  <p:tags r:id="rId127"/>
                </p:custDataLst>
              </p:nvPr>
            </p:nvSpPr>
            <p:spPr bwMode="auto">
              <a:xfrm>
                <a:off x="3929" y="1870"/>
                <a:ext cx="4" cy="8"/>
              </a:xfrm>
              <a:custGeom>
                <a:avLst/>
                <a:gdLst>
                  <a:gd name="T0" fmla="*/ 2 w 2"/>
                  <a:gd name="T1" fmla="*/ 1 h 4"/>
                  <a:gd name="T2" fmla="*/ 1 w 2"/>
                  <a:gd name="T3" fmla="*/ 4 h 4"/>
                  <a:gd name="T4" fmla="*/ 2 w 2"/>
                  <a:gd name="T5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1"/>
                    </a:moveTo>
                    <a:cubicBezTo>
                      <a:pt x="2" y="1"/>
                      <a:pt x="0" y="1"/>
                      <a:pt x="1" y="4"/>
                    </a:cubicBezTo>
                    <a:cubicBezTo>
                      <a:pt x="1" y="0"/>
                      <a:pt x="2" y="4"/>
                      <a:pt x="2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02" name="Freeform 283"/>
              <p:cNvSpPr/>
              <p:nvPr>
                <p:custDataLst>
                  <p:tags r:id="rId128"/>
                </p:custDataLst>
              </p:nvPr>
            </p:nvSpPr>
            <p:spPr bwMode="auto">
              <a:xfrm>
                <a:off x="3687" y="1579"/>
                <a:ext cx="4" cy="4"/>
              </a:xfrm>
              <a:custGeom>
                <a:avLst/>
                <a:gdLst>
                  <a:gd name="T0" fmla="*/ 0 w 4"/>
                  <a:gd name="T1" fmla="*/ 4 h 4"/>
                  <a:gd name="T2" fmla="*/ 4 w 4"/>
                  <a:gd name="T3" fmla="*/ 0 h 4"/>
                  <a:gd name="T4" fmla="*/ 0 w 4"/>
                  <a:gd name="T5" fmla="*/ 2 h 4"/>
                  <a:gd name="T6" fmla="*/ 0 w 4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0" y="4"/>
                    </a:moveTo>
                    <a:lnTo>
                      <a:pt x="4" y="0"/>
                    </a:lnTo>
                    <a:lnTo>
                      <a:pt x="0" y="2"/>
                    </a:lnTo>
                    <a:lnTo>
                      <a:pt x="0" y="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03" name="Freeform 284"/>
              <p:cNvSpPr/>
              <p:nvPr>
                <p:custDataLst>
                  <p:tags r:id="rId129"/>
                </p:custDataLst>
              </p:nvPr>
            </p:nvSpPr>
            <p:spPr bwMode="auto">
              <a:xfrm>
                <a:off x="4086" y="1583"/>
                <a:ext cx="8" cy="4"/>
              </a:xfrm>
              <a:custGeom>
                <a:avLst/>
                <a:gdLst>
                  <a:gd name="T0" fmla="*/ 2 w 4"/>
                  <a:gd name="T1" fmla="*/ 2 h 2"/>
                  <a:gd name="T2" fmla="*/ 1 w 4"/>
                  <a:gd name="T3" fmla="*/ 0 h 2"/>
                  <a:gd name="T4" fmla="*/ 2 w 4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2" y="2"/>
                    </a:moveTo>
                    <a:cubicBezTo>
                      <a:pt x="2" y="2"/>
                      <a:pt x="3" y="1"/>
                      <a:pt x="1" y="0"/>
                    </a:cubicBezTo>
                    <a:cubicBezTo>
                      <a:pt x="4" y="2"/>
                      <a:pt x="0" y="1"/>
                      <a:pt x="2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04" name="Freeform 285"/>
              <p:cNvSpPr/>
              <p:nvPr>
                <p:custDataLst>
                  <p:tags r:id="rId130"/>
                </p:custDataLst>
              </p:nvPr>
            </p:nvSpPr>
            <p:spPr bwMode="auto">
              <a:xfrm>
                <a:off x="3574" y="1912"/>
                <a:ext cx="2" cy="21"/>
              </a:xfrm>
              <a:custGeom>
                <a:avLst/>
                <a:gdLst>
                  <a:gd name="T0" fmla="*/ 0 w 1"/>
                  <a:gd name="T1" fmla="*/ 0 h 10"/>
                  <a:gd name="T2" fmla="*/ 1 w 1"/>
                  <a:gd name="T3" fmla="*/ 10 h 10"/>
                  <a:gd name="T4" fmla="*/ 0 w 1"/>
                  <a:gd name="T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0">
                    <a:moveTo>
                      <a:pt x="0" y="0"/>
                    </a:moveTo>
                    <a:cubicBezTo>
                      <a:pt x="0" y="4"/>
                      <a:pt x="0" y="10"/>
                      <a:pt x="1" y="10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05" name="Freeform 286"/>
              <p:cNvSpPr>
                <a:spLocks noEditPoints="1"/>
              </p:cNvSpPr>
              <p:nvPr>
                <p:custDataLst>
                  <p:tags r:id="rId131"/>
                </p:custDataLst>
              </p:nvPr>
            </p:nvSpPr>
            <p:spPr bwMode="auto">
              <a:xfrm>
                <a:off x="3559" y="1774"/>
                <a:ext cx="77" cy="91"/>
              </a:xfrm>
              <a:custGeom>
                <a:avLst/>
                <a:gdLst>
                  <a:gd name="T0" fmla="*/ 32 w 36"/>
                  <a:gd name="T1" fmla="*/ 19 h 43"/>
                  <a:gd name="T2" fmla="*/ 27 w 36"/>
                  <a:gd name="T3" fmla="*/ 2 h 43"/>
                  <a:gd name="T4" fmla="*/ 8 w 36"/>
                  <a:gd name="T5" fmla="*/ 14 h 43"/>
                  <a:gd name="T6" fmla="*/ 16 w 36"/>
                  <a:gd name="T7" fmla="*/ 25 h 43"/>
                  <a:gd name="T8" fmla="*/ 16 w 36"/>
                  <a:gd name="T9" fmla="*/ 24 h 43"/>
                  <a:gd name="T10" fmla="*/ 17 w 36"/>
                  <a:gd name="T11" fmla="*/ 24 h 43"/>
                  <a:gd name="T12" fmla="*/ 17 w 36"/>
                  <a:gd name="T13" fmla="*/ 23 h 43"/>
                  <a:gd name="T14" fmla="*/ 17 w 36"/>
                  <a:gd name="T15" fmla="*/ 24 h 43"/>
                  <a:gd name="T16" fmla="*/ 19 w 36"/>
                  <a:gd name="T17" fmla="*/ 23 h 43"/>
                  <a:gd name="T18" fmla="*/ 18 w 36"/>
                  <a:gd name="T19" fmla="*/ 24 h 43"/>
                  <a:gd name="T20" fmla="*/ 17 w 36"/>
                  <a:gd name="T21" fmla="*/ 24 h 43"/>
                  <a:gd name="T22" fmla="*/ 19 w 36"/>
                  <a:gd name="T23" fmla="*/ 23 h 43"/>
                  <a:gd name="T24" fmla="*/ 20 w 36"/>
                  <a:gd name="T25" fmla="*/ 23 h 43"/>
                  <a:gd name="T26" fmla="*/ 21 w 36"/>
                  <a:gd name="T27" fmla="*/ 24 h 43"/>
                  <a:gd name="T28" fmla="*/ 21 w 36"/>
                  <a:gd name="T29" fmla="*/ 23 h 43"/>
                  <a:gd name="T30" fmla="*/ 21 w 36"/>
                  <a:gd name="T31" fmla="*/ 23 h 43"/>
                  <a:gd name="T32" fmla="*/ 21 w 36"/>
                  <a:gd name="T33" fmla="*/ 23 h 43"/>
                  <a:gd name="T34" fmla="*/ 21 w 36"/>
                  <a:gd name="T35" fmla="*/ 24 h 43"/>
                  <a:gd name="T36" fmla="*/ 22 w 36"/>
                  <a:gd name="T37" fmla="*/ 24 h 43"/>
                  <a:gd name="T38" fmla="*/ 22 w 36"/>
                  <a:gd name="T39" fmla="*/ 24 h 43"/>
                  <a:gd name="T40" fmla="*/ 22 w 36"/>
                  <a:gd name="T41" fmla="*/ 19 h 43"/>
                  <a:gd name="T42" fmla="*/ 22 w 36"/>
                  <a:gd name="T43" fmla="*/ 19 h 43"/>
                  <a:gd name="T44" fmla="*/ 23 w 36"/>
                  <a:gd name="T45" fmla="*/ 23 h 43"/>
                  <a:gd name="T46" fmla="*/ 27 w 36"/>
                  <a:gd name="T47" fmla="*/ 24 h 43"/>
                  <a:gd name="T48" fmla="*/ 25 w 36"/>
                  <a:gd name="T49" fmla="*/ 24 h 43"/>
                  <a:gd name="T50" fmla="*/ 25 w 36"/>
                  <a:gd name="T51" fmla="*/ 24 h 43"/>
                  <a:gd name="T52" fmla="*/ 26 w 36"/>
                  <a:gd name="T53" fmla="*/ 23 h 43"/>
                  <a:gd name="T54" fmla="*/ 25 w 36"/>
                  <a:gd name="T55" fmla="*/ 24 h 43"/>
                  <a:gd name="T56" fmla="*/ 24 w 36"/>
                  <a:gd name="T57" fmla="*/ 24 h 43"/>
                  <a:gd name="T58" fmla="*/ 24 w 36"/>
                  <a:gd name="T59" fmla="*/ 22 h 43"/>
                  <a:gd name="T60" fmla="*/ 24 w 36"/>
                  <a:gd name="T61" fmla="*/ 24 h 43"/>
                  <a:gd name="T62" fmla="*/ 23 w 36"/>
                  <a:gd name="T63" fmla="*/ 24 h 43"/>
                  <a:gd name="T64" fmla="*/ 23 w 36"/>
                  <a:gd name="T65" fmla="*/ 24 h 43"/>
                  <a:gd name="T66" fmla="*/ 24 w 36"/>
                  <a:gd name="T67" fmla="*/ 24 h 43"/>
                  <a:gd name="T68" fmla="*/ 24 w 36"/>
                  <a:gd name="T69" fmla="*/ 24 h 43"/>
                  <a:gd name="T70" fmla="*/ 25 w 36"/>
                  <a:gd name="T71" fmla="*/ 24 h 43"/>
                  <a:gd name="T72" fmla="*/ 29 w 36"/>
                  <a:gd name="T73" fmla="*/ 24 h 43"/>
                  <a:gd name="T74" fmla="*/ 26 w 36"/>
                  <a:gd name="T75" fmla="*/ 24 h 43"/>
                  <a:gd name="T76" fmla="*/ 24 w 36"/>
                  <a:gd name="T77" fmla="*/ 22 h 43"/>
                  <a:gd name="T78" fmla="*/ 23 w 36"/>
                  <a:gd name="T79" fmla="*/ 21 h 43"/>
                  <a:gd name="T80" fmla="*/ 24 w 36"/>
                  <a:gd name="T81" fmla="*/ 21 h 43"/>
                  <a:gd name="T82" fmla="*/ 24 w 36"/>
                  <a:gd name="T83" fmla="*/ 21 h 43"/>
                  <a:gd name="T84" fmla="*/ 23 w 36"/>
                  <a:gd name="T85" fmla="*/ 20 h 43"/>
                  <a:gd name="T86" fmla="*/ 22 w 36"/>
                  <a:gd name="T87" fmla="*/ 19 h 43"/>
                  <a:gd name="T88" fmla="*/ 22 w 36"/>
                  <a:gd name="T89" fmla="*/ 20 h 43"/>
                  <a:gd name="T90" fmla="*/ 21 w 36"/>
                  <a:gd name="T91" fmla="*/ 19 h 43"/>
                  <a:gd name="T92" fmla="*/ 22 w 36"/>
                  <a:gd name="T93" fmla="*/ 21 h 43"/>
                  <a:gd name="T94" fmla="*/ 20 w 36"/>
                  <a:gd name="T95" fmla="*/ 21 h 43"/>
                  <a:gd name="T96" fmla="*/ 17 w 36"/>
                  <a:gd name="T97" fmla="*/ 20 h 43"/>
                  <a:gd name="T98" fmla="*/ 20 w 36"/>
                  <a:gd name="T99" fmla="*/ 19 h 43"/>
                  <a:gd name="T100" fmla="*/ 18 w 36"/>
                  <a:gd name="T101" fmla="*/ 18 h 43"/>
                  <a:gd name="T102" fmla="*/ 19 w 36"/>
                  <a:gd name="T103" fmla="*/ 18 h 43"/>
                  <a:gd name="T104" fmla="*/ 20 w 36"/>
                  <a:gd name="T105" fmla="*/ 18 h 43"/>
                  <a:gd name="T106" fmla="*/ 21 w 36"/>
                  <a:gd name="T107" fmla="*/ 19 h 43"/>
                  <a:gd name="T108" fmla="*/ 20 w 36"/>
                  <a:gd name="T109" fmla="*/ 18 h 43"/>
                  <a:gd name="T110" fmla="*/ 18 w 36"/>
                  <a:gd name="T111" fmla="*/ 18 h 43"/>
                  <a:gd name="T112" fmla="*/ 18 w 36"/>
                  <a:gd name="T113" fmla="*/ 18 h 43"/>
                  <a:gd name="T114" fmla="*/ 15 w 36"/>
                  <a:gd name="T115" fmla="*/ 18 h 43"/>
                  <a:gd name="T116" fmla="*/ 18 w 36"/>
                  <a:gd name="T117" fmla="*/ 18 h 43"/>
                  <a:gd name="T118" fmla="*/ 18 w 36"/>
                  <a:gd name="T119" fmla="*/ 18 h 43"/>
                  <a:gd name="T120" fmla="*/ 17 w 36"/>
                  <a:gd name="T121" fmla="*/ 19 h 43"/>
                  <a:gd name="T122" fmla="*/ 16 w 36"/>
                  <a:gd name="T123" fmla="*/ 25 h 43"/>
                  <a:gd name="T124" fmla="*/ 14 w 36"/>
                  <a:gd name="T125" fmla="*/ 29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6" h="43">
                    <a:moveTo>
                      <a:pt x="5" y="16"/>
                    </a:moveTo>
                    <a:cubicBezTo>
                      <a:pt x="6" y="19"/>
                      <a:pt x="3" y="20"/>
                      <a:pt x="0" y="23"/>
                    </a:cubicBezTo>
                    <a:cubicBezTo>
                      <a:pt x="0" y="23"/>
                      <a:pt x="1" y="25"/>
                      <a:pt x="1" y="28"/>
                    </a:cubicBezTo>
                    <a:cubicBezTo>
                      <a:pt x="5" y="39"/>
                      <a:pt x="13" y="43"/>
                      <a:pt x="19" y="41"/>
                    </a:cubicBezTo>
                    <a:cubicBezTo>
                      <a:pt x="18" y="40"/>
                      <a:pt x="18" y="39"/>
                      <a:pt x="19" y="39"/>
                    </a:cubicBezTo>
                    <a:cubicBezTo>
                      <a:pt x="19" y="39"/>
                      <a:pt x="19" y="39"/>
                      <a:pt x="19" y="39"/>
                    </a:cubicBezTo>
                    <a:cubicBezTo>
                      <a:pt x="19" y="38"/>
                      <a:pt x="19" y="38"/>
                      <a:pt x="19" y="38"/>
                    </a:cubicBezTo>
                    <a:cubicBezTo>
                      <a:pt x="19" y="38"/>
                      <a:pt x="19" y="39"/>
                      <a:pt x="19" y="40"/>
                    </a:cubicBezTo>
                    <a:cubicBezTo>
                      <a:pt x="20" y="39"/>
                      <a:pt x="21" y="39"/>
                      <a:pt x="23" y="39"/>
                    </a:cubicBezTo>
                    <a:cubicBezTo>
                      <a:pt x="22" y="36"/>
                      <a:pt x="23" y="38"/>
                      <a:pt x="23" y="36"/>
                    </a:cubicBezTo>
                    <a:cubicBezTo>
                      <a:pt x="23" y="37"/>
                      <a:pt x="23" y="37"/>
                      <a:pt x="23" y="37"/>
                    </a:cubicBezTo>
                    <a:cubicBezTo>
                      <a:pt x="23" y="36"/>
                      <a:pt x="23" y="36"/>
                      <a:pt x="25" y="38"/>
                    </a:cubicBezTo>
                    <a:cubicBezTo>
                      <a:pt x="29" y="38"/>
                      <a:pt x="31" y="35"/>
                      <a:pt x="33" y="33"/>
                    </a:cubicBezTo>
                    <a:cubicBezTo>
                      <a:pt x="36" y="30"/>
                      <a:pt x="36" y="26"/>
                      <a:pt x="36" y="21"/>
                    </a:cubicBezTo>
                    <a:cubicBezTo>
                      <a:pt x="33" y="20"/>
                      <a:pt x="35" y="19"/>
                      <a:pt x="32" y="19"/>
                    </a:cubicBezTo>
                    <a:cubicBezTo>
                      <a:pt x="33" y="19"/>
                      <a:pt x="33" y="19"/>
                      <a:pt x="33" y="19"/>
                    </a:cubicBezTo>
                    <a:cubicBezTo>
                      <a:pt x="31" y="18"/>
                      <a:pt x="33" y="18"/>
                      <a:pt x="34" y="17"/>
                    </a:cubicBezTo>
                    <a:cubicBezTo>
                      <a:pt x="33" y="17"/>
                      <a:pt x="34" y="17"/>
                      <a:pt x="32" y="17"/>
                    </a:cubicBezTo>
                    <a:cubicBezTo>
                      <a:pt x="30" y="17"/>
                      <a:pt x="35" y="17"/>
                      <a:pt x="34" y="16"/>
                    </a:cubicBezTo>
                    <a:cubicBezTo>
                      <a:pt x="34" y="16"/>
                      <a:pt x="33" y="17"/>
                      <a:pt x="33" y="16"/>
                    </a:cubicBezTo>
                    <a:cubicBezTo>
                      <a:pt x="31" y="16"/>
                      <a:pt x="34" y="17"/>
                      <a:pt x="36" y="15"/>
                    </a:cubicBezTo>
                    <a:cubicBezTo>
                      <a:pt x="35" y="13"/>
                      <a:pt x="32" y="12"/>
                      <a:pt x="33" y="10"/>
                    </a:cubicBezTo>
                    <a:cubicBezTo>
                      <a:pt x="33" y="11"/>
                      <a:pt x="32" y="11"/>
                      <a:pt x="32" y="11"/>
                    </a:cubicBezTo>
                    <a:cubicBezTo>
                      <a:pt x="35" y="9"/>
                      <a:pt x="31" y="11"/>
                      <a:pt x="32" y="10"/>
                    </a:cubicBezTo>
                    <a:cubicBezTo>
                      <a:pt x="33" y="10"/>
                      <a:pt x="33" y="10"/>
                      <a:pt x="33" y="10"/>
                    </a:cubicBezTo>
                    <a:cubicBezTo>
                      <a:pt x="34" y="9"/>
                      <a:pt x="32" y="9"/>
                      <a:pt x="32" y="7"/>
                    </a:cubicBezTo>
                    <a:cubicBezTo>
                      <a:pt x="30" y="7"/>
                      <a:pt x="32" y="5"/>
                      <a:pt x="30" y="5"/>
                    </a:cubicBezTo>
                    <a:cubicBezTo>
                      <a:pt x="31" y="5"/>
                      <a:pt x="30" y="4"/>
                      <a:pt x="30" y="4"/>
                    </a:cubicBezTo>
                    <a:cubicBezTo>
                      <a:pt x="27" y="6"/>
                      <a:pt x="29" y="1"/>
                      <a:pt x="27" y="3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5" y="1"/>
                      <a:pt x="21" y="0"/>
                      <a:pt x="18" y="3"/>
                    </a:cubicBezTo>
                    <a:cubicBezTo>
                      <a:pt x="16" y="3"/>
                      <a:pt x="12" y="1"/>
                      <a:pt x="13" y="3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4"/>
                      <a:pt x="12" y="3"/>
                    </a:cubicBezTo>
                    <a:cubicBezTo>
                      <a:pt x="13" y="5"/>
                      <a:pt x="11" y="4"/>
                      <a:pt x="11" y="4"/>
                    </a:cubicBezTo>
                    <a:cubicBezTo>
                      <a:pt x="11" y="5"/>
                      <a:pt x="11" y="5"/>
                      <a:pt x="11" y="6"/>
                    </a:cubicBezTo>
                    <a:cubicBezTo>
                      <a:pt x="9" y="4"/>
                      <a:pt x="11" y="8"/>
                      <a:pt x="9" y="7"/>
                    </a:cubicBezTo>
                    <a:cubicBezTo>
                      <a:pt x="12" y="9"/>
                      <a:pt x="10" y="8"/>
                      <a:pt x="10" y="9"/>
                    </a:cubicBezTo>
                    <a:cubicBezTo>
                      <a:pt x="10" y="9"/>
                      <a:pt x="10" y="9"/>
                      <a:pt x="9" y="8"/>
                    </a:cubicBezTo>
                    <a:cubicBezTo>
                      <a:pt x="9" y="9"/>
                      <a:pt x="9" y="9"/>
                      <a:pt x="8" y="9"/>
                    </a:cubicBezTo>
                    <a:cubicBezTo>
                      <a:pt x="8" y="9"/>
                      <a:pt x="10" y="10"/>
                      <a:pt x="9" y="10"/>
                    </a:cubicBezTo>
                    <a:cubicBezTo>
                      <a:pt x="7" y="9"/>
                      <a:pt x="9" y="11"/>
                      <a:pt x="8" y="10"/>
                    </a:cubicBezTo>
                    <a:cubicBezTo>
                      <a:pt x="10" y="11"/>
                      <a:pt x="11" y="13"/>
                      <a:pt x="10" y="12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9" y="12"/>
                      <a:pt x="5" y="12"/>
                      <a:pt x="8" y="14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8" y="15"/>
                      <a:pt x="6" y="15"/>
                      <a:pt x="8" y="17"/>
                    </a:cubicBezTo>
                    <a:cubicBezTo>
                      <a:pt x="8" y="17"/>
                      <a:pt x="7" y="17"/>
                      <a:pt x="7" y="17"/>
                    </a:cubicBezTo>
                    <a:cubicBezTo>
                      <a:pt x="6" y="17"/>
                      <a:pt x="5" y="16"/>
                      <a:pt x="5" y="16"/>
                    </a:cubicBezTo>
                    <a:close/>
                    <a:moveTo>
                      <a:pt x="16" y="26"/>
                    </a:moveTo>
                    <a:cubicBezTo>
                      <a:pt x="16" y="26"/>
                      <a:pt x="16" y="26"/>
                      <a:pt x="16" y="26"/>
                    </a:cubicBezTo>
                    <a:cubicBezTo>
                      <a:pt x="16" y="27"/>
                      <a:pt x="16" y="27"/>
                      <a:pt x="16" y="26"/>
                    </a:cubicBezTo>
                    <a:close/>
                    <a:moveTo>
                      <a:pt x="17" y="24"/>
                    </a:moveTo>
                    <a:cubicBezTo>
                      <a:pt x="17" y="25"/>
                      <a:pt x="16" y="25"/>
                      <a:pt x="17" y="27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6" y="24"/>
                      <a:pt x="16" y="24"/>
                      <a:pt x="17" y="24"/>
                    </a:cubicBezTo>
                    <a:cubicBezTo>
                      <a:pt x="17" y="25"/>
                      <a:pt x="17" y="25"/>
                      <a:pt x="17" y="24"/>
                    </a:cubicBezTo>
                    <a:close/>
                    <a:moveTo>
                      <a:pt x="16" y="25"/>
                    </a:moveTo>
                    <a:cubicBezTo>
                      <a:pt x="16" y="25"/>
                      <a:pt x="16" y="25"/>
                      <a:pt x="16" y="25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6" y="24"/>
                      <a:pt x="16" y="24"/>
                      <a:pt x="16" y="24"/>
                    </a:cubicBezTo>
                    <a:cubicBezTo>
                      <a:pt x="16" y="25"/>
                      <a:pt x="17" y="23"/>
                      <a:pt x="16" y="24"/>
                    </a:cubicBezTo>
                    <a:cubicBezTo>
                      <a:pt x="16" y="24"/>
                      <a:pt x="16" y="24"/>
                      <a:pt x="16" y="24"/>
                    </a:cubicBezTo>
                    <a:cubicBezTo>
                      <a:pt x="16" y="24"/>
                      <a:pt x="16" y="24"/>
                      <a:pt x="16" y="24"/>
                    </a:cubicBezTo>
                    <a:cubicBezTo>
                      <a:pt x="16" y="24"/>
                      <a:pt x="16" y="24"/>
                      <a:pt x="16" y="24"/>
                    </a:cubicBezTo>
                    <a:cubicBezTo>
                      <a:pt x="16" y="24"/>
                      <a:pt x="16" y="24"/>
                      <a:pt x="16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6" y="25"/>
                      <a:pt x="17" y="24"/>
                      <a:pt x="16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6" y="24"/>
                      <a:pt x="16" y="25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6" y="25"/>
                      <a:pt x="16" y="25"/>
                      <a:pt x="16" y="25"/>
                    </a:cubicBezTo>
                    <a:close/>
                    <a:moveTo>
                      <a:pt x="17" y="24"/>
                    </a:move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lose/>
                    <a:moveTo>
                      <a:pt x="17" y="23"/>
                    </a:moveTo>
                    <a:cubicBezTo>
                      <a:pt x="17" y="23"/>
                      <a:pt x="17" y="23"/>
                      <a:pt x="17" y="23"/>
                    </a:cubicBezTo>
                    <a:cubicBezTo>
                      <a:pt x="17" y="23"/>
                      <a:pt x="17" y="23"/>
                      <a:pt x="17" y="23"/>
                    </a:cubicBezTo>
                    <a:cubicBezTo>
                      <a:pt x="17" y="23"/>
                      <a:pt x="17" y="23"/>
                      <a:pt x="17" y="23"/>
                    </a:cubicBezTo>
                    <a:cubicBezTo>
                      <a:pt x="17" y="23"/>
                      <a:pt x="17" y="23"/>
                      <a:pt x="17" y="23"/>
                    </a:cubicBezTo>
                    <a:close/>
                    <a:moveTo>
                      <a:pt x="17" y="24"/>
                    </a:move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lose/>
                    <a:moveTo>
                      <a:pt x="17" y="23"/>
                    </a:moveTo>
                    <a:cubicBezTo>
                      <a:pt x="17" y="23"/>
                      <a:pt x="17" y="23"/>
                      <a:pt x="17" y="23"/>
                    </a:cubicBezTo>
                    <a:cubicBezTo>
                      <a:pt x="18" y="23"/>
                      <a:pt x="18" y="23"/>
                      <a:pt x="18" y="23"/>
                    </a:cubicBezTo>
                    <a:cubicBezTo>
                      <a:pt x="18" y="23"/>
                      <a:pt x="17" y="23"/>
                      <a:pt x="17" y="23"/>
                    </a:cubicBezTo>
                    <a:cubicBezTo>
                      <a:pt x="17" y="23"/>
                      <a:pt x="17" y="23"/>
                      <a:pt x="17" y="23"/>
                    </a:cubicBezTo>
                    <a:cubicBezTo>
                      <a:pt x="17" y="23"/>
                      <a:pt x="17" y="23"/>
                      <a:pt x="17" y="23"/>
                    </a:cubicBezTo>
                    <a:cubicBezTo>
                      <a:pt x="17" y="23"/>
                      <a:pt x="17" y="23"/>
                      <a:pt x="17" y="23"/>
                    </a:cubicBezTo>
                    <a:close/>
                    <a:moveTo>
                      <a:pt x="17" y="24"/>
                    </a:move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lose/>
                    <a:moveTo>
                      <a:pt x="17" y="24"/>
                    </a:move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lose/>
                    <a:moveTo>
                      <a:pt x="17" y="24"/>
                    </a:move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8" y="25"/>
                      <a:pt x="17" y="24"/>
                      <a:pt x="17" y="24"/>
                    </a:cubicBezTo>
                    <a:close/>
                    <a:moveTo>
                      <a:pt x="18" y="24"/>
                    </a:move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8" y="24"/>
                      <a:pt x="18" y="24"/>
                    </a:cubicBezTo>
                    <a:close/>
                    <a:moveTo>
                      <a:pt x="20" y="23"/>
                    </a:moveTo>
                    <a:cubicBezTo>
                      <a:pt x="20" y="23"/>
                      <a:pt x="20" y="23"/>
                      <a:pt x="20" y="23"/>
                    </a:cubicBezTo>
                    <a:cubicBezTo>
                      <a:pt x="20" y="23"/>
                      <a:pt x="19" y="23"/>
                      <a:pt x="19" y="23"/>
                    </a:cubicBezTo>
                    <a:cubicBezTo>
                      <a:pt x="19" y="23"/>
                      <a:pt x="18" y="23"/>
                      <a:pt x="18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9" y="23"/>
                      <a:pt x="19" y="23"/>
                      <a:pt x="18" y="24"/>
                    </a:cubicBezTo>
                    <a:cubicBezTo>
                      <a:pt x="19" y="23"/>
                      <a:pt x="19" y="23"/>
                      <a:pt x="19" y="23"/>
                    </a:cubicBezTo>
                    <a:cubicBezTo>
                      <a:pt x="19" y="23"/>
                      <a:pt x="19" y="23"/>
                      <a:pt x="19" y="24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9" y="24"/>
                      <a:pt x="18" y="25"/>
                      <a:pt x="19" y="26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8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3"/>
                      <a:pt x="17" y="23"/>
                    </a:cubicBezTo>
                    <a:cubicBezTo>
                      <a:pt x="17" y="23"/>
                      <a:pt x="18" y="23"/>
                      <a:pt x="18" y="23"/>
                    </a:cubicBezTo>
                    <a:cubicBezTo>
                      <a:pt x="18" y="23"/>
                      <a:pt x="18" y="23"/>
                      <a:pt x="18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3"/>
                      <a:pt x="18" y="23"/>
                      <a:pt x="18" y="23"/>
                    </a:cubicBezTo>
                    <a:cubicBezTo>
                      <a:pt x="18" y="23"/>
                      <a:pt x="18" y="23"/>
                      <a:pt x="18" y="23"/>
                    </a:cubicBezTo>
                    <a:cubicBezTo>
                      <a:pt x="18" y="22"/>
                      <a:pt x="17" y="22"/>
                      <a:pt x="17" y="22"/>
                    </a:cubicBezTo>
                    <a:cubicBezTo>
                      <a:pt x="18" y="22"/>
                      <a:pt x="18" y="23"/>
                      <a:pt x="18" y="23"/>
                    </a:cubicBezTo>
                    <a:cubicBezTo>
                      <a:pt x="19" y="22"/>
                      <a:pt x="19" y="22"/>
                      <a:pt x="19" y="22"/>
                    </a:cubicBezTo>
                    <a:cubicBezTo>
                      <a:pt x="19" y="22"/>
                      <a:pt x="19" y="23"/>
                      <a:pt x="19" y="23"/>
                    </a:cubicBezTo>
                    <a:cubicBezTo>
                      <a:pt x="19" y="23"/>
                      <a:pt x="20" y="23"/>
                      <a:pt x="20" y="23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20" y="23"/>
                      <a:pt x="21" y="23"/>
                      <a:pt x="21" y="23"/>
                    </a:cubicBezTo>
                    <a:cubicBezTo>
                      <a:pt x="21" y="23"/>
                      <a:pt x="21" y="23"/>
                      <a:pt x="21" y="23"/>
                    </a:cubicBezTo>
                    <a:cubicBezTo>
                      <a:pt x="21" y="23"/>
                      <a:pt x="21" y="23"/>
                      <a:pt x="21" y="23"/>
                    </a:cubicBezTo>
                    <a:cubicBezTo>
                      <a:pt x="21" y="23"/>
                      <a:pt x="21" y="23"/>
                      <a:pt x="21" y="23"/>
                    </a:cubicBezTo>
                    <a:cubicBezTo>
                      <a:pt x="21" y="23"/>
                      <a:pt x="21" y="23"/>
                      <a:pt x="21" y="23"/>
                    </a:cubicBezTo>
                    <a:cubicBezTo>
                      <a:pt x="21" y="23"/>
                      <a:pt x="21" y="23"/>
                      <a:pt x="21" y="23"/>
                    </a:cubicBezTo>
                    <a:cubicBezTo>
                      <a:pt x="21" y="23"/>
                      <a:pt x="21" y="23"/>
                      <a:pt x="20" y="23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20" y="23"/>
                      <a:pt x="20" y="23"/>
                      <a:pt x="21" y="23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20" y="23"/>
                      <a:pt x="20" y="23"/>
                      <a:pt x="20" y="23"/>
                    </a:cubicBezTo>
                    <a:close/>
                    <a:moveTo>
                      <a:pt x="21" y="24"/>
                    </a:moveTo>
                    <a:cubicBezTo>
                      <a:pt x="21" y="24"/>
                      <a:pt x="21" y="24"/>
                      <a:pt x="21" y="24"/>
                    </a:cubicBezTo>
                    <a:cubicBezTo>
                      <a:pt x="21" y="24"/>
                      <a:pt x="21" y="24"/>
                      <a:pt x="21" y="24"/>
                    </a:cubicBezTo>
                    <a:cubicBezTo>
                      <a:pt x="21" y="24"/>
                      <a:pt x="21" y="24"/>
                      <a:pt x="21" y="24"/>
                    </a:cubicBezTo>
                    <a:cubicBezTo>
                      <a:pt x="21" y="24"/>
                      <a:pt x="21" y="24"/>
                      <a:pt x="21" y="24"/>
                    </a:cubicBezTo>
                    <a:close/>
                    <a:moveTo>
                      <a:pt x="21" y="24"/>
                    </a:moveTo>
                    <a:cubicBezTo>
                      <a:pt x="21" y="24"/>
                      <a:pt x="21" y="24"/>
                      <a:pt x="21" y="24"/>
                    </a:cubicBezTo>
                    <a:cubicBezTo>
                      <a:pt x="21" y="24"/>
                      <a:pt x="21" y="24"/>
                      <a:pt x="21" y="24"/>
                    </a:cubicBezTo>
                    <a:cubicBezTo>
                      <a:pt x="21" y="24"/>
                      <a:pt x="21" y="24"/>
                      <a:pt x="21" y="24"/>
                    </a:cubicBezTo>
                    <a:close/>
                    <a:moveTo>
                      <a:pt x="21" y="24"/>
                    </a:moveTo>
                    <a:cubicBezTo>
                      <a:pt x="21" y="24"/>
                      <a:pt x="21" y="24"/>
                      <a:pt x="21" y="24"/>
                    </a:cubicBezTo>
                    <a:cubicBezTo>
                      <a:pt x="21" y="24"/>
                      <a:pt x="21" y="24"/>
                      <a:pt x="21" y="24"/>
                    </a:cubicBezTo>
                    <a:cubicBezTo>
                      <a:pt x="21" y="24"/>
                      <a:pt x="21" y="24"/>
                      <a:pt x="21" y="24"/>
                    </a:cubicBezTo>
                    <a:cubicBezTo>
                      <a:pt x="21" y="24"/>
                      <a:pt x="21" y="24"/>
                      <a:pt x="21" y="24"/>
                    </a:cubicBezTo>
                    <a:close/>
                    <a:moveTo>
                      <a:pt x="21" y="24"/>
                    </a:moveTo>
                    <a:cubicBezTo>
                      <a:pt x="21" y="24"/>
                      <a:pt x="21" y="24"/>
                      <a:pt x="21" y="24"/>
                    </a:cubicBezTo>
                    <a:cubicBezTo>
                      <a:pt x="21" y="24"/>
                      <a:pt x="21" y="24"/>
                      <a:pt x="21" y="24"/>
                    </a:cubicBezTo>
                    <a:cubicBezTo>
                      <a:pt x="21" y="24"/>
                      <a:pt x="21" y="24"/>
                      <a:pt x="21" y="24"/>
                    </a:cubicBezTo>
                    <a:close/>
                    <a:moveTo>
                      <a:pt x="21" y="23"/>
                    </a:moveTo>
                    <a:cubicBezTo>
                      <a:pt x="21" y="23"/>
                      <a:pt x="21" y="23"/>
                      <a:pt x="21" y="23"/>
                    </a:cubicBezTo>
                    <a:cubicBezTo>
                      <a:pt x="21" y="23"/>
                      <a:pt x="21" y="23"/>
                      <a:pt x="21" y="23"/>
                    </a:cubicBezTo>
                    <a:cubicBezTo>
                      <a:pt x="21" y="23"/>
                      <a:pt x="21" y="23"/>
                      <a:pt x="21" y="23"/>
                    </a:cubicBezTo>
                    <a:cubicBezTo>
                      <a:pt x="21" y="23"/>
                      <a:pt x="21" y="23"/>
                      <a:pt x="21" y="23"/>
                    </a:cubicBezTo>
                    <a:close/>
                    <a:moveTo>
                      <a:pt x="21" y="23"/>
                    </a:moveTo>
                    <a:cubicBezTo>
                      <a:pt x="21" y="23"/>
                      <a:pt x="21" y="23"/>
                      <a:pt x="21" y="23"/>
                    </a:cubicBezTo>
                    <a:cubicBezTo>
                      <a:pt x="21" y="23"/>
                      <a:pt x="21" y="23"/>
                      <a:pt x="21" y="23"/>
                    </a:cubicBezTo>
                    <a:cubicBezTo>
                      <a:pt x="21" y="23"/>
                      <a:pt x="21" y="23"/>
                      <a:pt x="21" y="23"/>
                    </a:cubicBezTo>
                    <a:cubicBezTo>
                      <a:pt x="21" y="23"/>
                      <a:pt x="21" y="23"/>
                      <a:pt x="21" y="23"/>
                    </a:cubicBezTo>
                    <a:close/>
                    <a:moveTo>
                      <a:pt x="21" y="23"/>
                    </a:moveTo>
                    <a:cubicBezTo>
                      <a:pt x="21" y="23"/>
                      <a:pt x="21" y="23"/>
                      <a:pt x="21" y="23"/>
                    </a:cubicBezTo>
                    <a:cubicBezTo>
                      <a:pt x="21" y="23"/>
                      <a:pt x="21" y="23"/>
                      <a:pt x="21" y="23"/>
                    </a:cubicBezTo>
                    <a:cubicBezTo>
                      <a:pt x="21" y="23"/>
                      <a:pt x="21" y="23"/>
                      <a:pt x="21" y="23"/>
                    </a:cubicBezTo>
                    <a:cubicBezTo>
                      <a:pt x="21" y="23"/>
                      <a:pt x="21" y="23"/>
                      <a:pt x="21" y="23"/>
                    </a:cubicBezTo>
                    <a:cubicBezTo>
                      <a:pt x="21" y="23"/>
                      <a:pt x="21" y="23"/>
                      <a:pt x="21" y="23"/>
                    </a:cubicBezTo>
                    <a:cubicBezTo>
                      <a:pt x="21" y="23"/>
                      <a:pt x="21" y="23"/>
                      <a:pt x="21" y="23"/>
                    </a:cubicBezTo>
                    <a:close/>
                    <a:moveTo>
                      <a:pt x="21" y="23"/>
                    </a:moveTo>
                    <a:cubicBezTo>
                      <a:pt x="21" y="23"/>
                      <a:pt x="21" y="23"/>
                      <a:pt x="21" y="23"/>
                    </a:cubicBezTo>
                    <a:cubicBezTo>
                      <a:pt x="21" y="23"/>
                      <a:pt x="21" y="23"/>
                      <a:pt x="21" y="23"/>
                    </a:cubicBezTo>
                    <a:cubicBezTo>
                      <a:pt x="21" y="23"/>
                      <a:pt x="21" y="23"/>
                      <a:pt x="21" y="23"/>
                    </a:cubicBezTo>
                    <a:cubicBezTo>
                      <a:pt x="21" y="23"/>
                      <a:pt x="21" y="23"/>
                      <a:pt x="21" y="23"/>
                    </a:cubicBezTo>
                    <a:close/>
                    <a:moveTo>
                      <a:pt x="21" y="24"/>
                    </a:moveTo>
                    <a:cubicBezTo>
                      <a:pt x="21" y="24"/>
                      <a:pt x="21" y="24"/>
                      <a:pt x="21" y="24"/>
                    </a:cubicBezTo>
                    <a:cubicBezTo>
                      <a:pt x="20" y="24"/>
                      <a:pt x="20" y="24"/>
                      <a:pt x="20" y="24"/>
                    </a:cubicBezTo>
                    <a:cubicBezTo>
                      <a:pt x="20" y="24"/>
                      <a:pt x="21" y="24"/>
                      <a:pt x="21" y="24"/>
                    </a:cubicBezTo>
                    <a:cubicBezTo>
                      <a:pt x="21" y="24"/>
                      <a:pt x="21" y="24"/>
                      <a:pt x="21" y="24"/>
                    </a:cubicBezTo>
                    <a:close/>
                    <a:moveTo>
                      <a:pt x="21" y="24"/>
                    </a:moveTo>
                    <a:cubicBezTo>
                      <a:pt x="21" y="24"/>
                      <a:pt x="21" y="24"/>
                      <a:pt x="21" y="24"/>
                    </a:cubicBezTo>
                    <a:cubicBezTo>
                      <a:pt x="21" y="24"/>
                      <a:pt x="21" y="24"/>
                      <a:pt x="21" y="24"/>
                    </a:cubicBezTo>
                    <a:cubicBezTo>
                      <a:pt x="21" y="24"/>
                      <a:pt x="21" y="24"/>
                      <a:pt x="21" y="24"/>
                    </a:cubicBezTo>
                    <a:cubicBezTo>
                      <a:pt x="21" y="24"/>
                      <a:pt x="21" y="24"/>
                      <a:pt x="21" y="24"/>
                    </a:cubicBezTo>
                    <a:close/>
                    <a:moveTo>
                      <a:pt x="21" y="23"/>
                    </a:moveTo>
                    <a:cubicBezTo>
                      <a:pt x="21" y="23"/>
                      <a:pt x="21" y="23"/>
                      <a:pt x="21" y="23"/>
                    </a:cubicBezTo>
                    <a:cubicBezTo>
                      <a:pt x="21" y="23"/>
                      <a:pt x="21" y="23"/>
                      <a:pt x="21" y="23"/>
                    </a:cubicBezTo>
                    <a:cubicBezTo>
                      <a:pt x="21" y="23"/>
                      <a:pt x="21" y="23"/>
                      <a:pt x="21" y="23"/>
                    </a:cubicBezTo>
                    <a:close/>
                    <a:moveTo>
                      <a:pt x="20" y="24"/>
                    </a:moveTo>
                    <a:cubicBezTo>
                      <a:pt x="20" y="24"/>
                      <a:pt x="20" y="24"/>
                      <a:pt x="20" y="24"/>
                    </a:cubicBezTo>
                    <a:cubicBezTo>
                      <a:pt x="20" y="24"/>
                      <a:pt x="20" y="24"/>
                      <a:pt x="20" y="24"/>
                    </a:cubicBezTo>
                    <a:cubicBezTo>
                      <a:pt x="20" y="24"/>
                      <a:pt x="20" y="24"/>
                      <a:pt x="20" y="24"/>
                    </a:cubicBezTo>
                    <a:cubicBezTo>
                      <a:pt x="20" y="24"/>
                      <a:pt x="20" y="24"/>
                      <a:pt x="20" y="24"/>
                    </a:cubicBezTo>
                    <a:close/>
                    <a:moveTo>
                      <a:pt x="20" y="24"/>
                    </a:moveTo>
                    <a:cubicBezTo>
                      <a:pt x="20" y="24"/>
                      <a:pt x="20" y="24"/>
                      <a:pt x="20" y="24"/>
                    </a:cubicBezTo>
                    <a:cubicBezTo>
                      <a:pt x="21" y="24"/>
                      <a:pt x="21" y="24"/>
                      <a:pt x="21" y="25"/>
                    </a:cubicBezTo>
                    <a:lnTo>
                      <a:pt x="20" y="24"/>
                    </a:lnTo>
                    <a:close/>
                    <a:moveTo>
                      <a:pt x="21" y="24"/>
                    </a:moveTo>
                    <a:cubicBezTo>
                      <a:pt x="21" y="24"/>
                      <a:pt x="21" y="24"/>
                      <a:pt x="21" y="24"/>
                    </a:cubicBezTo>
                    <a:cubicBezTo>
                      <a:pt x="21" y="24"/>
                      <a:pt x="21" y="24"/>
                      <a:pt x="21" y="24"/>
                    </a:cubicBezTo>
                    <a:cubicBezTo>
                      <a:pt x="21" y="24"/>
                      <a:pt x="21" y="24"/>
                      <a:pt x="21" y="24"/>
                    </a:cubicBezTo>
                    <a:close/>
                    <a:moveTo>
                      <a:pt x="21" y="24"/>
                    </a:moveTo>
                    <a:cubicBezTo>
                      <a:pt x="21" y="24"/>
                      <a:pt x="21" y="24"/>
                      <a:pt x="21" y="24"/>
                    </a:cubicBezTo>
                    <a:cubicBezTo>
                      <a:pt x="21" y="24"/>
                      <a:pt x="21" y="24"/>
                      <a:pt x="22" y="25"/>
                    </a:cubicBezTo>
                    <a:lnTo>
                      <a:pt x="21" y="24"/>
                    </a:lnTo>
                    <a:close/>
                    <a:moveTo>
                      <a:pt x="22" y="23"/>
                    </a:moveTo>
                    <a:cubicBezTo>
                      <a:pt x="21" y="23"/>
                      <a:pt x="21" y="23"/>
                      <a:pt x="21" y="23"/>
                    </a:cubicBezTo>
                    <a:cubicBezTo>
                      <a:pt x="22" y="23"/>
                      <a:pt x="22" y="23"/>
                      <a:pt x="22" y="23"/>
                    </a:cubicBezTo>
                    <a:cubicBezTo>
                      <a:pt x="22" y="23"/>
                      <a:pt x="22" y="23"/>
                      <a:pt x="22" y="23"/>
                    </a:cubicBezTo>
                    <a:cubicBezTo>
                      <a:pt x="22" y="23"/>
                      <a:pt x="22" y="23"/>
                      <a:pt x="22" y="23"/>
                    </a:cubicBezTo>
                    <a:close/>
                    <a:moveTo>
                      <a:pt x="22" y="23"/>
                    </a:moveTo>
                    <a:cubicBezTo>
                      <a:pt x="22" y="23"/>
                      <a:pt x="22" y="23"/>
                      <a:pt x="22" y="23"/>
                    </a:cubicBezTo>
                    <a:cubicBezTo>
                      <a:pt x="22" y="24"/>
                      <a:pt x="22" y="24"/>
                      <a:pt x="22" y="24"/>
                    </a:cubicBezTo>
                    <a:cubicBezTo>
                      <a:pt x="22" y="24"/>
                      <a:pt x="22" y="24"/>
                      <a:pt x="22" y="24"/>
                    </a:cubicBezTo>
                    <a:cubicBezTo>
                      <a:pt x="22" y="24"/>
                      <a:pt x="22" y="24"/>
                      <a:pt x="22" y="24"/>
                    </a:cubicBezTo>
                    <a:lnTo>
                      <a:pt x="22" y="23"/>
                    </a:lnTo>
                    <a:close/>
                    <a:moveTo>
                      <a:pt x="22" y="23"/>
                    </a:moveTo>
                    <a:cubicBezTo>
                      <a:pt x="22" y="23"/>
                      <a:pt x="22" y="23"/>
                      <a:pt x="22" y="23"/>
                    </a:cubicBezTo>
                    <a:cubicBezTo>
                      <a:pt x="22" y="23"/>
                      <a:pt x="22" y="23"/>
                      <a:pt x="22" y="23"/>
                    </a:cubicBezTo>
                    <a:cubicBezTo>
                      <a:pt x="22" y="23"/>
                      <a:pt x="22" y="23"/>
                      <a:pt x="22" y="23"/>
                    </a:cubicBezTo>
                    <a:close/>
                    <a:moveTo>
                      <a:pt x="22" y="24"/>
                    </a:moveTo>
                    <a:cubicBezTo>
                      <a:pt x="22" y="24"/>
                      <a:pt x="22" y="24"/>
                      <a:pt x="22" y="24"/>
                    </a:cubicBezTo>
                    <a:cubicBezTo>
                      <a:pt x="22" y="24"/>
                      <a:pt x="22" y="24"/>
                      <a:pt x="22" y="24"/>
                    </a:cubicBezTo>
                    <a:cubicBezTo>
                      <a:pt x="22" y="24"/>
                      <a:pt x="22" y="24"/>
                      <a:pt x="22" y="24"/>
                    </a:cubicBezTo>
                    <a:cubicBezTo>
                      <a:pt x="22" y="24"/>
                      <a:pt x="22" y="24"/>
                      <a:pt x="22" y="24"/>
                    </a:cubicBezTo>
                    <a:close/>
                    <a:moveTo>
                      <a:pt x="22" y="24"/>
                    </a:moveTo>
                    <a:cubicBezTo>
                      <a:pt x="22" y="24"/>
                      <a:pt x="22" y="24"/>
                      <a:pt x="22" y="24"/>
                    </a:cubicBezTo>
                    <a:cubicBezTo>
                      <a:pt x="22" y="24"/>
                      <a:pt x="22" y="24"/>
                      <a:pt x="22" y="24"/>
                    </a:cubicBezTo>
                    <a:close/>
                    <a:moveTo>
                      <a:pt x="22" y="24"/>
                    </a:moveTo>
                    <a:cubicBezTo>
                      <a:pt x="22" y="24"/>
                      <a:pt x="22" y="24"/>
                      <a:pt x="22" y="24"/>
                    </a:cubicBezTo>
                    <a:cubicBezTo>
                      <a:pt x="22" y="24"/>
                      <a:pt x="22" y="24"/>
                      <a:pt x="22" y="24"/>
                    </a:cubicBezTo>
                    <a:cubicBezTo>
                      <a:pt x="22" y="24"/>
                      <a:pt x="23" y="24"/>
                      <a:pt x="22" y="24"/>
                    </a:cubicBezTo>
                    <a:close/>
                    <a:moveTo>
                      <a:pt x="22" y="22"/>
                    </a:moveTo>
                    <a:cubicBezTo>
                      <a:pt x="22" y="22"/>
                      <a:pt x="22" y="22"/>
                      <a:pt x="22" y="22"/>
                    </a:cubicBezTo>
                    <a:cubicBezTo>
                      <a:pt x="23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3" y="22"/>
                      <a:pt x="23" y="22"/>
                    </a:cubicBezTo>
                    <a:cubicBezTo>
                      <a:pt x="23" y="22"/>
                      <a:pt x="23" y="22"/>
                      <a:pt x="22" y="22"/>
                    </a:cubicBezTo>
                    <a:close/>
                    <a:moveTo>
                      <a:pt x="22" y="19"/>
                    </a:moveTo>
                    <a:cubicBezTo>
                      <a:pt x="22" y="19"/>
                      <a:pt x="22" y="19"/>
                      <a:pt x="22" y="19"/>
                    </a:cubicBezTo>
                    <a:cubicBezTo>
                      <a:pt x="22" y="19"/>
                      <a:pt x="22" y="19"/>
                      <a:pt x="22" y="19"/>
                    </a:cubicBezTo>
                    <a:cubicBezTo>
                      <a:pt x="22" y="19"/>
                      <a:pt x="22" y="19"/>
                      <a:pt x="22" y="19"/>
                    </a:cubicBezTo>
                    <a:close/>
                    <a:moveTo>
                      <a:pt x="22" y="19"/>
                    </a:moveTo>
                    <a:cubicBezTo>
                      <a:pt x="22" y="19"/>
                      <a:pt x="22" y="19"/>
                      <a:pt x="22" y="19"/>
                    </a:cubicBezTo>
                    <a:cubicBezTo>
                      <a:pt x="22" y="19"/>
                      <a:pt x="22" y="19"/>
                      <a:pt x="22" y="19"/>
                    </a:cubicBezTo>
                    <a:cubicBezTo>
                      <a:pt x="22" y="19"/>
                      <a:pt x="22" y="19"/>
                      <a:pt x="22" y="19"/>
                    </a:cubicBezTo>
                    <a:close/>
                    <a:moveTo>
                      <a:pt x="22" y="19"/>
                    </a:moveTo>
                    <a:cubicBezTo>
                      <a:pt x="22" y="20"/>
                      <a:pt x="22" y="20"/>
                      <a:pt x="22" y="20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2" y="19"/>
                      <a:pt x="22" y="19"/>
                      <a:pt x="22" y="19"/>
                    </a:cubicBezTo>
                    <a:cubicBezTo>
                      <a:pt x="22" y="19"/>
                      <a:pt x="22" y="19"/>
                      <a:pt x="22" y="19"/>
                    </a:cubicBezTo>
                    <a:close/>
                    <a:moveTo>
                      <a:pt x="22" y="19"/>
                    </a:moveTo>
                    <a:cubicBezTo>
                      <a:pt x="23" y="20"/>
                      <a:pt x="23" y="20"/>
                      <a:pt x="23" y="20"/>
                    </a:cubicBezTo>
                    <a:cubicBezTo>
                      <a:pt x="23" y="20"/>
                      <a:pt x="22" y="20"/>
                      <a:pt x="22" y="20"/>
                    </a:cubicBezTo>
                    <a:cubicBezTo>
                      <a:pt x="22" y="20"/>
                      <a:pt x="22" y="19"/>
                      <a:pt x="22" y="19"/>
                    </a:cubicBezTo>
                    <a:close/>
                    <a:moveTo>
                      <a:pt x="22" y="19"/>
                    </a:moveTo>
                    <a:cubicBezTo>
                      <a:pt x="22" y="19"/>
                      <a:pt x="22" y="19"/>
                      <a:pt x="22" y="19"/>
                    </a:cubicBezTo>
                    <a:cubicBezTo>
                      <a:pt x="22" y="19"/>
                      <a:pt x="22" y="19"/>
                      <a:pt x="22" y="19"/>
                    </a:cubicBezTo>
                    <a:cubicBezTo>
                      <a:pt x="23" y="20"/>
                      <a:pt x="23" y="20"/>
                      <a:pt x="23" y="20"/>
                    </a:cubicBezTo>
                    <a:cubicBezTo>
                      <a:pt x="23" y="20"/>
                      <a:pt x="23" y="20"/>
                      <a:pt x="23" y="20"/>
                    </a:cubicBezTo>
                    <a:cubicBezTo>
                      <a:pt x="23" y="20"/>
                      <a:pt x="23" y="20"/>
                      <a:pt x="22" y="19"/>
                    </a:cubicBezTo>
                    <a:close/>
                    <a:moveTo>
                      <a:pt x="22" y="20"/>
                    </a:moveTo>
                    <a:cubicBezTo>
                      <a:pt x="22" y="20"/>
                      <a:pt x="22" y="20"/>
                      <a:pt x="22" y="20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2" y="20"/>
                      <a:pt x="22" y="20"/>
                      <a:pt x="22" y="20"/>
                    </a:cubicBezTo>
                    <a:close/>
                    <a:moveTo>
                      <a:pt x="23" y="23"/>
                    </a:moveTo>
                    <a:cubicBezTo>
                      <a:pt x="23" y="23"/>
                      <a:pt x="23" y="22"/>
                      <a:pt x="22" y="22"/>
                    </a:cubicBezTo>
                    <a:cubicBezTo>
                      <a:pt x="22" y="22"/>
                      <a:pt x="23" y="22"/>
                      <a:pt x="23" y="22"/>
                    </a:cubicBezTo>
                    <a:cubicBezTo>
                      <a:pt x="23" y="22"/>
                      <a:pt x="23" y="22"/>
                      <a:pt x="23" y="23"/>
                    </a:cubicBezTo>
                    <a:cubicBezTo>
                      <a:pt x="23" y="23"/>
                      <a:pt x="23" y="23"/>
                      <a:pt x="23" y="23"/>
                    </a:cubicBezTo>
                    <a:close/>
                    <a:moveTo>
                      <a:pt x="23" y="22"/>
                    </a:moveTo>
                    <a:cubicBezTo>
                      <a:pt x="23" y="22"/>
                      <a:pt x="23" y="22"/>
                      <a:pt x="23" y="22"/>
                    </a:cubicBezTo>
                    <a:cubicBezTo>
                      <a:pt x="23" y="22"/>
                      <a:pt x="23" y="22"/>
                      <a:pt x="23" y="23"/>
                    </a:cubicBezTo>
                    <a:cubicBezTo>
                      <a:pt x="23" y="23"/>
                      <a:pt x="23" y="23"/>
                      <a:pt x="23" y="23"/>
                    </a:cubicBezTo>
                    <a:cubicBezTo>
                      <a:pt x="23" y="23"/>
                      <a:pt x="23" y="22"/>
                      <a:pt x="23" y="22"/>
                    </a:cubicBezTo>
                    <a:close/>
                    <a:moveTo>
                      <a:pt x="27" y="24"/>
                    </a:moveTo>
                    <a:cubicBezTo>
                      <a:pt x="26" y="24"/>
                      <a:pt x="27" y="24"/>
                      <a:pt x="27" y="24"/>
                    </a:cubicBezTo>
                    <a:cubicBezTo>
                      <a:pt x="27" y="24"/>
                      <a:pt x="27" y="24"/>
                      <a:pt x="27" y="24"/>
                    </a:cubicBezTo>
                    <a:close/>
                    <a:moveTo>
                      <a:pt x="27" y="24"/>
                    </a:moveTo>
                    <a:cubicBezTo>
                      <a:pt x="27" y="24"/>
                      <a:pt x="27" y="24"/>
                      <a:pt x="27" y="24"/>
                    </a:cubicBezTo>
                    <a:cubicBezTo>
                      <a:pt x="27" y="24"/>
                      <a:pt x="27" y="24"/>
                      <a:pt x="27" y="24"/>
                    </a:cubicBezTo>
                    <a:cubicBezTo>
                      <a:pt x="27" y="24"/>
                      <a:pt x="27" y="24"/>
                      <a:pt x="27" y="24"/>
                    </a:cubicBezTo>
                    <a:cubicBezTo>
                      <a:pt x="27" y="24"/>
                      <a:pt x="27" y="24"/>
                      <a:pt x="27" y="24"/>
                    </a:cubicBezTo>
                    <a:close/>
                    <a:moveTo>
                      <a:pt x="27" y="24"/>
                    </a:moveTo>
                    <a:cubicBezTo>
                      <a:pt x="27" y="24"/>
                      <a:pt x="27" y="24"/>
                      <a:pt x="27" y="24"/>
                    </a:cubicBezTo>
                    <a:cubicBezTo>
                      <a:pt x="27" y="24"/>
                      <a:pt x="26" y="24"/>
                      <a:pt x="26" y="24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6" y="24"/>
                      <a:pt x="26" y="24"/>
                      <a:pt x="27" y="24"/>
                    </a:cubicBezTo>
                    <a:close/>
                    <a:moveTo>
                      <a:pt x="26" y="24"/>
                    </a:moveTo>
                    <a:cubicBezTo>
                      <a:pt x="26" y="24"/>
                      <a:pt x="26" y="24"/>
                      <a:pt x="26" y="24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6" y="24"/>
                      <a:pt x="26" y="24"/>
                      <a:pt x="26" y="24"/>
                    </a:cubicBezTo>
                    <a:close/>
                    <a:moveTo>
                      <a:pt x="26" y="24"/>
                    </a:moveTo>
                    <a:cubicBezTo>
                      <a:pt x="26" y="24"/>
                      <a:pt x="26" y="24"/>
                      <a:pt x="25" y="24"/>
                    </a:cubicBezTo>
                    <a:cubicBezTo>
                      <a:pt x="26" y="24"/>
                      <a:pt x="25" y="24"/>
                      <a:pt x="26" y="24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6" y="24"/>
                      <a:pt x="26" y="24"/>
                      <a:pt x="26" y="24"/>
                    </a:cubicBezTo>
                    <a:close/>
                    <a:moveTo>
                      <a:pt x="26" y="24"/>
                    </a:moveTo>
                    <a:cubicBezTo>
                      <a:pt x="25" y="24"/>
                      <a:pt x="25" y="24"/>
                      <a:pt x="25" y="24"/>
                    </a:cubicBezTo>
                    <a:cubicBezTo>
                      <a:pt x="25" y="24"/>
                      <a:pt x="25" y="24"/>
                      <a:pt x="25" y="24"/>
                    </a:cubicBezTo>
                    <a:cubicBezTo>
                      <a:pt x="25" y="24"/>
                      <a:pt x="25" y="24"/>
                      <a:pt x="25" y="24"/>
                    </a:cubicBezTo>
                    <a:cubicBezTo>
                      <a:pt x="25" y="24"/>
                      <a:pt x="25" y="24"/>
                      <a:pt x="25" y="24"/>
                    </a:cubicBezTo>
                    <a:cubicBezTo>
                      <a:pt x="25" y="24"/>
                      <a:pt x="25" y="24"/>
                      <a:pt x="26" y="24"/>
                    </a:cubicBezTo>
                    <a:close/>
                    <a:moveTo>
                      <a:pt x="25" y="24"/>
                    </a:moveTo>
                    <a:cubicBezTo>
                      <a:pt x="25" y="24"/>
                      <a:pt x="25" y="24"/>
                      <a:pt x="25" y="24"/>
                    </a:cubicBezTo>
                    <a:cubicBezTo>
                      <a:pt x="25" y="24"/>
                      <a:pt x="25" y="24"/>
                      <a:pt x="26" y="24"/>
                    </a:cubicBezTo>
                    <a:cubicBezTo>
                      <a:pt x="25" y="24"/>
                      <a:pt x="25" y="24"/>
                      <a:pt x="25" y="24"/>
                    </a:cubicBezTo>
                    <a:cubicBezTo>
                      <a:pt x="25" y="24"/>
                      <a:pt x="25" y="24"/>
                      <a:pt x="25" y="24"/>
                    </a:cubicBezTo>
                    <a:cubicBezTo>
                      <a:pt x="25" y="24"/>
                      <a:pt x="25" y="24"/>
                      <a:pt x="25" y="24"/>
                    </a:cubicBezTo>
                    <a:close/>
                    <a:moveTo>
                      <a:pt x="25" y="24"/>
                    </a:moveTo>
                    <a:cubicBezTo>
                      <a:pt x="25" y="24"/>
                      <a:pt x="25" y="24"/>
                      <a:pt x="25" y="24"/>
                    </a:cubicBezTo>
                    <a:cubicBezTo>
                      <a:pt x="25" y="24"/>
                      <a:pt x="25" y="24"/>
                      <a:pt x="26" y="24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6" y="24"/>
                      <a:pt x="25" y="24"/>
                      <a:pt x="25" y="24"/>
                    </a:cubicBezTo>
                    <a:close/>
                    <a:moveTo>
                      <a:pt x="26" y="24"/>
                    </a:moveTo>
                    <a:cubicBezTo>
                      <a:pt x="26" y="24"/>
                      <a:pt x="26" y="24"/>
                      <a:pt x="26" y="24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6" y="24"/>
                      <a:pt x="26" y="24"/>
                      <a:pt x="26" y="24"/>
                    </a:cubicBezTo>
                    <a:close/>
                    <a:moveTo>
                      <a:pt x="26" y="23"/>
                    </a:moveTo>
                    <a:cubicBezTo>
                      <a:pt x="26" y="23"/>
                      <a:pt x="26" y="23"/>
                      <a:pt x="26" y="23"/>
                    </a:cubicBezTo>
                    <a:cubicBezTo>
                      <a:pt x="26" y="23"/>
                      <a:pt x="26" y="23"/>
                      <a:pt x="26" y="23"/>
                    </a:cubicBezTo>
                    <a:cubicBezTo>
                      <a:pt x="26" y="23"/>
                      <a:pt x="26" y="23"/>
                      <a:pt x="26" y="23"/>
                    </a:cubicBezTo>
                    <a:close/>
                    <a:moveTo>
                      <a:pt x="26" y="23"/>
                    </a:moveTo>
                    <a:cubicBezTo>
                      <a:pt x="25" y="23"/>
                      <a:pt x="25" y="23"/>
                      <a:pt x="25" y="23"/>
                    </a:cubicBezTo>
                    <a:cubicBezTo>
                      <a:pt x="25" y="23"/>
                      <a:pt x="26" y="23"/>
                      <a:pt x="25" y="23"/>
                    </a:cubicBezTo>
                    <a:cubicBezTo>
                      <a:pt x="25" y="23"/>
                      <a:pt x="25" y="23"/>
                      <a:pt x="25" y="23"/>
                    </a:cubicBezTo>
                    <a:cubicBezTo>
                      <a:pt x="25" y="23"/>
                      <a:pt x="25" y="23"/>
                      <a:pt x="25" y="23"/>
                    </a:cubicBezTo>
                    <a:cubicBezTo>
                      <a:pt x="26" y="23"/>
                      <a:pt x="26" y="23"/>
                      <a:pt x="26" y="23"/>
                    </a:cubicBezTo>
                    <a:cubicBezTo>
                      <a:pt x="26" y="23"/>
                      <a:pt x="26" y="23"/>
                      <a:pt x="26" y="23"/>
                    </a:cubicBezTo>
                    <a:cubicBezTo>
                      <a:pt x="26" y="23"/>
                      <a:pt x="26" y="23"/>
                      <a:pt x="26" y="23"/>
                    </a:cubicBezTo>
                    <a:close/>
                    <a:moveTo>
                      <a:pt x="25" y="23"/>
                    </a:moveTo>
                    <a:cubicBezTo>
                      <a:pt x="25" y="23"/>
                      <a:pt x="25" y="23"/>
                      <a:pt x="25" y="23"/>
                    </a:cubicBezTo>
                    <a:cubicBezTo>
                      <a:pt x="25" y="23"/>
                      <a:pt x="25" y="23"/>
                      <a:pt x="25" y="23"/>
                    </a:cubicBezTo>
                    <a:cubicBezTo>
                      <a:pt x="25" y="23"/>
                      <a:pt x="25" y="23"/>
                      <a:pt x="26" y="23"/>
                    </a:cubicBezTo>
                    <a:cubicBezTo>
                      <a:pt x="25" y="23"/>
                      <a:pt x="25" y="23"/>
                      <a:pt x="25" y="23"/>
                    </a:cubicBezTo>
                    <a:close/>
                    <a:moveTo>
                      <a:pt x="25" y="24"/>
                    </a:moveTo>
                    <a:cubicBezTo>
                      <a:pt x="25" y="24"/>
                      <a:pt x="25" y="24"/>
                      <a:pt x="25" y="24"/>
                    </a:cubicBezTo>
                    <a:cubicBezTo>
                      <a:pt x="25" y="24"/>
                      <a:pt x="25" y="24"/>
                      <a:pt x="25" y="24"/>
                    </a:cubicBezTo>
                    <a:cubicBezTo>
                      <a:pt x="25" y="24"/>
                      <a:pt x="25" y="24"/>
                      <a:pt x="25" y="24"/>
                    </a:cubicBezTo>
                    <a:cubicBezTo>
                      <a:pt x="25" y="24"/>
                      <a:pt x="25" y="24"/>
                      <a:pt x="25" y="24"/>
                    </a:cubicBezTo>
                    <a:close/>
                    <a:moveTo>
                      <a:pt x="25" y="24"/>
                    </a:moveTo>
                    <a:cubicBezTo>
                      <a:pt x="25" y="24"/>
                      <a:pt x="25" y="24"/>
                      <a:pt x="25" y="24"/>
                    </a:cubicBezTo>
                    <a:cubicBezTo>
                      <a:pt x="25" y="24"/>
                      <a:pt x="25" y="24"/>
                      <a:pt x="25" y="24"/>
                    </a:cubicBezTo>
                    <a:cubicBezTo>
                      <a:pt x="25" y="24"/>
                      <a:pt x="25" y="24"/>
                      <a:pt x="25" y="24"/>
                    </a:cubicBezTo>
                    <a:cubicBezTo>
                      <a:pt x="25" y="24"/>
                      <a:pt x="25" y="24"/>
                      <a:pt x="25" y="24"/>
                    </a:cubicBezTo>
                    <a:close/>
                    <a:moveTo>
                      <a:pt x="24" y="24"/>
                    </a:move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5" y="24"/>
                      <a:pt x="25" y="24"/>
                    </a:cubicBezTo>
                    <a:cubicBezTo>
                      <a:pt x="25" y="24"/>
                      <a:pt x="25" y="24"/>
                      <a:pt x="25" y="24"/>
                    </a:cubicBezTo>
                    <a:cubicBezTo>
                      <a:pt x="24" y="24"/>
                      <a:pt x="24" y="24"/>
                      <a:pt x="24" y="24"/>
                    </a:cubicBezTo>
                    <a:close/>
                    <a:moveTo>
                      <a:pt x="24" y="24"/>
                    </a:move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5" y="24"/>
                      <a:pt x="25" y="24"/>
                      <a:pt x="25" y="24"/>
                    </a:cubicBezTo>
                    <a:cubicBezTo>
                      <a:pt x="24" y="24"/>
                      <a:pt x="24" y="24"/>
                      <a:pt x="24" y="24"/>
                    </a:cubicBezTo>
                    <a:close/>
                    <a:moveTo>
                      <a:pt x="24" y="24"/>
                    </a:move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lose/>
                    <a:moveTo>
                      <a:pt x="24" y="22"/>
                    </a:moveTo>
                    <a:cubicBezTo>
                      <a:pt x="24" y="22"/>
                      <a:pt x="24" y="22"/>
                      <a:pt x="24" y="22"/>
                    </a:cubicBezTo>
                    <a:cubicBezTo>
                      <a:pt x="24" y="22"/>
                      <a:pt x="24" y="22"/>
                      <a:pt x="24" y="22"/>
                    </a:cubicBezTo>
                    <a:cubicBezTo>
                      <a:pt x="24" y="22"/>
                      <a:pt x="24" y="22"/>
                      <a:pt x="24" y="22"/>
                    </a:cubicBezTo>
                    <a:cubicBezTo>
                      <a:pt x="24" y="22"/>
                      <a:pt x="24" y="22"/>
                      <a:pt x="24" y="22"/>
                    </a:cubicBezTo>
                    <a:close/>
                    <a:moveTo>
                      <a:pt x="24" y="22"/>
                    </a:moveTo>
                    <a:cubicBezTo>
                      <a:pt x="24" y="22"/>
                      <a:pt x="24" y="22"/>
                      <a:pt x="24" y="22"/>
                    </a:cubicBezTo>
                    <a:cubicBezTo>
                      <a:pt x="24" y="22"/>
                      <a:pt x="24" y="22"/>
                      <a:pt x="24" y="22"/>
                    </a:cubicBezTo>
                    <a:cubicBezTo>
                      <a:pt x="24" y="22"/>
                      <a:pt x="24" y="22"/>
                      <a:pt x="24" y="22"/>
                    </a:cubicBezTo>
                    <a:cubicBezTo>
                      <a:pt x="24" y="22"/>
                      <a:pt x="24" y="22"/>
                      <a:pt x="24" y="22"/>
                    </a:cubicBezTo>
                    <a:close/>
                    <a:moveTo>
                      <a:pt x="24" y="22"/>
                    </a:moveTo>
                    <a:cubicBezTo>
                      <a:pt x="24" y="22"/>
                      <a:pt x="24" y="22"/>
                      <a:pt x="24" y="22"/>
                    </a:cubicBezTo>
                    <a:cubicBezTo>
                      <a:pt x="23" y="22"/>
                      <a:pt x="23" y="22"/>
                      <a:pt x="23" y="22"/>
                    </a:cubicBezTo>
                    <a:lnTo>
                      <a:pt x="24" y="22"/>
                    </a:lnTo>
                    <a:close/>
                    <a:moveTo>
                      <a:pt x="24" y="22"/>
                    </a:moveTo>
                    <a:cubicBezTo>
                      <a:pt x="24" y="22"/>
                      <a:pt x="24" y="22"/>
                      <a:pt x="24" y="22"/>
                    </a:cubicBezTo>
                    <a:cubicBezTo>
                      <a:pt x="23" y="22"/>
                      <a:pt x="23" y="22"/>
                      <a:pt x="23" y="22"/>
                    </a:cubicBezTo>
                    <a:cubicBezTo>
                      <a:pt x="23" y="22"/>
                      <a:pt x="23" y="22"/>
                      <a:pt x="23" y="22"/>
                    </a:cubicBezTo>
                    <a:cubicBezTo>
                      <a:pt x="23" y="22"/>
                      <a:pt x="23" y="22"/>
                      <a:pt x="23" y="22"/>
                    </a:cubicBezTo>
                    <a:cubicBezTo>
                      <a:pt x="23" y="22"/>
                      <a:pt x="24" y="22"/>
                      <a:pt x="24" y="22"/>
                    </a:cubicBezTo>
                    <a:close/>
                    <a:moveTo>
                      <a:pt x="24" y="24"/>
                    </a:move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lose/>
                    <a:moveTo>
                      <a:pt x="23" y="22"/>
                    </a:moveTo>
                    <a:cubicBezTo>
                      <a:pt x="23" y="22"/>
                      <a:pt x="23" y="23"/>
                      <a:pt x="23" y="23"/>
                    </a:cubicBezTo>
                    <a:cubicBezTo>
                      <a:pt x="23" y="22"/>
                      <a:pt x="23" y="22"/>
                      <a:pt x="23" y="22"/>
                    </a:cubicBezTo>
                    <a:cubicBezTo>
                      <a:pt x="23" y="22"/>
                      <a:pt x="23" y="22"/>
                      <a:pt x="23" y="22"/>
                    </a:cubicBezTo>
                    <a:cubicBezTo>
                      <a:pt x="23" y="22"/>
                      <a:pt x="23" y="22"/>
                      <a:pt x="23" y="22"/>
                    </a:cubicBezTo>
                    <a:close/>
                    <a:moveTo>
                      <a:pt x="24" y="24"/>
                    </a:move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lose/>
                    <a:moveTo>
                      <a:pt x="23" y="24"/>
                    </a:moveTo>
                    <a:cubicBezTo>
                      <a:pt x="23" y="24"/>
                      <a:pt x="23" y="24"/>
                      <a:pt x="23" y="24"/>
                    </a:cubicBezTo>
                    <a:cubicBezTo>
                      <a:pt x="23" y="24"/>
                      <a:pt x="23" y="24"/>
                      <a:pt x="23" y="24"/>
                    </a:cubicBezTo>
                    <a:cubicBezTo>
                      <a:pt x="23" y="24"/>
                      <a:pt x="23" y="24"/>
                      <a:pt x="23" y="24"/>
                    </a:cubicBezTo>
                    <a:cubicBezTo>
                      <a:pt x="23" y="24"/>
                      <a:pt x="23" y="24"/>
                      <a:pt x="23" y="24"/>
                    </a:cubicBezTo>
                    <a:cubicBezTo>
                      <a:pt x="23" y="24"/>
                      <a:pt x="23" y="24"/>
                      <a:pt x="23" y="24"/>
                    </a:cubicBezTo>
                    <a:cubicBezTo>
                      <a:pt x="23" y="24"/>
                      <a:pt x="23" y="24"/>
                      <a:pt x="23" y="24"/>
                    </a:cubicBezTo>
                    <a:cubicBezTo>
                      <a:pt x="23" y="24"/>
                      <a:pt x="23" y="24"/>
                      <a:pt x="23" y="24"/>
                    </a:cubicBezTo>
                    <a:cubicBezTo>
                      <a:pt x="23" y="24"/>
                      <a:pt x="23" y="24"/>
                      <a:pt x="23" y="24"/>
                    </a:cubicBezTo>
                    <a:cubicBezTo>
                      <a:pt x="23" y="24"/>
                      <a:pt x="23" y="24"/>
                      <a:pt x="23" y="24"/>
                    </a:cubicBezTo>
                    <a:cubicBezTo>
                      <a:pt x="23" y="24"/>
                      <a:pt x="23" y="24"/>
                      <a:pt x="23" y="24"/>
                    </a:cubicBezTo>
                    <a:cubicBezTo>
                      <a:pt x="23" y="24"/>
                      <a:pt x="23" y="24"/>
                      <a:pt x="23" y="24"/>
                    </a:cubicBezTo>
                    <a:cubicBezTo>
                      <a:pt x="23" y="24"/>
                      <a:pt x="23" y="24"/>
                      <a:pt x="23" y="24"/>
                    </a:cubicBezTo>
                    <a:cubicBezTo>
                      <a:pt x="23" y="24"/>
                      <a:pt x="23" y="24"/>
                      <a:pt x="23" y="24"/>
                    </a:cubicBezTo>
                    <a:cubicBezTo>
                      <a:pt x="23" y="24"/>
                      <a:pt x="23" y="24"/>
                      <a:pt x="23" y="24"/>
                    </a:cubicBezTo>
                    <a:cubicBezTo>
                      <a:pt x="23" y="24"/>
                      <a:pt x="23" y="24"/>
                      <a:pt x="23" y="24"/>
                    </a:cubicBezTo>
                    <a:cubicBezTo>
                      <a:pt x="23" y="24"/>
                      <a:pt x="23" y="24"/>
                      <a:pt x="23" y="24"/>
                    </a:cubicBezTo>
                    <a:cubicBezTo>
                      <a:pt x="23" y="24"/>
                      <a:pt x="23" y="24"/>
                      <a:pt x="23" y="24"/>
                    </a:cubicBezTo>
                    <a:cubicBezTo>
                      <a:pt x="23" y="24"/>
                      <a:pt x="23" y="24"/>
                      <a:pt x="23" y="24"/>
                    </a:cubicBezTo>
                    <a:cubicBezTo>
                      <a:pt x="23" y="24"/>
                      <a:pt x="23" y="24"/>
                      <a:pt x="23" y="24"/>
                    </a:cubicBezTo>
                    <a:cubicBezTo>
                      <a:pt x="23" y="24"/>
                      <a:pt x="23" y="24"/>
                      <a:pt x="23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3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3" y="24"/>
                    </a:cubicBezTo>
                    <a:close/>
                    <a:moveTo>
                      <a:pt x="24" y="24"/>
                    </a:move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lose/>
                    <a:moveTo>
                      <a:pt x="24" y="24"/>
                    </a:move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lose/>
                    <a:moveTo>
                      <a:pt x="24" y="24"/>
                    </a:move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lose/>
                    <a:moveTo>
                      <a:pt x="24" y="24"/>
                    </a:move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lose/>
                    <a:moveTo>
                      <a:pt x="24" y="24"/>
                    </a:moveTo>
                    <a:cubicBezTo>
                      <a:pt x="24" y="24"/>
                      <a:pt x="24" y="24"/>
                      <a:pt x="25" y="24"/>
                    </a:cubicBezTo>
                    <a:cubicBezTo>
                      <a:pt x="25" y="24"/>
                      <a:pt x="25" y="24"/>
                      <a:pt x="25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lose/>
                    <a:moveTo>
                      <a:pt x="24" y="24"/>
                    </a:moveTo>
                    <a:cubicBezTo>
                      <a:pt x="25" y="24"/>
                      <a:pt x="25" y="24"/>
                      <a:pt x="26" y="24"/>
                    </a:cubicBezTo>
                    <a:cubicBezTo>
                      <a:pt x="26" y="25"/>
                      <a:pt x="26" y="25"/>
                      <a:pt x="26" y="25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6" y="24"/>
                      <a:pt x="25" y="24"/>
                      <a:pt x="25" y="24"/>
                    </a:cubicBezTo>
                    <a:cubicBezTo>
                      <a:pt x="25" y="24"/>
                      <a:pt x="25" y="24"/>
                      <a:pt x="25" y="24"/>
                    </a:cubicBezTo>
                    <a:cubicBezTo>
                      <a:pt x="25" y="24"/>
                      <a:pt x="25" y="24"/>
                      <a:pt x="25" y="24"/>
                    </a:cubicBezTo>
                    <a:cubicBezTo>
                      <a:pt x="25" y="24"/>
                      <a:pt x="26" y="24"/>
                      <a:pt x="26" y="24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6" y="25"/>
                      <a:pt x="27" y="25"/>
                      <a:pt x="27" y="25"/>
                    </a:cubicBezTo>
                    <a:cubicBezTo>
                      <a:pt x="26" y="24"/>
                      <a:pt x="25" y="24"/>
                      <a:pt x="24" y="24"/>
                    </a:cubicBezTo>
                    <a:close/>
                    <a:moveTo>
                      <a:pt x="27" y="25"/>
                    </a:moveTo>
                    <a:cubicBezTo>
                      <a:pt x="27" y="25"/>
                      <a:pt x="27" y="25"/>
                      <a:pt x="27" y="25"/>
                    </a:cubicBezTo>
                    <a:cubicBezTo>
                      <a:pt x="27" y="25"/>
                      <a:pt x="27" y="25"/>
                      <a:pt x="27" y="25"/>
                    </a:cubicBezTo>
                    <a:cubicBezTo>
                      <a:pt x="27" y="25"/>
                      <a:pt x="27" y="25"/>
                      <a:pt x="27" y="25"/>
                    </a:cubicBezTo>
                    <a:close/>
                    <a:moveTo>
                      <a:pt x="27" y="24"/>
                    </a:moveTo>
                    <a:cubicBezTo>
                      <a:pt x="27" y="24"/>
                      <a:pt x="27" y="24"/>
                      <a:pt x="27" y="24"/>
                    </a:cubicBezTo>
                    <a:cubicBezTo>
                      <a:pt x="27" y="24"/>
                      <a:pt x="27" y="24"/>
                      <a:pt x="27" y="24"/>
                    </a:cubicBezTo>
                    <a:cubicBezTo>
                      <a:pt x="28" y="24"/>
                      <a:pt x="28" y="24"/>
                      <a:pt x="27" y="24"/>
                    </a:cubicBezTo>
                    <a:close/>
                    <a:moveTo>
                      <a:pt x="29" y="24"/>
                    </a:moveTo>
                    <a:cubicBezTo>
                      <a:pt x="29" y="24"/>
                      <a:pt x="26" y="24"/>
                      <a:pt x="27" y="24"/>
                    </a:cubicBezTo>
                    <a:cubicBezTo>
                      <a:pt x="28" y="24"/>
                      <a:pt x="28" y="24"/>
                      <a:pt x="28" y="24"/>
                    </a:cubicBezTo>
                    <a:cubicBezTo>
                      <a:pt x="27" y="24"/>
                      <a:pt x="27" y="24"/>
                      <a:pt x="27" y="24"/>
                    </a:cubicBezTo>
                    <a:cubicBezTo>
                      <a:pt x="27" y="24"/>
                      <a:pt x="27" y="24"/>
                      <a:pt x="27" y="24"/>
                    </a:cubicBezTo>
                    <a:cubicBezTo>
                      <a:pt x="27" y="24"/>
                      <a:pt x="27" y="24"/>
                      <a:pt x="26" y="24"/>
                    </a:cubicBezTo>
                    <a:lnTo>
                      <a:pt x="29" y="24"/>
                    </a:lnTo>
                    <a:close/>
                    <a:moveTo>
                      <a:pt x="27" y="24"/>
                    </a:moveTo>
                    <a:cubicBezTo>
                      <a:pt x="27" y="24"/>
                      <a:pt x="26" y="24"/>
                      <a:pt x="26" y="24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6" y="24"/>
                      <a:pt x="26" y="24"/>
                      <a:pt x="27" y="24"/>
                    </a:cubicBezTo>
                    <a:close/>
                    <a:moveTo>
                      <a:pt x="26" y="24"/>
                    </a:moveTo>
                    <a:cubicBezTo>
                      <a:pt x="26" y="24"/>
                      <a:pt x="26" y="24"/>
                      <a:pt x="26" y="24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6" y="24"/>
                      <a:pt x="26" y="24"/>
                      <a:pt x="26" y="24"/>
                    </a:cubicBezTo>
                    <a:close/>
                    <a:moveTo>
                      <a:pt x="26" y="22"/>
                    </a:moveTo>
                    <a:cubicBezTo>
                      <a:pt x="26" y="22"/>
                      <a:pt x="25" y="22"/>
                      <a:pt x="25" y="22"/>
                    </a:cubicBezTo>
                    <a:cubicBezTo>
                      <a:pt x="25" y="22"/>
                      <a:pt x="25" y="22"/>
                      <a:pt x="25" y="22"/>
                    </a:cubicBezTo>
                    <a:cubicBezTo>
                      <a:pt x="25" y="22"/>
                      <a:pt x="26" y="22"/>
                      <a:pt x="26" y="22"/>
                    </a:cubicBezTo>
                    <a:close/>
                    <a:moveTo>
                      <a:pt x="25" y="22"/>
                    </a:moveTo>
                    <a:cubicBezTo>
                      <a:pt x="25" y="22"/>
                      <a:pt x="25" y="22"/>
                      <a:pt x="25" y="22"/>
                    </a:cubicBezTo>
                    <a:cubicBezTo>
                      <a:pt x="25" y="22"/>
                      <a:pt x="25" y="22"/>
                      <a:pt x="25" y="22"/>
                    </a:cubicBezTo>
                    <a:cubicBezTo>
                      <a:pt x="25" y="22"/>
                      <a:pt x="25" y="22"/>
                      <a:pt x="25" y="22"/>
                    </a:cubicBezTo>
                    <a:cubicBezTo>
                      <a:pt x="25" y="22"/>
                      <a:pt x="25" y="22"/>
                      <a:pt x="25" y="22"/>
                    </a:cubicBezTo>
                    <a:cubicBezTo>
                      <a:pt x="25" y="22"/>
                      <a:pt x="25" y="22"/>
                      <a:pt x="25" y="22"/>
                    </a:cubicBezTo>
                    <a:cubicBezTo>
                      <a:pt x="25" y="22"/>
                      <a:pt x="25" y="22"/>
                      <a:pt x="25" y="23"/>
                    </a:cubicBezTo>
                    <a:cubicBezTo>
                      <a:pt x="25" y="23"/>
                      <a:pt x="25" y="23"/>
                      <a:pt x="25" y="23"/>
                    </a:cubicBezTo>
                    <a:cubicBezTo>
                      <a:pt x="25" y="23"/>
                      <a:pt x="25" y="22"/>
                      <a:pt x="25" y="22"/>
                    </a:cubicBezTo>
                    <a:cubicBezTo>
                      <a:pt x="25" y="22"/>
                      <a:pt x="24" y="22"/>
                      <a:pt x="24" y="22"/>
                    </a:cubicBezTo>
                    <a:cubicBezTo>
                      <a:pt x="24" y="22"/>
                      <a:pt x="24" y="22"/>
                      <a:pt x="24" y="22"/>
                    </a:cubicBezTo>
                    <a:cubicBezTo>
                      <a:pt x="24" y="22"/>
                      <a:pt x="24" y="22"/>
                      <a:pt x="25" y="22"/>
                    </a:cubicBezTo>
                    <a:cubicBezTo>
                      <a:pt x="24" y="22"/>
                      <a:pt x="24" y="21"/>
                      <a:pt x="23" y="21"/>
                    </a:cubicBezTo>
                    <a:cubicBezTo>
                      <a:pt x="23" y="21"/>
                      <a:pt x="23" y="21"/>
                      <a:pt x="23" y="21"/>
                    </a:cubicBezTo>
                    <a:cubicBezTo>
                      <a:pt x="23" y="21"/>
                      <a:pt x="23" y="21"/>
                      <a:pt x="23" y="21"/>
                    </a:cubicBezTo>
                    <a:cubicBezTo>
                      <a:pt x="23" y="21"/>
                      <a:pt x="23" y="21"/>
                      <a:pt x="23" y="21"/>
                    </a:cubicBezTo>
                    <a:cubicBezTo>
                      <a:pt x="23" y="21"/>
                      <a:pt x="22" y="21"/>
                      <a:pt x="22" y="20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3" y="21"/>
                      <a:pt x="23" y="21"/>
                      <a:pt x="23" y="21"/>
                    </a:cubicBezTo>
                    <a:cubicBezTo>
                      <a:pt x="23" y="21"/>
                      <a:pt x="23" y="21"/>
                      <a:pt x="24" y="21"/>
                    </a:cubicBezTo>
                    <a:cubicBezTo>
                      <a:pt x="24" y="22"/>
                      <a:pt x="24" y="22"/>
                      <a:pt x="25" y="22"/>
                    </a:cubicBezTo>
                    <a:cubicBezTo>
                      <a:pt x="25" y="22"/>
                      <a:pt x="25" y="22"/>
                      <a:pt x="25" y="22"/>
                    </a:cubicBezTo>
                    <a:close/>
                    <a:moveTo>
                      <a:pt x="23" y="21"/>
                    </a:move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3" y="21"/>
                      <a:pt x="23" y="21"/>
                      <a:pt x="23" y="21"/>
                    </a:cubicBezTo>
                    <a:close/>
                    <a:moveTo>
                      <a:pt x="24" y="21"/>
                    </a:move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21"/>
                      <a:pt x="24" y="21"/>
                      <a:pt x="24" y="21"/>
                    </a:cubicBezTo>
                    <a:close/>
                    <a:moveTo>
                      <a:pt x="24" y="21"/>
                    </a:move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21"/>
                      <a:pt x="24" y="21"/>
                      <a:pt x="24" y="21"/>
                    </a:cubicBezTo>
                    <a:close/>
                    <a:moveTo>
                      <a:pt x="24" y="21"/>
                    </a:move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21"/>
                      <a:pt x="24" y="21"/>
                      <a:pt x="24" y="21"/>
                    </a:cubicBezTo>
                    <a:close/>
                    <a:moveTo>
                      <a:pt x="24" y="21"/>
                    </a:move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21"/>
                      <a:pt x="24" y="21"/>
                      <a:pt x="25" y="21"/>
                    </a:cubicBezTo>
                    <a:cubicBezTo>
                      <a:pt x="25" y="21"/>
                      <a:pt x="24" y="21"/>
                      <a:pt x="24" y="21"/>
                    </a:cubicBezTo>
                    <a:close/>
                    <a:moveTo>
                      <a:pt x="24" y="21"/>
                    </a:moveTo>
                    <a:cubicBezTo>
                      <a:pt x="25" y="21"/>
                      <a:pt x="25" y="21"/>
                      <a:pt x="25" y="21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21"/>
                      <a:pt x="24" y="21"/>
                      <a:pt x="24" y="21"/>
                    </a:cubicBezTo>
                    <a:close/>
                    <a:moveTo>
                      <a:pt x="24" y="21"/>
                    </a:move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21"/>
                      <a:pt x="24" y="21"/>
                      <a:pt x="24" y="21"/>
                    </a:cubicBezTo>
                    <a:close/>
                    <a:moveTo>
                      <a:pt x="24" y="21"/>
                    </a:move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21"/>
                      <a:pt x="24" y="21"/>
                      <a:pt x="24" y="21"/>
                    </a:cubicBezTo>
                    <a:close/>
                    <a:moveTo>
                      <a:pt x="24" y="21"/>
                    </a:moveTo>
                    <a:cubicBezTo>
                      <a:pt x="23" y="21"/>
                      <a:pt x="23" y="21"/>
                      <a:pt x="23" y="21"/>
                    </a:cubicBezTo>
                    <a:cubicBezTo>
                      <a:pt x="23" y="21"/>
                      <a:pt x="23" y="21"/>
                      <a:pt x="23" y="21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21"/>
                      <a:pt x="24" y="21"/>
                      <a:pt x="24" y="21"/>
                    </a:cubicBezTo>
                    <a:close/>
                    <a:moveTo>
                      <a:pt x="23" y="20"/>
                    </a:moveTo>
                    <a:cubicBezTo>
                      <a:pt x="23" y="20"/>
                      <a:pt x="23" y="20"/>
                      <a:pt x="23" y="20"/>
                    </a:cubicBezTo>
                    <a:cubicBezTo>
                      <a:pt x="23" y="20"/>
                      <a:pt x="23" y="20"/>
                      <a:pt x="23" y="20"/>
                    </a:cubicBezTo>
                    <a:cubicBezTo>
                      <a:pt x="23" y="20"/>
                      <a:pt x="23" y="20"/>
                      <a:pt x="23" y="20"/>
                    </a:cubicBezTo>
                    <a:cubicBezTo>
                      <a:pt x="23" y="20"/>
                      <a:pt x="23" y="20"/>
                      <a:pt x="23" y="20"/>
                    </a:cubicBezTo>
                    <a:cubicBezTo>
                      <a:pt x="23" y="20"/>
                      <a:pt x="23" y="20"/>
                      <a:pt x="23" y="20"/>
                    </a:cubicBezTo>
                    <a:cubicBezTo>
                      <a:pt x="23" y="20"/>
                      <a:pt x="23" y="20"/>
                      <a:pt x="23" y="20"/>
                    </a:cubicBezTo>
                    <a:close/>
                    <a:moveTo>
                      <a:pt x="23" y="20"/>
                    </a:moveTo>
                    <a:cubicBezTo>
                      <a:pt x="23" y="20"/>
                      <a:pt x="23" y="20"/>
                      <a:pt x="23" y="20"/>
                    </a:cubicBezTo>
                    <a:cubicBezTo>
                      <a:pt x="23" y="20"/>
                      <a:pt x="23" y="20"/>
                      <a:pt x="23" y="20"/>
                    </a:cubicBezTo>
                    <a:cubicBezTo>
                      <a:pt x="23" y="20"/>
                      <a:pt x="23" y="20"/>
                      <a:pt x="23" y="20"/>
                    </a:cubicBezTo>
                    <a:close/>
                    <a:moveTo>
                      <a:pt x="23" y="20"/>
                    </a:moveTo>
                    <a:cubicBezTo>
                      <a:pt x="23" y="20"/>
                      <a:pt x="23" y="20"/>
                      <a:pt x="23" y="20"/>
                    </a:cubicBezTo>
                    <a:cubicBezTo>
                      <a:pt x="23" y="19"/>
                      <a:pt x="23" y="19"/>
                      <a:pt x="23" y="20"/>
                    </a:cubicBezTo>
                    <a:close/>
                    <a:moveTo>
                      <a:pt x="23" y="20"/>
                    </a:moveTo>
                    <a:cubicBezTo>
                      <a:pt x="23" y="20"/>
                      <a:pt x="23" y="20"/>
                      <a:pt x="23" y="20"/>
                    </a:cubicBezTo>
                    <a:cubicBezTo>
                      <a:pt x="22" y="19"/>
                      <a:pt x="22" y="18"/>
                      <a:pt x="22" y="18"/>
                    </a:cubicBezTo>
                    <a:cubicBezTo>
                      <a:pt x="21" y="17"/>
                      <a:pt x="22" y="18"/>
                      <a:pt x="23" y="20"/>
                    </a:cubicBezTo>
                    <a:close/>
                    <a:moveTo>
                      <a:pt x="22" y="19"/>
                    </a:moveTo>
                    <a:cubicBezTo>
                      <a:pt x="22" y="19"/>
                      <a:pt x="22" y="19"/>
                      <a:pt x="22" y="19"/>
                    </a:cubicBezTo>
                    <a:cubicBezTo>
                      <a:pt x="22" y="19"/>
                      <a:pt x="22" y="19"/>
                      <a:pt x="22" y="19"/>
                    </a:cubicBezTo>
                    <a:cubicBezTo>
                      <a:pt x="22" y="19"/>
                      <a:pt x="22" y="19"/>
                      <a:pt x="22" y="19"/>
                    </a:cubicBezTo>
                    <a:cubicBezTo>
                      <a:pt x="22" y="19"/>
                      <a:pt x="22" y="19"/>
                      <a:pt x="22" y="19"/>
                    </a:cubicBezTo>
                    <a:cubicBezTo>
                      <a:pt x="22" y="19"/>
                      <a:pt x="22" y="19"/>
                      <a:pt x="22" y="19"/>
                    </a:cubicBezTo>
                    <a:close/>
                    <a:moveTo>
                      <a:pt x="22" y="20"/>
                    </a:moveTo>
                    <a:cubicBezTo>
                      <a:pt x="22" y="20"/>
                      <a:pt x="22" y="20"/>
                      <a:pt x="22" y="20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2" y="20"/>
                      <a:pt x="22" y="20"/>
                      <a:pt x="22" y="20"/>
                    </a:cubicBezTo>
                    <a:close/>
                    <a:moveTo>
                      <a:pt x="22" y="19"/>
                    </a:moveTo>
                    <a:cubicBezTo>
                      <a:pt x="22" y="19"/>
                      <a:pt x="22" y="19"/>
                      <a:pt x="22" y="19"/>
                    </a:cubicBezTo>
                    <a:cubicBezTo>
                      <a:pt x="22" y="19"/>
                      <a:pt x="22" y="19"/>
                      <a:pt x="22" y="19"/>
                    </a:cubicBezTo>
                    <a:close/>
                    <a:moveTo>
                      <a:pt x="22" y="19"/>
                    </a:moveTo>
                    <a:cubicBezTo>
                      <a:pt x="22" y="19"/>
                      <a:pt x="22" y="19"/>
                      <a:pt x="22" y="19"/>
                    </a:cubicBezTo>
                    <a:cubicBezTo>
                      <a:pt x="22" y="19"/>
                      <a:pt x="22" y="19"/>
                      <a:pt x="22" y="19"/>
                    </a:cubicBezTo>
                    <a:cubicBezTo>
                      <a:pt x="22" y="19"/>
                      <a:pt x="22" y="19"/>
                      <a:pt x="22" y="19"/>
                    </a:cubicBezTo>
                    <a:close/>
                    <a:moveTo>
                      <a:pt x="22" y="20"/>
                    </a:moveTo>
                    <a:cubicBezTo>
                      <a:pt x="22" y="20"/>
                      <a:pt x="22" y="20"/>
                      <a:pt x="22" y="20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2" y="21"/>
                      <a:pt x="22" y="21"/>
                      <a:pt x="22" y="21"/>
                    </a:cubicBezTo>
                    <a:cubicBezTo>
                      <a:pt x="22" y="21"/>
                      <a:pt x="22" y="21"/>
                      <a:pt x="22" y="21"/>
                    </a:cubicBezTo>
                    <a:cubicBezTo>
                      <a:pt x="22" y="21"/>
                      <a:pt x="22" y="20"/>
                      <a:pt x="22" y="20"/>
                    </a:cubicBezTo>
                    <a:cubicBezTo>
                      <a:pt x="22" y="20"/>
                      <a:pt x="22" y="20"/>
                      <a:pt x="22" y="20"/>
                    </a:cubicBezTo>
                    <a:close/>
                    <a:moveTo>
                      <a:pt x="21" y="19"/>
                    </a:moveTo>
                    <a:cubicBezTo>
                      <a:pt x="21" y="19"/>
                      <a:pt x="22" y="19"/>
                      <a:pt x="22" y="19"/>
                    </a:cubicBezTo>
                    <a:cubicBezTo>
                      <a:pt x="22" y="19"/>
                      <a:pt x="22" y="19"/>
                      <a:pt x="22" y="19"/>
                    </a:cubicBezTo>
                    <a:cubicBezTo>
                      <a:pt x="22" y="19"/>
                      <a:pt x="22" y="19"/>
                      <a:pt x="22" y="19"/>
                    </a:cubicBezTo>
                    <a:cubicBezTo>
                      <a:pt x="21" y="19"/>
                      <a:pt x="21" y="19"/>
                      <a:pt x="21" y="19"/>
                    </a:cubicBezTo>
                    <a:cubicBezTo>
                      <a:pt x="21" y="19"/>
                      <a:pt x="21" y="19"/>
                      <a:pt x="21" y="19"/>
                    </a:cubicBezTo>
                    <a:close/>
                    <a:moveTo>
                      <a:pt x="21" y="19"/>
                    </a:moveTo>
                    <a:cubicBezTo>
                      <a:pt x="21" y="19"/>
                      <a:pt x="21" y="19"/>
                      <a:pt x="21" y="19"/>
                    </a:cubicBezTo>
                    <a:cubicBezTo>
                      <a:pt x="21" y="19"/>
                      <a:pt x="21" y="19"/>
                      <a:pt x="21" y="19"/>
                    </a:cubicBezTo>
                    <a:cubicBezTo>
                      <a:pt x="21" y="19"/>
                      <a:pt x="21" y="19"/>
                      <a:pt x="21" y="19"/>
                    </a:cubicBezTo>
                    <a:close/>
                    <a:moveTo>
                      <a:pt x="21" y="19"/>
                    </a:moveTo>
                    <a:cubicBezTo>
                      <a:pt x="22" y="20"/>
                      <a:pt x="22" y="20"/>
                      <a:pt x="22" y="20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2" y="20"/>
                      <a:pt x="21" y="20"/>
                      <a:pt x="21" y="20"/>
                    </a:cubicBezTo>
                    <a:cubicBezTo>
                      <a:pt x="21" y="20"/>
                      <a:pt x="21" y="20"/>
                      <a:pt x="21" y="20"/>
                    </a:cubicBezTo>
                    <a:cubicBezTo>
                      <a:pt x="21" y="20"/>
                      <a:pt x="21" y="20"/>
                      <a:pt x="21" y="20"/>
                    </a:cubicBezTo>
                    <a:cubicBezTo>
                      <a:pt x="21" y="20"/>
                      <a:pt x="21" y="20"/>
                      <a:pt x="21" y="19"/>
                    </a:cubicBezTo>
                    <a:close/>
                    <a:moveTo>
                      <a:pt x="22" y="21"/>
                    </a:moveTo>
                    <a:cubicBezTo>
                      <a:pt x="22" y="21"/>
                      <a:pt x="22" y="21"/>
                      <a:pt x="22" y="21"/>
                    </a:cubicBezTo>
                    <a:cubicBezTo>
                      <a:pt x="22" y="21"/>
                      <a:pt x="22" y="21"/>
                      <a:pt x="22" y="21"/>
                    </a:cubicBezTo>
                    <a:cubicBezTo>
                      <a:pt x="22" y="21"/>
                      <a:pt x="21" y="21"/>
                      <a:pt x="21" y="21"/>
                    </a:cubicBezTo>
                    <a:cubicBezTo>
                      <a:pt x="21" y="21"/>
                      <a:pt x="21" y="21"/>
                      <a:pt x="22" y="21"/>
                    </a:cubicBezTo>
                    <a:close/>
                    <a:moveTo>
                      <a:pt x="22" y="21"/>
                    </a:move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1"/>
                      <a:pt x="22" y="21"/>
                      <a:pt x="22" y="21"/>
                    </a:cubicBezTo>
                    <a:cubicBezTo>
                      <a:pt x="22" y="21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1"/>
                      <a:pt x="21" y="21"/>
                      <a:pt x="21" y="21"/>
                    </a:cubicBezTo>
                    <a:cubicBezTo>
                      <a:pt x="21" y="21"/>
                      <a:pt x="22" y="21"/>
                      <a:pt x="22" y="21"/>
                    </a:cubicBezTo>
                    <a:close/>
                    <a:moveTo>
                      <a:pt x="20" y="21"/>
                    </a:moveTo>
                    <a:cubicBezTo>
                      <a:pt x="20" y="21"/>
                      <a:pt x="20" y="22"/>
                      <a:pt x="20" y="22"/>
                    </a:cubicBezTo>
                    <a:cubicBezTo>
                      <a:pt x="20" y="21"/>
                      <a:pt x="20" y="21"/>
                      <a:pt x="20" y="21"/>
                    </a:cubicBezTo>
                    <a:cubicBezTo>
                      <a:pt x="20" y="21"/>
                      <a:pt x="20" y="21"/>
                      <a:pt x="20" y="21"/>
                    </a:cubicBezTo>
                    <a:cubicBezTo>
                      <a:pt x="20" y="21"/>
                      <a:pt x="20" y="21"/>
                      <a:pt x="20" y="21"/>
                    </a:cubicBezTo>
                    <a:cubicBezTo>
                      <a:pt x="20" y="21"/>
                      <a:pt x="20" y="21"/>
                      <a:pt x="20" y="20"/>
                    </a:cubicBezTo>
                    <a:cubicBezTo>
                      <a:pt x="19" y="20"/>
                      <a:pt x="19" y="20"/>
                      <a:pt x="19" y="20"/>
                    </a:cubicBezTo>
                    <a:cubicBezTo>
                      <a:pt x="19" y="20"/>
                      <a:pt x="19" y="20"/>
                      <a:pt x="19" y="20"/>
                    </a:cubicBezTo>
                    <a:cubicBezTo>
                      <a:pt x="19" y="20"/>
                      <a:pt x="19" y="20"/>
                      <a:pt x="19" y="20"/>
                    </a:cubicBezTo>
                    <a:cubicBezTo>
                      <a:pt x="19" y="20"/>
                      <a:pt x="19" y="20"/>
                      <a:pt x="19" y="20"/>
                    </a:cubicBezTo>
                    <a:cubicBezTo>
                      <a:pt x="18" y="21"/>
                      <a:pt x="18" y="20"/>
                      <a:pt x="17" y="21"/>
                    </a:cubicBezTo>
                    <a:cubicBezTo>
                      <a:pt x="18" y="20"/>
                      <a:pt x="18" y="20"/>
                      <a:pt x="18" y="20"/>
                    </a:cubicBezTo>
                    <a:cubicBezTo>
                      <a:pt x="18" y="20"/>
                      <a:pt x="18" y="20"/>
                      <a:pt x="18" y="20"/>
                    </a:cubicBezTo>
                    <a:cubicBezTo>
                      <a:pt x="17" y="20"/>
                      <a:pt x="18" y="20"/>
                      <a:pt x="18" y="20"/>
                    </a:cubicBezTo>
                    <a:cubicBezTo>
                      <a:pt x="18" y="20"/>
                      <a:pt x="18" y="20"/>
                      <a:pt x="18" y="20"/>
                    </a:cubicBezTo>
                    <a:cubicBezTo>
                      <a:pt x="18" y="20"/>
                      <a:pt x="18" y="20"/>
                      <a:pt x="18" y="20"/>
                    </a:cubicBezTo>
                    <a:cubicBezTo>
                      <a:pt x="18" y="20"/>
                      <a:pt x="18" y="19"/>
                      <a:pt x="18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8" y="20"/>
                      <a:pt x="18" y="20"/>
                      <a:pt x="18" y="20"/>
                    </a:cubicBezTo>
                    <a:cubicBezTo>
                      <a:pt x="18" y="20"/>
                      <a:pt x="17" y="20"/>
                      <a:pt x="17" y="20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8" y="19"/>
                      <a:pt x="17" y="19"/>
                      <a:pt x="17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8"/>
                      <a:pt x="19" y="18"/>
                      <a:pt x="20" y="18"/>
                    </a:cubicBezTo>
                    <a:cubicBezTo>
                      <a:pt x="20" y="18"/>
                      <a:pt x="20" y="18"/>
                      <a:pt x="20" y="18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8"/>
                      <a:pt x="19" y="18"/>
                      <a:pt x="20" y="18"/>
                    </a:cubicBezTo>
                    <a:cubicBezTo>
                      <a:pt x="19" y="19"/>
                      <a:pt x="19" y="20"/>
                      <a:pt x="19" y="20"/>
                    </a:cubicBezTo>
                    <a:cubicBezTo>
                      <a:pt x="19" y="20"/>
                      <a:pt x="19" y="20"/>
                      <a:pt x="19" y="20"/>
                    </a:cubicBezTo>
                    <a:cubicBezTo>
                      <a:pt x="19" y="19"/>
                      <a:pt x="19" y="19"/>
                      <a:pt x="19" y="19"/>
                    </a:cubicBezTo>
                    <a:cubicBezTo>
                      <a:pt x="20" y="18"/>
                      <a:pt x="19" y="21"/>
                      <a:pt x="20" y="19"/>
                    </a:cubicBezTo>
                    <a:cubicBezTo>
                      <a:pt x="20" y="19"/>
                      <a:pt x="20" y="19"/>
                      <a:pt x="20" y="19"/>
                    </a:cubicBezTo>
                    <a:cubicBezTo>
                      <a:pt x="20" y="19"/>
                      <a:pt x="20" y="19"/>
                      <a:pt x="20" y="19"/>
                    </a:cubicBezTo>
                    <a:cubicBezTo>
                      <a:pt x="20" y="20"/>
                      <a:pt x="19" y="20"/>
                      <a:pt x="19" y="20"/>
                    </a:cubicBezTo>
                    <a:cubicBezTo>
                      <a:pt x="19" y="20"/>
                      <a:pt x="19" y="20"/>
                      <a:pt x="20" y="20"/>
                    </a:cubicBezTo>
                    <a:cubicBezTo>
                      <a:pt x="20" y="20"/>
                      <a:pt x="20" y="19"/>
                      <a:pt x="20" y="19"/>
                    </a:cubicBezTo>
                    <a:cubicBezTo>
                      <a:pt x="21" y="19"/>
                      <a:pt x="21" y="19"/>
                      <a:pt x="21" y="19"/>
                    </a:cubicBezTo>
                    <a:cubicBezTo>
                      <a:pt x="21" y="19"/>
                      <a:pt x="21" y="19"/>
                      <a:pt x="21" y="19"/>
                    </a:cubicBezTo>
                    <a:cubicBezTo>
                      <a:pt x="20" y="19"/>
                      <a:pt x="20" y="19"/>
                      <a:pt x="20" y="19"/>
                    </a:cubicBezTo>
                    <a:cubicBezTo>
                      <a:pt x="21" y="19"/>
                      <a:pt x="21" y="19"/>
                      <a:pt x="21" y="19"/>
                    </a:cubicBezTo>
                    <a:cubicBezTo>
                      <a:pt x="21" y="19"/>
                      <a:pt x="20" y="20"/>
                      <a:pt x="20" y="20"/>
                    </a:cubicBezTo>
                    <a:cubicBezTo>
                      <a:pt x="20" y="20"/>
                      <a:pt x="20" y="20"/>
                      <a:pt x="20" y="20"/>
                    </a:cubicBezTo>
                    <a:cubicBezTo>
                      <a:pt x="20" y="20"/>
                      <a:pt x="20" y="20"/>
                      <a:pt x="20" y="20"/>
                    </a:cubicBezTo>
                    <a:cubicBezTo>
                      <a:pt x="20" y="20"/>
                      <a:pt x="20" y="21"/>
                      <a:pt x="20" y="21"/>
                    </a:cubicBezTo>
                    <a:cubicBezTo>
                      <a:pt x="21" y="21"/>
                      <a:pt x="21" y="21"/>
                      <a:pt x="21" y="21"/>
                    </a:cubicBezTo>
                    <a:cubicBezTo>
                      <a:pt x="21" y="21"/>
                      <a:pt x="21" y="21"/>
                      <a:pt x="21" y="21"/>
                    </a:cubicBezTo>
                    <a:cubicBezTo>
                      <a:pt x="21" y="21"/>
                      <a:pt x="21" y="21"/>
                      <a:pt x="20" y="21"/>
                    </a:cubicBezTo>
                    <a:close/>
                    <a:moveTo>
                      <a:pt x="18" y="18"/>
                    </a:moveTo>
                    <a:cubicBezTo>
                      <a:pt x="19" y="18"/>
                      <a:pt x="19" y="18"/>
                      <a:pt x="18" y="18"/>
                    </a:cubicBezTo>
                    <a:cubicBezTo>
                      <a:pt x="19" y="18"/>
                      <a:pt x="19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lose/>
                    <a:moveTo>
                      <a:pt x="18" y="18"/>
                    </a:move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lose/>
                    <a:moveTo>
                      <a:pt x="19" y="18"/>
                    </a:move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8"/>
                      <a:pt x="19" y="18"/>
                      <a:pt x="19" y="18"/>
                    </a:cubicBezTo>
                    <a:close/>
                    <a:moveTo>
                      <a:pt x="19" y="18"/>
                    </a:move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8"/>
                      <a:pt x="18" y="18"/>
                      <a:pt x="18" y="18"/>
                    </a:cubicBezTo>
                    <a:cubicBezTo>
                      <a:pt x="18" y="18"/>
                      <a:pt x="19" y="18"/>
                      <a:pt x="19" y="18"/>
                    </a:cubicBezTo>
                    <a:close/>
                    <a:moveTo>
                      <a:pt x="19" y="18"/>
                    </a:move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8"/>
                      <a:pt x="20" y="18"/>
                      <a:pt x="19" y="18"/>
                    </a:cubicBezTo>
                    <a:cubicBezTo>
                      <a:pt x="19" y="18"/>
                      <a:pt x="19" y="18"/>
                      <a:pt x="19" y="18"/>
                    </a:cubicBezTo>
                    <a:close/>
                    <a:moveTo>
                      <a:pt x="19" y="18"/>
                    </a:move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8"/>
                      <a:pt x="20" y="18"/>
                      <a:pt x="19" y="18"/>
                    </a:cubicBezTo>
                    <a:close/>
                    <a:moveTo>
                      <a:pt x="20" y="18"/>
                    </a:moveTo>
                    <a:cubicBezTo>
                      <a:pt x="20" y="18"/>
                      <a:pt x="20" y="19"/>
                      <a:pt x="20" y="19"/>
                    </a:cubicBezTo>
                    <a:cubicBezTo>
                      <a:pt x="20" y="19"/>
                      <a:pt x="20" y="19"/>
                      <a:pt x="20" y="19"/>
                    </a:cubicBezTo>
                    <a:cubicBezTo>
                      <a:pt x="20" y="18"/>
                      <a:pt x="20" y="18"/>
                      <a:pt x="20" y="18"/>
                    </a:cubicBezTo>
                    <a:cubicBezTo>
                      <a:pt x="20" y="18"/>
                      <a:pt x="20" y="18"/>
                      <a:pt x="20" y="18"/>
                    </a:cubicBezTo>
                    <a:close/>
                    <a:moveTo>
                      <a:pt x="20" y="18"/>
                    </a:moveTo>
                    <a:cubicBezTo>
                      <a:pt x="20" y="18"/>
                      <a:pt x="20" y="18"/>
                      <a:pt x="20" y="18"/>
                    </a:cubicBezTo>
                    <a:cubicBezTo>
                      <a:pt x="20" y="18"/>
                      <a:pt x="20" y="18"/>
                      <a:pt x="20" y="18"/>
                    </a:cubicBezTo>
                    <a:cubicBezTo>
                      <a:pt x="20" y="18"/>
                      <a:pt x="20" y="18"/>
                      <a:pt x="20" y="18"/>
                    </a:cubicBezTo>
                    <a:close/>
                    <a:moveTo>
                      <a:pt x="21" y="19"/>
                    </a:moveTo>
                    <a:cubicBezTo>
                      <a:pt x="21" y="19"/>
                      <a:pt x="21" y="19"/>
                      <a:pt x="21" y="19"/>
                    </a:cubicBezTo>
                    <a:cubicBezTo>
                      <a:pt x="20" y="19"/>
                      <a:pt x="20" y="19"/>
                      <a:pt x="20" y="19"/>
                    </a:cubicBezTo>
                    <a:cubicBezTo>
                      <a:pt x="20" y="19"/>
                      <a:pt x="20" y="19"/>
                      <a:pt x="20" y="18"/>
                    </a:cubicBezTo>
                    <a:cubicBezTo>
                      <a:pt x="20" y="19"/>
                      <a:pt x="20" y="19"/>
                      <a:pt x="21" y="19"/>
                    </a:cubicBezTo>
                    <a:close/>
                    <a:moveTo>
                      <a:pt x="20" y="18"/>
                    </a:moveTo>
                    <a:cubicBezTo>
                      <a:pt x="20" y="19"/>
                      <a:pt x="20" y="19"/>
                      <a:pt x="21" y="19"/>
                    </a:cubicBezTo>
                    <a:cubicBezTo>
                      <a:pt x="21" y="19"/>
                      <a:pt x="21" y="19"/>
                      <a:pt x="21" y="19"/>
                    </a:cubicBezTo>
                    <a:cubicBezTo>
                      <a:pt x="20" y="19"/>
                      <a:pt x="20" y="18"/>
                      <a:pt x="20" y="18"/>
                    </a:cubicBezTo>
                    <a:close/>
                    <a:moveTo>
                      <a:pt x="21" y="19"/>
                    </a:moveTo>
                    <a:cubicBezTo>
                      <a:pt x="21" y="19"/>
                      <a:pt x="21" y="19"/>
                      <a:pt x="21" y="19"/>
                    </a:cubicBezTo>
                    <a:cubicBezTo>
                      <a:pt x="21" y="19"/>
                      <a:pt x="21" y="19"/>
                      <a:pt x="21" y="19"/>
                    </a:cubicBezTo>
                    <a:cubicBezTo>
                      <a:pt x="21" y="19"/>
                      <a:pt x="21" y="19"/>
                      <a:pt x="21" y="19"/>
                    </a:cubicBezTo>
                    <a:cubicBezTo>
                      <a:pt x="21" y="19"/>
                      <a:pt x="21" y="19"/>
                      <a:pt x="21" y="19"/>
                    </a:cubicBezTo>
                    <a:close/>
                    <a:moveTo>
                      <a:pt x="21" y="19"/>
                    </a:moveTo>
                    <a:cubicBezTo>
                      <a:pt x="21" y="19"/>
                      <a:pt x="21" y="19"/>
                      <a:pt x="21" y="19"/>
                    </a:cubicBezTo>
                    <a:cubicBezTo>
                      <a:pt x="21" y="19"/>
                      <a:pt x="21" y="19"/>
                      <a:pt x="21" y="19"/>
                    </a:cubicBezTo>
                    <a:cubicBezTo>
                      <a:pt x="21" y="19"/>
                      <a:pt x="21" y="19"/>
                      <a:pt x="21" y="19"/>
                    </a:cubicBezTo>
                    <a:cubicBezTo>
                      <a:pt x="21" y="19"/>
                      <a:pt x="21" y="19"/>
                      <a:pt x="21" y="19"/>
                    </a:cubicBezTo>
                    <a:close/>
                    <a:moveTo>
                      <a:pt x="21" y="19"/>
                    </a:moveTo>
                    <a:cubicBezTo>
                      <a:pt x="21" y="19"/>
                      <a:pt x="21" y="19"/>
                      <a:pt x="21" y="19"/>
                    </a:cubicBezTo>
                    <a:cubicBezTo>
                      <a:pt x="21" y="19"/>
                      <a:pt x="21" y="19"/>
                      <a:pt x="21" y="19"/>
                    </a:cubicBezTo>
                    <a:cubicBezTo>
                      <a:pt x="21" y="19"/>
                      <a:pt x="21" y="19"/>
                      <a:pt x="21" y="19"/>
                    </a:cubicBezTo>
                    <a:cubicBezTo>
                      <a:pt x="21" y="19"/>
                      <a:pt x="21" y="19"/>
                      <a:pt x="21" y="19"/>
                    </a:cubicBezTo>
                    <a:close/>
                    <a:moveTo>
                      <a:pt x="20" y="18"/>
                    </a:moveTo>
                    <a:cubicBezTo>
                      <a:pt x="20" y="18"/>
                      <a:pt x="20" y="18"/>
                      <a:pt x="20" y="18"/>
                    </a:cubicBezTo>
                    <a:cubicBezTo>
                      <a:pt x="20" y="18"/>
                      <a:pt x="20" y="18"/>
                      <a:pt x="21" y="19"/>
                    </a:cubicBezTo>
                    <a:lnTo>
                      <a:pt x="20" y="18"/>
                    </a:lnTo>
                    <a:close/>
                    <a:moveTo>
                      <a:pt x="19" y="18"/>
                    </a:moveTo>
                    <a:cubicBezTo>
                      <a:pt x="20" y="17"/>
                      <a:pt x="20" y="17"/>
                      <a:pt x="20" y="17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8"/>
                      <a:pt x="19" y="18"/>
                      <a:pt x="19" y="18"/>
                    </a:cubicBezTo>
                    <a:close/>
                    <a:moveTo>
                      <a:pt x="19" y="18"/>
                    </a:moveTo>
                    <a:cubicBezTo>
                      <a:pt x="20" y="18"/>
                      <a:pt x="20" y="18"/>
                      <a:pt x="20" y="18"/>
                    </a:cubicBezTo>
                    <a:cubicBezTo>
                      <a:pt x="20" y="18"/>
                      <a:pt x="19" y="18"/>
                      <a:pt x="19" y="18"/>
                    </a:cubicBezTo>
                    <a:cubicBezTo>
                      <a:pt x="19" y="18"/>
                      <a:pt x="19" y="18"/>
                      <a:pt x="19" y="18"/>
                    </a:cubicBezTo>
                    <a:close/>
                    <a:moveTo>
                      <a:pt x="18" y="18"/>
                    </a:move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8" y="18"/>
                      <a:pt x="18" y="18"/>
                      <a:pt x="18" y="18"/>
                    </a:cubicBezTo>
                    <a:close/>
                    <a:moveTo>
                      <a:pt x="18" y="18"/>
                    </a:moveTo>
                    <a:cubicBezTo>
                      <a:pt x="18" y="18"/>
                      <a:pt x="18" y="18"/>
                      <a:pt x="18" y="18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8"/>
                      <a:pt x="18" y="18"/>
                      <a:pt x="18" y="18"/>
                    </a:cubicBezTo>
                    <a:close/>
                    <a:moveTo>
                      <a:pt x="18" y="18"/>
                    </a:move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lose/>
                    <a:moveTo>
                      <a:pt x="18" y="18"/>
                    </a:move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lose/>
                    <a:moveTo>
                      <a:pt x="18" y="18"/>
                    </a:move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lose/>
                    <a:moveTo>
                      <a:pt x="18" y="18"/>
                    </a:moveTo>
                    <a:cubicBezTo>
                      <a:pt x="17" y="18"/>
                      <a:pt x="17" y="18"/>
                      <a:pt x="17" y="18"/>
                    </a:cubicBezTo>
                    <a:cubicBezTo>
                      <a:pt x="17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6" y="19"/>
                      <a:pt x="18" y="18"/>
                      <a:pt x="16" y="18"/>
                    </a:cubicBezTo>
                    <a:cubicBezTo>
                      <a:pt x="18" y="18"/>
                      <a:pt x="16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6" y="18"/>
                      <a:pt x="17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7" y="18"/>
                      <a:pt x="18" y="18"/>
                      <a:pt x="17" y="18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15" y="18"/>
                      <a:pt x="15" y="18"/>
                      <a:pt x="15" y="18"/>
                    </a:cubicBezTo>
                    <a:cubicBezTo>
                      <a:pt x="15" y="18"/>
                      <a:pt x="17" y="18"/>
                      <a:pt x="18" y="18"/>
                    </a:cubicBezTo>
                    <a:cubicBezTo>
                      <a:pt x="17" y="18"/>
                      <a:pt x="17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7" y="18"/>
                      <a:pt x="17" y="18"/>
                      <a:pt x="17" y="19"/>
                    </a:cubicBezTo>
                    <a:cubicBezTo>
                      <a:pt x="16" y="19"/>
                      <a:pt x="17" y="18"/>
                      <a:pt x="18" y="18"/>
                    </a:cubicBezTo>
                    <a:cubicBezTo>
                      <a:pt x="16" y="19"/>
                      <a:pt x="17" y="18"/>
                      <a:pt x="16" y="19"/>
                    </a:cubicBezTo>
                    <a:cubicBezTo>
                      <a:pt x="16" y="19"/>
                      <a:pt x="17" y="19"/>
                      <a:pt x="17" y="19"/>
                    </a:cubicBezTo>
                    <a:cubicBezTo>
                      <a:pt x="17" y="19"/>
                      <a:pt x="19" y="18"/>
                      <a:pt x="17" y="19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9" y="18"/>
                    </a:cubicBezTo>
                    <a:cubicBezTo>
                      <a:pt x="18" y="18"/>
                      <a:pt x="18" y="19"/>
                      <a:pt x="18" y="19"/>
                    </a:cubicBezTo>
                    <a:cubicBezTo>
                      <a:pt x="17" y="19"/>
                      <a:pt x="17" y="19"/>
                      <a:pt x="17" y="19"/>
                    </a:cubicBezTo>
                    <a:cubicBezTo>
                      <a:pt x="17" y="19"/>
                      <a:pt x="17" y="19"/>
                      <a:pt x="17" y="19"/>
                    </a:cubicBezTo>
                    <a:cubicBezTo>
                      <a:pt x="17" y="19"/>
                      <a:pt x="17" y="19"/>
                      <a:pt x="17" y="19"/>
                    </a:cubicBezTo>
                    <a:cubicBezTo>
                      <a:pt x="17" y="19"/>
                      <a:pt x="17" y="19"/>
                      <a:pt x="17" y="19"/>
                    </a:cubicBezTo>
                    <a:cubicBezTo>
                      <a:pt x="17" y="19"/>
                      <a:pt x="17" y="19"/>
                      <a:pt x="17" y="19"/>
                    </a:cubicBezTo>
                    <a:cubicBezTo>
                      <a:pt x="17" y="19"/>
                      <a:pt x="17" y="19"/>
                      <a:pt x="17" y="19"/>
                    </a:cubicBezTo>
                    <a:cubicBezTo>
                      <a:pt x="17" y="19"/>
                      <a:pt x="17" y="19"/>
                      <a:pt x="17" y="19"/>
                    </a:cubicBezTo>
                    <a:cubicBezTo>
                      <a:pt x="17" y="19"/>
                      <a:pt x="16" y="19"/>
                      <a:pt x="16" y="19"/>
                    </a:cubicBezTo>
                    <a:cubicBezTo>
                      <a:pt x="16" y="19"/>
                      <a:pt x="16" y="19"/>
                      <a:pt x="16" y="19"/>
                    </a:cubicBezTo>
                    <a:cubicBezTo>
                      <a:pt x="16" y="19"/>
                      <a:pt x="16" y="19"/>
                      <a:pt x="16" y="19"/>
                    </a:cubicBezTo>
                    <a:cubicBezTo>
                      <a:pt x="16" y="19"/>
                      <a:pt x="15" y="18"/>
                      <a:pt x="15" y="18"/>
                    </a:cubicBezTo>
                    <a:cubicBezTo>
                      <a:pt x="16" y="18"/>
                      <a:pt x="16" y="18"/>
                      <a:pt x="16" y="19"/>
                    </a:cubicBezTo>
                    <a:cubicBezTo>
                      <a:pt x="18" y="18"/>
                      <a:pt x="15" y="19"/>
                      <a:pt x="18" y="18"/>
                    </a:cubicBezTo>
                    <a:close/>
                    <a:moveTo>
                      <a:pt x="17" y="24"/>
                    </a:move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6" y="24"/>
                      <a:pt x="16" y="24"/>
                    </a:cubicBezTo>
                    <a:cubicBezTo>
                      <a:pt x="16" y="24"/>
                      <a:pt x="15" y="24"/>
                      <a:pt x="15" y="23"/>
                    </a:cubicBezTo>
                    <a:cubicBezTo>
                      <a:pt x="16" y="23"/>
                      <a:pt x="16" y="24"/>
                      <a:pt x="17" y="24"/>
                    </a:cubicBezTo>
                    <a:close/>
                    <a:moveTo>
                      <a:pt x="15" y="26"/>
                    </a:moveTo>
                    <a:cubicBezTo>
                      <a:pt x="15" y="26"/>
                      <a:pt x="15" y="26"/>
                      <a:pt x="15" y="26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6" y="26"/>
                      <a:pt x="16" y="26"/>
                      <a:pt x="16" y="26"/>
                    </a:cubicBezTo>
                    <a:cubicBezTo>
                      <a:pt x="15" y="26"/>
                      <a:pt x="15" y="26"/>
                      <a:pt x="15" y="27"/>
                    </a:cubicBezTo>
                    <a:cubicBezTo>
                      <a:pt x="15" y="26"/>
                      <a:pt x="15" y="26"/>
                      <a:pt x="15" y="26"/>
                    </a:cubicBezTo>
                    <a:cubicBezTo>
                      <a:pt x="15" y="26"/>
                      <a:pt x="15" y="26"/>
                      <a:pt x="15" y="26"/>
                    </a:cubicBezTo>
                    <a:close/>
                    <a:moveTo>
                      <a:pt x="15" y="26"/>
                    </a:moveTo>
                    <a:cubicBezTo>
                      <a:pt x="14" y="27"/>
                      <a:pt x="15" y="26"/>
                      <a:pt x="14" y="27"/>
                    </a:cubicBezTo>
                    <a:cubicBezTo>
                      <a:pt x="14" y="27"/>
                      <a:pt x="14" y="27"/>
                      <a:pt x="14" y="26"/>
                    </a:cubicBezTo>
                    <a:cubicBezTo>
                      <a:pt x="14" y="26"/>
                      <a:pt x="15" y="26"/>
                      <a:pt x="15" y="26"/>
                    </a:cubicBezTo>
                    <a:close/>
                    <a:moveTo>
                      <a:pt x="15" y="29"/>
                    </a:moveTo>
                    <a:cubicBezTo>
                      <a:pt x="14" y="30"/>
                      <a:pt x="14" y="30"/>
                      <a:pt x="14" y="29"/>
                    </a:cubicBezTo>
                    <a:cubicBezTo>
                      <a:pt x="14" y="29"/>
                      <a:pt x="14" y="29"/>
                      <a:pt x="15" y="29"/>
                    </a:cubicBezTo>
                    <a:close/>
                    <a:moveTo>
                      <a:pt x="13" y="28"/>
                    </a:moveTo>
                    <a:cubicBezTo>
                      <a:pt x="13" y="28"/>
                      <a:pt x="13" y="27"/>
                      <a:pt x="13" y="27"/>
                    </a:cubicBezTo>
                    <a:cubicBezTo>
                      <a:pt x="13" y="27"/>
                      <a:pt x="13" y="28"/>
                      <a:pt x="13" y="28"/>
                    </a:cubicBezTo>
                    <a:cubicBezTo>
                      <a:pt x="13" y="28"/>
                      <a:pt x="13" y="28"/>
                      <a:pt x="13" y="28"/>
                    </a:cubicBezTo>
                    <a:cubicBezTo>
                      <a:pt x="13" y="28"/>
                      <a:pt x="12" y="28"/>
                      <a:pt x="12" y="29"/>
                    </a:cubicBezTo>
                    <a:lnTo>
                      <a:pt x="13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06" name="Freeform 287"/>
              <p:cNvSpPr/>
              <p:nvPr>
                <p:custDataLst>
                  <p:tags r:id="rId132"/>
                </p:custDataLst>
              </p:nvPr>
            </p:nvSpPr>
            <p:spPr bwMode="auto">
              <a:xfrm>
                <a:off x="3608" y="1908"/>
                <a:ext cx="4" cy="6"/>
              </a:xfrm>
              <a:custGeom>
                <a:avLst/>
                <a:gdLst>
                  <a:gd name="T0" fmla="*/ 1 w 2"/>
                  <a:gd name="T1" fmla="*/ 0 h 3"/>
                  <a:gd name="T2" fmla="*/ 0 w 2"/>
                  <a:gd name="T3" fmla="*/ 2 h 3"/>
                  <a:gd name="T4" fmla="*/ 1 w 2"/>
                  <a:gd name="T5" fmla="*/ 3 h 3"/>
                  <a:gd name="T6" fmla="*/ 1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1" y="0"/>
                      <a:pt x="0" y="1"/>
                      <a:pt x="0" y="2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2" y="2"/>
                      <a:pt x="1" y="1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07" name="Freeform 288"/>
              <p:cNvSpPr/>
              <p:nvPr>
                <p:custDataLst>
                  <p:tags r:id="rId133"/>
                </p:custDataLst>
              </p:nvPr>
            </p:nvSpPr>
            <p:spPr bwMode="auto">
              <a:xfrm>
                <a:off x="4113" y="1587"/>
                <a:ext cx="4" cy="5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2 h 2"/>
                  <a:gd name="T4" fmla="*/ 0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1" y="2"/>
                      <a:pt x="1" y="2"/>
                      <a:pt x="2" y="2"/>
                    </a:cubicBezTo>
                    <a:cubicBezTo>
                      <a:pt x="0" y="0"/>
                      <a:pt x="1" y="2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08" name="Freeform 289"/>
              <p:cNvSpPr/>
              <p:nvPr>
                <p:custDataLst>
                  <p:tags r:id="rId134"/>
                </p:custDataLst>
              </p:nvPr>
            </p:nvSpPr>
            <p:spPr bwMode="auto">
              <a:xfrm>
                <a:off x="3593" y="182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09" name="Freeform 290"/>
              <p:cNvSpPr/>
              <p:nvPr>
                <p:custDataLst>
                  <p:tags r:id="rId135"/>
                </p:custDataLst>
              </p:nvPr>
            </p:nvSpPr>
            <p:spPr bwMode="auto">
              <a:xfrm>
                <a:off x="4251" y="1730"/>
                <a:ext cx="4" cy="4"/>
              </a:xfrm>
              <a:custGeom>
                <a:avLst/>
                <a:gdLst>
                  <a:gd name="T0" fmla="*/ 0 w 4"/>
                  <a:gd name="T1" fmla="*/ 2 h 4"/>
                  <a:gd name="T2" fmla="*/ 2 w 4"/>
                  <a:gd name="T3" fmla="*/ 4 h 4"/>
                  <a:gd name="T4" fmla="*/ 4 w 4"/>
                  <a:gd name="T5" fmla="*/ 0 h 4"/>
                  <a:gd name="T6" fmla="*/ 0 w 4"/>
                  <a:gd name="T7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0" y="2"/>
                    </a:moveTo>
                    <a:lnTo>
                      <a:pt x="2" y="4"/>
                    </a:lnTo>
                    <a:lnTo>
                      <a:pt x="4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10" name="Freeform 291"/>
              <p:cNvSpPr/>
              <p:nvPr>
                <p:custDataLst>
                  <p:tags r:id="rId136"/>
                </p:custDataLst>
              </p:nvPr>
            </p:nvSpPr>
            <p:spPr bwMode="auto">
              <a:xfrm>
                <a:off x="3980" y="2436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11" name="Freeform 292"/>
              <p:cNvSpPr/>
              <p:nvPr>
                <p:custDataLst>
                  <p:tags r:id="rId137"/>
                </p:custDataLst>
              </p:nvPr>
            </p:nvSpPr>
            <p:spPr bwMode="auto">
              <a:xfrm>
                <a:off x="3980" y="2446"/>
                <a:ext cx="4" cy="5"/>
              </a:xfrm>
              <a:custGeom>
                <a:avLst/>
                <a:gdLst>
                  <a:gd name="T0" fmla="*/ 1 w 2"/>
                  <a:gd name="T1" fmla="*/ 1 h 2"/>
                  <a:gd name="T2" fmla="*/ 1 w 2"/>
                  <a:gd name="T3" fmla="*/ 0 h 2"/>
                  <a:gd name="T4" fmla="*/ 1 w 2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2" y="2"/>
                      <a:pt x="0" y="0"/>
                      <a:pt x="1" y="0"/>
                    </a:cubicBezTo>
                    <a:cubicBezTo>
                      <a:pt x="0" y="0"/>
                      <a:pt x="1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12" name="Freeform 293"/>
              <p:cNvSpPr/>
              <p:nvPr>
                <p:custDataLst>
                  <p:tags r:id="rId138"/>
                </p:custDataLst>
              </p:nvPr>
            </p:nvSpPr>
            <p:spPr bwMode="auto">
              <a:xfrm>
                <a:off x="4062" y="2253"/>
                <a:ext cx="0" cy="2"/>
              </a:xfrm>
              <a:custGeom>
                <a:avLst/>
                <a:gdLst>
                  <a:gd name="T0" fmla="*/ 0 h 2"/>
                  <a:gd name="T1" fmla="*/ 0 h 2"/>
                  <a:gd name="T2" fmla="*/ 2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13" name="Freeform 294"/>
              <p:cNvSpPr/>
              <p:nvPr>
                <p:custDataLst>
                  <p:tags r:id="rId139"/>
                </p:custDataLst>
              </p:nvPr>
            </p:nvSpPr>
            <p:spPr bwMode="auto">
              <a:xfrm>
                <a:off x="4162" y="2200"/>
                <a:ext cx="2" cy="5"/>
              </a:xfrm>
              <a:custGeom>
                <a:avLst/>
                <a:gdLst>
                  <a:gd name="T0" fmla="*/ 0 w 1"/>
                  <a:gd name="T1" fmla="*/ 1 h 2"/>
                  <a:gd name="T2" fmla="*/ 1 w 1"/>
                  <a:gd name="T3" fmla="*/ 1 h 2"/>
                  <a:gd name="T4" fmla="*/ 0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0"/>
                      <a:pt x="1" y="2"/>
                      <a:pt x="1" y="1"/>
                    </a:cubicBezTo>
                    <a:cubicBezTo>
                      <a:pt x="1" y="1"/>
                      <a:pt x="0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14" name="Freeform 295"/>
              <p:cNvSpPr/>
              <p:nvPr>
                <p:custDataLst>
                  <p:tags r:id="rId140"/>
                </p:custDataLst>
              </p:nvPr>
            </p:nvSpPr>
            <p:spPr bwMode="auto">
              <a:xfrm>
                <a:off x="4164" y="2139"/>
                <a:ext cx="4" cy="2"/>
              </a:xfrm>
              <a:custGeom>
                <a:avLst/>
                <a:gdLst>
                  <a:gd name="T0" fmla="*/ 4 w 4"/>
                  <a:gd name="T1" fmla="*/ 2 h 2"/>
                  <a:gd name="T2" fmla="*/ 4 w 4"/>
                  <a:gd name="T3" fmla="*/ 0 h 2"/>
                  <a:gd name="T4" fmla="*/ 0 w 4"/>
                  <a:gd name="T5" fmla="*/ 2 h 2"/>
                  <a:gd name="T6" fmla="*/ 4 w 4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4" y="2"/>
                    </a:moveTo>
                    <a:lnTo>
                      <a:pt x="4" y="0"/>
                    </a:lnTo>
                    <a:lnTo>
                      <a:pt x="0" y="2"/>
                    </a:lnTo>
                    <a:lnTo>
                      <a:pt x="4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15" name="Freeform 296"/>
              <p:cNvSpPr/>
              <p:nvPr>
                <p:custDataLst>
                  <p:tags r:id="rId141"/>
                </p:custDataLst>
              </p:nvPr>
            </p:nvSpPr>
            <p:spPr bwMode="auto">
              <a:xfrm>
                <a:off x="3606" y="1819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16" name="Oval 297"/>
              <p:cNvSpPr>
                <a:spLocks noChangeArrowheads="1"/>
              </p:cNvSpPr>
              <p:nvPr>
                <p:custDataLst>
                  <p:tags r:id="rId142"/>
                </p:custDataLst>
              </p:nvPr>
            </p:nvSpPr>
            <p:spPr bwMode="auto">
              <a:xfrm>
                <a:off x="3598" y="1817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17" name="Oval 298"/>
              <p:cNvSpPr>
                <a:spLocks noChangeArrowheads="1"/>
              </p:cNvSpPr>
              <p:nvPr>
                <p:custDataLst>
                  <p:tags r:id="rId143"/>
                </p:custDataLst>
              </p:nvPr>
            </p:nvSpPr>
            <p:spPr bwMode="auto">
              <a:xfrm>
                <a:off x="3600" y="1817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18" name="Freeform 299"/>
              <p:cNvSpPr/>
              <p:nvPr>
                <p:custDataLst>
                  <p:tags r:id="rId144"/>
                </p:custDataLst>
              </p:nvPr>
            </p:nvSpPr>
            <p:spPr bwMode="auto">
              <a:xfrm>
                <a:off x="3598" y="1817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  <a:gd name="T3" fmla="*/ 0 w 1"/>
                  <a:gd name="T4" fmla="*/ 0 w 1"/>
                  <a:gd name="T5" fmla="*/ 1 w 1"/>
                  <a:gd name="T6" fmla="*/ 1 w 1"/>
                  <a:gd name="T7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  <a:cxn ang="0">
                    <a:pos x="T7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19" name="Oval 300"/>
              <p:cNvSpPr>
                <a:spLocks noChangeArrowheads="1"/>
              </p:cNvSpPr>
              <p:nvPr>
                <p:custDataLst>
                  <p:tags r:id="rId145"/>
                </p:custDataLst>
              </p:nvPr>
            </p:nvSpPr>
            <p:spPr bwMode="auto">
              <a:xfrm>
                <a:off x="3602" y="1819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20" name="Freeform 301"/>
              <p:cNvSpPr/>
              <p:nvPr>
                <p:custDataLst>
                  <p:tags r:id="rId146"/>
                </p:custDataLst>
              </p:nvPr>
            </p:nvSpPr>
            <p:spPr bwMode="auto">
              <a:xfrm>
                <a:off x="3602" y="1817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1 h 1"/>
                  <a:gd name="T4" fmla="*/ 0 h 1"/>
                  <a:gd name="T5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21" name="Freeform 302"/>
              <p:cNvSpPr/>
              <p:nvPr>
                <p:custDataLst>
                  <p:tags r:id="rId147"/>
                </p:custDataLst>
              </p:nvPr>
            </p:nvSpPr>
            <p:spPr bwMode="auto">
              <a:xfrm>
                <a:off x="3602" y="1817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22" name="Oval 303"/>
              <p:cNvSpPr>
                <a:spLocks noChangeArrowheads="1"/>
              </p:cNvSpPr>
              <p:nvPr>
                <p:custDataLst>
                  <p:tags r:id="rId148"/>
                </p:custDataLst>
              </p:nvPr>
            </p:nvSpPr>
            <p:spPr bwMode="auto">
              <a:xfrm>
                <a:off x="3593" y="1814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23" name="Freeform 304"/>
              <p:cNvSpPr/>
              <p:nvPr>
                <p:custDataLst>
                  <p:tags r:id="rId149"/>
                </p:custDataLst>
              </p:nvPr>
            </p:nvSpPr>
            <p:spPr bwMode="auto">
              <a:xfrm>
                <a:off x="3598" y="1814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24" name="Freeform 305"/>
              <p:cNvSpPr/>
              <p:nvPr>
                <p:custDataLst>
                  <p:tags r:id="rId150"/>
                </p:custDataLst>
              </p:nvPr>
            </p:nvSpPr>
            <p:spPr bwMode="auto">
              <a:xfrm>
                <a:off x="3598" y="181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25" name="Oval 306"/>
              <p:cNvSpPr>
                <a:spLocks noChangeArrowheads="1"/>
              </p:cNvSpPr>
              <p:nvPr>
                <p:custDataLst>
                  <p:tags r:id="rId151"/>
                </p:custDataLst>
              </p:nvPr>
            </p:nvSpPr>
            <p:spPr bwMode="auto">
              <a:xfrm>
                <a:off x="3612" y="1821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26" name="Freeform 307"/>
              <p:cNvSpPr/>
              <p:nvPr>
                <p:custDataLst>
                  <p:tags r:id="rId152"/>
                </p:custDataLst>
              </p:nvPr>
            </p:nvSpPr>
            <p:spPr bwMode="auto">
              <a:xfrm>
                <a:off x="3977" y="2478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27" name="Freeform 308"/>
              <p:cNvSpPr/>
              <p:nvPr>
                <p:custDataLst>
                  <p:tags r:id="rId153"/>
                </p:custDataLst>
              </p:nvPr>
            </p:nvSpPr>
            <p:spPr bwMode="auto">
              <a:xfrm>
                <a:off x="3595" y="1812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28" name="Freeform 309"/>
              <p:cNvSpPr/>
              <p:nvPr>
                <p:custDataLst>
                  <p:tags r:id="rId154"/>
                </p:custDataLst>
              </p:nvPr>
            </p:nvSpPr>
            <p:spPr bwMode="auto">
              <a:xfrm>
                <a:off x="3598" y="1814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29" name="Freeform 310"/>
              <p:cNvSpPr/>
              <p:nvPr>
                <p:custDataLst>
                  <p:tags r:id="rId155"/>
                </p:custDataLst>
              </p:nvPr>
            </p:nvSpPr>
            <p:spPr bwMode="auto">
              <a:xfrm>
                <a:off x="3967" y="2491"/>
                <a:ext cx="4" cy="4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0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1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30" name="Freeform 311"/>
              <p:cNvSpPr/>
              <p:nvPr>
                <p:custDataLst>
                  <p:tags r:id="rId156"/>
                </p:custDataLst>
              </p:nvPr>
            </p:nvSpPr>
            <p:spPr bwMode="auto">
              <a:xfrm>
                <a:off x="3825" y="2268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31" name="Freeform 312"/>
              <p:cNvSpPr/>
              <p:nvPr>
                <p:custDataLst>
                  <p:tags r:id="rId157"/>
                </p:custDataLst>
              </p:nvPr>
            </p:nvSpPr>
            <p:spPr bwMode="auto">
              <a:xfrm>
                <a:off x="3810" y="2268"/>
                <a:ext cx="8" cy="2"/>
              </a:xfrm>
              <a:custGeom>
                <a:avLst/>
                <a:gdLst>
                  <a:gd name="T0" fmla="*/ 4 w 4"/>
                  <a:gd name="T1" fmla="*/ 0 h 1"/>
                  <a:gd name="T2" fmla="*/ 0 w 4"/>
                  <a:gd name="T3" fmla="*/ 0 h 1"/>
                  <a:gd name="T4" fmla="*/ 4 w 4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4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1"/>
                      <a:pt x="2" y="0"/>
                      <a:pt x="4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32" name="Freeform 313"/>
              <p:cNvSpPr/>
              <p:nvPr>
                <p:custDataLst>
                  <p:tags r:id="rId158"/>
                </p:custDataLst>
              </p:nvPr>
            </p:nvSpPr>
            <p:spPr bwMode="auto">
              <a:xfrm>
                <a:off x="3835" y="2275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33" name="Freeform 314"/>
              <p:cNvSpPr/>
              <p:nvPr>
                <p:custDataLst>
                  <p:tags r:id="rId159"/>
                </p:custDataLst>
              </p:nvPr>
            </p:nvSpPr>
            <p:spPr bwMode="auto">
              <a:xfrm>
                <a:off x="3833" y="2268"/>
                <a:ext cx="2" cy="4"/>
              </a:xfrm>
              <a:custGeom>
                <a:avLst/>
                <a:gdLst>
                  <a:gd name="T0" fmla="*/ 1 w 1"/>
                  <a:gd name="T1" fmla="*/ 1 h 2"/>
                  <a:gd name="T2" fmla="*/ 0 w 1"/>
                  <a:gd name="T3" fmla="*/ 1 h 2"/>
                  <a:gd name="T4" fmla="*/ 1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0" y="1"/>
                      <a:pt x="0" y="0"/>
                      <a:pt x="0" y="1"/>
                    </a:cubicBezTo>
                    <a:cubicBezTo>
                      <a:pt x="1" y="2"/>
                      <a:pt x="0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34" name="Freeform 315"/>
              <p:cNvSpPr/>
              <p:nvPr>
                <p:custDataLst>
                  <p:tags r:id="rId160"/>
                </p:custDataLst>
              </p:nvPr>
            </p:nvSpPr>
            <p:spPr bwMode="auto">
              <a:xfrm>
                <a:off x="3833" y="2328"/>
                <a:ext cx="9" cy="2"/>
              </a:xfrm>
              <a:custGeom>
                <a:avLst/>
                <a:gdLst>
                  <a:gd name="T0" fmla="*/ 0 w 4"/>
                  <a:gd name="T1" fmla="*/ 1 h 1"/>
                  <a:gd name="T2" fmla="*/ 4 w 4"/>
                  <a:gd name="T3" fmla="*/ 0 h 1"/>
                  <a:gd name="T4" fmla="*/ 4 w 4"/>
                  <a:gd name="T5" fmla="*/ 0 h 1"/>
                  <a:gd name="T6" fmla="*/ 3 w 4"/>
                  <a:gd name="T7" fmla="*/ 0 h 1"/>
                  <a:gd name="T8" fmla="*/ 2 w 4"/>
                  <a:gd name="T9" fmla="*/ 0 h 1"/>
                  <a:gd name="T10" fmla="*/ 0 w 4"/>
                  <a:gd name="T1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1" y="1"/>
                      <a:pt x="3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3" y="0"/>
                      <a:pt x="3" y="0"/>
                    </a:cubicBezTo>
                    <a:cubicBezTo>
                      <a:pt x="2" y="0"/>
                      <a:pt x="1" y="0"/>
                      <a:pt x="2" y="0"/>
                    </a:cubicBezTo>
                    <a:cubicBezTo>
                      <a:pt x="1" y="1"/>
                      <a:pt x="0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35" name="Freeform 316"/>
              <p:cNvSpPr/>
              <p:nvPr>
                <p:custDataLst>
                  <p:tags r:id="rId161"/>
                </p:custDataLst>
              </p:nvPr>
            </p:nvSpPr>
            <p:spPr bwMode="auto">
              <a:xfrm>
                <a:off x="3837" y="2330"/>
                <a:ext cx="5" cy="2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0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1" y="1"/>
                      <a:pt x="2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36" name="Freeform 317"/>
              <p:cNvSpPr/>
              <p:nvPr>
                <p:custDataLst>
                  <p:tags r:id="rId162"/>
                </p:custDataLst>
              </p:nvPr>
            </p:nvSpPr>
            <p:spPr bwMode="auto">
              <a:xfrm>
                <a:off x="3839" y="2328"/>
                <a:ext cx="5" cy="0"/>
              </a:xfrm>
              <a:custGeom>
                <a:avLst/>
                <a:gdLst>
                  <a:gd name="T0" fmla="*/ 1 w 2"/>
                  <a:gd name="T1" fmla="*/ 0 w 2"/>
                  <a:gd name="T2" fmla="*/ 1 w 2"/>
                  <a:gd name="T3" fmla="*/ 1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37" name="Freeform 318"/>
              <p:cNvSpPr/>
              <p:nvPr>
                <p:custDataLst>
                  <p:tags r:id="rId163"/>
                </p:custDataLst>
              </p:nvPr>
            </p:nvSpPr>
            <p:spPr bwMode="auto">
              <a:xfrm>
                <a:off x="3827" y="2268"/>
                <a:ext cx="2" cy="4"/>
              </a:xfrm>
              <a:custGeom>
                <a:avLst/>
                <a:gdLst>
                  <a:gd name="T0" fmla="*/ 1 w 1"/>
                  <a:gd name="T1" fmla="*/ 2 h 2"/>
                  <a:gd name="T2" fmla="*/ 0 w 1"/>
                  <a:gd name="T3" fmla="*/ 0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1"/>
                      <a:pt x="1" y="1"/>
                      <a:pt x="0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38" name="Freeform 319"/>
              <p:cNvSpPr/>
              <p:nvPr>
                <p:custDataLst>
                  <p:tags r:id="rId164"/>
                </p:custDataLst>
              </p:nvPr>
            </p:nvSpPr>
            <p:spPr bwMode="auto">
              <a:xfrm>
                <a:off x="3729" y="2856"/>
                <a:ext cx="6" cy="4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2 h 2"/>
                  <a:gd name="T4" fmla="*/ 3 w 3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2" y="1"/>
                      <a:pt x="2" y="1"/>
                      <a:pt x="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39" name="Freeform 320"/>
              <p:cNvSpPr/>
              <p:nvPr>
                <p:custDataLst>
                  <p:tags r:id="rId165"/>
                </p:custDataLst>
              </p:nvPr>
            </p:nvSpPr>
            <p:spPr bwMode="auto">
              <a:xfrm>
                <a:off x="3731" y="2854"/>
                <a:ext cx="2" cy="4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0 h 2"/>
                  <a:gd name="T4" fmla="*/ 0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2"/>
                      <a:pt x="0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40" name="Freeform 321"/>
              <p:cNvSpPr/>
              <p:nvPr>
                <p:custDataLst>
                  <p:tags r:id="rId166"/>
                </p:custDataLst>
              </p:nvPr>
            </p:nvSpPr>
            <p:spPr bwMode="auto">
              <a:xfrm>
                <a:off x="3897" y="2822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41" name="Freeform 322"/>
              <p:cNvSpPr/>
              <p:nvPr>
                <p:custDataLst>
                  <p:tags r:id="rId167"/>
                </p:custDataLst>
              </p:nvPr>
            </p:nvSpPr>
            <p:spPr bwMode="auto">
              <a:xfrm>
                <a:off x="4007" y="2790"/>
                <a:ext cx="2" cy="4"/>
              </a:xfrm>
              <a:custGeom>
                <a:avLst/>
                <a:gdLst>
                  <a:gd name="T0" fmla="*/ 2 w 2"/>
                  <a:gd name="T1" fmla="*/ 4 h 4"/>
                  <a:gd name="T2" fmla="*/ 2 w 2"/>
                  <a:gd name="T3" fmla="*/ 4 h 4"/>
                  <a:gd name="T4" fmla="*/ 0 w 2"/>
                  <a:gd name="T5" fmla="*/ 0 h 4"/>
                  <a:gd name="T6" fmla="*/ 2 w 2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lnTo>
                      <a:pt x="2" y="4"/>
                    </a:lnTo>
                    <a:lnTo>
                      <a:pt x="0" y="0"/>
                    </a:lnTo>
                    <a:lnTo>
                      <a:pt x="2" y="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42" name="Freeform 323"/>
              <p:cNvSpPr/>
              <p:nvPr>
                <p:custDataLst>
                  <p:tags r:id="rId168"/>
                </p:custDataLst>
              </p:nvPr>
            </p:nvSpPr>
            <p:spPr bwMode="auto">
              <a:xfrm>
                <a:off x="3971" y="2813"/>
                <a:ext cx="2" cy="4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1 h 2"/>
                  <a:gd name="T4" fmla="*/ 0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0"/>
                      <a:pt x="0" y="2"/>
                      <a:pt x="1" y="1"/>
                    </a:cubicBezTo>
                    <a:cubicBezTo>
                      <a:pt x="1" y="1"/>
                      <a:pt x="1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43" name="Freeform 324"/>
              <p:cNvSpPr/>
              <p:nvPr>
                <p:custDataLst>
                  <p:tags r:id="rId169"/>
                </p:custDataLst>
              </p:nvPr>
            </p:nvSpPr>
            <p:spPr bwMode="auto">
              <a:xfrm>
                <a:off x="3969" y="2501"/>
                <a:ext cx="2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44" name="Freeform 325"/>
              <p:cNvSpPr/>
              <p:nvPr>
                <p:custDataLst>
                  <p:tags r:id="rId170"/>
                </p:custDataLst>
              </p:nvPr>
            </p:nvSpPr>
            <p:spPr bwMode="auto">
              <a:xfrm>
                <a:off x="3850" y="286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45" name="Freeform 326"/>
              <p:cNvSpPr/>
              <p:nvPr>
                <p:custDataLst>
                  <p:tags r:id="rId171"/>
                </p:custDataLst>
              </p:nvPr>
            </p:nvSpPr>
            <p:spPr bwMode="auto">
              <a:xfrm>
                <a:off x="3668" y="2060"/>
                <a:ext cx="8" cy="17"/>
              </a:xfrm>
              <a:custGeom>
                <a:avLst/>
                <a:gdLst>
                  <a:gd name="T0" fmla="*/ 4 w 4"/>
                  <a:gd name="T1" fmla="*/ 0 h 8"/>
                  <a:gd name="T2" fmla="*/ 0 w 4"/>
                  <a:gd name="T3" fmla="*/ 6 h 8"/>
                  <a:gd name="T4" fmla="*/ 4 w 4"/>
                  <a:gd name="T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8">
                    <a:moveTo>
                      <a:pt x="4" y="0"/>
                    </a:moveTo>
                    <a:cubicBezTo>
                      <a:pt x="2" y="1"/>
                      <a:pt x="1" y="5"/>
                      <a:pt x="0" y="6"/>
                    </a:cubicBezTo>
                    <a:cubicBezTo>
                      <a:pt x="1" y="8"/>
                      <a:pt x="3" y="1"/>
                      <a:pt x="4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51" name="Freeform 327"/>
              <p:cNvSpPr/>
              <p:nvPr>
                <p:custDataLst>
                  <p:tags r:id="rId172"/>
                </p:custDataLst>
              </p:nvPr>
            </p:nvSpPr>
            <p:spPr bwMode="auto">
              <a:xfrm>
                <a:off x="3837" y="2328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52" name="Freeform 328"/>
              <p:cNvSpPr/>
              <p:nvPr>
                <p:custDataLst>
                  <p:tags r:id="rId173"/>
                </p:custDataLst>
              </p:nvPr>
            </p:nvSpPr>
            <p:spPr bwMode="auto">
              <a:xfrm>
                <a:off x="3965" y="2504"/>
                <a:ext cx="4" cy="2"/>
              </a:xfrm>
              <a:custGeom>
                <a:avLst/>
                <a:gdLst>
                  <a:gd name="T0" fmla="*/ 1 w 2"/>
                  <a:gd name="T1" fmla="*/ 0 h 1"/>
                  <a:gd name="T2" fmla="*/ 0 w 2"/>
                  <a:gd name="T3" fmla="*/ 0 h 1"/>
                  <a:gd name="T4" fmla="*/ 1 w 2"/>
                  <a:gd name="T5" fmla="*/ 1 h 1"/>
                  <a:gd name="T6" fmla="*/ 1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2" y="0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53" name="Freeform 329"/>
              <p:cNvSpPr/>
              <p:nvPr>
                <p:custDataLst>
                  <p:tags r:id="rId174"/>
                </p:custDataLst>
              </p:nvPr>
            </p:nvSpPr>
            <p:spPr bwMode="auto">
              <a:xfrm>
                <a:off x="3973" y="2476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0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54" name="Freeform 330"/>
              <p:cNvSpPr/>
              <p:nvPr>
                <p:custDataLst>
                  <p:tags r:id="rId175"/>
                </p:custDataLst>
              </p:nvPr>
            </p:nvSpPr>
            <p:spPr bwMode="auto">
              <a:xfrm>
                <a:off x="3965" y="2497"/>
                <a:ext cx="10" cy="4"/>
              </a:xfrm>
              <a:custGeom>
                <a:avLst/>
                <a:gdLst>
                  <a:gd name="T0" fmla="*/ 5 w 5"/>
                  <a:gd name="T1" fmla="*/ 1 h 2"/>
                  <a:gd name="T2" fmla="*/ 1 w 5"/>
                  <a:gd name="T3" fmla="*/ 2 h 2"/>
                  <a:gd name="T4" fmla="*/ 0 w 5"/>
                  <a:gd name="T5" fmla="*/ 2 h 2"/>
                  <a:gd name="T6" fmla="*/ 2 w 5"/>
                  <a:gd name="T7" fmla="*/ 2 h 2"/>
                  <a:gd name="T8" fmla="*/ 3 w 5"/>
                  <a:gd name="T9" fmla="*/ 1 h 2"/>
                  <a:gd name="T10" fmla="*/ 5 w 5"/>
                  <a:gd name="T11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2">
                    <a:moveTo>
                      <a:pt x="5" y="1"/>
                    </a:moveTo>
                    <a:cubicBezTo>
                      <a:pt x="4" y="0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1" y="2"/>
                      <a:pt x="2" y="2"/>
                      <a:pt x="2" y="2"/>
                    </a:cubicBezTo>
                    <a:cubicBezTo>
                      <a:pt x="2" y="2"/>
                      <a:pt x="4" y="2"/>
                      <a:pt x="3" y="1"/>
                    </a:cubicBezTo>
                    <a:cubicBezTo>
                      <a:pt x="4" y="1"/>
                      <a:pt x="5" y="1"/>
                      <a:pt x="5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55" name="Freeform 331"/>
              <p:cNvSpPr/>
              <p:nvPr>
                <p:custDataLst>
                  <p:tags r:id="rId176"/>
                </p:custDataLst>
              </p:nvPr>
            </p:nvSpPr>
            <p:spPr bwMode="auto">
              <a:xfrm>
                <a:off x="3835" y="2474"/>
                <a:ext cx="4" cy="0"/>
              </a:xfrm>
              <a:custGeom>
                <a:avLst/>
                <a:gdLst>
                  <a:gd name="T0" fmla="*/ 0 w 2"/>
                  <a:gd name="T1" fmla="*/ 1 w 2"/>
                  <a:gd name="T2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cubicBezTo>
                      <a:pt x="0" y="0"/>
                      <a:pt x="2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56" name="Freeform 332"/>
              <p:cNvSpPr/>
              <p:nvPr>
                <p:custDataLst>
                  <p:tags r:id="rId177"/>
                </p:custDataLst>
              </p:nvPr>
            </p:nvSpPr>
            <p:spPr bwMode="auto">
              <a:xfrm>
                <a:off x="3829" y="2345"/>
                <a:ext cx="4" cy="0"/>
              </a:xfrm>
              <a:custGeom>
                <a:avLst/>
                <a:gdLst>
                  <a:gd name="T0" fmla="*/ 1 w 2"/>
                  <a:gd name="T1" fmla="*/ 1 w 2"/>
                  <a:gd name="T2" fmla="*/ 1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1" y="0"/>
                    </a:moveTo>
                    <a:cubicBezTo>
                      <a:pt x="0" y="0"/>
                      <a:pt x="2" y="0"/>
                      <a:pt x="1" y="0"/>
                    </a:cubicBezTo>
                    <a:cubicBezTo>
                      <a:pt x="2" y="0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57" name="Freeform 333"/>
              <p:cNvSpPr/>
              <p:nvPr>
                <p:custDataLst>
                  <p:tags r:id="rId178"/>
                </p:custDataLst>
              </p:nvPr>
            </p:nvSpPr>
            <p:spPr bwMode="auto">
              <a:xfrm>
                <a:off x="3831" y="2336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58" name="Freeform 334"/>
              <p:cNvSpPr/>
              <p:nvPr>
                <p:custDataLst>
                  <p:tags r:id="rId179"/>
                </p:custDataLst>
              </p:nvPr>
            </p:nvSpPr>
            <p:spPr bwMode="auto">
              <a:xfrm>
                <a:off x="3850" y="2491"/>
                <a:ext cx="4" cy="2"/>
              </a:xfrm>
              <a:custGeom>
                <a:avLst/>
                <a:gdLst>
                  <a:gd name="T0" fmla="*/ 0 w 4"/>
                  <a:gd name="T1" fmla="*/ 2 h 2"/>
                  <a:gd name="T2" fmla="*/ 0 w 4"/>
                  <a:gd name="T3" fmla="*/ 2 h 2"/>
                  <a:gd name="T4" fmla="*/ 4 w 4"/>
                  <a:gd name="T5" fmla="*/ 0 h 2"/>
                  <a:gd name="T6" fmla="*/ 0 w 4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lnTo>
                      <a:pt x="0" y="2"/>
                    </a:lnTo>
                    <a:lnTo>
                      <a:pt x="4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59" name="Freeform 335"/>
              <p:cNvSpPr/>
              <p:nvPr>
                <p:custDataLst>
                  <p:tags r:id="rId180"/>
                </p:custDataLst>
              </p:nvPr>
            </p:nvSpPr>
            <p:spPr bwMode="auto">
              <a:xfrm>
                <a:off x="3835" y="2336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1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60" name="Rectangle 336"/>
              <p:cNvSpPr>
                <a:spLocks noChangeArrowheads="1"/>
              </p:cNvSpPr>
              <p:nvPr>
                <p:custDataLst>
                  <p:tags r:id="rId181"/>
                </p:custDataLst>
              </p:nvPr>
            </p:nvSpPr>
            <p:spPr bwMode="auto">
              <a:xfrm>
                <a:off x="3835" y="2434"/>
                <a:ext cx="2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61" name="Freeform 337"/>
              <p:cNvSpPr/>
              <p:nvPr>
                <p:custDataLst>
                  <p:tags r:id="rId182"/>
                </p:custDataLst>
              </p:nvPr>
            </p:nvSpPr>
            <p:spPr bwMode="auto">
              <a:xfrm>
                <a:off x="3831" y="2349"/>
                <a:ext cx="4" cy="0"/>
              </a:xfrm>
              <a:custGeom>
                <a:avLst/>
                <a:gdLst>
                  <a:gd name="T0" fmla="*/ 0 w 2"/>
                  <a:gd name="T1" fmla="*/ 2 w 2"/>
                  <a:gd name="T2" fmla="*/ 2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1" y="0"/>
                      <a:pt x="2" y="0"/>
                      <a:pt x="2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62" name="Freeform 338"/>
              <p:cNvSpPr/>
              <p:nvPr>
                <p:custDataLst>
                  <p:tags r:id="rId183"/>
                </p:custDataLst>
              </p:nvPr>
            </p:nvSpPr>
            <p:spPr bwMode="auto">
              <a:xfrm>
                <a:off x="3602" y="1823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0 w 1"/>
                  <a:gd name="T4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63" name="Freeform 339"/>
              <p:cNvSpPr/>
              <p:nvPr>
                <p:custDataLst>
                  <p:tags r:id="rId184"/>
                </p:custDataLst>
              </p:nvPr>
            </p:nvSpPr>
            <p:spPr bwMode="auto">
              <a:xfrm>
                <a:off x="3905" y="227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64" name="Freeform 340"/>
              <p:cNvSpPr/>
              <p:nvPr>
                <p:custDataLst>
                  <p:tags r:id="rId185"/>
                </p:custDataLst>
              </p:nvPr>
            </p:nvSpPr>
            <p:spPr bwMode="auto">
              <a:xfrm>
                <a:off x="3778" y="2979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1" y="0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65" name="Freeform 341"/>
              <p:cNvSpPr/>
              <p:nvPr>
                <p:custDataLst>
                  <p:tags r:id="rId186"/>
                </p:custDataLst>
              </p:nvPr>
            </p:nvSpPr>
            <p:spPr bwMode="auto">
              <a:xfrm>
                <a:off x="3746" y="2826"/>
                <a:ext cx="399" cy="167"/>
              </a:xfrm>
              <a:custGeom>
                <a:avLst/>
                <a:gdLst>
                  <a:gd name="T0" fmla="*/ 154 w 188"/>
                  <a:gd name="T1" fmla="*/ 20 h 79"/>
                  <a:gd name="T2" fmla="*/ 145 w 188"/>
                  <a:gd name="T3" fmla="*/ 25 h 79"/>
                  <a:gd name="T4" fmla="*/ 108 w 188"/>
                  <a:gd name="T5" fmla="*/ 47 h 79"/>
                  <a:gd name="T6" fmla="*/ 94 w 188"/>
                  <a:gd name="T7" fmla="*/ 49 h 79"/>
                  <a:gd name="T8" fmla="*/ 84 w 188"/>
                  <a:gd name="T9" fmla="*/ 48 h 79"/>
                  <a:gd name="T10" fmla="*/ 64 w 188"/>
                  <a:gd name="T11" fmla="*/ 52 h 79"/>
                  <a:gd name="T12" fmla="*/ 52 w 188"/>
                  <a:gd name="T13" fmla="*/ 54 h 79"/>
                  <a:gd name="T14" fmla="*/ 33 w 188"/>
                  <a:gd name="T15" fmla="*/ 56 h 79"/>
                  <a:gd name="T16" fmla="*/ 23 w 188"/>
                  <a:gd name="T17" fmla="*/ 60 h 79"/>
                  <a:gd name="T18" fmla="*/ 12 w 188"/>
                  <a:gd name="T19" fmla="*/ 55 h 79"/>
                  <a:gd name="T20" fmla="*/ 5 w 188"/>
                  <a:gd name="T21" fmla="*/ 55 h 79"/>
                  <a:gd name="T22" fmla="*/ 5 w 188"/>
                  <a:gd name="T23" fmla="*/ 53 h 79"/>
                  <a:gd name="T24" fmla="*/ 4 w 188"/>
                  <a:gd name="T25" fmla="*/ 51 h 79"/>
                  <a:gd name="T26" fmla="*/ 3 w 188"/>
                  <a:gd name="T27" fmla="*/ 53 h 79"/>
                  <a:gd name="T28" fmla="*/ 3 w 188"/>
                  <a:gd name="T29" fmla="*/ 56 h 79"/>
                  <a:gd name="T30" fmla="*/ 0 w 188"/>
                  <a:gd name="T31" fmla="*/ 58 h 79"/>
                  <a:gd name="T32" fmla="*/ 2 w 188"/>
                  <a:gd name="T33" fmla="*/ 61 h 79"/>
                  <a:gd name="T34" fmla="*/ 13 w 188"/>
                  <a:gd name="T35" fmla="*/ 66 h 79"/>
                  <a:gd name="T36" fmla="*/ 15 w 188"/>
                  <a:gd name="T37" fmla="*/ 70 h 79"/>
                  <a:gd name="T38" fmla="*/ 16 w 188"/>
                  <a:gd name="T39" fmla="*/ 72 h 79"/>
                  <a:gd name="T40" fmla="*/ 18 w 188"/>
                  <a:gd name="T41" fmla="*/ 76 h 79"/>
                  <a:gd name="T42" fmla="*/ 21 w 188"/>
                  <a:gd name="T43" fmla="*/ 71 h 79"/>
                  <a:gd name="T44" fmla="*/ 26 w 188"/>
                  <a:gd name="T45" fmla="*/ 67 h 79"/>
                  <a:gd name="T46" fmla="*/ 27 w 188"/>
                  <a:gd name="T47" fmla="*/ 76 h 79"/>
                  <a:gd name="T48" fmla="*/ 30 w 188"/>
                  <a:gd name="T49" fmla="*/ 74 h 79"/>
                  <a:gd name="T50" fmla="*/ 31 w 188"/>
                  <a:gd name="T51" fmla="*/ 78 h 79"/>
                  <a:gd name="T52" fmla="*/ 35 w 188"/>
                  <a:gd name="T53" fmla="*/ 74 h 79"/>
                  <a:gd name="T54" fmla="*/ 38 w 188"/>
                  <a:gd name="T55" fmla="*/ 73 h 79"/>
                  <a:gd name="T56" fmla="*/ 42 w 188"/>
                  <a:gd name="T57" fmla="*/ 64 h 79"/>
                  <a:gd name="T58" fmla="*/ 43 w 188"/>
                  <a:gd name="T59" fmla="*/ 76 h 79"/>
                  <a:gd name="T60" fmla="*/ 51 w 188"/>
                  <a:gd name="T61" fmla="*/ 72 h 79"/>
                  <a:gd name="T62" fmla="*/ 57 w 188"/>
                  <a:gd name="T63" fmla="*/ 72 h 79"/>
                  <a:gd name="T64" fmla="*/ 61 w 188"/>
                  <a:gd name="T65" fmla="*/ 70 h 79"/>
                  <a:gd name="T66" fmla="*/ 70 w 188"/>
                  <a:gd name="T67" fmla="*/ 68 h 79"/>
                  <a:gd name="T68" fmla="*/ 75 w 188"/>
                  <a:gd name="T69" fmla="*/ 71 h 79"/>
                  <a:gd name="T70" fmla="*/ 77 w 188"/>
                  <a:gd name="T71" fmla="*/ 68 h 79"/>
                  <a:gd name="T72" fmla="*/ 80 w 188"/>
                  <a:gd name="T73" fmla="*/ 68 h 79"/>
                  <a:gd name="T74" fmla="*/ 81 w 188"/>
                  <a:gd name="T75" fmla="*/ 66 h 79"/>
                  <a:gd name="T76" fmla="*/ 86 w 188"/>
                  <a:gd name="T77" fmla="*/ 67 h 79"/>
                  <a:gd name="T78" fmla="*/ 92 w 188"/>
                  <a:gd name="T79" fmla="*/ 65 h 79"/>
                  <a:gd name="T80" fmla="*/ 98 w 188"/>
                  <a:gd name="T81" fmla="*/ 64 h 79"/>
                  <a:gd name="T82" fmla="*/ 104 w 188"/>
                  <a:gd name="T83" fmla="*/ 60 h 79"/>
                  <a:gd name="T84" fmla="*/ 107 w 188"/>
                  <a:gd name="T85" fmla="*/ 62 h 79"/>
                  <a:gd name="T86" fmla="*/ 108 w 188"/>
                  <a:gd name="T87" fmla="*/ 62 h 79"/>
                  <a:gd name="T88" fmla="*/ 114 w 188"/>
                  <a:gd name="T89" fmla="*/ 59 h 79"/>
                  <a:gd name="T90" fmla="*/ 119 w 188"/>
                  <a:gd name="T91" fmla="*/ 59 h 79"/>
                  <a:gd name="T92" fmla="*/ 122 w 188"/>
                  <a:gd name="T93" fmla="*/ 52 h 79"/>
                  <a:gd name="T94" fmla="*/ 126 w 188"/>
                  <a:gd name="T95" fmla="*/ 52 h 79"/>
                  <a:gd name="T96" fmla="*/ 132 w 188"/>
                  <a:gd name="T97" fmla="*/ 50 h 79"/>
                  <a:gd name="T98" fmla="*/ 139 w 188"/>
                  <a:gd name="T99" fmla="*/ 45 h 79"/>
                  <a:gd name="T100" fmla="*/ 143 w 188"/>
                  <a:gd name="T101" fmla="*/ 43 h 79"/>
                  <a:gd name="T102" fmla="*/ 156 w 188"/>
                  <a:gd name="T103" fmla="*/ 39 h 79"/>
                  <a:gd name="T104" fmla="*/ 160 w 188"/>
                  <a:gd name="T105" fmla="*/ 37 h 79"/>
                  <a:gd name="T106" fmla="*/ 167 w 188"/>
                  <a:gd name="T107" fmla="*/ 26 h 79"/>
                  <a:gd name="T108" fmla="*/ 172 w 188"/>
                  <a:gd name="T109" fmla="*/ 21 h 79"/>
                  <a:gd name="T110" fmla="*/ 180 w 188"/>
                  <a:gd name="T111" fmla="*/ 0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88" h="79">
                    <a:moveTo>
                      <a:pt x="180" y="0"/>
                    </a:moveTo>
                    <a:cubicBezTo>
                      <a:pt x="179" y="5"/>
                      <a:pt x="175" y="6"/>
                      <a:pt x="171" y="7"/>
                    </a:cubicBezTo>
                    <a:cubicBezTo>
                      <a:pt x="170" y="8"/>
                      <a:pt x="169" y="10"/>
                      <a:pt x="168" y="10"/>
                    </a:cubicBezTo>
                    <a:cubicBezTo>
                      <a:pt x="164" y="15"/>
                      <a:pt x="157" y="14"/>
                      <a:pt x="154" y="19"/>
                    </a:cubicBezTo>
                    <a:cubicBezTo>
                      <a:pt x="155" y="19"/>
                      <a:pt x="155" y="20"/>
                      <a:pt x="155" y="21"/>
                    </a:cubicBezTo>
                    <a:cubicBezTo>
                      <a:pt x="154" y="20"/>
                      <a:pt x="154" y="20"/>
                      <a:pt x="154" y="20"/>
                    </a:cubicBezTo>
                    <a:cubicBezTo>
                      <a:pt x="155" y="22"/>
                      <a:pt x="155" y="22"/>
                      <a:pt x="155" y="22"/>
                    </a:cubicBezTo>
                    <a:cubicBezTo>
                      <a:pt x="155" y="22"/>
                      <a:pt x="154" y="20"/>
                      <a:pt x="154" y="20"/>
                    </a:cubicBezTo>
                    <a:cubicBezTo>
                      <a:pt x="152" y="21"/>
                      <a:pt x="151" y="23"/>
                      <a:pt x="149" y="23"/>
                    </a:cubicBezTo>
                    <a:cubicBezTo>
                      <a:pt x="149" y="25"/>
                      <a:pt x="148" y="24"/>
                      <a:pt x="149" y="26"/>
                    </a:cubicBezTo>
                    <a:cubicBezTo>
                      <a:pt x="148" y="25"/>
                      <a:pt x="148" y="25"/>
                      <a:pt x="148" y="25"/>
                    </a:cubicBezTo>
                    <a:cubicBezTo>
                      <a:pt x="147" y="27"/>
                      <a:pt x="147" y="27"/>
                      <a:pt x="145" y="25"/>
                    </a:cubicBezTo>
                    <a:cubicBezTo>
                      <a:pt x="139" y="27"/>
                      <a:pt x="134" y="30"/>
                      <a:pt x="128" y="32"/>
                    </a:cubicBezTo>
                    <a:cubicBezTo>
                      <a:pt x="123" y="34"/>
                      <a:pt x="118" y="39"/>
                      <a:pt x="112" y="41"/>
                    </a:cubicBezTo>
                    <a:cubicBezTo>
                      <a:pt x="112" y="45"/>
                      <a:pt x="111" y="43"/>
                      <a:pt x="110" y="47"/>
                    </a:cubicBezTo>
                    <a:cubicBezTo>
                      <a:pt x="110" y="46"/>
                      <a:pt x="110" y="46"/>
                      <a:pt x="110" y="46"/>
                    </a:cubicBezTo>
                    <a:cubicBezTo>
                      <a:pt x="110" y="47"/>
                      <a:pt x="109" y="46"/>
                      <a:pt x="107" y="45"/>
                    </a:cubicBezTo>
                    <a:cubicBezTo>
                      <a:pt x="108" y="46"/>
                      <a:pt x="107" y="45"/>
                      <a:pt x="108" y="47"/>
                    </a:cubicBezTo>
                    <a:cubicBezTo>
                      <a:pt x="108" y="49"/>
                      <a:pt x="106" y="45"/>
                      <a:pt x="106" y="46"/>
                    </a:cubicBezTo>
                    <a:cubicBezTo>
                      <a:pt x="105" y="45"/>
                      <a:pt x="106" y="47"/>
                      <a:pt x="106" y="46"/>
                    </a:cubicBezTo>
                    <a:cubicBezTo>
                      <a:pt x="105" y="49"/>
                      <a:pt x="106" y="45"/>
                      <a:pt x="103" y="44"/>
                    </a:cubicBezTo>
                    <a:cubicBezTo>
                      <a:pt x="101" y="45"/>
                      <a:pt x="98" y="48"/>
                      <a:pt x="95" y="47"/>
                    </a:cubicBezTo>
                    <a:cubicBezTo>
                      <a:pt x="95" y="47"/>
                      <a:pt x="96" y="49"/>
                      <a:pt x="96" y="49"/>
                    </a:cubicBezTo>
                    <a:cubicBezTo>
                      <a:pt x="95" y="46"/>
                      <a:pt x="95" y="50"/>
                      <a:pt x="94" y="49"/>
                    </a:cubicBezTo>
                    <a:cubicBezTo>
                      <a:pt x="94" y="48"/>
                      <a:pt x="94" y="48"/>
                      <a:pt x="94" y="48"/>
                    </a:cubicBezTo>
                    <a:cubicBezTo>
                      <a:pt x="93" y="47"/>
                      <a:pt x="92" y="49"/>
                      <a:pt x="91" y="48"/>
                    </a:cubicBezTo>
                    <a:cubicBezTo>
                      <a:pt x="90" y="49"/>
                      <a:pt x="88" y="47"/>
                      <a:pt x="88" y="49"/>
                    </a:cubicBezTo>
                    <a:cubicBezTo>
                      <a:pt x="88" y="47"/>
                      <a:pt x="87" y="48"/>
                      <a:pt x="87" y="47"/>
                    </a:cubicBezTo>
                    <a:cubicBezTo>
                      <a:pt x="87" y="51"/>
                      <a:pt x="84" y="46"/>
                      <a:pt x="84" y="49"/>
                    </a:cubicBezTo>
                    <a:cubicBezTo>
                      <a:pt x="84" y="48"/>
                      <a:pt x="84" y="48"/>
                      <a:pt x="84" y="48"/>
                    </a:cubicBezTo>
                    <a:cubicBezTo>
                      <a:pt x="81" y="49"/>
                      <a:pt x="77" y="49"/>
                      <a:pt x="74" y="51"/>
                    </a:cubicBezTo>
                    <a:cubicBezTo>
                      <a:pt x="73" y="52"/>
                      <a:pt x="70" y="48"/>
                      <a:pt x="69" y="50"/>
                    </a:cubicBezTo>
                    <a:cubicBezTo>
                      <a:pt x="68" y="52"/>
                      <a:pt x="68" y="52"/>
                      <a:pt x="68" y="52"/>
                    </a:cubicBezTo>
                    <a:cubicBezTo>
                      <a:pt x="68" y="52"/>
                      <a:pt x="68" y="51"/>
                      <a:pt x="68" y="51"/>
                    </a:cubicBezTo>
                    <a:cubicBezTo>
                      <a:pt x="67" y="52"/>
                      <a:pt x="66" y="51"/>
                      <a:pt x="65" y="51"/>
                    </a:cubicBezTo>
                    <a:cubicBezTo>
                      <a:pt x="65" y="51"/>
                      <a:pt x="64" y="52"/>
                      <a:pt x="64" y="52"/>
                    </a:cubicBezTo>
                    <a:cubicBezTo>
                      <a:pt x="63" y="50"/>
                      <a:pt x="61" y="54"/>
                      <a:pt x="60" y="52"/>
                    </a:cubicBezTo>
                    <a:cubicBezTo>
                      <a:pt x="61" y="55"/>
                      <a:pt x="59" y="54"/>
                      <a:pt x="59" y="55"/>
                    </a:cubicBezTo>
                    <a:cubicBezTo>
                      <a:pt x="58" y="55"/>
                      <a:pt x="58" y="54"/>
                      <a:pt x="58" y="53"/>
                    </a:cubicBezTo>
                    <a:cubicBezTo>
                      <a:pt x="57" y="53"/>
                      <a:pt x="57" y="54"/>
                      <a:pt x="56" y="53"/>
                    </a:cubicBezTo>
                    <a:cubicBezTo>
                      <a:pt x="55" y="53"/>
                      <a:pt x="55" y="55"/>
                      <a:pt x="54" y="55"/>
                    </a:cubicBezTo>
                    <a:cubicBezTo>
                      <a:pt x="54" y="52"/>
                      <a:pt x="53" y="54"/>
                      <a:pt x="52" y="54"/>
                    </a:cubicBezTo>
                    <a:cubicBezTo>
                      <a:pt x="52" y="56"/>
                      <a:pt x="52" y="57"/>
                      <a:pt x="51" y="56"/>
                    </a:cubicBezTo>
                    <a:cubicBezTo>
                      <a:pt x="51" y="54"/>
                      <a:pt x="51" y="54"/>
                      <a:pt x="51" y="54"/>
                    </a:cubicBezTo>
                    <a:cubicBezTo>
                      <a:pt x="49" y="56"/>
                      <a:pt x="46" y="53"/>
                      <a:pt x="43" y="56"/>
                    </a:cubicBezTo>
                    <a:cubicBezTo>
                      <a:pt x="43" y="54"/>
                      <a:pt x="43" y="54"/>
                      <a:pt x="43" y="54"/>
                    </a:cubicBezTo>
                    <a:cubicBezTo>
                      <a:pt x="41" y="56"/>
                      <a:pt x="38" y="54"/>
                      <a:pt x="36" y="57"/>
                    </a:cubicBezTo>
                    <a:cubicBezTo>
                      <a:pt x="35" y="56"/>
                      <a:pt x="34" y="56"/>
                      <a:pt x="33" y="56"/>
                    </a:cubicBezTo>
                    <a:cubicBezTo>
                      <a:pt x="32" y="57"/>
                      <a:pt x="32" y="57"/>
                      <a:pt x="31" y="59"/>
                    </a:cubicBezTo>
                    <a:cubicBezTo>
                      <a:pt x="31" y="59"/>
                      <a:pt x="31" y="58"/>
                      <a:pt x="31" y="57"/>
                    </a:cubicBezTo>
                    <a:cubicBezTo>
                      <a:pt x="30" y="57"/>
                      <a:pt x="29" y="54"/>
                      <a:pt x="28" y="57"/>
                    </a:cubicBezTo>
                    <a:cubicBezTo>
                      <a:pt x="28" y="55"/>
                      <a:pt x="28" y="55"/>
                      <a:pt x="28" y="55"/>
                    </a:cubicBezTo>
                    <a:cubicBezTo>
                      <a:pt x="27" y="57"/>
                      <a:pt x="25" y="58"/>
                      <a:pt x="25" y="57"/>
                    </a:cubicBezTo>
                    <a:cubicBezTo>
                      <a:pt x="24" y="58"/>
                      <a:pt x="23" y="58"/>
                      <a:pt x="23" y="60"/>
                    </a:cubicBezTo>
                    <a:cubicBezTo>
                      <a:pt x="23" y="60"/>
                      <a:pt x="23" y="57"/>
                      <a:pt x="23" y="59"/>
                    </a:cubicBezTo>
                    <a:cubicBezTo>
                      <a:pt x="23" y="57"/>
                      <a:pt x="23" y="57"/>
                      <a:pt x="23" y="57"/>
                    </a:cubicBezTo>
                    <a:cubicBezTo>
                      <a:pt x="21" y="56"/>
                      <a:pt x="19" y="56"/>
                      <a:pt x="17" y="57"/>
                    </a:cubicBezTo>
                    <a:cubicBezTo>
                      <a:pt x="17" y="55"/>
                      <a:pt x="15" y="57"/>
                      <a:pt x="14" y="55"/>
                    </a:cubicBezTo>
                    <a:cubicBezTo>
                      <a:pt x="13" y="56"/>
                      <a:pt x="13" y="54"/>
                      <a:pt x="11" y="56"/>
                    </a:cubicBezTo>
                    <a:cubicBezTo>
                      <a:pt x="12" y="55"/>
                      <a:pt x="12" y="55"/>
                      <a:pt x="12" y="55"/>
                    </a:cubicBezTo>
                    <a:cubicBezTo>
                      <a:pt x="11" y="54"/>
                      <a:pt x="10" y="54"/>
                      <a:pt x="9" y="53"/>
                    </a:cubicBezTo>
                    <a:cubicBezTo>
                      <a:pt x="9" y="52"/>
                      <a:pt x="8" y="54"/>
                      <a:pt x="7" y="54"/>
                    </a:cubicBezTo>
                    <a:cubicBezTo>
                      <a:pt x="8" y="53"/>
                      <a:pt x="8" y="53"/>
                      <a:pt x="8" y="53"/>
                    </a:cubicBezTo>
                    <a:cubicBezTo>
                      <a:pt x="8" y="53"/>
                      <a:pt x="7" y="54"/>
                      <a:pt x="6" y="55"/>
                    </a:cubicBezTo>
                    <a:cubicBezTo>
                      <a:pt x="6" y="54"/>
                      <a:pt x="6" y="54"/>
                      <a:pt x="6" y="54"/>
                    </a:cubicBezTo>
                    <a:cubicBezTo>
                      <a:pt x="5" y="55"/>
                      <a:pt x="5" y="55"/>
                      <a:pt x="5" y="55"/>
                    </a:cubicBezTo>
                    <a:cubicBezTo>
                      <a:pt x="5" y="55"/>
                      <a:pt x="5" y="56"/>
                      <a:pt x="5" y="56"/>
                    </a:cubicBezTo>
                    <a:cubicBezTo>
                      <a:pt x="5" y="55"/>
                      <a:pt x="4" y="56"/>
                      <a:pt x="4" y="54"/>
                    </a:cubicBezTo>
                    <a:cubicBezTo>
                      <a:pt x="5" y="54"/>
                      <a:pt x="7" y="53"/>
                      <a:pt x="8" y="52"/>
                    </a:cubicBezTo>
                    <a:cubicBezTo>
                      <a:pt x="8" y="51"/>
                      <a:pt x="5" y="53"/>
                      <a:pt x="6" y="52"/>
                    </a:cubicBezTo>
                    <a:cubicBezTo>
                      <a:pt x="6" y="51"/>
                      <a:pt x="6" y="51"/>
                      <a:pt x="5" y="51"/>
                    </a:cubicBezTo>
                    <a:cubicBezTo>
                      <a:pt x="5" y="52"/>
                      <a:pt x="5" y="52"/>
                      <a:pt x="5" y="53"/>
                    </a:cubicBezTo>
                    <a:cubicBezTo>
                      <a:pt x="5" y="53"/>
                      <a:pt x="5" y="52"/>
                      <a:pt x="5" y="52"/>
                    </a:cubicBezTo>
                    <a:cubicBezTo>
                      <a:pt x="4" y="52"/>
                      <a:pt x="4" y="52"/>
                      <a:pt x="4" y="52"/>
                    </a:cubicBezTo>
                    <a:cubicBezTo>
                      <a:pt x="4" y="52"/>
                      <a:pt x="4" y="52"/>
                      <a:pt x="5" y="52"/>
                    </a:cubicBezTo>
                    <a:cubicBezTo>
                      <a:pt x="5" y="51"/>
                      <a:pt x="5" y="51"/>
                      <a:pt x="5" y="51"/>
                    </a:cubicBezTo>
                    <a:cubicBezTo>
                      <a:pt x="4" y="52"/>
                      <a:pt x="4" y="52"/>
                      <a:pt x="4" y="52"/>
                    </a:cubicBezTo>
                    <a:cubicBezTo>
                      <a:pt x="4" y="51"/>
                      <a:pt x="4" y="51"/>
                      <a:pt x="4" y="51"/>
                    </a:cubicBezTo>
                    <a:cubicBezTo>
                      <a:pt x="3" y="51"/>
                      <a:pt x="3" y="51"/>
                      <a:pt x="2" y="50"/>
                    </a:cubicBezTo>
                    <a:cubicBezTo>
                      <a:pt x="1" y="52"/>
                      <a:pt x="4" y="46"/>
                      <a:pt x="0" y="55"/>
                    </a:cubicBezTo>
                    <a:cubicBezTo>
                      <a:pt x="1" y="55"/>
                      <a:pt x="1" y="55"/>
                      <a:pt x="1" y="55"/>
                    </a:cubicBezTo>
                    <a:cubicBezTo>
                      <a:pt x="2" y="54"/>
                      <a:pt x="2" y="54"/>
                      <a:pt x="2" y="54"/>
                    </a:cubicBezTo>
                    <a:cubicBezTo>
                      <a:pt x="2" y="54"/>
                      <a:pt x="3" y="54"/>
                      <a:pt x="3" y="54"/>
                    </a:cubicBezTo>
                    <a:cubicBezTo>
                      <a:pt x="3" y="54"/>
                      <a:pt x="3" y="53"/>
                      <a:pt x="3" y="53"/>
                    </a:cubicBezTo>
                    <a:cubicBezTo>
                      <a:pt x="3" y="53"/>
                      <a:pt x="3" y="54"/>
                      <a:pt x="3" y="53"/>
                    </a:cubicBezTo>
                    <a:cubicBezTo>
                      <a:pt x="3" y="52"/>
                      <a:pt x="4" y="51"/>
                      <a:pt x="4" y="53"/>
                    </a:cubicBezTo>
                    <a:cubicBezTo>
                      <a:pt x="4" y="54"/>
                      <a:pt x="4" y="54"/>
                      <a:pt x="4" y="55"/>
                    </a:cubicBezTo>
                    <a:cubicBezTo>
                      <a:pt x="4" y="55"/>
                      <a:pt x="3" y="56"/>
                      <a:pt x="3" y="56"/>
                    </a:cubicBezTo>
                    <a:cubicBezTo>
                      <a:pt x="3" y="56"/>
                      <a:pt x="3" y="56"/>
                      <a:pt x="3" y="56"/>
                    </a:cubicBezTo>
                    <a:cubicBezTo>
                      <a:pt x="3" y="56"/>
                      <a:pt x="3" y="56"/>
                      <a:pt x="3" y="56"/>
                    </a:cubicBezTo>
                    <a:cubicBezTo>
                      <a:pt x="3" y="56"/>
                      <a:pt x="3" y="56"/>
                      <a:pt x="3" y="56"/>
                    </a:cubicBezTo>
                    <a:cubicBezTo>
                      <a:pt x="3" y="56"/>
                      <a:pt x="3" y="56"/>
                      <a:pt x="3" y="56"/>
                    </a:cubicBezTo>
                    <a:cubicBezTo>
                      <a:pt x="3" y="56"/>
                      <a:pt x="3" y="55"/>
                      <a:pt x="3" y="55"/>
                    </a:cubicBezTo>
                    <a:cubicBezTo>
                      <a:pt x="2" y="55"/>
                      <a:pt x="2" y="56"/>
                      <a:pt x="1" y="56"/>
                    </a:cubicBezTo>
                    <a:cubicBezTo>
                      <a:pt x="2" y="56"/>
                      <a:pt x="2" y="56"/>
                      <a:pt x="2" y="56"/>
                    </a:cubicBezTo>
                    <a:cubicBezTo>
                      <a:pt x="0" y="58"/>
                      <a:pt x="0" y="58"/>
                      <a:pt x="0" y="58"/>
                    </a:cubicBezTo>
                    <a:cubicBezTo>
                      <a:pt x="2" y="57"/>
                      <a:pt x="2" y="57"/>
                      <a:pt x="3" y="58"/>
                    </a:cubicBezTo>
                    <a:cubicBezTo>
                      <a:pt x="3" y="58"/>
                      <a:pt x="3" y="58"/>
                      <a:pt x="3" y="58"/>
                    </a:cubicBezTo>
                    <a:cubicBezTo>
                      <a:pt x="3" y="58"/>
                      <a:pt x="3" y="58"/>
                      <a:pt x="3" y="58"/>
                    </a:cubicBezTo>
                    <a:cubicBezTo>
                      <a:pt x="3" y="58"/>
                      <a:pt x="3" y="58"/>
                      <a:pt x="3" y="58"/>
                    </a:cubicBezTo>
                    <a:cubicBezTo>
                      <a:pt x="3" y="60"/>
                      <a:pt x="4" y="57"/>
                      <a:pt x="4" y="58"/>
                    </a:cubicBezTo>
                    <a:cubicBezTo>
                      <a:pt x="4" y="58"/>
                      <a:pt x="2" y="60"/>
                      <a:pt x="2" y="61"/>
                    </a:cubicBezTo>
                    <a:cubicBezTo>
                      <a:pt x="3" y="62"/>
                      <a:pt x="6" y="61"/>
                      <a:pt x="6" y="63"/>
                    </a:cubicBezTo>
                    <a:cubicBezTo>
                      <a:pt x="7" y="63"/>
                      <a:pt x="8" y="63"/>
                      <a:pt x="9" y="62"/>
                    </a:cubicBezTo>
                    <a:cubicBezTo>
                      <a:pt x="10" y="62"/>
                      <a:pt x="8" y="65"/>
                      <a:pt x="9" y="64"/>
                    </a:cubicBezTo>
                    <a:cubicBezTo>
                      <a:pt x="9" y="65"/>
                      <a:pt x="9" y="66"/>
                      <a:pt x="8" y="66"/>
                    </a:cubicBezTo>
                    <a:cubicBezTo>
                      <a:pt x="9" y="66"/>
                      <a:pt x="10" y="67"/>
                      <a:pt x="10" y="65"/>
                    </a:cubicBezTo>
                    <a:cubicBezTo>
                      <a:pt x="11" y="66"/>
                      <a:pt x="12" y="67"/>
                      <a:pt x="13" y="66"/>
                    </a:cubicBezTo>
                    <a:cubicBezTo>
                      <a:pt x="13" y="66"/>
                      <a:pt x="12" y="68"/>
                      <a:pt x="12" y="69"/>
                    </a:cubicBezTo>
                    <a:cubicBezTo>
                      <a:pt x="13" y="67"/>
                      <a:pt x="15" y="67"/>
                      <a:pt x="15" y="67"/>
                    </a:cubicBezTo>
                    <a:cubicBezTo>
                      <a:pt x="16" y="66"/>
                      <a:pt x="16" y="66"/>
                      <a:pt x="16" y="64"/>
                    </a:cubicBezTo>
                    <a:cubicBezTo>
                      <a:pt x="16" y="64"/>
                      <a:pt x="17" y="63"/>
                      <a:pt x="17" y="63"/>
                    </a:cubicBezTo>
                    <a:cubicBezTo>
                      <a:pt x="17" y="65"/>
                      <a:pt x="16" y="68"/>
                      <a:pt x="17" y="68"/>
                    </a:cubicBezTo>
                    <a:cubicBezTo>
                      <a:pt x="16" y="71"/>
                      <a:pt x="15" y="67"/>
                      <a:pt x="15" y="70"/>
                    </a:cubicBezTo>
                    <a:cubicBezTo>
                      <a:pt x="14" y="72"/>
                      <a:pt x="12" y="72"/>
                      <a:pt x="12" y="70"/>
                    </a:cubicBezTo>
                    <a:cubicBezTo>
                      <a:pt x="11" y="73"/>
                      <a:pt x="13" y="71"/>
                      <a:pt x="12" y="73"/>
                    </a:cubicBezTo>
                    <a:cubicBezTo>
                      <a:pt x="13" y="73"/>
                      <a:pt x="14" y="72"/>
                      <a:pt x="15" y="72"/>
                    </a:cubicBezTo>
                    <a:cubicBezTo>
                      <a:pt x="15" y="71"/>
                      <a:pt x="15" y="70"/>
                      <a:pt x="16" y="70"/>
                    </a:cubicBezTo>
                    <a:cubicBezTo>
                      <a:pt x="17" y="67"/>
                      <a:pt x="16" y="72"/>
                      <a:pt x="17" y="72"/>
                    </a:cubicBezTo>
                    <a:cubicBezTo>
                      <a:pt x="16" y="72"/>
                      <a:pt x="16" y="72"/>
                      <a:pt x="16" y="72"/>
                    </a:cubicBezTo>
                    <a:cubicBezTo>
                      <a:pt x="16" y="73"/>
                      <a:pt x="17" y="72"/>
                      <a:pt x="18" y="72"/>
                    </a:cubicBezTo>
                    <a:cubicBezTo>
                      <a:pt x="17" y="75"/>
                      <a:pt x="17" y="72"/>
                      <a:pt x="16" y="74"/>
                    </a:cubicBezTo>
                    <a:cubicBezTo>
                      <a:pt x="16" y="76"/>
                      <a:pt x="16" y="76"/>
                      <a:pt x="16" y="76"/>
                    </a:cubicBezTo>
                    <a:cubicBezTo>
                      <a:pt x="17" y="77"/>
                      <a:pt x="17" y="74"/>
                      <a:pt x="18" y="75"/>
                    </a:cubicBezTo>
                    <a:cubicBezTo>
                      <a:pt x="17" y="76"/>
                      <a:pt x="17" y="76"/>
                      <a:pt x="17" y="76"/>
                    </a:cubicBezTo>
                    <a:cubicBezTo>
                      <a:pt x="18" y="76"/>
                      <a:pt x="18" y="76"/>
                      <a:pt x="18" y="76"/>
                    </a:cubicBezTo>
                    <a:cubicBezTo>
                      <a:pt x="18" y="74"/>
                      <a:pt x="19" y="73"/>
                      <a:pt x="18" y="73"/>
                    </a:cubicBezTo>
                    <a:cubicBezTo>
                      <a:pt x="19" y="70"/>
                      <a:pt x="19" y="72"/>
                      <a:pt x="20" y="72"/>
                    </a:cubicBezTo>
                    <a:cubicBezTo>
                      <a:pt x="20" y="70"/>
                      <a:pt x="19" y="72"/>
                      <a:pt x="20" y="70"/>
                    </a:cubicBezTo>
                    <a:cubicBezTo>
                      <a:pt x="20" y="69"/>
                      <a:pt x="20" y="69"/>
                      <a:pt x="21" y="69"/>
                    </a:cubicBezTo>
                    <a:cubicBezTo>
                      <a:pt x="22" y="69"/>
                      <a:pt x="21" y="71"/>
                      <a:pt x="21" y="72"/>
                    </a:cubicBezTo>
                    <a:cubicBezTo>
                      <a:pt x="21" y="72"/>
                      <a:pt x="20" y="72"/>
                      <a:pt x="21" y="71"/>
                    </a:cubicBezTo>
                    <a:cubicBezTo>
                      <a:pt x="19" y="73"/>
                      <a:pt x="20" y="75"/>
                      <a:pt x="19" y="76"/>
                    </a:cubicBezTo>
                    <a:cubicBezTo>
                      <a:pt x="20" y="77"/>
                      <a:pt x="20" y="75"/>
                      <a:pt x="21" y="75"/>
                    </a:cubicBezTo>
                    <a:cubicBezTo>
                      <a:pt x="21" y="74"/>
                      <a:pt x="21" y="73"/>
                      <a:pt x="21" y="72"/>
                    </a:cubicBezTo>
                    <a:cubicBezTo>
                      <a:pt x="23" y="68"/>
                      <a:pt x="21" y="76"/>
                      <a:pt x="23" y="75"/>
                    </a:cubicBezTo>
                    <a:cubicBezTo>
                      <a:pt x="23" y="72"/>
                      <a:pt x="25" y="71"/>
                      <a:pt x="25" y="68"/>
                    </a:cubicBezTo>
                    <a:cubicBezTo>
                      <a:pt x="25" y="67"/>
                      <a:pt x="25" y="66"/>
                      <a:pt x="26" y="67"/>
                    </a:cubicBezTo>
                    <a:cubicBezTo>
                      <a:pt x="25" y="69"/>
                      <a:pt x="26" y="68"/>
                      <a:pt x="25" y="70"/>
                    </a:cubicBezTo>
                    <a:cubicBezTo>
                      <a:pt x="25" y="70"/>
                      <a:pt x="25" y="70"/>
                      <a:pt x="25" y="70"/>
                    </a:cubicBezTo>
                    <a:cubicBezTo>
                      <a:pt x="24" y="73"/>
                      <a:pt x="24" y="73"/>
                      <a:pt x="24" y="73"/>
                    </a:cubicBezTo>
                    <a:cubicBezTo>
                      <a:pt x="25" y="74"/>
                      <a:pt x="25" y="76"/>
                      <a:pt x="26" y="77"/>
                    </a:cubicBezTo>
                    <a:cubicBezTo>
                      <a:pt x="26" y="76"/>
                      <a:pt x="26" y="75"/>
                      <a:pt x="26" y="74"/>
                    </a:cubicBezTo>
                    <a:cubicBezTo>
                      <a:pt x="26" y="75"/>
                      <a:pt x="26" y="76"/>
                      <a:pt x="27" y="76"/>
                    </a:cubicBezTo>
                    <a:cubicBezTo>
                      <a:pt x="26" y="76"/>
                      <a:pt x="27" y="74"/>
                      <a:pt x="27" y="73"/>
                    </a:cubicBezTo>
                    <a:cubicBezTo>
                      <a:pt x="28" y="73"/>
                      <a:pt x="28" y="75"/>
                      <a:pt x="28" y="76"/>
                    </a:cubicBezTo>
                    <a:cubicBezTo>
                      <a:pt x="27" y="77"/>
                      <a:pt x="27" y="77"/>
                      <a:pt x="27" y="77"/>
                    </a:cubicBezTo>
                    <a:cubicBezTo>
                      <a:pt x="28" y="76"/>
                      <a:pt x="28" y="78"/>
                      <a:pt x="28" y="78"/>
                    </a:cubicBezTo>
                    <a:cubicBezTo>
                      <a:pt x="28" y="76"/>
                      <a:pt x="29" y="75"/>
                      <a:pt x="29" y="73"/>
                    </a:cubicBezTo>
                    <a:cubicBezTo>
                      <a:pt x="30" y="73"/>
                      <a:pt x="30" y="74"/>
                      <a:pt x="30" y="74"/>
                    </a:cubicBezTo>
                    <a:cubicBezTo>
                      <a:pt x="29" y="75"/>
                      <a:pt x="29" y="75"/>
                      <a:pt x="29" y="75"/>
                    </a:cubicBezTo>
                    <a:cubicBezTo>
                      <a:pt x="30" y="75"/>
                      <a:pt x="29" y="78"/>
                      <a:pt x="30" y="78"/>
                    </a:cubicBezTo>
                    <a:cubicBezTo>
                      <a:pt x="30" y="76"/>
                      <a:pt x="30" y="76"/>
                      <a:pt x="30" y="76"/>
                    </a:cubicBezTo>
                    <a:cubicBezTo>
                      <a:pt x="30" y="78"/>
                      <a:pt x="30" y="78"/>
                      <a:pt x="30" y="78"/>
                    </a:cubicBezTo>
                    <a:cubicBezTo>
                      <a:pt x="31" y="77"/>
                      <a:pt x="31" y="77"/>
                      <a:pt x="31" y="76"/>
                    </a:cubicBezTo>
                    <a:cubicBezTo>
                      <a:pt x="31" y="78"/>
                      <a:pt x="31" y="78"/>
                      <a:pt x="31" y="78"/>
                    </a:cubicBezTo>
                    <a:cubicBezTo>
                      <a:pt x="32" y="77"/>
                      <a:pt x="32" y="75"/>
                      <a:pt x="33" y="77"/>
                    </a:cubicBezTo>
                    <a:cubicBezTo>
                      <a:pt x="32" y="74"/>
                      <a:pt x="32" y="77"/>
                      <a:pt x="32" y="75"/>
                    </a:cubicBezTo>
                    <a:cubicBezTo>
                      <a:pt x="31" y="73"/>
                      <a:pt x="32" y="74"/>
                      <a:pt x="33" y="73"/>
                    </a:cubicBezTo>
                    <a:cubicBezTo>
                      <a:pt x="32" y="76"/>
                      <a:pt x="33" y="74"/>
                      <a:pt x="34" y="74"/>
                    </a:cubicBezTo>
                    <a:cubicBezTo>
                      <a:pt x="34" y="75"/>
                      <a:pt x="34" y="75"/>
                      <a:pt x="34" y="76"/>
                    </a:cubicBezTo>
                    <a:cubicBezTo>
                      <a:pt x="35" y="74"/>
                      <a:pt x="35" y="74"/>
                      <a:pt x="35" y="74"/>
                    </a:cubicBezTo>
                    <a:cubicBezTo>
                      <a:pt x="35" y="78"/>
                      <a:pt x="36" y="73"/>
                      <a:pt x="36" y="74"/>
                    </a:cubicBezTo>
                    <a:cubicBezTo>
                      <a:pt x="36" y="75"/>
                      <a:pt x="36" y="77"/>
                      <a:pt x="36" y="77"/>
                    </a:cubicBezTo>
                    <a:cubicBezTo>
                      <a:pt x="36" y="75"/>
                      <a:pt x="37" y="74"/>
                      <a:pt x="37" y="72"/>
                    </a:cubicBezTo>
                    <a:cubicBezTo>
                      <a:pt x="38" y="73"/>
                      <a:pt x="36" y="76"/>
                      <a:pt x="37" y="78"/>
                    </a:cubicBezTo>
                    <a:cubicBezTo>
                      <a:pt x="37" y="75"/>
                      <a:pt x="38" y="79"/>
                      <a:pt x="38" y="76"/>
                    </a:cubicBezTo>
                    <a:cubicBezTo>
                      <a:pt x="37" y="75"/>
                      <a:pt x="38" y="75"/>
                      <a:pt x="38" y="73"/>
                    </a:cubicBezTo>
                    <a:cubicBezTo>
                      <a:pt x="39" y="74"/>
                      <a:pt x="38" y="75"/>
                      <a:pt x="39" y="75"/>
                    </a:cubicBezTo>
                    <a:cubicBezTo>
                      <a:pt x="39" y="75"/>
                      <a:pt x="39" y="73"/>
                      <a:pt x="39" y="72"/>
                    </a:cubicBezTo>
                    <a:cubicBezTo>
                      <a:pt x="39" y="73"/>
                      <a:pt x="40" y="70"/>
                      <a:pt x="40" y="72"/>
                    </a:cubicBezTo>
                    <a:cubicBezTo>
                      <a:pt x="41" y="74"/>
                      <a:pt x="39" y="73"/>
                      <a:pt x="40" y="74"/>
                    </a:cubicBezTo>
                    <a:cubicBezTo>
                      <a:pt x="41" y="74"/>
                      <a:pt x="40" y="70"/>
                      <a:pt x="41" y="69"/>
                    </a:cubicBezTo>
                    <a:cubicBezTo>
                      <a:pt x="41" y="68"/>
                      <a:pt x="41" y="65"/>
                      <a:pt x="42" y="64"/>
                    </a:cubicBezTo>
                    <a:cubicBezTo>
                      <a:pt x="43" y="65"/>
                      <a:pt x="41" y="65"/>
                      <a:pt x="42" y="68"/>
                    </a:cubicBezTo>
                    <a:cubicBezTo>
                      <a:pt x="42" y="67"/>
                      <a:pt x="42" y="67"/>
                      <a:pt x="42" y="67"/>
                    </a:cubicBezTo>
                    <a:cubicBezTo>
                      <a:pt x="43" y="70"/>
                      <a:pt x="41" y="72"/>
                      <a:pt x="41" y="74"/>
                    </a:cubicBezTo>
                    <a:cubicBezTo>
                      <a:pt x="42" y="73"/>
                      <a:pt x="42" y="73"/>
                      <a:pt x="42" y="73"/>
                    </a:cubicBezTo>
                    <a:cubicBezTo>
                      <a:pt x="42" y="77"/>
                      <a:pt x="42" y="77"/>
                      <a:pt x="42" y="77"/>
                    </a:cubicBezTo>
                    <a:cubicBezTo>
                      <a:pt x="42" y="75"/>
                      <a:pt x="43" y="76"/>
                      <a:pt x="43" y="76"/>
                    </a:cubicBezTo>
                    <a:cubicBezTo>
                      <a:pt x="43" y="74"/>
                      <a:pt x="43" y="76"/>
                      <a:pt x="43" y="75"/>
                    </a:cubicBezTo>
                    <a:cubicBezTo>
                      <a:pt x="43" y="74"/>
                      <a:pt x="43" y="71"/>
                      <a:pt x="44" y="73"/>
                    </a:cubicBezTo>
                    <a:cubicBezTo>
                      <a:pt x="44" y="74"/>
                      <a:pt x="44" y="75"/>
                      <a:pt x="44" y="76"/>
                    </a:cubicBezTo>
                    <a:cubicBezTo>
                      <a:pt x="45" y="77"/>
                      <a:pt x="44" y="74"/>
                      <a:pt x="45" y="75"/>
                    </a:cubicBezTo>
                    <a:cubicBezTo>
                      <a:pt x="45" y="76"/>
                      <a:pt x="45" y="76"/>
                      <a:pt x="45" y="76"/>
                    </a:cubicBezTo>
                    <a:cubicBezTo>
                      <a:pt x="47" y="76"/>
                      <a:pt x="50" y="76"/>
                      <a:pt x="51" y="72"/>
                    </a:cubicBezTo>
                    <a:cubicBezTo>
                      <a:pt x="52" y="73"/>
                      <a:pt x="52" y="73"/>
                      <a:pt x="53" y="74"/>
                    </a:cubicBezTo>
                    <a:cubicBezTo>
                      <a:pt x="53" y="74"/>
                      <a:pt x="53" y="73"/>
                      <a:pt x="53" y="72"/>
                    </a:cubicBezTo>
                    <a:cubicBezTo>
                      <a:pt x="54" y="74"/>
                      <a:pt x="54" y="74"/>
                      <a:pt x="54" y="74"/>
                    </a:cubicBezTo>
                    <a:cubicBezTo>
                      <a:pt x="55" y="76"/>
                      <a:pt x="55" y="74"/>
                      <a:pt x="56" y="72"/>
                    </a:cubicBezTo>
                    <a:cubicBezTo>
                      <a:pt x="56" y="74"/>
                      <a:pt x="56" y="74"/>
                      <a:pt x="56" y="74"/>
                    </a:cubicBezTo>
                    <a:cubicBezTo>
                      <a:pt x="57" y="75"/>
                      <a:pt x="56" y="73"/>
                      <a:pt x="57" y="72"/>
                    </a:cubicBezTo>
                    <a:cubicBezTo>
                      <a:pt x="57" y="74"/>
                      <a:pt x="57" y="74"/>
                      <a:pt x="57" y="74"/>
                    </a:cubicBezTo>
                    <a:cubicBezTo>
                      <a:pt x="57" y="72"/>
                      <a:pt x="57" y="72"/>
                      <a:pt x="57" y="72"/>
                    </a:cubicBezTo>
                    <a:cubicBezTo>
                      <a:pt x="58" y="72"/>
                      <a:pt x="58" y="72"/>
                      <a:pt x="58" y="74"/>
                    </a:cubicBezTo>
                    <a:cubicBezTo>
                      <a:pt x="59" y="74"/>
                      <a:pt x="59" y="73"/>
                      <a:pt x="58" y="73"/>
                    </a:cubicBezTo>
                    <a:cubicBezTo>
                      <a:pt x="59" y="74"/>
                      <a:pt x="60" y="74"/>
                      <a:pt x="61" y="73"/>
                    </a:cubicBezTo>
                    <a:cubicBezTo>
                      <a:pt x="61" y="72"/>
                      <a:pt x="61" y="72"/>
                      <a:pt x="61" y="70"/>
                    </a:cubicBezTo>
                    <a:cubicBezTo>
                      <a:pt x="61" y="68"/>
                      <a:pt x="61" y="71"/>
                      <a:pt x="61" y="69"/>
                    </a:cubicBezTo>
                    <a:cubicBezTo>
                      <a:pt x="61" y="70"/>
                      <a:pt x="62" y="71"/>
                      <a:pt x="61" y="72"/>
                    </a:cubicBezTo>
                    <a:cubicBezTo>
                      <a:pt x="63" y="75"/>
                      <a:pt x="64" y="72"/>
                      <a:pt x="66" y="72"/>
                    </a:cubicBezTo>
                    <a:cubicBezTo>
                      <a:pt x="66" y="71"/>
                      <a:pt x="66" y="71"/>
                      <a:pt x="66" y="71"/>
                    </a:cubicBezTo>
                    <a:cubicBezTo>
                      <a:pt x="68" y="73"/>
                      <a:pt x="68" y="71"/>
                      <a:pt x="70" y="72"/>
                    </a:cubicBezTo>
                    <a:cubicBezTo>
                      <a:pt x="69" y="71"/>
                      <a:pt x="69" y="68"/>
                      <a:pt x="70" y="68"/>
                    </a:cubicBezTo>
                    <a:cubicBezTo>
                      <a:pt x="70" y="66"/>
                      <a:pt x="70" y="70"/>
                      <a:pt x="71" y="71"/>
                    </a:cubicBezTo>
                    <a:cubicBezTo>
                      <a:pt x="71" y="71"/>
                      <a:pt x="72" y="70"/>
                      <a:pt x="72" y="70"/>
                    </a:cubicBezTo>
                    <a:cubicBezTo>
                      <a:pt x="72" y="71"/>
                      <a:pt x="72" y="71"/>
                      <a:pt x="72" y="71"/>
                    </a:cubicBezTo>
                    <a:cubicBezTo>
                      <a:pt x="72" y="70"/>
                      <a:pt x="73" y="69"/>
                      <a:pt x="73" y="70"/>
                    </a:cubicBezTo>
                    <a:cubicBezTo>
                      <a:pt x="73" y="70"/>
                      <a:pt x="73" y="70"/>
                      <a:pt x="73" y="70"/>
                    </a:cubicBezTo>
                    <a:cubicBezTo>
                      <a:pt x="74" y="70"/>
                      <a:pt x="74" y="71"/>
                      <a:pt x="75" y="71"/>
                    </a:cubicBezTo>
                    <a:cubicBezTo>
                      <a:pt x="75" y="69"/>
                      <a:pt x="76" y="70"/>
                      <a:pt x="76" y="69"/>
                    </a:cubicBezTo>
                    <a:cubicBezTo>
                      <a:pt x="76" y="69"/>
                      <a:pt x="76" y="69"/>
                      <a:pt x="76" y="69"/>
                    </a:cubicBezTo>
                    <a:cubicBezTo>
                      <a:pt x="76" y="68"/>
                      <a:pt x="76" y="68"/>
                      <a:pt x="76" y="68"/>
                    </a:cubicBezTo>
                    <a:cubicBezTo>
                      <a:pt x="76" y="68"/>
                      <a:pt x="76" y="68"/>
                      <a:pt x="76" y="68"/>
                    </a:cubicBezTo>
                    <a:cubicBezTo>
                      <a:pt x="76" y="70"/>
                      <a:pt x="76" y="70"/>
                      <a:pt x="76" y="70"/>
                    </a:cubicBezTo>
                    <a:cubicBezTo>
                      <a:pt x="77" y="71"/>
                      <a:pt x="76" y="69"/>
                      <a:pt x="77" y="68"/>
                    </a:cubicBezTo>
                    <a:cubicBezTo>
                      <a:pt x="77" y="67"/>
                      <a:pt x="77" y="68"/>
                      <a:pt x="77" y="69"/>
                    </a:cubicBezTo>
                    <a:cubicBezTo>
                      <a:pt x="77" y="70"/>
                      <a:pt x="77" y="68"/>
                      <a:pt x="77" y="69"/>
                    </a:cubicBezTo>
                    <a:cubicBezTo>
                      <a:pt x="77" y="70"/>
                      <a:pt x="77" y="69"/>
                      <a:pt x="77" y="70"/>
                    </a:cubicBezTo>
                    <a:cubicBezTo>
                      <a:pt x="78" y="70"/>
                      <a:pt x="77" y="68"/>
                      <a:pt x="78" y="69"/>
                    </a:cubicBezTo>
                    <a:cubicBezTo>
                      <a:pt x="78" y="69"/>
                      <a:pt x="79" y="68"/>
                      <a:pt x="79" y="70"/>
                    </a:cubicBezTo>
                    <a:cubicBezTo>
                      <a:pt x="79" y="69"/>
                      <a:pt x="80" y="69"/>
                      <a:pt x="80" y="68"/>
                    </a:cubicBezTo>
                    <a:cubicBezTo>
                      <a:pt x="79" y="68"/>
                      <a:pt x="79" y="68"/>
                      <a:pt x="79" y="66"/>
                    </a:cubicBezTo>
                    <a:cubicBezTo>
                      <a:pt x="79" y="66"/>
                      <a:pt x="79" y="66"/>
                      <a:pt x="79" y="66"/>
                    </a:cubicBezTo>
                    <a:cubicBezTo>
                      <a:pt x="79" y="67"/>
                      <a:pt x="79" y="67"/>
                      <a:pt x="79" y="67"/>
                    </a:cubicBezTo>
                    <a:cubicBezTo>
                      <a:pt x="79" y="66"/>
                      <a:pt x="80" y="67"/>
                      <a:pt x="80" y="65"/>
                    </a:cubicBezTo>
                    <a:cubicBezTo>
                      <a:pt x="80" y="67"/>
                      <a:pt x="80" y="67"/>
                      <a:pt x="80" y="67"/>
                    </a:cubicBezTo>
                    <a:cubicBezTo>
                      <a:pt x="80" y="66"/>
                      <a:pt x="81" y="66"/>
                      <a:pt x="81" y="66"/>
                    </a:cubicBezTo>
                    <a:cubicBezTo>
                      <a:pt x="82" y="67"/>
                      <a:pt x="82" y="69"/>
                      <a:pt x="82" y="70"/>
                    </a:cubicBezTo>
                    <a:cubicBezTo>
                      <a:pt x="83" y="68"/>
                      <a:pt x="83" y="68"/>
                      <a:pt x="83" y="68"/>
                    </a:cubicBezTo>
                    <a:cubicBezTo>
                      <a:pt x="83" y="68"/>
                      <a:pt x="83" y="68"/>
                      <a:pt x="83" y="69"/>
                    </a:cubicBezTo>
                    <a:cubicBezTo>
                      <a:pt x="85" y="70"/>
                      <a:pt x="84" y="64"/>
                      <a:pt x="85" y="65"/>
                    </a:cubicBezTo>
                    <a:cubicBezTo>
                      <a:pt x="85" y="67"/>
                      <a:pt x="85" y="68"/>
                      <a:pt x="86" y="68"/>
                    </a:cubicBezTo>
                    <a:cubicBezTo>
                      <a:pt x="86" y="68"/>
                      <a:pt x="86" y="67"/>
                      <a:pt x="86" y="67"/>
                    </a:cubicBezTo>
                    <a:cubicBezTo>
                      <a:pt x="86" y="66"/>
                      <a:pt x="86" y="68"/>
                      <a:pt x="85" y="67"/>
                    </a:cubicBezTo>
                    <a:cubicBezTo>
                      <a:pt x="85" y="66"/>
                      <a:pt x="86" y="66"/>
                      <a:pt x="86" y="66"/>
                    </a:cubicBezTo>
                    <a:cubicBezTo>
                      <a:pt x="87" y="70"/>
                      <a:pt x="89" y="66"/>
                      <a:pt x="91" y="68"/>
                    </a:cubicBezTo>
                    <a:cubicBezTo>
                      <a:pt x="90" y="66"/>
                      <a:pt x="91" y="67"/>
                      <a:pt x="91" y="66"/>
                    </a:cubicBezTo>
                    <a:cubicBezTo>
                      <a:pt x="92" y="69"/>
                      <a:pt x="92" y="66"/>
                      <a:pt x="93" y="67"/>
                    </a:cubicBezTo>
                    <a:cubicBezTo>
                      <a:pt x="92" y="65"/>
                      <a:pt x="92" y="65"/>
                      <a:pt x="92" y="65"/>
                    </a:cubicBezTo>
                    <a:cubicBezTo>
                      <a:pt x="93" y="66"/>
                      <a:pt x="92" y="61"/>
                      <a:pt x="94" y="63"/>
                    </a:cubicBezTo>
                    <a:cubicBezTo>
                      <a:pt x="94" y="64"/>
                      <a:pt x="94" y="65"/>
                      <a:pt x="94" y="66"/>
                    </a:cubicBezTo>
                    <a:cubicBezTo>
                      <a:pt x="95" y="68"/>
                      <a:pt x="95" y="63"/>
                      <a:pt x="96" y="66"/>
                    </a:cubicBezTo>
                    <a:cubicBezTo>
                      <a:pt x="96" y="65"/>
                      <a:pt x="95" y="63"/>
                      <a:pt x="96" y="62"/>
                    </a:cubicBezTo>
                    <a:cubicBezTo>
                      <a:pt x="96" y="63"/>
                      <a:pt x="98" y="64"/>
                      <a:pt x="98" y="65"/>
                    </a:cubicBezTo>
                    <a:cubicBezTo>
                      <a:pt x="98" y="64"/>
                      <a:pt x="98" y="64"/>
                      <a:pt x="98" y="64"/>
                    </a:cubicBezTo>
                    <a:cubicBezTo>
                      <a:pt x="99" y="65"/>
                      <a:pt x="98" y="65"/>
                      <a:pt x="98" y="65"/>
                    </a:cubicBezTo>
                    <a:cubicBezTo>
                      <a:pt x="99" y="66"/>
                      <a:pt x="99" y="65"/>
                      <a:pt x="100" y="64"/>
                    </a:cubicBezTo>
                    <a:cubicBezTo>
                      <a:pt x="101" y="65"/>
                      <a:pt x="101" y="64"/>
                      <a:pt x="102" y="65"/>
                    </a:cubicBezTo>
                    <a:cubicBezTo>
                      <a:pt x="102" y="63"/>
                      <a:pt x="104" y="66"/>
                      <a:pt x="103" y="63"/>
                    </a:cubicBezTo>
                    <a:cubicBezTo>
                      <a:pt x="104" y="64"/>
                      <a:pt x="104" y="64"/>
                      <a:pt x="104" y="64"/>
                    </a:cubicBezTo>
                    <a:cubicBezTo>
                      <a:pt x="104" y="63"/>
                      <a:pt x="103" y="61"/>
                      <a:pt x="104" y="60"/>
                    </a:cubicBezTo>
                    <a:cubicBezTo>
                      <a:pt x="104" y="62"/>
                      <a:pt x="104" y="62"/>
                      <a:pt x="104" y="62"/>
                    </a:cubicBezTo>
                    <a:cubicBezTo>
                      <a:pt x="105" y="65"/>
                      <a:pt x="105" y="63"/>
                      <a:pt x="106" y="64"/>
                    </a:cubicBezTo>
                    <a:cubicBezTo>
                      <a:pt x="105" y="62"/>
                      <a:pt x="106" y="64"/>
                      <a:pt x="106" y="62"/>
                    </a:cubicBezTo>
                    <a:cubicBezTo>
                      <a:pt x="106" y="62"/>
                      <a:pt x="106" y="62"/>
                      <a:pt x="106" y="62"/>
                    </a:cubicBezTo>
                    <a:cubicBezTo>
                      <a:pt x="106" y="61"/>
                      <a:pt x="106" y="61"/>
                      <a:pt x="106" y="60"/>
                    </a:cubicBezTo>
                    <a:cubicBezTo>
                      <a:pt x="107" y="60"/>
                      <a:pt x="107" y="62"/>
                      <a:pt x="107" y="62"/>
                    </a:cubicBezTo>
                    <a:cubicBezTo>
                      <a:pt x="108" y="63"/>
                      <a:pt x="108" y="62"/>
                      <a:pt x="108" y="62"/>
                    </a:cubicBezTo>
                    <a:cubicBezTo>
                      <a:pt x="108" y="62"/>
                      <a:pt x="108" y="62"/>
                      <a:pt x="108" y="61"/>
                    </a:cubicBezTo>
                    <a:cubicBezTo>
                      <a:pt x="108" y="62"/>
                      <a:pt x="108" y="62"/>
                      <a:pt x="108" y="62"/>
                    </a:cubicBezTo>
                    <a:cubicBezTo>
                      <a:pt x="108" y="62"/>
                      <a:pt x="108" y="61"/>
                      <a:pt x="109" y="61"/>
                    </a:cubicBezTo>
                    <a:cubicBezTo>
                      <a:pt x="109" y="61"/>
                      <a:pt x="109" y="61"/>
                      <a:pt x="109" y="61"/>
                    </a:cubicBezTo>
                    <a:cubicBezTo>
                      <a:pt x="108" y="62"/>
                      <a:pt x="108" y="62"/>
                      <a:pt x="108" y="62"/>
                    </a:cubicBezTo>
                    <a:cubicBezTo>
                      <a:pt x="108" y="62"/>
                      <a:pt x="109" y="62"/>
                      <a:pt x="109" y="62"/>
                    </a:cubicBezTo>
                    <a:cubicBezTo>
                      <a:pt x="109" y="62"/>
                      <a:pt x="109" y="62"/>
                      <a:pt x="109" y="62"/>
                    </a:cubicBezTo>
                    <a:cubicBezTo>
                      <a:pt x="109" y="62"/>
                      <a:pt x="109" y="62"/>
                      <a:pt x="109" y="62"/>
                    </a:cubicBezTo>
                    <a:cubicBezTo>
                      <a:pt x="110" y="64"/>
                      <a:pt x="110" y="64"/>
                      <a:pt x="110" y="64"/>
                    </a:cubicBezTo>
                    <a:cubicBezTo>
                      <a:pt x="110" y="64"/>
                      <a:pt x="110" y="62"/>
                      <a:pt x="110" y="61"/>
                    </a:cubicBezTo>
                    <a:cubicBezTo>
                      <a:pt x="112" y="62"/>
                      <a:pt x="113" y="60"/>
                      <a:pt x="114" y="59"/>
                    </a:cubicBezTo>
                    <a:cubicBezTo>
                      <a:pt x="113" y="59"/>
                      <a:pt x="114" y="60"/>
                      <a:pt x="114" y="60"/>
                    </a:cubicBezTo>
                    <a:cubicBezTo>
                      <a:pt x="114" y="59"/>
                      <a:pt x="114" y="58"/>
                      <a:pt x="114" y="59"/>
                    </a:cubicBezTo>
                    <a:cubicBezTo>
                      <a:pt x="114" y="58"/>
                      <a:pt x="115" y="60"/>
                      <a:pt x="116" y="60"/>
                    </a:cubicBezTo>
                    <a:cubicBezTo>
                      <a:pt x="116" y="60"/>
                      <a:pt x="115" y="58"/>
                      <a:pt x="115" y="58"/>
                    </a:cubicBezTo>
                    <a:cubicBezTo>
                      <a:pt x="117" y="60"/>
                      <a:pt x="117" y="56"/>
                      <a:pt x="118" y="57"/>
                    </a:cubicBezTo>
                    <a:cubicBezTo>
                      <a:pt x="118" y="58"/>
                      <a:pt x="118" y="58"/>
                      <a:pt x="119" y="59"/>
                    </a:cubicBezTo>
                    <a:cubicBezTo>
                      <a:pt x="119" y="58"/>
                      <a:pt x="120" y="57"/>
                      <a:pt x="120" y="55"/>
                    </a:cubicBezTo>
                    <a:cubicBezTo>
                      <a:pt x="120" y="57"/>
                      <a:pt x="120" y="57"/>
                      <a:pt x="120" y="57"/>
                    </a:cubicBezTo>
                    <a:cubicBezTo>
                      <a:pt x="121" y="57"/>
                      <a:pt x="121" y="56"/>
                      <a:pt x="121" y="55"/>
                    </a:cubicBezTo>
                    <a:cubicBezTo>
                      <a:pt x="120" y="54"/>
                      <a:pt x="121" y="52"/>
                      <a:pt x="121" y="53"/>
                    </a:cubicBezTo>
                    <a:cubicBezTo>
                      <a:pt x="121" y="53"/>
                      <a:pt x="121" y="53"/>
                      <a:pt x="121" y="53"/>
                    </a:cubicBezTo>
                    <a:cubicBezTo>
                      <a:pt x="122" y="52"/>
                      <a:pt x="122" y="52"/>
                      <a:pt x="122" y="52"/>
                    </a:cubicBezTo>
                    <a:cubicBezTo>
                      <a:pt x="123" y="52"/>
                      <a:pt x="122" y="52"/>
                      <a:pt x="122" y="53"/>
                    </a:cubicBezTo>
                    <a:cubicBezTo>
                      <a:pt x="123" y="55"/>
                      <a:pt x="124" y="54"/>
                      <a:pt x="125" y="54"/>
                    </a:cubicBezTo>
                    <a:cubicBezTo>
                      <a:pt x="124" y="53"/>
                      <a:pt x="124" y="53"/>
                      <a:pt x="124" y="53"/>
                    </a:cubicBezTo>
                    <a:cubicBezTo>
                      <a:pt x="125" y="52"/>
                      <a:pt x="125" y="54"/>
                      <a:pt x="125" y="54"/>
                    </a:cubicBezTo>
                    <a:cubicBezTo>
                      <a:pt x="125" y="49"/>
                      <a:pt x="125" y="49"/>
                      <a:pt x="125" y="49"/>
                    </a:cubicBezTo>
                    <a:cubicBezTo>
                      <a:pt x="125" y="49"/>
                      <a:pt x="126" y="51"/>
                      <a:pt x="126" y="52"/>
                    </a:cubicBezTo>
                    <a:cubicBezTo>
                      <a:pt x="127" y="51"/>
                      <a:pt x="126" y="48"/>
                      <a:pt x="126" y="46"/>
                    </a:cubicBezTo>
                    <a:cubicBezTo>
                      <a:pt x="127" y="47"/>
                      <a:pt x="127" y="45"/>
                      <a:pt x="128" y="45"/>
                    </a:cubicBezTo>
                    <a:cubicBezTo>
                      <a:pt x="128" y="46"/>
                      <a:pt x="127" y="45"/>
                      <a:pt x="128" y="46"/>
                    </a:cubicBezTo>
                    <a:cubicBezTo>
                      <a:pt x="129" y="47"/>
                      <a:pt x="129" y="47"/>
                      <a:pt x="129" y="47"/>
                    </a:cubicBezTo>
                    <a:cubicBezTo>
                      <a:pt x="128" y="48"/>
                      <a:pt x="130" y="50"/>
                      <a:pt x="130" y="51"/>
                    </a:cubicBezTo>
                    <a:cubicBezTo>
                      <a:pt x="130" y="50"/>
                      <a:pt x="132" y="50"/>
                      <a:pt x="132" y="50"/>
                    </a:cubicBezTo>
                    <a:cubicBezTo>
                      <a:pt x="131" y="48"/>
                      <a:pt x="133" y="49"/>
                      <a:pt x="132" y="46"/>
                    </a:cubicBezTo>
                    <a:cubicBezTo>
                      <a:pt x="133" y="45"/>
                      <a:pt x="133" y="48"/>
                      <a:pt x="134" y="48"/>
                    </a:cubicBezTo>
                    <a:cubicBezTo>
                      <a:pt x="134" y="47"/>
                      <a:pt x="135" y="47"/>
                      <a:pt x="136" y="47"/>
                    </a:cubicBezTo>
                    <a:cubicBezTo>
                      <a:pt x="136" y="47"/>
                      <a:pt x="136" y="47"/>
                      <a:pt x="136" y="47"/>
                    </a:cubicBezTo>
                    <a:cubicBezTo>
                      <a:pt x="137" y="46"/>
                      <a:pt x="138" y="46"/>
                      <a:pt x="138" y="44"/>
                    </a:cubicBezTo>
                    <a:cubicBezTo>
                      <a:pt x="139" y="45"/>
                      <a:pt x="139" y="45"/>
                      <a:pt x="139" y="45"/>
                    </a:cubicBezTo>
                    <a:cubicBezTo>
                      <a:pt x="140" y="46"/>
                      <a:pt x="137" y="42"/>
                      <a:pt x="139" y="43"/>
                    </a:cubicBezTo>
                    <a:cubicBezTo>
                      <a:pt x="139" y="44"/>
                      <a:pt x="139" y="44"/>
                      <a:pt x="139" y="44"/>
                    </a:cubicBezTo>
                    <a:cubicBezTo>
                      <a:pt x="139" y="43"/>
                      <a:pt x="141" y="45"/>
                      <a:pt x="141" y="43"/>
                    </a:cubicBezTo>
                    <a:cubicBezTo>
                      <a:pt x="141" y="44"/>
                      <a:pt x="141" y="44"/>
                      <a:pt x="141" y="44"/>
                    </a:cubicBezTo>
                    <a:cubicBezTo>
                      <a:pt x="141" y="43"/>
                      <a:pt x="142" y="43"/>
                      <a:pt x="142" y="41"/>
                    </a:cubicBezTo>
                    <a:cubicBezTo>
                      <a:pt x="143" y="43"/>
                      <a:pt x="143" y="43"/>
                      <a:pt x="143" y="43"/>
                    </a:cubicBezTo>
                    <a:cubicBezTo>
                      <a:pt x="144" y="44"/>
                      <a:pt x="142" y="41"/>
                      <a:pt x="143" y="42"/>
                    </a:cubicBezTo>
                    <a:cubicBezTo>
                      <a:pt x="143" y="42"/>
                      <a:pt x="144" y="42"/>
                      <a:pt x="144" y="43"/>
                    </a:cubicBezTo>
                    <a:cubicBezTo>
                      <a:pt x="144" y="41"/>
                      <a:pt x="145" y="41"/>
                      <a:pt x="145" y="40"/>
                    </a:cubicBezTo>
                    <a:cubicBezTo>
                      <a:pt x="146" y="42"/>
                      <a:pt x="146" y="42"/>
                      <a:pt x="146" y="42"/>
                    </a:cubicBezTo>
                    <a:cubicBezTo>
                      <a:pt x="149" y="41"/>
                      <a:pt x="153" y="39"/>
                      <a:pt x="154" y="36"/>
                    </a:cubicBezTo>
                    <a:cubicBezTo>
                      <a:pt x="156" y="38"/>
                      <a:pt x="154" y="37"/>
                      <a:pt x="156" y="39"/>
                    </a:cubicBezTo>
                    <a:cubicBezTo>
                      <a:pt x="154" y="37"/>
                      <a:pt x="156" y="38"/>
                      <a:pt x="156" y="37"/>
                    </a:cubicBezTo>
                    <a:cubicBezTo>
                      <a:pt x="156" y="37"/>
                      <a:pt x="156" y="37"/>
                      <a:pt x="156" y="37"/>
                    </a:cubicBezTo>
                    <a:cubicBezTo>
                      <a:pt x="157" y="36"/>
                      <a:pt x="158" y="38"/>
                      <a:pt x="158" y="37"/>
                    </a:cubicBezTo>
                    <a:cubicBezTo>
                      <a:pt x="157" y="36"/>
                      <a:pt x="157" y="36"/>
                      <a:pt x="157" y="36"/>
                    </a:cubicBezTo>
                    <a:cubicBezTo>
                      <a:pt x="157" y="35"/>
                      <a:pt x="160" y="38"/>
                      <a:pt x="158" y="36"/>
                    </a:cubicBezTo>
                    <a:cubicBezTo>
                      <a:pt x="160" y="37"/>
                      <a:pt x="160" y="37"/>
                      <a:pt x="160" y="37"/>
                    </a:cubicBezTo>
                    <a:cubicBezTo>
                      <a:pt x="159" y="34"/>
                      <a:pt x="161" y="37"/>
                      <a:pt x="160" y="35"/>
                    </a:cubicBezTo>
                    <a:cubicBezTo>
                      <a:pt x="160" y="35"/>
                      <a:pt x="160" y="35"/>
                      <a:pt x="160" y="35"/>
                    </a:cubicBezTo>
                    <a:cubicBezTo>
                      <a:pt x="162" y="36"/>
                      <a:pt x="160" y="32"/>
                      <a:pt x="162" y="34"/>
                    </a:cubicBezTo>
                    <a:cubicBezTo>
                      <a:pt x="162" y="33"/>
                      <a:pt x="162" y="32"/>
                      <a:pt x="161" y="30"/>
                    </a:cubicBezTo>
                    <a:cubicBezTo>
                      <a:pt x="163" y="33"/>
                      <a:pt x="163" y="33"/>
                      <a:pt x="163" y="33"/>
                    </a:cubicBezTo>
                    <a:cubicBezTo>
                      <a:pt x="164" y="30"/>
                      <a:pt x="167" y="29"/>
                      <a:pt x="167" y="26"/>
                    </a:cubicBezTo>
                    <a:cubicBezTo>
                      <a:pt x="168" y="27"/>
                      <a:pt x="168" y="27"/>
                      <a:pt x="168" y="27"/>
                    </a:cubicBezTo>
                    <a:cubicBezTo>
                      <a:pt x="168" y="24"/>
                      <a:pt x="172" y="27"/>
                      <a:pt x="170" y="23"/>
                    </a:cubicBezTo>
                    <a:cubicBezTo>
                      <a:pt x="169" y="21"/>
                      <a:pt x="169" y="21"/>
                      <a:pt x="169" y="21"/>
                    </a:cubicBezTo>
                    <a:cubicBezTo>
                      <a:pt x="171" y="23"/>
                      <a:pt x="171" y="23"/>
                      <a:pt x="171" y="23"/>
                    </a:cubicBezTo>
                    <a:cubicBezTo>
                      <a:pt x="170" y="22"/>
                      <a:pt x="172" y="22"/>
                      <a:pt x="171" y="20"/>
                    </a:cubicBezTo>
                    <a:cubicBezTo>
                      <a:pt x="171" y="21"/>
                      <a:pt x="171" y="21"/>
                      <a:pt x="172" y="21"/>
                    </a:cubicBezTo>
                    <a:cubicBezTo>
                      <a:pt x="172" y="21"/>
                      <a:pt x="171" y="19"/>
                      <a:pt x="172" y="19"/>
                    </a:cubicBezTo>
                    <a:cubicBezTo>
                      <a:pt x="172" y="20"/>
                      <a:pt x="172" y="20"/>
                      <a:pt x="172" y="20"/>
                    </a:cubicBezTo>
                    <a:cubicBezTo>
                      <a:pt x="177" y="20"/>
                      <a:pt x="182" y="19"/>
                      <a:pt x="180" y="14"/>
                    </a:cubicBezTo>
                    <a:cubicBezTo>
                      <a:pt x="180" y="13"/>
                      <a:pt x="182" y="15"/>
                      <a:pt x="182" y="15"/>
                    </a:cubicBezTo>
                    <a:cubicBezTo>
                      <a:pt x="181" y="11"/>
                      <a:pt x="188" y="11"/>
                      <a:pt x="185" y="6"/>
                    </a:cubicBezTo>
                    <a:cubicBezTo>
                      <a:pt x="185" y="4"/>
                      <a:pt x="180" y="0"/>
                      <a:pt x="18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66" name="Freeform 342"/>
              <p:cNvSpPr/>
              <p:nvPr>
                <p:custDataLst>
                  <p:tags r:id="rId187"/>
                </p:custDataLst>
              </p:nvPr>
            </p:nvSpPr>
            <p:spPr bwMode="auto">
              <a:xfrm>
                <a:off x="3757" y="2934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0 w 1"/>
                  <a:gd name="T5" fmla="*/ 1 h 1"/>
                  <a:gd name="T6" fmla="*/ 0 w 1"/>
                  <a:gd name="T7" fmla="*/ 1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67" name="Freeform 343"/>
              <p:cNvSpPr/>
              <p:nvPr>
                <p:custDataLst>
                  <p:tags r:id="rId188"/>
                </p:custDataLst>
              </p:nvPr>
            </p:nvSpPr>
            <p:spPr bwMode="auto">
              <a:xfrm>
                <a:off x="4226" y="2525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1" y="0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68" name="Freeform 344"/>
              <p:cNvSpPr/>
              <p:nvPr>
                <p:custDataLst>
                  <p:tags r:id="rId189"/>
                </p:custDataLst>
              </p:nvPr>
            </p:nvSpPr>
            <p:spPr bwMode="auto">
              <a:xfrm>
                <a:off x="3752" y="2940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69" name="Freeform 345"/>
              <p:cNvSpPr/>
              <p:nvPr>
                <p:custDataLst>
                  <p:tags r:id="rId190"/>
                </p:custDataLst>
              </p:nvPr>
            </p:nvSpPr>
            <p:spPr bwMode="auto">
              <a:xfrm>
                <a:off x="3975" y="295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70" name="Freeform 346"/>
              <p:cNvSpPr/>
              <p:nvPr>
                <p:custDataLst>
                  <p:tags r:id="rId191"/>
                </p:custDataLst>
              </p:nvPr>
            </p:nvSpPr>
            <p:spPr bwMode="auto">
              <a:xfrm>
                <a:off x="3905" y="227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71" name="Freeform 347"/>
              <p:cNvSpPr/>
              <p:nvPr>
                <p:custDataLst>
                  <p:tags r:id="rId192"/>
                </p:custDataLst>
              </p:nvPr>
            </p:nvSpPr>
            <p:spPr bwMode="auto">
              <a:xfrm>
                <a:off x="4289" y="2557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0"/>
                      <a:pt x="0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72" name="Freeform 348"/>
              <p:cNvSpPr/>
              <p:nvPr>
                <p:custDataLst>
                  <p:tags r:id="rId193"/>
                </p:custDataLst>
              </p:nvPr>
            </p:nvSpPr>
            <p:spPr bwMode="auto">
              <a:xfrm>
                <a:off x="3899" y="2262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0 w 2"/>
                  <a:gd name="T5" fmla="*/ 0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73" name="Freeform 349"/>
              <p:cNvSpPr/>
              <p:nvPr>
                <p:custDataLst>
                  <p:tags r:id="rId194"/>
                </p:custDataLst>
              </p:nvPr>
            </p:nvSpPr>
            <p:spPr bwMode="auto">
              <a:xfrm>
                <a:off x="3939" y="2926"/>
                <a:ext cx="0" cy="2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74" name="Freeform 350"/>
              <p:cNvSpPr/>
              <p:nvPr>
                <p:custDataLst>
                  <p:tags r:id="rId195"/>
                </p:custDataLst>
              </p:nvPr>
            </p:nvSpPr>
            <p:spPr bwMode="auto">
              <a:xfrm>
                <a:off x="3888" y="2281"/>
                <a:ext cx="2" cy="4"/>
              </a:xfrm>
              <a:custGeom>
                <a:avLst/>
                <a:gdLst>
                  <a:gd name="T0" fmla="*/ 2 w 2"/>
                  <a:gd name="T1" fmla="*/ 0 h 4"/>
                  <a:gd name="T2" fmla="*/ 2 w 2"/>
                  <a:gd name="T3" fmla="*/ 0 h 4"/>
                  <a:gd name="T4" fmla="*/ 0 w 2"/>
                  <a:gd name="T5" fmla="*/ 4 h 4"/>
                  <a:gd name="T6" fmla="*/ 2 w 2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lnTo>
                      <a:pt x="2" y="0"/>
                    </a:lnTo>
                    <a:lnTo>
                      <a:pt x="0" y="4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75" name="Freeform 351"/>
              <p:cNvSpPr/>
              <p:nvPr>
                <p:custDataLst>
                  <p:tags r:id="rId196"/>
                </p:custDataLst>
              </p:nvPr>
            </p:nvSpPr>
            <p:spPr bwMode="auto">
              <a:xfrm>
                <a:off x="3842" y="2270"/>
                <a:ext cx="2" cy="5"/>
              </a:xfrm>
              <a:custGeom>
                <a:avLst/>
                <a:gdLst>
                  <a:gd name="T0" fmla="*/ 0 w 1"/>
                  <a:gd name="T1" fmla="*/ 1 h 2"/>
                  <a:gd name="T2" fmla="*/ 1 w 1"/>
                  <a:gd name="T3" fmla="*/ 1 h 2"/>
                  <a:gd name="T4" fmla="*/ 0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1" y="2"/>
                      <a:pt x="0" y="0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76" name="Freeform 352"/>
              <p:cNvSpPr/>
              <p:nvPr>
                <p:custDataLst>
                  <p:tags r:id="rId197"/>
                </p:custDataLst>
              </p:nvPr>
            </p:nvSpPr>
            <p:spPr bwMode="auto">
              <a:xfrm>
                <a:off x="3844" y="2268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77" name="Freeform 353"/>
              <p:cNvSpPr/>
              <p:nvPr>
                <p:custDataLst>
                  <p:tags r:id="rId198"/>
                </p:custDataLst>
              </p:nvPr>
            </p:nvSpPr>
            <p:spPr bwMode="auto">
              <a:xfrm>
                <a:off x="3899" y="2272"/>
                <a:ext cx="4" cy="0"/>
              </a:xfrm>
              <a:custGeom>
                <a:avLst/>
                <a:gdLst>
                  <a:gd name="T0" fmla="*/ 0 w 2"/>
                  <a:gd name="T1" fmla="*/ 2 w 2"/>
                  <a:gd name="T2" fmla="*/ 2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78" name="Freeform 354"/>
              <p:cNvSpPr/>
              <p:nvPr>
                <p:custDataLst>
                  <p:tags r:id="rId199"/>
                </p:custDataLst>
              </p:nvPr>
            </p:nvSpPr>
            <p:spPr bwMode="auto">
              <a:xfrm>
                <a:off x="3776" y="2983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79" name="Freeform 355"/>
              <p:cNvSpPr/>
              <p:nvPr>
                <p:custDataLst>
                  <p:tags r:id="rId200"/>
                </p:custDataLst>
              </p:nvPr>
            </p:nvSpPr>
            <p:spPr bwMode="auto">
              <a:xfrm>
                <a:off x="3795" y="2985"/>
                <a:ext cx="2" cy="6"/>
              </a:xfrm>
              <a:custGeom>
                <a:avLst/>
                <a:gdLst>
                  <a:gd name="T0" fmla="*/ 1 w 1"/>
                  <a:gd name="T1" fmla="*/ 2 h 3"/>
                  <a:gd name="T2" fmla="*/ 0 w 1"/>
                  <a:gd name="T3" fmla="*/ 1 h 3"/>
                  <a:gd name="T4" fmla="*/ 1 w 1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2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0" y="3"/>
                      <a:pt x="1" y="1"/>
                      <a:pt x="1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80" name="Freeform 356"/>
              <p:cNvSpPr/>
              <p:nvPr>
                <p:custDataLst>
                  <p:tags r:id="rId201"/>
                </p:custDataLst>
              </p:nvPr>
            </p:nvSpPr>
            <p:spPr bwMode="auto">
              <a:xfrm>
                <a:off x="3765" y="2972"/>
                <a:ext cx="7" cy="2"/>
              </a:xfrm>
              <a:custGeom>
                <a:avLst/>
                <a:gdLst>
                  <a:gd name="T0" fmla="*/ 0 w 3"/>
                  <a:gd name="T1" fmla="*/ 1 h 1"/>
                  <a:gd name="T2" fmla="*/ 3 w 3"/>
                  <a:gd name="T3" fmla="*/ 0 h 1"/>
                  <a:gd name="T4" fmla="*/ 0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1"/>
                      <a:pt x="3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81" name="Freeform 357"/>
              <p:cNvSpPr/>
              <p:nvPr>
                <p:custDataLst>
                  <p:tags r:id="rId202"/>
                </p:custDataLst>
              </p:nvPr>
            </p:nvSpPr>
            <p:spPr bwMode="auto">
              <a:xfrm>
                <a:off x="3803" y="2985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82" name="Freeform 358"/>
              <p:cNvSpPr/>
              <p:nvPr>
                <p:custDataLst>
                  <p:tags r:id="rId203"/>
                </p:custDataLst>
              </p:nvPr>
            </p:nvSpPr>
            <p:spPr bwMode="auto">
              <a:xfrm>
                <a:off x="3479" y="207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83" name="Freeform 359"/>
              <p:cNvSpPr/>
              <p:nvPr>
                <p:custDataLst>
                  <p:tags r:id="rId204"/>
                </p:custDataLst>
              </p:nvPr>
            </p:nvSpPr>
            <p:spPr bwMode="auto">
              <a:xfrm>
                <a:off x="3761" y="2966"/>
                <a:ext cx="2" cy="4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1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84" name="Freeform 360"/>
              <p:cNvSpPr/>
              <p:nvPr>
                <p:custDataLst>
                  <p:tags r:id="rId205"/>
                </p:custDataLst>
              </p:nvPr>
            </p:nvSpPr>
            <p:spPr bwMode="auto">
              <a:xfrm>
                <a:off x="3943" y="2966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85" name="Freeform 361"/>
              <p:cNvSpPr/>
              <p:nvPr>
                <p:custDataLst>
                  <p:tags r:id="rId206"/>
                </p:custDataLst>
              </p:nvPr>
            </p:nvSpPr>
            <p:spPr bwMode="auto">
              <a:xfrm>
                <a:off x="4003" y="2940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86" name="Freeform 362"/>
              <p:cNvSpPr/>
              <p:nvPr>
                <p:custDataLst>
                  <p:tags r:id="rId207"/>
                </p:custDataLst>
              </p:nvPr>
            </p:nvSpPr>
            <p:spPr bwMode="auto">
              <a:xfrm>
                <a:off x="4003" y="294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87" name="Freeform 363"/>
              <p:cNvSpPr/>
              <p:nvPr>
                <p:custDataLst>
                  <p:tags r:id="rId208"/>
                </p:custDataLst>
              </p:nvPr>
            </p:nvSpPr>
            <p:spPr bwMode="auto">
              <a:xfrm>
                <a:off x="3996" y="2951"/>
                <a:ext cx="3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88" name="Freeform 364"/>
              <p:cNvSpPr/>
              <p:nvPr>
                <p:custDataLst>
                  <p:tags r:id="rId209"/>
                </p:custDataLst>
              </p:nvPr>
            </p:nvSpPr>
            <p:spPr bwMode="auto">
              <a:xfrm>
                <a:off x="3757" y="3023"/>
                <a:ext cx="4" cy="4"/>
              </a:xfrm>
              <a:custGeom>
                <a:avLst/>
                <a:gdLst>
                  <a:gd name="T0" fmla="*/ 1 w 2"/>
                  <a:gd name="T1" fmla="*/ 0 h 2"/>
                  <a:gd name="T2" fmla="*/ 1 w 2"/>
                  <a:gd name="T3" fmla="*/ 2 h 2"/>
                  <a:gd name="T4" fmla="*/ 1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0" y="2"/>
                      <a:pt x="2" y="1"/>
                      <a:pt x="1" y="2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89" name="Freeform 365"/>
              <p:cNvSpPr/>
              <p:nvPr>
                <p:custDataLst>
                  <p:tags r:id="rId210"/>
                </p:custDataLst>
              </p:nvPr>
            </p:nvSpPr>
            <p:spPr bwMode="auto">
              <a:xfrm>
                <a:off x="4003" y="2949"/>
                <a:ext cx="0" cy="4"/>
              </a:xfrm>
              <a:custGeom>
                <a:avLst/>
                <a:gdLst>
                  <a:gd name="T0" fmla="*/ 2 h 2"/>
                  <a:gd name="T1" fmla="*/ 1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2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90" name="Freeform 366"/>
              <p:cNvSpPr/>
              <p:nvPr>
                <p:custDataLst>
                  <p:tags r:id="rId211"/>
                </p:custDataLst>
              </p:nvPr>
            </p:nvSpPr>
            <p:spPr bwMode="auto">
              <a:xfrm>
                <a:off x="3869" y="2938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91" name="Freeform 367"/>
              <p:cNvSpPr/>
              <p:nvPr>
                <p:custDataLst>
                  <p:tags r:id="rId212"/>
                </p:custDataLst>
              </p:nvPr>
            </p:nvSpPr>
            <p:spPr bwMode="auto">
              <a:xfrm>
                <a:off x="4026" y="2926"/>
                <a:ext cx="2" cy="4"/>
              </a:xfrm>
              <a:custGeom>
                <a:avLst/>
                <a:gdLst>
                  <a:gd name="T0" fmla="*/ 0 w 2"/>
                  <a:gd name="T1" fmla="*/ 0 h 4"/>
                  <a:gd name="T2" fmla="*/ 2 w 2"/>
                  <a:gd name="T3" fmla="*/ 4 h 4"/>
                  <a:gd name="T4" fmla="*/ 2 w 2"/>
                  <a:gd name="T5" fmla="*/ 4 h 4"/>
                  <a:gd name="T6" fmla="*/ 0 w 2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lnTo>
                      <a:pt x="2" y="4"/>
                    </a:lnTo>
                    <a:lnTo>
                      <a:pt x="2" y="4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92" name="Rectangle 368"/>
              <p:cNvSpPr>
                <a:spLocks noChangeArrowheads="1"/>
              </p:cNvSpPr>
              <p:nvPr>
                <p:custDataLst>
                  <p:tags r:id="rId213"/>
                </p:custDataLst>
              </p:nvPr>
            </p:nvSpPr>
            <p:spPr bwMode="auto">
              <a:xfrm>
                <a:off x="4275" y="2542"/>
                <a:ext cx="1" cy="2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93" name="Oval 369"/>
              <p:cNvSpPr>
                <a:spLocks noChangeArrowheads="1"/>
              </p:cNvSpPr>
              <p:nvPr>
                <p:custDataLst>
                  <p:tags r:id="rId214"/>
                </p:custDataLst>
              </p:nvPr>
            </p:nvSpPr>
            <p:spPr bwMode="auto">
              <a:xfrm>
                <a:off x="3472" y="2075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94" name="Freeform 370"/>
              <p:cNvSpPr/>
              <p:nvPr>
                <p:custDataLst>
                  <p:tags r:id="rId215"/>
                </p:custDataLst>
              </p:nvPr>
            </p:nvSpPr>
            <p:spPr bwMode="auto">
              <a:xfrm>
                <a:off x="4219" y="2518"/>
                <a:ext cx="2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95" name="Freeform 371"/>
              <p:cNvSpPr/>
              <p:nvPr>
                <p:custDataLst>
                  <p:tags r:id="rId216"/>
                </p:custDataLst>
              </p:nvPr>
            </p:nvSpPr>
            <p:spPr bwMode="auto">
              <a:xfrm>
                <a:off x="4230" y="2525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96" name="Freeform 372"/>
              <p:cNvSpPr/>
              <p:nvPr>
                <p:custDataLst>
                  <p:tags r:id="rId217"/>
                </p:custDataLst>
              </p:nvPr>
            </p:nvSpPr>
            <p:spPr bwMode="auto">
              <a:xfrm>
                <a:off x="3472" y="207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97" name="Freeform 373"/>
              <p:cNvSpPr/>
              <p:nvPr>
                <p:custDataLst>
                  <p:tags r:id="rId218"/>
                </p:custDataLst>
              </p:nvPr>
            </p:nvSpPr>
            <p:spPr bwMode="auto">
              <a:xfrm>
                <a:off x="4217" y="2482"/>
                <a:ext cx="145" cy="117"/>
              </a:xfrm>
              <a:custGeom>
                <a:avLst/>
                <a:gdLst>
                  <a:gd name="T0" fmla="*/ 63 w 68"/>
                  <a:gd name="T1" fmla="*/ 35 h 55"/>
                  <a:gd name="T2" fmla="*/ 47 w 68"/>
                  <a:gd name="T3" fmla="*/ 21 h 55"/>
                  <a:gd name="T4" fmla="*/ 43 w 68"/>
                  <a:gd name="T5" fmla="*/ 21 h 55"/>
                  <a:gd name="T6" fmla="*/ 40 w 68"/>
                  <a:gd name="T7" fmla="*/ 15 h 55"/>
                  <a:gd name="T8" fmla="*/ 35 w 68"/>
                  <a:gd name="T9" fmla="*/ 11 h 55"/>
                  <a:gd name="T10" fmla="*/ 29 w 68"/>
                  <a:gd name="T11" fmla="*/ 6 h 55"/>
                  <a:gd name="T12" fmla="*/ 24 w 68"/>
                  <a:gd name="T13" fmla="*/ 7 h 55"/>
                  <a:gd name="T14" fmla="*/ 16 w 68"/>
                  <a:gd name="T15" fmla="*/ 6 h 55"/>
                  <a:gd name="T16" fmla="*/ 13 w 68"/>
                  <a:gd name="T17" fmla="*/ 5 h 55"/>
                  <a:gd name="T18" fmla="*/ 10 w 68"/>
                  <a:gd name="T19" fmla="*/ 1 h 55"/>
                  <a:gd name="T20" fmla="*/ 9 w 68"/>
                  <a:gd name="T21" fmla="*/ 1 h 55"/>
                  <a:gd name="T22" fmla="*/ 5 w 68"/>
                  <a:gd name="T23" fmla="*/ 2 h 55"/>
                  <a:gd name="T24" fmla="*/ 2 w 68"/>
                  <a:gd name="T25" fmla="*/ 3 h 55"/>
                  <a:gd name="T26" fmla="*/ 2 w 68"/>
                  <a:gd name="T27" fmla="*/ 6 h 55"/>
                  <a:gd name="T28" fmla="*/ 5 w 68"/>
                  <a:gd name="T29" fmla="*/ 8 h 55"/>
                  <a:gd name="T30" fmla="*/ 4 w 68"/>
                  <a:gd name="T31" fmla="*/ 10 h 55"/>
                  <a:gd name="T32" fmla="*/ 6 w 68"/>
                  <a:gd name="T33" fmla="*/ 13 h 55"/>
                  <a:gd name="T34" fmla="*/ 4 w 68"/>
                  <a:gd name="T35" fmla="*/ 16 h 55"/>
                  <a:gd name="T36" fmla="*/ 2 w 68"/>
                  <a:gd name="T37" fmla="*/ 19 h 55"/>
                  <a:gd name="T38" fmla="*/ 6 w 68"/>
                  <a:gd name="T39" fmla="*/ 16 h 55"/>
                  <a:gd name="T40" fmla="*/ 9 w 68"/>
                  <a:gd name="T41" fmla="*/ 13 h 55"/>
                  <a:gd name="T42" fmla="*/ 7 w 68"/>
                  <a:gd name="T43" fmla="*/ 19 h 55"/>
                  <a:gd name="T44" fmla="*/ 8 w 68"/>
                  <a:gd name="T45" fmla="*/ 18 h 55"/>
                  <a:gd name="T46" fmla="*/ 8 w 68"/>
                  <a:gd name="T47" fmla="*/ 21 h 55"/>
                  <a:gd name="T48" fmla="*/ 9 w 68"/>
                  <a:gd name="T49" fmla="*/ 21 h 55"/>
                  <a:gd name="T50" fmla="*/ 10 w 68"/>
                  <a:gd name="T51" fmla="*/ 22 h 55"/>
                  <a:gd name="T52" fmla="*/ 15 w 68"/>
                  <a:gd name="T53" fmla="*/ 17 h 55"/>
                  <a:gd name="T54" fmla="*/ 11 w 68"/>
                  <a:gd name="T55" fmla="*/ 23 h 55"/>
                  <a:gd name="T56" fmla="*/ 13 w 68"/>
                  <a:gd name="T57" fmla="*/ 23 h 55"/>
                  <a:gd name="T58" fmla="*/ 16 w 68"/>
                  <a:gd name="T59" fmla="*/ 23 h 55"/>
                  <a:gd name="T60" fmla="*/ 18 w 68"/>
                  <a:gd name="T61" fmla="*/ 24 h 55"/>
                  <a:gd name="T62" fmla="*/ 18 w 68"/>
                  <a:gd name="T63" fmla="*/ 24 h 55"/>
                  <a:gd name="T64" fmla="*/ 21 w 68"/>
                  <a:gd name="T65" fmla="*/ 24 h 55"/>
                  <a:gd name="T66" fmla="*/ 23 w 68"/>
                  <a:gd name="T67" fmla="*/ 23 h 55"/>
                  <a:gd name="T68" fmla="*/ 22 w 68"/>
                  <a:gd name="T69" fmla="*/ 26 h 55"/>
                  <a:gd name="T70" fmla="*/ 25 w 68"/>
                  <a:gd name="T71" fmla="*/ 24 h 55"/>
                  <a:gd name="T72" fmla="*/ 24 w 68"/>
                  <a:gd name="T73" fmla="*/ 27 h 55"/>
                  <a:gd name="T74" fmla="*/ 26 w 68"/>
                  <a:gd name="T75" fmla="*/ 29 h 55"/>
                  <a:gd name="T76" fmla="*/ 28 w 68"/>
                  <a:gd name="T77" fmla="*/ 30 h 55"/>
                  <a:gd name="T78" fmla="*/ 29 w 68"/>
                  <a:gd name="T79" fmla="*/ 32 h 55"/>
                  <a:gd name="T80" fmla="*/ 31 w 68"/>
                  <a:gd name="T81" fmla="*/ 31 h 55"/>
                  <a:gd name="T82" fmla="*/ 32 w 68"/>
                  <a:gd name="T83" fmla="*/ 32 h 55"/>
                  <a:gd name="T84" fmla="*/ 31 w 68"/>
                  <a:gd name="T85" fmla="*/ 33 h 55"/>
                  <a:gd name="T86" fmla="*/ 34 w 68"/>
                  <a:gd name="T87" fmla="*/ 34 h 55"/>
                  <a:gd name="T88" fmla="*/ 37 w 68"/>
                  <a:gd name="T89" fmla="*/ 34 h 55"/>
                  <a:gd name="T90" fmla="*/ 39 w 68"/>
                  <a:gd name="T91" fmla="*/ 34 h 55"/>
                  <a:gd name="T92" fmla="*/ 44 w 68"/>
                  <a:gd name="T93" fmla="*/ 32 h 55"/>
                  <a:gd name="T94" fmla="*/ 43 w 68"/>
                  <a:gd name="T95" fmla="*/ 36 h 55"/>
                  <a:gd name="T96" fmla="*/ 46 w 68"/>
                  <a:gd name="T97" fmla="*/ 36 h 55"/>
                  <a:gd name="T98" fmla="*/ 47 w 68"/>
                  <a:gd name="T99" fmla="*/ 38 h 55"/>
                  <a:gd name="T100" fmla="*/ 48 w 68"/>
                  <a:gd name="T101" fmla="*/ 43 h 55"/>
                  <a:gd name="T102" fmla="*/ 50 w 68"/>
                  <a:gd name="T103" fmla="*/ 44 h 55"/>
                  <a:gd name="T104" fmla="*/ 58 w 68"/>
                  <a:gd name="T105" fmla="*/ 45 h 55"/>
                  <a:gd name="T106" fmla="*/ 58 w 68"/>
                  <a:gd name="T107" fmla="*/ 51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68" h="55">
                    <a:moveTo>
                      <a:pt x="66" y="42"/>
                    </a:moveTo>
                    <a:cubicBezTo>
                      <a:pt x="65" y="40"/>
                      <a:pt x="67" y="35"/>
                      <a:pt x="64" y="34"/>
                    </a:cubicBezTo>
                    <a:cubicBezTo>
                      <a:pt x="63" y="35"/>
                      <a:pt x="62" y="35"/>
                      <a:pt x="62" y="36"/>
                    </a:cubicBezTo>
                    <a:cubicBezTo>
                      <a:pt x="62" y="35"/>
                      <a:pt x="62" y="35"/>
                      <a:pt x="62" y="35"/>
                    </a:cubicBezTo>
                    <a:cubicBezTo>
                      <a:pt x="61" y="36"/>
                      <a:pt x="61" y="36"/>
                      <a:pt x="61" y="36"/>
                    </a:cubicBezTo>
                    <a:cubicBezTo>
                      <a:pt x="61" y="36"/>
                      <a:pt x="62" y="35"/>
                      <a:pt x="63" y="35"/>
                    </a:cubicBezTo>
                    <a:cubicBezTo>
                      <a:pt x="62" y="34"/>
                      <a:pt x="61" y="34"/>
                      <a:pt x="61" y="33"/>
                    </a:cubicBezTo>
                    <a:cubicBezTo>
                      <a:pt x="59" y="34"/>
                      <a:pt x="60" y="32"/>
                      <a:pt x="58" y="34"/>
                    </a:cubicBezTo>
                    <a:cubicBezTo>
                      <a:pt x="59" y="33"/>
                      <a:pt x="59" y="33"/>
                      <a:pt x="59" y="33"/>
                    </a:cubicBezTo>
                    <a:cubicBezTo>
                      <a:pt x="58" y="33"/>
                      <a:pt x="58" y="33"/>
                      <a:pt x="59" y="31"/>
                    </a:cubicBezTo>
                    <a:cubicBezTo>
                      <a:pt x="59" y="28"/>
                      <a:pt x="56" y="27"/>
                      <a:pt x="55" y="24"/>
                    </a:cubicBezTo>
                    <a:cubicBezTo>
                      <a:pt x="53" y="22"/>
                      <a:pt x="50" y="22"/>
                      <a:pt x="47" y="21"/>
                    </a:cubicBezTo>
                    <a:cubicBezTo>
                      <a:pt x="45" y="23"/>
                      <a:pt x="45" y="22"/>
                      <a:pt x="43" y="23"/>
                    </a:cubicBezTo>
                    <a:cubicBezTo>
                      <a:pt x="44" y="23"/>
                      <a:pt x="44" y="23"/>
                      <a:pt x="44" y="23"/>
                    </a:cubicBezTo>
                    <a:cubicBezTo>
                      <a:pt x="42" y="23"/>
                      <a:pt x="43" y="22"/>
                      <a:pt x="44" y="21"/>
                    </a:cubicBezTo>
                    <a:cubicBezTo>
                      <a:pt x="43" y="22"/>
                      <a:pt x="44" y="21"/>
                      <a:pt x="42" y="22"/>
                    </a:cubicBezTo>
                    <a:cubicBezTo>
                      <a:pt x="41" y="24"/>
                      <a:pt x="44" y="20"/>
                      <a:pt x="43" y="21"/>
                    </a:cubicBezTo>
                    <a:cubicBezTo>
                      <a:pt x="44" y="20"/>
                      <a:pt x="42" y="22"/>
                      <a:pt x="43" y="21"/>
                    </a:cubicBezTo>
                    <a:cubicBezTo>
                      <a:pt x="41" y="22"/>
                      <a:pt x="44" y="20"/>
                      <a:pt x="44" y="18"/>
                    </a:cubicBezTo>
                    <a:cubicBezTo>
                      <a:pt x="43" y="18"/>
                      <a:pt x="41" y="19"/>
                      <a:pt x="41" y="17"/>
                    </a:cubicBezTo>
                    <a:cubicBezTo>
                      <a:pt x="41" y="17"/>
                      <a:pt x="40" y="18"/>
                      <a:pt x="40" y="18"/>
                    </a:cubicBezTo>
                    <a:cubicBezTo>
                      <a:pt x="42" y="16"/>
                      <a:pt x="39" y="19"/>
                      <a:pt x="40" y="17"/>
                    </a:cubicBezTo>
                    <a:cubicBezTo>
                      <a:pt x="40" y="17"/>
                      <a:pt x="40" y="17"/>
                      <a:pt x="40" y="17"/>
                    </a:cubicBezTo>
                    <a:cubicBezTo>
                      <a:pt x="41" y="15"/>
                      <a:pt x="39" y="17"/>
                      <a:pt x="40" y="15"/>
                    </a:cubicBezTo>
                    <a:cubicBezTo>
                      <a:pt x="40" y="15"/>
                      <a:pt x="40" y="15"/>
                      <a:pt x="40" y="15"/>
                    </a:cubicBezTo>
                    <a:cubicBezTo>
                      <a:pt x="38" y="16"/>
                      <a:pt x="40" y="13"/>
                      <a:pt x="39" y="15"/>
                    </a:cubicBezTo>
                    <a:cubicBezTo>
                      <a:pt x="40" y="14"/>
                      <a:pt x="39" y="14"/>
                      <a:pt x="40" y="13"/>
                    </a:cubicBezTo>
                    <a:cubicBezTo>
                      <a:pt x="37" y="16"/>
                      <a:pt x="40" y="12"/>
                      <a:pt x="38" y="13"/>
                    </a:cubicBezTo>
                    <a:cubicBezTo>
                      <a:pt x="38" y="13"/>
                      <a:pt x="38" y="13"/>
                      <a:pt x="38" y="13"/>
                    </a:cubicBezTo>
                    <a:cubicBezTo>
                      <a:pt x="37" y="12"/>
                      <a:pt x="37" y="11"/>
                      <a:pt x="35" y="11"/>
                    </a:cubicBezTo>
                    <a:cubicBezTo>
                      <a:pt x="34" y="11"/>
                      <a:pt x="36" y="8"/>
                      <a:pt x="34" y="9"/>
                    </a:cubicBezTo>
                    <a:cubicBezTo>
                      <a:pt x="33" y="10"/>
                      <a:pt x="33" y="10"/>
                      <a:pt x="33" y="10"/>
                    </a:cubicBezTo>
                    <a:cubicBezTo>
                      <a:pt x="32" y="10"/>
                      <a:pt x="33" y="9"/>
                      <a:pt x="34" y="9"/>
                    </a:cubicBezTo>
                    <a:cubicBezTo>
                      <a:pt x="32" y="10"/>
                      <a:pt x="33" y="8"/>
                      <a:pt x="33" y="7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2" y="7"/>
                      <a:pt x="29" y="7"/>
                      <a:pt x="29" y="6"/>
                    </a:cubicBezTo>
                    <a:cubicBezTo>
                      <a:pt x="28" y="9"/>
                      <a:pt x="28" y="7"/>
                      <a:pt x="28" y="8"/>
                    </a:cubicBezTo>
                    <a:cubicBezTo>
                      <a:pt x="28" y="8"/>
                      <a:pt x="28" y="7"/>
                      <a:pt x="28" y="6"/>
                    </a:cubicBezTo>
                    <a:cubicBezTo>
                      <a:pt x="28" y="6"/>
                      <a:pt x="28" y="6"/>
                      <a:pt x="28" y="5"/>
                    </a:cubicBezTo>
                    <a:cubicBezTo>
                      <a:pt x="27" y="6"/>
                      <a:pt x="26" y="7"/>
                      <a:pt x="26" y="7"/>
                    </a:cubicBezTo>
                    <a:cubicBezTo>
                      <a:pt x="27" y="4"/>
                      <a:pt x="26" y="6"/>
                      <a:pt x="26" y="5"/>
                    </a:cubicBezTo>
                    <a:cubicBezTo>
                      <a:pt x="25" y="7"/>
                      <a:pt x="24" y="8"/>
                      <a:pt x="24" y="7"/>
                    </a:cubicBezTo>
                    <a:cubicBezTo>
                      <a:pt x="26" y="5"/>
                      <a:pt x="26" y="5"/>
                      <a:pt x="26" y="5"/>
                    </a:cubicBezTo>
                    <a:cubicBezTo>
                      <a:pt x="24" y="6"/>
                      <a:pt x="24" y="3"/>
                      <a:pt x="22" y="5"/>
                    </a:cubicBezTo>
                    <a:cubicBezTo>
                      <a:pt x="22" y="4"/>
                      <a:pt x="22" y="4"/>
                      <a:pt x="22" y="4"/>
                    </a:cubicBezTo>
                    <a:cubicBezTo>
                      <a:pt x="21" y="5"/>
                      <a:pt x="21" y="3"/>
                      <a:pt x="19" y="5"/>
                    </a:cubicBezTo>
                    <a:cubicBezTo>
                      <a:pt x="19" y="4"/>
                      <a:pt x="19" y="4"/>
                      <a:pt x="19" y="3"/>
                    </a:cubicBezTo>
                    <a:cubicBezTo>
                      <a:pt x="18" y="4"/>
                      <a:pt x="18" y="4"/>
                      <a:pt x="16" y="6"/>
                    </a:cubicBezTo>
                    <a:cubicBezTo>
                      <a:pt x="16" y="6"/>
                      <a:pt x="17" y="5"/>
                      <a:pt x="17" y="4"/>
                    </a:cubicBezTo>
                    <a:cubicBezTo>
                      <a:pt x="17" y="4"/>
                      <a:pt x="18" y="2"/>
                      <a:pt x="16" y="4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6" y="4"/>
                      <a:pt x="14" y="5"/>
                      <a:pt x="15" y="3"/>
                    </a:cubicBezTo>
                    <a:cubicBezTo>
                      <a:pt x="14" y="4"/>
                      <a:pt x="14" y="5"/>
                      <a:pt x="13" y="6"/>
                    </a:cubicBezTo>
                    <a:cubicBezTo>
                      <a:pt x="13" y="6"/>
                      <a:pt x="14" y="4"/>
                      <a:pt x="13" y="5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3"/>
                      <a:pt x="13" y="3"/>
                      <a:pt x="12" y="4"/>
                    </a:cubicBezTo>
                    <a:cubicBezTo>
                      <a:pt x="13" y="2"/>
                      <a:pt x="11" y="3"/>
                      <a:pt x="12" y="2"/>
                    </a:cubicBezTo>
                    <a:cubicBezTo>
                      <a:pt x="11" y="3"/>
                      <a:pt x="12" y="1"/>
                      <a:pt x="9" y="3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10" y="2"/>
                      <a:pt x="10" y="2"/>
                      <a:pt x="10" y="1"/>
                    </a:cubicBezTo>
                    <a:cubicBezTo>
                      <a:pt x="11" y="1"/>
                      <a:pt x="9" y="2"/>
                      <a:pt x="8" y="2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2"/>
                      <a:pt x="7" y="3"/>
                      <a:pt x="6" y="4"/>
                    </a:cubicBezTo>
                    <a:cubicBezTo>
                      <a:pt x="6" y="3"/>
                      <a:pt x="5" y="4"/>
                      <a:pt x="6" y="3"/>
                    </a:cubicBezTo>
                    <a:cubicBezTo>
                      <a:pt x="7" y="3"/>
                      <a:pt x="8" y="2"/>
                      <a:pt x="10" y="1"/>
                    </a:cubicBezTo>
                    <a:cubicBezTo>
                      <a:pt x="10" y="0"/>
                      <a:pt x="7" y="2"/>
                      <a:pt x="9" y="1"/>
                    </a:cubicBezTo>
                    <a:cubicBezTo>
                      <a:pt x="9" y="0"/>
                      <a:pt x="9" y="1"/>
                      <a:pt x="7" y="2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1"/>
                      <a:pt x="8" y="1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6" y="2"/>
                      <a:pt x="6" y="1"/>
                      <a:pt x="4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3"/>
                      <a:pt x="3" y="3"/>
                      <a:pt x="4" y="2"/>
                    </a:cubicBezTo>
                    <a:cubicBezTo>
                      <a:pt x="6" y="1"/>
                      <a:pt x="7" y="1"/>
                      <a:pt x="7" y="1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5" y="1"/>
                      <a:pt x="4" y="2"/>
                      <a:pt x="3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3" y="3"/>
                      <a:pt x="2" y="4"/>
                      <a:pt x="3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5" y="3"/>
                      <a:pt x="7" y="2"/>
                      <a:pt x="5" y="3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4" y="4"/>
                      <a:pt x="4" y="4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5" y="4"/>
                      <a:pt x="3" y="6"/>
                      <a:pt x="4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2" y="7"/>
                      <a:pt x="4" y="5"/>
                      <a:pt x="5" y="5"/>
                    </a:cubicBezTo>
                    <a:cubicBezTo>
                      <a:pt x="4" y="5"/>
                      <a:pt x="2" y="7"/>
                      <a:pt x="2" y="8"/>
                    </a:cubicBezTo>
                    <a:cubicBezTo>
                      <a:pt x="2" y="8"/>
                      <a:pt x="4" y="7"/>
                      <a:pt x="3" y="9"/>
                    </a:cubicBezTo>
                    <a:cubicBezTo>
                      <a:pt x="3" y="9"/>
                      <a:pt x="4" y="9"/>
                      <a:pt x="5" y="8"/>
                    </a:cubicBezTo>
                    <a:cubicBezTo>
                      <a:pt x="5" y="8"/>
                      <a:pt x="3" y="10"/>
                      <a:pt x="4" y="9"/>
                    </a:cubicBezTo>
                    <a:cubicBezTo>
                      <a:pt x="3" y="10"/>
                      <a:pt x="2" y="12"/>
                      <a:pt x="1" y="13"/>
                    </a:cubicBezTo>
                    <a:cubicBezTo>
                      <a:pt x="1" y="13"/>
                      <a:pt x="0" y="14"/>
                      <a:pt x="1" y="14"/>
                    </a:cubicBezTo>
                    <a:cubicBezTo>
                      <a:pt x="0" y="14"/>
                      <a:pt x="0" y="15"/>
                      <a:pt x="0" y="15"/>
                    </a:cubicBezTo>
                    <a:cubicBezTo>
                      <a:pt x="1" y="14"/>
                      <a:pt x="2" y="13"/>
                      <a:pt x="2" y="12"/>
                    </a:cubicBezTo>
                    <a:cubicBezTo>
                      <a:pt x="3" y="10"/>
                      <a:pt x="3" y="12"/>
                      <a:pt x="4" y="10"/>
                    </a:cubicBezTo>
                    <a:cubicBezTo>
                      <a:pt x="4" y="11"/>
                      <a:pt x="5" y="11"/>
                      <a:pt x="5" y="11"/>
                    </a:cubicBezTo>
                    <a:cubicBezTo>
                      <a:pt x="5" y="11"/>
                      <a:pt x="4" y="12"/>
                      <a:pt x="3" y="13"/>
                    </a:cubicBezTo>
                    <a:cubicBezTo>
                      <a:pt x="5" y="12"/>
                      <a:pt x="6" y="11"/>
                      <a:pt x="6" y="12"/>
                    </a:cubicBezTo>
                    <a:cubicBezTo>
                      <a:pt x="7" y="11"/>
                      <a:pt x="7" y="11"/>
                      <a:pt x="8" y="9"/>
                    </a:cubicBezTo>
                    <a:cubicBezTo>
                      <a:pt x="8" y="9"/>
                      <a:pt x="8" y="8"/>
                      <a:pt x="8" y="9"/>
                    </a:cubicBezTo>
                    <a:cubicBezTo>
                      <a:pt x="7" y="10"/>
                      <a:pt x="6" y="12"/>
                      <a:pt x="6" y="13"/>
                    </a:cubicBezTo>
                    <a:cubicBezTo>
                      <a:pt x="4" y="15"/>
                      <a:pt x="6" y="12"/>
                      <a:pt x="4" y="14"/>
                    </a:cubicBezTo>
                    <a:cubicBezTo>
                      <a:pt x="2" y="16"/>
                      <a:pt x="2" y="15"/>
                      <a:pt x="3" y="14"/>
                    </a:cubicBezTo>
                    <a:cubicBezTo>
                      <a:pt x="1" y="16"/>
                      <a:pt x="3" y="15"/>
                      <a:pt x="1" y="16"/>
                    </a:cubicBezTo>
                    <a:cubicBezTo>
                      <a:pt x="1" y="17"/>
                      <a:pt x="2" y="16"/>
                      <a:pt x="3" y="16"/>
                    </a:cubicBezTo>
                    <a:cubicBezTo>
                      <a:pt x="4" y="15"/>
                      <a:pt x="4" y="15"/>
                      <a:pt x="4" y="14"/>
                    </a:cubicBezTo>
                    <a:cubicBezTo>
                      <a:pt x="6" y="12"/>
                      <a:pt x="4" y="16"/>
                      <a:pt x="4" y="16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3" y="17"/>
                      <a:pt x="4" y="16"/>
                      <a:pt x="4" y="16"/>
                    </a:cubicBezTo>
                    <a:cubicBezTo>
                      <a:pt x="2" y="19"/>
                      <a:pt x="4" y="16"/>
                      <a:pt x="2" y="18"/>
                    </a:cubicBezTo>
                    <a:cubicBezTo>
                      <a:pt x="1" y="20"/>
                      <a:pt x="1" y="20"/>
                      <a:pt x="1" y="20"/>
                    </a:cubicBezTo>
                    <a:cubicBezTo>
                      <a:pt x="1" y="20"/>
                      <a:pt x="3" y="18"/>
                      <a:pt x="3" y="18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3" y="18"/>
                      <a:pt x="4" y="17"/>
                      <a:pt x="4" y="17"/>
                    </a:cubicBezTo>
                    <a:cubicBezTo>
                      <a:pt x="6" y="14"/>
                      <a:pt x="4" y="16"/>
                      <a:pt x="5" y="16"/>
                    </a:cubicBezTo>
                    <a:cubicBezTo>
                      <a:pt x="6" y="15"/>
                      <a:pt x="5" y="16"/>
                      <a:pt x="6" y="15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8" y="14"/>
                      <a:pt x="6" y="15"/>
                      <a:pt x="6" y="16"/>
                    </a:cubicBezTo>
                    <a:cubicBezTo>
                      <a:pt x="6" y="16"/>
                      <a:pt x="5" y="16"/>
                      <a:pt x="6" y="15"/>
                    </a:cubicBezTo>
                    <a:cubicBezTo>
                      <a:pt x="5" y="17"/>
                      <a:pt x="4" y="19"/>
                      <a:pt x="3" y="19"/>
                    </a:cubicBezTo>
                    <a:cubicBezTo>
                      <a:pt x="3" y="21"/>
                      <a:pt x="4" y="18"/>
                      <a:pt x="5" y="18"/>
                    </a:cubicBezTo>
                    <a:cubicBezTo>
                      <a:pt x="4" y="19"/>
                      <a:pt x="5" y="17"/>
                      <a:pt x="6" y="16"/>
                    </a:cubicBezTo>
                    <a:cubicBezTo>
                      <a:pt x="9" y="13"/>
                      <a:pt x="4" y="20"/>
                      <a:pt x="5" y="19"/>
                    </a:cubicBezTo>
                    <a:cubicBezTo>
                      <a:pt x="7" y="17"/>
                      <a:pt x="8" y="16"/>
                      <a:pt x="9" y="13"/>
                    </a:cubicBezTo>
                    <a:cubicBezTo>
                      <a:pt x="10" y="13"/>
                      <a:pt x="10" y="12"/>
                      <a:pt x="10" y="12"/>
                    </a:cubicBezTo>
                    <a:cubicBezTo>
                      <a:pt x="9" y="14"/>
                      <a:pt x="9" y="14"/>
                      <a:pt x="8" y="15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6" y="19"/>
                      <a:pt x="6" y="20"/>
                      <a:pt x="5" y="21"/>
                    </a:cubicBezTo>
                    <a:cubicBezTo>
                      <a:pt x="6" y="20"/>
                      <a:pt x="6" y="19"/>
                      <a:pt x="7" y="19"/>
                    </a:cubicBezTo>
                    <a:cubicBezTo>
                      <a:pt x="6" y="20"/>
                      <a:pt x="6" y="21"/>
                      <a:pt x="6" y="21"/>
                    </a:cubicBezTo>
                    <a:cubicBezTo>
                      <a:pt x="6" y="20"/>
                      <a:pt x="7" y="18"/>
                      <a:pt x="8" y="18"/>
                    </a:cubicBezTo>
                    <a:cubicBezTo>
                      <a:pt x="8" y="18"/>
                      <a:pt x="7" y="20"/>
                      <a:pt x="7" y="20"/>
                    </a:cubicBezTo>
                    <a:cubicBezTo>
                      <a:pt x="6" y="22"/>
                      <a:pt x="6" y="22"/>
                      <a:pt x="6" y="22"/>
                    </a:cubicBezTo>
                    <a:cubicBezTo>
                      <a:pt x="7" y="20"/>
                      <a:pt x="5" y="22"/>
                      <a:pt x="6" y="22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9" y="18"/>
                      <a:pt x="8" y="19"/>
                      <a:pt x="8" y="19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8" y="20"/>
                      <a:pt x="6" y="23"/>
                      <a:pt x="7" y="22"/>
                    </a:cubicBezTo>
                    <a:cubicBezTo>
                      <a:pt x="7" y="21"/>
                      <a:pt x="7" y="21"/>
                      <a:pt x="7" y="21"/>
                    </a:cubicBezTo>
                    <a:cubicBezTo>
                      <a:pt x="7" y="22"/>
                      <a:pt x="7" y="22"/>
                      <a:pt x="7" y="22"/>
                    </a:cubicBezTo>
                    <a:cubicBezTo>
                      <a:pt x="7" y="21"/>
                      <a:pt x="7" y="22"/>
                      <a:pt x="8" y="21"/>
                    </a:cubicBezTo>
                    <a:cubicBezTo>
                      <a:pt x="7" y="22"/>
                      <a:pt x="7" y="22"/>
                      <a:pt x="7" y="22"/>
                    </a:cubicBezTo>
                    <a:cubicBezTo>
                      <a:pt x="8" y="22"/>
                      <a:pt x="9" y="20"/>
                      <a:pt x="8" y="22"/>
                    </a:cubicBezTo>
                    <a:cubicBezTo>
                      <a:pt x="9" y="19"/>
                      <a:pt x="8" y="21"/>
                      <a:pt x="8" y="20"/>
                    </a:cubicBezTo>
                    <a:cubicBezTo>
                      <a:pt x="9" y="19"/>
                      <a:pt x="9" y="19"/>
                      <a:pt x="10" y="19"/>
                    </a:cubicBezTo>
                    <a:cubicBezTo>
                      <a:pt x="8" y="21"/>
                      <a:pt x="10" y="19"/>
                      <a:pt x="10" y="19"/>
                    </a:cubicBezTo>
                    <a:cubicBezTo>
                      <a:pt x="9" y="21"/>
                      <a:pt x="9" y="21"/>
                      <a:pt x="9" y="21"/>
                    </a:cubicBezTo>
                    <a:cubicBezTo>
                      <a:pt x="10" y="19"/>
                      <a:pt x="10" y="19"/>
                      <a:pt x="10" y="19"/>
                    </a:cubicBezTo>
                    <a:cubicBezTo>
                      <a:pt x="8" y="23"/>
                      <a:pt x="11" y="19"/>
                      <a:pt x="10" y="20"/>
                    </a:cubicBezTo>
                    <a:cubicBezTo>
                      <a:pt x="10" y="21"/>
                      <a:pt x="9" y="22"/>
                      <a:pt x="9" y="23"/>
                    </a:cubicBezTo>
                    <a:cubicBezTo>
                      <a:pt x="10" y="20"/>
                      <a:pt x="11" y="20"/>
                      <a:pt x="12" y="18"/>
                    </a:cubicBezTo>
                    <a:cubicBezTo>
                      <a:pt x="11" y="19"/>
                      <a:pt x="10" y="21"/>
                      <a:pt x="9" y="23"/>
                    </a:cubicBezTo>
                    <a:cubicBezTo>
                      <a:pt x="10" y="21"/>
                      <a:pt x="9" y="24"/>
                      <a:pt x="10" y="22"/>
                    </a:cubicBezTo>
                    <a:cubicBezTo>
                      <a:pt x="10" y="21"/>
                      <a:pt x="11" y="21"/>
                      <a:pt x="12" y="20"/>
                    </a:cubicBezTo>
                    <a:cubicBezTo>
                      <a:pt x="12" y="20"/>
                      <a:pt x="11" y="21"/>
                      <a:pt x="11" y="21"/>
                    </a:cubicBezTo>
                    <a:cubicBezTo>
                      <a:pt x="11" y="21"/>
                      <a:pt x="12" y="19"/>
                      <a:pt x="12" y="19"/>
                    </a:cubicBezTo>
                    <a:cubicBezTo>
                      <a:pt x="12" y="19"/>
                      <a:pt x="14" y="17"/>
                      <a:pt x="13" y="19"/>
                    </a:cubicBezTo>
                    <a:cubicBezTo>
                      <a:pt x="12" y="20"/>
                      <a:pt x="12" y="19"/>
                      <a:pt x="12" y="20"/>
                    </a:cubicBezTo>
                    <a:cubicBezTo>
                      <a:pt x="12" y="21"/>
                      <a:pt x="14" y="17"/>
                      <a:pt x="15" y="17"/>
                    </a:cubicBezTo>
                    <a:cubicBezTo>
                      <a:pt x="15" y="16"/>
                      <a:pt x="16" y="13"/>
                      <a:pt x="17" y="12"/>
                    </a:cubicBezTo>
                    <a:cubicBezTo>
                      <a:pt x="17" y="13"/>
                      <a:pt x="16" y="13"/>
                      <a:pt x="16" y="15"/>
                    </a:cubicBezTo>
                    <a:cubicBezTo>
                      <a:pt x="16" y="15"/>
                      <a:pt x="16" y="15"/>
                      <a:pt x="16" y="15"/>
                    </a:cubicBezTo>
                    <a:cubicBezTo>
                      <a:pt x="15" y="18"/>
                      <a:pt x="13" y="19"/>
                      <a:pt x="12" y="21"/>
                    </a:cubicBezTo>
                    <a:cubicBezTo>
                      <a:pt x="13" y="20"/>
                      <a:pt x="13" y="20"/>
                      <a:pt x="13" y="20"/>
                    </a:cubicBezTo>
                    <a:cubicBezTo>
                      <a:pt x="11" y="23"/>
                      <a:pt x="11" y="23"/>
                      <a:pt x="11" y="23"/>
                    </a:cubicBezTo>
                    <a:cubicBezTo>
                      <a:pt x="12" y="21"/>
                      <a:pt x="12" y="23"/>
                      <a:pt x="12" y="22"/>
                    </a:cubicBezTo>
                    <a:cubicBezTo>
                      <a:pt x="13" y="21"/>
                      <a:pt x="12" y="23"/>
                      <a:pt x="12" y="22"/>
                    </a:cubicBezTo>
                    <a:cubicBezTo>
                      <a:pt x="13" y="21"/>
                      <a:pt x="14" y="19"/>
                      <a:pt x="14" y="20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2" y="23"/>
                      <a:pt x="13" y="21"/>
                      <a:pt x="13" y="22"/>
                    </a:cubicBezTo>
                    <a:cubicBezTo>
                      <a:pt x="13" y="23"/>
                      <a:pt x="13" y="23"/>
                      <a:pt x="13" y="23"/>
                    </a:cubicBezTo>
                    <a:cubicBezTo>
                      <a:pt x="13" y="23"/>
                      <a:pt x="14" y="24"/>
                      <a:pt x="16" y="20"/>
                    </a:cubicBezTo>
                    <a:cubicBezTo>
                      <a:pt x="16" y="22"/>
                      <a:pt x="16" y="22"/>
                      <a:pt x="15" y="23"/>
                    </a:cubicBezTo>
                    <a:cubicBezTo>
                      <a:pt x="16" y="23"/>
                      <a:pt x="16" y="22"/>
                      <a:pt x="16" y="22"/>
                    </a:cubicBezTo>
                    <a:cubicBezTo>
                      <a:pt x="16" y="23"/>
                      <a:pt x="16" y="23"/>
                      <a:pt x="16" y="23"/>
                    </a:cubicBezTo>
                    <a:cubicBezTo>
                      <a:pt x="15" y="25"/>
                      <a:pt x="16" y="23"/>
                      <a:pt x="17" y="22"/>
                    </a:cubicBezTo>
                    <a:cubicBezTo>
                      <a:pt x="16" y="23"/>
                      <a:pt x="16" y="23"/>
                      <a:pt x="16" y="23"/>
                    </a:cubicBezTo>
                    <a:cubicBezTo>
                      <a:pt x="16" y="25"/>
                      <a:pt x="17" y="23"/>
                      <a:pt x="17" y="22"/>
                    </a:cubicBezTo>
                    <a:cubicBezTo>
                      <a:pt x="17" y="23"/>
                      <a:pt x="17" y="23"/>
                      <a:pt x="17" y="23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8" y="22"/>
                      <a:pt x="18" y="22"/>
                      <a:pt x="17" y="24"/>
                    </a:cubicBezTo>
                    <a:cubicBezTo>
                      <a:pt x="18" y="23"/>
                      <a:pt x="18" y="23"/>
                      <a:pt x="18" y="23"/>
                    </a:cubicBezTo>
                    <a:cubicBezTo>
                      <a:pt x="17" y="24"/>
                      <a:pt x="18" y="24"/>
                      <a:pt x="18" y="24"/>
                    </a:cubicBezTo>
                    <a:cubicBezTo>
                      <a:pt x="18" y="24"/>
                      <a:pt x="18" y="23"/>
                      <a:pt x="18" y="24"/>
                    </a:cubicBezTo>
                    <a:cubicBezTo>
                      <a:pt x="18" y="23"/>
                      <a:pt x="19" y="23"/>
                      <a:pt x="20" y="21"/>
                    </a:cubicBezTo>
                    <a:cubicBezTo>
                      <a:pt x="21" y="19"/>
                      <a:pt x="19" y="22"/>
                      <a:pt x="20" y="21"/>
                    </a:cubicBezTo>
                    <a:cubicBezTo>
                      <a:pt x="19" y="23"/>
                      <a:pt x="19" y="23"/>
                      <a:pt x="19" y="23"/>
                    </a:cubicBezTo>
                    <a:cubicBezTo>
                      <a:pt x="19" y="23"/>
                      <a:pt x="19" y="24"/>
                      <a:pt x="18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9" y="23"/>
                      <a:pt x="19" y="23"/>
                      <a:pt x="19" y="23"/>
                    </a:cubicBezTo>
                    <a:cubicBezTo>
                      <a:pt x="18" y="25"/>
                      <a:pt x="20" y="23"/>
                      <a:pt x="20" y="24"/>
                    </a:cubicBezTo>
                    <a:cubicBezTo>
                      <a:pt x="20" y="24"/>
                      <a:pt x="22" y="22"/>
                      <a:pt x="22" y="22"/>
                    </a:cubicBezTo>
                    <a:cubicBezTo>
                      <a:pt x="24" y="20"/>
                      <a:pt x="21" y="24"/>
                      <a:pt x="20" y="25"/>
                    </a:cubicBezTo>
                    <a:cubicBezTo>
                      <a:pt x="21" y="24"/>
                      <a:pt x="21" y="24"/>
                      <a:pt x="21" y="24"/>
                    </a:cubicBezTo>
                    <a:cubicBezTo>
                      <a:pt x="21" y="24"/>
                      <a:pt x="21" y="24"/>
                      <a:pt x="21" y="24"/>
                    </a:cubicBezTo>
                    <a:cubicBezTo>
                      <a:pt x="22" y="24"/>
                      <a:pt x="22" y="23"/>
                      <a:pt x="22" y="24"/>
                    </a:cubicBezTo>
                    <a:cubicBezTo>
                      <a:pt x="22" y="24"/>
                      <a:pt x="22" y="24"/>
                      <a:pt x="22" y="24"/>
                    </a:cubicBezTo>
                    <a:cubicBezTo>
                      <a:pt x="22" y="25"/>
                      <a:pt x="21" y="26"/>
                      <a:pt x="21" y="26"/>
                    </a:cubicBezTo>
                    <a:cubicBezTo>
                      <a:pt x="22" y="24"/>
                      <a:pt x="22" y="25"/>
                      <a:pt x="23" y="24"/>
                    </a:cubicBezTo>
                    <a:cubicBezTo>
                      <a:pt x="22" y="25"/>
                      <a:pt x="22" y="25"/>
                      <a:pt x="22" y="25"/>
                    </a:cubicBezTo>
                    <a:cubicBezTo>
                      <a:pt x="23" y="23"/>
                      <a:pt x="23" y="23"/>
                      <a:pt x="23" y="23"/>
                    </a:cubicBezTo>
                    <a:cubicBezTo>
                      <a:pt x="23" y="24"/>
                      <a:pt x="23" y="24"/>
                      <a:pt x="23" y="24"/>
                    </a:cubicBezTo>
                    <a:cubicBezTo>
                      <a:pt x="22" y="26"/>
                      <a:pt x="22" y="26"/>
                      <a:pt x="22" y="26"/>
                    </a:cubicBezTo>
                    <a:cubicBezTo>
                      <a:pt x="21" y="26"/>
                      <a:pt x="23" y="24"/>
                      <a:pt x="24" y="24"/>
                    </a:cubicBezTo>
                    <a:cubicBezTo>
                      <a:pt x="24" y="23"/>
                      <a:pt x="23" y="24"/>
                      <a:pt x="23" y="25"/>
                    </a:cubicBezTo>
                    <a:cubicBezTo>
                      <a:pt x="22" y="25"/>
                      <a:pt x="23" y="25"/>
                      <a:pt x="23" y="25"/>
                    </a:cubicBezTo>
                    <a:cubicBezTo>
                      <a:pt x="22" y="26"/>
                      <a:pt x="23" y="25"/>
                      <a:pt x="22" y="26"/>
                    </a:cubicBezTo>
                    <a:cubicBezTo>
                      <a:pt x="22" y="26"/>
                      <a:pt x="23" y="25"/>
                      <a:pt x="23" y="25"/>
                    </a:cubicBezTo>
                    <a:cubicBezTo>
                      <a:pt x="23" y="25"/>
                      <a:pt x="24" y="25"/>
                      <a:pt x="23" y="26"/>
                    </a:cubicBezTo>
                    <a:cubicBezTo>
                      <a:pt x="23" y="26"/>
                      <a:pt x="23" y="26"/>
                      <a:pt x="24" y="25"/>
                    </a:cubicBezTo>
                    <a:cubicBezTo>
                      <a:pt x="24" y="25"/>
                      <a:pt x="24" y="24"/>
                      <a:pt x="25" y="24"/>
                    </a:cubicBezTo>
                    <a:cubicBezTo>
                      <a:pt x="25" y="24"/>
                      <a:pt x="25" y="23"/>
                      <a:pt x="25" y="24"/>
                    </a:cubicBezTo>
                    <a:cubicBezTo>
                      <a:pt x="25" y="24"/>
                      <a:pt x="25" y="24"/>
                      <a:pt x="25" y="24"/>
                    </a:cubicBezTo>
                    <a:cubicBezTo>
                      <a:pt x="25" y="24"/>
                      <a:pt x="25" y="24"/>
                      <a:pt x="26" y="23"/>
                    </a:cubicBezTo>
                    <a:cubicBezTo>
                      <a:pt x="24" y="25"/>
                      <a:pt x="24" y="25"/>
                      <a:pt x="24" y="25"/>
                    </a:cubicBezTo>
                    <a:cubicBezTo>
                      <a:pt x="25" y="24"/>
                      <a:pt x="25" y="24"/>
                      <a:pt x="26" y="24"/>
                    </a:cubicBezTo>
                    <a:cubicBezTo>
                      <a:pt x="25" y="25"/>
                      <a:pt x="23" y="27"/>
                      <a:pt x="23" y="27"/>
                    </a:cubicBezTo>
                    <a:cubicBezTo>
                      <a:pt x="25" y="26"/>
                      <a:pt x="25" y="26"/>
                      <a:pt x="25" y="26"/>
                    </a:cubicBezTo>
                    <a:cubicBezTo>
                      <a:pt x="25" y="26"/>
                      <a:pt x="25" y="26"/>
                      <a:pt x="24" y="27"/>
                    </a:cubicBezTo>
                    <a:cubicBezTo>
                      <a:pt x="24" y="28"/>
                      <a:pt x="27" y="24"/>
                      <a:pt x="27" y="25"/>
                    </a:cubicBezTo>
                    <a:cubicBezTo>
                      <a:pt x="25" y="27"/>
                      <a:pt x="25" y="27"/>
                      <a:pt x="25" y="27"/>
                    </a:cubicBezTo>
                    <a:cubicBezTo>
                      <a:pt x="26" y="27"/>
                      <a:pt x="26" y="27"/>
                      <a:pt x="26" y="27"/>
                    </a:cubicBezTo>
                    <a:cubicBezTo>
                      <a:pt x="26" y="26"/>
                      <a:pt x="25" y="28"/>
                      <a:pt x="25" y="27"/>
                    </a:cubicBezTo>
                    <a:cubicBezTo>
                      <a:pt x="26" y="26"/>
                      <a:pt x="26" y="26"/>
                      <a:pt x="26" y="26"/>
                    </a:cubicBezTo>
                    <a:cubicBezTo>
                      <a:pt x="24" y="29"/>
                      <a:pt x="27" y="27"/>
                      <a:pt x="26" y="29"/>
                    </a:cubicBezTo>
                    <a:cubicBezTo>
                      <a:pt x="27" y="27"/>
                      <a:pt x="26" y="29"/>
                      <a:pt x="27" y="28"/>
                    </a:cubicBezTo>
                    <a:cubicBezTo>
                      <a:pt x="25" y="30"/>
                      <a:pt x="27" y="28"/>
                      <a:pt x="26" y="29"/>
                    </a:cubicBezTo>
                    <a:cubicBezTo>
                      <a:pt x="28" y="27"/>
                      <a:pt x="28" y="27"/>
                      <a:pt x="28" y="27"/>
                    </a:cubicBezTo>
                    <a:cubicBezTo>
                      <a:pt x="27" y="29"/>
                      <a:pt x="31" y="25"/>
                      <a:pt x="29" y="27"/>
                    </a:cubicBezTo>
                    <a:cubicBezTo>
                      <a:pt x="27" y="29"/>
                      <a:pt x="27" y="29"/>
                      <a:pt x="27" y="29"/>
                    </a:cubicBezTo>
                    <a:cubicBezTo>
                      <a:pt x="26" y="31"/>
                      <a:pt x="29" y="27"/>
                      <a:pt x="28" y="30"/>
                    </a:cubicBezTo>
                    <a:cubicBezTo>
                      <a:pt x="28" y="29"/>
                      <a:pt x="29" y="28"/>
                      <a:pt x="30" y="27"/>
                    </a:cubicBezTo>
                    <a:cubicBezTo>
                      <a:pt x="30" y="28"/>
                      <a:pt x="29" y="29"/>
                      <a:pt x="29" y="30"/>
                    </a:cubicBezTo>
                    <a:cubicBezTo>
                      <a:pt x="29" y="29"/>
                      <a:pt x="30" y="29"/>
                      <a:pt x="29" y="30"/>
                    </a:cubicBezTo>
                    <a:cubicBezTo>
                      <a:pt x="28" y="30"/>
                      <a:pt x="28" y="30"/>
                      <a:pt x="28" y="30"/>
                    </a:cubicBezTo>
                    <a:cubicBezTo>
                      <a:pt x="28" y="31"/>
                      <a:pt x="29" y="30"/>
                      <a:pt x="30" y="30"/>
                    </a:cubicBezTo>
                    <a:cubicBezTo>
                      <a:pt x="28" y="31"/>
                      <a:pt x="29" y="31"/>
                      <a:pt x="29" y="32"/>
                    </a:cubicBezTo>
                    <a:cubicBezTo>
                      <a:pt x="31" y="30"/>
                      <a:pt x="29" y="33"/>
                      <a:pt x="31" y="31"/>
                    </a:cubicBezTo>
                    <a:cubicBezTo>
                      <a:pt x="30" y="31"/>
                      <a:pt x="30" y="31"/>
                      <a:pt x="30" y="31"/>
                    </a:cubicBezTo>
                    <a:cubicBezTo>
                      <a:pt x="31" y="31"/>
                      <a:pt x="32" y="29"/>
                      <a:pt x="32" y="29"/>
                    </a:cubicBezTo>
                    <a:cubicBezTo>
                      <a:pt x="31" y="31"/>
                      <a:pt x="31" y="31"/>
                      <a:pt x="31" y="31"/>
                    </a:cubicBezTo>
                    <a:cubicBezTo>
                      <a:pt x="29" y="33"/>
                      <a:pt x="31" y="31"/>
                      <a:pt x="30" y="32"/>
                    </a:cubicBezTo>
                    <a:cubicBezTo>
                      <a:pt x="31" y="31"/>
                      <a:pt x="30" y="32"/>
                      <a:pt x="31" y="31"/>
                    </a:cubicBezTo>
                    <a:cubicBezTo>
                      <a:pt x="32" y="31"/>
                      <a:pt x="32" y="31"/>
                      <a:pt x="32" y="31"/>
                    </a:cubicBezTo>
                    <a:cubicBezTo>
                      <a:pt x="33" y="30"/>
                      <a:pt x="33" y="30"/>
                      <a:pt x="33" y="30"/>
                    </a:cubicBezTo>
                    <a:cubicBezTo>
                      <a:pt x="33" y="30"/>
                      <a:pt x="31" y="32"/>
                      <a:pt x="31" y="32"/>
                    </a:cubicBezTo>
                    <a:cubicBezTo>
                      <a:pt x="31" y="33"/>
                      <a:pt x="31" y="32"/>
                      <a:pt x="32" y="32"/>
                    </a:cubicBezTo>
                    <a:cubicBezTo>
                      <a:pt x="32" y="32"/>
                      <a:pt x="32" y="32"/>
                      <a:pt x="32" y="32"/>
                    </a:cubicBezTo>
                    <a:cubicBezTo>
                      <a:pt x="32" y="32"/>
                      <a:pt x="32" y="32"/>
                      <a:pt x="32" y="32"/>
                    </a:cubicBezTo>
                    <a:cubicBezTo>
                      <a:pt x="32" y="32"/>
                      <a:pt x="32" y="32"/>
                      <a:pt x="32" y="32"/>
                    </a:cubicBezTo>
                    <a:cubicBezTo>
                      <a:pt x="32" y="32"/>
                      <a:pt x="32" y="32"/>
                      <a:pt x="32" y="32"/>
                    </a:cubicBezTo>
                    <a:cubicBezTo>
                      <a:pt x="32" y="32"/>
                      <a:pt x="32" y="32"/>
                      <a:pt x="32" y="32"/>
                    </a:cubicBezTo>
                    <a:cubicBezTo>
                      <a:pt x="32" y="32"/>
                      <a:pt x="32" y="32"/>
                      <a:pt x="32" y="32"/>
                    </a:cubicBezTo>
                    <a:cubicBezTo>
                      <a:pt x="32" y="32"/>
                      <a:pt x="32" y="32"/>
                      <a:pt x="32" y="32"/>
                    </a:cubicBezTo>
                    <a:cubicBezTo>
                      <a:pt x="32" y="32"/>
                      <a:pt x="32" y="32"/>
                      <a:pt x="31" y="33"/>
                    </a:cubicBezTo>
                    <a:cubicBezTo>
                      <a:pt x="30" y="34"/>
                      <a:pt x="30" y="34"/>
                      <a:pt x="30" y="34"/>
                    </a:cubicBezTo>
                    <a:cubicBezTo>
                      <a:pt x="30" y="34"/>
                      <a:pt x="32" y="33"/>
                      <a:pt x="32" y="32"/>
                    </a:cubicBezTo>
                    <a:cubicBezTo>
                      <a:pt x="32" y="34"/>
                      <a:pt x="33" y="33"/>
                      <a:pt x="34" y="33"/>
                    </a:cubicBezTo>
                    <a:cubicBezTo>
                      <a:pt x="34" y="33"/>
                      <a:pt x="33" y="33"/>
                      <a:pt x="33" y="33"/>
                    </a:cubicBezTo>
                    <a:cubicBezTo>
                      <a:pt x="34" y="33"/>
                      <a:pt x="35" y="32"/>
                      <a:pt x="34" y="33"/>
                    </a:cubicBezTo>
                    <a:cubicBezTo>
                      <a:pt x="35" y="32"/>
                      <a:pt x="33" y="34"/>
                      <a:pt x="34" y="34"/>
                    </a:cubicBezTo>
                    <a:cubicBezTo>
                      <a:pt x="33" y="34"/>
                      <a:pt x="35" y="33"/>
                      <a:pt x="34" y="33"/>
                    </a:cubicBezTo>
                    <a:cubicBezTo>
                      <a:pt x="33" y="35"/>
                      <a:pt x="36" y="32"/>
                      <a:pt x="35" y="34"/>
                    </a:cubicBezTo>
                    <a:cubicBezTo>
                      <a:pt x="36" y="33"/>
                      <a:pt x="35" y="34"/>
                      <a:pt x="34" y="35"/>
                    </a:cubicBezTo>
                    <a:cubicBezTo>
                      <a:pt x="35" y="34"/>
                      <a:pt x="36" y="34"/>
                      <a:pt x="37" y="33"/>
                    </a:cubicBezTo>
                    <a:cubicBezTo>
                      <a:pt x="36" y="34"/>
                      <a:pt x="36" y="34"/>
                      <a:pt x="36" y="34"/>
                    </a:cubicBezTo>
                    <a:cubicBezTo>
                      <a:pt x="36" y="34"/>
                      <a:pt x="36" y="34"/>
                      <a:pt x="37" y="34"/>
                    </a:cubicBezTo>
                    <a:cubicBezTo>
                      <a:pt x="38" y="33"/>
                      <a:pt x="39" y="32"/>
                      <a:pt x="39" y="32"/>
                    </a:cubicBezTo>
                    <a:cubicBezTo>
                      <a:pt x="39" y="32"/>
                      <a:pt x="39" y="32"/>
                      <a:pt x="39" y="32"/>
                    </a:cubicBezTo>
                    <a:cubicBezTo>
                      <a:pt x="40" y="32"/>
                      <a:pt x="40" y="32"/>
                      <a:pt x="40" y="32"/>
                    </a:cubicBezTo>
                    <a:cubicBezTo>
                      <a:pt x="39" y="33"/>
                      <a:pt x="39" y="32"/>
                      <a:pt x="39" y="33"/>
                    </a:cubicBezTo>
                    <a:cubicBezTo>
                      <a:pt x="37" y="35"/>
                      <a:pt x="38" y="34"/>
                      <a:pt x="38" y="35"/>
                    </a:cubicBezTo>
                    <a:cubicBezTo>
                      <a:pt x="39" y="34"/>
                      <a:pt x="39" y="34"/>
                      <a:pt x="39" y="34"/>
                    </a:cubicBezTo>
                    <a:cubicBezTo>
                      <a:pt x="40" y="33"/>
                      <a:pt x="38" y="35"/>
                      <a:pt x="38" y="35"/>
                    </a:cubicBezTo>
                    <a:cubicBezTo>
                      <a:pt x="42" y="32"/>
                      <a:pt x="42" y="32"/>
                      <a:pt x="42" y="32"/>
                    </a:cubicBezTo>
                    <a:cubicBezTo>
                      <a:pt x="42" y="32"/>
                      <a:pt x="41" y="33"/>
                      <a:pt x="40" y="34"/>
                    </a:cubicBezTo>
                    <a:cubicBezTo>
                      <a:pt x="40" y="34"/>
                      <a:pt x="42" y="32"/>
                      <a:pt x="44" y="31"/>
                    </a:cubicBezTo>
                    <a:cubicBezTo>
                      <a:pt x="44" y="31"/>
                      <a:pt x="45" y="31"/>
                      <a:pt x="45" y="31"/>
                    </a:cubicBezTo>
                    <a:cubicBezTo>
                      <a:pt x="44" y="32"/>
                      <a:pt x="45" y="31"/>
                      <a:pt x="44" y="32"/>
                    </a:cubicBezTo>
                    <a:cubicBezTo>
                      <a:pt x="43" y="33"/>
                      <a:pt x="43" y="33"/>
                      <a:pt x="43" y="33"/>
                    </a:cubicBezTo>
                    <a:cubicBezTo>
                      <a:pt x="43" y="33"/>
                      <a:pt x="41" y="34"/>
                      <a:pt x="40" y="35"/>
                    </a:cubicBezTo>
                    <a:cubicBezTo>
                      <a:pt x="41" y="35"/>
                      <a:pt x="41" y="36"/>
                      <a:pt x="41" y="36"/>
                    </a:cubicBezTo>
                    <a:cubicBezTo>
                      <a:pt x="43" y="34"/>
                      <a:pt x="42" y="35"/>
                      <a:pt x="44" y="34"/>
                    </a:cubicBezTo>
                    <a:cubicBezTo>
                      <a:pt x="44" y="34"/>
                      <a:pt x="43" y="35"/>
                      <a:pt x="42" y="36"/>
                    </a:cubicBezTo>
                    <a:cubicBezTo>
                      <a:pt x="43" y="35"/>
                      <a:pt x="43" y="36"/>
                      <a:pt x="43" y="36"/>
                    </a:cubicBezTo>
                    <a:cubicBezTo>
                      <a:pt x="43" y="36"/>
                      <a:pt x="43" y="36"/>
                      <a:pt x="43" y="36"/>
                    </a:cubicBezTo>
                    <a:cubicBezTo>
                      <a:pt x="44" y="36"/>
                      <a:pt x="43" y="37"/>
                      <a:pt x="45" y="36"/>
                    </a:cubicBezTo>
                    <a:cubicBezTo>
                      <a:pt x="44" y="37"/>
                      <a:pt x="44" y="37"/>
                      <a:pt x="44" y="37"/>
                    </a:cubicBezTo>
                    <a:cubicBezTo>
                      <a:pt x="44" y="37"/>
                      <a:pt x="47" y="34"/>
                      <a:pt x="46" y="36"/>
                    </a:cubicBezTo>
                    <a:cubicBezTo>
                      <a:pt x="45" y="36"/>
                      <a:pt x="45" y="36"/>
                      <a:pt x="45" y="36"/>
                    </a:cubicBezTo>
                    <a:cubicBezTo>
                      <a:pt x="46" y="36"/>
                      <a:pt x="44" y="38"/>
                      <a:pt x="46" y="36"/>
                    </a:cubicBezTo>
                    <a:cubicBezTo>
                      <a:pt x="45" y="37"/>
                      <a:pt x="45" y="37"/>
                      <a:pt x="45" y="37"/>
                    </a:cubicBezTo>
                    <a:cubicBezTo>
                      <a:pt x="45" y="37"/>
                      <a:pt x="45" y="37"/>
                      <a:pt x="47" y="36"/>
                    </a:cubicBezTo>
                    <a:cubicBezTo>
                      <a:pt x="45" y="38"/>
                      <a:pt x="45" y="38"/>
                      <a:pt x="45" y="38"/>
                    </a:cubicBezTo>
                    <a:cubicBezTo>
                      <a:pt x="45" y="39"/>
                      <a:pt x="47" y="36"/>
                      <a:pt x="47" y="37"/>
                    </a:cubicBezTo>
                    <a:cubicBezTo>
                      <a:pt x="47" y="37"/>
                      <a:pt x="46" y="38"/>
                      <a:pt x="46" y="38"/>
                    </a:cubicBezTo>
                    <a:cubicBezTo>
                      <a:pt x="47" y="37"/>
                      <a:pt x="47" y="38"/>
                      <a:pt x="47" y="38"/>
                    </a:cubicBezTo>
                    <a:cubicBezTo>
                      <a:pt x="46" y="39"/>
                      <a:pt x="46" y="39"/>
                      <a:pt x="46" y="39"/>
                    </a:cubicBezTo>
                    <a:cubicBezTo>
                      <a:pt x="47" y="40"/>
                      <a:pt x="47" y="41"/>
                      <a:pt x="50" y="41"/>
                    </a:cubicBezTo>
                    <a:cubicBezTo>
                      <a:pt x="48" y="42"/>
                      <a:pt x="48" y="41"/>
                      <a:pt x="47" y="43"/>
                    </a:cubicBezTo>
                    <a:cubicBezTo>
                      <a:pt x="49" y="41"/>
                      <a:pt x="48" y="42"/>
                      <a:pt x="49" y="42"/>
                    </a:cubicBezTo>
                    <a:cubicBezTo>
                      <a:pt x="48" y="42"/>
                      <a:pt x="48" y="42"/>
                      <a:pt x="48" y="42"/>
                    </a:cubicBezTo>
                    <a:cubicBezTo>
                      <a:pt x="49" y="42"/>
                      <a:pt x="48" y="43"/>
                      <a:pt x="48" y="43"/>
                    </a:cubicBezTo>
                    <a:cubicBezTo>
                      <a:pt x="49" y="43"/>
                      <a:pt x="49" y="43"/>
                      <a:pt x="49" y="43"/>
                    </a:cubicBezTo>
                    <a:cubicBezTo>
                      <a:pt x="50" y="42"/>
                      <a:pt x="47" y="45"/>
                      <a:pt x="49" y="43"/>
                    </a:cubicBezTo>
                    <a:cubicBezTo>
                      <a:pt x="48" y="44"/>
                      <a:pt x="48" y="44"/>
                      <a:pt x="48" y="44"/>
                    </a:cubicBezTo>
                    <a:cubicBezTo>
                      <a:pt x="50" y="43"/>
                      <a:pt x="47" y="45"/>
                      <a:pt x="49" y="44"/>
                    </a:cubicBezTo>
                    <a:cubicBezTo>
                      <a:pt x="49" y="44"/>
                      <a:pt x="49" y="44"/>
                      <a:pt x="49" y="44"/>
                    </a:cubicBezTo>
                    <a:cubicBezTo>
                      <a:pt x="48" y="45"/>
                      <a:pt x="51" y="43"/>
                      <a:pt x="50" y="44"/>
                    </a:cubicBezTo>
                    <a:cubicBezTo>
                      <a:pt x="50" y="44"/>
                      <a:pt x="51" y="44"/>
                      <a:pt x="53" y="43"/>
                    </a:cubicBezTo>
                    <a:cubicBezTo>
                      <a:pt x="51" y="44"/>
                      <a:pt x="51" y="44"/>
                      <a:pt x="51" y="44"/>
                    </a:cubicBezTo>
                    <a:cubicBezTo>
                      <a:pt x="52" y="44"/>
                      <a:pt x="52" y="46"/>
                      <a:pt x="55" y="45"/>
                    </a:cubicBezTo>
                    <a:cubicBezTo>
                      <a:pt x="54" y="45"/>
                      <a:pt x="54" y="45"/>
                      <a:pt x="54" y="45"/>
                    </a:cubicBezTo>
                    <a:cubicBezTo>
                      <a:pt x="56" y="44"/>
                      <a:pt x="52" y="48"/>
                      <a:pt x="56" y="45"/>
                    </a:cubicBezTo>
                    <a:cubicBezTo>
                      <a:pt x="58" y="45"/>
                      <a:pt x="58" y="45"/>
                      <a:pt x="58" y="45"/>
                    </a:cubicBezTo>
                    <a:cubicBezTo>
                      <a:pt x="56" y="46"/>
                      <a:pt x="56" y="46"/>
                      <a:pt x="56" y="46"/>
                    </a:cubicBezTo>
                    <a:cubicBezTo>
                      <a:pt x="57" y="46"/>
                      <a:pt x="56" y="46"/>
                      <a:pt x="58" y="46"/>
                    </a:cubicBezTo>
                    <a:cubicBezTo>
                      <a:pt x="56" y="46"/>
                      <a:pt x="56" y="46"/>
                      <a:pt x="56" y="46"/>
                    </a:cubicBezTo>
                    <a:cubicBezTo>
                      <a:pt x="56" y="47"/>
                      <a:pt x="59" y="46"/>
                      <a:pt x="58" y="46"/>
                    </a:cubicBezTo>
                    <a:cubicBezTo>
                      <a:pt x="57" y="46"/>
                      <a:pt x="57" y="46"/>
                      <a:pt x="57" y="46"/>
                    </a:cubicBezTo>
                    <a:cubicBezTo>
                      <a:pt x="55" y="49"/>
                      <a:pt x="54" y="52"/>
                      <a:pt x="58" y="51"/>
                    </a:cubicBezTo>
                    <a:cubicBezTo>
                      <a:pt x="59" y="50"/>
                      <a:pt x="56" y="52"/>
                      <a:pt x="56" y="52"/>
                    </a:cubicBezTo>
                    <a:cubicBezTo>
                      <a:pt x="60" y="51"/>
                      <a:pt x="56" y="55"/>
                      <a:pt x="61" y="53"/>
                    </a:cubicBezTo>
                    <a:cubicBezTo>
                      <a:pt x="63" y="53"/>
                      <a:pt x="68" y="50"/>
                      <a:pt x="68" y="50"/>
                    </a:cubicBezTo>
                    <a:cubicBezTo>
                      <a:pt x="65" y="50"/>
                      <a:pt x="66" y="47"/>
                      <a:pt x="68" y="44"/>
                    </a:cubicBezTo>
                    <a:cubicBezTo>
                      <a:pt x="67" y="44"/>
                      <a:pt x="66" y="43"/>
                      <a:pt x="66" y="4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98" name="Freeform 374"/>
              <p:cNvSpPr/>
              <p:nvPr>
                <p:custDataLst>
                  <p:tags r:id="rId219"/>
                </p:custDataLst>
              </p:nvPr>
            </p:nvSpPr>
            <p:spPr bwMode="auto">
              <a:xfrm>
                <a:off x="3472" y="2077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  <a:gd name="T4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299" name="Freeform 375"/>
              <p:cNvSpPr/>
              <p:nvPr>
                <p:custDataLst>
                  <p:tags r:id="rId220"/>
                </p:custDataLst>
              </p:nvPr>
            </p:nvSpPr>
            <p:spPr bwMode="auto">
              <a:xfrm>
                <a:off x="4219" y="2506"/>
                <a:ext cx="2" cy="4"/>
              </a:xfrm>
              <a:custGeom>
                <a:avLst/>
                <a:gdLst>
                  <a:gd name="T0" fmla="*/ 0 w 1"/>
                  <a:gd name="T1" fmla="*/ 1 h 2"/>
                  <a:gd name="T2" fmla="*/ 1 w 1"/>
                  <a:gd name="T3" fmla="*/ 1 h 2"/>
                  <a:gd name="T4" fmla="*/ 1 w 1"/>
                  <a:gd name="T5" fmla="*/ 0 h 2"/>
                  <a:gd name="T6" fmla="*/ 0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2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00" name="Freeform 376"/>
              <p:cNvSpPr/>
              <p:nvPr>
                <p:custDataLst>
                  <p:tags r:id="rId221"/>
                </p:custDataLst>
              </p:nvPr>
            </p:nvSpPr>
            <p:spPr bwMode="auto">
              <a:xfrm>
                <a:off x="4228" y="2482"/>
                <a:ext cx="6" cy="3"/>
              </a:xfrm>
              <a:custGeom>
                <a:avLst/>
                <a:gdLst>
                  <a:gd name="T0" fmla="*/ 3 w 3"/>
                  <a:gd name="T1" fmla="*/ 0 h 1"/>
                  <a:gd name="T2" fmla="*/ 0 w 3"/>
                  <a:gd name="T3" fmla="*/ 1 h 1"/>
                  <a:gd name="T4" fmla="*/ 3 w 3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1"/>
                      <a:pt x="2" y="0"/>
                      <a:pt x="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01" name="Freeform 377"/>
              <p:cNvSpPr/>
              <p:nvPr>
                <p:custDataLst>
                  <p:tags r:id="rId222"/>
                </p:custDataLst>
              </p:nvPr>
            </p:nvSpPr>
            <p:spPr bwMode="auto">
              <a:xfrm>
                <a:off x="3472" y="2073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  <a:gd name="T3" fmla="*/ 1 h 1"/>
                  <a:gd name="T4" fmla="*/ 1 h 1"/>
                  <a:gd name="T5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02" name="Freeform 378"/>
              <p:cNvSpPr/>
              <p:nvPr>
                <p:custDataLst>
                  <p:tags r:id="rId223"/>
                </p:custDataLst>
              </p:nvPr>
            </p:nvSpPr>
            <p:spPr bwMode="auto">
              <a:xfrm>
                <a:off x="3472" y="207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03" name="Freeform 379"/>
              <p:cNvSpPr/>
              <p:nvPr>
                <p:custDataLst>
                  <p:tags r:id="rId224"/>
                </p:custDataLst>
              </p:nvPr>
            </p:nvSpPr>
            <p:spPr bwMode="auto">
              <a:xfrm>
                <a:off x="4219" y="2510"/>
                <a:ext cx="5" cy="2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0 h 1"/>
                  <a:gd name="T4" fmla="*/ 0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0" y="1"/>
                      <a:pt x="1" y="1"/>
                      <a:pt x="2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04" name="Freeform 380"/>
              <p:cNvSpPr/>
              <p:nvPr>
                <p:custDataLst>
                  <p:tags r:id="rId225"/>
                </p:custDataLst>
              </p:nvPr>
            </p:nvSpPr>
            <p:spPr bwMode="auto">
              <a:xfrm>
                <a:off x="4221" y="2514"/>
                <a:ext cx="3" cy="4"/>
              </a:xfrm>
              <a:custGeom>
                <a:avLst/>
                <a:gdLst>
                  <a:gd name="T0" fmla="*/ 1 w 1"/>
                  <a:gd name="T1" fmla="*/ 0 h 2"/>
                  <a:gd name="T2" fmla="*/ 1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1" y="1"/>
                      <a:pt x="1" y="2"/>
                    </a:cubicBezTo>
                    <a:cubicBezTo>
                      <a:pt x="1" y="1"/>
                      <a:pt x="1" y="1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05" name="Oval 381"/>
              <p:cNvSpPr>
                <a:spLocks noChangeArrowheads="1"/>
              </p:cNvSpPr>
              <p:nvPr>
                <p:custDataLst>
                  <p:tags r:id="rId226"/>
                </p:custDataLst>
              </p:nvPr>
            </p:nvSpPr>
            <p:spPr bwMode="auto">
              <a:xfrm>
                <a:off x="3905" y="2275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06" name="Freeform 382"/>
              <p:cNvSpPr/>
              <p:nvPr>
                <p:custDataLst>
                  <p:tags r:id="rId227"/>
                </p:custDataLst>
              </p:nvPr>
            </p:nvSpPr>
            <p:spPr bwMode="auto">
              <a:xfrm>
                <a:off x="4217" y="2510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07" name="Freeform 383"/>
              <p:cNvSpPr/>
              <p:nvPr>
                <p:custDataLst>
                  <p:tags r:id="rId228"/>
                </p:custDataLst>
              </p:nvPr>
            </p:nvSpPr>
            <p:spPr bwMode="auto">
              <a:xfrm>
                <a:off x="4296" y="2552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08" name="Freeform 384"/>
              <p:cNvSpPr/>
              <p:nvPr>
                <p:custDataLst>
                  <p:tags r:id="rId229"/>
                </p:custDataLst>
              </p:nvPr>
            </p:nvSpPr>
            <p:spPr bwMode="auto">
              <a:xfrm>
                <a:off x="4289" y="255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09" name="Freeform 385"/>
              <p:cNvSpPr/>
              <p:nvPr>
                <p:custDataLst>
                  <p:tags r:id="rId230"/>
                </p:custDataLst>
              </p:nvPr>
            </p:nvSpPr>
            <p:spPr bwMode="auto">
              <a:xfrm>
                <a:off x="4296" y="2552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10" name="Freeform 386"/>
              <p:cNvSpPr/>
              <p:nvPr>
                <p:custDataLst>
                  <p:tags r:id="rId231"/>
                </p:custDataLst>
              </p:nvPr>
            </p:nvSpPr>
            <p:spPr bwMode="auto">
              <a:xfrm>
                <a:off x="4306" y="2555"/>
                <a:ext cx="2" cy="4"/>
              </a:xfrm>
              <a:custGeom>
                <a:avLst/>
                <a:gdLst>
                  <a:gd name="T0" fmla="*/ 0 w 2"/>
                  <a:gd name="T1" fmla="*/ 4 h 4"/>
                  <a:gd name="T2" fmla="*/ 0 w 2"/>
                  <a:gd name="T3" fmla="*/ 4 h 4"/>
                  <a:gd name="T4" fmla="*/ 2 w 2"/>
                  <a:gd name="T5" fmla="*/ 0 h 4"/>
                  <a:gd name="T6" fmla="*/ 0 w 2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lnTo>
                      <a:pt x="0" y="4"/>
                    </a:lnTo>
                    <a:lnTo>
                      <a:pt x="2" y="0"/>
                    </a:lnTo>
                    <a:lnTo>
                      <a:pt x="0" y="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11" name="Freeform 387"/>
              <p:cNvSpPr/>
              <p:nvPr>
                <p:custDataLst>
                  <p:tags r:id="rId232"/>
                </p:custDataLst>
              </p:nvPr>
            </p:nvSpPr>
            <p:spPr bwMode="auto">
              <a:xfrm>
                <a:off x="3903" y="2275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12" name="Freeform 388"/>
              <p:cNvSpPr/>
              <p:nvPr>
                <p:custDataLst>
                  <p:tags r:id="rId233"/>
                </p:custDataLst>
              </p:nvPr>
            </p:nvSpPr>
            <p:spPr bwMode="auto">
              <a:xfrm>
                <a:off x="3901" y="257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13" name="Freeform 389"/>
              <p:cNvSpPr/>
              <p:nvPr>
                <p:custDataLst>
                  <p:tags r:id="rId234"/>
                </p:custDataLst>
              </p:nvPr>
            </p:nvSpPr>
            <p:spPr bwMode="auto">
              <a:xfrm>
                <a:off x="4285" y="255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14" name="Freeform 390"/>
              <p:cNvSpPr/>
              <p:nvPr>
                <p:custDataLst>
                  <p:tags r:id="rId235"/>
                </p:custDataLst>
              </p:nvPr>
            </p:nvSpPr>
            <p:spPr bwMode="auto">
              <a:xfrm>
                <a:off x="3472" y="207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15" name="Rectangle 391"/>
              <p:cNvSpPr>
                <a:spLocks noChangeArrowheads="1"/>
              </p:cNvSpPr>
              <p:nvPr>
                <p:custDataLst>
                  <p:tags r:id="rId236"/>
                </p:custDataLst>
              </p:nvPr>
            </p:nvSpPr>
            <p:spPr bwMode="auto">
              <a:xfrm>
                <a:off x="3472" y="2079"/>
                <a:ext cx="1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16" name="Freeform 392"/>
              <p:cNvSpPr/>
              <p:nvPr>
                <p:custDataLst>
                  <p:tags r:id="rId237"/>
                </p:custDataLst>
              </p:nvPr>
            </p:nvSpPr>
            <p:spPr bwMode="auto">
              <a:xfrm>
                <a:off x="4277" y="2495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17" name="Freeform 393"/>
              <p:cNvSpPr/>
              <p:nvPr>
                <p:custDataLst>
                  <p:tags r:id="rId238"/>
                </p:custDataLst>
              </p:nvPr>
            </p:nvSpPr>
            <p:spPr bwMode="auto">
              <a:xfrm>
                <a:off x="3472" y="207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18" name="Freeform 394"/>
              <p:cNvSpPr/>
              <p:nvPr>
                <p:custDataLst>
                  <p:tags r:id="rId239"/>
                </p:custDataLst>
              </p:nvPr>
            </p:nvSpPr>
            <p:spPr bwMode="auto">
              <a:xfrm>
                <a:off x="4255" y="253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19" name="Freeform 395"/>
              <p:cNvSpPr/>
              <p:nvPr>
                <p:custDataLst>
                  <p:tags r:id="rId240"/>
                </p:custDataLst>
              </p:nvPr>
            </p:nvSpPr>
            <p:spPr bwMode="auto">
              <a:xfrm>
                <a:off x="3678" y="2461"/>
                <a:ext cx="19" cy="13"/>
              </a:xfrm>
              <a:custGeom>
                <a:avLst/>
                <a:gdLst>
                  <a:gd name="T0" fmla="*/ 0 w 9"/>
                  <a:gd name="T1" fmla="*/ 0 h 6"/>
                  <a:gd name="T2" fmla="*/ 9 w 9"/>
                  <a:gd name="T3" fmla="*/ 6 h 6"/>
                  <a:gd name="T4" fmla="*/ 0 w 9"/>
                  <a:gd name="T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9" h="6">
                    <a:moveTo>
                      <a:pt x="0" y="0"/>
                    </a:moveTo>
                    <a:cubicBezTo>
                      <a:pt x="9" y="6"/>
                      <a:pt x="9" y="6"/>
                      <a:pt x="9" y="6"/>
                    </a:cubicBezTo>
                    <a:cubicBezTo>
                      <a:pt x="6" y="3"/>
                      <a:pt x="1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20" name="Freeform 396"/>
              <p:cNvSpPr/>
              <p:nvPr>
                <p:custDataLst>
                  <p:tags r:id="rId241"/>
                </p:custDataLst>
              </p:nvPr>
            </p:nvSpPr>
            <p:spPr bwMode="auto">
              <a:xfrm>
                <a:off x="3496" y="2319"/>
                <a:ext cx="4" cy="6"/>
              </a:xfrm>
              <a:custGeom>
                <a:avLst/>
                <a:gdLst>
                  <a:gd name="T0" fmla="*/ 1 w 2"/>
                  <a:gd name="T1" fmla="*/ 1 h 3"/>
                  <a:gd name="T2" fmla="*/ 2 w 2"/>
                  <a:gd name="T3" fmla="*/ 3 h 3"/>
                  <a:gd name="T4" fmla="*/ 2 w 2"/>
                  <a:gd name="T5" fmla="*/ 1 h 3"/>
                  <a:gd name="T6" fmla="*/ 1 w 2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2" y="2"/>
                      <a:pt x="2" y="2"/>
                      <a:pt x="2" y="3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0" y="0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21" name="Freeform 397"/>
              <p:cNvSpPr/>
              <p:nvPr>
                <p:custDataLst>
                  <p:tags r:id="rId242"/>
                </p:custDataLst>
              </p:nvPr>
            </p:nvSpPr>
            <p:spPr bwMode="auto">
              <a:xfrm>
                <a:off x="3483" y="2156"/>
                <a:ext cx="6" cy="4"/>
              </a:xfrm>
              <a:custGeom>
                <a:avLst/>
                <a:gdLst>
                  <a:gd name="T0" fmla="*/ 2 w 3"/>
                  <a:gd name="T1" fmla="*/ 1 h 2"/>
                  <a:gd name="T2" fmla="*/ 1 w 3"/>
                  <a:gd name="T3" fmla="*/ 2 h 2"/>
                  <a:gd name="T4" fmla="*/ 2 w 3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2" y="1"/>
                    </a:moveTo>
                    <a:cubicBezTo>
                      <a:pt x="0" y="0"/>
                      <a:pt x="3" y="1"/>
                      <a:pt x="1" y="2"/>
                    </a:cubicBezTo>
                    <a:cubicBezTo>
                      <a:pt x="2" y="2"/>
                      <a:pt x="2" y="2"/>
                      <a:pt x="2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22" name="Freeform 398"/>
              <p:cNvSpPr/>
              <p:nvPr>
                <p:custDataLst>
                  <p:tags r:id="rId243"/>
                </p:custDataLst>
              </p:nvPr>
            </p:nvSpPr>
            <p:spPr bwMode="auto">
              <a:xfrm>
                <a:off x="3534" y="2347"/>
                <a:ext cx="13" cy="6"/>
              </a:xfrm>
              <a:custGeom>
                <a:avLst/>
                <a:gdLst>
                  <a:gd name="T0" fmla="*/ 0 w 6"/>
                  <a:gd name="T1" fmla="*/ 0 h 3"/>
                  <a:gd name="T2" fmla="*/ 4 w 6"/>
                  <a:gd name="T3" fmla="*/ 3 h 3"/>
                  <a:gd name="T4" fmla="*/ 0 w 6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3">
                    <a:moveTo>
                      <a:pt x="0" y="0"/>
                    </a:moveTo>
                    <a:cubicBezTo>
                      <a:pt x="0" y="2"/>
                      <a:pt x="3" y="3"/>
                      <a:pt x="4" y="3"/>
                    </a:cubicBezTo>
                    <a:cubicBezTo>
                      <a:pt x="6" y="3"/>
                      <a:pt x="1" y="2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23" name="Freeform 399"/>
              <p:cNvSpPr/>
              <p:nvPr>
                <p:custDataLst>
                  <p:tags r:id="rId244"/>
                </p:custDataLst>
              </p:nvPr>
            </p:nvSpPr>
            <p:spPr bwMode="auto">
              <a:xfrm>
                <a:off x="3466" y="2090"/>
                <a:ext cx="4" cy="4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0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1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24" name="Freeform 400"/>
              <p:cNvSpPr/>
              <p:nvPr>
                <p:custDataLst>
                  <p:tags r:id="rId245"/>
                </p:custDataLst>
              </p:nvPr>
            </p:nvSpPr>
            <p:spPr bwMode="auto">
              <a:xfrm>
                <a:off x="3466" y="2103"/>
                <a:ext cx="4" cy="0"/>
              </a:xfrm>
              <a:custGeom>
                <a:avLst/>
                <a:gdLst>
                  <a:gd name="T0" fmla="*/ 0 w 2"/>
                  <a:gd name="T1" fmla="*/ 1 w 2"/>
                  <a:gd name="T2" fmla="*/ 1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25" name="Freeform 401"/>
              <p:cNvSpPr/>
              <p:nvPr>
                <p:custDataLst>
                  <p:tags r:id="rId246"/>
                </p:custDataLst>
              </p:nvPr>
            </p:nvSpPr>
            <p:spPr bwMode="auto">
              <a:xfrm>
                <a:off x="3477" y="2152"/>
                <a:ext cx="4" cy="8"/>
              </a:xfrm>
              <a:custGeom>
                <a:avLst/>
                <a:gdLst>
                  <a:gd name="T0" fmla="*/ 2 w 2"/>
                  <a:gd name="T1" fmla="*/ 4 h 4"/>
                  <a:gd name="T2" fmla="*/ 1 w 2"/>
                  <a:gd name="T3" fmla="*/ 0 h 4"/>
                  <a:gd name="T4" fmla="*/ 2 w 2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2" y="3"/>
                      <a:pt x="1" y="1"/>
                      <a:pt x="1" y="0"/>
                    </a:cubicBezTo>
                    <a:cubicBezTo>
                      <a:pt x="0" y="2"/>
                      <a:pt x="1" y="2"/>
                      <a:pt x="2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26" name="Freeform 402"/>
              <p:cNvSpPr/>
              <p:nvPr>
                <p:custDataLst>
                  <p:tags r:id="rId247"/>
                </p:custDataLst>
              </p:nvPr>
            </p:nvSpPr>
            <p:spPr bwMode="auto">
              <a:xfrm>
                <a:off x="3466" y="2096"/>
                <a:ext cx="8" cy="5"/>
              </a:xfrm>
              <a:custGeom>
                <a:avLst/>
                <a:gdLst>
                  <a:gd name="T0" fmla="*/ 0 w 4"/>
                  <a:gd name="T1" fmla="*/ 2 h 2"/>
                  <a:gd name="T2" fmla="*/ 0 w 4"/>
                  <a:gd name="T3" fmla="*/ 2 h 2"/>
                  <a:gd name="T4" fmla="*/ 2 w 4"/>
                  <a:gd name="T5" fmla="*/ 2 h 2"/>
                  <a:gd name="T6" fmla="*/ 2 w 4"/>
                  <a:gd name="T7" fmla="*/ 1 h 2"/>
                  <a:gd name="T8" fmla="*/ 4 w 4"/>
                  <a:gd name="T9" fmla="*/ 0 h 2"/>
                  <a:gd name="T10" fmla="*/ 0 w 4"/>
                  <a:gd name="T1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2" y="2"/>
                    </a:cubicBezTo>
                    <a:cubicBezTo>
                      <a:pt x="2" y="2"/>
                      <a:pt x="3" y="1"/>
                      <a:pt x="2" y="1"/>
                    </a:cubicBezTo>
                    <a:cubicBezTo>
                      <a:pt x="3" y="0"/>
                      <a:pt x="4" y="1"/>
                      <a:pt x="4" y="0"/>
                    </a:cubicBezTo>
                    <a:cubicBezTo>
                      <a:pt x="3" y="0"/>
                      <a:pt x="1" y="1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27" name="Freeform 403"/>
              <p:cNvSpPr/>
              <p:nvPr>
                <p:custDataLst>
                  <p:tags r:id="rId248"/>
                </p:custDataLst>
              </p:nvPr>
            </p:nvSpPr>
            <p:spPr bwMode="auto">
              <a:xfrm>
                <a:off x="3470" y="2101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28" name="Freeform 404"/>
              <p:cNvSpPr/>
              <p:nvPr>
                <p:custDataLst>
                  <p:tags r:id="rId249"/>
                </p:custDataLst>
              </p:nvPr>
            </p:nvSpPr>
            <p:spPr bwMode="auto">
              <a:xfrm>
                <a:off x="3718" y="2501"/>
                <a:ext cx="5" cy="5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2 h 2"/>
                  <a:gd name="T4" fmla="*/ 0 w 2"/>
                  <a:gd name="T5" fmla="*/ 0 h 2"/>
                  <a:gd name="T6" fmla="*/ 0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1" y="2"/>
                      <a:pt x="2" y="1"/>
                      <a:pt x="2" y="2"/>
                    </a:cubicBezTo>
                    <a:cubicBezTo>
                      <a:pt x="2" y="1"/>
                      <a:pt x="1" y="1"/>
                      <a:pt x="0" y="0"/>
                    </a:cubicBezTo>
                    <a:cubicBezTo>
                      <a:pt x="0" y="0"/>
                      <a:pt x="0" y="2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  <p:sp>
            <p:nvSpPr>
              <p:cNvPr id="329" name="Freeform 405"/>
              <p:cNvSpPr/>
              <p:nvPr>
                <p:custDataLst>
                  <p:tags r:id="rId250"/>
                </p:custDataLst>
              </p:nvPr>
            </p:nvSpPr>
            <p:spPr bwMode="auto">
              <a:xfrm>
                <a:off x="3629" y="2417"/>
                <a:ext cx="7" cy="6"/>
              </a:xfrm>
              <a:custGeom>
                <a:avLst/>
                <a:gdLst>
                  <a:gd name="T0" fmla="*/ 2 w 3"/>
                  <a:gd name="T1" fmla="*/ 3 h 3"/>
                  <a:gd name="T2" fmla="*/ 0 w 3"/>
                  <a:gd name="T3" fmla="*/ 0 h 3"/>
                  <a:gd name="T4" fmla="*/ 2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3" y="2"/>
                      <a:pt x="1" y="1"/>
                      <a:pt x="0" y="0"/>
                    </a:cubicBezTo>
                    <a:cubicBezTo>
                      <a:pt x="0" y="1"/>
                      <a:pt x="1" y="2"/>
                      <a:pt x="2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rgbClr val="34322F"/>
                  </a:solidFill>
                </a:endParaRPr>
              </a:p>
            </p:txBody>
          </p:sp>
        </p:grpSp>
        <p:sp>
          <p:nvSpPr>
            <p:cNvPr id="59" name="Freeform 407"/>
            <p:cNvSpPr/>
            <p:nvPr>
              <p:custDataLst>
                <p:tags r:id="rId5"/>
              </p:custDataLst>
            </p:nvPr>
          </p:nvSpPr>
          <p:spPr bwMode="auto">
            <a:xfrm>
              <a:off x="3716" y="2495"/>
              <a:ext cx="5" cy="4"/>
            </a:xfrm>
            <a:custGeom>
              <a:avLst/>
              <a:gdLst>
                <a:gd name="T0" fmla="*/ 2 w 2"/>
                <a:gd name="T1" fmla="*/ 2 h 2"/>
                <a:gd name="T2" fmla="*/ 0 w 2"/>
                <a:gd name="T3" fmla="*/ 0 h 2"/>
                <a:gd name="T4" fmla="*/ 2 w 2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1" y="1"/>
                    <a:pt x="1" y="0"/>
                    <a:pt x="0" y="0"/>
                  </a:cubicBezTo>
                  <a:cubicBezTo>
                    <a:pt x="1" y="1"/>
                    <a:pt x="1" y="1"/>
                    <a:pt x="2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rgbClr val="34322F"/>
                </a:solidFill>
              </a:endParaRPr>
            </a:p>
          </p:txBody>
        </p:sp>
        <p:sp>
          <p:nvSpPr>
            <p:cNvPr id="60" name="Freeform 408"/>
            <p:cNvSpPr/>
            <p:nvPr>
              <p:custDataLst>
                <p:tags r:id="rId6"/>
              </p:custDataLst>
            </p:nvPr>
          </p:nvSpPr>
          <p:spPr bwMode="auto">
            <a:xfrm>
              <a:off x="3706" y="2480"/>
              <a:ext cx="10" cy="15"/>
            </a:xfrm>
            <a:custGeom>
              <a:avLst/>
              <a:gdLst>
                <a:gd name="T0" fmla="*/ 5 w 5"/>
                <a:gd name="T1" fmla="*/ 7 h 7"/>
                <a:gd name="T2" fmla="*/ 2 w 5"/>
                <a:gd name="T3" fmla="*/ 3 h 7"/>
                <a:gd name="T4" fmla="*/ 2 w 5"/>
                <a:gd name="T5" fmla="*/ 1 h 7"/>
                <a:gd name="T6" fmla="*/ 3 w 5"/>
                <a:gd name="T7" fmla="*/ 7 h 7"/>
                <a:gd name="T8" fmla="*/ 3 w 5"/>
                <a:gd name="T9" fmla="*/ 7 h 7"/>
                <a:gd name="T10" fmla="*/ 5 w 5"/>
                <a:gd name="T11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7">
                  <a:moveTo>
                    <a:pt x="5" y="7"/>
                  </a:moveTo>
                  <a:cubicBezTo>
                    <a:pt x="4" y="5"/>
                    <a:pt x="4" y="3"/>
                    <a:pt x="2" y="3"/>
                  </a:cubicBezTo>
                  <a:cubicBezTo>
                    <a:pt x="1" y="1"/>
                    <a:pt x="4" y="3"/>
                    <a:pt x="2" y="1"/>
                  </a:cubicBezTo>
                  <a:cubicBezTo>
                    <a:pt x="0" y="0"/>
                    <a:pt x="1" y="4"/>
                    <a:pt x="3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4" y="7"/>
                    <a:pt x="4" y="7"/>
                    <a:pt x="5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rgbClr val="34322F"/>
                </a:solidFill>
              </a:endParaRPr>
            </a:p>
          </p:txBody>
        </p:sp>
        <p:sp>
          <p:nvSpPr>
            <p:cNvPr id="61" name="Freeform 409"/>
            <p:cNvSpPr/>
            <p:nvPr>
              <p:custDataLst>
                <p:tags r:id="rId7"/>
              </p:custDataLst>
            </p:nvPr>
          </p:nvSpPr>
          <p:spPr bwMode="auto">
            <a:xfrm>
              <a:off x="3782" y="3038"/>
              <a:ext cx="2" cy="4"/>
            </a:xfrm>
            <a:custGeom>
              <a:avLst/>
              <a:gdLst>
                <a:gd name="T0" fmla="*/ 0 w 1"/>
                <a:gd name="T1" fmla="*/ 0 h 2"/>
                <a:gd name="T2" fmla="*/ 0 w 1"/>
                <a:gd name="T3" fmla="*/ 2 h 2"/>
                <a:gd name="T4" fmla="*/ 1 w 1"/>
                <a:gd name="T5" fmla="*/ 1 h 2"/>
                <a:gd name="T6" fmla="*/ 0 w 1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1" y="1"/>
                    <a:pt x="1" y="1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rgbClr val="34322F"/>
                </a:solidFill>
              </a:endParaRPr>
            </a:p>
          </p:txBody>
        </p:sp>
        <p:sp>
          <p:nvSpPr>
            <p:cNvPr id="62" name="Freeform 410"/>
            <p:cNvSpPr/>
            <p:nvPr>
              <p:custDataLst>
                <p:tags r:id="rId8"/>
              </p:custDataLst>
            </p:nvPr>
          </p:nvSpPr>
          <p:spPr bwMode="auto">
            <a:xfrm>
              <a:off x="3631" y="2249"/>
              <a:ext cx="3" cy="2"/>
            </a:xfrm>
            <a:custGeom>
              <a:avLst/>
              <a:gdLst>
                <a:gd name="T0" fmla="*/ 3 w 3"/>
                <a:gd name="T1" fmla="*/ 0 h 2"/>
                <a:gd name="T2" fmla="*/ 0 w 3"/>
                <a:gd name="T3" fmla="*/ 0 h 2"/>
                <a:gd name="T4" fmla="*/ 0 w 3"/>
                <a:gd name="T5" fmla="*/ 2 h 2"/>
                <a:gd name="T6" fmla="*/ 3 w 3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">
                  <a:moveTo>
                    <a:pt x="3" y="0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3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rgbClr val="34322F"/>
                </a:solidFill>
              </a:endParaRPr>
            </a:p>
          </p:txBody>
        </p:sp>
        <p:sp>
          <p:nvSpPr>
            <p:cNvPr id="63" name="Freeform 411"/>
            <p:cNvSpPr/>
            <p:nvPr>
              <p:custDataLst>
                <p:tags r:id="rId9"/>
              </p:custDataLst>
            </p:nvPr>
          </p:nvSpPr>
          <p:spPr bwMode="auto">
            <a:xfrm>
              <a:off x="3988" y="3019"/>
              <a:ext cx="0" cy="2"/>
            </a:xfrm>
            <a:custGeom>
              <a:avLst/>
              <a:gdLst>
                <a:gd name="T0" fmla="*/ 0 h 1"/>
                <a:gd name="T1" fmla="*/ 1 h 1"/>
                <a:gd name="T2" fmla="*/ 1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rgbClr val="34322F"/>
                </a:solidFill>
              </a:endParaRPr>
            </a:p>
          </p:txBody>
        </p:sp>
        <p:sp>
          <p:nvSpPr>
            <p:cNvPr id="64" name="Freeform 412"/>
            <p:cNvSpPr/>
            <p:nvPr>
              <p:custDataLst>
                <p:tags r:id="rId10"/>
              </p:custDataLst>
            </p:nvPr>
          </p:nvSpPr>
          <p:spPr bwMode="auto">
            <a:xfrm>
              <a:off x="3856" y="3002"/>
              <a:ext cx="0" cy="2"/>
            </a:xfrm>
            <a:custGeom>
              <a:avLst/>
              <a:gdLst>
                <a:gd name="T0" fmla="*/ 0 h 1"/>
                <a:gd name="T1" fmla="*/ 1 h 1"/>
                <a:gd name="T2" fmla="*/ 1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rgbClr val="34322F"/>
                </a:solidFill>
              </a:endParaRPr>
            </a:p>
          </p:txBody>
        </p:sp>
        <p:sp>
          <p:nvSpPr>
            <p:cNvPr id="65" name="Freeform 413"/>
            <p:cNvSpPr/>
            <p:nvPr>
              <p:custDataLst>
                <p:tags r:id="rId11"/>
              </p:custDataLst>
            </p:nvPr>
          </p:nvSpPr>
          <p:spPr bwMode="auto">
            <a:xfrm>
              <a:off x="3924" y="2998"/>
              <a:ext cx="2" cy="2"/>
            </a:xfrm>
            <a:custGeom>
              <a:avLst/>
              <a:gdLst>
                <a:gd name="T0" fmla="*/ 0 w 1"/>
                <a:gd name="T1" fmla="*/ 1 h 1"/>
                <a:gd name="T2" fmla="*/ 0 w 1"/>
                <a:gd name="T3" fmla="*/ 1 h 1"/>
                <a:gd name="T4" fmla="*/ 1 w 1"/>
                <a:gd name="T5" fmla="*/ 0 h 1"/>
                <a:gd name="T6" fmla="*/ 0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  <a:lnTo>
                    <a:pt x="0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rgbClr val="34322F"/>
                </a:solidFill>
              </a:endParaRPr>
            </a:p>
          </p:txBody>
        </p:sp>
        <p:sp>
          <p:nvSpPr>
            <p:cNvPr id="66" name="Freeform 414"/>
            <p:cNvSpPr/>
            <p:nvPr>
              <p:custDataLst>
                <p:tags r:id="rId12"/>
              </p:custDataLst>
            </p:nvPr>
          </p:nvSpPr>
          <p:spPr bwMode="auto">
            <a:xfrm>
              <a:off x="3561" y="1990"/>
              <a:ext cx="3" cy="9"/>
            </a:xfrm>
            <a:custGeom>
              <a:avLst/>
              <a:gdLst>
                <a:gd name="T0" fmla="*/ 1 w 1"/>
                <a:gd name="T1" fmla="*/ 1 h 4"/>
                <a:gd name="T2" fmla="*/ 0 w 1"/>
                <a:gd name="T3" fmla="*/ 0 h 4"/>
                <a:gd name="T4" fmla="*/ 1 w 1"/>
                <a:gd name="T5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4">
                  <a:moveTo>
                    <a:pt x="1" y="1"/>
                  </a:moveTo>
                  <a:cubicBezTo>
                    <a:pt x="1" y="1"/>
                    <a:pt x="0" y="0"/>
                    <a:pt x="0" y="0"/>
                  </a:cubicBezTo>
                  <a:cubicBezTo>
                    <a:pt x="0" y="3"/>
                    <a:pt x="0" y="4"/>
                    <a:pt x="1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rgbClr val="34322F"/>
                </a:solidFill>
              </a:endParaRPr>
            </a:p>
          </p:txBody>
        </p:sp>
        <p:sp>
          <p:nvSpPr>
            <p:cNvPr id="67" name="Freeform 415"/>
            <p:cNvSpPr/>
            <p:nvPr>
              <p:custDataLst>
                <p:tags r:id="rId13"/>
              </p:custDataLst>
            </p:nvPr>
          </p:nvSpPr>
          <p:spPr bwMode="auto">
            <a:xfrm>
              <a:off x="3795" y="3040"/>
              <a:ext cx="2" cy="2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1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rgbClr val="34322F"/>
                </a:solidFill>
              </a:endParaRPr>
            </a:p>
          </p:txBody>
        </p:sp>
        <p:sp>
          <p:nvSpPr>
            <p:cNvPr id="68" name="Freeform 416"/>
            <p:cNvSpPr/>
            <p:nvPr>
              <p:custDataLst>
                <p:tags r:id="rId14"/>
              </p:custDataLst>
            </p:nvPr>
          </p:nvSpPr>
          <p:spPr bwMode="auto">
            <a:xfrm>
              <a:off x="3958" y="3032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rgbClr val="34322F"/>
                </a:solidFill>
              </a:endParaRPr>
            </a:p>
          </p:txBody>
        </p:sp>
        <p:sp>
          <p:nvSpPr>
            <p:cNvPr id="69" name="Freeform 417"/>
            <p:cNvSpPr/>
            <p:nvPr>
              <p:custDataLst>
                <p:tags r:id="rId15"/>
              </p:custDataLst>
            </p:nvPr>
          </p:nvSpPr>
          <p:spPr bwMode="auto">
            <a:xfrm>
              <a:off x="3982" y="3027"/>
              <a:ext cx="0" cy="3"/>
            </a:xfrm>
            <a:custGeom>
              <a:avLst/>
              <a:gdLst>
                <a:gd name="T0" fmla="*/ 0 h 1"/>
                <a:gd name="T1" fmla="*/ 0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rgbClr val="34322F"/>
                </a:solidFill>
              </a:endParaRPr>
            </a:p>
          </p:txBody>
        </p:sp>
        <p:sp>
          <p:nvSpPr>
            <p:cNvPr id="83" name="Freeform 418"/>
            <p:cNvSpPr/>
            <p:nvPr>
              <p:custDataLst>
                <p:tags r:id="rId16"/>
              </p:custDataLst>
            </p:nvPr>
          </p:nvSpPr>
          <p:spPr bwMode="auto">
            <a:xfrm>
              <a:off x="3595" y="182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rgbClr val="34322F"/>
                </a:solidFill>
              </a:endParaRPr>
            </a:p>
          </p:txBody>
        </p:sp>
        <p:sp>
          <p:nvSpPr>
            <p:cNvPr id="84" name="Freeform 419"/>
            <p:cNvSpPr/>
            <p:nvPr>
              <p:custDataLst>
                <p:tags r:id="rId17"/>
              </p:custDataLst>
            </p:nvPr>
          </p:nvSpPr>
          <p:spPr bwMode="auto">
            <a:xfrm>
              <a:off x="3757" y="2981"/>
              <a:ext cx="2" cy="2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0 h 1"/>
                <a:gd name="T4" fmla="*/ 1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rgbClr val="34322F"/>
                </a:solidFill>
              </a:endParaRPr>
            </a:p>
          </p:txBody>
        </p:sp>
        <p:sp>
          <p:nvSpPr>
            <p:cNvPr id="85" name="Freeform 420"/>
            <p:cNvSpPr/>
            <p:nvPr>
              <p:custDataLst>
                <p:tags r:id="rId18"/>
              </p:custDataLst>
            </p:nvPr>
          </p:nvSpPr>
          <p:spPr bwMode="auto">
            <a:xfrm>
              <a:off x="3627" y="1789"/>
              <a:ext cx="2" cy="0"/>
            </a:xfrm>
            <a:custGeom>
              <a:avLst/>
              <a:gdLst>
                <a:gd name="T0" fmla="*/ 0 w 1"/>
                <a:gd name="T1" fmla="*/ 0 w 1"/>
                <a:gd name="T2" fmla="*/ 1 w 1"/>
                <a:gd name="T3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rgbClr val="34322F"/>
                </a:solidFill>
              </a:endParaRPr>
            </a:p>
          </p:txBody>
        </p:sp>
        <p:sp>
          <p:nvSpPr>
            <p:cNvPr id="86" name="Freeform 421"/>
            <p:cNvSpPr/>
            <p:nvPr>
              <p:custDataLst>
                <p:tags r:id="rId19"/>
              </p:custDataLst>
            </p:nvPr>
          </p:nvSpPr>
          <p:spPr bwMode="auto">
            <a:xfrm>
              <a:off x="3578" y="179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rgbClr val="34322F"/>
                </a:solidFill>
              </a:endParaRPr>
            </a:p>
          </p:txBody>
        </p:sp>
        <p:sp>
          <p:nvSpPr>
            <p:cNvPr id="87" name="Rectangle 422"/>
            <p:cNvSpPr>
              <a:spLocks noChangeArrowheads="1"/>
            </p:cNvSpPr>
            <p:nvPr>
              <p:custDataLst>
                <p:tags r:id="rId20"/>
              </p:custDataLst>
            </p:nvPr>
          </p:nvSpPr>
          <p:spPr bwMode="auto">
            <a:xfrm>
              <a:off x="3593" y="1825"/>
              <a:ext cx="1" cy="1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rgbClr val="34322F"/>
                </a:solidFill>
              </a:endParaRPr>
            </a:p>
          </p:txBody>
        </p:sp>
        <p:sp>
          <p:nvSpPr>
            <p:cNvPr id="88" name="Freeform 423"/>
            <p:cNvSpPr/>
            <p:nvPr>
              <p:custDataLst>
                <p:tags r:id="rId21"/>
              </p:custDataLst>
            </p:nvPr>
          </p:nvSpPr>
          <p:spPr bwMode="auto">
            <a:xfrm>
              <a:off x="3593" y="1825"/>
              <a:ext cx="0" cy="2"/>
            </a:xfrm>
            <a:custGeom>
              <a:avLst/>
              <a:gdLst>
                <a:gd name="T0" fmla="*/ 0 h 2"/>
                <a:gd name="T1" fmla="*/ 0 h 2"/>
                <a:gd name="T2" fmla="*/ 2 h 2"/>
                <a:gd name="T3" fmla="*/ 0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2">
                  <a:moveTo>
                    <a:pt x="0" y="0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rgbClr val="34322F"/>
                </a:solidFill>
              </a:endParaRPr>
            </a:p>
          </p:txBody>
        </p:sp>
        <p:sp>
          <p:nvSpPr>
            <p:cNvPr id="89" name="Freeform 424"/>
            <p:cNvSpPr/>
            <p:nvPr>
              <p:custDataLst>
                <p:tags r:id="rId22"/>
              </p:custDataLst>
            </p:nvPr>
          </p:nvSpPr>
          <p:spPr bwMode="auto">
            <a:xfrm>
              <a:off x="3593" y="1825"/>
              <a:ext cx="0" cy="2"/>
            </a:xfrm>
            <a:custGeom>
              <a:avLst/>
              <a:gdLst>
                <a:gd name="T0" fmla="*/ 0 h 1"/>
                <a:gd name="T1" fmla="*/ 1 h 1"/>
                <a:gd name="T2" fmla="*/ 1 h 1"/>
                <a:gd name="T3" fmla="*/ 1 h 1"/>
                <a:gd name="T4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rgbClr val="34322F"/>
                </a:solidFill>
              </a:endParaRPr>
            </a:p>
          </p:txBody>
        </p:sp>
        <p:sp>
          <p:nvSpPr>
            <p:cNvPr id="90" name="Freeform 425"/>
            <p:cNvSpPr/>
            <p:nvPr>
              <p:custDataLst>
                <p:tags r:id="rId23"/>
              </p:custDataLst>
            </p:nvPr>
          </p:nvSpPr>
          <p:spPr bwMode="auto">
            <a:xfrm>
              <a:off x="3638" y="2417"/>
              <a:ext cx="6" cy="6"/>
            </a:xfrm>
            <a:custGeom>
              <a:avLst/>
              <a:gdLst>
                <a:gd name="T0" fmla="*/ 1 w 3"/>
                <a:gd name="T1" fmla="*/ 2 h 3"/>
                <a:gd name="T2" fmla="*/ 3 w 3"/>
                <a:gd name="T3" fmla="*/ 2 h 3"/>
                <a:gd name="T4" fmla="*/ 1 w 3"/>
                <a:gd name="T5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3">
                  <a:moveTo>
                    <a:pt x="1" y="2"/>
                  </a:moveTo>
                  <a:cubicBezTo>
                    <a:pt x="2" y="2"/>
                    <a:pt x="3" y="3"/>
                    <a:pt x="3" y="2"/>
                  </a:cubicBezTo>
                  <a:cubicBezTo>
                    <a:pt x="0" y="0"/>
                    <a:pt x="0" y="0"/>
                    <a:pt x="1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rgbClr val="34322F"/>
                </a:solidFill>
              </a:endParaRPr>
            </a:p>
          </p:txBody>
        </p:sp>
        <p:sp>
          <p:nvSpPr>
            <p:cNvPr id="91" name="Freeform 426"/>
            <p:cNvSpPr/>
            <p:nvPr>
              <p:custDataLst>
                <p:tags r:id="rId24"/>
              </p:custDataLst>
            </p:nvPr>
          </p:nvSpPr>
          <p:spPr bwMode="auto">
            <a:xfrm>
              <a:off x="3708" y="2743"/>
              <a:ext cx="2" cy="7"/>
            </a:xfrm>
            <a:custGeom>
              <a:avLst/>
              <a:gdLst>
                <a:gd name="T0" fmla="*/ 1 w 1"/>
                <a:gd name="T1" fmla="*/ 3 h 3"/>
                <a:gd name="T2" fmla="*/ 0 w 1"/>
                <a:gd name="T3" fmla="*/ 0 h 3"/>
                <a:gd name="T4" fmla="*/ 1 w 1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3">
                  <a:moveTo>
                    <a:pt x="1" y="3"/>
                  </a:moveTo>
                  <a:cubicBezTo>
                    <a:pt x="1" y="3"/>
                    <a:pt x="1" y="0"/>
                    <a:pt x="0" y="0"/>
                  </a:cubicBezTo>
                  <a:cubicBezTo>
                    <a:pt x="0" y="0"/>
                    <a:pt x="0" y="3"/>
                    <a:pt x="1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rgbClr val="34322F"/>
                </a:solidFill>
              </a:endParaRPr>
            </a:p>
          </p:txBody>
        </p:sp>
        <p:sp>
          <p:nvSpPr>
            <p:cNvPr id="92" name="Freeform 427"/>
            <p:cNvSpPr/>
            <p:nvPr>
              <p:custDataLst>
                <p:tags r:id="rId25"/>
              </p:custDataLst>
            </p:nvPr>
          </p:nvSpPr>
          <p:spPr bwMode="auto">
            <a:xfrm>
              <a:off x="3714" y="2737"/>
              <a:ext cx="4" cy="2"/>
            </a:xfrm>
            <a:custGeom>
              <a:avLst/>
              <a:gdLst>
                <a:gd name="T0" fmla="*/ 1 w 2"/>
                <a:gd name="T1" fmla="*/ 1 h 1"/>
                <a:gd name="T2" fmla="*/ 0 w 2"/>
                <a:gd name="T3" fmla="*/ 0 h 1"/>
                <a:gd name="T4" fmla="*/ 1 w 2"/>
                <a:gd name="T5" fmla="*/ 1 h 1"/>
                <a:gd name="T6" fmla="*/ 1 w 2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1" y="1"/>
                    <a:pt x="1" y="1"/>
                  </a:cubicBezTo>
                  <a:cubicBezTo>
                    <a:pt x="1" y="1"/>
                    <a:pt x="2" y="1"/>
                    <a:pt x="1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rgbClr val="34322F"/>
                </a:solidFill>
              </a:endParaRPr>
            </a:p>
          </p:txBody>
        </p:sp>
        <p:sp>
          <p:nvSpPr>
            <p:cNvPr id="93" name="Freeform 428"/>
            <p:cNvSpPr/>
            <p:nvPr>
              <p:custDataLst>
                <p:tags r:id="rId26"/>
              </p:custDataLst>
            </p:nvPr>
          </p:nvSpPr>
          <p:spPr bwMode="auto">
            <a:xfrm>
              <a:off x="3706" y="2737"/>
              <a:ext cx="10" cy="4"/>
            </a:xfrm>
            <a:custGeom>
              <a:avLst/>
              <a:gdLst>
                <a:gd name="T0" fmla="*/ 0 w 5"/>
                <a:gd name="T1" fmla="*/ 1 h 2"/>
                <a:gd name="T2" fmla="*/ 4 w 5"/>
                <a:gd name="T3" fmla="*/ 1 h 2"/>
                <a:gd name="T4" fmla="*/ 5 w 5"/>
                <a:gd name="T5" fmla="*/ 2 h 2"/>
                <a:gd name="T6" fmla="*/ 3 w 5"/>
                <a:gd name="T7" fmla="*/ 1 h 2"/>
                <a:gd name="T8" fmla="*/ 2 w 5"/>
                <a:gd name="T9" fmla="*/ 1 h 2"/>
                <a:gd name="T10" fmla="*/ 0 w 5"/>
                <a:gd name="T11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2">
                  <a:moveTo>
                    <a:pt x="0" y="1"/>
                  </a:moveTo>
                  <a:cubicBezTo>
                    <a:pt x="1" y="2"/>
                    <a:pt x="3" y="2"/>
                    <a:pt x="4" y="1"/>
                  </a:cubicBezTo>
                  <a:cubicBezTo>
                    <a:pt x="4" y="1"/>
                    <a:pt x="5" y="2"/>
                    <a:pt x="5" y="2"/>
                  </a:cubicBezTo>
                  <a:cubicBezTo>
                    <a:pt x="4" y="1"/>
                    <a:pt x="4" y="1"/>
                    <a:pt x="3" y="1"/>
                  </a:cubicBezTo>
                  <a:cubicBezTo>
                    <a:pt x="3" y="1"/>
                    <a:pt x="1" y="0"/>
                    <a:pt x="2" y="1"/>
                  </a:cubicBezTo>
                  <a:cubicBezTo>
                    <a:pt x="2" y="1"/>
                    <a:pt x="1" y="0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rgbClr val="34322F"/>
                </a:solidFill>
              </a:endParaRPr>
            </a:p>
          </p:txBody>
        </p:sp>
        <p:sp>
          <p:nvSpPr>
            <p:cNvPr id="94" name="Freeform 429"/>
            <p:cNvSpPr/>
            <p:nvPr>
              <p:custDataLst>
                <p:tags r:id="rId27"/>
              </p:custDataLst>
            </p:nvPr>
          </p:nvSpPr>
          <p:spPr bwMode="auto">
            <a:xfrm>
              <a:off x="3755" y="2718"/>
              <a:ext cx="4" cy="6"/>
            </a:xfrm>
            <a:custGeom>
              <a:avLst/>
              <a:gdLst>
                <a:gd name="T0" fmla="*/ 2 w 2"/>
                <a:gd name="T1" fmla="*/ 3 h 3"/>
                <a:gd name="T2" fmla="*/ 0 w 2"/>
                <a:gd name="T3" fmla="*/ 0 h 3"/>
                <a:gd name="T4" fmla="*/ 2 w 2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2" y="3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2"/>
                    <a:pt x="1" y="2"/>
                    <a:pt x="2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rgbClr val="34322F"/>
                </a:solidFill>
              </a:endParaRPr>
            </a:p>
          </p:txBody>
        </p:sp>
        <p:sp>
          <p:nvSpPr>
            <p:cNvPr id="95" name="Freeform 430"/>
            <p:cNvSpPr/>
            <p:nvPr>
              <p:custDataLst>
                <p:tags r:id="rId28"/>
              </p:custDataLst>
            </p:nvPr>
          </p:nvSpPr>
          <p:spPr bwMode="auto">
            <a:xfrm>
              <a:off x="3761" y="2733"/>
              <a:ext cx="4" cy="17"/>
            </a:xfrm>
            <a:custGeom>
              <a:avLst/>
              <a:gdLst>
                <a:gd name="T0" fmla="*/ 1 w 2"/>
                <a:gd name="T1" fmla="*/ 7 h 8"/>
                <a:gd name="T2" fmla="*/ 0 w 2"/>
                <a:gd name="T3" fmla="*/ 3 h 8"/>
                <a:gd name="T4" fmla="*/ 1 w 2"/>
                <a:gd name="T5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8">
                  <a:moveTo>
                    <a:pt x="1" y="7"/>
                  </a:moveTo>
                  <a:cubicBezTo>
                    <a:pt x="2" y="0"/>
                    <a:pt x="1" y="8"/>
                    <a:pt x="0" y="3"/>
                  </a:cubicBezTo>
                  <a:cubicBezTo>
                    <a:pt x="0" y="5"/>
                    <a:pt x="0" y="6"/>
                    <a:pt x="1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rgbClr val="34322F"/>
                </a:solidFill>
              </a:endParaRPr>
            </a:p>
          </p:txBody>
        </p:sp>
        <p:sp>
          <p:nvSpPr>
            <p:cNvPr id="96" name="Freeform 431"/>
            <p:cNvSpPr/>
            <p:nvPr>
              <p:custDataLst>
                <p:tags r:id="rId29"/>
              </p:custDataLst>
            </p:nvPr>
          </p:nvSpPr>
          <p:spPr bwMode="auto">
            <a:xfrm>
              <a:off x="3759" y="2720"/>
              <a:ext cx="2" cy="2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1" y="1"/>
                    <a:pt x="1" y="0"/>
                  </a:cubicBezTo>
                  <a:cubicBezTo>
                    <a:pt x="0" y="0"/>
                    <a:pt x="1" y="0"/>
                    <a:pt x="1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rgbClr val="34322F"/>
                </a:solidFill>
              </a:endParaRPr>
            </a:p>
          </p:txBody>
        </p:sp>
        <p:sp>
          <p:nvSpPr>
            <p:cNvPr id="97" name="Freeform 432"/>
            <p:cNvSpPr/>
            <p:nvPr>
              <p:custDataLst>
                <p:tags r:id="rId30"/>
              </p:custDataLst>
            </p:nvPr>
          </p:nvSpPr>
          <p:spPr bwMode="auto">
            <a:xfrm>
              <a:off x="3761" y="2714"/>
              <a:ext cx="6" cy="12"/>
            </a:xfrm>
            <a:custGeom>
              <a:avLst/>
              <a:gdLst>
                <a:gd name="T0" fmla="*/ 0 w 3"/>
                <a:gd name="T1" fmla="*/ 5 h 6"/>
                <a:gd name="T2" fmla="*/ 3 w 3"/>
                <a:gd name="T3" fmla="*/ 3 h 6"/>
                <a:gd name="T4" fmla="*/ 0 w 3"/>
                <a:gd name="T5" fmla="*/ 5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6">
                  <a:moveTo>
                    <a:pt x="0" y="5"/>
                  </a:moveTo>
                  <a:cubicBezTo>
                    <a:pt x="1" y="6"/>
                    <a:pt x="2" y="3"/>
                    <a:pt x="3" y="3"/>
                  </a:cubicBezTo>
                  <a:cubicBezTo>
                    <a:pt x="2" y="0"/>
                    <a:pt x="1" y="4"/>
                    <a:pt x="0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rgbClr val="34322F"/>
                </a:solidFill>
              </a:endParaRPr>
            </a:p>
          </p:txBody>
        </p:sp>
        <p:sp>
          <p:nvSpPr>
            <p:cNvPr id="98" name="Freeform 433"/>
            <p:cNvSpPr/>
            <p:nvPr>
              <p:custDataLst>
                <p:tags r:id="rId31"/>
              </p:custDataLst>
            </p:nvPr>
          </p:nvSpPr>
          <p:spPr bwMode="auto">
            <a:xfrm>
              <a:off x="3712" y="2737"/>
              <a:ext cx="0" cy="2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rgbClr val="34322F"/>
                </a:solidFill>
              </a:endParaRPr>
            </a:p>
          </p:txBody>
        </p:sp>
        <p:sp>
          <p:nvSpPr>
            <p:cNvPr id="99" name="Freeform 434"/>
            <p:cNvSpPr>
              <a:spLocks noEditPoints="1"/>
            </p:cNvSpPr>
            <p:nvPr>
              <p:custDataLst>
                <p:tags r:id="rId32"/>
              </p:custDataLst>
            </p:nvPr>
          </p:nvSpPr>
          <p:spPr bwMode="auto">
            <a:xfrm>
              <a:off x="3742" y="2907"/>
              <a:ext cx="384" cy="146"/>
            </a:xfrm>
            <a:custGeom>
              <a:avLst/>
              <a:gdLst>
                <a:gd name="T0" fmla="*/ 150 w 181"/>
                <a:gd name="T1" fmla="*/ 21 h 69"/>
                <a:gd name="T2" fmla="*/ 144 w 181"/>
                <a:gd name="T3" fmla="*/ 25 h 69"/>
                <a:gd name="T4" fmla="*/ 103 w 181"/>
                <a:gd name="T5" fmla="*/ 42 h 69"/>
                <a:gd name="T6" fmla="*/ 91 w 181"/>
                <a:gd name="T7" fmla="*/ 45 h 69"/>
                <a:gd name="T8" fmla="*/ 79 w 181"/>
                <a:gd name="T9" fmla="*/ 44 h 69"/>
                <a:gd name="T10" fmla="*/ 60 w 181"/>
                <a:gd name="T11" fmla="*/ 44 h 69"/>
                <a:gd name="T12" fmla="*/ 50 w 181"/>
                <a:gd name="T13" fmla="*/ 47 h 69"/>
                <a:gd name="T14" fmla="*/ 32 w 181"/>
                <a:gd name="T15" fmla="*/ 47 h 69"/>
                <a:gd name="T16" fmla="*/ 22 w 181"/>
                <a:gd name="T17" fmla="*/ 44 h 69"/>
                <a:gd name="T18" fmla="*/ 10 w 181"/>
                <a:gd name="T19" fmla="*/ 39 h 69"/>
                <a:gd name="T20" fmla="*/ 10 w 181"/>
                <a:gd name="T21" fmla="*/ 37 h 69"/>
                <a:gd name="T22" fmla="*/ 10 w 181"/>
                <a:gd name="T23" fmla="*/ 35 h 69"/>
                <a:gd name="T24" fmla="*/ 10 w 181"/>
                <a:gd name="T25" fmla="*/ 34 h 69"/>
                <a:gd name="T26" fmla="*/ 10 w 181"/>
                <a:gd name="T27" fmla="*/ 30 h 69"/>
                <a:gd name="T28" fmla="*/ 2 w 181"/>
                <a:gd name="T29" fmla="*/ 32 h 69"/>
                <a:gd name="T30" fmla="*/ 6 w 181"/>
                <a:gd name="T31" fmla="*/ 44 h 69"/>
                <a:gd name="T32" fmla="*/ 10 w 181"/>
                <a:gd name="T33" fmla="*/ 51 h 69"/>
                <a:gd name="T34" fmla="*/ 4 w 181"/>
                <a:gd name="T35" fmla="*/ 55 h 69"/>
                <a:gd name="T36" fmla="*/ 8 w 181"/>
                <a:gd name="T37" fmla="*/ 58 h 69"/>
                <a:gd name="T38" fmla="*/ 13 w 181"/>
                <a:gd name="T39" fmla="*/ 57 h 69"/>
                <a:gd name="T40" fmla="*/ 13 w 181"/>
                <a:gd name="T41" fmla="*/ 60 h 69"/>
                <a:gd name="T42" fmla="*/ 19 w 181"/>
                <a:gd name="T43" fmla="*/ 57 h 69"/>
                <a:gd name="T44" fmla="*/ 20 w 181"/>
                <a:gd name="T45" fmla="*/ 63 h 69"/>
                <a:gd name="T46" fmla="*/ 22 w 181"/>
                <a:gd name="T47" fmla="*/ 66 h 69"/>
                <a:gd name="T48" fmla="*/ 24 w 181"/>
                <a:gd name="T49" fmla="*/ 64 h 69"/>
                <a:gd name="T50" fmla="*/ 28 w 181"/>
                <a:gd name="T51" fmla="*/ 64 h 69"/>
                <a:gd name="T52" fmla="*/ 31 w 181"/>
                <a:gd name="T53" fmla="*/ 66 h 69"/>
                <a:gd name="T54" fmla="*/ 36 w 181"/>
                <a:gd name="T55" fmla="*/ 58 h 69"/>
                <a:gd name="T56" fmla="*/ 36 w 181"/>
                <a:gd name="T57" fmla="*/ 65 h 69"/>
                <a:gd name="T58" fmla="*/ 46 w 181"/>
                <a:gd name="T59" fmla="*/ 67 h 69"/>
                <a:gd name="T60" fmla="*/ 50 w 181"/>
                <a:gd name="T61" fmla="*/ 66 h 69"/>
                <a:gd name="T62" fmla="*/ 55 w 181"/>
                <a:gd name="T63" fmla="*/ 62 h 69"/>
                <a:gd name="T64" fmla="*/ 65 w 181"/>
                <a:gd name="T65" fmla="*/ 66 h 69"/>
                <a:gd name="T66" fmla="*/ 69 w 181"/>
                <a:gd name="T67" fmla="*/ 63 h 69"/>
                <a:gd name="T68" fmla="*/ 71 w 181"/>
                <a:gd name="T69" fmla="*/ 63 h 69"/>
                <a:gd name="T70" fmla="*/ 72 w 181"/>
                <a:gd name="T71" fmla="*/ 61 h 69"/>
                <a:gd name="T72" fmla="*/ 76 w 181"/>
                <a:gd name="T73" fmla="*/ 65 h 69"/>
                <a:gd name="T74" fmla="*/ 79 w 181"/>
                <a:gd name="T75" fmla="*/ 63 h 69"/>
                <a:gd name="T76" fmla="*/ 88 w 181"/>
                <a:gd name="T77" fmla="*/ 60 h 69"/>
                <a:gd name="T78" fmla="*/ 92 w 181"/>
                <a:gd name="T79" fmla="*/ 62 h 69"/>
                <a:gd name="T80" fmla="*/ 98 w 181"/>
                <a:gd name="T81" fmla="*/ 60 h 69"/>
                <a:gd name="T82" fmla="*/ 102 w 181"/>
                <a:gd name="T83" fmla="*/ 59 h 69"/>
                <a:gd name="T84" fmla="*/ 103 w 181"/>
                <a:gd name="T85" fmla="*/ 59 h 69"/>
                <a:gd name="T86" fmla="*/ 108 w 181"/>
                <a:gd name="T87" fmla="*/ 58 h 69"/>
                <a:gd name="T88" fmla="*/ 115 w 181"/>
                <a:gd name="T89" fmla="*/ 53 h 69"/>
                <a:gd name="T90" fmla="*/ 117 w 181"/>
                <a:gd name="T91" fmla="*/ 52 h 69"/>
                <a:gd name="T92" fmla="*/ 122 w 181"/>
                <a:gd name="T93" fmla="*/ 45 h 69"/>
                <a:gd name="T94" fmla="*/ 127 w 181"/>
                <a:gd name="T95" fmla="*/ 45 h 69"/>
                <a:gd name="T96" fmla="*/ 134 w 181"/>
                <a:gd name="T97" fmla="*/ 43 h 69"/>
                <a:gd name="T98" fmla="*/ 139 w 181"/>
                <a:gd name="T99" fmla="*/ 41 h 69"/>
                <a:gd name="T100" fmla="*/ 152 w 181"/>
                <a:gd name="T101" fmla="*/ 37 h 69"/>
                <a:gd name="T102" fmla="*/ 156 w 181"/>
                <a:gd name="T103" fmla="*/ 35 h 69"/>
                <a:gd name="T104" fmla="*/ 163 w 181"/>
                <a:gd name="T105" fmla="*/ 27 h 69"/>
                <a:gd name="T106" fmla="*/ 167 w 181"/>
                <a:gd name="T107" fmla="*/ 19 h 69"/>
                <a:gd name="T108" fmla="*/ 10 w 181"/>
                <a:gd name="T109" fmla="*/ 31 h 69"/>
                <a:gd name="T110" fmla="*/ 10 w 181"/>
                <a:gd name="T111" fmla="*/ 35 h 69"/>
                <a:gd name="T112" fmla="*/ 9 w 181"/>
                <a:gd name="T113" fmla="*/ 34 h 69"/>
                <a:gd name="T114" fmla="*/ 7 w 181"/>
                <a:gd name="T115" fmla="*/ 35 h 69"/>
                <a:gd name="T116" fmla="*/ 8 w 181"/>
                <a:gd name="T117" fmla="*/ 36 h 69"/>
                <a:gd name="T118" fmla="*/ 10 w 181"/>
                <a:gd name="T119" fmla="*/ 36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81" h="69">
                  <a:moveTo>
                    <a:pt x="177" y="5"/>
                  </a:moveTo>
                  <a:cubicBezTo>
                    <a:pt x="177" y="2"/>
                    <a:pt x="172" y="0"/>
                    <a:pt x="172" y="0"/>
                  </a:cubicBezTo>
                  <a:cubicBezTo>
                    <a:pt x="172" y="4"/>
                    <a:pt x="169" y="7"/>
                    <a:pt x="164" y="8"/>
                  </a:cubicBezTo>
                  <a:cubicBezTo>
                    <a:pt x="163" y="9"/>
                    <a:pt x="163" y="11"/>
                    <a:pt x="162" y="11"/>
                  </a:cubicBezTo>
                  <a:cubicBezTo>
                    <a:pt x="159" y="15"/>
                    <a:pt x="152" y="15"/>
                    <a:pt x="149" y="19"/>
                  </a:cubicBezTo>
                  <a:cubicBezTo>
                    <a:pt x="150" y="19"/>
                    <a:pt x="150" y="20"/>
                    <a:pt x="150" y="21"/>
                  </a:cubicBezTo>
                  <a:cubicBezTo>
                    <a:pt x="150" y="20"/>
                    <a:pt x="150" y="20"/>
                    <a:pt x="150" y="20"/>
                  </a:cubicBezTo>
                  <a:cubicBezTo>
                    <a:pt x="150" y="22"/>
                    <a:pt x="150" y="22"/>
                    <a:pt x="150" y="22"/>
                  </a:cubicBezTo>
                  <a:cubicBezTo>
                    <a:pt x="150" y="22"/>
                    <a:pt x="149" y="21"/>
                    <a:pt x="149" y="20"/>
                  </a:cubicBezTo>
                  <a:cubicBezTo>
                    <a:pt x="147" y="21"/>
                    <a:pt x="146" y="23"/>
                    <a:pt x="144" y="24"/>
                  </a:cubicBezTo>
                  <a:cubicBezTo>
                    <a:pt x="145" y="26"/>
                    <a:pt x="143" y="24"/>
                    <a:pt x="144" y="26"/>
                  </a:cubicBezTo>
                  <a:cubicBezTo>
                    <a:pt x="144" y="25"/>
                    <a:pt x="144" y="25"/>
                    <a:pt x="144" y="25"/>
                  </a:cubicBezTo>
                  <a:cubicBezTo>
                    <a:pt x="143" y="27"/>
                    <a:pt x="143" y="27"/>
                    <a:pt x="141" y="25"/>
                  </a:cubicBezTo>
                  <a:cubicBezTo>
                    <a:pt x="135" y="26"/>
                    <a:pt x="130" y="30"/>
                    <a:pt x="125" y="31"/>
                  </a:cubicBezTo>
                  <a:cubicBezTo>
                    <a:pt x="119" y="33"/>
                    <a:pt x="114" y="37"/>
                    <a:pt x="108" y="39"/>
                  </a:cubicBezTo>
                  <a:cubicBezTo>
                    <a:pt x="108" y="42"/>
                    <a:pt x="106" y="41"/>
                    <a:pt x="106" y="44"/>
                  </a:cubicBezTo>
                  <a:cubicBezTo>
                    <a:pt x="106" y="43"/>
                    <a:pt x="106" y="43"/>
                    <a:pt x="106" y="43"/>
                  </a:cubicBezTo>
                  <a:cubicBezTo>
                    <a:pt x="105" y="45"/>
                    <a:pt x="104" y="43"/>
                    <a:pt x="103" y="42"/>
                  </a:cubicBezTo>
                  <a:cubicBezTo>
                    <a:pt x="103" y="44"/>
                    <a:pt x="102" y="43"/>
                    <a:pt x="103" y="45"/>
                  </a:cubicBezTo>
                  <a:cubicBezTo>
                    <a:pt x="103" y="46"/>
                    <a:pt x="102" y="42"/>
                    <a:pt x="101" y="43"/>
                  </a:cubicBezTo>
                  <a:cubicBezTo>
                    <a:pt x="101" y="42"/>
                    <a:pt x="101" y="44"/>
                    <a:pt x="101" y="44"/>
                  </a:cubicBezTo>
                  <a:cubicBezTo>
                    <a:pt x="100" y="46"/>
                    <a:pt x="101" y="42"/>
                    <a:pt x="99" y="41"/>
                  </a:cubicBezTo>
                  <a:cubicBezTo>
                    <a:pt x="96" y="42"/>
                    <a:pt x="94" y="45"/>
                    <a:pt x="91" y="44"/>
                  </a:cubicBezTo>
                  <a:cubicBezTo>
                    <a:pt x="91" y="44"/>
                    <a:pt x="91" y="45"/>
                    <a:pt x="91" y="45"/>
                  </a:cubicBezTo>
                  <a:cubicBezTo>
                    <a:pt x="90" y="42"/>
                    <a:pt x="90" y="46"/>
                    <a:pt x="90" y="45"/>
                  </a:cubicBezTo>
                  <a:cubicBezTo>
                    <a:pt x="90" y="44"/>
                    <a:pt x="90" y="44"/>
                    <a:pt x="90" y="44"/>
                  </a:cubicBezTo>
                  <a:cubicBezTo>
                    <a:pt x="88" y="43"/>
                    <a:pt x="88" y="45"/>
                    <a:pt x="86" y="44"/>
                  </a:cubicBezTo>
                  <a:cubicBezTo>
                    <a:pt x="85" y="45"/>
                    <a:pt x="84" y="42"/>
                    <a:pt x="83" y="44"/>
                  </a:cubicBezTo>
                  <a:cubicBezTo>
                    <a:pt x="83" y="43"/>
                    <a:pt x="83" y="43"/>
                    <a:pt x="82" y="43"/>
                  </a:cubicBezTo>
                  <a:cubicBezTo>
                    <a:pt x="82" y="47"/>
                    <a:pt x="80" y="42"/>
                    <a:pt x="79" y="44"/>
                  </a:cubicBezTo>
                  <a:cubicBezTo>
                    <a:pt x="79" y="44"/>
                    <a:pt x="79" y="44"/>
                    <a:pt x="79" y="44"/>
                  </a:cubicBezTo>
                  <a:cubicBezTo>
                    <a:pt x="76" y="44"/>
                    <a:pt x="73" y="43"/>
                    <a:pt x="70" y="46"/>
                  </a:cubicBezTo>
                  <a:cubicBezTo>
                    <a:pt x="68" y="46"/>
                    <a:pt x="66" y="43"/>
                    <a:pt x="64" y="44"/>
                  </a:cubicBezTo>
                  <a:cubicBezTo>
                    <a:pt x="64" y="46"/>
                    <a:pt x="64" y="46"/>
                    <a:pt x="64" y="46"/>
                  </a:cubicBezTo>
                  <a:cubicBezTo>
                    <a:pt x="63" y="46"/>
                    <a:pt x="64" y="45"/>
                    <a:pt x="64" y="44"/>
                  </a:cubicBezTo>
                  <a:cubicBezTo>
                    <a:pt x="63" y="46"/>
                    <a:pt x="61" y="44"/>
                    <a:pt x="60" y="44"/>
                  </a:cubicBezTo>
                  <a:cubicBezTo>
                    <a:pt x="60" y="45"/>
                    <a:pt x="60" y="45"/>
                    <a:pt x="60" y="46"/>
                  </a:cubicBezTo>
                  <a:cubicBezTo>
                    <a:pt x="59" y="43"/>
                    <a:pt x="57" y="47"/>
                    <a:pt x="55" y="45"/>
                  </a:cubicBezTo>
                  <a:cubicBezTo>
                    <a:pt x="56" y="48"/>
                    <a:pt x="55" y="47"/>
                    <a:pt x="54" y="48"/>
                  </a:cubicBezTo>
                  <a:cubicBezTo>
                    <a:pt x="54" y="47"/>
                    <a:pt x="54" y="46"/>
                    <a:pt x="54" y="46"/>
                  </a:cubicBezTo>
                  <a:cubicBezTo>
                    <a:pt x="53" y="46"/>
                    <a:pt x="52" y="46"/>
                    <a:pt x="51" y="45"/>
                  </a:cubicBezTo>
                  <a:cubicBezTo>
                    <a:pt x="51" y="46"/>
                    <a:pt x="50" y="48"/>
                    <a:pt x="50" y="47"/>
                  </a:cubicBezTo>
                  <a:cubicBezTo>
                    <a:pt x="49" y="45"/>
                    <a:pt x="48" y="47"/>
                    <a:pt x="48" y="46"/>
                  </a:cubicBezTo>
                  <a:cubicBezTo>
                    <a:pt x="48" y="48"/>
                    <a:pt x="47" y="49"/>
                    <a:pt x="46" y="49"/>
                  </a:cubicBezTo>
                  <a:cubicBezTo>
                    <a:pt x="47" y="46"/>
                    <a:pt x="47" y="46"/>
                    <a:pt x="47" y="46"/>
                  </a:cubicBezTo>
                  <a:cubicBezTo>
                    <a:pt x="44" y="47"/>
                    <a:pt x="42" y="44"/>
                    <a:pt x="39" y="47"/>
                  </a:cubicBezTo>
                  <a:cubicBezTo>
                    <a:pt x="39" y="45"/>
                    <a:pt x="39" y="45"/>
                    <a:pt x="39" y="45"/>
                  </a:cubicBezTo>
                  <a:cubicBezTo>
                    <a:pt x="36" y="47"/>
                    <a:pt x="35" y="45"/>
                    <a:pt x="32" y="47"/>
                  </a:cubicBezTo>
                  <a:cubicBezTo>
                    <a:pt x="33" y="46"/>
                    <a:pt x="30" y="45"/>
                    <a:pt x="30" y="45"/>
                  </a:cubicBezTo>
                  <a:cubicBezTo>
                    <a:pt x="29" y="46"/>
                    <a:pt x="28" y="46"/>
                    <a:pt x="27" y="48"/>
                  </a:cubicBezTo>
                  <a:cubicBezTo>
                    <a:pt x="27" y="48"/>
                    <a:pt x="27" y="46"/>
                    <a:pt x="27" y="46"/>
                  </a:cubicBezTo>
                  <a:cubicBezTo>
                    <a:pt x="26" y="45"/>
                    <a:pt x="26" y="43"/>
                    <a:pt x="25" y="45"/>
                  </a:cubicBezTo>
                  <a:cubicBezTo>
                    <a:pt x="25" y="43"/>
                    <a:pt x="25" y="43"/>
                    <a:pt x="25" y="43"/>
                  </a:cubicBezTo>
                  <a:cubicBezTo>
                    <a:pt x="24" y="44"/>
                    <a:pt x="22" y="46"/>
                    <a:pt x="22" y="44"/>
                  </a:cubicBezTo>
                  <a:cubicBezTo>
                    <a:pt x="21" y="45"/>
                    <a:pt x="20" y="45"/>
                    <a:pt x="20" y="46"/>
                  </a:cubicBezTo>
                  <a:cubicBezTo>
                    <a:pt x="19" y="46"/>
                    <a:pt x="20" y="44"/>
                    <a:pt x="19" y="45"/>
                  </a:cubicBezTo>
                  <a:cubicBezTo>
                    <a:pt x="21" y="44"/>
                    <a:pt x="21" y="44"/>
                    <a:pt x="21" y="44"/>
                  </a:cubicBezTo>
                  <a:cubicBezTo>
                    <a:pt x="19" y="42"/>
                    <a:pt x="17" y="42"/>
                    <a:pt x="15" y="42"/>
                  </a:cubicBezTo>
                  <a:cubicBezTo>
                    <a:pt x="16" y="40"/>
                    <a:pt x="13" y="41"/>
                    <a:pt x="13" y="39"/>
                  </a:cubicBezTo>
                  <a:cubicBezTo>
                    <a:pt x="12" y="40"/>
                    <a:pt x="13" y="38"/>
                    <a:pt x="10" y="39"/>
                  </a:cubicBezTo>
                  <a:cubicBezTo>
                    <a:pt x="11" y="39"/>
                    <a:pt x="11" y="39"/>
                    <a:pt x="11" y="39"/>
                  </a:cubicBezTo>
                  <a:cubicBezTo>
                    <a:pt x="11" y="38"/>
                    <a:pt x="11" y="37"/>
                    <a:pt x="12" y="37"/>
                  </a:cubicBezTo>
                  <a:cubicBezTo>
                    <a:pt x="12" y="37"/>
                    <a:pt x="11" y="37"/>
                    <a:pt x="11" y="37"/>
                  </a:cubicBezTo>
                  <a:cubicBezTo>
                    <a:pt x="11" y="36"/>
                    <a:pt x="11" y="36"/>
                    <a:pt x="11" y="36"/>
                  </a:cubicBezTo>
                  <a:cubicBezTo>
                    <a:pt x="11" y="36"/>
                    <a:pt x="11" y="36"/>
                    <a:pt x="11" y="37"/>
                  </a:cubicBezTo>
                  <a:cubicBezTo>
                    <a:pt x="10" y="37"/>
                    <a:pt x="10" y="37"/>
                    <a:pt x="10" y="37"/>
                  </a:cubicBezTo>
                  <a:cubicBezTo>
                    <a:pt x="10" y="36"/>
                    <a:pt x="10" y="36"/>
                    <a:pt x="10" y="36"/>
                  </a:cubicBezTo>
                  <a:cubicBezTo>
                    <a:pt x="10" y="36"/>
                    <a:pt x="10" y="36"/>
                    <a:pt x="10" y="36"/>
                  </a:cubicBezTo>
                  <a:cubicBezTo>
                    <a:pt x="10" y="36"/>
                    <a:pt x="10" y="36"/>
                    <a:pt x="10" y="36"/>
                  </a:cubicBezTo>
                  <a:cubicBezTo>
                    <a:pt x="10" y="36"/>
                    <a:pt x="10" y="36"/>
                    <a:pt x="10" y="36"/>
                  </a:cubicBezTo>
                  <a:cubicBezTo>
                    <a:pt x="10" y="36"/>
                    <a:pt x="11" y="36"/>
                    <a:pt x="11" y="36"/>
                  </a:cubicBezTo>
                  <a:cubicBezTo>
                    <a:pt x="11" y="36"/>
                    <a:pt x="11" y="36"/>
                    <a:pt x="10" y="35"/>
                  </a:cubicBezTo>
                  <a:cubicBezTo>
                    <a:pt x="10" y="35"/>
                    <a:pt x="10" y="35"/>
                    <a:pt x="10" y="35"/>
                  </a:cubicBezTo>
                  <a:cubicBezTo>
                    <a:pt x="11" y="35"/>
                    <a:pt x="11" y="35"/>
                    <a:pt x="11" y="35"/>
                  </a:cubicBezTo>
                  <a:cubicBezTo>
                    <a:pt x="11" y="35"/>
                    <a:pt x="11" y="35"/>
                    <a:pt x="11" y="34"/>
                  </a:cubicBezTo>
                  <a:cubicBezTo>
                    <a:pt x="11" y="34"/>
                    <a:pt x="11" y="34"/>
                    <a:pt x="11" y="34"/>
                  </a:cubicBezTo>
                  <a:cubicBezTo>
                    <a:pt x="11" y="34"/>
                    <a:pt x="11" y="34"/>
                    <a:pt x="11" y="34"/>
                  </a:cubicBezTo>
                  <a:cubicBezTo>
                    <a:pt x="9" y="35"/>
                    <a:pt x="12" y="34"/>
                    <a:pt x="10" y="34"/>
                  </a:cubicBezTo>
                  <a:cubicBezTo>
                    <a:pt x="10" y="34"/>
                    <a:pt x="10" y="33"/>
                    <a:pt x="11" y="32"/>
                  </a:cubicBezTo>
                  <a:cubicBezTo>
                    <a:pt x="10" y="34"/>
                    <a:pt x="10" y="32"/>
                    <a:pt x="10" y="31"/>
                  </a:cubicBezTo>
                  <a:cubicBezTo>
                    <a:pt x="10" y="31"/>
                    <a:pt x="10" y="31"/>
                    <a:pt x="10" y="31"/>
                  </a:cubicBezTo>
                  <a:cubicBezTo>
                    <a:pt x="10" y="30"/>
                    <a:pt x="10" y="30"/>
                    <a:pt x="10" y="29"/>
                  </a:cubicBezTo>
                  <a:cubicBezTo>
                    <a:pt x="10" y="29"/>
                    <a:pt x="10" y="29"/>
                    <a:pt x="10" y="29"/>
                  </a:cubicBezTo>
                  <a:cubicBezTo>
                    <a:pt x="10" y="29"/>
                    <a:pt x="10" y="30"/>
                    <a:pt x="10" y="30"/>
                  </a:cubicBezTo>
                  <a:cubicBezTo>
                    <a:pt x="10" y="30"/>
                    <a:pt x="9" y="30"/>
                    <a:pt x="5" y="31"/>
                  </a:cubicBezTo>
                  <a:cubicBezTo>
                    <a:pt x="4" y="32"/>
                    <a:pt x="9" y="31"/>
                    <a:pt x="8" y="32"/>
                  </a:cubicBezTo>
                  <a:cubicBezTo>
                    <a:pt x="5" y="32"/>
                    <a:pt x="9" y="34"/>
                    <a:pt x="6" y="34"/>
                  </a:cubicBezTo>
                  <a:cubicBezTo>
                    <a:pt x="4" y="33"/>
                    <a:pt x="4" y="33"/>
                    <a:pt x="4" y="33"/>
                  </a:cubicBezTo>
                  <a:cubicBezTo>
                    <a:pt x="4" y="33"/>
                    <a:pt x="5" y="33"/>
                    <a:pt x="5" y="33"/>
                  </a:cubicBezTo>
                  <a:cubicBezTo>
                    <a:pt x="2" y="32"/>
                    <a:pt x="2" y="32"/>
                    <a:pt x="2" y="32"/>
                  </a:cubicBezTo>
                  <a:cubicBezTo>
                    <a:pt x="5" y="34"/>
                    <a:pt x="3" y="35"/>
                    <a:pt x="3" y="35"/>
                  </a:cubicBezTo>
                  <a:cubicBezTo>
                    <a:pt x="3" y="35"/>
                    <a:pt x="3" y="35"/>
                    <a:pt x="3" y="35"/>
                  </a:cubicBezTo>
                  <a:cubicBezTo>
                    <a:pt x="1" y="36"/>
                    <a:pt x="4" y="35"/>
                    <a:pt x="4" y="36"/>
                  </a:cubicBezTo>
                  <a:cubicBezTo>
                    <a:pt x="4" y="36"/>
                    <a:pt x="1" y="36"/>
                    <a:pt x="0" y="37"/>
                  </a:cubicBezTo>
                  <a:cubicBezTo>
                    <a:pt x="1" y="38"/>
                    <a:pt x="3" y="40"/>
                    <a:pt x="2" y="42"/>
                  </a:cubicBezTo>
                  <a:cubicBezTo>
                    <a:pt x="3" y="43"/>
                    <a:pt x="4" y="44"/>
                    <a:pt x="6" y="44"/>
                  </a:cubicBezTo>
                  <a:cubicBezTo>
                    <a:pt x="6" y="44"/>
                    <a:pt x="3" y="45"/>
                    <a:pt x="5" y="45"/>
                  </a:cubicBezTo>
                  <a:cubicBezTo>
                    <a:pt x="4" y="46"/>
                    <a:pt x="3" y="47"/>
                    <a:pt x="3" y="47"/>
                  </a:cubicBezTo>
                  <a:cubicBezTo>
                    <a:pt x="4" y="47"/>
                    <a:pt x="4" y="49"/>
                    <a:pt x="5" y="46"/>
                  </a:cubicBezTo>
                  <a:cubicBezTo>
                    <a:pt x="6" y="48"/>
                    <a:pt x="7" y="49"/>
                    <a:pt x="8" y="49"/>
                  </a:cubicBezTo>
                  <a:cubicBezTo>
                    <a:pt x="8" y="49"/>
                    <a:pt x="6" y="50"/>
                    <a:pt x="6" y="51"/>
                  </a:cubicBezTo>
                  <a:cubicBezTo>
                    <a:pt x="8" y="50"/>
                    <a:pt x="9" y="50"/>
                    <a:pt x="10" y="51"/>
                  </a:cubicBezTo>
                  <a:cubicBezTo>
                    <a:pt x="11" y="50"/>
                    <a:pt x="10" y="50"/>
                    <a:pt x="11" y="48"/>
                  </a:cubicBezTo>
                  <a:cubicBezTo>
                    <a:pt x="12" y="48"/>
                    <a:pt x="12" y="48"/>
                    <a:pt x="13" y="48"/>
                  </a:cubicBezTo>
                  <a:cubicBezTo>
                    <a:pt x="12" y="49"/>
                    <a:pt x="10" y="52"/>
                    <a:pt x="11" y="52"/>
                  </a:cubicBezTo>
                  <a:cubicBezTo>
                    <a:pt x="9" y="55"/>
                    <a:pt x="10" y="51"/>
                    <a:pt x="8" y="54"/>
                  </a:cubicBezTo>
                  <a:cubicBezTo>
                    <a:pt x="7" y="55"/>
                    <a:pt x="5" y="54"/>
                    <a:pt x="6" y="53"/>
                  </a:cubicBezTo>
                  <a:cubicBezTo>
                    <a:pt x="3" y="54"/>
                    <a:pt x="6" y="54"/>
                    <a:pt x="4" y="55"/>
                  </a:cubicBezTo>
                  <a:cubicBezTo>
                    <a:pt x="5" y="56"/>
                    <a:pt x="6" y="55"/>
                    <a:pt x="8" y="55"/>
                  </a:cubicBezTo>
                  <a:cubicBezTo>
                    <a:pt x="8" y="54"/>
                    <a:pt x="8" y="54"/>
                    <a:pt x="9" y="53"/>
                  </a:cubicBezTo>
                  <a:cubicBezTo>
                    <a:pt x="11" y="52"/>
                    <a:pt x="9" y="56"/>
                    <a:pt x="9" y="56"/>
                  </a:cubicBezTo>
                  <a:cubicBezTo>
                    <a:pt x="9" y="56"/>
                    <a:pt x="9" y="56"/>
                    <a:pt x="9" y="56"/>
                  </a:cubicBezTo>
                  <a:cubicBezTo>
                    <a:pt x="9" y="57"/>
                    <a:pt x="10" y="56"/>
                    <a:pt x="11" y="57"/>
                  </a:cubicBezTo>
                  <a:cubicBezTo>
                    <a:pt x="9" y="60"/>
                    <a:pt x="9" y="56"/>
                    <a:pt x="8" y="58"/>
                  </a:cubicBezTo>
                  <a:cubicBezTo>
                    <a:pt x="7" y="60"/>
                    <a:pt x="7" y="60"/>
                    <a:pt x="7" y="60"/>
                  </a:cubicBezTo>
                  <a:cubicBezTo>
                    <a:pt x="8" y="61"/>
                    <a:pt x="9" y="58"/>
                    <a:pt x="10" y="59"/>
                  </a:cubicBezTo>
                  <a:cubicBezTo>
                    <a:pt x="9" y="60"/>
                    <a:pt x="9" y="60"/>
                    <a:pt x="9" y="60"/>
                  </a:cubicBezTo>
                  <a:cubicBezTo>
                    <a:pt x="10" y="60"/>
                    <a:pt x="10" y="60"/>
                    <a:pt x="10" y="60"/>
                  </a:cubicBezTo>
                  <a:cubicBezTo>
                    <a:pt x="11" y="59"/>
                    <a:pt x="11" y="57"/>
                    <a:pt x="11" y="57"/>
                  </a:cubicBezTo>
                  <a:cubicBezTo>
                    <a:pt x="13" y="55"/>
                    <a:pt x="11" y="57"/>
                    <a:pt x="13" y="57"/>
                  </a:cubicBezTo>
                  <a:cubicBezTo>
                    <a:pt x="14" y="56"/>
                    <a:pt x="12" y="57"/>
                    <a:pt x="13" y="56"/>
                  </a:cubicBezTo>
                  <a:cubicBezTo>
                    <a:pt x="14" y="54"/>
                    <a:pt x="14" y="54"/>
                    <a:pt x="15" y="54"/>
                  </a:cubicBezTo>
                  <a:cubicBezTo>
                    <a:pt x="15" y="55"/>
                    <a:pt x="14" y="56"/>
                    <a:pt x="14" y="57"/>
                  </a:cubicBezTo>
                  <a:cubicBezTo>
                    <a:pt x="14" y="58"/>
                    <a:pt x="13" y="57"/>
                    <a:pt x="14" y="57"/>
                  </a:cubicBezTo>
                  <a:cubicBezTo>
                    <a:pt x="12" y="58"/>
                    <a:pt x="12" y="60"/>
                    <a:pt x="11" y="61"/>
                  </a:cubicBezTo>
                  <a:cubicBezTo>
                    <a:pt x="11" y="62"/>
                    <a:pt x="12" y="60"/>
                    <a:pt x="13" y="60"/>
                  </a:cubicBezTo>
                  <a:cubicBezTo>
                    <a:pt x="13" y="60"/>
                    <a:pt x="14" y="58"/>
                    <a:pt x="14" y="58"/>
                  </a:cubicBezTo>
                  <a:cubicBezTo>
                    <a:pt x="17" y="54"/>
                    <a:pt x="13" y="61"/>
                    <a:pt x="15" y="61"/>
                  </a:cubicBezTo>
                  <a:cubicBezTo>
                    <a:pt x="16" y="58"/>
                    <a:pt x="18" y="58"/>
                    <a:pt x="19" y="54"/>
                  </a:cubicBezTo>
                  <a:cubicBezTo>
                    <a:pt x="19" y="54"/>
                    <a:pt x="20" y="53"/>
                    <a:pt x="20" y="54"/>
                  </a:cubicBezTo>
                  <a:cubicBezTo>
                    <a:pt x="19" y="56"/>
                    <a:pt x="20" y="56"/>
                    <a:pt x="18" y="57"/>
                  </a:cubicBezTo>
                  <a:cubicBezTo>
                    <a:pt x="19" y="57"/>
                    <a:pt x="19" y="57"/>
                    <a:pt x="19" y="57"/>
                  </a:cubicBezTo>
                  <a:cubicBezTo>
                    <a:pt x="17" y="59"/>
                    <a:pt x="17" y="59"/>
                    <a:pt x="17" y="59"/>
                  </a:cubicBezTo>
                  <a:cubicBezTo>
                    <a:pt x="17" y="61"/>
                    <a:pt x="17" y="63"/>
                    <a:pt x="17" y="64"/>
                  </a:cubicBezTo>
                  <a:cubicBezTo>
                    <a:pt x="18" y="63"/>
                    <a:pt x="18" y="62"/>
                    <a:pt x="19" y="62"/>
                  </a:cubicBezTo>
                  <a:cubicBezTo>
                    <a:pt x="18" y="62"/>
                    <a:pt x="18" y="63"/>
                    <a:pt x="19" y="64"/>
                  </a:cubicBezTo>
                  <a:cubicBezTo>
                    <a:pt x="18" y="63"/>
                    <a:pt x="20" y="61"/>
                    <a:pt x="20" y="60"/>
                  </a:cubicBezTo>
                  <a:cubicBezTo>
                    <a:pt x="21" y="61"/>
                    <a:pt x="21" y="63"/>
                    <a:pt x="20" y="63"/>
                  </a:cubicBezTo>
                  <a:cubicBezTo>
                    <a:pt x="19" y="65"/>
                    <a:pt x="19" y="65"/>
                    <a:pt x="19" y="65"/>
                  </a:cubicBezTo>
                  <a:cubicBezTo>
                    <a:pt x="20" y="63"/>
                    <a:pt x="19" y="65"/>
                    <a:pt x="20" y="65"/>
                  </a:cubicBezTo>
                  <a:cubicBezTo>
                    <a:pt x="20" y="64"/>
                    <a:pt x="21" y="62"/>
                    <a:pt x="22" y="61"/>
                  </a:cubicBezTo>
                  <a:cubicBezTo>
                    <a:pt x="22" y="61"/>
                    <a:pt x="22" y="62"/>
                    <a:pt x="23" y="62"/>
                  </a:cubicBezTo>
                  <a:cubicBezTo>
                    <a:pt x="21" y="63"/>
                    <a:pt x="21" y="63"/>
                    <a:pt x="21" y="63"/>
                  </a:cubicBezTo>
                  <a:cubicBezTo>
                    <a:pt x="22" y="63"/>
                    <a:pt x="21" y="66"/>
                    <a:pt x="22" y="66"/>
                  </a:cubicBezTo>
                  <a:cubicBezTo>
                    <a:pt x="23" y="64"/>
                    <a:pt x="23" y="64"/>
                    <a:pt x="23" y="64"/>
                  </a:cubicBezTo>
                  <a:cubicBezTo>
                    <a:pt x="22" y="66"/>
                    <a:pt x="22" y="66"/>
                    <a:pt x="22" y="66"/>
                  </a:cubicBezTo>
                  <a:cubicBezTo>
                    <a:pt x="23" y="65"/>
                    <a:pt x="23" y="65"/>
                    <a:pt x="24" y="65"/>
                  </a:cubicBezTo>
                  <a:cubicBezTo>
                    <a:pt x="23" y="66"/>
                    <a:pt x="23" y="66"/>
                    <a:pt x="23" y="66"/>
                  </a:cubicBezTo>
                  <a:cubicBezTo>
                    <a:pt x="24" y="65"/>
                    <a:pt x="25" y="63"/>
                    <a:pt x="25" y="65"/>
                  </a:cubicBezTo>
                  <a:cubicBezTo>
                    <a:pt x="25" y="63"/>
                    <a:pt x="24" y="65"/>
                    <a:pt x="24" y="64"/>
                  </a:cubicBezTo>
                  <a:cubicBezTo>
                    <a:pt x="24" y="62"/>
                    <a:pt x="25" y="62"/>
                    <a:pt x="25" y="62"/>
                  </a:cubicBezTo>
                  <a:cubicBezTo>
                    <a:pt x="25" y="62"/>
                    <a:pt x="25" y="62"/>
                    <a:pt x="25" y="63"/>
                  </a:cubicBezTo>
                  <a:cubicBezTo>
                    <a:pt x="26" y="62"/>
                    <a:pt x="26" y="62"/>
                    <a:pt x="26" y="62"/>
                  </a:cubicBezTo>
                  <a:cubicBezTo>
                    <a:pt x="26" y="63"/>
                    <a:pt x="26" y="64"/>
                    <a:pt x="26" y="65"/>
                  </a:cubicBezTo>
                  <a:cubicBezTo>
                    <a:pt x="27" y="63"/>
                    <a:pt x="27" y="63"/>
                    <a:pt x="27" y="63"/>
                  </a:cubicBezTo>
                  <a:cubicBezTo>
                    <a:pt x="26" y="66"/>
                    <a:pt x="28" y="62"/>
                    <a:pt x="28" y="64"/>
                  </a:cubicBezTo>
                  <a:cubicBezTo>
                    <a:pt x="28" y="65"/>
                    <a:pt x="27" y="66"/>
                    <a:pt x="27" y="67"/>
                  </a:cubicBezTo>
                  <a:cubicBezTo>
                    <a:pt x="28" y="64"/>
                    <a:pt x="29" y="64"/>
                    <a:pt x="30" y="62"/>
                  </a:cubicBezTo>
                  <a:cubicBezTo>
                    <a:pt x="30" y="63"/>
                    <a:pt x="28" y="65"/>
                    <a:pt x="28" y="67"/>
                  </a:cubicBezTo>
                  <a:cubicBezTo>
                    <a:pt x="29" y="65"/>
                    <a:pt x="29" y="69"/>
                    <a:pt x="30" y="66"/>
                  </a:cubicBezTo>
                  <a:cubicBezTo>
                    <a:pt x="30" y="65"/>
                    <a:pt x="31" y="64"/>
                    <a:pt x="31" y="63"/>
                  </a:cubicBezTo>
                  <a:cubicBezTo>
                    <a:pt x="32" y="64"/>
                    <a:pt x="31" y="64"/>
                    <a:pt x="31" y="66"/>
                  </a:cubicBezTo>
                  <a:cubicBezTo>
                    <a:pt x="32" y="65"/>
                    <a:pt x="32" y="63"/>
                    <a:pt x="32" y="62"/>
                  </a:cubicBezTo>
                  <a:cubicBezTo>
                    <a:pt x="32" y="63"/>
                    <a:pt x="33" y="61"/>
                    <a:pt x="34" y="62"/>
                  </a:cubicBezTo>
                  <a:cubicBezTo>
                    <a:pt x="33" y="64"/>
                    <a:pt x="32" y="63"/>
                    <a:pt x="33" y="64"/>
                  </a:cubicBezTo>
                  <a:cubicBezTo>
                    <a:pt x="34" y="65"/>
                    <a:pt x="34" y="60"/>
                    <a:pt x="35" y="60"/>
                  </a:cubicBezTo>
                  <a:cubicBezTo>
                    <a:pt x="35" y="59"/>
                    <a:pt x="36" y="56"/>
                    <a:pt x="36" y="55"/>
                  </a:cubicBezTo>
                  <a:cubicBezTo>
                    <a:pt x="37" y="56"/>
                    <a:pt x="36" y="56"/>
                    <a:pt x="36" y="58"/>
                  </a:cubicBezTo>
                  <a:cubicBezTo>
                    <a:pt x="36" y="58"/>
                    <a:pt x="36" y="58"/>
                    <a:pt x="36" y="58"/>
                  </a:cubicBezTo>
                  <a:cubicBezTo>
                    <a:pt x="36" y="61"/>
                    <a:pt x="34" y="63"/>
                    <a:pt x="34" y="65"/>
                  </a:cubicBezTo>
                  <a:cubicBezTo>
                    <a:pt x="35" y="64"/>
                    <a:pt x="35" y="64"/>
                    <a:pt x="35" y="64"/>
                  </a:cubicBezTo>
                  <a:cubicBezTo>
                    <a:pt x="35" y="65"/>
                    <a:pt x="34" y="66"/>
                    <a:pt x="34" y="67"/>
                  </a:cubicBezTo>
                  <a:cubicBezTo>
                    <a:pt x="35" y="65"/>
                    <a:pt x="36" y="67"/>
                    <a:pt x="36" y="66"/>
                  </a:cubicBezTo>
                  <a:cubicBezTo>
                    <a:pt x="36" y="65"/>
                    <a:pt x="35" y="67"/>
                    <a:pt x="36" y="65"/>
                  </a:cubicBezTo>
                  <a:cubicBezTo>
                    <a:pt x="36" y="65"/>
                    <a:pt x="37" y="62"/>
                    <a:pt x="37" y="63"/>
                  </a:cubicBezTo>
                  <a:cubicBezTo>
                    <a:pt x="37" y="65"/>
                    <a:pt x="37" y="66"/>
                    <a:pt x="37" y="67"/>
                  </a:cubicBezTo>
                  <a:cubicBezTo>
                    <a:pt x="37" y="68"/>
                    <a:pt x="37" y="65"/>
                    <a:pt x="38" y="66"/>
                  </a:cubicBezTo>
                  <a:cubicBezTo>
                    <a:pt x="38" y="67"/>
                    <a:pt x="38" y="67"/>
                    <a:pt x="38" y="67"/>
                  </a:cubicBezTo>
                  <a:cubicBezTo>
                    <a:pt x="40" y="68"/>
                    <a:pt x="42" y="67"/>
                    <a:pt x="45" y="63"/>
                  </a:cubicBezTo>
                  <a:cubicBezTo>
                    <a:pt x="45" y="65"/>
                    <a:pt x="45" y="65"/>
                    <a:pt x="46" y="67"/>
                  </a:cubicBezTo>
                  <a:cubicBezTo>
                    <a:pt x="46" y="66"/>
                    <a:pt x="46" y="65"/>
                    <a:pt x="47" y="65"/>
                  </a:cubicBezTo>
                  <a:cubicBezTo>
                    <a:pt x="47" y="67"/>
                    <a:pt x="47" y="67"/>
                    <a:pt x="47" y="67"/>
                  </a:cubicBezTo>
                  <a:cubicBezTo>
                    <a:pt x="48" y="68"/>
                    <a:pt x="49" y="66"/>
                    <a:pt x="49" y="65"/>
                  </a:cubicBezTo>
                  <a:cubicBezTo>
                    <a:pt x="49" y="66"/>
                    <a:pt x="49" y="66"/>
                    <a:pt x="49" y="66"/>
                  </a:cubicBezTo>
                  <a:cubicBezTo>
                    <a:pt x="50" y="68"/>
                    <a:pt x="50" y="65"/>
                    <a:pt x="50" y="65"/>
                  </a:cubicBezTo>
                  <a:cubicBezTo>
                    <a:pt x="50" y="66"/>
                    <a:pt x="50" y="66"/>
                    <a:pt x="50" y="66"/>
                  </a:cubicBezTo>
                  <a:cubicBezTo>
                    <a:pt x="51" y="65"/>
                    <a:pt x="51" y="65"/>
                    <a:pt x="51" y="65"/>
                  </a:cubicBezTo>
                  <a:cubicBezTo>
                    <a:pt x="51" y="64"/>
                    <a:pt x="52" y="65"/>
                    <a:pt x="52" y="67"/>
                  </a:cubicBezTo>
                  <a:cubicBezTo>
                    <a:pt x="52" y="66"/>
                    <a:pt x="52" y="66"/>
                    <a:pt x="52" y="65"/>
                  </a:cubicBezTo>
                  <a:cubicBezTo>
                    <a:pt x="52" y="67"/>
                    <a:pt x="54" y="67"/>
                    <a:pt x="55" y="66"/>
                  </a:cubicBezTo>
                  <a:cubicBezTo>
                    <a:pt x="54" y="65"/>
                    <a:pt x="54" y="65"/>
                    <a:pt x="54" y="63"/>
                  </a:cubicBezTo>
                  <a:cubicBezTo>
                    <a:pt x="54" y="61"/>
                    <a:pt x="55" y="64"/>
                    <a:pt x="55" y="62"/>
                  </a:cubicBezTo>
                  <a:cubicBezTo>
                    <a:pt x="55" y="63"/>
                    <a:pt x="55" y="64"/>
                    <a:pt x="55" y="65"/>
                  </a:cubicBezTo>
                  <a:cubicBezTo>
                    <a:pt x="56" y="68"/>
                    <a:pt x="58" y="65"/>
                    <a:pt x="59" y="66"/>
                  </a:cubicBezTo>
                  <a:cubicBezTo>
                    <a:pt x="60" y="65"/>
                    <a:pt x="60" y="65"/>
                    <a:pt x="60" y="65"/>
                  </a:cubicBezTo>
                  <a:cubicBezTo>
                    <a:pt x="61" y="67"/>
                    <a:pt x="62" y="64"/>
                    <a:pt x="63" y="65"/>
                  </a:cubicBezTo>
                  <a:cubicBezTo>
                    <a:pt x="63" y="65"/>
                    <a:pt x="63" y="62"/>
                    <a:pt x="64" y="62"/>
                  </a:cubicBezTo>
                  <a:cubicBezTo>
                    <a:pt x="64" y="60"/>
                    <a:pt x="64" y="64"/>
                    <a:pt x="65" y="66"/>
                  </a:cubicBezTo>
                  <a:cubicBezTo>
                    <a:pt x="65" y="65"/>
                    <a:pt x="65" y="64"/>
                    <a:pt x="66" y="64"/>
                  </a:cubicBezTo>
                  <a:cubicBezTo>
                    <a:pt x="66" y="65"/>
                    <a:pt x="66" y="65"/>
                    <a:pt x="66" y="65"/>
                  </a:cubicBezTo>
                  <a:cubicBezTo>
                    <a:pt x="66" y="64"/>
                    <a:pt x="67" y="63"/>
                    <a:pt x="67" y="64"/>
                  </a:cubicBezTo>
                  <a:cubicBezTo>
                    <a:pt x="67" y="64"/>
                    <a:pt x="67" y="64"/>
                    <a:pt x="67" y="64"/>
                  </a:cubicBezTo>
                  <a:cubicBezTo>
                    <a:pt x="67" y="64"/>
                    <a:pt x="68" y="66"/>
                    <a:pt x="68" y="65"/>
                  </a:cubicBezTo>
                  <a:cubicBezTo>
                    <a:pt x="68" y="64"/>
                    <a:pt x="69" y="65"/>
                    <a:pt x="69" y="63"/>
                  </a:cubicBezTo>
                  <a:cubicBezTo>
                    <a:pt x="69" y="64"/>
                    <a:pt x="69" y="64"/>
                    <a:pt x="69" y="64"/>
                  </a:cubicBezTo>
                  <a:cubicBezTo>
                    <a:pt x="69" y="62"/>
                    <a:pt x="69" y="62"/>
                    <a:pt x="69" y="62"/>
                  </a:cubicBezTo>
                  <a:cubicBezTo>
                    <a:pt x="70" y="63"/>
                    <a:pt x="70" y="63"/>
                    <a:pt x="70" y="63"/>
                  </a:cubicBezTo>
                  <a:cubicBezTo>
                    <a:pt x="70" y="65"/>
                    <a:pt x="70" y="65"/>
                    <a:pt x="70" y="65"/>
                  </a:cubicBezTo>
                  <a:cubicBezTo>
                    <a:pt x="71" y="66"/>
                    <a:pt x="70" y="63"/>
                    <a:pt x="70" y="62"/>
                  </a:cubicBezTo>
                  <a:cubicBezTo>
                    <a:pt x="71" y="61"/>
                    <a:pt x="71" y="63"/>
                    <a:pt x="71" y="63"/>
                  </a:cubicBezTo>
                  <a:cubicBezTo>
                    <a:pt x="71" y="64"/>
                    <a:pt x="71" y="63"/>
                    <a:pt x="71" y="63"/>
                  </a:cubicBezTo>
                  <a:cubicBezTo>
                    <a:pt x="70" y="65"/>
                    <a:pt x="71" y="64"/>
                    <a:pt x="71" y="65"/>
                  </a:cubicBezTo>
                  <a:cubicBezTo>
                    <a:pt x="71" y="65"/>
                    <a:pt x="71" y="63"/>
                    <a:pt x="72" y="63"/>
                  </a:cubicBezTo>
                  <a:cubicBezTo>
                    <a:pt x="72" y="63"/>
                    <a:pt x="73" y="63"/>
                    <a:pt x="73" y="65"/>
                  </a:cubicBezTo>
                  <a:cubicBezTo>
                    <a:pt x="73" y="64"/>
                    <a:pt x="73" y="64"/>
                    <a:pt x="73" y="63"/>
                  </a:cubicBezTo>
                  <a:cubicBezTo>
                    <a:pt x="73" y="63"/>
                    <a:pt x="73" y="62"/>
                    <a:pt x="72" y="61"/>
                  </a:cubicBezTo>
                  <a:cubicBezTo>
                    <a:pt x="73" y="61"/>
                    <a:pt x="73" y="61"/>
                    <a:pt x="73" y="61"/>
                  </a:cubicBezTo>
                  <a:cubicBezTo>
                    <a:pt x="73" y="62"/>
                    <a:pt x="73" y="62"/>
                    <a:pt x="73" y="62"/>
                  </a:cubicBezTo>
                  <a:cubicBezTo>
                    <a:pt x="73" y="61"/>
                    <a:pt x="74" y="62"/>
                    <a:pt x="74" y="60"/>
                  </a:cubicBezTo>
                  <a:cubicBezTo>
                    <a:pt x="74" y="62"/>
                    <a:pt x="74" y="62"/>
                    <a:pt x="74" y="62"/>
                  </a:cubicBezTo>
                  <a:cubicBezTo>
                    <a:pt x="74" y="61"/>
                    <a:pt x="75" y="61"/>
                    <a:pt x="75" y="61"/>
                  </a:cubicBezTo>
                  <a:cubicBezTo>
                    <a:pt x="75" y="62"/>
                    <a:pt x="75" y="64"/>
                    <a:pt x="76" y="65"/>
                  </a:cubicBezTo>
                  <a:cubicBezTo>
                    <a:pt x="77" y="63"/>
                    <a:pt x="77" y="63"/>
                    <a:pt x="77" y="63"/>
                  </a:cubicBezTo>
                  <a:cubicBezTo>
                    <a:pt x="77" y="63"/>
                    <a:pt x="77" y="63"/>
                    <a:pt x="77" y="64"/>
                  </a:cubicBezTo>
                  <a:cubicBezTo>
                    <a:pt x="78" y="65"/>
                    <a:pt x="78" y="59"/>
                    <a:pt x="79" y="61"/>
                  </a:cubicBezTo>
                  <a:cubicBezTo>
                    <a:pt x="79" y="63"/>
                    <a:pt x="79" y="63"/>
                    <a:pt x="80" y="64"/>
                  </a:cubicBezTo>
                  <a:cubicBezTo>
                    <a:pt x="80" y="63"/>
                    <a:pt x="80" y="63"/>
                    <a:pt x="80" y="62"/>
                  </a:cubicBezTo>
                  <a:cubicBezTo>
                    <a:pt x="80" y="61"/>
                    <a:pt x="80" y="64"/>
                    <a:pt x="79" y="63"/>
                  </a:cubicBezTo>
                  <a:cubicBezTo>
                    <a:pt x="79" y="61"/>
                    <a:pt x="80" y="62"/>
                    <a:pt x="80" y="61"/>
                  </a:cubicBezTo>
                  <a:cubicBezTo>
                    <a:pt x="81" y="66"/>
                    <a:pt x="83" y="62"/>
                    <a:pt x="84" y="64"/>
                  </a:cubicBezTo>
                  <a:cubicBezTo>
                    <a:pt x="84" y="61"/>
                    <a:pt x="85" y="63"/>
                    <a:pt x="85" y="62"/>
                  </a:cubicBezTo>
                  <a:cubicBezTo>
                    <a:pt x="85" y="65"/>
                    <a:pt x="86" y="62"/>
                    <a:pt x="86" y="63"/>
                  </a:cubicBezTo>
                  <a:cubicBezTo>
                    <a:pt x="86" y="61"/>
                    <a:pt x="86" y="61"/>
                    <a:pt x="86" y="61"/>
                  </a:cubicBezTo>
                  <a:cubicBezTo>
                    <a:pt x="87" y="62"/>
                    <a:pt x="87" y="57"/>
                    <a:pt x="88" y="60"/>
                  </a:cubicBezTo>
                  <a:cubicBezTo>
                    <a:pt x="88" y="60"/>
                    <a:pt x="88" y="61"/>
                    <a:pt x="88" y="62"/>
                  </a:cubicBezTo>
                  <a:cubicBezTo>
                    <a:pt x="89" y="65"/>
                    <a:pt x="89" y="59"/>
                    <a:pt x="90" y="62"/>
                  </a:cubicBezTo>
                  <a:cubicBezTo>
                    <a:pt x="90" y="61"/>
                    <a:pt x="89" y="60"/>
                    <a:pt x="90" y="59"/>
                  </a:cubicBezTo>
                  <a:cubicBezTo>
                    <a:pt x="91" y="60"/>
                    <a:pt x="92" y="61"/>
                    <a:pt x="92" y="62"/>
                  </a:cubicBezTo>
                  <a:cubicBezTo>
                    <a:pt x="92" y="61"/>
                    <a:pt x="92" y="60"/>
                    <a:pt x="92" y="61"/>
                  </a:cubicBezTo>
                  <a:cubicBezTo>
                    <a:pt x="93" y="62"/>
                    <a:pt x="92" y="62"/>
                    <a:pt x="92" y="62"/>
                  </a:cubicBezTo>
                  <a:cubicBezTo>
                    <a:pt x="93" y="63"/>
                    <a:pt x="93" y="61"/>
                    <a:pt x="94" y="60"/>
                  </a:cubicBezTo>
                  <a:cubicBezTo>
                    <a:pt x="94" y="62"/>
                    <a:pt x="95" y="61"/>
                    <a:pt x="96" y="62"/>
                  </a:cubicBezTo>
                  <a:cubicBezTo>
                    <a:pt x="96" y="60"/>
                    <a:pt x="98" y="63"/>
                    <a:pt x="97" y="60"/>
                  </a:cubicBezTo>
                  <a:cubicBezTo>
                    <a:pt x="98" y="61"/>
                    <a:pt x="98" y="61"/>
                    <a:pt x="98" y="61"/>
                  </a:cubicBezTo>
                  <a:cubicBezTo>
                    <a:pt x="98" y="60"/>
                    <a:pt x="98" y="58"/>
                    <a:pt x="98" y="58"/>
                  </a:cubicBezTo>
                  <a:cubicBezTo>
                    <a:pt x="98" y="60"/>
                    <a:pt x="98" y="60"/>
                    <a:pt x="98" y="60"/>
                  </a:cubicBezTo>
                  <a:cubicBezTo>
                    <a:pt x="99" y="62"/>
                    <a:pt x="99" y="60"/>
                    <a:pt x="100" y="61"/>
                  </a:cubicBezTo>
                  <a:cubicBezTo>
                    <a:pt x="99" y="59"/>
                    <a:pt x="100" y="61"/>
                    <a:pt x="100" y="60"/>
                  </a:cubicBezTo>
                  <a:cubicBezTo>
                    <a:pt x="100" y="59"/>
                    <a:pt x="100" y="59"/>
                    <a:pt x="100" y="59"/>
                  </a:cubicBezTo>
                  <a:cubicBezTo>
                    <a:pt x="101" y="58"/>
                    <a:pt x="100" y="58"/>
                    <a:pt x="101" y="57"/>
                  </a:cubicBezTo>
                  <a:cubicBezTo>
                    <a:pt x="101" y="57"/>
                    <a:pt x="101" y="60"/>
                    <a:pt x="101" y="59"/>
                  </a:cubicBezTo>
                  <a:cubicBezTo>
                    <a:pt x="102" y="60"/>
                    <a:pt x="102" y="60"/>
                    <a:pt x="102" y="59"/>
                  </a:cubicBezTo>
                  <a:cubicBezTo>
                    <a:pt x="102" y="59"/>
                    <a:pt x="102" y="59"/>
                    <a:pt x="102" y="59"/>
                  </a:cubicBezTo>
                  <a:cubicBezTo>
                    <a:pt x="102" y="59"/>
                    <a:pt x="102" y="59"/>
                    <a:pt x="102" y="59"/>
                  </a:cubicBezTo>
                  <a:cubicBezTo>
                    <a:pt x="103" y="59"/>
                    <a:pt x="103" y="59"/>
                    <a:pt x="103" y="59"/>
                  </a:cubicBezTo>
                  <a:cubicBezTo>
                    <a:pt x="103" y="59"/>
                    <a:pt x="103" y="59"/>
                    <a:pt x="103" y="59"/>
                  </a:cubicBezTo>
                  <a:cubicBezTo>
                    <a:pt x="103" y="59"/>
                    <a:pt x="103" y="59"/>
                    <a:pt x="102" y="59"/>
                  </a:cubicBezTo>
                  <a:cubicBezTo>
                    <a:pt x="103" y="59"/>
                    <a:pt x="103" y="59"/>
                    <a:pt x="103" y="59"/>
                  </a:cubicBezTo>
                  <a:cubicBezTo>
                    <a:pt x="103" y="59"/>
                    <a:pt x="103" y="59"/>
                    <a:pt x="103" y="59"/>
                  </a:cubicBezTo>
                  <a:cubicBezTo>
                    <a:pt x="103" y="59"/>
                    <a:pt x="103" y="59"/>
                    <a:pt x="103" y="60"/>
                  </a:cubicBezTo>
                  <a:cubicBezTo>
                    <a:pt x="104" y="61"/>
                    <a:pt x="104" y="61"/>
                    <a:pt x="104" y="61"/>
                  </a:cubicBezTo>
                  <a:cubicBezTo>
                    <a:pt x="104" y="61"/>
                    <a:pt x="104" y="59"/>
                    <a:pt x="104" y="59"/>
                  </a:cubicBezTo>
                  <a:cubicBezTo>
                    <a:pt x="106" y="60"/>
                    <a:pt x="108" y="58"/>
                    <a:pt x="108" y="57"/>
                  </a:cubicBezTo>
                  <a:cubicBezTo>
                    <a:pt x="108" y="57"/>
                    <a:pt x="108" y="58"/>
                    <a:pt x="108" y="58"/>
                  </a:cubicBezTo>
                  <a:cubicBezTo>
                    <a:pt x="108" y="57"/>
                    <a:pt x="108" y="56"/>
                    <a:pt x="109" y="57"/>
                  </a:cubicBezTo>
                  <a:cubicBezTo>
                    <a:pt x="109" y="56"/>
                    <a:pt x="109" y="58"/>
                    <a:pt x="110" y="58"/>
                  </a:cubicBezTo>
                  <a:cubicBezTo>
                    <a:pt x="110" y="58"/>
                    <a:pt x="110" y="56"/>
                    <a:pt x="109" y="56"/>
                  </a:cubicBezTo>
                  <a:cubicBezTo>
                    <a:pt x="111" y="59"/>
                    <a:pt x="111" y="55"/>
                    <a:pt x="113" y="56"/>
                  </a:cubicBezTo>
                  <a:cubicBezTo>
                    <a:pt x="113" y="56"/>
                    <a:pt x="113" y="57"/>
                    <a:pt x="113" y="57"/>
                  </a:cubicBezTo>
                  <a:cubicBezTo>
                    <a:pt x="114" y="56"/>
                    <a:pt x="114" y="55"/>
                    <a:pt x="115" y="53"/>
                  </a:cubicBezTo>
                  <a:cubicBezTo>
                    <a:pt x="115" y="55"/>
                    <a:pt x="115" y="55"/>
                    <a:pt x="115" y="55"/>
                  </a:cubicBezTo>
                  <a:cubicBezTo>
                    <a:pt x="115" y="55"/>
                    <a:pt x="116" y="55"/>
                    <a:pt x="116" y="54"/>
                  </a:cubicBezTo>
                  <a:cubicBezTo>
                    <a:pt x="115" y="52"/>
                    <a:pt x="116" y="51"/>
                    <a:pt x="116" y="51"/>
                  </a:cubicBezTo>
                  <a:cubicBezTo>
                    <a:pt x="116" y="51"/>
                    <a:pt x="116" y="51"/>
                    <a:pt x="116" y="51"/>
                  </a:cubicBezTo>
                  <a:cubicBezTo>
                    <a:pt x="117" y="50"/>
                    <a:pt x="117" y="50"/>
                    <a:pt x="117" y="50"/>
                  </a:cubicBezTo>
                  <a:cubicBezTo>
                    <a:pt x="118" y="51"/>
                    <a:pt x="117" y="51"/>
                    <a:pt x="117" y="52"/>
                  </a:cubicBezTo>
                  <a:cubicBezTo>
                    <a:pt x="118" y="54"/>
                    <a:pt x="119" y="53"/>
                    <a:pt x="119" y="53"/>
                  </a:cubicBezTo>
                  <a:cubicBezTo>
                    <a:pt x="119" y="51"/>
                    <a:pt x="119" y="51"/>
                    <a:pt x="119" y="51"/>
                  </a:cubicBezTo>
                  <a:cubicBezTo>
                    <a:pt x="120" y="51"/>
                    <a:pt x="120" y="53"/>
                    <a:pt x="120" y="53"/>
                  </a:cubicBezTo>
                  <a:cubicBezTo>
                    <a:pt x="120" y="47"/>
                    <a:pt x="120" y="47"/>
                    <a:pt x="120" y="47"/>
                  </a:cubicBezTo>
                  <a:cubicBezTo>
                    <a:pt x="120" y="48"/>
                    <a:pt x="121" y="50"/>
                    <a:pt x="121" y="51"/>
                  </a:cubicBezTo>
                  <a:cubicBezTo>
                    <a:pt x="122" y="50"/>
                    <a:pt x="122" y="47"/>
                    <a:pt x="122" y="45"/>
                  </a:cubicBezTo>
                  <a:cubicBezTo>
                    <a:pt x="122" y="46"/>
                    <a:pt x="123" y="44"/>
                    <a:pt x="123" y="44"/>
                  </a:cubicBezTo>
                  <a:cubicBezTo>
                    <a:pt x="124" y="45"/>
                    <a:pt x="123" y="44"/>
                    <a:pt x="123" y="45"/>
                  </a:cubicBezTo>
                  <a:cubicBezTo>
                    <a:pt x="124" y="47"/>
                    <a:pt x="124" y="47"/>
                    <a:pt x="124" y="47"/>
                  </a:cubicBezTo>
                  <a:cubicBezTo>
                    <a:pt x="123" y="47"/>
                    <a:pt x="125" y="49"/>
                    <a:pt x="125" y="50"/>
                  </a:cubicBezTo>
                  <a:cubicBezTo>
                    <a:pt x="125" y="49"/>
                    <a:pt x="126" y="49"/>
                    <a:pt x="127" y="50"/>
                  </a:cubicBezTo>
                  <a:cubicBezTo>
                    <a:pt x="126" y="47"/>
                    <a:pt x="128" y="48"/>
                    <a:pt x="127" y="45"/>
                  </a:cubicBezTo>
                  <a:cubicBezTo>
                    <a:pt x="128" y="45"/>
                    <a:pt x="128" y="47"/>
                    <a:pt x="129" y="48"/>
                  </a:cubicBezTo>
                  <a:cubicBezTo>
                    <a:pt x="129" y="46"/>
                    <a:pt x="131" y="47"/>
                    <a:pt x="131" y="46"/>
                  </a:cubicBezTo>
                  <a:cubicBezTo>
                    <a:pt x="131" y="47"/>
                    <a:pt x="131" y="47"/>
                    <a:pt x="131" y="47"/>
                  </a:cubicBezTo>
                  <a:cubicBezTo>
                    <a:pt x="132" y="46"/>
                    <a:pt x="134" y="46"/>
                    <a:pt x="133" y="43"/>
                  </a:cubicBezTo>
                  <a:cubicBezTo>
                    <a:pt x="134" y="45"/>
                    <a:pt x="134" y="45"/>
                    <a:pt x="134" y="45"/>
                  </a:cubicBezTo>
                  <a:cubicBezTo>
                    <a:pt x="135" y="45"/>
                    <a:pt x="133" y="42"/>
                    <a:pt x="134" y="43"/>
                  </a:cubicBezTo>
                  <a:cubicBezTo>
                    <a:pt x="135" y="44"/>
                    <a:pt x="135" y="44"/>
                    <a:pt x="135" y="44"/>
                  </a:cubicBezTo>
                  <a:cubicBezTo>
                    <a:pt x="135" y="43"/>
                    <a:pt x="136" y="45"/>
                    <a:pt x="136" y="43"/>
                  </a:cubicBezTo>
                  <a:cubicBezTo>
                    <a:pt x="136" y="44"/>
                    <a:pt x="136" y="44"/>
                    <a:pt x="136" y="44"/>
                  </a:cubicBezTo>
                  <a:cubicBezTo>
                    <a:pt x="137" y="43"/>
                    <a:pt x="138" y="43"/>
                    <a:pt x="137" y="41"/>
                  </a:cubicBezTo>
                  <a:cubicBezTo>
                    <a:pt x="138" y="43"/>
                    <a:pt x="138" y="43"/>
                    <a:pt x="138" y="43"/>
                  </a:cubicBezTo>
                  <a:cubicBezTo>
                    <a:pt x="139" y="44"/>
                    <a:pt x="138" y="41"/>
                    <a:pt x="139" y="41"/>
                  </a:cubicBezTo>
                  <a:cubicBezTo>
                    <a:pt x="139" y="42"/>
                    <a:pt x="140" y="42"/>
                    <a:pt x="139" y="42"/>
                  </a:cubicBezTo>
                  <a:cubicBezTo>
                    <a:pt x="139" y="41"/>
                    <a:pt x="140" y="41"/>
                    <a:pt x="140" y="40"/>
                  </a:cubicBezTo>
                  <a:cubicBezTo>
                    <a:pt x="142" y="42"/>
                    <a:pt x="142" y="42"/>
                    <a:pt x="142" y="42"/>
                  </a:cubicBezTo>
                  <a:cubicBezTo>
                    <a:pt x="145" y="41"/>
                    <a:pt x="148" y="39"/>
                    <a:pt x="150" y="36"/>
                  </a:cubicBezTo>
                  <a:cubicBezTo>
                    <a:pt x="152" y="38"/>
                    <a:pt x="150" y="38"/>
                    <a:pt x="151" y="39"/>
                  </a:cubicBezTo>
                  <a:cubicBezTo>
                    <a:pt x="150" y="37"/>
                    <a:pt x="151" y="38"/>
                    <a:pt x="152" y="37"/>
                  </a:cubicBezTo>
                  <a:cubicBezTo>
                    <a:pt x="152" y="37"/>
                    <a:pt x="152" y="37"/>
                    <a:pt x="152" y="37"/>
                  </a:cubicBezTo>
                  <a:cubicBezTo>
                    <a:pt x="152" y="37"/>
                    <a:pt x="153" y="38"/>
                    <a:pt x="153" y="37"/>
                  </a:cubicBezTo>
                  <a:cubicBezTo>
                    <a:pt x="153" y="37"/>
                    <a:pt x="153" y="37"/>
                    <a:pt x="153" y="37"/>
                  </a:cubicBezTo>
                  <a:cubicBezTo>
                    <a:pt x="153" y="35"/>
                    <a:pt x="155" y="38"/>
                    <a:pt x="154" y="36"/>
                  </a:cubicBezTo>
                  <a:cubicBezTo>
                    <a:pt x="155" y="37"/>
                    <a:pt x="155" y="37"/>
                    <a:pt x="155" y="37"/>
                  </a:cubicBezTo>
                  <a:cubicBezTo>
                    <a:pt x="154" y="35"/>
                    <a:pt x="156" y="37"/>
                    <a:pt x="156" y="35"/>
                  </a:cubicBezTo>
                  <a:cubicBezTo>
                    <a:pt x="156" y="36"/>
                    <a:pt x="156" y="36"/>
                    <a:pt x="156" y="36"/>
                  </a:cubicBezTo>
                  <a:cubicBezTo>
                    <a:pt x="157" y="36"/>
                    <a:pt x="156" y="32"/>
                    <a:pt x="157" y="34"/>
                  </a:cubicBezTo>
                  <a:cubicBezTo>
                    <a:pt x="157" y="33"/>
                    <a:pt x="158" y="32"/>
                    <a:pt x="157" y="31"/>
                  </a:cubicBezTo>
                  <a:cubicBezTo>
                    <a:pt x="158" y="33"/>
                    <a:pt x="158" y="33"/>
                    <a:pt x="158" y="33"/>
                  </a:cubicBezTo>
                  <a:cubicBezTo>
                    <a:pt x="160" y="30"/>
                    <a:pt x="163" y="29"/>
                    <a:pt x="162" y="26"/>
                  </a:cubicBezTo>
                  <a:cubicBezTo>
                    <a:pt x="163" y="27"/>
                    <a:pt x="163" y="27"/>
                    <a:pt x="163" y="27"/>
                  </a:cubicBezTo>
                  <a:cubicBezTo>
                    <a:pt x="163" y="24"/>
                    <a:pt x="167" y="27"/>
                    <a:pt x="165" y="23"/>
                  </a:cubicBezTo>
                  <a:cubicBezTo>
                    <a:pt x="164" y="21"/>
                    <a:pt x="164" y="21"/>
                    <a:pt x="164" y="21"/>
                  </a:cubicBezTo>
                  <a:cubicBezTo>
                    <a:pt x="166" y="23"/>
                    <a:pt x="166" y="23"/>
                    <a:pt x="166" y="23"/>
                  </a:cubicBezTo>
                  <a:cubicBezTo>
                    <a:pt x="165" y="21"/>
                    <a:pt x="167" y="21"/>
                    <a:pt x="166" y="20"/>
                  </a:cubicBezTo>
                  <a:cubicBezTo>
                    <a:pt x="166" y="21"/>
                    <a:pt x="166" y="21"/>
                    <a:pt x="167" y="21"/>
                  </a:cubicBezTo>
                  <a:cubicBezTo>
                    <a:pt x="167" y="21"/>
                    <a:pt x="166" y="19"/>
                    <a:pt x="167" y="19"/>
                  </a:cubicBezTo>
                  <a:cubicBezTo>
                    <a:pt x="167" y="20"/>
                    <a:pt x="167" y="20"/>
                    <a:pt x="167" y="20"/>
                  </a:cubicBezTo>
                  <a:cubicBezTo>
                    <a:pt x="171" y="20"/>
                    <a:pt x="176" y="17"/>
                    <a:pt x="174" y="13"/>
                  </a:cubicBezTo>
                  <a:cubicBezTo>
                    <a:pt x="174" y="12"/>
                    <a:pt x="177" y="14"/>
                    <a:pt x="177" y="14"/>
                  </a:cubicBezTo>
                  <a:cubicBezTo>
                    <a:pt x="175" y="10"/>
                    <a:pt x="181" y="9"/>
                    <a:pt x="177" y="5"/>
                  </a:cubicBezTo>
                  <a:close/>
                  <a:moveTo>
                    <a:pt x="10" y="32"/>
                  </a:moveTo>
                  <a:cubicBezTo>
                    <a:pt x="10" y="32"/>
                    <a:pt x="10" y="32"/>
                    <a:pt x="10" y="31"/>
                  </a:cubicBezTo>
                  <a:cubicBezTo>
                    <a:pt x="10" y="32"/>
                    <a:pt x="10" y="32"/>
                    <a:pt x="10" y="32"/>
                  </a:cubicBezTo>
                  <a:close/>
                  <a:moveTo>
                    <a:pt x="6" y="35"/>
                  </a:moveTo>
                  <a:cubicBezTo>
                    <a:pt x="6" y="35"/>
                    <a:pt x="6" y="35"/>
                    <a:pt x="5" y="35"/>
                  </a:cubicBezTo>
                  <a:cubicBezTo>
                    <a:pt x="6" y="34"/>
                    <a:pt x="6" y="34"/>
                    <a:pt x="6" y="34"/>
                  </a:cubicBezTo>
                  <a:cubicBezTo>
                    <a:pt x="6" y="34"/>
                    <a:pt x="6" y="35"/>
                    <a:pt x="6" y="35"/>
                  </a:cubicBezTo>
                  <a:close/>
                  <a:moveTo>
                    <a:pt x="10" y="35"/>
                  </a:moveTo>
                  <a:cubicBezTo>
                    <a:pt x="10" y="35"/>
                    <a:pt x="10" y="35"/>
                    <a:pt x="10" y="35"/>
                  </a:cubicBezTo>
                  <a:cubicBezTo>
                    <a:pt x="10" y="35"/>
                    <a:pt x="10" y="35"/>
                    <a:pt x="10" y="35"/>
                  </a:cubicBezTo>
                  <a:close/>
                  <a:moveTo>
                    <a:pt x="9" y="32"/>
                  </a:moveTo>
                  <a:cubicBezTo>
                    <a:pt x="9" y="33"/>
                    <a:pt x="8" y="33"/>
                    <a:pt x="8" y="33"/>
                  </a:cubicBezTo>
                  <a:cubicBezTo>
                    <a:pt x="9" y="31"/>
                    <a:pt x="10" y="31"/>
                    <a:pt x="10" y="32"/>
                  </a:cubicBezTo>
                  <a:cubicBezTo>
                    <a:pt x="9" y="33"/>
                    <a:pt x="9" y="34"/>
                    <a:pt x="9" y="34"/>
                  </a:cubicBezTo>
                  <a:cubicBezTo>
                    <a:pt x="8" y="34"/>
                    <a:pt x="8" y="34"/>
                    <a:pt x="8" y="34"/>
                  </a:cubicBezTo>
                  <a:cubicBezTo>
                    <a:pt x="8" y="34"/>
                    <a:pt x="9" y="34"/>
                    <a:pt x="9" y="32"/>
                  </a:cubicBezTo>
                  <a:close/>
                  <a:moveTo>
                    <a:pt x="7" y="35"/>
                  </a:moveTo>
                  <a:cubicBezTo>
                    <a:pt x="7" y="35"/>
                    <a:pt x="7" y="34"/>
                    <a:pt x="7" y="34"/>
                  </a:cubicBezTo>
                  <a:cubicBezTo>
                    <a:pt x="7" y="34"/>
                    <a:pt x="7" y="34"/>
                    <a:pt x="7" y="35"/>
                  </a:cubicBezTo>
                  <a:cubicBezTo>
                    <a:pt x="7" y="35"/>
                    <a:pt x="7" y="35"/>
                    <a:pt x="7" y="35"/>
                  </a:cubicBezTo>
                  <a:close/>
                  <a:moveTo>
                    <a:pt x="7" y="35"/>
                  </a:moveTo>
                  <a:cubicBezTo>
                    <a:pt x="7" y="35"/>
                    <a:pt x="7" y="35"/>
                    <a:pt x="7" y="35"/>
                  </a:cubicBezTo>
                  <a:cubicBezTo>
                    <a:pt x="7" y="35"/>
                    <a:pt x="7" y="35"/>
                    <a:pt x="7" y="35"/>
                  </a:cubicBezTo>
                  <a:cubicBezTo>
                    <a:pt x="7" y="35"/>
                    <a:pt x="7" y="35"/>
                    <a:pt x="7" y="35"/>
                  </a:cubicBezTo>
                  <a:cubicBezTo>
                    <a:pt x="8" y="35"/>
                    <a:pt x="8" y="35"/>
                    <a:pt x="8" y="35"/>
                  </a:cubicBezTo>
                  <a:cubicBezTo>
                    <a:pt x="8" y="35"/>
                    <a:pt x="8" y="35"/>
                    <a:pt x="8" y="36"/>
                  </a:cubicBezTo>
                  <a:cubicBezTo>
                    <a:pt x="8" y="36"/>
                    <a:pt x="9" y="35"/>
                    <a:pt x="9" y="35"/>
                  </a:cubicBezTo>
                  <a:cubicBezTo>
                    <a:pt x="9" y="35"/>
                    <a:pt x="10" y="36"/>
                    <a:pt x="10" y="36"/>
                  </a:cubicBezTo>
                  <a:cubicBezTo>
                    <a:pt x="10" y="36"/>
                    <a:pt x="10" y="36"/>
                    <a:pt x="10" y="36"/>
                  </a:cubicBezTo>
                  <a:cubicBezTo>
                    <a:pt x="9" y="36"/>
                    <a:pt x="8" y="36"/>
                    <a:pt x="7" y="35"/>
                  </a:cubicBezTo>
                  <a:close/>
                  <a:moveTo>
                    <a:pt x="9" y="36"/>
                  </a:moveTo>
                  <a:cubicBezTo>
                    <a:pt x="10" y="36"/>
                    <a:pt x="10" y="36"/>
                    <a:pt x="10" y="36"/>
                  </a:cubicBezTo>
                  <a:cubicBezTo>
                    <a:pt x="10" y="36"/>
                    <a:pt x="10" y="36"/>
                    <a:pt x="10" y="37"/>
                  </a:cubicBezTo>
                  <a:cubicBezTo>
                    <a:pt x="10" y="36"/>
                    <a:pt x="9" y="36"/>
                    <a:pt x="9" y="3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rgbClr val="34322F"/>
                </a:solidFill>
              </a:endParaRPr>
            </a:p>
          </p:txBody>
        </p:sp>
        <p:sp>
          <p:nvSpPr>
            <p:cNvPr id="100" name="Freeform 435"/>
            <p:cNvSpPr/>
            <p:nvPr>
              <p:custDataLst>
                <p:tags r:id="rId33"/>
              </p:custDataLst>
            </p:nvPr>
          </p:nvSpPr>
          <p:spPr bwMode="auto">
            <a:xfrm>
              <a:off x="3712" y="2809"/>
              <a:ext cx="4" cy="2"/>
            </a:xfrm>
            <a:custGeom>
              <a:avLst/>
              <a:gdLst>
                <a:gd name="T0" fmla="*/ 1 w 2"/>
                <a:gd name="T1" fmla="*/ 0 h 1"/>
                <a:gd name="T2" fmla="*/ 0 w 2"/>
                <a:gd name="T3" fmla="*/ 1 h 1"/>
                <a:gd name="T4" fmla="*/ 2 w 2"/>
                <a:gd name="T5" fmla="*/ 0 h 1"/>
                <a:gd name="T6" fmla="*/ 1 w 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2" y="1"/>
                    <a:pt x="2" y="0"/>
                  </a:cubicBezTo>
                  <a:lnTo>
                    <a:pt x="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rgbClr val="34322F"/>
                </a:solidFill>
              </a:endParaRPr>
            </a:p>
          </p:txBody>
        </p:sp>
        <p:sp>
          <p:nvSpPr>
            <p:cNvPr id="101" name="Freeform 436"/>
            <p:cNvSpPr>
              <a:spLocks noEditPoints="1"/>
            </p:cNvSpPr>
            <p:nvPr>
              <p:custDataLst>
                <p:tags r:id="rId34"/>
              </p:custDataLst>
            </p:nvPr>
          </p:nvSpPr>
          <p:spPr bwMode="auto">
            <a:xfrm>
              <a:off x="3434" y="1624"/>
              <a:ext cx="862" cy="1213"/>
            </a:xfrm>
            <a:custGeom>
              <a:avLst/>
              <a:gdLst>
                <a:gd name="T0" fmla="*/ 172 w 406"/>
                <a:gd name="T1" fmla="*/ 570 h 572"/>
                <a:gd name="T2" fmla="*/ 205 w 406"/>
                <a:gd name="T3" fmla="*/ 568 h 572"/>
                <a:gd name="T4" fmla="*/ 239 w 406"/>
                <a:gd name="T5" fmla="*/ 564 h 572"/>
                <a:gd name="T6" fmla="*/ 281 w 406"/>
                <a:gd name="T7" fmla="*/ 547 h 572"/>
                <a:gd name="T8" fmla="*/ 300 w 406"/>
                <a:gd name="T9" fmla="*/ 522 h 572"/>
                <a:gd name="T10" fmla="*/ 204 w 406"/>
                <a:gd name="T11" fmla="*/ 395 h 572"/>
                <a:gd name="T12" fmla="*/ 207 w 406"/>
                <a:gd name="T13" fmla="*/ 339 h 572"/>
                <a:gd name="T14" fmla="*/ 214 w 406"/>
                <a:gd name="T15" fmla="*/ 279 h 572"/>
                <a:gd name="T16" fmla="*/ 177 w 406"/>
                <a:gd name="T17" fmla="*/ 304 h 572"/>
                <a:gd name="T18" fmla="*/ 184 w 406"/>
                <a:gd name="T19" fmla="*/ 298 h 572"/>
                <a:gd name="T20" fmla="*/ 197 w 406"/>
                <a:gd name="T21" fmla="*/ 321 h 572"/>
                <a:gd name="T22" fmla="*/ 186 w 406"/>
                <a:gd name="T23" fmla="*/ 337 h 572"/>
                <a:gd name="T24" fmla="*/ 190 w 406"/>
                <a:gd name="T25" fmla="*/ 347 h 572"/>
                <a:gd name="T26" fmla="*/ 189 w 406"/>
                <a:gd name="T27" fmla="*/ 365 h 572"/>
                <a:gd name="T28" fmla="*/ 189 w 406"/>
                <a:gd name="T29" fmla="*/ 382 h 572"/>
                <a:gd name="T30" fmla="*/ 194 w 406"/>
                <a:gd name="T31" fmla="*/ 401 h 572"/>
                <a:gd name="T32" fmla="*/ 198 w 406"/>
                <a:gd name="T33" fmla="*/ 426 h 572"/>
                <a:gd name="T34" fmla="*/ 92 w 406"/>
                <a:gd name="T35" fmla="*/ 277 h 572"/>
                <a:gd name="T36" fmla="*/ 68 w 406"/>
                <a:gd name="T37" fmla="*/ 218 h 572"/>
                <a:gd name="T38" fmla="*/ 189 w 406"/>
                <a:gd name="T39" fmla="*/ 198 h 572"/>
                <a:gd name="T40" fmla="*/ 299 w 406"/>
                <a:gd name="T41" fmla="*/ 279 h 572"/>
                <a:gd name="T42" fmla="*/ 240 w 406"/>
                <a:gd name="T43" fmla="*/ 425 h 572"/>
                <a:gd name="T44" fmla="*/ 250 w 406"/>
                <a:gd name="T45" fmla="*/ 401 h 572"/>
                <a:gd name="T46" fmla="*/ 257 w 406"/>
                <a:gd name="T47" fmla="*/ 380 h 572"/>
                <a:gd name="T48" fmla="*/ 262 w 406"/>
                <a:gd name="T49" fmla="*/ 342 h 572"/>
                <a:gd name="T50" fmla="*/ 279 w 406"/>
                <a:gd name="T51" fmla="*/ 305 h 572"/>
                <a:gd name="T52" fmla="*/ 323 w 406"/>
                <a:gd name="T53" fmla="*/ 287 h 572"/>
                <a:gd name="T54" fmla="*/ 345 w 406"/>
                <a:gd name="T55" fmla="*/ 231 h 572"/>
                <a:gd name="T56" fmla="*/ 313 w 406"/>
                <a:gd name="T57" fmla="*/ 163 h 572"/>
                <a:gd name="T58" fmla="*/ 199 w 406"/>
                <a:gd name="T59" fmla="*/ 120 h 572"/>
                <a:gd name="T60" fmla="*/ 99 w 406"/>
                <a:gd name="T61" fmla="*/ 189 h 572"/>
                <a:gd name="T62" fmla="*/ 67 w 406"/>
                <a:gd name="T63" fmla="*/ 156 h 572"/>
                <a:gd name="T64" fmla="*/ 18 w 406"/>
                <a:gd name="T65" fmla="*/ 247 h 572"/>
                <a:gd name="T66" fmla="*/ 17 w 406"/>
                <a:gd name="T67" fmla="*/ 216 h 572"/>
                <a:gd name="T68" fmla="*/ 18 w 406"/>
                <a:gd name="T69" fmla="*/ 212 h 572"/>
                <a:gd name="T70" fmla="*/ 18 w 406"/>
                <a:gd name="T71" fmla="*/ 213 h 572"/>
                <a:gd name="T72" fmla="*/ 20 w 406"/>
                <a:gd name="T73" fmla="*/ 216 h 572"/>
                <a:gd name="T74" fmla="*/ 36 w 406"/>
                <a:gd name="T75" fmla="*/ 256 h 572"/>
                <a:gd name="T76" fmla="*/ 80 w 406"/>
                <a:gd name="T77" fmla="*/ 293 h 572"/>
                <a:gd name="T78" fmla="*/ 143 w 406"/>
                <a:gd name="T79" fmla="*/ 304 h 572"/>
                <a:gd name="T80" fmla="*/ 162 w 406"/>
                <a:gd name="T81" fmla="*/ 375 h 572"/>
                <a:gd name="T82" fmla="*/ 177 w 406"/>
                <a:gd name="T83" fmla="*/ 504 h 572"/>
                <a:gd name="T84" fmla="*/ 192 w 406"/>
                <a:gd name="T85" fmla="*/ 530 h 572"/>
                <a:gd name="T86" fmla="*/ 191 w 406"/>
                <a:gd name="T87" fmla="*/ 504 h 572"/>
                <a:gd name="T88" fmla="*/ 192 w 406"/>
                <a:gd name="T89" fmla="*/ 486 h 572"/>
                <a:gd name="T90" fmla="*/ 194 w 406"/>
                <a:gd name="T91" fmla="*/ 451 h 572"/>
                <a:gd name="T92" fmla="*/ 220 w 406"/>
                <a:gd name="T93" fmla="*/ 447 h 572"/>
                <a:gd name="T94" fmla="*/ 240 w 406"/>
                <a:gd name="T95" fmla="*/ 469 h 572"/>
                <a:gd name="T96" fmla="*/ 247 w 406"/>
                <a:gd name="T97" fmla="*/ 543 h 572"/>
                <a:gd name="T98" fmla="*/ 146 w 406"/>
                <a:gd name="T99" fmla="*/ 545 h 572"/>
                <a:gd name="T100" fmla="*/ 137 w 406"/>
                <a:gd name="T101" fmla="*/ 524 h 572"/>
                <a:gd name="T102" fmla="*/ 130 w 406"/>
                <a:gd name="T103" fmla="*/ 553 h 572"/>
                <a:gd name="T104" fmla="*/ 193 w 406"/>
                <a:gd name="T105" fmla="*/ 309 h 572"/>
                <a:gd name="T106" fmla="*/ 196 w 406"/>
                <a:gd name="T107" fmla="*/ 303 h 572"/>
                <a:gd name="T108" fmla="*/ 209 w 406"/>
                <a:gd name="T109" fmla="*/ 295 h 572"/>
                <a:gd name="T110" fmla="*/ 218 w 406"/>
                <a:gd name="T111" fmla="*/ 301 h 572"/>
                <a:gd name="T112" fmla="*/ 221 w 406"/>
                <a:gd name="T113" fmla="*/ 307 h 572"/>
                <a:gd name="T114" fmla="*/ 211 w 406"/>
                <a:gd name="T115" fmla="*/ 310 h 572"/>
                <a:gd name="T116" fmla="*/ 222 w 406"/>
                <a:gd name="T117" fmla="*/ 307 h 572"/>
                <a:gd name="T118" fmla="*/ 191 w 406"/>
                <a:gd name="T119" fmla="*/ 185 h 572"/>
                <a:gd name="T120" fmla="*/ 63 w 406"/>
                <a:gd name="T121" fmla="*/ 186 h 572"/>
                <a:gd name="T122" fmla="*/ 22 w 406"/>
                <a:gd name="T123" fmla="*/ 214 h 5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06" h="572">
                  <a:moveTo>
                    <a:pt x="135" y="564"/>
                  </a:moveTo>
                  <a:cubicBezTo>
                    <a:pt x="136" y="564"/>
                    <a:pt x="137" y="565"/>
                    <a:pt x="137" y="564"/>
                  </a:cubicBezTo>
                  <a:cubicBezTo>
                    <a:pt x="137" y="565"/>
                    <a:pt x="137" y="565"/>
                    <a:pt x="137" y="565"/>
                  </a:cubicBezTo>
                  <a:cubicBezTo>
                    <a:pt x="138" y="565"/>
                    <a:pt x="140" y="563"/>
                    <a:pt x="139" y="566"/>
                  </a:cubicBezTo>
                  <a:cubicBezTo>
                    <a:pt x="140" y="563"/>
                    <a:pt x="139" y="565"/>
                    <a:pt x="138" y="564"/>
                  </a:cubicBezTo>
                  <a:cubicBezTo>
                    <a:pt x="139" y="562"/>
                    <a:pt x="140" y="563"/>
                    <a:pt x="141" y="562"/>
                  </a:cubicBezTo>
                  <a:cubicBezTo>
                    <a:pt x="139" y="565"/>
                    <a:pt x="142" y="563"/>
                    <a:pt x="142" y="564"/>
                  </a:cubicBezTo>
                  <a:cubicBezTo>
                    <a:pt x="142" y="565"/>
                    <a:pt x="142" y="565"/>
                    <a:pt x="142" y="566"/>
                  </a:cubicBezTo>
                  <a:cubicBezTo>
                    <a:pt x="143" y="564"/>
                    <a:pt x="143" y="564"/>
                    <a:pt x="143" y="564"/>
                  </a:cubicBezTo>
                  <a:cubicBezTo>
                    <a:pt x="142" y="568"/>
                    <a:pt x="145" y="564"/>
                    <a:pt x="145" y="566"/>
                  </a:cubicBezTo>
                  <a:cubicBezTo>
                    <a:pt x="144" y="566"/>
                    <a:pt x="144" y="568"/>
                    <a:pt x="144" y="569"/>
                  </a:cubicBezTo>
                  <a:cubicBezTo>
                    <a:pt x="144" y="566"/>
                    <a:pt x="146" y="566"/>
                    <a:pt x="147" y="564"/>
                  </a:cubicBezTo>
                  <a:cubicBezTo>
                    <a:pt x="148" y="565"/>
                    <a:pt x="145" y="567"/>
                    <a:pt x="145" y="569"/>
                  </a:cubicBezTo>
                  <a:cubicBezTo>
                    <a:pt x="146" y="567"/>
                    <a:pt x="146" y="571"/>
                    <a:pt x="147" y="568"/>
                  </a:cubicBezTo>
                  <a:cubicBezTo>
                    <a:pt x="147" y="567"/>
                    <a:pt x="148" y="567"/>
                    <a:pt x="149" y="566"/>
                  </a:cubicBezTo>
                  <a:cubicBezTo>
                    <a:pt x="150" y="566"/>
                    <a:pt x="148" y="567"/>
                    <a:pt x="148" y="568"/>
                  </a:cubicBezTo>
                  <a:cubicBezTo>
                    <a:pt x="149" y="568"/>
                    <a:pt x="150" y="566"/>
                    <a:pt x="150" y="565"/>
                  </a:cubicBezTo>
                  <a:cubicBezTo>
                    <a:pt x="150" y="566"/>
                    <a:pt x="152" y="564"/>
                    <a:pt x="152" y="565"/>
                  </a:cubicBezTo>
                  <a:cubicBezTo>
                    <a:pt x="152" y="567"/>
                    <a:pt x="150" y="566"/>
                    <a:pt x="150" y="567"/>
                  </a:cubicBezTo>
                  <a:cubicBezTo>
                    <a:pt x="152" y="568"/>
                    <a:pt x="152" y="563"/>
                    <a:pt x="154" y="563"/>
                  </a:cubicBezTo>
                  <a:cubicBezTo>
                    <a:pt x="153" y="562"/>
                    <a:pt x="155" y="559"/>
                    <a:pt x="155" y="558"/>
                  </a:cubicBezTo>
                  <a:cubicBezTo>
                    <a:pt x="157" y="560"/>
                    <a:pt x="155" y="559"/>
                    <a:pt x="155" y="561"/>
                  </a:cubicBezTo>
                  <a:cubicBezTo>
                    <a:pt x="155" y="561"/>
                    <a:pt x="155" y="561"/>
                    <a:pt x="155" y="561"/>
                  </a:cubicBezTo>
                  <a:cubicBezTo>
                    <a:pt x="155" y="564"/>
                    <a:pt x="152" y="566"/>
                    <a:pt x="153" y="568"/>
                  </a:cubicBezTo>
                  <a:cubicBezTo>
                    <a:pt x="154" y="567"/>
                    <a:pt x="154" y="567"/>
                    <a:pt x="154" y="567"/>
                  </a:cubicBezTo>
                  <a:cubicBezTo>
                    <a:pt x="153" y="568"/>
                    <a:pt x="153" y="569"/>
                    <a:pt x="153" y="570"/>
                  </a:cubicBezTo>
                  <a:cubicBezTo>
                    <a:pt x="153" y="568"/>
                    <a:pt x="154" y="570"/>
                    <a:pt x="155" y="570"/>
                  </a:cubicBezTo>
                  <a:cubicBezTo>
                    <a:pt x="155" y="568"/>
                    <a:pt x="154" y="570"/>
                    <a:pt x="154" y="569"/>
                  </a:cubicBezTo>
                  <a:cubicBezTo>
                    <a:pt x="155" y="568"/>
                    <a:pt x="156" y="566"/>
                    <a:pt x="157" y="567"/>
                  </a:cubicBezTo>
                  <a:cubicBezTo>
                    <a:pt x="156" y="568"/>
                    <a:pt x="157" y="569"/>
                    <a:pt x="156" y="570"/>
                  </a:cubicBezTo>
                  <a:cubicBezTo>
                    <a:pt x="157" y="571"/>
                    <a:pt x="157" y="568"/>
                    <a:pt x="157" y="569"/>
                  </a:cubicBezTo>
                  <a:cubicBezTo>
                    <a:pt x="157" y="570"/>
                    <a:pt x="157" y="570"/>
                    <a:pt x="157" y="570"/>
                  </a:cubicBezTo>
                  <a:cubicBezTo>
                    <a:pt x="160" y="571"/>
                    <a:pt x="164" y="571"/>
                    <a:pt x="166" y="567"/>
                  </a:cubicBezTo>
                  <a:cubicBezTo>
                    <a:pt x="166" y="569"/>
                    <a:pt x="167" y="569"/>
                    <a:pt x="169" y="570"/>
                  </a:cubicBezTo>
                  <a:cubicBezTo>
                    <a:pt x="168" y="570"/>
                    <a:pt x="169" y="569"/>
                    <a:pt x="169" y="568"/>
                  </a:cubicBezTo>
                  <a:cubicBezTo>
                    <a:pt x="170" y="570"/>
                    <a:pt x="170" y="570"/>
                    <a:pt x="170" y="570"/>
                  </a:cubicBezTo>
                  <a:cubicBezTo>
                    <a:pt x="170" y="572"/>
                    <a:pt x="172" y="570"/>
                    <a:pt x="172" y="569"/>
                  </a:cubicBezTo>
                  <a:cubicBezTo>
                    <a:pt x="172" y="570"/>
                    <a:pt x="172" y="570"/>
                    <a:pt x="172" y="570"/>
                  </a:cubicBezTo>
                  <a:cubicBezTo>
                    <a:pt x="173" y="571"/>
                    <a:pt x="173" y="569"/>
                    <a:pt x="173" y="568"/>
                  </a:cubicBezTo>
                  <a:cubicBezTo>
                    <a:pt x="174" y="570"/>
                    <a:pt x="174" y="570"/>
                    <a:pt x="174" y="570"/>
                  </a:cubicBezTo>
                  <a:cubicBezTo>
                    <a:pt x="174" y="569"/>
                    <a:pt x="174" y="569"/>
                    <a:pt x="174" y="569"/>
                  </a:cubicBezTo>
                  <a:cubicBezTo>
                    <a:pt x="174" y="568"/>
                    <a:pt x="175" y="568"/>
                    <a:pt x="175" y="570"/>
                  </a:cubicBezTo>
                  <a:cubicBezTo>
                    <a:pt x="175" y="570"/>
                    <a:pt x="176" y="569"/>
                    <a:pt x="175" y="569"/>
                  </a:cubicBezTo>
                  <a:cubicBezTo>
                    <a:pt x="176" y="570"/>
                    <a:pt x="178" y="570"/>
                    <a:pt x="179" y="569"/>
                  </a:cubicBezTo>
                  <a:cubicBezTo>
                    <a:pt x="178" y="569"/>
                    <a:pt x="178" y="568"/>
                    <a:pt x="178" y="567"/>
                  </a:cubicBezTo>
                  <a:cubicBezTo>
                    <a:pt x="178" y="564"/>
                    <a:pt x="179" y="567"/>
                    <a:pt x="179" y="566"/>
                  </a:cubicBezTo>
                  <a:cubicBezTo>
                    <a:pt x="179" y="567"/>
                    <a:pt x="180" y="567"/>
                    <a:pt x="179" y="568"/>
                  </a:cubicBezTo>
                  <a:cubicBezTo>
                    <a:pt x="181" y="571"/>
                    <a:pt x="183" y="569"/>
                    <a:pt x="184" y="569"/>
                  </a:cubicBezTo>
                  <a:cubicBezTo>
                    <a:pt x="185" y="568"/>
                    <a:pt x="185" y="568"/>
                    <a:pt x="185" y="568"/>
                  </a:cubicBezTo>
                  <a:cubicBezTo>
                    <a:pt x="186" y="570"/>
                    <a:pt x="188" y="568"/>
                    <a:pt x="189" y="569"/>
                  </a:cubicBezTo>
                  <a:cubicBezTo>
                    <a:pt x="189" y="568"/>
                    <a:pt x="189" y="565"/>
                    <a:pt x="190" y="565"/>
                  </a:cubicBezTo>
                  <a:cubicBezTo>
                    <a:pt x="190" y="563"/>
                    <a:pt x="190" y="567"/>
                    <a:pt x="191" y="569"/>
                  </a:cubicBezTo>
                  <a:cubicBezTo>
                    <a:pt x="191" y="568"/>
                    <a:pt x="192" y="567"/>
                    <a:pt x="192" y="567"/>
                  </a:cubicBezTo>
                  <a:cubicBezTo>
                    <a:pt x="192" y="568"/>
                    <a:pt x="192" y="568"/>
                    <a:pt x="192" y="568"/>
                  </a:cubicBezTo>
                  <a:cubicBezTo>
                    <a:pt x="192" y="567"/>
                    <a:pt x="193" y="566"/>
                    <a:pt x="194" y="567"/>
                  </a:cubicBezTo>
                  <a:cubicBezTo>
                    <a:pt x="194" y="567"/>
                    <a:pt x="194" y="567"/>
                    <a:pt x="194" y="567"/>
                  </a:cubicBezTo>
                  <a:cubicBezTo>
                    <a:pt x="194" y="567"/>
                    <a:pt x="195" y="569"/>
                    <a:pt x="195" y="568"/>
                  </a:cubicBezTo>
                  <a:cubicBezTo>
                    <a:pt x="195" y="567"/>
                    <a:pt x="196" y="568"/>
                    <a:pt x="196" y="566"/>
                  </a:cubicBezTo>
                  <a:cubicBezTo>
                    <a:pt x="197" y="567"/>
                    <a:pt x="197" y="567"/>
                    <a:pt x="197" y="567"/>
                  </a:cubicBezTo>
                  <a:cubicBezTo>
                    <a:pt x="197" y="565"/>
                    <a:pt x="197" y="565"/>
                    <a:pt x="197" y="565"/>
                  </a:cubicBezTo>
                  <a:cubicBezTo>
                    <a:pt x="197" y="566"/>
                    <a:pt x="197" y="566"/>
                    <a:pt x="197" y="566"/>
                  </a:cubicBezTo>
                  <a:cubicBezTo>
                    <a:pt x="197" y="568"/>
                    <a:pt x="197" y="568"/>
                    <a:pt x="197" y="568"/>
                  </a:cubicBezTo>
                  <a:cubicBezTo>
                    <a:pt x="198" y="569"/>
                    <a:pt x="197" y="566"/>
                    <a:pt x="198" y="565"/>
                  </a:cubicBezTo>
                  <a:cubicBezTo>
                    <a:pt x="198" y="564"/>
                    <a:pt x="198" y="566"/>
                    <a:pt x="199" y="566"/>
                  </a:cubicBezTo>
                  <a:cubicBezTo>
                    <a:pt x="198" y="567"/>
                    <a:pt x="198" y="566"/>
                    <a:pt x="198" y="566"/>
                  </a:cubicBezTo>
                  <a:cubicBezTo>
                    <a:pt x="198" y="568"/>
                    <a:pt x="198" y="567"/>
                    <a:pt x="199" y="568"/>
                  </a:cubicBezTo>
                  <a:cubicBezTo>
                    <a:pt x="199" y="568"/>
                    <a:pt x="199" y="566"/>
                    <a:pt x="199" y="566"/>
                  </a:cubicBezTo>
                  <a:cubicBezTo>
                    <a:pt x="200" y="566"/>
                    <a:pt x="201" y="566"/>
                    <a:pt x="200" y="568"/>
                  </a:cubicBezTo>
                  <a:cubicBezTo>
                    <a:pt x="201" y="567"/>
                    <a:pt x="201" y="567"/>
                    <a:pt x="201" y="566"/>
                  </a:cubicBezTo>
                  <a:cubicBezTo>
                    <a:pt x="201" y="566"/>
                    <a:pt x="200" y="565"/>
                    <a:pt x="200" y="564"/>
                  </a:cubicBezTo>
                  <a:cubicBezTo>
                    <a:pt x="201" y="564"/>
                    <a:pt x="201" y="564"/>
                    <a:pt x="201" y="564"/>
                  </a:cubicBezTo>
                  <a:cubicBezTo>
                    <a:pt x="201" y="565"/>
                    <a:pt x="201" y="565"/>
                    <a:pt x="201" y="565"/>
                  </a:cubicBezTo>
                  <a:cubicBezTo>
                    <a:pt x="201" y="564"/>
                    <a:pt x="202" y="565"/>
                    <a:pt x="202" y="563"/>
                  </a:cubicBezTo>
                  <a:cubicBezTo>
                    <a:pt x="202" y="565"/>
                    <a:pt x="202" y="565"/>
                    <a:pt x="202" y="565"/>
                  </a:cubicBezTo>
                  <a:cubicBezTo>
                    <a:pt x="203" y="564"/>
                    <a:pt x="203" y="564"/>
                    <a:pt x="204" y="564"/>
                  </a:cubicBezTo>
                  <a:cubicBezTo>
                    <a:pt x="204" y="566"/>
                    <a:pt x="204" y="568"/>
                    <a:pt x="205" y="568"/>
                  </a:cubicBezTo>
                  <a:cubicBezTo>
                    <a:pt x="205" y="566"/>
                    <a:pt x="205" y="566"/>
                    <a:pt x="205" y="566"/>
                  </a:cubicBezTo>
                  <a:cubicBezTo>
                    <a:pt x="206" y="566"/>
                    <a:pt x="206" y="566"/>
                    <a:pt x="206" y="567"/>
                  </a:cubicBezTo>
                  <a:cubicBezTo>
                    <a:pt x="207" y="568"/>
                    <a:pt x="207" y="562"/>
                    <a:pt x="209" y="564"/>
                  </a:cubicBezTo>
                  <a:cubicBezTo>
                    <a:pt x="208" y="566"/>
                    <a:pt x="209" y="566"/>
                    <a:pt x="209" y="567"/>
                  </a:cubicBezTo>
                  <a:cubicBezTo>
                    <a:pt x="209" y="566"/>
                    <a:pt x="209" y="566"/>
                    <a:pt x="209" y="566"/>
                  </a:cubicBezTo>
                  <a:cubicBezTo>
                    <a:pt x="209" y="565"/>
                    <a:pt x="209" y="567"/>
                    <a:pt x="209" y="566"/>
                  </a:cubicBezTo>
                  <a:cubicBezTo>
                    <a:pt x="208" y="564"/>
                    <a:pt x="209" y="565"/>
                    <a:pt x="209" y="564"/>
                  </a:cubicBezTo>
                  <a:cubicBezTo>
                    <a:pt x="211" y="569"/>
                    <a:pt x="213" y="565"/>
                    <a:pt x="215" y="567"/>
                  </a:cubicBezTo>
                  <a:cubicBezTo>
                    <a:pt x="215" y="565"/>
                    <a:pt x="216" y="567"/>
                    <a:pt x="216" y="566"/>
                  </a:cubicBezTo>
                  <a:cubicBezTo>
                    <a:pt x="216" y="568"/>
                    <a:pt x="217" y="565"/>
                    <a:pt x="217" y="567"/>
                  </a:cubicBezTo>
                  <a:cubicBezTo>
                    <a:pt x="217" y="564"/>
                    <a:pt x="217" y="564"/>
                    <a:pt x="217" y="564"/>
                  </a:cubicBezTo>
                  <a:cubicBezTo>
                    <a:pt x="218" y="566"/>
                    <a:pt x="218" y="560"/>
                    <a:pt x="219" y="563"/>
                  </a:cubicBezTo>
                  <a:cubicBezTo>
                    <a:pt x="220" y="564"/>
                    <a:pt x="219" y="565"/>
                    <a:pt x="219" y="565"/>
                  </a:cubicBezTo>
                  <a:cubicBezTo>
                    <a:pt x="220" y="568"/>
                    <a:pt x="221" y="563"/>
                    <a:pt x="222" y="566"/>
                  </a:cubicBezTo>
                  <a:cubicBezTo>
                    <a:pt x="222" y="565"/>
                    <a:pt x="221" y="563"/>
                    <a:pt x="222" y="562"/>
                  </a:cubicBezTo>
                  <a:cubicBezTo>
                    <a:pt x="223" y="563"/>
                    <a:pt x="224" y="565"/>
                    <a:pt x="224" y="565"/>
                  </a:cubicBezTo>
                  <a:cubicBezTo>
                    <a:pt x="224" y="565"/>
                    <a:pt x="224" y="564"/>
                    <a:pt x="225" y="565"/>
                  </a:cubicBezTo>
                  <a:cubicBezTo>
                    <a:pt x="225" y="565"/>
                    <a:pt x="225" y="565"/>
                    <a:pt x="225" y="566"/>
                  </a:cubicBezTo>
                  <a:cubicBezTo>
                    <a:pt x="226" y="566"/>
                    <a:pt x="226" y="565"/>
                    <a:pt x="227" y="564"/>
                  </a:cubicBezTo>
                  <a:cubicBezTo>
                    <a:pt x="227" y="566"/>
                    <a:pt x="229" y="565"/>
                    <a:pt x="230" y="566"/>
                  </a:cubicBezTo>
                  <a:cubicBezTo>
                    <a:pt x="230" y="563"/>
                    <a:pt x="231" y="567"/>
                    <a:pt x="231" y="564"/>
                  </a:cubicBezTo>
                  <a:cubicBezTo>
                    <a:pt x="231" y="564"/>
                    <a:pt x="231" y="564"/>
                    <a:pt x="231" y="564"/>
                  </a:cubicBezTo>
                  <a:cubicBezTo>
                    <a:pt x="232" y="564"/>
                    <a:pt x="232" y="562"/>
                    <a:pt x="232" y="561"/>
                  </a:cubicBezTo>
                  <a:cubicBezTo>
                    <a:pt x="232" y="563"/>
                    <a:pt x="232" y="563"/>
                    <a:pt x="232" y="563"/>
                  </a:cubicBezTo>
                  <a:cubicBezTo>
                    <a:pt x="232" y="566"/>
                    <a:pt x="234" y="564"/>
                    <a:pt x="234" y="565"/>
                  </a:cubicBezTo>
                  <a:cubicBezTo>
                    <a:pt x="233" y="563"/>
                    <a:pt x="234" y="565"/>
                    <a:pt x="234" y="563"/>
                  </a:cubicBezTo>
                  <a:cubicBezTo>
                    <a:pt x="235" y="563"/>
                    <a:pt x="235" y="563"/>
                    <a:pt x="235" y="563"/>
                  </a:cubicBezTo>
                  <a:cubicBezTo>
                    <a:pt x="235" y="562"/>
                    <a:pt x="235" y="562"/>
                    <a:pt x="236" y="561"/>
                  </a:cubicBezTo>
                  <a:cubicBezTo>
                    <a:pt x="236" y="561"/>
                    <a:pt x="236" y="564"/>
                    <a:pt x="236" y="563"/>
                  </a:cubicBezTo>
                  <a:cubicBezTo>
                    <a:pt x="237" y="564"/>
                    <a:pt x="237" y="564"/>
                    <a:pt x="237" y="563"/>
                  </a:cubicBezTo>
                  <a:cubicBezTo>
                    <a:pt x="237" y="563"/>
                    <a:pt x="237" y="563"/>
                    <a:pt x="237" y="563"/>
                  </a:cubicBezTo>
                  <a:cubicBezTo>
                    <a:pt x="237" y="563"/>
                    <a:pt x="237" y="563"/>
                    <a:pt x="238" y="563"/>
                  </a:cubicBezTo>
                  <a:cubicBezTo>
                    <a:pt x="238" y="563"/>
                    <a:pt x="238" y="563"/>
                    <a:pt x="238" y="563"/>
                  </a:cubicBezTo>
                  <a:cubicBezTo>
                    <a:pt x="238" y="563"/>
                    <a:pt x="238" y="563"/>
                    <a:pt x="238" y="563"/>
                  </a:cubicBezTo>
                  <a:cubicBezTo>
                    <a:pt x="238" y="563"/>
                    <a:pt x="238" y="563"/>
                    <a:pt x="238" y="563"/>
                  </a:cubicBezTo>
                  <a:cubicBezTo>
                    <a:pt x="238" y="563"/>
                    <a:pt x="238" y="563"/>
                    <a:pt x="238" y="563"/>
                  </a:cubicBezTo>
                  <a:cubicBezTo>
                    <a:pt x="238" y="564"/>
                    <a:pt x="238" y="563"/>
                    <a:pt x="238" y="563"/>
                  </a:cubicBezTo>
                  <a:cubicBezTo>
                    <a:pt x="238" y="563"/>
                    <a:pt x="239" y="563"/>
                    <a:pt x="239" y="564"/>
                  </a:cubicBezTo>
                  <a:cubicBezTo>
                    <a:pt x="239" y="565"/>
                    <a:pt x="239" y="565"/>
                    <a:pt x="239" y="565"/>
                  </a:cubicBezTo>
                  <a:cubicBezTo>
                    <a:pt x="239" y="565"/>
                    <a:pt x="240" y="563"/>
                    <a:pt x="240" y="563"/>
                  </a:cubicBezTo>
                  <a:cubicBezTo>
                    <a:pt x="242" y="564"/>
                    <a:pt x="244" y="562"/>
                    <a:pt x="245" y="561"/>
                  </a:cubicBezTo>
                  <a:cubicBezTo>
                    <a:pt x="244" y="561"/>
                    <a:pt x="244" y="562"/>
                    <a:pt x="244" y="562"/>
                  </a:cubicBezTo>
                  <a:cubicBezTo>
                    <a:pt x="245" y="561"/>
                    <a:pt x="245" y="560"/>
                    <a:pt x="245" y="561"/>
                  </a:cubicBezTo>
                  <a:cubicBezTo>
                    <a:pt x="246" y="560"/>
                    <a:pt x="246" y="562"/>
                    <a:pt x="247" y="562"/>
                  </a:cubicBezTo>
                  <a:cubicBezTo>
                    <a:pt x="247" y="562"/>
                    <a:pt x="247" y="560"/>
                    <a:pt x="247" y="561"/>
                  </a:cubicBezTo>
                  <a:cubicBezTo>
                    <a:pt x="248" y="563"/>
                    <a:pt x="249" y="559"/>
                    <a:pt x="251" y="560"/>
                  </a:cubicBezTo>
                  <a:cubicBezTo>
                    <a:pt x="251" y="560"/>
                    <a:pt x="251" y="561"/>
                    <a:pt x="251" y="561"/>
                  </a:cubicBezTo>
                  <a:cubicBezTo>
                    <a:pt x="252" y="560"/>
                    <a:pt x="253" y="560"/>
                    <a:pt x="253" y="558"/>
                  </a:cubicBezTo>
                  <a:cubicBezTo>
                    <a:pt x="253" y="559"/>
                    <a:pt x="253" y="559"/>
                    <a:pt x="253" y="559"/>
                  </a:cubicBezTo>
                  <a:cubicBezTo>
                    <a:pt x="254" y="559"/>
                    <a:pt x="255" y="559"/>
                    <a:pt x="255" y="557"/>
                  </a:cubicBezTo>
                  <a:cubicBezTo>
                    <a:pt x="254" y="557"/>
                    <a:pt x="255" y="558"/>
                    <a:pt x="255" y="558"/>
                  </a:cubicBezTo>
                  <a:cubicBezTo>
                    <a:pt x="254" y="557"/>
                    <a:pt x="255" y="555"/>
                    <a:pt x="255" y="555"/>
                  </a:cubicBezTo>
                  <a:cubicBezTo>
                    <a:pt x="255" y="556"/>
                    <a:pt x="255" y="556"/>
                    <a:pt x="255" y="556"/>
                  </a:cubicBezTo>
                  <a:cubicBezTo>
                    <a:pt x="256" y="555"/>
                    <a:pt x="256" y="555"/>
                    <a:pt x="257" y="554"/>
                  </a:cubicBezTo>
                  <a:cubicBezTo>
                    <a:pt x="257" y="555"/>
                    <a:pt x="256" y="555"/>
                    <a:pt x="257" y="556"/>
                  </a:cubicBezTo>
                  <a:cubicBezTo>
                    <a:pt x="257" y="558"/>
                    <a:pt x="259" y="557"/>
                    <a:pt x="259" y="557"/>
                  </a:cubicBezTo>
                  <a:cubicBezTo>
                    <a:pt x="259" y="555"/>
                    <a:pt x="259" y="555"/>
                    <a:pt x="259" y="555"/>
                  </a:cubicBezTo>
                  <a:cubicBezTo>
                    <a:pt x="260" y="555"/>
                    <a:pt x="260" y="557"/>
                    <a:pt x="260" y="557"/>
                  </a:cubicBezTo>
                  <a:cubicBezTo>
                    <a:pt x="261" y="551"/>
                    <a:pt x="261" y="551"/>
                    <a:pt x="261" y="551"/>
                  </a:cubicBezTo>
                  <a:cubicBezTo>
                    <a:pt x="260" y="552"/>
                    <a:pt x="262" y="553"/>
                    <a:pt x="261" y="555"/>
                  </a:cubicBezTo>
                  <a:cubicBezTo>
                    <a:pt x="263" y="554"/>
                    <a:pt x="263" y="551"/>
                    <a:pt x="263" y="549"/>
                  </a:cubicBezTo>
                  <a:cubicBezTo>
                    <a:pt x="263" y="550"/>
                    <a:pt x="264" y="548"/>
                    <a:pt x="265" y="548"/>
                  </a:cubicBezTo>
                  <a:cubicBezTo>
                    <a:pt x="265" y="549"/>
                    <a:pt x="264" y="548"/>
                    <a:pt x="264" y="549"/>
                  </a:cubicBezTo>
                  <a:cubicBezTo>
                    <a:pt x="266" y="550"/>
                    <a:pt x="266" y="550"/>
                    <a:pt x="266" y="550"/>
                  </a:cubicBezTo>
                  <a:cubicBezTo>
                    <a:pt x="265" y="551"/>
                    <a:pt x="266" y="553"/>
                    <a:pt x="266" y="554"/>
                  </a:cubicBezTo>
                  <a:cubicBezTo>
                    <a:pt x="266" y="553"/>
                    <a:pt x="268" y="553"/>
                    <a:pt x="269" y="553"/>
                  </a:cubicBezTo>
                  <a:cubicBezTo>
                    <a:pt x="268" y="551"/>
                    <a:pt x="270" y="552"/>
                    <a:pt x="270" y="549"/>
                  </a:cubicBezTo>
                  <a:cubicBezTo>
                    <a:pt x="271" y="549"/>
                    <a:pt x="271" y="551"/>
                    <a:pt x="271" y="552"/>
                  </a:cubicBezTo>
                  <a:cubicBezTo>
                    <a:pt x="272" y="550"/>
                    <a:pt x="274" y="550"/>
                    <a:pt x="275" y="550"/>
                  </a:cubicBezTo>
                  <a:cubicBezTo>
                    <a:pt x="275" y="550"/>
                    <a:pt x="275" y="550"/>
                    <a:pt x="275" y="550"/>
                  </a:cubicBezTo>
                  <a:cubicBezTo>
                    <a:pt x="275" y="549"/>
                    <a:pt x="277" y="549"/>
                    <a:pt x="277" y="547"/>
                  </a:cubicBezTo>
                  <a:cubicBezTo>
                    <a:pt x="278" y="548"/>
                    <a:pt x="278" y="548"/>
                    <a:pt x="278" y="548"/>
                  </a:cubicBezTo>
                  <a:cubicBezTo>
                    <a:pt x="279" y="549"/>
                    <a:pt x="277" y="545"/>
                    <a:pt x="278" y="546"/>
                  </a:cubicBezTo>
                  <a:cubicBezTo>
                    <a:pt x="279" y="547"/>
                    <a:pt x="279" y="547"/>
                    <a:pt x="279" y="547"/>
                  </a:cubicBezTo>
                  <a:cubicBezTo>
                    <a:pt x="279" y="546"/>
                    <a:pt x="281" y="548"/>
                    <a:pt x="281" y="546"/>
                  </a:cubicBezTo>
                  <a:cubicBezTo>
                    <a:pt x="281" y="547"/>
                    <a:pt x="281" y="547"/>
                    <a:pt x="281" y="547"/>
                  </a:cubicBezTo>
                  <a:cubicBezTo>
                    <a:pt x="281" y="546"/>
                    <a:pt x="282" y="546"/>
                    <a:pt x="282" y="544"/>
                  </a:cubicBezTo>
                  <a:cubicBezTo>
                    <a:pt x="283" y="546"/>
                    <a:pt x="283" y="546"/>
                    <a:pt x="283" y="546"/>
                  </a:cubicBezTo>
                  <a:cubicBezTo>
                    <a:pt x="284" y="547"/>
                    <a:pt x="283" y="544"/>
                    <a:pt x="284" y="544"/>
                  </a:cubicBezTo>
                  <a:cubicBezTo>
                    <a:pt x="284" y="544"/>
                    <a:pt x="285" y="545"/>
                    <a:pt x="285" y="545"/>
                  </a:cubicBezTo>
                  <a:cubicBezTo>
                    <a:pt x="285" y="544"/>
                    <a:pt x="286" y="544"/>
                    <a:pt x="286" y="543"/>
                  </a:cubicBezTo>
                  <a:cubicBezTo>
                    <a:pt x="288" y="545"/>
                    <a:pt x="288" y="545"/>
                    <a:pt x="288" y="545"/>
                  </a:cubicBezTo>
                  <a:cubicBezTo>
                    <a:pt x="291" y="543"/>
                    <a:pt x="295" y="541"/>
                    <a:pt x="298" y="537"/>
                  </a:cubicBezTo>
                  <a:cubicBezTo>
                    <a:pt x="300" y="539"/>
                    <a:pt x="298" y="539"/>
                    <a:pt x="299" y="540"/>
                  </a:cubicBezTo>
                  <a:cubicBezTo>
                    <a:pt x="298" y="538"/>
                    <a:pt x="299" y="539"/>
                    <a:pt x="300" y="538"/>
                  </a:cubicBezTo>
                  <a:cubicBezTo>
                    <a:pt x="300" y="538"/>
                    <a:pt x="300" y="538"/>
                    <a:pt x="300" y="538"/>
                  </a:cubicBezTo>
                  <a:cubicBezTo>
                    <a:pt x="300" y="538"/>
                    <a:pt x="301" y="539"/>
                    <a:pt x="302" y="538"/>
                  </a:cubicBezTo>
                  <a:cubicBezTo>
                    <a:pt x="301" y="537"/>
                    <a:pt x="301" y="537"/>
                    <a:pt x="301" y="537"/>
                  </a:cubicBezTo>
                  <a:cubicBezTo>
                    <a:pt x="301" y="536"/>
                    <a:pt x="304" y="539"/>
                    <a:pt x="303" y="536"/>
                  </a:cubicBezTo>
                  <a:cubicBezTo>
                    <a:pt x="304" y="537"/>
                    <a:pt x="304" y="537"/>
                    <a:pt x="304" y="537"/>
                  </a:cubicBezTo>
                  <a:cubicBezTo>
                    <a:pt x="303" y="535"/>
                    <a:pt x="305" y="538"/>
                    <a:pt x="305" y="535"/>
                  </a:cubicBezTo>
                  <a:cubicBezTo>
                    <a:pt x="305" y="536"/>
                    <a:pt x="305" y="536"/>
                    <a:pt x="305" y="536"/>
                  </a:cubicBezTo>
                  <a:cubicBezTo>
                    <a:pt x="306" y="536"/>
                    <a:pt x="305" y="532"/>
                    <a:pt x="306" y="534"/>
                  </a:cubicBezTo>
                  <a:cubicBezTo>
                    <a:pt x="307" y="533"/>
                    <a:pt x="307" y="532"/>
                    <a:pt x="306" y="530"/>
                  </a:cubicBezTo>
                  <a:cubicBezTo>
                    <a:pt x="308" y="533"/>
                    <a:pt x="308" y="533"/>
                    <a:pt x="308" y="533"/>
                  </a:cubicBezTo>
                  <a:cubicBezTo>
                    <a:pt x="310" y="530"/>
                    <a:pt x="313" y="528"/>
                    <a:pt x="314" y="524"/>
                  </a:cubicBezTo>
                  <a:cubicBezTo>
                    <a:pt x="314" y="525"/>
                    <a:pt x="314" y="525"/>
                    <a:pt x="314" y="525"/>
                  </a:cubicBezTo>
                  <a:cubicBezTo>
                    <a:pt x="314" y="522"/>
                    <a:pt x="319" y="525"/>
                    <a:pt x="317" y="521"/>
                  </a:cubicBezTo>
                  <a:cubicBezTo>
                    <a:pt x="316" y="519"/>
                    <a:pt x="316" y="519"/>
                    <a:pt x="316" y="519"/>
                  </a:cubicBezTo>
                  <a:cubicBezTo>
                    <a:pt x="318" y="520"/>
                    <a:pt x="318" y="520"/>
                    <a:pt x="318" y="520"/>
                  </a:cubicBezTo>
                  <a:cubicBezTo>
                    <a:pt x="317" y="519"/>
                    <a:pt x="319" y="519"/>
                    <a:pt x="318" y="518"/>
                  </a:cubicBezTo>
                  <a:cubicBezTo>
                    <a:pt x="318" y="518"/>
                    <a:pt x="318" y="519"/>
                    <a:pt x="319" y="519"/>
                  </a:cubicBezTo>
                  <a:cubicBezTo>
                    <a:pt x="320" y="519"/>
                    <a:pt x="318" y="516"/>
                    <a:pt x="319" y="516"/>
                  </a:cubicBezTo>
                  <a:cubicBezTo>
                    <a:pt x="320" y="517"/>
                    <a:pt x="320" y="517"/>
                    <a:pt x="320" y="517"/>
                  </a:cubicBezTo>
                  <a:cubicBezTo>
                    <a:pt x="324" y="517"/>
                    <a:pt x="329" y="511"/>
                    <a:pt x="325" y="508"/>
                  </a:cubicBezTo>
                  <a:cubicBezTo>
                    <a:pt x="324" y="507"/>
                    <a:pt x="327" y="507"/>
                    <a:pt x="327" y="507"/>
                  </a:cubicBezTo>
                  <a:cubicBezTo>
                    <a:pt x="323" y="505"/>
                    <a:pt x="324" y="499"/>
                    <a:pt x="317" y="501"/>
                  </a:cubicBezTo>
                  <a:cubicBezTo>
                    <a:pt x="315" y="501"/>
                    <a:pt x="312" y="506"/>
                    <a:pt x="312" y="506"/>
                  </a:cubicBezTo>
                  <a:cubicBezTo>
                    <a:pt x="318" y="506"/>
                    <a:pt x="315" y="512"/>
                    <a:pt x="315" y="509"/>
                  </a:cubicBezTo>
                  <a:cubicBezTo>
                    <a:pt x="313" y="508"/>
                    <a:pt x="315" y="509"/>
                    <a:pt x="313" y="509"/>
                  </a:cubicBezTo>
                  <a:cubicBezTo>
                    <a:pt x="312" y="512"/>
                    <a:pt x="303" y="513"/>
                    <a:pt x="299" y="519"/>
                  </a:cubicBezTo>
                  <a:cubicBezTo>
                    <a:pt x="300" y="519"/>
                    <a:pt x="300" y="520"/>
                    <a:pt x="300" y="521"/>
                  </a:cubicBezTo>
                  <a:cubicBezTo>
                    <a:pt x="299" y="520"/>
                    <a:pt x="299" y="520"/>
                    <a:pt x="299" y="520"/>
                  </a:cubicBezTo>
                  <a:cubicBezTo>
                    <a:pt x="300" y="522"/>
                    <a:pt x="300" y="522"/>
                    <a:pt x="300" y="522"/>
                  </a:cubicBezTo>
                  <a:cubicBezTo>
                    <a:pt x="299" y="522"/>
                    <a:pt x="298" y="521"/>
                    <a:pt x="299" y="520"/>
                  </a:cubicBezTo>
                  <a:cubicBezTo>
                    <a:pt x="296" y="522"/>
                    <a:pt x="294" y="524"/>
                    <a:pt x="292" y="525"/>
                  </a:cubicBezTo>
                  <a:cubicBezTo>
                    <a:pt x="293" y="527"/>
                    <a:pt x="291" y="526"/>
                    <a:pt x="292" y="528"/>
                  </a:cubicBezTo>
                  <a:cubicBezTo>
                    <a:pt x="291" y="527"/>
                    <a:pt x="291" y="527"/>
                    <a:pt x="291" y="527"/>
                  </a:cubicBezTo>
                  <a:cubicBezTo>
                    <a:pt x="290" y="529"/>
                    <a:pt x="290" y="529"/>
                    <a:pt x="287" y="527"/>
                  </a:cubicBezTo>
                  <a:cubicBezTo>
                    <a:pt x="280" y="529"/>
                    <a:pt x="275" y="533"/>
                    <a:pt x="268" y="535"/>
                  </a:cubicBezTo>
                  <a:cubicBezTo>
                    <a:pt x="263" y="536"/>
                    <a:pt x="259" y="538"/>
                    <a:pt x="255" y="540"/>
                  </a:cubicBezTo>
                  <a:cubicBezTo>
                    <a:pt x="255" y="537"/>
                    <a:pt x="256" y="534"/>
                    <a:pt x="257" y="531"/>
                  </a:cubicBezTo>
                  <a:cubicBezTo>
                    <a:pt x="257" y="529"/>
                    <a:pt x="255" y="527"/>
                    <a:pt x="256" y="525"/>
                  </a:cubicBezTo>
                  <a:cubicBezTo>
                    <a:pt x="255" y="519"/>
                    <a:pt x="260" y="512"/>
                    <a:pt x="257" y="505"/>
                  </a:cubicBezTo>
                  <a:cubicBezTo>
                    <a:pt x="257" y="505"/>
                    <a:pt x="256" y="505"/>
                    <a:pt x="255" y="504"/>
                  </a:cubicBezTo>
                  <a:cubicBezTo>
                    <a:pt x="256" y="504"/>
                    <a:pt x="256" y="504"/>
                    <a:pt x="256" y="504"/>
                  </a:cubicBezTo>
                  <a:cubicBezTo>
                    <a:pt x="254" y="504"/>
                    <a:pt x="254" y="504"/>
                    <a:pt x="254" y="504"/>
                  </a:cubicBezTo>
                  <a:cubicBezTo>
                    <a:pt x="254" y="503"/>
                    <a:pt x="256" y="504"/>
                    <a:pt x="256" y="504"/>
                  </a:cubicBezTo>
                  <a:cubicBezTo>
                    <a:pt x="256" y="501"/>
                    <a:pt x="256" y="499"/>
                    <a:pt x="256" y="496"/>
                  </a:cubicBezTo>
                  <a:cubicBezTo>
                    <a:pt x="254" y="496"/>
                    <a:pt x="256" y="494"/>
                    <a:pt x="254" y="494"/>
                  </a:cubicBezTo>
                  <a:cubicBezTo>
                    <a:pt x="255" y="494"/>
                    <a:pt x="255" y="494"/>
                    <a:pt x="255" y="494"/>
                  </a:cubicBezTo>
                  <a:cubicBezTo>
                    <a:pt x="254" y="492"/>
                    <a:pt x="254" y="492"/>
                    <a:pt x="257" y="491"/>
                  </a:cubicBezTo>
                  <a:cubicBezTo>
                    <a:pt x="259" y="481"/>
                    <a:pt x="257" y="475"/>
                    <a:pt x="256" y="465"/>
                  </a:cubicBezTo>
                  <a:cubicBezTo>
                    <a:pt x="254" y="457"/>
                    <a:pt x="250" y="447"/>
                    <a:pt x="242" y="440"/>
                  </a:cubicBezTo>
                  <a:cubicBezTo>
                    <a:pt x="242" y="440"/>
                    <a:pt x="242" y="440"/>
                    <a:pt x="242" y="440"/>
                  </a:cubicBezTo>
                  <a:cubicBezTo>
                    <a:pt x="242" y="440"/>
                    <a:pt x="242" y="440"/>
                    <a:pt x="242" y="440"/>
                  </a:cubicBezTo>
                  <a:cubicBezTo>
                    <a:pt x="241" y="439"/>
                    <a:pt x="241" y="439"/>
                    <a:pt x="240" y="438"/>
                  </a:cubicBezTo>
                  <a:cubicBezTo>
                    <a:pt x="237" y="440"/>
                    <a:pt x="236" y="437"/>
                    <a:pt x="233" y="438"/>
                  </a:cubicBezTo>
                  <a:cubicBezTo>
                    <a:pt x="234" y="437"/>
                    <a:pt x="234" y="437"/>
                    <a:pt x="234" y="437"/>
                  </a:cubicBezTo>
                  <a:cubicBezTo>
                    <a:pt x="232" y="438"/>
                    <a:pt x="232" y="436"/>
                    <a:pt x="232" y="434"/>
                  </a:cubicBezTo>
                  <a:cubicBezTo>
                    <a:pt x="231" y="435"/>
                    <a:pt x="231" y="434"/>
                    <a:pt x="230" y="436"/>
                  </a:cubicBezTo>
                  <a:cubicBezTo>
                    <a:pt x="228" y="437"/>
                    <a:pt x="230" y="433"/>
                    <a:pt x="229" y="433"/>
                  </a:cubicBezTo>
                  <a:cubicBezTo>
                    <a:pt x="229" y="432"/>
                    <a:pt x="228" y="434"/>
                    <a:pt x="228" y="433"/>
                  </a:cubicBezTo>
                  <a:cubicBezTo>
                    <a:pt x="225" y="435"/>
                    <a:pt x="229" y="433"/>
                    <a:pt x="227" y="429"/>
                  </a:cubicBezTo>
                  <a:cubicBezTo>
                    <a:pt x="223" y="428"/>
                    <a:pt x="219" y="429"/>
                    <a:pt x="215" y="428"/>
                  </a:cubicBezTo>
                  <a:cubicBezTo>
                    <a:pt x="214" y="427"/>
                    <a:pt x="214" y="425"/>
                    <a:pt x="214" y="424"/>
                  </a:cubicBezTo>
                  <a:cubicBezTo>
                    <a:pt x="212" y="424"/>
                    <a:pt x="214" y="423"/>
                    <a:pt x="212" y="424"/>
                  </a:cubicBezTo>
                  <a:cubicBezTo>
                    <a:pt x="213" y="424"/>
                    <a:pt x="213" y="424"/>
                    <a:pt x="213" y="424"/>
                  </a:cubicBezTo>
                  <a:cubicBezTo>
                    <a:pt x="212" y="423"/>
                    <a:pt x="211" y="423"/>
                    <a:pt x="214" y="421"/>
                  </a:cubicBezTo>
                  <a:cubicBezTo>
                    <a:pt x="216" y="417"/>
                    <a:pt x="214" y="413"/>
                    <a:pt x="214" y="409"/>
                  </a:cubicBezTo>
                  <a:cubicBezTo>
                    <a:pt x="213" y="405"/>
                    <a:pt x="211" y="401"/>
                    <a:pt x="210" y="397"/>
                  </a:cubicBezTo>
                  <a:cubicBezTo>
                    <a:pt x="206" y="397"/>
                    <a:pt x="207" y="396"/>
                    <a:pt x="204" y="395"/>
                  </a:cubicBezTo>
                  <a:cubicBezTo>
                    <a:pt x="206" y="395"/>
                    <a:pt x="206" y="395"/>
                    <a:pt x="206" y="395"/>
                  </a:cubicBezTo>
                  <a:cubicBezTo>
                    <a:pt x="204" y="395"/>
                    <a:pt x="206" y="394"/>
                    <a:pt x="207" y="394"/>
                  </a:cubicBezTo>
                  <a:cubicBezTo>
                    <a:pt x="206" y="394"/>
                    <a:pt x="207" y="393"/>
                    <a:pt x="205" y="394"/>
                  </a:cubicBezTo>
                  <a:cubicBezTo>
                    <a:pt x="203" y="393"/>
                    <a:pt x="207" y="393"/>
                    <a:pt x="206" y="393"/>
                  </a:cubicBezTo>
                  <a:cubicBezTo>
                    <a:pt x="207" y="392"/>
                    <a:pt x="205" y="393"/>
                    <a:pt x="206" y="393"/>
                  </a:cubicBezTo>
                  <a:cubicBezTo>
                    <a:pt x="203" y="392"/>
                    <a:pt x="207" y="393"/>
                    <a:pt x="209" y="391"/>
                  </a:cubicBezTo>
                  <a:cubicBezTo>
                    <a:pt x="208" y="390"/>
                    <a:pt x="206" y="388"/>
                    <a:pt x="207" y="387"/>
                  </a:cubicBezTo>
                  <a:cubicBezTo>
                    <a:pt x="207" y="387"/>
                    <a:pt x="206" y="387"/>
                    <a:pt x="206" y="387"/>
                  </a:cubicBezTo>
                  <a:cubicBezTo>
                    <a:pt x="209" y="386"/>
                    <a:pt x="205" y="386"/>
                    <a:pt x="206" y="386"/>
                  </a:cubicBezTo>
                  <a:cubicBezTo>
                    <a:pt x="207" y="386"/>
                    <a:pt x="207" y="386"/>
                    <a:pt x="207" y="386"/>
                  </a:cubicBezTo>
                  <a:cubicBezTo>
                    <a:pt x="209" y="385"/>
                    <a:pt x="207" y="385"/>
                    <a:pt x="208" y="384"/>
                  </a:cubicBezTo>
                  <a:cubicBezTo>
                    <a:pt x="207" y="383"/>
                    <a:pt x="210" y="382"/>
                    <a:pt x="208" y="382"/>
                  </a:cubicBezTo>
                  <a:cubicBezTo>
                    <a:pt x="209" y="382"/>
                    <a:pt x="209" y="382"/>
                    <a:pt x="210" y="382"/>
                  </a:cubicBezTo>
                  <a:cubicBezTo>
                    <a:pt x="206" y="381"/>
                    <a:pt x="211" y="380"/>
                    <a:pt x="209" y="379"/>
                  </a:cubicBezTo>
                  <a:cubicBezTo>
                    <a:pt x="209" y="380"/>
                    <a:pt x="209" y="380"/>
                    <a:pt x="209" y="380"/>
                  </a:cubicBezTo>
                  <a:cubicBezTo>
                    <a:pt x="209" y="378"/>
                    <a:pt x="210" y="376"/>
                    <a:pt x="208" y="374"/>
                  </a:cubicBezTo>
                  <a:cubicBezTo>
                    <a:pt x="208" y="372"/>
                    <a:pt x="212" y="371"/>
                    <a:pt x="210" y="370"/>
                  </a:cubicBezTo>
                  <a:cubicBezTo>
                    <a:pt x="208" y="370"/>
                    <a:pt x="208" y="370"/>
                    <a:pt x="208" y="370"/>
                  </a:cubicBezTo>
                  <a:cubicBezTo>
                    <a:pt x="209" y="369"/>
                    <a:pt x="210" y="370"/>
                    <a:pt x="210" y="370"/>
                  </a:cubicBezTo>
                  <a:cubicBezTo>
                    <a:pt x="209" y="369"/>
                    <a:pt x="211" y="368"/>
                    <a:pt x="211" y="367"/>
                  </a:cubicBezTo>
                  <a:cubicBezTo>
                    <a:pt x="210" y="367"/>
                    <a:pt x="210" y="367"/>
                    <a:pt x="209" y="367"/>
                  </a:cubicBezTo>
                  <a:cubicBezTo>
                    <a:pt x="212" y="366"/>
                    <a:pt x="208" y="365"/>
                    <a:pt x="210" y="364"/>
                  </a:cubicBezTo>
                  <a:cubicBezTo>
                    <a:pt x="207" y="364"/>
                    <a:pt x="209" y="363"/>
                    <a:pt x="208" y="363"/>
                  </a:cubicBezTo>
                  <a:cubicBezTo>
                    <a:pt x="208" y="363"/>
                    <a:pt x="209" y="363"/>
                    <a:pt x="209" y="363"/>
                  </a:cubicBezTo>
                  <a:cubicBezTo>
                    <a:pt x="209" y="362"/>
                    <a:pt x="209" y="362"/>
                    <a:pt x="210" y="361"/>
                  </a:cubicBezTo>
                  <a:cubicBezTo>
                    <a:pt x="210" y="361"/>
                    <a:pt x="208" y="360"/>
                    <a:pt x="209" y="360"/>
                  </a:cubicBezTo>
                  <a:cubicBezTo>
                    <a:pt x="211" y="360"/>
                    <a:pt x="209" y="359"/>
                    <a:pt x="210" y="359"/>
                  </a:cubicBezTo>
                  <a:cubicBezTo>
                    <a:pt x="208" y="359"/>
                    <a:pt x="206" y="358"/>
                    <a:pt x="207" y="358"/>
                  </a:cubicBezTo>
                  <a:cubicBezTo>
                    <a:pt x="210" y="358"/>
                    <a:pt x="210" y="358"/>
                    <a:pt x="210" y="358"/>
                  </a:cubicBezTo>
                  <a:cubicBezTo>
                    <a:pt x="208" y="357"/>
                    <a:pt x="212" y="355"/>
                    <a:pt x="208" y="353"/>
                  </a:cubicBezTo>
                  <a:cubicBezTo>
                    <a:pt x="210" y="353"/>
                    <a:pt x="210" y="353"/>
                    <a:pt x="210" y="353"/>
                  </a:cubicBezTo>
                  <a:cubicBezTo>
                    <a:pt x="208" y="351"/>
                    <a:pt x="210" y="349"/>
                    <a:pt x="207" y="347"/>
                  </a:cubicBezTo>
                  <a:cubicBezTo>
                    <a:pt x="208" y="347"/>
                    <a:pt x="209" y="346"/>
                    <a:pt x="209" y="346"/>
                  </a:cubicBezTo>
                  <a:cubicBezTo>
                    <a:pt x="207" y="345"/>
                    <a:pt x="207" y="345"/>
                    <a:pt x="205" y="344"/>
                  </a:cubicBezTo>
                  <a:cubicBezTo>
                    <a:pt x="205" y="344"/>
                    <a:pt x="206" y="344"/>
                    <a:pt x="207" y="344"/>
                  </a:cubicBezTo>
                  <a:cubicBezTo>
                    <a:pt x="207" y="343"/>
                    <a:pt x="210" y="342"/>
                    <a:pt x="207" y="342"/>
                  </a:cubicBezTo>
                  <a:cubicBezTo>
                    <a:pt x="209" y="342"/>
                    <a:pt x="209" y="342"/>
                    <a:pt x="209" y="342"/>
                  </a:cubicBezTo>
                  <a:cubicBezTo>
                    <a:pt x="207" y="341"/>
                    <a:pt x="205" y="340"/>
                    <a:pt x="207" y="339"/>
                  </a:cubicBezTo>
                  <a:cubicBezTo>
                    <a:pt x="206" y="339"/>
                    <a:pt x="205" y="339"/>
                    <a:pt x="204" y="339"/>
                  </a:cubicBezTo>
                  <a:cubicBezTo>
                    <a:pt x="203" y="339"/>
                    <a:pt x="206" y="339"/>
                    <a:pt x="205" y="338"/>
                  </a:cubicBezTo>
                  <a:cubicBezTo>
                    <a:pt x="207" y="339"/>
                    <a:pt x="207" y="339"/>
                    <a:pt x="207" y="339"/>
                  </a:cubicBezTo>
                  <a:cubicBezTo>
                    <a:pt x="207" y="337"/>
                    <a:pt x="206" y="336"/>
                    <a:pt x="205" y="334"/>
                  </a:cubicBezTo>
                  <a:cubicBezTo>
                    <a:pt x="207" y="334"/>
                    <a:pt x="204" y="333"/>
                    <a:pt x="206" y="332"/>
                  </a:cubicBezTo>
                  <a:cubicBezTo>
                    <a:pt x="204" y="331"/>
                    <a:pt x="206" y="330"/>
                    <a:pt x="203" y="330"/>
                  </a:cubicBezTo>
                  <a:cubicBezTo>
                    <a:pt x="204" y="330"/>
                    <a:pt x="204" y="330"/>
                    <a:pt x="204" y="330"/>
                  </a:cubicBezTo>
                  <a:cubicBezTo>
                    <a:pt x="205" y="329"/>
                    <a:pt x="205" y="329"/>
                    <a:pt x="205" y="328"/>
                  </a:cubicBezTo>
                  <a:cubicBezTo>
                    <a:pt x="205" y="327"/>
                    <a:pt x="203" y="327"/>
                    <a:pt x="203" y="327"/>
                  </a:cubicBezTo>
                  <a:cubicBezTo>
                    <a:pt x="204" y="327"/>
                    <a:pt x="204" y="327"/>
                    <a:pt x="204" y="327"/>
                  </a:cubicBezTo>
                  <a:cubicBezTo>
                    <a:pt x="203" y="326"/>
                    <a:pt x="201" y="327"/>
                    <a:pt x="200" y="327"/>
                  </a:cubicBezTo>
                  <a:cubicBezTo>
                    <a:pt x="200" y="326"/>
                    <a:pt x="199" y="326"/>
                    <a:pt x="200" y="326"/>
                  </a:cubicBezTo>
                  <a:cubicBezTo>
                    <a:pt x="201" y="326"/>
                    <a:pt x="203" y="326"/>
                    <a:pt x="205" y="326"/>
                  </a:cubicBezTo>
                  <a:cubicBezTo>
                    <a:pt x="205" y="325"/>
                    <a:pt x="202" y="325"/>
                    <a:pt x="203" y="325"/>
                  </a:cubicBezTo>
                  <a:cubicBezTo>
                    <a:pt x="206" y="325"/>
                    <a:pt x="208" y="326"/>
                    <a:pt x="209" y="326"/>
                  </a:cubicBezTo>
                  <a:cubicBezTo>
                    <a:pt x="214" y="327"/>
                    <a:pt x="220" y="328"/>
                    <a:pt x="231" y="322"/>
                  </a:cubicBezTo>
                  <a:cubicBezTo>
                    <a:pt x="231" y="319"/>
                    <a:pt x="234" y="318"/>
                    <a:pt x="233" y="315"/>
                  </a:cubicBezTo>
                  <a:cubicBezTo>
                    <a:pt x="233" y="316"/>
                    <a:pt x="233" y="316"/>
                    <a:pt x="233" y="316"/>
                  </a:cubicBezTo>
                  <a:cubicBezTo>
                    <a:pt x="233" y="314"/>
                    <a:pt x="234" y="314"/>
                    <a:pt x="236" y="313"/>
                  </a:cubicBezTo>
                  <a:cubicBezTo>
                    <a:pt x="235" y="313"/>
                    <a:pt x="236" y="312"/>
                    <a:pt x="234" y="312"/>
                  </a:cubicBezTo>
                  <a:cubicBezTo>
                    <a:pt x="233" y="311"/>
                    <a:pt x="238" y="312"/>
                    <a:pt x="237" y="310"/>
                  </a:cubicBezTo>
                  <a:cubicBezTo>
                    <a:pt x="238" y="311"/>
                    <a:pt x="236" y="310"/>
                    <a:pt x="236" y="310"/>
                  </a:cubicBezTo>
                  <a:cubicBezTo>
                    <a:pt x="235" y="308"/>
                    <a:pt x="238" y="311"/>
                    <a:pt x="240" y="308"/>
                  </a:cubicBezTo>
                  <a:cubicBezTo>
                    <a:pt x="239" y="305"/>
                    <a:pt x="237" y="302"/>
                    <a:pt x="238" y="299"/>
                  </a:cubicBezTo>
                  <a:cubicBezTo>
                    <a:pt x="238" y="299"/>
                    <a:pt x="236" y="300"/>
                    <a:pt x="236" y="299"/>
                  </a:cubicBezTo>
                  <a:cubicBezTo>
                    <a:pt x="239" y="298"/>
                    <a:pt x="235" y="299"/>
                    <a:pt x="236" y="298"/>
                  </a:cubicBezTo>
                  <a:cubicBezTo>
                    <a:pt x="237" y="298"/>
                    <a:pt x="237" y="298"/>
                    <a:pt x="237" y="298"/>
                  </a:cubicBezTo>
                  <a:cubicBezTo>
                    <a:pt x="238" y="296"/>
                    <a:pt x="236" y="296"/>
                    <a:pt x="236" y="294"/>
                  </a:cubicBezTo>
                  <a:cubicBezTo>
                    <a:pt x="235" y="293"/>
                    <a:pt x="236" y="291"/>
                    <a:pt x="234" y="291"/>
                  </a:cubicBezTo>
                  <a:cubicBezTo>
                    <a:pt x="236" y="290"/>
                    <a:pt x="235" y="290"/>
                    <a:pt x="235" y="289"/>
                  </a:cubicBezTo>
                  <a:cubicBezTo>
                    <a:pt x="232" y="291"/>
                    <a:pt x="235" y="286"/>
                    <a:pt x="232" y="287"/>
                  </a:cubicBezTo>
                  <a:cubicBezTo>
                    <a:pt x="233" y="286"/>
                    <a:pt x="233" y="286"/>
                    <a:pt x="233" y="286"/>
                  </a:cubicBezTo>
                  <a:cubicBezTo>
                    <a:pt x="230" y="284"/>
                    <a:pt x="227" y="281"/>
                    <a:pt x="223" y="281"/>
                  </a:cubicBezTo>
                  <a:cubicBezTo>
                    <a:pt x="221" y="281"/>
                    <a:pt x="220" y="277"/>
                    <a:pt x="218" y="278"/>
                  </a:cubicBezTo>
                  <a:cubicBezTo>
                    <a:pt x="217" y="280"/>
                    <a:pt x="217" y="280"/>
                    <a:pt x="217" y="280"/>
                  </a:cubicBezTo>
                  <a:cubicBezTo>
                    <a:pt x="217" y="280"/>
                    <a:pt x="218" y="279"/>
                    <a:pt x="218" y="278"/>
                  </a:cubicBezTo>
                  <a:cubicBezTo>
                    <a:pt x="216" y="280"/>
                    <a:pt x="216" y="277"/>
                    <a:pt x="214" y="277"/>
                  </a:cubicBezTo>
                  <a:cubicBezTo>
                    <a:pt x="214" y="278"/>
                    <a:pt x="214" y="278"/>
                    <a:pt x="214" y="279"/>
                  </a:cubicBezTo>
                  <a:cubicBezTo>
                    <a:pt x="213" y="276"/>
                    <a:pt x="211" y="280"/>
                    <a:pt x="210" y="277"/>
                  </a:cubicBezTo>
                  <a:cubicBezTo>
                    <a:pt x="210" y="281"/>
                    <a:pt x="209" y="279"/>
                    <a:pt x="209" y="280"/>
                  </a:cubicBezTo>
                  <a:cubicBezTo>
                    <a:pt x="208" y="280"/>
                    <a:pt x="208" y="279"/>
                    <a:pt x="208" y="278"/>
                  </a:cubicBezTo>
                  <a:cubicBezTo>
                    <a:pt x="208" y="279"/>
                    <a:pt x="207" y="279"/>
                    <a:pt x="206" y="278"/>
                  </a:cubicBezTo>
                  <a:cubicBezTo>
                    <a:pt x="206" y="278"/>
                    <a:pt x="206" y="280"/>
                    <a:pt x="205" y="280"/>
                  </a:cubicBezTo>
                  <a:cubicBezTo>
                    <a:pt x="205" y="277"/>
                    <a:pt x="204" y="280"/>
                    <a:pt x="203" y="279"/>
                  </a:cubicBezTo>
                  <a:cubicBezTo>
                    <a:pt x="204" y="281"/>
                    <a:pt x="203" y="283"/>
                    <a:pt x="202" y="282"/>
                  </a:cubicBezTo>
                  <a:cubicBezTo>
                    <a:pt x="202" y="279"/>
                    <a:pt x="202" y="279"/>
                    <a:pt x="202" y="279"/>
                  </a:cubicBezTo>
                  <a:cubicBezTo>
                    <a:pt x="201" y="281"/>
                    <a:pt x="198" y="278"/>
                    <a:pt x="197" y="282"/>
                  </a:cubicBezTo>
                  <a:cubicBezTo>
                    <a:pt x="196" y="280"/>
                    <a:pt x="196" y="280"/>
                    <a:pt x="196" y="280"/>
                  </a:cubicBezTo>
                  <a:cubicBezTo>
                    <a:pt x="195" y="283"/>
                    <a:pt x="192" y="281"/>
                    <a:pt x="191" y="285"/>
                  </a:cubicBezTo>
                  <a:cubicBezTo>
                    <a:pt x="191" y="284"/>
                    <a:pt x="190" y="284"/>
                    <a:pt x="189" y="284"/>
                  </a:cubicBezTo>
                  <a:cubicBezTo>
                    <a:pt x="189" y="286"/>
                    <a:pt x="189" y="285"/>
                    <a:pt x="189" y="288"/>
                  </a:cubicBezTo>
                  <a:cubicBezTo>
                    <a:pt x="189" y="288"/>
                    <a:pt x="188" y="287"/>
                    <a:pt x="188" y="286"/>
                  </a:cubicBezTo>
                  <a:cubicBezTo>
                    <a:pt x="187" y="286"/>
                    <a:pt x="185" y="284"/>
                    <a:pt x="186" y="287"/>
                  </a:cubicBezTo>
                  <a:cubicBezTo>
                    <a:pt x="185" y="286"/>
                    <a:pt x="185" y="286"/>
                    <a:pt x="185" y="286"/>
                  </a:cubicBezTo>
                  <a:cubicBezTo>
                    <a:pt x="185" y="287"/>
                    <a:pt x="185" y="289"/>
                    <a:pt x="183" y="288"/>
                  </a:cubicBezTo>
                  <a:cubicBezTo>
                    <a:pt x="184" y="289"/>
                    <a:pt x="183" y="290"/>
                    <a:pt x="184" y="291"/>
                  </a:cubicBezTo>
                  <a:cubicBezTo>
                    <a:pt x="184" y="292"/>
                    <a:pt x="183" y="289"/>
                    <a:pt x="183" y="291"/>
                  </a:cubicBezTo>
                  <a:cubicBezTo>
                    <a:pt x="183" y="289"/>
                    <a:pt x="183" y="289"/>
                    <a:pt x="183" y="289"/>
                  </a:cubicBezTo>
                  <a:cubicBezTo>
                    <a:pt x="181" y="289"/>
                    <a:pt x="180" y="291"/>
                    <a:pt x="179" y="293"/>
                  </a:cubicBezTo>
                  <a:cubicBezTo>
                    <a:pt x="178" y="291"/>
                    <a:pt x="178" y="294"/>
                    <a:pt x="176" y="293"/>
                  </a:cubicBezTo>
                  <a:cubicBezTo>
                    <a:pt x="177" y="295"/>
                    <a:pt x="175" y="294"/>
                    <a:pt x="176" y="297"/>
                  </a:cubicBezTo>
                  <a:cubicBezTo>
                    <a:pt x="175" y="296"/>
                    <a:pt x="175" y="296"/>
                    <a:pt x="175" y="296"/>
                  </a:cubicBezTo>
                  <a:cubicBezTo>
                    <a:pt x="175" y="296"/>
                    <a:pt x="174" y="297"/>
                    <a:pt x="172" y="297"/>
                  </a:cubicBezTo>
                  <a:cubicBezTo>
                    <a:pt x="172" y="298"/>
                    <a:pt x="173" y="299"/>
                    <a:pt x="174" y="300"/>
                  </a:cubicBezTo>
                  <a:cubicBezTo>
                    <a:pt x="172" y="299"/>
                    <a:pt x="172" y="299"/>
                    <a:pt x="172" y="299"/>
                  </a:cubicBezTo>
                  <a:cubicBezTo>
                    <a:pt x="173" y="300"/>
                    <a:pt x="175" y="301"/>
                    <a:pt x="176" y="302"/>
                  </a:cubicBezTo>
                  <a:cubicBezTo>
                    <a:pt x="175" y="302"/>
                    <a:pt x="176" y="302"/>
                    <a:pt x="175" y="302"/>
                  </a:cubicBezTo>
                  <a:cubicBezTo>
                    <a:pt x="175" y="302"/>
                    <a:pt x="173" y="301"/>
                    <a:pt x="172" y="300"/>
                  </a:cubicBezTo>
                  <a:cubicBezTo>
                    <a:pt x="171" y="301"/>
                    <a:pt x="174" y="303"/>
                    <a:pt x="172" y="303"/>
                  </a:cubicBezTo>
                  <a:cubicBezTo>
                    <a:pt x="172" y="304"/>
                    <a:pt x="172" y="305"/>
                    <a:pt x="174" y="305"/>
                  </a:cubicBezTo>
                  <a:cubicBezTo>
                    <a:pt x="173" y="305"/>
                    <a:pt x="173" y="305"/>
                    <a:pt x="172" y="305"/>
                  </a:cubicBezTo>
                  <a:cubicBezTo>
                    <a:pt x="172" y="306"/>
                    <a:pt x="173" y="306"/>
                    <a:pt x="173" y="306"/>
                  </a:cubicBezTo>
                  <a:cubicBezTo>
                    <a:pt x="173" y="306"/>
                    <a:pt x="174" y="306"/>
                    <a:pt x="174" y="306"/>
                  </a:cubicBezTo>
                  <a:cubicBezTo>
                    <a:pt x="175" y="305"/>
                    <a:pt x="175" y="306"/>
                    <a:pt x="176" y="305"/>
                  </a:cubicBezTo>
                  <a:cubicBezTo>
                    <a:pt x="177" y="305"/>
                    <a:pt x="178" y="306"/>
                    <a:pt x="179" y="306"/>
                  </a:cubicBezTo>
                  <a:cubicBezTo>
                    <a:pt x="178" y="306"/>
                    <a:pt x="177" y="305"/>
                    <a:pt x="177" y="304"/>
                  </a:cubicBezTo>
                  <a:cubicBezTo>
                    <a:pt x="178" y="304"/>
                    <a:pt x="177" y="304"/>
                    <a:pt x="176" y="304"/>
                  </a:cubicBezTo>
                  <a:cubicBezTo>
                    <a:pt x="176" y="304"/>
                    <a:pt x="176" y="304"/>
                    <a:pt x="176" y="304"/>
                  </a:cubicBezTo>
                  <a:cubicBezTo>
                    <a:pt x="176" y="304"/>
                    <a:pt x="175" y="304"/>
                    <a:pt x="174" y="303"/>
                  </a:cubicBezTo>
                  <a:cubicBezTo>
                    <a:pt x="175" y="304"/>
                    <a:pt x="175" y="304"/>
                    <a:pt x="175" y="304"/>
                  </a:cubicBezTo>
                  <a:cubicBezTo>
                    <a:pt x="174" y="303"/>
                    <a:pt x="174" y="303"/>
                    <a:pt x="174" y="303"/>
                  </a:cubicBezTo>
                  <a:cubicBezTo>
                    <a:pt x="175" y="303"/>
                    <a:pt x="176" y="303"/>
                    <a:pt x="176" y="303"/>
                  </a:cubicBezTo>
                  <a:cubicBezTo>
                    <a:pt x="176" y="303"/>
                    <a:pt x="175" y="303"/>
                    <a:pt x="177" y="303"/>
                  </a:cubicBezTo>
                  <a:cubicBezTo>
                    <a:pt x="179" y="303"/>
                    <a:pt x="179" y="303"/>
                    <a:pt x="179" y="303"/>
                  </a:cubicBezTo>
                  <a:cubicBezTo>
                    <a:pt x="179" y="303"/>
                    <a:pt x="178" y="303"/>
                    <a:pt x="178" y="303"/>
                  </a:cubicBezTo>
                  <a:cubicBezTo>
                    <a:pt x="179" y="303"/>
                    <a:pt x="179" y="303"/>
                    <a:pt x="179" y="303"/>
                  </a:cubicBezTo>
                  <a:cubicBezTo>
                    <a:pt x="179" y="303"/>
                    <a:pt x="179" y="303"/>
                    <a:pt x="179" y="303"/>
                  </a:cubicBezTo>
                  <a:cubicBezTo>
                    <a:pt x="179" y="303"/>
                    <a:pt x="179" y="303"/>
                    <a:pt x="179" y="303"/>
                  </a:cubicBezTo>
                  <a:cubicBezTo>
                    <a:pt x="179" y="303"/>
                    <a:pt x="179" y="303"/>
                    <a:pt x="179" y="303"/>
                  </a:cubicBezTo>
                  <a:cubicBezTo>
                    <a:pt x="179" y="303"/>
                    <a:pt x="179" y="303"/>
                    <a:pt x="179" y="303"/>
                  </a:cubicBezTo>
                  <a:cubicBezTo>
                    <a:pt x="179" y="303"/>
                    <a:pt x="179" y="303"/>
                    <a:pt x="179" y="303"/>
                  </a:cubicBezTo>
                  <a:cubicBezTo>
                    <a:pt x="178" y="302"/>
                    <a:pt x="178" y="302"/>
                    <a:pt x="178" y="302"/>
                  </a:cubicBezTo>
                  <a:cubicBezTo>
                    <a:pt x="178" y="302"/>
                    <a:pt x="179" y="302"/>
                    <a:pt x="179" y="303"/>
                  </a:cubicBezTo>
                  <a:cubicBezTo>
                    <a:pt x="180" y="303"/>
                    <a:pt x="180" y="303"/>
                    <a:pt x="180" y="303"/>
                  </a:cubicBezTo>
                  <a:cubicBezTo>
                    <a:pt x="180" y="303"/>
                    <a:pt x="180" y="303"/>
                    <a:pt x="180" y="303"/>
                  </a:cubicBezTo>
                  <a:cubicBezTo>
                    <a:pt x="180" y="303"/>
                    <a:pt x="180" y="303"/>
                    <a:pt x="179" y="303"/>
                  </a:cubicBezTo>
                  <a:cubicBezTo>
                    <a:pt x="179" y="303"/>
                    <a:pt x="179" y="303"/>
                    <a:pt x="179" y="303"/>
                  </a:cubicBezTo>
                  <a:cubicBezTo>
                    <a:pt x="179" y="303"/>
                    <a:pt x="179" y="303"/>
                    <a:pt x="179" y="303"/>
                  </a:cubicBezTo>
                  <a:cubicBezTo>
                    <a:pt x="179" y="303"/>
                    <a:pt x="179" y="303"/>
                    <a:pt x="179" y="303"/>
                  </a:cubicBezTo>
                  <a:cubicBezTo>
                    <a:pt x="179" y="303"/>
                    <a:pt x="179" y="303"/>
                    <a:pt x="179" y="303"/>
                  </a:cubicBezTo>
                  <a:cubicBezTo>
                    <a:pt x="179" y="303"/>
                    <a:pt x="179" y="303"/>
                    <a:pt x="179" y="303"/>
                  </a:cubicBezTo>
                  <a:cubicBezTo>
                    <a:pt x="180" y="303"/>
                    <a:pt x="181" y="304"/>
                    <a:pt x="181" y="304"/>
                  </a:cubicBezTo>
                  <a:cubicBezTo>
                    <a:pt x="181" y="304"/>
                    <a:pt x="180" y="302"/>
                    <a:pt x="182" y="303"/>
                  </a:cubicBezTo>
                  <a:cubicBezTo>
                    <a:pt x="182" y="303"/>
                    <a:pt x="182" y="302"/>
                    <a:pt x="181" y="301"/>
                  </a:cubicBezTo>
                  <a:cubicBezTo>
                    <a:pt x="181" y="300"/>
                    <a:pt x="183" y="303"/>
                    <a:pt x="182" y="302"/>
                  </a:cubicBezTo>
                  <a:cubicBezTo>
                    <a:pt x="183" y="303"/>
                    <a:pt x="185" y="304"/>
                    <a:pt x="186" y="305"/>
                  </a:cubicBezTo>
                  <a:cubicBezTo>
                    <a:pt x="186" y="305"/>
                    <a:pt x="187" y="306"/>
                    <a:pt x="186" y="306"/>
                  </a:cubicBezTo>
                  <a:cubicBezTo>
                    <a:pt x="187" y="306"/>
                    <a:pt x="187" y="307"/>
                    <a:pt x="187" y="307"/>
                  </a:cubicBezTo>
                  <a:cubicBezTo>
                    <a:pt x="187" y="306"/>
                    <a:pt x="185" y="305"/>
                    <a:pt x="185" y="304"/>
                  </a:cubicBezTo>
                  <a:cubicBezTo>
                    <a:pt x="183" y="303"/>
                    <a:pt x="185" y="304"/>
                    <a:pt x="183" y="302"/>
                  </a:cubicBezTo>
                  <a:cubicBezTo>
                    <a:pt x="184" y="302"/>
                    <a:pt x="184" y="302"/>
                    <a:pt x="184" y="301"/>
                  </a:cubicBezTo>
                  <a:cubicBezTo>
                    <a:pt x="184" y="301"/>
                    <a:pt x="185" y="303"/>
                    <a:pt x="186" y="303"/>
                  </a:cubicBezTo>
                  <a:cubicBezTo>
                    <a:pt x="185" y="302"/>
                    <a:pt x="185" y="301"/>
                    <a:pt x="185" y="301"/>
                  </a:cubicBezTo>
                  <a:cubicBezTo>
                    <a:pt x="185" y="300"/>
                    <a:pt x="184" y="300"/>
                    <a:pt x="184" y="298"/>
                  </a:cubicBezTo>
                  <a:cubicBezTo>
                    <a:pt x="183" y="298"/>
                    <a:pt x="183" y="297"/>
                    <a:pt x="183" y="297"/>
                  </a:cubicBezTo>
                  <a:cubicBezTo>
                    <a:pt x="184" y="299"/>
                    <a:pt x="186" y="301"/>
                    <a:pt x="186" y="301"/>
                  </a:cubicBezTo>
                  <a:cubicBezTo>
                    <a:pt x="188" y="304"/>
                    <a:pt x="185" y="301"/>
                    <a:pt x="187" y="303"/>
                  </a:cubicBezTo>
                  <a:cubicBezTo>
                    <a:pt x="188" y="305"/>
                    <a:pt x="187" y="306"/>
                    <a:pt x="187" y="305"/>
                  </a:cubicBezTo>
                  <a:cubicBezTo>
                    <a:pt x="188" y="307"/>
                    <a:pt x="187" y="305"/>
                    <a:pt x="188" y="307"/>
                  </a:cubicBezTo>
                  <a:cubicBezTo>
                    <a:pt x="188" y="307"/>
                    <a:pt x="188" y="305"/>
                    <a:pt x="188" y="305"/>
                  </a:cubicBezTo>
                  <a:cubicBezTo>
                    <a:pt x="187" y="304"/>
                    <a:pt x="187" y="304"/>
                    <a:pt x="187" y="303"/>
                  </a:cubicBezTo>
                  <a:cubicBezTo>
                    <a:pt x="186" y="300"/>
                    <a:pt x="188" y="304"/>
                    <a:pt x="188" y="304"/>
                  </a:cubicBezTo>
                  <a:cubicBezTo>
                    <a:pt x="189" y="305"/>
                    <a:pt x="189" y="305"/>
                    <a:pt x="189" y="305"/>
                  </a:cubicBezTo>
                  <a:cubicBezTo>
                    <a:pt x="189" y="306"/>
                    <a:pt x="188" y="304"/>
                    <a:pt x="189" y="304"/>
                  </a:cubicBezTo>
                  <a:cubicBezTo>
                    <a:pt x="190" y="307"/>
                    <a:pt x="189" y="305"/>
                    <a:pt x="189" y="306"/>
                  </a:cubicBezTo>
                  <a:cubicBezTo>
                    <a:pt x="190" y="308"/>
                    <a:pt x="190" y="308"/>
                    <a:pt x="190" y="308"/>
                  </a:cubicBezTo>
                  <a:cubicBezTo>
                    <a:pt x="190" y="308"/>
                    <a:pt x="189" y="309"/>
                    <a:pt x="188" y="310"/>
                  </a:cubicBezTo>
                  <a:cubicBezTo>
                    <a:pt x="188" y="309"/>
                    <a:pt x="188" y="309"/>
                    <a:pt x="188" y="309"/>
                  </a:cubicBezTo>
                  <a:cubicBezTo>
                    <a:pt x="187" y="311"/>
                    <a:pt x="186" y="306"/>
                    <a:pt x="186" y="311"/>
                  </a:cubicBezTo>
                  <a:cubicBezTo>
                    <a:pt x="186" y="312"/>
                    <a:pt x="186" y="312"/>
                    <a:pt x="186" y="312"/>
                  </a:cubicBezTo>
                  <a:cubicBezTo>
                    <a:pt x="185" y="310"/>
                    <a:pt x="185" y="310"/>
                    <a:pt x="185" y="310"/>
                  </a:cubicBezTo>
                  <a:cubicBezTo>
                    <a:pt x="185" y="311"/>
                    <a:pt x="184" y="310"/>
                    <a:pt x="184" y="312"/>
                  </a:cubicBezTo>
                  <a:cubicBezTo>
                    <a:pt x="184" y="310"/>
                    <a:pt x="184" y="310"/>
                    <a:pt x="184" y="310"/>
                  </a:cubicBezTo>
                  <a:cubicBezTo>
                    <a:pt x="184" y="310"/>
                    <a:pt x="184" y="313"/>
                    <a:pt x="183" y="312"/>
                  </a:cubicBezTo>
                  <a:cubicBezTo>
                    <a:pt x="183" y="311"/>
                    <a:pt x="183" y="311"/>
                    <a:pt x="183" y="311"/>
                  </a:cubicBezTo>
                  <a:cubicBezTo>
                    <a:pt x="183" y="311"/>
                    <a:pt x="183" y="311"/>
                    <a:pt x="183" y="311"/>
                  </a:cubicBezTo>
                  <a:cubicBezTo>
                    <a:pt x="182" y="311"/>
                    <a:pt x="182" y="312"/>
                    <a:pt x="181" y="312"/>
                  </a:cubicBezTo>
                  <a:cubicBezTo>
                    <a:pt x="182" y="311"/>
                    <a:pt x="182" y="311"/>
                    <a:pt x="183" y="310"/>
                  </a:cubicBezTo>
                  <a:cubicBezTo>
                    <a:pt x="181" y="308"/>
                    <a:pt x="177" y="307"/>
                    <a:pt x="178" y="311"/>
                  </a:cubicBezTo>
                  <a:cubicBezTo>
                    <a:pt x="178" y="312"/>
                    <a:pt x="176" y="309"/>
                    <a:pt x="176" y="309"/>
                  </a:cubicBezTo>
                  <a:cubicBezTo>
                    <a:pt x="177" y="312"/>
                    <a:pt x="172" y="313"/>
                    <a:pt x="178" y="313"/>
                  </a:cubicBezTo>
                  <a:cubicBezTo>
                    <a:pt x="178" y="313"/>
                    <a:pt x="179" y="313"/>
                    <a:pt x="179" y="313"/>
                  </a:cubicBezTo>
                  <a:cubicBezTo>
                    <a:pt x="179" y="314"/>
                    <a:pt x="180" y="316"/>
                    <a:pt x="183" y="321"/>
                  </a:cubicBezTo>
                  <a:cubicBezTo>
                    <a:pt x="183" y="321"/>
                    <a:pt x="183" y="321"/>
                    <a:pt x="183" y="321"/>
                  </a:cubicBezTo>
                  <a:cubicBezTo>
                    <a:pt x="185" y="320"/>
                    <a:pt x="189" y="325"/>
                    <a:pt x="192" y="323"/>
                  </a:cubicBezTo>
                  <a:cubicBezTo>
                    <a:pt x="192" y="322"/>
                    <a:pt x="192" y="321"/>
                    <a:pt x="192" y="321"/>
                  </a:cubicBezTo>
                  <a:cubicBezTo>
                    <a:pt x="192" y="322"/>
                    <a:pt x="192" y="322"/>
                    <a:pt x="192" y="322"/>
                  </a:cubicBezTo>
                  <a:cubicBezTo>
                    <a:pt x="193" y="320"/>
                    <a:pt x="193" y="320"/>
                    <a:pt x="193" y="320"/>
                  </a:cubicBezTo>
                  <a:cubicBezTo>
                    <a:pt x="193" y="320"/>
                    <a:pt x="193" y="322"/>
                    <a:pt x="192" y="322"/>
                  </a:cubicBezTo>
                  <a:cubicBezTo>
                    <a:pt x="194" y="322"/>
                    <a:pt x="195" y="322"/>
                    <a:pt x="196" y="322"/>
                  </a:cubicBezTo>
                  <a:cubicBezTo>
                    <a:pt x="197" y="320"/>
                    <a:pt x="197" y="322"/>
                    <a:pt x="197" y="320"/>
                  </a:cubicBezTo>
                  <a:cubicBezTo>
                    <a:pt x="197" y="321"/>
                    <a:pt x="197" y="321"/>
                    <a:pt x="197" y="321"/>
                  </a:cubicBezTo>
                  <a:cubicBezTo>
                    <a:pt x="198" y="320"/>
                    <a:pt x="198" y="320"/>
                    <a:pt x="199" y="322"/>
                  </a:cubicBezTo>
                  <a:cubicBezTo>
                    <a:pt x="199" y="323"/>
                    <a:pt x="199" y="323"/>
                    <a:pt x="199" y="323"/>
                  </a:cubicBezTo>
                  <a:cubicBezTo>
                    <a:pt x="198" y="323"/>
                    <a:pt x="198" y="323"/>
                    <a:pt x="197" y="323"/>
                  </a:cubicBezTo>
                  <a:cubicBezTo>
                    <a:pt x="198" y="323"/>
                    <a:pt x="198" y="323"/>
                    <a:pt x="198" y="323"/>
                  </a:cubicBezTo>
                  <a:cubicBezTo>
                    <a:pt x="197" y="324"/>
                    <a:pt x="197" y="324"/>
                    <a:pt x="197" y="324"/>
                  </a:cubicBezTo>
                  <a:cubicBezTo>
                    <a:pt x="197" y="324"/>
                    <a:pt x="196" y="325"/>
                    <a:pt x="197" y="325"/>
                  </a:cubicBezTo>
                  <a:cubicBezTo>
                    <a:pt x="199" y="325"/>
                    <a:pt x="199" y="325"/>
                    <a:pt x="199" y="325"/>
                  </a:cubicBezTo>
                  <a:cubicBezTo>
                    <a:pt x="199" y="325"/>
                    <a:pt x="201" y="325"/>
                    <a:pt x="199" y="326"/>
                  </a:cubicBezTo>
                  <a:cubicBezTo>
                    <a:pt x="197" y="326"/>
                    <a:pt x="197" y="326"/>
                    <a:pt x="197" y="326"/>
                  </a:cubicBezTo>
                  <a:cubicBezTo>
                    <a:pt x="197" y="326"/>
                    <a:pt x="198" y="326"/>
                    <a:pt x="198" y="326"/>
                  </a:cubicBezTo>
                  <a:cubicBezTo>
                    <a:pt x="195" y="326"/>
                    <a:pt x="195" y="326"/>
                    <a:pt x="195" y="326"/>
                  </a:cubicBezTo>
                  <a:cubicBezTo>
                    <a:pt x="199" y="326"/>
                    <a:pt x="196" y="327"/>
                    <a:pt x="197" y="327"/>
                  </a:cubicBezTo>
                  <a:cubicBezTo>
                    <a:pt x="196" y="327"/>
                    <a:pt x="196" y="327"/>
                    <a:pt x="196" y="327"/>
                  </a:cubicBezTo>
                  <a:cubicBezTo>
                    <a:pt x="195" y="328"/>
                    <a:pt x="198" y="327"/>
                    <a:pt x="198" y="327"/>
                  </a:cubicBezTo>
                  <a:cubicBezTo>
                    <a:pt x="198" y="328"/>
                    <a:pt x="195" y="328"/>
                    <a:pt x="194" y="328"/>
                  </a:cubicBezTo>
                  <a:cubicBezTo>
                    <a:pt x="194" y="329"/>
                    <a:pt x="196" y="329"/>
                    <a:pt x="194" y="330"/>
                  </a:cubicBezTo>
                  <a:cubicBezTo>
                    <a:pt x="195" y="330"/>
                    <a:pt x="196" y="331"/>
                    <a:pt x="197" y="331"/>
                  </a:cubicBezTo>
                  <a:cubicBezTo>
                    <a:pt x="197" y="332"/>
                    <a:pt x="194" y="331"/>
                    <a:pt x="195" y="332"/>
                  </a:cubicBezTo>
                  <a:cubicBezTo>
                    <a:pt x="195" y="332"/>
                    <a:pt x="194" y="332"/>
                    <a:pt x="193" y="332"/>
                  </a:cubicBezTo>
                  <a:cubicBezTo>
                    <a:pt x="194" y="332"/>
                    <a:pt x="193" y="333"/>
                    <a:pt x="195" y="332"/>
                  </a:cubicBezTo>
                  <a:cubicBezTo>
                    <a:pt x="194" y="333"/>
                    <a:pt x="194" y="334"/>
                    <a:pt x="195" y="334"/>
                  </a:cubicBezTo>
                  <a:cubicBezTo>
                    <a:pt x="195" y="334"/>
                    <a:pt x="193" y="334"/>
                    <a:pt x="192" y="334"/>
                  </a:cubicBezTo>
                  <a:cubicBezTo>
                    <a:pt x="194" y="334"/>
                    <a:pt x="195" y="335"/>
                    <a:pt x="194" y="335"/>
                  </a:cubicBezTo>
                  <a:cubicBezTo>
                    <a:pt x="196" y="335"/>
                    <a:pt x="196" y="335"/>
                    <a:pt x="198" y="335"/>
                  </a:cubicBezTo>
                  <a:cubicBezTo>
                    <a:pt x="198" y="335"/>
                    <a:pt x="199" y="335"/>
                    <a:pt x="199" y="335"/>
                  </a:cubicBezTo>
                  <a:cubicBezTo>
                    <a:pt x="197" y="336"/>
                    <a:pt x="194" y="336"/>
                    <a:pt x="194" y="336"/>
                  </a:cubicBezTo>
                  <a:cubicBezTo>
                    <a:pt x="191" y="336"/>
                    <a:pt x="194" y="335"/>
                    <a:pt x="192" y="336"/>
                  </a:cubicBezTo>
                  <a:cubicBezTo>
                    <a:pt x="189" y="335"/>
                    <a:pt x="189" y="335"/>
                    <a:pt x="191" y="334"/>
                  </a:cubicBezTo>
                  <a:cubicBezTo>
                    <a:pt x="188" y="334"/>
                    <a:pt x="190" y="335"/>
                    <a:pt x="188" y="335"/>
                  </a:cubicBezTo>
                  <a:cubicBezTo>
                    <a:pt x="188" y="335"/>
                    <a:pt x="189" y="335"/>
                    <a:pt x="190" y="336"/>
                  </a:cubicBezTo>
                  <a:cubicBezTo>
                    <a:pt x="191" y="336"/>
                    <a:pt x="191" y="336"/>
                    <a:pt x="192" y="336"/>
                  </a:cubicBezTo>
                  <a:cubicBezTo>
                    <a:pt x="195" y="336"/>
                    <a:pt x="190" y="336"/>
                    <a:pt x="190" y="337"/>
                  </a:cubicBezTo>
                  <a:cubicBezTo>
                    <a:pt x="190" y="336"/>
                    <a:pt x="190" y="336"/>
                    <a:pt x="190" y="336"/>
                  </a:cubicBezTo>
                  <a:cubicBezTo>
                    <a:pt x="189" y="337"/>
                    <a:pt x="191" y="337"/>
                    <a:pt x="190" y="337"/>
                  </a:cubicBezTo>
                  <a:cubicBezTo>
                    <a:pt x="187" y="337"/>
                    <a:pt x="190" y="337"/>
                    <a:pt x="188" y="336"/>
                  </a:cubicBezTo>
                  <a:cubicBezTo>
                    <a:pt x="186" y="337"/>
                    <a:pt x="186" y="337"/>
                    <a:pt x="186" y="337"/>
                  </a:cubicBezTo>
                  <a:cubicBezTo>
                    <a:pt x="185" y="337"/>
                    <a:pt x="188" y="337"/>
                    <a:pt x="188" y="337"/>
                  </a:cubicBezTo>
                  <a:cubicBezTo>
                    <a:pt x="186" y="337"/>
                    <a:pt x="186" y="337"/>
                    <a:pt x="186" y="337"/>
                  </a:cubicBezTo>
                  <a:cubicBezTo>
                    <a:pt x="187" y="338"/>
                    <a:pt x="187" y="338"/>
                    <a:pt x="187" y="338"/>
                  </a:cubicBezTo>
                  <a:cubicBezTo>
                    <a:pt x="188" y="338"/>
                    <a:pt x="190" y="338"/>
                    <a:pt x="190" y="337"/>
                  </a:cubicBezTo>
                  <a:cubicBezTo>
                    <a:pt x="193" y="337"/>
                    <a:pt x="190" y="338"/>
                    <a:pt x="191" y="338"/>
                  </a:cubicBezTo>
                  <a:cubicBezTo>
                    <a:pt x="193" y="338"/>
                    <a:pt x="191" y="338"/>
                    <a:pt x="193" y="338"/>
                  </a:cubicBezTo>
                  <a:cubicBezTo>
                    <a:pt x="194" y="338"/>
                    <a:pt x="194" y="338"/>
                    <a:pt x="195" y="338"/>
                  </a:cubicBezTo>
                  <a:cubicBezTo>
                    <a:pt x="195" y="339"/>
                    <a:pt x="193" y="339"/>
                    <a:pt x="191" y="339"/>
                  </a:cubicBezTo>
                  <a:cubicBezTo>
                    <a:pt x="191" y="339"/>
                    <a:pt x="191" y="338"/>
                    <a:pt x="192" y="338"/>
                  </a:cubicBezTo>
                  <a:cubicBezTo>
                    <a:pt x="190" y="338"/>
                    <a:pt x="188" y="339"/>
                    <a:pt x="187" y="338"/>
                  </a:cubicBezTo>
                  <a:cubicBezTo>
                    <a:pt x="186" y="339"/>
                    <a:pt x="188" y="339"/>
                    <a:pt x="189" y="339"/>
                  </a:cubicBezTo>
                  <a:cubicBezTo>
                    <a:pt x="189" y="339"/>
                    <a:pt x="190" y="339"/>
                    <a:pt x="191" y="339"/>
                  </a:cubicBezTo>
                  <a:cubicBezTo>
                    <a:pt x="196" y="340"/>
                    <a:pt x="187" y="339"/>
                    <a:pt x="188" y="340"/>
                  </a:cubicBezTo>
                  <a:cubicBezTo>
                    <a:pt x="191" y="340"/>
                    <a:pt x="193" y="341"/>
                    <a:pt x="196" y="340"/>
                  </a:cubicBezTo>
                  <a:cubicBezTo>
                    <a:pt x="197" y="341"/>
                    <a:pt x="197" y="341"/>
                    <a:pt x="197" y="341"/>
                  </a:cubicBezTo>
                  <a:cubicBezTo>
                    <a:pt x="195" y="341"/>
                    <a:pt x="195" y="341"/>
                    <a:pt x="193" y="341"/>
                  </a:cubicBezTo>
                  <a:cubicBezTo>
                    <a:pt x="193" y="341"/>
                    <a:pt x="193" y="341"/>
                    <a:pt x="193" y="341"/>
                  </a:cubicBezTo>
                  <a:cubicBezTo>
                    <a:pt x="191" y="341"/>
                    <a:pt x="191" y="341"/>
                    <a:pt x="191" y="341"/>
                  </a:cubicBezTo>
                  <a:cubicBezTo>
                    <a:pt x="189" y="341"/>
                    <a:pt x="188" y="341"/>
                    <a:pt x="187" y="341"/>
                  </a:cubicBezTo>
                  <a:cubicBezTo>
                    <a:pt x="188" y="342"/>
                    <a:pt x="189" y="341"/>
                    <a:pt x="189" y="342"/>
                  </a:cubicBezTo>
                  <a:cubicBezTo>
                    <a:pt x="188" y="342"/>
                    <a:pt x="187" y="342"/>
                    <a:pt x="187" y="342"/>
                  </a:cubicBezTo>
                  <a:cubicBezTo>
                    <a:pt x="188" y="342"/>
                    <a:pt x="190" y="342"/>
                    <a:pt x="191" y="342"/>
                  </a:cubicBezTo>
                  <a:cubicBezTo>
                    <a:pt x="191" y="343"/>
                    <a:pt x="189" y="343"/>
                    <a:pt x="188" y="343"/>
                  </a:cubicBezTo>
                  <a:cubicBezTo>
                    <a:pt x="187" y="342"/>
                    <a:pt x="187" y="342"/>
                    <a:pt x="187" y="342"/>
                  </a:cubicBezTo>
                  <a:cubicBezTo>
                    <a:pt x="188" y="343"/>
                    <a:pt x="186" y="342"/>
                    <a:pt x="186" y="343"/>
                  </a:cubicBezTo>
                  <a:cubicBezTo>
                    <a:pt x="188" y="343"/>
                    <a:pt x="189" y="343"/>
                    <a:pt x="191" y="343"/>
                  </a:cubicBezTo>
                  <a:cubicBezTo>
                    <a:pt x="191" y="343"/>
                    <a:pt x="190" y="344"/>
                    <a:pt x="190" y="344"/>
                  </a:cubicBezTo>
                  <a:cubicBezTo>
                    <a:pt x="189" y="343"/>
                    <a:pt x="189" y="343"/>
                    <a:pt x="189" y="343"/>
                  </a:cubicBezTo>
                  <a:cubicBezTo>
                    <a:pt x="189" y="344"/>
                    <a:pt x="186" y="343"/>
                    <a:pt x="186" y="344"/>
                  </a:cubicBezTo>
                  <a:cubicBezTo>
                    <a:pt x="188" y="344"/>
                    <a:pt x="188" y="344"/>
                    <a:pt x="188" y="344"/>
                  </a:cubicBezTo>
                  <a:cubicBezTo>
                    <a:pt x="186" y="344"/>
                    <a:pt x="186" y="344"/>
                    <a:pt x="186" y="344"/>
                  </a:cubicBezTo>
                  <a:cubicBezTo>
                    <a:pt x="188" y="344"/>
                    <a:pt x="187" y="344"/>
                    <a:pt x="188" y="344"/>
                  </a:cubicBezTo>
                  <a:cubicBezTo>
                    <a:pt x="187" y="344"/>
                    <a:pt x="187" y="344"/>
                    <a:pt x="187" y="344"/>
                  </a:cubicBezTo>
                  <a:cubicBezTo>
                    <a:pt x="187" y="345"/>
                    <a:pt x="190" y="345"/>
                    <a:pt x="188" y="345"/>
                  </a:cubicBezTo>
                  <a:cubicBezTo>
                    <a:pt x="190" y="345"/>
                    <a:pt x="188" y="345"/>
                    <a:pt x="189" y="345"/>
                  </a:cubicBezTo>
                  <a:cubicBezTo>
                    <a:pt x="191" y="344"/>
                    <a:pt x="191" y="345"/>
                    <a:pt x="191" y="345"/>
                  </a:cubicBezTo>
                  <a:cubicBezTo>
                    <a:pt x="188" y="345"/>
                    <a:pt x="191" y="346"/>
                    <a:pt x="191" y="346"/>
                  </a:cubicBezTo>
                  <a:cubicBezTo>
                    <a:pt x="190" y="346"/>
                    <a:pt x="189" y="346"/>
                    <a:pt x="188" y="346"/>
                  </a:cubicBezTo>
                  <a:cubicBezTo>
                    <a:pt x="190" y="346"/>
                    <a:pt x="190" y="346"/>
                    <a:pt x="190" y="346"/>
                  </a:cubicBezTo>
                  <a:cubicBezTo>
                    <a:pt x="187" y="346"/>
                    <a:pt x="191" y="347"/>
                    <a:pt x="190" y="347"/>
                  </a:cubicBezTo>
                  <a:cubicBezTo>
                    <a:pt x="189" y="347"/>
                    <a:pt x="187" y="347"/>
                    <a:pt x="187" y="347"/>
                  </a:cubicBezTo>
                  <a:cubicBezTo>
                    <a:pt x="190" y="347"/>
                    <a:pt x="190" y="347"/>
                    <a:pt x="192" y="347"/>
                  </a:cubicBezTo>
                  <a:cubicBezTo>
                    <a:pt x="191" y="348"/>
                    <a:pt x="189" y="347"/>
                    <a:pt x="187" y="347"/>
                  </a:cubicBezTo>
                  <a:cubicBezTo>
                    <a:pt x="189" y="348"/>
                    <a:pt x="185" y="348"/>
                    <a:pt x="188" y="348"/>
                  </a:cubicBezTo>
                  <a:cubicBezTo>
                    <a:pt x="189" y="348"/>
                    <a:pt x="190" y="348"/>
                    <a:pt x="191" y="348"/>
                  </a:cubicBezTo>
                  <a:cubicBezTo>
                    <a:pt x="191" y="349"/>
                    <a:pt x="190" y="348"/>
                    <a:pt x="189" y="348"/>
                  </a:cubicBezTo>
                  <a:cubicBezTo>
                    <a:pt x="189" y="349"/>
                    <a:pt x="191" y="349"/>
                    <a:pt x="192" y="349"/>
                  </a:cubicBezTo>
                  <a:cubicBezTo>
                    <a:pt x="191" y="349"/>
                    <a:pt x="194" y="349"/>
                    <a:pt x="192" y="350"/>
                  </a:cubicBezTo>
                  <a:cubicBezTo>
                    <a:pt x="191" y="350"/>
                    <a:pt x="191" y="349"/>
                    <a:pt x="190" y="349"/>
                  </a:cubicBezTo>
                  <a:cubicBezTo>
                    <a:pt x="190" y="350"/>
                    <a:pt x="194" y="350"/>
                    <a:pt x="195" y="350"/>
                  </a:cubicBezTo>
                  <a:cubicBezTo>
                    <a:pt x="196" y="350"/>
                    <a:pt x="199" y="351"/>
                    <a:pt x="200" y="351"/>
                  </a:cubicBezTo>
                  <a:cubicBezTo>
                    <a:pt x="199" y="352"/>
                    <a:pt x="199" y="351"/>
                    <a:pt x="197" y="351"/>
                  </a:cubicBezTo>
                  <a:cubicBezTo>
                    <a:pt x="197" y="351"/>
                    <a:pt x="197" y="351"/>
                    <a:pt x="197" y="351"/>
                  </a:cubicBezTo>
                  <a:cubicBezTo>
                    <a:pt x="194" y="351"/>
                    <a:pt x="192" y="350"/>
                    <a:pt x="190" y="350"/>
                  </a:cubicBezTo>
                  <a:cubicBezTo>
                    <a:pt x="191" y="350"/>
                    <a:pt x="191" y="350"/>
                    <a:pt x="191" y="350"/>
                  </a:cubicBezTo>
                  <a:cubicBezTo>
                    <a:pt x="188" y="350"/>
                    <a:pt x="188" y="350"/>
                    <a:pt x="188" y="350"/>
                  </a:cubicBezTo>
                  <a:cubicBezTo>
                    <a:pt x="190" y="350"/>
                    <a:pt x="188" y="351"/>
                    <a:pt x="189" y="351"/>
                  </a:cubicBezTo>
                  <a:cubicBezTo>
                    <a:pt x="190" y="351"/>
                    <a:pt x="188" y="351"/>
                    <a:pt x="189" y="351"/>
                  </a:cubicBezTo>
                  <a:cubicBezTo>
                    <a:pt x="190" y="351"/>
                    <a:pt x="193" y="351"/>
                    <a:pt x="192" y="352"/>
                  </a:cubicBezTo>
                  <a:cubicBezTo>
                    <a:pt x="188" y="351"/>
                    <a:pt x="188" y="351"/>
                    <a:pt x="188" y="351"/>
                  </a:cubicBezTo>
                  <a:cubicBezTo>
                    <a:pt x="188" y="352"/>
                    <a:pt x="190" y="352"/>
                    <a:pt x="189" y="352"/>
                  </a:cubicBezTo>
                  <a:cubicBezTo>
                    <a:pt x="188" y="352"/>
                    <a:pt x="188" y="352"/>
                    <a:pt x="188" y="352"/>
                  </a:cubicBezTo>
                  <a:cubicBezTo>
                    <a:pt x="188" y="353"/>
                    <a:pt x="188" y="354"/>
                    <a:pt x="192" y="356"/>
                  </a:cubicBezTo>
                  <a:cubicBezTo>
                    <a:pt x="190" y="356"/>
                    <a:pt x="190" y="356"/>
                    <a:pt x="189" y="357"/>
                  </a:cubicBezTo>
                  <a:cubicBezTo>
                    <a:pt x="189" y="357"/>
                    <a:pt x="191" y="357"/>
                    <a:pt x="191" y="357"/>
                  </a:cubicBezTo>
                  <a:cubicBezTo>
                    <a:pt x="189" y="357"/>
                    <a:pt x="189" y="357"/>
                    <a:pt x="189" y="357"/>
                  </a:cubicBezTo>
                  <a:cubicBezTo>
                    <a:pt x="188" y="357"/>
                    <a:pt x="189" y="358"/>
                    <a:pt x="191" y="359"/>
                  </a:cubicBezTo>
                  <a:cubicBezTo>
                    <a:pt x="189" y="358"/>
                    <a:pt x="189" y="358"/>
                    <a:pt x="189" y="358"/>
                  </a:cubicBezTo>
                  <a:cubicBezTo>
                    <a:pt x="188" y="359"/>
                    <a:pt x="190" y="359"/>
                    <a:pt x="191" y="359"/>
                  </a:cubicBezTo>
                  <a:cubicBezTo>
                    <a:pt x="189" y="359"/>
                    <a:pt x="189" y="359"/>
                    <a:pt x="189" y="359"/>
                  </a:cubicBezTo>
                  <a:cubicBezTo>
                    <a:pt x="191" y="359"/>
                    <a:pt x="191" y="359"/>
                    <a:pt x="191" y="359"/>
                  </a:cubicBezTo>
                  <a:cubicBezTo>
                    <a:pt x="191" y="360"/>
                    <a:pt x="191" y="360"/>
                    <a:pt x="189" y="360"/>
                  </a:cubicBezTo>
                  <a:cubicBezTo>
                    <a:pt x="190" y="360"/>
                    <a:pt x="190" y="360"/>
                    <a:pt x="190" y="360"/>
                  </a:cubicBezTo>
                  <a:cubicBezTo>
                    <a:pt x="189" y="360"/>
                    <a:pt x="189" y="361"/>
                    <a:pt x="189" y="362"/>
                  </a:cubicBezTo>
                  <a:cubicBezTo>
                    <a:pt x="190" y="362"/>
                    <a:pt x="191" y="362"/>
                    <a:pt x="192" y="362"/>
                  </a:cubicBezTo>
                  <a:cubicBezTo>
                    <a:pt x="194" y="362"/>
                    <a:pt x="192" y="362"/>
                    <a:pt x="193" y="362"/>
                  </a:cubicBezTo>
                  <a:cubicBezTo>
                    <a:pt x="191" y="362"/>
                    <a:pt x="191" y="362"/>
                    <a:pt x="191" y="362"/>
                  </a:cubicBezTo>
                  <a:cubicBezTo>
                    <a:pt x="187" y="362"/>
                    <a:pt x="190" y="364"/>
                    <a:pt x="189" y="365"/>
                  </a:cubicBezTo>
                  <a:cubicBezTo>
                    <a:pt x="190" y="365"/>
                    <a:pt x="190" y="365"/>
                    <a:pt x="190" y="365"/>
                  </a:cubicBezTo>
                  <a:cubicBezTo>
                    <a:pt x="188" y="365"/>
                    <a:pt x="190" y="366"/>
                    <a:pt x="189" y="367"/>
                  </a:cubicBezTo>
                  <a:cubicBezTo>
                    <a:pt x="190" y="367"/>
                    <a:pt x="193" y="367"/>
                    <a:pt x="193" y="368"/>
                  </a:cubicBezTo>
                  <a:cubicBezTo>
                    <a:pt x="195" y="368"/>
                    <a:pt x="190" y="368"/>
                    <a:pt x="189" y="368"/>
                  </a:cubicBezTo>
                  <a:cubicBezTo>
                    <a:pt x="190" y="368"/>
                    <a:pt x="190" y="368"/>
                    <a:pt x="190" y="369"/>
                  </a:cubicBezTo>
                  <a:cubicBezTo>
                    <a:pt x="190" y="369"/>
                    <a:pt x="190" y="369"/>
                    <a:pt x="190" y="369"/>
                  </a:cubicBezTo>
                  <a:cubicBezTo>
                    <a:pt x="191" y="369"/>
                    <a:pt x="191" y="369"/>
                    <a:pt x="190" y="369"/>
                  </a:cubicBezTo>
                  <a:cubicBezTo>
                    <a:pt x="190" y="369"/>
                    <a:pt x="190" y="369"/>
                    <a:pt x="190" y="369"/>
                  </a:cubicBezTo>
                  <a:cubicBezTo>
                    <a:pt x="190" y="370"/>
                    <a:pt x="189" y="370"/>
                    <a:pt x="189" y="370"/>
                  </a:cubicBezTo>
                  <a:cubicBezTo>
                    <a:pt x="191" y="370"/>
                    <a:pt x="190" y="371"/>
                    <a:pt x="191" y="371"/>
                  </a:cubicBezTo>
                  <a:cubicBezTo>
                    <a:pt x="190" y="371"/>
                    <a:pt x="190" y="371"/>
                    <a:pt x="190" y="371"/>
                  </a:cubicBezTo>
                  <a:cubicBezTo>
                    <a:pt x="192" y="371"/>
                    <a:pt x="192" y="371"/>
                    <a:pt x="192" y="371"/>
                  </a:cubicBezTo>
                  <a:cubicBezTo>
                    <a:pt x="191" y="371"/>
                    <a:pt x="191" y="371"/>
                    <a:pt x="191" y="371"/>
                  </a:cubicBezTo>
                  <a:cubicBezTo>
                    <a:pt x="189" y="371"/>
                    <a:pt x="189" y="371"/>
                    <a:pt x="189" y="371"/>
                  </a:cubicBezTo>
                  <a:cubicBezTo>
                    <a:pt x="188" y="371"/>
                    <a:pt x="191" y="371"/>
                    <a:pt x="192" y="372"/>
                  </a:cubicBezTo>
                  <a:cubicBezTo>
                    <a:pt x="193" y="372"/>
                    <a:pt x="191" y="372"/>
                    <a:pt x="191" y="372"/>
                  </a:cubicBezTo>
                  <a:cubicBezTo>
                    <a:pt x="190" y="372"/>
                    <a:pt x="191" y="372"/>
                    <a:pt x="191" y="372"/>
                  </a:cubicBezTo>
                  <a:cubicBezTo>
                    <a:pt x="189" y="371"/>
                    <a:pt x="190" y="372"/>
                    <a:pt x="189" y="372"/>
                  </a:cubicBezTo>
                  <a:cubicBezTo>
                    <a:pt x="189" y="372"/>
                    <a:pt x="191" y="372"/>
                    <a:pt x="191" y="372"/>
                  </a:cubicBezTo>
                  <a:cubicBezTo>
                    <a:pt x="190" y="373"/>
                    <a:pt x="191" y="373"/>
                    <a:pt x="189" y="373"/>
                  </a:cubicBezTo>
                  <a:cubicBezTo>
                    <a:pt x="190" y="373"/>
                    <a:pt x="190" y="373"/>
                    <a:pt x="191" y="374"/>
                  </a:cubicBezTo>
                  <a:cubicBezTo>
                    <a:pt x="191" y="373"/>
                    <a:pt x="191" y="373"/>
                    <a:pt x="193" y="373"/>
                  </a:cubicBezTo>
                  <a:cubicBezTo>
                    <a:pt x="193" y="373"/>
                    <a:pt x="193" y="374"/>
                    <a:pt x="192" y="374"/>
                  </a:cubicBezTo>
                  <a:cubicBezTo>
                    <a:pt x="192" y="374"/>
                    <a:pt x="192" y="374"/>
                    <a:pt x="192" y="374"/>
                  </a:cubicBezTo>
                  <a:cubicBezTo>
                    <a:pt x="192" y="374"/>
                    <a:pt x="192" y="374"/>
                    <a:pt x="193" y="374"/>
                  </a:cubicBezTo>
                  <a:cubicBezTo>
                    <a:pt x="191" y="374"/>
                    <a:pt x="191" y="374"/>
                    <a:pt x="191" y="374"/>
                  </a:cubicBezTo>
                  <a:cubicBezTo>
                    <a:pt x="193" y="374"/>
                    <a:pt x="192" y="375"/>
                    <a:pt x="193" y="375"/>
                  </a:cubicBezTo>
                  <a:cubicBezTo>
                    <a:pt x="191" y="375"/>
                    <a:pt x="189" y="375"/>
                    <a:pt x="189" y="375"/>
                  </a:cubicBezTo>
                  <a:cubicBezTo>
                    <a:pt x="190" y="376"/>
                    <a:pt x="190" y="376"/>
                    <a:pt x="190" y="376"/>
                  </a:cubicBezTo>
                  <a:cubicBezTo>
                    <a:pt x="191" y="376"/>
                    <a:pt x="190" y="376"/>
                    <a:pt x="189" y="376"/>
                  </a:cubicBezTo>
                  <a:cubicBezTo>
                    <a:pt x="188" y="376"/>
                    <a:pt x="194" y="377"/>
                    <a:pt x="192" y="377"/>
                  </a:cubicBezTo>
                  <a:cubicBezTo>
                    <a:pt x="190" y="377"/>
                    <a:pt x="190" y="377"/>
                    <a:pt x="189" y="377"/>
                  </a:cubicBezTo>
                  <a:cubicBezTo>
                    <a:pt x="190" y="378"/>
                    <a:pt x="191" y="378"/>
                    <a:pt x="191" y="378"/>
                  </a:cubicBezTo>
                  <a:cubicBezTo>
                    <a:pt x="192" y="378"/>
                    <a:pt x="189" y="377"/>
                    <a:pt x="191" y="377"/>
                  </a:cubicBezTo>
                  <a:cubicBezTo>
                    <a:pt x="192" y="377"/>
                    <a:pt x="191" y="378"/>
                    <a:pt x="192" y="378"/>
                  </a:cubicBezTo>
                  <a:cubicBezTo>
                    <a:pt x="187" y="378"/>
                    <a:pt x="191" y="380"/>
                    <a:pt x="188" y="380"/>
                  </a:cubicBezTo>
                  <a:cubicBezTo>
                    <a:pt x="191" y="380"/>
                    <a:pt x="189" y="381"/>
                    <a:pt x="190" y="381"/>
                  </a:cubicBezTo>
                  <a:cubicBezTo>
                    <a:pt x="187" y="381"/>
                    <a:pt x="190" y="382"/>
                    <a:pt x="189" y="382"/>
                  </a:cubicBezTo>
                  <a:cubicBezTo>
                    <a:pt x="191" y="382"/>
                    <a:pt x="191" y="382"/>
                    <a:pt x="191" y="382"/>
                  </a:cubicBezTo>
                  <a:cubicBezTo>
                    <a:pt x="190" y="382"/>
                    <a:pt x="195" y="383"/>
                    <a:pt x="192" y="383"/>
                  </a:cubicBezTo>
                  <a:cubicBezTo>
                    <a:pt x="191" y="383"/>
                    <a:pt x="190" y="383"/>
                    <a:pt x="190" y="383"/>
                  </a:cubicBezTo>
                  <a:cubicBezTo>
                    <a:pt x="187" y="383"/>
                    <a:pt x="192" y="384"/>
                    <a:pt x="189" y="384"/>
                  </a:cubicBezTo>
                  <a:cubicBezTo>
                    <a:pt x="190" y="384"/>
                    <a:pt x="192" y="384"/>
                    <a:pt x="193" y="385"/>
                  </a:cubicBezTo>
                  <a:cubicBezTo>
                    <a:pt x="192" y="385"/>
                    <a:pt x="190" y="385"/>
                    <a:pt x="190" y="385"/>
                  </a:cubicBezTo>
                  <a:cubicBezTo>
                    <a:pt x="190" y="386"/>
                    <a:pt x="191" y="386"/>
                    <a:pt x="190" y="386"/>
                  </a:cubicBezTo>
                  <a:cubicBezTo>
                    <a:pt x="189" y="386"/>
                    <a:pt x="189" y="386"/>
                    <a:pt x="189" y="386"/>
                  </a:cubicBezTo>
                  <a:cubicBezTo>
                    <a:pt x="188" y="386"/>
                    <a:pt x="189" y="386"/>
                    <a:pt x="190" y="387"/>
                  </a:cubicBezTo>
                  <a:cubicBezTo>
                    <a:pt x="188" y="387"/>
                    <a:pt x="189" y="388"/>
                    <a:pt x="188" y="388"/>
                  </a:cubicBezTo>
                  <a:cubicBezTo>
                    <a:pt x="191" y="389"/>
                    <a:pt x="187" y="389"/>
                    <a:pt x="190" y="389"/>
                  </a:cubicBezTo>
                  <a:cubicBezTo>
                    <a:pt x="189" y="389"/>
                    <a:pt x="189" y="389"/>
                    <a:pt x="189" y="389"/>
                  </a:cubicBezTo>
                  <a:cubicBezTo>
                    <a:pt x="190" y="389"/>
                    <a:pt x="192" y="390"/>
                    <a:pt x="192" y="390"/>
                  </a:cubicBezTo>
                  <a:cubicBezTo>
                    <a:pt x="190" y="390"/>
                    <a:pt x="190" y="390"/>
                    <a:pt x="190" y="390"/>
                  </a:cubicBezTo>
                  <a:cubicBezTo>
                    <a:pt x="188" y="390"/>
                    <a:pt x="190" y="390"/>
                    <a:pt x="189" y="391"/>
                  </a:cubicBezTo>
                  <a:cubicBezTo>
                    <a:pt x="190" y="390"/>
                    <a:pt x="189" y="391"/>
                    <a:pt x="190" y="391"/>
                  </a:cubicBezTo>
                  <a:cubicBezTo>
                    <a:pt x="191" y="391"/>
                    <a:pt x="191" y="391"/>
                    <a:pt x="191" y="391"/>
                  </a:cubicBezTo>
                  <a:cubicBezTo>
                    <a:pt x="192" y="392"/>
                    <a:pt x="192" y="391"/>
                    <a:pt x="192" y="392"/>
                  </a:cubicBezTo>
                  <a:cubicBezTo>
                    <a:pt x="192" y="392"/>
                    <a:pt x="190" y="392"/>
                    <a:pt x="190" y="392"/>
                  </a:cubicBezTo>
                  <a:cubicBezTo>
                    <a:pt x="189" y="392"/>
                    <a:pt x="190" y="392"/>
                    <a:pt x="190" y="393"/>
                  </a:cubicBezTo>
                  <a:cubicBezTo>
                    <a:pt x="190" y="393"/>
                    <a:pt x="190" y="392"/>
                    <a:pt x="191" y="393"/>
                  </a:cubicBezTo>
                  <a:cubicBezTo>
                    <a:pt x="191" y="393"/>
                    <a:pt x="190" y="393"/>
                    <a:pt x="190" y="393"/>
                  </a:cubicBezTo>
                  <a:cubicBezTo>
                    <a:pt x="190" y="393"/>
                    <a:pt x="191" y="393"/>
                    <a:pt x="191" y="393"/>
                  </a:cubicBezTo>
                  <a:cubicBezTo>
                    <a:pt x="191" y="393"/>
                    <a:pt x="191" y="393"/>
                    <a:pt x="191" y="393"/>
                  </a:cubicBezTo>
                  <a:cubicBezTo>
                    <a:pt x="190" y="393"/>
                    <a:pt x="190" y="393"/>
                    <a:pt x="190" y="393"/>
                  </a:cubicBezTo>
                  <a:cubicBezTo>
                    <a:pt x="190" y="393"/>
                    <a:pt x="190" y="393"/>
                    <a:pt x="190" y="393"/>
                  </a:cubicBezTo>
                  <a:cubicBezTo>
                    <a:pt x="190" y="393"/>
                    <a:pt x="190" y="393"/>
                    <a:pt x="190" y="393"/>
                  </a:cubicBezTo>
                  <a:cubicBezTo>
                    <a:pt x="190" y="393"/>
                    <a:pt x="190" y="393"/>
                    <a:pt x="190" y="393"/>
                  </a:cubicBezTo>
                  <a:cubicBezTo>
                    <a:pt x="188" y="393"/>
                    <a:pt x="188" y="393"/>
                    <a:pt x="188" y="393"/>
                  </a:cubicBezTo>
                  <a:cubicBezTo>
                    <a:pt x="188" y="394"/>
                    <a:pt x="190" y="394"/>
                    <a:pt x="191" y="394"/>
                  </a:cubicBezTo>
                  <a:cubicBezTo>
                    <a:pt x="189" y="395"/>
                    <a:pt x="191" y="396"/>
                    <a:pt x="192" y="396"/>
                  </a:cubicBezTo>
                  <a:cubicBezTo>
                    <a:pt x="192" y="396"/>
                    <a:pt x="190" y="396"/>
                    <a:pt x="191" y="396"/>
                  </a:cubicBezTo>
                  <a:cubicBezTo>
                    <a:pt x="191" y="397"/>
                    <a:pt x="193" y="397"/>
                    <a:pt x="192" y="397"/>
                  </a:cubicBezTo>
                  <a:cubicBezTo>
                    <a:pt x="192" y="397"/>
                    <a:pt x="191" y="397"/>
                    <a:pt x="191" y="398"/>
                  </a:cubicBezTo>
                  <a:cubicBezTo>
                    <a:pt x="190" y="398"/>
                    <a:pt x="192" y="397"/>
                    <a:pt x="192" y="397"/>
                  </a:cubicBezTo>
                  <a:cubicBezTo>
                    <a:pt x="190" y="398"/>
                    <a:pt x="194" y="399"/>
                    <a:pt x="192" y="400"/>
                  </a:cubicBezTo>
                  <a:cubicBezTo>
                    <a:pt x="192" y="399"/>
                    <a:pt x="191" y="399"/>
                    <a:pt x="191" y="399"/>
                  </a:cubicBezTo>
                  <a:cubicBezTo>
                    <a:pt x="191" y="400"/>
                    <a:pt x="192" y="400"/>
                    <a:pt x="194" y="401"/>
                  </a:cubicBezTo>
                  <a:cubicBezTo>
                    <a:pt x="192" y="401"/>
                    <a:pt x="192" y="401"/>
                    <a:pt x="192" y="401"/>
                  </a:cubicBezTo>
                  <a:cubicBezTo>
                    <a:pt x="192" y="401"/>
                    <a:pt x="193" y="401"/>
                    <a:pt x="194" y="401"/>
                  </a:cubicBezTo>
                  <a:cubicBezTo>
                    <a:pt x="195" y="401"/>
                    <a:pt x="196" y="401"/>
                    <a:pt x="196" y="402"/>
                  </a:cubicBezTo>
                  <a:cubicBezTo>
                    <a:pt x="196" y="402"/>
                    <a:pt x="196" y="402"/>
                    <a:pt x="196" y="402"/>
                  </a:cubicBezTo>
                  <a:cubicBezTo>
                    <a:pt x="196" y="402"/>
                    <a:pt x="197" y="402"/>
                    <a:pt x="197" y="402"/>
                  </a:cubicBezTo>
                  <a:cubicBezTo>
                    <a:pt x="196" y="403"/>
                    <a:pt x="196" y="402"/>
                    <a:pt x="195" y="402"/>
                  </a:cubicBezTo>
                  <a:cubicBezTo>
                    <a:pt x="193" y="403"/>
                    <a:pt x="194" y="404"/>
                    <a:pt x="194" y="404"/>
                  </a:cubicBezTo>
                  <a:cubicBezTo>
                    <a:pt x="195" y="404"/>
                    <a:pt x="195" y="404"/>
                    <a:pt x="195" y="404"/>
                  </a:cubicBezTo>
                  <a:cubicBezTo>
                    <a:pt x="196" y="404"/>
                    <a:pt x="194" y="404"/>
                    <a:pt x="194" y="404"/>
                  </a:cubicBezTo>
                  <a:cubicBezTo>
                    <a:pt x="199" y="405"/>
                    <a:pt x="199" y="405"/>
                    <a:pt x="199" y="405"/>
                  </a:cubicBezTo>
                  <a:cubicBezTo>
                    <a:pt x="198" y="404"/>
                    <a:pt x="197" y="405"/>
                    <a:pt x="196" y="405"/>
                  </a:cubicBezTo>
                  <a:cubicBezTo>
                    <a:pt x="196" y="405"/>
                    <a:pt x="199" y="406"/>
                    <a:pt x="201" y="406"/>
                  </a:cubicBezTo>
                  <a:cubicBezTo>
                    <a:pt x="200" y="406"/>
                    <a:pt x="201" y="406"/>
                    <a:pt x="201" y="407"/>
                  </a:cubicBezTo>
                  <a:cubicBezTo>
                    <a:pt x="200" y="407"/>
                    <a:pt x="202" y="407"/>
                    <a:pt x="200" y="407"/>
                  </a:cubicBezTo>
                  <a:cubicBezTo>
                    <a:pt x="199" y="407"/>
                    <a:pt x="199" y="407"/>
                    <a:pt x="199" y="407"/>
                  </a:cubicBezTo>
                  <a:cubicBezTo>
                    <a:pt x="199" y="407"/>
                    <a:pt x="197" y="407"/>
                    <a:pt x="196" y="407"/>
                  </a:cubicBezTo>
                  <a:cubicBezTo>
                    <a:pt x="196" y="407"/>
                    <a:pt x="196" y="408"/>
                    <a:pt x="195" y="409"/>
                  </a:cubicBezTo>
                  <a:cubicBezTo>
                    <a:pt x="198" y="408"/>
                    <a:pt x="197" y="410"/>
                    <a:pt x="199" y="409"/>
                  </a:cubicBezTo>
                  <a:cubicBezTo>
                    <a:pt x="200" y="410"/>
                    <a:pt x="197" y="410"/>
                    <a:pt x="197" y="410"/>
                  </a:cubicBezTo>
                  <a:cubicBezTo>
                    <a:pt x="198" y="411"/>
                    <a:pt x="197" y="411"/>
                    <a:pt x="197" y="412"/>
                  </a:cubicBezTo>
                  <a:cubicBezTo>
                    <a:pt x="197" y="412"/>
                    <a:pt x="197" y="412"/>
                    <a:pt x="197" y="412"/>
                  </a:cubicBezTo>
                  <a:cubicBezTo>
                    <a:pt x="198" y="412"/>
                    <a:pt x="197" y="413"/>
                    <a:pt x="199" y="413"/>
                  </a:cubicBezTo>
                  <a:cubicBezTo>
                    <a:pt x="198" y="413"/>
                    <a:pt x="198" y="413"/>
                    <a:pt x="198" y="413"/>
                  </a:cubicBezTo>
                  <a:cubicBezTo>
                    <a:pt x="197" y="414"/>
                    <a:pt x="201" y="413"/>
                    <a:pt x="200" y="414"/>
                  </a:cubicBezTo>
                  <a:cubicBezTo>
                    <a:pt x="199" y="414"/>
                    <a:pt x="199" y="414"/>
                    <a:pt x="199" y="414"/>
                  </a:cubicBezTo>
                  <a:cubicBezTo>
                    <a:pt x="200" y="414"/>
                    <a:pt x="198" y="415"/>
                    <a:pt x="200" y="415"/>
                  </a:cubicBezTo>
                  <a:cubicBezTo>
                    <a:pt x="199" y="415"/>
                    <a:pt x="199" y="415"/>
                    <a:pt x="198" y="415"/>
                  </a:cubicBezTo>
                  <a:cubicBezTo>
                    <a:pt x="199" y="415"/>
                    <a:pt x="199" y="416"/>
                    <a:pt x="200" y="416"/>
                  </a:cubicBezTo>
                  <a:cubicBezTo>
                    <a:pt x="198" y="416"/>
                    <a:pt x="198" y="416"/>
                    <a:pt x="198" y="416"/>
                  </a:cubicBezTo>
                  <a:cubicBezTo>
                    <a:pt x="197" y="417"/>
                    <a:pt x="201" y="416"/>
                    <a:pt x="200" y="417"/>
                  </a:cubicBezTo>
                  <a:cubicBezTo>
                    <a:pt x="200" y="417"/>
                    <a:pt x="199" y="417"/>
                    <a:pt x="199" y="417"/>
                  </a:cubicBezTo>
                  <a:cubicBezTo>
                    <a:pt x="200" y="417"/>
                    <a:pt x="200" y="418"/>
                    <a:pt x="200" y="418"/>
                  </a:cubicBezTo>
                  <a:cubicBezTo>
                    <a:pt x="198" y="419"/>
                    <a:pt x="198" y="419"/>
                    <a:pt x="198" y="419"/>
                  </a:cubicBezTo>
                  <a:cubicBezTo>
                    <a:pt x="198" y="421"/>
                    <a:pt x="198" y="423"/>
                    <a:pt x="201" y="425"/>
                  </a:cubicBezTo>
                  <a:cubicBezTo>
                    <a:pt x="198" y="425"/>
                    <a:pt x="199" y="424"/>
                    <a:pt x="197" y="425"/>
                  </a:cubicBezTo>
                  <a:cubicBezTo>
                    <a:pt x="200" y="425"/>
                    <a:pt x="198" y="425"/>
                    <a:pt x="199" y="426"/>
                  </a:cubicBezTo>
                  <a:cubicBezTo>
                    <a:pt x="198" y="426"/>
                    <a:pt x="198" y="426"/>
                    <a:pt x="198" y="426"/>
                  </a:cubicBezTo>
                  <a:cubicBezTo>
                    <a:pt x="199" y="426"/>
                    <a:pt x="198" y="426"/>
                    <a:pt x="198" y="426"/>
                  </a:cubicBezTo>
                  <a:cubicBezTo>
                    <a:pt x="199" y="426"/>
                    <a:pt x="199" y="426"/>
                    <a:pt x="199" y="426"/>
                  </a:cubicBezTo>
                  <a:cubicBezTo>
                    <a:pt x="199" y="426"/>
                    <a:pt x="199" y="427"/>
                    <a:pt x="199" y="427"/>
                  </a:cubicBezTo>
                  <a:cubicBezTo>
                    <a:pt x="199" y="427"/>
                    <a:pt x="199" y="427"/>
                    <a:pt x="199" y="427"/>
                  </a:cubicBezTo>
                  <a:cubicBezTo>
                    <a:pt x="199" y="427"/>
                    <a:pt x="199" y="427"/>
                    <a:pt x="199" y="427"/>
                  </a:cubicBezTo>
                  <a:cubicBezTo>
                    <a:pt x="198" y="427"/>
                    <a:pt x="197" y="427"/>
                    <a:pt x="199" y="427"/>
                  </a:cubicBezTo>
                  <a:cubicBezTo>
                    <a:pt x="199" y="427"/>
                    <a:pt x="199" y="427"/>
                    <a:pt x="199" y="427"/>
                  </a:cubicBezTo>
                  <a:cubicBezTo>
                    <a:pt x="197" y="428"/>
                    <a:pt x="197" y="428"/>
                    <a:pt x="197" y="428"/>
                  </a:cubicBezTo>
                  <a:cubicBezTo>
                    <a:pt x="200" y="428"/>
                    <a:pt x="198" y="428"/>
                    <a:pt x="198" y="428"/>
                  </a:cubicBezTo>
                  <a:cubicBezTo>
                    <a:pt x="197" y="429"/>
                    <a:pt x="194" y="427"/>
                    <a:pt x="194" y="429"/>
                  </a:cubicBezTo>
                  <a:cubicBezTo>
                    <a:pt x="194" y="429"/>
                    <a:pt x="194" y="429"/>
                    <a:pt x="194" y="429"/>
                  </a:cubicBezTo>
                  <a:cubicBezTo>
                    <a:pt x="189" y="432"/>
                    <a:pt x="183" y="435"/>
                    <a:pt x="180" y="441"/>
                  </a:cubicBezTo>
                  <a:cubicBezTo>
                    <a:pt x="180" y="442"/>
                    <a:pt x="179" y="443"/>
                    <a:pt x="178" y="444"/>
                  </a:cubicBezTo>
                  <a:cubicBezTo>
                    <a:pt x="178" y="441"/>
                    <a:pt x="178" y="437"/>
                    <a:pt x="180" y="434"/>
                  </a:cubicBezTo>
                  <a:cubicBezTo>
                    <a:pt x="179" y="431"/>
                    <a:pt x="178" y="427"/>
                    <a:pt x="179" y="425"/>
                  </a:cubicBezTo>
                  <a:cubicBezTo>
                    <a:pt x="178" y="412"/>
                    <a:pt x="182" y="402"/>
                    <a:pt x="179" y="389"/>
                  </a:cubicBezTo>
                  <a:cubicBezTo>
                    <a:pt x="179" y="390"/>
                    <a:pt x="178" y="389"/>
                    <a:pt x="177" y="389"/>
                  </a:cubicBezTo>
                  <a:cubicBezTo>
                    <a:pt x="178" y="389"/>
                    <a:pt x="178" y="389"/>
                    <a:pt x="178" y="389"/>
                  </a:cubicBezTo>
                  <a:cubicBezTo>
                    <a:pt x="176" y="388"/>
                    <a:pt x="176" y="388"/>
                    <a:pt x="176" y="388"/>
                  </a:cubicBezTo>
                  <a:cubicBezTo>
                    <a:pt x="176" y="387"/>
                    <a:pt x="178" y="387"/>
                    <a:pt x="178" y="388"/>
                  </a:cubicBezTo>
                  <a:cubicBezTo>
                    <a:pt x="178" y="383"/>
                    <a:pt x="177" y="379"/>
                    <a:pt x="178" y="374"/>
                  </a:cubicBezTo>
                  <a:cubicBezTo>
                    <a:pt x="175" y="374"/>
                    <a:pt x="177" y="371"/>
                    <a:pt x="175" y="371"/>
                  </a:cubicBezTo>
                  <a:cubicBezTo>
                    <a:pt x="176" y="371"/>
                    <a:pt x="176" y="371"/>
                    <a:pt x="176" y="371"/>
                  </a:cubicBezTo>
                  <a:cubicBezTo>
                    <a:pt x="175" y="368"/>
                    <a:pt x="175" y="368"/>
                    <a:pt x="177" y="365"/>
                  </a:cubicBezTo>
                  <a:cubicBezTo>
                    <a:pt x="178" y="353"/>
                    <a:pt x="176" y="340"/>
                    <a:pt x="174" y="326"/>
                  </a:cubicBezTo>
                  <a:cubicBezTo>
                    <a:pt x="170" y="313"/>
                    <a:pt x="162" y="297"/>
                    <a:pt x="148" y="288"/>
                  </a:cubicBezTo>
                  <a:cubicBezTo>
                    <a:pt x="143" y="290"/>
                    <a:pt x="142" y="286"/>
                    <a:pt x="138" y="288"/>
                  </a:cubicBezTo>
                  <a:cubicBezTo>
                    <a:pt x="138" y="287"/>
                    <a:pt x="138" y="287"/>
                    <a:pt x="138" y="287"/>
                  </a:cubicBezTo>
                  <a:cubicBezTo>
                    <a:pt x="136" y="288"/>
                    <a:pt x="136" y="286"/>
                    <a:pt x="133" y="284"/>
                  </a:cubicBezTo>
                  <a:cubicBezTo>
                    <a:pt x="133" y="285"/>
                    <a:pt x="132" y="284"/>
                    <a:pt x="132" y="286"/>
                  </a:cubicBezTo>
                  <a:cubicBezTo>
                    <a:pt x="131" y="287"/>
                    <a:pt x="131" y="282"/>
                    <a:pt x="129" y="283"/>
                  </a:cubicBezTo>
                  <a:cubicBezTo>
                    <a:pt x="129" y="282"/>
                    <a:pt x="129" y="284"/>
                    <a:pt x="129" y="283"/>
                  </a:cubicBezTo>
                  <a:cubicBezTo>
                    <a:pt x="125" y="285"/>
                    <a:pt x="129" y="282"/>
                    <a:pt x="127" y="279"/>
                  </a:cubicBezTo>
                  <a:cubicBezTo>
                    <a:pt x="120" y="278"/>
                    <a:pt x="113" y="280"/>
                    <a:pt x="107" y="278"/>
                  </a:cubicBezTo>
                  <a:cubicBezTo>
                    <a:pt x="108" y="278"/>
                    <a:pt x="108" y="280"/>
                    <a:pt x="107" y="280"/>
                  </a:cubicBezTo>
                  <a:cubicBezTo>
                    <a:pt x="107" y="276"/>
                    <a:pt x="105" y="280"/>
                    <a:pt x="104" y="279"/>
                  </a:cubicBezTo>
                  <a:cubicBezTo>
                    <a:pt x="104" y="278"/>
                    <a:pt x="105" y="278"/>
                    <a:pt x="105" y="278"/>
                  </a:cubicBezTo>
                  <a:cubicBezTo>
                    <a:pt x="103" y="276"/>
                    <a:pt x="101" y="278"/>
                    <a:pt x="98" y="277"/>
                  </a:cubicBezTo>
                  <a:cubicBezTo>
                    <a:pt x="96" y="278"/>
                    <a:pt x="94" y="275"/>
                    <a:pt x="92" y="277"/>
                  </a:cubicBezTo>
                  <a:cubicBezTo>
                    <a:pt x="93" y="275"/>
                    <a:pt x="91" y="276"/>
                    <a:pt x="91" y="275"/>
                  </a:cubicBezTo>
                  <a:cubicBezTo>
                    <a:pt x="89" y="279"/>
                    <a:pt x="88" y="273"/>
                    <a:pt x="85" y="275"/>
                  </a:cubicBezTo>
                  <a:cubicBezTo>
                    <a:pt x="86" y="275"/>
                    <a:pt x="86" y="275"/>
                    <a:pt x="86" y="275"/>
                  </a:cubicBezTo>
                  <a:cubicBezTo>
                    <a:pt x="80" y="274"/>
                    <a:pt x="77" y="272"/>
                    <a:pt x="72" y="271"/>
                  </a:cubicBezTo>
                  <a:cubicBezTo>
                    <a:pt x="69" y="270"/>
                    <a:pt x="69" y="264"/>
                    <a:pt x="66" y="264"/>
                  </a:cubicBezTo>
                  <a:cubicBezTo>
                    <a:pt x="65" y="265"/>
                    <a:pt x="65" y="265"/>
                    <a:pt x="64" y="265"/>
                  </a:cubicBezTo>
                  <a:cubicBezTo>
                    <a:pt x="64" y="264"/>
                    <a:pt x="65" y="264"/>
                    <a:pt x="65" y="264"/>
                  </a:cubicBezTo>
                  <a:cubicBezTo>
                    <a:pt x="63" y="263"/>
                    <a:pt x="63" y="260"/>
                    <a:pt x="62" y="259"/>
                  </a:cubicBezTo>
                  <a:cubicBezTo>
                    <a:pt x="62" y="259"/>
                    <a:pt x="61" y="258"/>
                    <a:pt x="60" y="259"/>
                  </a:cubicBezTo>
                  <a:cubicBezTo>
                    <a:pt x="61" y="256"/>
                    <a:pt x="56" y="255"/>
                    <a:pt x="57" y="252"/>
                  </a:cubicBezTo>
                  <a:cubicBezTo>
                    <a:pt x="54" y="254"/>
                    <a:pt x="54" y="252"/>
                    <a:pt x="53" y="251"/>
                  </a:cubicBezTo>
                  <a:cubicBezTo>
                    <a:pt x="53" y="251"/>
                    <a:pt x="54" y="250"/>
                    <a:pt x="54" y="250"/>
                  </a:cubicBezTo>
                  <a:cubicBezTo>
                    <a:pt x="53" y="249"/>
                    <a:pt x="53" y="248"/>
                    <a:pt x="53" y="245"/>
                  </a:cubicBezTo>
                  <a:cubicBezTo>
                    <a:pt x="52" y="245"/>
                    <a:pt x="50" y="245"/>
                    <a:pt x="50" y="244"/>
                  </a:cubicBezTo>
                  <a:cubicBezTo>
                    <a:pt x="52" y="242"/>
                    <a:pt x="50" y="241"/>
                    <a:pt x="50" y="240"/>
                  </a:cubicBezTo>
                  <a:cubicBezTo>
                    <a:pt x="48" y="241"/>
                    <a:pt x="46" y="240"/>
                    <a:pt x="47" y="239"/>
                  </a:cubicBezTo>
                  <a:cubicBezTo>
                    <a:pt x="49" y="238"/>
                    <a:pt x="49" y="238"/>
                    <a:pt x="49" y="238"/>
                  </a:cubicBezTo>
                  <a:cubicBezTo>
                    <a:pt x="46" y="235"/>
                    <a:pt x="48" y="230"/>
                    <a:pt x="44" y="225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2" y="219"/>
                    <a:pt x="42" y="213"/>
                    <a:pt x="37" y="209"/>
                  </a:cubicBezTo>
                  <a:cubicBezTo>
                    <a:pt x="37" y="208"/>
                    <a:pt x="37" y="207"/>
                    <a:pt x="36" y="205"/>
                  </a:cubicBezTo>
                  <a:cubicBezTo>
                    <a:pt x="37" y="205"/>
                    <a:pt x="39" y="204"/>
                    <a:pt x="40" y="203"/>
                  </a:cubicBezTo>
                  <a:cubicBezTo>
                    <a:pt x="36" y="203"/>
                    <a:pt x="36" y="203"/>
                    <a:pt x="36" y="203"/>
                  </a:cubicBezTo>
                  <a:cubicBezTo>
                    <a:pt x="41" y="201"/>
                    <a:pt x="44" y="197"/>
                    <a:pt x="48" y="196"/>
                  </a:cubicBezTo>
                  <a:cubicBezTo>
                    <a:pt x="47" y="198"/>
                    <a:pt x="49" y="198"/>
                    <a:pt x="49" y="199"/>
                  </a:cubicBezTo>
                  <a:cubicBezTo>
                    <a:pt x="50" y="198"/>
                    <a:pt x="50" y="196"/>
                    <a:pt x="52" y="196"/>
                  </a:cubicBezTo>
                  <a:cubicBezTo>
                    <a:pt x="51" y="199"/>
                    <a:pt x="51" y="199"/>
                    <a:pt x="51" y="199"/>
                  </a:cubicBezTo>
                  <a:cubicBezTo>
                    <a:pt x="52" y="197"/>
                    <a:pt x="56" y="193"/>
                    <a:pt x="59" y="190"/>
                  </a:cubicBezTo>
                  <a:cubicBezTo>
                    <a:pt x="59" y="197"/>
                    <a:pt x="61" y="192"/>
                    <a:pt x="62" y="201"/>
                  </a:cubicBezTo>
                  <a:cubicBezTo>
                    <a:pt x="60" y="200"/>
                    <a:pt x="60" y="200"/>
                    <a:pt x="60" y="200"/>
                  </a:cubicBezTo>
                  <a:cubicBezTo>
                    <a:pt x="61" y="202"/>
                    <a:pt x="61" y="203"/>
                    <a:pt x="62" y="206"/>
                  </a:cubicBezTo>
                  <a:cubicBezTo>
                    <a:pt x="64" y="206"/>
                    <a:pt x="65" y="204"/>
                    <a:pt x="64" y="199"/>
                  </a:cubicBezTo>
                  <a:cubicBezTo>
                    <a:pt x="68" y="202"/>
                    <a:pt x="65" y="203"/>
                    <a:pt x="68" y="212"/>
                  </a:cubicBezTo>
                  <a:cubicBezTo>
                    <a:pt x="71" y="214"/>
                    <a:pt x="66" y="208"/>
                    <a:pt x="69" y="207"/>
                  </a:cubicBezTo>
                  <a:cubicBezTo>
                    <a:pt x="70" y="206"/>
                    <a:pt x="71" y="211"/>
                    <a:pt x="75" y="215"/>
                  </a:cubicBezTo>
                  <a:cubicBezTo>
                    <a:pt x="82" y="221"/>
                    <a:pt x="78" y="220"/>
                    <a:pt x="81" y="223"/>
                  </a:cubicBezTo>
                  <a:cubicBezTo>
                    <a:pt x="79" y="223"/>
                    <a:pt x="71" y="217"/>
                    <a:pt x="73" y="217"/>
                  </a:cubicBezTo>
                  <a:cubicBezTo>
                    <a:pt x="65" y="209"/>
                    <a:pt x="73" y="224"/>
                    <a:pt x="68" y="218"/>
                  </a:cubicBezTo>
                  <a:cubicBezTo>
                    <a:pt x="75" y="226"/>
                    <a:pt x="76" y="226"/>
                    <a:pt x="82" y="226"/>
                  </a:cubicBezTo>
                  <a:cubicBezTo>
                    <a:pt x="79" y="225"/>
                    <a:pt x="85" y="224"/>
                    <a:pt x="82" y="223"/>
                  </a:cubicBezTo>
                  <a:cubicBezTo>
                    <a:pt x="98" y="219"/>
                    <a:pt x="96" y="225"/>
                    <a:pt x="106" y="216"/>
                  </a:cubicBezTo>
                  <a:cubicBezTo>
                    <a:pt x="103" y="216"/>
                    <a:pt x="111" y="202"/>
                    <a:pt x="104" y="206"/>
                  </a:cubicBezTo>
                  <a:cubicBezTo>
                    <a:pt x="104" y="204"/>
                    <a:pt x="105" y="201"/>
                    <a:pt x="107" y="200"/>
                  </a:cubicBezTo>
                  <a:cubicBezTo>
                    <a:pt x="107" y="203"/>
                    <a:pt x="110" y="197"/>
                    <a:pt x="110" y="201"/>
                  </a:cubicBezTo>
                  <a:cubicBezTo>
                    <a:pt x="111" y="198"/>
                    <a:pt x="111" y="198"/>
                    <a:pt x="111" y="198"/>
                  </a:cubicBezTo>
                  <a:cubicBezTo>
                    <a:pt x="111" y="204"/>
                    <a:pt x="111" y="204"/>
                    <a:pt x="111" y="204"/>
                  </a:cubicBezTo>
                  <a:cubicBezTo>
                    <a:pt x="114" y="201"/>
                    <a:pt x="118" y="196"/>
                    <a:pt x="120" y="194"/>
                  </a:cubicBezTo>
                  <a:cubicBezTo>
                    <a:pt x="121" y="189"/>
                    <a:pt x="117" y="195"/>
                    <a:pt x="119" y="190"/>
                  </a:cubicBezTo>
                  <a:cubicBezTo>
                    <a:pt x="119" y="192"/>
                    <a:pt x="121" y="189"/>
                    <a:pt x="122" y="186"/>
                  </a:cubicBezTo>
                  <a:cubicBezTo>
                    <a:pt x="120" y="191"/>
                    <a:pt x="119" y="186"/>
                    <a:pt x="120" y="182"/>
                  </a:cubicBezTo>
                  <a:cubicBezTo>
                    <a:pt x="120" y="181"/>
                    <a:pt x="121" y="180"/>
                    <a:pt x="121" y="179"/>
                  </a:cubicBezTo>
                  <a:cubicBezTo>
                    <a:pt x="122" y="180"/>
                    <a:pt x="122" y="180"/>
                    <a:pt x="122" y="181"/>
                  </a:cubicBezTo>
                  <a:cubicBezTo>
                    <a:pt x="122" y="182"/>
                    <a:pt x="122" y="182"/>
                    <a:pt x="122" y="183"/>
                  </a:cubicBezTo>
                  <a:cubicBezTo>
                    <a:pt x="123" y="183"/>
                    <a:pt x="123" y="183"/>
                    <a:pt x="123" y="183"/>
                  </a:cubicBezTo>
                  <a:cubicBezTo>
                    <a:pt x="123" y="183"/>
                    <a:pt x="122" y="183"/>
                    <a:pt x="122" y="183"/>
                  </a:cubicBezTo>
                  <a:cubicBezTo>
                    <a:pt x="122" y="188"/>
                    <a:pt x="125" y="188"/>
                    <a:pt x="126" y="189"/>
                  </a:cubicBezTo>
                  <a:cubicBezTo>
                    <a:pt x="126" y="193"/>
                    <a:pt x="126" y="193"/>
                    <a:pt x="126" y="193"/>
                  </a:cubicBezTo>
                  <a:cubicBezTo>
                    <a:pt x="127" y="193"/>
                    <a:pt x="127" y="193"/>
                    <a:pt x="127" y="193"/>
                  </a:cubicBezTo>
                  <a:cubicBezTo>
                    <a:pt x="130" y="197"/>
                    <a:pt x="134" y="202"/>
                    <a:pt x="132" y="203"/>
                  </a:cubicBezTo>
                  <a:cubicBezTo>
                    <a:pt x="134" y="205"/>
                    <a:pt x="136" y="206"/>
                    <a:pt x="135" y="203"/>
                  </a:cubicBezTo>
                  <a:cubicBezTo>
                    <a:pt x="136" y="205"/>
                    <a:pt x="140" y="212"/>
                    <a:pt x="151" y="211"/>
                  </a:cubicBezTo>
                  <a:cubicBezTo>
                    <a:pt x="161" y="208"/>
                    <a:pt x="165" y="201"/>
                    <a:pt x="167" y="197"/>
                  </a:cubicBezTo>
                  <a:cubicBezTo>
                    <a:pt x="164" y="201"/>
                    <a:pt x="163" y="200"/>
                    <a:pt x="162" y="200"/>
                  </a:cubicBezTo>
                  <a:cubicBezTo>
                    <a:pt x="161" y="197"/>
                    <a:pt x="164" y="198"/>
                    <a:pt x="164" y="194"/>
                  </a:cubicBezTo>
                  <a:cubicBezTo>
                    <a:pt x="165" y="195"/>
                    <a:pt x="167" y="192"/>
                    <a:pt x="166" y="196"/>
                  </a:cubicBezTo>
                  <a:cubicBezTo>
                    <a:pt x="170" y="191"/>
                    <a:pt x="171" y="185"/>
                    <a:pt x="173" y="179"/>
                  </a:cubicBezTo>
                  <a:cubicBezTo>
                    <a:pt x="173" y="180"/>
                    <a:pt x="173" y="180"/>
                    <a:pt x="174" y="181"/>
                  </a:cubicBezTo>
                  <a:cubicBezTo>
                    <a:pt x="174" y="181"/>
                    <a:pt x="174" y="181"/>
                    <a:pt x="174" y="182"/>
                  </a:cubicBezTo>
                  <a:cubicBezTo>
                    <a:pt x="174" y="182"/>
                    <a:pt x="174" y="182"/>
                    <a:pt x="174" y="183"/>
                  </a:cubicBezTo>
                  <a:cubicBezTo>
                    <a:pt x="175" y="184"/>
                    <a:pt x="175" y="185"/>
                    <a:pt x="176" y="186"/>
                  </a:cubicBezTo>
                  <a:cubicBezTo>
                    <a:pt x="175" y="185"/>
                    <a:pt x="175" y="185"/>
                    <a:pt x="175" y="184"/>
                  </a:cubicBezTo>
                  <a:cubicBezTo>
                    <a:pt x="175" y="185"/>
                    <a:pt x="175" y="186"/>
                    <a:pt x="176" y="187"/>
                  </a:cubicBezTo>
                  <a:cubicBezTo>
                    <a:pt x="176" y="187"/>
                    <a:pt x="176" y="187"/>
                    <a:pt x="176" y="187"/>
                  </a:cubicBezTo>
                  <a:cubicBezTo>
                    <a:pt x="177" y="189"/>
                    <a:pt x="177" y="190"/>
                    <a:pt x="178" y="191"/>
                  </a:cubicBezTo>
                  <a:cubicBezTo>
                    <a:pt x="176" y="191"/>
                    <a:pt x="176" y="191"/>
                    <a:pt x="176" y="191"/>
                  </a:cubicBezTo>
                  <a:cubicBezTo>
                    <a:pt x="176" y="194"/>
                    <a:pt x="188" y="201"/>
                    <a:pt x="189" y="198"/>
                  </a:cubicBezTo>
                  <a:cubicBezTo>
                    <a:pt x="205" y="196"/>
                    <a:pt x="210" y="186"/>
                    <a:pt x="213" y="179"/>
                  </a:cubicBezTo>
                  <a:cubicBezTo>
                    <a:pt x="214" y="178"/>
                    <a:pt x="214" y="178"/>
                    <a:pt x="214" y="178"/>
                  </a:cubicBezTo>
                  <a:cubicBezTo>
                    <a:pt x="214" y="178"/>
                    <a:pt x="214" y="178"/>
                    <a:pt x="214" y="178"/>
                  </a:cubicBezTo>
                  <a:cubicBezTo>
                    <a:pt x="214" y="178"/>
                    <a:pt x="214" y="177"/>
                    <a:pt x="214" y="177"/>
                  </a:cubicBezTo>
                  <a:cubicBezTo>
                    <a:pt x="214" y="177"/>
                    <a:pt x="215" y="177"/>
                    <a:pt x="215" y="177"/>
                  </a:cubicBezTo>
                  <a:cubicBezTo>
                    <a:pt x="219" y="183"/>
                    <a:pt x="215" y="181"/>
                    <a:pt x="216" y="184"/>
                  </a:cubicBezTo>
                  <a:cubicBezTo>
                    <a:pt x="224" y="191"/>
                    <a:pt x="234" y="187"/>
                    <a:pt x="239" y="182"/>
                  </a:cubicBezTo>
                  <a:cubicBezTo>
                    <a:pt x="239" y="182"/>
                    <a:pt x="240" y="183"/>
                    <a:pt x="239" y="183"/>
                  </a:cubicBezTo>
                  <a:cubicBezTo>
                    <a:pt x="244" y="179"/>
                    <a:pt x="250" y="173"/>
                    <a:pt x="253" y="167"/>
                  </a:cubicBezTo>
                  <a:cubicBezTo>
                    <a:pt x="255" y="173"/>
                    <a:pt x="258" y="178"/>
                    <a:pt x="262" y="183"/>
                  </a:cubicBezTo>
                  <a:cubicBezTo>
                    <a:pt x="272" y="194"/>
                    <a:pt x="282" y="179"/>
                    <a:pt x="282" y="172"/>
                  </a:cubicBezTo>
                  <a:cubicBezTo>
                    <a:pt x="282" y="171"/>
                    <a:pt x="283" y="172"/>
                    <a:pt x="283" y="173"/>
                  </a:cubicBezTo>
                  <a:cubicBezTo>
                    <a:pt x="283" y="162"/>
                    <a:pt x="288" y="150"/>
                    <a:pt x="283" y="141"/>
                  </a:cubicBezTo>
                  <a:cubicBezTo>
                    <a:pt x="281" y="138"/>
                    <a:pt x="281" y="138"/>
                    <a:pt x="281" y="138"/>
                  </a:cubicBezTo>
                  <a:cubicBezTo>
                    <a:pt x="282" y="136"/>
                    <a:pt x="283" y="136"/>
                    <a:pt x="284" y="134"/>
                  </a:cubicBezTo>
                  <a:cubicBezTo>
                    <a:pt x="283" y="132"/>
                    <a:pt x="283" y="124"/>
                    <a:pt x="282" y="122"/>
                  </a:cubicBezTo>
                  <a:cubicBezTo>
                    <a:pt x="283" y="121"/>
                    <a:pt x="283" y="123"/>
                    <a:pt x="283" y="123"/>
                  </a:cubicBezTo>
                  <a:cubicBezTo>
                    <a:pt x="284" y="122"/>
                    <a:pt x="284" y="121"/>
                    <a:pt x="284" y="120"/>
                  </a:cubicBezTo>
                  <a:cubicBezTo>
                    <a:pt x="285" y="120"/>
                    <a:pt x="286" y="120"/>
                    <a:pt x="287" y="120"/>
                  </a:cubicBezTo>
                  <a:cubicBezTo>
                    <a:pt x="293" y="141"/>
                    <a:pt x="294" y="171"/>
                    <a:pt x="312" y="180"/>
                  </a:cubicBezTo>
                  <a:cubicBezTo>
                    <a:pt x="316" y="182"/>
                    <a:pt x="313" y="183"/>
                    <a:pt x="315" y="184"/>
                  </a:cubicBezTo>
                  <a:cubicBezTo>
                    <a:pt x="325" y="187"/>
                    <a:pt x="336" y="188"/>
                    <a:pt x="347" y="188"/>
                  </a:cubicBezTo>
                  <a:cubicBezTo>
                    <a:pt x="346" y="189"/>
                    <a:pt x="345" y="190"/>
                    <a:pt x="344" y="191"/>
                  </a:cubicBezTo>
                  <a:cubicBezTo>
                    <a:pt x="346" y="193"/>
                    <a:pt x="342" y="195"/>
                    <a:pt x="343" y="196"/>
                  </a:cubicBezTo>
                  <a:cubicBezTo>
                    <a:pt x="343" y="196"/>
                    <a:pt x="343" y="196"/>
                    <a:pt x="343" y="195"/>
                  </a:cubicBezTo>
                  <a:cubicBezTo>
                    <a:pt x="340" y="201"/>
                    <a:pt x="343" y="196"/>
                    <a:pt x="338" y="200"/>
                  </a:cubicBezTo>
                  <a:cubicBezTo>
                    <a:pt x="327" y="213"/>
                    <a:pt x="329" y="230"/>
                    <a:pt x="329" y="240"/>
                  </a:cubicBezTo>
                  <a:cubicBezTo>
                    <a:pt x="330" y="251"/>
                    <a:pt x="331" y="257"/>
                    <a:pt x="326" y="263"/>
                  </a:cubicBezTo>
                  <a:cubicBezTo>
                    <a:pt x="327" y="267"/>
                    <a:pt x="324" y="267"/>
                    <a:pt x="325" y="270"/>
                  </a:cubicBezTo>
                  <a:cubicBezTo>
                    <a:pt x="324" y="269"/>
                    <a:pt x="324" y="269"/>
                    <a:pt x="324" y="269"/>
                  </a:cubicBezTo>
                  <a:cubicBezTo>
                    <a:pt x="324" y="271"/>
                    <a:pt x="323" y="270"/>
                    <a:pt x="321" y="270"/>
                  </a:cubicBezTo>
                  <a:cubicBezTo>
                    <a:pt x="321" y="271"/>
                    <a:pt x="320" y="271"/>
                    <a:pt x="321" y="272"/>
                  </a:cubicBezTo>
                  <a:cubicBezTo>
                    <a:pt x="322" y="274"/>
                    <a:pt x="319" y="270"/>
                    <a:pt x="318" y="271"/>
                  </a:cubicBezTo>
                  <a:cubicBezTo>
                    <a:pt x="318" y="271"/>
                    <a:pt x="319" y="272"/>
                    <a:pt x="318" y="272"/>
                  </a:cubicBezTo>
                  <a:cubicBezTo>
                    <a:pt x="317" y="275"/>
                    <a:pt x="318" y="271"/>
                    <a:pt x="315" y="270"/>
                  </a:cubicBezTo>
                  <a:cubicBezTo>
                    <a:pt x="311" y="273"/>
                    <a:pt x="306" y="276"/>
                    <a:pt x="302" y="277"/>
                  </a:cubicBezTo>
                  <a:cubicBezTo>
                    <a:pt x="302" y="277"/>
                    <a:pt x="303" y="278"/>
                    <a:pt x="302" y="278"/>
                  </a:cubicBezTo>
                  <a:cubicBezTo>
                    <a:pt x="301" y="275"/>
                    <a:pt x="301" y="280"/>
                    <a:pt x="299" y="279"/>
                  </a:cubicBezTo>
                  <a:cubicBezTo>
                    <a:pt x="300" y="277"/>
                    <a:pt x="300" y="277"/>
                    <a:pt x="300" y="277"/>
                  </a:cubicBezTo>
                  <a:cubicBezTo>
                    <a:pt x="297" y="277"/>
                    <a:pt x="296" y="279"/>
                    <a:pt x="293" y="279"/>
                  </a:cubicBezTo>
                  <a:cubicBezTo>
                    <a:pt x="292" y="280"/>
                    <a:pt x="288" y="279"/>
                    <a:pt x="287" y="281"/>
                  </a:cubicBezTo>
                  <a:cubicBezTo>
                    <a:pt x="287" y="280"/>
                    <a:pt x="286" y="280"/>
                    <a:pt x="285" y="280"/>
                  </a:cubicBezTo>
                  <a:cubicBezTo>
                    <a:pt x="285" y="284"/>
                    <a:pt x="281" y="280"/>
                    <a:pt x="280" y="284"/>
                  </a:cubicBezTo>
                  <a:cubicBezTo>
                    <a:pt x="280" y="283"/>
                    <a:pt x="280" y="283"/>
                    <a:pt x="280" y="283"/>
                  </a:cubicBezTo>
                  <a:cubicBezTo>
                    <a:pt x="274" y="287"/>
                    <a:pt x="267" y="290"/>
                    <a:pt x="263" y="297"/>
                  </a:cubicBezTo>
                  <a:cubicBezTo>
                    <a:pt x="260" y="300"/>
                    <a:pt x="256" y="300"/>
                    <a:pt x="254" y="305"/>
                  </a:cubicBezTo>
                  <a:cubicBezTo>
                    <a:pt x="254" y="306"/>
                    <a:pt x="255" y="306"/>
                    <a:pt x="255" y="307"/>
                  </a:cubicBezTo>
                  <a:cubicBezTo>
                    <a:pt x="255" y="308"/>
                    <a:pt x="254" y="306"/>
                    <a:pt x="254" y="306"/>
                  </a:cubicBezTo>
                  <a:cubicBezTo>
                    <a:pt x="254" y="309"/>
                    <a:pt x="251" y="310"/>
                    <a:pt x="250" y="312"/>
                  </a:cubicBezTo>
                  <a:cubicBezTo>
                    <a:pt x="250" y="313"/>
                    <a:pt x="250" y="314"/>
                    <a:pt x="251" y="314"/>
                  </a:cubicBezTo>
                  <a:cubicBezTo>
                    <a:pt x="247" y="315"/>
                    <a:pt x="248" y="320"/>
                    <a:pt x="245" y="322"/>
                  </a:cubicBezTo>
                  <a:cubicBezTo>
                    <a:pt x="248" y="322"/>
                    <a:pt x="246" y="324"/>
                    <a:pt x="247" y="325"/>
                  </a:cubicBezTo>
                  <a:cubicBezTo>
                    <a:pt x="246" y="326"/>
                    <a:pt x="245" y="326"/>
                    <a:pt x="245" y="325"/>
                  </a:cubicBezTo>
                  <a:cubicBezTo>
                    <a:pt x="245" y="327"/>
                    <a:pt x="244" y="328"/>
                    <a:pt x="243" y="330"/>
                  </a:cubicBezTo>
                  <a:cubicBezTo>
                    <a:pt x="243" y="332"/>
                    <a:pt x="244" y="333"/>
                    <a:pt x="243" y="334"/>
                  </a:cubicBezTo>
                  <a:cubicBezTo>
                    <a:pt x="241" y="334"/>
                    <a:pt x="242" y="336"/>
                    <a:pt x="241" y="338"/>
                  </a:cubicBezTo>
                  <a:cubicBezTo>
                    <a:pt x="243" y="338"/>
                    <a:pt x="244" y="340"/>
                    <a:pt x="243" y="341"/>
                  </a:cubicBezTo>
                  <a:cubicBezTo>
                    <a:pt x="240" y="340"/>
                    <a:pt x="240" y="340"/>
                    <a:pt x="240" y="340"/>
                  </a:cubicBezTo>
                  <a:cubicBezTo>
                    <a:pt x="241" y="344"/>
                    <a:pt x="237" y="350"/>
                    <a:pt x="240" y="355"/>
                  </a:cubicBezTo>
                  <a:cubicBezTo>
                    <a:pt x="238" y="355"/>
                    <a:pt x="238" y="355"/>
                    <a:pt x="238" y="355"/>
                  </a:cubicBezTo>
                  <a:cubicBezTo>
                    <a:pt x="239" y="360"/>
                    <a:pt x="236" y="365"/>
                    <a:pt x="239" y="370"/>
                  </a:cubicBezTo>
                  <a:cubicBezTo>
                    <a:pt x="238" y="371"/>
                    <a:pt x="237" y="373"/>
                    <a:pt x="237" y="374"/>
                  </a:cubicBezTo>
                  <a:cubicBezTo>
                    <a:pt x="239" y="376"/>
                    <a:pt x="238" y="376"/>
                    <a:pt x="241" y="378"/>
                  </a:cubicBezTo>
                  <a:cubicBezTo>
                    <a:pt x="241" y="378"/>
                    <a:pt x="239" y="379"/>
                    <a:pt x="239" y="379"/>
                  </a:cubicBezTo>
                  <a:cubicBezTo>
                    <a:pt x="238" y="381"/>
                    <a:pt x="236" y="383"/>
                    <a:pt x="238" y="385"/>
                  </a:cubicBezTo>
                  <a:cubicBezTo>
                    <a:pt x="237" y="385"/>
                    <a:pt x="237" y="385"/>
                    <a:pt x="237" y="385"/>
                  </a:cubicBezTo>
                  <a:cubicBezTo>
                    <a:pt x="238" y="387"/>
                    <a:pt x="240" y="389"/>
                    <a:pt x="238" y="391"/>
                  </a:cubicBezTo>
                  <a:cubicBezTo>
                    <a:pt x="239" y="391"/>
                    <a:pt x="239" y="393"/>
                    <a:pt x="241" y="393"/>
                  </a:cubicBezTo>
                  <a:cubicBezTo>
                    <a:pt x="241" y="393"/>
                    <a:pt x="239" y="393"/>
                    <a:pt x="240" y="394"/>
                  </a:cubicBezTo>
                  <a:cubicBezTo>
                    <a:pt x="238" y="393"/>
                    <a:pt x="238" y="393"/>
                    <a:pt x="238" y="393"/>
                  </a:cubicBezTo>
                  <a:cubicBezTo>
                    <a:pt x="237" y="397"/>
                    <a:pt x="238" y="401"/>
                    <a:pt x="239" y="405"/>
                  </a:cubicBezTo>
                  <a:cubicBezTo>
                    <a:pt x="236" y="406"/>
                    <a:pt x="239" y="409"/>
                    <a:pt x="237" y="411"/>
                  </a:cubicBezTo>
                  <a:cubicBezTo>
                    <a:pt x="239" y="412"/>
                    <a:pt x="237" y="415"/>
                    <a:pt x="240" y="416"/>
                  </a:cubicBezTo>
                  <a:cubicBezTo>
                    <a:pt x="238" y="416"/>
                    <a:pt x="238" y="416"/>
                    <a:pt x="238" y="416"/>
                  </a:cubicBezTo>
                  <a:cubicBezTo>
                    <a:pt x="238" y="418"/>
                    <a:pt x="238" y="420"/>
                    <a:pt x="237" y="423"/>
                  </a:cubicBezTo>
                  <a:cubicBezTo>
                    <a:pt x="237" y="424"/>
                    <a:pt x="239" y="424"/>
                    <a:pt x="240" y="425"/>
                  </a:cubicBezTo>
                  <a:cubicBezTo>
                    <a:pt x="238" y="425"/>
                    <a:pt x="238" y="425"/>
                    <a:pt x="238" y="425"/>
                  </a:cubicBezTo>
                  <a:cubicBezTo>
                    <a:pt x="239" y="426"/>
                    <a:pt x="241" y="427"/>
                    <a:pt x="243" y="427"/>
                  </a:cubicBezTo>
                  <a:cubicBezTo>
                    <a:pt x="242" y="428"/>
                    <a:pt x="243" y="428"/>
                    <a:pt x="242" y="429"/>
                  </a:cubicBezTo>
                  <a:cubicBezTo>
                    <a:pt x="241" y="428"/>
                    <a:pt x="239" y="428"/>
                    <a:pt x="237" y="427"/>
                  </a:cubicBezTo>
                  <a:cubicBezTo>
                    <a:pt x="237" y="428"/>
                    <a:pt x="240" y="430"/>
                    <a:pt x="238" y="431"/>
                  </a:cubicBezTo>
                  <a:cubicBezTo>
                    <a:pt x="238" y="432"/>
                    <a:pt x="239" y="433"/>
                    <a:pt x="241" y="433"/>
                  </a:cubicBezTo>
                  <a:cubicBezTo>
                    <a:pt x="240" y="433"/>
                    <a:pt x="239" y="434"/>
                    <a:pt x="239" y="433"/>
                  </a:cubicBezTo>
                  <a:cubicBezTo>
                    <a:pt x="239" y="434"/>
                    <a:pt x="239" y="435"/>
                    <a:pt x="240" y="435"/>
                  </a:cubicBezTo>
                  <a:cubicBezTo>
                    <a:pt x="240" y="435"/>
                    <a:pt x="240" y="435"/>
                    <a:pt x="240" y="435"/>
                  </a:cubicBezTo>
                  <a:cubicBezTo>
                    <a:pt x="241" y="435"/>
                    <a:pt x="241" y="436"/>
                    <a:pt x="243" y="436"/>
                  </a:cubicBezTo>
                  <a:cubicBezTo>
                    <a:pt x="243" y="435"/>
                    <a:pt x="243" y="435"/>
                    <a:pt x="243" y="435"/>
                  </a:cubicBezTo>
                  <a:cubicBezTo>
                    <a:pt x="244" y="435"/>
                    <a:pt x="245" y="436"/>
                    <a:pt x="243" y="437"/>
                  </a:cubicBezTo>
                  <a:cubicBezTo>
                    <a:pt x="242" y="437"/>
                    <a:pt x="241" y="436"/>
                    <a:pt x="240" y="437"/>
                  </a:cubicBezTo>
                  <a:cubicBezTo>
                    <a:pt x="244" y="439"/>
                    <a:pt x="244" y="439"/>
                    <a:pt x="244" y="439"/>
                  </a:cubicBezTo>
                  <a:cubicBezTo>
                    <a:pt x="243" y="439"/>
                    <a:pt x="244" y="438"/>
                    <a:pt x="245" y="438"/>
                  </a:cubicBezTo>
                  <a:cubicBezTo>
                    <a:pt x="244" y="437"/>
                    <a:pt x="244" y="437"/>
                    <a:pt x="244" y="437"/>
                  </a:cubicBezTo>
                  <a:cubicBezTo>
                    <a:pt x="246" y="437"/>
                    <a:pt x="246" y="437"/>
                    <a:pt x="246" y="437"/>
                  </a:cubicBezTo>
                  <a:cubicBezTo>
                    <a:pt x="245" y="435"/>
                    <a:pt x="246" y="434"/>
                    <a:pt x="245" y="432"/>
                  </a:cubicBezTo>
                  <a:cubicBezTo>
                    <a:pt x="244" y="433"/>
                    <a:pt x="244" y="433"/>
                    <a:pt x="244" y="433"/>
                  </a:cubicBezTo>
                  <a:cubicBezTo>
                    <a:pt x="243" y="432"/>
                    <a:pt x="241" y="431"/>
                    <a:pt x="243" y="430"/>
                  </a:cubicBezTo>
                  <a:cubicBezTo>
                    <a:pt x="244" y="430"/>
                    <a:pt x="244" y="430"/>
                    <a:pt x="245" y="430"/>
                  </a:cubicBezTo>
                  <a:cubicBezTo>
                    <a:pt x="245" y="430"/>
                    <a:pt x="244" y="430"/>
                    <a:pt x="244" y="429"/>
                  </a:cubicBezTo>
                  <a:cubicBezTo>
                    <a:pt x="247" y="430"/>
                    <a:pt x="247" y="430"/>
                    <a:pt x="247" y="430"/>
                  </a:cubicBezTo>
                  <a:cubicBezTo>
                    <a:pt x="243" y="429"/>
                    <a:pt x="246" y="427"/>
                    <a:pt x="245" y="427"/>
                  </a:cubicBezTo>
                  <a:cubicBezTo>
                    <a:pt x="246" y="427"/>
                    <a:pt x="246" y="427"/>
                    <a:pt x="246" y="427"/>
                  </a:cubicBezTo>
                  <a:cubicBezTo>
                    <a:pt x="247" y="425"/>
                    <a:pt x="244" y="427"/>
                    <a:pt x="244" y="426"/>
                  </a:cubicBezTo>
                  <a:cubicBezTo>
                    <a:pt x="245" y="425"/>
                    <a:pt x="247" y="426"/>
                    <a:pt x="248" y="425"/>
                  </a:cubicBezTo>
                  <a:cubicBezTo>
                    <a:pt x="248" y="423"/>
                    <a:pt x="246" y="421"/>
                    <a:pt x="248" y="419"/>
                  </a:cubicBezTo>
                  <a:cubicBezTo>
                    <a:pt x="248" y="418"/>
                    <a:pt x="247" y="416"/>
                    <a:pt x="246" y="415"/>
                  </a:cubicBezTo>
                  <a:cubicBezTo>
                    <a:pt x="246" y="414"/>
                    <a:pt x="248" y="415"/>
                    <a:pt x="247" y="414"/>
                  </a:cubicBezTo>
                  <a:cubicBezTo>
                    <a:pt x="248" y="414"/>
                    <a:pt x="249" y="414"/>
                    <a:pt x="250" y="414"/>
                  </a:cubicBezTo>
                  <a:cubicBezTo>
                    <a:pt x="249" y="414"/>
                    <a:pt x="250" y="412"/>
                    <a:pt x="248" y="413"/>
                  </a:cubicBezTo>
                  <a:cubicBezTo>
                    <a:pt x="249" y="411"/>
                    <a:pt x="249" y="409"/>
                    <a:pt x="249" y="407"/>
                  </a:cubicBezTo>
                  <a:cubicBezTo>
                    <a:pt x="249" y="408"/>
                    <a:pt x="250" y="408"/>
                    <a:pt x="251" y="407"/>
                  </a:cubicBezTo>
                  <a:cubicBezTo>
                    <a:pt x="250" y="406"/>
                    <a:pt x="249" y="405"/>
                    <a:pt x="249" y="403"/>
                  </a:cubicBezTo>
                  <a:cubicBezTo>
                    <a:pt x="248" y="403"/>
                    <a:pt x="248" y="404"/>
                    <a:pt x="246" y="403"/>
                  </a:cubicBezTo>
                  <a:cubicBezTo>
                    <a:pt x="246" y="403"/>
                    <a:pt x="245" y="403"/>
                    <a:pt x="245" y="402"/>
                  </a:cubicBezTo>
                  <a:cubicBezTo>
                    <a:pt x="247" y="402"/>
                    <a:pt x="250" y="403"/>
                    <a:pt x="250" y="401"/>
                  </a:cubicBezTo>
                  <a:cubicBezTo>
                    <a:pt x="253" y="402"/>
                    <a:pt x="249" y="404"/>
                    <a:pt x="252" y="403"/>
                  </a:cubicBezTo>
                  <a:cubicBezTo>
                    <a:pt x="254" y="404"/>
                    <a:pt x="254" y="406"/>
                    <a:pt x="253" y="407"/>
                  </a:cubicBezTo>
                  <a:cubicBezTo>
                    <a:pt x="255" y="408"/>
                    <a:pt x="253" y="406"/>
                    <a:pt x="256" y="406"/>
                  </a:cubicBezTo>
                  <a:cubicBezTo>
                    <a:pt x="256" y="405"/>
                    <a:pt x="254" y="405"/>
                    <a:pt x="254" y="403"/>
                  </a:cubicBezTo>
                  <a:cubicBezTo>
                    <a:pt x="253" y="403"/>
                    <a:pt x="253" y="403"/>
                    <a:pt x="252" y="402"/>
                  </a:cubicBezTo>
                  <a:cubicBezTo>
                    <a:pt x="249" y="401"/>
                    <a:pt x="254" y="401"/>
                    <a:pt x="254" y="400"/>
                  </a:cubicBezTo>
                  <a:cubicBezTo>
                    <a:pt x="254" y="401"/>
                    <a:pt x="254" y="401"/>
                    <a:pt x="254" y="401"/>
                  </a:cubicBezTo>
                  <a:cubicBezTo>
                    <a:pt x="255" y="400"/>
                    <a:pt x="254" y="400"/>
                    <a:pt x="254" y="399"/>
                  </a:cubicBezTo>
                  <a:cubicBezTo>
                    <a:pt x="257" y="398"/>
                    <a:pt x="254" y="400"/>
                    <a:pt x="256" y="401"/>
                  </a:cubicBezTo>
                  <a:cubicBezTo>
                    <a:pt x="258" y="400"/>
                    <a:pt x="258" y="400"/>
                    <a:pt x="258" y="400"/>
                  </a:cubicBezTo>
                  <a:cubicBezTo>
                    <a:pt x="259" y="399"/>
                    <a:pt x="256" y="400"/>
                    <a:pt x="257" y="398"/>
                  </a:cubicBezTo>
                  <a:cubicBezTo>
                    <a:pt x="258" y="398"/>
                    <a:pt x="258" y="398"/>
                    <a:pt x="258" y="398"/>
                  </a:cubicBezTo>
                  <a:cubicBezTo>
                    <a:pt x="257" y="397"/>
                    <a:pt x="257" y="397"/>
                    <a:pt x="257" y="397"/>
                  </a:cubicBezTo>
                  <a:cubicBezTo>
                    <a:pt x="256" y="397"/>
                    <a:pt x="254" y="397"/>
                    <a:pt x="254" y="398"/>
                  </a:cubicBezTo>
                  <a:cubicBezTo>
                    <a:pt x="251" y="397"/>
                    <a:pt x="254" y="397"/>
                    <a:pt x="254" y="396"/>
                  </a:cubicBezTo>
                  <a:cubicBezTo>
                    <a:pt x="252" y="395"/>
                    <a:pt x="254" y="396"/>
                    <a:pt x="252" y="396"/>
                  </a:cubicBezTo>
                  <a:cubicBezTo>
                    <a:pt x="250" y="396"/>
                    <a:pt x="250" y="395"/>
                    <a:pt x="250" y="394"/>
                  </a:cubicBezTo>
                  <a:cubicBezTo>
                    <a:pt x="250" y="393"/>
                    <a:pt x="252" y="394"/>
                    <a:pt x="253" y="393"/>
                  </a:cubicBezTo>
                  <a:cubicBezTo>
                    <a:pt x="254" y="394"/>
                    <a:pt x="254" y="395"/>
                    <a:pt x="253" y="394"/>
                  </a:cubicBezTo>
                  <a:cubicBezTo>
                    <a:pt x="254" y="396"/>
                    <a:pt x="256" y="394"/>
                    <a:pt x="258" y="395"/>
                  </a:cubicBezTo>
                  <a:cubicBezTo>
                    <a:pt x="259" y="394"/>
                    <a:pt x="257" y="394"/>
                    <a:pt x="256" y="393"/>
                  </a:cubicBezTo>
                  <a:cubicBezTo>
                    <a:pt x="256" y="394"/>
                    <a:pt x="254" y="393"/>
                    <a:pt x="254" y="393"/>
                  </a:cubicBezTo>
                  <a:cubicBezTo>
                    <a:pt x="249" y="391"/>
                    <a:pt x="257" y="392"/>
                    <a:pt x="257" y="390"/>
                  </a:cubicBezTo>
                  <a:cubicBezTo>
                    <a:pt x="253" y="390"/>
                    <a:pt x="252" y="387"/>
                    <a:pt x="249" y="389"/>
                  </a:cubicBezTo>
                  <a:cubicBezTo>
                    <a:pt x="248" y="388"/>
                    <a:pt x="248" y="387"/>
                    <a:pt x="248" y="387"/>
                  </a:cubicBezTo>
                  <a:cubicBezTo>
                    <a:pt x="250" y="388"/>
                    <a:pt x="250" y="386"/>
                    <a:pt x="252" y="387"/>
                  </a:cubicBezTo>
                  <a:cubicBezTo>
                    <a:pt x="252" y="386"/>
                    <a:pt x="252" y="386"/>
                    <a:pt x="252" y="386"/>
                  </a:cubicBezTo>
                  <a:cubicBezTo>
                    <a:pt x="254" y="388"/>
                    <a:pt x="254" y="388"/>
                    <a:pt x="254" y="388"/>
                  </a:cubicBezTo>
                  <a:cubicBezTo>
                    <a:pt x="256" y="387"/>
                    <a:pt x="257" y="385"/>
                    <a:pt x="258" y="386"/>
                  </a:cubicBezTo>
                  <a:cubicBezTo>
                    <a:pt x="257" y="385"/>
                    <a:pt x="256" y="386"/>
                    <a:pt x="256" y="385"/>
                  </a:cubicBezTo>
                  <a:cubicBezTo>
                    <a:pt x="257" y="385"/>
                    <a:pt x="258" y="385"/>
                    <a:pt x="258" y="384"/>
                  </a:cubicBezTo>
                  <a:cubicBezTo>
                    <a:pt x="257" y="385"/>
                    <a:pt x="255" y="384"/>
                    <a:pt x="254" y="383"/>
                  </a:cubicBezTo>
                  <a:cubicBezTo>
                    <a:pt x="255" y="382"/>
                    <a:pt x="257" y="382"/>
                    <a:pt x="257" y="382"/>
                  </a:cubicBezTo>
                  <a:cubicBezTo>
                    <a:pt x="259" y="383"/>
                    <a:pt x="259" y="383"/>
                    <a:pt x="259" y="383"/>
                  </a:cubicBezTo>
                  <a:cubicBezTo>
                    <a:pt x="257" y="382"/>
                    <a:pt x="260" y="383"/>
                    <a:pt x="259" y="382"/>
                  </a:cubicBezTo>
                  <a:cubicBezTo>
                    <a:pt x="258" y="381"/>
                    <a:pt x="256" y="381"/>
                    <a:pt x="255" y="380"/>
                  </a:cubicBezTo>
                  <a:cubicBezTo>
                    <a:pt x="254" y="380"/>
                    <a:pt x="256" y="379"/>
                    <a:pt x="256" y="379"/>
                  </a:cubicBezTo>
                  <a:cubicBezTo>
                    <a:pt x="257" y="380"/>
                    <a:pt x="257" y="380"/>
                    <a:pt x="257" y="380"/>
                  </a:cubicBezTo>
                  <a:cubicBezTo>
                    <a:pt x="256" y="379"/>
                    <a:pt x="260" y="380"/>
                    <a:pt x="259" y="379"/>
                  </a:cubicBezTo>
                  <a:cubicBezTo>
                    <a:pt x="258" y="378"/>
                    <a:pt x="258" y="378"/>
                    <a:pt x="258" y="378"/>
                  </a:cubicBezTo>
                  <a:cubicBezTo>
                    <a:pt x="258" y="378"/>
                    <a:pt x="259" y="378"/>
                    <a:pt x="259" y="378"/>
                  </a:cubicBezTo>
                  <a:cubicBezTo>
                    <a:pt x="258" y="378"/>
                    <a:pt x="258" y="377"/>
                    <a:pt x="258" y="377"/>
                  </a:cubicBezTo>
                  <a:cubicBezTo>
                    <a:pt x="259" y="377"/>
                    <a:pt x="259" y="377"/>
                    <a:pt x="259" y="377"/>
                  </a:cubicBezTo>
                  <a:cubicBezTo>
                    <a:pt x="258" y="376"/>
                    <a:pt x="256" y="375"/>
                    <a:pt x="258" y="375"/>
                  </a:cubicBezTo>
                  <a:cubicBezTo>
                    <a:pt x="256" y="375"/>
                    <a:pt x="258" y="376"/>
                    <a:pt x="257" y="376"/>
                  </a:cubicBezTo>
                  <a:cubicBezTo>
                    <a:pt x="255" y="377"/>
                    <a:pt x="255" y="375"/>
                    <a:pt x="255" y="375"/>
                  </a:cubicBezTo>
                  <a:cubicBezTo>
                    <a:pt x="258" y="375"/>
                    <a:pt x="255" y="374"/>
                    <a:pt x="255" y="373"/>
                  </a:cubicBezTo>
                  <a:cubicBezTo>
                    <a:pt x="256" y="373"/>
                    <a:pt x="257" y="372"/>
                    <a:pt x="258" y="372"/>
                  </a:cubicBezTo>
                  <a:cubicBezTo>
                    <a:pt x="256" y="372"/>
                    <a:pt x="256" y="372"/>
                    <a:pt x="256" y="372"/>
                  </a:cubicBezTo>
                  <a:cubicBezTo>
                    <a:pt x="259" y="372"/>
                    <a:pt x="255" y="370"/>
                    <a:pt x="256" y="370"/>
                  </a:cubicBezTo>
                  <a:cubicBezTo>
                    <a:pt x="257" y="370"/>
                    <a:pt x="259" y="370"/>
                    <a:pt x="259" y="370"/>
                  </a:cubicBezTo>
                  <a:cubicBezTo>
                    <a:pt x="257" y="370"/>
                    <a:pt x="256" y="368"/>
                    <a:pt x="254" y="368"/>
                  </a:cubicBezTo>
                  <a:cubicBezTo>
                    <a:pt x="255" y="367"/>
                    <a:pt x="258" y="369"/>
                    <a:pt x="260" y="369"/>
                  </a:cubicBezTo>
                  <a:cubicBezTo>
                    <a:pt x="258" y="368"/>
                    <a:pt x="261" y="367"/>
                    <a:pt x="258" y="366"/>
                  </a:cubicBezTo>
                  <a:cubicBezTo>
                    <a:pt x="257" y="367"/>
                    <a:pt x="257" y="366"/>
                    <a:pt x="256" y="366"/>
                  </a:cubicBezTo>
                  <a:cubicBezTo>
                    <a:pt x="256" y="365"/>
                    <a:pt x="257" y="366"/>
                    <a:pt x="258" y="365"/>
                  </a:cubicBezTo>
                  <a:cubicBezTo>
                    <a:pt x="258" y="365"/>
                    <a:pt x="256" y="364"/>
                    <a:pt x="255" y="365"/>
                  </a:cubicBezTo>
                  <a:cubicBezTo>
                    <a:pt x="255" y="364"/>
                    <a:pt x="253" y="363"/>
                    <a:pt x="255" y="362"/>
                  </a:cubicBezTo>
                  <a:cubicBezTo>
                    <a:pt x="256" y="362"/>
                    <a:pt x="255" y="364"/>
                    <a:pt x="257" y="363"/>
                  </a:cubicBezTo>
                  <a:cubicBezTo>
                    <a:pt x="257" y="362"/>
                    <a:pt x="253" y="362"/>
                    <a:pt x="252" y="360"/>
                  </a:cubicBezTo>
                  <a:cubicBezTo>
                    <a:pt x="251" y="361"/>
                    <a:pt x="248" y="360"/>
                    <a:pt x="248" y="359"/>
                  </a:cubicBezTo>
                  <a:cubicBezTo>
                    <a:pt x="249" y="357"/>
                    <a:pt x="248" y="360"/>
                    <a:pt x="251" y="360"/>
                  </a:cubicBezTo>
                  <a:cubicBezTo>
                    <a:pt x="250" y="359"/>
                    <a:pt x="250" y="359"/>
                    <a:pt x="250" y="359"/>
                  </a:cubicBezTo>
                  <a:cubicBezTo>
                    <a:pt x="254" y="358"/>
                    <a:pt x="255" y="362"/>
                    <a:pt x="257" y="361"/>
                  </a:cubicBezTo>
                  <a:cubicBezTo>
                    <a:pt x="257" y="360"/>
                    <a:pt x="257" y="360"/>
                    <a:pt x="257" y="360"/>
                  </a:cubicBezTo>
                  <a:cubicBezTo>
                    <a:pt x="257" y="360"/>
                    <a:pt x="259" y="361"/>
                    <a:pt x="260" y="361"/>
                  </a:cubicBezTo>
                  <a:cubicBezTo>
                    <a:pt x="258" y="360"/>
                    <a:pt x="259" y="359"/>
                    <a:pt x="259" y="359"/>
                  </a:cubicBezTo>
                  <a:cubicBezTo>
                    <a:pt x="257" y="358"/>
                    <a:pt x="259" y="359"/>
                    <a:pt x="258" y="359"/>
                  </a:cubicBezTo>
                  <a:cubicBezTo>
                    <a:pt x="258" y="358"/>
                    <a:pt x="255" y="357"/>
                    <a:pt x="256" y="356"/>
                  </a:cubicBezTo>
                  <a:cubicBezTo>
                    <a:pt x="257" y="357"/>
                    <a:pt x="259" y="356"/>
                    <a:pt x="259" y="357"/>
                  </a:cubicBezTo>
                  <a:cubicBezTo>
                    <a:pt x="260" y="356"/>
                    <a:pt x="257" y="356"/>
                    <a:pt x="259" y="356"/>
                  </a:cubicBezTo>
                  <a:cubicBezTo>
                    <a:pt x="260" y="356"/>
                    <a:pt x="260" y="356"/>
                    <a:pt x="260" y="356"/>
                  </a:cubicBezTo>
                  <a:cubicBezTo>
                    <a:pt x="260" y="353"/>
                    <a:pt x="261" y="349"/>
                    <a:pt x="257" y="345"/>
                  </a:cubicBezTo>
                  <a:cubicBezTo>
                    <a:pt x="259" y="345"/>
                    <a:pt x="260" y="344"/>
                    <a:pt x="261" y="343"/>
                  </a:cubicBezTo>
                  <a:cubicBezTo>
                    <a:pt x="261" y="343"/>
                    <a:pt x="260" y="343"/>
                    <a:pt x="260" y="342"/>
                  </a:cubicBezTo>
                  <a:cubicBezTo>
                    <a:pt x="262" y="342"/>
                    <a:pt x="262" y="342"/>
                    <a:pt x="262" y="342"/>
                  </a:cubicBezTo>
                  <a:cubicBezTo>
                    <a:pt x="263" y="341"/>
                    <a:pt x="262" y="340"/>
                    <a:pt x="261" y="339"/>
                  </a:cubicBezTo>
                  <a:cubicBezTo>
                    <a:pt x="262" y="339"/>
                    <a:pt x="262" y="339"/>
                    <a:pt x="262" y="339"/>
                  </a:cubicBezTo>
                  <a:cubicBezTo>
                    <a:pt x="264" y="338"/>
                    <a:pt x="261" y="338"/>
                    <a:pt x="261" y="337"/>
                  </a:cubicBezTo>
                  <a:cubicBezTo>
                    <a:pt x="263" y="337"/>
                    <a:pt x="263" y="337"/>
                    <a:pt x="263" y="337"/>
                  </a:cubicBezTo>
                  <a:cubicBezTo>
                    <a:pt x="261" y="337"/>
                    <a:pt x="261" y="337"/>
                    <a:pt x="261" y="337"/>
                  </a:cubicBezTo>
                  <a:cubicBezTo>
                    <a:pt x="261" y="336"/>
                    <a:pt x="262" y="335"/>
                    <a:pt x="264" y="336"/>
                  </a:cubicBezTo>
                  <a:cubicBezTo>
                    <a:pt x="263" y="335"/>
                    <a:pt x="263" y="335"/>
                    <a:pt x="262" y="335"/>
                  </a:cubicBezTo>
                  <a:cubicBezTo>
                    <a:pt x="264" y="335"/>
                    <a:pt x="264" y="332"/>
                    <a:pt x="264" y="331"/>
                  </a:cubicBezTo>
                  <a:cubicBezTo>
                    <a:pt x="263" y="331"/>
                    <a:pt x="263" y="331"/>
                    <a:pt x="261" y="330"/>
                  </a:cubicBezTo>
                  <a:cubicBezTo>
                    <a:pt x="259" y="329"/>
                    <a:pt x="262" y="330"/>
                    <a:pt x="261" y="329"/>
                  </a:cubicBezTo>
                  <a:cubicBezTo>
                    <a:pt x="262" y="329"/>
                    <a:pt x="263" y="329"/>
                    <a:pt x="263" y="330"/>
                  </a:cubicBezTo>
                  <a:cubicBezTo>
                    <a:pt x="266" y="329"/>
                    <a:pt x="266" y="326"/>
                    <a:pt x="268" y="325"/>
                  </a:cubicBezTo>
                  <a:cubicBezTo>
                    <a:pt x="267" y="324"/>
                    <a:pt x="267" y="324"/>
                    <a:pt x="267" y="324"/>
                  </a:cubicBezTo>
                  <a:cubicBezTo>
                    <a:pt x="270" y="323"/>
                    <a:pt x="268" y="321"/>
                    <a:pt x="270" y="320"/>
                  </a:cubicBezTo>
                  <a:cubicBezTo>
                    <a:pt x="269" y="320"/>
                    <a:pt x="267" y="318"/>
                    <a:pt x="268" y="317"/>
                  </a:cubicBezTo>
                  <a:cubicBezTo>
                    <a:pt x="266" y="315"/>
                    <a:pt x="270" y="318"/>
                    <a:pt x="271" y="318"/>
                  </a:cubicBezTo>
                  <a:cubicBezTo>
                    <a:pt x="271" y="317"/>
                    <a:pt x="271" y="316"/>
                    <a:pt x="271" y="316"/>
                  </a:cubicBezTo>
                  <a:cubicBezTo>
                    <a:pt x="272" y="316"/>
                    <a:pt x="272" y="316"/>
                    <a:pt x="272" y="316"/>
                  </a:cubicBezTo>
                  <a:cubicBezTo>
                    <a:pt x="271" y="315"/>
                    <a:pt x="271" y="314"/>
                    <a:pt x="272" y="314"/>
                  </a:cubicBezTo>
                  <a:cubicBezTo>
                    <a:pt x="272" y="314"/>
                    <a:pt x="272" y="314"/>
                    <a:pt x="272" y="314"/>
                  </a:cubicBezTo>
                  <a:cubicBezTo>
                    <a:pt x="273" y="314"/>
                    <a:pt x="274" y="314"/>
                    <a:pt x="274" y="313"/>
                  </a:cubicBezTo>
                  <a:cubicBezTo>
                    <a:pt x="274" y="311"/>
                    <a:pt x="275" y="312"/>
                    <a:pt x="274" y="310"/>
                  </a:cubicBezTo>
                  <a:cubicBezTo>
                    <a:pt x="275" y="311"/>
                    <a:pt x="275" y="311"/>
                    <a:pt x="275" y="311"/>
                  </a:cubicBezTo>
                  <a:cubicBezTo>
                    <a:pt x="273" y="310"/>
                    <a:pt x="273" y="310"/>
                    <a:pt x="273" y="310"/>
                  </a:cubicBezTo>
                  <a:cubicBezTo>
                    <a:pt x="275" y="309"/>
                    <a:pt x="275" y="309"/>
                    <a:pt x="275" y="309"/>
                  </a:cubicBezTo>
                  <a:cubicBezTo>
                    <a:pt x="276" y="311"/>
                    <a:pt x="276" y="311"/>
                    <a:pt x="276" y="311"/>
                  </a:cubicBezTo>
                  <a:cubicBezTo>
                    <a:pt x="277" y="311"/>
                    <a:pt x="275" y="310"/>
                    <a:pt x="275" y="309"/>
                  </a:cubicBezTo>
                  <a:cubicBezTo>
                    <a:pt x="274" y="308"/>
                    <a:pt x="275" y="309"/>
                    <a:pt x="276" y="309"/>
                  </a:cubicBezTo>
                  <a:cubicBezTo>
                    <a:pt x="277" y="310"/>
                    <a:pt x="276" y="309"/>
                    <a:pt x="276" y="309"/>
                  </a:cubicBezTo>
                  <a:cubicBezTo>
                    <a:pt x="276" y="310"/>
                    <a:pt x="276" y="309"/>
                    <a:pt x="277" y="310"/>
                  </a:cubicBezTo>
                  <a:cubicBezTo>
                    <a:pt x="277" y="310"/>
                    <a:pt x="276" y="308"/>
                    <a:pt x="276" y="308"/>
                  </a:cubicBezTo>
                  <a:cubicBezTo>
                    <a:pt x="277" y="308"/>
                    <a:pt x="277" y="307"/>
                    <a:pt x="278" y="308"/>
                  </a:cubicBezTo>
                  <a:cubicBezTo>
                    <a:pt x="278" y="307"/>
                    <a:pt x="279" y="307"/>
                    <a:pt x="278" y="306"/>
                  </a:cubicBezTo>
                  <a:cubicBezTo>
                    <a:pt x="278" y="306"/>
                    <a:pt x="277" y="307"/>
                    <a:pt x="276" y="306"/>
                  </a:cubicBezTo>
                  <a:cubicBezTo>
                    <a:pt x="276" y="305"/>
                    <a:pt x="277" y="305"/>
                    <a:pt x="277" y="305"/>
                  </a:cubicBezTo>
                  <a:cubicBezTo>
                    <a:pt x="277" y="306"/>
                    <a:pt x="277" y="306"/>
                    <a:pt x="277" y="306"/>
                  </a:cubicBezTo>
                  <a:cubicBezTo>
                    <a:pt x="277" y="305"/>
                    <a:pt x="278" y="305"/>
                    <a:pt x="277" y="304"/>
                  </a:cubicBezTo>
                  <a:cubicBezTo>
                    <a:pt x="279" y="305"/>
                    <a:pt x="279" y="305"/>
                    <a:pt x="279" y="305"/>
                  </a:cubicBezTo>
                  <a:cubicBezTo>
                    <a:pt x="278" y="304"/>
                    <a:pt x="279" y="303"/>
                    <a:pt x="279" y="303"/>
                  </a:cubicBezTo>
                  <a:cubicBezTo>
                    <a:pt x="280" y="304"/>
                    <a:pt x="281" y="306"/>
                    <a:pt x="282" y="306"/>
                  </a:cubicBezTo>
                  <a:cubicBezTo>
                    <a:pt x="282" y="304"/>
                    <a:pt x="282" y="304"/>
                    <a:pt x="282" y="304"/>
                  </a:cubicBezTo>
                  <a:cubicBezTo>
                    <a:pt x="282" y="303"/>
                    <a:pt x="283" y="304"/>
                    <a:pt x="283" y="304"/>
                  </a:cubicBezTo>
                  <a:cubicBezTo>
                    <a:pt x="285" y="304"/>
                    <a:pt x="282" y="299"/>
                    <a:pt x="284" y="300"/>
                  </a:cubicBezTo>
                  <a:cubicBezTo>
                    <a:pt x="285" y="302"/>
                    <a:pt x="285" y="302"/>
                    <a:pt x="286" y="302"/>
                  </a:cubicBezTo>
                  <a:cubicBezTo>
                    <a:pt x="286" y="301"/>
                    <a:pt x="286" y="301"/>
                    <a:pt x="286" y="301"/>
                  </a:cubicBezTo>
                  <a:cubicBezTo>
                    <a:pt x="285" y="300"/>
                    <a:pt x="286" y="302"/>
                    <a:pt x="285" y="301"/>
                  </a:cubicBezTo>
                  <a:cubicBezTo>
                    <a:pt x="285" y="300"/>
                    <a:pt x="285" y="300"/>
                    <a:pt x="285" y="300"/>
                  </a:cubicBezTo>
                  <a:cubicBezTo>
                    <a:pt x="288" y="303"/>
                    <a:pt x="290" y="299"/>
                    <a:pt x="293" y="300"/>
                  </a:cubicBezTo>
                  <a:cubicBezTo>
                    <a:pt x="292" y="298"/>
                    <a:pt x="294" y="299"/>
                    <a:pt x="294" y="298"/>
                  </a:cubicBezTo>
                  <a:cubicBezTo>
                    <a:pt x="294" y="300"/>
                    <a:pt x="295" y="297"/>
                    <a:pt x="296" y="298"/>
                  </a:cubicBezTo>
                  <a:cubicBezTo>
                    <a:pt x="295" y="296"/>
                    <a:pt x="295" y="296"/>
                    <a:pt x="295" y="296"/>
                  </a:cubicBezTo>
                  <a:cubicBezTo>
                    <a:pt x="296" y="297"/>
                    <a:pt x="295" y="291"/>
                    <a:pt x="297" y="294"/>
                  </a:cubicBezTo>
                  <a:cubicBezTo>
                    <a:pt x="298" y="295"/>
                    <a:pt x="298" y="296"/>
                    <a:pt x="297" y="296"/>
                  </a:cubicBezTo>
                  <a:cubicBezTo>
                    <a:pt x="299" y="299"/>
                    <a:pt x="300" y="293"/>
                    <a:pt x="301" y="296"/>
                  </a:cubicBezTo>
                  <a:cubicBezTo>
                    <a:pt x="301" y="295"/>
                    <a:pt x="300" y="294"/>
                    <a:pt x="301" y="292"/>
                  </a:cubicBezTo>
                  <a:cubicBezTo>
                    <a:pt x="302" y="293"/>
                    <a:pt x="304" y="294"/>
                    <a:pt x="304" y="294"/>
                  </a:cubicBezTo>
                  <a:cubicBezTo>
                    <a:pt x="304" y="294"/>
                    <a:pt x="304" y="293"/>
                    <a:pt x="305" y="294"/>
                  </a:cubicBezTo>
                  <a:cubicBezTo>
                    <a:pt x="305" y="294"/>
                    <a:pt x="305" y="294"/>
                    <a:pt x="305" y="295"/>
                  </a:cubicBezTo>
                  <a:cubicBezTo>
                    <a:pt x="306" y="295"/>
                    <a:pt x="307" y="294"/>
                    <a:pt x="308" y="293"/>
                  </a:cubicBezTo>
                  <a:cubicBezTo>
                    <a:pt x="309" y="294"/>
                    <a:pt x="310" y="293"/>
                    <a:pt x="312" y="293"/>
                  </a:cubicBezTo>
                  <a:cubicBezTo>
                    <a:pt x="312" y="291"/>
                    <a:pt x="315" y="293"/>
                    <a:pt x="314" y="290"/>
                  </a:cubicBezTo>
                  <a:cubicBezTo>
                    <a:pt x="314" y="291"/>
                    <a:pt x="314" y="291"/>
                    <a:pt x="314" y="291"/>
                  </a:cubicBezTo>
                  <a:cubicBezTo>
                    <a:pt x="314" y="290"/>
                    <a:pt x="314" y="288"/>
                    <a:pt x="315" y="288"/>
                  </a:cubicBezTo>
                  <a:cubicBezTo>
                    <a:pt x="315" y="290"/>
                    <a:pt x="315" y="290"/>
                    <a:pt x="315" y="290"/>
                  </a:cubicBezTo>
                  <a:cubicBezTo>
                    <a:pt x="316" y="292"/>
                    <a:pt x="317" y="290"/>
                    <a:pt x="318" y="291"/>
                  </a:cubicBezTo>
                  <a:cubicBezTo>
                    <a:pt x="316" y="289"/>
                    <a:pt x="318" y="291"/>
                    <a:pt x="318" y="289"/>
                  </a:cubicBezTo>
                  <a:cubicBezTo>
                    <a:pt x="318" y="288"/>
                    <a:pt x="318" y="288"/>
                    <a:pt x="318" y="288"/>
                  </a:cubicBezTo>
                  <a:cubicBezTo>
                    <a:pt x="319" y="287"/>
                    <a:pt x="318" y="287"/>
                    <a:pt x="319" y="286"/>
                  </a:cubicBezTo>
                  <a:cubicBezTo>
                    <a:pt x="320" y="286"/>
                    <a:pt x="321" y="288"/>
                    <a:pt x="320" y="288"/>
                  </a:cubicBezTo>
                  <a:cubicBezTo>
                    <a:pt x="321" y="289"/>
                    <a:pt x="322" y="288"/>
                    <a:pt x="322" y="287"/>
                  </a:cubicBezTo>
                  <a:cubicBezTo>
                    <a:pt x="322" y="287"/>
                    <a:pt x="322" y="287"/>
                    <a:pt x="322" y="287"/>
                  </a:cubicBezTo>
                  <a:cubicBezTo>
                    <a:pt x="322" y="287"/>
                    <a:pt x="322" y="287"/>
                    <a:pt x="322" y="287"/>
                  </a:cubicBezTo>
                  <a:cubicBezTo>
                    <a:pt x="323" y="287"/>
                    <a:pt x="323" y="287"/>
                    <a:pt x="323" y="287"/>
                  </a:cubicBezTo>
                  <a:cubicBezTo>
                    <a:pt x="323" y="287"/>
                    <a:pt x="323" y="287"/>
                    <a:pt x="323" y="287"/>
                  </a:cubicBezTo>
                  <a:cubicBezTo>
                    <a:pt x="323" y="287"/>
                    <a:pt x="323" y="287"/>
                    <a:pt x="322" y="287"/>
                  </a:cubicBezTo>
                  <a:cubicBezTo>
                    <a:pt x="323" y="287"/>
                    <a:pt x="323" y="287"/>
                    <a:pt x="323" y="287"/>
                  </a:cubicBezTo>
                  <a:cubicBezTo>
                    <a:pt x="323" y="287"/>
                    <a:pt x="323" y="287"/>
                    <a:pt x="323" y="287"/>
                  </a:cubicBezTo>
                  <a:cubicBezTo>
                    <a:pt x="324" y="287"/>
                    <a:pt x="324" y="287"/>
                    <a:pt x="324" y="287"/>
                  </a:cubicBezTo>
                  <a:cubicBezTo>
                    <a:pt x="325" y="289"/>
                    <a:pt x="325" y="289"/>
                    <a:pt x="325" y="289"/>
                  </a:cubicBezTo>
                  <a:cubicBezTo>
                    <a:pt x="325" y="289"/>
                    <a:pt x="326" y="286"/>
                    <a:pt x="326" y="286"/>
                  </a:cubicBezTo>
                  <a:cubicBezTo>
                    <a:pt x="328" y="286"/>
                    <a:pt x="331" y="283"/>
                    <a:pt x="332" y="281"/>
                  </a:cubicBezTo>
                  <a:cubicBezTo>
                    <a:pt x="332" y="282"/>
                    <a:pt x="332" y="282"/>
                    <a:pt x="332" y="282"/>
                  </a:cubicBezTo>
                  <a:cubicBezTo>
                    <a:pt x="332" y="281"/>
                    <a:pt x="332" y="279"/>
                    <a:pt x="333" y="280"/>
                  </a:cubicBezTo>
                  <a:cubicBezTo>
                    <a:pt x="333" y="279"/>
                    <a:pt x="334" y="280"/>
                    <a:pt x="335" y="280"/>
                  </a:cubicBezTo>
                  <a:cubicBezTo>
                    <a:pt x="335" y="280"/>
                    <a:pt x="334" y="279"/>
                    <a:pt x="334" y="279"/>
                  </a:cubicBezTo>
                  <a:cubicBezTo>
                    <a:pt x="337" y="279"/>
                    <a:pt x="337" y="275"/>
                    <a:pt x="339" y="274"/>
                  </a:cubicBezTo>
                  <a:cubicBezTo>
                    <a:pt x="339" y="274"/>
                    <a:pt x="340" y="275"/>
                    <a:pt x="340" y="276"/>
                  </a:cubicBezTo>
                  <a:cubicBezTo>
                    <a:pt x="341" y="274"/>
                    <a:pt x="341" y="272"/>
                    <a:pt x="341" y="270"/>
                  </a:cubicBezTo>
                  <a:cubicBezTo>
                    <a:pt x="341" y="270"/>
                    <a:pt x="342" y="270"/>
                    <a:pt x="342" y="271"/>
                  </a:cubicBezTo>
                  <a:cubicBezTo>
                    <a:pt x="342" y="270"/>
                    <a:pt x="343" y="269"/>
                    <a:pt x="342" y="267"/>
                  </a:cubicBezTo>
                  <a:cubicBezTo>
                    <a:pt x="341" y="268"/>
                    <a:pt x="343" y="268"/>
                    <a:pt x="342" y="268"/>
                  </a:cubicBezTo>
                  <a:cubicBezTo>
                    <a:pt x="341" y="268"/>
                    <a:pt x="340" y="266"/>
                    <a:pt x="341" y="266"/>
                  </a:cubicBezTo>
                  <a:cubicBezTo>
                    <a:pt x="341" y="266"/>
                    <a:pt x="341" y="266"/>
                    <a:pt x="341" y="266"/>
                  </a:cubicBezTo>
                  <a:cubicBezTo>
                    <a:pt x="342" y="265"/>
                    <a:pt x="341" y="265"/>
                    <a:pt x="342" y="263"/>
                  </a:cubicBezTo>
                  <a:cubicBezTo>
                    <a:pt x="343" y="263"/>
                    <a:pt x="342" y="264"/>
                    <a:pt x="343" y="264"/>
                  </a:cubicBezTo>
                  <a:cubicBezTo>
                    <a:pt x="345" y="265"/>
                    <a:pt x="345" y="262"/>
                    <a:pt x="346" y="262"/>
                  </a:cubicBezTo>
                  <a:cubicBezTo>
                    <a:pt x="344" y="261"/>
                    <a:pt x="344" y="261"/>
                    <a:pt x="344" y="261"/>
                  </a:cubicBezTo>
                  <a:cubicBezTo>
                    <a:pt x="344" y="260"/>
                    <a:pt x="346" y="261"/>
                    <a:pt x="346" y="260"/>
                  </a:cubicBezTo>
                  <a:cubicBezTo>
                    <a:pt x="342" y="256"/>
                    <a:pt x="342" y="256"/>
                    <a:pt x="342" y="256"/>
                  </a:cubicBezTo>
                  <a:cubicBezTo>
                    <a:pt x="342" y="257"/>
                    <a:pt x="344" y="256"/>
                    <a:pt x="345" y="257"/>
                  </a:cubicBezTo>
                  <a:cubicBezTo>
                    <a:pt x="346" y="255"/>
                    <a:pt x="342" y="254"/>
                    <a:pt x="341" y="253"/>
                  </a:cubicBezTo>
                  <a:cubicBezTo>
                    <a:pt x="342" y="252"/>
                    <a:pt x="341" y="250"/>
                    <a:pt x="341" y="250"/>
                  </a:cubicBezTo>
                  <a:cubicBezTo>
                    <a:pt x="342" y="250"/>
                    <a:pt x="341" y="250"/>
                    <a:pt x="342" y="250"/>
                  </a:cubicBezTo>
                  <a:cubicBezTo>
                    <a:pt x="343" y="250"/>
                    <a:pt x="343" y="250"/>
                    <a:pt x="343" y="250"/>
                  </a:cubicBezTo>
                  <a:cubicBezTo>
                    <a:pt x="343" y="251"/>
                    <a:pt x="346" y="250"/>
                    <a:pt x="347" y="251"/>
                  </a:cubicBezTo>
                  <a:cubicBezTo>
                    <a:pt x="346" y="249"/>
                    <a:pt x="347" y="247"/>
                    <a:pt x="347" y="246"/>
                  </a:cubicBezTo>
                  <a:cubicBezTo>
                    <a:pt x="345" y="247"/>
                    <a:pt x="346" y="244"/>
                    <a:pt x="343" y="244"/>
                  </a:cubicBezTo>
                  <a:cubicBezTo>
                    <a:pt x="343" y="242"/>
                    <a:pt x="346" y="243"/>
                    <a:pt x="346" y="242"/>
                  </a:cubicBezTo>
                  <a:cubicBezTo>
                    <a:pt x="345" y="240"/>
                    <a:pt x="346" y="239"/>
                    <a:pt x="345" y="237"/>
                  </a:cubicBezTo>
                  <a:cubicBezTo>
                    <a:pt x="346" y="237"/>
                    <a:pt x="346" y="237"/>
                    <a:pt x="346" y="237"/>
                  </a:cubicBezTo>
                  <a:cubicBezTo>
                    <a:pt x="345" y="236"/>
                    <a:pt x="346" y="233"/>
                    <a:pt x="344" y="232"/>
                  </a:cubicBezTo>
                  <a:cubicBezTo>
                    <a:pt x="345" y="232"/>
                    <a:pt x="345" y="232"/>
                    <a:pt x="345" y="232"/>
                  </a:cubicBezTo>
                  <a:cubicBezTo>
                    <a:pt x="346" y="231"/>
                    <a:pt x="342" y="232"/>
                    <a:pt x="343" y="230"/>
                  </a:cubicBezTo>
                  <a:cubicBezTo>
                    <a:pt x="345" y="231"/>
                    <a:pt x="345" y="231"/>
                    <a:pt x="345" y="231"/>
                  </a:cubicBezTo>
                  <a:cubicBezTo>
                    <a:pt x="343" y="230"/>
                    <a:pt x="346" y="229"/>
                    <a:pt x="344" y="227"/>
                  </a:cubicBezTo>
                  <a:cubicBezTo>
                    <a:pt x="344" y="227"/>
                    <a:pt x="345" y="227"/>
                    <a:pt x="345" y="228"/>
                  </a:cubicBezTo>
                  <a:cubicBezTo>
                    <a:pt x="344" y="226"/>
                    <a:pt x="345" y="225"/>
                    <a:pt x="343" y="224"/>
                  </a:cubicBezTo>
                  <a:cubicBezTo>
                    <a:pt x="344" y="224"/>
                    <a:pt x="345" y="224"/>
                    <a:pt x="345" y="225"/>
                  </a:cubicBezTo>
                  <a:cubicBezTo>
                    <a:pt x="346" y="224"/>
                    <a:pt x="343" y="223"/>
                    <a:pt x="344" y="222"/>
                  </a:cubicBezTo>
                  <a:cubicBezTo>
                    <a:pt x="344" y="222"/>
                    <a:pt x="345" y="222"/>
                    <a:pt x="346" y="222"/>
                  </a:cubicBezTo>
                  <a:cubicBezTo>
                    <a:pt x="344" y="221"/>
                    <a:pt x="345" y="219"/>
                    <a:pt x="344" y="219"/>
                  </a:cubicBezTo>
                  <a:cubicBezTo>
                    <a:pt x="345" y="219"/>
                    <a:pt x="346" y="218"/>
                    <a:pt x="347" y="218"/>
                  </a:cubicBezTo>
                  <a:cubicBezTo>
                    <a:pt x="348" y="213"/>
                    <a:pt x="351" y="208"/>
                    <a:pt x="353" y="202"/>
                  </a:cubicBezTo>
                  <a:cubicBezTo>
                    <a:pt x="355" y="203"/>
                    <a:pt x="353" y="204"/>
                    <a:pt x="355" y="204"/>
                  </a:cubicBezTo>
                  <a:cubicBezTo>
                    <a:pt x="353" y="203"/>
                    <a:pt x="355" y="203"/>
                    <a:pt x="355" y="202"/>
                  </a:cubicBezTo>
                  <a:cubicBezTo>
                    <a:pt x="356" y="202"/>
                    <a:pt x="356" y="202"/>
                    <a:pt x="356" y="202"/>
                  </a:cubicBezTo>
                  <a:cubicBezTo>
                    <a:pt x="356" y="201"/>
                    <a:pt x="357" y="202"/>
                    <a:pt x="357" y="201"/>
                  </a:cubicBezTo>
                  <a:cubicBezTo>
                    <a:pt x="357" y="200"/>
                    <a:pt x="357" y="200"/>
                    <a:pt x="357" y="200"/>
                  </a:cubicBezTo>
                  <a:cubicBezTo>
                    <a:pt x="356" y="199"/>
                    <a:pt x="360" y="201"/>
                    <a:pt x="358" y="199"/>
                  </a:cubicBezTo>
                  <a:cubicBezTo>
                    <a:pt x="360" y="200"/>
                    <a:pt x="360" y="200"/>
                    <a:pt x="360" y="200"/>
                  </a:cubicBezTo>
                  <a:cubicBezTo>
                    <a:pt x="359" y="197"/>
                    <a:pt x="361" y="199"/>
                    <a:pt x="361" y="197"/>
                  </a:cubicBezTo>
                  <a:cubicBezTo>
                    <a:pt x="361" y="197"/>
                    <a:pt x="361" y="197"/>
                    <a:pt x="361" y="197"/>
                  </a:cubicBezTo>
                  <a:cubicBezTo>
                    <a:pt x="363" y="198"/>
                    <a:pt x="362" y="194"/>
                    <a:pt x="363" y="195"/>
                  </a:cubicBezTo>
                  <a:cubicBezTo>
                    <a:pt x="364" y="194"/>
                    <a:pt x="365" y="193"/>
                    <a:pt x="364" y="191"/>
                  </a:cubicBezTo>
                  <a:cubicBezTo>
                    <a:pt x="365" y="193"/>
                    <a:pt x="365" y="193"/>
                    <a:pt x="365" y="193"/>
                  </a:cubicBezTo>
                  <a:cubicBezTo>
                    <a:pt x="366" y="192"/>
                    <a:pt x="368" y="191"/>
                    <a:pt x="369" y="190"/>
                  </a:cubicBezTo>
                  <a:cubicBezTo>
                    <a:pt x="374" y="190"/>
                    <a:pt x="379" y="190"/>
                    <a:pt x="383" y="191"/>
                  </a:cubicBezTo>
                  <a:cubicBezTo>
                    <a:pt x="386" y="192"/>
                    <a:pt x="388" y="193"/>
                    <a:pt x="390" y="194"/>
                  </a:cubicBezTo>
                  <a:cubicBezTo>
                    <a:pt x="389" y="196"/>
                    <a:pt x="388" y="198"/>
                    <a:pt x="388" y="200"/>
                  </a:cubicBezTo>
                  <a:cubicBezTo>
                    <a:pt x="387" y="201"/>
                    <a:pt x="386" y="199"/>
                    <a:pt x="386" y="199"/>
                  </a:cubicBezTo>
                  <a:cubicBezTo>
                    <a:pt x="384" y="205"/>
                    <a:pt x="377" y="203"/>
                    <a:pt x="373" y="209"/>
                  </a:cubicBezTo>
                  <a:cubicBezTo>
                    <a:pt x="369" y="210"/>
                    <a:pt x="365" y="215"/>
                    <a:pt x="365" y="215"/>
                  </a:cubicBezTo>
                  <a:cubicBezTo>
                    <a:pt x="382" y="216"/>
                    <a:pt x="389" y="211"/>
                    <a:pt x="399" y="205"/>
                  </a:cubicBezTo>
                  <a:cubicBezTo>
                    <a:pt x="401" y="203"/>
                    <a:pt x="402" y="201"/>
                    <a:pt x="403" y="198"/>
                  </a:cubicBezTo>
                  <a:cubicBezTo>
                    <a:pt x="405" y="199"/>
                    <a:pt x="406" y="199"/>
                    <a:pt x="406" y="198"/>
                  </a:cubicBezTo>
                  <a:cubicBezTo>
                    <a:pt x="405" y="197"/>
                    <a:pt x="404" y="197"/>
                    <a:pt x="404" y="196"/>
                  </a:cubicBezTo>
                  <a:cubicBezTo>
                    <a:pt x="404" y="194"/>
                    <a:pt x="405" y="191"/>
                    <a:pt x="406" y="188"/>
                  </a:cubicBezTo>
                  <a:cubicBezTo>
                    <a:pt x="398" y="164"/>
                    <a:pt x="382" y="170"/>
                    <a:pt x="375" y="170"/>
                  </a:cubicBezTo>
                  <a:cubicBezTo>
                    <a:pt x="367" y="172"/>
                    <a:pt x="361" y="175"/>
                    <a:pt x="356" y="179"/>
                  </a:cubicBezTo>
                  <a:cubicBezTo>
                    <a:pt x="356" y="179"/>
                    <a:pt x="356" y="179"/>
                    <a:pt x="357" y="180"/>
                  </a:cubicBezTo>
                  <a:cubicBezTo>
                    <a:pt x="354" y="179"/>
                    <a:pt x="351" y="179"/>
                    <a:pt x="349" y="179"/>
                  </a:cubicBezTo>
                  <a:cubicBezTo>
                    <a:pt x="332" y="177"/>
                    <a:pt x="315" y="175"/>
                    <a:pt x="313" y="163"/>
                  </a:cubicBezTo>
                  <a:cubicBezTo>
                    <a:pt x="308" y="154"/>
                    <a:pt x="303" y="139"/>
                    <a:pt x="301" y="128"/>
                  </a:cubicBezTo>
                  <a:cubicBezTo>
                    <a:pt x="300" y="124"/>
                    <a:pt x="300" y="121"/>
                    <a:pt x="299" y="117"/>
                  </a:cubicBezTo>
                  <a:cubicBezTo>
                    <a:pt x="323" y="112"/>
                    <a:pt x="296" y="118"/>
                    <a:pt x="307" y="115"/>
                  </a:cubicBezTo>
                  <a:cubicBezTo>
                    <a:pt x="307" y="115"/>
                    <a:pt x="307" y="115"/>
                    <a:pt x="307" y="115"/>
                  </a:cubicBezTo>
                  <a:cubicBezTo>
                    <a:pt x="307" y="114"/>
                    <a:pt x="307" y="114"/>
                    <a:pt x="307" y="114"/>
                  </a:cubicBezTo>
                  <a:cubicBezTo>
                    <a:pt x="306" y="113"/>
                    <a:pt x="306" y="113"/>
                    <a:pt x="306" y="113"/>
                  </a:cubicBezTo>
                  <a:cubicBezTo>
                    <a:pt x="306" y="110"/>
                    <a:pt x="306" y="110"/>
                    <a:pt x="306" y="110"/>
                  </a:cubicBezTo>
                  <a:cubicBezTo>
                    <a:pt x="303" y="103"/>
                    <a:pt x="304" y="96"/>
                    <a:pt x="292" y="85"/>
                  </a:cubicBezTo>
                  <a:cubicBezTo>
                    <a:pt x="277" y="75"/>
                    <a:pt x="266" y="83"/>
                    <a:pt x="261" y="92"/>
                  </a:cubicBezTo>
                  <a:cubicBezTo>
                    <a:pt x="260" y="93"/>
                    <a:pt x="259" y="94"/>
                    <a:pt x="258" y="95"/>
                  </a:cubicBezTo>
                  <a:cubicBezTo>
                    <a:pt x="257" y="95"/>
                    <a:pt x="257" y="95"/>
                    <a:pt x="257" y="95"/>
                  </a:cubicBezTo>
                  <a:cubicBezTo>
                    <a:pt x="255" y="97"/>
                    <a:pt x="253" y="98"/>
                    <a:pt x="251" y="102"/>
                  </a:cubicBezTo>
                  <a:cubicBezTo>
                    <a:pt x="251" y="102"/>
                    <a:pt x="251" y="102"/>
                    <a:pt x="251" y="102"/>
                  </a:cubicBezTo>
                  <a:cubicBezTo>
                    <a:pt x="251" y="106"/>
                    <a:pt x="245" y="110"/>
                    <a:pt x="247" y="113"/>
                  </a:cubicBezTo>
                  <a:cubicBezTo>
                    <a:pt x="245" y="115"/>
                    <a:pt x="245" y="115"/>
                    <a:pt x="245" y="115"/>
                  </a:cubicBezTo>
                  <a:cubicBezTo>
                    <a:pt x="246" y="120"/>
                    <a:pt x="243" y="122"/>
                    <a:pt x="245" y="127"/>
                  </a:cubicBezTo>
                  <a:cubicBezTo>
                    <a:pt x="244" y="126"/>
                    <a:pt x="244" y="126"/>
                    <a:pt x="244" y="126"/>
                  </a:cubicBezTo>
                  <a:cubicBezTo>
                    <a:pt x="243" y="133"/>
                    <a:pt x="248" y="140"/>
                    <a:pt x="246" y="142"/>
                  </a:cubicBezTo>
                  <a:cubicBezTo>
                    <a:pt x="246" y="144"/>
                    <a:pt x="246" y="145"/>
                    <a:pt x="247" y="147"/>
                  </a:cubicBezTo>
                  <a:cubicBezTo>
                    <a:pt x="241" y="158"/>
                    <a:pt x="234" y="167"/>
                    <a:pt x="228" y="171"/>
                  </a:cubicBezTo>
                  <a:cubicBezTo>
                    <a:pt x="228" y="169"/>
                    <a:pt x="226" y="166"/>
                    <a:pt x="223" y="162"/>
                  </a:cubicBezTo>
                  <a:cubicBezTo>
                    <a:pt x="223" y="162"/>
                    <a:pt x="223" y="162"/>
                    <a:pt x="224" y="162"/>
                  </a:cubicBezTo>
                  <a:cubicBezTo>
                    <a:pt x="224" y="162"/>
                    <a:pt x="223" y="161"/>
                    <a:pt x="223" y="161"/>
                  </a:cubicBezTo>
                  <a:cubicBezTo>
                    <a:pt x="223" y="161"/>
                    <a:pt x="223" y="161"/>
                    <a:pt x="223" y="160"/>
                  </a:cubicBezTo>
                  <a:cubicBezTo>
                    <a:pt x="228" y="153"/>
                    <a:pt x="228" y="143"/>
                    <a:pt x="231" y="134"/>
                  </a:cubicBezTo>
                  <a:cubicBezTo>
                    <a:pt x="231" y="134"/>
                    <a:pt x="232" y="136"/>
                    <a:pt x="232" y="137"/>
                  </a:cubicBezTo>
                  <a:cubicBezTo>
                    <a:pt x="233" y="129"/>
                    <a:pt x="233" y="121"/>
                    <a:pt x="230" y="115"/>
                  </a:cubicBezTo>
                  <a:cubicBezTo>
                    <a:pt x="231" y="115"/>
                    <a:pt x="231" y="115"/>
                    <a:pt x="232" y="117"/>
                  </a:cubicBezTo>
                  <a:cubicBezTo>
                    <a:pt x="231" y="111"/>
                    <a:pt x="229" y="105"/>
                    <a:pt x="227" y="103"/>
                  </a:cubicBezTo>
                  <a:cubicBezTo>
                    <a:pt x="227" y="107"/>
                    <a:pt x="228" y="103"/>
                    <a:pt x="228" y="106"/>
                  </a:cubicBezTo>
                  <a:cubicBezTo>
                    <a:pt x="228" y="110"/>
                    <a:pt x="225" y="104"/>
                    <a:pt x="223" y="100"/>
                  </a:cubicBezTo>
                  <a:cubicBezTo>
                    <a:pt x="223" y="100"/>
                    <a:pt x="223" y="100"/>
                    <a:pt x="223" y="100"/>
                  </a:cubicBezTo>
                  <a:cubicBezTo>
                    <a:pt x="220" y="96"/>
                    <a:pt x="218" y="95"/>
                    <a:pt x="213" y="96"/>
                  </a:cubicBezTo>
                  <a:cubicBezTo>
                    <a:pt x="209" y="95"/>
                    <a:pt x="216" y="95"/>
                    <a:pt x="214" y="94"/>
                  </a:cubicBezTo>
                  <a:cubicBezTo>
                    <a:pt x="211" y="90"/>
                    <a:pt x="201" y="99"/>
                    <a:pt x="201" y="100"/>
                  </a:cubicBezTo>
                  <a:cubicBezTo>
                    <a:pt x="200" y="102"/>
                    <a:pt x="199" y="104"/>
                    <a:pt x="200" y="104"/>
                  </a:cubicBezTo>
                  <a:cubicBezTo>
                    <a:pt x="198" y="108"/>
                    <a:pt x="198" y="105"/>
                    <a:pt x="197" y="108"/>
                  </a:cubicBezTo>
                  <a:cubicBezTo>
                    <a:pt x="196" y="112"/>
                    <a:pt x="197" y="116"/>
                    <a:pt x="199" y="120"/>
                  </a:cubicBezTo>
                  <a:cubicBezTo>
                    <a:pt x="198" y="119"/>
                    <a:pt x="196" y="123"/>
                    <a:pt x="195" y="120"/>
                  </a:cubicBezTo>
                  <a:cubicBezTo>
                    <a:pt x="196" y="129"/>
                    <a:pt x="200" y="133"/>
                    <a:pt x="202" y="137"/>
                  </a:cubicBezTo>
                  <a:cubicBezTo>
                    <a:pt x="202" y="140"/>
                    <a:pt x="205" y="147"/>
                    <a:pt x="207" y="149"/>
                  </a:cubicBezTo>
                  <a:cubicBezTo>
                    <a:pt x="206" y="151"/>
                    <a:pt x="206" y="147"/>
                    <a:pt x="205" y="147"/>
                  </a:cubicBezTo>
                  <a:cubicBezTo>
                    <a:pt x="205" y="151"/>
                    <a:pt x="205" y="151"/>
                    <a:pt x="205" y="151"/>
                  </a:cubicBezTo>
                  <a:cubicBezTo>
                    <a:pt x="202" y="146"/>
                    <a:pt x="203" y="153"/>
                    <a:pt x="201" y="150"/>
                  </a:cubicBezTo>
                  <a:cubicBezTo>
                    <a:pt x="202" y="153"/>
                    <a:pt x="204" y="158"/>
                    <a:pt x="206" y="163"/>
                  </a:cubicBezTo>
                  <a:cubicBezTo>
                    <a:pt x="203" y="170"/>
                    <a:pt x="201" y="172"/>
                    <a:pt x="194" y="178"/>
                  </a:cubicBezTo>
                  <a:cubicBezTo>
                    <a:pt x="195" y="178"/>
                    <a:pt x="192" y="180"/>
                    <a:pt x="194" y="181"/>
                  </a:cubicBezTo>
                  <a:cubicBezTo>
                    <a:pt x="194" y="183"/>
                    <a:pt x="192" y="183"/>
                    <a:pt x="191" y="183"/>
                  </a:cubicBezTo>
                  <a:cubicBezTo>
                    <a:pt x="192" y="182"/>
                    <a:pt x="193" y="182"/>
                    <a:pt x="192" y="176"/>
                  </a:cubicBezTo>
                  <a:cubicBezTo>
                    <a:pt x="186" y="156"/>
                    <a:pt x="180" y="130"/>
                    <a:pt x="179" y="108"/>
                  </a:cubicBezTo>
                  <a:cubicBezTo>
                    <a:pt x="179" y="110"/>
                    <a:pt x="178" y="110"/>
                    <a:pt x="178" y="108"/>
                  </a:cubicBezTo>
                  <a:cubicBezTo>
                    <a:pt x="181" y="106"/>
                    <a:pt x="176" y="101"/>
                    <a:pt x="177" y="97"/>
                  </a:cubicBezTo>
                  <a:cubicBezTo>
                    <a:pt x="178" y="97"/>
                    <a:pt x="178" y="99"/>
                    <a:pt x="178" y="100"/>
                  </a:cubicBezTo>
                  <a:cubicBezTo>
                    <a:pt x="179" y="89"/>
                    <a:pt x="176" y="81"/>
                    <a:pt x="177" y="71"/>
                  </a:cubicBezTo>
                  <a:cubicBezTo>
                    <a:pt x="175" y="62"/>
                    <a:pt x="178" y="51"/>
                    <a:pt x="176" y="45"/>
                  </a:cubicBezTo>
                  <a:cubicBezTo>
                    <a:pt x="177" y="46"/>
                    <a:pt x="176" y="41"/>
                    <a:pt x="177" y="39"/>
                  </a:cubicBezTo>
                  <a:cubicBezTo>
                    <a:pt x="176" y="36"/>
                    <a:pt x="176" y="34"/>
                    <a:pt x="176" y="31"/>
                  </a:cubicBezTo>
                  <a:cubicBezTo>
                    <a:pt x="176" y="30"/>
                    <a:pt x="176" y="29"/>
                    <a:pt x="176" y="28"/>
                  </a:cubicBezTo>
                  <a:cubicBezTo>
                    <a:pt x="176" y="27"/>
                    <a:pt x="176" y="27"/>
                    <a:pt x="176" y="27"/>
                  </a:cubicBezTo>
                  <a:cubicBezTo>
                    <a:pt x="176" y="23"/>
                    <a:pt x="177" y="18"/>
                    <a:pt x="176" y="14"/>
                  </a:cubicBezTo>
                  <a:cubicBezTo>
                    <a:pt x="176" y="13"/>
                    <a:pt x="175" y="2"/>
                    <a:pt x="174" y="1"/>
                  </a:cubicBezTo>
                  <a:cubicBezTo>
                    <a:pt x="173" y="0"/>
                    <a:pt x="172" y="6"/>
                    <a:pt x="170" y="6"/>
                  </a:cubicBezTo>
                  <a:cubicBezTo>
                    <a:pt x="162" y="5"/>
                    <a:pt x="168" y="10"/>
                    <a:pt x="161" y="11"/>
                  </a:cubicBezTo>
                  <a:cubicBezTo>
                    <a:pt x="157" y="12"/>
                    <a:pt x="156" y="13"/>
                    <a:pt x="154" y="16"/>
                  </a:cubicBezTo>
                  <a:cubicBezTo>
                    <a:pt x="155" y="20"/>
                    <a:pt x="155" y="24"/>
                    <a:pt x="155" y="28"/>
                  </a:cubicBezTo>
                  <a:cubicBezTo>
                    <a:pt x="156" y="67"/>
                    <a:pt x="156" y="67"/>
                    <a:pt x="156" y="67"/>
                  </a:cubicBezTo>
                  <a:cubicBezTo>
                    <a:pt x="156" y="75"/>
                    <a:pt x="154" y="84"/>
                    <a:pt x="153" y="92"/>
                  </a:cubicBezTo>
                  <a:cubicBezTo>
                    <a:pt x="148" y="91"/>
                    <a:pt x="142" y="91"/>
                    <a:pt x="139" y="94"/>
                  </a:cubicBezTo>
                  <a:cubicBezTo>
                    <a:pt x="137" y="95"/>
                    <a:pt x="135" y="96"/>
                    <a:pt x="134" y="98"/>
                  </a:cubicBezTo>
                  <a:cubicBezTo>
                    <a:pt x="125" y="103"/>
                    <a:pt x="119" y="113"/>
                    <a:pt x="119" y="118"/>
                  </a:cubicBezTo>
                  <a:cubicBezTo>
                    <a:pt x="118" y="121"/>
                    <a:pt x="118" y="124"/>
                    <a:pt x="118" y="127"/>
                  </a:cubicBezTo>
                  <a:cubicBezTo>
                    <a:pt x="115" y="132"/>
                    <a:pt x="113" y="140"/>
                    <a:pt x="112" y="144"/>
                  </a:cubicBezTo>
                  <a:cubicBezTo>
                    <a:pt x="111" y="152"/>
                    <a:pt x="111" y="155"/>
                    <a:pt x="111" y="160"/>
                  </a:cubicBezTo>
                  <a:cubicBezTo>
                    <a:pt x="111" y="163"/>
                    <a:pt x="109" y="164"/>
                    <a:pt x="108" y="165"/>
                  </a:cubicBezTo>
                  <a:cubicBezTo>
                    <a:pt x="105" y="174"/>
                    <a:pt x="100" y="181"/>
                    <a:pt x="100" y="189"/>
                  </a:cubicBezTo>
                  <a:cubicBezTo>
                    <a:pt x="99" y="189"/>
                    <a:pt x="99" y="189"/>
                    <a:pt x="99" y="189"/>
                  </a:cubicBezTo>
                  <a:cubicBezTo>
                    <a:pt x="98" y="195"/>
                    <a:pt x="93" y="208"/>
                    <a:pt x="88" y="208"/>
                  </a:cubicBezTo>
                  <a:cubicBezTo>
                    <a:pt x="88" y="210"/>
                    <a:pt x="83" y="208"/>
                    <a:pt x="85" y="211"/>
                  </a:cubicBezTo>
                  <a:cubicBezTo>
                    <a:pt x="82" y="210"/>
                    <a:pt x="85" y="209"/>
                    <a:pt x="82" y="208"/>
                  </a:cubicBezTo>
                  <a:cubicBezTo>
                    <a:pt x="83" y="209"/>
                    <a:pt x="84" y="208"/>
                    <a:pt x="85" y="208"/>
                  </a:cubicBezTo>
                  <a:cubicBezTo>
                    <a:pt x="78" y="200"/>
                    <a:pt x="79" y="178"/>
                    <a:pt x="79" y="161"/>
                  </a:cubicBezTo>
                  <a:cubicBezTo>
                    <a:pt x="81" y="156"/>
                    <a:pt x="80" y="144"/>
                    <a:pt x="81" y="133"/>
                  </a:cubicBezTo>
                  <a:cubicBezTo>
                    <a:pt x="81" y="131"/>
                    <a:pt x="81" y="131"/>
                    <a:pt x="81" y="131"/>
                  </a:cubicBezTo>
                  <a:cubicBezTo>
                    <a:pt x="82" y="131"/>
                    <a:pt x="82" y="131"/>
                    <a:pt x="83" y="131"/>
                  </a:cubicBezTo>
                  <a:cubicBezTo>
                    <a:pt x="83" y="131"/>
                    <a:pt x="83" y="130"/>
                    <a:pt x="83" y="130"/>
                  </a:cubicBezTo>
                  <a:cubicBezTo>
                    <a:pt x="83" y="129"/>
                    <a:pt x="83" y="129"/>
                    <a:pt x="83" y="129"/>
                  </a:cubicBezTo>
                  <a:cubicBezTo>
                    <a:pt x="83" y="128"/>
                    <a:pt x="83" y="128"/>
                    <a:pt x="83" y="128"/>
                  </a:cubicBezTo>
                  <a:cubicBezTo>
                    <a:pt x="82" y="128"/>
                    <a:pt x="82" y="128"/>
                    <a:pt x="81" y="128"/>
                  </a:cubicBezTo>
                  <a:cubicBezTo>
                    <a:pt x="81" y="127"/>
                    <a:pt x="81" y="127"/>
                    <a:pt x="81" y="127"/>
                  </a:cubicBezTo>
                  <a:cubicBezTo>
                    <a:pt x="82" y="128"/>
                    <a:pt x="82" y="128"/>
                    <a:pt x="83" y="128"/>
                  </a:cubicBezTo>
                  <a:cubicBezTo>
                    <a:pt x="83" y="128"/>
                    <a:pt x="83" y="128"/>
                    <a:pt x="83" y="128"/>
                  </a:cubicBezTo>
                  <a:cubicBezTo>
                    <a:pt x="83" y="127"/>
                    <a:pt x="83" y="127"/>
                    <a:pt x="83" y="127"/>
                  </a:cubicBezTo>
                  <a:cubicBezTo>
                    <a:pt x="83" y="127"/>
                    <a:pt x="83" y="127"/>
                    <a:pt x="83" y="127"/>
                  </a:cubicBezTo>
                  <a:cubicBezTo>
                    <a:pt x="83" y="127"/>
                    <a:pt x="83" y="127"/>
                    <a:pt x="83" y="127"/>
                  </a:cubicBezTo>
                  <a:cubicBezTo>
                    <a:pt x="83" y="127"/>
                    <a:pt x="83" y="127"/>
                    <a:pt x="83" y="127"/>
                  </a:cubicBezTo>
                  <a:cubicBezTo>
                    <a:pt x="83" y="127"/>
                    <a:pt x="82" y="127"/>
                    <a:pt x="81" y="127"/>
                  </a:cubicBezTo>
                  <a:cubicBezTo>
                    <a:pt x="81" y="126"/>
                    <a:pt x="81" y="126"/>
                    <a:pt x="81" y="126"/>
                  </a:cubicBezTo>
                  <a:cubicBezTo>
                    <a:pt x="62" y="125"/>
                    <a:pt x="75" y="126"/>
                    <a:pt x="71" y="127"/>
                  </a:cubicBezTo>
                  <a:cubicBezTo>
                    <a:pt x="71" y="127"/>
                    <a:pt x="71" y="127"/>
                    <a:pt x="71" y="127"/>
                  </a:cubicBezTo>
                  <a:cubicBezTo>
                    <a:pt x="66" y="126"/>
                    <a:pt x="63" y="126"/>
                    <a:pt x="69" y="126"/>
                  </a:cubicBezTo>
                  <a:cubicBezTo>
                    <a:pt x="69" y="127"/>
                    <a:pt x="69" y="127"/>
                    <a:pt x="69" y="127"/>
                  </a:cubicBezTo>
                  <a:cubicBezTo>
                    <a:pt x="69" y="127"/>
                    <a:pt x="69" y="127"/>
                    <a:pt x="69" y="127"/>
                  </a:cubicBezTo>
                  <a:cubicBezTo>
                    <a:pt x="70" y="127"/>
                    <a:pt x="70" y="127"/>
                    <a:pt x="71" y="127"/>
                  </a:cubicBezTo>
                  <a:cubicBezTo>
                    <a:pt x="71" y="127"/>
                    <a:pt x="71" y="127"/>
                    <a:pt x="71" y="127"/>
                  </a:cubicBezTo>
                  <a:cubicBezTo>
                    <a:pt x="70" y="127"/>
                    <a:pt x="70" y="127"/>
                    <a:pt x="69" y="127"/>
                  </a:cubicBezTo>
                  <a:cubicBezTo>
                    <a:pt x="69" y="129"/>
                    <a:pt x="69" y="131"/>
                    <a:pt x="71" y="129"/>
                  </a:cubicBezTo>
                  <a:cubicBezTo>
                    <a:pt x="71" y="129"/>
                    <a:pt x="71" y="129"/>
                    <a:pt x="71" y="130"/>
                  </a:cubicBezTo>
                  <a:cubicBezTo>
                    <a:pt x="71" y="130"/>
                    <a:pt x="71" y="130"/>
                    <a:pt x="71" y="130"/>
                  </a:cubicBezTo>
                  <a:cubicBezTo>
                    <a:pt x="70" y="132"/>
                    <a:pt x="70" y="134"/>
                    <a:pt x="70" y="136"/>
                  </a:cubicBezTo>
                  <a:cubicBezTo>
                    <a:pt x="70" y="138"/>
                    <a:pt x="70" y="139"/>
                    <a:pt x="70" y="140"/>
                  </a:cubicBezTo>
                  <a:cubicBezTo>
                    <a:pt x="70" y="140"/>
                    <a:pt x="70" y="140"/>
                    <a:pt x="70" y="140"/>
                  </a:cubicBezTo>
                  <a:cubicBezTo>
                    <a:pt x="69" y="144"/>
                    <a:pt x="69" y="147"/>
                    <a:pt x="68" y="151"/>
                  </a:cubicBezTo>
                  <a:cubicBezTo>
                    <a:pt x="68" y="151"/>
                    <a:pt x="67" y="151"/>
                    <a:pt x="67" y="152"/>
                  </a:cubicBezTo>
                  <a:cubicBezTo>
                    <a:pt x="67" y="153"/>
                    <a:pt x="67" y="155"/>
                    <a:pt x="67" y="156"/>
                  </a:cubicBezTo>
                  <a:cubicBezTo>
                    <a:pt x="67" y="160"/>
                    <a:pt x="66" y="164"/>
                    <a:pt x="64" y="168"/>
                  </a:cubicBezTo>
                  <a:cubicBezTo>
                    <a:pt x="64" y="168"/>
                    <a:pt x="64" y="169"/>
                    <a:pt x="64" y="169"/>
                  </a:cubicBezTo>
                  <a:cubicBezTo>
                    <a:pt x="63" y="164"/>
                    <a:pt x="64" y="157"/>
                    <a:pt x="65" y="155"/>
                  </a:cubicBezTo>
                  <a:cubicBezTo>
                    <a:pt x="63" y="149"/>
                    <a:pt x="64" y="160"/>
                    <a:pt x="62" y="159"/>
                  </a:cubicBezTo>
                  <a:cubicBezTo>
                    <a:pt x="62" y="163"/>
                    <a:pt x="62" y="166"/>
                    <a:pt x="63" y="171"/>
                  </a:cubicBezTo>
                  <a:cubicBezTo>
                    <a:pt x="62" y="174"/>
                    <a:pt x="63" y="175"/>
                    <a:pt x="61" y="179"/>
                  </a:cubicBezTo>
                  <a:cubicBezTo>
                    <a:pt x="60" y="178"/>
                    <a:pt x="60" y="178"/>
                    <a:pt x="60" y="178"/>
                  </a:cubicBezTo>
                  <a:cubicBezTo>
                    <a:pt x="58" y="183"/>
                    <a:pt x="58" y="185"/>
                    <a:pt x="58" y="188"/>
                  </a:cubicBezTo>
                  <a:cubicBezTo>
                    <a:pt x="54" y="190"/>
                    <a:pt x="55" y="191"/>
                    <a:pt x="51" y="193"/>
                  </a:cubicBezTo>
                  <a:cubicBezTo>
                    <a:pt x="54" y="190"/>
                    <a:pt x="55" y="186"/>
                    <a:pt x="55" y="183"/>
                  </a:cubicBezTo>
                  <a:cubicBezTo>
                    <a:pt x="51" y="187"/>
                    <a:pt x="48" y="194"/>
                    <a:pt x="43" y="194"/>
                  </a:cubicBezTo>
                  <a:cubicBezTo>
                    <a:pt x="38" y="196"/>
                    <a:pt x="35" y="199"/>
                    <a:pt x="35" y="201"/>
                  </a:cubicBezTo>
                  <a:cubicBezTo>
                    <a:pt x="36" y="200"/>
                    <a:pt x="31" y="201"/>
                    <a:pt x="34" y="199"/>
                  </a:cubicBezTo>
                  <a:cubicBezTo>
                    <a:pt x="32" y="200"/>
                    <a:pt x="30" y="201"/>
                    <a:pt x="29" y="201"/>
                  </a:cubicBezTo>
                  <a:cubicBezTo>
                    <a:pt x="29" y="201"/>
                    <a:pt x="29" y="201"/>
                    <a:pt x="29" y="201"/>
                  </a:cubicBezTo>
                  <a:cubicBezTo>
                    <a:pt x="28" y="201"/>
                    <a:pt x="28" y="200"/>
                    <a:pt x="28" y="199"/>
                  </a:cubicBezTo>
                  <a:cubicBezTo>
                    <a:pt x="26" y="197"/>
                    <a:pt x="23" y="193"/>
                    <a:pt x="19" y="196"/>
                  </a:cubicBezTo>
                  <a:cubicBezTo>
                    <a:pt x="19" y="194"/>
                    <a:pt x="19" y="194"/>
                    <a:pt x="19" y="194"/>
                  </a:cubicBezTo>
                  <a:cubicBezTo>
                    <a:pt x="16" y="196"/>
                    <a:pt x="12" y="198"/>
                    <a:pt x="9" y="198"/>
                  </a:cubicBezTo>
                  <a:cubicBezTo>
                    <a:pt x="9" y="200"/>
                    <a:pt x="8" y="202"/>
                    <a:pt x="10" y="203"/>
                  </a:cubicBezTo>
                  <a:cubicBezTo>
                    <a:pt x="9" y="204"/>
                    <a:pt x="7" y="201"/>
                    <a:pt x="8" y="203"/>
                  </a:cubicBezTo>
                  <a:cubicBezTo>
                    <a:pt x="7" y="201"/>
                    <a:pt x="7" y="201"/>
                    <a:pt x="7" y="201"/>
                  </a:cubicBezTo>
                  <a:cubicBezTo>
                    <a:pt x="1" y="206"/>
                    <a:pt x="3" y="212"/>
                    <a:pt x="3" y="217"/>
                  </a:cubicBezTo>
                  <a:cubicBezTo>
                    <a:pt x="0" y="218"/>
                    <a:pt x="3" y="221"/>
                    <a:pt x="2" y="224"/>
                  </a:cubicBezTo>
                  <a:cubicBezTo>
                    <a:pt x="3" y="226"/>
                    <a:pt x="2" y="229"/>
                    <a:pt x="5" y="229"/>
                  </a:cubicBezTo>
                  <a:cubicBezTo>
                    <a:pt x="4" y="230"/>
                    <a:pt x="4" y="230"/>
                    <a:pt x="4" y="230"/>
                  </a:cubicBezTo>
                  <a:cubicBezTo>
                    <a:pt x="4" y="232"/>
                    <a:pt x="4" y="235"/>
                    <a:pt x="5" y="237"/>
                  </a:cubicBezTo>
                  <a:cubicBezTo>
                    <a:pt x="5" y="239"/>
                    <a:pt x="7" y="238"/>
                    <a:pt x="8" y="239"/>
                  </a:cubicBezTo>
                  <a:cubicBezTo>
                    <a:pt x="7" y="240"/>
                    <a:pt x="7" y="240"/>
                    <a:pt x="7" y="240"/>
                  </a:cubicBezTo>
                  <a:cubicBezTo>
                    <a:pt x="8" y="241"/>
                    <a:pt x="10" y="240"/>
                    <a:pt x="12" y="240"/>
                  </a:cubicBezTo>
                  <a:cubicBezTo>
                    <a:pt x="12" y="241"/>
                    <a:pt x="12" y="241"/>
                    <a:pt x="12" y="242"/>
                  </a:cubicBezTo>
                  <a:cubicBezTo>
                    <a:pt x="11" y="242"/>
                    <a:pt x="9" y="242"/>
                    <a:pt x="7" y="242"/>
                  </a:cubicBezTo>
                  <a:cubicBezTo>
                    <a:pt x="8" y="244"/>
                    <a:pt x="11" y="244"/>
                    <a:pt x="10" y="246"/>
                  </a:cubicBezTo>
                  <a:cubicBezTo>
                    <a:pt x="11" y="247"/>
                    <a:pt x="12" y="248"/>
                    <a:pt x="14" y="247"/>
                  </a:cubicBezTo>
                  <a:cubicBezTo>
                    <a:pt x="13" y="247"/>
                    <a:pt x="14" y="248"/>
                    <a:pt x="13" y="248"/>
                  </a:cubicBezTo>
                  <a:cubicBezTo>
                    <a:pt x="13" y="249"/>
                    <a:pt x="14" y="249"/>
                    <a:pt x="15" y="249"/>
                  </a:cubicBezTo>
                  <a:cubicBezTo>
                    <a:pt x="15" y="249"/>
                    <a:pt x="15" y="249"/>
                    <a:pt x="15" y="249"/>
                  </a:cubicBezTo>
                  <a:cubicBezTo>
                    <a:pt x="16" y="248"/>
                    <a:pt x="17" y="249"/>
                    <a:pt x="18" y="247"/>
                  </a:cubicBezTo>
                  <a:cubicBezTo>
                    <a:pt x="17" y="247"/>
                    <a:pt x="17" y="247"/>
                    <a:pt x="17" y="246"/>
                  </a:cubicBezTo>
                  <a:cubicBezTo>
                    <a:pt x="18" y="246"/>
                    <a:pt x="19" y="246"/>
                    <a:pt x="19" y="248"/>
                  </a:cubicBezTo>
                  <a:cubicBezTo>
                    <a:pt x="18" y="249"/>
                    <a:pt x="16" y="249"/>
                    <a:pt x="17" y="250"/>
                  </a:cubicBezTo>
                  <a:cubicBezTo>
                    <a:pt x="18" y="250"/>
                    <a:pt x="20" y="249"/>
                    <a:pt x="21" y="248"/>
                  </a:cubicBezTo>
                  <a:cubicBezTo>
                    <a:pt x="20" y="249"/>
                    <a:pt x="19" y="248"/>
                    <a:pt x="20" y="246"/>
                  </a:cubicBezTo>
                  <a:cubicBezTo>
                    <a:pt x="19" y="247"/>
                    <a:pt x="19" y="247"/>
                    <a:pt x="19" y="247"/>
                  </a:cubicBezTo>
                  <a:cubicBezTo>
                    <a:pt x="20" y="246"/>
                    <a:pt x="20" y="246"/>
                    <a:pt x="20" y="246"/>
                  </a:cubicBezTo>
                  <a:cubicBezTo>
                    <a:pt x="18" y="245"/>
                    <a:pt x="19" y="243"/>
                    <a:pt x="17" y="243"/>
                  </a:cubicBezTo>
                  <a:cubicBezTo>
                    <a:pt x="16" y="245"/>
                    <a:pt x="16" y="245"/>
                    <a:pt x="16" y="245"/>
                  </a:cubicBezTo>
                  <a:cubicBezTo>
                    <a:pt x="15" y="244"/>
                    <a:pt x="13" y="244"/>
                    <a:pt x="13" y="243"/>
                  </a:cubicBezTo>
                  <a:cubicBezTo>
                    <a:pt x="14" y="243"/>
                    <a:pt x="15" y="242"/>
                    <a:pt x="15" y="241"/>
                  </a:cubicBezTo>
                  <a:cubicBezTo>
                    <a:pt x="15" y="241"/>
                    <a:pt x="14" y="241"/>
                    <a:pt x="15" y="241"/>
                  </a:cubicBezTo>
                  <a:cubicBezTo>
                    <a:pt x="17" y="240"/>
                    <a:pt x="17" y="240"/>
                    <a:pt x="17" y="240"/>
                  </a:cubicBezTo>
                  <a:cubicBezTo>
                    <a:pt x="14" y="242"/>
                    <a:pt x="15" y="238"/>
                    <a:pt x="14" y="238"/>
                  </a:cubicBezTo>
                  <a:cubicBezTo>
                    <a:pt x="15" y="238"/>
                    <a:pt x="15" y="238"/>
                    <a:pt x="15" y="238"/>
                  </a:cubicBezTo>
                  <a:cubicBezTo>
                    <a:pt x="15" y="236"/>
                    <a:pt x="13" y="239"/>
                    <a:pt x="13" y="238"/>
                  </a:cubicBezTo>
                  <a:cubicBezTo>
                    <a:pt x="13" y="237"/>
                    <a:pt x="15" y="237"/>
                    <a:pt x="16" y="235"/>
                  </a:cubicBezTo>
                  <a:cubicBezTo>
                    <a:pt x="15" y="234"/>
                    <a:pt x="12" y="233"/>
                    <a:pt x="14" y="230"/>
                  </a:cubicBezTo>
                  <a:cubicBezTo>
                    <a:pt x="13" y="229"/>
                    <a:pt x="12" y="228"/>
                    <a:pt x="11" y="227"/>
                  </a:cubicBezTo>
                  <a:cubicBezTo>
                    <a:pt x="10" y="226"/>
                    <a:pt x="13" y="227"/>
                    <a:pt x="12" y="226"/>
                  </a:cubicBezTo>
                  <a:cubicBezTo>
                    <a:pt x="13" y="226"/>
                    <a:pt x="14" y="225"/>
                    <a:pt x="15" y="225"/>
                  </a:cubicBezTo>
                  <a:cubicBezTo>
                    <a:pt x="14" y="225"/>
                    <a:pt x="15" y="223"/>
                    <a:pt x="12" y="224"/>
                  </a:cubicBezTo>
                  <a:cubicBezTo>
                    <a:pt x="13" y="222"/>
                    <a:pt x="13" y="221"/>
                    <a:pt x="13" y="219"/>
                  </a:cubicBezTo>
                  <a:cubicBezTo>
                    <a:pt x="13" y="219"/>
                    <a:pt x="14" y="219"/>
                    <a:pt x="15" y="219"/>
                  </a:cubicBezTo>
                  <a:cubicBezTo>
                    <a:pt x="14" y="218"/>
                    <a:pt x="12" y="217"/>
                    <a:pt x="13" y="216"/>
                  </a:cubicBezTo>
                  <a:cubicBezTo>
                    <a:pt x="12" y="215"/>
                    <a:pt x="12" y="216"/>
                    <a:pt x="10" y="215"/>
                  </a:cubicBezTo>
                  <a:cubicBezTo>
                    <a:pt x="10" y="215"/>
                    <a:pt x="9" y="215"/>
                    <a:pt x="9" y="214"/>
                  </a:cubicBezTo>
                  <a:cubicBezTo>
                    <a:pt x="11" y="214"/>
                    <a:pt x="14" y="215"/>
                    <a:pt x="14" y="214"/>
                  </a:cubicBezTo>
                  <a:cubicBezTo>
                    <a:pt x="17" y="215"/>
                    <a:pt x="13" y="216"/>
                    <a:pt x="16" y="216"/>
                  </a:cubicBezTo>
                  <a:cubicBezTo>
                    <a:pt x="18" y="216"/>
                    <a:pt x="18" y="218"/>
                    <a:pt x="17" y="219"/>
                  </a:cubicBezTo>
                  <a:cubicBezTo>
                    <a:pt x="19" y="220"/>
                    <a:pt x="17" y="218"/>
                    <a:pt x="19" y="218"/>
                  </a:cubicBezTo>
                  <a:cubicBezTo>
                    <a:pt x="19" y="217"/>
                    <a:pt x="18" y="217"/>
                    <a:pt x="18" y="216"/>
                  </a:cubicBezTo>
                  <a:cubicBezTo>
                    <a:pt x="18" y="216"/>
                    <a:pt x="17" y="216"/>
                    <a:pt x="17" y="216"/>
                  </a:cubicBezTo>
                  <a:cubicBezTo>
                    <a:pt x="17" y="215"/>
                    <a:pt x="18" y="215"/>
                    <a:pt x="18" y="215"/>
                  </a:cubicBezTo>
                  <a:cubicBezTo>
                    <a:pt x="18" y="215"/>
                    <a:pt x="18" y="215"/>
                    <a:pt x="18" y="215"/>
                  </a:cubicBezTo>
                  <a:cubicBezTo>
                    <a:pt x="17" y="216"/>
                    <a:pt x="17" y="216"/>
                    <a:pt x="17" y="216"/>
                  </a:cubicBezTo>
                  <a:cubicBezTo>
                    <a:pt x="17" y="216"/>
                    <a:pt x="17" y="216"/>
                    <a:pt x="17" y="216"/>
                  </a:cubicBezTo>
                  <a:cubicBezTo>
                    <a:pt x="17" y="216"/>
                    <a:pt x="17" y="216"/>
                    <a:pt x="17" y="216"/>
                  </a:cubicBezTo>
                  <a:cubicBezTo>
                    <a:pt x="17" y="215"/>
                    <a:pt x="17" y="215"/>
                    <a:pt x="17" y="215"/>
                  </a:cubicBezTo>
                  <a:cubicBezTo>
                    <a:pt x="17" y="215"/>
                    <a:pt x="17" y="216"/>
                    <a:pt x="17" y="216"/>
                  </a:cubicBezTo>
                  <a:cubicBezTo>
                    <a:pt x="17" y="216"/>
                    <a:pt x="17" y="216"/>
                    <a:pt x="17" y="216"/>
                  </a:cubicBezTo>
                  <a:cubicBezTo>
                    <a:pt x="17" y="215"/>
                    <a:pt x="17" y="215"/>
                    <a:pt x="17" y="215"/>
                  </a:cubicBezTo>
                  <a:cubicBezTo>
                    <a:pt x="17" y="215"/>
                    <a:pt x="17" y="215"/>
                    <a:pt x="17" y="215"/>
                  </a:cubicBezTo>
                  <a:cubicBezTo>
                    <a:pt x="18" y="214"/>
                    <a:pt x="18" y="214"/>
                    <a:pt x="18" y="214"/>
                  </a:cubicBezTo>
                  <a:cubicBezTo>
                    <a:pt x="18" y="214"/>
                    <a:pt x="18" y="214"/>
                    <a:pt x="18" y="214"/>
                  </a:cubicBezTo>
                  <a:cubicBezTo>
                    <a:pt x="17" y="215"/>
                    <a:pt x="17" y="215"/>
                    <a:pt x="17" y="216"/>
                  </a:cubicBezTo>
                  <a:cubicBezTo>
                    <a:pt x="17" y="216"/>
                    <a:pt x="17" y="216"/>
                    <a:pt x="17" y="216"/>
                  </a:cubicBezTo>
                  <a:cubicBezTo>
                    <a:pt x="16" y="216"/>
                    <a:pt x="16" y="215"/>
                    <a:pt x="16" y="215"/>
                  </a:cubicBezTo>
                  <a:cubicBezTo>
                    <a:pt x="14" y="214"/>
                    <a:pt x="17" y="214"/>
                    <a:pt x="18" y="214"/>
                  </a:cubicBezTo>
                  <a:cubicBezTo>
                    <a:pt x="18" y="214"/>
                    <a:pt x="18" y="214"/>
                    <a:pt x="18" y="214"/>
                  </a:cubicBezTo>
                  <a:cubicBezTo>
                    <a:pt x="18" y="214"/>
                    <a:pt x="18" y="214"/>
                    <a:pt x="18" y="214"/>
                  </a:cubicBezTo>
                  <a:cubicBezTo>
                    <a:pt x="18" y="214"/>
                    <a:pt x="18" y="214"/>
                    <a:pt x="18" y="214"/>
                  </a:cubicBezTo>
                  <a:cubicBezTo>
                    <a:pt x="17" y="214"/>
                    <a:pt x="17" y="215"/>
                    <a:pt x="17" y="215"/>
                  </a:cubicBezTo>
                  <a:cubicBezTo>
                    <a:pt x="17" y="215"/>
                    <a:pt x="17" y="215"/>
                    <a:pt x="17" y="215"/>
                  </a:cubicBezTo>
                  <a:cubicBezTo>
                    <a:pt x="17" y="216"/>
                    <a:pt x="17" y="216"/>
                    <a:pt x="17" y="216"/>
                  </a:cubicBezTo>
                  <a:cubicBezTo>
                    <a:pt x="18" y="215"/>
                    <a:pt x="18" y="215"/>
                    <a:pt x="18" y="215"/>
                  </a:cubicBezTo>
                  <a:cubicBezTo>
                    <a:pt x="18" y="215"/>
                    <a:pt x="18" y="214"/>
                    <a:pt x="18" y="214"/>
                  </a:cubicBezTo>
                  <a:cubicBezTo>
                    <a:pt x="18" y="214"/>
                    <a:pt x="18" y="214"/>
                    <a:pt x="18" y="214"/>
                  </a:cubicBezTo>
                  <a:cubicBezTo>
                    <a:pt x="18" y="215"/>
                    <a:pt x="17" y="215"/>
                    <a:pt x="17" y="215"/>
                  </a:cubicBezTo>
                  <a:cubicBezTo>
                    <a:pt x="17" y="215"/>
                    <a:pt x="17" y="215"/>
                    <a:pt x="18" y="215"/>
                  </a:cubicBezTo>
                  <a:cubicBezTo>
                    <a:pt x="17" y="215"/>
                    <a:pt x="17" y="215"/>
                    <a:pt x="17" y="215"/>
                  </a:cubicBezTo>
                  <a:cubicBezTo>
                    <a:pt x="18" y="214"/>
                    <a:pt x="18" y="214"/>
                    <a:pt x="18" y="214"/>
                  </a:cubicBezTo>
                  <a:cubicBezTo>
                    <a:pt x="18" y="214"/>
                    <a:pt x="18" y="214"/>
                    <a:pt x="18" y="214"/>
                  </a:cubicBezTo>
                  <a:cubicBezTo>
                    <a:pt x="18" y="214"/>
                    <a:pt x="18" y="214"/>
                    <a:pt x="18" y="214"/>
                  </a:cubicBezTo>
                  <a:cubicBezTo>
                    <a:pt x="18" y="214"/>
                    <a:pt x="18" y="214"/>
                    <a:pt x="18" y="214"/>
                  </a:cubicBezTo>
                  <a:cubicBezTo>
                    <a:pt x="18" y="214"/>
                    <a:pt x="18" y="214"/>
                    <a:pt x="18" y="214"/>
                  </a:cubicBezTo>
                  <a:cubicBezTo>
                    <a:pt x="18" y="213"/>
                    <a:pt x="18" y="213"/>
                    <a:pt x="18" y="213"/>
                  </a:cubicBezTo>
                  <a:cubicBezTo>
                    <a:pt x="18" y="213"/>
                    <a:pt x="18" y="213"/>
                    <a:pt x="18" y="213"/>
                  </a:cubicBezTo>
                  <a:cubicBezTo>
                    <a:pt x="18" y="213"/>
                    <a:pt x="18" y="213"/>
                    <a:pt x="18" y="213"/>
                  </a:cubicBezTo>
                  <a:cubicBezTo>
                    <a:pt x="18" y="213"/>
                    <a:pt x="18" y="213"/>
                    <a:pt x="18" y="213"/>
                  </a:cubicBezTo>
                  <a:cubicBezTo>
                    <a:pt x="18" y="213"/>
                    <a:pt x="18" y="213"/>
                    <a:pt x="18" y="213"/>
                  </a:cubicBezTo>
                  <a:cubicBezTo>
                    <a:pt x="18" y="212"/>
                    <a:pt x="18" y="212"/>
                    <a:pt x="18" y="212"/>
                  </a:cubicBezTo>
                  <a:cubicBezTo>
                    <a:pt x="18" y="212"/>
                    <a:pt x="18" y="212"/>
                    <a:pt x="18" y="212"/>
                  </a:cubicBezTo>
                  <a:cubicBezTo>
                    <a:pt x="18" y="212"/>
                    <a:pt x="18" y="212"/>
                    <a:pt x="18" y="212"/>
                  </a:cubicBezTo>
                  <a:cubicBezTo>
                    <a:pt x="18" y="212"/>
                    <a:pt x="18" y="212"/>
                    <a:pt x="18" y="212"/>
                  </a:cubicBezTo>
                  <a:cubicBezTo>
                    <a:pt x="18" y="212"/>
                    <a:pt x="18" y="212"/>
                    <a:pt x="18" y="212"/>
                  </a:cubicBezTo>
                  <a:cubicBezTo>
                    <a:pt x="18" y="212"/>
                    <a:pt x="18" y="212"/>
                    <a:pt x="18" y="212"/>
                  </a:cubicBezTo>
                  <a:cubicBezTo>
                    <a:pt x="18" y="212"/>
                    <a:pt x="18" y="212"/>
                    <a:pt x="18" y="212"/>
                  </a:cubicBezTo>
                  <a:cubicBezTo>
                    <a:pt x="18" y="212"/>
                    <a:pt x="18" y="212"/>
                    <a:pt x="18" y="212"/>
                  </a:cubicBezTo>
                  <a:cubicBezTo>
                    <a:pt x="18" y="212"/>
                    <a:pt x="18" y="212"/>
                    <a:pt x="18" y="212"/>
                  </a:cubicBezTo>
                  <a:cubicBezTo>
                    <a:pt x="18" y="212"/>
                    <a:pt x="18" y="212"/>
                    <a:pt x="18" y="212"/>
                  </a:cubicBezTo>
                  <a:cubicBezTo>
                    <a:pt x="18" y="212"/>
                    <a:pt x="18" y="212"/>
                    <a:pt x="18" y="212"/>
                  </a:cubicBezTo>
                  <a:cubicBezTo>
                    <a:pt x="18" y="212"/>
                    <a:pt x="18" y="212"/>
                    <a:pt x="18" y="212"/>
                  </a:cubicBezTo>
                  <a:cubicBezTo>
                    <a:pt x="18" y="212"/>
                    <a:pt x="18" y="212"/>
                    <a:pt x="18" y="212"/>
                  </a:cubicBezTo>
                  <a:cubicBezTo>
                    <a:pt x="18" y="212"/>
                    <a:pt x="18" y="212"/>
                    <a:pt x="18" y="212"/>
                  </a:cubicBezTo>
                  <a:cubicBezTo>
                    <a:pt x="18" y="212"/>
                    <a:pt x="18" y="212"/>
                    <a:pt x="18" y="212"/>
                  </a:cubicBezTo>
                  <a:cubicBezTo>
                    <a:pt x="18" y="212"/>
                    <a:pt x="18" y="212"/>
                    <a:pt x="19" y="212"/>
                  </a:cubicBezTo>
                  <a:cubicBezTo>
                    <a:pt x="19" y="212"/>
                    <a:pt x="19" y="212"/>
                    <a:pt x="19" y="212"/>
                  </a:cubicBezTo>
                  <a:cubicBezTo>
                    <a:pt x="19" y="212"/>
                    <a:pt x="19" y="212"/>
                    <a:pt x="19" y="212"/>
                  </a:cubicBezTo>
                  <a:cubicBezTo>
                    <a:pt x="19" y="212"/>
                    <a:pt x="19" y="212"/>
                    <a:pt x="19" y="212"/>
                  </a:cubicBezTo>
                  <a:cubicBezTo>
                    <a:pt x="20" y="212"/>
                    <a:pt x="19" y="213"/>
                    <a:pt x="19" y="213"/>
                  </a:cubicBezTo>
                  <a:cubicBezTo>
                    <a:pt x="19" y="213"/>
                    <a:pt x="19" y="213"/>
                    <a:pt x="19" y="213"/>
                  </a:cubicBezTo>
                  <a:cubicBezTo>
                    <a:pt x="19" y="213"/>
                    <a:pt x="19" y="213"/>
                    <a:pt x="19" y="213"/>
                  </a:cubicBezTo>
                  <a:cubicBezTo>
                    <a:pt x="19" y="213"/>
                    <a:pt x="19" y="213"/>
                    <a:pt x="19" y="213"/>
                  </a:cubicBezTo>
                  <a:cubicBezTo>
                    <a:pt x="19" y="213"/>
                    <a:pt x="19" y="213"/>
                    <a:pt x="19" y="213"/>
                  </a:cubicBezTo>
                  <a:cubicBezTo>
                    <a:pt x="19" y="213"/>
                    <a:pt x="19" y="213"/>
                    <a:pt x="19" y="213"/>
                  </a:cubicBezTo>
                  <a:cubicBezTo>
                    <a:pt x="19" y="213"/>
                    <a:pt x="19" y="213"/>
                    <a:pt x="19" y="213"/>
                  </a:cubicBezTo>
                  <a:cubicBezTo>
                    <a:pt x="19" y="213"/>
                    <a:pt x="19" y="213"/>
                    <a:pt x="19" y="213"/>
                  </a:cubicBezTo>
                  <a:cubicBezTo>
                    <a:pt x="19" y="213"/>
                    <a:pt x="19" y="213"/>
                    <a:pt x="19" y="213"/>
                  </a:cubicBezTo>
                  <a:cubicBezTo>
                    <a:pt x="19" y="213"/>
                    <a:pt x="19" y="213"/>
                    <a:pt x="19" y="213"/>
                  </a:cubicBezTo>
                  <a:cubicBezTo>
                    <a:pt x="19" y="213"/>
                    <a:pt x="19" y="213"/>
                    <a:pt x="18" y="213"/>
                  </a:cubicBezTo>
                  <a:cubicBezTo>
                    <a:pt x="19" y="213"/>
                    <a:pt x="19" y="213"/>
                    <a:pt x="19" y="212"/>
                  </a:cubicBezTo>
                  <a:cubicBezTo>
                    <a:pt x="19" y="212"/>
                    <a:pt x="19" y="212"/>
                    <a:pt x="19" y="212"/>
                  </a:cubicBezTo>
                  <a:cubicBezTo>
                    <a:pt x="19" y="212"/>
                    <a:pt x="19" y="212"/>
                    <a:pt x="19" y="212"/>
                  </a:cubicBezTo>
                  <a:cubicBezTo>
                    <a:pt x="19" y="212"/>
                    <a:pt x="19" y="212"/>
                    <a:pt x="19" y="212"/>
                  </a:cubicBezTo>
                  <a:cubicBezTo>
                    <a:pt x="19" y="212"/>
                    <a:pt x="19" y="212"/>
                    <a:pt x="19" y="212"/>
                  </a:cubicBezTo>
                  <a:cubicBezTo>
                    <a:pt x="19" y="212"/>
                    <a:pt x="19" y="212"/>
                    <a:pt x="19" y="212"/>
                  </a:cubicBezTo>
                  <a:cubicBezTo>
                    <a:pt x="19" y="212"/>
                    <a:pt x="18" y="212"/>
                    <a:pt x="18" y="212"/>
                  </a:cubicBezTo>
                  <a:cubicBezTo>
                    <a:pt x="18" y="212"/>
                    <a:pt x="18" y="212"/>
                    <a:pt x="18" y="212"/>
                  </a:cubicBezTo>
                  <a:cubicBezTo>
                    <a:pt x="18" y="212"/>
                    <a:pt x="18" y="212"/>
                    <a:pt x="18" y="212"/>
                  </a:cubicBezTo>
                  <a:cubicBezTo>
                    <a:pt x="18" y="212"/>
                    <a:pt x="18" y="212"/>
                    <a:pt x="18" y="212"/>
                  </a:cubicBezTo>
                  <a:cubicBezTo>
                    <a:pt x="18" y="212"/>
                    <a:pt x="18" y="212"/>
                    <a:pt x="18" y="212"/>
                  </a:cubicBezTo>
                  <a:cubicBezTo>
                    <a:pt x="18" y="212"/>
                    <a:pt x="18" y="212"/>
                    <a:pt x="18" y="212"/>
                  </a:cubicBezTo>
                  <a:cubicBezTo>
                    <a:pt x="18" y="212"/>
                    <a:pt x="18" y="213"/>
                    <a:pt x="18" y="213"/>
                  </a:cubicBezTo>
                  <a:cubicBezTo>
                    <a:pt x="18" y="213"/>
                    <a:pt x="18" y="213"/>
                    <a:pt x="18" y="213"/>
                  </a:cubicBezTo>
                  <a:cubicBezTo>
                    <a:pt x="18" y="213"/>
                    <a:pt x="18" y="213"/>
                    <a:pt x="18" y="213"/>
                  </a:cubicBezTo>
                  <a:cubicBezTo>
                    <a:pt x="18" y="213"/>
                    <a:pt x="18" y="213"/>
                    <a:pt x="18" y="213"/>
                  </a:cubicBezTo>
                  <a:cubicBezTo>
                    <a:pt x="18" y="213"/>
                    <a:pt x="18" y="213"/>
                    <a:pt x="18" y="213"/>
                  </a:cubicBezTo>
                  <a:cubicBezTo>
                    <a:pt x="18" y="213"/>
                    <a:pt x="18" y="213"/>
                    <a:pt x="18" y="213"/>
                  </a:cubicBezTo>
                  <a:cubicBezTo>
                    <a:pt x="18" y="213"/>
                    <a:pt x="19" y="213"/>
                    <a:pt x="19" y="213"/>
                  </a:cubicBezTo>
                  <a:cubicBezTo>
                    <a:pt x="18" y="213"/>
                    <a:pt x="18" y="213"/>
                    <a:pt x="18" y="213"/>
                  </a:cubicBezTo>
                  <a:cubicBezTo>
                    <a:pt x="18" y="213"/>
                    <a:pt x="18" y="214"/>
                    <a:pt x="18" y="214"/>
                  </a:cubicBezTo>
                  <a:cubicBezTo>
                    <a:pt x="18" y="214"/>
                    <a:pt x="18" y="214"/>
                    <a:pt x="18" y="213"/>
                  </a:cubicBezTo>
                  <a:cubicBezTo>
                    <a:pt x="18" y="214"/>
                    <a:pt x="18" y="214"/>
                    <a:pt x="18" y="214"/>
                  </a:cubicBezTo>
                  <a:cubicBezTo>
                    <a:pt x="18" y="214"/>
                    <a:pt x="18" y="214"/>
                    <a:pt x="18" y="214"/>
                  </a:cubicBezTo>
                  <a:cubicBezTo>
                    <a:pt x="18" y="214"/>
                    <a:pt x="18" y="214"/>
                    <a:pt x="18" y="214"/>
                  </a:cubicBezTo>
                  <a:cubicBezTo>
                    <a:pt x="18" y="214"/>
                    <a:pt x="18" y="214"/>
                    <a:pt x="18" y="214"/>
                  </a:cubicBezTo>
                  <a:cubicBezTo>
                    <a:pt x="18" y="215"/>
                    <a:pt x="18" y="215"/>
                    <a:pt x="18" y="215"/>
                  </a:cubicBezTo>
                  <a:cubicBezTo>
                    <a:pt x="18" y="215"/>
                    <a:pt x="18" y="215"/>
                    <a:pt x="18" y="215"/>
                  </a:cubicBezTo>
                  <a:cubicBezTo>
                    <a:pt x="18" y="215"/>
                    <a:pt x="18" y="215"/>
                    <a:pt x="18" y="215"/>
                  </a:cubicBezTo>
                  <a:cubicBezTo>
                    <a:pt x="18" y="215"/>
                    <a:pt x="18" y="215"/>
                    <a:pt x="18" y="215"/>
                  </a:cubicBezTo>
                  <a:cubicBezTo>
                    <a:pt x="18" y="215"/>
                    <a:pt x="18" y="215"/>
                    <a:pt x="18" y="215"/>
                  </a:cubicBezTo>
                  <a:cubicBezTo>
                    <a:pt x="18" y="216"/>
                    <a:pt x="18" y="216"/>
                    <a:pt x="18" y="216"/>
                  </a:cubicBezTo>
                  <a:cubicBezTo>
                    <a:pt x="18" y="216"/>
                    <a:pt x="18" y="216"/>
                    <a:pt x="18" y="216"/>
                  </a:cubicBezTo>
                  <a:cubicBezTo>
                    <a:pt x="19" y="216"/>
                    <a:pt x="18" y="215"/>
                    <a:pt x="19" y="215"/>
                  </a:cubicBezTo>
                  <a:cubicBezTo>
                    <a:pt x="19" y="215"/>
                    <a:pt x="19" y="215"/>
                    <a:pt x="19" y="215"/>
                  </a:cubicBezTo>
                  <a:cubicBezTo>
                    <a:pt x="19" y="215"/>
                    <a:pt x="19" y="215"/>
                    <a:pt x="19" y="215"/>
                  </a:cubicBezTo>
                  <a:cubicBezTo>
                    <a:pt x="19" y="215"/>
                    <a:pt x="19" y="216"/>
                    <a:pt x="19" y="216"/>
                  </a:cubicBezTo>
                  <a:cubicBezTo>
                    <a:pt x="19" y="216"/>
                    <a:pt x="19" y="216"/>
                    <a:pt x="19" y="215"/>
                  </a:cubicBezTo>
                  <a:cubicBezTo>
                    <a:pt x="19" y="216"/>
                    <a:pt x="19" y="216"/>
                    <a:pt x="19" y="216"/>
                  </a:cubicBezTo>
                  <a:cubicBezTo>
                    <a:pt x="19" y="215"/>
                    <a:pt x="20" y="217"/>
                    <a:pt x="20" y="215"/>
                  </a:cubicBezTo>
                  <a:cubicBezTo>
                    <a:pt x="19" y="215"/>
                    <a:pt x="19" y="215"/>
                    <a:pt x="19" y="215"/>
                  </a:cubicBezTo>
                  <a:cubicBezTo>
                    <a:pt x="20" y="215"/>
                    <a:pt x="18" y="215"/>
                    <a:pt x="19" y="214"/>
                  </a:cubicBezTo>
                  <a:cubicBezTo>
                    <a:pt x="19" y="214"/>
                    <a:pt x="19" y="214"/>
                    <a:pt x="19" y="214"/>
                  </a:cubicBezTo>
                  <a:cubicBezTo>
                    <a:pt x="19" y="214"/>
                    <a:pt x="19" y="214"/>
                    <a:pt x="19" y="213"/>
                  </a:cubicBezTo>
                  <a:cubicBezTo>
                    <a:pt x="19" y="213"/>
                    <a:pt x="19" y="214"/>
                    <a:pt x="19" y="214"/>
                  </a:cubicBezTo>
                  <a:cubicBezTo>
                    <a:pt x="19" y="214"/>
                    <a:pt x="19" y="214"/>
                    <a:pt x="19" y="214"/>
                  </a:cubicBezTo>
                  <a:cubicBezTo>
                    <a:pt x="19" y="214"/>
                    <a:pt x="20" y="214"/>
                    <a:pt x="20" y="214"/>
                  </a:cubicBezTo>
                  <a:cubicBezTo>
                    <a:pt x="20" y="214"/>
                    <a:pt x="19" y="214"/>
                    <a:pt x="20" y="215"/>
                  </a:cubicBezTo>
                  <a:cubicBezTo>
                    <a:pt x="22" y="215"/>
                    <a:pt x="22" y="215"/>
                    <a:pt x="22" y="215"/>
                  </a:cubicBezTo>
                  <a:cubicBezTo>
                    <a:pt x="21" y="216"/>
                    <a:pt x="21" y="216"/>
                    <a:pt x="21" y="216"/>
                  </a:cubicBezTo>
                  <a:cubicBezTo>
                    <a:pt x="20" y="216"/>
                    <a:pt x="20" y="216"/>
                    <a:pt x="20" y="216"/>
                  </a:cubicBezTo>
                  <a:cubicBezTo>
                    <a:pt x="21" y="216"/>
                    <a:pt x="21" y="216"/>
                    <a:pt x="21" y="216"/>
                  </a:cubicBezTo>
                  <a:cubicBezTo>
                    <a:pt x="20" y="217"/>
                    <a:pt x="20" y="217"/>
                    <a:pt x="20" y="217"/>
                  </a:cubicBezTo>
                  <a:cubicBezTo>
                    <a:pt x="21" y="216"/>
                    <a:pt x="21" y="216"/>
                    <a:pt x="21" y="216"/>
                  </a:cubicBezTo>
                  <a:cubicBezTo>
                    <a:pt x="21" y="217"/>
                    <a:pt x="21" y="217"/>
                    <a:pt x="21" y="217"/>
                  </a:cubicBezTo>
                  <a:cubicBezTo>
                    <a:pt x="20" y="218"/>
                    <a:pt x="23" y="217"/>
                    <a:pt x="22" y="218"/>
                  </a:cubicBezTo>
                  <a:cubicBezTo>
                    <a:pt x="21" y="218"/>
                    <a:pt x="20" y="219"/>
                    <a:pt x="20" y="219"/>
                  </a:cubicBezTo>
                  <a:cubicBezTo>
                    <a:pt x="22" y="218"/>
                    <a:pt x="23" y="219"/>
                    <a:pt x="25" y="218"/>
                  </a:cubicBezTo>
                  <a:cubicBezTo>
                    <a:pt x="24" y="219"/>
                    <a:pt x="21" y="219"/>
                    <a:pt x="20" y="220"/>
                  </a:cubicBezTo>
                  <a:cubicBezTo>
                    <a:pt x="22" y="220"/>
                    <a:pt x="19" y="222"/>
                    <a:pt x="22" y="221"/>
                  </a:cubicBezTo>
                  <a:cubicBezTo>
                    <a:pt x="22" y="220"/>
                    <a:pt x="23" y="221"/>
                    <a:pt x="25" y="220"/>
                  </a:cubicBezTo>
                  <a:cubicBezTo>
                    <a:pt x="25" y="222"/>
                    <a:pt x="23" y="221"/>
                    <a:pt x="23" y="222"/>
                  </a:cubicBezTo>
                  <a:cubicBezTo>
                    <a:pt x="23" y="222"/>
                    <a:pt x="25" y="222"/>
                    <a:pt x="26" y="221"/>
                  </a:cubicBezTo>
                  <a:cubicBezTo>
                    <a:pt x="26" y="222"/>
                    <a:pt x="28" y="222"/>
                    <a:pt x="27" y="223"/>
                  </a:cubicBezTo>
                  <a:cubicBezTo>
                    <a:pt x="25" y="224"/>
                    <a:pt x="26" y="222"/>
                    <a:pt x="25" y="223"/>
                  </a:cubicBezTo>
                  <a:cubicBezTo>
                    <a:pt x="25" y="224"/>
                    <a:pt x="29" y="222"/>
                    <a:pt x="30" y="224"/>
                  </a:cubicBezTo>
                  <a:cubicBezTo>
                    <a:pt x="31" y="223"/>
                    <a:pt x="34" y="223"/>
                    <a:pt x="35" y="224"/>
                  </a:cubicBezTo>
                  <a:cubicBezTo>
                    <a:pt x="35" y="226"/>
                    <a:pt x="34" y="223"/>
                    <a:pt x="32" y="224"/>
                  </a:cubicBezTo>
                  <a:cubicBezTo>
                    <a:pt x="32" y="225"/>
                    <a:pt x="32" y="225"/>
                    <a:pt x="32" y="225"/>
                  </a:cubicBezTo>
                  <a:cubicBezTo>
                    <a:pt x="30" y="227"/>
                    <a:pt x="27" y="224"/>
                    <a:pt x="25" y="225"/>
                  </a:cubicBezTo>
                  <a:cubicBezTo>
                    <a:pt x="26" y="226"/>
                    <a:pt x="26" y="226"/>
                    <a:pt x="26" y="226"/>
                  </a:cubicBezTo>
                  <a:cubicBezTo>
                    <a:pt x="25" y="226"/>
                    <a:pt x="24" y="226"/>
                    <a:pt x="23" y="227"/>
                  </a:cubicBezTo>
                  <a:cubicBezTo>
                    <a:pt x="25" y="226"/>
                    <a:pt x="24" y="228"/>
                    <a:pt x="25" y="228"/>
                  </a:cubicBezTo>
                  <a:cubicBezTo>
                    <a:pt x="26" y="228"/>
                    <a:pt x="24" y="228"/>
                    <a:pt x="25" y="228"/>
                  </a:cubicBezTo>
                  <a:cubicBezTo>
                    <a:pt x="26" y="228"/>
                    <a:pt x="29" y="228"/>
                    <a:pt x="28" y="230"/>
                  </a:cubicBezTo>
                  <a:cubicBezTo>
                    <a:pt x="27" y="229"/>
                    <a:pt x="26" y="230"/>
                    <a:pt x="25" y="230"/>
                  </a:cubicBezTo>
                  <a:cubicBezTo>
                    <a:pt x="24" y="231"/>
                    <a:pt x="27" y="230"/>
                    <a:pt x="26" y="231"/>
                  </a:cubicBezTo>
                  <a:cubicBezTo>
                    <a:pt x="25" y="231"/>
                    <a:pt x="25" y="231"/>
                    <a:pt x="25" y="231"/>
                  </a:cubicBezTo>
                  <a:cubicBezTo>
                    <a:pt x="25" y="233"/>
                    <a:pt x="26" y="241"/>
                    <a:pt x="32" y="242"/>
                  </a:cubicBezTo>
                  <a:cubicBezTo>
                    <a:pt x="31" y="243"/>
                    <a:pt x="31" y="245"/>
                    <a:pt x="30" y="247"/>
                  </a:cubicBezTo>
                  <a:cubicBezTo>
                    <a:pt x="31" y="246"/>
                    <a:pt x="32" y="246"/>
                    <a:pt x="33" y="247"/>
                  </a:cubicBezTo>
                  <a:cubicBezTo>
                    <a:pt x="31" y="248"/>
                    <a:pt x="31" y="248"/>
                    <a:pt x="31" y="248"/>
                  </a:cubicBezTo>
                  <a:cubicBezTo>
                    <a:pt x="30" y="250"/>
                    <a:pt x="33" y="251"/>
                    <a:pt x="34" y="251"/>
                  </a:cubicBezTo>
                  <a:cubicBezTo>
                    <a:pt x="33" y="252"/>
                    <a:pt x="33" y="252"/>
                    <a:pt x="33" y="252"/>
                  </a:cubicBezTo>
                  <a:cubicBezTo>
                    <a:pt x="32" y="254"/>
                    <a:pt x="34" y="253"/>
                    <a:pt x="35" y="253"/>
                  </a:cubicBezTo>
                  <a:cubicBezTo>
                    <a:pt x="34" y="254"/>
                    <a:pt x="34" y="254"/>
                    <a:pt x="34" y="254"/>
                  </a:cubicBezTo>
                  <a:cubicBezTo>
                    <a:pt x="35" y="254"/>
                    <a:pt x="35" y="254"/>
                    <a:pt x="35" y="254"/>
                  </a:cubicBezTo>
                  <a:cubicBezTo>
                    <a:pt x="36" y="255"/>
                    <a:pt x="36" y="256"/>
                    <a:pt x="34" y="257"/>
                  </a:cubicBezTo>
                  <a:cubicBezTo>
                    <a:pt x="35" y="257"/>
                    <a:pt x="35" y="257"/>
                    <a:pt x="36" y="256"/>
                  </a:cubicBezTo>
                  <a:cubicBezTo>
                    <a:pt x="35" y="258"/>
                    <a:pt x="36" y="261"/>
                    <a:pt x="38" y="262"/>
                  </a:cubicBezTo>
                  <a:cubicBezTo>
                    <a:pt x="38" y="261"/>
                    <a:pt x="39" y="261"/>
                    <a:pt x="40" y="260"/>
                  </a:cubicBezTo>
                  <a:cubicBezTo>
                    <a:pt x="42" y="259"/>
                    <a:pt x="40" y="260"/>
                    <a:pt x="41" y="260"/>
                  </a:cubicBezTo>
                  <a:cubicBezTo>
                    <a:pt x="41" y="261"/>
                    <a:pt x="40" y="262"/>
                    <a:pt x="39" y="262"/>
                  </a:cubicBezTo>
                  <a:cubicBezTo>
                    <a:pt x="38" y="265"/>
                    <a:pt x="42" y="267"/>
                    <a:pt x="44" y="270"/>
                  </a:cubicBezTo>
                  <a:cubicBezTo>
                    <a:pt x="44" y="270"/>
                    <a:pt x="44" y="270"/>
                    <a:pt x="45" y="270"/>
                  </a:cubicBezTo>
                  <a:cubicBezTo>
                    <a:pt x="44" y="273"/>
                    <a:pt x="48" y="273"/>
                    <a:pt x="48" y="276"/>
                  </a:cubicBezTo>
                  <a:cubicBezTo>
                    <a:pt x="49" y="275"/>
                    <a:pt x="51" y="273"/>
                    <a:pt x="52" y="274"/>
                  </a:cubicBezTo>
                  <a:cubicBezTo>
                    <a:pt x="54" y="274"/>
                    <a:pt x="50" y="276"/>
                    <a:pt x="50" y="279"/>
                  </a:cubicBezTo>
                  <a:cubicBezTo>
                    <a:pt x="51" y="278"/>
                    <a:pt x="52" y="279"/>
                    <a:pt x="53" y="279"/>
                  </a:cubicBezTo>
                  <a:cubicBezTo>
                    <a:pt x="52" y="280"/>
                    <a:pt x="52" y="280"/>
                    <a:pt x="52" y="280"/>
                  </a:cubicBezTo>
                  <a:cubicBezTo>
                    <a:pt x="54" y="279"/>
                    <a:pt x="55" y="280"/>
                    <a:pt x="55" y="281"/>
                  </a:cubicBezTo>
                  <a:cubicBezTo>
                    <a:pt x="55" y="281"/>
                    <a:pt x="55" y="281"/>
                    <a:pt x="55" y="281"/>
                  </a:cubicBezTo>
                  <a:cubicBezTo>
                    <a:pt x="55" y="282"/>
                    <a:pt x="55" y="283"/>
                    <a:pt x="56" y="284"/>
                  </a:cubicBezTo>
                  <a:cubicBezTo>
                    <a:pt x="57" y="282"/>
                    <a:pt x="58" y="284"/>
                    <a:pt x="59" y="283"/>
                  </a:cubicBezTo>
                  <a:cubicBezTo>
                    <a:pt x="59" y="284"/>
                    <a:pt x="59" y="284"/>
                    <a:pt x="59" y="284"/>
                  </a:cubicBezTo>
                  <a:cubicBezTo>
                    <a:pt x="60" y="283"/>
                    <a:pt x="60" y="283"/>
                    <a:pt x="60" y="283"/>
                  </a:cubicBezTo>
                  <a:cubicBezTo>
                    <a:pt x="61" y="285"/>
                    <a:pt x="61" y="285"/>
                    <a:pt x="61" y="285"/>
                  </a:cubicBezTo>
                  <a:cubicBezTo>
                    <a:pt x="59" y="285"/>
                    <a:pt x="59" y="285"/>
                    <a:pt x="59" y="285"/>
                  </a:cubicBezTo>
                  <a:cubicBezTo>
                    <a:pt x="60" y="287"/>
                    <a:pt x="60" y="285"/>
                    <a:pt x="62" y="284"/>
                  </a:cubicBezTo>
                  <a:cubicBezTo>
                    <a:pt x="63" y="284"/>
                    <a:pt x="62" y="285"/>
                    <a:pt x="62" y="286"/>
                  </a:cubicBezTo>
                  <a:cubicBezTo>
                    <a:pt x="62" y="287"/>
                    <a:pt x="62" y="285"/>
                    <a:pt x="61" y="285"/>
                  </a:cubicBezTo>
                  <a:cubicBezTo>
                    <a:pt x="60" y="286"/>
                    <a:pt x="62" y="286"/>
                    <a:pt x="61" y="287"/>
                  </a:cubicBezTo>
                  <a:cubicBezTo>
                    <a:pt x="62" y="287"/>
                    <a:pt x="63" y="286"/>
                    <a:pt x="63" y="286"/>
                  </a:cubicBezTo>
                  <a:cubicBezTo>
                    <a:pt x="64" y="287"/>
                    <a:pt x="65" y="287"/>
                    <a:pt x="65" y="289"/>
                  </a:cubicBezTo>
                  <a:cubicBezTo>
                    <a:pt x="65" y="288"/>
                    <a:pt x="66" y="289"/>
                    <a:pt x="67" y="288"/>
                  </a:cubicBezTo>
                  <a:cubicBezTo>
                    <a:pt x="66" y="288"/>
                    <a:pt x="66" y="287"/>
                    <a:pt x="66" y="286"/>
                  </a:cubicBezTo>
                  <a:cubicBezTo>
                    <a:pt x="67" y="286"/>
                    <a:pt x="68" y="286"/>
                    <a:pt x="68" y="287"/>
                  </a:cubicBezTo>
                  <a:cubicBezTo>
                    <a:pt x="67" y="287"/>
                    <a:pt x="67" y="287"/>
                    <a:pt x="67" y="287"/>
                  </a:cubicBezTo>
                  <a:cubicBezTo>
                    <a:pt x="68" y="287"/>
                    <a:pt x="69" y="288"/>
                    <a:pt x="69" y="286"/>
                  </a:cubicBezTo>
                  <a:cubicBezTo>
                    <a:pt x="69" y="289"/>
                    <a:pt x="69" y="289"/>
                    <a:pt x="69" y="289"/>
                  </a:cubicBezTo>
                  <a:cubicBezTo>
                    <a:pt x="70" y="288"/>
                    <a:pt x="71" y="288"/>
                    <a:pt x="72" y="288"/>
                  </a:cubicBezTo>
                  <a:cubicBezTo>
                    <a:pt x="71" y="290"/>
                    <a:pt x="69" y="291"/>
                    <a:pt x="71" y="292"/>
                  </a:cubicBezTo>
                  <a:cubicBezTo>
                    <a:pt x="73" y="291"/>
                    <a:pt x="73" y="291"/>
                    <a:pt x="73" y="291"/>
                  </a:cubicBezTo>
                  <a:cubicBezTo>
                    <a:pt x="74" y="291"/>
                    <a:pt x="74" y="292"/>
                    <a:pt x="74" y="293"/>
                  </a:cubicBezTo>
                  <a:cubicBezTo>
                    <a:pt x="76" y="294"/>
                    <a:pt x="77" y="289"/>
                    <a:pt x="79" y="291"/>
                  </a:cubicBezTo>
                  <a:cubicBezTo>
                    <a:pt x="78" y="293"/>
                    <a:pt x="78" y="293"/>
                    <a:pt x="79" y="294"/>
                  </a:cubicBezTo>
                  <a:cubicBezTo>
                    <a:pt x="79" y="293"/>
                    <a:pt x="79" y="293"/>
                    <a:pt x="80" y="293"/>
                  </a:cubicBezTo>
                  <a:cubicBezTo>
                    <a:pt x="80" y="292"/>
                    <a:pt x="79" y="294"/>
                    <a:pt x="79" y="293"/>
                  </a:cubicBezTo>
                  <a:cubicBezTo>
                    <a:pt x="79" y="291"/>
                    <a:pt x="80" y="292"/>
                    <a:pt x="80" y="292"/>
                  </a:cubicBezTo>
                  <a:cubicBezTo>
                    <a:pt x="81" y="296"/>
                    <a:pt x="86" y="294"/>
                    <a:pt x="88" y="296"/>
                  </a:cubicBezTo>
                  <a:cubicBezTo>
                    <a:pt x="88" y="294"/>
                    <a:pt x="90" y="295"/>
                    <a:pt x="90" y="295"/>
                  </a:cubicBezTo>
                  <a:cubicBezTo>
                    <a:pt x="90" y="297"/>
                    <a:pt x="92" y="294"/>
                    <a:pt x="93" y="296"/>
                  </a:cubicBezTo>
                  <a:cubicBezTo>
                    <a:pt x="92" y="293"/>
                    <a:pt x="92" y="293"/>
                    <a:pt x="92" y="293"/>
                  </a:cubicBezTo>
                  <a:cubicBezTo>
                    <a:pt x="94" y="295"/>
                    <a:pt x="95" y="290"/>
                    <a:pt x="96" y="293"/>
                  </a:cubicBezTo>
                  <a:cubicBezTo>
                    <a:pt x="97" y="293"/>
                    <a:pt x="96" y="294"/>
                    <a:pt x="95" y="295"/>
                  </a:cubicBezTo>
                  <a:cubicBezTo>
                    <a:pt x="96" y="298"/>
                    <a:pt x="99" y="293"/>
                    <a:pt x="100" y="296"/>
                  </a:cubicBezTo>
                  <a:cubicBezTo>
                    <a:pt x="100" y="295"/>
                    <a:pt x="99" y="293"/>
                    <a:pt x="101" y="292"/>
                  </a:cubicBezTo>
                  <a:cubicBezTo>
                    <a:pt x="101" y="294"/>
                    <a:pt x="103" y="295"/>
                    <a:pt x="103" y="295"/>
                  </a:cubicBezTo>
                  <a:cubicBezTo>
                    <a:pt x="104" y="295"/>
                    <a:pt x="104" y="294"/>
                    <a:pt x="105" y="295"/>
                  </a:cubicBezTo>
                  <a:cubicBezTo>
                    <a:pt x="104" y="296"/>
                    <a:pt x="104" y="296"/>
                    <a:pt x="104" y="296"/>
                  </a:cubicBezTo>
                  <a:cubicBezTo>
                    <a:pt x="105" y="297"/>
                    <a:pt x="106" y="296"/>
                    <a:pt x="107" y="295"/>
                  </a:cubicBezTo>
                  <a:cubicBezTo>
                    <a:pt x="108" y="297"/>
                    <a:pt x="110" y="296"/>
                    <a:pt x="111" y="297"/>
                  </a:cubicBezTo>
                  <a:cubicBezTo>
                    <a:pt x="112" y="295"/>
                    <a:pt x="113" y="299"/>
                    <a:pt x="113" y="295"/>
                  </a:cubicBezTo>
                  <a:cubicBezTo>
                    <a:pt x="114" y="296"/>
                    <a:pt x="114" y="296"/>
                    <a:pt x="114" y="296"/>
                  </a:cubicBezTo>
                  <a:cubicBezTo>
                    <a:pt x="114" y="296"/>
                    <a:pt x="115" y="294"/>
                    <a:pt x="115" y="294"/>
                  </a:cubicBezTo>
                  <a:cubicBezTo>
                    <a:pt x="115" y="296"/>
                    <a:pt x="115" y="296"/>
                    <a:pt x="115" y="296"/>
                  </a:cubicBezTo>
                  <a:cubicBezTo>
                    <a:pt x="114" y="298"/>
                    <a:pt x="117" y="296"/>
                    <a:pt x="117" y="298"/>
                  </a:cubicBezTo>
                  <a:cubicBezTo>
                    <a:pt x="116" y="296"/>
                    <a:pt x="117" y="298"/>
                    <a:pt x="118" y="296"/>
                  </a:cubicBezTo>
                  <a:cubicBezTo>
                    <a:pt x="118" y="296"/>
                    <a:pt x="118" y="296"/>
                    <a:pt x="118" y="296"/>
                  </a:cubicBezTo>
                  <a:cubicBezTo>
                    <a:pt x="120" y="296"/>
                    <a:pt x="119" y="295"/>
                    <a:pt x="120" y="295"/>
                  </a:cubicBezTo>
                  <a:cubicBezTo>
                    <a:pt x="121" y="295"/>
                    <a:pt x="120" y="297"/>
                    <a:pt x="120" y="297"/>
                  </a:cubicBezTo>
                  <a:cubicBezTo>
                    <a:pt x="120" y="298"/>
                    <a:pt x="121" y="298"/>
                    <a:pt x="122" y="297"/>
                  </a:cubicBezTo>
                  <a:cubicBezTo>
                    <a:pt x="122" y="298"/>
                    <a:pt x="122" y="298"/>
                    <a:pt x="123" y="298"/>
                  </a:cubicBezTo>
                  <a:cubicBezTo>
                    <a:pt x="123" y="298"/>
                    <a:pt x="123" y="298"/>
                    <a:pt x="123" y="298"/>
                  </a:cubicBezTo>
                  <a:cubicBezTo>
                    <a:pt x="123" y="298"/>
                    <a:pt x="124" y="298"/>
                    <a:pt x="124" y="299"/>
                  </a:cubicBezTo>
                  <a:cubicBezTo>
                    <a:pt x="123" y="300"/>
                    <a:pt x="123" y="300"/>
                    <a:pt x="123" y="300"/>
                  </a:cubicBezTo>
                  <a:cubicBezTo>
                    <a:pt x="124" y="300"/>
                    <a:pt x="125" y="299"/>
                    <a:pt x="125" y="298"/>
                  </a:cubicBezTo>
                  <a:cubicBezTo>
                    <a:pt x="127" y="300"/>
                    <a:pt x="131" y="300"/>
                    <a:pt x="132" y="300"/>
                  </a:cubicBezTo>
                  <a:cubicBezTo>
                    <a:pt x="131" y="299"/>
                    <a:pt x="131" y="301"/>
                    <a:pt x="131" y="300"/>
                  </a:cubicBezTo>
                  <a:cubicBezTo>
                    <a:pt x="132" y="300"/>
                    <a:pt x="133" y="299"/>
                    <a:pt x="133" y="300"/>
                  </a:cubicBezTo>
                  <a:cubicBezTo>
                    <a:pt x="134" y="300"/>
                    <a:pt x="133" y="301"/>
                    <a:pt x="134" y="302"/>
                  </a:cubicBezTo>
                  <a:cubicBezTo>
                    <a:pt x="133" y="302"/>
                    <a:pt x="135" y="300"/>
                    <a:pt x="134" y="300"/>
                  </a:cubicBezTo>
                  <a:cubicBezTo>
                    <a:pt x="134" y="303"/>
                    <a:pt x="138" y="301"/>
                    <a:pt x="139" y="304"/>
                  </a:cubicBezTo>
                  <a:cubicBezTo>
                    <a:pt x="139" y="303"/>
                    <a:pt x="138" y="304"/>
                    <a:pt x="137" y="305"/>
                  </a:cubicBezTo>
                  <a:cubicBezTo>
                    <a:pt x="139" y="305"/>
                    <a:pt x="141" y="305"/>
                    <a:pt x="143" y="304"/>
                  </a:cubicBezTo>
                  <a:cubicBezTo>
                    <a:pt x="142" y="305"/>
                    <a:pt x="142" y="305"/>
                    <a:pt x="141" y="305"/>
                  </a:cubicBezTo>
                  <a:cubicBezTo>
                    <a:pt x="142" y="306"/>
                    <a:pt x="143" y="307"/>
                    <a:pt x="144" y="306"/>
                  </a:cubicBezTo>
                  <a:cubicBezTo>
                    <a:pt x="145" y="305"/>
                    <a:pt x="144" y="307"/>
                    <a:pt x="144" y="306"/>
                  </a:cubicBezTo>
                  <a:cubicBezTo>
                    <a:pt x="144" y="305"/>
                    <a:pt x="146" y="305"/>
                    <a:pt x="146" y="306"/>
                  </a:cubicBezTo>
                  <a:cubicBezTo>
                    <a:pt x="146" y="306"/>
                    <a:pt x="146" y="306"/>
                    <a:pt x="146" y="306"/>
                  </a:cubicBezTo>
                  <a:cubicBezTo>
                    <a:pt x="147" y="307"/>
                    <a:pt x="147" y="306"/>
                    <a:pt x="148" y="307"/>
                  </a:cubicBezTo>
                  <a:cubicBezTo>
                    <a:pt x="148" y="308"/>
                    <a:pt x="147" y="307"/>
                    <a:pt x="147" y="308"/>
                  </a:cubicBezTo>
                  <a:cubicBezTo>
                    <a:pt x="145" y="310"/>
                    <a:pt x="147" y="311"/>
                    <a:pt x="147" y="311"/>
                  </a:cubicBezTo>
                  <a:cubicBezTo>
                    <a:pt x="149" y="311"/>
                    <a:pt x="149" y="311"/>
                    <a:pt x="149" y="311"/>
                  </a:cubicBezTo>
                  <a:cubicBezTo>
                    <a:pt x="150" y="311"/>
                    <a:pt x="148" y="312"/>
                    <a:pt x="148" y="312"/>
                  </a:cubicBezTo>
                  <a:cubicBezTo>
                    <a:pt x="154" y="312"/>
                    <a:pt x="154" y="312"/>
                    <a:pt x="154" y="312"/>
                  </a:cubicBezTo>
                  <a:cubicBezTo>
                    <a:pt x="153" y="312"/>
                    <a:pt x="152" y="314"/>
                    <a:pt x="151" y="314"/>
                  </a:cubicBezTo>
                  <a:cubicBezTo>
                    <a:pt x="152" y="315"/>
                    <a:pt x="155" y="315"/>
                    <a:pt x="157" y="315"/>
                  </a:cubicBezTo>
                  <a:cubicBezTo>
                    <a:pt x="157" y="316"/>
                    <a:pt x="158" y="317"/>
                    <a:pt x="159" y="318"/>
                  </a:cubicBezTo>
                  <a:cubicBezTo>
                    <a:pt x="158" y="319"/>
                    <a:pt x="159" y="317"/>
                    <a:pt x="158" y="318"/>
                  </a:cubicBezTo>
                  <a:cubicBezTo>
                    <a:pt x="157" y="319"/>
                    <a:pt x="157" y="319"/>
                    <a:pt x="157" y="319"/>
                  </a:cubicBezTo>
                  <a:cubicBezTo>
                    <a:pt x="156" y="318"/>
                    <a:pt x="154" y="320"/>
                    <a:pt x="153" y="320"/>
                  </a:cubicBezTo>
                  <a:cubicBezTo>
                    <a:pt x="155" y="320"/>
                    <a:pt x="154" y="323"/>
                    <a:pt x="154" y="325"/>
                  </a:cubicBezTo>
                  <a:cubicBezTo>
                    <a:pt x="157" y="323"/>
                    <a:pt x="156" y="326"/>
                    <a:pt x="159" y="325"/>
                  </a:cubicBezTo>
                  <a:cubicBezTo>
                    <a:pt x="160" y="327"/>
                    <a:pt x="157" y="327"/>
                    <a:pt x="156" y="328"/>
                  </a:cubicBezTo>
                  <a:cubicBezTo>
                    <a:pt x="158" y="329"/>
                    <a:pt x="158" y="331"/>
                    <a:pt x="158" y="333"/>
                  </a:cubicBezTo>
                  <a:cubicBezTo>
                    <a:pt x="158" y="333"/>
                    <a:pt x="158" y="333"/>
                    <a:pt x="158" y="333"/>
                  </a:cubicBezTo>
                  <a:cubicBezTo>
                    <a:pt x="159" y="334"/>
                    <a:pt x="158" y="337"/>
                    <a:pt x="161" y="338"/>
                  </a:cubicBezTo>
                  <a:cubicBezTo>
                    <a:pt x="160" y="338"/>
                    <a:pt x="160" y="338"/>
                    <a:pt x="159" y="338"/>
                  </a:cubicBezTo>
                  <a:cubicBezTo>
                    <a:pt x="159" y="340"/>
                    <a:pt x="163" y="338"/>
                    <a:pt x="162" y="340"/>
                  </a:cubicBezTo>
                  <a:cubicBezTo>
                    <a:pt x="160" y="339"/>
                    <a:pt x="160" y="339"/>
                    <a:pt x="160" y="339"/>
                  </a:cubicBezTo>
                  <a:cubicBezTo>
                    <a:pt x="162" y="340"/>
                    <a:pt x="160" y="342"/>
                    <a:pt x="162" y="343"/>
                  </a:cubicBezTo>
                  <a:cubicBezTo>
                    <a:pt x="161" y="343"/>
                    <a:pt x="161" y="343"/>
                    <a:pt x="160" y="343"/>
                  </a:cubicBezTo>
                  <a:cubicBezTo>
                    <a:pt x="161" y="344"/>
                    <a:pt x="161" y="345"/>
                    <a:pt x="163" y="346"/>
                  </a:cubicBezTo>
                  <a:cubicBezTo>
                    <a:pt x="162" y="347"/>
                    <a:pt x="161" y="346"/>
                    <a:pt x="160" y="346"/>
                  </a:cubicBezTo>
                  <a:cubicBezTo>
                    <a:pt x="160" y="347"/>
                    <a:pt x="163" y="347"/>
                    <a:pt x="162" y="348"/>
                  </a:cubicBezTo>
                  <a:cubicBezTo>
                    <a:pt x="162" y="349"/>
                    <a:pt x="161" y="349"/>
                    <a:pt x="161" y="349"/>
                  </a:cubicBezTo>
                  <a:cubicBezTo>
                    <a:pt x="162" y="350"/>
                    <a:pt x="162" y="351"/>
                    <a:pt x="163" y="352"/>
                  </a:cubicBezTo>
                  <a:cubicBezTo>
                    <a:pt x="162" y="352"/>
                    <a:pt x="162" y="353"/>
                    <a:pt x="161" y="353"/>
                  </a:cubicBezTo>
                  <a:cubicBezTo>
                    <a:pt x="161" y="360"/>
                    <a:pt x="162" y="366"/>
                    <a:pt x="164" y="372"/>
                  </a:cubicBezTo>
                  <a:cubicBezTo>
                    <a:pt x="161" y="374"/>
                    <a:pt x="162" y="371"/>
                    <a:pt x="161" y="372"/>
                  </a:cubicBezTo>
                  <a:cubicBezTo>
                    <a:pt x="163" y="372"/>
                    <a:pt x="161" y="373"/>
                    <a:pt x="162" y="375"/>
                  </a:cubicBezTo>
                  <a:cubicBezTo>
                    <a:pt x="162" y="375"/>
                    <a:pt x="162" y="375"/>
                    <a:pt x="162" y="375"/>
                  </a:cubicBezTo>
                  <a:cubicBezTo>
                    <a:pt x="162" y="376"/>
                    <a:pt x="161" y="376"/>
                    <a:pt x="162" y="377"/>
                  </a:cubicBezTo>
                  <a:cubicBezTo>
                    <a:pt x="162" y="377"/>
                    <a:pt x="162" y="377"/>
                    <a:pt x="162" y="377"/>
                  </a:cubicBezTo>
                  <a:cubicBezTo>
                    <a:pt x="164" y="378"/>
                    <a:pt x="159" y="379"/>
                    <a:pt x="162" y="379"/>
                  </a:cubicBezTo>
                  <a:cubicBezTo>
                    <a:pt x="161" y="380"/>
                    <a:pt x="161" y="380"/>
                    <a:pt x="161" y="380"/>
                  </a:cubicBezTo>
                  <a:cubicBezTo>
                    <a:pt x="163" y="381"/>
                    <a:pt x="160" y="382"/>
                    <a:pt x="162" y="383"/>
                  </a:cubicBezTo>
                  <a:cubicBezTo>
                    <a:pt x="162" y="383"/>
                    <a:pt x="162" y="383"/>
                    <a:pt x="162" y="383"/>
                  </a:cubicBezTo>
                  <a:cubicBezTo>
                    <a:pt x="161" y="384"/>
                    <a:pt x="165" y="386"/>
                    <a:pt x="163" y="386"/>
                  </a:cubicBezTo>
                  <a:cubicBezTo>
                    <a:pt x="163" y="388"/>
                    <a:pt x="164" y="389"/>
                    <a:pt x="166" y="389"/>
                  </a:cubicBezTo>
                  <a:cubicBezTo>
                    <a:pt x="165" y="390"/>
                    <a:pt x="164" y="389"/>
                    <a:pt x="163" y="389"/>
                  </a:cubicBezTo>
                  <a:cubicBezTo>
                    <a:pt x="164" y="394"/>
                    <a:pt x="164" y="400"/>
                    <a:pt x="167" y="404"/>
                  </a:cubicBezTo>
                  <a:cubicBezTo>
                    <a:pt x="166" y="404"/>
                    <a:pt x="166" y="404"/>
                    <a:pt x="165" y="404"/>
                  </a:cubicBezTo>
                  <a:cubicBezTo>
                    <a:pt x="168" y="406"/>
                    <a:pt x="163" y="409"/>
                    <a:pt x="168" y="411"/>
                  </a:cubicBezTo>
                  <a:cubicBezTo>
                    <a:pt x="170" y="412"/>
                    <a:pt x="170" y="412"/>
                    <a:pt x="170" y="412"/>
                  </a:cubicBezTo>
                  <a:cubicBezTo>
                    <a:pt x="169" y="412"/>
                    <a:pt x="168" y="412"/>
                    <a:pt x="167" y="413"/>
                  </a:cubicBezTo>
                  <a:cubicBezTo>
                    <a:pt x="168" y="413"/>
                    <a:pt x="167" y="415"/>
                    <a:pt x="169" y="416"/>
                  </a:cubicBezTo>
                  <a:cubicBezTo>
                    <a:pt x="168" y="416"/>
                    <a:pt x="168" y="416"/>
                    <a:pt x="168" y="416"/>
                  </a:cubicBezTo>
                  <a:cubicBezTo>
                    <a:pt x="167" y="417"/>
                    <a:pt x="170" y="418"/>
                    <a:pt x="169" y="419"/>
                  </a:cubicBezTo>
                  <a:cubicBezTo>
                    <a:pt x="169" y="419"/>
                    <a:pt x="169" y="419"/>
                    <a:pt x="169" y="419"/>
                  </a:cubicBezTo>
                  <a:cubicBezTo>
                    <a:pt x="166" y="425"/>
                    <a:pt x="163" y="434"/>
                    <a:pt x="168" y="438"/>
                  </a:cubicBezTo>
                  <a:cubicBezTo>
                    <a:pt x="169" y="440"/>
                    <a:pt x="166" y="439"/>
                    <a:pt x="166" y="440"/>
                  </a:cubicBezTo>
                  <a:cubicBezTo>
                    <a:pt x="170" y="444"/>
                    <a:pt x="167" y="452"/>
                    <a:pt x="173" y="453"/>
                  </a:cubicBezTo>
                  <a:cubicBezTo>
                    <a:pt x="173" y="454"/>
                    <a:pt x="173" y="454"/>
                    <a:pt x="173" y="455"/>
                  </a:cubicBezTo>
                  <a:cubicBezTo>
                    <a:pt x="173" y="455"/>
                    <a:pt x="173" y="456"/>
                    <a:pt x="174" y="456"/>
                  </a:cubicBezTo>
                  <a:cubicBezTo>
                    <a:pt x="171" y="457"/>
                    <a:pt x="174" y="460"/>
                    <a:pt x="172" y="462"/>
                  </a:cubicBezTo>
                  <a:cubicBezTo>
                    <a:pt x="175" y="462"/>
                    <a:pt x="174" y="463"/>
                    <a:pt x="174" y="464"/>
                  </a:cubicBezTo>
                  <a:cubicBezTo>
                    <a:pt x="174" y="464"/>
                    <a:pt x="173" y="464"/>
                    <a:pt x="173" y="464"/>
                  </a:cubicBezTo>
                  <a:cubicBezTo>
                    <a:pt x="173" y="466"/>
                    <a:pt x="173" y="466"/>
                    <a:pt x="172" y="468"/>
                  </a:cubicBezTo>
                  <a:cubicBezTo>
                    <a:pt x="172" y="469"/>
                    <a:pt x="174" y="469"/>
                    <a:pt x="173" y="470"/>
                  </a:cubicBezTo>
                  <a:cubicBezTo>
                    <a:pt x="171" y="471"/>
                    <a:pt x="173" y="472"/>
                    <a:pt x="172" y="473"/>
                  </a:cubicBezTo>
                  <a:cubicBezTo>
                    <a:pt x="174" y="473"/>
                    <a:pt x="175" y="474"/>
                    <a:pt x="175" y="475"/>
                  </a:cubicBezTo>
                  <a:cubicBezTo>
                    <a:pt x="172" y="475"/>
                    <a:pt x="172" y="475"/>
                    <a:pt x="172" y="475"/>
                  </a:cubicBezTo>
                  <a:cubicBezTo>
                    <a:pt x="174" y="477"/>
                    <a:pt x="170" y="481"/>
                    <a:pt x="174" y="485"/>
                  </a:cubicBezTo>
                  <a:cubicBezTo>
                    <a:pt x="172" y="485"/>
                    <a:pt x="172" y="485"/>
                    <a:pt x="172" y="485"/>
                  </a:cubicBezTo>
                  <a:cubicBezTo>
                    <a:pt x="174" y="488"/>
                    <a:pt x="173" y="491"/>
                    <a:pt x="176" y="494"/>
                  </a:cubicBezTo>
                  <a:cubicBezTo>
                    <a:pt x="175" y="495"/>
                    <a:pt x="175" y="496"/>
                    <a:pt x="175" y="497"/>
                  </a:cubicBezTo>
                  <a:cubicBezTo>
                    <a:pt x="176" y="498"/>
                    <a:pt x="176" y="499"/>
                    <a:pt x="178" y="499"/>
                  </a:cubicBezTo>
                  <a:cubicBezTo>
                    <a:pt x="178" y="500"/>
                    <a:pt x="177" y="500"/>
                    <a:pt x="177" y="500"/>
                  </a:cubicBezTo>
                  <a:cubicBezTo>
                    <a:pt x="176" y="501"/>
                    <a:pt x="174" y="504"/>
                    <a:pt x="177" y="504"/>
                  </a:cubicBezTo>
                  <a:cubicBezTo>
                    <a:pt x="175" y="505"/>
                    <a:pt x="175" y="505"/>
                    <a:pt x="175" y="505"/>
                  </a:cubicBezTo>
                  <a:cubicBezTo>
                    <a:pt x="177" y="506"/>
                    <a:pt x="179" y="507"/>
                    <a:pt x="177" y="508"/>
                  </a:cubicBezTo>
                  <a:cubicBezTo>
                    <a:pt x="178" y="509"/>
                    <a:pt x="179" y="510"/>
                    <a:pt x="181" y="509"/>
                  </a:cubicBezTo>
                  <a:cubicBezTo>
                    <a:pt x="181" y="510"/>
                    <a:pt x="178" y="510"/>
                    <a:pt x="180" y="510"/>
                  </a:cubicBezTo>
                  <a:cubicBezTo>
                    <a:pt x="178" y="510"/>
                    <a:pt x="178" y="510"/>
                    <a:pt x="178" y="510"/>
                  </a:cubicBezTo>
                  <a:cubicBezTo>
                    <a:pt x="177" y="513"/>
                    <a:pt x="179" y="515"/>
                    <a:pt x="180" y="518"/>
                  </a:cubicBezTo>
                  <a:cubicBezTo>
                    <a:pt x="178" y="519"/>
                    <a:pt x="181" y="520"/>
                    <a:pt x="179" y="522"/>
                  </a:cubicBezTo>
                  <a:cubicBezTo>
                    <a:pt x="181" y="523"/>
                    <a:pt x="179" y="525"/>
                    <a:pt x="182" y="525"/>
                  </a:cubicBezTo>
                  <a:cubicBezTo>
                    <a:pt x="181" y="525"/>
                    <a:pt x="181" y="525"/>
                    <a:pt x="181" y="525"/>
                  </a:cubicBezTo>
                  <a:cubicBezTo>
                    <a:pt x="181" y="526"/>
                    <a:pt x="181" y="528"/>
                    <a:pt x="180" y="530"/>
                  </a:cubicBezTo>
                  <a:cubicBezTo>
                    <a:pt x="180" y="531"/>
                    <a:pt x="182" y="530"/>
                    <a:pt x="183" y="531"/>
                  </a:cubicBezTo>
                  <a:cubicBezTo>
                    <a:pt x="182" y="531"/>
                    <a:pt x="182" y="531"/>
                    <a:pt x="182" y="531"/>
                  </a:cubicBezTo>
                  <a:cubicBezTo>
                    <a:pt x="183" y="532"/>
                    <a:pt x="185" y="532"/>
                    <a:pt x="186" y="532"/>
                  </a:cubicBezTo>
                  <a:cubicBezTo>
                    <a:pt x="185" y="533"/>
                    <a:pt x="186" y="533"/>
                    <a:pt x="185" y="533"/>
                  </a:cubicBezTo>
                  <a:cubicBezTo>
                    <a:pt x="185" y="533"/>
                    <a:pt x="183" y="533"/>
                    <a:pt x="181" y="532"/>
                  </a:cubicBezTo>
                  <a:cubicBezTo>
                    <a:pt x="181" y="534"/>
                    <a:pt x="184" y="534"/>
                    <a:pt x="182" y="535"/>
                  </a:cubicBezTo>
                  <a:cubicBezTo>
                    <a:pt x="182" y="536"/>
                    <a:pt x="182" y="536"/>
                    <a:pt x="184" y="536"/>
                  </a:cubicBezTo>
                  <a:cubicBezTo>
                    <a:pt x="184" y="536"/>
                    <a:pt x="183" y="537"/>
                    <a:pt x="182" y="537"/>
                  </a:cubicBezTo>
                  <a:cubicBezTo>
                    <a:pt x="183" y="537"/>
                    <a:pt x="183" y="538"/>
                    <a:pt x="184" y="538"/>
                  </a:cubicBezTo>
                  <a:cubicBezTo>
                    <a:pt x="184" y="538"/>
                    <a:pt x="184" y="537"/>
                    <a:pt x="184" y="537"/>
                  </a:cubicBezTo>
                  <a:cubicBezTo>
                    <a:pt x="185" y="537"/>
                    <a:pt x="185" y="538"/>
                    <a:pt x="187" y="538"/>
                  </a:cubicBezTo>
                  <a:cubicBezTo>
                    <a:pt x="187" y="537"/>
                    <a:pt x="186" y="537"/>
                    <a:pt x="186" y="537"/>
                  </a:cubicBezTo>
                  <a:cubicBezTo>
                    <a:pt x="188" y="537"/>
                    <a:pt x="188" y="538"/>
                    <a:pt x="187" y="538"/>
                  </a:cubicBezTo>
                  <a:cubicBezTo>
                    <a:pt x="186" y="539"/>
                    <a:pt x="185" y="538"/>
                    <a:pt x="184" y="539"/>
                  </a:cubicBezTo>
                  <a:cubicBezTo>
                    <a:pt x="188" y="540"/>
                    <a:pt x="188" y="540"/>
                    <a:pt x="188" y="540"/>
                  </a:cubicBezTo>
                  <a:cubicBezTo>
                    <a:pt x="186" y="540"/>
                    <a:pt x="187" y="539"/>
                    <a:pt x="189" y="539"/>
                  </a:cubicBezTo>
                  <a:cubicBezTo>
                    <a:pt x="188" y="538"/>
                    <a:pt x="188" y="538"/>
                    <a:pt x="188" y="538"/>
                  </a:cubicBezTo>
                  <a:cubicBezTo>
                    <a:pt x="189" y="538"/>
                    <a:pt x="189" y="538"/>
                    <a:pt x="189" y="538"/>
                  </a:cubicBezTo>
                  <a:cubicBezTo>
                    <a:pt x="189" y="537"/>
                    <a:pt x="190" y="536"/>
                    <a:pt x="189" y="535"/>
                  </a:cubicBezTo>
                  <a:cubicBezTo>
                    <a:pt x="187" y="536"/>
                    <a:pt x="187" y="536"/>
                    <a:pt x="187" y="536"/>
                  </a:cubicBezTo>
                  <a:cubicBezTo>
                    <a:pt x="187" y="535"/>
                    <a:pt x="185" y="535"/>
                    <a:pt x="187" y="534"/>
                  </a:cubicBezTo>
                  <a:cubicBezTo>
                    <a:pt x="187" y="534"/>
                    <a:pt x="188" y="534"/>
                    <a:pt x="189" y="534"/>
                  </a:cubicBezTo>
                  <a:cubicBezTo>
                    <a:pt x="189" y="534"/>
                    <a:pt x="188" y="533"/>
                    <a:pt x="188" y="533"/>
                  </a:cubicBezTo>
                  <a:cubicBezTo>
                    <a:pt x="191" y="533"/>
                    <a:pt x="191" y="533"/>
                    <a:pt x="191" y="533"/>
                  </a:cubicBezTo>
                  <a:cubicBezTo>
                    <a:pt x="187" y="533"/>
                    <a:pt x="189" y="532"/>
                    <a:pt x="189" y="531"/>
                  </a:cubicBezTo>
                  <a:cubicBezTo>
                    <a:pt x="189" y="531"/>
                    <a:pt x="189" y="531"/>
                    <a:pt x="189" y="531"/>
                  </a:cubicBezTo>
                  <a:cubicBezTo>
                    <a:pt x="190" y="530"/>
                    <a:pt x="188" y="532"/>
                    <a:pt x="188" y="531"/>
                  </a:cubicBezTo>
                  <a:cubicBezTo>
                    <a:pt x="188" y="530"/>
                    <a:pt x="191" y="530"/>
                    <a:pt x="192" y="530"/>
                  </a:cubicBezTo>
                  <a:cubicBezTo>
                    <a:pt x="191" y="529"/>
                    <a:pt x="189" y="527"/>
                    <a:pt x="191" y="526"/>
                  </a:cubicBezTo>
                  <a:cubicBezTo>
                    <a:pt x="190" y="525"/>
                    <a:pt x="189" y="524"/>
                    <a:pt x="188" y="524"/>
                  </a:cubicBezTo>
                  <a:cubicBezTo>
                    <a:pt x="188" y="523"/>
                    <a:pt x="191" y="523"/>
                    <a:pt x="190" y="523"/>
                  </a:cubicBezTo>
                  <a:cubicBezTo>
                    <a:pt x="190" y="523"/>
                    <a:pt x="191" y="522"/>
                    <a:pt x="192" y="522"/>
                  </a:cubicBezTo>
                  <a:cubicBezTo>
                    <a:pt x="191" y="522"/>
                    <a:pt x="192" y="521"/>
                    <a:pt x="190" y="522"/>
                  </a:cubicBezTo>
                  <a:cubicBezTo>
                    <a:pt x="190" y="520"/>
                    <a:pt x="191" y="519"/>
                    <a:pt x="190" y="518"/>
                  </a:cubicBezTo>
                  <a:cubicBezTo>
                    <a:pt x="190" y="518"/>
                    <a:pt x="192" y="518"/>
                    <a:pt x="193" y="518"/>
                  </a:cubicBezTo>
                  <a:cubicBezTo>
                    <a:pt x="191" y="517"/>
                    <a:pt x="190" y="516"/>
                    <a:pt x="190" y="515"/>
                  </a:cubicBezTo>
                  <a:cubicBezTo>
                    <a:pt x="189" y="515"/>
                    <a:pt x="189" y="516"/>
                    <a:pt x="187" y="516"/>
                  </a:cubicBezTo>
                  <a:cubicBezTo>
                    <a:pt x="187" y="516"/>
                    <a:pt x="186" y="516"/>
                    <a:pt x="186" y="515"/>
                  </a:cubicBezTo>
                  <a:cubicBezTo>
                    <a:pt x="188" y="515"/>
                    <a:pt x="191" y="515"/>
                    <a:pt x="191" y="514"/>
                  </a:cubicBezTo>
                  <a:cubicBezTo>
                    <a:pt x="193" y="514"/>
                    <a:pt x="190" y="515"/>
                    <a:pt x="193" y="515"/>
                  </a:cubicBezTo>
                  <a:cubicBezTo>
                    <a:pt x="195" y="515"/>
                    <a:pt x="196" y="517"/>
                    <a:pt x="194" y="517"/>
                  </a:cubicBezTo>
                  <a:cubicBezTo>
                    <a:pt x="197" y="518"/>
                    <a:pt x="195" y="516"/>
                    <a:pt x="197" y="516"/>
                  </a:cubicBezTo>
                  <a:cubicBezTo>
                    <a:pt x="197" y="516"/>
                    <a:pt x="195" y="515"/>
                    <a:pt x="195" y="514"/>
                  </a:cubicBezTo>
                  <a:cubicBezTo>
                    <a:pt x="194" y="514"/>
                    <a:pt x="194" y="515"/>
                    <a:pt x="193" y="514"/>
                  </a:cubicBezTo>
                  <a:cubicBezTo>
                    <a:pt x="190" y="514"/>
                    <a:pt x="194" y="513"/>
                    <a:pt x="194" y="513"/>
                  </a:cubicBezTo>
                  <a:cubicBezTo>
                    <a:pt x="195" y="513"/>
                    <a:pt x="195" y="513"/>
                    <a:pt x="195" y="513"/>
                  </a:cubicBezTo>
                  <a:cubicBezTo>
                    <a:pt x="196" y="512"/>
                    <a:pt x="194" y="512"/>
                    <a:pt x="194" y="511"/>
                  </a:cubicBezTo>
                  <a:cubicBezTo>
                    <a:pt x="197" y="511"/>
                    <a:pt x="195" y="513"/>
                    <a:pt x="197" y="513"/>
                  </a:cubicBezTo>
                  <a:cubicBezTo>
                    <a:pt x="199" y="512"/>
                    <a:pt x="199" y="512"/>
                    <a:pt x="199" y="512"/>
                  </a:cubicBezTo>
                  <a:cubicBezTo>
                    <a:pt x="199" y="511"/>
                    <a:pt x="196" y="512"/>
                    <a:pt x="197" y="511"/>
                  </a:cubicBezTo>
                  <a:cubicBezTo>
                    <a:pt x="198" y="511"/>
                    <a:pt x="198" y="511"/>
                    <a:pt x="198" y="511"/>
                  </a:cubicBezTo>
                  <a:cubicBezTo>
                    <a:pt x="197" y="510"/>
                    <a:pt x="197" y="510"/>
                    <a:pt x="197" y="510"/>
                  </a:cubicBezTo>
                  <a:cubicBezTo>
                    <a:pt x="196" y="510"/>
                    <a:pt x="194" y="510"/>
                    <a:pt x="195" y="511"/>
                  </a:cubicBezTo>
                  <a:cubicBezTo>
                    <a:pt x="191" y="511"/>
                    <a:pt x="194" y="511"/>
                    <a:pt x="193" y="510"/>
                  </a:cubicBezTo>
                  <a:cubicBezTo>
                    <a:pt x="192" y="509"/>
                    <a:pt x="194" y="510"/>
                    <a:pt x="192" y="510"/>
                  </a:cubicBezTo>
                  <a:cubicBezTo>
                    <a:pt x="190" y="510"/>
                    <a:pt x="190" y="510"/>
                    <a:pt x="190" y="509"/>
                  </a:cubicBezTo>
                  <a:cubicBezTo>
                    <a:pt x="190" y="508"/>
                    <a:pt x="192" y="509"/>
                    <a:pt x="193" y="508"/>
                  </a:cubicBezTo>
                  <a:cubicBezTo>
                    <a:pt x="193" y="508"/>
                    <a:pt x="193" y="509"/>
                    <a:pt x="192" y="509"/>
                  </a:cubicBezTo>
                  <a:cubicBezTo>
                    <a:pt x="194" y="510"/>
                    <a:pt x="196" y="508"/>
                    <a:pt x="197" y="509"/>
                  </a:cubicBezTo>
                  <a:cubicBezTo>
                    <a:pt x="198" y="508"/>
                    <a:pt x="196" y="508"/>
                    <a:pt x="196" y="508"/>
                  </a:cubicBezTo>
                  <a:cubicBezTo>
                    <a:pt x="195" y="508"/>
                    <a:pt x="194" y="508"/>
                    <a:pt x="193" y="508"/>
                  </a:cubicBezTo>
                  <a:cubicBezTo>
                    <a:pt x="188" y="507"/>
                    <a:pt x="197" y="507"/>
                    <a:pt x="196" y="506"/>
                  </a:cubicBezTo>
                  <a:cubicBezTo>
                    <a:pt x="193" y="506"/>
                    <a:pt x="191" y="504"/>
                    <a:pt x="188" y="506"/>
                  </a:cubicBezTo>
                  <a:cubicBezTo>
                    <a:pt x="187" y="505"/>
                    <a:pt x="187" y="505"/>
                    <a:pt x="187" y="505"/>
                  </a:cubicBezTo>
                  <a:cubicBezTo>
                    <a:pt x="189" y="505"/>
                    <a:pt x="189" y="504"/>
                    <a:pt x="191" y="504"/>
                  </a:cubicBezTo>
                  <a:cubicBezTo>
                    <a:pt x="191" y="504"/>
                    <a:pt x="191" y="504"/>
                    <a:pt x="191" y="504"/>
                  </a:cubicBezTo>
                  <a:cubicBezTo>
                    <a:pt x="193" y="504"/>
                    <a:pt x="193" y="504"/>
                    <a:pt x="193" y="504"/>
                  </a:cubicBezTo>
                  <a:cubicBezTo>
                    <a:pt x="195" y="504"/>
                    <a:pt x="196" y="503"/>
                    <a:pt x="197" y="503"/>
                  </a:cubicBezTo>
                  <a:cubicBezTo>
                    <a:pt x="196" y="502"/>
                    <a:pt x="195" y="503"/>
                    <a:pt x="194" y="502"/>
                  </a:cubicBezTo>
                  <a:cubicBezTo>
                    <a:pt x="195" y="502"/>
                    <a:pt x="195" y="502"/>
                    <a:pt x="196" y="502"/>
                  </a:cubicBezTo>
                  <a:cubicBezTo>
                    <a:pt x="195" y="502"/>
                    <a:pt x="193" y="503"/>
                    <a:pt x="193" y="502"/>
                  </a:cubicBezTo>
                  <a:cubicBezTo>
                    <a:pt x="193" y="501"/>
                    <a:pt x="195" y="500"/>
                    <a:pt x="195" y="501"/>
                  </a:cubicBezTo>
                  <a:cubicBezTo>
                    <a:pt x="197" y="501"/>
                    <a:pt x="197" y="501"/>
                    <a:pt x="197" y="501"/>
                  </a:cubicBezTo>
                  <a:cubicBezTo>
                    <a:pt x="195" y="501"/>
                    <a:pt x="198" y="501"/>
                    <a:pt x="197" y="500"/>
                  </a:cubicBezTo>
                  <a:cubicBezTo>
                    <a:pt x="196" y="500"/>
                    <a:pt x="194" y="500"/>
                    <a:pt x="193" y="500"/>
                  </a:cubicBezTo>
                  <a:cubicBezTo>
                    <a:pt x="192" y="499"/>
                    <a:pt x="194" y="499"/>
                    <a:pt x="193" y="499"/>
                  </a:cubicBezTo>
                  <a:cubicBezTo>
                    <a:pt x="195" y="500"/>
                    <a:pt x="195" y="500"/>
                    <a:pt x="195" y="500"/>
                  </a:cubicBezTo>
                  <a:cubicBezTo>
                    <a:pt x="194" y="499"/>
                    <a:pt x="198" y="499"/>
                    <a:pt x="197" y="498"/>
                  </a:cubicBezTo>
                  <a:cubicBezTo>
                    <a:pt x="195" y="498"/>
                    <a:pt x="195" y="498"/>
                    <a:pt x="195" y="498"/>
                  </a:cubicBezTo>
                  <a:cubicBezTo>
                    <a:pt x="196" y="498"/>
                    <a:pt x="196" y="498"/>
                    <a:pt x="197" y="498"/>
                  </a:cubicBezTo>
                  <a:cubicBezTo>
                    <a:pt x="196" y="498"/>
                    <a:pt x="196" y="497"/>
                    <a:pt x="196" y="497"/>
                  </a:cubicBezTo>
                  <a:cubicBezTo>
                    <a:pt x="197" y="497"/>
                    <a:pt x="197" y="497"/>
                    <a:pt x="197" y="497"/>
                  </a:cubicBezTo>
                  <a:cubicBezTo>
                    <a:pt x="196" y="497"/>
                    <a:pt x="193" y="496"/>
                    <a:pt x="196" y="496"/>
                  </a:cubicBezTo>
                  <a:cubicBezTo>
                    <a:pt x="193" y="496"/>
                    <a:pt x="196" y="496"/>
                    <a:pt x="194" y="497"/>
                  </a:cubicBezTo>
                  <a:cubicBezTo>
                    <a:pt x="192" y="497"/>
                    <a:pt x="193" y="496"/>
                    <a:pt x="192" y="496"/>
                  </a:cubicBezTo>
                  <a:cubicBezTo>
                    <a:pt x="195" y="496"/>
                    <a:pt x="192" y="495"/>
                    <a:pt x="192" y="495"/>
                  </a:cubicBezTo>
                  <a:cubicBezTo>
                    <a:pt x="193" y="494"/>
                    <a:pt x="194" y="494"/>
                    <a:pt x="194" y="494"/>
                  </a:cubicBezTo>
                  <a:cubicBezTo>
                    <a:pt x="193" y="494"/>
                    <a:pt x="193" y="494"/>
                    <a:pt x="193" y="494"/>
                  </a:cubicBezTo>
                  <a:cubicBezTo>
                    <a:pt x="196" y="493"/>
                    <a:pt x="192" y="493"/>
                    <a:pt x="193" y="492"/>
                  </a:cubicBezTo>
                  <a:cubicBezTo>
                    <a:pt x="194" y="492"/>
                    <a:pt x="195" y="492"/>
                    <a:pt x="196" y="492"/>
                  </a:cubicBezTo>
                  <a:cubicBezTo>
                    <a:pt x="193" y="493"/>
                    <a:pt x="193" y="491"/>
                    <a:pt x="191" y="491"/>
                  </a:cubicBezTo>
                  <a:cubicBezTo>
                    <a:pt x="192" y="490"/>
                    <a:pt x="194" y="492"/>
                    <a:pt x="196" y="491"/>
                  </a:cubicBezTo>
                  <a:cubicBezTo>
                    <a:pt x="194" y="491"/>
                    <a:pt x="197" y="490"/>
                    <a:pt x="195" y="490"/>
                  </a:cubicBezTo>
                  <a:cubicBezTo>
                    <a:pt x="194" y="491"/>
                    <a:pt x="193" y="490"/>
                    <a:pt x="192" y="490"/>
                  </a:cubicBezTo>
                  <a:cubicBezTo>
                    <a:pt x="192" y="489"/>
                    <a:pt x="193" y="490"/>
                    <a:pt x="194" y="489"/>
                  </a:cubicBezTo>
                  <a:cubicBezTo>
                    <a:pt x="193" y="489"/>
                    <a:pt x="191" y="488"/>
                    <a:pt x="191" y="489"/>
                  </a:cubicBezTo>
                  <a:cubicBezTo>
                    <a:pt x="191" y="488"/>
                    <a:pt x="189" y="488"/>
                    <a:pt x="190" y="487"/>
                  </a:cubicBezTo>
                  <a:cubicBezTo>
                    <a:pt x="192" y="487"/>
                    <a:pt x="191" y="488"/>
                    <a:pt x="192" y="488"/>
                  </a:cubicBezTo>
                  <a:cubicBezTo>
                    <a:pt x="192" y="487"/>
                    <a:pt x="188" y="488"/>
                    <a:pt x="187" y="487"/>
                  </a:cubicBezTo>
                  <a:cubicBezTo>
                    <a:pt x="187" y="487"/>
                    <a:pt x="184" y="487"/>
                    <a:pt x="183" y="486"/>
                  </a:cubicBezTo>
                  <a:cubicBezTo>
                    <a:pt x="183" y="485"/>
                    <a:pt x="184" y="487"/>
                    <a:pt x="186" y="486"/>
                  </a:cubicBezTo>
                  <a:cubicBezTo>
                    <a:pt x="185" y="486"/>
                    <a:pt x="185" y="486"/>
                    <a:pt x="185" y="486"/>
                  </a:cubicBezTo>
                  <a:cubicBezTo>
                    <a:pt x="188" y="485"/>
                    <a:pt x="190" y="487"/>
                    <a:pt x="193" y="486"/>
                  </a:cubicBezTo>
                  <a:cubicBezTo>
                    <a:pt x="192" y="486"/>
                    <a:pt x="192" y="486"/>
                    <a:pt x="192" y="486"/>
                  </a:cubicBezTo>
                  <a:cubicBezTo>
                    <a:pt x="195" y="486"/>
                    <a:pt x="195" y="486"/>
                    <a:pt x="195" y="486"/>
                  </a:cubicBezTo>
                  <a:cubicBezTo>
                    <a:pt x="193" y="486"/>
                    <a:pt x="194" y="485"/>
                    <a:pt x="194" y="484"/>
                  </a:cubicBezTo>
                  <a:cubicBezTo>
                    <a:pt x="192" y="484"/>
                    <a:pt x="194" y="485"/>
                    <a:pt x="193" y="485"/>
                  </a:cubicBezTo>
                  <a:cubicBezTo>
                    <a:pt x="192" y="484"/>
                    <a:pt x="190" y="484"/>
                    <a:pt x="191" y="483"/>
                  </a:cubicBezTo>
                  <a:cubicBezTo>
                    <a:pt x="192" y="484"/>
                    <a:pt x="193" y="483"/>
                    <a:pt x="194" y="483"/>
                  </a:cubicBezTo>
                  <a:cubicBezTo>
                    <a:pt x="195" y="483"/>
                    <a:pt x="192" y="483"/>
                    <a:pt x="193" y="482"/>
                  </a:cubicBezTo>
                  <a:cubicBezTo>
                    <a:pt x="194" y="483"/>
                    <a:pt x="194" y="483"/>
                    <a:pt x="194" y="483"/>
                  </a:cubicBezTo>
                  <a:cubicBezTo>
                    <a:pt x="194" y="480"/>
                    <a:pt x="194" y="478"/>
                    <a:pt x="190" y="476"/>
                  </a:cubicBezTo>
                  <a:cubicBezTo>
                    <a:pt x="191" y="475"/>
                    <a:pt x="191" y="475"/>
                    <a:pt x="193" y="474"/>
                  </a:cubicBezTo>
                  <a:cubicBezTo>
                    <a:pt x="192" y="474"/>
                    <a:pt x="191" y="474"/>
                    <a:pt x="191" y="473"/>
                  </a:cubicBezTo>
                  <a:cubicBezTo>
                    <a:pt x="193" y="473"/>
                    <a:pt x="193" y="473"/>
                    <a:pt x="193" y="473"/>
                  </a:cubicBezTo>
                  <a:cubicBezTo>
                    <a:pt x="194" y="472"/>
                    <a:pt x="192" y="472"/>
                    <a:pt x="191" y="471"/>
                  </a:cubicBezTo>
                  <a:cubicBezTo>
                    <a:pt x="193" y="471"/>
                    <a:pt x="193" y="471"/>
                    <a:pt x="193" y="471"/>
                  </a:cubicBezTo>
                  <a:cubicBezTo>
                    <a:pt x="194" y="471"/>
                    <a:pt x="192" y="470"/>
                    <a:pt x="191" y="470"/>
                  </a:cubicBezTo>
                  <a:cubicBezTo>
                    <a:pt x="193" y="470"/>
                    <a:pt x="193" y="470"/>
                    <a:pt x="193" y="470"/>
                  </a:cubicBezTo>
                  <a:cubicBezTo>
                    <a:pt x="191" y="470"/>
                    <a:pt x="191" y="470"/>
                    <a:pt x="191" y="470"/>
                  </a:cubicBezTo>
                  <a:cubicBezTo>
                    <a:pt x="191" y="469"/>
                    <a:pt x="191" y="468"/>
                    <a:pt x="193" y="469"/>
                  </a:cubicBezTo>
                  <a:cubicBezTo>
                    <a:pt x="193" y="469"/>
                    <a:pt x="192" y="468"/>
                    <a:pt x="192" y="468"/>
                  </a:cubicBezTo>
                  <a:cubicBezTo>
                    <a:pt x="193" y="468"/>
                    <a:pt x="193" y="467"/>
                    <a:pt x="193" y="466"/>
                  </a:cubicBezTo>
                  <a:cubicBezTo>
                    <a:pt x="192" y="466"/>
                    <a:pt x="191" y="466"/>
                    <a:pt x="190" y="466"/>
                  </a:cubicBezTo>
                  <a:cubicBezTo>
                    <a:pt x="188" y="465"/>
                    <a:pt x="190" y="466"/>
                    <a:pt x="189" y="465"/>
                  </a:cubicBezTo>
                  <a:cubicBezTo>
                    <a:pt x="190" y="465"/>
                    <a:pt x="191" y="465"/>
                    <a:pt x="192" y="465"/>
                  </a:cubicBezTo>
                  <a:cubicBezTo>
                    <a:pt x="195" y="465"/>
                    <a:pt x="192" y="462"/>
                    <a:pt x="193" y="461"/>
                  </a:cubicBezTo>
                  <a:cubicBezTo>
                    <a:pt x="192" y="460"/>
                    <a:pt x="192" y="460"/>
                    <a:pt x="192" y="460"/>
                  </a:cubicBezTo>
                  <a:cubicBezTo>
                    <a:pt x="195" y="460"/>
                    <a:pt x="193" y="459"/>
                    <a:pt x="194" y="458"/>
                  </a:cubicBezTo>
                  <a:cubicBezTo>
                    <a:pt x="193" y="458"/>
                    <a:pt x="191" y="457"/>
                    <a:pt x="191" y="456"/>
                  </a:cubicBezTo>
                  <a:cubicBezTo>
                    <a:pt x="189" y="455"/>
                    <a:pt x="193" y="457"/>
                    <a:pt x="195" y="457"/>
                  </a:cubicBezTo>
                  <a:cubicBezTo>
                    <a:pt x="194" y="456"/>
                    <a:pt x="194" y="456"/>
                    <a:pt x="194" y="456"/>
                  </a:cubicBezTo>
                  <a:cubicBezTo>
                    <a:pt x="194" y="456"/>
                    <a:pt x="194" y="456"/>
                    <a:pt x="194" y="456"/>
                  </a:cubicBezTo>
                  <a:cubicBezTo>
                    <a:pt x="194" y="455"/>
                    <a:pt x="193" y="454"/>
                    <a:pt x="194" y="454"/>
                  </a:cubicBezTo>
                  <a:cubicBezTo>
                    <a:pt x="194" y="454"/>
                    <a:pt x="194" y="454"/>
                    <a:pt x="194" y="454"/>
                  </a:cubicBezTo>
                  <a:cubicBezTo>
                    <a:pt x="195" y="454"/>
                    <a:pt x="196" y="455"/>
                    <a:pt x="196" y="454"/>
                  </a:cubicBezTo>
                  <a:cubicBezTo>
                    <a:pt x="194" y="453"/>
                    <a:pt x="196" y="453"/>
                    <a:pt x="194" y="452"/>
                  </a:cubicBezTo>
                  <a:cubicBezTo>
                    <a:pt x="195" y="452"/>
                    <a:pt x="195" y="452"/>
                    <a:pt x="195" y="452"/>
                  </a:cubicBezTo>
                  <a:cubicBezTo>
                    <a:pt x="194" y="451"/>
                    <a:pt x="194" y="451"/>
                    <a:pt x="194" y="451"/>
                  </a:cubicBezTo>
                  <a:cubicBezTo>
                    <a:pt x="195" y="451"/>
                    <a:pt x="195" y="451"/>
                    <a:pt x="195" y="451"/>
                  </a:cubicBezTo>
                  <a:cubicBezTo>
                    <a:pt x="196" y="453"/>
                    <a:pt x="196" y="453"/>
                    <a:pt x="196" y="453"/>
                  </a:cubicBezTo>
                  <a:cubicBezTo>
                    <a:pt x="197" y="452"/>
                    <a:pt x="195" y="452"/>
                    <a:pt x="194" y="451"/>
                  </a:cubicBezTo>
                  <a:cubicBezTo>
                    <a:pt x="193" y="450"/>
                    <a:pt x="195" y="450"/>
                    <a:pt x="195" y="451"/>
                  </a:cubicBezTo>
                  <a:cubicBezTo>
                    <a:pt x="196" y="451"/>
                    <a:pt x="195" y="451"/>
                    <a:pt x="195" y="451"/>
                  </a:cubicBezTo>
                  <a:cubicBezTo>
                    <a:pt x="196" y="452"/>
                    <a:pt x="196" y="451"/>
                    <a:pt x="196" y="452"/>
                  </a:cubicBezTo>
                  <a:cubicBezTo>
                    <a:pt x="196" y="451"/>
                    <a:pt x="195" y="450"/>
                    <a:pt x="195" y="450"/>
                  </a:cubicBezTo>
                  <a:cubicBezTo>
                    <a:pt x="195" y="451"/>
                    <a:pt x="196" y="450"/>
                    <a:pt x="197" y="451"/>
                  </a:cubicBezTo>
                  <a:cubicBezTo>
                    <a:pt x="196" y="450"/>
                    <a:pt x="197" y="450"/>
                    <a:pt x="196" y="450"/>
                  </a:cubicBezTo>
                  <a:cubicBezTo>
                    <a:pt x="196" y="450"/>
                    <a:pt x="195" y="449"/>
                    <a:pt x="194" y="449"/>
                  </a:cubicBezTo>
                  <a:cubicBezTo>
                    <a:pt x="194" y="448"/>
                    <a:pt x="194" y="448"/>
                    <a:pt x="195" y="448"/>
                  </a:cubicBezTo>
                  <a:cubicBezTo>
                    <a:pt x="195" y="449"/>
                    <a:pt x="195" y="449"/>
                    <a:pt x="195" y="449"/>
                  </a:cubicBezTo>
                  <a:cubicBezTo>
                    <a:pt x="195" y="448"/>
                    <a:pt x="196" y="448"/>
                    <a:pt x="194" y="447"/>
                  </a:cubicBezTo>
                  <a:cubicBezTo>
                    <a:pt x="196" y="449"/>
                    <a:pt x="196" y="449"/>
                    <a:pt x="196" y="449"/>
                  </a:cubicBezTo>
                  <a:cubicBezTo>
                    <a:pt x="196" y="448"/>
                    <a:pt x="196" y="448"/>
                    <a:pt x="196" y="447"/>
                  </a:cubicBezTo>
                  <a:cubicBezTo>
                    <a:pt x="197" y="448"/>
                    <a:pt x="198" y="450"/>
                    <a:pt x="199" y="450"/>
                  </a:cubicBezTo>
                  <a:cubicBezTo>
                    <a:pt x="198" y="448"/>
                    <a:pt x="198" y="448"/>
                    <a:pt x="198" y="448"/>
                  </a:cubicBezTo>
                  <a:cubicBezTo>
                    <a:pt x="199" y="448"/>
                    <a:pt x="199" y="448"/>
                    <a:pt x="199" y="449"/>
                  </a:cubicBezTo>
                  <a:cubicBezTo>
                    <a:pt x="200" y="449"/>
                    <a:pt x="198" y="444"/>
                    <a:pt x="199" y="445"/>
                  </a:cubicBezTo>
                  <a:cubicBezTo>
                    <a:pt x="200" y="447"/>
                    <a:pt x="200" y="447"/>
                    <a:pt x="201" y="447"/>
                  </a:cubicBezTo>
                  <a:cubicBezTo>
                    <a:pt x="200" y="446"/>
                    <a:pt x="200" y="446"/>
                    <a:pt x="200" y="446"/>
                  </a:cubicBezTo>
                  <a:cubicBezTo>
                    <a:pt x="200" y="446"/>
                    <a:pt x="201" y="448"/>
                    <a:pt x="200" y="447"/>
                  </a:cubicBezTo>
                  <a:cubicBezTo>
                    <a:pt x="199" y="446"/>
                    <a:pt x="200" y="446"/>
                    <a:pt x="200" y="445"/>
                  </a:cubicBezTo>
                  <a:cubicBezTo>
                    <a:pt x="200" y="446"/>
                    <a:pt x="201" y="447"/>
                    <a:pt x="202" y="447"/>
                  </a:cubicBezTo>
                  <a:cubicBezTo>
                    <a:pt x="202" y="447"/>
                    <a:pt x="202" y="447"/>
                    <a:pt x="202" y="447"/>
                  </a:cubicBezTo>
                  <a:cubicBezTo>
                    <a:pt x="205" y="449"/>
                    <a:pt x="200" y="450"/>
                    <a:pt x="204" y="454"/>
                  </a:cubicBezTo>
                  <a:cubicBezTo>
                    <a:pt x="205" y="456"/>
                    <a:pt x="206" y="463"/>
                    <a:pt x="206" y="463"/>
                  </a:cubicBezTo>
                  <a:cubicBezTo>
                    <a:pt x="214" y="451"/>
                    <a:pt x="212" y="449"/>
                    <a:pt x="214" y="446"/>
                  </a:cubicBezTo>
                  <a:cubicBezTo>
                    <a:pt x="214" y="447"/>
                    <a:pt x="214" y="447"/>
                    <a:pt x="214" y="447"/>
                  </a:cubicBezTo>
                  <a:cubicBezTo>
                    <a:pt x="214" y="446"/>
                    <a:pt x="214" y="446"/>
                    <a:pt x="214" y="446"/>
                  </a:cubicBezTo>
                  <a:cubicBezTo>
                    <a:pt x="214" y="446"/>
                    <a:pt x="215" y="446"/>
                    <a:pt x="215" y="446"/>
                  </a:cubicBezTo>
                  <a:cubicBezTo>
                    <a:pt x="215" y="446"/>
                    <a:pt x="215" y="447"/>
                    <a:pt x="216" y="445"/>
                  </a:cubicBezTo>
                  <a:cubicBezTo>
                    <a:pt x="216" y="445"/>
                    <a:pt x="216" y="445"/>
                    <a:pt x="216" y="445"/>
                  </a:cubicBezTo>
                  <a:cubicBezTo>
                    <a:pt x="216" y="445"/>
                    <a:pt x="217" y="443"/>
                    <a:pt x="217" y="443"/>
                  </a:cubicBezTo>
                  <a:cubicBezTo>
                    <a:pt x="216" y="445"/>
                    <a:pt x="216" y="445"/>
                    <a:pt x="216" y="445"/>
                  </a:cubicBezTo>
                  <a:cubicBezTo>
                    <a:pt x="216" y="447"/>
                    <a:pt x="217" y="446"/>
                    <a:pt x="217" y="447"/>
                  </a:cubicBezTo>
                  <a:cubicBezTo>
                    <a:pt x="217" y="445"/>
                    <a:pt x="217" y="447"/>
                    <a:pt x="218" y="445"/>
                  </a:cubicBezTo>
                  <a:cubicBezTo>
                    <a:pt x="218" y="445"/>
                    <a:pt x="218" y="445"/>
                    <a:pt x="218" y="445"/>
                  </a:cubicBezTo>
                  <a:cubicBezTo>
                    <a:pt x="219" y="445"/>
                    <a:pt x="219" y="444"/>
                    <a:pt x="220" y="444"/>
                  </a:cubicBezTo>
                  <a:cubicBezTo>
                    <a:pt x="220" y="444"/>
                    <a:pt x="219" y="446"/>
                    <a:pt x="219" y="446"/>
                  </a:cubicBezTo>
                  <a:cubicBezTo>
                    <a:pt x="219" y="447"/>
                    <a:pt x="219" y="447"/>
                    <a:pt x="220" y="447"/>
                  </a:cubicBezTo>
                  <a:cubicBezTo>
                    <a:pt x="220" y="447"/>
                    <a:pt x="220" y="446"/>
                    <a:pt x="220" y="446"/>
                  </a:cubicBezTo>
                  <a:cubicBezTo>
                    <a:pt x="220" y="446"/>
                    <a:pt x="220" y="446"/>
                    <a:pt x="220" y="447"/>
                  </a:cubicBezTo>
                  <a:cubicBezTo>
                    <a:pt x="220" y="446"/>
                    <a:pt x="220" y="446"/>
                    <a:pt x="220" y="446"/>
                  </a:cubicBezTo>
                  <a:cubicBezTo>
                    <a:pt x="220" y="446"/>
                    <a:pt x="220" y="446"/>
                    <a:pt x="220" y="447"/>
                  </a:cubicBezTo>
                  <a:cubicBezTo>
                    <a:pt x="220" y="447"/>
                    <a:pt x="220" y="447"/>
                    <a:pt x="220" y="447"/>
                  </a:cubicBezTo>
                  <a:cubicBezTo>
                    <a:pt x="220" y="447"/>
                    <a:pt x="220" y="447"/>
                    <a:pt x="220" y="447"/>
                  </a:cubicBezTo>
                  <a:cubicBezTo>
                    <a:pt x="220" y="447"/>
                    <a:pt x="220" y="447"/>
                    <a:pt x="220" y="447"/>
                  </a:cubicBezTo>
                  <a:cubicBezTo>
                    <a:pt x="220" y="447"/>
                    <a:pt x="220" y="447"/>
                    <a:pt x="220" y="448"/>
                  </a:cubicBezTo>
                  <a:cubicBezTo>
                    <a:pt x="220" y="449"/>
                    <a:pt x="220" y="449"/>
                    <a:pt x="220" y="449"/>
                  </a:cubicBezTo>
                  <a:cubicBezTo>
                    <a:pt x="220" y="449"/>
                    <a:pt x="221" y="448"/>
                    <a:pt x="221" y="447"/>
                  </a:cubicBezTo>
                  <a:cubicBezTo>
                    <a:pt x="222" y="449"/>
                    <a:pt x="224" y="448"/>
                    <a:pt x="225" y="448"/>
                  </a:cubicBezTo>
                  <a:cubicBezTo>
                    <a:pt x="225" y="448"/>
                    <a:pt x="224" y="449"/>
                    <a:pt x="225" y="449"/>
                  </a:cubicBezTo>
                  <a:cubicBezTo>
                    <a:pt x="225" y="449"/>
                    <a:pt x="226" y="448"/>
                    <a:pt x="226" y="449"/>
                  </a:cubicBezTo>
                  <a:cubicBezTo>
                    <a:pt x="226" y="448"/>
                    <a:pt x="225" y="450"/>
                    <a:pt x="225" y="450"/>
                  </a:cubicBezTo>
                  <a:cubicBezTo>
                    <a:pt x="225" y="451"/>
                    <a:pt x="226" y="449"/>
                    <a:pt x="226" y="449"/>
                  </a:cubicBezTo>
                  <a:cubicBezTo>
                    <a:pt x="225" y="452"/>
                    <a:pt x="229" y="450"/>
                    <a:pt x="229" y="452"/>
                  </a:cubicBezTo>
                  <a:cubicBezTo>
                    <a:pt x="229" y="451"/>
                    <a:pt x="228" y="452"/>
                    <a:pt x="227" y="452"/>
                  </a:cubicBezTo>
                  <a:cubicBezTo>
                    <a:pt x="228" y="452"/>
                    <a:pt x="229" y="452"/>
                    <a:pt x="232" y="452"/>
                  </a:cubicBezTo>
                  <a:cubicBezTo>
                    <a:pt x="230" y="453"/>
                    <a:pt x="230" y="453"/>
                    <a:pt x="230" y="453"/>
                  </a:cubicBezTo>
                  <a:cubicBezTo>
                    <a:pt x="230" y="453"/>
                    <a:pt x="231" y="453"/>
                    <a:pt x="232" y="453"/>
                  </a:cubicBezTo>
                  <a:cubicBezTo>
                    <a:pt x="233" y="452"/>
                    <a:pt x="234" y="452"/>
                    <a:pt x="234" y="452"/>
                  </a:cubicBezTo>
                  <a:cubicBezTo>
                    <a:pt x="234" y="452"/>
                    <a:pt x="234" y="452"/>
                    <a:pt x="234" y="452"/>
                  </a:cubicBezTo>
                  <a:cubicBezTo>
                    <a:pt x="235" y="453"/>
                    <a:pt x="235" y="452"/>
                    <a:pt x="236" y="453"/>
                  </a:cubicBezTo>
                  <a:cubicBezTo>
                    <a:pt x="235" y="454"/>
                    <a:pt x="235" y="453"/>
                    <a:pt x="234" y="454"/>
                  </a:cubicBezTo>
                  <a:cubicBezTo>
                    <a:pt x="232" y="455"/>
                    <a:pt x="233" y="456"/>
                    <a:pt x="233" y="456"/>
                  </a:cubicBezTo>
                  <a:cubicBezTo>
                    <a:pt x="235" y="456"/>
                    <a:pt x="235" y="456"/>
                    <a:pt x="235" y="456"/>
                  </a:cubicBezTo>
                  <a:cubicBezTo>
                    <a:pt x="236" y="456"/>
                    <a:pt x="234" y="457"/>
                    <a:pt x="234" y="457"/>
                  </a:cubicBezTo>
                  <a:cubicBezTo>
                    <a:pt x="239" y="456"/>
                    <a:pt x="239" y="456"/>
                    <a:pt x="239" y="456"/>
                  </a:cubicBezTo>
                  <a:cubicBezTo>
                    <a:pt x="238" y="456"/>
                    <a:pt x="237" y="458"/>
                    <a:pt x="236" y="457"/>
                  </a:cubicBezTo>
                  <a:cubicBezTo>
                    <a:pt x="237" y="458"/>
                    <a:pt x="240" y="458"/>
                    <a:pt x="241" y="458"/>
                  </a:cubicBezTo>
                  <a:cubicBezTo>
                    <a:pt x="241" y="459"/>
                    <a:pt x="243" y="459"/>
                    <a:pt x="243" y="460"/>
                  </a:cubicBezTo>
                  <a:cubicBezTo>
                    <a:pt x="242" y="460"/>
                    <a:pt x="243" y="459"/>
                    <a:pt x="242" y="460"/>
                  </a:cubicBezTo>
                  <a:cubicBezTo>
                    <a:pt x="240" y="461"/>
                    <a:pt x="240" y="461"/>
                    <a:pt x="240" y="461"/>
                  </a:cubicBezTo>
                  <a:cubicBezTo>
                    <a:pt x="240" y="460"/>
                    <a:pt x="238" y="461"/>
                    <a:pt x="237" y="461"/>
                  </a:cubicBezTo>
                  <a:cubicBezTo>
                    <a:pt x="238" y="462"/>
                    <a:pt x="238" y="463"/>
                    <a:pt x="237" y="464"/>
                  </a:cubicBezTo>
                  <a:cubicBezTo>
                    <a:pt x="240" y="463"/>
                    <a:pt x="239" y="465"/>
                    <a:pt x="242" y="465"/>
                  </a:cubicBezTo>
                  <a:cubicBezTo>
                    <a:pt x="242" y="466"/>
                    <a:pt x="240" y="466"/>
                    <a:pt x="239" y="466"/>
                  </a:cubicBezTo>
                  <a:cubicBezTo>
                    <a:pt x="240" y="467"/>
                    <a:pt x="240" y="468"/>
                    <a:pt x="240" y="469"/>
                  </a:cubicBezTo>
                  <a:cubicBezTo>
                    <a:pt x="240" y="469"/>
                    <a:pt x="240" y="469"/>
                    <a:pt x="240" y="469"/>
                  </a:cubicBezTo>
                  <a:cubicBezTo>
                    <a:pt x="240" y="470"/>
                    <a:pt x="240" y="472"/>
                    <a:pt x="242" y="472"/>
                  </a:cubicBezTo>
                  <a:cubicBezTo>
                    <a:pt x="241" y="472"/>
                    <a:pt x="241" y="472"/>
                    <a:pt x="241" y="472"/>
                  </a:cubicBezTo>
                  <a:cubicBezTo>
                    <a:pt x="240" y="473"/>
                    <a:pt x="244" y="472"/>
                    <a:pt x="243" y="474"/>
                  </a:cubicBezTo>
                  <a:cubicBezTo>
                    <a:pt x="242" y="473"/>
                    <a:pt x="242" y="473"/>
                    <a:pt x="242" y="473"/>
                  </a:cubicBezTo>
                  <a:cubicBezTo>
                    <a:pt x="243" y="474"/>
                    <a:pt x="241" y="475"/>
                    <a:pt x="243" y="476"/>
                  </a:cubicBezTo>
                  <a:cubicBezTo>
                    <a:pt x="242" y="476"/>
                    <a:pt x="242" y="476"/>
                    <a:pt x="241" y="475"/>
                  </a:cubicBezTo>
                  <a:cubicBezTo>
                    <a:pt x="242" y="476"/>
                    <a:pt x="242" y="477"/>
                    <a:pt x="243" y="478"/>
                  </a:cubicBezTo>
                  <a:cubicBezTo>
                    <a:pt x="241" y="478"/>
                    <a:pt x="241" y="478"/>
                    <a:pt x="241" y="478"/>
                  </a:cubicBezTo>
                  <a:cubicBezTo>
                    <a:pt x="240" y="478"/>
                    <a:pt x="244" y="478"/>
                    <a:pt x="243" y="479"/>
                  </a:cubicBezTo>
                  <a:cubicBezTo>
                    <a:pt x="243" y="479"/>
                    <a:pt x="242" y="480"/>
                    <a:pt x="242" y="480"/>
                  </a:cubicBezTo>
                  <a:cubicBezTo>
                    <a:pt x="243" y="480"/>
                    <a:pt x="243" y="481"/>
                    <a:pt x="243" y="481"/>
                  </a:cubicBezTo>
                  <a:cubicBezTo>
                    <a:pt x="241" y="482"/>
                    <a:pt x="241" y="482"/>
                    <a:pt x="241" y="482"/>
                  </a:cubicBezTo>
                  <a:cubicBezTo>
                    <a:pt x="241" y="486"/>
                    <a:pt x="241" y="490"/>
                    <a:pt x="243" y="494"/>
                  </a:cubicBezTo>
                  <a:cubicBezTo>
                    <a:pt x="240" y="494"/>
                    <a:pt x="241" y="493"/>
                    <a:pt x="240" y="493"/>
                  </a:cubicBezTo>
                  <a:cubicBezTo>
                    <a:pt x="242" y="493"/>
                    <a:pt x="240" y="494"/>
                    <a:pt x="241" y="495"/>
                  </a:cubicBezTo>
                  <a:cubicBezTo>
                    <a:pt x="241" y="495"/>
                    <a:pt x="241" y="495"/>
                    <a:pt x="241" y="495"/>
                  </a:cubicBezTo>
                  <a:cubicBezTo>
                    <a:pt x="241" y="496"/>
                    <a:pt x="240" y="496"/>
                    <a:pt x="240" y="497"/>
                  </a:cubicBezTo>
                  <a:cubicBezTo>
                    <a:pt x="241" y="497"/>
                    <a:pt x="241" y="497"/>
                    <a:pt x="241" y="497"/>
                  </a:cubicBezTo>
                  <a:cubicBezTo>
                    <a:pt x="242" y="497"/>
                    <a:pt x="238" y="498"/>
                    <a:pt x="241" y="498"/>
                  </a:cubicBezTo>
                  <a:cubicBezTo>
                    <a:pt x="239" y="499"/>
                    <a:pt x="239" y="499"/>
                    <a:pt x="239" y="499"/>
                  </a:cubicBezTo>
                  <a:cubicBezTo>
                    <a:pt x="242" y="499"/>
                    <a:pt x="238" y="499"/>
                    <a:pt x="240" y="500"/>
                  </a:cubicBezTo>
                  <a:cubicBezTo>
                    <a:pt x="240" y="500"/>
                    <a:pt x="240" y="500"/>
                    <a:pt x="240" y="500"/>
                  </a:cubicBezTo>
                  <a:cubicBezTo>
                    <a:pt x="239" y="501"/>
                    <a:pt x="243" y="502"/>
                    <a:pt x="241" y="502"/>
                  </a:cubicBezTo>
                  <a:cubicBezTo>
                    <a:pt x="241" y="503"/>
                    <a:pt x="242" y="504"/>
                    <a:pt x="244" y="504"/>
                  </a:cubicBezTo>
                  <a:cubicBezTo>
                    <a:pt x="241" y="504"/>
                    <a:pt x="241" y="504"/>
                    <a:pt x="241" y="504"/>
                  </a:cubicBezTo>
                  <a:cubicBezTo>
                    <a:pt x="242" y="507"/>
                    <a:pt x="241" y="511"/>
                    <a:pt x="244" y="513"/>
                  </a:cubicBezTo>
                  <a:cubicBezTo>
                    <a:pt x="243" y="513"/>
                    <a:pt x="243" y="513"/>
                    <a:pt x="243" y="513"/>
                  </a:cubicBezTo>
                  <a:cubicBezTo>
                    <a:pt x="245" y="515"/>
                    <a:pt x="241" y="517"/>
                    <a:pt x="245" y="518"/>
                  </a:cubicBezTo>
                  <a:cubicBezTo>
                    <a:pt x="247" y="518"/>
                    <a:pt x="247" y="518"/>
                    <a:pt x="247" y="518"/>
                  </a:cubicBezTo>
                  <a:cubicBezTo>
                    <a:pt x="244" y="519"/>
                    <a:pt x="244" y="519"/>
                    <a:pt x="244" y="519"/>
                  </a:cubicBezTo>
                  <a:cubicBezTo>
                    <a:pt x="246" y="519"/>
                    <a:pt x="245" y="520"/>
                    <a:pt x="247" y="521"/>
                  </a:cubicBezTo>
                  <a:cubicBezTo>
                    <a:pt x="245" y="521"/>
                    <a:pt x="245" y="521"/>
                    <a:pt x="245" y="521"/>
                  </a:cubicBezTo>
                  <a:cubicBezTo>
                    <a:pt x="245" y="521"/>
                    <a:pt x="247" y="522"/>
                    <a:pt x="247" y="523"/>
                  </a:cubicBezTo>
                  <a:cubicBezTo>
                    <a:pt x="246" y="523"/>
                    <a:pt x="246" y="523"/>
                    <a:pt x="246" y="523"/>
                  </a:cubicBezTo>
                  <a:cubicBezTo>
                    <a:pt x="243" y="527"/>
                    <a:pt x="241" y="532"/>
                    <a:pt x="246" y="534"/>
                  </a:cubicBezTo>
                  <a:cubicBezTo>
                    <a:pt x="247" y="535"/>
                    <a:pt x="243" y="535"/>
                    <a:pt x="244" y="536"/>
                  </a:cubicBezTo>
                  <a:cubicBezTo>
                    <a:pt x="247" y="538"/>
                    <a:pt x="245" y="541"/>
                    <a:pt x="247" y="543"/>
                  </a:cubicBezTo>
                  <a:cubicBezTo>
                    <a:pt x="246" y="546"/>
                    <a:pt x="244" y="545"/>
                    <a:pt x="243" y="548"/>
                  </a:cubicBezTo>
                  <a:cubicBezTo>
                    <a:pt x="243" y="547"/>
                    <a:pt x="243" y="547"/>
                    <a:pt x="243" y="547"/>
                  </a:cubicBezTo>
                  <a:cubicBezTo>
                    <a:pt x="242" y="549"/>
                    <a:pt x="241" y="547"/>
                    <a:pt x="240" y="546"/>
                  </a:cubicBezTo>
                  <a:cubicBezTo>
                    <a:pt x="240" y="547"/>
                    <a:pt x="239" y="547"/>
                    <a:pt x="240" y="549"/>
                  </a:cubicBezTo>
                  <a:cubicBezTo>
                    <a:pt x="239" y="550"/>
                    <a:pt x="238" y="546"/>
                    <a:pt x="238" y="547"/>
                  </a:cubicBezTo>
                  <a:cubicBezTo>
                    <a:pt x="238" y="546"/>
                    <a:pt x="238" y="548"/>
                    <a:pt x="238" y="548"/>
                  </a:cubicBezTo>
                  <a:cubicBezTo>
                    <a:pt x="236" y="550"/>
                    <a:pt x="238" y="546"/>
                    <a:pt x="235" y="545"/>
                  </a:cubicBezTo>
                  <a:cubicBezTo>
                    <a:pt x="232" y="546"/>
                    <a:pt x="228" y="548"/>
                    <a:pt x="225" y="547"/>
                  </a:cubicBezTo>
                  <a:cubicBezTo>
                    <a:pt x="225" y="547"/>
                    <a:pt x="225" y="549"/>
                    <a:pt x="225" y="549"/>
                  </a:cubicBezTo>
                  <a:cubicBezTo>
                    <a:pt x="224" y="546"/>
                    <a:pt x="224" y="550"/>
                    <a:pt x="223" y="549"/>
                  </a:cubicBezTo>
                  <a:cubicBezTo>
                    <a:pt x="223" y="548"/>
                    <a:pt x="223" y="548"/>
                    <a:pt x="223" y="547"/>
                  </a:cubicBezTo>
                  <a:cubicBezTo>
                    <a:pt x="222" y="546"/>
                    <a:pt x="220" y="548"/>
                    <a:pt x="219" y="547"/>
                  </a:cubicBezTo>
                  <a:cubicBezTo>
                    <a:pt x="218" y="549"/>
                    <a:pt x="216" y="546"/>
                    <a:pt x="215" y="548"/>
                  </a:cubicBezTo>
                  <a:cubicBezTo>
                    <a:pt x="215" y="546"/>
                    <a:pt x="214" y="547"/>
                    <a:pt x="214" y="546"/>
                  </a:cubicBezTo>
                  <a:cubicBezTo>
                    <a:pt x="213" y="550"/>
                    <a:pt x="211" y="545"/>
                    <a:pt x="210" y="547"/>
                  </a:cubicBezTo>
                  <a:cubicBezTo>
                    <a:pt x="210" y="547"/>
                    <a:pt x="210" y="547"/>
                    <a:pt x="210" y="547"/>
                  </a:cubicBezTo>
                  <a:cubicBezTo>
                    <a:pt x="206" y="547"/>
                    <a:pt x="202" y="547"/>
                    <a:pt x="198" y="549"/>
                  </a:cubicBezTo>
                  <a:cubicBezTo>
                    <a:pt x="195" y="549"/>
                    <a:pt x="193" y="546"/>
                    <a:pt x="190" y="547"/>
                  </a:cubicBezTo>
                  <a:cubicBezTo>
                    <a:pt x="190" y="548"/>
                    <a:pt x="190" y="549"/>
                    <a:pt x="190" y="549"/>
                  </a:cubicBezTo>
                  <a:cubicBezTo>
                    <a:pt x="189" y="549"/>
                    <a:pt x="190" y="548"/>
                    <a:pt x="190" y="547"/>
                  </a:cubicBezTo>
                  <a:cubicBezTo>
                    <a:pt x="188" y="549"/>
                    <a:pt x="187" y="547"/>
                    <a:pt x="185" y="547"/>
                  </a:cubicBezTo>
                  <a:cubicBezTo>
                    <a:pt x="185" y="548"/>
                    <a:pt x="184" y="548"/>
                    <a:pt x="185" y="549"/>
                  </a:cubicBezTo>
                  <a:cubicBezTo>
                    <a:pt x="183" y="546"/>
                    <a:pt x="181" y="550"/>
                    <a:pt x="179" y="548"/>
                  </a:cubicBezTo>
                  <a:cubicBezTo>
                    <a:pt x="179" y="552"/>
                    <a:pt x="178" y="550"/>
                    <a:pt x="177" y="551"/>
                  </a:cubicBezTo>
                  <a:cubicBezTo>
                    <a:pt x="177" y="551"/>
                    <a:pt x="177" y="550"/>
                    <a:pt x="177" y="549"/>
                  </a:cubicBezTo>
                  <a:cubicBezTo>
                    <a:pt x="175" y="550"/>
                    <a:pt x="175" y="550"/>
                    <a:pt x="173" y="549"/>
                  </a:cubicBezTo>
                  <a:cubicBezTo>
                    <a:pt x="172" y="549"/>
                    <a:pt x="172" y="551"/>
                    <a:pt x="171" y="551"/>
                  </a:cubicBezTo>
                  <a:cubicBezTo>
                    <a:pt x="171" y="548"/>
                    <a:pt x="170" y="550"/>
                    <a:pt x="169" y="550"/>
                  </a:cubicBezTo>
                  <a:cubicBezTo>
                    <a:pt x="169" y="552"/>
                    <a:pt x="168" y="553"/>
                    <a:pt x="167" y="552"/>
                  </a:cubicBezTo>
                  <a:cubicBezTo>
                    <a:pt x="168" y="549"/>
                    <a:pt x="168" y="549"/>
                    <a:pt x="168" y="549"/>
                  </a:cubicBezTo>
                  <a:cubicBezTo>
                    <a:pt x="165" y="551"/>
                    <a:pt x="162" y="548"/>
                    <a:pt x="159" y="551"/>
                  </a:cubicBezTo>
                  <a:cubicBezTo>
                    <a:pt x="159" y="549"/>
                    <a:pt x="159" y="549"/>
                    <a:pt x="159" y="549"/>
                  </a:cubicBezTo>
                  <a:cubicBezTo>
                    <a:pt x="156" y="550"/>
                    <a:pt x="154" y="548"/>
                    <a:pt x="151" y="549"/>
                  </a:cubicBezTo>
                  <a:cubicBezTo>
                    <a:pt x="150" y="548"/>
                    <a:pt x="150" y="547"/>
                    <a:pt x="149" y="547"/>
                  </a:cubicBezTo>
                  <a:cubicBezTo>
                    <a:pt x="148" y="548"/>
                    <a:pt x="148" y="548"/>
                    <a:pt x="146" y="549"/>
                  </a:cubicBezTo>
                  <a:cubicBezTo>
                    <a:pt x="146" y="549"/>
                    <a:pt x="146" y="548"/>
                    <a:pt x="147" y="547"/>
                  </a:cubicBezTo>
                  <a:cubicBezTo>
                    <a:pt x="146" y="546"/>
                    <a:pt x="147" y="544"/>
                    <a:pt x="145" y="545"/>
                  </a:cubicBezTo>
                  <a:cubicBezTo>
                    <a:pt x="146" y="545"/>
                    <a:pt x="146" y="545"/>
                    <a:pt x="146" y="545"/>
                  </a:cubicBezTo>
                  <a:cubicBezTo>
                    <a:pt x="145" y="545"/>
                    <a:pt x="143" y="545"/>
                    <a:pt x="144" y="544"/>
                  </a:cubicBezTo>
                  <a:cubicBezTo>
                    <a:pt x="143" y="544"/>
                    <a:pt x="142" y="543"/>
                    <a:pt x="140" y="544"/>
                  </a:cubicBezTo>
                  <a:cubicBezTo>
                    <a:pt x="140" y="543"/>
                    <a:pt x="143" y="543"/>
                    <a:pt x="141" y="543"/>
                  </a:cubicBezTo>
                  <a:cubicBezTo>
                    <a:pt x="143" y="543"/>
                    <a:pt x="143" y="543"/>
                    <a:pt x="143" y="543"/>
                  </a:cubicBezTo>
                  <a:cubicBezTo>
                    <a:pt x="143" y="541"/>
                    <a:pt x="142" y="539"/>
                    <a:pt x="142" y="537"/>
                  </a:cubicBezTo>
                  <a:cubicBezTo>
                    <a:pt x="145" y="537"/>
                    <a:pt x="142" y="534"/>
                    <a:pt x="144" y="534"/>
                  </a:cubicBezTo>
                  <a:cubicBezTo>
                    <a:pt x="143" y="533"/>
                    <a:pt x="146" y="532"/>
                    <a:pt x="143" y="530"/>
                  </a:cubicBezTo>
                  <a:cubicBezTo>
                    <a:pt x="144" y="531"/>
                    <a:pt x="144" y="531"/>
                    <a:pt x="144" y="531"/>
                  </a:cubicBezTo>
                  <a:cubicBezTo>
                    <a:pt x="145" y="530"/>
                    <a:pt x="146" y="528"/>
                    <a:pt x="147" y="527"/>
                  </a:cubicBezTo>
                  <a:cubicBezTo>
                    <a:pt x="148" y="527"/>
                    <a:pt x="146" y="526"/>
                    <a:pt x="146" y="525"/>
                  </a:cubicBezTo>
                  <a:cubicBezTo>
                    <a:pt x="147" y="525"/>
                    <a:pt x="147" y="525"/>
                    <a:pt x="147" y="525"/>
                  </a:cubicBezTo>
                  <a:cubicBezTo>
                    <a:pt x="147" y="524"/>
                    <a:pt x="145" y="523"/>
                    <a:pt x="145" y="522"/>
                  </a:cubicBezTo>
                  <a:cubicBezTo>
                    <a:pt x="146" y="522"/>
                    <a:pt x="145" y="521"/>
                    <a:pt x="146" y="521"/>
                  </a:cubicBezTo>
                  <a:cubicBezTo>
                    <a:pt x="146" y="522"/>
                    <a:pt x="147" y="523"/>
                    <a:pt x="149" y="525"/>
                  </a:cubicBezTo>
                  <a:cubicBezTo>
                    <a:pt x="150" y="525"/>
                    <a:pt x="147" y="522"/>
                    <a:pt x="149" y="523"/>
                  </a:cubicBezTo>
                  <a:cubicBezTo>
                    <a:pt x="150" y="522"/>
                    <a:pt x="150" y="521"/>
                    <a:pt x="149" y="520"/>
                  </a:cubicBezTo>
                  <a:cubicBezTo>
                    <a:pt x="149" y="521"/>
                    <a:pt x="150" y="520"/>
                    <a:pt x="150" y="521"/>
                  </a:cubicBezTo>
                  <a:cubicBezTo>
                    <a:pt x="151" y="521"/>
                    <a:pt x="151" y="520"/>
                    <a:pt x="151" y="520"/>
                  </a:cubicBezTo>
                  <a:cubicBezTo>
                    <a:pt x="150" y="520"/>
                    <a:pt x="150" y="520"/>
                    <a:pt x="150" y="520"/>
                  </a:cubicBezTo>
                  <a:cubicBezTo>
                    <a:pt x="149" y="519"/>
                    <a:pt x="150" y="518"/>
                    <a:pt x="148" y="517"/>
                  </a:cubicBezTo>
                  <a:cubicBezTo>
                    <a:pt x="148" y="517"/>
                    <a:pt x="149" y="518"/>
                    <a:pt x="148" y="518"/>
                  </a:cubicBezTo>
                  <a:cubicBezTo>
                    <a:pt x="147" y="517"/>
                    <a:pt x="148" y="516"/>
                    <a:pt x="149" y="516"/>
                  </a:cubicBezTo>
                  <a:cubicBezTo>
                    <a:pt x="150" y="517"/>
                    <a:pt x="150" y="519"/>
                    <a:pt x="151" y="519"/>
                  </a:cubicBezTo>
                  <a:cubicBezTo>
                    <a:pt x="150" y="515"/>
                    <a:pt x="150" y="515"/>
                    <a:pt x="150" y="515"/>
                  </a:cubicBezTo>
                  <a:cubicBezTo>
                    <a:pt x="150" y="516"/>
                    <a:pt x="149" y="516"/>
                    <a:pt x="148" y="515"/>
                  </a:cubicBezTo>
                  <a:cubicBezTo>
                    <a:pt x="148" y="516"/>
                    <a:pt x="148" y="516"/>
                    <a:pt x="148" y="516"/>
                  </a:cubicBezTo>
                  <a:cubicBezTo>
                    <a:pt x="147" y="515"/>
                    <a:pt x="147" y="515"/>
                    <a:pt x="147" y="515"/>
                  </a:cubicBezTo>
                  <a:cubicBezTo>
                    <a:pt x="147" y="516"/>
                    <a:pt x="145" y="516"/>
                    <a:pt x="145" y="517"/>
                  </a:cubicBezTo>
                  <a:cubicBezTo>
                    <a:pt x="147" y="518"/>
                    <a:pt x="147" y="518"/>
                    <a:pt x="147" y="518"/>
                  </a:cubicBezTo>
                  <a:cubicBezTo>
                    <a:pt x="146" y="519"/>
                    <a:pt x="147" y="521"/>
                    <a:pt x="146" y="520"/>
                  </a:cubicBezTo>
                  <a:cubicBezTo>
                    <a:pt x="145" y="519"/>
                    <a:pt x="145" y="519"/>
                    <a:pt x="144" y="519"/>
                  </a:cubicBezTo>
                  <a:cubicBezTo>
                    <a:pt x="144" y="519"/>
                    <a:pt x="144" y="519"/>
                    <a:pt x="144" y="519"/>
                  </a:cubicBezTo>
                  <a:cubicBezTo>
                    <a:pt x="142" y="518"/>
                    <a:pt x="142" y="518"/>
                    <a:pt x="142" y="518"/>
                  </a:cubicBezTo>
                  <a:cubicBezTo>
                    <a:pt x="145" y="520"/>
                    <a:pt x="142" y="520"/>
                    <a:pt x="142" y="521"/>
                  </a:cubicBezTo>
                  <a:cubicBezTo>
                    <a:pt x="142" y="520"/>
                    <a:pt x="142" y="520"/>
                    <a:pt x="142" y="520"/>
                  </a:cubicBezTo>
                  <a:cubicBezTo>
                    <a:pt x="140" y="521"/>
                    <a:pt x="143" y="521"/>
                    <a:pt x="143" y="522"/>
                  </a:cubicBezTo>
                  <a:cubicBezTo>
                    <a:pt x="142" y="522"/>
                    <a:pt x="140" y="520"/>
                    <a:pt x="139" y="520"/>
                  </a:cubicBezTo>
                  <a:cubicBezTo>
                    <a:pt x="138" y="521"/>
                    <a:pt x="139" y="524"/>
                    <a:pt x="137" y="524"/>
                  </a:cubicBezTo>
                  <a:cubicBezTo>
                    <a:pt x="136" y="525"/>
                    <a:pt x="137" y="526"/>
                    <a:pt x="137" y="528"/>
                  </a:cubicBezTo>
                  <a:cubicBezTo>
                    <a:pt x="137" y="529"/>
                    <a:pt x="135" y="527"/>
                    <a:pt x="136" y="528"/>
                  </a:cubicBezTo>
                  <a:cubicBezTo>
                    <a:pt x="135" y="527"/>
                    <a:pt x="134" y="527"/>
                    <a:pt x="133" y="527"/>
                  </a:cubicBezTo>
                  <a:cubicBezTo>
                    <a:pt x="134" y="527"/>
                    <a:pt x="132" y="528"/>
                    <a:pt x="135" y="529"/>
                  </a:cubicBezTo>
                  <a:cubicBezTo>
                    <a:pt x="133" y="529"/>
                    <a:pt x="132" y="532"/>
                    <a:pt x="133" y="533"/>
                  </a:cubicBezTo>
                  <a:cubicBezTo>
                    <a:pt x="133" y="533"/>
                    <a:pt x="131" y="532"/>
                    <a:pt x="130" y="532"/>
                  </a:cubicBezTo>
                  <a:cubicBezTo>
                    <a:pt x="131" y="534"/>
                    <a:pt x="132" y="535"/>
                    <a:pt x="131" y="536"/>
                  </a:cubicBezTo>
                  <a:cubicBezTo>
                    <a:pt x="133" y="537"/>
                    <a:pt x="133" y="536"/>
                    <a:pt x="135" y="537"/>
                  </a:cubicBezTo>
                  <a:cubicBezTo>
                    <a:pt x="135" y="537"/>
                    <a:pt x="136" y="537"/>
                    <a:pt x="136" y="537"/>
                  </a:cubicBezTo>
                  <a:cubicBezTo>
                    <a:pt x="134" y="537"/>
                    <a:pt x="131" y="537"/>
                    <a:pt x="131" y="538"/>
                  </a:cubicBezTo>
                  <a:cubicBezTo>
                    <a:pt x="128" y="538"/>
                    <a:pt x="132" y="536"/>
                    <a:pt x="129" y="536"/>
                  </a:cubicBezTo>
                  <a:cubicBezTo>
                    <a:pt x="126" y="535"/>
                    <a:pt x="127" y="533"/>
                    <a:pt x="128" y="533"/>
                  </a:cubicBezTo>
                  <a:cubicBezTo>
                    <a:pt x="126" y="531"/>
                    <a:pt x="128" y="533"/>
                    <a:pt x="126" y="533"/>
                  </a:cubicBezTo>
                  <a:cubicBezTo>
                    <a:pt x="126" y="534"/>
                    <a:pt x="127" y="535"/>
                    <a:pt x="127" y="536"/>
                  </a:cubicBezTo>
                  <a:cubicBezTo>
                    <a:pt x="128" y="537"/>
                    <a:pt x="128" y="536"/>
                    <a:pt x="129" y="537"/>
                  </a:cubicBezTo>
                  <a:cubicBezTo>
                    <a:pt x="131" y="539"/>
                    <a:pt x="127" y="539"/>
                    <a:pt x="127" y="539"/>
                  </a:cubicBezTo>
                  <a:cubicBezTo>
                    <a:pt x="126" y="538"/>
                    <a:pt x="126" y="538"/>
                    <a:pt x="126" y="538"/>
                  </a:cubicBezTo>
                  <a:cubicBezTo>
                    <a:pt x="125" y="539"/>
                    <a:pt x="127" y="540"/>
                    <a:pt x="127" y="541"/>
                  </a:cubicBezTo>
                  <a:cubicBezTo>
                    <a:pt x="124" y="541"/>
                    <a:pt x="126" y="539"/>
                    <a:pt x="124" y="538"/>
                  </a:cubicBezTo>
                  <a:cubicBezTo>
                    <a:pt x="122" y="539"/>
                    <a:pt x="122" y="539"/>
                    <a:pt x="122" y="539"/>
                  </a:cubicBezTo>
                  <a:cubicBezTo>
                    <a:pt x="122" y="542"/>
                    <a:pt x="125" y="540"/>
                    <a:pt x="124" y="542"/>
                  </a:cubicBezTo>
                  <a:cubicBezTo>
                    <a:pt x="123" y="542"/>
                    <a:pt x="123" y="542"/>
                    <a:pt x="123" y="542"/>
                  </a:cubicBezTo>
                  <a:cubicBezTo>
                    <a:pt x="124" y="543"/>
                    <a:pt x="124" y="543"/>
                    <a:pt x="124" y="543"/>
                  </a:cubicBezTo>
                  <a:cubicBezTo>
                    <a:pt x="125" y="543"/>
                    <a:pt x="127" y="543"/>
                    <a:pt x="126" y="542"/>
                  </a:cubicBezTo>
                  <a:cubicBezTo>
                    <a:pt x="130" y="542"/>
                    <a:pt x="127" y="543"/>
                    <a:pt x="128" y="544"/>
                  </a:cubicBezTo>
                  <a:cubicBezTo>
                    <a:pt x="130" y="545"/>
                    <a:pt x="127" y="544"/>
                    <a:pt x="129" y="543"/>
                  </a:cubicBezTo>
                  <a:cubicBezTo>
                    <a:pt x="131" y="543"/>
                    <a:pt x="131" y="544"/>
                    <a:pt x="131" y="545"/>
                  </a:cubicBezTo>
                  <a:cubicBezTo>
                    <a:pt x="132" y="546"/>
                    <a:pt x="130" y="546"/>
                    <a:pt x="129" y="547"/>
                  </a:cubicBezTo>
                  <a:cubicBezTo>
                    <a:pt x="128" y="546"/>
                    <a:pt x="128" y="545"/>
                    <a:pt x="129" y="545"/>
                  </a:cubicBezTo>
                  <a:cubicBezTo>
                    <a:pt x="127" y="544"/>
                    <a:pt x="125" y="547"/>
                    <a:pt x="124" y="546"/>
                  </a:cubicBezTo>
                  <a:cubicBezTo>
                    <a:pt x="123" y="548"/>
                    <a:pt x="125" y="547"/>
                    <a:pt x="126" y="548"/>
                  </a:cubicBezTo>
                  <a:cubicBezTo>
                    <a:pt x="126" y="547"/>
                    <a:pt x="128" y="547"/>
                    <a:pt x="128" y="547"/>
                  </a:cubicBezTo>
                  <a:cubicBezTo>
                    <a:pt x="133" y="548"/>
                    <a:pt x="125" y="549"/>
                    <a:pt x="127" y="551"/>
                  </a:cubicBezTo>
                  <a:cubicBezTo>
                    <a:pt x="130" y="550"/>
                    <a:pt x="132" y="552"/>
                    <a:pt x="134" y="549"/>
                  </a:cubicBezTo>
                  <a:cubicBezTo>
                    <a:pt x="135" y="549"/>
                    <a:pt x="136" y="550"/>
                    <a:pt x="136" y="550"/>
                  </a:cubicBezTo>
                  <a:cubicBezTo>
                    <a:pt x="134" y="551"/>
                    <a:pt x="135" y="552"/>
                    <a:pt x="133" y="552"/>
                  </a:cubicBezTo>
                  <a:cubicBezTo>
                    <a:pt x="133" y="553"/>
                    <a:pt x="133" y="553"/>
                    <a:pt x="133" y="553"/>
                  </a:cubicBezTo>
                  <a:cubicBezTo>
                    <a:pt x="130" y="553"/>
                    <a:pt x="130" y="553"/>
                    <a:pt x="130" y="553"/>
                  </a:cubicBezTo>
                  <a:cubicBezTo>
                    <a:pt x="130" y="554"/>
                    <a:pt x="129" y="557"/>
                    <a:pt x="129" y="558"/>
                  </a:cubicBezTo>
                  <a:cubicBezTo>
                    <a:pt x="130" y="558"/>
                    <a:pt x="130" y="556"/>
                    <a:pt x="131" y="557"/>
                  </a:cubicBezTo>
                  <a:cubicBezTo>
                    <a:pt x="130" y="557"/>
                    <a:pt x="130" y="559"/>
                    <a:pt x="131" y="559"/>
                  </a:cubicBezTo>
                  <a:cubicBezTo>
                    <a:pt x="130" y="558"/>
                    <a:pt x="133" y="557"/>
                    <a:pt x="134" y="557"/>
                  </a:cubicBezTo>
                  <a:cubicBezTo>
                    <a:pt x="134" y="558"/>
                    <a:pt x="134" y="560"/>
                    <a:pt x="133" y="560"/>
                  </a:cubicBezTo>
                  <a:cubicBezTo>
                    <a:pt x="131" y="561"/>
                    <a:pt x="131" y="561"/>
                    <a:pt x="131" y="561"/>
                  </a:cubicBezTo>
                  <a:cubicBezTo>
                    <a:pt x="133" y="560"/>
                    <a:pt x="131" y="562"/>
                    <a:pt x="132" y="562"/>
                  </a:cubicBezTo>
                  <a:cubicBezTo>
                    <a:pt x="133" y="561"/>
                    <a:pt x="135" y="560"/>
                    <a:pt x="136" y="559"/>
                  </a:cubicBezTo>
                  <a:cubicBezTo>
                    <a:pt x="137" y="559"/>
                    <a:pt x="136" y="561"/>
                    <a:pt x="137" y="561"/>
                  </a:cubicBezTo>
                  <a:cubicBezTo>
                    <a:pt x="135" y="561"/>
                    <a:pt x="135" y="561"/>
                    <a:pt x="135" y="561"/>
                  </a:cubicBezTo>
                  <a:cubicBezTo>
                    <a:pt x="136" y="562"/>
                    <a:pt x="133" y="564"/>
                    <a:pt x="135" y="564"/>
                  </a:cubicBezTo>
                  <a:cubicBezTo>
                    <a:pt x="136" y="563"/>
                    <a:pt x="136" y="563"/>
                    <a:pt x="136" y="563"/>
                  </a:cubicBezTo>
                  <a:cubicBezTo>
                    <a:pt x="136" y="564"/>
                    <a:pt x="136" y="564"/>
                    <a:pt x="135" y="564"/>
                  </a:cubicBezTo>
                  <a:close/>
                  <a:moveTo>
                    <a:pt x="181" y="303"/>
                  </a:moveTo>
                  <a:cubicBezTo>
                    <a:pt x="181" y="303"/>
                    <a:pt x="181" y="303"/>
                    <a:pt x="181" y="303"/>
                  </a:cubicBezTo>
                  <a:cubicBezTo>
                    <a:pt x="181" y="303"/>
                    <a:pt x="181" y="303"/>
                    <a:pt x="181" y="303"/>
                  </a:cubicBezTo>
                  <a:cubicBezTo>
                    <a:pt x="181" y="303"/>
                    <a:pt x="181" y="303"/>
                    <a:pt x="181" y="303"/>
                  </a:cubicBezTo>
                  <a:close/>
                  <a:moveTo>
                    <a:pt x="191" y="308"/>
                  </a:moveTo>
                  <a:cubicBezTo>
                    <a:pt x="190" y="307"/>
                    <a:pt x="190" y="306"/>
                    <a:pt x="190" y="306"/>
                  </a:cubicBezTo>
                  <a:cubicBezTo>
                    <a:pt x="191" y="308"/>
                    <a:pt x="191" y="308"/>
                    <a:pt x="191" y="308"/>
                  </a:cubicBezTo>
                  <a:cubicBezTo>
                    <a:pt x="191" y="308"/>
                    <a:pt x="191" y="308"/>
                    <a:pt x="191" y="308"/>
                  </a:cubicBezTo>
                  <a:close/>
                  <a:moveTo>
                    <a:pt x="199" y="323"/>
                  </a:moveTo>
                  <a:cubicBezTo>
                    <a:pt x="199" y="323"/>
                    <a:pt x="199" y="323"/>
                    <a:pt x="199" y="324"/>
                  </a:cubicBezTo>
                  <a:cubicBezTo>
                    <a:pt x="199" y="324"/>
                    <a:pt x="199" y="324"/>
                    <a:pt x="199" y="324"/>
                  </a:cubicBezTo>
                  <a:cubicBezTo>
                    <a:pt x="199" y="324"/>
                    <a:pt x="199" y="324"/>
                    <a:pt x="199" y="324"/>
                  </a:cubicBezTo>
                  <a:cubicBezTo>
                    <a:pt x="199" y="324"/>
                    <a:pt x="200" y="324"/>
                    <a:pt x="200" y="324"/>
                  </a:cubicBezTo>
                  <a:cubicBezTo>
                    <a:pt x="200" y="324"/>
                    <a:pt x="200" y="324"/>
                    <a:pt x="200" y="324"/>
                  </a:cubicBezTo>
                  <a:cubicBezTo>
                    <a:pt x="198" y="324"/>
                    <a:pt x="198" y="324"/>
                    <a:pt x="199" y="323"/>
                  </a:cubicBezTo>
                  <a:close/>
                  <a:moveTo>
                    <a:pt x="198" y="307"/>
                  </a:moveTo>
                  <a:cubicBezTo>
                    <a:pt x="198" y="307"/>
                    <a:pt x="198" y="307"/>
                    <a:pt x="198" y="307"/>
                  </a:cubicBezTo>
                  <a:cubicBezTo>
                    <a:pt x="198" y="307"/>
                    <a:pt x="198" y="306"/>
                    <a:pt x="198" y="306"/>
                  </a:cubicBezTo>
                  <a:cubicBezTo>
                    <a:pt x="198" y="307"/>
                    <a:pt x="198" y="307"/>
                    <a:pt x="198" y="307"/>
                  </a:cubicBezTo>
                  <a:cubicBezTo>
                    <a:pt x="197" y="308"/>
                    <a:pt x="197" y="304"/>
                    <a:pt x="197" y="307"/>
                  </a:cubicBezTo>
                  <a:cubicBezTo>
                    <a:pt x="197" y="305"/>
                    <a:pt x="197" y="305"/>
                    <a:pt x="197" y="305"/>
                  </a:cubicBezTo>
                  <a:cubicBezTo>
                    <a:pt x="196" y="308"/>
                    <a:pt x="196" y="304"/>
                    <a:pt x="196" y="306"/>
                  </a:cubicBezTo>
                  <a:cubicBezTo>
                    <a:pt x="196" y="306"/>
                    <a:pt x="196" y="306"/>
                    <a:pt x="196" y="306"/>
                  </a:cubicBezTo>
                  <a:cubicBezTo>
                    <a:pt x="195" y="305"/>
                    <a:pt x="194" y="309"/>
                    <a:pt x="194" y="307"/>
                  </a:cubicBezTo>
                  <a:cubicBezTo>
                    <a:pt x="194" y="307"/>
                    <a:pt x="193" y="307"/>
                    <a:pt x="193" y="309"/>
                  </a:cubicBezTo>
                  <a:cubicBezTo>
                    <a:pt x="193" y="307"/>
                    <a:pt x="193" y="307"/>
                    <a:pt x="193" y="307"/>
                  </a:cubicBezTo>
                  <a:cubicBezTo>
                    <a:pt x="192" y="307"/>
                    <a:pt x="192" y="307"/>
                    <a:pt x="191" y="308"/>
                  </a:cubicBezTo>
                  <a:cubicBezTo>
                    <a:pt x="191" y="307"/>
                    <a:pt x="191" y="307"/>
                    <a:pt x="191" y="307"/>
                  </a:cubicBezTo>
                  <a:cubicBezTo>
                    <a:pt x="190" y="306"/>
                    <a:pt x="189" y="304"/>
                    <a:pt x="189" y="304"/>
                  </a:cubicBezTo>
                  <a:cubicBezTo>
                    <a:pt x="188" y="302"/>
                    <a:pt x="189" y="304"/>
                    <a:pt x="189" y="303"/>
                  </a:cubicBezTo>
                  <a:cubicBezTo>
                    <a:pt x="189" y="302"/>
                    <a:pt x="189" y="303"/>
                    <a:pt x="188" y="302"/>
                  </a:cubicBezTo>
                  <a:cubicBezTo>
                    <a:pt x="188" y="300"/>
                    <a:pt x="188" y="300"/>
                    <a:pt x="188" y="300"/>
                  </a:cubicBezTo>
                  <a:cubicBezTo>
                    <a:pt x="188" y="300"/>
                    <a:pt x="189" y="302"/>
                    <a:pt x="190" y="303"/>
                  </a:cubicBezTo>
                  <a:cubicBezTo>
                    <a:pt x="190" y="303"/>
                    <a:pt x="190" y="303"/>
                    <a:pt x="189" y="302"/>
                  </a:cubicBezTo>
                  <a:cubicBezTo>
                    <a:pt x="190" y="304"/>
                    <a:pt x="191" y="305"/>
                    <a:pt x="191" y="307"/>
                  </a:cubicBezTo>
                  <a:cubicBezTo>
                    <a:pt x="192" y="308"/>
                    <a:pt x="190" y="305"/>
                    <a:pt x="191" y="305"/>
                  </a:cubicBezTo>
                  <a:cubicBezTo>
                    <a:pt x="191" y="306"/>
                    <a:pt x="190" y="304"/>
                    <a:pt x="190" y="303"/>
                  </a:cubicBezTo>
                  <a:cubicBezTo>
                    <a:pt x="188" y="298"/>
                    <a:pt x="192" y="306"/>
                    <a:pt x="192" y="305"/>
                  </a:cubicBezTo>
                  <a:cubicBezTo>
                    <a:pt x="190" y="302"/>
                    <a:pt x="191" y="301"/>
                    <a:pt x="189" y="298"/>
                  </a:cubicBezTo>
                  <a:cubicBezTo>
                    <a:pt x="189" y="297"/>
                    <a:pt x="189" y="296"/>
                    <a:pt x="189" y="297"/>
                  </a:cubicBezTo>
                  <a:cubicBezTo>
                    <a:pt x="190" y="299"/>
                    <a:pt x="190" y="298"/>
                    <a:pt x="190" y="300"/>
                  </a:cubicBezTo>
                  <a:cubicBezTo>
                    <a:pt x="191" y="300"/>
                    <a:pt x="191" y="300"/>
                    <a:pt x="191" y="300"/>
                  </a:cubicBezTo>
                  <a:cubicBezTo>
                    <a:pt x="191" y="302"/>
                    <a:pt x="191" y="302"/>
                    <a:pt x="191" y="302"/>
                  </a:cubicBezTo>
                  <a:cubicBezTo>
                    <a:pt x="193" y="306"/>
                    <a:pt x="193" y="306"/>
                    <a:pt x="193" y="306"/>
                  </a:cubicBezTo>
                  <a:cubicBezTo>
                    <a:pt x="193" y="305"/>
                    <a:pt x="192" y="304"/>
                    <a:pt x="193" y="303"/>
                  </a:cubicBezTo>
                  <a:cubicBezTo>
                    <a:pt x="193" y="304"/>
                    <a:pt x="193" y="305"/>
                    <a:pt x="193" y="305"/>
                  </a:cubicBezTo>
                  <a:cubicBezTo>
                    <a:pt x="193" y="304"/>
                    <a:pt x="192" y="302"/>
                    <a:pt x="192" y="302"/>
                  </a:cubicBezTo>
                  <a:cubicBezTo>
                    <a:pt x="193" y="301"/>
                    <a:pt x="194" y="303"/>
                    <a:pt x="194" y="304"/>
                  </a:cubicBezTo>
                  <a:cubicBezTo>
                    <a:pt x="194" y="306"/>
                    <a:pt x="194" y="306"/>
                    <a:pt x="194" y="306"/>
                  </a:cubicBezTo>
                  <a:cubicBezTo>
                    <a:pt x="194" y="304"/>
                    <a:pt x="194" y="306"/>
                    <a:pt x="194" y="306"/>
                  </a:cubicBezTo>
                  <a:cubicBezTo>
                    <a:pt x="194" y="304"/>
                    <a:pt x="194" y="303"/>
                    <a:pt x="193" y="301"/>
                  </a:cubicBezTo>
                  <a:cubicBezTo>
                    <a:pt x="193" y="301"/>
                    <a:pt x="194" y="302"/>
                    <a:pt x="194" y="302"/>
                  </a:cubicBezTo>
                  <a:cubicBezTo>
                    <a:pt x="194" y="303"/>
                    <a:pt x="194" y="303"/>
                    <a:pt x="194" y="303"/>
                  </a:cubicBezTo>
                  <a:cubicBezTo>
                    <a:pt x="194" y="303"/>
                    <a:pt x="195" y="306"/>
                    <a:pt x="195" y="305"/>
                  </a:cubicBezTo>
                  <a:cubicBezTo>
                    <a:pt x="195" y="304"/>
                    <a:pt x="195" y="304"/>
                    <a:pt x="195" y="304"/>
                  </a:cubicBezTo>
                  <a:cubicBezTo>
                    <a:pt x="195" y="304"/>
                    <a:pt x="195" y="305"/>
                    <a:pt x="195" y="305"/>
                  </a:cubicBezTo>
                  <a:cubicBezTo>
                    <a:pt x="195" y="304"/>
                    <a:pt x="195" y="304"/>
                    <a:pt x="195" y="304"/>
                  </a:cubicBezTo>
                  <a:cubicBezTo>
                    <a:pt x="196" y="305"/>
                    <a:pt x="196" y="305"/>
                    <a:pt x="196" y="305"/>
                  </a:cubicBezTo>
                  <a:cubicBezTo>
                    <a:pt x="196" y="304"/>
                    <a:pt x="195" y="302"/>
                    <a:pt x="196" y="304"/>
                  </a:cubicBezTo>
                  <a:cubicBezTo>
                    <a:pt x="195" y="301"/>
                    <a:pt x="196" y="304"/>
                    <a:pt x="195" y="303"/>
                  </a:cubicBezTo>
                  <a:cubicBezTo>
                    <a:pt x="194" y="301"/>
                    <a:pt x="195" y="301"/>
                    <a:pt x="195" y="301"/>
                  </a:cubicBezTo>
                  <a:cubicBezTo>
                    <a:pt x="196" y="303"/>
                    <a:pt x="195" y="301"/>
                    <a:pt x="196" y="301"/>
                  </a:cubicBezTo>
                  <a:cubicBezTo>
                    <a:pt x="196" y="302"/>
                    <a:pt x="196" y="302"/>
                    <a:pt x="196" y="303"/>
                  </a:cubicBezTo>
                  <a:cubicBezTo>
                    <a:pt x="196" y="301"/>
                    <a:pt x="196" y="301"/>
                    <a:pt x="196" y="301"/>
                  </a:cubicBezTo>
                  <a:cubicBezTo>
                    <a:pt x="197" y="304"/>
                    <a:pt x="196" y="300"/>
                    <a:pt x="197" y="301"/>
                  </a:cubicBezTo>
                  <a:cubicBezTo>
                    <a:pt x="197" y="302"/>
                    <a:pt x="197" y="303"/>
                    <a:pt x="198" y="304"/>
                  </a:cubicBezTo>
                  <a:cubicBezTo>
                    <a:pt x="197" y="301"/>
                    <a:pt x="197" y="301"/>
                    <a:pt x="196" y="299"/>
                  </a:cubicBezTo>
                  <a:cubicBezTo>
                    <a:pt x="197" y="300"/>
                    <a:pt x="197" y="302"/>
                    <a:pt x="198" y="304"/>
                  </a:cubicBezTo>
                  <a:cubicBezTo>
                    <a:pt x="198" y="302"/>
                    <a:pt x="199" y="305"/>
                    <a:pt x="198" y="302"/>
                  </a:cubicBezTo>
                  <a:cubicBezTo>
                    <a:pt x="198" y="302"/>
                    <a:pt x="198" y="301"/>
                    <a:pt x="197" y="300"/>
                  </a:cubicBezTo>
                  <a:cubicBezTo>
                    <a:pt x="198" y="300"/>
                    <a:pt x="198" y="301"/>
                    <a:pt x="198" y="302"/>
                  </a:cubicBezTo>
                  <a:cubicBezTo>
                    <a:pt x="198" y="301"/>
                    <a:pt x="198" y="299"/>
                    <a:pt x="198" y="299"/>
                  </a:cubicBezTo>
                  <a:cubicBezTo>
                    <a:pt x="198" y="299"/>
                    <a:pt x="198" y="296"/>
                    <a:pt x="198" y="298"/>
                  </a:cubicBezTo>
                  <a:cubicBezTo>
                    <a:pt x="199" y="300"/>
                    <a:pt x="198" y="299"/>
                    <a:pt x="198" y="300"/>
                  </a:cubicBezTo>
                  <a:cubicBezTo>
                    <a:pt x="199" y="300"/>
                    <a:pt x="198" y="296"/>
                    <a:pt x="198" y="295"/>
                  </a:cubicBezTo>
                  <a:cubicBezTo>
                    <a:pt x="198" y="294"/>
                    <a:pt x="197" y="291"/>
                    <a:pt x="197" y="290"/>
                  </a:cubicBezTo>
                  <a:cubicBezTo>
                    <a:pt x="198" y="291"/>
                    <a:pt x="197" y="291"/>
                    <a:pt x="198" y="293"/>
                  </a:cubicBezTo>
                  <a:cubicBezTo>
                    <a:pt x="198" y="293"/>
                    <a:pt x="198" y="293"/>
                    <a:pt x="198" y="293"/>
                  </a:cubicBezTo>
                  <a:cubicBezTo>
                    <a:pt x="199" y="296"/>
                    <a:pt x="198" y="298"/>
                    <a:pt x="199" y="300"/>
                  </a:cubicBezTo>
                  <a:cubicBezTo>
                    <a:pt x="199" y="299"/>
                    <a:pt x="199" y="299"/>
                    <a:pt x="199" y="299"/>
                  </a:cubicBezTo>
                  <a:cubicBezTo>
                    <a:pt x="200" y="302"/>
                    <a:pt x="200" y="302"/>
                    <a:pt x="200" y="302"/>
                  </a:cubicBezTo>
                  <a:cubicBezTo>
                    <a:pt x="200" y="300"/>
                    <a:pt x="200" y="301"/>
                    <a:pt x="200" y="301"/>
                  </a:cubicBezTo>
                  <a:cubicBezTo>
                    <a:pt x="200" y="299"/>
                    <a:pt x="200" y="302"/>
                    <a:pt x="200" y="300"/>
                  </a:cubicBezTo>
                  <a:cubicBezTo>
                    <a:pt x="200" y="300"/>
                    <a:pt x="200" y="297"/>
                    <a:pt x="200" y="298"/>
                  </a:cubicBezTo>
                  <a:cubicBezTo>
                    <a:pt x="201" y="301"/>
                    <a:pt x="201" y="301"/>
                    <a:pt x="201" y="301"/>
                  </a:cubicBezTo>
                  <a:cubicBezTo>
                    <a:pt x="201" y="302"/>
                    <a:pt x="201" y="299"/>
                    <a:pt x="201" y="300"/>
                  </a:cubicBezTo>
                  <a:cubicBezTo>
                    <a:pt x="201" y="301"/>
                    <a:pt x="201" y="301"/>
                    <a:pt x="201" y="301"/>
                  </a:cubicBezTo>
                  <a:cubicBezTo>
                    <a:pt x="202" y="301"/>
                    <a:pt x="203" y="301"/>
                    <a:pt x="204" y="297"/>
                  </a:cubicBezTo>
                  <a:cubicBezTo>
                    <a:pt x="204" y="298"/>
                    <a:pt x="204" y="299"/>
                    <a:pt x="205" y="300"/>
                  </a:cubicBezTo>
                  <a:cubicBezTo>
                    <a:pt x="205" y="299"/>
                    <a:pt x="205" y="298"/>
                    <a:pt x="205" y="298"/>
                  </a:cubicBezTo>
                  <a:cubicBezTo>
                    <a:pt x="205" y="300"/>
                    <a:pt x="205" y="300"/>
                    <a:pt x="205" y="300"/>
                  </a:cubicBezTo>
                  <a:cubicBezTo>
                    <a:pt x="206" y="301"/>
                    <a:pt x="206" y="299"/>
                    <a:pt x="206" y="298"/>
                  </a:cubicBezTo>
                  <a:cubicBezTo>
                    <a:pt x="206" y="299"/>
                    <a:pt x="206" y="299"/>
                    <a:pt x="206" y="299"/>
                  </a:cubicBezTo>
                  <a:cubicBezTo>
                    <a:pt x="207" y="300"/>
                    <a:pt x="207" y="298"/>
                    <a:pt x="207" y="298"/>
                  </a:cubicBezTo>
                  <a:cubicBezTo>
                    <a:pt x="207" y="299"/>
                    <a:pt x="207" y="299"/>
                    <a:pt x="207" y="299"/>
                  </a:cubicBezTo>
                  <a:cubicBezTo>
                    <a:pt x="207" y="298"/>
                    <a:pt x="207" y="298"/>
                    <a:pt x="207" y="298"/>
                  </a:cubicBezTo>
                  <a:cubicBezTo>
                    <a:pt x="207" y="297"/>
                    <a:pt x="207" y="297"/>
                    <a:pt x="207" y="299"/>
                  </a:cubicBezTo>
                  <a:cubicBezTo>
                    <a:pt x="208" y="298"/>
                    <a:pt x="208" y="298"/>
                    <a:pt x="208" y="298"/>
                  </a:cubicBezTo>
                  <a:cubicBezTo>
                    <a:pt x="208" y="299"/>
                    <a:pt x="208" y="299"/>
                    <a:pt x="209" y="298"/>
                  </a:cubicBezTo>
                  <a:cubicBezTo>
                    <a:pt x="209" y="298"/>
                    <a:pt x="209" y="297"/>
                    <a:pt x="209" y="296"/>
                  </a:cubicBezTo>
                  <a:cubicBezTo>
                    <a:pt x="209" y="293"/>
                    <a:pt x="209" y="296"/>
                    <a:pt x="209" y="295"/>
                  </a:cubicBezTo>
                  <a:cubicBezTo>
                    <a:pt x="209" y="297"/>
                    <a:pt x="209" y="297"/>
                    <a:pt x="209" y="297"/>
                  </a:cubicBezTo>
                  <a:cubicBezTo>
                    <a:pt x="209" y="300"/>
                    <a:pt x="210" y="298"/>
                    <a:pt x="211" y="299"/>
                  </a:cubicBezTo>
                  <a:cubicBezTo>
                    <a:pt x="211" y="297"/>
                    <a:pt x="211" y="297"/>
                    <a:pt x="211" y="297"/>
                  </a:cubicBezTo>
                  <a:cubicBezTo>
                    <a:pt x="211" y="300"/>
                    <a:pt x="212" y="297"/>
                    <a:pt x="212" y="299"/>
                  </a:cubicBezTo>
                  <a:cubicBezTo>
                    <a:pt x="213" y="298"/>
                    <a:pt x="213" y="295"/>
                    <a:pt x="214" y="295"/>
                  </a:cubicBezTo>
                  <a:cubicBezTo>
                    <a:pt x="214" y="293"/>
                    <a:pt x="213" y="298"/>
                    <a:pt x="213" y="299"/>
                  </a:cubicBezTo>
                  <a:cubicBezTo>
                    <a:pt x="213" y="298"/>
                    <a:pt x="214" y="298"/>
                    <a:pt x="214" y="298"/>
                  </a:cubicBezTo>
                  <a:cubicBezTo>
                    <a:pt x="214" y="298"/>
                    <a:pt x="214" y="298"/>
                    <a:pt x="214" y="298"/>
                  </a:cubicBezTo>
                  <a:cubicBezTo>
                    <a:pt x="214" y="297"/>
                    <a:pt x="215" y="296"/>
                    <a:pt x="215" y="297"/>
                  </a:cubicBezTo>
                  <a:cubicBezTo>
                    <a:pt x="214" y="298"/>
                    <a:pt x="214" y="298"/>
                    <a:pt x="214" y="298"/>
                  </a:cubicBezTo>
                  <a:cubicBezTo>
                    <a:pt x="215" y="298"/>
                    <a:pt x="214" y="299"/>
                    <a:pt x="215" y="299"/>
                  </a:cubicBezTo>
                  <a:cubicBezTo>
                    <a:pt x="215" y="297"/>
                    <a:pt x="215" y="298"/>
                    <a:pt x="216" y="297"/>
                  </a:cubicBezTo>
                  <a:cubicBezTo>
                    <a:pt x="215" y="298"/>
                    <a:pt x="215" y="298"/>
                    <a:pt x="215" y="298"/>
                  </a:cubicBezTo>
                  <a:cubicBezTo>
                    <a:pt x="216" y="296"/>
                    <a:pt x="216" y="296"/>
                    <a:pt x="216" y="296"/>
                  </a:cubicBezTo>
                  <a:cubicBezTo>
                    <a:pt x="216" y="297"/>
                    <a:pt x="216" y="297"/>
                    <a:pt x="216" y="297"/>
                  </a:cubicBezTo>
                  <a:cubicBezTo>
                    <a:pt x="215" y="299"/>
                    <a:pt x="215" y="299"/>
                    <a:pt x="215" y="299"/>
                  </a:cubicBezTo>
                  <a:cubicBezTo>
                    <a:pt x="215" y="300"/>
                    <a:pt x="216" y="297"/>
                    <a:pt x="216" y="297"/>
                  </a:cubicBezTo>
                  <a:cubicBezTo>
                    <a:pt x="217" y="296"/>
                    <a:pt x="216" y="297"/>
                    <a:pt x="216" y="298"/>
                  </a:cubicBezTo>
                  <a:cubicBezTo>
                    <a:pt x="216" y="298"/>
                    <a:pt x="216" y="297"/>
                    <a:pt x="216" y="298"/>
                  </a:cubicBezTo>
                  <a:cubicBezTo>
                    <a:pt x="215" y="299"/>
                    <a:pt x="216" y="298"/>
                    <a:pt x="215" y="299"/>
                  </a:cubicBezTo>
                  <a:cubicBezTo>
                    <a:pt x="215" y="299"/>
                    <a:pt x="216" y="297"/>
                    <a:pt x="216" y="298"/>
                  </a:cubicBezTo>
                  <a:cubicBezTo>
                    <a:pt x="216" y="298"/>
                    <a:pt x="217" y="298"/>
                    <a:pt x="216" y="299"/>
                  </a:cubicBezTo>
                  <a:cubicBezTo>
                    <a:pt x="216" y="298"/>
                    <a:pt x="216" y="299"/>
                    <a:pt x="217" y="298"/>
                  </a:cubicBezTo>
                  <a:cubicBezTo>
                    <a:pt x="217" y="298"/>
                    <a:pt x="217" y="297"/>
                    <a:pt x="217" y="296"/>
                  </a:cubicBezTo>
                  <a:cubicBezTo>
                    <a:pt x="218" y="296"/>
                    <a:pt x="218" y="296"/>
                    <a:pt x="218" y="296"/>
                  </a:cubicBezTo>
                  <a:cubicBezTo>
                    <a:pt x="217" y="297"/>
                    <a:pt x="217" y="297"/>
                    <a:pt x="217" y="297"/>
                  </a:cubicBezTo>
                  <a:cubicBezTo>
                    <a:pt x="218" y="296"/>
                    <a:pt x="218" y="297"/>
                    <a:pt x="218" y="296"/>
                  </a:cubicBezTo>
                  <a:cubicBezTo>
                    <a:pt x="217" y="298"/>
                    <a:pt x="217" y="298"/>
                    <a:pt x="217" y="298"/>
                  </a:cubicBezTo>
                  <a:cubicBezTo>
                    <a:pt x="218" y="297"/>
                    <a:pt x="218" y="297"/>
                    <a:pt x="219" y="297"/>
                  </a:cubicBezTo>
                  <a:cubicBezTo>
                    <a:pt x="218" y="298"/>
                    <a:pt x="216" y="300"/>
                    <a:pt x="216" y="300"/>
                  </a:cubicBezTo>
                  <a:cubicBezTo>
                    <a:pt x="218" y="299"/>
                    <a:pt x="218" y="299"/>
                    <a:pt x="218" y="299"/>
                  </a:cubicBezTo>
                  <a:cubicBezTo>
                    <a:pt x="218" y="299"/>
                    <a:pt x="218" y="299"/>
                    <a:pt x="217" y="300"/>
                  </a:cubicBezTo>
                  <a:cubicBezTo>
                    <a:pt x="217" y="301"/>
                    <a:pt x="220" y="296"/>
                    <a:pt x="220" y="298"/>
                  </a:cubicBezTo>
                  <a:cubicBezTo>
                    <a:pt x="218" y="299"/>
                    <a:pt x="218" y="299"/>
                    <a:pt x="218" y="300"/>
                  </a:cubicBezTo>
                  <a:cubicBezTo>
                    <a:pt x="219" y="299"/>
                    <a:pt x="219" y="299"/>
                    <a:pt x="219" y="299"/>
                  </a:cubicBezTo>
                  <a:cubicBezTo>
                    <a:pt x="219" y="298"/>
                    <a:pt x="218" y="300"/>
                    <a:pt x="219" y="299"/>
                  </a:cubicBezTo>
                  <a:cubicBezTo>
                    <a:pt x="219" y="298"/>
                    <a:pt x="219" y="298"/>
                    <a:pt x="220" y="298"/>
                  </a:cubicBezTo>
                  <a:cubicBezTo>
                    <a:pt x="217" y="301"/>
                    <a:pt x="219" y="300"/>
                    <a:pt x="218" y="301"/>
                  </a:cubicBezTo>
                  <a:cubicBezTo>
                    <a:pt x="220" y="300"/>
                    <a:pt x="219" y="301"/>
                    <a:pt x="219" y="301"/>
                  </a:cubicBezTo>
                  <a:cubicBezTo>
                    <a:pt x="217" y="302"/>
                    <a:pt x="220" y="301"/>
                    <a:pt x="218" y="302"/>
                  </a:cubicBezTo>
                  <a:cubicBezTo>
                    <a:pt x="221" y="300"/>
                    <a:pt x="221" y="300"/>
                    <a:pt x="221" y="300"/>
                  </a:cubicBezTo>
                  <a:cubicBezTo>
                    <a:pt x="219" y="301"/>
                    <a:pt x="224" y="299"/>
                    <a:pt x="222" y="300"/>
                  </a:cubicBezTo>
                  <a:cubicBezTo>
                    <a:pt x="221" y="301"/>
                    <a:pt x="220" y="301"/>
                    <a:pt x="220" y="301"/>
                  </a:cubicBezTo>
                  <a:cubicBezTo>
                    <a:pt x="217" y="303"/>
                    <a:pt x="222" y="301"/>
                    <a:pt x="219" y="302"/>
                  </a:cubicBezTo>
                  <a:cubicBezTo>
                    <a:pt x="223" y="301"/>
                    <a:pt x="223" y="301"/>
                    <a:pt x="223" y="301"/>
                  </a:cubicBezTo>
                  <a:cubicBezTo>
                    <a:pt x="222" y="302"/>
                    <a:pt x="221" y="302"/>
                    <a:pt x="220" y="303"/>
                  </a:cubicBezTo>
                  <a:cubicBezTo>
                    <a:pt x="221" y="302"/>
                    <a:pt x="221" y="302"/>
                    <a:pt x="221" y="303"/>
                  </a:cubicBezTo>
                  <a:cubicBezTo>
                    <a:pt x="220" y="303"/>
                    <a:pt x="220" y="303"/>
                    <a:pt x="220" y="303"/>
                  </a:cubicBezTo>
                  <a:cubicBezTo>
                    <a:pt x="219" y="303"/>
                    <a:pt x="220" y="303"/>
                    <a:pt x="221" y="303"/>
                  </a:cubicBezTo>
                  <a:cubicBezTo>
                    <a:pt x="219" y="303"/>
                    <a:pt x="221" y="304"/>
                    <a:pt x="219" y="304"/>
                  </a:cubicBezTo>
                  <a:cubicBezTo>
                    <a:pt x="222" y="304"/>
                    <a:pt x="218" y="304"/>
                    <a:pt x="222" y="304"/>
                  </a:cubicBezTo>
                  <a:cubicBezTo>
                    <a:pt x="221" y="304"/>
                    <a:pt x="221" y="304"/>
                    <a:pt x="221" y="304"/>
                  </a:cubicBezTo>
                  <a:cubicBezTo>
                    <a:pt x="222" y="304"/>
                    <a:pt x="223" y="304"/>
                    <a:pt x="224" y="305"/>
                  </a:cubicBezTo>
                  <a:cubicBezTo>
                    <a:pt x="222" y="305"/>
                    <a:pt x="222" y="305"/>
                    <a:pt x="222" y="305"/>
                  </a:cubicBezTo>
                  <a:cubicBezTo>
                    <a:pt x="221" y="305"/>
                    <a:pt x="221" y="305"/>
                    <a:pt x="221" y="305"/>
                  </a:cubicBezTo>
                  <a:cubicBezTo>
                    <a:pt x="221" y="305"/>
                    <a:pt x="221" y="304"/>
                    <a:pt x="221" y="304"/>
                  </a:cubicBezTo>
                  <a:cubicBezTo>
                    <a:pt x="221" y="304"/>
                    <a:pt x="221" y="305"/>
                    <a:pt x="221" y="305"/>
                  </a:cubicBezTo>
                  <a:cubicBezTo>
                    <a:pt x="219" y="305"/>
                    <a:pt x="221" y="305"/>
                    <a:pt x="220" y="305"/>
                  </a:cubicBezTo>
                  <a:cubicBezTo>
                    <a:pt x="222" y="305"/>
                    <a:pt x="220" y="305"/>
                    <a:pt x="221" y="305"/>
                  </a:cubicBezTo>
                  <a:cubicBezTo>
                    <a:pt x="221" y="305"/>
                    <a:pt x="221" y="305"/>
                    <a:pt x="221" y="305"/>
                  </a:cubicBezTo>
                  <a:cubicBezTo>
                    <a:pt x="221" y="306"/>
                    <a:pt x="222" y="306"/>
                    <a:pt x="222" y="306"/>
                  </a:cubicBezTo>
                  <a:cubicBezTo>
                    <a:pt x="222" y="306"/>
                    <a:pt x="221" y="305"/>
                    <a:pt x="221" y="305"/>
                  </a:cubicBezTo>
                  <a:cubicBezTo>
                    <a:pt x="222" y="305"/>
                    <a:pt x="222" y="305"/>
                    <a:pt x="222" y="305"/>
                  </a:cubicBezTo>
                  <a:cubicBezTo>
                    <a:pt x="223" y="306"/>
                    <a:pt x="223" y="306"/>
                    <a:pt x="223" y="306"/>
                  </a:cubicBezTo>
                  <a:cubicBezTo>
                    <a:pt x="223" y="306"/>
                    <a:pt x="222" y="306"/>
                    <a:pt x="222" y="306"/>
                  </a:cubicBezTo>
                  <a:cubicBezTo>
                    <a:pt x="222" y="306"/>
                    <a:pt x="221" y="306"/>
                    <a:pt x="222" y="306"/>
                  </a:cubicBezTo>
                  <a:cubicBezTo>
                    <a:pt x="221" y="306"/>
                    <a:pt x="221" y="306"/>
                    <a:pt x="221" y="306"/>
                  </a:cubicBezTo>
                  <a:cubicBezTo>
                    <a:pt x="220" y="306"/>
                    <a:pt x="221" y="306"/>
                    <a:pt x="221" y="306"/>
                  </a:cubicBezTo>
                  <a:cubicBezTo>
                    <a:pt x="221" y="306"/>
                    <a:pt x="221" y="306"/>
                    <a:pt x="221" y="306"/>
                  </a:cubicBezTo>
                  <a:cubicBezTo>
                    <a:pt x="221" y="306"/>
                    <a:pt x="221" y="306"/>
                    <a:pt x="221" y="306"/>
                  </a:cubicBezTo>
                  <a:cubicBezTo>
                    <a:pt x="221" y="306"/>
                    <a:pt x="221" y="306"/>
                    <a:pt x="221" y="306"/>
                  </a:cubicBezTo>
                  <a:cubicBezTo>
                    <a:pt x="221" y="306"/>
                    <a:pt x="221" y="306"/>
                    <a:pt x="221" y="306"/>
                  </a:cubicBezTo>
                  <a:cubicBezTo>
                    <a:pt x="221" y="306"/>
                    <a:pt x="221" y="306"/>
                    <a:pt x="221" y="306"/>
                  </a:cubicBezTo>
                  <a:cubicBezTo>
                    <a:pt x="221" y="306"/>
                    <a:pt x="221" y="306"/>
                    <a:pt x="221" y="306"/>
                  </a:cubicBezTo>
                  <a:cubicBezTo>
                    <a:pt x="221" y="307"/>
                    <a:pt x="221" y="307"/>
                    <a:pt x="222" y="307"/>
                  </a:cubicBezTo>
                  <a:cubicBezTo>
                    <a:pt x="222" y="307"/>
                    <a:pt x="221" y="307"/>
                    <a:pt x="221" y="307"/>
                  </a:cubicBezTo>
                  <a:cubicBezTo>
                    <a:pt x="221" y="307"/>
                    <a:pt x="221" y="307"/>
                    <a:pt x="221" y="307"/>
                  </a:cubicBezTo>
                  <a:cubicBezTo>
                    <a:pt x="222" y="307"/>
                    <a:pt x="222" y="307"/>
                    <a:pt x="222" y="307"/>
                  </a:cubicBezTo>
                  <a:cubicBezTo>
                    <a:pt x="222" y="307"/>
                    <a:pt x="222" y="307"/>
                    <a:pt x="222" y="307"/>
                  </a:cubicBezTo>
                  <a:cubicBezTo>
                    <a:pt x="222" y="307"/>
                    <a:pt x="222" y="307"/>
                    <a:pt x="222" y="307"/>
                  </a:cubicBezTo>
                  <a:cubicBezTo>
                    <a:pt x="222" y="307"/>
                    <a:pt x="222" y="307"/>
                    <a:pt x="222" y="307"/>
                  </a:cubicBezTo>
                  <a:cubicBezTo>
                    <a:pt x="222" y="307"/>
                    <a:pt x="222" y="307"/>
                    <a:pt x="222" y="307"/>
                  </a:cubicBezTo>
                  <a:cubicBezTo>
                    <a:pt x="222" y="307"/>
                    <a:pt x="222" y="307"/>
                    <a:pt x="222" y="307"/>
                  </a:cubicBezTo>
                  <a:cubicBezTo>
                    <a:pt x="222" y="307"/>
                    <a:pt x="222" y="307"/>
                    <a:pt x="222" y="307"/>
                  </a:cubicBezTo>
                  <a:cubicBezTo>
                    <a:pt x="222" y="307"/>
                    <a:pt x="222" y="307"/>
                    <a:pt x="222" y="307"/>
                  </a:cubicBezTo>
                  <a:cubicBezTo>
                    <a:pt x="222" y="307"/>
                    <a:pt x="222" y="307"/>
                    <a:pt x="222" y="307"/>
                  </a:cubicBezTo>
                  <a:cubicBezTo>
                    <a:pt x="222" y="307"/>
                    <a:pt x="222" y="307"/>
                    <a:pt x="222" y="307"/>
                  </a:cubicBezTo>
                  <a:cubicBezTo>
                    <a:pt x="222" y="307"/>
                    <a:pt x="222" y="307"/>
                    <a:pt x="222" y="307"/>
                  </a:cubicBezTo>
                  <a:cubicBezTo>
                    <a:pt x="222" y="307"/>
                    <a:pt x="222" y="307"/>
                    <a:pt x="222" y="307"/>
                  </a:cubicBezTo>
                  <a:cubicBezTo>
                    <a:pt x="222" y="308"/>
                    <a:pt x="222" y="308"/>
                    <a:pt x="222" y="309"/>
                  </a:cubicBezTo>
                  <a:cubicBezTo>
                    <a:pt x="222" y="307"/>
                    <a:pt x="222" y="307"/>
                    <a:pt x="222" y="307"/>
                  </a:cubicBezTo>
                  <a:cubicBezTo>
                    <a:pt x="222" y="308"/>
                    <a:pt x="222" y="308"/>
                    <a:pt x="222" y="309"/>
                  </a:cubicBezTo>
                  <a:cubicBezTo>
                    <a:pt x="222" y="310"/>
                    <a:pt x="222" y="309"/>
                    <a:pt x="222" y="309"/>
                  </a:cubicBezTo>
                  <a:cubicBezTo>
                    <a:pt x="222" y="310"/>
                    <a:pt x="222" y="312"/>
                    <a:pt x="222" y="311"/>
                  </a:cubicBezTo>
                  <a:cubicBezTo>
                    <a:pt x="222" y="311"/>
                    <a:pt x="222" y="311"/>
                    <a:pt x="222" y="311"/>
                  </a:cubicBezTo>
                  <a:cubicBezTo>
                    <a:pt x="222" y="311"/>
                    <a:pt x="222" y="312"/>
                    <a:pt x="221" y="312"/>
                  </a:cubicBezTo>
                  <a:cubicBezTo>
                    <a:pt x="221" y="311"/>
                    <a:pt x="221" y="311"/>
                    <a:pt x="221" y="310"/>
                  </a:cubicBezTo>
                  <a:cubicBezTo>
                    <a:pt x="221" y="308"/>
                    <a:pt x="221" y="309"/>
                    <a:pt x="220" y="309"/>
                  </a:cubicBezTo>
                  <a:cubicBezTo>
                    <a:pt x="220" y="310"/>
                    <a:pt x="220" y="310"/>
                    <a:pt x="220" y="310"/>
                  </a:cubicBezTo>
                  <a:cubicBezTo>
                    <a:pt x="220" y="311"/>
                    <a:pt x="220" y="309"/>
                    <a:pt x="220" y="309"/>
                  </a:cubicBezTo>
                  <a:cubicBezTo>
                    <a:pt x="219" y="314"/>
                    <a:pt x="219" y="314"/>
                    <a:pt x="219" y="314"/>
                  </a:cubicBezTo>
                  <a:cubicBezTo>
                    <a:pt x="219" y="313"/>
                    <a:pt x="219" y="311"/>
                    <a:pt x="219" y="310"/>
                  </a:cubicBezTo>
                  <a:cubicBezTo>
                    <a:pt x="219" y="311"/>
                    <a:pt x="218" y="314"/>
                    <a:pt x="217" y="315"/>
                  </a:cubicBezTo>
                  <a:cubicBezTo>
                    <a:pt x="217" y="315"/>
                    <a:pt x="216" y="316"/>
                    <a:pt x="216" y="316"/>
                  </a:cubicBezTo>
                  <a:cubicBezTo>
                    <a:pt x="216" y="314"/>
                    <a:pt x="216" y="316"/>
                    <a:pt x="216" y="315"/>
                  </a:cubicBezTo>
                  <a:cubicBezTo>
                    <a:pt x="216" y="313"/>
                    <a:pt x="216" y="313"/>
                    <a:pt x="216" y="313"/>
                  </a:cubicBezTo>
                  <a:cubicBezTo>
                    <a:pt x="217" y="313"/>
                    <a:pt x="217" y="311"/>
                    <a:pt x="217" y="310"/>
                  </a:cubicBezTo>
                  <a:cubicBezTo>
                    <a:pt x="217" y="311"/>
                    <a:pt x="216" y="309"/>
                    <a:pt x="216" y="309"/>
                  </a:cubicBezTo>
                  <a:cubicBezTo>
                    <a:pt x="215" y="312"/>
                    <a:pt x="215" y="310"/>
                    <a:pt x="214" y="313"/>
                  </a:cubicBezTo>
                  <a:cubicBezTo>
                    <a:pt x="214" y="313"/>
                    <a:pt x="214" y="311"/>
                    <a:pt x="214" y="310"/>
                  </a:cubicBezTo>
                  <a:cubicBezTo>
                    <a:pt x="213" y="311"/>
                    <a:pt x="213" y="310"/>
                    <a:pt x="212" y="310"/>
                  </a:cubicBezTo>
                  <a:cubicBezTo>
                    <a:pt x="213" y="310"/>
                    <a:pt x="213" y="310"/>
                    <a:pt x="213" y="310"/>
                  </a:cubicBezTo>
                  <a:cubicBezTo>
                    <a:pt x="212" y="310"/>
                    <a:pt x="211" y="309"/>
                    <a:pt x="210" y="312"/>
                  </a:cubicBezTo>
                  <a:cubicBezTo>
                    <a:pt x="211" y="310"/>
                    <a:pt x="211" y="310"/>
                    <a:pt x="211" y="310"/>
                  </a:cubicBezTo>
                  <a:cubicBezTo>
                    <a:pt x="210" y="309"/>
                    <a:pt x="210" y="313"/>
                    <a:pt x="209" y="312"/>
                  </a:cubicBezTo>
                  <a:cubicBezTo>
                    <a:pt x="210" y="310"/>
                    <a:pt x="210" y="310"/>
                    <a:pt x="210" y="310"/>
                  </a:cubicBezTo>
                  <a:cubicBezTo>
                    <a:pt x="209" y="312"/>
                    <a:pt x="209" y="309"/>
                    <a:pt x="208" y="311"/>
                  </a:cubicBezTo>
                  <a:cubicBezTo>
                    <a:pt x="209" y="310"/>
                    <a:pt x="209" y="310"/>
                    <a:pt x="209" y="310"/>
                  </a:cubicBezTo>
                  <a:cubicBezTo>
                    <a:pt x="208" y="310"/>
                    <a:pt x="208" y="310"/>
                    <a:pt x="207" y="311"/>
                  </a:cubicBezTo>
                  <a:cubicBezTo>
                    <a:pt x="208" y="309"/>
                    <a:pt x="208" y="309"/>
                    <a:pt x="208" y="309"/>
                  </a:cubicBezTo>
                  <a:cubicBezTo>
                    <a:pt x="208" y="308"/>
                    <a:pt x="207" y="311"/>
                    <a:pt x="207" y="311"/>
                  </a:cubicBezTo>
                  <a:cubicBezTo>
                    <a:pt x="207" y="310"/>
                    <a:pt x="207" y="309"/>
                    <a:pt x="207" y="309"/>
                  </a:cubicBezTo>
                  <a:cubicBezTo>
                    <a:pt x="206" y="310"/>
                    <a:pt x="206" y="310"/>
                    <a:pt x="205" y="311"/>
                  </a:cubicBezTo>
                  <a:cubicBezTo>
                    <a:pt x="206" y="309"/>
                    <a:pt x="206" y="309"/>
                    <a:pt x="206" y="309"/>
                  </a:cubicBezTo>
                  <a:cubicBezTo>
                    <a:pt x="203" y="308"/>
                    <a:pt x="201" y="307"/>
                    <a:pt x="199" y="309"/>
                  </a:cubicBezTo>
                  <a:cubicBezTo>
                    <a:pt x="199" y="306"/>
                    <a:pt x="199" y="308"/>
                    <a:pt x="199" y="306"/>
                  </a:cubicBezTo>
                  <a:cubicBezTo>
                    <a:pt x="199" y="308"/>
                    <a:pt x="199" y="306"/>
                    <a:pt x="198" y="307"/>
                  </a:cubicBezTo>
                  <a:close/>
                  <a:moveTo>
                    <a:pt x="221" y="306"/>
                  </a:moveTo>
                  <a:cubicBezTo>
                    <a:pt x="221" y="306"/>
                    <a:pt x="222" y="306"/>
                    <a:pt x="222" y="306"/>
                  </a:cubicBezTo>
                  <a:cubicBezTo>
                    <a:pt x="222" y="306"/>
                    <a:pt x="222" y="306"/>
                    <a:pt x="222" y="306"/>
                  </a:cubicBezTo>
                  <a:cubicBezTo>
                    <a:pt x="222" y="306"/>
                    <a:pt x="222" y="306"/>
                    <a:pt x="222" y="306"/>
                  </a:cubicBezTo>
                  <a:cubicBezTo>
                    <a:pt x="222" y="306"/>
                    <a:pt x="222" y="306"/>
                    <a:pt x="222" y="306"/>
                  </a:cubicBezTo>
                  <a:cubicBezTo>
                    <a:pt x="222" y="306"/>
                    <a:pt x="222" y="307"/>
                    <a:pt x="222" y="307"/>
                  </a:cubicBezTo>
                  <a:cubicBezTo>
                    <a:pt x="222" y="307"/>
                    <a:pt x="222" y="307"/>
                    <a:pt x="222" y="307"/>
                  </a:cubicBezTo>
                  <a:cubicBezTo>
                    <a:pt x="222" y="307"/>
                    <a:pt x="222" y="306"/>
                    <a:pt x="222" y="306"/>
                  </a:cubicBezTo>
                  <a:cubicBezTo>
                    <a:pt x="222" y="306"/>
                    <a:pt x="221" y="306"/>
                    <a:pt x="221" y="306"/>
                  </a:cubicBezTo>
                  <a:close/>
                  <a:moveTo>
                    <a:pt x="222" y="306"/>
                  </a:moveTo>
                  <a:cubicBezTo>
                    <a:pt x="222" y="306"/>
                    <a:pt x="222" y="306"/>
                    <a:pt x="222" y="306"/>
                  </a:cubicBezTo>
                  <a:cubicBezTo>
                    <a:pt x="221" y="306"/>
                    <a:pt x="221" y="306"/>
                    <a:pt x="221" y="306"/>
                  </a:cubicBezTo>
                  <a:cubicBezTo>
                    <a:pt x="222" y="306"/>
                    <a:pt x="222" y="306"/>
                    <a:pt x="222" y="306"/>
                  </a:cubicBezTo>
                  <a:close/>
                  <a:moveTo>
                    <a:pt x="222" y="307"/>
                  </a:moveTo>
                  <a:cubicBezTo>
                    <a:pt x="222" y="307"/>
                    <a:pt x="222" y="307"/>
                    <a:pt x="222" y="307"/>
                  </a:cubicBezTo>
                  <a:cubicBezTo>
                    <a:pt x="222" y="307"/>
                    <a:pt x="222" y="307"/>
                    <a:pt x="222" y="307"/>
                  </a:cubicBezTo>
                  <a:cubicBezTo>
                    <a:pt x="222" y="307"/>
                    <a:pt x="222" y="307"/>
                    <a:pt x="222" y="307"/>
                  </a:cubicBezTo>
                  <a:cubicBezTo>
                    <a:pt x="222" y="307"/>
                    <a:pt x="222" y="307"/>
                    <a:pt x="222" y="307"/>
                  </a:cubicBezTo>
                  <a:close/>
                  <a:moveTo>
                    <a:pt x="222" y="307"/>
                  </a:moveTo>
                  <a:cubicBezTo>
                    <a:pt x="222" y="307"/>
                    <a:pt x="222" y="307"/>
                    <a:pt x="222" y="307"/>
                  </a:cubicBezTo>
                  <a:cubicBezTo>
                    <a:pt x="222" y="307"/>
                    <a:pt x="222" y="307"/>
                    <a:pt x="222" y="307"/>
                  </a:cubicBezTo>
                  <a:cubicBezTo>
                    <a:pt x="222" y="307"/>
                    <a:pt x="222" y="307"/>
                    <a:pt x="222" y="307"/>
                  </a:cubicBezTo>
                  <a:close/>
                  <a:moveTo>
                    <a:pt x="222" y="307"/>
                  </a:moveTo>
                  <a:cubicBezTo>
                    <a:pt x="222" y="307"/>
                    <a:pt x="222" y="307"/>
                    <a:pt x="222" y="307"/>
                  </a:cubicBezTo>
                  <a:cubicBezTo>
                    <a:pt x="222" y="306"/>
                    <a:pt x="222" y="307"/>
                    <a:pt x="222" y="307"/>
                  </a:cubicBezTo>
                  <a:close/>
                  <a:moveTo>
                    <a:pt x="382" y="181"/>
                  </a:moveTo>
                  <a:cubicBezTo>
                    <a:pt x="383" y="179"/>
                    <a:pt x="383" y="179"/>
                    <a:pt x="383" y="179"/>
                  </a:cubicBezTo>
                  <a:cubicBezTo>
                    <a:pt x="384" y="180"/>
                    <a:pt x="384" y="181"/>
                    <a:pt x="384" y="182"/>
                  </a:cubicBezTo>
                  <a:cubicBezTo>
                    <a:pt x="385" y="180"/>
                    <a:pt x="387" y="181"/>
                    <a:pt x="387" y="180"/>
                  </a:cubicBezTo>
                  <a:cubicBezTo>
                    <a:pt x="388" y="180"/>
                    <a:pt x="387" y="181"/>
                    <a:pt x="387" y="181"/>
                  </a:cubicBezTo>
                  <a:cubicBezTo>
                    <a:pt x="388" y="181"/>
                    <a:pt x="391" y="180"/>
                    <a:pt x="392" y="181"/>
                  </a:cubicBezTo>
                  <a:cubicBezTo>
                    <a:pt x="391" y="182"/>
                    <a:pt x="391" y="182"/>
                    <a:pt x="391" y="182"/>
                  </a:cubicBezTo>
                  <a:cubicBezTo>
                    <a:pt x="393" y="184"/>
                    <a:pt x="393" y="186"/>
                    <a:pt x="393" y="188"/>
                  </a:cubicBezTo>
                  <a:cubicBezTo>
                    <a:pt x="389" y="186"/>
                    <a:pt x="384" y="185"/>
                    <a:pt x="380" y="183"/>
                  </a:cubicBezTo>
                  <a:cubicBezTo>
                    <a:pt x="381" y="183"/>
                    <a:pt x="382" y="183"/>
                    <a:pt x="382" y="181"/>
                  </a:cubicBezTo>
                  <a:close/>
                  <a:moveTo>
                    <a:pt x="262" y="151"/>
                  </a:moveTo>
                  <a:cubicBezTo>
                    <a:pt x="262" y="150"/>
                    <a:pt x="262" y="150"/>
                    <a:pt x="262" y="150"/>
                  </a:cubicBezTo>
                  <a:cubicBezTo>
                    <a:pt x="262" y="150"/>
                    <a:pt x="262" y="150"/>
                    <a:pt x="262" y="150"/>
                  </a:cubicBezTo>
                  <a:cubicBezTo>
                    <a:pt x="263" y="148"/>
                    <a:pt x="264" y="146"/>
                    <a:pt x="264" y="144"/>
                  </a:cubicBezTo>
                  <a:cubicBezTo>
                    <a:pt x="265" y="144"/>
                    <a:pt x="265" y="145"/>
                    <a:pt x="265" y="146"/>
                  </a:cubicBezTo>
                  <a:cubicBezTo>
                    <a:pt x="267" y="141"/>
                    <a:pt x="267" y="135"/>
                    <a:pt x="267" y="130"/>
                  </a:cubicBezTo>
                  <a:cubicBezTo>
                    <a:pt x="268" y="130"/>
                    <a:pt x="268" y="131"/>
                    <a:pt x="269" y="133"/>
                  </a:cubicBezTo>
                  <a:cubicBezTo>
                    <a:pt x="271" y="128"/>
                    <a:pt x="267" y="127"/>
                    <a:pt x="269" y="122"/>
                  </a:cubicBezTo>
                  <a:cubicBezTo>
                    <a:pt x="270" y="121"/>
                    <a:pt x="271" y="118"/>
                    <a:pt x="271" y="119"/>
                  </a:cubicBezTo>
                  <a:cubicBezTo>
                    <a:pt x="271" y="117"/>
                    <a:pt x="272" y="109"/>
                    <a:pt x="271" y="107"/>
                  </a:cubicBezTo>
                  <a:cubicBezTo>
                    <a:pt x="272" y="106"/>
                    <a:pt x="272" y="105"/>
                    <a:pt x="273" y="103"/>
                  </a:cubicBezTo>
                  <a:cubicBezTo>
                    <a:pt x="274" y="104"/>
                    <a:pt x="274" y="105"/>
                    <a:pt x="275" y="107"/>
                  </a:cubicBezTo>
                  <a:cubicBezTo>
                    <a:pt x="274" y="107"/>
                    <a:pt x="273" y="107"/>
                    <a:pt x="272" y="107"/>
                  </a:cubicBezTo>
                  <a:cubicBezTo>
                    <a:pt x="272" y="107"/>
                    <a:pt x="272" y="107"/>
                    <a:pt x="272" y="107"/>
                  </a:cubicBezTo>
                  <a:cubicBezTo>
                    <a:pt x="272" y="107"/>
                    <a:pt x="272" y="107"/>
                    <a:pt x="272" y="107"/>
                  </a:cubicBezTo>
                  <a:cubicBezTo>
                    <a:pt x="272" y="108"/>
                    <a:pt x="272" y="108"/>
                    <a:pt x="272" y="108"/>
                  </a:cubicBezTo>
                  <a:cubicBezTo>
                    <a:pt x="272" y="111"/>
                    <a:pt x="272" y="111"/>
                    <a:pt x="272" y="111"/>
                  </a:cubicBezTo>
                  <a:cubicBezTo>
                    <a:pt x="272" y="120"/>
                    <a:pt x="272" y="120"/>
                    <a:pt x="272" y="120"/>
                  </a:cubicBezTo>
                  <a:cubicBezTo>
                    <a:pt x="272" y="133"/>
                    <a:pt x="272" y="145"/>
                    <a:pt x="271" y="156"/>
                  </a:cubicBezTo>
                  <a:cubicBezTo>
                    <a:pt x="271" y="160"/>
                    <a:pt x="271" y="162"/>
                    <a:pt x="270" y="164"/>
                  </a:cubicBezTo>
                  <a:cubicBezTo>
                    <a:pt x="268" y="161"/>
                    <a:pt x="265" y="157"/>
                    <a:pt x="265" y="152"/>
                  </a:cubicBezTo>
                  <a:cubicBezTo>
                    <a:pt x="265" y="155"/>
                    <a:pt x="263" y="153"/>
                    <a:pt x="262" y="151"/>
                  </a:cubicBezTo>
                  <a:cubicBezTo>
                    <a:pt x="262" y="151"/>
                    <a:pt x="262" y="151"/>
                    <a:pt x="262" y="151"/>
                  </a:cubicBezTo>
                  <a:close/>
                  <a:moveTo>
                    <a:pt x="212" y="121"/>
                  </a:moveTo>
                  <a:cubicBezTo>
                    <a:pt x="212" y="118"/>
                    <a:pt x="212" y="116"/>
                    <a:pt x="213" y="114"/>
                  </a:cubicBezTo>
                  <a:cubicBezTo>
                    <a:pt x="215" y="119"/>
                    <a:pt x="215" y="127"/>
                    <a:pt x="213" y="134"/>
                  </a:cubicBezTo>
                  <a:cubicBezTo>
                    <a:pt x="212" y="129"/>
                    <a:pt x="211" y="125"/>
                    <a:pt x="212" y="121"/>
                  </a:cubicBezTo>
                  <a:close/>
                  <a:moveTo>
                    <a:pt x="191" y="185"/>
                  </a:moveTo>
                  <a:cubicBezTo>
                    <a:pt x="191" y="185"/>
                    <a:pt x="191" y="184"/>
                    <a:pt x="191" y="185"/>
                  </a:cubicBezTo>
                  <a:cubicBezTo>
                    <a:pt x="190" y="185"/>
                    <a:pt x="190" y="184"/>
                    <a:pt x="190" y="184"/>
                  </a:cubicBezTo>
                  <a:cubicBezTo>
                    <a:pt x="190" y="184"/>
                    <a:pt x="191" y="184"/>
                    <a:pt x="191" y="185"/>
                  </a:cubicBezTo>
                  <a:close/>
                  <a:moveTo>
                    <a:pt x="148" y="192"/>
                  </a:moveTo>
                  <a:cubicBezTo>
                    <a:pt x="148" y="191"/>
                    <a:pt x="148" y="192"/>
                    <a:pt x="148" y="192"/>
                  </a:cubicBezTo>
                  <a:cubicBezTo>
                    <a:pt x="148" y="192"/>
                    <a:pt x="148" y="192"/>
                    <a:pt x="148" y="191"/>
                  </a:cubicBezTo>
                  <a:cubicBezTo>
                    <a:pt x="148" y="191"/>
                    <a:pt x="148" y="192"/>
                    <a:pt x="148" y="192"/>
                  </a:cubicBezTo>
                  <a:close/>
                  <a:moveTo>
                    <a:pt x="134" y="148"/>
                  </a:moveTo>
                  <a:cubicBezTo>
                    <a:pt x="136" y="149"/>
                    <a:pt x="136" y="149"/>
                    <a:pt x="136" y="149"/>
                  </a:cubicBezTo>
                  <a:cubicBezTo>
                    <a:pt x="135" y="142"/>
                    <a:pt x="136" y="133"/>
                    <a:pt x="139" y="125"/>
                  </a:cubicBezTo>
                  <a:cubicBezTo>
                    <a:pt x="140" y="124"/>
                    <a:pt x="140" y="124"/>
                    <a:pt x="140" y="124"/>
                  </a:cubicBezTo>
                  <a:cubicBezTo>
                    <a:pt x="140" y="124"/>
                    <a:pt x="140" y="124"/>
                    <a:pt x="139" y="124"/>
                  </a:cubicBezTo>
                  <a:cubicBezTo>
                    <a:pt x="140" y="123"/>
                    <a:pt x="140" y="123"/>
                    <a:pt x="140" y="122"/>
                  </a:cubicBezTo>
                  <a:cubicBezTo>
                    <a:pt x="140" y="121"/>
                    <a:pt x="141" y="120"/>
                    <a:pt x="141" y="120"/>
                  </a:cubicBezTo>
                  <a:cubicBezTo>
                    <a:pt x="142" y="120"/>
                    <a:pt x="142" y="121"/>
                    <a:pt x="142" y="120"/>
                  </a:cubicBezTo>
                  <a:cubicBezTo>
                    <a:pt x="142" y="119"/>
                    <a:pt x="144" y="118"/>
                    <a:pt x="145" y="117"/>
                  </a:cubicBezTo>
                  <a:cubicBezTo>
                    <a:pt x="146" y="117"/>
                    <a:pt x="147" y="118"/>
                    <a:pt x="149" y="118"/>
                  </a:cubicBezTo>
                  <a:cubicBezTo>
                    <a:pt x="142" y="122"/>
                    <a:pt x="144" y="121"/>
                    <a:pt x="149" y="118"/>
                  </a:cubicBezTo>
                  <a:cubicBezTo>
                    <a:pt x="149" y="118"/>
                    <a:pt x="150" y="119"/>
                    <a:pt x="151" y="119"/>
                  </a:cubicBezTo>
                  <a:cubicBezTo>
                    <a:pt x="151" y="121"/>
                    <a:pt x="151" y="121"/>
                    <a:pt x="151" y="121"/>
                  </a:cubicBezTo>
                  <a:cubicBezTo>
                    <a:pt x="152" y="121"/>
                    <a:pt x="154" y="120"/>
                    <a:pt x="155" y="120"/>
                  </a:cubicBezTo>
                  <a:cubicBezTo>
                    <a:pt x="155" y="123"/>
                    <a:pt x="154" y="119"/>
                    <a:pt x="153" y="121"/>
                  </a:cubicBezTo>
                  <a:cubicBezTo>
                    <a:pt x="155" y="129"/>
                    <a:pt x="153" y="139"/>
                    <a:pt x="153" y="149"/>
                  </a:cubicBezTo>
                  <a:cubicBezTo>
                    <a:pt x="154" y="151"/>
                    <a:pt x="154" y="153"/>
                    <a:pt x="155" y="153"/>
                  </a:cubicBezTo>
                  <a:cubicBezTo>
                    <a:pt x="152" y="164"/>
                    <a:pt x="154" y="178"/>
                    <a:pt x="149" y="185"/>
                  </a:cubicBezTo>
                  <a:cubicBezTo>
                    <a:pt x="153" y="184"/>
                    <a:pt x="150" y="189"/>
                    <a:pt x="149" y="191"/>
                  </a:cubicBezTo>
                  <a:cubicBezTo>
                    <a:pt x="148" y="189"/>
                    <a:pt x="146" y="186"/>
                    <a:pt x="144" y="183"/>
                  </a:cubicBezTo>
                  <a:cubicBezTo>
                    <a:pt x="143" y="180"/>
                    <a:pt x="140" y="179"/>
                    <a:pt x="140" y="174"/>
                  </a:cubicBezTo>
                  <a:cubicBezTo>
                    <a:pt x="141" y="170"/>
                    <a:pt x="137" y="163"/>
                    <a:pt x="137" y="158"/>
                  </a:cubicBezTo>
                  <a:cubicBezTo>
                    <a:pt x="136" y="160"/>
                    <a:pt x="133" y="153"/>
                    <a:pt x="134" y="148"/>
                  </a:cubicBezTo>
                  <a:close/>
                  <a:moveTo>
                    <a:pt x="65" y="183"/>
                  </a:moveTo>
                  <a:cubicBezTo>
                    <a:pt x="65" y="185"/>
                    <a:pt x="63" y="186"/>
                    <a:pt x="63" y="187"/>
                  </a:cubicBezTo>
                  <a:cubicBezTo>
                    <a:pt x="63" y="187"/>
                    <a:pt x="63" y="187"/>
                    <a:pt x="63" y="187"/>
                  </a:cubicBezTo>
                  <a:cubicBezTo>
                    <a:pt x="64" y="186"/>
                    <a:pt x="64" y="186"/>
                    <a:pt x="63" y="186"/>
                  </a:cubicBezTo>
                  <a:cubicBezTo>
                    <a:pt x="63" y="184"/>
                    <a:pt x="63" y="184"/>
                    <a:pt x="63" y="184"/>
                  </a:cubicBezTo>
                  <a:cubicBezTo>
                    <a:pt x="64" y="183"/>
                    <a:pt x="65" y="183"/>
                    <a:pt x="65" y="183"/>
                  </a:cubicBezTo>
                  <a:close/>
                  <a:moveTo>
                    <a:pt x="63" y="185"/>
                  </a:moveTo>
                  <a:cubicBezTo>
                    <a:pt x="63" y="185"/>
                    <a:pt x="63" y="186"/>
                    <a:pt x="63" y="186"/>
                  </a:cubicBezTo>
                  <a:cubicBezTo>
                    <a:pt x="62" y="186"/>
                    <a:pt x="62" y="186"/>
                    <a:pt x="63" y="185"/>
                  </a:cubicBezTo>
                  <a:close/>
                  <a:moveTo>
                    <a:pt x="62" y="188"/>
                  </a:moveTo>
                  <a:cubicBezTo>
                    <a:pt x="62" y="188"/>
                    <a:pt x="62" y="188"/>
                    <a:pt x="63" y="187"/>
                  </a:cubicBezTo>
                  <a:cubicBezTo>
                    <a:pt x="63" y="190"/>
                    <a:pt x="64" y="192"/>
                    <a:pt x="64" y="196"/>
                  </a:cubicBezTo>
                  <a:cubicBezTo>
                    <a:pt x="62" y="197"/>
                    <a:pt x="62" y="192"/>
                    <a:pt x="62" y="188"/>
                  </a:cubicBezTo>
                  <a:close/>
                  <a:moveTo>
                    <a:pt x="16" y="210"/>
                  </a:moveTo>
                  <a:cubicBezTo>
                    <a:pt x="16" y="210"/>
                    <a:pt x="16" y="210"/>
                    <a:pt x="16" y="210"/>
                  </a:cubicBezTo>
                  <a:cubicBezTo>
                    <a:pt x="16" y="210"/>
                    <a:pt x="16" y="210"/>
                    <a:pt x="16" y="210"/>
                  </a:cubicBezTo>
                  <a:cubicBezTo>
                    <a:pt x="16" y="210"/>
                    <a:pt x="16" y="210"/>
                    <a:pt x="16" y="210"/>
                  </a:cubicBezTo>
                  <a:close/>
                  <a:moveTo>
                    <a:pt x="17" y="208"/>
                  </a:moveTo>
                  <a:cubicBezTo>
                    <a:pt x="17" y="208"/>
                    <a:pt x="17" y="208"/>
                    <a:pt x="17" y="207"/>
                  </a:cubicBezTo>
                  <a:cubicBezTo>
                    <a:pt x="17" y="207"/>
                    <a:pt x="17" y="206"/>
                    <a:pt x="18" y="206"/>
                  </a:cubicBezTo>
                  <a:cubicBezTo>
                    <a:pt x="18" y="207"/>
                    <a:pt x="18" y="207"/>
                    <a:pt x="18" y="208"/>
                  </a:cubicBezTo>
                  <a:cubicBezTo>
                    <a:pt x="18" y="208"/>
                    <a:pt x="18" y="208"/>
                    <a:pt x="17" y="208"/>
                  </a:cubicBezTo>
                  <a:close/>
                  <a:moveTo>
                    <a:pt x="18" y="212"/>
                  </a:moveTo>
                  <a:cubicBezTo>
                    <a:pt x="18" y="212"/>
                    <a:pt x="18" y="212"/>
                    <a:pt x="18" y="212"/>
                  </a:cubicBezTo>
                  <a:cubicBezTo>
                    <a:pt x="18" y="212"/>
                    <a:pt x="18" y="212"/>
                    <a:pt x="18" y="212"/>
                  </a:cubicBezTo>
                  <a:close/>
                  <a:moveTo>
                    <a:pt x="19" y="213"/>
                  </a:moveTo>
                  <a:cubicBezTo>
                    <a:pt x="19" y="213"/>
                    <a:pt x="19" y="213"/>
                    <a:pt x="19" y="213"/>
                  </a:cubicBezTo>
                  <a:cubicBezTo>
                    <a:pt x="19" y="213"/>
                    <a:pt x="19" y="213"/>
                    <a:pt x="19" y="213"/>
                  </a:cubicBezTo>
                  <a:cubicBezTo>
                    <a:pt x="19" y="213"/>
                    <a:pt x="19" y="213"/>
                    <a:pt x="19" y="213"/>
                  </a:cubicBezTo>
                  <a:close/>
                  <a:moveTo>
                    <a:pt x="20" y="214"/>
                  </a:moveTo>
                  <a:cubicBezTo>
                    <a:pt x="20" y="214"/>
                    <a:pt x="20" y="214"/>
                    <a:pt x="20" y="214"/>
                  </a:cubicBezTo>
                  <a:cubicBezTo>
                    <a:pt x="20" y="214"/>
                    <a:pt x="20" y="214"/>
                    <a:pt x="20" y="214"/>
                  </a:cubicBezTo>
                  <a:cubicBezTo>
                    <a:pt x="20" y="214"/>
                    <a:pt x="20" y="214"/>
                    <a:pt x="21" y="214"/>
                  </a:cubicBezTo>
                  <a:cubicBezTo>
                    <a:pt x="21" y="214"/>
                    <a:pt x="20" y="214"/>
                    <a:pt x="20" y="214"/>
                  </a:cubicBezTo>
                  <a:close/>
                  <a:moveTo>
                    <a:pt x="21" y="217"/>
                  </a:moveTo>
                  <a:cubicBezTo>
                    <a:pt x="21" y="216"/>
                    <a:pt x="21" y="216"/>
                    <a:pt x="21" y="216"/>
                  </a:cubicBezTo>
                  <a:cubicBezTo>
                    <a:pt x="22" y="216"/>
                    <a:pt x="22" y="216"/>
                    <a:pt x="22" y="216"/>
                  </a:cubicBezTo>
                  <a:cubicBezTo>
                    <a:pt x="22" y="216"/>
                    <a:pt x="21" y="216"/>
                    <a:pt x="21" y="217"/>
                  </a:cubicBezTo>
                  <a:close/>
                  <a:moveTo>
                    <a:pt x="21" y="214"/>
                  </a:moveTo>
                  <a:cubicBezTo>
                    <a:pt x="21" y="214"/>
                    <a:pt x="21" y="214"/>
                    <a:pt x="21" y="214"/>
                  </a:cubicBezTo>
                  <a:cubicBezTo>
                    <a:pt x="21" y="214"/>
                    <a:pt x="21" y="214"/>
                    <a:pt x="21" y="214"/>
                  </a:cubicBezTo>
                  <a:cubicBezTo>
                    <a:pt x="21" y="214"/>
                    <a:pt x="21" y="214"/>
                    <a:pt x="21" y="214"/>
                  </a:cubicBezTo>
                  <a:cubicBezTo>
                    <a:pt x="21" y="214"/>
                    <a:pt x="20" y="214"/>
                    <a:pt x="20" y="214"/>
                  </a:cubicBezTo>
                  <a:cubicBezTo>
                    <a:pt x="21" y="214"/>
                    <a:pt x="21" y="214"/>
                    <a:pt x="21" y="214"/>
                  </a:cubicBezTo>
                  <a:cubicBezTo>
                    <a:pt x="21" y="214"/>
                    <a:pt x="21" y="214"/>
                    <a:pt x="21" y="214"/>
                  </a:cubicBezTo>
                  <a:cubicBezTo>
                    <a:pt x="22" y="214"/>
                    <a:pt x="22" y="214"/>
                    <a:pt x="22" y="214"/>
                  </a:cubicBezTo>
                  <a:lnTo>
                    <a:pt x="21" y="214"/>
                  </a:lnTo>
                  <a:close/>
                  <a:moveTo>
                    <a:pt x="122" y="297"/>
                  </a:moveTo>
                  <a:cubicBezTo>
                    <a:pt x="122" y="297"/>
                    <a:pt x="122" y="297"/>
                    <a:pt x="122" y="297"/>
                  </a:cubicBezTo>
                  <a:cubicBezTo>
                    <a:pt x="122" y="297"/>
                    <a:pt x="122" y="297"/>
                    <a:pt x="122" y="297"/>
                  </a:cubicBezTo>
                  <a:close/>
                  <a:moveTo>
                    <a:pt x="123" y="297"/>
                  </a:moveTo>
                  <a:cubicBezTo>
                    <a:pt x="122" y="298"/>
                    <a:pt x="122" y="297"/>
                    <a:pt x="122" y="297"/>
                  </a:cubicBezTo>
                  <a:cubicBezTo>
                    <a:pt x="122" y="297"/>
                    <a:pt x="122" y="297"/>
                    <a:pt x="123" y="297"/>
                  </a:cubicBezTo>
                  <a:cubicBezTo>
                    <a:pt x="123" y="297"/>
                    <a:pt x="123" y="297"/>
                    <a:pt x="123" y="297"/>
                  </a:cubicBezTo>
                  <a:close/>
                  <a:moveTo>
                    <a:pt x="213" y="429"/>
                  </a:moveTo>
                  <a:cubicBezTo>
                    <a:pt x="213" y="429"/>
                    <a:pt x="213" y="429"/>
                    <a:pt x="213" y="429"/>
                  </a:cubicBezTo>
                  <a:cubicBezTo>
                    <a:pt x="213" y="429"/>
                    <a:pt x="213" y="429"/>
                    <a:pt x="213" y="429"/>
                  </a:cubicBezTo>
                  <a:cubicBezTo>
                    <a:pt x="213" y="429"/>
                    <a:pt x="213" y="429"/>
                    <a:pt x="213" y="429"/>
                  </a:cubicBezTo>
                  <a:cubicBezTo>
                    <a:pt x="213" y="429"/>
                    <a:pt x="213" y="429"/>
                    <a:pt x="213" y="42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rgbClr val="34322F"/>
                </a:solidFill>
              </a:endParaRPr>
            </a:p>
          </p:txBody>
        </p:sp>
        <p:sp>
          <p:nvSpPr>
            <p:cNvPr id="102" name="Freeform 437"/>
            <p:cNvSpPr/>
            <p:nvPr>
              <p:custDataLst>
                <p:tags r:id="rId35"/>
              </p:custDataLst>
            </p:nvPr>
          </p:nvSpPr>
          <p:spPr bwMode="auto">
            <a:xfrm>
              <a:off x="3695" y="2760"/>
              <a:ext cx="4" cy="2"/>
            </a:xfrm>
            <a:custGeom>
              <a:avLst/>
              <a:gdLst>
                <a:gd name="T0" fmla="*/ 1 w 2"/>
                <a:gd name="T1" fmla="*/ 0 h 1"/>
                <a:gd name="T2" fmla="*/ 2 w 2"/>
                <a:gd name="T3" fmla="*/ 0 h 1"/>
                <a:gd name="T4" fmla="*/ 1 w 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0" y="0"/>
                    <a:pt x="1" y="1"/>
                    <a:pt x="2" y="0"/>
                  </a:cubicBezTo>
                  <a:lnTo>
                    <a:pt x="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rgbClr val="34322F"/>
                </a:solidFill>
              </a:endParaRPr>
            </a:p>
          </p:txBody>
        </p:sp>
        <p:sp>
          <p:nvSpPr>
            <p:cNvPr id="103" name="Freeform 438"/>
            <p:cNvSpPr/>
            <p:nvPr>
              <p:custDataLst>
                <p:tags r:id="rId36"/>
              </p:custDataLst>
            </p:nvPr>
          </p:nvSpPr>
          <p:spPr bwMode="auto">
            <a:xfrm>
              <a:off x="3699" y="2760"/>
              <a:ext cx="5" cy="4"/>
            </a:xfrm>
            <a:custGeom>
              <a:avLst/>
              <a:gdLst>
                <a:gd name="T0" fmla="*/ 1 w 2"/>
                <a:gd name="T1" fmla="*/ 2 h 2"/>
                <a:gd name="T2" fmla="*/ 2 w 2"/>
                <a:gd name="T3" fmla="*/ 1 h 2"/>
                <a:gd name="T4" fmla="*/ 1 w 2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1" y="2"/>
                    <a:pt x="2" y="1"/>
                    <a:pt x="2" y="1"/>
                  </a:cubicBezTo>
                  <a:cubicBezTo>
                    <a:pt x="0" y="0"/>
                    <a:pt x="2" y="2"/>
                    <a:pt x="1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rgbClr val="34322F"/>
                </a:solidFill>
              </a:endParaRPr>
            </a:p>
          </p:txBody>
        </p:sp>
        <p:sp>
          <p:nvSpPr>
            <p:cNvPr id="104" name="Freeform 439"/>
            <p:cNvSpPr/>
            <p:nvPr>
              <p:custDataLst>
                <p:tags r:id="rId37"/>
              </p:custDataLst>
            </p:nvPr>
          </p:nvSpPr>
          <p:spPr bwMode="auto">
            <a:xfrm>
              <a:off x="3916" y="2586"/>
              <a:ext cx="4" cy="2"/>
            </a:xfrm>
            <a:custGeom>
              <a:avLst/>
              <a:gdLst>
                <a:gd name="T0" fmla="*/ 0 w 2"/>
                <a:gd name="T1" fmla="*/ 1 h 1"/>
                <a:gd name="T2" fmla="*/ 1 w 2"/>
                <a:gd name="T3" fmla="*/ 0 h 1"/>
                <a:gd name="T4" fmla="*/ 0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0" y="0"/>
                    <a:pt x="2" y="0"/>
                    <a:pt x="1" y="0"/>
                  </a:cubicBezTo>
                  <a:cubicBezTo>
                    <a:pt x="1" y="0"/>
                    <a:pt x="0" y="0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rgbClr val="34322F"/>
                </a:solidFill>
              </a:endParaRPr>
            </a:p>
          </p:txBody>
        </p:sp>
        <p:sp>
          <p:nvSpPr>
            <p:cNvPr id="105" name="Freeform 440"/>
            <p:cNvSpPr/>
            <p:nvPr>
              <p:custDataLst>
                <p:tags r:id="rId38"/>
              </p:custDataLst>
            </p:nvPr>
          </p:nvSpPr>
          <p:spPr bwMode="auto">
            <a:xfrm>
              <a:off x="3941" y="2610"/>
              <a:ext cx="5" cy="0"/>
            </a:xfrm>
            <a:custGeom>
              <a:avLst/>
              <a:gdLst>
                <a:gd name="T0" fmla="*/ 0 w 5"/>
                <a:gd name="T1" fmla="*/ 0 w 5"/>
                <a:gd name="T2" fmla="*/ 5 w 5"/>
                <a:gd name="T3" fmla="*/ 0 w 5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5">
                  <a:moveTo>
                    <a:pt x="0" y="0"/>
                  </a:moveTo>
                  <a:lnTo>
                    <a:pt x="0" y="0"/>
                  </a:lnTo>
                  <a:lnTo>
                    <a:pt x="5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rgbClr val="34322F"/>
                </a:solidFill>
              </a:endParaRPr>
            </a:p>
          </p:txBody>
        </p:sp>
        <p:sp>
          <p:nvSpPr>
            <p:cNvPr id="106" name="Freeform 441"/>
            <p:cNvSpPr/>
            <p:nvPr>
              <p:custDataLst>
                <p:tags r:id="rId39"/>
              </p:custDataLst>
            </p:nvPr>
          </p:nvSpPr>
          <p:spPr bwMode="auto">
            <a:xfrm>
              <a:off x="3729" y="2272"/>
              <a:ext cx="2" cy="5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1 h 2"/>
                <a:gd name="T4" fmla="*/ 0 w 1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1"/>
                    <a:pt x="1" y="0"/>
                    <a:pt x="1" y="1"/>
                  </a:cubicBezTo>
                  <a:cubicBezTo>
                    <a:pt x="1" y="1"/>
                    <a:pt x="0" y="1"/>
                    <a:pt x="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rgbClr val="34322F"/>
                </a:solidFill>
              </a:endParaRPr>
            </a:p>
          </p:txBody>
        </p:sp>
        <p:sp>
          <p:nvSpPr>
            <p:cNvPr id="107" name="Freeform 442"/>
            <p:cNvSpPr/>
            <p:nvPr>
              <p:custDataLst>
                <p:tags r:id="rId40"/>
              </p:custDataLst>
            </p:nvPr>
          </p:nvSpPr>
          <p:spPr bwMode="auto">
            <a:xfrm>
              <a:off x="3852" y="2714"/>
              <a:ext cx="2" cy="0"/>
            </a:xfrm>
            <a:custGeom>
              <a:avLst/>
              <a:gdLst>
                <a:gd name="T0" fmla="*/ 0 w 1"/>
                <a:gd name="T1" fmla="*/ 1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rgbClr val="34322F"/>
                </a:solidFill>
              </a:endParaRPr>
            </a:p>
          </p:txBody>
        </p:sp>
        <p:sp>
          <p:nvSpPr>
            <p:cNvPr id="108" name="Freeform 443"/>
            <p:cNvSpPr/>
            <p:nvPr>
              <p:custDataLst>
                <p:tags r:id="rId41"/>
              </p:custDataLst>
            </p:nvPr>
          </p:nvSpPr>
          <p:spPr bwMode="auto">
            <a:xfrm>
              <a:off x="3850" y="2692"/>
              <a:ext cx="4" cy="2"/>
            </a:xfrm>
            <a:custGeom>
              <a:avLst/>
              <a:gdLst>
                <a:gd name="T0" fmla="*/ 1 w 2"/>
                <a:gd name="T1" fmla="*/ 1 h 1"/>
                <a:gd name="T2" fmla="*/ 1 w 2"/>
                <a:gd name="T3" fmla="*/ 0 h 1"/>
                <a:gd name="T4" fmla="*/ 1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2" y="1"/>
                    <a:pt x="0" y="1"/>
                    <a:pt x="1" y="0"/>
                  </a:cubicBezTo>
                  <a:cubicBezTo>
                    <a:pt x="0" y="1"/>
                    <a:pt x="1" y="1"/>
                    <a:pt x="1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rgbClr val="34322F"/>
                </a:solidFill>
              </a:endParaRPr>
            </a:p>
          </p:txBody>
        </p:sp>
        <p:sp>
          <p:nvSpPr>
            <p:cNvPr id="109" name="Freeform 444"/>
            <p:cNvSpPr/>
            <p:nvPr>
              <p:custDataLst>
                <p:tags r:id="rId42"/>
              </p:custDataLst>
            </p:nvPr>
          </p:nvSpPr>
          <p:spPr bwMode="auto">
            <a:xfrm>
              <a:off x="3848" y="2686"/>
              <a:ext cx="2" cy="2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0 w 1"/>
                <a:gd name="T5" fmla="*/ 1 h 1"/>
                <a:gd name="T6" fmla="*/ 1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lnTo>
                    <a:pt x="1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rgbClr val="34322F"/>
                </a:solidFill>
              </a:endParaRPr>
            </a:p>
          </p:txBody>
        </p:sp>
        <p:sp>
          <p:nvSpPr>
            <p:cNvPr id="110" name="Freeform 445"/>
            <p:cNvSpPr/>
            <p:nvPr>
              <p:custDataLst>
                <p:tags r:id="rId43"/>
              </p:custDataLst>
            </p:nvPr>
          </p:nvSpPr>
          <p:spPr bwMode="auto">
            <a:xfrm>
              <a:off x="3846" y="2711"/>
              <a:ext cx="4" cy="3"/>
            </a:xfrm>
            <a:custGeom>
              <a:avLst/>
              <a:gdLst>
                <a:gd name="T0" fmla="*/ 0 w 2"/>
                <a:gd name="T1" fmla="*/ 1 h 1"/>
                <a:gd name="T2" fmla="*/ 2 w 2"/>
                <a:gd name="T3" fmla="*/ 0 h 1"/>
                <a:gd name="T4" fmla="*/ 0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2" y="1"/>
                    <a:pt x="1" y="0"/>
                    <a:pt x="2" y="0"/>
                  </a:cubicBezTo>
                  <a:cubicBezTo>
                    <a:pt x="1" y="1"/>
                    <a:pt x="0" y="1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rgbClr val="34322F"/>
                </a:solidFill>
              </a:endParaRPr>
            </a:p>
          </p:txBody>
        </p:sp>
        <p:sp>
          <p:nvSpPr>
            <p:cNvPr id="111" name="Freeform 446"/>
            <p:cNvSpPr/>
            <p:nvPr>
              <p:custDataLst>
                <p:tags r:id="rId44"/>
              </p:custDataLst>
            </p:nvPr>
          </p:nvSpPr>
          <p:spPr bwMode="auto">
            <a:xfrm>
              <a:off x="3822" y="2773"/>
              <a:ext cx="5" cy="2"/>
            </a:xfrm>
            <a:custGeom>
              <a:avLst/>
              <a:gdLst>
                <a:gd name="T0" fmla="*/ 1 w 2"/>
                <a:gd name="T1" fmla="*/ 1 h 1"/>
                <a:gd name="T2" fmla="*/ 0 w 2"/>
                <a:gd name="T3" fmla="*/ 0 h 1"/>
                <a:gd name="T4" fmla="*/ 1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2" y="0"/>
                    <a:pt x="1" y="1"/>
                    <a:pt x="0" y="0"/>
                  </a:cubicBezTo>
                  <a:cubicBezTo>
                    <a:pt x="0" y="1"/>
                    <a:pt x="0" y="1"/>
                    <a:pt x="1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rgbClr val="34322F"/>
                </a:solidFill>
              </a:endParaRPr>
            </a:p>
          </p:txBody>
        </p:sp>
        <p:sp>
          <p:nvSpPr>
            <p:cNvPr id="112" name="Freeform 447"/>
            <p:cNvSpPr/>
            <p:nvPr>
              <p:custDataLst>
                <p:tags r:id="rId45"/>
              </p:custDataLst>
            </p:nvPr>
          </p:nvSpPr>
          <p:spPr bwMode="auto">
            <a:xfrm>
              <a:off x="3765" y="2315"/>
              <a:ext cx="4" cy="0"/>
            </a:xfrm>
            <a:custGeom>
              <a:avLst/>
              <a:gdLst>
                <a:gd name="T0" fmla="*/ 0 w 4"/>
                <a:gd name="T1" fmla="*/ 0 w 4"/>
                <a:gd name="T2" fmla="*/ 4 w 4"/>
                <a:gd name="T3" fmla="*/ 0 w 4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4">
                  <a:moveTo>
                    <a:pt x="0" y="0"/>
                  </a:moveTo>
                  <a:lnTo>
                    <a:pt x="0" y="0"/>
                  </a:lnTo>
                  <a:lnTo>
                    <a:pt x="4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rgbClr val="34322F"/>
                </a:solidFill>
              </a:endParaRPr>
            </a:p>
          </p:txBody>
        </p:sp>
        <p:sp>
          <p:nvSpPr>
            <p:cNvPr id="113" name="Freeform 448"/>
            <p:cNvSpPr/>
            <p:nvPr>
              <p:custDataLst>
                <p:tags r:id="rId46"/>
              </p:custDataLst>
            </p:nvPr>
          </p:nvSpPr>
          <p:spPr bwMode="auto">
            <a:xfrm>
              <a:off x="3842" y="2733"/>
              <a:ext cx="4" cy="0"/>
            </a:xfrm>
            <a:custGeom>
              <a:avLst/>
              <a:gdLst>
                <a:gd name="T0" fmla="*/ 1 w 2"/>
                <a:gd name="T1" fmla="*/ 2 w 2"/>
                <a:gd name="T2" fmla="*/ 1 w 2"/>
                <a:gd name="T3" fmla="*/ 1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2">
                  <a:moveTo>
                    <a:pt x="1" y="0"/>
                  </a:moveTo>
                  <a:cubicBezTo>
                    <a:pt x="1" y="0"/>
                    <a:pt x="2" y="0"/>
                    <a:pt x="2" y="0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1" y="0"/>
                    <a:pt x="0" y="0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rgbClr val="34322F"/>
                </a:solidFill>
              </a:endParaRPr>
            </a:p>
          </p:txBody>
        </p:sp>
        <p:sp>
          <p:nvSpPr>
            <p:cNvPr id="114" name="Freeform 449"/>
            <p:cNvSpPr/>
            <p:nvPr>
              <p:custDataLst>
                <p:tags r:id="rId47"/>
              </p:custDataLst>
            </p:nvPr>
          </p:nvSpPr>
          <p:spPr bwMode="auto">
            <a:xfrm>
              <a:off x="3822" y="2769"/>
              <a:ext cx="7" cy="2"/>
            </a:xfrm>
            <a:custGeom>
              <a:avLst/>
              <a:gdLst>
                <a:gd name="T0" fmla="*/ 0 w 3"/>
                <a:gd name="T1" fmla="*/ 1 h 1"/>
                <a:gd name="T2" fmla="*/ 3 w 3"/>
                <a:gd name="T3" fmla="*/ 1 h 1"/>
                <a:gd name="T4" fmla="*/ 0 w 3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1">
                  <a:moveTo>
                    <a:pt x="0" y="1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2" y="0"/>
                    <a:pt x="1" y="1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rgbClr val="34322F"/>
                </a:solidFill>
              </a:endParaRPr>
            </a:p>
          </p:txBody>
        </p:sp>
        <p:sp>
          <p:nvSpPr>
            <p:cNvPr id="115" name="Freeform 450"/>
            <p:cNvSpPr/>
            <p:nvPr>
              <p:custDataLst>
                <p:tags r:id="rId48"/>
              </p:custDataLst>
            </p:nvPr>
          </p:nvSpPr>
          <p:spPr bwMode="auto">
            <a:xfrm>
              <a:off x="3846" y="2731"/>
              <a:ext cx="2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rgbClr val="34322F"/>
                </a:solidFill>
              </a:endParaRPr>
            </a:p>
          </p:txBody>
        </p:sp>
        <p:sp>
          <p:nvSpPr>
            <p:cNvPr id="116" name="Freeform 451"/>
            <p:cNvSpPr/>
            <p:nvPr>
              <p:custDataLst>
                <p:tags r:id="rId49"/>
              </p:custDataLst>
            </p:nvPr>
          </p:nvSpPr>
          <p:spPr bwMode="auto">
            <a:xfrm>
              <a:off x="3844" y="2724"/>
              <a:ext cx="4" cy="2"/>
            </a:xfrm>
            <a:custGeom>
              <a:avLst/>
              <a:gdLst>
                <a:gd name="T0" fmla="*/ 0 w 2"/>
                <a:gd name="T1" fmla="*/ 0 h 1"/>
                <a:gd name="T2" fmla="*/ 2 w 2"/>
                <a:gd name="T3" fmla="*/ 1 h 1"/>
                <a:gd name="T4" fmla="*/ 0 w 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2" y="0"/>
                    <a:pt x="1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rgbClr val="34322F"/>
                </a:solidFill>
              </a:endParaRPr>
            </a:p>
          </p:txBody>
        </p:sp>
        <p:sp>
          <p:nvSpPr>
            <p:cNvPr id="117" name="Freeform 452"/>
            <p:cNvSpPr/>
            <p:nvPr>
              <p:custDataLst>
                <p:tags r:id="rId50"/>
              </p:custDataLst>
            </p:nvPr>
          </p:nvSpPr>
          <p:spPr bwMode="auto">
            <a:xfrm>
              <a:off x="3844" y="2728"/>
              <a:ext cx="8" cy="3"/>
            </a:xfrm>
            <a:custGeom>
              <a:avLst/>
              <a:gdLst>
                <a:gd name="T0" fmla="*/ 0 w 4"/>
                <a:gd name="T1" fmla="*/ 1 h 1"/>
                <a:gd name="T2" fmla="*/ 1 w 4"/>
                <a:gd name="T3" fmla="*/ 1 h 1"/>
                <a:gd name="T4" fmla="*/ 2 w 4"/>
                <a:gd name="T5" fmla="*/ 0 h 1"/>
                <a:gd name="T6" fmla="*/ 4 w 4"/>
                <a:gd name="T7" fmla="*/ 0 h 1"/>
                <a:gd name="T8" fmla="*/ 0 w 4"/>
                <a:gd name="T9" fmla="*/ 1 h 1"/>
                <a:gd name="T10" fmla="*/ 0 w 4"/>
                <a:gd name="T11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0" y="1"/>
                    <a:pt x="1" y="1"/>
                    <a:pt x="1" y="1"/>
                  </a:cubicBezTo>
                  <a:cubicBezTo>
                    <a:pt x="2" y="1"/>
                    <a:pt x="3" y="0"/>
                    <a:pt x="2" y="0"/>
                  </a:cubicBezTo>
                  <a:cubicBezTo>
                    <a:pt x="3" y="0"/>
                    <a:pt x="4" y="0"/>
                    <a:pt x="4" y="0"/>
                  </a:cubicBezTo>
                  <a:cubicBezTo>
                    <a:pt x="3" y="0"/>
                    <a:pt x="1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rgbClr val="34322F"/>
                </a:solidFill>
              </a:endParaRPr>
            </a:p>
          </p:txBody>
        </p:sp>
      </p:grp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矩形 5"/>
          <p:cNvSpPr/>
          <p:nvPr>
            <p:custDataLst>
              <p:tags r:id="rId1"/>
            </p:custDataLst>
          </p:nvPr>
        </p:nvSpPr>
        <p:spPr>
          <a:xfrm>
            <a:off x="207010" y="708025"/>
            <a:ext cx="3160395" cy="1530350"/>
          </a:xfrm>
          <a:prstGeom prst="rect">
            <a:avLst/>
          </a:prstGeom>
          <a:solidFill>
            <a:srgbClr val="1E7AB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350">
              <a:latin typeface="Noto Serif CJK SC" panose="02020400000000000000" pitchFamily="18" charset="-122"/>
              <a:ea typeface="FZHei-B01S" panose="02010601030101010101" pitchFamily="2" charset="-122"/>
              <a:sym typeface="Noto Serif CJK SC" panose="02020400000000000000" pitchFamily="18" charset="-122"/>
            </a:endParaRPr>
          </a:p>
        </p:txBody>
      </p:sp>
      <p:sp>
        <p:nvSpPr>
          <p:cNvPr id="9" name="矩形 8"/>
          <p:cNvSpPr/>
          <p:nvPr>
            <p:custDataLst>
              <p:tags r:id="rId2"/>
            </p:custDataLst>
          </p:nvPr>
        </p:nvSpPr>
        <p:spPr>
          <a:xfrm>
            <a:off x="207010" y="1406525"/>
            <a:ext cx="8709660" cy="475932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350">
              <a:latin typeface="Noto Serif CJK SC" panose="02020400000000000000" pitchFamily="18" charset="-122"/>
              <a:ea typeface="FZHei-B01S" panose="02010601030101010101" pitchFamily="2" charset="-122"/>
              <a:sym typeface="Noto Serif CJK SC" panose="02020400000000000000" pitchFamily="18" charset="-122"/>
            </a:endParaRPr>
          </a:p>
        </p:txBody>
      </p:sp>
      <p:sp>
        <p:nvSpPr>
          <p:cNvPr id="11" name="Title 1"/>
          <p:cNvSpPr>
            <a:spLocks noGrp="1"/>
          </p:cNvSpPr>
          <p:nvPr>
            <p:custDataLst>
              <p:tags r:id="rId3"/>
            </p:custDataLst>
          </p:nvPr>
        </p:nvSpPr>
        <p:spPr>
          <a:xfrm>
            <a:off x="368935" y="751840"/>
            <a:ext cx="3526790" cy="72136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5335" kern="120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+mj-ea"/>
                <a:cs typeface="Times New Roman" panose="02020603050405020304" pitchFamily="18" charset="0"/>
              </a:defRPr>
            </a:lvl1pPr>
          </a:lstStyle>
          <a:p>
            <a:r>
              <a:rPr lang="en-US" altLang="zh-CN" sz="3600" dirty="0">
                <a:solidFill>
                  <a:schemeClr val="bg1"/>
                </a:solidFill>
              </a:rPr>
              <a:t>Linked Stacks</a:t>
            </a:r>
          </a:p>
        </p:txBody>
      </p:sp>
      <p:pic>
        <p:nvPicPr>
          <p:cNvPr id="13" name="图片 12" descr="华工标志（透明版"/>
          <p:cNvPicPr>
            <a:picLocks noChangeAspect="1"/>
          </p:cNvPicPr>
          <p:nvPr>
            <p:custDataLst>
              <p:tags r:id="rId4"/>
            </p:custDataLst>
          </p:nvPr>
        </p:nvPicPr>
        <p:blipFill>
          <a:blip r:embed="rId16" cstate="print"/>
          <a:stretch>
            <a:fillRect/>
          </a:stretch>
        </p:blipFill>
        <p:spPr>
          <a:xfrm>
            <a:off x="7740015" y="116205"/>
            <a:ext cx="1230630" cy="1230630"/>
          </a:xfrm>
          <a:prstGeom prst="rect">
            <a:avLst/>
          </a:prstGeom>
        </p:spPr>
      </p:pic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18465" y="1613535"/>
            <a:ext cx="8359775" cy="536575"/>
          </a:xfrm>
        </p:spPr>
        <p:txBody>
          <a:bodyPr>
            <a:normAutofit/>
          </a:bodyPr>
          <a:lstStyle/>
          <a:p>
            <a:pPr>
              <a:defRPr/>
            </a:pPr>
            <a:r>
              <a:rPr lang="en-US" altLang="zh-CN" sz="2400" dirty="0"/>
              <a:t>Elements are inserted and removed only from the head of the list</a:t>
            </a:r>
          </a:p>
        </p:txBody>
      </p:sp>
      <p:sp>
        <p:nvSpPr>
          <p:cNvPr id="56324" name="Slide Number Placeholder 3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557530" indent="-21463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857250" indent="-1714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200150" indent="-1714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1543050" indent="-1714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1885950" indent="-1714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228850" indent="-1714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2571750" indent="-1714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2914650" indent="-1714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fld id="{90332E4D-97C2-4445-BFA0-14754A4C26F3}" type="slidenum">
              <a:rPr lang="en-US" altLang="zh-CN" sz="465" smtClean="0"/>
              <a:pPr/>
              <a:t>35</a:t>
            </a:fld>
            <a:endParaRPr lang="en-US" altLang="zh-CN" sz="465"/>
          </a:p>
        </p:txBody>
      </p:sp>
      <p:sp>
        <p:nvSpPr>
          <p:cNvPr id="2" name="矩形 1"/>
          <p:cNvSpPr/>
          <p:nvPr/>
        </p:nvSpPr>
        <p:spPr>
          <a:xfrm>
            <a:off x="539750" y="2109470"/>
            <a:ext cx="8121015" cy="378460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zh-CN" sz="2400" dirty="0">
                <a:solidFill>
                  <a:srgbClr val="008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//A linked stack </a:t>
            </a:r>
          </a:p>
          <a:p>
            <a:r>
              <a:rPr lang="en-US" altLang="zh-CN" sz="24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template &lt;</a:t>
            </a:r>
            <a:r>
              <a:rPr lang="en-US" altLang="zh-CN" sz="24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typename</a:t>
            </a:r>
            <a:r>
              <a:rPr lang="en-US" altLang="zh-CN" sz="24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E&gt; class </a:t>
            </a:r>
            <a:r>
              <a:rPr lang="en-US" altLang="zh-CN" sz="24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LStack</a:t>
            </a:r>
            <a:r>
              <a:rPr lang="en-US" altLang="zh-CN" sz="24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: public Stack&lt;E&gt; {</a:t>
            </a:r>
          </a:p>
          <a:p>
            <a:r>
              <a:rPr lang="en-US" altLang="zh-CN" sz="24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private:</a:t>
            </a:r>
          </a:p>
          <a:p>
            <a:r>
              <a:rPr lang="en-US" altLang="zh-CN" sz="24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	Link&lt;E&gt;* top;	</a:t>
            </a:r>
            <a:r>
              <a:rPr lang="en-US" altLang="zh-CN" sz="2400" dirty="0">
                <a:solidFill>
                  <a:srgbClr val="008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//pointer to first element</a:t>
            </a:r>
          </a:p>
          <a:p>
            <a:r>
              <a:rPr lang="en-US" altLang="zh-CN" sz="24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	</a:t>
            </a:r>
            <a:r>
              <a:rPr lang="en-US" altLang="zh-CN" sz="24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int</a:t>
            </a:r>
            <a:r>
              <a:rPr lang="en-US" altLang="zh-CN" sz="24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size; 		</a:t>
            </a:r>
            <a:r>
              <a:rPr lang="en-US" altLang="zh-CN" sz="2400" dirty="0">
                <a:solidFill>
                  <a:srgbClr val="008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//number of elements</a:t>
            </a:r>
          </a:p>
          <a:p>
            <a:r>
              <a:rPr lang="en-US" altLang="zh-CN" sz="24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public:</a:t>
            </a:r>
          </a:p>
          <a:p>
            <a:r>
              <a:rPr lang="en-US" altLang="zh-CN" sz="24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    </a:t>
            </a:r>
            <a:r>
              <a:rPr lang="en-US" altLang="zh-CN" sz="24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LStack</a:t>
            </a:r>
            <a:r>
              <a:rPr lang="en-US" altLang="zh-CN" sz="24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(</a:t>
            </a:r>
            <a:r>
              <a:rPr lang="en-US" altLang="zh-CN" sz="24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int</a:t>
            </a:r>
            <a:r>
              <a:rPr lang="en-US" altLang="zh-CN" sz="24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zh-CN" sz="24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sz</a:t>
            </a:r>
            <a:r>
              <a:rPr lang="en-US" altLang="zh-CN" sz="24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= </a:t>
            </a:r>
            <a:r>
              <a:rPr lang="en-US" altLang="zh-CN" sz="24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defaultSize</a:t>
            </a:r>
            <a:r>
              <a:rPr lang="en-US" altLang="zh-CN" sz="24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){ 	</a:t>
            </a:r>
            <a:r>
              <a:rPr lang="en-US" altLang="zh-CN" sz="2400" dirty="0">
                <a:solidFill>
                  <a:srgbClr val="008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//Constructor</a:t>
            </a:r>
            <a:r>
              <a:rPr lang="en-US" altLang="zh-CN" sz="24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           </a:t>
            </a:r>
          </a:p>
          <a:p>
            <a:r>
              <a:rPr lang="en-US" altLang="zh-CN" sz="24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          top = NULL; size = 0;</a:t>
            </a:r>
          </a:p>
          <a:p>
            <a:r>
              <a:rPr lang="en-US" altLang="zh-CN" sz="24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   }</a:t>
            </a:r>
          </a:p>
          <a:p>
            <a:r>
              <a:rPr lang="en-US" altLang="zh-CN" sz="24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   ~</a:t>
            </a:r>
            <a:r>
              <a:rPr lang="en-US" altLang="zh-CN" sz="24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LStack</a:t>
            </a:r>
            <a:r>
              <a:rPr lang="en-US" altLang="zh-CN" sz="24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()  { clear(); }		</a:t>
            </a:r>
            <a:r>
              <a:rPr lang="en-US" altLang="zh-CN" sz="2400" dirty="0">
                <a:solidFill>
                  <a:srgbClr val="008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//Destructor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fld id="{2FB1C091-8013-4724-ADF3-184C36FCF23B}" type="datetime1">
              <a:rPr lang="zh-CN" altLang="en-US" sz="465" smtClean="0"/>
              <a:pPr>
                <a:defRPr/>
              </a:pPr>
              <a:t>2025/12/16</a:t>
            </a:fld>
            <a:endParaRPr lang="zh-CN" altLang="en-US" sz="465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altLang="zh-CN" sz="465"/>
              <a:t>Stacks and Queues - Lecture 6</a:t>
            </a:r>
            <a:endParaRPr lang="zh-CN" altLang="en-US" sz="465"/>
          </a:p>
        </p:txBody>
      </p:sp>
      <p:grpSp>
        <p:nvGrpSpPr>
          <p:cNvPr id="8" name="PA_chenying0907 3"/>
          <p:cNvGrpSpPr/>
          <p:nvPr>
            <p:custDataLst>
              <p:tags r:id="rId5"/>
            </p:custDataLst>
          </p:nvPr>
        </p:nvGrpSpPr>
        <p:grpSpPr>
          <a:xfrm rot="6960000">
            <a:off x="7953525" y="5229235"/>
            <a:ext cx="648510" cy="752868"/>
            <a:chOff x="5957888" y="3260725"/>
            <a:chExt cx="276225" cy="320675"/>
          </a:xfrm>
          <a:solidFill>
            <a:schemeClr val="accent5">
              <a:alpha val="44000"/>
            </a:schemeClr>
          </a:solidFill>
        </p:grpSpPr>
        <p:sp>
          <p:nvSpPr>
            <p:cNvPr id="10" name="Freeform 40217"/>
            <p:cNvSpPr>
              <a:spLocks noEditPoints="1"/>
            </p:cNvSpPr>
            <p:nvPr>
              <p:custDataLst>
                <p:tags r:id="rId6"/>
              </p:custDataLst>
            </p:nvPr>
          </p:nvSpPr>
          <p:spPr bwMode="auto">
            <a:xfrm>
              <a:off x="5989638" y="3260725"/>
              <a:ext cx="244475" cy="258763"/>
            </a:xfrm>
            <a:custGeom>
              <a:avLst/>
              <a:gdLst>
                <a:gd name="T0" fmla="*/ 33 w 62"/>
                <a:gd name="T1" fmla="*/ 54 h 66"/>
                <a:gd name="T2" fmla="*/ 41 w 62"/>
                <a:gd name="T3" fmla="*/ 26 h 66"/>
                <a:gd name="T4" fmla="*/ 19 w 62"/>
                <a:gd name="T5" fmla="*/ 48 h 66"/>
                <a:gd name="T6" fmla="*/ 17 w 62"/>
                <a:gd name="T7" fmla="*/ 54 h 66"/>
                <a:gd name="T8" fmla="*/ 0 w 62"/>
                <a:gd name="T9" fmla="*/ 48 h 66"/>
                <a:gd name="T10" fmla="*/ 10 w 62"/>
                <a:gd name="T11" fmla="*/ 27 h 66"/>
                <a:gd name="T12" fmla="*/ 57 w 62"/>
                <a:gd name="T13" fmla="*/ 9 h 66"/>
                <a:gd name="T14" fmla="*/ 58 w 62"/>
                <a:gd name="T15" fmla="*/ 48 h 66"/>
                <a:gd name="T16" fmla="*/ 51 w 62"/>
                <a:gd name="T17" fmla="*/ 63 h 66"/>
                <a:gd name="T18" fmla="*/ 42 w 62"/>
                <a:gd name="T19" fmla="*/ 65 h 66"/>
                <a:gd name="T20" fmla="*/ 30 w 62"/>
                <a:gd name="T21" fmla="*/ 60 h 66"/>
                <a:gd name="T22" fmla="*/ 53 w 62"/>
                <a:gd name="T23" fmla="*/ 37 h 66"/>
                <a:gd name="T24" fmla="*/ 50 w 62"/>
                <a:gd name="T25" fmla="*/ 7 h 66"/>
                <a:gd name="T26" fmla="*/ 12 w 62"/>
                <a:gd name="T27" fmla="*/ 26 h 66"/>
                <a:gd name="T28" fmla="*/ 13 w 62"/>
                <a:gd name="T29" fmla="*/ 38 h 66"/>
                <a:gd name="T30" fmla="*/ 31 w 62"/>
                <a:gd name="T31" fmla="*/ 20 h 66"/>
                <a:gd name="T32" fmla="*/ 42 w 62"/>
                <a:gd name="T33" fmla="*/ 36 h 66"/>
                <a:gd name="T34" fmla="*/ 49 w 62"/>
                <a:gd name="T35" fmla="*/ 51 h 66"/>
                <a:gd name="T36" fmla="*/ 57 w 62"/>
                <a:gd name="T37" fmla="*/ 19 h 66"/>
                <a:gd name="T38" fmla="*/ 51 w 62"/>
                <a:gd name="T39" fmla="*/ 51 h 66"/>
                <a:gd name="T40" fmla="*/ 61 w 62"/>
                <a:gd name="T41" fmla="*/ 24 h 66"/>
                <a:gd name="T42" fmla="*/ 43 w 62"/>
                <a:gd name="T43" fmla="*/ 63 h 66"/>
                <a:gd name="T44" fmla="*/ 45 w 62"/>
                <a:gd name="T45" fmla="*/ 51 h 66"/>
                <a:gd name="T46" fmla="*/ 38 w 62"/>
                <a:gd name="T47" fmla="*/ 49 h 66"/>
                <a:gd name="T48" fmla="*/ 43 w 62"/>
                <a:gd name="T49" fmla="*/ 63 h 66"/>
                <a:gd name="T50" fmla="*/ 11 w 62"/>
                <a:gd name="T51" fmla="*/ 50 h 66"/>
                <a:gd name="T52" fmla="*/ 13 w 62"/>
                <a:gd name="T53" fmla="*/ 39 h 66"/>
                <a:gd name="T54" fmla="*/ 5 w 62"/>
                <a:gd name="T55" fmla="*/ 39 h 66"/>
                <a:gd name="T56" fmla="*/ 35 w 62"/>
                <a:gd name="T57" fmla="*/ 21 h 66"/>
                <a:gd name="T58" fmla="*/ 23 w 62"/>
                <a:gd name="T59" fmla="*/ 36 h 66"/>
                <a:gd name="T60" fmla="*/ 45 w 62"/>
                <a:gd name="T61" fmla="*/ 63 h 66"/>
                <a:gd name="T62" fmla="*/ 55 w 62"/>
                <a:gd name="T63" fmla="*/ 53 h 66"/>
                <a:gd name="T64" fmla="*/ 45 w 62"/>
                <a:gd name="T65" fmla="*/ 63 h 66"/>
                <a:gd name="T66" fmla="*/ 21 w 62"/>
                <a:gd name="T67" fmla="*/ 40 h 66"/>
                <a:gd name="T68" fmla="*/ 12 w 62"/>
                <a:gd name="T69" fmla="*/ 5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62" h="66">
                  <a:moveTo>
                    <a:pt x="30" y="60"/>
                  </a:moveTo>
                  <a:cubicBezTo>
                    <a:pt x="31" y="58"/>
                    <a:pt x="32" y="56"/>
                    <a:pt x="33" y="54"/>
                  </a:cubicBezTo>
                  <a:cubicBezTo>
                    <a:pt x="38" y="47"/>
                    <a:pt x="41" y="39"/>
                    <a:pt x="42" y="31"/>
                  </a:cubicBezTo>
                  <a:cubicBezTo>
                    <a:pt x="42" y="29"/>
                    <a:pt x="42" y="28"/>
                    <a:pt x="41" y="26"/>
                  </a:cubicBezTo>
                  <a:cubicBezTo>
                    <a:pt x="40" y="21"/>
                    <a:pt x="36" y="21"/>
                    <a:pt x="33" y="25"/>
                  </a:cubicBezTo>
                  <a:cubicBezTo>
                    <a:pt x="27" y="31"/>
                    <a:pt x="22" y="39"/>
                    <a:pt x="19" y="48"/>
                  </a:cubicBezTo>
                  <a:cubicBezTo>
                    <a:pt x="18" y="49"/>
                    <a:pt x="18" y="50"/>
                    <a:pt x="18" y="51"/>
                  </a:cubicBezTo>
                  <a:cubicBezTo>
                    <a:pt x="18" y="52"/>
                    <a:pt x="17" y="53"/>
                    <a:pt x="17" y="54"/>
                  </a:cubicBezTo>
                  <a:cubicBezTo>
                    <a:pt x="15" y="52"/>
                    <a:pt x="13" y="52"/>
                    <a:pt x="11" y="53"/>
                  </a:cubicBezTo>
                  <a:cubicBezTo>
                    <a:pt x="9" y="50"/>
                    <a:pt x="4" y="50"/>
                    <a:pt x="0" y="48"/>
                  </a:cubicBezTo>
                  <a:cubicBezTo>
                    <a:pt x="1" y="45"/>
                    <a:pt x="3" y="41"/>
                    <a:pt x="4" y="38"/>
                  </a:cubicBezTo>
                  <a:cubicBezTo>
                    <a:pt x="6" y="34"/>
                    <a:pt x="8" y="30"/>
                    <a:pt x="10" y="27"/>
                  </a:cubicBezTo>
                  <a:cubicBezTo>
                    <a:pt x="13" y="19"/>
                    <a:pt x="19" y="13"/>
                    <a:pt x="25" y="8"/>
                  </a:cubicBezTo>
                  <a:cubicBezTo>
                    <a:pt x="35" y="0"/>
                    <a:pt x="50" y="2"/>
                    <a:pt x="57" y="9"/>
                  </a:cubicBezTo>
                  <a:cubicBezTo>
                    <a:pt x="61" y="14"/>
                    <a:pt x="62" y="20"/>
                    <a:pt x="62" y="27"/>
                  </a:cubicBezTo>
                  <a:cubicBezTo>
                    <a:pt x="62" y="34"/>
                    <a:pt x="60" y="41"/>
                    <a:pt x="58" y="48"/>
                  </a:cubicBezTo>
                  <a:cubicBezTo>
                    <a:pt x="56" y="53"/>
                    <a:pt x="53" y="57"/>
                    <a:pt x="51" y="62"/>
                  </a:cubicBezTo>
                  <a:cubicBezTo>
                    <a:pt x="51" y="62"/>
                    <a:pt x="51" y="63"/>
                    <a:pt x="51" y="63"/>
                  </a:cubicBezTo>
                  <a:cubicBezTo>
                    <a:pt x="51" y="64"/>
                    <a:pt x="50" y="65"/>
                    <a:pt x="50" y="66"/>
                  </a:cubicBezTo>
                  <a:cubicBezTo>
                    <a:pt x="47" y="66"/>
                    <a:pt x="44" y="66"/>
                    <a:pt x="42" y="65"/>
                  </a:cubicBezTo>
                  <a:cubicBezTo>
                    <a:pt x="40" y="63"/>
                    <a:pt x="37" y="62"/>
                    <a:pt x="35" y="61"/>
                  </a:cubicBezTo>
                  <a:cubicBezTo>
                    <a:pt x="33" y="61"/>
                    <a:pt x="32" y="60"/>
                    <a:pt x="30" y="60"/>
                  </a:cubicBezTo>
                  <a:close/>
                  <a:moveTo>
                    <a:pt x="49" y="51"/>
                  </a:moveTo>
                  <a:cubicBezTo>
                    <a:pt x="50" y="46"/>
                    <a:pt x="52" y="41"/>
                    <a:pt x="53" y="37"/>
                  </a:cubicBezTo>
                  <a:cubicBezTo>
                    <a:pt x="55" y="30"/>
                    <a:pt x="56" y="24"/>
                    <a:pt x="55" y="17"/>
                  </a:cubicBezTo>
                  <a:cubicBezTo>
                    <a:pt x="55" y="13"/>
                    <a:pt x="53" y="9"/>
                    <a:pt x="50" y="7"/>
                  </a:cubicBezTo>
                  <a:cubicBezTo>
                    <a:pt x="43" y="4"/>
                    <a:pt x="33" y="3"/>
                    <a:pt x="26" y="9"/>
                  </a:cubicBezTo>
                  <a:cubicBezTo>
                    <a:pt x="20" y="14"/>
                    <a:pt x="16" y="19"/>
                    <a:pt x="12" y="26"/>
                  </a:cubicBezTo>
                  <a:cubicBezTo>
                    <a:pt x="10" y="29"/>
                    <a:pt x="9" y="32"/>
                    <a:pt x="7" y="36"/>
                  </a:cubicBezTo>
                  <a:cubicBezTo>
                    <a:pt x="9" y="36"/>
                    <a:pt x="11" y="37"/>
                    <a:pt x="13" y="38"/>
                  </a:cubicBezTo>
                  <a:cubicBezTo>
                    <a:pt x="15" y="39"/>
                    <a:pt x="15" y="37"/>
                    <a:pt x="16" y="36"/>
                  </a:cubicBezTo>
                  <a:cubicBezTo>
                    <a:pt x="19" y="29"/>
                    <a:pt x="24" y="24"/>
                    <a:pt x="31" y="20"/>
                  </a:cubicBezTo>
                  <a:cubicBezTo>
                    <a:pt x="36" y="18"/>
                    <a:pt x="41" y="19"/>
                    <a:pt x="42" y="25"/>
                  </a:cubicBezTo>
                  <a:cubicBezTo>
                    <a:pt x="43" y="29"/>
                    <a:pt x="43" y="33"/>
                    <a:pt x="42" y="36"/>
                  </a:cubicBezTo>
                  <a:cubicBezTo>
                    <a:pt x="42" y="40"/>
                    <a:pt x="41" y="43"/>
                    <a:pt x="40" y="47"/>
                  </a:cubicBezTo>
                  <a:cubicBezTo>
                    <a:pt x="43" y="48"/>
                    <a:pt x="46" y="50"/>
                    <a:pt x="49" y="51"/>
                  </a:cubicBezTo>
                  <a:close/>
                  <a:moveTo>
                    <a:pt x="55" y="10"/>
                  </a:moveTo>
                  <a:cubicBezTo>
                    <a:pt x="55" y="13"/>
                    <a:pt x="57" y="16"/>
                    <a:pt x="57" y="19"/>
                  </a:cubicBezTo>
                  <a:cubicBezTo>
                    <a:pt x="58" y="27"/>
                    <a:pt x="56" y="34"/>
                    <a:pt x="54" y="41"/>
                  </a:cubicBezTo>
                  <a:cubicBezTo>
                    <a:pt x="53" y="44"/>
                    <a:pt x="52" y="48"/>
                    <a:pt x="51" y="51"/>
                  </a:cubicBezTo>
                  <a:cubicBezTo>
                    <a:pt x="55" y="52"/>
                    <a:pt x="56" y="50"/>
                    <a:pt x="57" y="46"/>
                  </a:cubicBezTo>
                  <a:cubicBezTo>
                    <a:pt x="59" y="39"/>
                    <a:pt x="61" y="32"/>
                    <a:pt x="61" y="24"/>
                  </a:cubicBezTo>
                  <a:cubicBezTo>
                    <a:pt x="60" y="18"/>
                    <a:pt x="59" y="13"/>
                    <a:pt x="55" y="10"/>
                  </a:cubicBezTo>
                  <a:close/>
                  <a:moveTo>
                    <a:pt x="43" y="63"/>
                  </a:moveTo>
                  <a:cubicBezTo>
                    <a:pt x="45" y="60"/>
                    <a:pt x="46" y="57"/>
                    <a:pt x="47" y="55"/>
                  </a:cubicBezTo>
                  <a:cubicBezTo>
                    <a:pt x="47" y="54"/>
                    <a:pt x="47" y="51"/>
                    <a:pt x="45" y="51"/>
                  </a:cubicBezTo>
                  <a:cubicBezTo>
                    <a:pt x="44" y="50"/>
                    <a:pt x="42" y="49"/>
                    <a:pt x="41" y="49"/>
                  </a:cubicBezTo>
                  <a:cubicBezTo>
                    <a:pt x="40" y="49"/>
                    <a:pt x="39" y="48"/>
                    <a:pt x="38" y="49"/>
                  </a:cubicBezTo>
                  <a:cubicBezTo>
                    <a:pt x="36" y="53"/>
                    <a:pt x="35" y="56"/>
                    <a:pt x="33" y="59"/>
                  </a:cubicBezTo>
                  <a:cubicBezTo>
                    <a:pt x="36" y="60"/>
                    <a:pt x="40" y="61"/>
                    <a:pt x="43" y="63"/>
                  </a:cubicBezTo>
                  <a:close/>
                  <a:moveTo>
                    <a:pt x="2" y="48"/>
                  </a:moveTo>
                  <a:cubicBezTo>
                    <a:pt x="5" y="48"/>
                    <a:pt x="8" y="49"/>
                    <a:pt x="11" y="50"/>
                  </a:cubicBezTo>
                  <a:cubicBezTo>
                    <a:pt x="12" y="47"/>
                    <a:pt x="13" y="44"/>
                    <a:pt x="14" y="41"/>
                  </a:cubicBezTo>
                  <a:cubicBezTo>
                    <a:pt x="14" y="41"/>
                    <a:pt x="13" y="40"/>
                    <a:pt x="13" y="39"/>
                  </a:cubicBezTo>
                  <a:cubicBezTo>
                    <a:pt x="11" y="39"/>
                    <a:pt x="9" y="39"/>
                    <a:pt x="6" y="38"/>
                  </a:cubicBezTo>
                  <a:cubicBezTo>
                    <a:pt x="6" y="38"/>
                    <a:pt x="6" y="39"/>
                    <a:pt x="5" y="39"/>
                  </a:cubicBezTo>
                  <a:cubicBezTo>
                    <a:pt x="4" y="42"/>
                    <a:pt x="3" y="44"/>
                    <a:pt x="2" y="48"/>
                  </a:cubicBezTo>
                  <a:close/>
                  <a:moveTo>
                    <a:pt x="35" y="21"/>
                  </a:moveTo>
                  <a:cubicBezTo>
                    <a:pt x="30" y="21"/>
                    <a:pt x="18" y="31"/>
                    <a:pt x="17" y="39"/>
                  </a:cubicBezTo>
                  <a:cubicBezTo>
                    <a:pt x="20" y="39"/>
                    <a:pt x="21" y="39"/>
                    <a:pt x="23" y="36"/>
                  </a:cubicBezTo>
                  <a:cubicBezTo>
                    <a:pt x="26" y="30"/>
                    <a:pt x="30" y="25"/>
                    <a:pt x="35" y="21"/>
                  </a:cubicBezTo>
                  <a:close/>
                  <a:moveTo>
                    <a:pt x="45" y="63"/>
                  </a:moveTo>
                  <a:cubicBezTo>
                    <a:pt x="48" y="65"/>
                    <a:pt x="49" y="64"/>
                    <a:pt x="50" y="62"/>
                  </a:cubicBezTo>
                  <a:cubicBezTo>
                    <a:pt x="52" y="59"/>
                    <a:pt x="53" y="56"/>
                    <a:pt x="55" y="53"/>
                  </a:cubicBezTo>
                  <a:cubicBezTo>
                    <a:pt x="51" y="52"/>
                    <a:pt x="49" y="53"/>
                    <a:pt x="48" y="56"/>
                  </a:cubicBezTo>
                  <a:cubicBezTo>
                    <a:pt x="47" y="59"/>
                    <a:pt x="46" y="61"/>
                    <a:pt x="45" y="63"/>
                  </a:cubicBezTo>
                  <a:close/>
                  <a:moveTo>
                    <a:pt x="16" y="51"/>
                  </a:moveTo>
                  <a:cubicBezTo>
                    <a:pt x="18" y="47"/>
                    <a:pt x="19" y="44"/>
                    <a:pt x="21" y="40"/>
                  </a:cubicBezTo>
                  <a:cubicBezTo>
                    <a:pt x="19" y="40"/>
                    <a:pt x="17" y="40"/>
                    <a:pt x="15" y="40"/>
                  </a:cubicBezTo>
                  <a:cubicBezTo>
                    <a:pt x="14" y="44"/>
                    <a:pt x="13" y="47"/>
                    <a:pt x="12" y="50"/>
                  </a:cubicBezTo>
                  <a:cubicBezTo>
                    <a:pt x="14" y="50"/>
                    <a:pt x="15" y="50"/>
                    <a:pt x="16" y="5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" name="Freeform 40218"/>
            <p:cNvSpPr/>
            <p:nvPr>
              <p:custDataLst>
                <p:tags r:id="rId7"/>
              </p:custDataLst>
            </p:nvPr>
          </p:nvSpPr>
          <p:spPr bwMode="auto">
            <a:xfrm>
              <a:off x="5957888" y="3479800"/>
              <a:ext cx="28575" cy="31750"/>
            </a:xfrm>
            <a:custGeom>
              <a:avLst/>
              <a:gdLst>
                <a:gd name="T0" fmla="*/ 7 w 7"/>
                <a:gd name="T1" fmla="*/ 0 h 8"/>
                <a:gd name="T2" fmla="*/ 0 w 7"/>
                <a:gd name="T3" fmla="*/ 8 h 8"/>
                <a:gd name="T4" fmla="*/ 7 w 7"/>
                <a:gd name="T5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8">
                  <a:moveTo>
                    <a:pt x="7" y="0"/>
                  </a:moveTo>
                  <a:cubicBezTo>
                    <a:pt x="6" y="4"/>
                    <a:pt x="3" y="8"/>
                    <a:pt x="0" y="8"/>
                  </a:cubicBezTo>
                  <a:cubicBezTo>
                    <a:pt x="2" y="6"/>
                    <a:pt x="4" y="3"/>
                    <a:pt x="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" name="Freeform 40219"/>
            <p:cNvSpPr/>
            <p:nvPr>
              <p:custDataLst>
                <p:tags r:id="rId8"/>
              </p:custDataLst>
            </p:nvPr>
          </p:nvSpPr>
          <p:spPr bwMode="auto">
            <a:xfrm>
              <a:off x="6167438" y="3533775"/>
              <a:ext cx="11113" cy="47625"/>
            </a:xfrm>
            <a:custGeom>
              <a:avLst/>
              <a:gdLst>
                <a:gd name="T0" fmla="*/ 1 w 3"/>
                <a:gd name="T1" fmla="*/ 0 h 12"/>
                <a:gd name="T2" fmla="*/ 3 w 3"/>
                <a:gd name="T3" fmla="*/ 12 h 12"/>
                <a:gd name="T4" fmla="*/ 0 w 3"/>
                <a:gd name="T5" fmla="*/ 0 h 12"/>
                <a:gd name="T6" fmla="*/ 1 w 3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12">
                  <a:moveTo>
                    <a:pt x="1" y="0"/>
                  </a:moveTo>
                  <a:cubicBezTo>
                    <a:pt x="2" y="4"/>
                    <a:pt x="2" y="8"/>
                    <a:pt x="3" y="12"/>
                  </a:cubicBezTo>
                  <a:cubicBezTo>
                    <a:pt x="1" y="11"/>
                    <a:pt x="1" y="1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" name="Freeform 40220"/>
            <p:cNvSpPr/>
            <p:nvPr>
              <p:custDataLst>
                <p:tags r:id="rId9"/>
              </p:custDataLst>
            </p:nvPr>
          </p:nvSpPr>
          <p:spPr bwMode="auto">
            <a:xfrm>
              <a:off x="5986463" y="3498850"/>
              <a:ext cx="11113" cy="39688"/>
            </a:xfrm>
            <a:custGeom>
              <a:avLst/>
              <a:gdLst>
                <a:gd name="T0" fmla="*/ 3 w 3"/>
                <a:gd name="T1" fmla="*/ 0 h 10"/>
                <a:gd name="T2" fmla="*/ 1 w 3"/>
                <a:gd name="T3" fmla="*/ 10 h 10"/>
                <a:gd name="T4" fmla="*/ 3 w 3"/>
                <a:gd name="T5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10">
                  <a:moveTo>
                    <a:pt x="3" y="0"/>
                  </a:moveTo>
                  <a:cubicBezTo>
                    <a:pt x="3" y="3"/>
                    <a:pt x="2" y="6"/>
                    <a:pt x="1" y="10"/>
                  </a:cubicBezTo>
                  <a:cubicBezTo>
                    <a:pt x="0" y="8"/>
                    <a:pt x="1" y="2"/>
                    <a:pt x="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" name="Freeform 40221"/>
            <p:cNvSpPr/>
            <p:nvPr>
              <p:custDataLst>
                <p:tags r:id="rId10"/>
              </p:custDataLst>
            </p:nvPr>
          </p:nvSpPr>
          <p:spPr bwMode="auto">
            <a:xfrm>
              <a:off x="6092826" y="3538538"/>
              <a:ext cx="19050" cy="34925"/>
            </a:xfrm>
            <a:custGeom>
              <a:avLst/>
              <a:gdLst>
                <a:gd name="T0" fmla="*/ 0 w 5"/>
                <a:gd name="T1" fmla="*/ 9 h 9"/>
                <a:gd name="T2" fmla="*/ 0 w 5"/>
                <a:gd name="T3" fmla="*/ 7 h 9"/>
                <a:gd name="T4" fmla="*/ 2 w 5"/>
                <a:gd name="T5" fmla="*/ 3 h 9"/>
                <a:gd name="T6" fmla="*/ 5 w 5"/>
                <a:gd name="T7" fmla="*/ 0 h 9"/>
                <a:gd name="T8" fmla="*/ 5 w 5"/>
                <a:gd name="T9" fmla="*/ 0 h 9"/>
                <a:gd name="T10" fmla="*/ 0 w 5"/>
                <a:gd name="T11" fmla="*/ 9 h 9"/>
                <a:gd name="T12" fmla="*/ 0 w 5"/>
                <a:gd name="T13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9">
                  <a:moveTo>
                    <a:pt x="0" y="9"/>
                  </a:moveTo>
                  <a:cubicBezTo>
                    <a:pt x="0" y="8"/>
                    <a:pt x="0" y="7"/>
                    <a:pt x="0" y="7"/>
                  </a:cubicBezTo>
                  <a:cubicBezTo>
                    <a:pt x="1" y="6"/>
                    <a:pt x="1" y="4"/>
                    <a:pt x="2" y="3"/>
                  </a:cubicBezTo>
                  <a:cubicBezTo>
                    <a:pt x="3" y="2"/>
                    <a:pt x="4" y="1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3"/>
                    <a:pt x="2" y="6"/>
                    <a:pt x="0" y="9"/>
                  </a:cubicBezTo>
                  <a:cubicBezTo>
                    <a:pt x="0" y="9"/>
                    <a:pt x="0" y="9"/>
                    <a:pt x="0" y="9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" name="Freeform 40222"/>
            <p:cNvSpPr/>
            <p:nvPr>
              <p:custDataLst>
                <p:tags r:id="rId11"/>
              </p:custDataLst>
            </p:nvPr>
          </p:nvSpPr>
          <p:spPr bwMode="auto">
            <a:xfrm>
              <a:off x="6021388" y="3498850"/>
              <a:ext cx="7938" cy="39688"/>
            </a:xfrm>
            <a:custGeom>
              <a:avLst/>
              <a:gdLst>
                <a:gd name="T0" fmla="*/ 1 w 2"/>
                <a:gd name="T1" fmla="*/ 0 h 10"/>
                <a:gd name="T2" fmla="*/ 2 w 2"/>
                <a:gd name="T3" fmla="*/ 10 h 10"/>
                <a:gd name="T4" fmla="*/ 1 w 2"/>
                <a:gd name="T5" fmla="*/ 10 h 10"/>
                <a:gd name="T6" fmla="*/ 1 w 2"/>
                <a:gd name="T7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0">
                  <a:moveTo>
                    <a:pt x="1" y="0"/>
                  </a:moveTo>
                  <a:cubicBezTo>
                    <a:pt x="1" y="4"/>
                    <a:pt x="1" y="7"/>
                    <a:pt x="2" y="10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0" y="7"/>
                    <a:pt x="0" y="4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" name="Freeform 40223"/>
            <p:cNvSpPr/>
            <p:nvPr>
              <p:custDataLst>
                <p:tags r:id="rId12"/>
              </p:custDataLst>
            </p:nvPr>
          </p:nvSpPr>
          <p:spPr bwMode="auto">
            <a:xfrm>
              <a:off x="6061076" y="3525838"/>
              <a:ext cx="26988" cy="23813"/>
            </a:xfrm>
            <a:custGeom>
              <a:avLst/>
              <a:gdLst>
                <a:gd name="T0" fmla="*/ 0 w 7"/>
                <a:gd name="T1" fmla="*/ 5 h 6"/>
                <a:gd name="T2" fmla="*/ 6 w 7"/>
                <a:gd name="T3" fmla="*/ 0 h 6"/>
                <a:gd name="T4" fmla="*/ 7 w 7"/>
                <a:gd name="T5" fmla="*/ 1 h 6"/>
                <a:gd name="T6" fmla="*/ 2 w 7"/>
                <a:gd name="T7" fmla="*/ 6 h 6"/>
                <a:gd name="T8" fmla="*/ 0 w 7"/>
                <a:gd name="T9" fmla="*/ 5 h 6"/>
                <a:gd name="T10" fmla="*/ 0 w 7"/>
                <a:gd name="T11" fmla="*/ 5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6">
                  <a:moveTo>
                    <a:pt x="0" y="5"/>
                  </a:moveTo>
                  <a:cubicBezTo>
                    <a:pt x="2" y="3"/>
                    <a:pt x="4" y="2"/>
                    <a:pt x="6" y="0"/>
                  </a:cubicBezTo>
                  <a:cubicBezTo>
                    <a:pt x="6" y="1"/>
                    <a:pt x="7" y="1"/>
                    <a:pt x="7" y="1"/>
                  </a:cubicBezTo>
                  <a:cubicBezTo>
                    <a:pt x="5" y="3"/>
                    <a:pt x="3" y="4"/>
                    <a:pt x="2" y="6"/>
                  </a:cubicBezTo>
                  <a:cubicBezTo>
                    <a:pt x="1" y="6"/>
                    <a:pt x="1" y="5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" name="Freeform 40224"/>
            <p:cNvSpPr/>
            <p:nvPr>
              <p:custDataLst>
                <p:tags r:id="rId13"/>
              </p:custDataLst>
            </p:nvPr>
          </p:nvSpPr>
          <p:spPr bwMode="auto">
            <a:xfrm>
              <a:off x="6127751" y="3541713"/>
              <a:ext cx="11113" cy="31750"/>
            </a:xfrm>
            <a:custGeom>
              <a:avLst/>
              <a:gdLst>
                <a:gd name="T0" fmla="*/ 2 w 3"/>
                <a:gd name="T1" fmla="*/ 8 h 8"/>
                <a:gd name="T2" fmla="*/ 2 w 3"/>
                <a:gd name="T3" fmla="*/ 0 h 8"/>
                <a:gd name="T4" fmla="*/ 3 w 3"/>
                <a:gd name="T5" fmla="*/ 0 h 8"/>
                <a:gd name="T6" fmla="*/ 2 w 3"/>
                <a:gd name="T7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8">
                  <a:moveTo>
                    <a:pt x="2" y="8"/>
                  </a:moveTo>
                  <a:cubicBezTo>
                    <a:pt x="0" y="7"/>
                    <a:pt x="0" y="7"/>
                    <a:pt x="2" y="0"/>
                  </a:cubicBezTo>
                  <a:cubicBezTo>
                    <a:pt x="2" y="0"/>
                    <a:pt x="3" y="0"/>
                    <a:pt x="3" y="0"/>
                  </a:cubicBezTo>
                  <a:cubicBezTo>
                    <a:pt x="3" y="2"/>
                    <a:pt x="2" y="5"/>
                    <a:pt x="2" y="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" name="Freeform 40225"/>
            <p:cNvSpPr/>
            <p:nvPr>
              <p:custDataLst>
                <p:tags r:id="rId14"/>
              </p:custDataLst>
            </p:nvPr>
          </p:nvSpPr>
          <p:spPr bwMode="auto">
            <a:xfrm>
              <a:off x="6048376" y="3487738"/>
              <a:ext cx="7938" cy="34925"/>
            </a:xfrm>
            <a:custGeom>
              <a:avLst/>
              <a:gdLst>
                <a:gd name="T0" fmla="*/ 1 w 2"/>
                <a:gd name="T1" fmla="*/ 9 h 9"/>
                <a:gd name="T2" fmla="*/ 0 w 2"/>
                <a:gd name="T3" fmla="*/ 0 h 9"/>
                <a:gd name="T4" fmla="*/ 1 w 2"/>
                <a:gd name="T5" fmla="*/ 0 h 9"/>
                <a:gd name="T6" fmla="*/ 2 w 2"/>
                <a:gd name="T7" fmla="*/ 8 h 9"/>
                <a:gd name="T8" fmla="*/ 1 w 2"/>
                <a:gd name="T9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9">
                  <a:moveTo>
                    <a:pt x="1" y="9"/>
                  </a:moveTo>
                  <a:cubicBezTo>
                    <a:pt x="1" y="6"/>
                    <a:pt x="1" y="3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3"/>
                    <a:pt x="2" y="6"/>
                    <a:pt x="2" y="8"/>
                  </a:cubicBezTo>
                  <a:cubicBezTo>
                    <a:pt x="2" y="8"/>
                    <a:pt x="1" y="9"/>
                    <a:pt x="1" y="9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矩形 5"/>
          <p:cNvSpPr/>
          <p:nvPr>
            <p:custDataLst>
              <p:tags r:id="rId1"/>
            </p:custDataLst>
          </p:nvPr>
        </p:nvSpPr>
        <p:spPr>
          <a:xfrm>
            <a:off x="207010" y="708025"/>
            <a:ext cx="3859530" cy="1530350"/>
          </a:xfrm>
          <a:prstGeom prst="rect">
            <a:avLst/>
          </a:prstGeom>
          <a:solidFill>
            <a:srgbClr val="1E7AB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350">
              <a:latin typeface="Noto Serif CJK SC" panose="02020400000000000000" pitchFamily="18" charset="-122"/>
              <a:ea typeface="FZHei-B01S" panose="02010601030101010101" pitchFamily="2" charset="-122"/>
              <a:sym typeface="Noto Serif CJK SC" panose="02020400000000000000" pitchFamily="18" charset="-122"/>
            </a:endParaRPr>
          </a:p>
        </p:txBody>
      </p:sp>
      <p:sp>
        <p:nvSpPr>
          <p:cNvPr id="9" name="矩形 8"/>
          <p:cNvSpPr/>
          <p:nvPr>
            <p:custDataLst>
              <p:tags r:id="rId2"/>
            </p:custDataLst>
          </p:nvPr>
        </p:nvSpPr>
        <p:spPr>
          <a:xfrm>
            <a:off x="207010" y="1406525"/>
            <a:ext cx="8709660" cy="492315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350">
              <a:latin typeface="Noto Serif CJK SC" panose="02020400000000000000" pitchFamily="18" charset="-122"/>
              <a:ea typeface="FZHei-B01S" panose="02010601030101010101" pitchFamily="2" charset="-122"/>
              <a:sym typeface="Noto Serif CJK SC" panose="02020400000000000000" pitchFamily="18" charset="-122"/>
            </a:endParaRPr>
          </a:p>
        </p:txBody>
      </p:sp>
      <p:sp>
        <p:nvSpPr>
          <p:cNvPr id="11" name="Title 1"/>
          <p:cNvSpPr>
            <a:spLocks noGrp="1"/>
          </p:cNvSpPr>
          <p:nvPr>
            <p:custDataLst>
              <p:tags r:id="rId3"/>
            </p:custDataLst>
          </p:nvPr>
        </p:nvSpPr>
        <p:spPr>
          <a:xfrm>
            <a:off x="368935" y="751840"/>
            <a:ext cx="3526790" cy="72136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5335" kern="120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+mj-ea"/>
                <a:cs typeface="Times New Roman" panose="02020603050405020304" pitchFamily="18" charset="0"/>
              </a:defRPr>
            </a:lvl1pPr>
          </a:lstStyle>
          <a:p>
            <a:r>
              <a:rPr lang="en-US" altLang="zh-CN" sz="3600" dirty="0">
                <a:solidFill>
                  <a:schemeClr val="bg1"/>
                </a:solidFill>
              </a:rPr>
              <a:t>Linked Stacks (II)</a:t>
            </a:r>
          </a:p>
        </p:txBody>
      </p:sp>
      <p:pic>
        <p:nvPicPr>
          <p:cNvPr id="13" name="图片 12" descr="华工标志（透明版"/>
          <p:cNvPicPr>
            <a:picLocks noChangeAspect="1"/>
          </p:cNvPicPr>
          <p:nvPr>
            <p:custDataLst>
              <p:tags r:id="rId4"/>
            </p:custDataLst>
          </p:nvPr>
        </p:nvPicPr>
        <p:blipFill>
          <a:blip r:embed="rId16" cstate="print"/>
          <a:stretch>
            <a:fillRect/>
          </a:stretch>
        </p:blipFill>
        <p:spPr>
          <a:xfrm>
            <a:off x="7740015" y="116205"/>
            <a:ext cx="1230630" cy="1230630"/>
          </a:xfrm>
          <a:prstGeom prst="rect">
            <a:avLst/>
          </a:prstGeom>
        </p:spPr>
      </p:pic>
      <p:grpSp>
        <p:nvGrpSpPr>
          <p:cNvPr id="8" name="PA_chenying0907 3"/>
          <p:cNvGrpSpPr/>
          <p:nvPr>
            <p:custDataLst>
              <p:tags r:id="rId5"/>
            </p:custDataLst>
          </p:nvPr>
        </p:nvGrpSpPr>
        <p:grpSpPr>
          <a:xfrm rot="6960000">
            <a:off x="7953525" y="5229235"/>
            <a:ext cx="648510" cy="752868"/>
            <a:chOff x="5957888" y="3260725"/>
            <a:chExt cx="276225" cy="320675"/>
          </a:xfrm>
          <a:solidFill>
            <a:schemeClr val="accent5">
              <a:alpha val="44000"/>
            </a:schemeClr>
          </a:solidFill>
        </p:grpSpPr>
        <p:sp>
          <p:nvSpPr>
            <p:cNvPr id="10" name="Freeform 40217"/>
            <p:cNvSpPr>
              <a:spLocks noEditPoints="1"/>
            </p:cNvSpPr>
            <p:nvPr>
              <p:custDataLst>
                <p:tags r:id="rId6"/>
              </p:custDataLst>
            </p:nvPr>
          </p:nvSpPr>
          <p:spPr bwMode="auto">
            <a:xfrm>
              <a:off x="5989638" y="3260725"/>
              <a:ext cx="244475" cy="258763"/>
            </a:xfrm>
            <a:custGeom>
              <a:avLst/>
              <a:gdLst>
                <a:gd name="T0" fmla="*/ 33 w 62"/>
                <a:gd name="T1" fmla="*/ 54 h 66"/>
                <a:gd name="T2" fmla="*/ 41 w 62"/>
                <a:gd name="T3" fmla="*/ 26 h 66"/>
                <a:gd name="T4" fmla="*/ 19 w 62"/>
                <a:gd name="T5" fmla="*/ 48 h 66"/>
                <a:gd name="T6" fmla="*/ 17 w 62"/>
                <a:gd name="T7" fmla="*/ 54 h 66"/>
                <a:gd name="T8" fmla="*/ 0 w 62"/>
                <a:gd name="T9" fmla="*/ 48 h 66"/>
                <a:gd name="T10" fmla="*/ 10 w 62"/>
                <a:gd name="T11" fmla="*/ 27 h 66"/>
                <a:gd name="T12" fmla="*/ 57 w 62"/>
                <a:gd name="T13" fmla="*/ 9 h 66"/>
                <a:gd name="T14" fmla="*/ 58 w 62"/>
                <a:gd name="T15" fmla="*/ 48 h 66"/>
                <a:gd name="T16" fmla="*/ 51 w 62"/>
                <a:gd name="T17" fmla="*/ 63 h 66"/>
                <a:gd name="T18" fmla="*/ 42 w 62"/>
                <a:gd name="T19" fmla="*/ 65 h 66"/>
                <a:gd name="T20" fmla="*/ 30 w 62"/>
                <a:gd name="T21" fmla="*/ 60 h 66"/>
                <a:gd name="T22" fmla="*/ 53 w 62"/>
                <a:gd name="T23" fmla="*/ 37 h 66"/>
                <a:gd name="T24" fmla="*/ 50 w 62"/>
                <a:gd name="T25" fmla="*/ 7 h 66"/>
                <a:gd name="T26" fmla="*/ 12 w 62"/>
                <a:gd name="T27" fmla="*/ 26 h 66"/>
                <a:gd name="T28" fmla="*/ 13 w 62"/>
                <a:gd name="T29" fmla="*/ 38 h 66"/>
                <a:gd name="T30" fmla="*/ 31 w 62"/>
                <a:gd name="T31" fmla="*/ 20 h 66"/>
                <a:gd name="T32" fmla="*/ 42 w 62"/>
                <a:gd name="T33" fmla="*/ 36 h 66"/>
                <a:gd name="T34" fmla="*/ 49 w 62"/>
                <a:gd name="T35" fmla="*/ 51 h 66"/>
                <a:gd name="T36" fmla="*/ 57 w 62"/>
                <a:gd name="T37" fmla="*/ 19 h 66"/>
                <a:gd name="T38" fmla="*/ 51 w 62"/>
                <a:gd name="T39" fmla="*/ 51 h 66"/>
                <a:gd name="T40" fmla="*/ 61 w 62"/>
                <a:gd name="T41" fmla="*/ 24 h 66"/>
                <a:gd name="T42" fmla="*/ 43 w 62"/>
                <a:gd name="T43" fmla="*/ 63 h 66"/>
                <a:gd name="T44" fmla="*/ 45 w 62"/>
                <a:gd name="T45" fmla="*/ 51 h 66"/>
                <a:gd name="T46" fmla="*/ 38 w 62"/>
                <a:gd name="T47" fmla="*/ 49 h 66"/>
                <a:gd name="T48" fmla="*/ 43 w 62"/>
                <a:gd name="T49" fmla="*/ 63 h 66"/>
                <a:gd name="T50" fmla="*/ 11 w 62"/>
                <a:gd name="T51" fmla="*/ 50 h 66"/>
                <a:gd name="T52" fmla="*/ 13 w 62"/>
                <a:gd name="T53" fmla="*/ 39 h 66"/>
                <a:gd name="T54" fmla="*/ 5 w 62"/>
                <a:gd name="T55" fmla="*/ 39 h 66"/>
                <a:gd name="T56" fmla="*/ 35 w 62"/>
                <a:gd name="T57" fmla="*/ 21 h 66"/>
                <a:gd name="T58" fmla="*/ 23 w 62"/>
                <a:gd name="T59" fmla="*/ 36 h 66"/>
                <a:gd name="T60" fmla="*/ 45 w 62"/>
                <a:gd name="T61" fmla="*/ 63 h 66"/>
                <a:gd name="T62" fmla="*/ 55 w 62"/>
                <a:gd name="T63" fmla="*/ 53 h 66"/>
                <a:gd name="T64" fmla="*/ 45 w 62"/>
                <a:gd name="T65" fmla="*/ 63 h 66"/>
                <a:gd name="T66" fmla="*/ 21 w 62"/>
                <a:gd name="T67" fmla="*/ 40 h 66"/>
                <a:gd name="T68" fmla="*/ 12 w 62"/>
                <a:gd name="T69" fmla="*/ 5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62" h="66">
                  <a:moveTo>
                    <a:pt x="30" y="60"/>
                  </a:moveTo>
                  <a:cubicBezTo>
                    <a:pt x="31" y="58"/>
                    <a:pt x="32" y="56"/>
                    <a:pt x="33" y="54"/>
                  </a:cubicBezTo>
                  <a:cubicBezTo>
                    <a:pt x="38" y="47"/>
                    <a:pt x="41" y="39"/>
                    <a:pt x="42" y="31"/>
                  </a:cubicBezTo>
                  <a:cubicBezTo>
                    <a:pt x="42" y="29"/>
                    <a:pt x="42" y="28"/>
                    <a:pt x="41" y="26"/>
                  </a:cubicBezTo>
                  <a:cubicBezTo>
                    <a:pt x="40" y="21"/>
                    <a:pt x="36" y="21"/>
                    <a:pt x="33" y="25"/>
                  </a:cubicBezTo>
                  <a:cubicBezTo>
                    <a:pt x="27" y="31"/>
                    <a:pt x="22" y="39"/>
                    <a:pt x="19" y="48"/>
                  </a:cubicBezTo>
                  <a:cubicBezTo>
                    <a:pt x="18" y="49"/>
                    <a:pt x="18" y="50"/>
                    <a:pt x="18" y="51"/>
                  </a:cubicBezTo>
                  <a:cubicBezTo>
                    <a:pt x="18" y="52"/>
                    <a:pt x="17" y="53"/>
                    <a:pt x="17" y="54"/>
                  </a:cubicBezTo>
                  <a:cubicBezTo>
                    <a:pt x="15" y="52"/>
                    <a:pt x="13" y="52"/>
                    <a:pt x="11" y="53"/>
                  </a:cubicBezTo>
                  <a:cubicBezTo>
                    <a:pt x="9" y="50"/>
                    <a:pt x="4" y="50"/>
                    <a:pt x="0" y="48"/>
                  </a:cubicBezTo>
                  <a:cubicBezTo>
                    <a:pt x="1" y="45"/>
                    <a:pt x="3" y="41"/>
                    <a:pt x="4" y="38"/>
                  </a:cubicBezTo>
                  <a:cubicBezTo>
                    <a:pt x="6" y="34"/>
                    <a:pt x="8" y="30"/>
                    <a:pt x="10" y="27"/>
                  </a:cubicBezTo>
                  <a:cubicBezTo>
                    <a:pt x="13" y="19"/>
                    <a:pt x="19" y="13"/>
                    <a:pt x="25" y="8"/>
                  </a:cubicBezTo>
                  <a:cubicBezTo>
                    <a:pt x="35" y="0"/>
                    <a:pt x="50" y="2"/>
                    <a:pt x="57" y="9"/>
                  </a:cubicBezTo>
                  <a:cubicBezTo>
                    <a:pt x="61" y="14"/>
                    <a:pt x="62" y="20"/>
                    <a:pt x="62" y="27"/>
                  </a:cubicBezTo>
                  <a:cubicBezTo>
                    <a:pt x="62" y="34"/>
                    <a:pt x="60" y="41"/>
                    <a:pt x="58" y="48"/>
                  </a:cubicBezTo>
                  <a:cubicBezTo>
                    <a:pt x="56" y="53"/>
                    <a:pt x="53" y="57"/>
                    <a:pt x="51" y="62"/>
                  </a:cubicBezTo>
                  <a:cubicBezTo>
                    <a:pt x="51" y="62"/>
                    <a:pt x="51" y="63"/>
                    <a:pt x="51" y="63"/>
                  </a:cubicBezTo>
                  <a:cubicBezTo>
                    <a:pt x="51" y="64"/>
                    <a:pt x="50" y="65"/>
                    <a:pt x="50" y="66"/>
                  </a:cubicBezTo>
                  <a:cubicBezTo>
                    <a:pt x="47" y="66"/>
                    <a:pt x="44" y="66"/>
                    <a:pt x="42" y="65"/>
                  </a:cubicBezTo>
                  <a:cubicBezTo>
                    <a:pt x="40" y="63"/>
                    <a:pt x="37" y="62"/>
                    <a:pt x="35" y="61"/>
                  </a:cubicBezTo>
                  <a:cubicBezTo>
                    <a:pt x="33" y="61"/>
                    <a:pt x="32" y="60"/>
                    <a:pt x="30" y="60"/>
                  </a:cubicBezTo>
                  <a:close/>
                  <a:moveTo>
                    <a:pt x="49" y="51"/>
                  </a:moveTo>
                  <a:cubicBezTo>
                    <a:pt x="50" y="46"/>
                    <a:pt x="52" y="41"/>
                    <a:pt x="53" y="37"/>
                  </a:cubicBezTo>
                  <a:cubicBezTo>
                    <a:pt x="55" y="30"/>
                    <a:pt x="56" y="24"/>
                    <a:pt x="55" y="17"/>
                  </a:cubicBezTo>
                  <a:cubicBezTo>
                    <a:pt x="55" y="13"/>
                    <a:pt x="53" y="9"/>
                    <a:pt x="50" y="7"/>
                  </a:cubicBezTo>
                  <a:cubicBezTo>
                    <a:pt x="43" y="4"/>
                    <a:pt x="33" y="3"/>
                    <a:pt x="26" y="9"/>
                  </a:cubicBezTo>
                  <a:cubicBezTo>
                    <a:pt x="20" y="14"/>
                    <a:pt x="16" y="19"/>
                    <a:pt x="12" y="26"/>
                  </a:cubicBezTo>
                  <a:cubicBezTo>
                    <a:pt x="10" y="29"/>
                    <a:pt x="9" y="32"/>
                    <a:pt x="7" y="36"/>
                  </a:cubicBezTo>
                  <a:cubicBezTo>
                    <a:pt x="9" y="36"/>
                    <a:pt x="11" y="37"/>
                    <a:pt x="13" y="38"/>
                  </a:cubicBezTo>
                  <a:cubicBezTo>
                    <a:pt x="15" y="39"/>
                    <a:pt x="15" y="37"/>
                    <a:pt x="16" y="36"/>
                  </a:cubicBezTo>
                  <a:cubicBezTo>
                    <a:pt x="19" y="29"/>
                    <a:pt x="24" y="24"/>
                    <a:pt x="31" y="20"/>
                  </a:cubicBezTo>
                  <a:cubicBezTo>
                    <a:pt x="36" y="18"/>
                    <a:pt x="41" y="19"/>
                    <a:pt x="42" y="25"/>
                  </a:cubicBezTo>
                  <a:cubicBezTo>
                    <a:pt x="43" y="29"/>
                    <a:pt x="43" y="33"/>
                    <a:pt x="42" y="36"/>
                  </a:cubicBezTo>
                  <a:cubicBezTo>
                    <a:pt x="42" y="40"/>
                    <a:pt x="41" y="43"/>
                    <a:pt x="40" y="47"/>
                  </a:cubicBezTo>
                  <a:cubicBezTo>
                    <a:pt x="43" y="48"/>
                    <a:pt x="46" y="50"/>
                    <a:pt x="49" y="51"/>
                  </a:cubicBezTo>
                  <a:close/>
                  <a:moveTo>
                    <a:pt x="55" y="10"/>
                  </a:moveTo>
                  <a:cubicBezTo>
                    <a:pt x="55" y="13"/>
                    <a:pt x="57" y="16"/>
                    <a:pt x="57" y="19"/>
                  </a:cubicBezTo>
                  <a:cubicBezTo>
                    <a:pt x="58" y="27"/>
                    <a:pt x="56" y="34"/>
                    <a:pt x="54" y="41"/>
                  </a:cubicBezTo>
                  <a:cubicBezTo>
                    <a:pt x="53" y="44"/>
                    <a:pt x="52" y="48"/>
                    <a:pt x="51" y="51"/>
                  </a:cubicBezTo>
                  <a:cubicBezTo>
                    <a:pt x="55" y="52"/>
                    <a:pt x="56" y="50"/>
                    <a:pt x="57" y="46"/>
                  </a:cubicBezTo>
                  <a:cubicBezTo>
                    <a:pt x="59" y="39"/>
                    <a:pt x="61" y="32"/>
                    <a:pt x="61" y="24"/>
                  </a:cubicBezTo>
                  <a:cubicBezTo>
                    <a:pt x="60" y="18"/>
                    <a:pt x="59" y="13"/>
                    <a:pt x="55" y="10"/>
                  </a:cubicBezTo>
                  <a:close/>
                  <a:moveTo>
                    <a:pt x="43" y="63"/>
                  </a:moveTo>
                  <a:cubicBezTo>
                    <a:pt x="45" y="60"/>
                    <a:pt x="46" y="57"/>
                    <a:pt x="47" y="55"/>
                  </a:cubicBezTo>
                  <a:cubicBezTo>
                    <a:pt x="47" y="54"/>
                    <a:pt x="47" y="51"/>
                    <a:pt x="45" y="51"/>
                  </a:cubicBezTo>
                  <a:cubicBezTo>
                    <a:pt x="44" y="50"/>
                    <a:pt x="42" y="49"/>
                    <a:pt x="41" y="49"/>
                  </a:cubicBezTo>
                  <a:cubicBezTo>
                    <a:pt x="40" y="49"/>
                    <a:pt x="39" y="48"/>
                    <a:pt x="38" y="49"/>
                  </a:cubicBezTo>
                  <a:cubicBezTo>
                    <a:pt x="36" y="53"/>
                    <a:pt x="35" y="56"/>
                    <a:pt x="33" y="59"/>
                  </a:cubicBezTo>
                  <a:cubicBezTo>
                    <a:pt x="36" y="60"/>
                    <a:pt x="40" y="61"/>
                    <a:pt x="43" y="63"/>
                  </a:cubicBezTo>
                  <a:close/>
                  <a:moveTo>
                    <a:pt x="2" y="48"/>
                  </a:moveTo>
                  <a:cubicBezTo>
                    <a:pt x="5" y="48"/>
                    <a:pt x="8" y="49"/>
                    <a:pt x="11" y="50"/>
                  </a:cubicBezTo>
                  <a:cubicBezTo>
                    <a:pt x="12" y="47"/>
                    <a:pt x="13" y="44"/>
                    <a:pt x="14" y="41"/>
                  </a:cubicBezTo>
                  <a:cubicBezTo>
                    <a:pt x="14" y="41"/>
                    <a:pt x="13" y="40"/>
                    <a:pt x="13" y="39"/>
                  </a:cubicBezTo>
                  <a:cubicBezTo>
                    <a:pt x="11" y="39"/>
                    <a:pt x="9" y="39"/>
                    <a:pt x="6" y="38"/>
                  </a:cubicBezTo>
                  <a:cubicBezTo>
                    <a:pt x="6" y="38"/>
                    <a:pt x="6" y="39"/>
                    <a:pt x="5" y="39"/>
                  </a:cubicBezTo>
                  <a:cubicBezTo>
                    <a:pt x="4" y="42"/>
                    <a:pt x="3" y="44"/>
                    <a:pt x="2" y="48"/>
                  </a:cubicBezTo>
                  <a:close/>
                  <a:moveTo>
                    <a:pt x="35" y="21"/>
                  </a:moveTo>
                  <a:cubicBezTo>
                    <a:pt x="30" y="21"/>
                    <a:pt x="18" y="31"/>
                    <a:pt x="17" y="39"/>
                  </a:cubicBezTo>
                  <a:cubicBezTo>
                    <a:pt x="20" y="39"/>
                    <a:pt x="21" y="39"/>
                    <a:pt x="23" y="36"/>
                  </a:cubicBezTo>
                  <a:cubicBezTo>
                    <a:pt x="26" y="30"/>
                    <a:pt x="30" y="25"/>
                    <a:pt x="35" y="21"/>
                  </a:cubicBezTo>
                  <a:close/>
                  <a:moveTo>
                    <a:pt x="45" y="63"/>
                  </a:moveTo>
                  <a:cubicBezTo>
                    <a:pt x="48" y="65"/>
                    <a:pt x="49" y="64"/>
                    <a:pt x="50" y="62"/>
                  </a:cubicBezTo>
                  <a:cubicBezTo>
                    <a:pt x="52" y="59"/>
                    <a:pt x="53" y="56"/>
                    <a:pt x="55" y="53"/>
                  </a:cubicBezTo>
                  <a:cubicBezTo>
                    <a:pt x="51" y="52"/>
                    <a:pt x="49" y="53"/>
                    <a:pt x="48" y="56"/>
                  </a:cubicBezTo>
                  <a:cubicBezTo>
                    <a:pt x="47" y="59"/>
                    <a:pt x="46" y="61"/>
                    <a:pt x="45" y="63"/>
                  </a:cubicBezTo>
                  <a:close/>
                  <a:moveTo>
                    <a:pt x="16" y="51"/>
                  </a:moveTo>
                  <a:cubicBezTo>
                    <a:pt x="18" y="47"/>
                    <a:pt x="19" y="44"/>
                    <a:pt x="21" y="40"/>
                  </a:cubicBezTo>
                  <a:cubicBezTo>
                    <a:pt x="19" y="40"/>
                    <a:pt x="17" y="40"/>
                    <a:pt x="15" y="40"/>
                  </a:cubicBezTo>
                  <a:cubicBezTo>
                    <a:pt x="14" y="44"/>
                    <a:pt x="13" y="47"/>
                    <a:pt x="12" y="50"/>
                  </a:cubicBezTo>
                  <a:cubicBezTo>
                    <a:pt x="14" y="50"/>
                    <a:pt x="15" y="50"/>
                    <a:pt x="16" y="5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" name="Freeform 40218"/>
            <p:cNvSpPr/>
            <p:nvPr>
              <p:custDataLst>
                <p:tags r:id="rId7"/>
              </p:custDataLst>
            </p:nvPr>
          </p:nvSpPr>
          <p:spPr bwMode="auto">
            <a:xfrm>
              <a:off x="5957888" y="3479800"/>
              <a:ext cx="28575" cy="31750"/>
            </a:xfrm>
            <a:custGeom>
              <a:avLst/>
              <a:gdLst>
                <a:gd name="T0" fmla="*/ 7 w 7"/>
                <a:gd name="T1" fmla="*/ 0 h 8"/>
                <a:gd name="T2" fmla="*/ 0 w 7"/>
                <a:gd name="T3" fmla="*/ 8 h 8"/>
                <a:gd name="T4" fmla="*/ 7 w 7"/>
                <a:gd name="T5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8">
                  <a:moveTo>
                    <a:pt x="7" y="0"/>
                  </a:moveTo>
                  <a:cubicBezTo>
                    <a:pt x="6" y="4"/>
                    <a:pt x="3" y="8"/>
                    <a:pt x="0" y="8"/>
                  </a:cubicBezTo>
                  <a:cubicBezTo>
                    <a:pt x="2" y="6"/>
                    <a:pt x="4" y="3"/>
                    <a:pt x="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" name="Freeform 40219"/>
            <p:cNvSpPr/>
            <p:nvPr>
              <p:custDataLst>
                <p:tags r:id="rId8"/>
              </p:custDataLst>
            </p:nvPr>
          </p:nvSpPr>
          <p:spPr bwMode="auto">
            <a:xfrm>
              <a:off x="6167438" y="3533775"/>
              <a:ext cx="11113" cy="47625"/>
            </a:xfrm>
            <a:custGeom>
              <a:avLst/>
              <a:gdLst>
                <a:gd name="T0" fmla="*/ 1 w 3"/>
                <a:gd name="T1" fmla="*/ 0 h 12"/>
                <a:gd name="T2" fmla="*/ 3 w 3"/>
                <a:gd name="T3" fmla="*/ 12 h 12"/>
                <a:gd name="T4" fmla="*/ 0 w 3"/>
                <a:gd name="T5" fmla="*/ 0 h 12"/>
                <a:gd name="T6" fmla="*/ 1 w 3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12">
                  <a:moveTo>
                    <a:pt x="1" y="0"/>
                  </a:moveTo>
                  <a:cubicBezTo>
                    <a:pt x="2" y="4"/>
                    <a:pt x="2" y="8"/>
                    <a:pt x="3" y="12"/>
                  </a:cubicBezTo>
                  <a:cubicBezTo>
                    <a:pt x="1" y="11"/>
                    <a:pt x="1" y="1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" name="Freeform 40220"/>
            <p:cNvSpPr/>
            <p:nvPr>
              <p:custDataLst>
                <p:tags r:id="rId9"/>
              </p:custDataLst>
            </p:nvPr>
          </p:nvSpPr>
          <p:spPr bwMode="auto">
            <a:xfrm>
              <a:off x="5986463" y="3498850"/>
              <a:ext cx="11113" cy="39688"/>
            </a:xfrm>
            <a:custGeom>
              <a:avLst/>
              <a:gdLst>
                <a:gd name="T0" fmla="*/ 3 w 3"/>
                <a:gd name="T1" fmla="*/ 0 h 10"/>
                <a:gd name="T2" fmla="*/ 1 w 3"/>
                <a:gd name="T3" fmla="*/ 10 h 10"/>
                <a:gd name="T4" fmla="*/ 3 w 3"/>
                <a:gd name="T5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10">
                  <a:moveTo>
                    <a:pt x="3" y="0"/>
                  </a:moveTo>
                  <a:cubicBezTo>
                    <a:pt x="3" y="3"/>
                    <a:pt x="2" y="6"/>
                    <a:pt x="1" y="10"/>
                  </a:cubicBezTo>
                  <a:cubicBezTo>
                    <a:pt x="0" y="8"/>
                    <a:pt x="1" y="2"/>
                    <a:pt x="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" name="Freeform 40221"/>
            <p:cNvSpPr/>
            <p:nvPr>
              <p:custDataLst>
                <p:tags r:id="rId10"/>
              </p:custDataLst>
            </p:nvPr>
          </p:nvSpPr>
          <p:spPr bwMode="auto">
            <a:xfrm>
              <a:off x="6092826" y="3538538"/>
              <a:ext cx="19050" cy="34925"/>
            </a:xfrm>
            <a:custGeom>
              <a:avLst/>
              <a:gdLst>
                <a:gd name="T0" fmla="*/ 0 w 5"/>
                <a:gd name="T1" fmla="*/ 9 h 9"/>
                <a:gd name="T2" fmla="*/ 0 w 5"/>
                <a:gd name="T3" fmla="*/ 7 h 9"/>
                <a:gd name="T4" fmla="*/ 2 w 5"/>
                <a:gd name="T5" fmla="*/ 3 h 9"/>
                <a:gd name="T6" fmla="*/ 5 w 5"/>
                <a:gd name="T7" fmla="*/ 0 h 9"/>
                <a:gd name="T8" fmla="*/ 5 w 5"/>
                <a:gd name="T9" fmla="*/ 0 h 9"/>
                <a:gd name="T10" fmla="*/ 0 w 5"/>
                <a:gd name="T11" fmla="*/ 9 h 9"/>
                <a:gd name="T12" fmla="*/ 0 w 5"/>
                <a:gd name="T13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9">
                  <a:moveTo>
                    <a:pt x="0" y="9"/>
                  </a:moveTo>
                  <a:cubicBezTo>
                    <a:pt x="0" y="8"/>
                    <a:pt x="0" y="7"/>
                    <a:pt x="0" y="7"/>
                  </a:cubicBezTo>
                  <a:cubicBezTo>
                    <a:pt x="1" y="6"/>
                    <a:pt x="1" y="4"/>
                    <a:pt x="2" y="3"/>
                  </a:cubicBezTo>
                  <a:cubicBezTo>
                    <a:pt x="3" y="2"/>
                    <a:pt x="4" y="1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3"/>
                    <a:pt x="2" y="6"/>
                    <a:pt x="0" y="9"/>
                  </a:cubicBezTo>
                  <a:cubicBezTo>
                    <a:pt x="0" y="9"/>
                    <a:pt x="0" y="9"/>
                    <a:pt x="0" y="9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" name="Freeform 40222"/>
            <p:cNvSpPr/>
            <p:nvPr>
              <p:custDataLst>
                <p:tags r:id="rId11"/>
              </p:custDataLst>
            </p:nvPr>
          </p:nvSpPr>
          <p:spPr bwMode="auto">
            <a:xfrm>
              <a:off x="6021388" y="3498850"/>
              <a:ext cx="7938" cy="39688"/>
            </a:xfrm>
            <a:custGeom>
              <a:avLst/>
              <a:gdLst>
                <a:gd name="T0" fmla="*/ 1 w 2"/>
                <a:gd name="T1" fmla="*/ 0 h 10"/>
                <a:gd name="T2" fmla="*/ 2 w 2"/>
                <a:gd name="T3" fmla="*/ 10 h 10"/>
                <a:gd name="T4" fmla="*/ 1 w 2"/>
                <a:gd name="T5" fmla="*/ 10 h 10"/>
                <a:gd name="T6" fmla="*/ 1 w 2"/>
                <a:gd name="T7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0">
                  <a:moveTo>
                    <a:pt x="1" y="0"/>
                  </a:moveTo>
                  <a:cubicBezTo>
                    <a:pt x="1" y="4"/>
                    <a:pt x="1" y="7"/>
                    <a:pt x="2" y="10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0" y="7"/>
                    <a:pt x="0" y="4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" name="Freeform 40223"/>
            <p:cNvSpPr/>
            <p:nvPr>
              <p:custDataLst>
                <p:tags r:id="rId12"/>
              </p:custDataLst>
            </p:nvPr>
          </p:nvSpPr>
          <p:spPr bwMode="auto">
            <a:xfrm>
              <a:off x="6061076" y="3525838"/>
              <a:ext cx="26988" cy="23813"/>
            </a:xfrm>
            <a:custGeom>
              <a:avLst/>
              <a:gdLst>
                <a:gd name="T0" fmla="*/ 0 w 7"/>
                <a:gd name="T1" fmla="*/ 5 h 6"/>
                <a:gd name="T2" fmla="*/ 6 w 7"/>
                <a:gd name="T3" fmla="*/ 0 h 6"/>
                <a:gd name="T4" fmla="*/ 7 w 7"/>
                <a:gd name="T5" fmla="*/ 1 h 6"/>
                <a:gd name="T6" fmla="*/ 2 w 7"/>
                <a:gd name="T7" fmla="*/ 6 h 6"/>
                <a:gd name="T8" fmla="*/ 0 w 7"/>
                <a:gd name="T9" fmla="*/ 5 h 6"/>
                <a:gd name="T10" fmla="*/ 0 w 7"/>
                <a:gd name="T11" fmla="*/ 5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6">
                  <a:moveTo>
                    <a:pt x="0" y="5"/>
                  </a:moveTo>
                  <a:cubicBezTo>
                    <a:pt x="2" y="3"/>
                    <a:pt x="4" y="2"/>
                    <a:pt x="6" y="0"/>
                  </a:cubicBezTo>
                  <a:cubicBezTo>
                    <a:pt x="6" y="1"/>
                    <a:pt x="7" y="1"/>
                    <a:pt x="7" y="1"/>
                  </a:cubicBezTo>
                  <a:cubicBezTo>
                    <a:pt x="5" y="3"/>
                    <a:pt x="3" y="4"/>
                    <a:pt x="2" y="6"/>
                  </a:cubicBezTo>
                  <a:cubicBezTo>
                    <a:pt x="1" y="6"/>
                    <a:pt x="1" y="5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" name="Freeform 40224"/>
            <p:cNvSpPr/>
            <p:nvPr>
              <p:custDataLst>
                <p:tags r:id="rId13"/>
              </p:custDataLst>
            </p:nvPr>
          </p:nvSpPr>
          <p:spPr bwMode="auto">
            <a:xfrm>
              <a:off x="6127751" y="3541713"/>
              <a:ext cx="11113" cy="31750"/>
            </a:xfrm>
            <a:custGeom>
              <a:avLst/>
              <a:gdLst>
                <a:gd name="T0" fmla="*/ 2 w 3"/>
                <a:gd name="T1" fmla="*/ 8 h 8"/>
                <a:gd name="T2" fmla="*/ 2 w 3"/>
                <a:gd name="T3" fmla="*/ 0 h 8"/>
                <a:gd name="T4" fmla="*/ 3 w 3"/>
                <a:gd name="T5" fmla="*/ 0 h 8"/>
                <a:gd name="T6" fmla="*/ 2 w 3"/>
                <a:gd name="T7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8">
                  <a:moveTo>
                    <a:pt x="2" y="8"/>
                  </a:moveTo>
                  <a:cubicBezTo>
                    <a:pt x="0" y="7"/>
                    <a:pt x="0" y="7"/>
                    <a:pt x="2" y="0"/>
                  </a:cubicBezTo>
                  <a:cubicBezTo>
                    <a:pt x="2" y="0"/>
                    <a:pt x="3" y="0"/>
                    <a:pt x="3" y="0"/>
                  </a:cubicBezTo>
                  <a:cubicBezTo>
                    <a:pt x="3" y="2"/>
                    <a:pt x="2" y="5"/>
                    <a:pt x="2" y="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" name="Freeform 40225"/>
            <p:cNvSpPr/>
            <p:nvPr>
              <p:custDataLst>
                <p:tags r:id="rId14"/>
              </p:custDataLst>
            </p:nvPr>
          </p:nvSpPr>
          <p:spPr bwMode="auto">
            <a:xfrm>
              <a:off x="6048376" y="3487738"/>
              <a:ext cx="7938" cy="34925"/>
            </a:xfrm>
            <a:custGeom>
              <a:avLst/>
              <a:gdLst>
                <a:gd name="T0" fmla="*/ 1 w 2"/>
                <a:gd name="T1" fmla="*/ 9 h 9"/>
                <a:gd name="T2" fmla="*/ 0 w 2"/>
                <a:gd name="T3" fmla="*/ 0 h 9"/>
                <a:gd name="T4" fmla="*/ 1 w 2"/>
                <a:gd name="T5" fmla="*/ 0 h 9"/>
                <a:gd name="T6" fmla="*/ 2 w 2"/>
                <a:gd name="T7" fmla="*/ 8 h 9"/>
                <a:gd name="T8" fmla="*/ 1 w 2"/>
                <a:gd name="T9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9">
                  <a:moveTo>
                    <a:pt x="1" y="9"/>
                  </a:moveTo>
                  <a:cubicBezTo>
                    <a:pt x="1" y="6"/>
                    <a:pt x="1" y="3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3"/>
                    <a:pt x="2" y="6"/>
                    <a:pt x="2" y="8"/>
                  </a:cubicBezTo>
                  <a:cubicBezTo>
                    <a:pt x="2" y="8"/>
                    <a:pt x="1" y="9"/>
                    <a:pt x="1" y="9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sp>
        <p:nvSpPr>
          <p:cNvPr id="57347" name="Content Placeholder 2"/>
          <p:cNvSpPr>
            <a:spLocks noGrp="1"/>
          </p:cNvSpPr>
          <p:nvPr>
            <p:ph idx="1"/>
          </p:nvPr>
        </p:nvSpPr>
        <p:spPr>
          <a:xfrm>
            <a:off x="540385" y="1575435"/>
            <a:ext cx="7996555" cy="3834130"/>
          </a:xfrm>
        </p:spPr>
        <p:txBody>
          <a:bodyPr>
            <a:noAutofit/>
          </a:bodyPr>
          <a:lstStyle/>
          <a:p>
            <a:pPr fontAlgn="auto">
              <a:lnSpc>
                <a:spcPts val="1860"/>
              </a:lnSpc>
              <a:spcBef>
                <a:spcPts val="0"/>
              </a:spcBef>
              <a:buFontTx/>
              <a:buNone/>
            </a:pPr>
            <a:r>
              <a:rPr lang="en-US" altLang="zh-CN" sz="1800" dirty="0"/>
              <a:t> void </a:t>
            </a:r>
            <a:r>
              <a:rPr lang="en-US" altLang="zh-CN" sz="1800" dirty="0">
                <a:solidFill>
                  <a:srgbClr val="FF0000"/>
                </a:solidFill>
              </a:rPr>
              <a:t>clear</a:t>
            </a:r>
            <a:r>
              <a:rPr lang="en-US" altLang="zh-CN" sz="1800" dirty="0"/>
              <a:t>() {			</a:t>
            </a:r>
            <a:r>
              <a:rPr lang="en-US" altLang="zh-CN" sz="1800" dirty="0">
                <a:solidFill>
                  <a:srgbClr val="008000"/>
                </a:solidFill>
              </a:rPr>
              <a:t>//reinitialize</a:t>
            </a:r>
          </a:p>
          <a:p>
            <a:pPr fontAlgn="auto">
              <a:lnSpc>
                <a:spcPts val="1860"/>
              </a:lnSpc>
              <a:spcBef>
                <a:spcPts val="0"/>
              </a:spcBef>
              <a:buFontTx/>
              <a:buNone/>
            </a:pPr>
            <a:r>
              <a:rPr lang="en-US" altLang="zh-CN" sz="1800" dirty="0"/>
              <a:t>	  while (top != NULL) { 	</a:t>
            </a:r>
            <a:r>
              <a:rPr lang="en-US" altLang="zh-CN" sz="1800" dirty="0">
                <a:solidFill>
                  <a:srgbClr val="008000"/>
                </a:solidFill>
              </a:rPr>
              <a:t>//delete link nodes</a:t>
            </a:r>
          </a:p>
          <a:p>
            <a:pPr fontAlgn="auto">
              <a:lnSpc>
                <a:spcPts val="1860"/>
              </a:lnSpc>
              <a:spcBef>
                <a:spcPts val="0"/>
              </a:spcBef>
              <a:buFontTx/>
              <a:buNone/>
            </a:pPr>
            <a:r>
              <a:rPr lang="en-US" altLang="zh-CN" sz="1800" dirty="0"/>
              <a:t>	      Link&lt;E&gt;* temp = top; top = top-&gt;next; delete temp;</a:t>
            </a:r>
          </a:p>
          <a:p>
            <a:pPr fontAlgn="auto">
              <a:lnSpc>
                <a:spcPts val="1860"/>
              </a:lnSpc>
              <a:spcBef>
                <a:spcPts val="0"/>
              </a:spcBef>
              <a:buFontTx/>
              <a:buNone/>
            </a:pPr>
            <a:r>
              <a:rPr lang="en-US" altLang="zh-CN" sz="1800" dirty="0"/>
              <a:t>	  }</a:t>
            </a:r>
          </a:p>
          <a:p>
            <a:pPr fontAlgn="auto">
              <a:lnSpc>
                <a:spcPts val="1860"/>
              </a:lnSpc>
              <a:spcBef>
                <a:spcPts val="0"/>
              </a:spcBef>
              <a:buFontTx/>
              <a:buNone/>
            </a:pPr>
            <a:r>
              <a:rPr lang="en-US" altLang="zh-CN" sz="1800" dirty="0"/>
              <a:t>	  size = 0;</a:t>
            </a:r>
          </a:p>
          <a:p>
            <a:pPr fontAlgn="auto">
              <a:lnSpc>
                <a:spcPts val="1860"/>
              </a:lnSpc>
              <a:spcBef>
                <a:spcPts val="0"/>
              </a:spcBef>
              <a:buFontTx/>
              <a:buNone/>
            </a:pPr>
            <a:r>
              <a:rPr lang="en-US" altLang="zh-CN" sz="1800" dirty="0"/>
              <a:t> }</a:t>
            </a:r>
          </a:p>
          <a:p>
            <a:pPr fontAlgn="auto">
              <a:lnSpc>
                <a:spcPts val="1860"/>
              </a:lnSpc>
              <a:spcBef>
                <a:spcPts val="0"/>
              </a:spcBef>
              <a:buFontTx/>
              <a:buNone/>
            </a:pPr>
            <a:r>
              <a:rPr lang="en-US" altLang="zh-CN" sz="1800" dirty="0"/>
              <a:t> void </a:t>
            </a:r>
            <a:r>
              <a:rPr lang="en-US" altLang="zh-CN" sz="1800" dirty="0">
                <a:solidFill>
                  <a:srgbClr val="FF0000"/>
                </a:solidFill>
              </a:rPr>
              <a:t>push</a:t>
            </a:r>
            <a:r>
              <a:rPr lang="en-US" altLang="zh-CN" sz="1800" dirty="0"/>
              <a:t>(</a:t>
            </a:r>
            <a:r>
              <a:rPr lang="en-US" altLang="zh-CN" sz="1800" dirty="0" err="1"/>
              <a:t>const</a:t>
            </a:r>
            <a:r>
              <a:rPr lang="en-US" altLang="zh-CN" sz="1800" dirty="0"/>
              <a:t> E&amp; it) { 	</a:t>
            </a:r>
            <a:r>
              <a:rPr lang="en-US" altLang="zh-CN" sz="1800" dirty="0">
                <a:solidFill>
                  <a:srgbClr val="008000"/>
                </a:solidFill>
              </a:rPr>
              <a:t>//put “it” on the stack</a:t>
            </a:r>
          </a:p>
          <a:p>
            <a:pPr fontAlgn="auto">
              <a:lnSpc>
                <a:spcPts val="1860"/>
              </a:lnSpc>
              <a:spcBef>
                <a:spcPts val="0"/>
              </a:spcBef>
              <a:buFontTx/>
              <a:buNone/>
            </a:pPr>
            <a:r>
              <a:rPr lang="en-US" altLang="zh-CN" sz="1800" dirty="0"/>
              <a:t>	   top = new Link&lt;E&gt;(it, top); size++;</a:t>
            </a:r>
          </a:p>
          <a:p>
            <a:pPr fontAlgn="auto">
              <a:lnSpc>
                <a:spcPts val="1860"/>
              </a:lnSpc>
              <a:spcBef>
                <a:spcPts val="0"/>
              </a:spcBef>
              <a:buFontTx/>
              <a:buNone/>
            </a:pPr>
            <a:r>
              <a:rPr lang="en-US" altLang="zh-CN" sz="1800" dirty="0"/>
              <a:t> }</a:t>
            </a:r>
          </a:p>
          <a:p>
            <a:pPr fontAlgn="auto">
              <a:lnSpc>
                <a:spcPts val="1860"/>
              </a:lnSpc>
              <a:spcBef>
                <a:spcPts val="0"/>
              </a:spcBef>
              <a:buFontTx/>
              <a:buNone/>
            </a:pPr>
            <a:r>
              <a:rPr lang="en-US" altLang="zh-CN" sz="1800" dirty="0"/>
              <a:t> E </a:t>
            </a:r>
            <a:r>
              <a:rPr lang="en-US" altLang="zh-CN" sz="1800" dirty="0">
                <a:solidFill>
                  <a:srgbClr val="FF0000"/>
                </a:solidFill>
              </a:rPr>
              <a:t>pop</a:t>
            </a:r>
            <a:r>
              <a:rPr lang="en-US" altLang="zh-CN" sz="1800" dirty="0"/>
              <a:t>() { 				</a:t>
            </a:r>
            <a:r>
              <a:rPr lang="en-US" altLang="zh-CN" sz="1800" dirty="0">
                <a:solidFill>
                  <a:srgbClr val="008000"/>
                </a:solidFill>
              </a:rPr>
              <a:t>//remove “it” from stack</a:t>
            </a:r>
          </a:p>
          <a:p>
            <a:pPr fontAlgn="auto">
              <a:lnSpc>
                <a:spcPts val="1860"/>
              </a:lnSpc>
              <a:spcBef>
                <a:spcPts val="0"/>
              </a:spcBef>
              <a:buFontTx/>
              <a:buNone/>
            </a:pPr>
            <a:r>
              <a:rPr lang="en-US" altLang="zh-CN" sz="1800" dirty="0"/>
              <a:t>	  Assert(top != NULL, “Stack is empty”);</a:t>
            </a:r>
          </a:p>
          <a:p>
            <a:pPr fontAlgn="auto">
              <a:lnSpc>
                <a:spcPts val="1860"/>
              </a:lnSpc>
              <a:spcBef>
                <a:spcPts val="0"/>
              </a:spcBef>
              <a:buFontTx/>
              <a:buNone/>
            </a:pPr>
            <a:r>
              <a:rPr lang="en-US" altLang="zh-CN" sz="1800" dirty="0"/>
              <a:t>	  E it = top-&gt;element;</a:t>
            </a:r>
          </a:p>
          <a:p>
            <a:pPr fontAlgn="auto">
              <a:lnSpc>
                <a:spcPts val="1860"/>
              </a:lnSpc>
              <a:spcBef>
                <a:spcPts val="0"/>
              </a:spcBef>
              <a:buFontTx/>
              <a:buNone/>
            </a:pPr>
            <a:r>
              <a:rPr lang="en-US" altLang="zh-CN" sz="1800" dirty="0"/>
              <a:t>	  Link&lt;E&gt;* </a:t>
            </a:r>
            <a:r>
              <a:rPr lang="en-US" altLang="zh-CN" sz="1800" dirty="0" err="1"/>
              <a:t>ltemp</a:t>
            </a:r>
            <a:r>
              <a:rPr lang="en-US" altLang="zh-CN" sz="1800" dirty="0"/>
              <a:t> = top-&gt;next;</a:t>
            </a:r>
          </a:p>
          <a:p>
            <a:pPr fontAlgn="auto">
              <a:lnSpc>
                <a:spcPts val="1860"/>
              </a:lnSpc>
              <a:spcBef>
                <a:spcPts val="0"/>
              </a:spcBef>
              <a:buFontTx/>
              <a:buNone/>
            </a:pPr>
            <a:r>
              <a:rPr lang="en-US" altLang="zh-CN" sz="1800" dirty="0"/>
              <a:t>	  </a:t>
            </a:r>
            <a:r>
              <a:rPr lang="en-US" altLang="zh-CN" sz="1800" dirty="0">
                <a:solidFill>
                  <a:srgbClr val="3A3AB9"/>
                </a:solidFill>
              </a:rPr>
              <a:t>delete top;  top = </a:t>
            </a:r>
            <a:r>
              <a:rPr lang="en-US" altLang="zh-CN" sz="1800" dirty="0" err="1">
                <a:solidFill>
                  <a:srgbClr val="3A3AB9"/>
                </a:solidFill>
              </a:rPr>
              <a:t>ltemp</a:t>
            </a:r>
            <a:r>
              <a:rPr lang="en-US" altLang="zh-CN" sz="1800" dirty="0">
                <a:solidFill>
                  <a:srgbClr val="3A3AB9"/>
                </a:solidFill>
              </a:rPr>
              <a:t>;  size--; return it;</a:t>
            </a:r>
          </a:p>
          <a:p>
            <a:pPr fontAlgn="auto">
              <a:lnSpc>
                <a:spcPts val="1860"/>
              </a:lnSpc>
              <a:spcBef>
                <a:spcPts val="0"/>
              </a:spcBef>
              <a:buFontTx/>
              <a:buNone/>
            </a:pPr>
            <a:r>
              <a:rPr lang="en-US" altLang="zh-CN" sz="1800" dirty="0"/>
              <a:t> }</a:t>
            </a:r>
          </a:p>
          <a:p>
            <a:pPr fontAlgn="auto">
              <a:lnSpc>
                <a:spcPts val="1860"/>
              </a:lnSpc>
              <a:spcBef>
                <a:spcPts val="0"/>
              </a:spcBef>
              <a:buFontTx/>
              <a:buNone/>
            </a:pPr>
            <a:r>
              <a:rPr lang="en-US" altLang="zh-CN" sz="1800" dirty="0"/>
              <a:t> </a:t>
            </a:r>
            <a:r>
              <a:rPr lang="en-US" altLang="zh-CN" sz="1800" dirty="0" err="1"/>
              <a:t>const</a:t>
            </a:r>
            <a:r>
              <a:rPr lang="en-US" altLang="zh-CN" sz="1800" dirty="0"/>
              <a:t> E&amp; </a:t>
            </a:r>
            <a:r>
              <a:rPr lang="en-US" altLang="zh-CN" sz="1800" dirty="0" err="1">
                <a:solidFill>
                  <a:srgbClr val="FF0000"/>
                </a:solidFill>
              </a:rPr>
              <a:t>topValue</a:t>
            </a:r>
            <a:r>
              <a:rPr lang="en-US" altLang="zh-CN" sz="1800" dirty="0"/>
              <a:t>() </a:t>
            </a:r>
            <a:r>
              <a:rPr lang="en-US" altLang="zh-CN" sz="1800" dirty="0" err="1"/>
              <a:t>const</a:t>
            </a:r>
            <a:r>
              <a:rPr lang="en-US" altLang="zh-CN" sz="1800" dirty="0"/>
              <a:t> { 	</a:t>
            </a:r>
            <a:r>
              <a:rPr lang="en-US" altLang="zh-CN" sz="1800" dirty="0">
                <a:solidFill>
                  <a:srgbClr val="008000"/>
                </a:solidFill>
              </a:rPr>
              <a:t>//return top value</a:t>
            </a:r>
          </a:p>
          <a:p>
            <a:pPr fontAlgn="auto">
              <a:lnSpc>
                <a:spcPts val="1860"/>
              </a:lnSpc>
              <a:spcBef>
                <a:spcPts val="0"/>
              </a:spcBef>
              <a:buFontTx/>
              <a:buNone/>
            </a:pPr>
            <a:r>
              <a:rPr lang="en-US" altLang="zh-CN" sz="1800" dirty="0"/>
              <a:t>	  Assert(top != 0, “Stack is empty”);</a:t>
            </a:r>
          </a:p>
          <a:p>
            <a:pPr fontAlgn="auto">
              <a:lnSpc>
                <a:spcPts val="1860"/>
              </a:lnSpc>
              <a:spcBef>
                <a:spcPts val="0"/>
              </a:spcBef>
              <a:buFontTx/>
              <a:buNone/>
            </a:pPr>
            <a:r>
              <a:rPr lang="en-US" altLang="zh-CN" sz="1800" dirty="0"/>
              <a:t>	  return top-&gt;element;</a:t>
            </a:r>
          </a:p>
          <a:p>
            <a:pPr fontAlgn="auto">
              <a:lnSpc>
                <a:spcPts val="1860"/>
              </a:lnSpc>
              <a:spcBef>
                <a:spcPts val="0"/>
              </a:spcBef>
              <a:buFontTx/>
              <a:buNone/>
            </a:pPr>
            <a:r>
              <a:rPr lang="en-US" altLang="zh-CN" sz="1800" dirty="0"/>
              <a:t> }</a:t>
            </a:r>
          </a:p>
        </p:txBody>
      </p:sp>
      <p:sp>
        <p:nvSpPr>
          <p:cNvPr id="57348" name="Slide Number Placeholder 3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557530" indent="-21463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857250" indent="-1714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200150" indent="-1714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1543050" indent="-1714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1885950" indent="-1714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228850" indent="-1714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2571750" indent="-1714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2914650" indent="-1714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fld id="{F71072F9-EBE4-47AB-8F7D-4035891AA8BA}" type="slidenum">
              <a:rPr lang="en-US" altLang="zh-CN" sz="465" smtClean="0"/>
              <a:pPr/>
              <a:t>36</a:t>
            </a:fld>
            <a:endParaRPr lang="en-US" altLang="zh-CN" sz="465"/>
          </a:p>
        </p:txBody>
      </p:sp>
      <p:sp>
        <p:nvSpPr>
          <p:cNvPr id="2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fld id="{A0C85190-BA37-414E-B04F-BD03CBE0B3BC}" type="datetime1">
              <a:rPr lang="zh-CN" altLang="en-US" sz="465" smtClean="0"/>
              <a:pPr>
                <a:defRPr/>
              </a:pPr>
              <a:t>2025/12/16</a:t>
            </a:fld>
            <a:endParaRPr lang="zh-CN" altLang="en-US" sz="465"/>
          </a:p>
        </p:txBody>
      </p:sp>
      <p:sp>
        <p:nvSpPr>
          <p:cNvPr id="3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altLang="zh-CN" sz="465"/>
              <a:t>Stacks and Queues - Lecture 6</a:t>
            </a:r>
            <a:endParaRPr lang="zh-CN" altLang="en-US" sz="465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矩形 5"/>
          <p:cNvSpPr/>
          <p:nvPr>
            <p:custDataLst>
              <p:tags r:id="rId1"/>
            </p:custDataLst>
          </p:nvPr>
        </p:nvSpPr>
        <p:spPr>
          <a:xfrm>
            <a:off x="207010" y="708025"/>
            <a:ext cx="3999230" cy="1530350"/>
          </a:xfrm>
          <a:prstGeom prst="rect">
            <a:avLst/>
          </a:prstGeom>
          <a:solidFill>
            <a:srgbClr val="1E7AB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350">
              <a:latin typeface="Noto Serif CJK SC" panose="02020400000000000000" pitchFamily="18" charset="-122"/>
              <a:ea typeface="FZHei-B01S" panose="02010601030101010101" pitchFamily="2" charset="-122"/>
              <a:sym typeface="Noto Serif CJK SC" panose="02020400000000000000" pitchFamily="18" charset="-122"/>
            </a:endParaRPr>
          </a:p>
        </p:txBody>
      </p:sp>
      <p:sp>
        <p:nvSpPr>
          <p:cNvPr id="9" name="矩形 8"/>
          <p:cNvSpPr/>
          <p:nvPr>
            <p:custDataLst>
              <p:tags r:id="rId2"/>
            </p:custDataLst>
          </p:nvPr>
        </p:nvSpPr>
        <p:spPr>
          <a:xfrm>
            <a:off x="207010" y="1406525"/>
            <a:ext cx="8709660" cy="492315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350">
              <a:latin typeface="Noto Serif CJK SC" panose="02020400000000000000" pitchFamily="18" charset="-122"/>
              <a:ea typeface="FZHei-B01S" panose="02010601030101010101" pitchFamily="2" charset="-122"/>
              <a:sym typeface="Noto Serif CJK SC" panose="02020400000000000000" pitchFamily="18" charset="-122"/>
            </a:endParaRPr>
          </a:p>
        </p:txBody>
      </p:sp>
      <p:sp>
        <p:nvSpPr>
          <p:cNvPr id="11" name="Title 1"/>
          <p:cNvSpPr>
            <a:spLocks noGrp="1"/>
          </p:cNvSpPr>
          <p:nvPr>
            <p:custDataLst>
              <p:tags r:id="rId3"/>
            </p:custDataLst>
          </p:nvPr>
        </p:nvSpPr>
        <p:spPr>
          <a:xfrm>
            <a:off x="368935" y="751840"/>
            <a:ext cx="3526790" cy="72136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5335" kern="120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+mj-ea"/>
                <a:cs typeface="Times New Roman" panose="02020603050405020304" pitchFamily="18" charset="0"/>
              </a:defRPr>
            </a:lvl1pPr>
          </a:lstStyle>
          <a:p>
            <a:r>
              <a:rPr lang="en-US" altLang="zh-CN" sz="3600" dirty="0">
                <a:solidFill>
                  <a:schemeClr val="bg1"/>
                </a:solidFill>
              </a:rPr>
              <a:t>Linked Stacks (III)</a:t>
            </a:r>
          </a:p>
        </p:txBody>
      </p:sp>
      <p:pic>
        <p:nvPicPr>
          <p:cNvPr id="13" name="图片 12" descr="华工标志（透明版"/>
          <p:cNvPicPr>
            <a:picLocks noChangeAspect="1"/>
          </p:cNvPicPr>
          <p:nvPr>
            <p:custDataLst>
              <p:tags r:id="rId4"/>
            </p:custDataLst>
          </p:nvPr>
        </p:nvPicPr>
        <p:blipFill>
          <a:blip r:embed="rId16" cstate="print"/>
          <a:stretch>
            <a:fillRect/>
          </a:stretch>
        </p:blipFill>
        <p:spPr>
          <a:xfrm>
            <a:off x="7740015" y="116205"/>
            <a:ext cx="1230630" cy="1230630"/>
          </a:xfrm>
          <a:prstGeom prst="rect">
            <a:avLst/>
          </a:prstGeom>
        </p:spPr>
      </p:pic>
      <p:grpSp>
        <p:nvGrpSpPr>
          <p:cNvPr id="8" name="PA_chenying0907 3"/>
          <p:cNvGrpSpPr/>
          <p:nvPr>
            <p:custDataLst>
              <p:tags r:id="rId5"/>
            </p:custDataLst>
          </p:nvPr>
        </p:nvGrpSpPr>
        <p:grpSpPr>
          <a:xfrm rot="6960000">
            <a:off x="8097035" y="5444500"/>
            <a:ext cx="648510" cy="752868"/>
            <a:chOff x="5957888" y="3260725"/>
            <a:chExt cx="276225" cy="320675"/>
          </a:xfrm>
          <a:solidFill>
            <a:schemeClr val="accent5">
              <a:alpha val="44000"/>
            </a:schemeClr>
          </a:solidFill>
        </p:grpSpPr>
        <p:sp>
          <p:nvSpPr>
            <p:cNvPr id="10" name="Freeform 40217"/>
            <p:cNvSpPr>
              <a:spLocks noEditPoints="1"/>
            </p:cNvSpPr>
            <p:nvPr>
              <p:custDataLst>
                <p:tags r:id="rId6"/>
              </p:custDataLst>
            </p:nvPr>
          </p:nvSpPr>
          <p:spPr bwMode="auto">
            <a:xfrm>
              <a:off x="5989638" y="3260725"/>
              <a:ext cx="244475" cy="258763"/>
            </a:xfrm>
            <a:custGeom>
              <a:avLst/>
              <a:gdLst>
                <a:gd name="T0" fmla="*/ 33 w 62"/>
                <a:gd name="T1" fmla="*/ 54 h 66"/>
                <a:gd name="T2" fmla="*/ 41 w 62"/>
                <a:gd name="T3" fmla="*/ 26 h 66"/>
                <a:gd name="T4" fmla="*/ 19 w 62"/>
                <a:gd name="T5" fmla="*/ 48 h 66"/>
                <a:gd name="T6" fmla="*/ 17 w 62"/>
                <a:gd name="T7" fmla="*/ 54 h 66"/>
                <a:gd name="T8" fmla="*/ 0 w 62"/>
                <a:gd name="T9" fmla="*/ 48 h 66"/>
                <a:gd name="T10" fmla="*/ 10 w 62"/>
                <a:gd name="T11" fmla="*/ 27 h 66"/>
                <a:gd name="T12" fmla="*/ 57 w 62"/>
                <a:gd name="T13" fmla="*/ 9 h 66"/>
                <a:gd name="T14" fmla="*/ 58 w 62"/>
                <a:gd name="T15" fmla="*/ 48 h 66"/>
                <a:gd name="T16" fmla="*/ 51 w 62"/>
                <a:gd name="T17" fmla="*/ 63 h 66"/>
                <a:gd name="T18" fmla="*/ 42 w 62"/>
                <a:gd name="T19" fmla="*/ 65 h 66"/>
                <a:gd name="T20" fmla="*/ 30 w 62"/>
                <a:gd name="T21" fmla="*/ 60 h 66"/>
                <a:gd name="T22" fmla="*/ 53 w 62"/>
                <a:gd name="T23" fmla="*/ 37 h 66"/>
                <a:gd name="T24" fmla="*/ 50 w 62"/>
                <a:gd name="T25" fmla="*/ 7 h 66"/>
                <a:gd name="T26" fmla="*/ 12 w 62"/>
                <a:gd name="T27" fmla="*/ 26 h 66"/>
                <a:gd name="T28" fmla="*/ 13 w 62"/>
                <a:gd name="T29" fmla="*/ 38 h 66"/>
                <a:gd name="T30" fmla="*/ 31 w 62"/>
                <a:gd name="T31" fmla="*/ 20 h 66"/>
                <a:gd name="T32" fmla="*/ 42 w 62"/>
                <a:gd name="T33" fmla="*/ 36 h 66"/>
                <a:gd name="T34" fmla="*/ 49 w 62"/>
                <a:gd name="T35" fmla="*/ 51 h 66"/>
                <a:gd name="T36" fmla="*/ 57 w 62"/>
                <a:gd name="T37" fmla="*/ 19 h 66"/>
                <a:gd name="T38" fmla="*/ 51 w 62"/>
                <a:gd name="T39" fmla="*/ 51 h 66"/>
                <a:gd name="T40" fmla="*/ 61 w 62"/>
                <a:gd name="T41" fmla="*/ 24 h 66"/>
                <a:gd name="T42" fmla="*/ 43 w 62"/>
                <a:gd name="T43" fmla="*/ 63 h 66"/>
                <a:gd name="T44" fmla="*/ 45 w 62"/>
                <a:gd name="T45" fmla="*/ 51 h 66"/>
                <a:gd name="T46" fmla="*/ 38 w 62"/>
                <a:gd name="T47" fmla="*/ 49 h 66"/>
                <a:gd name="T48" fmla="*/ 43 w 62"/>
                <a:gd name="T49" fmla="*/ 63 h 66"/>
                <a:gd name="T50" fmla="*/ 11 w 62"/>
                <a:gd name="T51" fmla="*/ 50 h 66"/>
                <a:gd name="T52" fmla="*/ 13 w 62"/>
                <a:gd name="T53" fmla="*/ 39 h 66"/>
                <a:gd name="T54" fmla="*/ 5 w 62"/>
                <a:gd name="T55" fmla="*/ 39 h 66"/>
                <a:gd name="T56" fmla="*/ 35 w 62"/>
                <a:gd name="T57" fmla="*/ 21 h 66"/>
                <a:gd name="T58" fmla="*/ 23 w 62"/>
                <a:gd name="T59" fmla="*/ 36 h 66"/>
                <a:gd name="T60" fmla="*/ 45 w 62"/>
                <a:gd name="T61" fmla="*/ 63 h 66"/>
                <a:gd name="T62" fmla="*/ 55 w 62"/>
                <a:gd name="T63" fmla="*/ 53 h 66"/>
                <a:gd name="T64" fmla="*/ 45 w 62"/>
                <a:gd name="T65" fmla="*/ 63 h 66"/>
                <a:gd name="T66" fmla="*/ 21 w 62"/>
                <a:gd name="T67" fmla="*/ 40 h 66"/>
                <a:gd name="T68" fmla="*/ 12 w 62"/>
                <a:gd name="T69" fmla="*/ 5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62" h="66">
                  <a:moveTo>
                    <a:pt x="30" y="60"/>
                  </a:moveTo>
                  <a:cubicBezTo>
                    <a:pt x="31" y="58"/>
                    <a:pt x="32" y="56"/>
                    <a:pt x="33" y="54"/>
                  </a:cubicBezTo>
                  <a:cubicBezTo>
                    <a:pt x="38" y="47"/>
                    <a:pt x="41" y="39"/>
                    <a:pt x="42" y="31"/>
                  </a:cubicBezTo>
                  <a:cubicBezTo>
                    <a:pt x="42" y="29"/>
                    <a:pt x="42" y="28"/>
                    <a:pt x="41" y="26"/>
                  </a:cubicBezTo>
                  <a:cubicBezTo>
                    <a:pt x="40" y="21"/>
                    <a:pt x="36" y="21"/>
                    <a:pt x="33" y="25"/>
                  </a:cubicBezTo>
                  <a:cubicBezTo>
                    <a:pt x="27" y="31"/>
                    <a:pt x="22" y="39"/>
                    <a:pt x="19" y="48"/>
                  </a:cubicBezTo>
                  <a:cubicBezTo>
                    <a:pt x="18" y="49"/>
                    <a:pt x="18" y="50"/>
                    <a:pt x="18" y="51"/>
                  </a:cubicBezTo>
                  <a:cubicBezTo>
                    <a:pt x="18" y="52"/>
                    <a:pt x="17" y="53"/>
                    <a:pt x="17" y="54"/>
                  </a:cubicBezTo>
                  <a:cubicBezTo>
                    <a:pt x="15" y="52"/>
                    <a:pt x="13" y="52"/>
                    <a:pt x="11" y="53"/>
                  </a:cubicBezTo>
                  <a:cubicBezTo>
                    <a:pt x="9" y="50"/>
                    <a:pt x="4" y="50"/>
                    <a:pt x="0" y="48"/>
                  </a:cubicBezTo>
                  <a:cubicBezTo>
                    <a:pt x="1" y="45"/>
                    <a:pt x="3" y="41"/>
                    <a:pt x="4" y="38"/>
                  </a:cubicBezTo>
                  <a:cubicBezTo>
                    <a:pt x="6" y="34"/>
                    <a:pt x="8" y="30"/>
                    <a:pt x="10" y="27"/>
                  </a:cubicBezTo>
                  <a:cubicBezTo>
                    <a:pt x="13" y="19"/>
                    <a:pt x="19" y="13"/>
                    <a:pt x="25" y="8"/>
                  </a:cubicBezTo>
                  <a:cubicBezTo>
                    <a:pt x="35" y="0"/>
                    <a:pt x="50" y="2"/>
                    <a:pt x="57" y="9"/>
                  </a:cubicBezTo>
                  <a:cubicBezTo>
                    <a:pt x="61" y="14"/>
                    <a:pt x="62" y="20"/>
                    <a:pt x="62" y="27"/>
                  </a:cubicBezTo>
                  <a:cubicBezTo>
                    <a:pt x="62" y="34"/>
                    <a:pt x="60" y="41"/>
                    <a:pt x="58" y="48"/>
                  </a:cubicBezTo>
                  <a:cubicBezTo>
                    <a:pt x="56" y="53"/>
                    <a:pt x="53" y="57"/>
                    <a:pt x="51" y="62"/>
                  </a:cubicBezTo>
                  <a:cubicBezTo>
                    <a:pt x="51" y="62"/>
                    <a:pt x="51" y="63"/>
                    <a:pt x="51" y="63"/>
                  </a:cubicBezTo>
                  <a:cubicBezTo>
                    <a:pt x="51" y="64"/>
                    <a:pt x="50" y="65"/>
                    <a:pt x="50" y="66"/>
                  </a:cubicBezTo>
                  <a:cubicBezTo>
                    <a:pt x="47" y="66"/>
                    <a:pt x="44" y="66"/>
                    <a:pt x="42" y="65"/>
                  </a:cubicBezTo>
                  <a:cubicBezTo>
                    <a:pt x="40" y="63"/>
                    <a:pt x="37" y="62"/>
                    <a:pt x="35" y="61"/>
                  </a:cubicBezTo>
                  <a:cubicBezTo>
                    <a:pt x="33" y="61"/>
                    <a:pt x="32" y="60"/>
                    <a:pt x="30" y="60"/>
                  </a:cubicBezTo>
                  <a:close/>
                  <a:moveTo>
                    <a:pt x="49" y="51"/>
                  </a:moveTo>
                  <a:cubicBezTo>
                    <a:pt x="50" y="46"/>
                    <a:pt x="52" y="41"/>
                    <a:pt x="53" y="37"/>
                  </a:cubicBezTo>
                  <a:cubicBezTo>
                    <a:pt x="55" y="30"/>
                    <a:pt x="56" y="24"/>
                    <a:pt x="55" y="17"/>
                  </a:cubicBezTo>
                  <a:cubicBezTo>
                    <a:pt x="55" y="13"/>
                    <a:pt x="53" y="9"/>
                    <a:pt x="50" y="7"/>
                  </a:cubicBezTo>
                  <a:cubicBezTo>
                    <a:pt x="43" y="4"/>
                    <a:pt x="33" y="3"/>
                    <a:pt x="26" y="9"/>
                  </a:cubicBezTo>
                  <a:cubicBezTo>
                    <a:pt x="20" y="14"/>
                    <a:pt x="16" y="19"/>
                    <a:pt x="12" y="26"/>
                  </a:cubicBezTo>
                  <a:cubicBezTo>
                    <a:pt x="10" y="29"/>
                    <a:pt x="9" y="32"/>
                    <a:pt x="7" y="36"/>
                  </a:cubicBezTo>
                  <a:cubicBezTo>
                    <a:pt x="9" y="36"/>
                    <a:pt x="11" y="37"/>
                    <a:pt x="13" y="38"/>
                  </a:cubicBezTo>
                  <a:cubicBezTo>
                    <a:pt x="15" y="39"/>
                    <a:pt x="15" y="37"/>
                    <a:pt x="16" y="36"/>
                  </a:cubicBezTo>
                  <a:cubicBezTo>
                    <a:pt x="19" y="29"/>
                    <a:pt x="24" y="24"/>
                    <a:pt x="31" y="20"/>
                  </a:cubicBezTo>
                  <a:cubicBezTo>
                    <a:pt x="36" y="18"/>
                    <a:pt x="41" y="19"/>
                    <a:pt x="42" y="25"/>
                  </a:cubicBezTo>
                  <a:cubicBezTo>
                    <a:pt x="43" y="29"/>
                    <a:pt x="43" y="33"/>
                    <a:pt x="42" y="36"/>
                  </a:cubicBezTo>
                  <a:cubicBezTo>
                    <a:pt x="42" y="40"/>
                    <a:pt x="41" y="43"/>
                    <a:pt x="40" y="47"/>
                  </a:cubicBezTo>
                  <a:cubicBezTo>
                    <a:pt x="43" y="48"/>
                    <a:pt x="46" y="50"/>
                    <a:pt x="49" y="51"/>
                  </a:cubicBezTo>
                  <a:close/>
                  <a:moveTo>
                    <a:pt x="55" y="10"/>
                  </a:moveTo>
                  <a:cubicBezTo>
                    <a:pt x="55" y="13"/>
                    <a:pt x="57" y="16"/>
                    <a:pt x="57" y="19"/>
                  </a:cubicBezTo>
                  <a:cubicBezTo>
                    <a:pt x="58" y="27"/>
                    <a:pt x="56" y="34"/>
                    <a:pt x="54" y="41"/>
                  </a:cubicBezTo>
                  <a:cubicBezTo>
                    <a:pt x="53" y="44"/>
                    <a:pt x="52" y="48"/>
                    <a:pt x="51" y="51"/>
                  </a:cubicBezTo>
                  <a:cubicBezTo>
                    <a:pt x="55" y="52"/>
                    <a:pt x="56" y="50"/>
                    <a:pt x="57" y="46"/>
                  </a:cubicBezTo>
                  <a:cubicBezTo>
                    <a:pt x="59" y="39"/>
                    <a:pt x="61" y="32"/>
                    <a:pt x="61" y="24"/>
                  </a:cubicBezTo>
                  <a:cubicBezTo>
                    <a:pt x="60" y="18"/>
                    <a:pt x="59" y="13"/>
                    <a:pt x="55" y="10"/>
                  </a:cubicBezTo>
                  <a:close/>
                  <a:moveTo>
                    <a:pt x="43" y="63"/>
                  </a:moveTo>
                  <a:cubicBezTo>
                    <a:pt x="45" y="60"/>
                    <a:pt x="46" y="57"/>
                    <a:pt x="47" y="55"/>
                  </a:cubicBezTo>
                  <a:cubicBezTo>
                    <a:pt x="47" y="54"/>
                    <a:pt x="47" y="51"/>
                    <a:pt x="45" y="51"/>
                  </a:cubicBezTo>
                  <a:cubicBezTo>
                    <a:pt x="44" y="50"/>
                    <a:pt x="42" y="49"/>
                    <a:pt x="41" y="49"/>
                  </a:cubicBezTo>
                  <a:cubicBezTo>
                    <a:pt x="40" y="49"/>
                    <a:pt x="39" y="48"/>
                    <a:pt x="38" y="49"/>
                  </a:cubicBezTo>
                  <a:cubicBezTo>
                    <a:pt x="36" y="53"/>
                    <a:pt x="35" y="56"/>
                    <a:pt x="33" y="59"/>
                  </a:cubicBezTo>
                  <a:cubicBezTo>
                    <a:pt x="36" y="60"/>
                    <a:pt x="40" y="61"/>
                    <a:pt x="43" y="63"/>
                  </a:cubicBezTo>
                  <a:close/>
                  <a:moveTo>
                    <a:pt x="2" y="48"/>
                  </a:moveTo>
                  <a:cubicBezTo>
                    <a:pt x="5" y="48"/>
                    <a:pt x="8" y="49"/>
                    <a:pt x="11" y="50"/>
                  </a:cubicBezTo>
                  <a:cubicBezTo>
                    <a:pt x="12" y="47"/>
                    <a:pt x="13" y="44"/>
                    <a:pt x="14" y="41"/>
                  </a:cubicBezTo>
                  <a:cubicBezTo>
                    <a:pt x="14" y="41"/>
                    <a:pt x="13" y="40"/>
                    <a:pt x="13" y="39"/>
                  </a:cubicBezTo>
                  <a:cubicBezTo>
                    <a:pt x="11" y="39"/>
                    <a:pt x="9" y="39"/>
                    <a:pt x="6" y="38"/>
                  </a:cubicBezTo>
                  <a:cubicBezTo>
                    <a:pt x="6" y="38"/>
                    <a:pt x="6" y="39"/>
                    <a:pt x="5" y="39"/>
                  </a:cubicBezTo>
                  <a:cubicBezTo>
                    <a:pt x="4" y="42"/>
                    <a:pt x="3" y="44"/>
                    <a:pt x="2" y="48"/>
                  </a:cubicBezTo>
                  <a:close/>
                  <a:moveTo>
                    <a:pt x="35" y="21"/>
                  </a:moveTo>
                  <a:cubicBezTo>
                    <a:pt x="30" y="21"/>
                    <a:pt x="18" y="31"/>
                    <a:pt x="17" y="39"/>
                  </a:cubicBezTo>
                  <a:cubicBezTo>
                    <a:pt x="20" y="39"/>
                    <a:pt x="21" y="39"/>
                    <a:pt x="23" y="36"/>
                  </a:cubicBezTo>
                  <a:cubicBezTo>
                    <a:pt x="26" y="30"/>
                    <a:pt x="30" y="25"/>
                    <a:pt x="35" y="21"/>
                  </a:cubicBezTo>
                  <a:close/>
                  <a:moveTo>
                    <a:pt x="45" y="63"/>
                  </a:moveTo>
                  <a:cubicBezTo>
                    <a:pt x="48" y="65"/>
                    <a:pt x="49" y="64"/>
                    <a:pt x="50" y="62"/>
                  </a:cubicBezTo>
                  <a:cubicBezTo>
                    <a:pt x="52" y="59"/>
                    <a:pt x="53" y="56"/>
                    <a:pt x="55" y="53"/>
                  </a:cubicBezTo>
                  <a:cubicBezTo>
                    <a:pt x="51" y="52"/>
                    <a:pt x="49" y="53"/>
                    <a:pt x="48" y="56"/>
                  </a:cubicBezTo>
                  <a:cubicBezTo>
                    <a:pt x="47" y="59"/>
                    <a:pt x="46" y="61"/>
                    <a:pt x="45" y="63"/>
                  </a:cubicBezTo>
                  <a:close/>
                  <a:moveTo>
                    <a:pt x="16" y="51"/>
                  </a:moveTo>
                  <a:cubicBezTo>
                    <a:pt x="18" y="47"/>
                    <a:pt x="19" y="44"/>
                    <a:pt x="21" y="40"/>
                  </a:cubicBezTo>
                  <a:cubicBezTo>
                    <a:pt x="19" y="40"/>
                    <a:pt x="17" y="40"/>
                    <a:pt x="15" y="40"/>
                  </a:cubicBezTo>
                  <a:cubicBezTo>
                    <a:pt x="14" y="44"/>
                    <a:pt x="13" y="47"/>
                    <a:pt x="12" y="50"/>
                  </a:cubicBezTo>
                  <a:cubicBezTo>
                    <a:pt x="14" y="50"/>
                    <a:pt x="15" y="50"/>
                    <a:pt x="16" y="5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" name="Freeform 40218"/>
            <p:cNvSpPr/>
            <p:nvPr>
              <p:custDataLst>
                <p:tags r:id="rId7"/>
              </p:custDataLst>
            </p:nvPr>
          </p:nvSpPr>
          <p:spPr bwMode="auto">
            <a:xfrm>
              <a:off x="5957888" y="3479800"/>
              <a:ext cx="28575" cy="31750"/>
            </a:xfrm>
            <a:custGeom>
              <a:avLst/>
              <a:gdLst>
                <a:gd name="T0" fmla="*/ 7 w 7"/>
                <a:gd name="T1" fmla="*/ 0 h 8"/>
                <a:gd name="T2" fmla="*/ 0 w 7"/>
                <a:gd name="T3" fmla="*/ 8 h 8"/>
                <a:gd name="T4" fmla="*/ 7 w 7"/>
                <a:gd name="T5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8">
                  <a:moveTo>
                    <a:pt x="7" y="0"/>
                  </a:moveTo>
                  <a:cubicBezTo>
                    <a:pt x="6" y="4"/>
                    <a:pt x="3" y="8"/>
                    <a:pt x="0" y="8"/>
                  </a:cubicBezTo>
                  <a:cubicBezTo>
                    <a:pt x="2" y="6"/>
                    <a:pt x="4" y="3"/>
                    <a:pt x="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" name="Freeform 40219"/>
            <p:cNvSpPr/>
            <p:nvPr>
              <p:custDataLst>
                <p:tags r:id="rId8"/>
              </p:custDataLst>
            </p:nvPr>
          </p:nvSpPr>
          <p:spPr bwMode="auto">
            <a:xfrm>
              <a:off x="6167438" y="3533775"/>
              <a:ext cx="11113" cy="47625"/>
            </a:xfrm>
            <a:custGeom>
              <a:avLst/>
              <a:gdLst>
                <a:gd name="T0" fmla="*/ 1 w 3"/>
                <a:gd name="T1" fmla="*/ 0 h 12"/>
                <a:gd name="T2" fmla="*/ 3 w 3"/>
                <a:gd name="T3" fmla="*/ 12 h 12"/>
                <a:gd name="T4" fmla="*/ 0 w 3"/>
                <a:gd name="T5" fmla="*/ 0 h 12"/>
                <a:gd name="T6" fmla="*/ 1 w 3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12">
                  <a:moveTo>
                    <a:pt x="1" y="0"/>
                  </a:moveTo>
                  <a:cubicBezTo>
                    <a:pt x="2" y="4"/>
                    <a:pt x="2" y="8"/>
                    <a:pt x="3" y="12"/>
                  </a:cubicBezTo>
                  <a:cubicBezTo>
                    <a:pt x="1" y="11"/>
                    <a:pt x="1" y="1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" name="Freeform 40220"/>
            <p:cNvSpPr/>
            <p:nvPr>
              <p:custDataLst>
                <p:tags r:id="rId9"/>
              </p:custDataLst>
            </p:nvPr>
          </p:nvSpPr>
          <p:spPr bwMode="auto">
            <a:xfrm>
              <a:off x="5986463" y="3498850"/>
              <a:ext cx="11113" cy="39688"/>
            </a:xfrm>
            <a:custGeom>
              <a:avLst/>
              <a:gdLst>
                <a:gd name="T0" fmla="*/ 3 w 3"/>
                <a:gd name="T1" fmla="*/ 0 h 10"/>
                <a:gd name="T2" fmla="*/ 1 w 3"/>
                <a:gd name="T3" fmla="*/ 10 h 10"/>
                <a:gd name="T4" fmla="*/ 3 w 3"/>
                <a:gd name="T5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10">
                  <a:moveTo>
                    <a:pt x="3" y="0"/>
                  </a:moveTo>
                  <a:cubicBezTo>
                    <a:pt x="3" y="3"/>
                    <a:pt x="2" y="6"/>
                    <a:pt x="1" y="10"/>
                  </a:cubicBezTo>
                  <a:cubicBezTo>
                    <a:pt x="0" y="8"/>
                    <a:pt x="1" y="2"/>
                    <a:pt x="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" name="Freeform 40221"/>
            <p:cNvSpPr/>
            <p:nvPr>
              <p:custDataLst>
                <p:tags r:id="rId10"/>
              </p:custDataLst>
            </p:nvPr>
          </p:nvSpPr>
          <p:spPr bwMode="auto">
            <a:xfrm>
              <a:off x="6092826" y="3538538"/>
              <a:ext cx="19050" cy="34925"/>
            </a:xfrm>
            <a:custGeom>
              <a:avLst/>
              <a:gdLst>
                <a:gd name="T0" fmla="*/ 0 w 5"/>
                <a:gd name="T1" fmla="*/ 9 h 9"/>
                <a:gd name="T2" fmla="*/ 0 w 5"/>
                <a:gd name="T3" fmla="*/ 7 h 9"/>
                <a:gd name="T4" fmla="*/ 2 w 5"/>
                <a:gd name="T5" fmla="*/ 3 h 9"/>
                <a:gd name="T6" fmla="*/ 5 w 5"/>
                <a:gd name="T7" fmla="*/ 0 h 9"/>
                <a:gd name="T8" fmla="*/ 5 w 5"/>
                <a:gd name="T9" fmla="*/ 0 h 9"/>
                <a:gd name="T10" fmla="*/ 0 w 5"/>
                <a:gd name="T11" fmla="*/ 9 h 9"/>
                <a:gd name="T12" fmla="*/ 0 w 5"/>
                <a:gd name="T13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9">
                  <a:moveTo>
                    <a:pt x="0" y="9"/>
                  </a:moveTo>
                  <a:cubicBezTo>
                    <a:pt x="0" y="8"/>
                    <a:pt x="0" y="7"/>
                    <a:pt x="0" y="7"/>
                  </a:cubicBezTo>
                  <a:cubicBezTo>
                    <a:pt x="1" y="6"/>
                    <a:pt x="1" y="4"/>
                    <a:pt x="2" y="3"/>
                  </a:cubicBezTo>
                  <a:cubicBezTo>
                    <a:pt x="3" y="2"/>
                    <a:pt x="4" y="1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3"/>
                    <a:pt x="2" y="6"/>
                    <a:pt x="0" y="9"/>
                  </a:cubicBezTo>
                  <a:cubicBezTo>
                    <a:pt x="0" y="9"/>
                    <a:pt x="0" y="9"/>
                    <a:pt x="0" y="9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" name="Freeform 40222"/>
            <p:cNvSpPr/>
            <p:nvPr>
              <p:custDataLst>
                <p:tags r:id="rId11"/>
              </p:custDataLst>
            </p:nvPr>
          </p:nvSpPr>
          <p:spPr bwMode="auto">
            <a:xfrm>
              <a:off x="6021388" y="3498850"/>
              <a:ext cx="7938" cy="39688"/>
            </a:xfrm>
            <a:custGeom>
              <a:avLst/>
              <a:gdLst>
                <a:gd name="T0" fmla="*/ 1 w 2"/>
                <a:gd name="T1" fmla="*/ 0 h 10"/>
                <a:gd name="T2" fmla="*/ 2 w 2"/>
                <a:gd name="T3" fmla="*/ 10 h 10"/>
                <a:gd name="T4" fmla="*/ 1 w 2"/>
                <a:gd name="T5" fmla="*/ 10 h 10"/>
                <a:gd name="T6" fmla="*/ 1 w 2"/>
                <a:gd name="T7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0">
                  <a:moveTo>
                    <a:pt x="1" y="0"/>
                  </a:moveTo>
                  <a:cubicBezTo>
                    <a:pt x="1" y="4"/>
                    <a:pt x="1" y="7"/>
                    <a:pt x="2" y="10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0" y="7"/>
                    <a:pt x="0" y="4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" name="Freeform 40223"/>
            <p:cNvSpPr/>
            <p:nvPr>
              <p:custDataLst>
                <p:tags r:id="rId12"/>
              </p:custDataLst>
            </p:nvPr>
          </p:nvSpPr>
          <p:spPr bwMode="auto">
            <a:xfrm>
              <a:off x="6061076" y="3525838"/>
              <a:ext cx="26988" cy="23813"/>
            </a:xfrm>
            <a:custGeom>
              <a:avLst/>
              <a:gdLst>
                <a:gd name="T0" fmla="*/ 0 w 7"/>
                <a:gd name="T1" fmla="*/ 5 h 6"/>
                <a:gd name="T2" fmla="*/ 6 w 7"/>
                <a:gd name="T3" fmla="*/ 0 h 6"/>
                <a:gd name="T4" fmla="*/ 7 w 7"/>
                <a:gd name="T5" fmla="*/ 1 h 6"/>
                <a:gd name="T6" fmla="*/ 2 w 7"/>
                <a:gd name="T7" fmla="*/ 6 h 6"/>
                <a:gd name="T8" fmla="*/ 0 w 7"/>
                <a:gd name="T9" fmla="*/ 5 h 6"/>
                <a:gd name="T10" fmla="*/ 0 w 7"/>
                <a:gd name="T11" fmla="*/ 5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6">
                  <a:moveTo>
                    <a:pt x="0" y="5"/>
                  </a:moveTo>
                  <a:cubicBezTo>
                    <a:pt x="2" y="3"/>
                    <a:pt x="4" y="2"/>
                    <a:pt x="6" y="0"/>
                  </a:cubicBezTo>
                  <a:cubicBezTo>
                    <a:pt x="6" y="1"/>
                    <a:pt x="7" y="1"/>
                    <a:pt x="7" y="1"/>
                  </a:cubicBezTo>
                  <a:cubicBezTo>
                    <a:pt x="5" y="3"/>
                    <a:pt x="3" y="4"/>
                    <a:pt x="2" y="6"/>
                  </a:cubicBezTo>
                  <a:cubicBezTo>
                    <a:pt x="1" y="6"/>
                    <a:pt x="1" y="5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" name="Freeform 40224"/>
            <p:cNvSpPr/>
            <p:nvPr>
              <p:custDataLst>
                <p:tags r:id="rId13"/>
              </p:custDataLst>
            </p:nvPr>
          </p:nvSpPr>
          <p:spPr bwMode="auto">
            <a:xfrm>
              <a:off x="6127751" y="3541713"/>
              <a:ext cx="11113" cy="31750"/>
            </a:xfrm>
            <a:custGeom>
              <a:avLst/>
              <a:gdLst>
                <a:gd name="T0" fmla="*/ 2 w 3"/>
                <a:gd name="T1" fmla="*/ 8 h 8"/>
                <a:gd name="T2" fmla="*/ 2 w 3"/>
                <a:gd name="T3" fmla="*/ 0 h 8"/>
                <a:gd name="T4" fmla="*/ 3 w 3"/>
                <a:gd name="T5" fmla="*/ 0 h 8"/>
                <a:gd name="T6" fmla="*/ 2 w 3"/>
                <a:gd name="T7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8">
                  <a:moveTo>
                    <a:pt x="2" y="8"/>
                  </a:moveTo>
                  <a:cubicBezTo>
                    <a:pt x="0" y="7"/>
                    <a:pt x="0" y="7"/>
                    <a:pt x="2" y="0"/>
                  </a:cubicBezTo>
                  <a:cubicBezTo>
                    <a:pt x="2" y="0"/>
                    <a:pt x="3" y="0"/>
                    <a:pt x="3" y="0"/>
                  </a:cubicBezTo>
                  <a:cubicBezTo>
                    <a:pt x="3" y="2"/>
                    <a:pt x="2" y="5"/>
                    <a:pt x="2" y="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" name="Freeform 40225"/>
            <p:cNvSpPr/>
            <p:nvPr>
              <p:custDataLst>
                <p:tags r:id="rId14"/>
              </p:custDataLst>
            </p:nvPr>
          </p:nvSpPr>
          <p:spPr bwMode="auto">
            <a:xfrm>
              <a:off x="6048376" y="3487738"/>
              <a:ext cx="7938" cy="34925"/>
            </a:xfrm>
            <a:custGeom>
              <a:avLst/>
              <a:gdLst>
                <a:gd name="T0" fmla="*/ 1 w 2"/>
                <a:gd name="T1" fmla="*/ 9 h 9"/>
                <a:gd name="T2" fmla="*/ 0 w 2"/>
                <a:gd name="T3" fmla="*/ 0 h 9"/>
                <a:gd name="T4" fmla="*/ 1 w 2"/>
                <a:gd name="T5" fmla="*/ 0 h 9"/>
                <a:gd name="T6" fmla="*/ 2 w 2"/>
                <a:gd name="T7" fmla="*/ 8 h 9"/>
                <a:gd name="T8" fmla="*/ 1 w 2"/>
                <a:gd name="T9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9">
                  <a:moveTo>
                    <a:pt x="1" y="9"/>
                  </a:moveTo>
                  <a:cubicBezTo>
                    <a:pt x="1" y="6"/>
                    <a:pt x="1" y="3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3"/>
                    <a:pt x="2" y="6"/>
                    <a:pt x="2" y="8"/>
                  </a:cubicBezTo>
                  <a:cubicBezTo>
                    <a:pt x="2" y="8"/>
                    <a:pt x="1" y="9"/>
                    <a:pt x="1" y="9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sp>
        <p:nvSpPr>
          <p:cNvPr id="58371" name="Content Placeholder 2"/>
          <p:cNvSpPr>
            <a:spLocks noGrp="1"/>
          </p:cNvSpPr>
          <p:nvPr>
            <p:ph idx="1"/>
          </p:nvPr>
        </p:nvSpPr>
        <p:spPr>
          <a:xfrm>
            <a:off x="346827" y="1613537"/>
            <a:ext cx="7886700" cy="4351337"/>
          </a:xfrm>
        </p:spPr>
        <p:txBody>
          <a:bodyPr>
            <a:noAutofit/>
          </a:bodyPr>
          <a:lstStyle/>
          <a:p>
            <a:pPr fontAlgn="auto">
              <a:lnSpc>
                <a:spcPct val="100000"/>
              </a:lnSpc>
              <a:spcBef>
                <a:spcPts val="1200"/>
              </a:spcBef>
            </a:pPr>
            <a:r>
              <a:rPr lang="en-US" altLang="zh-CN" sz="2800" dirty="0"/>
              <a:t>No need to have a </a:t>
            </a:r>
            <a:r>
              <a:rPr lang="en-US" altLang="zh-CN" sz="2800" dirty="0">
                <a:solidFill>
                  <a:srgbClr val="3A3AB9"/>
                </a:solidFill>
              </a:rPr>
              <a:t>head node</a:t>
            </a:r>
          </a:p>
          <a:p>
            <a:pPr lvl="1" fontAlgn="auto">
              <a:lnSpc>
                <a:spcPct val="100000"/>
              </a:lnSpc>
              <a:spcBef>
                <a:spcPts val="1200"/>
              </a:spcBef>
            </a:pPr>
            <a:r>
              <a:rPr lang="en-US" altLang="zh-CN" sz="2400" dirty="0"/>
              <a:t>No special code is required for lists of zero or one elements.</a:t>
            </a:r>
          </a:p>
          <a:p>
            <a:pPr fontAlgn="auto">
              <a:lnSpc>
                <a:spcPct val="100000"/>
              </a:lnSpc>
              <a:spcBef>
                <a:spcPts val="1200"/>
              </a:spcBef>
            </a:pPr>
            <a:r>
              <a:rPr lang="en-US" altLang="zh-CN" sz="2800" dirty="0"/>
              <a:t>A pointer </a:t>
            </a:r>
            <a:r>
              <a:rPr lang="en-US" altLang="zh-CN" sz="2800" b="1" dirty="0">
                <a:solidFill>
                  <a:srgbClr val="CC0000"/>
                </a:solidFill>
              </a:rPr>
              <a:t>top</a:t>
            </a:r>
            <a:r>
              <a:rPr lang="en-US" altLang="zh-CN" sz="2800" dirty="0"/>
              <a:t> points to the first link node</a:t>
            </a:r>
          </a:p>
          <a:p>
            <a:pPr lvl="1" fontAlgn="auto">
              <a:lnSpc>
                <a:spcPct val="100000"/>
              </a:lnSpc>
              <a:spcBef>
                <a:spcPts val="1200"/>
              </a:spcBef>
            </a:pPr>
            <a:r>
              <a:rPr lang="en-US" altLang="zh-CN" sz="2400" dirty="0"/>
              <a:t>Push: first modifies the </a:t>
            </a:r>
            <a:r>
              <a:rPr lang="en-US" altLang="zh-CN" sz="2400" b="1" dirty="0">
                <a:solidFill>
                  <a:srgbClr val="CC0000"/>
                </a:solidFill>
              </a:rPr>
              <a:t>next</a:t>
            </a:r>
            <a:r>
              <a:rPr lang="en-US" altLang="zh-CN" sz="2400" dirty="0"/>
              <a:t> field of the newly created node to point to the top of the stack, then sets </a:t>
            </a:r>
            <a:r>
              <a:rPr lang="en-US" altLang="zh-CN" sz="2400" b="1" dirty="0">
                <a:solidFill>
                  <a:srgbClr val="CC0000"/>
                </a:solidFill>
              </a:rPr>
              <a:t>top</a:t>
            </a:r>
            <a:r>
              <a:rPr lang="en-US" altLang="zh-CN" sz="2400" dirty="0"/>
              <a:t> to point to the new node </a:t>
            </a:r>
          </a:p>
          <a:p>
            <a:pPr lvl="1" fontAlgn="auto">
              <a:lnSpc>
                <a:spcPct val="100000"/>
              </a:lnSpc>
              <a:spcBef>
                <a:spcPts val="1200"/>
              </a:spcBef>
            </a:pPr>
            <a:endParaRPr lang="en-US" altLang="zh-CN" sz="500" dirty="0"/>
          </a:p>
          <a:p>
            <a:pPr lvl="1" fontAlgn="auto">
              <a:lnSpc>
                <a:spcPct val="100000"/>
              </a:lnSpc>
              <a:spcBef>
                <a:spcPts val="1200"/>
              </a:spcBef>
            </a:pPr>
            <a:r>
              <a:rPr lang="en-US" altLang="zh-CN" sz="2400" dirty="0"/>
              <a:t>Pop: set </a:t>
            </a:r>
            <a:r>
              <a:rPr lang="en-US" altLang="zh-CN" sz="2400" b="1" dirty="0">
                <a:solidFill>
                  <a:srgbClr val="CC0000"/>
                </a:solidFill>
              </a:rPr>
              <a:t>top</a:t>
            </a:r>
            <a:r>
              <a:rPr lang="en-US" altLang="zh-CN" sz="2400" dirty="0"/>
              <a:t> to point to the </a:t>
            </a:r>
            <a:r>
              <a:rPr lang="en-US" altLang="zh-CN" sz="2400" b="1" dirty="0">
                <a:solidFill>
                  <a:srgbClr val="CC0000"/>
                </a:solidFill>
              </a:rPr>
              <a:t>next</a:t>
            </a:r>
            <a:r>
              <a:rPr lang="en-US" altLang="zh-CN" sz="2400" dirty="0"/>
              <a:t> link of the old top node; the old top node is </a:t>
            </a:r>
            <a:r>
              <a:rPr lang="en-US" altLang="zh-CN" sz="2400" dirty="0">
                <a:solidFill>
                  <a:srgbClr val="CC0000"/>
                </a:solidFill>
              </a:rPr>
              <a:t>freed</a:t>
            </a:r>
            <a:r>
              <a:rPr lang="en-US" altLang="zh-CN" sz="2400" dirty="0"/>
              <a:t> and its element value is returned.</a:t>
            </a:r>
          </a:p>
        </p:txBody>
      </p:sp>
      <p:sp>
        <p:nvSpPr>
          <p:cNvPr id="58372" name="Slide Number Placeholder 3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557530" indent="-21463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857250" indent="-1714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200150" indent="-1714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1543050" indent="-1714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1885950" indent="-1714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228850" indent="-1714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2571750" indent="-1714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2914650" indent="-1714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fld id="{EC8ED5FA-0BBA-41AA-9993-427506B00411}" type="slidenum">
              <a:rPr lang="en-US" altLang="zh-CN" sz="465" smtClean="0"/>
              <a:pPr/>
              <a:t>37</a:t>
            </a:fld>
            <a:endParaRPr lang="en-US" altLang="zh-CN" sz="465"/>
          </a:p>
        </p:txBody>
      </p:sp>
      <p:sp>
        <p:nvSpPr>
          <p:cNvPr id="2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fld id="{56AD44EA-E97B-4496-B60D-37AA894954AB}" type="datetime1">
              <a:rPr lang="zh-CN" altLang="en-US" sz="465" smtClean="0"/>
              <a:pPr>
                <a:defRPr/>
              </a:pPr>
              <a:t>2025/12/16</a:t>
            </a:fld>
            <a:endParaRPr lang="zh-CN" altLang="en-US" sz="465"/>
          </a:p>
        </p:txBody>
      </p:sp>
      <p:sp>
        <p:nvSpPr>
          <p:cNvPr id="3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altLang="zh-CN" sz="465"/>
              <a:t>Stacks and Queues - Lecture 6</a:t>
            </a:r>
            <a:endParaRPr lang="zh-CN" altLang="en-US" sz="465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矩形 5"/>
          <p:cNvSpPr/>
          <p:nvPr>
            <p:custDataLst>
              <p:tags r:id="rId1"/>
            </p:custDataLst>
          </p:nvPr>
        </p:nvSpPr>
        <p:spPr>
          <a:xfrm>
            <a:off x="207010" y="708025"/>
            <a:ext cx="6345555" cy="1530350"/>
          </a:xfrm>
          <a:prstGeom prst="rect">
            <a:avLst/>
          </a:prstGeom>
          <a:solidFill>
            <a:srgbClr val="1E7AB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350">
              <a:latin typeface="Noto Serif CJK SC" panose="02020400000000000000" pitchFamily="18" charset="-122"/>
              <a:ea typeface="FZHei-B01S" panose="02010601030101010101" pitchFamily="2" charset="-122"/>
              <a:sym typeface="Noto Serif CJK SC" panose="02020400000000000000" pitchFamily="18" charset="-122"/>
            </a:endParaRPr>
          </a:p>
        </p:txBody>
      </p:sp>
      <p:sp>
        <p:nvSpPr>
          <p:cNvPr id="9" name="矩形 8"/>
          <p:cNvSpPr/>
          <p:nvPr>
            <p:custDataLst>
              <p:tags r:id="rId2"/>
            </p:custDataLst>
          </p:nvPr>
        </p:nvSpPr>
        <p:spPr>
          <a:xfrm>
            <a:off x="207010" y="1917065"/>
            <a:ext cx="8709660" cy="411289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350">
              <a:latin typeface="Noto Serif CJK SC" panose="02020400000000000000" pitchFamily="18" charset="-122"/>
              <a:ea typeface="FZHei-B01S" panose="02010601030101010101" pitchFamily="2" charset="-122"/>
              <a:sym typeface="Noto Serif CJK SC" panose="02020400000000000000" pitchFamily="18" charset="-122"/>
            </a:endParaRPr>
          </a:p>
        </p:txBody>
      </p:sp>
      <p:sp>
        <p:nvSpPr>
          <p:cNvPr id="11" name="Title 1"/>
          <p:cNvSpPr>
            <a:spLocks noGrp="1"/>
          </p:cNvSpPr>
          <p:nvPr>
            <p:custDataLst>
              <p:tags r:id="rId3"/>
            </p:custDataLst>
          </p:nvPr>
        </p:nvSpPr>
        <p:spPr>
          <a:xfrm>
            <a:off x="368935" y="967105"/>
            <a:ext cx="6294755" cy="72136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5335" kern="120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+mj-ea"/>
                <a:cs typeface="Times New Roman" panose="02020603050405020304" pitchFamily="18" charset="0"/>
              </a:defRPr>
            </a:lvl1pPr>
          </a:lstStyle>
          <a:p>
            <a:r>
              <a:rPr lang="en-US" altLang="zh-CN" sz="3600" dirty="0">
                <a:solidFill>
                  <a:schemeClr val="bg1"/>
                </a:solidFill>
              </a:rPr>
              <a:t>Comparison of </a:t>
            </a:r>
          </a:p>
          <a:p>
            <a:r>
              <a:rPr lang="en-US" altLang="zh-CN" sz="3600" dirty="0">
                <a:solidFill>
                  <a:schemeClr val="bg1"/>
                </a:solidFill>
              </a:rPr>
              <a:t>Array-Based and Linked Stacks</a:t>
            </a:r>
          </a:p>
        </p:txBody>
      </p:sp>
      <p:pic>
        <p:nvPicPr>
          <p:cNvPr id="13" name="图片 12" descr="华工标志（透明版"/>
          <p:cNvPicPr>
            <a:picLocks noChangeAspect="1"/>
          </p:cNvPicPr>
          <p:nvPr>
            <p:custDataLst>
              <p:tags r:id="rId4"/>
            </p:custDataLst>
          </p:nvPr>
        </p:nvPicPr>
        <p:blipFill>
          <a:blip r:embed="rId67" cstate="print"/>
          <a:stretch>
            <a:fillRect/>
          </a:stretch>
        </p:blipFill>
        <p:spPr>
          <a:xfrm>
            <a:off x="7740015" y="116205"/>
            <a:ext cx="1230630" cy="1230630"/>
          </a:xfrm>
          <a:prstGeom prst="rect">
            <a:avLst/>
          </a:prstGeom>
        </p:spPr>
      </p:pic>
      <p:grpSp>
        <p:nvGrpSpPr>
          <p:cNvPr id="1277" name="组合 1276"/>
          <p:cNvGrpSpPr/>
          <p:nvPr/>
        </p:nvGrpSpPr>
        <p:grpSpPr>
          <a:xfrm>
            <a:off x="7728586" y="4855193"/>
            <a:ext cx="971551" cy="901701"/>
            <a:chOff x="3119438" y="984250"/>
            <a:chExt cx="728663" cy="676276"/>
          </a:xfrm>
          <a:solidFill>
            <a:schemeClr val="accent1">
              <a:lumMod val="75000"/>
              <a:alpha val="37000"/>
            </a:schemeClr>
          </a:solidFill>
        </p:grpSpPr>
        <p:sp>
          <p:nvSpPr>
            <p:cNvPr id="12751" name="Freeform 463"/>
            <p:cNvSpPr/>
            <p:nvPr>
              <p:custDataLst>
                <p:tags r:id="rId6"/>
              </p:custDataLst>
            </p:nvPr>
          </p:nvSpPr>
          <p:spPr bwMode="auto">
            <a:xfrm>
              <a:off x="3146426" y="1431925"/>
              <a:ext cx="17463" cy="26988"/>
            </a:xfrm>
            <a:custGeom>
              <a:avLst/>
              <a:gdLst/>
              <a:ahLst/>
              <a:cxnLst>
                <a:cxn ang="0">
                  <a:pos x="35" y="2"/>
                </a:cxn>
                <a:cxn ang="0">
                  <a:pos x="35" y="2"/>
                </a:cxn>
                <a:cxn ang="0">
                  <a:pos x="25" y="15"/>
                </a:cxn>
                <a:cxn ang="0">
                  <a:pos x="14" y="29"/>
                </a:cxn>
                <a:cxn ang="0">
                  <a:pos x="6" y="45"/>
                </a:cxn>
                <a:cxn ang="0">
                  <a:pos x="0" y="62"/>
                </a:cxn>
                <a:cxn ang="0">
                  <a:pos x="0" y="62"/>
                </a:cxn>
                <a:cxn ang="0">
                  <a:pos x="0" y="65"/>
                </a:cxn>
                <a:cxn ang="0">
                  <a:pos x="0" y="66"/>
                </a:cxn>
                <a:cxn ang="0">
                  <a:pos x="2" y="67"/>
                </a:cxn>
                <a:cxn ang="0">
                  <a:pos x="4" y="68"/>
                </a:cxn>
                <a:cxn ang="0">
                  <a:pos x="8" y="68"/>
                </a:cxn>
                <a:cxn ang="0">
                  <a:pos x="10" y="67"/>
                </a:cxn>
                <a:cxn ang="0">
                  <a:pos x="11" y="65"/>
                </a:cxn>
                <a:cxn ang="0">
                  <a:pos x="11" y="65"/>
                </a:cxn>
                <a:cxn ang="0">
                  <a:pos x="17" y="50"/>
                </a:cxn>
                <a:cxn ang="0">
                  <a:pos x="25" y="36"/>
                </a:cxn>
                <a:cxn ang="0">
                  <a:pos x="34" y="23"/>
                </a:cxn>
                <a:cxn ang="0">
                  <a:pos x="44" y="10"/>
                </a:cxn>
                <a:cxn ang="0">
                  <a:pos x="44" y="10"/>
                </a:cxn>
                <a:cxn ang="0">
                  <a:pos x="45" y="8"/>
                </a:cxn>
                <a:cxn ang="0">
                  <a:pos x="45" y="6"/>
                </a:cxn>
                <a:cxn ang="0">
                  <a:pos x="43" y="2"/>
                </a:cxn>
                <a:cxn ang="0">
                  <a:pos x="40" y="0"/>
                </a:cxn>
                <a:cxn ang="0">
                  <a:pos x="38" y="0"/>
                </a:cxn>
                <a:cxn ang="0">
                  <a:pos x="35" y="2"/>
                </a:cxn>
                <a:cxn ang="0">
                  <a:pos x="35" y="2"/>
                </a:cxn>
              </a:cxnLst>
              <a:rect l="0" t="0" r="r" b="b"/>
              <a:pathLst>
                <a:path w="45" h="68">
                  <a:moveTo>
                    <a:pt x="35" y="2"/>
                  </a:moveTo>
                  <a:lnTo>
                    <a:pt x="35" y="2"/>
                  </a:lnTo>
                  <a:lnTo>
                    <a:pt x="25" y="15"/>
                  </a:lnTo>
                  <a:lnTo>
                    <a:pt x="14" y="29"/>
                  </a:lnTo>
                  <a:lnTo>
                    <a:pt x="6" y="45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0" y="65"/>
                  </a:lnTo>
                  <a:lnTo>
                    <a:pt x="0" y="66"/>
                  </a:lnTo>
                  <a:lnTo>
                    <a:pt x="2" y="67"/>
                  </a:lnTo>
                  <a:lnTo>
                    <a:pt x="4" y="68"/>
                  </a:lnTo>
                  <a:lnTo>
                    <a:pt x="8" y="68"/>
                  </a:lnTo>
                  <a:lnTo>
                    <a:pt x="10" y="67"/>
                  </a:lnTo>
                  <a:lnTo>
                    <a:pt x="11" y="65"/>
                  </a:lnTo>
                  <a:lnTo>
                    <a:pt x="11" y="65"/>
                  </a:lnTo>
                  <a:lnTo>
                    <a:pt x="17" y="50"/>
                  </a:lnTo>
                  <a:lnTo>
                    <a:pt x="25" y="36"/>
                  </a:lnTo>
                  <a:lnTo>
                    <a:pt x="34" y="23"/>
                  </a:lnTo>
                  <a:lnTo>
                    <a:pt x="44" y="10"/>
                  </a:lnTo>
                  <a:lnTo>
                    <a:pt x="44" y="10"/>
                  </a:lnTo>
                  <a:lnTo>
                    <a:pt x="45" y="8"/>
                  </a:lnTo>
                  <a:lnTo>
                    <a:pt x="45" y="6"/>
                  </a:lnTo>
                  <a:lnTo>
                    <a:pt x="43" y="2"/>
                  </a:lnTo>
                  <a:lnTo>
                    <a:pt x="40" y="0"/>
                  </a:lnTo>
                  <a:lnTo>
                    <a:pt x="38" y="0"/>
                  </a:lnTo>
                  <a:lnTo>
                    <a:pt x="35" y="2"/>
                  </a:lnTo>
                  <a:lnTo>
                    <a:pt x="35" y="2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52" name="Freeform 464"/>
            <p:cNvSpPr/>
            <p:nvPr>
              <p:custDataLst>
                <p:tags r:id="rId7"/>
              </p:custDataLst>
            </p:nvPr>
          </p:nvSpPr>
          <p:spPr bwMode="auto">
            <a:xfrm>
              <a:off x="3162301" y="1450975"/>
              <a:ext cx="23813" cy="33338"/>
            </a:xfrm>
            <a:custGeom>
              <a:avLst/>
              <a:gdLst/>
              <a:ahLst/>
              <a:cxnLst>
                <a:cxn ang="0">
                  <a:pos x="47" y="3"/>
                </a:cxn>
                <a:cxn ang="0">
                  <a:pos x="47" y="3"/>
                </a:cxn>
                <a:cxn ang="0">
                  <a:pos x="32" y="21"/>
                </a:cxn>
                <a:cxn ang="0">
                  <a:pos x="20" y="39"/>
                </a:cxn>
                <a:cxn ang="0">
                  <a:pos x="9" y="59"/>
                </a:cxn>
                <a:cxn ang="0">
                  <a:pos x="3" y="70"/>
                </a:cxn>
                <a:cxn ang="0">
                  <a:pos x="0" y="80"/>
                </a:cxn>
                <a:cxn ang="0">
                  <a:pos x="0" y="80"/>
                </a:cxn>
                <a:cxn ang="0">
                  <a:pos x="0" y="83"/>
                </a:cxn>
                <a:cxn ang="0">
                  <a:pos x="0" y="84"/>
                </a:cxn>
                <a:cxn ang="0">
                  <a:pos x="2" y="87"/>
                </a:cxn>
                <a:cxn ang="0">
                  <a:pos x="3" y="87"/>
                </a:cxn>
                <a:cxn ang="0">
                  <a:pos x="7" y="87"/>
                </a:cxn>
                <a:cxn ang="0">
                  <a:pos x="10" y="85"/>
                </a:cxn>
                <a:cxn ang="0">
                  <a:pos x="11" y="83"/>
                </a:cxn>
                <a:cxn ang="0">
                  <a:pos x="11" y="83"/>
                </a:cxn>
                <a:cxn ang="0">
                  <a:pos x="15" y="73"/>
                </a:cxn>
                <a:cxn ang="0">
                  <a:pos x="19" y="63"/>
                </a:cxn>
                <a:cxn ang="0">
                  <a:pos x="31" y="45"/>
                </a:cxn>
                <a:cxn ang="0">
                  <a:pos x="43" y="26"/>
                </a:cxn>
                <a:cxn ang="0">
                  <a:pos x="56" y="8"/>
                </a:cxn>
                <a:cxn ang="0">
                  <a:pos x="56" y="8"/>
                </a:cxn>
                <a:cxn ang="0">
                  <a:pos x="57" y="7"/>
                </a:cxn>
                <a:cxn ang="0">
                  <a:pos x="57" y="4"/>
                </a:cxn>
                <a:cxn ang="0">
                  <a:pos x="56" y="3"/>
                </a:cxn>
                <a:cxn ang="0">
                  <a:pos x="54" y="2"/>
                </a:cxn>
                <a:cxn ang="0">
                  <a:pos x="51" y="0"/>
                </a:cxn>
                <a:cxn ang="0">
                  <a:pos x="48" y="2"/>
                </a:cxn>
                <a:cxn ang="0">
                  <a:pos x="47" y="3"/>
                </a:cxn>
                <a:cxn ang="0">
                  <a:pos x="47" y="3"/>
                </a:cxn>
              </a:cxnLst>
              <a:rect l="0" t="0" r="r" b="b"/>
              <a:pathLst>
                <a:path w="57" h="87">
                  <a:moveTo>
                    <a:pt x="47" y="3"/>
                  </a:moveTo>
                  <a:lnTo>
                    <a:pt x="47" y="3"/>
                  </a:lnTo>
                  <a:lnTo>
                    <a:pt x="32" y="21"/>
                  </a:lnTo>
                  <a:lnTo>
                    <a:pt x="20" y="39"/>
                  </a:lnTo>
                  <a:lnTo>
                    <a:pt x="9" y="59"/>
                  </a:lnTo>
                  <a:lnTo>
                    <a:pt x="3" y="70"/>
                  </a:lnTo>
                  <a:lnTo>
                    <a:pt x="0" y="80"/>
                  </a:lnTo>
                  <a:lnTo>
                    <a:pt x="0" y="80"/>
                  </a:lnTo>
                  <a:lnTo>
                    <a:pt x="0" y="83"/>
                  </a:lnTo>
                  <a:lnTo>
                    <a:pt x="0" y="84"/>
                  </a:lnTo>
                  <a:lnTo>
                    <a:pt x="2" y="87"/>
                  </a:lnTo>
                  <a:lnTo>
                    <a:pt x="3" y="87"/>
                  </a:lnTo>
                  <a:lnTo>
                    <a:pt x="7" y="87"/>
                  </a:lnTo>
                  <a:lnTo>
                    <a:pt x="10" y="85"/>
                  </a:lnTo>
                  <a:lnTo>
                    <a:pt x="11" y="83"/>
                  </a:lnTo>
                  <a:lnTo>
                    <a:pt x="11" y="83"/>
                  </a:lnTo>
                  <a:lnTo>
                    <a:pt x="15" y="73"/>
                  </a:lnTo>
                  <a:lnTo>
                    <a:pt x="19" y="63"/>
                  </a:lnTo>
                  <a:lnTo>
                    <a:pt x="31" y="45"/>
                  </a:lnTo>
                  <a:lnTo>
                    <a:pt x="43" y="26"/>
                  </a:lnTo>
                  <a:lnTo>
                    <a:pt x="56" y="8"/>
                  </a:lnTo>
                  <a:lnTo>
                    <a:pt x="56" y="8"/>
                  </a:lnTo>
                  <a:lnTo>
                    <a:pt x="57" y="7"/>
                  </a:lnTo>
                  <a:lnTo>
                    <a:pt x="57" y="4"/>
                  </a:lnTo>
                  <a:lnTo>
                    <a:pt x="56" y="3"/>
                  </a:lnTo>
                  <a:lnTo>
                    <a:pt x="54" y="2"/>
                  </a:lnTo>
                  <a:lnTo>
                    <a:pt x="51" y="0"/>
                  </a:lnTo>
                  <a:lnTo>
                    <a:pt x="48" y="2"/>
                  </a:lnTo>
                  <a:lnTo>
                    <a:pt x="47" y="3"/>
                  </a:lnTo>
                  <a:lnTo>
                    <a:pt x="47" y="3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53" name="Freeform 465"/>
            <p:cNvSpPr/>
            <p:nvPr>
              <p:custDataLst>
                <p:tags r:id="rId8"/>
              </p:custDataLst>
            </p:nvPr>
          </p:nvSpPr>
          <p:spPr bwMode="auto">
            <a:xfrm>
              <a:off x="3192463" y="1466850"/>
              <a:ext cx="22225" cy="31750"/>
            </a:xfrm>
            <a:custGeom>
              <a:avLst/>
              <a:gdLst/>
              <a:ahLst/>
              <a:cxnLst>
                <a:cxn ang="0">
                  <a:pos x="42" y="5"/>
                </a:cxn>
                <a:cxn ang="0">
                  <a:pos x="42" y="5"/>
                </a:cxn>
                <a:cxn ang="0">
                  <a:pos x="40" y="14"/>
                </a:cxn>
                <a:cxn ang="0">
                  <a:pos x="36" y="22"/>
                </a:cxn>
                <a:cxn ang="0">
                  <a:pos x="30" y="30"/>
                </a:cxn>
                <a:cxn ang="0">
                  <a:pos x="25" y="38"/>
                </a:cxn>
                <a:cxn ang="0">
                  <a:pos x="25" y="38"/>
                </a:cxn>
                <a:cxn ang="0">
                  <a:pos x="20" y="46"/>
                </a:cxn>
                <a:cxn ang="0">
                  <a:pos x="13" y="55"/>
                </a:cxn>
                <a:cxn ang="0">
                  <a:pos x="2" y="71"/>
                </a:cxn>
                <a:cxn ang="0">
                  <a:pos x="2" y="71"/>
                </a:cxn>
                <a:cxn ang="0">
                  <a:pos x="0" y="73"/>
                </a:cxn>
                <a:cxn ang="0">
                  <a:pos x="0" y="76"/>
                </a:cxn>
                <a:cxn ang="0">
                  <a:pos x="2" y="77"/>
                </a:cxn>
                <a:cxn ang="0">
                  <a:pos x="3" y="79"/>
                </a:cxn>
                <a:cxn ang="0">
                  <a:pos x="7" y="80"/>
                </a:cxn>
                <a:cxn ang="0">
                  <a:pos x="10" y="79"/>
                </a:cxn>
                <a:cxn ang="0">
                  <a:pos x="11" y="77"/>
                </a:cxn>
                <a:cxn ang="0">
                  <a:pos x="11" y="77"/>
                </a:cxn>
                <a:cxn ang="0">
                  <a:pos x="25" y="58"/>
                </a:cxn>
                <a:cxn ang="0">
                  <a:pos x="38" y="37"/>
                </a:cxn>
                <a:cxn ang="0">
                  <a:pos x="38" y="37"/>
                </a:cxn>
                <a:cxn ang="0">
                  <a:pos x="48" y="22"/>
                </a:cxn>
                <a:cxn ang="0">
                  <a:pos x="51" y="14"/>
                </a:cxn>
                <a:cxn ang="0">
                  <a:pos x="54" y="5"/>
                </a:cxn>
                <a:cxn ang="0">
                  <a:pos x="54" y="5"/>
                </a:cxn>
                <a:cxn ang="0">
                  <a:pos x="54" y="3"/>
                </a:cxn>
                <a:cxn ang="0">
                  <a:pos x="53" y="1"/>
                </a:cxn>
                <a:cxn ang="0">
                  <a:pos x="51" y="0"/>
                </a:cxn>
                <a:cxn ang="0">
                  <a:pos x="49" y="0"/>
                </a:cxn>
                <a:cxn ang="0">
                  <a:pos x="45" y="1"/>
                </a:cxn>
                <a:cxn ang="0">
                  <a:pos x="44" y="3"/>
                </a:cxn>
                <a:cxn ang="0">
                  <a:pos x="42" y="5"/>
                </a:cxn>
                <a:cxn ang="0">
                  <a:pos x="42" y="5"/>
                </a:cxn>
              </a:cxnLst>
              <a:rect l="0" t="0" r="r" b="b"/>
              <a:pathLst>
                <a:path w="54" h="80">
                  <a:moveTo>
                    <a:pt x="42" y="5"/>
                  </a:moveTo>
                  <a:lnTo>
                    <a:pt x="42" y="5"/>
                  </a:lnTo>
                  <a:lnTo>
                    <a:pt x="40" y="14"/>
                  </a:lnTo>
                  <a:lnTo>
                    <a:pt x="36" y="22"/>
                  </a:lnTo>
                  <a:lnTo>
                    <a:pt x="30" y="30"/>
                  </a:lnTo>
                  <a:lnTo>
                    <a:pt x="25" y="38"/>
                  </a:lnTo>
                  <a:lnTo>
                    <a:pt x="25" y="38"/>
                  </a:lnTo>
                  <a:lnTo>
                    <a:pt x="20" y="46"/>
                  </a:lnTo>
                  <a:lnTo>
                    <a:pt x="13" y="55"/>
                  </a:lnTo>
                  <a:lnTo>
                    <a:pt x="2" y="71"/>
                  </a:lnTo>
                  <a:lnTo>
                    <a:pt x="2" y="71"/>
                  </a:lnTo>
                  <a:lnTo>
                    <a:pt x="0" y="73"/>
                  </a:lnTo>
                  <a:lnTo>
                    <a:pt x="0" y="76"/>
                  </a:lnTo>
                  <a:lnTo>
                    <a:pt x="2" y="77"/>
                  </a:lnTo>
                  <a:lnTo>
                    <a:pt x="3" y="79"/>
                  </a:lnTo>
                  <a:lnTo>
                    <a:pt x="7" y="80"/>
                  </a:lnTo>
                  <a:lnTo>
                    <a:pt x="10" y="79"/>
                  </a:lnTo>
                  <a:lnTo>
                    <a:pt x="11" y="77"/>
                  </a:lnTo>
                  <a:lnTo>
                    <a:pt x="11" y="77"/>
                  </a:lnTo>
                  <a:lnTo>
                    <a:pt x="25" y="58"/>
                  </a:lnTo>
                  <a:lnTo>
                    <a:pt x="38" y="37"/>
                  </a:lnTo>
                  <a:lnTo>
                    <a:pt x="38" y="37"/>
                  </a:lnTo>
                  <a:lnTo>
                    <a:pt x="48" y="22"/>
                  </a:lnTo>
                  <a:lnTo>
                    <a:pt x="51" y="14"/>
                  </a:lnTo>
                  <a:lnTo>
                    <a:pt x="54" y="5"/>
                  </a:lnTo>
                  <a:lnTo>
                    <a:pt x="54" y="5"/>
                  </a:lnTo>
                  <a:lnTo>
                    <a:pt x="54" y="3"/>
                  </a:lnTo>
                  <a:lnTo>
                    <a:pt x="53" y="1"/>
                  </a:lnTo>
                  <a:lnTo>
                    <a:pt x="51" y="0"/>
                  </a:lnTo>
                  <a:lnTo>
                    <a:pt x="49" y="0"/>
                  </a:lnTo>
                  <a:lnTo>
                    <a:pt x="45" y="1"/>
                  </a:lnTo>
                  <a:lnTo>
                    <a:pt x="44" y="3"/>
                  </a:lnTo>
                  <a:lnTo>
                    <a:pt x="42" y="5"/>
                  </a:lnTo>
                  <a:lnTo>
                    <a:pt x="42" y="5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54" name="Freeform 466"/>
            <p:cNvSpPr/>
            <p:nvPr>
              <p:custDataLst>
                <p:tags r:id="rId9"/>
              </p:custDataLst>
            </p:nvPr>
          </p:nvSpPr>
          <p:spPr bwMode="auto">
            <a:xfrm>
              <a:off x="3228976" y="1474788"/>
              <a:ext cx="14288" cy="25400"/>
            </a:xfrm>
            <a:custGeom>
              <a:avLst/>
              <a:gdLst/>
              <a:ahLst/>
              <a:cxnLst>
                <a:cxn ang="0">
                  <a:pos x="27" y="4"/>
                </a:cxn>
                <a:cxn ang="0">
                  <a:pos x="27" y="4"/>
                </a:cxn>
                <a:cxn ang="0">
                  <a:pos x="24" y="10"/>
                </a:cxn>
                <a:cxn ang="0">
                  <a:pos x="20" y="17"/>
                </a:cxn>
                <a:cxn ang="0">
                  <a:pos x="16" y="23"/>
                </a:cxn>
                <a:cxn ang="0">
                  <a:pos x="13" y="30"/>
                </a:cxn>
                <a:cxn ang="0">
                  <a:pos x="13" y="30"/>
                </a:cxn>
                <a:cxn ang="0">
                  <a:pos x="9" y="35"/>
                </a:cxn>
                <a:cxn ang="0">
                  <a:pos x="7" y="40"/>
                </a:cxn>
                <a:cxn ang="0">
                  <a:pos x="7" y="40"/>
                </a:cxn>
                <a:cxn ang="0">
                  <a:pos x="4" y="48"/>
                </a:cxn>
                <a:cxn ang="0">
                  <a:pos x="1" y="55"/>
                </a:cxn>
                <a:cxn ang="0">
                  <a:pos x="1" y="55"/>
                </a:cxn>
                <a:cxn ang="0">
                  <a:pos x="0" y="57"/>
                </a:cxn>
                <a:cxn ang="0">
                  <a:pos x="1" y="60"/>
                </a:cxn>
                <a:cxn ang="0">
                  <a:pos x="4" y="62"/>
                </a:cxn>
                <a:cxn ang="0">
                  <a:pos x="5" y="64"/>
                </a:cxn>
                <a:cxn ang="0">
                  <a:pos x="8" y="64"/>
                </a:cxn>
                <a:cxn ang="0">
                  <a:pos x="9" y="62"/>
                </a:cxn>
                <a:cxn ang="0">
                  <a:pos x="10" y="61"/>
                </a:cxn>
                <a:cxn ang="0">
                  <a:pos x="10" y="61"/>
                </a:cxn>
                <a:cxn ang="0">
                  <a:pos x="14" y="51"/>
                </a:cxn>
                <a:cxn ang="0">
                  <a:pos x="14" y="51"/>
                </a:cxn>
                <a:cxn ang="0">
                  <a:pos x="16" y="47"/>
                </a:cxn>
                <a:cxn ang="0">
                  <a:pos x="18" y="43"/>
                </a:cxn>
                <a:cxn ang="0">
                  <a:pos x="22" y="36"/>
                </a:cxn>
                <a:cxn ang="0">
                  <a:pos x="22" y="36"/>
                </a:cxn>
                <a:cxn ang="0">
                  <a:pos x="26" y="28"/>
                </a:cxn>
                <a:cxn ang="0">
                  <a:pos x="30" y="21"/>
                </a:cxn>
                <a:cxn ang="0">
                  <a:pos x="34" y="14"/>
                </a:cxn>
                <a:cxn ang="0">
                  <a:pos x="38" y="6"/>
                </a:cxn>
                <a:cxn ang="0">
                  <a:pos x="38" y="6"/>
                </a:cxn>
                <a:cxn ang="0">
                  <a:pos x="38" y="4"/>
                </a:cxn>
                <a:cxn ang="0">
                  <a:pos x="38" y="2"/>
                </a:cxn>
                <a:cxn ang="0">
                  <a:pos x="37" y="0"/>
                </a:cxn>
                <a:cxn ang="0">
                  <a:pos x="34" y="0"/>
                </a:cxn>
                <a:cxn ang="0">
                  <a:pos x="30" y="0"/>
                </a:cxn>
                <a:cxn ang="0">
                  <a:pos x="29" y="1"/>
                </a:cxn>
                <a:cxn ang="0">
                  <a:pos x="27" y="4"/>
                </a:cxn>
                <a:cxn ang="0">
                  <a:pos x="27" y="4"/>
                </a:cxn>
              </a:cxnLst>
              <a:rect l="0" t="0" r="r" b="b"/>
              <a:pathLst>
                <a:path w="38" h="64">
                  <a:moveTo>
                    <a:pt x="27" y="4"/>
                  </a:moveTo>
                  <a:lnTo>
                    <a:pt x="27" y="4"/>
                  </a:lnTo>
                  <a:lnTo>
                    <a:pt x="24" y="10"/>
                  </a:lnTo>
                  <a:lnTo>
                    <a:pt x="20" y="17"/>
                  </a:lnTo>
                  <a:lnTo>
                    <a:pt x="16" y="23"/>
                  </a:lnTo>
                  <a:lnTo>
                    <a:pt x="13" y="30"/>
                  </a:lnTo>
                  <a:lnTo>
                    <a:pt x="13" y="30"/>
                  </a:lnTo>
                  <a:lnTo>
                    <a:pt x="9" y="35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4" y="48"/>
                  </a:lnTo>
                  <a:lnTo>
                    <a:pt x="1" y="55"/>
                  </a:lnTo>
                  <a:lnTo>
                    <a:pt x="1" y="55"/>
                  </a:lnTo>
                  <a:lnTo>
                    <a:pt x="0" y="57"/>
                  </a:lnTo>
                  <a:lnTo>
                    <a:pt x="1" y="60"/>
                  </a:lnTo>
                  <a:lnTo>
                    <a:pt x="4" y="62"/>
                  </a:lnTo>
                  <a:lnTo>
                    <a:pt x="5" y="64"/>
                  </a:lnTo>
                  <a:lnTo>
                    <a:pt x="8" y="64"/>
                  </a:lnTo>
                  <a:lnTo>
                    <a:pt x="9" y="62"/>
                  </a:lnTo>
                  <a:lnTo>
                    <a:pt x="10" y="61"/>
                  </a:lnTo>
                  <a:lnTo>
                    <a:pt x="10" y="61"/>
                  </a:lnTo>
                  <a:lnTo>
                    <a:pt x="14" y="51"/>
                  </a:lnTo>
                  <a:lnTo>
                    <a:pt x="14" y="51"/>
                  </a:lnTo>
                  <a:lnTo>
                    <a:pt x="16" y="47"/>
                  </a:lnTo>
                  <a:lnTo>
                    <a:pt x="18" y="43"/>
                  </a:lnTo>
                  <a:lnTo>
                    <a:pt x="22" y="36"/>
                  </a:lnTo>
                  <a:lnTo>
                    <a:pt x="22" y="36"/>
                  </a:lnTo>
                  <a:lnTo>
                    <a:pt x="26" y="28"/>
                  </a:lnTo>
                  <a:lnTo>
                    <a:pt x="30" y="21"/>
                  </a:lnTo>
                  <a:lnTo>
                    <a:pt x="34" y="14"/>
                  </a:lnTo>
                  <a:lnTo>
                    <a:pt x="38" y="6"/>
                  </a:lnTo>
                  <a:lnTo>
                    <a:pt x="38" y="6"/>
                  </a:lnTo>
                  <a:lnTo>
                    <a:pt x="38" y="4"/>
                  </a:lnTo>
                  <a:lnTo>
                    <a:pt x="38" y="2"/>
                  </a:lnTo>
                  <a:lnTo>
                    <a:pt x="37" y="0"/>
                  </a:lnTo>
                  <a:lnTo>
                    <a:pt x="34" y="0"/>
                  </a:lnTo>
                  <a:lnTo>
                    <a:pt x="30" y="0"/>
                  </a:lnTo>
                  <a:lnTo>
                    <a:pt x="29" y="1"/>
                  </a:lnTo>
                  <a:lnTo>
                    <a:pt x="27" y="4"/>
                  </a:lnTo>
                  <a:lnTo>
                    <a:pt x="27" y="4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55" name="Freeform 467"/>
            <p:cNvSpPr/>
            <p:nvPr>
              <p:custDataLst>
                <p:tags r:id="rId10"/>
              </p:custDataLst>
            </p:nvPr>
          </p:nvSpPr>
          <p:spPr bwMode="auto">
            <a:xfrm>
              <a:off x="3262313" y="1473200"/>
              <a:ext cx="19050" cy="30163"/>
            </a:xfrm>
            <a:custGeom>
              <a:avLst/>
              <a:gdLst/>
              <a:ahLst/>
              <a:cxnLst>
                <a:cxn ang="0">
                  <a:pos x="39" y="4"/>
                </a:cxn>
                <a:cxn ang="0">
                  <a:pos x="39" y="4"/>
                </a:cxn>
                <a:cxn ang="0">
                  <a:pos x="30" y="20"/>
                </a:cxn>
                <a:cxn ang="0">
                  <a:pos x="19" y="36"/>
                </a:cxn>
                <a:cxn ang="0">
                  <a:pos x="10" y="51"/>
                </a:cxn>
                <a:cxn ang="0">
                  <a:pos x="1" y="68"/>
                </a:cxn>
                <a:cxn ang="0">
                  <a:pos x="1" y="68"/>
                </a:cxn>
                <a:cxn ang="0">
                  <a:pos x="0" y="71"/>
                </a:cxn>
                <a:cxn ang="0">
                  <a:pos x="0" y="74"/>
                </a:cxn>
                <a:cxn ang="0">
                  <a:pos x="2" y="76"/>
                </a:cxn>
                <a:cxn ang="0">
                  <a:pos x="8" y="78"/>
                </a:cxn>
                <a:cxn ang="0">
                  <a:pos x="9" y="76"/>
                </a:cxn>
                <a:cxn ang="0">
                  <a:pos x="10" y="74"/>
                </a:cxn>
                <a:cxn ang="0">
                  <a:pos x="10" y="74"/>
                </a:cxn>
                <a:cxn ang="0">
                  <a:pos x="19" y="58"/>
                </a:cxn>
                <a:cxn ang="0">
                  <a:pos x="30" y="42"/>
                </a:cxn>
                <a:cxn ang="0">
                  <a:pos x="39" y="25"/>
                </a:cxn>
                <a:cxn ang="0">
                  <a:pos x="48" y="10"/>
                </a:cxn>
                <a:cxn ang="0">
                  <a:pos x="48" y="10"/>
                </a:cxn>
                <a:cxn ang="0">
                  <a:pos x="49" y="7"/>
                </a:cxn>
                <a:cxn ang="0">
                  <a:pos x="49" y="4"/>
                </a:cxn>
                <a:cxn ang="0">
                  <a:pos x="45" y="2"/>
                </a:cxn>
                <a:cxn ang="0">
                  <a:pos x="42" y="0"/>
                </a:cxn>
                <a:cxn ang="0">
                  <a:pos x="40" y="2"/>
                </a:cxn>
                <a:cxn ang="0">
                  <a:pos x="39" y="4"/>
                </a:cxn>
                <a:cxn ang="0">
                  <a:pos x="39" y="4"/>
                </a:cxn>
              </a:cxnLst>
              <a:rect l="0" t="0" r="r" b="b"/>
              <a:pathLst>
                <a:path w="49" h="78">
                  <a:moveTo>
                    <a:pt x="39" y="4"/>
                  </a:moveTo>
                  <a:lnTo>
                    <a:pt x="39" y="4"/>
                  </a:lnTo>
                  <a:lnTo>
                    <a:pt x="30" y="20"/>
                  </a:lnTo>
                  <a:lnTo>
                    <a:pt x="19" y="36"/>
                  </a:lnTo>
                  <a:lnTo>
                    <a:pt x="10" y="51"/>
                  </a:lnTo>
                  <a:lnTo>
                    <a:pt x="1" y="68"/>
                  </a:lnTo>
                  <a:lnTo>
                    <a:pt x="1" y="68"/>
                  </a:lnTo>
                  <a:lnTo>
                    <a:pt x="0" y="71"/>
                  </a:lnTo>
                  <a:lnTo>
                    <a:pt x="0" y="74"/>
                  </a:lnTo>
                  <a:lnTo>
                    <a:pt x="2" y="76"/>
                  </a:lnTo>
                  <a:lnTo>
                    <a:pt x="8" y="78"/>
                  </a:lnTo>
                  <a:lnTo>
                    <a:pt x="9" y="76"/>
                  </a:lnTo>
                  <a:lnTo>
                    <a:pt x="10" y="74"/>
                  </a:lnTo>
                  <a:lnTo>
                    <a:pt x="10" y="74"/>
                  </a:lnTo>
                  <a:lnTo>
                    <a:pt x="19" y="58"/>
                  </a:lnTo>
                  <a:lnTo>
                    <a:pt x="30" y="42"/>
                  </a:lnTo>
                  <a:lnTo>
                    <a:pt x="39" y="25"/>
                  </a:lnTo>
                  <a:lnTo>
                    <a:pt x="48" y="10"/>
                  </a:lnTo>
                  <a:lnTo>
                    <a:pt x="48" y="10"/>
                  </a:lnTo>
                  <a:lnTo>
                    <a:pt x="49" y="7"/>
                  </a:lnTo>
                  <a:lnTo>
                    <a:pt x="49" y="4"/>
                  </a:lnTo>
                  <a:lnTo>
                    <a:pt x="45" y="2"/>
                  </a:lnTo>
                  <a:lnTo>
                    <a:pt x="42" y="0"/>
                  </a:lnTo>
                  <a:lnTo>
                    <a:pt x="40" y="2"/>
                  </a:lnTo>
                  <a:lnTo>
                    <a:pt x="39" y="4"/>
                  </a:lnTo>
                  <a:lnTo>
                    <a:pt x="39" y="4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56" name="Freeform 468"/>
            <p:cNvSpPr/>
            <p:nvPr>
              <p:custDataLst>
                <p:tags r:id="rId11"/>
              </p:custDataLst>
            </p:nvPr>
          </p:nvSpPr>
          <p:spPr bwMode="auto">
            <a:xfrm>
              <a:off x="3298826" y="1471613"/>
              <a:ext cx="15875" cy="23813"/>
            </a:xfrm>
            <a:custGeom>
              <a:avLst/>
              <a:gdLst/>
              <a:ahLst/>
              <a:cxnLst>
                <a:cxn ang="0">
                  <a:pos x="32" y="3"/>
                </a:cxn>
                <a:cxn ang="0">
                  <a:pos x="32" y="3"/>
                </a:cxn>
                <a:cxn ang="0">
                  <a:pos x="25" y="17"/>
                </a:cxn>
                <a:cxn ang="0">
                  <a:pos x="17" y="28"/>
                </a:cxn>
                <a:cxn ang="0">
                  <a:pos x="8" y="40"/>
                </a:cxn>
                <a:cxn ang="0">
                  <a:pos x="0" y="52"/>
                </a:cxn>
                <a:cxn ang="0">
                  <a:pos x="0" y="52"/>
                </a:cxn>
                <a:cxn ang="0">
                  <a:pos x="0" y="54"/>
                </a:cxn>
                <a:cxn ang="0">
                  <a:pos x="0" y="57"/>
                </a:cxn>
                <a:cxn ang="0">
                  <a:pos x="3" y="60"/>
                </a:cxn>
                <a:cxn ang="0">
                  <a:pos x="7" y="61"/>
                </a:cxn>
                <a:cxn ang="0">
                  <a:pos x="9" y="60"/>
                </a:cxn>
                <a:cxn ang="0">
                  <a:pos x="11" y="58"/>
                </a:cxn>
                <a:cxn ang="0">
                  <a:pos x="11" y="58"/>
                </a:cxn>
                <a:cxn ang="0">
                  <a:pos x="19" y="45"/>
                </a:cxn>
                <a:cxn ang="0">
                  <a:pos x="26" y="34"/>
                </a:cxn>
                <a:cxn ang="0">
                  <a:pos x="34" y="22"/>
                </a:cxn>
                <a:cxn ang="0">
                  <a:pos x="41" y="9"/>
                </a:cxn>
                <a:cxn ang="0">
                  <a:pos x="41" y="9"/>
                </a:cxn>
                <a:cxn ang="0">
                  <a:pos x="42" y="6"/>
                </a:cxn>
                <a:cxn ang="0">
                  <a:pos x="41" y="3"/>
                </a:cxn>
                <a:cxn ang="0">
                  <a:pos x="38" y="1"/>
                </a:cxn>
                <a:cxn ang="0">
                  <a:pos x="37" y="0"/>
                </a:cxn>
                <a:cxn ang="0">
                  <a:pos x="34" y="0"/>
                </a:cxn>
                <a:cxn ang="0">
                  <a:pos x="33" y="1"/>
                </a:cxn>
                <a:cxn ang="0">
                  <a:pos x="32" y="3"/>
                </a:cxn>
                <a:cxn ang="0">
                  <a:pos x="32" y="3"/>
                </a:cxn>
              </a:cxnLst>
              <a:rect l="0" t="0" r="r" b="b"/>
              <a:pathLst>
                <a:path w="42" h="61">
                  <a:moveTo>
                    <a:pt x="32" y="3"/>
                  </a:moveTo>
                  <a:lnTo>
                    <a:pt x="32" y="3"/>
                  </a:lnTo>
                  <a:lnTo>
                    <a:pt x="25" y="17"/>
                  </a:lnTo>
                  <a:lnTo>
                    <a:pt x="17" y="28"/>
                  </a:lnTo>
                  <a:lnTo>
                    <a:pt x="8" y="40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0" y="54"/>
                  </a:lnTo>
                  <a:lnTo>
                    <a:pt x="0" y="57"/>
                  </a:lnTo>
                  <a:lnTo>
                    <a:pt x="3" y="60"/>
                  </a:lnTo>
                  <a:lnTo>
                    <a:pt x="7" y="61"/>
                  </a:lnTo>
                  <a:lnTo>
                    <a:pt x="9" y="60"/>
                  </a:lnTo>
                  <a:lnTo>
                    <a:pt x="11" y="58"/>
                  </a:lnTo>
                  <a:lnTo>
                    <a:pt x="11" y="58"/>
                  </a:lnTo>
                  <a:lnTo>
                    <a:pt x="19" y="45"/>
                  </a:lnTo>
                  <a:lnTo>
                    <a:pt x="26" y="34"/>
                  </a:lnTo>
                  <a:lnTo>
                    <a:pt x="34" y="22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2" y="6"/>
                  </a:lnTo>
                  <a:lnTo>
                    <a:pt x="41" y="3"/>
                  </a:lnTo>
                  <a:lnTo>
                    <a:pt x="38" y="1"/>
                  </a:lnTo>
                  <a:lnTo>
                    <a:pt x="37" y="0"/>
                  </a:lnTo>
                  <a:lnTo>
                    <a:pt x="34" y="0"/>
                  </a:lnTo>
                  <a:lnTo>
                    <a:pt x="33" y="1"/>
                  </a:lnTo>
                  <a:lnTo>
                    <a:pt x="32" y="3"/>
                  </a:lnTo>
                  <a:lnTo>
                    <a:pt x="32" y="3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57" name="Freeform 469"/>
            <p:cNvSpPr/>
            <p:nvPr>
              <p:custDataLst>
                <p:tags r:id="rId12"/>
              </p:custDataLst>
            </p:nvPr>
          </p:nvSpPr>
          <p:spPr bwMode="auto">
            <a:xfrm>
              <a:off x="3333751" y="1468438"/>
              <a:ext cx="12700" cy="23813"/>
            </a:xfrm>
            <a:custGeom>
              <a:avLst/>
              <a:gdLst/>
              <a:ahLst/>
              <a:cxnLst>
                <a:cxn ang="0">
                  <a:pos x="22" y="5"/>
                </a:cxn>
                <a:cxn ang="0">
                  <a:pos x="22" y="5"/>
                </a:cxn>
                <a:cxn ang="0">
                  <a:pos x="21" y="10"/>
                </a:cxn>
                <a:cxn ang="0">
                  <a:pos x="17" y="16"/>
                </a:cxn>
                <a:cxn ang="0">
                  <a:pos x="14" y="21"/>
                </a:cxn>
                <a:cxn ang="0">
                  <a:pos x="12" y="26"/>
                </a:cxn>
                <a:cxn ang="0">
                  <a:pos x="12" y="26"/>
                </a:cxn>
                <a:cxn ang="0">
                  <a:pos x="8" y="39"/>
                </a:cxn>
                <a:cxn ang="0">
                  <a:pos x="5" y="46"/>
                </a:cxn>
                <a:cxn ang="0">
                  <a:pos x="1" y="51"/>
                </a:cxn>
                <a:cxn ang="0">
                  <a:pos x="1" y="51"/>
                </a:cxn>
                <a:cxn ang="0">
                  <a:pos x="0" y="52"/>
                </a:cxn>
                <a:cxn ang="0">
                  <a:pos x="0" y="55"/>
                </a:cxn>
                <a:cxn ang="0">
                  <a:pos x="1" y="59"/>
                </a:cxn>
                <a:cxn ang="0">
                  <a:pos x="5" y="60"/>
                </a:cxn>
                <a:cxn ang="0">
                  <a:pos x="8" y="60"/>
                </a:cxn>
                <a:cxn ang="0">
                  <a:pos x="9" y="59"/>
                </a:cxn>
                <a:cxn ang="0">
                  <a:pos x="9" y="59"/>
                </a:cxn>
                <a:cxn ang="0">
                  <a:pos x="13" y="54"/>
                </a:cxn>
                <a:cxn ang="0">
                  <a:pos x="17" y="48"/>
                </a:cxn>
                <a:cxn ang="0">
                  <a:pos x="21" y="35"/>
                </a:cxn>
                <a:cxn ang="0">
                  <a:pos x="21" y="35"/>
                </a:cxn>
                <a:cxn ang="0">
                  <a:pos x="23" y="27"/>
                </a:cxn>
                <a:cxn ang="0">
                  <a:pos x="27" y="21"/>
                </a:cxn>
                <a:cxn ang="0">
                  <a:pos x="31" y="13"/>
                </a:cxn>
                <a:cxn ang="0">
                  <a:pos x="34" y="5"/>
                </a:cxn>
                <a:cxn ang="0">
                  <a:pos x="34" y="5"/>
                </a:cxn>
                <a:cxn ang="0">
                  <a:pos x="34" y="3"/>
                </a:cxn>
                <a:cxn ang="0">
                  <a:pos x="33" y="1"/>
                </a:cxn>
                <a:cxn ang="0">
                  <a:pos x="31" y="0"/>
                </a:cxn>
                <a:cxn ang="0">
                  <a:pos x="29" y="0"/>
                </a:cxn>
                <a:cxn ang="0">
                  <a:pos x="25" y="1"/>
                </a:cxn>
                <a:cxn ang="0">
                  <a:pos x="23" y="3"/>
                </a:cxn>
                <a:cxn ang="0">
                  <a:pos x="22" y="5"/>
                </a:cxn>
                <a:cxn ang="0">
                  <a:pos x="22" y="5"/>
                </a:cxn>
              </a:cxnLst>
              <a:rect l="0" t="0" r="r" b="b"/>
              <a:pathLst>
                <a:path w="34" h="60">
                  <a:moveTo>
                    <a:pt x="22" y="5"/>
                  </a:moveTo>
                  <a:lnTo>
                    <a:pt x="22" y="5"/>
                  </a:lnTo>
                  <a:lnTo>
                    <a:pt x="21" y="10"/>
                  </a:lnTo>
                  <a:lnTo>
                    <a:pt x="17" y="16"/>
                  </a:lnTo>
                  <a:lnTo>
                    <a:pt x="14" y="21"/>
                  </a:lnTo>
                  <a:lnTo>
                    <a:pt x="12" y="26"/>
                  </a:lnTo>
                  <a:lnTo>
                    <a:pt x="12" y="26"/>
                  </a:lnTo>
                  <a:lnTo>
                    <a:pt x="8" y="39"/>
                  </a:lnTo>
                  <a:lnTo>
                    <a:pt x="5" y="46"/>
                  </a:lnTo>
                  <a:lnTo>
                    <a:pt x="1" y="51"/>
                  </a:lnTo>
                  <a:lnTo>
                    <a:pt x="1" y="51"/>
                  </a:lnTo>
                  <a:lnTo>
                    <a:pt x="0" y="52"/>
                  </a:lnTo>
                  <a:lnTo>
                    <a:pt x="0" y="55"/>
                  </a:lnTo>
                  <a:lnTo>
                    <a:pt x="1" y="59"/>
                  </a:lnTo>
                  <a:lnTo>
                    <a:pt x="5" y="60"/>
                  </a:lnTo>
                  <a:lnTo>
                    <a:pt x="8" y="60"/>
                  </a:lnTo>
                  <a:lnTo>
                    <a:pt x="9" y="59"/>
                  </a:lnTo>
                  <a:lnTo>
                    <a:pt x="9" y="59"/>
                  </a:lnTo>
                  <a:lnTo>
                    <a:pt x="13" y="54"/>
                  </a:lnTo>
                  <a:lnTo>
                    <a:pt x="17" y="48"/>
                  </a:lnTo>
                  <a:lnTo>
                    <a:pt x="21" y="35"/>
                  </a:lnTo>
                  <a:lnTo>
                    <a:pt x="21" y="35"/>
                  </a:lnTo>
                  <a:lnTo>
                    <a:pt x="23" y="27"/>
                  </a:lnTo>
                  <a:lnTo>
                    <a:pt x="27" y="21"/>
                  </a:lnTo>
                  <a:lnTo>
                    <a:pt x="31" y="13"/>
                  </a:lnTo>
                  <a:lnTo>
                    <a:pt x="34" y="5"/>
                  </a:lnTo>
                  <a:lnTo>
                    <a:pt x="34" y="5"/>
                  </a:lnTo>
                  <a:lnTo>
                    <a:pt x="34" y="3"/>
                  </a:lnTo>
                  <a:lnTo>
                    <a:pt x="33" y="1"/>
                  </a:lnTo>
                  <a:lnTo>
                    <a:pt x="31" y="0"/>
                  </a:lnTo>
                  <a:lnTo>
                    <a:pt x="29" y="0"/>
                  </a:lnTo>
                  <a:lnTo>
                    <a:pt x="25" y="1"/>
                  </a:lnTo>
                  <a:lnTo>
                    <a:pt x="23" y="3"/>
                  </a:lnTo>
                  <a:lnTo>
                    <a:pt x="22" y="5"/>
                  </a:lnTo>
                  <a:lnTo>
                    <a:pt x="22" y="5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58" name="Freeform 470"/>
            <p:cNvSpPr/>
            <p:nvPr>
              <p:custDataLst>
                <p:tags r:id="rId13"/>
              </p:custDataLst>
            </p:nvPr>
          </p:nvSpPr>
          <p:spPr bwMode="auto">
            <a:xfrm>
              <a:off x="3589338" y="1428750"/>
              <a:ext cx="19050" cy="22225"/>
            </a:xfrm>
            <a:custGeom>
              <a:avLst/>
              <a:gdLst/>
              <a:ahLst/>
              <a:cxnLst>
                <a:cxn ang="0">
                  <a:pos x="35" y="2"/>
                </a:cxn>
                <a:cxn ang="0">
                  <a:pos x="35" y="2"/>
                </a:cxn>
                <a:cxn ang="0">
                  <a:pos x="1" y="48"/>
                </a:cxn>
                <a:cxn ang="0">
                  <a:pos x="1" y="48"/>
                </a:cxn>
                <a:cxn ang="0">
                  <a:pos x="0" y="51"/>
                </a:cxn>
                <a:cxn ang="0">
                  <a:pos x="0" y="52"/>
                </a:cxn>
                <a:cxn ang="0">
                  <a:pos x="1" y="55"/>
                </a:cxn>
                <a:cxn ang="0">
                  <a:pos x="3" y="56"/>
                </a:cxn>
                <a:cxn ang="0">
                  <a:pos x="8" y="56"/>
                </a:cxn>
                <a:cxn ang="0">
                  <a:pos x="9" y="56"/>
                </a:cxn>
                <a:cxn ang="0">
                  <a:pos x="12" y="53"/>
                </a:cxn>
                <a:cxn ang="0">
                  <a:pos x="12" y="53"/>
                </a:cxn>
                <a:cxn ang="0">
                  <a:pos x="46" y="9"/>
                </a:cxn>
                <a:cxn ang="0">
                  <a:pos x="46" y="9"/>
                </a:cxn>
                <a:cxn ang="0">
                  <a:pos x="47" y="6"/>
                </a:cxn>
                <a:cxn ang="0">
                  <a:pos x="46" y="4"/>
                </a:cxn>
                <a:cxn ang="0">
                  <a:pos x="46" y="2"/>
                </a:cxn>
                <a:cxn ang="0">
                  <a:pos x="45" y="1"/>
                </a:cxn>
                <a:cxn ang="0">
                  <a:pos x="39" y="0"/>
                </a:cxn>
                <a:cxn ang="0">
                  <a:pos x="38" y="1"/>
                </a:cxn>
                <a:cxn ang="0">
                  <a:pos x="35" y="2"/>
                </a:cxn>
                <a:cxn ang="0">
                  <a:pos x="35" y="2"/>
                </a:cxn>
              </a:cxnLst>
              <a:rect l="0" t="0" r="r" b="b"/>
              <a:pathLst>
                <a:path w="47" h="56">
                  <a:moveTo>
                    <a:pt x="35" y="2"/>
                  </a:moveTo>
                  <a:lnTo>
                    <a:pt x="35" y="2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0" y="51"/>
                  </a:lnTo>
                  <a:lnTo>
                    <a:pt x="0" y="52"/>
                  </a:lnTo>
                  <a:lnTo>
                    <a:pt x="1" y="55"/>
                  </a:lnTo>
                  <a:lnTo>
                    <a:pt x="3" y="56"/>
                  </a:lnTo>
                  <a:lnTo>
                    <a:pt x="8" y="56"/>
                  </a:lnTo>
                  <a:lnTo>
                    <a:pt x="9" y="56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46" y="9"/>
                  </a:lnTo>
                  <a:lnTo>
                    <a:pt x="46" y="9"/>
                  </a:lnTo>
                  <a:lnTo>
                    <a:pt x="47" y="6"/>
                  </a:lnTo>
                  <a:lnTo>
                    <a:pt x="46" y="4"/>
                  </a:lnTo>
                  <a:lnTo>
                    <a:pt x="46" y="2"/>
                  </a:lnTo>
                  <a:lnTo>
                    <a:pt x="45" y="1"/>
                  </a:lnTo>
                  <a:lnTo>
                    <a:pt x="39" y="0"/>
                  </a:lnTo>
                  <a:lnTo>
                    <a:pt x="38" y="1"/>
                  </a:lnTo>
                  <a:lnTo>
                    <a:pt x="35" y="2"/>
                  </a:lnTo>
                  <a:lnTo>
                    <a:pt x="35" y="2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59" name="Freeform 471"/>
            <p:cNvSpPr/>
            <p:nvPr>
              <p:custDataLst>
                <p:tags r:id="rId14"/>
              </p:custDataLst>
            </p:nvPr>
          </p:nvSpPr>
          <p:spPr bwMode="auto">
            <a:xfrm>
              <a:off x="3606801" y="1447800"/>
              <a:ext cx="22225" cy="30163"/>
            </a:xfrm>
            <a:custGeom>
              <a:avLst/>
              <a:gdLst/>
              <a:ahLst/>
              <a:cxnLst>
                <a:cxn ang="0">
                  <a:pos x="47" y="2"/>
                </a:cxn>
                <a:cxn ang="0">
                  <a:pos x="47" y="2"/>
                </a:cxn>
                <a:cxn ang="0">
                  <a:pos x="33" y="17"/>
                </a:cxn>
                <a:cxn ang="0">
                  <a:pos x="21" y="33"/>
                </a:cxn>
                <a:cxn ang="0">
                  <a:pos x="11" y="50"/>
                </a:cxn>
                <a:cxn ang="0">
                  <a:pos x="0" y="68"/>
                </a:cxn>
                <a:cxn ang="0">
                  <a:pos x="0" y="68"/>
                </a:cxn>
                <a:cxn ang="0">
                  <a:pos x="0" y="70"/>
                </a:cxn>
                <a:cxn ang="0">
                  <a:pos x="0" y="72"/>
                </a:cxn>
                <a:cxn ang="0">
                  <a:pos x="3" y="76"/>
                </a:cxn>
                <a:cxn ang="0">
                  <a:pos x="7" y="76"/>
                </a:cxn>
                <a:cxn ang="0">
                  <a:pos x="8" y="75"/>
                </a:cxn>
                <a:cxn ang="0">
                  <a:pos x="11" y="74"/>
                </a:cxn>
                <a:cxn ang="0">
                  <a:pos x="11" y="74"/>
                </a:cxn>
                <a:cxn ang="0">
                  <a:pos x="20" y="57"/>
                </a:cxn>
                <a:cxn ang="0">
                  <a:pos x="30" y="40"/>
                </a:cxn>
                <a:cxn ang="0">
                  <a:pos x="42" y="25"/>
                </a:cxn>
                <a:cxn ang="0">
                  <a:pos x="55" y="10"/>
                </a:cxn>
                <a:cxn ang="0">
                  <a:pos x="55" y="10"/>
                </a:cxn>
                <a:cxn ang="0">
                  <a:pos x="57" y="8"/>
                </a:cxn>
                <a:cxn ang="0">
                  <a:pos x="57" y="6"/>
                </a:cxn>
                <a:cxn ang="0">
                  <a:pos x="55" y="2"/>
                </a:cxn>
                <a:cxn ang="0">
                  <a:pos x="51" y="0"/>
                </a:cxn>
                <a:cxn ang="0">
                  <a:pos x="49" y="0"/>
                </a:cxn>
                <a:cxn ang="0">
                  <a:pos x="47" y="2"/>
                </a:cxn>
                <a:cxn ang="0">
                  <a:pos x="47" y="2"/>
                </a:cxn>
              </a:cxnLst>
              <a:rect l="0" t="0" r="r" b="b"/>
              <a:pathLst>
                <a:path w="57" h="76">
                  <a:moveTo>
                    <a:pt x="47" y="2"/>
                  </a:moveTo>
                  <a:lnTo>
                    <a:pt x="47" y="2"/>
                  </a:lnTo>
                  <a:lnTo>
                    <a:pt x="33" y="17"/>
                  </a:lnTo>
                  <a:lnTo>
                    <a:pt x="21" y="33"/>
                  </a:lnTo>
                  <a:lnTo>
                    <a:pt x="11" y="50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0" y="70"/>
                  </a:lnTo>
                  <a:lnTo>
                    <a:pt x="0" y="72"/>
                  </a:lnTo>
                  <a:lnTo>
                    <a:pt x="3" y="76"/>
                  </a:lnTo>
                  <a:lnTo>
                    <a:pt x="7" y="76"/>
                  </a:lnTo>
                  <a:lnTo>
                    <a:pt x="8" y="75"/>
                  </a:lnTo>
                  <a:lnTo>
                    <a:pt x="11" y="74"/>
                  </a:lnTo>
                  <a:lnTo>
                    <a:pt x="11" y="74"/>
                  </a:lnTo>
                  <a:lnTo>
                    <a:pt x="20" y="57"/>
                  </a:lnTo>
                  <a:lnTo>
                    <a:pt x="30" y="40"/>
                  </a:lnTo>
                  <a:lnTo>
                    <a:pt x="42" y="25"/>
                  </a:lnTo>
                  <a:lnTo>
                    <a:pt x="55" y="10"/>
                  </a:lnTo>
                  <a:lnTo>
                    <a:pt x="55" y="10"/>
                  </a:lnTo>
                  <a:lnTo>
                    <a:pt x="57" y="8"/>
                  </a:lnTo>
                  <a:lnTo>
                    <a:pt x="57" y="6"/>
                  </a:lnTo>
                  <a:lnTo>
                    <a:pt x="55" y="2"/>
                  </a:lnTo>
                  <a:lnTo>
                    <a:pt x="51" y="0"/>
                  </a:lnTo>
                  <a:lnTo>
                    <a:pt x="49" y="0"/>
                  </a:lnTo>
                  <a:lnTo>
                    <a:pt x="47" y="2"/>
                  </a:lnTo>
                  <a:lnTo>
                    <a:pt x="47" y="2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60" name="Freeform 472"/>
            <p:cNvSpPr/>
            <p:nvPr>
              <p:custDataLst>
                <p:tags r:id="rId15"/>
              </p:custDataLst>
            </p:nvPr>
          </p:nvSpPr>
          <p:spPr bwMode="auto">
            <a:xfrm>
              <a:off x="3629026" y="1465263"/>
              <a:ext cx="23813" cy="31750"/>
            </a:xfrm>
            <a:custGeom>
              <a:avLst/>
              <a:gdLst/>
              <a:ahLst/>
              <a:cxnLst>
                <a:cxn ang="0">
                  <a:pos x="47" y="3"/>
                </a:cxn>
                <a:cxn ang="0">
                  <a:pos x="47" y="3"/>
                </a:cxn>
                <a:cxn ang="0">
                  <a:pos x="22" y="37"/>
                </a:cxn>
                <a:cxn ang="0">
                  <a:pos x="11" y="54"/>
                </a:cxn>
                <a:cxn ang="0">
                  <a:pos x="1" y="71"/>
                </a:cxn>
                <a:cxn ang="0">
                  <a:pos x="1" y="71"/>
                </a:cxn>
                <a:cxn ang="0">
                  <a:pos x="0" y="73"/>
                </a:cxn>
                <a:cxn ang="0">
                  <a:pos x="0" y="76"/>
                </a:cxn>
                <a:cxn ang="0">
                  <a:pos x="3" y="79"/>
                </a:cxn>
                <a:cxn ang="0">
                  <a:pos x="7" y="80"/>
                </a:cxn>
                <a:cxn ang="0">
                  <a:pos x="9" y="79"/>
                </a:cxn>
                <a:cxn ang="0">
                  <a:pos x="10" y="77"/>
                </a:cxn>
                <a:cxn ang="0">
                  <a:pos x="10" y="77"/>
                </a:cxn>
                <a:cxn ang="0">
                  <a:pos x="20" y="59"/>
                </a:cxn>
                <a:cxn ang="0">
                  <a:pos x="32" y="42"/>
                </a:cxn>
                <a:cxn ang="0">
                  <a:pos x="56" y="8"/>
                </a:cxn>
                <a:cxn ang="0">
                  <a:pos x="56" y="8"/>
                </a:cxn>
                <a:cxn ang="0">
                  <a:pos x="57" y="7"/>
                </a:cxn>
                <a:cxn ang="0">
                  <a:pos x="57" y="4"/>
                </a:cxn>
                <a:cxn ang="0">
                  <a:pos x="56" y="3"/>
                </a:cxn>
                <a:cxn ang="0">
                  <a:pos x="54" y="1"/>
                </a:cxn>
                <a:cxn ang="0">
                  <a:pos x="51" y="0"/>
                </a:cxn>
                <a:cxn ang="0">
                  <a:pos x="48" y="1"/>
                </a:cxn>
                <a:cxn ang="0">
                  <a:pos x="47" y="3"/>
                </a:cxn>
                <a:cxn ang="0">
                  <a:pos x="47" y="3"/>
                </a:cxn>
              </a:cxnLst>
              <a:rect l="0" t="0" r="r" b="b"/>
              <a:pathLst>
                <a:path w="57" h="80">
                  <a:moveTo>
                    <a:pt x="47" y="3"/>
                  </a:moveTo>
                  <a:lnTo>
                    <a:pt x="47" y="3"/>
                  </a:lnTo>
                  <a:lnTo>
                    <a:pt x="22" y="37"/>
                  </a:lnTo>
                  <a:lnTo>
                    <a:pt x="11" y="54"/>
                  </a:lnTo>
                  <a:lnTo>
                    <a:pt x="1" y="71"/>
                  </a:lnTo>
                  <a:lnTo>
                    <a:pt x="1" y="71"/>
                  </a:lnTo>
                  <a:lnTo>
                    <a:pt x="0" y="73"/>
                  </a:lnTo>
                  <a:lnTo>
                    <a:pt x="0" y="76"/>
                  </a:lnTo>
                  <a:lnTo>
                    <a:pt x="3" y="79"/>
                  </a:lnTo>
                  <a:lnTo>
                    <a:pt x="7" y="80"/>
                  </a:lnTo>
                  <a:lnTo>
                    <a:pt x="9" y="79"/>
                  </a:lnTo>
                  <a:lnTo>
                    <a:pt x="10" y="77"/>
                  </a:lnTo>
                  <a:lnTo>
                    <a:pt x="10" y="77"/>
                  </a:lnTo>
                  <a:lnTo>
                    <a:pt x="20" y="59"/>
                  </a:lnTo>
                  <a:lnTo>
                    <a:pt x="32" y="42"/>
                  </a:lnTo>
                  <a:lnTo>
                    <a:pt x="56" y="8"/>
                  </a:lnTo>
                  <a:lnTo>
                    <a:pt x="56" y="8"/>
                  </a:lnTo>
                  <a:lnTo>
                    <a:pt x="57" y="7"/>
                  </a:lnTo>
                  <a:lnTo>
                    <a:pt x="57" y="4"/>
                  </a:lnTo>
                  <a:lnTo>
                    <a:pt x="56" y="3"/>
                  </a:lnTo>
                  <a:lnTo>
                    <a:pt x="54" y="1"/>
                  </a:lnTo>
                  <a:lnTo>
                    <a:pt x="51" y="0"/>
                  </a:lnTo>
                  <a:lnTo>
                    <a:pt x="48" y="1"/>
                  </a:lnTo>
                  <a:lnTo>
                    <a:pt x="47" y="3"/>
                  </a:lnTo>
                  <a:lnTo>
                    <a:pt x="47" y="3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61" name="Freeform 473"/>
            <p:cNvSpPr/>
            <p:nvPr>
              <p:custDataLst>
                <p:tags r:id="rId16"/>
              </p:custDataLst>
            </p:nvPr>
          </p:nvSpPr>
          <p:spPr bwMode="auto">
            <a:xfrm>
              <a:off x="3656013" y="1474788"/>
              <a:ext cx="20638" cy="28575"/>
            </a:xfrm>
            <a:custGeom>
              <a:avLst/>
              <a:gdLst/>
              <a:ahLst/>
              <a:cxnLst>
                <a:cxn ang="0">
                  <a:pos x="39" y="3"/>
                </a:cxn>
                <a:cxn ang="0">
                  <a:pos x="39" y="3"/>
                </a:cxn>
                <a:cxn ang="0">
                  <a:pos x="30" y="17"/>
                </a:cxn>
                <a:cxn ang="0">
                  <a:pos x="20" y="30"/>
                </a:cxn>
                <a:cxn ang="0">
                  <a:pos x="20" y="30"/>
                </a:cxn>
                <a:cxn ang="0">
                  <a:pos x="15" y="38"/>
                </a:cxn>
                <a:cxn ang="0">
                  <a:pos x="10" y="47"/>
                </a:cxn>
                <a:cxn ang="0">
                  <a:pos x="1" y="64"/>
                </a:cxn>
                <a:cxn ang="0">
                  <a:pos x="1" y="64"/>
                </a:cxn>
                <a:cxn ang="0">
                  <a:pos x="0" y="67"/>
                </a:cxn>
                <a:cxn ang="0">
                  <a:pos x="1" y="68"/>
                </a:cxn>
                <a:cxn ang="0">
                  <a:pos x="3" y="72"/>
                </a:cxn>
                <a:cxn ang="0">
                  <a:pos x="7" y="72"/>
                </a:cxn>
                <a:cxn ang="0">
                  <a:pos x="9" y="72"/>
                </a:cxn>
                <a:cxn ang="0">
                  <a:pos x="11" y="70"/>
                </a:cxn>
                <a:cxn ang="0">
                  <a:pos x="11" y="70"/>
                </a:cxn>
                <a:cxn ang="0">
                  <a:pos x="20" y="53"/>
                </a:cxn>
                <a:cxn ang="0">
                  <a:pos x="30" y="36"/>
                </a:cxn>
                <a:cxn ang="0">
                  <a:pos x="30" y="36"/>
                </a:cxn>
                <a:cxn ang="0">
                  <a:pos x="40" y="23"/>
                </a:cxn>
                <a:cxn ang="0">
                  <a:pos x="44" y="16"/>
                </a:cxn>
                <a:cxn ang="0">
                  <a:pos x="49" y="10"/>
                </a:cxn>
                <a:cxn ang="0">
                  <a:pos x="49" y="10"/>
                </a:cxn>
                <a:cxn ang="0">
                  <a:pos x="49" y="7"/>
                </a:cxn>
                <a:cxn ang="0">
                  <a:pos x="49" y="4"/>
                </a:cxn>
                <a:cxn ang="0">
                  <a:pos x="47" y="2"/>
                </a:cxn>
                <a:cxn ang="0">
                  <a:pos x="43" y="0"/>
                </a:cxn>
                <a:cxn ang="0">
                  <a:pos x="40" y="2"/>
                </a:cxn>
                <a:cxn ang="0">
                  <a:pos x="39" y="3"/>
                </a:cxn>
                <a:cxn ang="0">
                  <a:pos x="39" y="3"/>
                </a:cxn>
              </a:cxnLst>
              <a:rect l="0" t="0" r="r" b="b"/>
              <a:pathLst>
                <a:path w="49" h="72">
                  <a:moveTo>
                    <a:pt x="39" y="3"/>
                  </a:moveTo>
                  <a:lnTo>
                    <a:pt x="39" y="3"/>
                  </a:lnTo>
                  <a:lnTo>
                    <a:pt x="30" y="17"/>
                  </a:lnTo>
                  <a:lnTo>
                    <a:pt x="20" y="30"/>
                  </a:lnTo>
                  <a:lnTo>
                    <a:pt x="20" y="30"/>
                  </a:lnTo>
                  <a:lnTo>
                    <a:pt x="15" y="38"/>
                  </a:lnTo>
                  <a:lnTo>
                    <a:pt x="10" y="47"/>
                  </a:lnTo>
                  <a:lnTo>
                    <a:pt x="1" y="64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1" y="68"/>
                  </a:lnTo>
                  <a:lnTo>
                    <a:pt x="3" y="72"/>
                  </a:lnTo>
                  <a:lnTo>
                    <a:pt x="7" y="72"/>
                  </a:lnTo>
                  <a:lnTo>
                    <a:pt x="9" y="72"/>
                  </a:lnTo>
                  <a:lnTo>
                    <a:pt x="11" y="70"/>
                  </a:lnTo>
                  <a:lnTo>
                    <a:pt x="11" y="70"/>
                  </a:lnTo>
                  <a:lnTo>
                    <a:pt x="20" y="53"/>
                  </a:lnTo>
                  <a:lnTo>
                    <a:pt x="30" y="36"/>
                  </a:lnTo>
                  <a:lnTo>
                    <a:pt x="30" y="36"/>
                  </a:lnTo>
                  <a:lnTo>
                    <a:pt x="40" y="23"/>
                  </a:lnTo>
                  <a:lnTo>
                    <a:pt x="44" y="16"/>
                  </a:lnTo>
                  <a:lnTo>
                    <a:pt x="49" y="10"/>
                  </a:lnTo>
                  <a:lnTo>
                    <a:pt x="49" y="10"/>
                  </a:lnTo>
                  <a:lnTo>
                    <a:pt x="49" y="7"/>
                  </a:lnTo>
                  <a:lnTo>
                    <a:pt x="49" y="4"/>
                  </a:lnTo>
                  <a:lnTo>
                    <a:pt x="47" y="2"/>
                  </a:lnTo>
                  <a:lnTo>
                    <a:pt x="43" y="0"/>
                  </a:lnTo>
                  <a:lnTo>
                    <a:pt x="40" y="2"/>
                  </a:lnTo>
                  <a:lnTo>
                    <a:pt x="39" y="3"/>
                  </a:lnTo>
                  <a:lnTo>
                    <a:pt x="39" y="3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62" name="Freeform 474"/>
            <p:cNvSpPr/>
            <p:nvPr>
              <p:custDataLst>
                <p:tags r:id="rId17"/>
              </p:custDataLst>
            </p:nvPr>
          </p:nvSpPr>
          <p:spPr bwMode="auto">
            <a:xfrm>
              <a:off x="3692526" y="1479550"/>
              <a:ext cx="22225" cy="26988"/>
            </a:xfrm>
            <a:custGeom>
              <a:avLst/>
              <a:gdLst/>
              <a:ahLst/>
              <a:cxnLst>
                <a:cxn ang="0">
                  <a:pos x="48" y="1"/>
                </a:cxn>
                <a:cxn ang="0">
                  <a:pos x="48" y="1"/>
                </a:cxn>
                <a:cxn ang="0">
                  <a:pos x="42" y="9"/>
                </a:cxn>
                <a:cxn ang="0">
                  <a:pos x="38" y="16"/>
                </a:cxn>
                <a:cxn ang="0">
                  <a:pos x="33" y="24"/>
                </a:cxn>
                <a:cxn ang="0">
                  <a:pos x="26" y="30"/>
                </a:cxn>
                <a:cxn ang="0">
                  <a:pos x="26" y="30"/>
                </a:cxn>
                <a:cxn ang="0">
                  <a:pos x="13" y="45"/>
                </a:cxn>
                <a:cxn ang="0">
                  <a:pos x="1" y="60"/>
                </a:cxn>
                <a:cxn ang="0">
                  <a:pos x="1" y="60"/>
                </a:cxn>
                <a:cxn ang="0">
                  <a:pos x="0" y="63"/>
                </a:cxn>
                <a:cxn ang="0">
                  <a:pos x="0" y="64"/>
                </a:cxn>
                <a:cxn ang="0">
                  <a:pos x="1" y="66"/>
                </a:cxn>
                <a:cxn ang="0">
                  <a:pos x="3" y="67"/>
                </a:cxn>
                <a:cxn ang="0">
                  <a:pos x="7" y="68"/>
                </a:cxn>
                <a:cxn ang="0">
                  <a:pos x="9" y="68"/>
                </a:cxn>
                <a:cxn ang="0">
                  <a:pos x="11" y="66"/>
                </a:cxn>
                <a:cxn ang="0">
                  <a:pos x="11" y="66"/>
                </a:cxn>
                <a:cxn ang="0">
                  <a:pos x="24" y="51"/>
                </a:cxn>
                <a:cxn ang="0">
                  <a:pos x="37" y="37"/>
                </a:cxn>
                <a:cxn ang="0">
                  <a:pos x="37" y="37"/>
                </a:cxn>
                <a:cxn ang="0">
                  <a:pos x="42" y="30"/>
                </a:cxn>
                <a:cxn ang="0">
                  <a:pos x="47" y="24"/>
                </a:cxn>
                <a:cxn ang="0">
                  <a:pos x="51" y="16"/>
                </a:cxn>
                <a:cxn ang="0">
                  <a:pos x="56" y="9"/>
                </a:cxn>
                <a:cxn ang="0">
                  <a:pos x="56" y="9"/>
                </a:cxn>
                <a:cxn ang="0">
                  <a:pos x="58" y="8"/>
                </a:cxn>
                <a:cxn ang="0">
                  <a:pos x="58" y="5"/>
                </a:cxn>
                <a:cxn ang="0">
                  <a:pos x="55" y="1"/>
                </a:cxn>
                <a:cxn ang="0">
                  <a:pos x="52" y="0"/>
                </a:cxn>
                <a:cxn ang="0">
                  <a:pos x="50" y="0"/>
                </a:cxn>
                <a:cxn ang="0">
                  <a:pos x="48" y="1"/>
                </a:cxn>
                <a:cxn ang="0">
                  <a:pos x="48" y="1"/>
                </a:cxn>
              </a:cxnLst>
              <a:rect l="0" t="0" r="r" b="b"/>
              <a:pathLst>
                <a:path w="58" h="68">
                  <a:moveTo>
                    <a:pt x="48" y="1"/>
                  </a:moveTo>
                  <a:lnTo>
                    <a:pt x="48" y="1"/>
                  </a:lnTo>
                  <a:lnTo>
                    <a:pt x="42" y="9"/>
                  </a:lnTo>
                  <a:lnTo>
                    <a:pt x="38" y="16"/>
                  </a:lnTo>
                  <a:lnTo>
                    <a:pt x="33" y="24"/>
                  </a:lnTo>
                  <a:lnTo>
                    <a:pt x="26" y="30"/>
                  </a:lnTo>
                  <a:lnTo>
                    <a:pt x="26" y="30"/>
                  </a:lnTo>
                  <a:lnTo>
                    <a:pt x="13" y="45"/>
                  </a:lnTo>
                  <a:lnTo>
                    <a:pt x="1" y="60"/>
                  </a:lnTo>
                  <a:lnTo>
                    <a:pt x="1" y="60"/>
                  </a:lnTo>
                  <a:lnTo>
                    <a:pt x="0" y="63"/>
                  </a:lnTo>
                  <a:lnTo>
                    <a:pt x="0" y="64"/>
                  </a:lnTo>
                  <a:lnTo>
                    <a:pt x="1" y="66"/>
                  </a:lnTo>
                  <a:lnTo>
                    <a:pt x="3" y="67"/>
                  </a:lnTo>
                  <a:lnTo>
                    <a:pt x="7" y="68"/>
                  </a:lnTo>
                  <a:lnTo>
                    <a:pt x="9" y="68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24" y="51"/>
                  </a:lnTo>
                  <a:lnTo>
                    <a:pt x="37" y="37"/>
                  </a:lnTo>
                  <a:lnTo>
                    <a:pt x="37" y="37"/>
                  </a:lnTo>
                  <a:lnTo>
                    <a:pt x="42" y="30"/>
                  </a:lnTo>
                  <a:lnTo>
                    <a:pt x="47" y="24"/>
                  </a:lnTo>
                  <a:lnTo>
                    <a:pt x="51" y="16"/>
                  </a:lnTo>
                  <a:lnTo>
                    <a:pt x="56" y="9"/>
                  </a:lnTo>
                  <a:lnTo>
                    <a:pt x="56" y="9"/>
                  </a:lnTo>
                  <a:lnTo>
                    <a:pt x="58" y="8"/>
                  </a:lnTo>
                  <a:lnTo>
                    <a:pt x="58" y="5"/>
                  </a:lnTo>
                  <a:lnTo>
                    <a:pt x="55" y="1"/>
                  </a:lnTo>
                  <a:lnTo>
                    <a:pt x="52" y="0"/>
                  </a:lnTo>
                  <a:lnTo>
                    <a:pt x="50" y="0"/>
                  </a:lnTo>
                  <a:lnTo>
                    <a:pt x="48" y="1"/>
                  </a:lnTo>
                  <a:lnTo>
                    <a:pt x="48" y="1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63" name="Freeform 475"/>
            <p:cNvSpPr/>
            <p:nvPr>
              <p:custDataLst>
                <p:tags r:id="rId18"/>
              </p:custDataLst>
            </p:nvPr>
          </p:nvSpPr>
          <p:spPr bwMode="auto">
            <a:xfrm>
              <a:off x="3725863" y="1477963"/>
              <a:ext cx="17463" cy="25400"/>
            </a:xfrm>
            <a:custGeom>
              <a:avLst/>
              <a:gdLst/>
              <a:ahLst/>
              <a:cxnLst>
                <a:cxn ang="0">
                  <a:pos x="36" y="2"/>
                </a:cxn>
                <a:cxn ang="0">
                  <a:pos x="36" y="2"/>
                </a:cxn>
                <a:cxn ang="0">
                  <a:pos x="26" y="15"/>
                </a:cxn>
                <a:cxn ang="0">
                  <a:pos x="17" y="28"/>
                </a:cxn>
                <a:cxn ang="0">
                  <a:pos x="9" y="42"/>
                </a:cxn>
                <a:cxn ang="0">
                  <a:pos x="1" y="56"/>
                </a:cxn>
                <a:cxn ang="0">
                  <a:pos x="1" y="56"/>
                </a:cxn>
                <a:cxn ang="0">
                  <a:pos x="0" y="59"/>
                </a:cxn>
                <a:cxn ang="0">
                  <a:pos x="1" y="62"/>
                </a:cxn>
                <a:cxn ang="0">
                  <a:pos x="4" y="64"/>
                </a:cxn>
                <a:cxn ang="0">
                  <a:pos x="8" y="66"/>
                </a:cxn>
                <a:cxn ang="0">
                  <a:pos x="9" y="64"/>
                </a:cxn>
                <a:cxn ang="0">
                  <a:pos x="10" y="62"/>
                </a:cxn>
                <a:cxn ang="0">
                  <a:pos x="10" y="62"/>
                </a:cxn>
                <a:cxn ang="0">
                  <a:pos x="18" y="49"/>
                </a:cxn>
                <a:cxn ang="0">
                  <a:pos x="26" y="34"/>
                </a:cxn>
                <a:cxn ang="0">
                  <a:pos x="34" y="22"/>
                </a:cxn>
                <a:cxn ang="0">
                  <a:pos x="44" y="11"/>
                </a:cxn>
                <a:cxn ang="0">
                  <a:pos x="44" y="11"/>
                </a:cxn>
                <a:cxn ang="0">
                  <a:pos x="46" y="8"/>
                </a:cxn>
                <a:cxn ang="0">
                  <a:pos x="46" y="5"/>
                </a:cxn>
                <a:cxn ang="0">
                  <a:pos x="44" y="2"/>
                </a:cxn>
                <a:cxn ang="0">
                  <a:pos x="40" y="0"/>
                </a:cxn>
                <a:cxn ang="0">
                  <a:pos x="38" y="0"/>
                </a:cxn>
                <a:cxn ang="0">
                  <a:pos x="36" y="2"/>
                </a:cxn>
                <a:cxn ang="0">
                  <a:pos x="36" y="2"/>
                </a:cxn>
              </a:cxnLst>
              <a:rect l="0" t="0" r="r" b="b"/>
              <a:pathLst>
                <a:path w="46" h="66">
                  <a:moveTo>
                    <a:pt x="36" y="2"/>
                  </a:moveTo>
                  <a:lnTo>
                    <a:pt x="36" y="2"/>
                  </a:lnTo>
                  <a:lnTo>
                    <a:pt x="26" y="15"/>
                  </a:lnTo>
                  <a:lnTo>
                    <a:pt x="17" y="28"/>
                  </a:lnTo>
                  <a:lnTo>
                    <a:pt x="9" y="42"/>
                  </a:lnTo>
                  <a:lnTo>
                    <a:pt x="1" y="56"/>
                  </a:lnTo>
                  <a:lnTo>
                    <a:pt x="1" y="56"/>
                  </a:lnTo>
                  <a:lnTo>
                    <a:pt x="0" y="59"/>
                  </a:lnTo>
                  <a:lnTo>
                    <a:pt x="1" y="62"/>
                  </a:lnTo>
                  <a:lnTo>
                    <a:pt x="4" y="64"/>
                  </a:lnTo>
                  <a:lnTo>
                    <a:pt x="8" y="66"/>
                  </a:lnTo>
                  <a:lnTo>
                    <a:pt x="9" y="64"/>
                  </a:lnTo>
                  <a:lnTo>
                    <a:pt x="10" y="62"/>
                  </a:lnTo>
                  <a:lnTo>
                    <a:pt x="10" y="62"/>
                  </a:lnTo>
                  <a:lnTo>
                    <a:pt x="18" y="49"/>
                  </a:lnTo>
                  <a:lnTo>
                    <a:pt x="26" y="34"/>
                  </a:lnTo>
                  <a:lnTo>
                    <a:pt x="34" y="22"/>
                  </a:lnTo>
                  <a:lnTo>
                    <a:pt x="44" y="11"/>
                  </a:lnTo>
                  <a:lnTo>
                    <a:pt x="44" y="11"/>
                  </a:lnTo>
                  <a:lnTo>
                    <a:pt x="46" y="8"/>
                  </a:lnTo>
                  <a:lnTo>
                    <a:pt x="46" y="5"/>
                  </a:lnTo>
                  <a:lnTo>
                    <a:pt x="44" y="2"/>
                  </a:lnTo>
                  <a:lnTo>
                    <a:pt x="40" y="0"/>
                  </a:lnTo>
                  <a:lnTo>
                    <a:pt x="38" y="0"/>
                  </a:lnTo>
                  <a:lnTo>
                    <a:pt x="36" y="2"/>
                  </a:lnTo>
                  <a:lnTo>
                    <a:pt x="36" y="2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64" name="Freeform 476"/>
            <p:cNvSpPr/>
            <p:nvPr>
              <p:custDataLst>
                <p:tags r:id="rId19"/>
              </p:custDataLst>
            </p:nvPr>
          </p:nvSpPr>
          <p:spPr bwMode="auto">
            <a:xfrm>
              <a:off x="3767138" y="1474788"/>
              <a:ext cx="12700" cy="22225"/>
            </a:xfrm>
            <a:custGeom>
              <a:avLst/>
              <a:gdLst/>
              <a:ahLst/>
              <a:cxnLst>
                <a:cxn ang="0">
                  <a:pos x="24" y="3"/>
                </a:cxn>
                <a:cxn ang="0">
                  <a:pos x="24" y="3"/>
                </a:cxn>
                <a:cxn ang="0">
                  <a:pos x="13" y="27"/>
                </a:cxn>
                <a:cxn ang="0">
                  <a:pos x="8" y="38"/>
                </a:cxn>
                <a:cxn ang="0">
                  <a:pos x="0" y="49"/>
                </a:cxn>
                <a:cxn ang="0">
                  <a:pos x="0" y="49"/>
                </a:cxn>
                <a:cxn ang="0">
                  <a:pos x="0" y="51"/>
                </a:cxn>
                <a:cxn ang="0">
                  <a:pos x="0" y="54"/>
                </a:cxn>
                <a:cxn ang="0">
                  <a:pos x="1" y="55"/>
                </a:cxn>
                <a:cxn ang="0">
                  <a:pos x="3" y="57"/>
                </a:cxn>
                <a:cxn ang="0">
                  <a:pos x="7" y="58"/>
                </a:cxn>
                <a:cxn ang="0">
                  <a:pos x="9" y="57"/>
                </a:cxn>
                <a:cxn ang="0">
                  <a:pos x="11" y="55"/>
                </a:cxn>
                <a:cxn ang="0">
                  <a:pos x="11" y="55"/>
                </a:cxn>
                <a:cxn ang="0">
                  <a:pos x="17" y="44"/>
                </a:cxn>
                <a:cxn ang="0">
                  <a:pos x="24" y="33"/>
                </a:cxn>
                <a:cxn ang="0">
                  <a:pos x="33" y="10"/>
                </a:cxn>
                <a:cxn ang="0">
                  <a:pos x="33" y="10"/>
                </a:cxn>
                <a:cxn ang="0">
                  <a:pos x="34" y="7"/>
                </a:cxn>
                <a:cxn ang="0">
                  <a:pos x="34" y="4"/>
                </a:cxn>
                <a:cxn ang="0">
                  <a:pos x="32" y="2"/>
                </a:cxn>
                <a:cxn ang="0">
                  <a:pos x="29" y="0"/>
                </a:cxn>
                <a:cxn ang="0">
                  <a:pos x="28" y="0"/>
                </a:cxn>
                <a:cxn ang="0">
                  <a:pos x="25" y="2"/>
                </a:cxn>
                <a:cxn ang="0">
                  <a:pos x="24" y="3"/>
                </a:cxn>
                <a:cxn ang="0">
                  <a:pos x="24" y="3"/>
                </a:cxn>
              </a:cxnLst>
              <a:rect l="0" t="0" r="r" b="b"/>
              <a:pathLst>
                <a:path w="34" h="58">
                  <a:moveTo>
                    <a:pt x="24" y="3"/>
                  </a:moveTo>
                  <a:lnTo>
                    <a:pt x="24" y="3"/>
                  </a:lnTo>
                  <a:lnTo>
                    <a:pt x="13" y="27"/>
                  </a:lnTo>
                  <a:lnTo>
                    <a:pt x="8" y="38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0" y="51"/>
                  </a:lnTo>
                  <a:lnTo>
                    <a:pt x="0" y="54"/>
                  </a:lnTo>
                  <a:lnTo>
                    <a:pt x="1" y="55"/>
                  </a:lnTo>
                  <a:lnTo>
                    <a:pt x="3" y="57"/>
                  </a:lnTo>
                  <a:lnTo>
                    <a:pt x="7" y="58"/>
                  </a:lnTo>
                  <a:lnTo>
                    <a:pt x="9" y="57"/>
                  </a:lnTo>
                  <a:lnTo>
                    <a:pt x="11" y="55"/>
                  </a:lnTo>
                  <a:lnTo>
                    <a:pt x="11" y="55"/>
                  </a:lnTo>
                  <a:lnTo>
                    <a:pt x="17" y="44"/>
                  </a:lnTo>
                  <a:lnTo>
                    <a:pt x="24" y="33"/>
                  </a:lnTo>
                  <a:lnTo>
                    <a:pt x="33" y="10"/>
                  </a:lnTo>
                  <a:lnTo>
                    <a:pt x="33" y="10"/>
                  </a:lnTo>
                  <a:lnTo>
                    <a:pt x="34" y="7"/>
                  </a:lnTo>
                  <a:lnTo>
                    <a:pt x="34" y="4"/>
                  </a:lnTo>
                  <a:lnTo>
                    <a:pt x="32" y="2"/>
                  </a:lnTo>
                  <a:lnTo>
                    <a:pt x="29" y="0"/>
                  </a:lnTo>
                  <a:lnTo>
                    <a:pt x="28" y="0"/>
                  </a:lnTo>
                  <a:lnTo>
                    <a:pt x="25" y="2"/>
                  </a:lnTo>
                  <a:lnTo>
                    <a:pt x="24" y="3"/>
                  </a:lnTo>
                  <a:lnTo>
                    <a:pt x="24" y="3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65" name="Freeform 477"/>
            <p:cNvSpPr/>
            <p:nvPr>
              <p:custDataLst>
                <p:tags r:id="rId20"/>
              </p:custDataLst>
            </p:nvPr>
          </p:nvSpPr>
          <p:spPr bwMode="auto">
            <a:xfrm>
              <a:off x="3354388" y="1589088"/>
              <a:ext cx="44450" cy="55563"/>
            </a:xfrm>
            <a:custGeom>
              <a:avLst/>
              <a:gdLst/>
              <a:ahLst/>
              <a:cxnLst>
                <a:cxn ang="0">
                  <a:pos x="99" y="3"/>
                </a:cxn>
                <a:cxn ang="0">
                  <a:pos x="99" y="3"/>
                </a:cxn>
                <a:cxn ang="0">
                  <a:pos x="71" y="29"/>
                </a:cxn>
                <a:cxn ang="0">
                  <a:pos x="58" y="44"/>
                </a:cxn>
                <a:cxn ang="0">
                  <a:pos x="47" y="58"/>
                </a:cxn>
                <a:cxn ang="0">
                  <a:pos x="47" y="58"/>
                </a:cxn>
                <a:cxn ang="0">
                  <a:pos x="34" y="76"/>
                </a:cxn>
                <a:cxn ang="0">
                  <a:pos x="22" y="95"/>
                </a:cxn>
                <a:cxn ang="0">
                  <a:pos x="0" y="134"/>
                </a:cxn>
                <a:cxn ang="0">
                  <a:pos x="0" y="134"/>
                </a:cxn>
                <a:cxn ang="0">
                  <a:pos x="0" y="135"/>
                </a:cxn>
                <a:cxn ang="0">
                  <a:pos x="0" y="138"/>
                </a:cxn>
                <a:cxn ang="0">
                  <a:pos x="2" y="140"/>
                </a:cxn>
                <a:cxn ang="0">
                  <a:pos x="6" y="142"/>
                </a:cxn>
                <a:cxn ang="0">
                  <a:pos x="7" y="140"/>
                </a:cxn>
                <a:cxn ang="0">
                  <a:pos x="10" y="139"/>
                </a:cxn>
                <a:cxn ang="0">
                  <a:pos x="10" y="139"/>
                </a:cxn>
                <a:cxn ang="0">
                  <a:pos x="27" y="108"/>
                </a:cxn>
                <a:cxn ang="0">
                  <a:pos x="36" y="92"/>
                </a:cxn>
                <a:cxn ang="0">
                  <a:pos x="47" y="78"/>
                </a:cxn>
                <a:cxn ang="0">
                  <a:pos x="47" y="78"/>
                </a:cxn>
                <a:cxn ang="0">
                  <a:pos x="61" y="59"/>
                </a:cxn>
                <a:cxn ang="0">
                  <a:pos x="75" y="42"/>
                </a:cxn>
                <a:cxn ang="0">
                  <a:pos x="108" y="11"/>
                </a:cxn>
                <a:cxn ang="0">
                  <a:pos x="108" y="11"/>
                </a:cxn>
                <a:cxn ang="0">
                  <a:pos x="109" y="8"/>
                </a:cxn>
                <a:cxn ang="0">
                  <a:pos x="109" y="7"/>
                </a:cxn>
                <a:cxn ang="0">
                  <a:pos x="108" y="3"/>
                </a:cxn>
                <a:cxn ang="0">
                  <a:pos x="104" y="0"/>
                </a:cxn>
                <a:cxn ang="0">
                  <a:pos x="102" y="2"/>
                </a:cxn>
                <a:cxn ang="0">
                  <a:pos x="99" y="3"/>
                </a:cxn>
                <a:cxn ang="0">
                  <a:pos x="99" y="3"/>
                </a:cxn>
              </a:cxnLst>
              <a:rect l="0" t="0" r="r" b="b"/>
              <a:pathLst>
                <a:path w="109" h="142">
                  <a:moveTo>
                    <a:pt x="99" y="3"/>
                  </a:moveTo>
                  <a:lnTo>
                    <a:pt x="99" y="3"/>
                  </a:lnTo>
                  <a:lnTo>
                    <a:pt x="71" y="29"/>
                  </a:lnTo>
                  <a:lnTo>
                    <a:pt x="58" y="44"/>
                  </a:lnTo>
                  <a:lnTo>
                    <a:pt x="47" y="58"/>
                  </a:lnTo>
                  <a:lnTo>
                    <a:pt x="47" y="58"/>
                  </a:lnTo>
                  <a:lnTo>
                    <a:pt x="34" y="76"/>
                  </a:lnTo>
                  <a:lnTo>
                    <a:pt x="22" y="95"/>
                  </a:lnTo>
                  <a:lnTo>
                    <a:pt x="0" y="134"/>
                  </a:lnTo>
                  <a:lnTo>
                    <a:pt x="0" y="134"/>
                  </a:lnTo>
                  <a:lnTo>
                    <a:pt x="0" y="135"/>
                  </a:lnTo>
                  <a:lnTo>
                    <a:pt x="0" y="138"/>
                  </a:lnTo>
                  <a:lnTo>
                    <a:pt x="2" y="140"/>
                  </a:lnTo>
                  <a:lnTo>
                    <a:pt x="6" y="142"/>
                  </a:lnTo>
                  <a:lnTo>
                    <a:pt x="7" y="140"/>
                  </a:lnTo>
                  <a:lnTo>
                    <a:pt x="10" y="139"/>
                  </a:lnTo>
                  <a:lnTo>
                    <a:pt x="10" y="139"/>
                  </a:lnTo>
                  <a:lnTo>
                    <a:pt x="27" y="108"/>
                  </a:lnTo>
                  <a:lnTo>
                    <a:pt x="36" y="92"/>
                  </a:lnTo>
                  <a:lnTo>
                    <a:pt x="47" y="78"/>
                  </a:lnTo>
                  <a:lnTo>
                    <a:pt x="47" y="78"/>
                  </a:lnTo>
                  <a:lnTo>
                    <a:pt x="61" y="59"/>
                  </a:lnTo>
                  <a:lnTo>
                    <a:pt x="75" y="42"/>
                  </a:lnTo>
                  <a:lnTo>
                    <a:pt x="108" y="11"/>
                  </a:lnTo>
                  <a:lnTo>
                    <a:pt x="108" y="11"/>
                  </a:lnTo>
                  <a:lnTo>
                    <a:pt x="109" y="8"/>
                  </a:lnTo>
                  <a:lnTo>
                    <a:pt x="109" y="7"/>
                  </a:lnTo>
                  <a:lnTo>
                    <a:pt x="108" y="3"/>
                  </a:lnTo>
                  <a:lnTo>
                    <a:pt x="104" y="0"/>
                  </a:lnTo>
                  <a:lnTo>
                    <a:pt x="102" y="2"/>
                  </a:lnTo>
                  <a:lnTo>
                    <a:pt x="99" y="3"/>
                  </a:lnTo>
                  <a:lnTo>
                    <a:pt x="99" y="3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66" name="Freeform 478"/>
            <p:cNvSpPr/>
            <p:nvPr>
              <p:custDataLst>
                <p:tags r:id="rId21"/>
              </p:custDataLst>
            </p:nvPr>
          </p:nvSpPr>
          <p:spPr bwMode="auto">
            <a:xfrm>
              <a:off x="3382963" y="1584325"/>
              <a:ext cx="50800" cy="63500"/>
            </a:xfrm>
            <a:custGeom>
              <a:avLst/>
              <a:gdLst/>
              <a:ahLst/>
              <a:cxnLst>
                <a:cxn ang="0">
                  <a:pos x="120" y="3"/>
                </a:cxn>
                <a:cxn ang="0">
                  <a:pos x="120" y="3"/>
                </a:cxn>
                <a:cxn ang="0">
                  <a:pos x="88" y="43"/>
                </a:cxn>
                <a:cxn ang="0">
                  <a:pos x="58" y="82"/>
                </a:cxn>
                <a:cxn ang="0">
                  <a:pos x="58" y="82"/>
                </a:cxn>
                <a:cxn ang="0">
                  <a:pos x="44" y="101"/>
                </a:cxn>
                <a:cxn ang="0">
                  <a:pos x="29" y="119"/>
                </a:cxn>
                <a:cxn ang="0">
                  <a:pos x="15" y="136"/>
                </a:cxn>
                <a:cxn ang="0">
                  <a:pos x="0" y="154"/>
                </a:cxn>
                <a:cxn ang="0">
                  <a:pos x="0" y="154"/>
                </a:cxn>
                <a:cxn ang="0">
                  <a:pos x="0" y="157"/>
                </a:cxn>
                <a:cxn ang="0">
                  <a:pos x="0" y="160"/>
                </a:cxn>
                <a:cxn ang="0">
                  <a:pos x="2" y="161"/>
                </a:cxn>
                <a:cxn ang="0">
                  <a:pos x="3" y="162"/>
                </a:cxn>
                <a:cxn ang="0">
                  <a:pos x="7" y="163"/>
                </a:cxn>
                <a:cxn ang="0">
                  <a:pos x="10" y="162"/>
                </a:cxn>
                <a:cxn ang="0">
                  <a:pos x="11" y="161"/>
                </a:cxn>
                <a:cxn ang="0">
                  <a:pos x="11" y="161"/>
                </a:cxn>
                <a:cxn ang="0">
                  <a:pos x="24" y="144"/>
                </a:cxn>
                <a:cxn ang="0">
                  <a:pos x="37" y="128"/>
                </a:cxn>
                <a:cxn ang="0">
                  <a:pos x="50" y="112"/>
                </a:cxn>
                <a:cxn ang="0">
                  <a:pos x="63" y="97"/>
                </a:cxn>
                <a:cxn ang="0">
                  <a:pos x="63" y="97"/>
                </a:cxn>
                <a:cxn ang="0">
                  <a:pos x="79" y="73"/>
                </a:cxn>
                <a:cxn ang="0">
                  <a:pos x="96" y="52"/>
                </a:cxn>
                <a:cxn ang="0">
                  <a:pos x="129" y="8"/>
                </a:cxn>
                <a:cxn ang="0">
                  <a:pos x="129" y="8"/>
                </a:cxn>
                <a:cxn ang="0">
                  <a:pos x="130" y="7"/>
                </a:cxn>
                <a:cxn ang="0">
                  <a:pos x="130" y="4"/>
                </a:cxn>
                <a:cxn ang="0">
                  <a:pos x="129" y="3"/>
                </a:cxn>
                <a:cxn ang="0">
                  <a:pos x="127" y="1"/>
                </a:cxn>
                <a:cxn ang="0">
                  <a:pos x="123" y="0"/>
                </a:cxn>
                <a:cxn ang="0">
                  <a:pos x="121" y="1"/>
                </a:cxn>
                <a:cxn ang="0">
                  <a:pos x="120" y="3"/>
                </a:cxn>
                <a:cxn ang="0">
                  <a:pos x="120" y="3"/>
                </a:cxn>
              </a:cxnLst>
              <a:rect l="0" t="0" r="r" b="b"/>
              <a:pathLst>
                <a:path w="130" h="163">
                  <a:moveTo>
                    <a:pt x="120" y="3"/>
                  </a:moveTo>
                  <a:lnTo>
                    <a:pt x="120" y="3"/>
                  </a:lnTo>
                  <a:lnTo>
                    <a:pt x="88" y="43"/>
                  </a:lnTo>
                  <a:lnTo>
                    <a:pt x="58" y="82"/>
                  </a:lnTo>
                  <a:lnTo>
                    <a:pt x="58" y="82"/>
                  </a:lnTo>
                  <a:lnTo>
                    <a:pt x="44" y="101"/>
                  </a:lnTo>
                  <a:lnTo>
                    <a:pt x="29" y="119"/>
                  </a:lnTo>
                  <a:lnTo>
                    <a:pt x="15" y="136"/>
                  </a:lnTo>
                  <a:lnTo>
                    <a:pt x="0" y="154"/>
                  </a:lnTo>
                  <a:lnTo>
                    <a:pt x="0" y="154"/>
                  </a:lnTo>
                  <a:lnTo>
                    <a:pt x="0" y="157"/>
                  </a:lnTo>
                  <a:lnTo>
                    <a:pt x="0" y="160"/>
                  </a:lnTo>
                  <a:lnTo>
                    <a:pt x="2" y="161"/>
                  </a:lnTo>
                  <a:lnTo>
                    <a:pt x="3" y="162"/>
                  </a:lnTo>
                  <a:lnTo>
                    <a:pt x="7" y="163"/>
                  </a:lnTo>
                  <a:lnTo>
                    <a:pt x="10" y="162"/>
                  </a:lnTo>
                  <a:lnTo>
                    <a:pt x="11" y="161"/>
                  </a:lnTo>
                  <a:lnTo>
                    <a:pt x="11" y="161"/>
                  </a:lnTo>
                  <a:lnTo>
                    <a:pt x="24" y="144"/>
                  </a:lnTo>
                  <a:lnTo>
                    <a:pt x="37" y="128"/>
                  </a:lnTo>
                  <a:lnTo>
                    <a:pt x="50" y="112"/>
                  </a:lnTo>
                  <a:lnTo>
                    <a:pt x="63" y="97"/>
                  </a:lnTo>
                  <a:lnTo>
                    <a:pt x="63" y="97"/>
                  </a:lnTo>
                  <a:lnTo>
                    <a:pt x="79" y="73"/>
                  </a:lnTo>
                  <a:lnTo>
                    <a:pt x="96" y="52"/>
                  </a:lnTo>
                  <a:lnTo>
                    <a:pt x="129" y="8"/>
                  </a:lnTo>
                  <a:lnTo>
                    <a:pt x="129" y="8"/>
                  </a:lnTo>
                  <a:lnTo>
                    <a:pt x="130" y="7"/>
                  </a:lnTo>
                  <a:lnTo>
                    <a:pt x="130" y="4"/>
                  </a:lnTo>
                  <a:lnTo>
                    <a:pt x="129" y="3"/>
                  </a:lnTo>
                  <a:lnTo>
                    <a:pt x="127" y="1"/>
                  </a:lnTo>
                  <a:lnTo>
                    <a:pt x="123" y="0"/>
                  </a:lnTo>
                  <a:lnTo>
                    <a:pt x="121" y="1"/>
                  </a:lnTo>
                  <a:lnTo>
                    <a:pt x="120" y="3"/>
                  </a:lnTo>
                  <a:lnTo>
                    <a:pt x="120" y="3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67" name="Freeform 479"/>
            <p:cNvSpPr/>
            <p:nvPr>
              <p:custDataLst>
                <p:tags r:id="rId22"/>
              </p:custDataLst>
            </p:nvPr>
          </p:nvSpPr>
          <p:spPr bwMode="auto">
            <a:xfrm>
              <a:off x="3424238" y="1584325"/>
              <a:ext cx="50800" cy="61913"/>
            </a:xfrm>
            <a:custGeom>
              <a:avLst/>
              <a:gdLst/>
              <a:ahLst/>
              <a:cxnLst>
                <a:cxn ang="0">
                  <a:pos x="120" y="1"/>
                </a:cxn>
                <a:cxn ang="0">
                  <a:pos x="120" y="1"/>
                </a:cxn>
                <a:cxn ang="0">
                  <a:pos x="105" y="18"/>
                </a:cxn>
                <a:cxn ang="0">
                  <a:pos x="91" y="35"/>
                </a:cxn>
                <a:cxn ang="0">
                  <a:pos x="66" y="72"/>
                </a:cxn>
                <a:cxn ang="0">
                  <a:pos x="66" y="72"/>
                </a:cxn>
                <a:cxn ang="0">
                  <a:pos x="51" y="92"/>
                </a:cxn>
                <a:cxn ang="0">
                  <a:pos x="34" y="111"/>
                </a:cxn>
                <a:cxn ang="0">
                  <a:pos x="17" y="131"/>
                </a:cxn>
                <a:cxn ang="0">
                  <a:pos x="1" y="150"/>
                </a:cxn>
                <a:cxn ang="0">
                  <a:pos x="1" y="150"/>
                </a:cxn>
                <a:cxn ang="0">
                  <a:pos x="0" y="153"/>
                </a:cxn>
                <a:cxn ang="0">
                  <a:pos x="0" y="156"/>
                </a:cxn>
                <a:cxn ang="0">
                  <a:pos x="1" y="157"/>
                </a:cxn>
                <a:cxn ang="0">
                  <a:pos x="2" y="158"/>
                </a:cxn>
                <a:cxn ang="0">
                  <a:pos x="7" y="160"/>
                </a:cxn>
                <a:cxn ang="0">
                  <a:pos x="9" y="158"/>
                </a:cxn>
                <a:cxn ang="0">
                  <a:pos x="11" y="157"/>
                </a:cxn>
                <a:cxn ang="0">
                  <a:pos x="11" y="157"/>
                </a:cxn>
                <a:cxn ang="0">
                  <a:pos x="24" y="139"/>
                </a:cxn>
                <a:cxn ang="0">
                  <a:pos x="39" y="120"/>
                </a:cxn>
                <a:cxn ang="0">
                  <a:pos x="69" y="86"/>
                </a:cxn>
                <a:cxn ang="0">
                  <a:pos x="69" y="86"/>
                </a:cxn>
                <a:cxn ang="0">
                  <a:pos x="83" y="67"/>
                </a:cxn>
                <a:cxn ang="0">
                  <a:pos x="98" y="47"/>
                </a:cxn>
                <a:cxn ang="0">
                  <a:pos x="112" y="27"/>
                </a:cxn>
                <a:cxn ang="0">
                  <a:pos x="128" y="9"/>
                </a:cxn>
                <a:cxn ang="0">
                  <a:pos x="128" y="9"/>
                </a:cxn>
                <a:cxn ang="0">
                  <a:pos x="129" y="8"/>
                </a:cxn>
                <a:cxn ang="0">
                  <a:pos x="129" y="5"/>
                </a:cxn>
                <a:cxn ang="0">
                  <a:pos x="128" y="1"/>
                </a:cxn>
                <a:cxn ang="0">
                  <a:pos x="124" y="0"/>
                </a:cxn>
                <a:cxn ang="0">
                  <a:pos x="121" y="0"/>
                </a:cxn>
                <a:cxn ang="0">
                  <a:pos x="120" y="1"/>
                </a:cxn>
                <a:cxn ang="0">
                  <a:pos x="120" y="1"/>
                </a:cxn>
              </a:cxnLst>
              <a:rect l="0" t="0" r="r" b="b"/>
              <a:pathLst>
                <a:path w="129" h="160">
                  <a:moveTo>
                    <a:pt x="120" y="1"/>
                  </a:moveTo>
                  <a:lnTo>
                    <a:pt x="120" y="1"/>
                  </a:lnTo>
                  <a:lnTo>
                    <a:pt x="105" y="18"/>
                  </a:lnTo>
                  <a:lnTo>
                    <a:pt x="91" y="35"/>
                  </a:lnTo>
                  <a:lnTo>
                    <a:pt x="66" y="72"/>
                  </a:lnTo>
                  <a:lnTo>
                    <a:pt x="66" y="72"/>
                  </a:lnTo>
                  <a:lnTo>
                    <a:pt x="51" y="92"/>
                  </a:lnTo>
                  <a:lnTo>
                    <a:pt x="34" y="111"/>
                  </a:lnTo>
                  <a:lnTo>
                    <a:pt x="17" y="131"/>
                  </a:lnTo>
                  <a:lnTo>
                    <a:pt x="1" y="150"/>
                  </a:lnTo>
                  <a:lnTo>
                    <a:pt x="1" y="150"/>
                  </a:lnTo>
                  <a:lnTo>
                    <a:pt x="0" y="153"/>
                  </a:lnTo>
                  <a:lnTo>
                    <a:pt x="0" y="156"/>
                  </a:lnTo>
                  <a:lnTo>
                    <a:pt x="1" y="157"/>
                  </a:lnTo>
                  <a:lnTo>
                    <a:pt x="2" y="158"/>
                  </a:lnTo>
                  <a:lnTo>
                    <a:pt x="7" y="160"/>
                  </a:lnTo>
                  <a:lnTo>
                    <a:pt x="9" y="158"/>
                  </a:lnTo>
                  <a:lnTo>
                    <a:pt x="11" y="157"/>
                  </a:lnTo>
                  <a:lnTo>
                    <a:pt x="11" y="157"/>
                  </a:lnTo>
                  <a:lnTo>
                    <a:pt x="24" y="139"/>
                  </a:lnTo>
                  <a:lnTo>
                    <a:pt x="39" y="120"/>
                  </a:lnTo>
                  <a:lnTo>
                    <a:pt x="69" y="86"/>
                  </a:lnTo>
                  <a:lnTo>
                    <a:pt x="69" y="86"/>
                  </a:lnTo>
                  <a:lnTo>
                    <a:pt x="83" y="67"/>
                  </a:lnTo>
                  <a:lnTo>
                    <a:pt x="98" y="47"/>
                  </a:lnTo>
                  <a:lnTo>
                    <a:pt x="112" y="27"/>
                  </a:lnTo>
                  <a:lnTo>
                    <a:pt x="128" y="9"/>
                  </a:lnTo>
                  <a:lnTo>
                    <a:pt x="128" y="9"/>
                  </a:lnTo>
                  <a:lnTo>
                    <a:pt x="129" y="8"/>
                  </a:lnTo>
                  <a:lnTo>
                    <a:pt x="129" y="5"/>
                  </a:lnTo>
                  <a:lnTo>
                    <a:pt x="128" y="1"/>
                  </a:lnTo>
                  <a:lnTo>
                    <a:pt x="124" y="0"/>
                  </a:lnTo>
                  <a:lnTo>
                    <a:pt x="121" y="0"/>
                  </a:lnTo>
                  <a:lnTo>
                    <a:pt x="120" y="1"/>
                  </a:lnTo>
                  <a:lnTo>
                    <a:pt x="120" y="1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68" name="Freeform 480"/>
            <p:cNvSpPr/>
            <p:nvPr>
              <p:custDataLst>
                <p:tags r:id="rId23"/>
              </p:custDataLst>
            </p:nvPr>
          </p:nvSpPr>
          <p:spPr bwMode="auto">
            <a:xfrm>
              <a:off x="3465513" y="1581150"/>
              <a:ext cx="46038" cy="55563"/>
            </a:xfrm>
            <a:custGeom>
              <a:avLst/>
              <a:gdLst/>
              <a:ahLst/>
              <a:cxnLst>
                <a:cxn ang="0">
                  <a:pos x="104" y="1"/>
                </a:cxn>
                <a:cxn ang="0">
                  <a:pos x="104" y="1"/>
                </a:cxn>
                <a:cxn ang="0">
                  <a:pos x="93" y="13"/>
                </a:cxn>
                <a:cxn ang="0">
                  <a:pos x="82" y="26"/>
                </a:cxn>
                <a:cxn ang="0">
                  <a:pos x="63" y="54"/>
                </a:cxn>
                <a:cxn ang="0">
                  <a:pos x="63" y="54"/>
                </a:cxn>
                <a:cxn ang="0">
                  <a:pos x="32" y="93"/>
                </a:cxn>
                <a:cxn ang="0">
                  <a:pos x="1" y="131"/>
                </a:cxn>
                <a:cxn ang="0">
                  <a:pos x="1" y="131"/>
                </a:cxn>
                <a:cxn ang="0">
                  <a:pos x="0" y="134"/>
                </a:cxn>
                <a:cxn ang="0">
                  <a:pos x="0" y="136"/>
                </a:cxn>
                <a:cxn ang="0">
                  <a:pos x="2" y="140"/>
                </a:cxn>
                <a:cxn ang="0">
                  <a:pos x="4" y="140"/>
                </a:cxn>
                <a:cxn ang="0">
                  <a:pos x="5" y="141"/>
                </a:cxn>
                <a:cxn ang="0">
                  <a:pos x="8" y="141"/>
                </a:cxn>
                <a:cxn ang="0">
                  <a:pos x="9" y="139"/>
                </a:cxn>
                <a:cxn ang="0">
                  <a:pos x="9" y="139"/>
                </a:cxn>
                <a:cxn ang="0">
                  <a:pos x="32" y="110"/>
                </a:cxn>
                <a:cxn ang="0">
                  <a:pos x="56" y="81"/>
                </a:cxn>
                <a:cxn ang="0">
                  <a:pos x="56" y="81"/>
                </a:cxn>
                <a:cxn ang="0">
                  <a:pos x="82" y="45"/>
                </a:cxn>
                <a:cxn ang="0">
                  <a:pos x="97" y="26"/>
                </a:cxn>
                <a:cxn ang="0">
                  <a:pos x="104" y="17"/>
                </a:cxn>
                <a:cxn ang="0">
                  <a:pos x="112" y="9"/>
                </a:cxn>
                <a:cxn ang="0">
                  <a:pos x="112" y="9"/>
                </a:cxn>
                <a:cxn ang="0">
                  <a:pos x="114" y="8"/>
                </a:cxn>
                <a:cxn ang="0">
                  <a:pos x="114" y="5"/>
                </a:cxn>
                <a:cxn ang="0">
                  <a:pos x="114" y="4"/>
                </a:cxn>
                <a:cxn ang="0">
                  <a:pos x="112" y="3"/>
                </a:cxn>
                <a:cxn ang="0">
                  <a:pos x="108" y="0"/>
                </a:cxn>
                <a:cxn ang="0">
                  <a:pos x="106" y="0"/>
                </a:cxn>
                <a:cxn ang="0">
                  <a:pos x="104" y="1"/>
                </a:cxn>
                <a:cxn ang="0">
                  <a:pos x="104" y="1"/>
                </a:cxn>
              </a:cxnLst>
              <a:rect l="0" t="0" r="r" b="b"/>
              <a:pathLst>
                <a:path w="114" h="141">
                  <a:moveTo>
                    <a:pt x="104" y="1"/>
                  </a:moveTo>
                  <a:lnTo>
                    <a:pt x="104" y="1"/>
                  </a:lnTo>
                  <a:lnTo>
                    <a:pt x="93" y="13"/>
                  </a:lnTo>
                  <a:lnTo>
                    <a:pt x="82" y="26"/>
                  </a:lnTo>
                  <a:lnTo>
                    <a:pt x="63" y="54"/>
                  </a:lnTo>
                  <a:lnTo>
                    <a:pt x="63" y="54"/>
                  </a:lnTo>
                  <a:lnTo>
                    <a:pt x="32" y="93"/>
                  </a:lnTo>
                  <a:lnTo>
                    <a:pt x="1" y="131"/>
                  </a:lnTo>
                  <a:lnTo>
                    <a:pt x="1" y="131"/>
                  </a:lnTo>
                  <a:lnTo>
                    <a:pt x="0" y="134"/>
                  </a:lnTo>
                  <a:lnTo>
                    <a:pt x="0" y="136"/>
                  </a:lnTo>
                  <a:lnTo>
                    <a:pt x="2" y="140"/>
                  </a:lnTo>
                  <a:lnTo>
                    <a:pt x="4" y="140"/>
                  </a:lnTo>
                  <a:lnTo>
                    <a:pt x="5" y="141"/>
                  </a:lnTo>
                  <a:lnTo>
                    <a:pt x="8" y="141"/>
                  </a:lnTo>
                  <a:lnTo>
                    <a:pt x="9" y="139"/>
                  </a:lnTo>
                  <a:lnTo>
                    <a:pt x="9" y="139"/>
                  </a:lnTo>
                  <a:lnTo>
                    <a:pt x="32" y="110"/>
                  </a:lnTo>
                  <a:lnTo>
                    <a:pt x="56" y="81"/>
                  </a:lnTo>
                  <a:lnTo>
                    <a:pt x="56" y="81"/>
                  </a:lnTo>
                  <a:lnTo>
                    <a:pt x="82" y="45"/>
                  </a:lnTo>
                  <a:lnTo>
                    <a:pt x="97" y="26"/>
                  </a:lnTo>
                  <a:lnTo>
                    <a:pt x="104" y="17"/>
                  </a:lnTo>
                  <a:lnTo>
                    <a:pt x="112" y="9"/>
                  </a:lnTo>
                  <a:lnTo>
                    <a:pt x="112" y="9"/>
                  </a:lnTo>
                  <a:lnTo>
                    <a:pt x="114" y="8"/>
                  </a:lnTo>
                  <a:lnTo>
                    <a:pt x="114" y="5"/>
                  </a:lnTo>
                  <a:lnTo>
                    <a:pt x="114" y="4"/>
                  </a:lnTo>
                  <a:lnTo>
                    <a:pt x="112" y="3"/>
                  </a:lnTo>
                  <a:lnTo>
                    <a:pt x="108" y="0"/>
                  </a:lnTo>
                  <a:lnTo>
                    <a:pt x="106" y="0"/>
                  </a:lnTo>
                  <a:lnTo>
                    <a:pt x="104" y="1"/>
                  </a:lnTo>
                  <a:lnTo>
                    <a:pt x="104" y="1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69" name="Freeform 481"/>
            <p:cNvSpPr/>
            <p:nvPr>
              <p:custDataLst>
                <p:tags r:id="rId24"/>
              </p:custDataLst>
            </p:nvPr>
          </p:nvSpPr>
          <p:spPr bwMode="auto">
            <a:xfrm>
              <a:off x="3509963" y="1582738"/>
              <a:ext cx="38100" cy="63500"/>
            </a:xfrm>
            <a:custGeom>
              <a:avLst/>
              <a:gdLst/>
              <a:ahLst/>
              <a:cxnLst>
                <a:cxn ang="0">
                  <a:pos x="85" y="3"/>
                </a:cxn>
                <a:cxn ang="0">
                  <a:pos x="85" y="3"/>
                </a:cxn>
                <a:cxn ang="0">
                  <a:pos x="44" y="80"/>
                </a:cxn>
                <a:cxn ang="0">
                  <a:pos x="23" y="118"/>
                </a:cxn>
                <a:cxn ang="0">
                  <a:pos x="1" y="154"/>
                </a:cxn>
                <a:cxn ang="0">
                  <a:pos x="1" y="154"/>
                </a:cxn>
                <a:cxn ang="0">
                  <a:pos x="0" y="157"/>
                </a:cxn>
                <a:cxn ang="0">
                  <a:pos x="0" y="160"/>
                </a:cxn>
                <a:cxn ang="0">
                  <a:pos x="2" y="162"/>
                </a:cxn>
                <a:cxn ang="0">
                  <a:pos x="8" y="164"/>
                </a:cxn>
                <a:cxn ang="0">
                  <a:pos x="9" y="162"/>
                </a:cxn>
                <a:cxn ang="0">
                  <a:pos x="10" y="161"/>
                </a:cxn>
                <a:cxn ang="0">
                  <a:pos x="10" y="161"/>
                </a:cxn>
                <a:cxn ang="0">
                  <a:pos x="32" y="123"/>
                </a:cxn>
                <a:cxn ang="0">
                  <a:pos x="53" y="85"/>
                </a:cxn>
                <a:cxn ang="0">
                  <a:pos x="94" y="8"/>
                </a:cxn>
                <a:cxn ang="0">
                  <a:pos x="94" y="8"/>
                </a:cxn>
                <a:cxn ang="0">
                  <a:pos x="95" y="7"/>
                </a:cxn>
                <a:cxn ang="0">
                  <a:pos x="95" y="4"/>
                </a:cxn>
                <a:cxn ang="0">
                  <a:pos x="93" y="1"/>
                </a:cxn>
                <a:cxn ang="0">
                  <a:pos x="89" y="0"/>
                </a:cxn>
                <a:cxn ang="0">
                  <a:pos x="86" y="1"/>
                </a:cxn>
                <a:cxn ang="0">
                  <a:pos x="85" y="3"/>
                </a:cxn>
                <a:cxn ang="0">
                  <a:pos x="85" y="3"/>
                </a:cxn>
              </a:cxnLst>
              <a:rect l="0" t="0" r="r" b="b"/>
              <a:pathLst>
                <a:path w="95" h="164">
                  <a:moveTo>
                    <a:pt x="85" y="3"/>
                  </a:moveTo>
                  <a:lnTo>
                    <a:pt x="85" y="3"/>
                  </a:lnTo>
                  <a:lnTo>
                    <a:pt x="44" y="80"/>
                  </a:lnTo>
                  <a:lnTo>
                    <a:pt x="23" y="118"/>
                  </a:lnTo>
                  <a:lnTo>
                    <a:pt x="1" y="154"/>
                  </a:lnTo>
                  <a:lnTo>
                    <a:pt x="1" y="154"/>
                  </a:lnTo>
                  <a:lnTo>
                    <a:pt x="0" y="157"/>
                  </a:lnTo>
                  <a:lnTo>
                    <a:pt x="0" y="160"/>
                  </a:lnTo>
                  <a:lnTo>
                    <a:pt x="2" y="162"/>
                  </a:lnTo>
                  <a:lnTo>
                    <a:pt x="8" y="164"/>
                  </a:lnTo>
                  <a:lnTo>
                    <a:pt x="9" y="162"/>
                  </a:lnTo>
                  <a:lnTo>
                    <a:pt x="10" y="161"/>
                  </a:lnTo>
                  <a:lnTo>
                    <a:pt x="10" y="161"/>
                  </a:lnTo>
                  <a:lnTo>
                    <a:pt x="32" y="123"/>
                  </a:lnTo>
                  <a:lnTo>
                    <a:pt x="53" y="85"/>
                  </a:lnTo>
                  <a:lnTo>
                    <a:pt x="94" y="8"/>
                  </a:lnTo>
                  <a:lnTo>
                    <a:pt x="94" y="8"/>
                  </a:lnTo>
                  <a:lnTo>
                    <a:pt x="95" y="7"/>
                  </a:lnTo>
                  <a:lnTo>
                    <a:pt x="95" y="4"/>
                  </a:lnTo>
                  <a:lnTo>
                    <a:pt x="93" y="1"/>
                  </a:lnTo>
                  <a:lnTo>
                    <a:pt x="89" y="0"/>
                  </a:lnTo>
                  <a:lnTo>
                    <a:pt x="86" y="1"/>
                  </a:lnTo>
                  <a:lnTo>
                    <a:pt x="85" y="3"/>
                  </a:lnTo>
                  <a:lnTo>
                    <a:pt x="85" y="3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70" name="Freeform 482"/>
            <p:cNvSpPr/>
            <p:nvPr>
              <p:custDataLst>
                <p:tags r:id="rId25"/>
              </p:custDataLst>
            </p:nvPr>
          </p:nvSpPr>
          <p:spPr bwMode="auto">
            <a:xfrm>
              <a:off x="3546476" y="1597025"/>
              <a:ext cx="31750" cy="50800"/>
            </a:xfrm>
            <a:custGeom>
              <a:avLst/>
              <a:gdLst/>
              <a:ahLst/>
              <a:cxnLst>
                <a:cxn ang="0">
                  <a:pos x="71" y="1"/>
                </a:cxn>
                <a:cxn ang="0">
                  <a:pos x="71" y="1"/>
                </a:cxn>
                <a:cxn ang="0">
                  <a:pos x="50" y="30"/>
                </a:cxn>
                <a:cxn ang="0">
                  <a:pos x="33" y="59"/>
                </a:cxn>
                <a:cxn ang="0">
                  <a:pos x="16" y="89"/>
                </a:cxn>
                <a:cxn ang="0">
                  <a:pos x="2" y="120"/>
                </a:cxn>
                <a:cxn ang="0">
                  <a:pos x="2" y="120"/>
                </a:cxn>
                <a:cxn ang="0">
                  <a:pos x="0" y="123"/>
                </a:cxn>
                <a:cxn ang="0">
                  <a:pos x="2" y="126"/>
                </a:cxn>
                <a:cxn ang="0">
                  <a:pos x="4" y="128"/>
                </a:cxn>
                <a:cxn ang="0">
                  <a:pos x="5" y="129"/>
                </a:cxn>
                <a:cxn ang="0">
                  <a:pos x="8" y="129"/>
                </a:cxn>
                <a:cxn ang="0">
                  <a:pos x="9" y="128"/>
                </a:cxn>
                <a:cxn ang="0">
                  <a:pos x="11" y="127"/>
                </a:cxn>
                <a:cxn ang="0">
                  <a:pos x="11" y="127"/>
                </a:cxn>
                <a:cxn ang="0">
                  <a:pos x="25" y="95"/>
                </a:cxn>
                <a:cxn ang="0">
                  <a:pos x="41" y="67"/>
                </a:cxn>
                <a:cxn ang="0">
                  <a:pos x="59" y="38"/>
                </a:cxn>
                <a:cxn ang="0">
                  <a:pos x="79" y="9"/>
                </a:cxn>
                <a:cxn ang="0">
                  <a:pos x="79" y="9"/>
                </a:cxn>
                <a:cxn ang="0">
                  <a:pos x="80" y="8"/>
                </a:cxn>
                <a:cxn ang="0">
                  <a:pos x="80" y="5"/>
                </a:cxn>
                <a:cxn ang="0">
                  <a:pos x="77" y="1"/>
                </a:cxn>
                <a:cxn ang="0">
                  <a:pos x="76" y="0"/>
                </a:cxn>
                <a:cxn ang="0">
                  <a:pos x="75" y="0"/>
                </a:cxn>
                <a:cxn ang="0">
                  <a:pos x="72" y="0"/>
                </a:cxn>
                <a:cxn ang="0">
                  <a:pos x="71" y="1"/>
                </a:cxn>
                <a:cxn ang="0">
                  <a:pos x="71" y="1"/>
                </a:cxn>
              </a:cxnLst>
              <a:rect l="0" t="0" r="r" b="b"/>
              <a:pathLst>
                <a:path w="80" h="129">
                  <a:moveTo>
                    <a:pt x="71" y="1"/>
                  </a:moveTo>
                  <a:lnTo>
                    <a:pt x="71" y="1"/>
                  </a:lnTo>
                  <a:lnTo>
                    <a:pt x="50" y="30"/>
                  </a:lnTo>
                  <a:lnTo>
                    <a:pt x="33" y="59"/>
                  </a:lnTo>
                  <a:lnTo>
                    <a:pt x="16" y="89"/>
                  </a:lnTo>
                  <a:lnTo>
                    <a:pt x="2" y="120"/>
                  </a:lnTo>
                  <a:lnTo>
                    <a:pt x="2" y="120"/>
                  </a:lnTo>
                  <a:lnTo>
                    <a:pt x="0" y="123"/>
                  </a:lnTo>
                  <a:lnTo>
                    <a:pt x="2" y="126"/>
                  </a:lnTo>
                  <a:lnTo>
                    <a:pt x="4" y="128"/>
                  </a:lnTo>
                  <a:lnTo>
                    <a:pt x="5" y="129"/>
                  </a:lnTo>
                  <a:lnTo>
                    <a:pt x="8" y="129"/>
                  </a:lnTo>
                  <a:lnTo>
                    <a:pt x="9" y="128"/>
                  </a:lnTo>
                  <a:lnTo>
                    <a:pt x="11" y="127"/>
                  </a:lnTo>
                  <a:lnTo>
                    <a:pt x="11" y="127"/>
                  </a:lnTo>
                  <a:lnTo>
                    <a:pt x="25" y="95"/>
                  </a:lnTo>
                  <a:lnTo>
                    <a:pt x="41" y="67"/>
                  </a:lnTo>
                  <a:lnTo>
                    <a:pt x="59" y="38"/>
                  </a:lnTo>
                  <a:lnTo>
                    <a:pt x="79" y="9"/>
                  </a:lnTo>
                  <a:lnTo>
                    <a:pt x="79" y="9"/>
                  </a:lnTo>
                  <a:lnTo>
                    <a:pt x="80" y="8"/>
                  </a:lnTo>
                  <a:lnTo>
                    <a:pt x="80" y="5"/>
                  </a:lnTo>
                  <a:lnTo>
                    <a:pt x="77" y="1"/>
                  </a:lnTo>
                  <a:lnTo>
                    <a:pt x="76" y="0"/>
                  </a:lnTo>
                  <a:lnTo>
                    <a:pt x="75" y="0"/>
                  </a:lnTo>
                  <a:lnTo>
                    <a:pt x="72" y="0"/>
                  </a:lnTo>
                  <a:lnTo>
                    <a:pt x="71" y="1"/>
                  </a:lnTo>
                  <a:lnTo>
                    <a:pt x="71" y="1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71" name="Freeform 483"/>
            <p:cNvSpPr/>
            <p:nvPr>
              <p:custDataLst>
                <p:tags r:id="rId26"/>
              </p:custDataLst>
            </p:nvPr>
          </p:nvSpPr>
          <p:spPr bwMode="auto">
            <a:xfrm>
              <a:off x="3581401" y="1608138"/>
              <a:ext cx="15875" cy="39688"/>
            </a:xfrm>
            <a:custGeom>
              <a:avLst/>
              <a:gdLst/>
              <a:ahLst/>
              <a:cxnLst>
                <a:cxn ang="0">
                  <a:pos x="30" y="6"/>
                </a:cxn>
                <a:cxn ang="0">
                  <a:pos x="30" y="6"/>
                </a:cxn>
                <a:cxn ang="0">
                  <a:pos x="29" y="17"/>
                </a:cxn>
                <a:cxn ang="0">
                  <a:pos x="25" y="29"/>
                </a:cxn>
                <a:cxn ang="0">
                  <a:pos x="17" y="53"/>
                </a:cxn>
                <a:cxn ang="0">
                  <a:pos x="17" y="53"/>
                </a:cxn>
                <a:cxn ang="0">
                  <a:pos x="10" y="74"/>
                </a:cxn>
                <a:cxn ang="0">
                  <a:pos x="6" y="84"/>
                </a:cxn>
                <a:cxn ang="0">
                  <a:pos x="1" y="93"/>
                </a:cxn>
                <a:cxn ang="0">
                  <a:pos x="1" y="93"/>
                </a:cxn>
                <a:cxn ang="0">
                  <a:pos x="0" y="96"/>
                </a:cxn>
                <a:cxn ang="0">
                  <a:pos x="0" y="99"/>
                </a:cxn>
                <a:cxn ang="0">
                  <a:pos x="2" y="101"/>
                </a:cxn>
                <a:cxn ang="0">
                  <a:pos x="6" y="102"/>
                </a:cxn>
                <a:cxn ang="0">
                  <a:pos x="9" y="101"/>
                </a:cxn>
                <a:cxn ang="0">
                  <a:pos x="10" y="100"/>
                </a:cxn>
                <a:cxn ang="0">
                  <a:pos x="10" y="100"/>
                </a:cxn>
                <a:cxn ang="0">
                  <a:pos x="16" y="89"/>
                </a:cxn>
                <a:cxn ang="0">
                  <a:pos x="21" y="78"/>
                </a:cxn>
                <a:cxn ang="0">
                  <a:pos x="29" y="55"/>
                </a:cxn>
                <a:cxn ang="0">
                  <a:pos x="29" y="55"/>
                </a:cxn>
                <a:cxn ang="0">
                  <a:pos x="36" y="31"/>
                </a:cxn>
                <a:cxn ang="0">
                  <a:pos x="40" y="19"/>
                </a:cxn>
                <a:cxn ang="0">
                  <a:pos x="42" y="6"/>
                </a:cxn>
                <a:cxn ang="0">
                  <a:pos x="42" y="6"/>
                </a:cxn>
                <a:cxn ang="0">
                  <a:pos x="42" y="3"/>
                </a:cxn>
                <a:cxn ang="0">
                  <a:pos x="40" y="2"/>
                </a:cxn>
                <a:cxn ang="0">
                  <a:pos x="36" y="0"/>
                </a:cxn>
                <a:cxn ang="0">
                  <a:pos x="33" y="2"/>
                </a:cxn>
                <a:cxn ang="0">
                  <a:pos x="31" y="3"/>
                </a:cxn>
                <a:cxn ang="0">
                  <a:pos x="30" y="6"/>
                </a:cxn>
                <a:cxn ang="0">
                  <a:pos x="30" y="6"/>
                </a:cxn>
              </a:cxnLst>
              <a:rect l="0" t="0" r="r" b="b"/>
              <a:pathLst>
                <a:path w="42" h="102">
                  <a:moveTo>
                    <a:pt x="30" y="6"/>
                  </a:moveTo>
                  <a:lnTo>
                    <a:pt x="30" y="6"/>
                  </a:lnTo>
                  <a:lnTo>
                    <a:pt x="29" y="17"/>
                  </a:lnTo>
                  <a:lnTo>
                    <a:pt x="25" y="29"/>
                  </a:lnTo>
                  <a:lnTo>
                    <a:pt x="17" y="53"/>
                  </a:lnTo>
                  <a:lnTo>
                    <a:pt x="17" y="53"/>
                  </a:lnTo>
                  <a:lnTo>
                    <a:pt x="10" y="74"/>
                  </a:lnTo>
                  <a:lnTo>
                    <a:pt x="6" y="84"/>
                  </a:lnTo>
                  <a:lnTo>
                    <a:pt x="1" y="93"/>
                  </a:lnTo>
                  <a:lnTo>
                    <a:pt x="1" y="93"/>
                  </a:lnTo>
                  <a:lnTo>
                    <a:pt x="0" y="96"/>
                  </a:lnTo>
                  <a:lnTo>
                    <a:pt x="0" y="99"/>
                  </a:lnTo>
                  <a:lnTo>
                    <a:pt x="2" y="101"/>
                  </a:lnTo>
                  <a:lnTo>
                    <a:pt x="6" y="102"/>
                  </a:lnTo>
                  <a:lnTo>
                    <a:pt x="9" y="101"/>
                  </a:lnTo>
                  <a:lnTo>
                    <a:pt x="10" y="100"/>
                  </a:lnTo>
                  <a:lnTo>
                    <a:pt x="10" y="100"/>
                  </a:lnTo>
                  <a:lnTo>
                    <a:pt x="16" y="89"/>
                  </a:lnTo>
                  <a:lnTo>
                    <a:pt x="21" y="78"/>
                  </a:lnTo>
                  <a:lnTo>
                    <a:pt x="29" y="55"/>
                  </a:lnTo>
                  <a:lnTo>
                    <a:pt x="29" y="55"/>
                  </a:lnTo>
                  <a:lnTo>
                    <a:pt x="36" y="31"/>
                  </a:lnTo>
                  <a:lnTo>
                    <a:pt x="40" y="19"/>
                  </a:lnTo>
                  <a:lnTo>
                    <a:pt x="42" y="6"/>
                  </a:lnTo>
                  <a:lnTo>
                    <a:pt x="42" y="6"/>
                  </a:lnTo>
                  <a:lnTo>
                    <a:pt x="42" y="3"/>
                  </a:lnTo>
                  <a:lnTo>
                    <a:pt x="40" y="2"/>
                  </a:lnTo>
                  <a:lnTo>
                    <a:pt x="36" y="0"/>
                  </a:lnTo>
                  <a:lnTo>
                    <a:pt x="33" y="2"/>
                  </a:lnTo>
                  <a:lnTo>
                    <a:pt x="31" y="3"/>
                  </a:lnTo>
                  <a:lnTo>
                    <a:pt x="30" y="6"/>
                  </a:lnTo>
                  <a:lnTo>
                    <a:pt x="30" y="6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72" name="Freeform 484"/>
            <p:cNvSpPr/>
            <p:nvPr>
              <p:custDataLst>
                <p:tags r:id="rId27"/>
              </p:custDataLst>
            </p:nvPr>
          </p:nvSpPr>
          <p:spPr bwMode="auto">
            <a:xfrm>
              <a:off x="3214688" y="1146175"/>
              <a:ext cx="12700" cy="30163"/>
            </a:xfrm>
            <a:custGeom>
              <a:avLst/>
              <a:gdLst/>
              <a:ahLst/>
              <a:cxnLst>
                <a:cxn ang="0">
                  <a:pos x="24" y="4"/>
                </a:cxn>
                <a:cxn ang="0">
                  <a:pos x="24" y="4"/>
                </a:cxn>
                <a:cxn ang="0">
                  <a:pos x="11" y="37"/>
                </a:cxn>
                <a:cxn ang="0">
                  <a:pos x="4" y="53"/>
                </a:cxn>
                <a:cxn ang="0">
                  <a:pos x="0" y="70"/>
                </a:cxn>
                <a:cxn ang="0">
                  <a:pos x="0" y="70"/>
                </a:cxn>
                <a:cxn ang="0">
                  <a:pos x="0" y="72"/>
                </a:cxn>
                <a:cxn ang="0">
                  <a:pos x="1" y="73"/>
                </a:cxn>
                <a:cxn ang="0">
                  <a:pos x="5" y="76"/>
                </a:cxn>
                <a:cxn ang="0">
                  <a:pos x="7" y="76"/>
                </a:cxn>
                <a:cxn ang="0">
                  <a:pos x="9" y="76"/>
                </a:cxn>
                <a:cxn ang="0">
                  <a:pos x="11" y="75"/>
                </a:cxn>
                <a:cxn ang="0">
                  <a:pos x="11" y="72"/>
                </a:cxn>
                <a:cxn ang="0">
                  <a:pos x="11" y="72"/>
                </a:cxn>
                <a:cxn ang="0">
                  <a:pos x="16" y="55"/>
                </a:cxn>
                <a:cxn ang="0">
                  <a:pos x="21" y="39"/>
                </a:cxn>
                <a:cxn ang="0">
                  <a:pos x="34" y="7"/>
                </a:cxn>
                <a:cxn ang="0">
                  <a:pos x="34" y="7"/>
                </a:cxn>
                <a:cxn ang="0">
                  <a:pos x="34" y="5"/>
                </a:cxn>
                <a:cxn ang="0">
                  <a:pos x="34" y="3"/>
                </a:cxn>
                <a:cxn ang="0">
                  <a:pos x="33" y="2"/>
                </a:cxn>
                <a:cxn ang="0">
                  <a:pos x="30" y="0"/>
                </a:cxn>
                <a:cxn ang="0">
                  <a:pos x="26" y="2"/>
                </a:cxn>
                <a:cxn ang="0">
                  <a:pos x="25" y="3"/>
                </a:cxn>
                <a:cxn ang="0">
                  <a:pos x="24" y="4"/>
                </a:cxn>
                <a:cxn ang="0">
                  <a:pos x="24" y="4"/>
                </a:cxn>
              </a:cxnLst>
              <a:rect l="0" t="0" r="r" b="b"/>
              <a:pathLst>
                <a:path w="34" h="76">
                  <a:moveTo>
                    <a:pt x="24" y="4"/>
                  </a:moveTo>
                  <a:lnTo>
                    <a:pt x="24" y="4"/>
                  </a:lnTo>
                  <a:lnTo>
                    <a:pt x="11" y="37"/>
                  </a:lnTo>
                  <a:lnTo>
                    <a:pt x="4" y="53"/>
                  </a:lnTo>
                  <a:lnTo>
                    <a:pt x="0" y="70"/>
                  </a:lnTo>
                  <a:lnTo>
                    <a:pt x="0" y="70"/>
                  </a:lnTo>
                  <a:lnTo>
                    <a:pt x="0" y="72"/>
                  </a:lnTo>
                  <a:lnTo>
                    <a:pt x="1" y="73"/>
                  </a:lnTo>
                  <a:lnTo>
                    <a:pt x="5" y="76"/>
                  </a:lnTo>
                  <a:lnTo>
                    <a:pt x="7" y="76"/>
                  </a:lnTo>
                  <a:lnTo>
                    <a:pt x="9" y="76"/>
                  </a:lnTo>
                  <a:lnTo>
                    <a:pt x="11" y="75"/>
                  </a:lnTo>
                  <a:lnTo>
                    <a:pt x="11" y="72"/>
                  </a:lnTo>
                  <a:lnTo>
                    <a:pt x="11" y="72"/>
                  </a:lnTo>
                  <a:lnTo>
                    <a:pt x="16" y="55"/>
                  </a:lnTo>
                  <a:lnTo>
                    <a:pt x="21" y="39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4" y="5"/>
                  </a:lnTo>
                  <a:lnTo>
                    <a:pt x="34" y="3"/>
                  </a:lnTo>
                  <a:lnTo>
                    <a:pt x="33" y="2"/>
                  </a:lnTo>
                  <a:lnTo>
                    <a:pt x="30" y="0"/>
                  </a:lnTo>
                  <a:lnTo>
                    <a:pt x="26" y="2"/>
                  </a:lnTo>
                  <a:lnTo>
                    <a:pt x="25" y="3"/>
                  </a:lnTo>
                  <a:lnTo>
                    <a:pt x="24" y="4"/>
                  </a:lnTo>
                  <a:lnTo>
                    <a:pt x="24" y="4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73" name="Freeform 485"/>
            <p:cNvSpPr/>
            <p:nvPr>
              <p:custDataLst>
                <p:tags r:id="rId28"/>
              </p:custDataLst>
            </p:nvPr>
          </p:nvSpPr>
          <p:spPr bwMode="auto">
            <a:xfrm>
              <a:off x="3240088" y="1150938"/>
              <a:ext cx="20638" cy="28575"/>
            </a:xfrm>
            <a:custGeom>
              <a:avLst/>
              <a:gdLst/>
              <a:ahLst/>
              <a:cxnLst>
                <a:cxn ang="0">
                  <a:pos x="46" y="0"/>
                </a:cxn>
                <a:cxn ang="0">
                  <a:pos x="46" y="0"/>
                </a:cxn>
                <a:cxn ang="0">
                  <a:pos x="39" y="7"/>
                </a:cxn>
                <a:cxn ang="0">
                  <a:pos x="34" y="13"/>
                </a:cxn>
                <a:cxn ang="0">
                  <a:pos x="30" y="21"/>
                </a:cxn>
                <a:cxn ang="0">
                  <a:pos x="26" y="29"/>
                </a:cxn>
                <a:cxn ang="0">
                  <a:pos x="26" y="29"/>
                </a:cxn>
                <a:cxn ang="0">
                  <a:pos x="13" y="47"/>
                </a:cxn>
                <a:cxn ang="0">
                  <a:pos x="1" y="67"/>
                </a:cxn>
                <a:cxn ang="0">
                  <a:pos x="1" y="67"/>
                </a:cxn>
                <a:cxn ang="0">
                  <a:pos x="0" y="69"/>
                </a:cxn>
                <a:cxn ang="0">
                  <a:pos x="1" y="72"/>
                </a:cxn>
                <a:cxn ang="0">
                  <a:pos x="4" y="75"/>
                </a:cxn>
                <a:cxn ang="0">
                  <a:pos x="8" y="76"/>
                </a:cxn>
                <a:cxn ang="0">
                  <a:pos x="9" y="75"/>
                </a:cxn>
                <a:cxn ang="0">
                  <a:pos x="12" y="73"/>
                </a:cxn>
                <a:cxn ang="0">
                  <a:pos x="12" y="73"/>
                </a:cxn>
                <a:cxn ang="0">
                  <a:pos x="21" y="56"/>
                </a:cxn>
                <a:cxn ang="0">
                  <a:pos x="32" y="41"/>
                </a:cxn>
                <a:cxn ang="0">
                  <a:pos x="32" y="41"/>
                </a:cxn>
                <a:cxn ang="0">
                  <a:pos x="35" y="33"/>
                </a:cxn>
                <a:cxn ang="0">
                  <a:pos x="41" y="24"/>
                </a:cxn>
                <a:cxn ang="0">
                  <a:pos x="45" y="16"/>
                </a:cxn>
                <a:cxn ang="0">
                  <a:pos x="47" y="13"/>
                </a:cxn>
                <a:cxn ang="0">
                  <a:pos x="51" y="10"/>
                </a:cxn>
                <a:cxn ang="0">
                  <a:pos x="51" y="10"/>
                </a:cxn>
                <a:cxn ang="0">
                  <a:pos x="52" y="9"/>
                </a:cxn>
                <a:cxn ang="0">
                  <a:pos x="54" y="7"/>
                </a:cxn>
                <a:cxn ang="0">
                  <a:pos x="52" y="3"/>
                </a:cxn>
                <a:cxn ang="0">
                  <a:pos x="50" y="0"/>
                </a:cxn>
                <a:cxn ang="0">
                  <a:pos x="47" y="0"/>
                </a:cxn>
                <a:cxn ang="0">
                  <a:pos x="46" y="0"/>
                </a:cxn>
                <a:cxn ang="0">
                  <a:pos x="46" y="0"/>
                </a:cxn>
              </a:cxnLst>
              <a:rect l="0" t="0" r="r" b="b"/>
              <a:pathLst>
                <a:path w="54" h="76">
                  <a:moveTo>
                    <a:pt x="46" y="0"/>
                  </a:moveTo>
                  <a:lnTo>
                    <a:pt x="46" y="0"/>
                  </a:lnTo>
                  <a:lnTo>
                    <a:pt x="39" y="7"/>
                  </a:lnTo>
                  <a:lnTo>
                    <a:pt x="34" y="13"/>
                  </a:lnTo>
                  <a:lnTo>
                    <a:pt x="30" y="21"/>
                  </a:lnTo>
                  <a:lnTo>
                    <a:pt x="26" y="29"/>
                  </a:lnTo>
                  <a:lnTo>
                    <a:pt x="26" y="29"/>
                  </a:lnTo>
                  <a:lnTo>
                    <a:pt x="13" y="47"/>
                  </a:lnTo>
                  <a:lnTo>
                    <a:pt x="1" y="67"/>
                  </a:lnTo>
                  <a:lnTo>
                    <a:pt x="1" y="67"/>
                  </a:lnTo>
                  <a:lnTo>
                    <a:pt x="0" y="69"/>
                  </a:lnTo>
                  <a:lnTo>
                    <a:pt x="1" y="72"/>
                  </a:lnTo>
                  <a:lnTo>
                    <a:pt x="4" y="75"/>
                  </a:lnTo>
                  <a:lnTo>
                    <a:pt x="8" y="76"/>
                  </a:lnTo>
                  <a:lnTo>
                    <a:pt x="9" y="75"/>
                  </a:lnTo>
                  <a:lnTo>
                    <a:pt x="12" y="73"/>
                  </a:lnTo>
                  <a:lnTo>
                    <a:pt x="12" y="73"/>
                  </a:lnTo>
                  <a:lnTo>
                    <a:pt x="21" y="56"/>
                  </a:lnTo>
                  <a:lnTo>
                    <a:pt x="32" y="41"/>
                  </a:lnTo>
                  <a:lnTo>
                    <a:pt x="32" y="41"/>
                  </a:lnTo>
                  <a:lnTo>
                    <a:pt x="35" y="33"/>
                  </a:lnTo>
                  <a:lnTo>
                    <a:pt x="41" y="24"/>
                  </a:lnTo>
                  <a:lnTo>
                    <a:pt x="45" y="16"/>
                  </a:lnTo>
                  <a:lnTo>
                    <a:pt x="47" y="13"/>
                  </a:lnTo>
                  <a:lnTo>
                    <a:pt x="51" y="10"/>
                  </a:lnTo>
                  <a:lnTo>
                    <a:pt x="51" y="10"/>
                  </a:lnTo>
                  <a:lnTo>
                    <a:pt x="52" y="9"/>
                  </a:lnTo>
                  <a:lnTo>
                    <a:pt x="54" y="7"/>
                  </a:lnTo>
                  <a:lnTo>
                    <a:pt x="52" y="3"/>
                  </a:lnTo>
                  <a:lnTo>
                    <a:pt x="50" y="0"/>
                  </a:lnTo>
                  <a:lnTo>
                    <a:pt x="47" y="0"/>
                  </a:lnTo>
                  <a:lnTo>
                    <a:pt x="46" y="0"/>
                  </a:lnTo>
                  <a:lnTo>
                    <a:pt x="46" y="0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74" name="Freeform 486"/>
            <p:cNvSpPr/>
            <p:nvPr>
              <p:custDataLst>
                <p:tags r:id="rId29"/>
              </p:custDataLst>
            </p:nvPr>
          </p:nvSpPr>
          <p:spPr bwMode="auto">
            <a:xfrm>
              <a:off x="3273426" y="1149350"/>
              <a:ext cx="12700" cy="23813"/>
            </a:xfrm>
            <a:custGeom>
              <a:avLst/>
              <a:gdLst/>
              <a:ahLst/>
              <a:cxnLst>
                <a:cxn ang="0">
                  <a:pos x="22" y="5"/>
                </a:cxn>
                <a:cxn ang="0">
                  <a:pos x="22" y="5"/>
                </a:cxn>
                <a:cxn ang="0">
                  <a:pos x="21" y="13"/>
                </a:cxn>
                <a:cxn ang="0">
                  <a:pos x="18" y="20"/>
                </a:cxn>
                <a:cxn ang="0">
                  <a:pos x="9" y="33"/>
                </a:cxn>
                <a:cxn ang="0">
                  <a:pos x="9" y="33"/>
                </a:cxn>
                <a:cxn ang="0">
                  <a:pos x="4" y="42"/>
                </a:cxn>
                <a:cxn ang="0">
                  <a:pos x="0" y="52"/>
                </a:cxn>
                <a:cxn ang="0">
                  <a:pos x="0" y="52"/>
                </a:cxn>
                <a:cxn ang="0">
                  <a:pos x="0" y="55"/>
                </a:cxn>
                <a:cxn ang="0">
                  <a:pos x="0" y="56"/>
                </a:cxn>
                <a:cxn ang="0">
                  <a:pos x="3" y="60"/>
                </a:cxn>
                <a:cxn ang="0">
                  <a:pos x="4" y="60"/>
                </a:cxn>
                <a:cxn ang="0">
                  <a:pos x="7" y="60"/>
                </a:cxn>
                <a:cxn ang="0">
                  <a:pos x="8" y="60"/>
                </a:cxn>
                <a:cxn ang="0">
                  <a:pos x="11" y="58"/>
                </a:cxn>
                <a:cxn ang="0">
                  <a:pos x="11" y="58"/>
                </a:cxn>
                <a:cxn ang="0">
                  <a:pos x="16" y="45"/>
                </a:cxn>
                <a:cxn ang="0">
                  <a:pos x="20" y="38"/>
                </a:cxn>
                <a:cxn ang="0">
                  <a:pos x="24" y="33"/>
                </a:cxn>
                <a:cxn ang="0">
                  <a:pos x="24" y="33"/>
                </a:cxn>
                <a:cxn ang="0">
                  <a:pos x="28" y="26"/>
                </a:cxn>
                <a:cxn ang="0">
                  <a:pos x="32" y="20"/>
                </a:cxn>
                <a:cxn ang="0">
                  <a:pos x="33" y="12"/>
                </a:cxn>
                <a:cxn ang="0">
                  <a:pos x="34" y="5"/>
                </a:cxn>
                <a:cxn ang="0">
                  <a:pos x="34" y="5"/>
                </a:cxn>
                <a:cxn ang="0">
                  <a:pos x="33" y="3"/>
                </a:cxn>
                <a:cxn ang="0">
                  <a:pos x="32" y="1"/>
                </a:cxn>
                <a:cxn ang="0">
                  <a:pos x="29" y="0"/>
                </a:cxn>
                <a:cxn ang="0">
                  <a:pos x="24" y="1"/>
                </a:cxn>
                <a:cxn ang="0">
                  <a:pos x="22" y="3"/>
                </a:cxn>
                <a:cxn ang="0">
                  <a:pos x="22" y="5"/>
                </a:cxn>
                <a:cxn ang="0">
                  <a:pos x="22" y="5"/>
                </a:cxn>
              </a:cxnLst>
              <a:rect l="0" t="0" r="r" b="b"/>
              <a:pathLst>
                <a:path w="34" h="60">
                  <a:moveTo>
                    <a:pt x="22" y="5"/>
                  </a:moveTo>
                  <a:lnTo>
                    <a:pt x="22" y="5"/>
                  </a:lnTo>
                  <a:lnTo>
                    <a:pt x="21" y="13"/>
                  </a:lnTo>
                  <a:lnTo>
                    <a:pt x="18" y="20"/>
                  </a:lnTo>
                  <a:lnTo>
                    <a:pt x="9" y="33"/>
                  </a:lnTo>
                  <a:lnTo>
                    <a:pt x="9" y="33"/>
                  </a:lnTo>
                  <a:lnTo>
                    <a:pt x="4" y="42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0" y="55"/>
                  </a:lnTo>
                  <a:lnTo>
                    <a:pt x="0" y="56"/>
                  </a:lnTo>
                  <a:lnTo>
                    <a:pt x="3" y="60"/>
                  </a:lnTo>
                  <a:lnTo>
                    <a:pt x="4" y="60"/>
                  </a:lnTo>
                  <a:lnTo>
                    <a:pt x="7" y="60"/>
                  </a:lnTo>
                  <a:lnTo>
                    <a:pt x="8" y="60"/>
                  </a:lnTo>
                  <a:lnTo>
                    <a:pt x="11" y="58"/>
                  </a:lnTo>
                  <a:lnTo>
                    <a:pt x="11" y="58"/>
                  </a:lnTo>
                  <a:lnTo>
                    <a:pt x="16" y="45"/>
                  </a:lnTo>
                  <a:lnTo>
                    <a:pt x="20" y="38"/>
                  </a:lnTo>
                  <a:lnTo>
                    <a:pt x="24" y="33"/>
                  </a:lnTo>
                  <a:lnTo>
                    <a:pt x="24" y="33"/>
                  </a:lnTo>
                  <a:lnTo>
                    <a:pt x="28" y="26"/>
                  </a:lnTo>
                  <a:lnTo>
                    <a:pt x="32" y="20"/>
                  </a:lnTo>
                  <a:lnTo>
                    <a:pt x="33" y="12"/>
                  </a:lnTo>
                  <a:lnTo>
                    <a:pt x="34" y="5"/>
                  </a:lnTo>
                  <a:lnTo>
                    <a:pt x="34" y="5"/>
                  </a:lnTo>
                  <a:lnTo>
                    <a:pt x="33" y="3"/>
                  </a:lnTo>
                  <a:lnTo>
                    <a:pt x="32" y="1"/>
                  </a:lnTo>
                  <a:lnTo>
                    <a:pt x="29" y="0"/>
                  </a:lnTo>
                  <a:lnTo>
                    <a:pt x="24" y="1"/>
                  </a:lnTo>
                  <a:lnTo>
                    <a:pt x="22" y="3"/>
                  </a:lnTo>
                  <a:lnTo>
                    <a:pt x="22" y="5"/>
                  </a:lnTo>
                  <a:lnTo>
                    <a:pt x="22" y="5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75" name="Freeform 487"/>
            <p:cNvSpPr/>
            <p:nvPr>
              <p:custDataLst>
                <p:tags r:id="rId30"/>
              </p:custDataLst>
            </p:nvPr>
          </p:nvSpPr>
          <p:spPr bwMode="auto">
            <a:xfrm>
              <a:off x="3379788" y="1117600"/>
              <a:ext cx="12700" cy="15875"/>
            </a:xfrm>
            <a:custGeom>
              <a:avLst/>
              <a:gdLst/>
              <a:ahLst/>
              <a:cxnLst>
                <a:cxn ang="0">
                  <a:pos x="19" y="6"/>
                </a:cxn>
                <a:cxn ang="0">
                  <a:pos x="19" y="6"/>
                </a:cxn>
                <a:cxn ang="0">
                  <a:pos x="18" y="9"/>
                </a:cxn>
                <a:cxn ang="0">
                  <a:pos x="15" y="12"/>
                </a:cxn>
                <a:cxn ang="0">
                  <a:pos x="11" y="19"/>
                </a:cxn>
                <a:cxn ang="0">
                  <a:pos x="11" y="19"/>
                </a:cxn>
                <a:cxn ang="0">
                  <a:pos x="5" y="25"/>
                </a:cxn>
                <a:cxn ang="0">
                  <a:pos x="1" y="33"/>
                </a:cxn>
                <a:cxn ang="0">
                  <a:pos x="1" y="33"/>
                </a:cxn>
                <a:cxn ang="0">
                  <a:pos x="0" y="36"/>
                </a:cxn>
                <a:cxn ang="0">
                  <a:pos x="0" y="38"/>
                </a:cxn>
                <a:cxn ang="0">
                  <a:pos x="2" y="41"/>
                </a:cxn>
                <a:cxn ang="0">
                  <a:pos x="6" y="42"/>
                </a:cxn>
                <a:cxn ang="0">
                  <a:pos x="9" y="41"/>
                </a:cxn>
                <a:cxn ang="0">
                  <a:pos x="10" y="40"/>
                </a:cxn>
                <a:cxn ang="0">
                  <a:pos x="10" y="40"/>
                </a:cxn>
                <a:cxn ang="0">
                  <a:pos x="15" y="30"/>
                </a:cxn>
                <a:cxn ang="0">
                  <a:pos x="22" y="23"/>
                </a:cxn>
                <a:cxn ang="0">
                  <a:pos x="27" y="15"/>
                </a:cxn>
                <a:cxn ang="0">
                  <a:pos x="30" y="11"/>
                </a:cxn>
                <a:cxn ang="0">
                  <a:pos x="30" y="6"/>
                </a:cxn>
                <a:cxn ang="0">
                  <a:pos x="30" y="6"/>
                </a:cxn>
                <a:cxn ang="0">
                  <a:pos x="30" y="3"/>
                </a:cxn>
                <a:cxn ang="0">
                  <a:pos x="28" y="2"/>
                </a:cxn>
                <a:cxn ang="0">
                  <a:pos x="24" y="0"/>
                </a:cxn>
                <a:cxn ang="0">
                  <a:pos x="21" y="2"/>
                </a:cxn>
                <a:cxn ang="0">
                  <a:pos x="19" y="3"/>
                </a:cxn>
                <a:cxn ang="0">
                  <a:pos x="19" y="6"/>
                </a:cxn>
                <a:cxn ang="0">
                  <a:pos x="19" y="6"/>
                </a:cxn>
              </a:cxnLst>
              <a:rect l="0" t="0" r="r" b="b"/>
              <a:pathLst>
                <a:path w="30" h="42">
                  <a:moveTo>
                    <a:pt x="19" y="6"/>
                  </a:moveTo>
                  <a:lnTo>
                    <a:pt x="19" y="6"/>
                  </a:lnTo>
                  <a:lnTo>
                    <a:pt x="18" y="9"/>
                  </a:lnTo>
                  <a:lnTo>
                    <a:pt x="15" y="12"/>
                  </a:lnTo>
                  <a:lnTo>
                    <a:pt x="11" y="19"/>
                  </a:lnTo>
                  <a:lnTo>
                    <a:pt x="11" y="19"/>
                  </a:lnTo>
                  <a:lnTo>
                    <a:pt x="5" y="25"/>
                  </a:lnTo>
                  <a:lnTo>
                    <a:pt x="1" y="33"/>
                  </a:lnTo>
                  <a:lnTo>
                    <a:pt x="1" y="33"/>
                  </a:lnTo>
                  <a:lnTo>
                    <a:pt x="0" y="36"/>
                  </a:lnTo>
                  <a:lnTo>
                    <a:pt x="0" y="38"/>
                  </a:lnTo>
                  <a:lnTo>
                    <a:pt x="2" y="41"/>
                  </a:lnTo>
                  <a:lnTo>
                    <a:pt x="6" y="42"/>
                  </a:lnTo>
                  <a:lnTo>
                    <a:pt x="9" y="41"/>
                  </a:lnTo>
                  <a:lnTo>
                    <a:pt x="10" y="40"/>
                  </a:lnTo>
                  <a:lnTo>
                    <a:pt x="10" y="40"/>
                  </a:lnTo>
                  <a:lnTo>
                    <a:pt x="15" y="30"/>
                  </a:lnTo>
                  <a:lnTo>
                    <a:pt x="22" y="23"/>
                  </a:lnTo>
                  <a:lnTo>
                    <a:pt x="27" y="15"/>
                  </a:lnTo>
                  <a:lnTo>
                    <a:pt x="30" y="11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3"/>
                  </a:lnTo>
                  <a:lnTo>
                    <a:pt x="28" y="2"/>
                  </a:lnTo>
                  <a:lnTo>
                    <a:pt x="24" y="0"/>
                  </a:lnTo>
                  <a:lnTo>
                    <a:pt x="21" y="2"/>
                  </a:lnTo>
                  <a:lnTo>
                    <a:pt x="19" y="3"/>
                  </a:lnTo>
                  <a:lnTo>
                    <a:pt x="19" y="6"/>
                  </a:lnTo>
                  <a:lnTo>
                    <a:pt x="19" y="6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76" name="Freeform 488"/>
            <p:cNvSpPr/>
            <p:nvPr>
              <p:custDataLst>
                <p:tags r:id="rId31"/>
              </p:custDataLst>
            </p:nvPr>
          </p:nvSpPr>
          <p:spPr bwMode="auto">
            <a:xfrm>
              <a:off x="3406776" y="1123950"/>
              <a:ext cx="14288" cy="19050"/>
            </a:xfrm>
            <a:custGeom>
              <a:avLst/>
              <a:gdLst/>
              <a:ahLst/>
              <a:cxnLst>
                <a:cxn ang="0">
                  <a:pos x="23" y="1"/>
                </a:cxn>
                <a:cxn ang="0">
                  <a:pos x="23" y="1"/>
                </a:cxn>
                <a:cxn ang="0">
                  <a:pos x="17" y="10"/>
                </a:cxn>
                <a:cxn ang="0">
                  <a:pos x="9" y="20"/>
                </a:cxn>
                <a:cxn ang="0">
                  <a:pos x="4" y="29"/>
                </a:cxn>
                <a:cxn ang="0">
                  <a:pos x="1" y="34"/>
                </a:cxn>
                <a:cxn ang="0">
                  <a:pos x="0" y="39"/>
                </a:cxn>
                <a:cxn ang="0">
                  <a:pos x="0" y="39"/>
                </a:cxn>
                <a:cxn ang="0">
                  <a:pos x="1" y="42"/>
                </a:cxn>
                <a:cxn ang="0">
                  <a:pos x="2" y="43"/>
                </a:cxn>
                <a:cxn ang="0">
                  <a:pos x="5" y="44"/>
                </a:cxn>
                <a:cxn ang="0">
                  <a:pos x="10" y="43"/>
                </a:cxn>
                <a:cxn ang="0">
                  <a:pos x="11" y="42"/>
                </a:cxn>
                <a:cxn ang="0">
                  <a:pos x="11" y="39"/>
                </a:cxn>
                <a:cxn ang="0">
                  <a:pos x="11" y="39"/>
                </a:cxn>
                <a:cxn ang="0">
                  <a:pos x="13" y="34"/>
                </a:cxn>
                <a:cxn ang="0">
                  <a:pos x="15" y="30"/>
                </a:cxn>
                <a:cxn ang="0">
                  <a:pos x="21" y="23"/>
                </a:cxn>
                <a:cxn ang="0">
                  <a:pos x="21" y="23"/>
                </a:cxn>
                <a:cxn ang="0">
                  <a:pos x="27" y="16"/>
                </a:cxn>
                <a:cxn ang="0">
                  <a:pos x="34" y="8"/>
                </a:cxn>
                <a:cxn ang="0">
                  <a:pos x="34" y="8"/>
                </a:cxn>
                <a:cxn ang="0">
                  <a:pos x="35" y="5"/>
                </a:cxn>
                <a:cxn ang="0">
                  <a:pos x="35" y="4"/>
                </a:cxn>
                <a:cxn ang="0">
                  <a:pos x="34" y="1"/>
                </a:cxn>
                <a:cxn ang="0">
                  <a:pos x="32" y="0"/>
                </a:cxn>
                <a:cxn ang="0">
                  <a:pos x="27" y="0"/>
                </a:cxn>
                <a:cxn ang="0">
                  <a:pos x="26" y="0"/>
                </a:cxn>
                <a:cxn ang="0">
                  <a:pos x="23" y="1"/>
                </a:cxn>
                <a:cxn ang="0">
                  <a:pos x="23" y="1"/>
                </a:cxn>
              </a:cxnLst>
              <a:rect l="0" t="0" r="r" b="b"/>
              <a:pathLst>
                <a:path w="35" h="44">
                  <a:moveTo>
                    <a:pt x="23" y="1"/>
                  </a:moveTo>
                  <a:lnTo>
                    <a:pt x="23" y="1"/>
                  </a:lnTo>
                  <a:lnTo>
                    <a:pt x="17" y="10"/>
                  </a:lnTo>
                  <a:lnTo>
                    <a:pt x="9" y="20"/>
                  </a:lnTo>
                  <a:lnTo>
                    <a:pt x="4" y="29"/>
                  </a:lnTo>
                  <a:lnTo>
                    <a:pt x="1" y="34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1" y="42"/>
                  </a:lnTo>
                  <a:lnTo>
                    <a:pt x="2" y="43"/>
                  </a:lnTo>
                  <a:lnTo>
                    <a:pt x="5" y="44"/>
                  </a:lnTo>
                  <a:lnTo>
                    <a:pt x="10" y="43"/>
                  </a:lnTo>
                  <a:lnTo>
                    <a:pt x="11" y="42"/>
                  </a:lnTo>
                  <a:lnTo>
                    <a:pt x="11" y="39"/>
                  </a:lnTo>
                  <a:lnTo>
                    <a:pt x="11" y="39"/>
                  </a:lnTo>
                  <a:lnTo>
                    <a:pt x="13" y="34"/>
                  </a:lnTo>
                  <a:lnTo>
                    <a:pt x="15" y="30"/>
                  </a:lnTo>
                  <a:lnTo>
                    <a:pt x="21" y="23"/>
                  </a:lnTo>
                  <a:lnTo>
                    <a:pt x="21" y="23"/>
                  </a:lnTo>
                  <a:lnTo>
                    <a:pt x="27" y="16"/>
                  </a:lnTo>
                  <a:lnTo>
                    <a:pt x="34" y="8"/>
                  </a:lnTo>
                  <a:lnTo>
                    <a:pt x="34" y="8"/>
                  </a:lnTo>
                  <a:lnTo>
                    <a:pt x="35" y="5"/>
                  </a:lnTo>
                  <a:lnTo>
                    <a:pt x="35" y="4"/>
                  </a:lnTo>
                  <a:lnTo>
                    <a:pt x="34" y="1"/>
                  </a:lnTo>
                  <a:lnTo>
                    <a:pt x="32" y="0"/>
                  </a:lnTo>
                  <a:lnTo>
                    <a:pt x="27" y="0"/>
                  </a:lnTo>
                  <a:lnTo>
                    <a:pt x="26" y="0"/>
                  </a:lnTo>
                  <a:lnTo>
                    <a:pt x="23" y="1"/>
                  </a:lnTo>
                  <a:lnTo>
                    <a:pt x="23" y="1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77" name="Freeform 489"/>
            <p:cNvSpPr/>
            <p:nvPr>
              <p:custDataLst>
                <p:tags r:id="rId32"/>
              </p:custDataLst>
            </p:nvPr>
          </p:nvSpPr>
          <p:spPr bwMode="auto">
            <a:xfrm>
              <a:off x="3440113" y="1130300"/>
              <a:ext cx="14288" cy="23813"/>
            </a:xfrm>
            <a:custGeom>
              <a:avLst/>
              <a:gdLst/>
              <a:ahLst/>
              <a:cxnLst>
                <a:cxn ang="0">
                  <a:pos x="24" y="3"/>
                </a:cxn>
                <a:cxn ang="0">
                  <a:pos x="24" y="3"/>
                </a:cxn>
                <a:cxn ang="0">
                  <a:pos x="2" y="53"/>
                </a:cxn>
                <a:cxn ang="0">
                  <a:pos x="2" y="53"/>
                </a:cxn>
                <a:cxn ang="0">
                  <a:pos x="0" y="55"/>
                </a:cxn>
                <a:cxn ang="0">
                  <a:pos x="2" y="57"/>
                </a:cxn>
                <a:cxn ang="0">
                  <a:pos x="4" y="60"/>
                </a:cxn>
                <a:cxn ang="0">
                  <a:pos x="6" y="60"/>
                </a:cxn>
                <a:cxn ang="0">
                  <a:pos x="8" y="60"/>
                </a:cxn>
                <a:cxn ang="0">
                  <a:pos x="10" y="60"/>
                </a:cxn>
                <a:cxn ang="0">
                  <a:pos x="12" y="58"/>
                </a:cxn>
                <a:cxn ang="0">
                  <a:pos x="12" y="58"/>
                </a:cxn>
                <a:cxn ang="0">
                  <a:pos x="34" y="8"/>
                </a:cxn>
                <a:cxn ang="0">
                  <a:pos x="34" y="8"/>
                </a:cxn>
                <a:cxn ang="0">
                  <a:pos x="34" y="7"/>
                </a:cxn>
                <a:cxn ang="0">
                  <a:pos x="34" y="4"/>
                </a:cxn>
                <a:cxn ang="0">
                  <a:pos x="32" y="0"/>
                </a:cxn>
                <a:cxn ang="0">
                  <a:pos x="30" y="0"/>
                </a:cxn>
                <a:cxn ang="0">
                  <a:pos x="28" y="0"/>
                </a:cxn>
                <a:cxn ang="0">
                  <a:pos x="27" y="2"/>
                </a:cxn>
                <a:cxn ang="0">
                  <a:pos x="24" y="3"/>
                </a:cxn>
                <a:cxn ang="0">
                  <a:pos x="24" y="3"/>
                </a:cxn>
              </a:cxnLst>
              <a:rect l="0" t="0" r="r" b="b"/>
              <a:pathLst>
                <a:path w="34" h="60">
                  <a:moveTo>
                    <a:pt x="24" y="3"/>
                  </a:moveTo>
                  <a:lnTo>
                    <a:pt x="24" y="3"/>
                  </a:lnTo>
                  <a:lnTo>
                    <a:pt x="2" y="53"/>
                  </a:lnTo>
                  <a:lnTo>
                    <a:pt x="2" y="53"/>
                  </a:lnTo>
                  <a:lnTo>
                    <a:pt x="0" y="55"/>
                  </a:lnTo>
                  <a:lnTo>
                    <a:pt x="2" y="57"/>
                  </a:lnTo>
                  <a:lnTo>
                    <a:pt x="4" y="60"/>
                  </a:lnTo>
                  <a:lnTo>
                    <a:pt x="6" y="60"/>
                  </a:lnTo>
                  <a:lnTo>
                    <a:pt x="8" y="60"/>
                  </a:lnTo>
                  <a:lnTo>
                    <a:pt x="10" y="60"/>
                  </a:lnTo>
                  <a:lnTo>
                    <a:pt x="12" y="58"/>
                  </a:lnTo>
                  <a:lnTo>
                    <a:pt x="12" y="58"/>
                  </a:lnTo>
                  <a:lnTo>
                    <a:pt x="34" y="8"/>
                  </a:lnTo>
                  <a:lnTo>
                    <a:pt x="34" y="8"/>
                  </a:lnTo>
                  <a:lnTo>
                    <a:pt x="34" y="7"/>
                  </a:lnTo>
                  <a:lnTo>
                    <a:pt x="34" y="4"/>
                  </a:lnTo>
                  <a:lnTo>
                    <a:pt x="32" y="0"/>
                  </a:lnTo>
                  <a:lnTo>
                    <a:pt x="30" y="0"/>
                  </a:lnTo>
                  <a:lnTo>
                    <a:pt x="28" y="0"/>
                  </a:lnTo>
                  <a:lnTo>
                    <a:pt x="27" y="2"/>
                  </a:lnTo>
                  <a:lnTo>
                    <a:pt x="24" y="3"/>
                  </a:lnTo>
                  <a:lnTo>
                    <a:pt x="24" y="3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78" name="Freeform 490"/>
            <p:cNvSpPr/>
            <p:nvPr>
              <p:custDataLst>
                <p:tags r:id="rId33"/>
              </p:custDataLst>
            </p:nvPr>
          </p:nvSpPr>
          <p:spPr bwMode="auto">
            <a:xfrm>
              <a:off x="3463926" y="1141413"/>
              <a:ext cx="15875" cy="26988"/>
            </a:xfrm>
            <a:custGeom>
              <a:avLst/>
              <a:gdLst/>
              <a:ahLst/>
              <a:cxnLst>
                <a:cxn ang="0">
                  <a:pos x="27" y="3"/>
                </a:cxn>
                <a:cxn ang="0">
                  <a:pos x="27" y="3"/>
                </a:cxn>
                <a:cxn ang="0">
                  <a:pos x="23" y="12"/>
                </a:cxn>
                <a:cxn ang="0">
                  <a:pos x="21" y="21"/>
                </a:cxn>
                <a:cxn ang="0">
                  <a:pos x="17" y="31"/>
                </a:cxn>
                <a:cxn ang="0">
                  <a:pos x="12" y="38"/>
                </a:cxn>
                <a:cxn ang="0">
                  <a:pos x="12" y="38"/>
                </a:cxn>
                <a:cxn ang="0">
                  <a:pos x="8" y="44"/>
                </a:cxn>
                <a:cxn ang="0">
                  <a:pos x="4" y="50"/>
                </a:cxn>
                <a:cxn ang="0">
                  <a:pos x="1" y="57"/>
                </a:cxn>
                <a:cxn ang="0">
                  <a:pos x="0" y="63"/>
                </a:cxn>
                <a:cxn ang="0">
                  <a:pos x="0" y="63"/>
                </a:cxn>
                <a:cxn ang="0">
                  <a:pos x="0" y="66"/>
                </a:cxn>
                <a:cxn ang="0">
                  <a:pos x="1" y="67"/>
                </a:cxn>
                <a:cxn ang="0">
                  <a:pos x="2" y="68"/>
                </a:cxn>
                <a:cxn ang="0">
                  <a:pos x="5" y="68"/>
                </a:cxn>
                <a:cxn ang="0">
                  <a:pos x="9" y="67"/>
                </a:cxn>
                <a:cxn ang="0">
                  <a:pos x="10" y="66"/>
                </a:cxn>
                <a:cxn ang="0">
                  <a:pos x="12" y="63"/>
                </a:cxn>
                <a:cxn ang="0">
                  <a:pos x="12" y="63"/>
                </a:cxn>
                <a:cxn ang="0">
                  <a:pos x="13" y="57"/>
                </a:cxn>
                <a:cxn ang="0">
                  <a:pos x="17" y="51"/>
                </a:cxn>
                <a:cxn ang="0">
                  <a:pos x="22" y="45"/>
                </a:cxn>
                <a:cxn ang="0">
                  <a:pos x="26" y="40"/>
                </a:cxn>
                <a:cxn ang="0">
                  <a:pos x="26" y="40"/>
                </a:cxn>
                <a:cxn ang="0">
                  <a:pos x="29" y="33"/>
                </a:cxn>
                <a:cxn ang="0">
                  <a:pos x="31" y="25"/>
                </a:cxn>
                <a:cxn ang="0">
                  <a:pos x="34" y="17"/>
                </a:cxn>
                <a:cxn ang="0">
                  <a:pos x="36" y="10"/>
                </a:cxn>
                <a:cxn ang="0">
                  <a:pos x="36" y="10"/>
                </a:cxn>
                <a:cxn ang="0">
                  <a:pos x="38" y="7"/>
                </a:cxn>
                <a:cxn ang="0">
                  <a:pos x="38" y="4"/>
                </a:cxn>
                <a:cxn ang="0">
                  <a:pos x="34" y="2"/>
                </a:cxn>
                <a:cxn ang="0">
                  <a:pos x="33" y="0"/>
                </a:cxn>
                <a:cxn ang="0">
                  <a:pos x="30" y="0"/>
                </a:cxn>
                <a:cxn ang="0">
                  <a:pos x="29" y="2"/>
                </a:cxn>
                <a:cxn ang="0">
                  <a:pos x="27" y="3"/>
                </a:cxn>
                <a:cxn ang="0">
                  <a:pos x="27" y="3"/>
                </a:cxn>
              </a:cxnLst>
              <a:rect l="0" t="0" r="r" b="b"/>
              <a:pathLst>
                <a:path w="38" h="68">
                  <a:moveTo>
                    <a:pt x="27" y="3"/>
                  </a:moveTo>
                  <a:lnTo>
                    <a:pt x="27" y="3"/>
                  </a:lnTo>
                  <a:lnTo>
                    <a:pt x="23" y="12"/>
                  </a:lnTo>
                  <a:lnTo>
                    <a:pt x="21" y="21"/>
                  </a:lnTo>
                  <a:lnTo>
                    <a:pt x="17" y="31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8" y="44"/>
                  </a:lnTo>
                  <a:lnTo>
                    <a:pt x="4" y="50"/>
                  </a:lnTo>
                  <a:lnTo>
                    <a:pt x="1" y="57"/>
                  </a:lnTo>
                  <a:lnTo>
                    <a:pt x="0" y="63"/>
                  </a:lnTo>
                  <a:lnTo>
                    <a:pt x="0" y="63"/>
                  </a:lnTo>
                  <a:lnTo>
                    <a:pt x="0" y="66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5" y="68"/>
                  </a:lnTo>
                  <a:lnTo>
                    <a:pt x="9" y="67"/>
                  </a:lnTo>
                  <a:lnTo>
                    <a:pt x="10" y="66"/>
                  </a:lnTo>
                  <a:lnTo>
                    <a:pt x="12" y="63"/>
                  </a:lnTo>
                  <a:lnTo>
                    <a:pt x="12" y="63"/>
                  </a:lnTo>
                  <a:lnTo>
                    <a:pt x="13" y="57"/>
                  </a:lnTo>
                  <a:lnTo>
                    <a:pt x="17" y="51"/>
                  </a:lnTo>
                  <a:lnTo>
                    <a:pt x="22" y="45"/>
                  </a:lnTo>
                  <a:lnTo>
                    <a:pt x="26" y="40"/>
                  </a:lnTo>
                  <a:lnTo>
                    <a:pt x="26" y="40"/>
                  </a:lnTo>
                  <a:lnTo>
                    <a:pt x="29" y="33"/>
                  </a:lnTo>
                  <a:lnTo>
                    <a:pt x="31" y="25"/>
                  </a:lnTo>
                  <a:lnTo>
                    <a:pt x="34" y="17"/>
                  </a:lnTo>
                  <a:lnTo>
                    <a:pt x="36" y="10"/>
                  </a:lnTo>
                  <a:lnTo>
                    <a:pt x="36" y="10"/>
                  </a:lnTo>
                  <a:lnTo>
                    <a:pt x="38" y="7"/>
                  </a:lnTo>
                  <a:lnTo>
                    <a:pt x="38" y="4"/>
                  </a:lnTo>
                  <a:lnTo>
                    <a:pt x="34" y="2"/>
                  </a:lnTo>
                  <a:lnTo>
                    <a:pt x="33" y="0"/>
                  </a:lnTo>
                  <a:lnTo>
                    <a:pt x="30" y="0"/>
                  </a:lnTo>
                  <a:lnTo>
                    <a:pt x="29" y="2"/>
                  </a:lnTo>
                  <a:lnTo>
                    <a:pt x="27" y="3"/>
                  </a:lnTo>
                  <a:lnTo>
                    <a:pt x="27" y="3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79" name="Freeform 491"/>
            <p:cNvSpPr/>
            <p:nvPr>
              <p:custDataLst>
                <p:tags r:id="rId34"/>
              </p:custDataLst>
            </p:nvPr>
          </p:nvSpPr>
          <p:spPr bwMode="auto">
            <a:xfrm>
              <a:off x="3489326" y="1144588"/>
              <a:ext cx="14288" cy="22225"/>
            </a:xfrm>
            <a:custGeom>
              <a:avLst/>
              <a:gdLst/>
              <a:ahLst/>
              <a:cxnLst>
                <a:cxn ang="0">
                  <a:pos x="23" y="3"/>
                </a:cxn>
                <a:cxn ang="0">
                  <a:pos x="23" y="3"/>
                </a:cxn>
                <a:cxn ang="0">
                  <a:pos x="17" y="15"/>
                </a:cxn>
                <a:cxn ang="0">
                  <a:pos x="9" y="26"/>
                </a:cxn>
                <a:cxn ang="0">
                  <a:pos x="4" y="38"/>
                </a:cxn>
                <a:cxn ang="0">
                  <a:pos x="1" y="45"/>
                </a:cxn>
                <a:cxn ang="0">
                  <a:pos x="0" y="51"/>
                </a:cxn>
                <a:cxn ang="0">
                  <a:pos x="0" y="51"/>
                </a:cxn>
                <a:cxn ang="0">
                  <a:pos x="1" y="54"/>
                </a:cxn>
                <a:cxn ang="0">
                  <a:pos x="3" y="57"/>
                </a:cxn>
                <a:cxn ang="0">
                  <a:pos x="6" y="58"/>
                </a:cxn>
                <a:cxn ang="0">
                  <a:pos x="10" y="57"/>
                </a:cxn>
                <a:cxn ang="0">
                  <a:pos x="12" y="54"/>
                </a:cxn>
                <a:cxn ang="0">
                  <a:pos x="12" y="51"/>
                </a:cxn>
                <a:cxn ang="0">
                  <a:pos x="12" y="51"/>
                </a:cxn>
                <a:cxn ang="0">
                  <a:pos x="13" y="46"/>
                </a:cxn>
                <a:cxn ang="0">
                  <a:pos x="14" y="41"/>
                </a:cxn>
                <a:cxn ang="0">
                  <a:pos x="21" y="29"/>
                </a:cxn>
                <a:cxn ang="0">
                  <a:pos x="27" y="19"/>
                </a:cxn>
                <a:cxn ang="0">
                  <a:pos x="34" y="9"/>
                </a:cxn>
                <a:cxn ang="0">
                  <a:pos x="34" y="9"/>
                </a:cxn>
                <a:cxn ang="0">
                  <a:pos x="35" y="7"/>
                </a:cxn>
                <a:cxn ang="0">
                  <a:pos x="34" y="4"/>
                </a:cxn>
                <a:cxn ang="0">
                  <a:pos x="31" y="2"/>
                </a:cxn>
                <a:cxn ang="0">
                  <a:pos x="27" y="0"/>
                </a:cxn>
                <a:cxn ang="0">
                  <a:pos x="26" y="2"/>
                </a:cxn>
                <a:cxn ang="0">
                  <a:pos x="23" y="3"/>
                </a:cxn>
                <a:cxn ang="0">
                  <a:pos x="23" y="3"/>
                </a:cxn>
              </a:cxnLst>
              <a:rect l="0" t="0" r="r" b="b"/>
              <a:pathLst>
                <a:path w="35" h="58">
                  <a:moveTo>
                    <a:pt x="23" y="3"/>
                  </a:moveTo>
                  <a:lnTo>
                    <a:pt x="23" y="3"/>
                  </a:lnTo>
                  <a:lnTo>
                    <a:pt x="17" y="15"/>
                  </a:lnTo>
                  <a:lnTo>
                    <a:pt x="9" y="26"/>
                  </a:lnTo>
                  <a:lnTo>
                    <a:pt x="4" y="38"/>
                  </a:lnTo>
                  <a:lnTo>
                    <a:pt x="1" y="45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1" y="54"/>
                  </a:lnTo>
                  <a:lnTo>
                    <a:pt x="3" y="57"/>
                  </a:lnTo>
                  <a:lnTo>
                    <a:pt x="6" y="58"/>
                  </a:lnTo>
                  <a:lnTo>
                    <a:pt x="10" y="57"/>
                  </a:lnTo>
                  <a:lnTo>
                    <a:pt x="12" y="54"/>
                  </a:lnTo>
                  <a:lnTo>
                    <a:pt x="12" y="51"/>
                  </a:lnTo>
                  <a:lnTo>
                    <a:pt x="12" y="51"/>
                  </a:lnTo>
                  <a:lnTo>
                    <a:pt x="13" y="46"/>
                  </a:lnTo>
                  <a:lnTo>
                    <a:pt x="14" y="41"/>
                  </a:lnTo>
                  <a:lnTo>
                    <a:pt x="21" y="29"/>
                  </a:lnTo>
                  <a:lnTo>
                    <a:pt x="27" y="19"/>
                  </a:lnTo>
                  <a:lnTo>
                    <a:pt x="34" y="9"/>
                  </a:lnTo>
                  <a:lnTo>
                    <a:pt x="34" y="9"/>
                  </a:lnTo>
                  <a:lnTo>
                    <a:pt x="35" y="7"/>
                  </a:lnTo>
                  <a:lnTo>
                    <a:pt x="34" y="4"/>
                  </a:lnTo>
                  <a:lnTo>
                    <a:pt x="31" y="2"/>
                  </a:lnTo>
                  <a:lnTo>
                    <a:pt x="27" y="0"/>
                  </a:lnTo>
                  <a:lnTo>
                    <a:pt x="26" y="2"/>
                  </a:lnTo>
                  <a:lnTo>
                    <a:pt x="23" y="3"/>
                  </a:lnTo>
                  <a:lnTo>
                    <a:pt x="23" y="3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80" name="Freeform 492"/>
            <p:cNvSpPr/>
            <p:nvPr>
              <p:custDataLst>
                <p:tags r:id="rId35"/>
              </p:custDataLst>
            </p:nvPr>
          </p:nvSpPr>
          <p:spPr bwMode="auto">
            <a:xfrm>
              <a:off x="3517901" y="1138238"/>
              <a:ext cx="9525" cy="12700"/>
            </a:xfrm>
            <a:custGeom>
              <a:avLst/>
              <a:gdLst/>
              <a:ahLst/>
              <a:cxnLst>
                <a:cxn ang="0">
                  <a:pos x="16" y="4"/>
                </a:cxn>
                <a:cxn ang="0">
                  <a:pos x="16" y="4"/>
                </a:cxn>
                <a:cxn ang="0">
                  <a:pos x="8" y="14"/>
                </a:cxn>
                <a:cxn ang="0">
                  <a:pos x="0" y="26"/>
                </a:cxn>
                <a:cxn ang="0">
                  <a:pos x="0" y="26"/>
                </a:cxn>
                <a:cxn ang="0">
                  <a:pos x="0" y="28"/>
                </a:cxn>
                <a:cxn ang="0">
                  <a:pos x="0" y="31"/>
                </a:cxn>
                <a:cxn ang="0">
                  <a:pos x="3" y="34"/>
                </a:cxn>
                <a:cxn ang="0">
                  <a:pos x="7" y="35"/>
                </a:cxn>
                <a:cxn ang="0">
                  <a:pos x="9" y="34"/>
                </a:cxn>
                <a:cxn ang="0">
                  <a:pos x="11" y="31"/>
                </a:cxn>
                <a:cxn ang="0">
                  <a:pos x="11" y="31"/>
                </a:cxn>
                <a:cxn ang="0">
                  <a:pos x="19" y="21"/>
                </a:cxn>
                <a:cxn ang="0">
                  <a:pos x="26" y="9"/>
                </a:cxn>
                <a:cxn ang="0">
                  <a:pos x="26" y="9"/>
                </a:cxn>
                <a:cxn ang="0">
                  <a:pos x="26" y="6"/>
                </a:cxn>
                <a:cxn ang="0">
                  <a:pos x="26" y="5"/>
                </a:cxn>
                <a:cxn ang="0">
                  <a:pos x="24" y="1"/>
                </a:cxn>
                <a:cxn ang="0">
                  <a:pos x="20" y="0"/>
                </a:cxn>
                <a:cxn ang="0">
                  <a:pos x="17" y="1"/>
                </a:cxn>
                <a:cxn ang="0">
                  <a:pos x="16" y="4"/>
                </a:cxn>
                <a:cxn ang="0">
                  <a:pos x="16" y="4"/>
                </a:cxn>
              </a:cxnLst>
              <a:rect l="0" t="0" r="r" b="b"/>
              <a:pathLst>
                <a:path w="26" h="35">
                  <a:moveTo>
                    <a:pt x="16" y="4"/>
                  </a:moveTo>
                  <a:lnTo>
                    <a:pt x="16" y="4"/>
                  </a:lnTo>
                  <a:lnTo>
                    <a:pt x="8" y="14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3" y="34"/>
                  </a:lnTo>
                  <a:lnTo>
                    <a:pt x="7" y="35"/>
                  </a:lnTo>
                  <a:lnTo>
                    <a:pt x="9" y="34"/>
                  </a:lnTo>
                  <a:lnTo>
                    <a:pt x="11" y="31"/>
                  </a:lnTo>
                  <a:lnTo>
                    <a:pt x="11" y="31"/>
                  </a:lnTo>
                  <a:lnTo>
                    <a:pt x="19" y="21"/>
                  </a:lnTo>
                  <a:lnTo>
                    <a:pt x="26" y="9"/>
                  </a:lnTo>
                  <a:lnTo>
                    <a:pt x="26" y="9"/>
                  </a:lnTo>
                  <a:lnTo>
                    <a:pt x="26" y="6"/>
                  </a:lnTo>
                  <a:lnTo>
                    <a:pt x="26" y="5"/>
                  </a:lnTo>
                  <a:lnTo>
                    <a:pt x="24" y="1"/>
                  </a:lnTo>
                  <a:lnTo>
                    <a:pt x="20" y="0"/>
                  </a:lnTo>
                  <a:lnTo>
                    <a:pt x="17" y="1"/>
                  </a:lnTo>
                  <a:lnTo>
                    <a:pt x="16" y="4"/>
                  </a:lnTo>
                  <a:lnTo>
                    <a:pt x="16" y="4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81" name="Freeform 493"/>
            <p:cNvSpPr/>
            <p:nvPr>
              <p:custDataLst>
                <p:tags r:id="rId36"/>
              </p:custDataLst>
            </p:nvPr>
          </p:nvSpPr>
          <p:spPr bwMode="auto">
            <a:xfrm>
              <a:off x="3608388" y="1120775"/>
              <a:ext cx="14288" cy="17463"/>
            </a:xfrm>
            <a:custGeom>
              <a:avLst/>
              <a:gdLst/>
              <a:ahLst/>
              <a:cxnLst>
                <a:cxn ang="0">
                  <a:pos x="25" y="2"/>
                </a:cxn>
                <a:cxn ang="0">
                  <a:pos x="25" y="2"/>
                </a:cxn>
                <a:cxn ang="0">
                  <a:pos x="18" y="9"/>
                </a:cxn>
                <a:cxn ang="0">
                  <a:pos x="13" y="17"/>
                </a:cxn>
                <a:cxn ang="0">
                  <a:pos x="8" y="25"/>
                </a:cxn>
                <a:cxn ang="0">
                  <a:pos x="2" y="32"/>
                </a:cxn>
                <a:cxn ang="0">
                  <a:pos x="2" y="32"/>
                </a:cxn>
                <a:cxn ang="0">
                  <a:pos x="1" y="35"/>
                </a:cxn>
                <a:cxn ang="0">
                  <a:pos x="0" y="36"/>
                </a:cxn>
                <a:cxn ang="0">
                  <a:pos x="2" y="40"/>
                </a:cxn>
                <a:cxn ang="0">
                  <a:pos x="6" y="42"/>
                </a:cxn>
                <a:cxn ang="0">
                  <a:pos x="8" y="42"/>
                </a:cxn>
                <a:cxn ang="0">
                  <a:pos x="10" y="40"/>
                </a:cxn>
                <a:cxn ang="0">
                  <a:pos x="10" y="40"/>
                </a:cxn>
                <a:cxn ang="0">
                  <a:pos x="16" y="34"/>
                </a:cxn>
                <a:cxn ang="0">
                  <a:pos x="22" y="26"/>
                </a:cxn>
                <a:cxn ang="0">
                  <a:pos x="27" y="17"/>
                </a:cxn>
                <a:cxn ang="0">
                  <a:pos x="33" y="10"/>
                </a:cxn>
                <a:cxn ang="0">
                  <a:pos x="33" y="10"/>
                </a:cxn>
                <a:cxn ang="0">
                  <a:pos x="34" y="8"/>
                </a:cxn>
                <a:cxn ang="0">
                  <a:pos x="35" y="6"/>
                </a:cxn>
                <a:cxn ang="0">
                  <a:pos x="33" y="2"/>
                </a:cxn>
                <a:cxn ang="0">
                  <a:pos x="29" y="0"/>
                </a:cxn>
                <a:cxn ang="0">
                  <a:pos x="27" y="1"/>
                </a:cxn>
                <a:cxn ang="0">
                  <a:pos x="25" y="2"/>
                </a:cxn>
                <a:cxn ang="0">
                  <a:pos x="25" y="2"/>
                </a:cxn>
              </a:cxnLst>
              <a:rect l="0" t="0" r="r" b="b"/>
              <a:pathLst>
                <a:path w="35" h="42">
                  <a:moveTo>
                    <a:pt x="25" y="2"/>
                  </a:moveTo>
                  <a:lnTo>
                    <a:pt x="25" y="2"/>
                  </a:lnTo>
                  <a:lnTo>
                    <a:pt x="18" y="9"/>
                  </a:lnTo>
                  <a:lnTo>
                    <a:pt x="13" y="17"/>
                  </a:lnTo>
                  <a:lnTo>
                    <a:pt x="8" y="25"/>
                  </a:lnTo>
                  <a:lnTo>
                    <a:pt x="2" y="32"/>
                  </a:lnTo>
                  <a:lnTo>
                    <a:pt x="2" y="32"/>
                  </a:lnTo>
                  <a:lnTo>
                    <a:pt x="1" y="35"/>
                  </a:lnTo>
                  <a:lnTo>
                    <a:pt x="0" y="36"/>
                  </a:lnTo>
                  <a:lnTo>
                    <a:pt x="2" y="40"/>
                  </a:lnTo>
                  <a:lnTo>
                    <a:pt x="6" y="42"/>
                  </a:lnTo>
                  <a:lnTo>
                    <a:pt x="8" y="42"/>
                  </a:lnTo>
                  <a:lnTo>
                    <a:pt x="10" y="40"/>
                  </a:lnTo>
                  <a:lnTo>
                    <a:pt x="10" y="40"/>
                  </a:lnTo>
                  <a:lnTo>
                    <a:pt x="16" y="34"/>
                  </a:lnTo>
                  <a:lnTo>
                    <a:pt x="22" y="26"/>
                  </a:lnTo>
                  <a:lnTo>
                    <a:pt x="27" y="17"/>
                  </a:lnTo>
                  <a:lnTo>
                    <a:pt x="33" y="10"/>
                  </a:lnTo>
                  <a:lnTo>
                    <a:pt x="33" y="10"/>
                  </a:lnTo>
                  <a:lnTo>
                    <a:pt x="34" y="8"/>
                  </a:lnTo>
                  <a:lnTo>
                    <a:pt x="35" y="6"/>
                  </a:lnTo>
                  <a:lnTo>
                    <a:pt x="33" y="2"/>
                  </a:lnTo>
                  <a:lnTo>
                    <a:pt x="29" y="0"/>
                  </a:lnTo>
                  <a:lnTo>
                    <a:pt x="27" y="1"/>
                  </a:lnTo>
                  <a:lnTo>
                    <a:pt x="25" y="2"/>
                  </a:lnTo>
                  <a:lnTo>
                    <a:pt x="25" y="2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82" name="Freeform 494"/>
            <p:cNvSpPr/>
            <p:nvPr>
              <p:custDataLst>
                <p:tags r:id="rId37"/>
              </p:custDataLst>
            </p:nvPr>
          </p:nvSpPr>
          <p:spPr bwMode="auto">
            <a:xfrm>
              <a:off x="3640138" y="1130300"/>
              <a:ext cx="9525" cy="17463"/>
            </a:xfrm>
            <a:custGeom>
              <a:avLst/>
              <a:gdLst/>
              <a:ahLst/>
              <a:cxnLst>
                <a:cxn ang="0">
                  <a:pos x="10" y="6"/>
                </a:cxn>
                <a:cxn ang="0">
                  <a:pos x="10" y="6"/>
                </a:cxn>
                <a:cxn ang="0">
                  <a:pos x="9" y="13"/>
                </a:cxn>
                <a:cxn ang="0">
                  <a:pos x="7" y="20"/>
                </a:cxn>
                <a:cxn ang="0">
                  <a:pos x="0" y="33"/>
                </a:cxn>
                <a:cxn ang="0">
                  <a:pos x="0" y="33"/>
                </a:cxn>
                <a:cxn ang="0">
                  <a:pos x="0" y="36"/>
                </a:cxn>
                <a:cxn ang="0">
                  <a:pos x="0" y="38"/>
                </a:cxn>
                <a:cxn ang="0">
                  <a:pos x="3" y="41"/>
                </a:cxn>
                <a:cxn ang="0">
                  <a:pos x="7" y="42"/>
                </a:cxn>
                <a:cxn ang="0">
                  <a:pos x="8" y="41"/>
                </a:cxn>
                <a:cxn ang="0">
                  <a:pos x="10" y="40"/>
                </a:cxn>
                <a:cxn ang="0">
                  <a:pos x="10" y="40"/>
                </a:cxn>
                <a:cxn ang="0">
                  <a:pos x="18" y="23"/>
                </a:cxn>
                <a:cxn ang="0">
                  <a:pos x="21" y="15"/>
                </a:cxn>
                <a:cxn ang="0">
                  <a:pos x="22" y="6"/>
                </a:cxn>
                <a:cxn ang="0">
                  <a:pos x="22" y="6"/>
                </a:cxn>
                <a:cxn ang="0">
                  <a:pos x="22" y="3"/>
                </a:cxn>
                <a:cxn ang="0">
                  <a:pos x="21" y="2"/>
                </a:cxn>
                <a:cxn ang="0">
                  <a:pos x="17" y="0"/>
                </a:cxn>
                <a:cxn ang="0">
                  <a:pos x="13" y="2"/>
                </a:cxn>
                <a:cxn ang="0">
                  <a:pos x="12" y="3"/>
                </a:cxn>
                <a:cxn ang="0">
                  <a:pos x="10" y="6"/>
                </a:cxn>
                <a:cxn ang="0">
                  <a:pos x="10" y="6"/>
                </a:cxn>
              </a:cxnLst>
              <a:rect l="0" t="0" r="r" b="b"/>
              <a:pathLst>
                <a:path w="22" h="42">
                  <a:moveTo>
                    <a:pt x="10" y="6"/>
                  </a:moveTo>
                  <a:lnTo>
                    <a:pt x="10" y="6"/>
                  </a:lnTo>
                  <a:lnTo>
                    <a:pt x="9" y="13"/>
                  </a:lnTo>
                  <a:lnTo>
                    <a:pt x="7" y="20"/>
                  </a:lnTo>
                  <a:lnTo>
                    <a:pt x="0" y="33"/>
                  </a:lnTo>
                  <a:lnTo>
                    <a:pt x="0" y="33"/>
                  </a:lnTo>
                  <a:lnTo>
                    <a:pt x="0" y="36"/>
                  </a:lnTo>
                  <a:lnTo>
                    <a:pt x="0" y="38"/>
                  </a:lnTo>
                  <a:lnTo>
                    <a:pt x="3" y="41"/>
                  </a:lnTo>
                  <a:lnTo>
                    <a:pt x="7" y="42"/>
                  </a:lnTo>
                  <a:lnTo>
                    <a:pt x="8" y="41"/>
                  </a:lnTo>
                  <a:lnTo>
                    <a:pt x="10" y="40"/>
                  </a:lnTo>
                  <a:lnTo>
                    <a:pt x="10" y="40"/>
                  </a:lnTo>
                  <a:lnTo>
                    <a:pt x="18" y="23"/>
                  </a:lnTo>
                  <a:lnTo>
                    <a:pt x="21" y="15"/>
                  </a:lnTo>
                  <a:lnTo>
                    <a:pt x="22" y="6"/>
                  </a:lnTo>
                  <a:lnTo>
                    <a:pt x="22" y="6"/>
                  </a:lnTo>
                  <a:lnTo>
                    <a:pt x="22" y="3"/>
                  </a:lnTo>
                  <a:lnTo>
                    <a:pt x="21" y="2"/>
                  </a:lnTo>
                  <a:lnTo>
                    <a:pt x="17" y="0"/>
                  </a:lnTo>
                  <a:lnTo>
                    <a:pt x="13" y="2"/>
                  </a:lnTo>
                  <a:lnTo>
                    <a:pt x="12" y="3"/>
                  </a:lnTo>
                  <a:lnTo>
                    <a:pt x="10" y="6"/>
                  </a:lnTo>
                  <a:lnTo>
                    <a:pt x="10" y="6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83" name="Freeform 495"/>
            <p:cNvSpPr/>
            <p:nvPr>
              <p:custDataLst>
                <p:tags r:id="rId38"/>
              </p:custDataLst>
            </p:nvPr>
          </p:nvSpPr>
          <p:spPr bwMode="auto">
            <a:xfrm>
              <a:off x="3662363" y="1141413"/>
              <a:ext cx="14288" cy="23813"/>
            </a:xfrm>
            <a:custGeom>
              <a:avLst/>
              <a:gdLst/>
              <a:ahLst/>
              <a:cxnLst>
                <a:cxn ang="0">
                  <a:pos x="24" y="7"/>
                </a:cxn>
                <a:cxn ang="0">
                  <a:pos x="24" y="7"/>
                </a:cxn>
                <a:cxn ang="0">
                  <a:pos x="22" y="14"/>
                </a:cxn>
                <a:cxn ang="0">
                  <a:pos x="19" y="19"/>
                </a:cxn>
                <a:cxn ang="0">
                  <a:pos x="12" y="31"/>
                </a:cxn>
                <a:cxn ang="0">
                  <a:pos x="12" y="31"/>
                </a:cxn>
                <a:cxn ang="0">
                  <a:pos x="5" y="42"/>
                </a:cxn>
                <a:cxn ang="0">
                  <a:pos x="0" y="54"/>
                </a:cxn>
                <a:cxn ang="0">
                  <a:pos x="0" y="54"/>
                </a:cxn>
                <a:cxn ang="0">
                  <a:pos x="0" y="57"/>
                </a:cxn>
                <a:cxn ang="0">
                  <a:pos x="2" y="59"/>
                </a:cxn>
                <a:cxn ang="0">
                  <a:pos x="5" y="62"/>
                </a:cxn>
                <a:cxn ang="0">
                  <a:pos x="9" y="61"/>
                </a:cxn>
                <a:cxn ang="0">
                  <a:pos x="11" y="59"/>
                </a:cxn>
                <a:cxn ang="0">
                  <a:pos x="12" y="58"/>
                </a:cxn>
                <a:cxn ang="0">
                  <a:pos x="12" y="58"/>
                </a:cxn>
                <a:cxn ang="0">
                  <a:pos x="13" y="50"/>
                </a:cxn>
                <a:cxn ang="0">
                  <a:pos x="17" y="45"/>
                </a:cxn>
                <a:cxn ang="0">
                  <a:pos x="24" y="32"/>
                </a:cxn>
                <a:cxn ang="0">
                  <a:pos x="32" y="20"/>
                </a:cxn>
                <a:cxn ang="0">
                  <a:pos x="33" y="14"/>
                </a:cxn>
                <a:cxn ang="0">
                  <a:pos x="34" y="7"/>
                </a:cxn>
                <a:cxn ang="0">
                  <a:pos x="34" y="7"/>
                </a:cxn>
                <a:cxn ang="0">
                  <a:pos x="34" y="4"/>
                </a:cxn>
                <a:cxn ang="0">
                  <a:pos x="33" y="2"/>
                </a:cxn>
                <a:cxn ang="0">
                  <a:pos x="29" y="0"/>
                </a:cxn>
                <a:cxn ang="0">
                  <a:pos x="25" y="2"/>
                </a:cxn>
                <a:cxn ang="0">
                  <a:pos x="24" y="4"/>
                </a:cxn>
                <a:cxn ang="0">
                  <a:pos x="24" y="7"/>
                </a:cxn>
                <a:cxn ang="0">
                  <a:pos x="24" y="7"/>
                </a:cxn>
              </a:cxnLst>
              <a:rect l="0" t="0" r="r" b="b"/>
              <a:pathLst>
                <a:path w="34" h="62">
                  <a:moveTo>
                    <a:pt x="24" y="7"/>
                  </a:moveTo>
                  <a:lnTo>
                    <a:pt x="24" y="7"/>
                  </a:lnTo>
                  <a:lnTo>
                    <a:pt x="22" y="14"/>
                  </a:lnTo>
                  <a:lnTo>
                    <a:pt x="19" y="19"/>
                  </a:lnTo>
                  <a:lnTo>
                    <a:pt x="12" y="31"/>
                  </a:lnTo>
                  <a:lnTo>
                    <a:pt x="12" y="31"/>
                  </a:lnTo>
                  <a:lnTo>
                    <a:pt x="5" y="42"/>
                  </a:lnTo>
                  <a:lnTo>
                    <a:pt x="0" y="54"/>
                  </a:lnTo>
                  <a:lnTo>
                    <a:pt x="0" y="54"/>
                  </a:lnTo>
                  <a:lnTo>
                    <a:pt x="0" y="57"/>
                  </a:lnTo>
                  <a:lnTo>
                    <a:pt x="2" y="59"/>
                  </a:lnTo>
                  <a:lnTo>
                    <a:pt x="5" y="62"/>
                  </a:lnTo>
                  <a:lnTo>
                    <a:pt x="9" y="61"/>
                  </a:lnTo>
                  <a:lnTo>
                    <a:pt x="11" y="59"/>
                  </a:lnTo>
                  <a:lnTo>
                    <a:pt x="12" y="58"/>
                  </a:lnTo>
                  <a:lnTo>
                    <a:pt x="12" y="58"/>
                  </a:lnTo>
                  <a:lnTo>
                    <a:pt x="13" y="50"/>
                  </a:lnTo>
                  <a:lnTo>
                    <a:pt x="17" y="45"/>
                  </a:lnTo>
                  <a:lnTo>
                    <a:pt x="24" y="32"/>
                  </a:lnTo>
                  <a:lnTo>
                    <a:pt x="32" y="20"/>
                  </a:lnTo>
                  <a:lnTo>
                    <a:pt x="33" y="14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4" y="4"/>
                  </a:lnTo>
                  <a:lnTo>
                    <a:pt x="33" y="2"/>
                  </a:lnTo>
                  <a:lnTo>
                    <a:pt x="29" y="0"/>
                  </a:lnTo>
                  <a:lnTo>
                    <a:pt x="25" y="2"/>
                  </a:lnTo>
                  <a:lnTo>
                    <a:pt x="24" y="4"/>
                  </a:lnTo>
                  <a:lnTo>
                    <a:pt x="24" y="7"/>
                  </a:lnTo>
                  <a:lnTo>
                    <a:pt x="24" y="7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84" name="Freeform 496"/>
            <p:cNvSpPr/>
            <p:nvPr>
              <p:custDataLst>
                <p:tags r:id="rId39"/>
              </p:custDataLst>
            </p:nvPr>
          </p:nvSpPr>
          <p:spPr bwMode="auto">
            <a:xfrm>
              <a:off x="3681413" y="1150938"/>
              <a:ext cx="15875" cy="25400"/>
            </a:xfrm>
            <a:custGeom>
              <a:avLst/>
              <a:gdLst/>
              <a:ahLst/>
              <a:cxnLst>
                <a:cxn ang="0">
                  <a:pos x="29" y="1"/>
                </a:cxn>
                <a:cxn ang="0">
                  <a:pos x="29" y="1"/>
                </a:cxn>
                <a:cxn ang="0">
                  <a:pos x="22" y="6"/>
                </a:cxn>
                <a:cxn ang="0">
                  <a:pos x="18" y="12"/>
                </a:cxn>
                <a:cxn ang="0">
                  <a:pos x="12" y="25"/>
                </a:cxn>
                <a:cxn ang="0">
                  <a:pos x="6" y="38"/>
                </a:cxn>
                <a:cxn ang="0">
                  <a:pos x="1" y="52"/>
                </a:cxn>
                <a:cxn ang="0">
                  <a:pos x="1" y="52"/>
                </a:cxn>
                <a:cxn ang="0">
                  <a:pos x="0" y="54"/>
                </a:cxn>
                <a:cxn ang="0">
                  <a:pos x="0" y="56"/>
                </a:cxn>
                <a:cxn ang="0">
                  <a:pos x="3" y="60"/>
                </a:cxn>
                <a:cxn ang="0">
                  <a:pos x="5" y="60"/>
                </a:cxn>
                <a:cxn ang="0">
                  <a:pos x="8" y="60"/>
                </a:cxn>
                <a:cxn ang="0">
                  <a:pos x="9" y="59"/>
                </a:cxn>
                <a:cxn ang="0">
                  <a:pos x="10" y="57"/>
                </a:cxn>
                <a:cxn ang="0">
                  <a:pos x="10" y="57"/>
                </a:cxn>
                <a:cxn ang="0">
                  <a:pos x="16" y="44"/>
                </a:cxn>
                <a:cxn ang="0">
                  <a:pos x="21" y="31"/>
                </a:cxn>
                <a:cxn ang="0">
                  <a:pos x="27" y="20"/>
                </a:cxn>
                <a:cxn ang="0">
                  <a:pos x="31" y="14"/>
                </a:cxn>
                <a:cxn ang="0">
                  <a:pos x="37" y="9"/>
                </a:cxn>
                <a:cxn ang="0">
                  <a:pos x="37" y="9"/>
                </a:cxn>
                <a:cxn ang="0">
                  <a:pos x="38" y="8"/>
                </a:cxn>
                <a:cxn ang="0">
                  <a:pos x="38" y="5"/>
                </a:cxn>
                <a:cxn ang="0">
                  <a:pos x="38" y="4"/>
                </a:cxn>
                <a:cxn ang="0">
                  <a:pos x="37" y="1"/>
                </a:cxn>
                <a:cxn ang="0">
                  <a:pos x="33" y="0"/>
                </a:cxn>
                <a:cxn ang="0">
                  <a:pos x="30" y="0"/>
                </a:cxn>
                <a:cxn ang="0">
                  <a:pos x="29" y="1"/>
                </a:cxn>
                <a:cxn ang="0">
                  <a:pos x="29" y="1"/>
                </a:cxn>
              </a:cxnLst>
              <a:rect l="0" t="0" r="r" b="b"/>
              <a:pathLst>
                <a:path w="38" h="60">
                  <a:moveTo>
                    <a:pt x="29" y="1"/>
                  </a:moveTo>
                  <a:lnTo>
                    <a:pt x="29" y="1"/>
                  </a:lnTo>
                  <a:lnTo>
                    <a:pt x="22" y="6"/>
                  </a:lnTo>
                  <a:lnTo>
                    <a:pt x="18" y="12"/>
                  </a:lnTo>
                  <a:lnTo>
                    <a:pt x="12" y="25"/>
                  </a:lnTo>
                  <a:lnTo>
                    <a:pt x="6" y="38"/>
                  </a:lnTo>
                  <a:lnTo>
                    <a:pt x="1" y="52"/>
                  </a:lnTo>
                  <a:lnTo>
                    <a:pt x="1" y="52"/>
                  </a:lnTo>
                  <a:lnTo>
                    <a:pt x="0" y="54"/>
                  </a:lnTo>
                  <a:lnTo>
                    <a:pt x="0" y="56"/>
                  </a:lnTo>
                  <a:lnTo>
                    <a:pt x="3" y="60"/>
                  </a:lnTo>
                  <a:lnTo>
                    <a:pt x="5" y="60"/>
                  </a:lnTo>
                  <a:lnTo>
                    <a:pt x="8" y="60"/>
                  </a:lnTo>
                  <a:lnTo>
                    <a:pt x="9" y="59"/>
                  </a:lnTo>
                  <a:lnTo>
                    <a:pt x="10" y="57"/>
                  </a:lnTo>
                  <a:lnTo>
                    <a:pt x="10" y="57"/>
                  </a:lnTo>
                  <a:lnTo>
                    <a:pt x="16" y="44"/>
                  </a:lnTo>
                  <a:lnTo>
                    <a:pt x="21" y="31"/>
                  </a:lnTo>
                  <a:lnTo>
                    <a:pt x="27" y="20"/>
                  </a:lnTo>
                  <a:lnTo>
                    <a:pt x="31" y="14"/>
                  </a:lnTo>
                  <a:lnTo>
                    <a:pt x="37" y="9"/>
                  </a:lnTo>
                  <a:lnTo>
                    <a:pt x="37" y="9"/>
                  </a:lnTo>
                  <a:lnTo>
                    <a:pt x="38" y="8"/>
                  </a:lnTo>
                  <a:lnTo>
                    <a:pt x="38" y="5"/>
                  </a:lnTo>
                  <a:lnTo>
                    <a:pt x="38" y="4"/>
                  </a:lnTo>
                  <a:lnTo>
                    <a:pt x="37" y="1"/>
                  </a:lnTo>
                  <a:lnTo>
                    <a:pt x="33" y="0"/>
                  </a:lnTo>
                  <a:lnTo>
                    <a:pt x="30" y="0"/>
                  </a:lnTo>
                  <a:lnTo>
                    <a:pt x="29" y="1"/>
                  </a:lnTo>
                  <a:lnTo>
                    <a:pt x="29" y="1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85" name="Freeform 497"/>
            <p:cNvSpPr/>
            <p:nvPr>
              <p:custDataLst>
                <p:tags r:id="rId40"/>
              </p:custDataLst>
            </p:nvPr>
          </p:nvSpPr>
          <p:spPr bwMode="auto">
            <a:xfrm>
              <a:off x="3708401" y="1157288"/>
              <a:ext cx="9525" cy="19050"/>
            </a:xfrm>
            <a:custGeom>
              <a:avLst/>
              <a:gdLst/>
              <a:ahLst/>
              <a:cxnLst>
                <a:cxn ang="0">
                  <a:pos x="16" y="7"/>
                </a:cxn>
                <a:cxn ang="0">
                  <a:pos x="16" y="7"/>
                </a:cxn>
                <a:cxn ang="0">
                  <a:pos x="14" y="11"/>
                </a:cxn>
                <a:cxn ang="0">
                  <a:pos x="12" y="15"/>
                </a:cxn>
                <a:cxn ang="0">
                  <a:pos x="7" y="23"/>
                </a:cxn>
                <a:cxn ang="0">
                  <a:pos x="7" y="23"/>
                </a:cxn>
                <a:cxn ang="0">
                  <a:pos x="3" y="32"/>
                </a:cxn>
                <a:cxn ang="0">
                  <a:pos x="1" y="36"/>
                </a:cxn>
                <a:cxn ang="0">
                  <a:pos x="0" y="41"/>
                </a:cxn>
                <a:cxn ang="0">
                  <a:pos x="0" y="41"/>
                </a:cxn>
                <a:cxn ang="0">
                  <a:pos x="1" y="43"/>
                </a:cxn>
                <a:cxn ang="0">
                  <a:pos x="3" y="45"/>
                </a:cxn>
                <a:cxn ang="0">
                  <a:pos x="7" y="46"/>
                </a:cxn>
                <a:cxn ang="0">
                  <a:pos x="10" y="45"/>
                </a:cxn>
                <a:cxn ang="0">
                  <a:pos x="12" y="43"/>
                </a:cxn>
                <a:cxn ang="0">
                  <a:pos x="12" y="41"/>
                </a:cxn>
                <a:cxn ang="0">
                  <a:pos x="12" y="41"/>
                </a:cxn>
                <a:cxn ang="0">
                  <a:pos x="13" y="36"/>
                </a:cxn>
                <a:cxn ang="0">
                  <a:pos x="16" y="30"/>
                </a:cxn>
                <a:cxn ang="0">
                  <a:pos x="21" y="23"/>
                </a:cxn>
                <a:cxn ang="0">
                  <a:pos x="21" y="23"/>
                </a:cxn>
                <a:cxn ang="0">
                  <a:pos x="24" y="19"/>
                </a:cxn>
                <a:cxn ang="0">
                  <a:pos x="26" y="15"/>
                </a:cxn>
                <a:cxn ang="0">
                  <a:pos x="28" y="7"/>
                </a:cxn>
                <a:cxn ang="0">
                  <a:pos x="28" y="7"/>
                </a:cxn>
                <a:cxn ang="0">
                  <a:pos x="26" y="4"/>
                </a:cxn>
                <a:cxn ang="0">
                  <a:pos x="26" y="2"/>
                </a:cxn>
                <a:cxn ang="0">
                  <a:pos x="22" y="0"/>
                </a:cxn>
                <a:cxn ang="0">
                  <a:pos x="18" y="2"/>
                </a:cxn>
                <a:cxn ang="0">
                  <a:pos x="17" y="4"/>
                </a:cxn>
                <a:cxn ang="0">
                  <a:pos x="16" y="7"/>
                </a:cxn>
                <a:cxn ang="0">
                  <a:pos x="16" y="7"/>
                </a:cxn>
              </a:cxnLst>
              <a:rect l="0" t="0" r="r" b="b"/>
              <a:pathLst>
                <a:path w="28" h="46">
                  <a:moveTo>
                    <a:pt x="16" y="7"/>
                  </a:moveTo>
                  <a:lnTo>
                    <a:pt x="16" y="7"/>
                  </a:lnTo>
                  <a:lnTo>
                    <a:pt x="14" y="11"/>
                  </a:lnTo>
                  <a:lnTo>
                    <a:pt x="12" y="15"/>
                  </a:lnTo>
                  <a:lnTo>
                    <a:pt x="7" y="23"/>
                  </a:lnTo>
                  <a:lnTo>
                    <a:pt x="7" y="23"/>
                  </a:lnTo>
                  <a:lnTo>
                    <a:pt x="3" y="32"/>
                  </a:lnTo>
                  <a:lnTo>
                    <a:pt x="1" y="36"/>
                  </a:lnTo>
                  <a:lnTo>
                    <a:pt x="0" y="41"/>
                  </a:lnTo>
                  <a:lnTo>
                    <a:pt x="0" y="41"/>
                  </a:lnTo>
                  <a:lnTo>
                    <a:pt x="1" y="43"/>
                  </a:lnTo>
                  <a:lnTo>
                    <a:pt x="3" y="45"/>
                  </a:lnTo>
                  <a:lnTo>
                    <a:pt x="7" y="46"/>
                  </a:lnTo>
                  <a:lnTo>
                    <a:pt x="10" y="45"/>
                  </a:lnTo>
                  <a:lnTo>
                    <a:pt x="12" y="43"/>
                  </a:lnTo>
                  <a:lnTo>
                    <a:pt x="12" y="41"/>
                  </a:lnTo>
                  <a:lnTo>
                    <a:pt x="12" y="41"/>
                  </a:lnTo>
                  <a:lnTo>
                    <a:pt x="13" y="36"/>
                  </a:lnTo>
                  <a:lnTo>
                    <a:pt x="16" y="30"/>
                  </a:lnTo>
                  <a:lnTo>
                    <a:pt x="21" y="23"/>
                  </a:lnTo>
                  <a:lnTo>
                    <a:pt x="21" y="23"/>
                  </a:lnTo>
                  <a:lnTo>
                    <a:pt x="24" y="19"/>
                  </a:lnTo>
                  <a:lnTo>
                    <a:pt x="26" y="15"/>
                  </a:lnTo>
                  <a:lnTo>
                    <a:pt x="28" y="7"/>
                  </a:lnTo>
                  <a:lnTo>
                    <a:pt x="28" y="7"/>
                  </a:lnTo>
                  <a:lnTo>
                    <a:pt x="26" y="4"/>
                  </a:lnTo>
                  <a:lnTo>
                    <a:pt x="26" y="2"/>
                  </a:lnTo>
                  <a:lnTo>
                    <a:pt x="22" y="0"/>
                  </a:lnTo>
                  <a:lnTo>
                    <a:pt x="18" y="2"/>
                  </a:lnTo>
                  <a:lnTo>
                    <a:pt x="17" y="4"/>
                  </a:lnTo>
                  <a:lnTo>
                    <a:pt x="16" y="7"/>
                  </a:lnTo>
                  <a:lnTo>
                    <a:pt x="16" y="7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86" name="Freeform 498"/>
            <p:cNvSpPr/>
            <p:nvPr>
              <p:custDataLst>
                <p:tags r:id="rId41"/>
              </p:custDataLst>
            </p:nvPr>
          </p:nvSpPr>
          <p:spPr bwMode="auto">
            <a:xfrm>
              <a:off x="3736976" y="1157288"/>
              <a:ext cx="7938" cy="17463"/>
            </a:xfrm>
            <a:custGeom>
              <a:avLst/>
              <a:gdLst/>
              <a:ahLst/>
              <a:cxnLst>
                <a:cxn ang="0">
                  <a:pos x="11" y="7"/>
                </a:cxn>
                <a:cxn ang="0">
                  <a:pos x="11" y="7"/>
                </a:cxn>
                <a:cxn ang="0">
                  <a:pos x="9" y="13"/>
                </a:cxn>
                <a:cxn ang="0">
                  <a:pos x="7" y="20"/>
                </a:cxn>
                <a:cxn ang="0">
                  <a:pos x="0" y="34"/>
                </a:cxn>
                <a:cxn ang="0">
                  <a:pos x="0" y="34"/>
                </a:cxn>
                <a:cxn ang="0">
                  <a:pos x="0" y="37"/>
                </a:cxn>
                <a:cxn ang="0">
                  <a:pos x="0" y="38"/>
                </a:cxn>
                <a:cxn ang="0">
                  <a:pos x="3" y="42"/>
                </a:cxn>
                <a:cxn ang="0">
                  <a:pos x="7" y="42"/>
                </a:cxn>
                <a:cxn ang="0">
                  <a:pos x="9" y="42"/>
                </a:cxn>
                <a:cxn ang="0">
                  <a:pos x="11" y="40"/>
                </a:cxn>
                <a:cxn ang="0">
                  <a:pos x="11" y="40"/>
                </a:cxn>
                <a:cxn ang="0">
                  <a:pos x="19" y="24"/>
                </a:cxn>
                <a:cxn ang="0">
                  <a:pos x="21" y="15"/>
                </a:cxn>
                <a:cxn ang="0">
                  <a:pos x="23" y="7"/>
                </a:cxn>
                <a:cxn ang="0">
                  <a:pos x="23" y="7"/>
                </a:cxn>
                <a:cxn ang="0">
                  <a:pos x="23" y="4"/>
                </a:cxn>
                <a:cxn ang="0">
                  <a:pos x="21" y="2"/>
                </a:cxn>
                <a:cxn ang="0">
                  <a:pos x="17" y="0"/>
                </a:cxn>
                <a:cxn ang="0">
                  <a:pos x="13" y="2"/>
                </a:cxn>
                <a:cxn ang="0">
                  <a:pos x="12" y="4"/>
                </a:cxn>
                <a:cxn ang="0">
                  <a:pos x="11" y="7"/>
                </a:cxn>
                <a:cxn ang="0">
                  <a:pos x="11" y="7"/>
                </a:cxn>
              </a:cxnLst>
              <a:rect l="0" t="0" r="r" b="b"/>
              <a:pathLst>
                <a:path w="23" h="42">
                  <a:moveTo>
                    <a:pt x="11" y="7"/>
                  </a:moveTo>
                  <a:lnTo>
                    <a:pt x="11" y="7"/>
                  </a:lnTo>
                  <a:lnTo>
                    <a:pt x="9" y="13"/>
                  </a:lnTo>
                  <a:lnTo>
                    <a:pt x="7" y="20"/>
                  </a:lnTo>
                  <a:lnTo>
                    <a:pt x="0" y="34"/>
                  </a:lnTo>
                  <a:lnTo>
                    <a:pt x="0" y="34"/>
                  </a:lnTo>
                  <a:lnTo>
                    <a:pt x="0" y="37"/>
                  </a:lnTo>
                  <a:lnTo>
                    <a:pt x="0" y="38"/>
                  </a:lnTo>
                  <a:lnTo>
                    <a:pt x="3" y="42"/>
                  </a:lnTo>
                  <a:lnTo>
                    <a:pt x="7" y="42"/>
                  </a:lnTo>
                  <a:lnTo>
                    <a:pt x="9" y="42"/>
                  </a:lnTo>
                  <a:lnTo>
                    <a:pt x="11" y="40"/>
                  </a:lnTo>
                  <a:lnTo>
                    <a:pt x="11" y="40"/>
                  </a:lnTo>
                  <a:lnTo>
                    <a:pt x="19" y="24"/>
                  </a:lnTo>
                  <a:lnTo>
                    <a:pt x="21" y="15"/>
                  </a:lnTo>
                  <a:lnTo>
                    <a:pt x="23" y="7"/>
                  </a:lnTo>
                  <a:lnTo>
                    <a:pt x="23" y="7"/>
                  </a:lnTo>
                  <a:lnTo>
                    <a:pt x="23" y="4"/>
                  </a:lnTo>
                  <a:lnTo>
                    <a:pt x="21" y="2"/>
                  </a:lnTo>
                  <a:lnTo>
                    <a:pt x="17" y="0"/>
                  </a:lnTo>
                  <a:lnTo>
                    <a:pt x="13" y="2"/>
                  </a:lnTo>
                  <a:lnTo>
                    <a:pt x="12" y="4"/>
                  </a:lnTo>
                  <a:lnTo>
                    <a:pt x="11" y="7"/>
                  </a:lnTo>
                  <a:lnTo>
                    <a:pt x="11" y="7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87" name="Freeform 499"/>
            <p:cNvSpPr/>
            <p:nvPr>
              <p:custDataLst>
                <p:tags r:id="rId42"/>
              </p:custDataLst>
            </p:nvPr>
          </p:nvSpPr>
          <p:spPr bwMode="auto">
            <a:xfrm>
              <a:off x="3435351" y="1001713"/>
              <a:ext cx="53975" cy="57150"/>
            </a:xfrm>
            <a:custGeom>
              <a:avLst/>
              <a:gdLst/>
              <a:ahLst/>
              <a:cxnLst>
                <a:cxn ang="0">
                  <a:pos x="122" y="3"/>
                </a:cxn>
                <a:cxn ang="0">
                  <a:pos x="122" y="3"/>
                </a:cxn>
                <a:cxn ang="0">
                  <a:pos x="116" y="11"/>
                </a:cxn>
                <a:cxn ang="0">
                  <a:pos x="108" y="17"/>
                </a:cxn>
                <a:cxn ang="0">
                  <a:pos x="94" y="30"/>
                </a:cxn>
                <a:cxn ang="0">
                  <a:pos x="57" y="67"/>
                </a:cxn>
                <a:cxn ang="0">
                  <a:pos x="57" y="67"/>
                </a:cxn>
                <a:cxn ang="0">
                  <a:pos x="42" y="83"/>
                </a:cxn>
                <a:cxn ang="0">
                  <a:pos x="25" y="100"/>
                </a:cxn>
                <a:cxn ang="0">
                  <a:pos x="17" y="108"/>
                </a:cxn>
                <a:cxn ang="0">
                  <a:pos x="10" y="117"/>
                </a:cxn>
                <a:cxn ang="0">
                  <a:pos x="4" y="127"/>
                </a:cxn>
                <a:cxn ang="0">
                  <a:pos x="0" y="138"/>
                </a:cxn>
                <a:cxn ang="0">
                  <a:pos x="0" y="138"/>
                </a:cxn>
                <a:cxn ang="0">
                  <a:pos x="0" y="139"/>
                </a:cxn>
                <a:cxn ang="0">
                  <a:pos x="0" y="142"/>
                </a:cxn>
                <a:cxn ang="0">
                  <a:pos x="1" y="143"/>
                </a:cxn>
                <a:cxn ang="0">
                  <a:pos x="4" y="144"/>
                </a:cxn>
                <a:cxn ang="0">
                  <a:pos x="8" y="143"/>
                </a:cxn>
                <a:cxn ang="0">
                  <a:pos x="9" y="143"/>
                </a:cxn>
                <a:cxn ang="0">
                  <a:pos x="10" y="140"/>
                </a:cxn>
                <a:cxn ang="0">
                  <a:pos x="10" y="140"/>
                </a:cxn>
                <a:cxn ang="0">
                  <a:pos x="16" y="128"/>
                </a:cxn>
                <a:cxn ang="0">
                  <a:pos x="23" y="118"/>
                </a:cxn>
                <a:cxn ang="0">
                  <a:pos x="31" y="108"/>
                </a:cxn>
                <a:cxn ang="0">
                  <a:pos x="40" y="98"/>
                </a:cxn>
                <a:cxn ang="0">
                  <a:pos x="60" y="79"/>
                </a:cxn>
                <a:cxn ang="0">
                  <a:pos x="78" y="62"/>
                </a:cxn>
                <a:cxn ang="0">
                  <a:pos x="78" y="62"/>
                </a:cxn>
                <a:cxn ang="0">
                  <a:pos x="93" y="49"/>
                </a:cxn>
                <a:cxn ang="0">
                  <a:pos x="107" y="36"/>
                </a:cxn>
                <a:cxn ang="0">
                  <a:pos x="120" y="23"/>
                </a:cxn>
                <a:cxn ang="0">
                  <a:pos x="127" y="16"/>
                </a:cxn>
                <a:cxn ang="0">
                  <a:pos x="132" y="8"/>
                </a:cxn>
                <a:cxn ang="0">
                  <a:pos x="132" y="8"/>
                </a:cxn>
                <a:cxn ang="0">
                  <a:pos x="133" y="6"/>
                </a:cxn>
                <a:cxn ang="0">
                  <a:pos x="132" y="4"/>
                </a:cxn>
                <a:cxn ang="0">
                  <a:pos x="129" y="0"/>
                </a:cxn>
                <a:cxn ang="0">
                  <a:pos x="125" y="0"/>
                </a:cxn>
                <a:cxn ang="0">
                  <a:pos x="124" y="0"/>
                </a:cxn>
                <a:cxn ang="0">
                  <a:pos x="122" y="3"/>
                </a:cxn>
                <a:cxn ang="0">
                  <a:pos x="122" y="3"/>
                </a:cxn>
              </a:cxnLst>
              <a:rect l="0" t="0" r="r" b="b"/>
              <a:pathLst>
                <a:path w="133" h="144">
                  <a:moveTo>
                    <a:pt x="122" y="3"/>
                  </a:moveTo>
                  <a:lnTo>
                    <a:pt x="122" y="3"/>
                  </a:lnTo>
                  <a:lnTo>
                    <a:pt x="116" y="11"/>
                  </a:lnTo>
                  <a:lnTo>
                    <a:pt x="108" y="17"/>
                  </a:lnTo>
                  <a:lnTo>
                    <a:pt x="94" y="30"/>
                  </a:lnTo>
                  <a:lnTo>
                    <a:pt x="57" y="67"/>
                  </a:lnTo>
                  <a:lnTo>
                    <a:pt x="57" y="67"/>
                  </a:lnTo>
                  <a:lnTo>
                    <a:pt x="42" y="83"/>
                  </a:lnTo>
                  <a:lnTo>
                    <a:pt x="25" y="100"/>
                  </a:lnTo>
                  <a:lnTo>
                    <a:pt x="17" y="108"/>
                  </a:lnTo>
                  <a:lnTo>
                    <a:pt x="10" y="117"/>
                  </a:lnTo>
                  <a:lnTo>
                    <a:pt x="4" y="127"/>
                  </a:lnTo>
                  <a:lnTo>
                    <a:pt x="0" y="138"/>
                  </a:lnTo>
                  <a:lnTo>
                    <a:pt x="0" y="138"/>
                  </a:lnTo>
                  <a:lnTo>
                    <a:pt x="0" y="139"/>
                  </a:lnTo>
                  <a:lnTo>
                    <a:pt x="0" y="142"/>
                  </a:lnTo>
                  <a:lnTo>
                    <a:pt x="1" y="143"/>
                  </a:lnTo>
                  <a:lnTo>
                    <a:pt x="4" y="144"/>
                  </a:lnTo>
                  <a:lnTo>
                    <a:pt x="8" y="143"/>
                  </a:lnTo>
                  <a:lnTo>
                    <a:pt x="9" y="143"/>
                  </a:lnTo>
                  <a:lnTo>
                    <a:pt x="10" y="140"/>
                  </a:lnTo>
                  <a:lnTo>
                    <a:pt x="10" y="140"/>
                  </a:lnTo>
                  <a:lnTo>
                    <a:pt x="16" y="128"/>
                  </a:lnTo>
                  <a:lnTo>
                    <a:pt x="23" y="118"/>
                  </a:lnTo>
                  <a:lnTo>
                    <a:pt x="31" y="108"/>
                  </a:lnTo>
                  <a:lnTo>
                    <a:pt x="40" y="98"/>
                  </a:lnTo>
                  <a:lnTo>
                    <a:pt x="60" y="79"/>
                  </a:lnTo>
                  <a:lnTo>
                    <a:pt x="78" y="62"/>
                  </a:lnTo>
                  <a:lnTo>
                    <a:pt x="78" y="62"/>
                  </a:lnTo>
                  <a:lnTo>
                    <a:pt x="93" y="49"/>
                  </a:lnTo>
                  <a:lnTo>
                    <a:pt x="107" y="36"/>
                  </a:lnTo>
                  <a:lnTo>
                    <a:pt x="120" y="23"/>
                  </a:lnTo>
                  <a:lnTo>
                    <a:pt x="127" y="16"/>
                  </a:lnTo>
                  <a:lnTo>
                    <a:pt x="132" y="8"/>
                  </a:lnTo>
                  <a:lnTo>
                    <a:pt x="132" y="8"/>
                  </a:lnTo>
                  <a:lnTo>
                    <a:pt x="133" y="6"/>
                  </a:lnTo>
                  <a:lnTo>
                    <a:pt x="132" y="4"/>
                  </a:lnTo>
                  <a:lnTo>
                    <a:pt x="129" y="0"/>
                  </a:lnTo>
                  <a:lnTo>
                    <a:pt x="125" y="0"/>
                  </a:lnTo>
                  <a:lnTo>
                    <a:pt x="124" y="0"/>
                  </a:lnTo>
                  <a:lnTo>
                    <a:pt x="122" y="3"/>
                  </a:lnTo>
                  <a:lnTo>
                    <a:pt x="122" y="3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88" name="Freeform 500"/>
            <p:cNvSpPr/>
            <p:nvPr>
              <p:custDataLst>
                <p:tags r:id="rId43"/>
              </p:custDataLst>
            </p:nvPr>
          </p:nvSpPr>
          <p:spPr bwMode="auto">
            <a:xfrm>
              <a:off x="3441701" y="1014413"/>
              <a:ext cx="69850" cy="73025"/>
            </a:xfrm>
            <a:custGeom>
              <a:avLst/>
              <a:gdLst/>
              <a:ahLst/>
              <a:cxnLst>
                <a:cxn ang="0">
                  <a:pos x="168" y="0"/>
                </a:cxn>
                <a:cxn ang="0">
                  <a:pos x="168" y="0"/>
                </a:cxn>
                <a:cxn ang="0">
                  <a:pos x="159" y="7"/>
                </a:cxn>
                <a:cxn ang="0">
                  <a:pos x="151" y="13"/>
                </a:cxn>
                <a:cxn ang="0">
                  <a:pos x="136" y="28"/>
                </a:cxn>
                <a:cxn ang="0">
                  <a:pos x="136" y="28"/>
                </a:cxn>
                <a:cxn ang="0">
                  <a:pos x="113" y="53"/>
                </a:cxn>
                <a:cxn ang="0">
                  <a:pos x="91" y="78"/>
                </a:cxn>
                <a:cxn ang="0">
                  <a:pos x="91" y="78"/>
                </a:cxn>
                <a:cxn ang="0">
                  <a:pos x="47" y="129"/>
                </a:cxn>
                <a:cxn ang="0">
                  <a:pos x="25" y="153"/>
                </a:cxn>
                <a:cxn ang="0">
                  <a:pos x="3" y="177"/>
                </a:cxn>
                <a:cxn ang="0">
                  <a:pos x="3" y="177"/>
                </a:cxn>
                <a:cxn ang="0">
                  <a:pos x="2" y="180"/>
                </a:cxn>
                <a:cxn ang="0">
                  <a:pos x="0" y="181"/>
                </a:cxn>
                <a:cxn ang="0">
                  <a:pos x="3" y="185"/>
                </a:cxn>
                <a:cxn ang="0">
                  <a:pos x="7" y="186"/>
                </a:cxn>
                <a:cxn ang="0">
                  <a:pos x="8" y="186"/>
                </a:cxn>
                <a:cxn ang="0">
                  <a:pos x="11" y="185"/>
                </a:cxn>
                <a:cxn ang="0">
                  <a:pos x="11" y="185"/>
                </a:cxn>
                <a:cxn ang="0">
                  <a:pos x="32" y="163"/>
                </a:cxn>
                <a:cxn ang="0">
                  <a:pos x="51" y="140"/>
                </a:cxn>
                <a:cxn ang="0">
                  <a:pos x="91" y="95"/>
                </a:cxn>
                <a:cxn ang="0">
                  <a:pos x="91" y="95"/>
                </a:cxn>
                <a:cxn ang="0">
                  <a:pos x="110" y="72"/>
                </a:cxn>
                <a:cxn ang="0">
                  <a:pos x="130" y="50"/>
                </a:cxn>
                <a:cxn ang="0">
                  <a:pos x="130" y="50"/>
                </a:cxn>
                <a:cxn ang="0">
                  <a:pos x="149" y="29"/>
                </a:cxn>
                <a:cxn ang="0">
                  <a:pos x="161" y="19"/>
                </a:cxn>
                <a:cxn ang="0">
                  <a:pos x="166" y="15"/>
                </a:cxn>
                <a:cxn ang="0">
                  <a:pos x="173" y="11"/>
                </a:cxn>
                <a:cxn ang="0">
                  <a:pos x="173" y="11"/>
                </a:cxn>
                <a:cxn ang="0">
                  <a:pos x="174" y="10"/>
                </a:cxn>
                <a:cxn ang="0">
                  <a:pos x="176" y="7"/>
                </a:cxn>
                <a:cxn ang="0">
                  <a:pos x="176" y="6"/>
                </a:cxn>
                <a:cxn ang="0">
                  <a:pos x="176" y="3"/>
                </a:cxn>
                <a:cxn ang="0">
                  <a:pos x="172" y="0"/>
                </a:cxn>
                <a:cxn ang="0">
                  <a:pos x="169" y="0"/>
                </a:cxn>
                <a:cxn ang="0">
                  <a:pos x="168" y="0"/>
                </a:cxn>
                <a:cxn ang="0">
                  <a:pos x="168" y="0"/>
                </a:cxn>
              </a:cxnLst>
              <a:rect l="0" t="0" r="r" b="b"/>
              <a:pathLst>
                <a:path w="176" h="186">
                  <a:moveTo>
                    <a:pt x="168" y="0"/>
                  </a:moveTo>
                  <a:lnTo>
                    <a:pt x="168" y="0"/>
                  </a:lnTo>
                  <a:lnTo>
                    <a:pt x="159" y="7"/>
                  </a:lnTo>
                  <a:lnTo>
                    <a:pt x="151" y="13"/>
                  </a:lnTo>
                  <a:lnTo>
                    <a:pt x="136" y="28"/>
                  </a:lnTo>
                  <a:lnTo>
                    <a:pt x="136" y="28"/>
                  </a:lnTo>
                  <a:lnTo>
                    <a:pt x="113" y="53"/>
                  </a:lnTo>
                  <a:lnTo>
                    <a:pt x="91" y="78"/>
                  </a:lnTo>
                  <a:lnTo>
                    <a:pt x="91" y="78"/>
                  </a:lnTo>
                  <a:lnTo>
                    <a:pt x="47" y="129"/>
                  </a:lnTo>
                  <a:lnTo>
                    <a:pt x="25" y="153"/>
                  </a:lnTo>
                  <a:lnTo>
                    <a:pt x="3" y="177"/>
                  </a:lnTo>
                  <a:lnTo>
                    <a:pt x="3" y="177"/>
                  </a:lnTo>
                  <a:lnTo>
                    <a:pt x="2" y="180"/>
                  </a:lnTo>
                  <a:lnTo>
                    <a:pt x="0" y="181"/>
                  </a:lnTo>
                  <a:lnTo>
                    <a:pt x="3" y="185"/>
                  </a:lnTo>
                  <a:lnTo>
                    <a:pt x="7" y="186"/>
                  </a:lnTo>
                  <a:lnTo>
                    <a:pt x="8" y="186"/>
                  </a:lnTo>
                  <a:lnTo>
                    <a:pt x="11" y="185"/>
                  </a:lnTo>
                  <a:lnTo>
                    <a:pt x="11" y="185"/>
                  </a:lnTo>
                  <a:lnTo>
                    <a:pt x="32" y="163"/>
                  </a:lnTo>
                  <a:lnTo>
                    <a:pt x="51" y="140"/>
                  </a:lnTo>
                  <a:lnTo>
                    <a:pt x="91" y="95"/>
                  </a:lnTo>
                  <a:lnTo>
                    <a:pt x="91" y="95"/>
                  </a:lnTo>
                  <a:lnTo>
                    <a:pt x="110" y="72"/>
                  </a:lnTo>
                  <a:lnTo>
                    <a:pt x="130" y="50"/>
                  </a:lnTo>
                  <a:lnTo>
                    <a:pt x="130" y="50"/>
                  </a:lnTo>
                  <a:lnTo>
                    <a:pt x="149" y="29"/>
                  </a:lnTo>
                  <a:lnTo>
                    <a:pt x="161" y="19"/>
                  </a:lnTo>
                  <a:lnTo>
                    <a:pt x="166" y="15"/>
                  </a:lnTo>
                  <a:lnTo>
                    <a:pt x="173" y="11"/>
                  </a:lnTo>
                  <a:lnTo>
                    <a:pt x="173" y="11"/>
                  </a:lnTo>
                  <a:lnTo>
                    <a:pt x="174" y="10"/>
                  </a:lnTo>
                  <a:lnTo>
                    <a:pt x="176" y="7"/>
                  </a:lnTo>
                  <a:lnTo>
                    <a:pt x="176" y="6"/>
                  </a:lnTo>
                  <a:lnTo>
                    <a:pt x="176" y="3"/>
                  </a:lnTo>
                  <a:lnTo>
                    <a:pt x="172" y="0"/>
                  </a:lnTo>
                  <a:lnTo>
                    <a:pt x="169" y="0"/>
                  </a:lnTo>
                  <a:lnTo>
                    <a:pt x="168" y="0"/>
                  </a:lnTo>
                  <a:lnTo>
                    <a:pt x="168" y="0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89" name="Freeform 501"/>
            <p:cNvSpPr/>
            <p:nvPr>
              <p:custDataLst>
                <p:tags r:id="rId44"/>
              </p:custDataLst>
            </p:nvPr>
          </p:nvSpPr>
          <p:spPr bwMode="auto">
            <a:xfrm>
              <a:off x="3465513" y="1044575"/>
              <a:ext cx="50800" cy="57150"/>
            </a:xfrm>
            <a:custGeom>
              <a:avLst/>
              <a:gdLst/>
              <a:ahLst/>
              <a:cxnLst>
                <a:cxn ang="0">
                  <a:pos x="115" y="2"/>
                </a:cxn>
                <a:cxn ang="0">
                  <a:pos x="115" y="2"/>
                </a:cxn>
                <a:cxn ang="0">
                  <a:pos x="86" y="34"/>
                </a:cxn>
                <a:cxn ang="0">
                  <a:pos x="57" y="67"/>
                </a:cxn>
                <a:cxn ang="0">
                  <a:pos x="1" y="135"/>
                </a:cxn>
                <a:cxn ang="0">
                  <a:pos x="1" y="135"/>
                </a:cxn>
                <a:cxn ang="0">
                  <a:pos x="0" y="138"/>
                </a:cxn>
                <a:cxn ang="0">
                  <a:pos x="0" y="140"/>
                </a:cxn>
                <a:cxn ang="0">
                  <a:pos x="2" y="143"/>
                </a:cxn>
                <a:cxn ang="0">
                  <a:pos x="4" y="144"/>
                </a:cxn>
                <a:cxn ang="0">
                  <a:pos x="5" y="145"/>
                </a:cxn>
                <a:cxn ang="0">
                  <a:pos x="8" y="144"/>
                </a:cxn>
                <a:cxn ang="0">
                  <a:pos x="9" y="143"/>
                </a:cxn>
                <a:cxn ang="0">
                  <a:pos x="9" y="143"/>
                </a:cxn>
                <a:cxn ang="0">
                  <a:pos x="65" y="75"/>
                </a:cxn>
                <a:cxn ang="0">
                  <a:pos x="94" y="42"/>
                </a:cxn>
                <a:cxn ang="0">
                  <a:pos x="124" y="9"/>
                </a:cxn>
                <a:cxn ang="0">
                  <a:pos x="124" y="9"/>
                </a:cxn>
                <a:cxn ang="0">
                  <a:pos x="125" y="8"/>
                </a:cxn>
                <a:cxn ang="0">
                  <a:pos x="125" y="5"/>
                </a:cxn>
                <a:cxn ang="0">
                  <a:pos x="123" y="2"/>
                </a:cxn>
                <a:cxn ang="0">
                  <a:pos x="120" y="0"/>
                </a:cxn>
                <a:cxn ang="0">
                  <a:pos x="118" y="0"/>
                </a:cxn>
                <a:cxn ang="0">
                  <a:pos x="115" y="2"/>
                </a:cxn>
                <a:cxn ang="0">
                  <a:pos x="115" y="2"/>
                </a:cxn>
              </a:cxnLst>
              <a:rect l="0" t="0" r="r" b="b"/>
              <a:pathLst>
                <a:path w="125" h="145">
                  <a:moveTo>
                    <a:pt x="115" y="2"/>
                  </a:moveTo>
                  <a:lnTo>
                    <a:pt x="115" y="2"/>
                  </a:lnTo>
                  <a:lnTo>
                    <a:pt x="86" y="34"/>
                  </a:lnTo>
                  <a:lnTo>
                    <a:pt x="57" y="67"/>
                  </a:lnTo>
                  <a:lnTo>
                    <a:pt x="1" y="135"/>
                  </a:lnTo>
                  <a:lnTo>
                    <a:pt x="1" y="135"/>
                  </a:lnTo>
                  <a:lnTo>
                    <a:pt x="0" y="138"/>
                  </a:lnTo>
                  <a:lnTo>
                    <a:pt x="0" y="140"/>
                  </a:lnTo>
                  <a:lnTo>
                    <a:pt x="2" y="143"/>
                  </a:lnTo>
                  <a:lnTo>
                    <a:pt x="4" y="144"/>
                  </a:lnTo>
                  <a:lnTo>
                    <a:pt x="5" y="145"/>
                  </a:lnTo>
                  <a:lnTo>
                    <a:pt x="8" y="144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65" y="75"/>
                  </a:lnTo>
                  <a:lnTo>
                    <a:pt x="94" y="42"/>
                  </a:lnTo>
                  <a:lnTo>
                    <a:pt x="124" y="9"/>
                  </a:lnTo>
                  <a:lnTo>
                    <a:pt x="124" y="9"/>
                  </a:lnTo>
                  <a:lnTo>
                    <a:pt x="125" y="8"/>
                  </a:lnTo>
                  <a:lnTo>
                    <a:pt x="125" y="5"/>
                  </a:lnTo>
                  <a:lnTo>
                    <a:pt x="123" y="2"/>
                  </a:lnTo>
                  <a:lnTo>
                    <a:pt x="120" y="0"/>
                  </a:lnTo>
                  <a:lnTo>
                    <a:pt x="118" y="0"/>
                  </a:lnTo>
                  <a:lnTo>
                    <a:pt x="115" y="2"/>
                  </a:lnTo>
                  <a:lnTo>
                    <a:pt x="115" y="2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90" name="Freeform 502"/>
            <p:cNvSpPr/>
            <p:nvPr>
              <p:custDataLst>
                <p:tags r:id="rId45"/>
              </p:custDataLst>
            </p:nvPr>
          </p:nvSpPr>
          <p:spPr bwMode="auto">
            <a:xfrm>
              <a:off x="3430588" y="1176338"/>
              <a:ext cx="38100" cy="52388"/>
            </a:xfrm>
            <a:custGeom>
              <a:avLst/>
              <a:gdLst/>
              <a:ahLst/>
              <a:cxnLst>
                <a:cxn ang="0">
                  <a:pos x="89" y="1"/>
                </a:cxn>
                <a:cxn ang="0">
                  <a:pos x="89" y="1"/>
                </a:cxn>
                <a:cxn ang="0">
                  <a:pos x="64" y="33"/>
                </a:cxn>
                <a:cxn ang="0">
                  <a:pos x="39" y="64"/>
                </a:cxn>
                <a:cxn ang="0">
                  <a:pos x="39" y="64"/>
                </a:cxn>
                <a:cxn ang="0">
                  <a:pos x="17" y="94"/>
                </a:cxn>
                <a:cxn ang="0">
                  <a:pos x="8" y="110"/>
                </a:cxn>
                <a:cxn ang="0">
                  <a:pos x="4" y="118"/>
                </a:cxn>
                <a:cxn ang="0">
                  <a:pos x="0" y="126"/>
                </a:cxn>
                <a:cxn ang="0">
                  <a:pos x="0" y="126"/>
                </a:cxn>
                <a:cxn ang="0">
                  <a:pos x="0" y="128"/>
                </a:cxn>
                <a:cxn ang="0">
                  <a:pos x="2" y="131"/>
                </a:cxn>
                <a:cxn ang="0">
                  <a:pos x="4" y="133"/>
                </a:cxn>
                <a:cxn ang="0">
                  <a:pos x="8" y="132"/>
                </a:cxn>
                <a:cxn ang="0">
                  <a:pos x="11" y="131"/>
                </a:cxn>
                <a:cxn ang="0">
                  <a:pos x="12" y="130"/>
                </a:cxn>
                <a:cxn ang="0">
                  <a:pos x="12" y="130"/>
                </a:cxn>
                <a:cxn ang="0">
                  <a:pos x="15" y="122"/>
                </a:cxn>
                <a:cxn ang="0">
                  <a:pos x="17" y="115"/>
                </a:cxn>
                <a:cxn ang="0">
                  <a:pos x="26" y="102"/>
                </a:cxn>
                <a:cxn ang="0">
                  <a:pos x="36" y="90"/>
                </a:cxn>
                <a:cxn ang="0">
                  <a:pos x="45" y="77"/>
                </a:cxn>
                <a:cxn ang="0">
                  <a:pos x="45" y="77"/>
                </a:cxn>
                <a:cxn ang="0">
                  <a:pos x="58" y="60"/>
                </a:cxn>
                <a:cxn ang="0">
                  <a:pos x="71" y="43"/>
                </a:cxn>
                <a:cxn ang="0">
                  <a:pos x="97" y="11"/>
                </a:cxn>
                <a:cxn ang="0">
                  <a:pos x="97" y="11"/>
                </a:cxn>
                <a:cxn ang="0">
                  <a:pos x="98" y="8"/>
                </a:cxn>
                <a:cxn ang="0">
                  <a:pos x="98" y="5"/>
                </a:cxn>
                <a:cxn ang="0">
                  <a:pos x="97" y="1"/>
                </a:cxn>
                <a:cxn ang="0">
                  <a:pos x="96" y="0"/>
                </a:cxn>
                <a:cxn ang="0">
                  <a:pos x="93" y="0"/>
                </a:cxn>
                <a:cxn ang="0">
                  <a:pos x="92" y="0"/>
                </a:cxn>
                <a:cxn ang="0">
                  <a:pos x="89" y="1"/>
                </a:cxn>
                <a:cxn ang="0">
                  <a:pos x="89" y="1"/>
                </a:cxn>
              </a:cxnLst>
              <a:rect l="0" t="0" r="r" b="b"/>
              <a:pathLst>
                <a:path w="98" h="133">
                  <a:moveTo>
                    <a:pt x="89" y="1"/>
                  </a:moveTo>
                  <a:lnTo>
                    <a:pt x="89" y="1"/>
                  </a:lnTo>
                  <a:lnTo>
                    <a:pt x="64" y="33"/>
                  </a:lnTo>
                  <a:lnTo>
                    <a:pt x="39" y="64"/>
                  </a:lnTo>
                  <a:lnTo>
                    <a:pt x="39" y="64"/>
                  </a:lnTo>
                  <a:lnTo>
                    <a:pt x="17" y="94"/>
                  </a:lnTo>
                  <a:lnTo>
                    <a:pt x="8" y="110"/>
                  </a:lnTo>
                  <a:lnTo>
                    <a:pt x="4" y="118"/>
                  </a:lnTo>
                  <a:lnTo>
                    <a:pt x="0" y="126"/>
                  </a:lnTo>
                  <a:lnTo>
                    <a:pt x="0" y="126"/>
                  </a:lnTo>
                  <a:lnTo>
                    <a:pt x="0" y="128"/>
                  </a:lnTo>
                  <a:lnTo>
                    <a:pt x="2" y="131"/>
                  </a:lnTo>
                  <a:lnTo>
                    <a:pt x="4" y="133"/>
                  </a:lnTo>
                  <a:lnTo>
                    <a:pt x="8" y="132"/>
                  </a:lnTo>
                  <a:lnTo>
                    <a:pt x="11" y="131"/>
                  </a:lnTo>
                  <a:lnTo>
                    <a:pt x="12" y="130"/>
                  </a:lnTo>
                  <a:lnTo>
                    <a:pt x="12" y="130"/>
                  </a:lnTo>
                  <a:lnTo>
                    <a:pt x="15" y="122"/>
                  </a:lnTo>
                  <a:lnTo>
                    <a:pt x="17" y="115"/>
                  </a:lnTo>
                  <a:lnTo>
                    <a:pt x="26" y="102"/>
                  </a:lnTo>
                  <a:lnTo>
                    <a:pt x="36" y="90"/>
                  </a:lnTo>
                  <a:lnTo>
                    <a:pt x="45" y="77"/>
                  </a:lnTo>
                  <a:lnTo>
                    <a:pt x="45" y="77"/>
                  </a:lnTo>
                  <a:lnTo>
                    <a:pt x="58" y="60"/>
                  </a:lnTo>
                  <a:lnTo>
                    <a:pt x="71" y="43"/>
                  </a:lnTo>
                  <a:lnTo>
                    <a:pt x="97" y="11"/>
                  </a:lnTo>
                  <a:lnTo>
                    <a:pt x="97" y="11"/>
                  </a:lnTo>
                  <a:lnTo>
                    <a:pt x="98" y="8"/>
                  </a:lnTo>
                  <a:lnTo>
                    <a:pt x="98" y="5"/>
                  </a:lnTo>
                  <a:lnTo>
                    <a:pt x="97" y="1"/>
                  </a:lnTo>
                  <a:lnTo>
                    <a:pt x="96" y="0"/>
                  </a:lnTo>
                  <a:lnTo>
                    <a:pt x="93" y="0"/>
                  </a:lnTo>
                  <a:lnTo>
                    <a:pt x="92" y="0"/>
                  </a:lnTo>
                  <a:lnTo>
                    <a:pt x="89" y="1"/>
                  </a:lnTo>
                  <a:lnTo>
                    <a:pt x="89" y="1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91" name="Freeform 503"/>
            <p:cNvSpPr/>
            <p:nvPr>
              <p:custDataLst>
                <p:tags r:id="rId46"/>
              </p:custDataLst>
            </p:nvPr>
          </p:nvSpPr>
          <p:spPr bwMode="auto">
            <a:xfrm>
              <a:off x="3443288" y="1169988"/>
              <a:ext cx="65088" cy="79375"/>
            </a:xfrm>
            <a:custGeom>
              <a:avLst/>
              <a:gdLst/>
              <a:ahLst/>
              <a:cxnLst>
                <a:cxn ang="0">
                  <a:pos x="155" y="3"/>
                </a:cxn>
                <a:cxn ang="0">
                  <a:pos x="155" y="3"/>
                </a:cxn>
                <a:cxn ang="0">
                  <a:pos x="135" y="27"/>
                </a:cxn>
                <a:cxn ang="0">
                  <a:pos x="115" y="50"/>
                </a:cxn>
                <a:cxn ang="0">
                  <a:pos x="75" y="96"/>
                </a:cxn>
                <a:cxn ang="0">
                  <a:pos x="55" y="119"/>
                </a:cxn>
                <a:cxn ang="0">
                  <a:pos x="36" y="143"/>
                </a:cxn>
                <a:cxn ang="0">
                  <a:pos x="17" y="168"/>
                </a:cxn>
                <a:cxn ang="0">
                  <a:pos x="2" y="194"/>
                </a:cxn>
                <a:cxn ang="0">
                  <a:pos x="2" y="194"/>
                </a:cxn>
                <a:cxn ang="0">
                  <a:pos x="0" y="197"/>
                </a:cxn>
                <a:cxn ang="0">
                  <a:pos x="0" y="199"/>
                </a:cxn>
                <a:cxn ang="0">
                  <a:pos x="3" y="202"/>
                </a:cxn>
                <a:cxn ang="0">
                  <a:pos x="8" y="203"/>
                </a:cxn>
                <a:cxn ang="0">
                  <a:pos x="9" y="202"/>
                </a:cxn>
                <a:cxn ang="0">
                  <a:pos x="11" y="200"/>
                </a:cxn>
                <a:cxn ang="0">
                  <a:pos x="11" y="200"/>
                </a:cxn>
                <a:cxn ang="0">
                  <a:pos x="28" y="174"/>
                </a:cxn>
                <a:cxn ang="0">
                  <a:pos x="45" y="149"/>
                </a:cxn>
                <a:cxn ang="0">
                  <a:pos x="64" y="126"/>
                </a:cxn>
                <a:cxn ang="0">
                  <a:pos x="84" y="102"/>
                </a:cxn>
                <a:cxn ang="0">
                  <a:pos x="123" y="57"/>
                </a:cxn>
                <a:cxn ang="0">
                  <a:pos x="144" y="34"/>
                </a:cxn>
                <a:cxn ang="0">
                  <a:pos x="162" y="11"/>
                </a:cxn>
                <a:cxn ang="0">
                  <a:pos x="162" y="11"/>
                </a:cxn>
                <a:cxn ang="0">
                  <a:pos x="164" y="8"/>
                </a:cxn>
                <a:cxn ang="0">
                  <a:pos x="164" y="7"/>
                </a:cxn>
                <a:cxn ang="0">
                  <a:pos x="162" y="3"/>
                </a:cxn>
                <a:cxn ang="0">
                  <a:pos x="160" y="2"/>
                </a:cxn>
                <a:cxn ang="0">
                  <a:pos x="158" y="0"/>
                </a:cxn>
                <a:cxn ang="0">
                  <a:pos x="156" y="2"/>
                </a:cxn>
                <a:cxn ang="0">
                  <a:pos x="155" y="3"/>
                </a:cxn>
                <a:cxn ang="0">
                  <a:pos x="155" y="3"/>
                </a:cxn>
              </a:cxnLst>
              <a:rect l="0" t="0" r="r" b="b"/>
              <a:pathLst>
                <a:path w="164" h="203">
                  <a:moveTo>
                    <a:pt x="155" y="3"/>
                  </a:moveTo>
                  <a:lnTo>
                    <a:pt x="155" y="3"/>
                  </a:lnTo>
                  <a:lnTo>
                    <a:pt x="135" y="27"/>
                  </a:lnTo>
                  <a:lnTo>
                    <a:pt x="115" y="50"/>
                  </a:lnTo>
                  <a:lnTo>
                    <a:pt x="75" y="96"/>
                  </a:lnTo>
                  <a:lnTo>
                    <a:pt x="55" y="119"/>
                  </a:lnTo>
                  <a:lnTo>
                    <a:pt x="36" y="143"/>
                  </a:lnTo>
                  <a:lnTo>
                    <a:pt x="17" y="168"/>
                  </a:lnTo>
                  <a:lnTo>
                    <a:pt x="2" y="194"/>
                  </a:lnTo>
                  <a:lnTo>
                    <a:pt x="2" y="194"/>
                  </a:lnTo>
                  <a:lnTo>
                    <a:pt x="0" y="197"/>
                  </a:lnTo>
                  <a:lnTo>
                    <a:pt x="0" y="199"/>
                  </a:lnTo>
                  <a:lnTo>
                    <a:pt x="3" y="202"/>
                  </a:lnTo>
                  <a:lnTo>
                    <a:pt x="8" y="203"/>
                  </a:lnTo>
                  <a:lnTo>
                    <a:pt x="9" y="202"/>
                  </a:lnTo>
                  <a:lnTo>
                    <a:pt x="11" y="200"/>
                  </a:lnTo>
                  <a:lnTo>
                    <a:pt x="11" y="200"/>
                  </a:lnTo>
                  <a:lnTo>
                    <a:pt x="28" y="174"/>
                  </a:lnTo>
                  <a:lnTo>
                    <a:pt x="45" y="149"/>
                  </a:lnTo>
                  <a:lnTo>
                    <a:pt x="64" y="126"/>
                  </a:lnTo>
                  <a:lnTo>
                    <a:pt x="84" y="102"/>
                  </a:lnTo>
                  <a:lnTo>
                    <a:pt x="123" y="57"/>
                  </a:lnTo>
                  <a:lnTo>
                    <a:pt x="144" y="34"/>
                  </a:lnTo>
                  <a:lnTo>
                    <a:pt x="162" y="11"/>
                  </a:lnTo>
                  <a:lnTo>
                    <a:pt x="162" y="11"/>
                  </a:lnTo>
                  <a:lnTo>
                    <a:pt x="164" y="8"/>
                  </a:lnTo>
                  <a:lnTo>
                    <a:pt x="164" y="7"/>
                  </a:lnTo>
                  <a:lnTo>
                    <a:pt x="162" y="3"/>
                  </a:lnTo>
                  <a:lnTo>
                    <a:pt x="160" y="2"/>
                  </a:lnTo>
                  <a:lnTo>
                    <a:pt x="158" y="0"/>
                  </a:lnTo>
                  <a:lnTo>
                    <a:pt x="156" y="2"/>
                  </a:lnTo>
                  <a:lnTo>
                    <a:pt x="155" y="3"/>
                  </a:lnTo>
                  <a:lnTo>
                    <a:pt x="155" y="3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92" name="Freeform 504"/>
            <p:cNvSpPr/>
            <p:nvPr>
              <p:custDataLst>
                <p:tags r:id="rId47"/>
              </p:custDataLst>
            </p:nvPr>
          </p:nvSpPr>
          <p:spPr bwMode="auto">
            <a:xfrm>
              <a:off x="3446463" y="1190625"/>
              <a:ext cx="82550" cy="96838"/>
            </a:xfrm>
            <a:custGeom>
              <a:avLst/>
              <a:gdLst/>
              <a:ahLst/>
              <a:cxnLst>
                <a:cxn ang="0">
                  <a:pos x="202" y="1"/>
                </a:cxn>
                <a:cxn ang="0">
                  <a:pos x="202" y="1"/>
                </a:cxn>
                <a:cxn ang="0">
                  <a:pos x="173" y="24"/>
                </a:cxn>
                <a:cxn ang="0">
                  <a:pos x="145" y="50"/>
                </a:cxn>
                <a:cxn ang="0">
                  <a:pos x="119" y="77"/>
                </a:cxn>
                <a:cxn ang="0">
                  <a:pos x="107" y="92"/>
                </a:cxn>
                <a:cxn ang="0">
                  <a:pos x="96" y="106"/>
                </a:cxn>
                <a:cxn ang="0">
                  <a:pos x="96" y="106"/>
                </a:cxn>
                <a:cxn ang="0">
                  <a:pos x="84" y="122"/>
                </a:cxn>
                <a:cxn ang="0">
                  <a:pos x="71" y="137"/>
                </a:cxn>
                <a:cxn ang="0">
                  <a:pos x="45" y="169"/>
                </a:cxn>
                <a:cxn ang="0">
                  <a:pos x="33" y="184"/>
                </a:cxn>
                <a:cxn ang="0">
                  <a:pos x="21" y="200"/>
                </a:cxn>
                <a:cxn ang="0">
                  <a:pos x="11" y="217"/>
                </a:cxn>
                <a:cxn ang="0">
                  <a:pos x="1" y="235"/>
                </a:cxn>
                <a:cxn ang="0">
                  <a:pos x="1" y="235"/>
                </a:cxn>
                <a:cxn ang="0">
                  <a:pos x="0" y="238"/>
                </a:cxn>
                <a:cxn ang="0">
                  <a:pos x="0" y="239"/>
                </a:cxn>
                <a:cxn ang="0">
                  <a:pos x="4" y="243"/>
                </a:cxn>
                <a:cxn ang="0">
                  <a:pos x="5" y="245"/>
                </a:cxn>
                <a:cxn ang="0">
                  <a:pos x="8" y="245"/>
                </a:cxn>
                <a:cxn ang="0">
                  <a:pos x="9" y="243"/>
                </a:cxn>
                <a:cxn ang="0">
                  <a:pos x="11" y="241"/>
                </a:cxn>
                <a:cxn ang="0">
                  <a:pos x="11" y="241"/>
                </a:cxn>
                <a:cxn ang="0">
                  <a:pos x="18" y="225"/>
                </a:cxn>
                <a:cxn ang="0">
                  <a:pos x="28" y="211"/>
                </a:cxn>
                <a:cxn ang="0">
                  <a:pos x="38" y="196"/>
                </a:cxn>
                <a:cxn ang="0">
                  <a:pos x="50" y="182"/>
                </a:cxn>
                <a:cxn ang="0">
                  <a:pos x="72" y="156"/>
                </a:cxn>
                <a:cxn ang="0">
                  <a:pos x="94" y="128"/>
                </a:cxn>
                <a:cxn ang="0">
                  <a:pos x="94" y="128"/>
                </a:cxn>
                <a:cxn ang="0">
                  <a:pos x="119" y="95"/>
                </a:cxn>
                <a:cxn ang="0">
                  <a:pos x="147" y="65"/>
                </a:cxn>
                <a:cxn ang="0">
                  <a:pos x="175" y="37"/>
                </a:cxn>
                <a:cxn ang="0">
                  <a:pos x="191" y="24"/>
                </a:cxn>
                <a:cxn ang="0">
                  <a:pos x="207" y="10"/>
                </a:cxn>
                <a:cxn ang="0">
                  <a:pos x="207" y="10"/>
                </a:cxn>
                <a:cxn ang="0">
                  <a:pos x="208" y="9"/>
                </a:cxn>
                <a:cxn ang="0">
                  <a:pos x="209" y="7"/>
                </a:cxn>
                <a:cxn ang="0">
                  <a:pos x="208" y="3"/>
                </a:cxn>
                <a:cxn ang="0">
                  <a:pos x="207" y="1"/>
                </a:cxn>
                <a:cxn ang="0">
                  <a:pos x="205" y="0"/>
                </a:cxn>
                <a:cxn ang="0">
                  <a:pos x="203" y="0"/>
                </a:cxn>
                <a:cxn ang="0">
                  <a:pos x="202" y="1"/>
                </a:cxn>
                <a:cxn ang="0">
                  <a:pos x="202" y="1"/>
                </a:cxn>
              </a:cxnLst>
              <a:rect l="0" t="0" r="r" b="b"/>
              <a:pathLst>
                <a:path w="209" h="245">
                  <a:moveTo>
                    <a:pt x="202" y="1"/>
                  </a:moveTo>
                  <a:lnTo>
                    <a:pt x="202" y="1"/>
                  </a:lnTo>
                  <a:lnTo>
                    <a:pt x="173" y="24"/>
                  </a:lnTo>
                  <a:lnTo>
                    <a:pt x="145" y="50"/>
                  </a:lnTo>
                  <a:lnTo>
                    <a:pt x="119" y="77"/>
                  </a:lnTo>
                  <a:lnTo>
                    <a:pt x="107" y="92"/>
                  </a:lnTo>
                  <a:lnTo>
                    <a:pt x="96" y="106"/>
                  </a:lnTo>
                  <a:lnTo>
                    <a:pt x="96" y="106"/>
                  </a:lnTo>
                  <a:lnTo>
                    <a:pt x="84" y="122"/>
                  </a:lnTo>
                  <a:lnTo>
                    <a:pt x="71" y="137"/>
                  </a:lnTo>
                  <a:lnTo>
                    <a:pt x="45" y="169"/>
                  </a:lnTo>
                  <a:lnTo>
                    <a:pt x="33" y="184"/>
                  </a:lnTo>
                  <a:lnTo>
                    <a:pt x="21" y="200"/>
                  </a:lnTo>
                  <a:lnTo>
                    <a:pt x="11" y="217"/>
                  </a:lnTo>
                  <a:lnTo>
                    <a:pt x="1" y="235"/>
                  </a:lnTo>
                  <a:lnTo>
                    <a:pt x="1" y="235"/>
                  </a:lnTo>
                  <a:lnTo>
                    <a:pt x="0" y="238"/>
                  </a:lnTo>
                  <a:lnTo>
                    <a:pt x="0" y="239"/>
                  </a:lnTo>
                  <a:lnTo>
                    <a:pt x="4" y="243"/>
                  </a:lnTo>
                  <a:lnTo>
                    <a:pt x="5" y="245"/>
                  </a:lnTo>
                  <a:lnTo>
                    <a:pt x="8" y="245"/>
                  </a:lnTo>
                  <a:lnTo>
                    <a:pt x="9" y="243"/>
                  </a:lnTo>
                  <a:lnTo>
                    <a:pt x="11" y="241"/>
                  </a:lnTo>
                  <a:lnTo>
                    <a:pt x="11" y="241"/>
                  </a:lnTo>
                  <a:lnTo>
                    <a:pt x="18" y="225"/>
                  </a:lnTo>
                  <a:lnTo>
                    <a:pt x="28" y="211"/>
                  </a:lnTo>
                  <a:lnTo>
                    <a:pt x="38" y="196"/>
                  </a:lnTo>
                  <a:lnTo>
                    <a:pt x="50" y="182"/>
                  </a:lnTo>
                  <a:lnTo>
                    <a:pt x="72" y="156"/>
                  </a:lnTo>
                  <a:lnTo>
                    <a:pt x="94" y="128"/>
                  </a:lnTo>
                  <a:lnTo>
                    <a:pt x="94" y="128"/>
                  </a:lnTo>
                  <a:lnTo>
                    <a:pt x="119" y="95"/>
                  </a:lnTo>
                  <a:lnTo>
                    <a:pt x="147" y="65"/>
                  </a:lnTo>
                  <a:lnTo>
                    <a:pt x="175" y="37"/>
                  </a:lnTo>
                  <a:lnTo>
                    <a:pt x="191" y="24"/>
                  </a:lnTo>
                  <a:lnTo>
                    <a:pt x="207" y="10"/>
                  </a:lnTo>
                  <a:lnTo>
                    <a:pt x="207" y="10"/>
                  </a:lnTo>
                  <a:lnTo>
                    <a:pt x="208" y="9"/>
                  </a:lnTo>
                  <a:lnTo>
                    <a:pt x="209" y="7"/>
                  </a:lnTo>
                  <a:lnTo>
                    <a:pt x="208" y="3"/>
                  </a:lnTo>
                  <a:lnTo>
                    <a:pt x="207" y="1"/>
                  </a:lnTo>
                  <a:lnTo>
                    <a:pt x="205" y="0"/>
                  </a:lnTo>
                  <a:lnTo>
                    <a:pt x="203" y="0"/>
                  </a:lnTo>
                  <a:lnTo>
                    <a:pt x="202" y="1"/>
                  </a:lnTo>
                  <a:lnTo>
                    <a:pt x="202" y="1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93" name="Freeform 505"/>
            <p:cNvSpPr/>
            <p:nvPr>
              <p:custDataLst>
                <p:tags r:id="rId48"/>
              </p:custDataLst>
            </p:nvPr>
          </p:nvSpPr>
          <p:spPr bwMode="auto">
            <a:xfrm>
              <a:off x="3448051" y="1246188"/>
              <a:ext cx="66675" cy="82550"/>
            </a:xfrm>
            <a:custGeom>
              <a:avLst/>
              <a:gdLst/>
              <a:ahLst/>
              <a:cxnLst>
                <a:cxn ang="0">
                  <a:pos x="157" y="3"/>
                </a:cxn>
                <a:cxn ang="0">
                  <a:pos x="157" y="3"/>
                </a:cxn>
                <a:cxn ang="0">
                  <a:pos x="136" y="32"/>
                </a:cxn>
                <a:cxn ang="0">
                  <a:pos x="115" y="60"/>
                </a:cxn>
                <a:cxn ang="0">
                  <a:pos x="94" y="89"/>
                </a:cxn>
                <a:cxn ang="0">
                  <a:pos x="84" y="102"/>
                </a:cxn>
                <a:cxn ang="0">
                  <a:pos x="71" y="115"/>
                </a:cxn>
                <a:cxn ang="0">
                  <a:pos x="71" y="115"/>
                </a:cxn>
                <a:cxn ang="0">
                  <a:pos x="52" y="134"/>
                </a:cxn>
                <a:cxn ang="0">
                  <a:pos x="34" y="155"/>
                </a:cxn>
                <a:cxn ang="0">
                  <a:pos x="16" y="176"/>
                </a:cxn>
                <a:cxn ang="0">
                  <a:pos x="8" y="186"/>
                </a:cxn>
                <a:cxn ang="0">
                  <a:pos x="1" y="196"/>
                </a:cxn>
                <a:cxn ang="0">
                  <a:pos x="1" y="196"/>
                </a:cxn>
                <a:cxn ang="0">
                  <a:pos x="0" y="199"/>
                </a:cxn>
                <a:cxn ang="0">
                  <a:pos x="0" y="202"/>
                </a:cxn>
                <a:cxn ang="0">
                  <a:pos x="3" y="204"/>
                </a:cxn>
                <a:cxn ang="0">
                  <a:pos x="7" y="206"/>
                </a:cxn>
                <a:cxn ang="0">
                  <a:pos x="9" y="204"/>
                </a:cxn>
                <a:cxn ang="0">
                  <a:pos x="10" y="203"/>
                </a:cxn>
                <a:cxn ang="0">
                  <a:pos x="10" y="203"/>
                </a:cxn>
                <a:cxn ang="0">
                  <a:pos x="20" y="190"/>
                </a:cxn>
                <a:cxn ang="0">
                  <a:pos x="29" y="178"/>
                </a:cxn>
                <a:cxn ang="0">
                  <a:pos x="50" y="155"/>
                </a:cxn>
                <a:cxn ang="0">
                  <a:pos x="72" y="131"/>
                </a:cxn>
                <a:cxn ang="0">
                  <a:pos x="93" y="109"/>
                </a:cxn>
                <a:cxn ang="0">
                  <a:pos x="93" y="109"/>
                </a:cxn>
                <a:cxn ang="0">
                  <a:pos x="112" y="84"/>
                </a:cxn>
                <a:cxn ang="0">
                  <a:pos x="131" y="59"/>
                </a:cxn>
                <a:cxn ang="0">
                  <a:pos x="148" y="34"/>
                </a:cxn>
                <a:cxn ang="0">
                  <a:pos x="166" y="8"/>
                </a:cxn>
                <a:cxn ang="0">
                  <a:pos x="166" y="8"/>
                </a:cxn>
                <a:cxn ang="0">
                  <a:pos x="167" y="7"/>
                </a:cxn>
                <a:cxn ang="0">
                  <a:pos x="167" y="4"/>
                </a:cxn>
                <a:cxn ang="0">
                  <a:pos x="166" y="3"/>
                </a:cxn>
                <a:cxn ang="0">
                  <a:pos x="165" y="2"/>
                </a:cxn>
                <a:cxn ang="0">
                  <a:pos x="161" y="0"/>
                </a:cxn>
                <a:cxn ang="0">
                  <a:pos x="158" y="2"/>
                </a:cxn>
                <a:cxn ang="0">
                  <a:pos x="157" y="3"/>
                </a:cxn>
                <a:cxn ang="0">
                  <a:pos x="157" y="3"/>
                </a:cxn>
              </a:cxnLst>
              <a:rect l="0" t="0" r="r" b="b"/>
              <a:pathLst>
                <a:path w="167" h="206">
                  <a:moveTo>
                    <a:pt x="157" y="3"/>
                  </a:moveTo>
                  <a:lnTo>
                    <a:pt x="157" y="3"/>
                  </a:lnTo>
                  <a:lnTo>
                    <a:pt x="136" y="32"/>
                  </a:lnTo>
                  <a:lnTo>
                    <a:pt x="115" y="60"/>
                  </a:lnTo>
                  <a:lnTo>
                    <a:pt x="94" y="89"/>
                  </a:lnTo>
                  <a:lnTo>
                    <a:pt x="84" y="102"/>
                  </a:lnTo>
                  <a:lnTo>
                    <a:pt x="71" y="115"/>
                  </a:lnTo>
                  <a:lnTo>
                    <a:pt x="71" y="115"/>
                  </a:lnTo>
                  <a:lnTo>
                    <a:pt x="52" y="134"/>
                  </a:lnTo>
                  <a:lnTo>
                    <a:pt x="34" y="155"/>
                  </a:lnTo>
                  <a:lnTo>
                    <a:pt x="16" y="176"/>
                  </a:lnTo>
                  <a:lnTo>
                    <a:pt x="8" y="186"/>
                  </a:lnTo>
                  <a:lnTo>
                    <a:pt x="1" y="196"/>
                  </a:lnTo>
                  <a:lnTo>
                    <a:pt x="1" y="196"/>
                  </a:lnTo>
                  <a:lnTo>
                    <a:pt x="0" y="199"/>
                  </a:lnTo>
                  <a:lnTo>
                    <a:pt x="0" y="202"/>
                  </a:lnTo>
                  <a:lnTo>
                    <a:pt x="3" y="204"/>
                  </a:lnTo>
                  <a:lnTo>
                    <a:pt x="7" y="206"/>
                  </a:lnTo>
                  <a:lnTo>
                    <a:pt x="9" y="204"/>
                  </a:lnTo>
                  <a:lnTo>
                    <a:pt x="10" y="203"/>
                  </a:lnTo>
                  <a:lnTo>
                    <a:pt x="10" y="203"/>
                  </a:lnTo>
                  <a:lnTo>
                    <a:pt x="20" y="190"/>
                  </a:lnTo>
                  <a:lnTo>
                    <a:pt x="29" y="178"/>
                  </a:lnTo>
                  <a:lnTo>
                    <a:pt x="50" y="155"/>
                  </a:lnTo>
                  <a:lnTo>
                    <a:pt x="72" y="131"/>
                  </a:lnTo>
                  <a:lnTo>
                    <a:pt x="93" y="109"/>
                  </a:lnTo>
                  <a:lnTo>
                    <a:pt x="93" y="109"/>
                  </a:lnTo>
                  <a:lnTo>
                    <a:pt x="112" y="84"/>
                  </a:lnTo>
                  <a:lnTo>
                    <a:pt x="131" y="59"/>
                  </a:lnTo>
                  <a:lnTo>
                    <a:pt x="148" y="34"/>
                  </a:lnTo>
                  <a:lnTo>
                    <a:pt x="166" y="8"/>
                  </a:lnTo>
                  <a:lnTo>
                    <a:pt x="166" y="8"/>
                  </a:lnTo>
                  <a:lnTo>
                    <a:pt x="167" y="7"/>
                  </a:lnTo>
                  <a:lnTo>
                    <a:pt x="167" y="4"/>
                  </a:lnTo>
                  <a:lnTo>
                    <a:pt x="166" y="3"/>
                  </a:lnTo>
                  <a:lnTo>
                    <a:pt x="165" y="2"/>
                  </a:lnTo>
                  <a:lnTo>
                    <a:pt x="161" y="0"/>
                  </a:lnTo>
                  <a:lnTo>
                    <a:pt x="158" y="2"/>
                  </a:lnTo>
                  <a:lnTo>
                    <a:pt x="157" y="3"/>
                  </a:lnTo>
                  <a:lnTo>
                    <a:pt x="157" y="3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94" name="Freeform 506"/>
            <p:cNvSpPr/>
            <p:nvPr>
              <p:custDataLst>
                <p:tags r:id="rId49"/>
              </p:custDataLst>
            </p:nvPr>
          </p:nvSpPr>
          <p:spPr bwMode="auto">
            <a:xfrm>
              <a:off x="3448051" y="1282700"/>
              <a:ext cx="73025" cy="90488"/>
            </a:xfrm>
            <a:custGeom>
              <a:avLst/>
              <a:gdLst/>
              <a:ahLst/>
              <a:cxnLst>
                <a:cxn ang="0">
                  <a:pos x="177" y="1"/>
                </a:cxn>
                <a:cxn ang="0">
                  <a:pos x="177" y="1"/>
                </a:cxn>
                <a:cxn ang="0">
                  <a:pos x="152" y="29"/>
                </a:cxn>
                <a:cxn ang="0">
                  <a:pos x="128" y="57"/>
                </a:cxn>
                <a:cxn ang="0">
                  <a:pos x="81" y="115"/>
                </a:cxn>
                <a:cxn ang="0">
                  <a:pos x="81" y="115"/>
                </a:cxn>
                <a:cxn ang="0">
                  <a:pos x="43" y="165"/>
                </a:cxn>
                <a:cxn ang="0">
                  <a:pos x="43" y="165"/>
                </a:cxn>
                <a:cxn ang="0">
                  <a:pos x="21" y="192"/>
                </a:cxn>
                <a:cxn ang="0">
                  <a:pos x="10" y="205"/>
                </a:cxn>
                <a:cxn ang="0">
                  <a:pos x="1" y="220"/>
                </a:cxn>
                <a:cxn ang="0">
                  <a:pos x="1" y="220"/>
                </a:cxn>
                <a:cxn ang="0">
                  <a:pos x="0" y="222"/>
                </a:cxn>
                <a:cxn ang="0">
                  <a:pos x="0" y="223"/>
                </a:cxn>
                <a:cxn ang="0">
                  <a:pos x="3" y="227"/>
                </a:cxn>
                <a:cxn ang="0">
                  <a:pos x="7" y="227"/>
                </a:cxn>
                <a:cxn ang="0">
                  <a:pos x="9" y="227"/>
                </a:cxn>
                <a:cxn ang="0">
                  <a:pos x="10" y="225"/>
                </a:cxn>
                <a:cxn ang="0">
                  <a:pos x="10" y="225"/>
                </a:cxn>
                <a:cxn ang="0">
                  <a:pos x="18" y="213"/>
                </a:cxn>
                <a:cxn ang="0">
                  <a:pos x="29" y="201"/>
                </a:cxn>
                <a:cxn ang="0">
                  <a:pos x="38" y="191"/>
                </a:cxn>
                <a:cxn ang="0">
                  <a:pos x="47" y="179"/>
                </a:cxn>
                <a:cxn ang="0">
                  <a:pos x="47" y="179"/>
                </a:cxn>
                <a:cxn ang="0">
                  <a:pos x="71" y="146"/>
                </a:cxn>
                <a:cxn ang="0">
                  <a:pos x="95" y="116"/>
                </a:cxn>
                <a:cxn ang="0">
                  <a:pos x="95" y="116"/>
                </a:cxn>
                <a:cxn ang="0">
                  <a:pos x="139" y="61"/>
                </a:cxn>
                <a:cxn ang="0">
                  <a:pos x="161" y="35"/>
                </a:cxn>
                <a:cxn ang="0">
                  <a:pos x="184" y="9"/>
                </a:cxn>
                <a:cxn ang="0">
                  <a:pos x="184" y="9"/>
                </a:cxn>
                <a:cxn ang="0">
                  <a:pos x="186" y="8"/>
                </a:cxn>
                <a:cxn ang="0">
                  <a:pos x="186" y="5"/>
                </a:cxn>
                <a:cxn ang="0">
                  <a:pos x="184" y="1"/>
                </a:cxn>
                <a:cxn ang="0">
                  <a:pos x="181" y="0"/>
                </a:cxn>
                <a:cxn ang="0">
                  <a:pos x="179" y="0"/>
                </a:cxn>
                <a:cxn ang="0">
                  <a:pos x="177" y="1"/>
                </a:cxn>
                <a:cxn ang="0">
                  <a:pos x="177" y="1"/>
                </a:cxn>
              </a:cxnLst>
              <a:rect l="0" t="0" r="r" b="b"/>
              <a:pathLst>
                <a:path w="186" h="227">
                  <a:moveTo>
                    <a:pt x="177" y="1"/>
                  </a:moveTo>
                  <a:lnTo>
                    <a:pt x="177" y="1"/>
                  </a:lnTo>
                  <a:lnTo>
                    <a:pt x="152" y="29"/>
                  </a:lnTo>
                  <a:lnTo>
                    <a:pt x="128" y="57"/>
                  </a:lnTo>
                  <a:lnTo>
                    <a:pt x="81" y="115"/>
                  </a:lnTo>
                  <a:lnTo>
                    <a:pt x="81" y="115"/>
                  </a:lnTo>
                  <a:lnTo>
                    <a:pt x="43" y="165"/>
                  </a:lnTo>
                  <a:lnTo>
                    <a:pt x="43" y="165"/>
                  </a:lnTo>
                  <a:lnTo>
                    <a:pt x="21" y="192"/>
                  </a:lnTo>
                  <a:lnTo>
                    <a:pt x="10" y="205"/>
                  </a:lnTo>
                  <a:lnTo>
                    <a:pt x="1" y="220"/>
                  </a:lnTo>
                  <a:lnTo>
                    <a:pt x="1" y="220"/>
                  </a:lnTo>
                  <a:lnTo>
                    <a:pt x="0" y="222"/>
                  </a:lnTo>
                  <a:lnTo>
                    <a:pt x="0" y="223"/>
                  </a:lnTo>
                  <a:lnTo>
                    <a:pt x="3" y="227"/>
                  </a:lnTo>
                  <a:lnTo>
                    <a:pt x="7" y="227"/>
                  </a:lnTo>
                  <a:lnTo>
                    <a:pt x="9" y="227"/>
                  </a:lnTo>
                  <a:lnTo>
                    <a:pt x="10" y="225"/>
                  </a:lnTo>
                  <a:lnTo>
                    <a:pt x="10" y="225"/>
                  </a:lnTo>
                  <a:lnTo>
                    <a:pt x="18" y="213"/>
                  </a:lnTo>
                  <a:lnTo>
                    <a:pt x="29" y="201"/>
                  </a:lnTo>
                  <a:lnTo>
                    <a:pt x="38" y="191"/>
                  </a:lnTo>
                  <a:lnTo>
                    <a:pt x="47" y="179"/>
                  </a:lnTo>
                  <a:lnTo>
                    <a:pt x="47" y="179"/>
                  </a:lnTo>
                  <a:lnTo>
                    <a:pt x="71" y="146"/>
                  </a:lnTo>
                  <a:lnTo>
                    <a:pt x="95" y="116"/>
                  </a:lnTo>
                  <a:lnTo>
                    <a:pt x="95" y="116"/>
                  </a:lnTo>
                  <a:lnTo>
                    <a:pt x="139" y="61"/>
                  </a:lnTo>
                  <a:lnTo>
                    <a:pt x="161" y="35"/>
                  </a:lnTo>
                  <a:lnTo>
                    <a:pt x="184" y="9"/>
                  </a:lnTo>
                  <a:lnTo>
                    <a:pt x="184" y="9"/>
                  </a:lnTo>
                  <a:lnTo>
                    <a:pt x="186" y="8"/>
                  </a:lnTo>
                  <a:lnTo>
                    <a:pt x="186" y="5"/>
                  </a:lnTo>
                  <a:lnTo>
                    <a:pt x="184" y="1"/>
                  </a:lnTo>
                  <a:lnTo>
                    <a:pt x="181" y="0"/>
                  </a:lnTo>
                  <a:lnTo>
                    <a:pt x="179" y="0"/>
                  </a:lnTo>
                  <a:lnTo>
                    <a:pt x="177" y="1"/>
                  </a:lnTo>
                  <a:lnTo>
                    <a:pt x="177" y="1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95" name="Freeform 507"/>
            <p:cNvSpPr/>
            <p:nvPr>
              <p:custDataLst>
                <p:tags r:id="rId50"/>
              </p:custDataLst>
            </p:nvPr>
          </p:nvSpPr>
          <p:spPr bwMode="auto">
            <a:xfrm>
              <a:off x="3452813" y="1331913"/>
              <a:ext cx="65088" cy="82550"/>
            </a:xfrm>
            <a:custGeom>
              <a:avLst/>
              <a:gdLst/>
              <a:ahLst/>
              <a:cxnLst>
                <a:cxn ang="0">
                  <a:pos x="153" y="2"/>
                </a:cxn>
                <a:cxn ang="0">
                  <a:pos x="153" y="2"/>
                </a:cxn>
                <a:cxn ang="0">
                  <a:pos x="63" y="116"/>
                </a:cxn>
                <a:cxn ang="0">
                  <a:pos x="63" y="116"/>
                </a:cxn>
                <a:cxn ang="0">
                  <a:pos x="44" y="136"/>
                </a:cxn>
                <a:cxn ang="0">
                  <a:pos x="27" y="157"/>
                </a:cxn>
                <a:cxn ang="0">
                  <a:pos x="19" y="168"/>
                </a:cxn>
                <a:cxn ang="0">
                  <a:pos x="12" y="178"/>
                </a:cxn>
                <a:cxn ang="0">
                  <a:pos x="5" y="190"/>
                </a:cxn>
                <a:cxn ang="0">
                  <a:pos x="0" y="202"/>
                </a:cxn>
                <a:cxn ang="0">
                  <a:pos x="0" y="202"/>
                </a:cxn>
                <a:cxn ang="0">
                  <a:pos x="0" y="204"/>
                </a:cxn>
                <a:cxn ang="0">
                  <a:pos x="0" y="207"/>
                </a:cxn>
                <a:cxn ang="0">
                  <a:pos x="1" y="208"/>
                </a:cxn>
                <a:cxn ang="0">
                  <a:pos x="4" y="208"/>
                </a:cxn>
                <a:cxn ang="0">
                  <a:pos x="8" y="208"/>
                </a:cxn>
                <a:cxn ang="0">
                  <a:pos x="9" y="207"/>
                </a:cxn>
                <a:cxn ang="0">
                  <a:pos x="10" y="206"/>
                </a:cxn>
                <a:cxn ang="0">
                  <a:pos x="10" y="206"/>
                </a:cxn>
                <a:cxn ang="0">
                  <a:pos x="17" y="191"/>
                </a:cxn>
                <a:cxn ang="0">
                  <a:pos x="25" y="178"/>
                </a:cxn>
                <a:cxn ang="0">
                  <a:pos x="34" y="167"/>
                </a:cxn>
                <a:cxn ang="0">
                  <a:pos x="43" y="153"/>
                </a:cxn>
                <a:cxn ang="0">
                  <a:pos x="64" y="130"/>
                </a:cxn>
                <a:cxn ang="0">
                  <a:pos x="83" y="106"/>
                </a:cxn>
                <a:cxn ang="0">
                  <a:pos x="83" y="106"/>
                </a:cxn>
                <a:cxn ang="0">
                  <a:pos x="162" y="10"/>
                </a:cxn>
                <a:cxn ang="0">
                  <a:pos x="162" y="10"/>
                </a:cxn>
                <a:cxn ang="0">
                  <a:pos x="162" y="8"/>
                </a:cxn>
                <a:cxn ang="0">
                  <a:pos x="163" y="6"/>
                </a:cxn>
                <a:cxn ang="0">
                  <a:pos x="161" y="2"/>
                </a:cxn>
                <a:cxn ang="0">
                  <a:pos x="159" y="0"/>
                </a:cxn>
                <a:cxn ang="0">
                  <a:pos x="157" y="0"/>
                </a:cxn>
                <a:cxn ang="0">
                  <a:pos x="155" y="0"/>
                </a:cxn>
                <a:cxn ang="0">
                  <a:pos x="153" y="2"/>
                </a:cxn>
                <a:cxn ang="0">
                  <a:pos x="153" y="2"/>
                </a:cxn>
              </a:cxnLst>
              <a:rect l="0" t="0" r="r" b="b"/>
              <a:pathLst>
                <a:path w="163" h="208">
                  <a:moveTo>
                    <a:pt x="153" y="2"/>
                  </a:moveTo>
                  <a:lnTo>
                    <a:pt x="153" y="2"/>
                  </a:lnTo>
                  <a:lnTo>
                    <a:pt x="63" y="116"/>
                  </a:lnTo>
                  <a:lnTo>
                    <a:pt x="63" y="116"/>
                  </a:lnTo>
                  <a:lnTo>
                    <a:pt x="44" y="136"/>
                  </a:lnTo>
                  <a:lnTo>
                    <a:pt x="27" y="157"/>
                  </a:lnTo>
                  <a:lnTo>
                    <a:pt x="19" y="168"/>
                  </a:lnTo>
                  <a:lnTo>
                    <a:pt x="12" y="178"/>
                  </a:lnTo>
                  <a:lnTo>
                    <a:pt x="5" y="190"/>
                  </a:lnTo>
                  <a:lnTo>
                    <a:pt x="0" y="202"/>
                  </a:lnTo>
                  <a:lnTo>
                    <a:pt x="0" y="202"/>
                  </a:lnTo>
                  <a:lnTo>
                    <a:pt x="0" y="204"/>
                  </a:lnTo>
                  <a:lnTo>
                    <a:pt x="0" y="207"/>
                  </a:lnTo>
                  <a:lnTo>
                    <a:pt x="1" y="208"/>
                  </a:lnTo>
                  <a:lnTo>
                    <a:pt x="4" y="208"/>
                  </a:lnTo>
                  <a:lnTo>
                    <a:pt x="8" y="208"/>
                  </a:lnTo>
                  <a:lnTo>
                    <a:pt x="9" y="207"/>
                  </a:lnTo>
                  <a:lnTo>
                    <a:pt x="10" y="206"/>
                  </a:lnTo>
                  <a:lnTo>
                    <a:pt x="10" y="206"/>
                  </a:lnTo>
                  <a:lnTo>
                    <a:pt x="17" y="191"/>
                  </a:lnTo>
                  <a:lnTo>
                    <a:pt x="25" y="178"/>
                  </a:lnTo>
                  <a:lnTo>
                    <a:pt x="34" y="167"/>
                  </a:lnTo>
                  <a:lnTo>
                    <a:pt x="43" y="153"/>
                  </a:lnTo>
                  <a:lnTo>
                    <a:pt x="64" y="130"/>
                  </a:lnTo>
                  <a:lnTo>
                    <a:pt x="83" y="106"/>
                  </a:lnTo>
                  <a:lnTo>
                    <a:pt x="83" y="106"/>
                  </a:lnTo>
                  <a:lnTo>
                    <a:pt x="162" y="10"/>
                  </a:lnTo>
                  <a:lnTo>
                    <a:pt x="162" y="10"/>
                  </a:lnTo>
                  <a:lnTo>
                    <a:pt x="162" y="8"/>
                  </a:lnTo>
                  <a:lnTo>
                    <a:pt x="163" y="6"/>
                  </a:lnTo>
                  <a:lnTo>
                    <a:pt x="161" y="2"/>
                  </a:lnTo>
                  <a:lnTo>
                    <a:pt x="159" y="0"/>
                  </a:lnTo>
                  <a:lnTo>
                    <a:pt x="157" y="0"/>
                  </a:lnTo>
                  <a:lnTo>
                    <a:pt x="155" y="0"/>
                  </a:lnTo>
                  <a:lnTo>
                    <a:pt x="153" y="2"/>
                  </a:lnTo>
                  <a:lnTo>
                    <a:pt x="153" y="2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96" name="Freeform 508"/>
            <p:cNvSpPr/>
            <p:nvPr>
              <p:custDataLst>
                <p:tags r:id="rId51"/>
              </p:custDataLst>
            </p:nvPr>
          </p:nvSpPr>
          <p:spPr bwMode="auto">
            <a:xfrm>
              <a:off x="3446463" y="1387475"/>
              <a:ext cx="68263" cy="82550"/>
            </a:xfrm>
            <a:custGeom>
              <a:avLst/>
              <a:gdLst/>
              <a:ahLst/>
              <a:cxnLst>
                <a:cxn ang="0">
                  <a:pos x="162" y="3"/>
                </a:cxn>
                <a:cxn ang="0">
                  <a:pos x="162" y="3"/>
                </a:cxn>
                <a:cxn ang="0">
                  <a:pos x="120" y="51"/>
                </a:cxn>
                <a:cxn ang="0">
                  <a:pos x="80" y="101"/>
                </a:cxn>
                <a:cxn ang="0">
                  <a:pos x="39" y="151"/>
                </a:cxn>
                <a:cxn ang="0">
                  <a:pos x="1" y="202"/>
                </a:cxn>
                <a:cxn ang="0">
                  <a:pos x="1" y="202"/>
                </a:cxn>
                <a:cxn ang="0">
                  <a:pos x="0" y="204"/>
                </a:cxn>
                <a:cxn ang="0">
                  <a:pos x="0" y="206"/>
                </a:cxn>
                <a:cxn ang="0">
                  <a:pos x="1" y="208"/>
                </a:cxn>
                <a:cxn ang="0">
                  <a:pos x="3" y="210"/>
                </a:cxn>
                <a:cxn ang="0">
                  <a:pos x="7" y="210"/>
                </a:cxn>
                <a:cxn ang="0">
                  <a:pos x="9" y="210"/>
                </a:cxn>
                <a:cxn ang="0">
                  <a:pos x="11" y="207"/>
                </a:cxn>
                <a:cxn ang="0">
                  <a:pos x="11" y="207"/>
                </a:cxn>
                <a:cxn ang="0">
                  <a:pos x="50" y="157"/>
                </a:cxn>
                <a:cxn ang="0">
                  <a:pos x="89" y="108"/>
                </a:cxn>
                <a:cxn ang="0">
                  <a:pos x="128" y="59"/>
                </a:cxn>
                <a:cxn ang="0">
                  <a:pos x="170" y="11"/>
                </a:cxn>
                <a:cxn ang="0">
                  <a:pos x="170" y="11"/>
                </a:cxn>
                <a:cxn ang="0">
                  <a:pos x="171" y="8"/>
                </a:cxn>
                <a:cxn ang="0">
                  <a:pos x="171" y="7"/>
                </a:cxn>
                <a:cxn ang="0">
                  <a:pos x="169" y="3"/>
                </a:cxn>
                <a:cxn ang="0">
                  <a:pos x="166" y="0"/>
                </a:cxn>
                <a:cxn ang="0">
                  <a:pos x="164" y="2"/>
                </a:cxn>
                <a:cxn ang="0">
                  <a:pos x="162" y="3"/>
                </a:cxn>
                <a:cxn ang="0">
                  <a:pos x="162" y="3"/>
                </a:cxn>
              </a:cxnLst>
              <a:rect l="0" t="0" r="r" b="b"/>
              <a:pathLst>
                <a:path w="171" h="210">
                  <a:moveTo>
                    <a:pt x="162" y="3"/>
                  </a:moveTo>
                  <a:lnTo>
                    <a:pt x="162" y="3"/>
                  </a:lnTo>
                  <a:lnTo>
                    <a:pt x="120" y="51"/>
                  </a:lnTo>
                  <a:lnTo>
                    <a:pt x="80" y="101"/>
                  </a:lnTo>
                  <a:lnTo>
                    <a:pt x="39" y="151"/>
                  </a:lnTo>
                  <a:lnTo>
                    <a:pt x="1" y="202"/>
                  </a:lnTo>
                  <a:lnTo>
                    <a:pt x="1" y="202"/>
                  </a:lnTo>
                  <a:lnTo>
                    <a:pt x="0" y="204"/>
                  </a:lnTo>
                  <a:lnTo>
                    <a:pt x="0" y="206"/>
                  </a:lnTo>
                  <a:lnTo>
                    <a:pt x="1" y="208"/>
                  </a:lnTo>
                  <a:lnTo>
                    <a:pt x="3" y="210"/>
                  </a:lnTo>
                  <a:lnTo>
                    <a:pt x="7" y="210"/>
                  </a:lnTo>
                  <a:lnTo>
                    <a:pt x="9" y="210"/>
                  </a:lnTo>
                  <a:lnTo>
                    <a:pt x="11" y="207"/>
                  </a:lnTo>
                  <a:lnTo>
                    <a:pt x="11" y="207"/>
                  </a:lnTo>
                  <a:lnTo>
                    <a:pt x="50" y="157"/>
                  </a:lnTo>
                  <a:lnTo>
                    <a:pt x="89" y="108"/>
                  </a:lnTo>
                  <a:lnTo>
                    <a:pt x="128" y="59"/>
                  </a:lnTo>
                  <a:lnTo>
                    <a:pt x="170" y="11"/>
                  </a:lnTo>
                  <a:lnTo>
                    <a:pt x="170" y="11"/>
                  </a:lnTo>
                  <a:lnTo>
                    <a:pt x="171" y="8"/>
                  </a:lnTo>
                  <a:lnTo>
                    <a:pt x="171" y="7"/>
                  </a:lnTo>
                  <a:lnTo>
                    <a:pt x="169" y="3"/>
                  </a:lnTo>
                  <a:lnTo>
                    <a:pt x="166" y="0"/>
                  </a:lnTo>
                  <a:lnTo>
                    <a:pt x="164" y="2"/>
                  </a:lnTo>
                  <a:lnTo>
                    <a:pt x="162" y="3"/>
                  </a:lnTo>
                  <a:lnTo>
                    <a:pt x="162" y="3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97" name="Freeform 509"/>
            <p:cNvSpPr/>
            <p:nvPr>
              <p:custDataLst>
                <p:tags r:id="rId52"/>
              </p:custDataLst>
            </p:nvPr>
          </p:nvSpPr>
          <p:spPr bwMode="auto">
            <a:xfrm>
              <a:off x="3433763" y="1431925"/>
              <a:ext cx="76200" cy="93663"/>
            </a:xfrm>
            <a:custGeom>
              <a:avLst/>
              <a:gdLst/>
              <a:ahLst/>
              <a:cxnLst>
                <a:cxn ang="0">
                  <a:pos x="183" y="3"/>
                </a:cxn>
                <a:cxn ang="0">
                  <a:pos x="183" y="3"/>
                </a:cxn>
                <a:cxn ang="0">
                  <a:pos x="174" y="16"/>
                </a:cxn>
                <a:cxn ang="0">
                  <a:pos x="162" y="28"/>
                </a:cxn>
                <a:cxn ang="0">
                  <a:pos x="139" y="51"/>
                </a:cxn>
                <a:cxn ang="0">
                  <a:pos x="139" y="51"/>
                </a:cxn>
                <a:cxn ang="0">
                  <a:pos x="115" y="78"/>
                </a:cxn>
                <a:cxn ang="0">
                  <a:pos x="92" y="106"/>
                </a:cxn>
                <a:cxn ang="0">
                  <a:pos x="92" y="106"/>
                </a:cxn>
                <a:cxn ang="0">
                  <a:pos x="68" y="135"/>
                </a:cxn>
                <a:cxn ang="0">
                  <a:pos x="43" y="165"/>
                </a:cxn>
                <a:cxn ang="0">
                  <a:pos x="31" y="180"/>
                </a:cxn>
                <a:cxn ang="0">
                  <a:pos x="21" y="194"/>
                </a:cxn>
                <a:cxn ang="0">
                  <a:pos x="11" y="211"/>
                </a:cxn>
                <a:cxn ang="0">
                  <a:pos x="0" y="228"/>
                </a:cxn>
                <a:cxn ang="0">
                  <a:pos x="0" y="228"/>
                </a:cxn>
                <a:cxn ang="0">
                  <a:pos x="0" y="231"/>
                </a:cxn>
                <a:cxn ang="0">
                  <a:pos x="0" y="232"/>
                </a:cxn>
                <a:cxn ang="0">
                  <a:pos x="3" y="236"/>
                </a:cxn>
                <a:cxn ang="0">
                  <a:pos x="7" y="236"/>
                </a:cxn>
                <a:cxn ang="0">
                  <a:pos x="9" y="236"/>
                </a:cxn>
                <a:cxn ang="0">
                  <a:pos x="11" y="233"/>
                </a:cxn>
                <a:cxn ang="0">
                  <a:pos x="11" y="233"/>
                </a:cxn>
                <a:cxn ang="0">
                  <a:pos x="20" y="218"/>
                </a:cxn>
                <a:cxn ang="0">
                  <a:pos x="29" y="202"/>
                </a:cxn>
                <a:cxn ang="0">
                  <a:pos x="39" y="187"/>
                </a:cxn>
                <a:cxn ang="0">
                  <a:pos x="51" y="174"/>
                </a:cxn>
                <a:cxn ang="0">
                  <a:pos x="73" y="147"/>
                </a:cxn>
                <a:cxn ang="0">
                  <a:pos x="96" y="119"/>
                </a:cxn>
                <a:cxn ang="0">
                  <a:pos x="96" y="119"/>
                </a:cxn>
                <a:cxn ang="0">
                  <a:pos x="110" y="102"/>
                </a:cxn>
                <a:cxn ang="0">
                  <a:pos x="124" y="84"/>
                </a:cxn>
                <a:cxn ang="0">
                  <a:pos x="154" y="51"/>
                </a:cxn>
                <a:cxn ang="0">
                  <a:pos x="154" y="51"/>
                </a:cxn>
                <a:cxn ang="0">
                  <a:pos x="175" y="32"/>
                </a:cxn>
                <a:cxn ang="0">
                  <a:pos x="184" y="21"/>
                </a:cxn>
                <a:cxn ang="0">
                  <a:pos x="194" y="8"/>
                </a:cxn>
                <a:cxn ang="0">
                  <a:pos x="194" y="8"/>
                </a:cxn>
                <a:cxn ang="0">
                  <a:pos x="194" y="7"/>
                </a:cxn>
                <a:cxn ang="0">
                  <a:pos x="194" y="4"/>
                </a:cxn>
                <a:cxn ang="0">
                  <a:pos x="191" y="2"/>
                </a:cxn>
                <a:cxn ang="0">
                  <a:pos x="187" y="0"/>
                </a:cxn>
                <a:cxn ang="0">
                  <a:pos x="184" y="2"/>
                </a:cxn>
                <a:cxn ang="0">
                  <a:pos x="183" y="3"/>
                </a:cxn>
                <a:cxn ang="0">
                  <a:pos x="183" y="3"/>
                </a:cxn>
              </a:cxnLst>
              <a:rect l="0" t="0" r="r" b="b"/>
              <a:pathLst>
                <a:path w="194" h="236">
                  <a:moveTo>
                    <a:pt x="183" y="3"/>
                  </a:moveTo>
                  <a:lnTo>
                    <a:pt x="183" y="3"/>
                  </a:lnTo>
                  <a:lnTo>
                    <a:pt x="174" y="16"/>
                  </a:lnTo>
                  <a:lnTo>
                    <a:pt x="162" y="28"/>
                  </a:lnTo>
                  <a:lnTo>
                    <a:pt x="139" y="51"/>
                  </a:lnTo>
                  <a:lnTo>
                    <a:pt x="139" y="51"/>
                  </a:lnTo>
                  <a:lnTo>
                    <a:pt x="115" y="78"/>
                  </a:lnTo>
                  <a:lnTo>
                    <a:pt x="92" y="106"/>
                  </a:lnTo>
                  <a:lnTo>
                    <a:pt x="92" y="106"/>
                  </a:lnTo>
                  <a:lnTo>
                    <a:pt x="68" y="135"/>
                  </a:lnTo>
                  <a:lnTo>
                    <a:pt x="43" y="165"/>
                  </a:lnTo>
                  <a:lnTo>
                    <a:pt x="31" y="180"/>
                  </a:lnTo>
                  <a:lnTo>
                    <a:pt x="21" y="194"/>
                  </a:lnTo>
                  <a:lnTo>
                    <a:pt x="11" y="211"/>
                  </a:lnTo>
                  <a:lnTo>
                    <a:pt x="0" y="228"/>
                  </a:lnTo>
                  <a:lnTo>
                    <a:pt x="0" y="228"/>
                  </a:lnTo>
                  <a:lnTo>
                    <a:pt x="0" y="231"/>
                  </a:lnTo>
                  <a:lnTo>
                    <a:pt x="0" y="232"/>
                  </a:lnTo>
                  <a:lnTo>
                    <a:pt x="3" y="236"/>
                  </a:lnTo>
                  <a:lnTo>
                    <a:pt x="7" y="236"/>
                  </a:lnTo>
                  <a:lnTo>
                    <a:pt x="9" y="236"/>
                  </a:lnTo>
                  <a:lnTo>
                    <a:pt x="11" y="233"/>
                  </a:lnTo>
                  <a:lnTo>
                    <a:pt x="11" y="233"/>
                  </a:lnTo>
                  <a:lnTo>
                    <a:pt x="20" y="218"/>
                  </a:lnTo>
                  <a:lnTo>
                    <a:pt x="29" y="202"/>
                  </a:lnTo>
                  <a:lnTo>
                    <a:pt x="39" y="187"/>
                  </a:lnTo>
                  <a:lnTo>
                    <a:pt x="51" y="174"/>
                  </a:lnTo>
                  <a:lnTo>
                    <a:pt x="73" y="147"/>
                  </a:lnTo>
                  <a:lnTo>
                    <a:pt x="96" y="119"/>
                  </a:lnTo>
                  <a:lnTo>
                    <a:pt x="96" y="119"/>
                  </a:lnTo>
                  <a:lnTo>
                    <a:pt x="110" y="102"/>
                  </a:lnTo>
                  <a:lnTo>
                    <a:pt x="124" y="84"/>
                  </a:lnTo>
                  <a:lnTo>
                    <a:pt x="154" y="51"/>
                  </a:lnTo>
                  <a:lnTo>
                    <a:pt x="154" y="51"/>
                  </a:lnTo>
                  <a:lnTo>
                    <a:pt x="175" y="32"/>
                  </a:lnTo>
                  <a:lnTo>
                    <a:pt x="184" y="21"/>
                  </a:lnTo>
                  <a:lnTo>
                    <a:pt x="194" y="8"/>
                  </a:lnTo>
                  <a:lnTo>
                    <a:pt x="194" y="8"/>
                  </a:lnTo>
                  <a:lnTo>
                    <a:pt x="194" y="7"/>
                  </a:lnTo>
                  <a:lnTo>
                    <a:pt x="194" y="4"/>
                  </a:lnTo>
                  <a:lnTo>
                    <a:pt x="191" y="2"/>
                  </a:lnTo>
                  <a:lnTo>
                    <a:pt x="187" y="0"/>
                  </a:lnTo>
                  <a:lnTo>
                    <a:pt x="184" y="2"/>
                  </a:lnTo>
                  <a:lnTo>
                    <a:pt x="183" y="3"/>
                  </a:lnTo>
                  <a:lnTo>
                    <a:pt x="183" y="3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98" name="Freeform 510"/>
            <p:cNvSpPr/>
            <p:nvPr>
              <p:custDataLst>
                <p:tags r:id="rId53"/>
              </p:custDataLst>
            </p:nvPr>
          </p:nvSpPr>
          <p:spPr bwMode="auto">
            <a:xfrm>
              <a:off x="3438526" y="1466850"/>
              <a:ext cx="76200" cy="87313"/>
            </a:xfrm>
            <a:custGeom>
              <a:avLst/>
              <a:gdLst/>
              <a:ahLst/>
              <a:cxnLst>
                <a:cxn ang="0">
                  <a:pos x="179" y="3"/>
                </a:cxn>
                <a:cxn ang="0">
                  <a:pos x="179" y="3"/>
                </a:cxn>
                <a:cxn ang="0">
                  <a:pos x="158" y="37"/>
                </a:cxn>
                <a:cxn ang="0">
                  <a:pos x="136" y="69"/>
                </a:cxn>
                <a:cxn ang="0">
                  <a:pos x="112" y="101"/>
                </a:cxn>
                <a:cxn ang="0">
                  <a:pos x="99" y="116"/>
                </a:cxn>
                <a:cxn ang="0">
                  <a:pos x="86" y="132"/>
                </a:cxn>
                <a:cxn ang="0">
                  <a:pos x="86" y="132"/>
                </a:cxn>
                <a:cxn ang="0">
                  <a:pos x="74" y="144"/>
                </a:cxn>
                <a:cxn ang="0">
                  <a:pos x="61" y="156"/>
                </a:cxn>
                <a:cxn ang="0">
                  <a:pos x="34" y="177"/>
                </a:cxn>
                <a:cxn ang="0">
                  <a:pos x="34" y="177"/>
                </a:cxn>
                <a:cxn ang="0">
                  <a:pos x="23" y="183"/>
                </a:cxn>
                <a:cxn ang="0">
                  <a:pos x="14" y="190"/>
                </a:cxn>
                <a:cxn ang="0">
                  <a:pos x="6" y="198"/>
                </a:cxn>
                <a:cxn ang="0">
                  <a:pos x="0" y="208"/>
                </a:cxn>
                <a:cxn ang="0">
                  <a:pos x="0" y="208"/>
                </a:cxn>
                <a:cxn ang="0">
                  <a:pos x="0" y="211"/>
                </a:cxn>
                <a:cxn ang="0">
                  <a:pos x="0" y="213"/>
                </a:cxn>
                <a:cxn ang="0">
                  <a:pos x="2" y="216"/>
                </a:cxn>
                <a:cxn ang="0">
                  <a:pos x="6" y="217"/>
                </a:cxn>
                <a:cxn ang="0">
                  <a:pos x="8" y="216"/>
                </a:cxn>
                <a:cxn ang="0">
                  <a:pos x="10" y="213"/>
                </a:cxn>
                <a:cxn ang="0">
                  <a:pos x="10" y="213"/>
                </a:cxn>
                <a:cxn ang="0">
                  <a:pos x="14" y="208"/>
                </a:cxn>
                <a:cxn ang="0">
                  <a:pos x="19" y="201"/>
                </a:cxn>
                <a:cxn ang="0">
                  <a:pos x="31" y="191"/>
                </a:cxn>
                <a:cxn ang="0">
                  <a:pos x="44" y="182"/>
                </a:cxn>
                <a:cxn ang="0">
                  <a:pos x="57" y="173"/>
                </a:cxn>
                <a:cxn ang="0">
                  <a:pos x="57" y="173"/>
                </a:cxn>
                <a:cxn ang="0">
                  <a:pos x="70" y="162"/>
                </a:cxn>
                <a:cxn ang="0">
                  <a:pos x="83" y="150"/>
                </a:cxn>
                <a:cxn ang="0">
                  <a:pos x="95" y="139"/>
                </a:cxn>
                <a:cxn ang="0">
                  <a:pos x="106" y="127"/>
                </a:cxn>
                <a:cxn ang="0">
                  <a:pos x="106" y="127"/>
                </a:cxn>
                <a:cxn ang="0">
                  <a:pos x="129" y="98"/>
                </a:cxn>
                <a:cxn ang="0">
                  <a:pos x="150" y="69"/>
                </a:cxn>
                <a:cxn ang="0">
                  <a:pos x="170" y="39"/>
                </a:cxn>
                <a:cxn ang="0">
                  <a:pos x="188" y="8"/>
                </a:cxn>
                <a:cxn ang="0">
                  <a:pos x="188" y="8"/>
                </a:cxn>
                <a:cxn ang="0">
                  <a:pos x="189" y="7"/>
                </a:cxn>
                <a:cxn ang="0">
                  <a:pos x="189" y="4"/>
                </a:cxn>
                <a:cxn ang="0">
                  <a:pos x="187" y="0"/>
                </a:cxn>
                <a:cxn ang="0">
                  <a:pos x="183" y="0"/>
                </a:cxn>
                <a:cxn ang="0">
                  <a:pos x="180" y="1"/>
                </a:cxn>
                <a:cxn ang="0">
                  <a:pos x="179" y="3"/>
                </a:cxn>
                <a:cxn ang="0">
                  <a:pos x="179" y="3"/>
                </a:cxn>
              </a:cxnLst>
              <a:rect l="0" t="0" r="r" b="b"/>
              <a:pathLst>
                <a:path w="189" h="217">
                  <a:moveTo>
                    <a:pt x="179" y="3"/>
                  </a:moveTo>
                  <a:lnTo>
                    <a:pt x="179" y="3"/>
                  </a:lnTo>
                  <a:lnTo>
                    <a:pt x="158" y="37"/>
                  </a:lnTo>
                  <a:lnTo>
                    <a:pt x="136" y="69"/>
                  </a:lnTo>
                  <a:lnTo>
                    <a:pt x="112" y="101"/>
                  </a:lnTo>
                  <a:lnTo>
                    <a:pt x="99" y="116"/>
                  </a:lnTo>
                  <a:lnTo>
                    <a:pt x="86" y="132"/>
                  </a:lnTo>
                  <a:lnTo>
                    <a:pt x="86" y="132"/>
                  </a:lnTo>
                  <a:lnTo>
                    <a:pt x="74" y="144"/>
                  </a:lnTo>
                  <a:lnTo>
                    <a:pt x="61" y="156"/>
                  </a:lnTo>
                  <a:lnTo>
                    <a:pt x="34" y="177"/>
                  </a:lnTo>
                  <a:lnTo>
                    <a:pt x="34" y="177"/>
                  </a:lnTo>
                  <a:lnTo>
                    <a:pt x="23" y="183"/>
                  </a:lnTo>
                  <a:lnTo>
                    <a:pt x="14" y="190"/>
                  </a:lnTo>
                  <a:lnTo>
                    <a:pt x="6" y="198"/>
                  </a:lnTo>
                  <a:lnTo>
                    <a:pt x="0" y="208"/>
                  </a:lnTo>
                  <a:lnTo>
                    <a:pt x="0" y="208"/>
                  </a:lnTo>
                  <a:lnTo>
                    <a:pt x="0" y="211"/>
                  </a:lnTo>
                  <a:lnTo>
                    <a:pt x="0" y="213"/>
                  </a:lnTo>
                  <a:lnTo>
                    <a:pt x="2" y="216"/>
                  </a:lnTo>
                  <a:lnTo>
                    <a:pt x="6" y="217"/>
                  </a:lnTo>
                  <a:lnTo>
                    <a:pt x="8" y="216"/>
                  </a:lnTo>
                  <a:lnTo>
                    <a:pt x="10" y="213"/>
                  </a:lnTo>
                  <a:lnTo>
                    <a:pt x="10" y="213"/>
                  </a:lnTo>
                  <a:lnTo>
                    <a:pt x="14" y="208"/>
                  </a:lnTo>
                  <a:lnTo>
                    <a:pt x="19" y="201"/>
                  </a:lnTo>
                  <a:lnTo>
                    <a:pt x="31" y="191"/>
                  </a:lnTo>
                  <a:lnTo>
                    <a:pt x="44" y="182"/>
                  </a:lnTo>
                  <a:lnTo>
                    <a:pt x="57" y="173"/>
                  </a:lnTo>
                  <a:lnTo>
                    <a:pt x="57" y="173"/>
                  </a:lnTo>
                  <a:lnTo>
                    <a:pt x="70" y="162"/>
                  </a:lnTo>
                  <a:lnTo>
                    <a:pt x="83" y="150"/>
                  </a:lnTo>
                  <a:lnTo>
                    <a:pt x="95" y="139"/>
                  </a:lnTo>
                  <a:lnTo>
                    <a:pt x="106" y="127"/>
                  </a:lnTo>
                  <a:lnTo>
                    <a:pt x="106" y="127"/>
                  </a:lnTo>
                  <a:lnTo>
                    <a:pt x="129" y="98"/>
                  </a:lnTo>
                  <a:lnTo>
                    <a:pt x="150" y="69"/>
                  </a:lnTo>
                  <a:lnTo>
                    <a:pt x="170" y="39"/>
                  </a:lnTo>
                  <a:lnTo>
                    <a:pt x="188" y="8"/>
                  </a:lnTo>
                  <a:lnTo>
                    <a:pt x="188" y="8"/>
                  </a:lnTo>
                  <a:lnTo>
                    <a:pt x="189" y="7"/>
                  </a:lnTo>
                  <a:lnTo>
                    <a:pt x="189" y="4"/>
                  </a:lnTo>
                  <a:lnTo>
                    <a:pt x="187" y="0"/>
                  </a:lnTo>
                  <a:lnTo>
                    <a:pt x="183" y="0"/>
                  </a:lnTo>
                  <a:lnTo>
                    <a:pt x="180" y="1"/>
                  </a:lnTo>
                  <a:lnTo>
                    <a:pt x="179" y="3"/>
                  </a:lnTo>
                  <a:lnTo>
                    <a:pt x="179" y="3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99" name="Freeform 511"/>
            <p:cNvSpPr/>
            <p:nvPr>
              <p:custDataLst>
                <p:tags r:id="rId54"/>
              </p:custDataLst>
            </p:nvPr>
          </p:nvSpPr>
          <p:spPr bwMode="auto">
            <a:xfrm>
              <a:off x="3465513" y="1516063"/>
              <a:ext cx="52388" cy="65088"/>
            </a:xfrm>
            <a:custGeom>
              <a:avLst/>
              <a:gdLst/>
              <a:ahLst/>
              <a:cxnLst>
                <a:cxn ang="0">
                  <a:pos x="119" y="1"/>
                </a:cxn>
                <a:cxn ang="0">
                  <a:pos x="119" y="1"/>
                </a:cxn>
                <a:cxn ang="0">
                  <a:pos x="85" y="34"/>
                </a:cxn>
                <a:cxn ang="0">
                  <a:pos x="68" y="51"/>
                </a:cxn>
                <a:cxn ang="0">
                  <a:pos x="52" y="69"/>
                </a:cxn>
                <a:cxn ang="0">
                  <a:pos x="52" y="69"/>
                </a:cxn>
                <a:cxn ang="0">
                  <a:pos x="38" y="90"/>
                </a:cxn>
                <a:cxn ang="0">
                  <a:pos x="25" y="111"/>
                </a:cxn>
                <a:cxn ang="0">
                  <a:pos x="12" y="132"/>
                </a:cxn>
                <a:cxn ang="0">
                  <a:pos x="0" y="154"/>
                </a:cxn>
                <a:cxn ang="0">
                  <a:pos x="0" y="154"/>
                </a:cxn>
                <a:cxn ang="0">
                  <a:pos x="0" y="157"/>
                </a:cxn>
                <a:cxn ang="0">
                  <a:pos x="0" y="159"/>
                </a:cxn>
                <a:cxn ang="0">
                  <a:pos x="2" y="162"/>
                </a:cxn>
                <a:cxn ang="0">
                  <a:pos x="5" y="163"/>
                </a:cxn>
                <a:cxn ang="0">
                  <a:pos x="8" y="163"/>
                </a:cxn>
                <a:cxn ang="0">
                  <a:pos x="9" y="162"/>
                </a:cxn>
                <a:cxn ang="0">
                  <a:pos x="10" y="161"/>
                </a:cxn>
                <a:cxn ang="0">
                  <a:pos x="10" y="161"/>
                </a:cxn>
                <a:cxn ang="0">
                  <a:pos x="21" y="140"/>
                </a:cxn>
                <a:cxn ang="0">
                  <a:pos x="31" y="120"/>
                </a:cxn>
                <a:cxn ang="0">
                  <a:pos x="43" y="102"/>
                </a:cxn>
                <a:cxn ang="0">
                  <a:pos x="57" y="83"/>
                </a:cxn>
                <a:cxn ang="0">
                  <a:pos x="57" y="83"/>
                </a:cxn>
                <a:cxn ang="0">
                  <a:pos x="73" y="62"/>
                </a:cxn>
                <a:cxn ang="0">
                  <a:pos x="90" y="44"/>
                </a:cxn>
                <a:cxn ang="0">
                  <a:pos x="128" y="9"/>
                </a:cxn>
                <a:cxn ang="0">
                  <a:pos x="128" y="9"/>
                </a:cxn>
                <a:cxn ang="0">
                  <a:pos x="129" y="8"/>
                </a:cxn>
                <a:cxn ang="0">
                  <a:pos x="129" y="5"/>
                </a:cxn>
                <a:cxn ang="0">
                  <a:pos x="127" y="1"/>
                </a:cxn>
                <a:cxn ang="0">
                  <a:pos x="124" y="0"/>
                </a:cxn>
                <a:cxn ang="0">
                  <a:pos x="121" y="0"/>
                </a:cxn>
                <a:cxn ang="0">
                  <a:pos x="119" y="1"/>
                </a:cxn>
                <a:cxn ang="0">
                  <a:pos x="119" y="1"/>
                </a:cxn>
              </a:cxnLst>
              <a:rect l="0" t="0" r="r" b="b"/>
              <a:pathLst>
                <a:path w="129" h="163">
                  <a:moveTo>
                    <a:pt x="119" y="1"/>
                  </a:moveTo>
                  <a:lnTo>
                    <a:pt x="119" y="1"/>
                  </a:lnTo>
                  <a:lnTo>
                    <a:pt x="85" y="34"/>
                  </a:lnTo>
                  <a:lnTo>
                    <a:pt x="68" y="51"/>
                  </a:lnTo>
                  <a:lnTo>
                    <a:pt x="52" y="69"/>
                  </a:lnTo>
                  <a:lnTo>
                    <a:pt x="52" y="69"/>
                  </a:lnTo>
                  <a:lnTo>
                    <a:pt x="38" y="90"/>
                  </a:lnTo>
                  <a:lnTo>
                    <a:pt x="25" y="111"/>
                  </a:lnTo>
                  <a:lnTo>
                    <a:pt x="12" y="132"/>
                  </a:lnTo>
                  <a:lnTo>
                    <a:pt x="0" y="154"/>
                  </a:lnTo>
                  <a:lnTo>
                    <a:pt x="0" y="154"/>
                  </a:lnTo>
                  <a:lnTo>
                    <a:pt x="0" y="157"/>
                  </a:lnTo>
                  <a:lnTo>
                    <a:pt x="0" y="159"/>
                  </a:lnTo>
                  <a:lnTo>
                    <a:pt x="2" y="162"/>
                  </a:lnTo>
                  <a:lnTo>
                    <a:pt x="5" y="163"/>
                  </a:lnTo>
                  <a:lnTo>
                    <a:pt x="8" y="163"/>
                  </a:lnTo>
                  <a:lnTo>
                    <a:pt x="9" y="162"/>
                  </a:lnTo>
                  <a:lnTo>
                    <a:pt x="10" y="161"/>
                  </a:lnTo>
                  <a:lnTo>
                    <a:pt x="10" y="161"/>
                  </a:lnTo>
                  <a:lnTo>
                    <a:pt x="21" y="140"/>
                  </a:lnTo>
                  <a:lnTo>
                    <a:pt x="31" y="120"/>
                  </a:lnTo>
                  <a:lnTo>
                    <a:pt x="43" y="102"/>
                  </a:lnTo>
                  <a:lnTo>
                    <a:pt x="57" y="83"/>
                  </a:lnTo>
                  <a:lnTo>
                    <a:pt x="57" y="83"/>
                  </a:lnTo>
                  <a:lnTo>
                    <a:pt x="73" y="62"/>
                  </a:lnTo>
                  <a:lnTo>
                    <a:pt x="90" y="44"/>
                  </a:lnTo>
                  <a:lnTo>
                    <a:pt x="128" y="9"/>
                  </a:lnTo>
                  <a:lnTo>
                    <a:pt x="128" y="9"/>
                  </a:lnTo>
                  <a:lnTo>
                    <a:pt x="129" y="8"/>
                  </a:lnTo>
                  <a:lnTo>
                    <a:pt x="129" y="5"/>
                  </a:lnTo>
                  <a:lnTo>
                    <a:pt x="127" y="1"/>
                  </a:lnTo>
                  <a:lnTo>
                    <a:pt x="124" y="0"/>
                  </a:lnTo>
                  <a:lnTo>
                    <a:pt x="121" y="0"/>
                  </a:lnTo>
                  <a:lnTo>
                    <a:pt x="119" y="1"/>
                  </a:lnTo>
                  <a:lnTo>
                    <a:pt x="119" y="1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00" name="Freeform 512"/>
            <p:cNvSpPr>
              <a:spLocks noEditPoints="1"/>
            </p:cNvSpPr>
            <p:nvPr>
              <p:custDataLst>
                <p:tags r:id="rId55"/>
              </p:custDataLst>
            </p:nvPr>
          </p:nvSpPr>
          <p:spPr bwMode="auto">
            <a:xfrm>
              <a:off x="3119438" y="1393825"/>
              <a:ext cx="277813" cy="128588"/>
            </a:xfrm>
            <a:custGeom>
              <a:avLst/>
              <a:gdLst/>
              <a:ahLst/>
              <a:cxnLst>
                <a:cxn ang="0">
                  <a:pos x="661" y="10"/>
                </a:cxn>
                <a:cxn ang="0">
                  <a:pos x="647" y="6"/>
                </a:cxn>
                <a:cxn ang="0">
                  <a:pos x="256" y="6"/>
                </a:cxn>
                <a:cxn ang="0">
                  <a:pos x="24" y="0"/>
                </a:cxn>
                <a:cxn ang="0">
                  <a:pos x="13" y="1"/>
                </a:cxn>
                <a:cxn ang="0">
                  <a:pos x="4" y="10"/>
                </a:cxn>
                <a:cxn ang="0">
                  <a:pos x="1" y="23"/>
                </a:cxn>
                <a:cxn ang="0">
                  <a:pos x="3" y="65"/>
                </a:cxn>
                <a:cxn ang="0">
                  <a:pos x="14" y="129"/>
                </a:cxn>
                <a:cxn ang="0">
                  <a:pos x="31" y="171"/>
                </a:cxn>
                <a:cxn ang="0">
                  <a:pos x="56" y="210"/>
                </a:cxn>
                <a:cxn ang="0">
                  <a:pos x="92" y="247"/>
                </a:cxn>
                <a:cxn ang="0">
                  <a:pos x="119" y="268"/>
                </a:cxn>
                <a:cxn ang="0">
                  <a:pos x="162" y="291"/>
                </a:cxn>
                <a:cxn ang="0">
                  <a:pos x="226" y="311"/>
                </a:cxn>
                <a:cxn ang="0">
                  <a:pos x="326" y="321"/>
                </a:cxn>
                <a:cxn ang="0">
                  <a:pos x="391" y="319"/>
                </a:cxn>
                <a:cxn ang="0">
                  <a:pos x="492" y="307"/>
                </a:cxn>
                <a:cxn ang="0">
                  <a:pos x="570" y="281"/>
                </a:cxn>
                <a:cxn ang="0">
                  <a:pos x="615" y="256"/>
                </a:cxn>
                <a:cxn ang="0">
                  <a:pos x="642" y="235"/>
                </a:cxn>
                <a:cxn ang="0">
                  <a:pos x="670" y="197"/>
                </a:cxn>
                <a:cxn ang="0">
                  <a:pos x="685" y="155"/>
                </a:cxn>
                <a:cxn ang="0">
                  <a:pos x="696" y="94"/>
                </a:cxn>
                <a:cxn ang="0">
                  <a:pos x="700" y="22"/>
                </a:cxn>
                <a:cxn ang="0">
                  <a:pos x="688" y="9"/>
                </a:cxn>
                <a:cxn ang="0">
                  <a:pos x="668" y="10"/>
                </a:cxn>
                <a:cxn ang="0">
                  <a:pos x="579" y="226"/>
                </a:cxn>
                <a:cxn ang="0">
                  <a:pos x="556" y="239"/>
                </a:cxn>
                <a:cxn ang="0">
                  <a:pos x="481" y="264"/>
                </a:cxn>
                <a:cxn ang="0">
                  <a:pos x="375" y="274"/>
                </a:cxn>
                <a:cxn ang="0">
                  <a:pos x="322" y="274"/>
                </a:cxn>
                <a:cxn ang="0">
                  <a:pos x="242" y="266"/>
                </a:cxn>
                <a:cxn ang="0">
                  <a:pos x="165" y="243"/>
                </a:cxn>
                <a:cxn ang="0">
                  <a:pos x="136" y="229"/>
                </a:cxn>
                <a:cxn ang="0">
                  <a:pos x="102" y="198"/>
                </a:cxn>
                <a:cxn ang="0">
                  <a:pos x="77" y="162"/>
                </a:cxn>
                <a:cxn ang="0">
                  <a:pos x="60" y="120"/>
                </a:cxn>
                <a:cxn ang="0">
                  <a:pos x="47" y="45"/>
                </a:cxn>
                <a:cxn ang="0">
                  <a:pos x="182" y="49"/>
                </a:cxn>
                <a:cxn ang="0">
                  <a:pos x="647" y="52"/>
                </a:cxn>
                <a:cxn ang="0">
                  <a:pos x="653" y="52"/>
                </a:cxn>
                <a:cxn ang="0">
                  <a:pos x="645" y="125"/>
                </a:cxn>
                <a:cxn ang="0">
                  <a:pos x="629" y="170"/>
                </a:cxn>
                <a:cxn ang="0">
                  <a:pos x="610" y="200"/>
                </a:cxn>
                <a:cxn ang="0">
                  <a:pos x="579" y="226"/>
                </a:cxn>
              </a:cxnLst>
              <a:rect l="0" t="0" r="r" b="b"/>
              <a:pathLst>
                <a:path w="700" h="321">
                  <a:moveTo>
                    <a:pt x="663" y="13"/>
                  </a:moveTo>
                  <a:lnTo>
                    <a:pt x="663" y="13"/>
                  </a:lnTo>
                  <a:lnTo>
                    <a:pt x="661" y="10"/>
                  </a:lnTo>
                  <a:lnTo>
                    <a:pt x="657" y="9"/>
                  </a:lnTo>
                  <a:lnTo>
                    <a:pt x="651" y="8"/>
                  </a:lnTo>
                  <a:lnTo>
                    <a:pt x="647" y="6"/>
                  </a:lnTo>
                  <a:lnTo>
                    <a:pt x="335" y="6"/>
                  </a:lnTo>
                  <a:lnTo>
                    <a:pt x="335" y="6"/>
                  </a:lnTo>
                  <a:lnTo>
                    <a:pt x="256" y="6"/>
                  </a:lnTo>
                  <a:lnTo>
                    <a:pt x="179" y="4"/>
                  </a:lnTo>
                  <a:lnTo>
                    <a:pt x="101" y="1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17" y="0"/>
                  </a:lnTo>
                  <a:lnTo>
                    <a:pt x="13" y="1"/>
                  </a:lnTo>
                  <a:lnTo>
                    <a:pt x="9" y="4"/>
                  </a:lnTo>
                  <a:lnTo>
                    <a:pt x="7" y="6"/>
                  </a:lnTo>
                  <a:lnTo>
                    <a:pt x="4" y="10"/>
                  </a:lnTo>
                  <a:lnTo>
                    <a:pt x="3" y="14"/>
                  </a:lnTo>
                  <a:lnTo>
                    <a:pt x="1" y="23"/>
                  </a:lnTo>
                  <a:lnTo>
                    <a:pt x="1" y="23"/>
                  </a:lnTo>
                  <a:lnTo>
                    <a:pt x="0" y="30"/>
                  </a:lnTo>
                  <a:lnTo>
                    <a:pt x="0" y="30"/>
                  </a:lnTo>
                  <a:lnTo>
                    <a:pt x="3" y="65"/>
                  </a:lnTo>
                  <a:lnTo>
                    <a:pt x="7" y="98"/>
                  </a:lnTo>
                  <a:lnTo>
                    <a:pt x="10" y="113"/>
                  </a:lnTo>
                  <a:lnTo>
                    <a:pt x="14" y="129"/>
                  </a:lnTo>
                  <a:lnTo>
                    <a:pt x="20" y="144"/>
                  </a:lnTo>
                  <a:lnTo>
                    <a:pt x="25" y="158"/>
                  </a:lnTo>
                  <a:lnTo>
                    <a:pt x="31" y="171"/>
                  </a:lnTo>
                  <a:lnTo>
                    <a:pt x="39" y="185"/>
                  </a:lnTo>
                  <a:lnTo>
                    <a:pt x="47" y="198"/>
                  </a:lnTo>
                  <a:lnTo>
                    <a:pt x="56" y="210"/>
                  </a:lnTo>
                  <a:lnTo>
                    <a:pt x="67" y="223"/>
                  </a:lnTo>
                  <a:lnTo>
                    <a:pt x="78" y="235"/>
                  </a:lnTo>
                  <a:lnTo>
                    <a:pt x="92" y="247"/>
                  </a:lnTo>
                  <a:lnTo>
                    <a:pt x="106" y="259"/>
                  </a:lnTo>
                  <a:lnTo>
                    <a:pt x="106" y="259"/>
                  </a:lnTo>
                  <a:lnTo>
                    <a:pt x="119" y="268"/>
                  </a:lnTo>
                  <a:lnTo>
                    <a:pt x="132" y="277"/>
                  </a:lnTo>
                  <a:lnTo>
                    <a:pt x="146" y="285"/>
                  </a:lnTo>
                  <a:lnTo>
                    <a:pt x="162" y="291"/>
                  </a:lnTo>
                  <a:lnTo>
                    <a:pt x="178" y="298"/>
                  </a:lnTo>
                  <a:lnTo>
                    <a:pt x="194" y="303"/>
                  </a:lnTo>
                  <a:lnTo>
                    <a:pt x="226" y="311"/>
                  </a:lnTo>
                  <a:lnTo>
                    <a:pt x="259" y="317"/>
                  </a:lnTo>
                  <a:lnTo>
                    <a:pt x="293" y="320"/>
                  </a:lnTo>
                  <a:lnTo>
                    <a:pt x="326" y="321"/>
                  </a:lnTo>
                  <a:lnTo>
                    <a:pt x="358" y="321"/>
                  </a:lnTo>
                  <a:lnTo>
                    <a:pt x="358" y="321"/>
                  </a:lnTo>
                  <a:lnTo>
                    <a:pt x="391" y="319"/>
                  </a:lnTo>
                  <a:lnTo>
                    <a:pt x="425" y="316"/>
                  </a:lnTo>
                  <a:lnTo>
                    <a:pt x="459" y="312"/>
                  </a:lnTo>
                  <a:lnTo>
                    <a:pt x="492" y="307"/>
                  </a:lnTo>
                  <a:lnTo>
                    <a:pt x="523" y="298"/>
                  </a:lnTo>
                  <a:lnTo>
                    <a:pt x="555" y="287"/>
                  </a:lnTo>
                  <a:lnTo>
                    <a:pt x="570" y="281"/>
                  </a:lnTo>
                  <a:lnTo>
                    <a:pt x="586" y="274"/>
                  </a:lnTo>
                  <a:lnTo>
                    <a:pt x="600" y="265"/>
                  </a:lnTo>
                  <a:lnTo>
                    <a:pt x="615" y="256"/>
                  </a:lnTo>
                  <a:lnTo>
                    <a:pt x="615" y="256"/>
                  </a:lnTo>
                  <a:lnTo>
                    <a:pt x="629" y="246"/>
                  </a:lnTo>
                  <a:lnTo>
                    <a:pt x="642" y="235"/>
                  </a:lnTo>
                  <a:lnTo>
                    <a:pt x="653" y="223"/>
                  </a:lnTo>
                  <a:lnTo>
                    <a:pt x="662" y="210"/>
                  </a:lnTo>
                  <a:lnTo>
                    <a:pt x="670" y="197"/>
                  </a:lnTo>
                  <a:lnTo>
                    <a:pt x="676" y="184"/>
                  </a:lnTo>
                  <a:lnTo>
                    <a:pt x="681" y="170"/>
                  </a:lnTo>
                  <a:lnTo>
                    <a:pt x="685" y="155"/>
                  </a:lnTo>
                  <a:lnTo>
                    <a:pt x="689" y="141"/>
                  </a:lnTo>
                  <a:lnTo>
                    <a:pt x="692" y="125"/>
                  </a:lnTo>
                  <a:lnTo>
                    <a:pt x="696" y="94"/>
                  </a:lnTo>
                  <a:lnTo>
                    <a:pt x="700" y="30"/>
                  </a:lnTo>
                  <a:lnTo>
                    <a:pt x="700" y="30"/>
                  </a:lnTo>
                  <a:lnTo>
                    <a:pt x="700" y="22"/>
                  </a:lnTo>
                  <a:lnTo>
                    <a:pt x="697" y="17"/>
                  </a:lnTo>
                  <a:lnTo>
                    <a:pt x="693" y="11"/>
                  </a:lnTo>
                  <a:lnTo>
                    <a:pt x="688" y="9"/>
                  </a:lnTo>
                  <a:lnTo>
                    <a:pt x="681" y="8"/>
                  </a:lnTo>
                  <a:lnTo>
                    <a:pt x="675" y="8"/>
                  </a:lnTo>
                  <a:lnTo>
                    <a:pt x="668" y="10"/>
                  </a:lnTo>
                  <a:lnTo>
                    <a:pt x="663" y="13"/>
                  </a:lnTo>
                  <a:lnTo>
                    <a:pt x="663" y="13"/>
                  </a:lnTo>
                  <a:close/>
                  <a:moveTo>
                    <a:pt x="579" y="226"/>
                  </a:moveTo>
                  <a:lnTo>
                    <a:pt x="579" y="226"/>
                  </a:lnTo>
                  <a:lnTo>
                    <a:pt x="568" y="232"/>
                  </a:lnTo>
                  <a:lnTo>
                    <a:pt x="556" y="239"/>
                  </a:lnTo>
                  <a:lnTo>
                    <a:pt x="532" y="249"/>
                  </a:lnTo>
                  <a:lnTo>
                    <a:pt x="506" y="257"/>
                  </a:lnTo>
                  <a:lnTo>
                    <a:pt x="481" y="264"/>
                  </a:lnTo>
                  <a:lnTo>
                    <a:pt x="455" y="268"/>
                  </a:lnTo>
                  <a:lnTo>
                    <a:pt x="428" y="270"/>
                  </a:lnTo>
                  <a:lnTo>
                    <a:pt x="375" y="274"/>
                  </a:lnTo>
                  <a:lnTo>
                    <a:pt x="375" y="274"/>
                  </a:lnTo>
                  <a:lnTo>
                    <a:pt x="349" y="274"/>
                  </a:lnTo>
                  <a:lnTo>
                    <a:pt x="322" y="274"/>
                  </a:lnTo>
                  <a:lnTo>
                    <a:pt x="296" y="273"/>
                  </a:lnTo>
                  <a:lnTo>
                    <a:pt x="268" y="270"/>
                  </a:lnTo>
                  <a:lnTo>
                    <a:pt x="242" y="266"/>
                  </a:lnTo>
                  <a:lnTo>
                    <a:pt x="216" y="261"/>
                  </a:lnTo>
                  <a:lnTo>
                    <a:pt x="190" y="253"/>
                  </a:lnTo>
                  <a:lnTo>
                    <a:pt x="165" y="243"/>
                  </a:lnTo>
                  <a:lnTo>
                    <a:pt x="165" y="243"/>
                  </a:lnTo>
                  <a:lnTo>
                    <a:pt x="150" y="236"/>
                  </a:lnTo>
                  <a:lnTo>
                    <a:pt x="136" y="229"/>
                  </a:lnTo>
                  <a:lnTo>
                    <a:pt x="124" y="219"/>
                  </a:lnTo>
                  <a:lnTo>
                    <a:pt x="112" y="209"/>
                  </a:lnTo>
                  <a:lnTo>
                    <a:pt x="102" y="198"/>
                  </a:lnTo>
                  <a:lnTo>
                    <a:pt x="93" y="187"/>
                  </a:lnTo>
                  <a:lnTo>
                    <a:pt x="84" y="175"/>
                  </a:lnTo>
                  <a:lnTo>
                    <a:pt x="77" y="162"/>
                  </a:lnTo>
                  <a:lnTo>
                    <a:pt x="71" y="149"/>
                  </a:lnTo>
                  <a:lnTo>
                    <a:pt x="64" y="134"/>
                  </a:lnTo>
                  <a:lnTo>
                    <a:pt x="60" y="120"/>
                  </a:lnTo>
                  <a:lnTo>
                    <a:pt x="56" y="106"/>
                  </a:lnTo>
                  <a:lnTo>
                    <a:pt x="50" y="76"/>
                  </a:lnTo>
                  <a:lnTo>
                    <a:pt x="47" y="45"/>
                  </a:lnTo>
                  <a:lnTo>
                    <a:pt x="47" y="45"/>
                  </a:lnTo>
                  <a:lnTo>
                    <a:pt x="114" y="47"/>
                  </a:lnTo>
                  <a:lnTo>
                    <a:pt x="182" y="49"/>
                  </a:lnTo>
                  <a:lnTo>
                    <a:pt x="249" y="52"/>
                  </a:lnTo>
                  <a:lnTo>
                    <a:pt x="317" y="52"/>
                  </a:lnTo>
                  <a:lnTo>
                    <a:pt x="647" y="52"/>
                  </a:lnTo>
                  <a:lnTo>
                    <a:pt x="647" y="52"/>
                  </a:lnTo>
                  <a:lnTo>
                    <a:pt x="653" y="52"/>
                  </a:lnTo>
                  <a:lnTo>
                    <a:pt x="653" y="52"/>
                  </a:lnTo>
                  <a:lnTo>
                    <a:pt x="651" y="77"/>
                  </a:lnTo>
                  <a:lnTo>
                    <a:pt x="649" y="102"/>
                  </a:lnTo>
                  <a:lnTo>
                    <a:pt x="645" y="125"/>
                  </a:lnTo>
                  <a:lnTo>
                    <a:pt x="638" y="149"/>
                  </a:lnTo>
                  <a:lnTo>
                    <a:pt x="634" y="159"/>
                  </a:lnTo>
                  <a:lnTo>
                    <a:pt x="629" y="170"/>
                  </a:lnTo>
                  <a:lnTo>
                    <a:pt x="624" y="180"/>
                  </a:lnTo>
                  <a:lnTo>
                    <a:pt x="616" y="191"/>
                  </a:lnTo>
                  <a:lnTo>
                    <a:pt x="610" y="200"/>
                  </a:lnTo>
                  <a:lnTo>
                    <a:pt x="600" y="209"/>
                  </a:lnTo>
                  <a:lnTo>
                    <a:pt x="590" y="218"/>
                  </a:lnTo>
                  <a:lnTo>
                    <a:pt x="579" y="226"/>
                  </a:lnTo>
                  <a:lnTo>
                    <a:pt x="579" y="226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01" name="Freeform 513"/>
            <p:cNvSpPr>
              <a:spLocks noEditPoints="1"/>
            </p:cNvSpPr>
            <p:nvPr>
              <p:custDataLst>
                <p:tags r:id="rId56"/>
              </p:custDataLst>
            </p:nvPr>
          </p:nvSpPr>
          <p:spPr bwMode="auto">
            <a:xfrm>
              <a:off x="3570288" y="1393825"/>
              <a:ext cx="277813" cy="128588"/>
            </a:xfrm>
            <a:custGeom>
              <a:avLst/>
              <a:gdLst/>
              <a:ahLst/>
              <a:cxnLst>
                <a:cxn ang="0">
                  <a:pos x="661" y="10"/>
                </a:cxn>
                <a:cxn ang="0">
                  <a:pos x="648" y="6"/>
                </a:cxn>
                <a:cxn ang="0">
                  <a:pos x="258" y="6"/>
                </a:cxn>
                <a:cxn ang="0">
                  <a:pos x="24" y="0"/>
                </a:cxn>
                <a:cxn ang="0">
                  <a:pos x="13" y="1"/>
                </a:cxn>
                <a:cxn ang="0">
                  <a:pos x="4" y="10"/>
                </a:cxn>
                <a:cxn ang="0">
                  <a:pos x="1" y="23"/>
                </a:cxn>
                <a:cxn ang="0">
                  <a:pos x="3" y="65"/>
                </a:cxn>
                <a:cxn ang="0">
                  <a:pos x="14" y="129"/>
                </a:cxn>
                <a:cxn ang="0">
                  <a:pos x="31" y="171"/>
                </a:cxn>
                <a:cxn ang="0">
                  <a:pos x="56" y="210"/>
                </a:cxn>
                <a:cxn ang="0">
                  <a:pos x="92" y="247"/>
                </a:cxn>
                <a:cxn ang="0">
                  <a:pos x="119" y="268"/>
                </a:cxn>
                <a:cxn ang="0">
                  <a:pos x="162" y="291"/>
                </a:cxn>
                <a:cxn ang="0">
                  <a:pos x="226" y="311"/>
                </a:cxn>
                <a:cxn ang="0">
                  <a:pos x="326" y="321"/>
                </a:cxn>
                <a:cxn ang="0">
                  <a:pos x="393" y="319"/>
                </a:cxn>
                <a:cxn ang="0">
                  <a:pos x="492" y="307"/>
                </a:cxn>
                <a:cxn ang="0">
                  <a:pos x="570" y="281"/>
                </a:cxn>
                <a:cxn ang="0">
                  <a:pos x="615" y="256"/>
                </a:cxn>
                <a:cxn ang="0">
                  <a:pos x="642" y="235"/>
                </a:cxn>
                <a:cxn ang="0">
                  <a:pos x="670" y="197"/>
                </a:cxn>
                <a:cxn ang="0">
                  <a:pos x="686" y="155"/>
                </a:cxn>
                <a:cxn ang="0">
                  <a:pos x="696" y="94"/>
                </a:cxn>
                <a:cxn ang="0">
                  <a:pos x="700" y="22"/>
                </a:cxn>
                <a:cxn ang="0">
                  <a:pos x="688" y="9"/>
                </a:cxn>
                <a:cxn ang="0">
                  <a:pos x="669" y="10"/>
                </a:cxn>
                <a:cxn ang="0">
                  <a:pos x="580" y="226"/>
                </a:cxn>
                <a:cxn ang="0">
                  <a:pos x="556" y="239"/>
                </a:cxn>
                <a:cxn ang="0">
                  <a:pos x="481" y="264"/>
                </a:cxn>
                <a:cxn ang="0">
                  <a:pos x="376" y="274"/>
                </a:cxn>
                <a:cxn ang="0">
                  <a:pos x="322" y="274"/>
                </a:cxn>
                <a:cxn ang="0">
                  <a:pos x="242" y="266"/>
                </a:cxn>
                <a:cxn ang="0">
                  <a:pos x="165" y="243"/>
                </a:cxn>
                <a:cxn ang="0">
                  <a:pos x="136" y="229"/>
                </a:cxn>
                <a:cxn ang="0">
                  <a:pos x="102" y="198"/>
                </a:cxn>
                <a:cxn ang="0">
                  <a:pos x="77" y="162"/>
                </a:cxn>
                <a:cxn ang="0">
                  <a:pos x="60" y="120"/>
                </a:cxn>
                <a:cxn ang="0">
                  <a:pos x="47" y="45"/>
                </a:cxn>
                <a:cxn ang="0">
                  <a:pos x="182" y="49"/>
                </a:cxn>
                <a:cxn ang="0">
                  <a:pos x="648" y="52"/>
                </a:cxn>
                <a:cxn ang="0">
                  <a:pos x="653" y="52"/>
                </a:cxn>
                <a:cxn ang="0">
                  <a:pos x="645" y="125"/>
                </a:cxn>
                <a:cxn ang="0">
                  <a:pos x="629" y="170"/>
                </a:cxn>
                <a:cxn ang="0">
                  <a:pos x="610" y="200"/>
                </a:cxn>
                <a:cxn ang="0">
                  <a:pos x="580" y="226"/>
                </a:cxn>
              </a:cxnLst>
              <a:rect l="0" t="0" r="r" b="b"/>
              <a:pathLst>
                <a:path w="701" h="321">
                  <a:moveTo>
                    <a:pt x="663" y="13"/>
                  </a:moveTo>
                  <a:lnTo>
                    <a:pt x="663" y="13"/>
                  </a:lnTo>
                  <a:lnTo>
                    <a:pt x="661" y="10"/>
                  </a:lnTo>
                  <a:lnTo>
                    <a:pt x="657" y="9"/>
                  </a:lnTo>
                  <a:lnTo>
                    <a:pt x="653" y="8"/>
                  </a:lnTo>
                  <a:lnTo>
                    <a:pt x="648" y="6"/>
                  </a:lnTo>
                  <a:lnTo>
                    <a:pt x="335" y="6"/>
                  </a:lnTo>
                  <a:lnTo>
                    <a:pt x="335" y="6"/>
                  </a:lnTo>
                  <a:lnTo>
                    <a:pt x="258" y="6"/>
                  </a:lnTo>
                  <a:lnTo>
                    <a:pt x="179" y="4"/>
                  </a:lnTo>
                  <a:lnTo>
                    <a:pt x="101" y="1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18" y="0"/>
                  </a:lnTo>
                  <a:lnTo>
                    <a:pt x="13" y="1"/>
                  </a:lnTo>
                  <a:lnTo>
                    <a:pt x="9" y="4"/>
                  </a:lnTo>
                  <a:lnTo>
                    <a:pt x="7" y="6"/>
                  </a:lnTo>
                  <a:lnTo>
                    <a:pt x="4" y="10"/>
                  </a:lnTo>
                  <a:lnTo>
                    <a:pt x="3" y="14"/>
                  </a:lnTo>
                  <a:lnTo>
                    <a:pt x="1" y="23"/>
                  </a:lnTo>
                  <a:lnTo>
                    <a:pt x="1" y="23"/>
                  </a:lnTo>
                  <a:lnTo>
                    <a:pt x="0" y="30"/>
                  </a:lnTo>
                  <a:lnTo>
                    <a:pt x="0" y="30"/>
                  </a:lnTo>
                  <a:lnTo>
                    <a:pt x="3" y="65"/>
                  </a:lnTo>
                  <a:lnTo>
                    <a:pt x="7" y="98"/>
                  </a:lnTo>
                  <a:lnTo>
                    <a:pt x="11" y="113"/>
                  </a:lnTo>
                  <a:lnTo>
                    <a:pt x="14" y="129"/>
                  </a:lnTo>
                  <a:lnTo>
                    <a:pt x="20" y="144"/>
                  </a:lnTo>
                  <a:lnTo>
                    <a:pt x="25" y="158"/>
                  </a:lnTo>
                  <a:lnTo>
                    <a:pt x="31" y="171"/>
                  </a:lnTo>
                  <a:lnTo>
                    <a:pt x="39" y="185"/>
                  </a:lnTo>
                  <a:lnTo>
                    <a:pt x="47" y="198"/>
                  </a:lnTo>
                  <a:lnTo>
                    <a:pt x="56" y="210"/>
                  </a:lnTo>
                  <a:lnTo>
                    <a:pt x="67" y="223"/>
                  </a:lnTo>
                  <a:lnTo>
                    <a:pt x="79" y="235"/>
                  </a:lnTo>
                  <a:lnTo>
                    <a:pt x="92" y="247"/>
                  </a:lnTo>
                  <a:lnTo>
                    <a:pt x="106" y="259"/>
                  </a:lnTo>
                  <a:lnTo>
                    <a:pt x="106" y="259"/>
                  </a:lnTo>
                  <a:lnTo>
                    <a:pt x="119" y="268"/>
                  </a:lnTo>
                  <a:lnTo>
                    <a:pt x="132" y="277"/>
                  </a:lnTo>
                  <a:lnTo>
                    <a:pt x="147" y="285"/>
                  </a:lnTo>
                  <a:lnTo>
                    <a:pt x="162" y="291"/>
                  </a:lnTo>
                  <a:lnTo>
                    <a:pt x="178" y="298"/>
                  </a:lnTo>
                  <a:lnTo>
                    <a:pt x="194" y="303"/>
                  </a:lnTo>
                  <a:lnTo>
                    <a:pt x="226" y="311"/>
                  </a:lnTo>
                  <a:lnTo>
                    <a:pt x="259" y="317"/>
                  </a:lnTo>
                  <a:lnTo>
                    <a:pt x="293" y="320"/>
                  </a:lnTo>
                  <a:lnTo>
                    <a:pt x="326" y="321"/>
                  </a:lnTo>
                  <a:lnTo>
                    <a:pt x="358" y="321"/>
                  </a:lnTo>
                  <a:lnTo>
                    <a:pt x="358" y="321"/>
                  </a:lnTo>
                  <a:lnTo>
                    <a:pt x="393" y="319"/>
                  </a:lnTo>
                  <a:lnTo>
                    <a:pt x="425" y="316"/>
                  </a:lnTo>
                  <a:lnTo>
                    <a:pt x="459" y="312"/>
                  </a:lnTo>
                  <a:lnTo>
                    <a:pt x="492" y="307"/>
                  </a:lnTo>
                  <a:lnTo>
                    <a:pt x="523" y="298"/>
                  </a:lnTo>
                  <a:lnTo>
                    <a:pt x="555" y="287"/>
                  </a:lnTo>
                  <a:lnTo>
                    <a:pt x="570" y="281"/>
                  </a:lnTo>
                  <a:lnTo>
                    <a:pt x="586" y="274"/>
                  </a:lnTo>
                  <a:lnTo>
                    <a:pt x="600" y="265"/>
                  </a:lnTo>
                  <a:lnTo>
                    <a:pt x="615" y="256"/>
                  </a:lnTo>
                  <a:lnTo>
                    <a:pt x="615" y="256"/>
                  </a:lnTo>
                  <a:lnTo>
                    <a:pt x="629" y="246"/>
                  </a:lnTo>
                  <a:lnTo>
                    <a:pt x="642" y="235"/>
                  </a:lnTo>
                  <a:lnTo>
                    <a:pt x="653" y="223"/>
                  </a:lnTo>
                  <a:lnTo>
                    <a:pt x="662" y="210"/>
                  </a:lnTo>
                  <a:lnTo>
                    <a:pt x="670" y="197"/>
                  </a:lnTo>
                  <a:lnTo>
                    <a:pt x="676" y="184"/>
                  </a:lnTo>
                  <a:lnTo>
                    <a:pt x="682" y="170"/>
                  </a:lnTo>
                  <a:lnTo>
                    <a:pt x="686" y="155"/>
                  </a:lnTo>
                  <a:lnTo>
                    <a:pt x="689" y="141"/>
                  </a:lnTo>
                  <a:lnTo>
                    <a:pt x="692" y="125"/>
                  </a:lnTo>
                  <a:lnTo>
                    <a:pt x="696" y="94"/>
                  </a:lnTo>
                  <a:lnTo>
                    <a:pt x="701" y="30"/>
                  </a:lnTo>
                  <a:lnTo>
                    <a:pt x="701" y="30"/>
                  </a:lnTo>
                  <a:lnTo>
                    <a:pt x="700" y="22"/>
                  </a:lnTo>
                  <a:lnTo>
                    <a:pt x="697" y="17"/>
                  </a:lnTo>
                  <a:lnTo>
                    <a:pt x="693" y="11"/>
                  </a:lnTo>
                  <a:lnTo>
                    <a:pt x="688" y="9"/>
                  </a:lnTo>
                  <a:lnTo>
                    <a:pt x="682" y="8"/>
                  </a:lnTo>
                  <a:lnTo>
                    <a:pt x="675" y="8"/>
                  </a:lnTo>
                  <a:lnTo>
                    <a:pt x="669" y="10"/>
                  </a:lnTo>
                  <a:lnTo>
                    <a:pt x="663" y="13"/>
                  </a:lnTo>
                  <a:lnTo>
                    <a:pt x="663" y="13"/>
                  </a:lnTo>
                  <a:close/>
                  <a:moveTo>
                    <a:pt x="580" y="226"/>
                  </a:moveTo>
                  <a:lnTo>
                    <a:pt x="580" y="226"/>
                  </a:lnTo>
                  <a:lnTo>
                    <a:pt x="568" y="232"/>
                  </a:lnTo>
                  <a:lnTo>
                    <a:pt x="556" y="239"/>
                  </a:lnTo>
                  <a:lnTo>
                    <a:pt x="532" y="249"/>
                  </a:lnTo>
                  <a:lnTo>
                    <a:pt x="506" y="257"/>
                  </a:lnTo>
                  <a:lnTo>
                    <a:pt x="481" y="264"/>
                  </a:lnTo>
                  <a:lnTo>
                    <a:pt x="455" y="268"/>
                  </a:lnTo>
                  <a:lnTo>
                    <a:pt x="428" y="270"/>
                  </a:lnTo>
                  <a:lnTo>
                    <a:pt x="376" y="274"/>
                  </a:lnTo>
                  <a:lnTo>
                    <a:pt x="376" y="274"/>
                  </a:lnTo>
                  <a:lnTo>
                    <a:pt x="349" y="274"/>
                  </a:lnTo>
                  <a:lnTo>
                    <a:pt x="322" y="274"/>
                  </a:lnTo>
                  <a:lnTo>
                    <a:pt x="296" y="273"/>
                  </a:lnTo>
                  <a:lnTo>
                    <a:pt x="268" y="270"/>
                  </a:lnTo>
                  <a:lnTo>
                    <a:pt x="242" y="266"/>
                  </a:lnTo>
                  <a:lnTo>
                    <a:pt x="216" y="261"/>
                  </a:lnTo>
                  <a:lnTo>
                    <a:pt x="191" y="253"/>
                  </a:lnTo>
                  <a:lnTo>
                    <a:pt x="165" y="243"/>
                  </a:lnTo>
                  <a:lnTo>
                    <a:pt x="165" y="243"/>
                  </a:lnTo>
                  <a:lnTo>
                    <a:pt x="151" y="236"/>
                  </a:lnTo>
                  <a:lnTo>
                    <a:pt x="136" y="229"/>
                  </a:lnTo>
                  <a:lnTo>
                    <a:pt x="124" y="219"/>
                  </a:lnTo>
                  <a:lnTo>
                    <a:pt x="113" y="209"/>
                  </a:lnTo>
                  <a:lnTo>
                    <a:pt x="102" y="198"/>
                  </a:lnTo>
                  <a:lnTo>
                    <a:pt x="93" y="187"/>
                  </a:lnTo>
                  <a:lnTo>
                    <a:pt x="85" y="175"/>
                  </a:lnTo>
                  <a:lnTo>
                    <a:pt x="77" y="162"/>
                  </a:lnTo>
                  <a:lnTo>
                    <a:pt x="71" y="149"/>
                  </a:lnTo>
                  <a:lnTo>
                    <a:pt x="65" y="134"/>
                  </a:lnTo>
                  <a:lnTo>
                    <a:pt x="60" y="120"/>
                  </a:lnTo>
                  <a:lnTo>
                    <a:pt x="56" y="106"/>
                  </a:lnTo>
                  <a:lnTo>
                    <a:pt x="50" y="76"/>
                  </a:lnTo>
                  <a:lnTo>
                    <a:pt x="47" y="45"/>
                  </a:lnTo>
                  <a:lnTo>
                    <a:pt x="47" y="45"/>
                  </a:lnTo>
                  <a:lnTo>
                    <a:pt x="114" y="47"/>
                  </a:lnTo>
                  <a:lnTo>
                    <a:pt x="182" y="49"/>
                  </a:lnTo>
                  <a:lnTo>
                    <a:pt x="250" y="52"/>
                  </a:lnTo>
                  <a:lnTo>
                    <a:pt x="317" y="52"/>
                  </a:lnTo>
                  <a:lnTo>
                    <a:pt x="648" y="52"/>
                  </a:lnTo>
                  <a:lnTo>
                    <a:pt x="648" y="52"/>
                  </a:lnTo>
                  <a:lnTo>
                    <a:pt x="653" y="52"/>
                  </a:lnTo>
                  <a:lnTo>
                    <a:pt x="653" y="52"/>
                  </a:lnTo>
                  <a:lnTo>
                    <a:pt x="652" y="77"/>
                  </a:lnTo>
                  <a:lnTo>
                    <a:pt x="649" y="102"/>
                  </a:lnTo>
                  <a:lnTo>
                    <a:pt x="645" y="125"/>
                  </a:lnTo>
                  <a:lnTo>
                    <a:pt x="638" y="149"/>
                  </a:lnTo>
                  <a:lnTo>
                    <a:pt x="635" y="159"/>
                  </a:lnTo>
                  <a:lnTo>
                    <a:pt x="629" y="170"/>
                  </a:lnTo>
                  <a:lnTo>
                    <a:pt x="624" y="180"/>
                  </a:lnTo>
                  <a:lnTo>
                    <a:pt x="617" y="191"/>
                  </a:lnTo>
                  <a:lnTo>
                    <a:pt x="610" y="200"/>
                  </a:lnTo>
                  <a:lnTo>
                    <a:pt x="600" y="209"/>
                  </a:lnTo>
                  <a:lnTo>
                    <a:pt x="590" y="218"/>
                  </a:lnTo>
                  <a:lnTo>
                    <a:pt x="580" y="226"/>
                  </a:lnTo>
                  <a:lnTo>
                    <a:pt x="580" y="226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02" name="Freeform 514"/>
            <p:cNvSpPr>
              <a:spLocks noEditPoints="1"/>
            </p:cNvSpPr>
            <p:nvPr>
              <p:custDataLst>
                <p:tags r:id="rId57"/>
              </p:custDataLst>
            </p:nvPr>
          </p:nvSpPr>
          <p:spPr bwMode="auto">
            <a:xfrm>
              <a:off x="3187701" y="1065213"/>
              <a:ext cx="587375" cy="128588"/>
            </a:xfrm>
            <a:custGeom>
              <a:avLst/>
              <a:gdLst/>
              <a:ahLst/>
              <a:cxnLst>
                <a:cxn ang="0">
                  <a:pos x="1383" y="117"/>
                </a:cxn>
                <a:cxn ang="0">
                  <a:pos x="1313" y="106"/>
                </a:cxn>
                <a:cxn ang="0">
                  <a:pos x="1176" y="26"/>
                </a:cxn>
                <a:cxn ang="0">
                  <a:pos x="1078" y="2"/>
                </a:cxn>
                <a:cxn ang="0">
                  <a:pos x="969" y="17"/>
                </a:cxn>
                <a:cxn ang="0">
                  <a:pos x="862" y="60"/>
                </a:cxn>
                <a:cxn ang="0">
                  <a:pos x="700" y="75"/>
                </a:cxn>
                <a:cxn ang="0">
                  <a:pos x="581" y="47"/>
                </a:cxn>
                <a:cxn ang="0">
                  <a:pos x="453" y="4"/>
                </a:cxn>
                <a:cxn ang="0">
                  <a:pos x="348" y="9"/>
                </a:cxn>
                <a:cxn ang="0">
                  <a:pos x="230" y="72"/>
                </a:cxn>
                <a:cxn ang="0">
                  <a:pos x="148" y="110"/>
                </a:cxn>
                <a:cxn ang="0">
                  <a:pos x="48" y="127"/>
                </a:cxn>
                <a:cxn ang="0">
                  <a:pos x="1" y="194"/>
                </a:cxn>
                <a:cxn ang="0">
                  <a:pos x="33" y="280"/>
                </a:cxn>
                <a:cxn ang="0">
                  <a:pos x="146" y="327"/>
                </a:cxn>
                <a:cxn ang="0">
                  <a:pos x="271" y="293"/>
                </a:cxn>
                <a:cxn ang="0">
                  <a:pos x="415" y="213"/>
                </a:cxn>
                <a:cxn ang="0">
                  <a:pos x="502" y="207"/>
                </a:cxn>
                <a:cxn ang="0">
                  <a:pos x="636" y="268"/>
                </a:cxn>
                <a:cxn ang="0">
                  <a:pos x="739" y="296"/>
                </a:cxn>
                <a:cxn ang="0">
                  <a:pos x="820" y="277"/>
                </a:cxn>
                <a:cxn ang="0">
                  <a:pos x="960" y="211"/>
                </a:cxn>
                <a:cxn ang="0">
                  <a:pos x="1049" y="209"/>
                </a:cxn>
                <a:cxn ang="0">
                  <a:pos x="1207" y="293"/>
                </a:cxn>
                <a:cxn ang="0">
                  <a:pos x="1313" y="327"/>
                </a:cxn>
                <a:cxn ang="0">
                  <a:pos x="1431" y="293"/>
                </a:cxn>
                <a:cxn ang="0">
                  <a:pos x="1477" y="208"/>
                </a:cxn>
                <a:cxn ang="0">
                  <a:pos x="1415" y="245"/>
                </a:cxn>
                <a:cxn ang="0">
                  <a:pos x="1321" y="284"/>
                </a:cxn>
                <a:cxn ang="0">
                  <a:pos x="1260" y="270"/>
                </a:cxn>
                <a:cxn ang="0">
                  <a:pos x="1074" y="166"/>
                </a:cxn>
                <a:cxn ang="0">
                  <a:pos x="963" y="165"/>
                </a:cxn>
                <a:cxn ang="0">
                  <a:pos x="777" y="246"/>
                </a:cxn>
                <a:cxn ang="0">
                  <a:pos x="761" y="250"/>
                </a:cxn>
                <a:cxn ang="0">
                  <a:pos x="717" y="253"/>
                </a:cxn>
                <a:cxn ang="0">
                  <a:pos x="591" y="195"/>
                </a:cxn>
                <a:cxn ang="0">
                  <a:pos x="433" y="161"/>
                </a:cxn>
                <a:cxn ang="0">
                  <a:pos x="322" y="206"/>
                </a:cxn>
                <a:cxn ang="0">
                  <a:pos x="188" y="281"/>
                </a:cxn>
                <a:cxn ang="0">
                  <a:pos x="97" y="270"/>
                </a:cxn>
                <a:cxn ang="0">
                  <a:pos x="47" y="221"/>
                </a:cxn>
                <a:cxn ang="0">
                  <a:pos x="61" y="178"/>
                </a:cxn>
                <a:cxn ang="0">
                  <a:pos x="161" y="161"/>
                </a:cxn>
                <a:cxn ang="0">
                  <a:pos x="192" y="144"/>
                </a:cxn>
                <a:cxn ang="0">
                  <a:pos x="309" y="75"/>
                </a:cxn>
                <a:cxn ang="0">
                  <a:pos x="433" y="47"/>
                </a:cxn>
                <a:cxn ang="0">
                  <a:pos x="572" y="94"/>
                </a:cxn>
                <a:cxn ang="0">
                  <a:pos x="725" y="122"/>
                </a:cxn>
                <a:cxn ang="0">
                  <a:pos x="747" y="122"/>
                </a:cxn>
                <a:cxn ang="0">
                  <a:pos x="872" y="106"/>
                </a:cxn>
                <a:cxn ang="0">
                  <a:pos x="1020" y="50"/>
                </a:cxn>
                <a:cxn ang="0">
                  <a:pos x="1129" y="59"/>
                </a:cxn>
                <a:cxn ang="0">
                  <a:pos x="1249" y="126"/>
                </a:cxn>
                <a:cxn ang="0">
                  <a:pos x="1309" y="160"/>
                </a:cxn>
                <a:cxn ang="0">
                  <a:pos x="1400" y="169"/>
                </a:cxn>
                <a:cxn ang="0">
                  <a:pos x="1432" y="209"/>
                </a:cxn>
                <a:cxn ang="0">
                  <a:pos x="1415" y="245"/>
                </a:cxn>
              </a:cxnLst>
              <a:rect l="0" t="0" r="r" b="b"/>
              <a:pathLst>
                <a:path w="1477" h="327">
                  <a:moveTo>
                    <a:pt x="1455" y="144"/>
                  </a:moveTo>
                  <a:lnTo>
                    <a:pt x="1455" y="144"/>
                  </a:lnTo>
                  <a:lnTo>
                    <a:pt x="1443" y="135"/>
                  </a:lnTo>
                  <a:lnTo>
                    <a:pt x="1430" y="127"/>
                  </a:lnTo>
                  <a:lnTo>
                    <a:pt x="1415" y="122"/>
                  </a:lnTo>
                  <a:lnTo>
                    <a:pt x="1400" y="119"/>
                  </a:lnTo>
                  <a:lnTo>
                    <a:pt x="1383" y="117"/>
                  </a:lnTo>
                  <a:lnTo>
                    <a:pt x="1367" y="115"/>
                  </a:lnTo>
                  <a:lnTo>
                    <a:pt x="1336" y="115"/>
                  </a:lnTo>
                  <a:lnTo>
                    <a:pt x="1336" y="115"/>
                  </a:lnTo>
                  <a:lnTo>
                    <a:pt x="1330" y="110"/>
                  </a:lnTo>
                  <a:lnTo>
                    <a:pt x="1322" y="107"/>
                  </a:lnTo>
                  <a:lnTo>
                    <a:pt x="1322" y="107"/>
                  </a:lnTo>
                  <a:lnTo>
                    <a:pt x="1313" y="106"/>
                  </a:lnTo>
                  <a:lnTo>
                    <a:pt x="1303" y="102"/>
                  </a:lnTo>
                  <a:lnTo>
                    <a:pt x="1284" y="94"/>
                  </a:lnTo>
                  <a:lnTo>
                    <a:pt x="1266" y="84"/>
                  </a:lnTo>
                  <a:lnTo>
                    <a:pt x="1248" y="72"/>
                  </a:lnTo>
                  <a:lnTo>
                    <a:pt x="1211" y="49"/>
                  </a:lnTo>
                  <a:lnTo>
                    <a:pt x="1194" y="37"/>
                  </a:lnTo>
                  <a:lnTo>
                    <a:pt x="1176" y="26"/>
                  </a:lnTo>
                  <a:lnTo>
                    <a:pt x="1176" y="26"/>
                  </a:lnTo>
                  <a:lnTo>
                    <a:pt x="1162" y="21"/>
                  </a:lnTo>
                  <a:lnTo>
                    <a:pt x="1146" y="15"/>
                  </a:lnTo>
                  <a:lnTo>
                    <a:pt x="1129" y="9"/>
                  </a:lnTo>
                  <a:lnTo>
                    <a:pt x="1112" y="5"/>
                  </a:lnTo>
                  <a:lnTo>
                    <a:pt x="1095" y="3"/>
                  </a:lnTo>
                  <a:lnTo>
                    <a:pt x="1078" y="2"/>
                  </a:lnTo>
                  <a:lnTo>
                    <a:pt x="1061" y="0"/>
                  </a:lnTo>
                  <a:lnTo>
                    <a:pt x="1045" y="2"/>
                  </a:lnTo>
                  <a:lnTo>
                    <a:pt x="1045" y="2"/>
                  </a:lnTo>
                  <a:lnTo>
                    <a:pt x="1025" y="4"/>
                  </a:lnTo>
                  <a:lnTo>
                    <a:pt x="1006" y="8"/>
                  </a:lnTo>
                  <a:lnTo>
                    <a:pt x="988" y="12"/>
                  </a:lnTo>
                  <a:lnTo>
                    <a:pt x="969" y="17"/>
                  </a:lnTo>
                  <a:lnTo>
                    <a:pt x="951" y="24"/>
                  </a:lnTo>
                  <a:lnTo>
                    <a:pt x="933" y="30"/>
                  </a:lnTo>
                  <a:lnTo>
                    <a:pt x="914" y="38"/>
                  </a:lnTo>
                  <a:lnTo>
                    <a:pt x="897" y="47"/>
                  </a:lnTo>
                  <a:lnTo>
                    <a:pt x="897" y="47"/>
                  </a:lnTo>
                  <a:lnTo>
                    <a:pt x="880" y="55"/>
                  </a:lnTo>
                  <a:lnTo>
                    <a:pt x="862" y="60"/>
                  </a:lnTo>
                  <a:lnTo>
                    <a:pt x="842" y="66"/>
                  </a:lnTo>
                  <a:lnTo>
                    <a:pt x="821" y="70"/>
                  </a:lnTo>
                  <a:lnTo>
                    <a:pt x="799" y="72"/>
                  </a:lnTo>
                  <a:lnTo>
                    <a:pt x="778" y="75"/>
                  </a:lnTo>
                  <a:lnTo>
                    <a:pt x="739" y="76"/>
                  </a:lnTo>
                  <a:lnTo>
                    <a:pt x="739" y="76"/>
                  </a:lnTo>
                  <a:lnTo>
                    <a:pt x="700" y="75"/>
                  </a:lnTo>
                  <a:lnTo>
                    <a:pt x="678" y="72"/>
                  </a:lnTo>
                  <a:lnTo>
                    <a:pt x="657" y="70"/>
                  </a:lnTo>
                  <a:lnTo>
                    <a:pt x="636" y="66"/>
                  </a:lnTo>
                  <a:lnTo>
                    <a:pt x="615" y="60"/>
                  </a:lnTo>
                  <a:lnTo>
                    <a:pt x="596" y="55"/>
                  </a:lnTo>
                  <a:lnTo>
                    <a:pt x="581" y="47"/>
                  </a:lnTo>
                  <a:lnTo>
                    <a:pt x="581" y="47"/>
                  </a:lnTo>
                  <a:lnTo>
                    <a:pt x="564" y="38"/>
                  </a:lnTo>
                  <a:lnTo>
                    <a:pt x="545" y="30"/>
                  </a:lnTo>
                  <a:lnTo>
                    <a:pt x="527" y="24"/>
                  </a:lnTo>
                  <a:lnTo>
                    <a:pt x="509" y="17"/>
                  </a:lnTo>
                  <a:lnTo>
                    <a:pt x="490" y="12"/>
                  </a:lnTo>
                  <a:lnTo>
                    <a:pt x="471" y="8"/>
                  </a:lnTo>
                  <a:lnTo>
                    <a:pt x="453" y="4"/>
                  </a:lnTo>
                  <a:lnTo>
                    <a:pt x="433" y="2"/>
                  </a:lnTo>
                  <a:lnTo>
                    <a:pt x="433" y="2"/>
                  </a:lnTo>
                  <a:lnTo>
                    <a:pt x="417" y="0"/>
                  </a:lnTo>
                  <a:lnTo>
                    <a:pt x="400" y="2"/>
                  </a:lnTo>
                  <a:lnTo>
                    <a:pt x="383" y="3"/>
                  </a:lnTo>
                  <a:lnTo>
                    <a:pt x="365" y="5"/>
                  </a:lnTo>
                  <a:lnTo>
                    <a:pt x="348" y="9"/>
                  </a:lnTo>
                  <a:lnTo>
                    <a:pt x="332" y="15"/>
                  </a:lnTo>
                  <a:lnTo>
                    <a:pt x="317" y="21"/>
                  </a:lnTo>
                  <a:lnTo>
                    <a:pt x="302" y="26"/>
                  </a:lnTo>
                  <a:lnTo>
                    <a:pt x="302" y="26"/>
                  </a:lnTo>
                  <a:lnTo>
                    <a:pt x="284" y="37"/>
                  </a:lnTo>
                  <a:lnTo>
                    <a:pt x="265" y="49"/>
                  </a:lnTo>
                  <a:lnTo>
                    <a:pt x="230" y="72"/>
                  </a:lnTo>
                  <a:lnTo>
                    <a:pt x="212" y="84"/>
                  </a:lnTo>
                  <a:lnTo>
                    <a:pt x="194" y="94"/>
                  </a:lnTo>
                  <a:lnTo>
                    <a:pt x="174" y="102"/>
                  </a:lnTo>
                  <a:lnTo>
                    <a:pt x="165" y="106"/>
                  </a:lnTo>
                  <a:lnTo>
                    <a:pt x="154" y="107"/>
                  </a:lnTo>
                  <a:lnTo>
                    <a:pt x="154" y="107"/>
                  </a:lnTo>
                  <a:lnTo>
                    <a:pt x="148" y="110"/>
                  </a:lnTo>
                  <a:lnTo>
                    <a:pt x="143" y="115"/>
                  </a:lnTo>
                  <a:lnTo>
                    <a:pt x="143" y="115"/>
                  </a:lnTo>
                  <a:lnTo>
                    <a:pt x="111" y="115"/>
                  </a:lnTo>
                  <a:lnTo>
                    <a:pt x="94" y="117"/>
                  </a:lnTo>
                  <a:lnTo>
                    <a:pt x="78" y="119"/>
                  </a:lnTo>
                  <a:lnTo>
                    <a:pt x="63" y="122"/>
                  </a:lnTo>
                  <a:lnTo>
                    <a:pt x="48" y="127"/>
                  </a:lnTo>
                  <a:lnTo>
                    <a:pt x="35" y="135"/>
                  </a:lnTo>
                  <a:lnTo>
                    <a:pt x="23" y="144"/>
                  </a:lnTo>
                  <a:lnTo>
                    <a:pt x="23" y="144"/>
                  </a:lnTo>
                  <a:lnTo>
                    <a:pt x="16" y="155"/>
                  </a:lnTo>
                  <a:lnTo>
                    <a:pt x="9" y="166"/>
                  </a:lnTo>
                  <a:lnTo>
                    <a:pt x="4" y="179"/>
                  </a:lnTo>
                  <a:lnTo>
                    <a:pt x="1" y="194"/>
                  </a:lnTo>
                  <a:lnTo>
                    <a:pt x="0" y="208"/>
                  </a:lnTo>
                  <a:lnTo>
                    <a:pt x="1" y="223"/>
                  </a:lnTo>
                  <a:lnTo>
                    <a:pt x="4" y="236"/>
                  </a:lnTo>
                  <a:lnTo>
                    <a:pt x="9" y="247"/>
                  </a:lnTo>
                  <a:lnTo>
                    <a:pt x="9" y="247"/>
                  </a:lnTo>
                  <a:lnTo>
                    <a:pt x="21" y="264"/>
                  </a:lnTo>
                  <a:lnTo>
                    <a:pt x="33" y="280"/>
                  </a:lnTo>
                  <a:lnTo>
                    <a:pt x="46" y="293"/>
                  </a:lnTo>
                  <a:lnTo>
                    <a:pt x="61" y="304"/>
                  </a:lnTo>
                  <a:lnTo>
                    <a:pt x="77" y="311"/>
                  </a:lnTo>
                  <a:lnTo>
                    <a:pt x="93" y="319"/>
                  </a:lnTo>
                  <a:lnTo>
                    <a:pt x="110" y="323"/>
                  </a:lnTo>
                  <a:lnTo>
                    <a:pt x="128" y="326"/>
                  </a:lnTo>
                  <a:lnTo>
                    <a:pt x="146" y="327"/>
                  </a:lnTo>
                  <a:lnTo>
                    <a:pt x="165" y="327"/>
                  </a:lnTo>
                  <a:lnTo>
                    <a:pt x="183" y="325"/>
                  </a:lnTo>
                  <a:lnTo>
                    <a:pt x="201" y="321"/>
                  </a:lnTo>
                  <a:lnTo>
                    <a:pt x="218" y="317"/>
                  </a:lnTo>
                  <a:lnTo>
                    <a:pt x="237" y="310"/>
                  </a:lnTo>
                  <a:lnTo>
                    <a:pt x="254" y="302"/>
                  </a:lnTo>
                  <a:lnTo>
                    <a:pt x="271" y="293"/>
                  </a:lnTo>
                  <a:lnTo>
                    <a:pt x="271" y="293"/>
                  </a:lnTo>
                  <a:lnTo>
                    <a:pt x="296" y="279"/>
                  </a:lnTo>
                  <a:lnTo>
                    <a:pt x="319" y="263"/>
                  </a:lnTo>
                  <a:lnTo>
                    <a:pt x="343" y="249"/>
                  </a:lnTo>
                  <a:lnTo>
                    <a:pt x="366" y="234"/>
                  </a:lnTo>
                  <a:lnTo>
                    <a:pt x="390" y="223"/>
                  </a:lnTo>
                  <a:lnTo>
                    <a:pt x="415" y="213"/>
                  </a:lnTo>
                  <a:lnTo>
                    <a:pt x="429" y="209"/>
                  </a:lnTo>
                  <a:lnTo>
                    <a:pt x="442" y="207"/>
                  </a:lnTo>
                  <a:lnTo>
                    <a:pt x="456" y="204"/>
                  </a:lnTo>
                  <a:lnTo>
                    <a:pt x="471" y="203"/>
                  </a:lnTo>
                  <a:lnTo>
                    <a:pt x="471" y="203"/>
                  </a:lnTo>
                  <a:lnTo>
                    <a:pt x="487" y="204"/>
                  </a:lnTo>
                  <a:lnTo>
                    <a:pt x="502" y="207"/>
                  </a:lnTo>
                  <a:lnTo>
                    <a:pt x="517" y="211"/>
                  </a:lnTo>
                  <a:lnTo>
                    <a:pt x="532" y="217"/>
                  </a:lnTo>
                  <a:lnTo>
                    <a:pt x="560" y="230"/>
                  </a:lnTo>
                  <a:lnTo>
                    <a:pt x="589" y="245"/>
                  </a:lnTo>
                  <a:lnTo>
                    <a:pt x="589" y="245"/>
                  </a:lnTo>
                  <a:lnTo>
                    <a:pt x="617" y="259"/>
                  </a:lnTo>
                  <a:lnTo>
                    <a:pt x="636" y="268"/>
                  </a:lnTo>
                  <a:lnTo>
                    <a:pt x="657" y="277"/>
                  </a:lnTo>
                  <a:lnTo>
                    <a:pt x="679" y="287"/>
                  </a:lnTo>
                  <a:lnTo>
                    <a:pt x="700" y="293"/>
                  </a:lnTo>
                  <a:lnTo>
                    <a:pt x="710" y="296"/>
                  </a:lnTo>
                  <a:lnTo>
                    <a:pt x="721" y="297"/>
                  </a:lnTo>
                  <a:lnTo>
                    <a:pt x="730" y="297"/>
                  </a:lnTo>
                  <a:lnTo>
                    <a:pt x="739" y="296"/>
                  </a:lnTo>
                  <a:lnTo>
                    <a:pt x="739" y="296"/>
                  </a:lnTo>
                  <a:lnTo>
                    <a:pt x="748" y="297"/>
                  </a:lnTo>
                  <a:lnTo>
                    <a:pt x="757" y="297"/>
                  </a:lnTo>
                  <a:lnTo>
                    <a:pt x="768" y="296"/>
                  </a:lnTo>
                  <a:lnTo>
                    <a:pt x="778" y="293"/>
                  </a:lnTo>
                  <a:lnTo>
                    <a:pt x="799" y="287"/>
                  </a:lnTo>
                  <a:lnTo>
                    <a:pt x="820" y="277"/>
                  </a:lnTo>
                  <a:lnTo>
                    <a:pt x="841" y="268"/>
                  </a:lnTo>
                  <a:lnTo>
                    <a:pt x="861" y="259"/>
                  </a:lnTo>
                  <a:lnTo>
                    <a:pt x="889" y="245"/>
                  </a:lnTo>
                  <a:lnTo>
                    <a:pt x="889" y="245"/>
                  </a:lnTo>
                  <a:lnTo>
                    <a:pt x="917" y="230"/>
                  </a:lnTo>
                  <a:lnTo>
                    <a:pt x="946" y="217"/>
                  </a:lnTo>
                  <a:lnTo>
                    <a:pt x="960" y="211"/>
                  </a:lnTo>
                  <a:lnTo>
                    <a:pt x="976" y="207"/>
                  </a:lnTo>
                  <a:lnTo>
                    <a:pt x="990" y="204"/>
                  </a:lnTo>
                  <a:lnTo>
                    <a:pt x="1006" y="203"/>
                  </a:lnTo>
                  <a:lnTo>
                    <a:pt x="1006" y="203"/>
                  </a:lnTo>
                  <a:lnTo>
                    <a:pt x="1022" y="204"/>
                  </a:lnTo>
                  <a:lnTo>
                    <a:pt x="1036" y="207"/>
                  </a:lnTo>
                  <a:lnTo>
                    <a:pt x="1049" y="209"/>
                  </a:lnTo>
                  <a:lnTo>
                    <a:pt x="1062" y="213"/>
                  </a:lnTo>
                  <a:lnTo>
                    <a:pt x="1088" y="223"/>
                  </a:lnTo>
                  <a:lnTo>
                    <a:pt x="1112" y="234"/>
                  </a:lnTo>
                  <a:lnTo>
                    <a:pt x="1135" y="249"/>
                  </a:lnTo>
                  <a:lnTo>
                    <a:pt x="1159" y="263"/>
                  </a:lnTo>
                  <a:lnTo>
                    <a:pt x="1182" y="279"/>
                  </a:lnTo>
                  <a:lnTo>
                    <a:pt x="1207" y="293"/>
                  </a:lnTo>
                  <a:lnTo>
                    <a:pt x="1207" y="293"/>
                  </a:lnTo>
                  <a:lnTo>
                    <a:pt x="1223" y="302"/>
                  </a:lnTo>
                  <a:lnTo>
                    <a:pt x="1241" y="310"/>
                  </a:lnTo>
                  <a:lnTo>
                    <a:pt x="1258" y="317"/>
                  </a:lnTo>
                  <a:lnTo>
                    <a:pt x="1277" y="321"/>
                  </a:lnTo>
                  <a:lnTo>
                    <a:pt x="1295" y="325"/>
                  </a:lnTo>
                  <a:lnTo>
                    <a:pt x="1313" y="327"/>
                  </a:lnTo>
                  <a:lnTo>
                    <a:pt x="1332" y="327"/>
                  </a:lnTo>
                  <a:lnTo>
                    <a:pt x="1350" y="326"/>
                  </a:lnTo>
                  <a:lnTo>
                    <a:pt x="1367" y="323"/>
                  </a:lnTo>
                  <a:lnTo>
                    <a:pt x="1384" y="319"/>
                  </a:lnTo>
                  <a:lnTo>
                    <a:pt x="1401" y="311"/>
                  </a:lnTo>
                  <a:lnTo>
                    <a:pt x="1417" y="304"/>
                  </a:lnTo>
                  <a:lnTo>
                    <a:pt x="1431" y="293"/>
                  </a:lnTo>
                  <a:lnTo>
                    <a:pt x="1445" y="280"/>
                  </a:lnTo>
                  <a:lnTo>
                    <a:pt x="1457" y="264"/>
                  </a:lnTo>
                  <a:lnTo>
                    <a:pt x="1469" y="247"/>
                  </a:lnTo>
                  <a:lnTo>
                    <a:pt x="1469" y="247"/>
                  </a:lnTo>
                  <a:lnTo>
                    <a:pt x="1473" y="236"/>
                  </a:lnTo>
                  <a:lnTo>
                    <a:pt x="1477" y="223"/>
                  </a:lnTo>
                  <a:lnTo>
                    <a:pt x="1477" y="208"/>
                  </a:lnTo>
                  <a:lnTo>
                    <a:pt x="1477" y="194"/>
                  </a:lnTo>
                  <a:lnTo>
                    <a:pt x="1474" y="179"/>
                  </a:lnTo>
                  <a:lnTo>
                    <a:pt x="1469" y="166"/>
                  </a:lnTo>
                  <a:lnTo>
                    <a:pt x="1462" y="155"/>
                  </a:lnTo>
                  <a:lnTo>
                    <a:pt x="1455" y="144"/>
                  </a:lnTo>
                  <a:lnTo>
                    <a:pt x="1455" y="144"/>
                  </a:lnTo>
                  <a:close/>
                  <a:moveTo>
                    <a:pt x="1415" y="245"/>
                  </a:moveTo>
                  <a:lnTo>
                    <a:pt x="1415" y="245"/>
                  </a:lnTo>
                  <a:lnTo>
                    <a:pt x="1400" y="259"/>
                  </a:lnTo>
                  <a:lnTo>
                    <a:pt x="1381" y="270"/>
                  </a:lnTo>
                  <a:lnTo>
                    <a:pt x="1362" y="277"/>
                  </a:lnTo>
                  <a:lnTo>
                    <a:pt x="1342" y="283"/>
                  </a:lnTo>
                  <a:lnTo>
                    <a:pt x="1332" y="284"/>
                  </a:lnTo>
                  <a:lnTo>
                    <a:pt x="1321" y="284"/>
                  </a:lnTo>
                  <a:lnTo>
                    <a:pt x="1311" y="284"/>
                  </a:lnTo>
                  <a:lnTo>
                    <a:pt x="1300" y="283"/>
                  </a:lnTo>
                  <a:lnTo>
                    <a:pt x="1290" y="281"/>
                  </a:lnTo>
                  <a:lnTo>
                    <a:pt x="1279" y="279"/>
                  </a:lnTo>
                  <a:lnTo>
                    <a:pt x="1270" y="275"/>
                  </a:lnTo>
                  <a:lnTo>
                    <a:pt x="1260" y="270"/>
                  </a:lnTo>
                  <a:lnTo>
                    <a:pt x="1260" y="270"/>
                  </a:lnTo>
                  <a:lnTo>
                    <a:pt x="1233" y="255"/>
                  </a:lnTo>
                  <a:lnTo>
                    <a:pt x="1207" y="238"/>
                  </a:lnTo>
                  <a:lnTo>
                    <a:pt x="1156" y="206"/>
                  </a:lnTo>
                  <a:lnTo>
                    <a:pt x="1130" y="190"/>
                  </a:lnTo>
                  <a:lnTo>
                    <a:pt x="1103" y="177"/>
                  </a:lnTo>
                  <a:lnTo>
                    <a:pt x="1088" y="170"/>
                  </a:lnTo>
                  <a:lnTo>
                    <a:pt x="1074" y="166"/>
                  </a:lnTo>
                  <a:lnTo>
                    <a:pt x="1059" y="162"/>
                  </a:lnTo>
                  <a:lnTo>
                    <a:pt x="1045" y="161"/>
                  </a:lnTo>
                  <a:lnTo>
                    <a:pt x="1045" y="161"/>
                  </a:lnTo>
                  <a:lnTo>
                    <a:pt x="1022" y="158"/>
                  </a:lnTo>
                  <a:lnTo>
                    <a:pt x="999" y="158"/>
                  </a:lnTo>
                  <a:lnTo>
                    <a:pt x="981" y="161"/>
                  </a:lnTo>
                  <a:lnTo>
                    <a:pt x="963" y="165"/>
                  </a:lnTo>
                  <a:lnTo>
                    <a:pt x="944" y="170"/>
                  </a:lnTo>
                  <a:lnTo>
                    <a:pt x="926" y="178"/>
                  </a:lnTo>
                  <a:lnTo>
                    <a:pt x="887" y="195"/>
                  </a:lnTo>
                  <a:lnTo>
                    <a:pt x="887" y="195"/>
                  </a:lnTo>
                  <a:lnTo>
                    <a:pt x="842" y="217"/>
                  </a:lnTo>
                  <a:lnTo>
                    <a:pt x="808" y="233"/>
                  </a:lnTo>
                  <a:lnTo>
                    <a:pt x="777" y="246"/>
                  </a:lnTo>
                  <a:lnTo>
                    <a:pt x="777" y="246"/>
                  </a:lnTo>
                  <a:lnTo>
                    <a:pt x="777" y="246"/>
                  </a:lnTo>
                  <a:lnTo>
                    <a:pt x="777" y="246"/>
                  </a:lnTo>
                  <a:lnTo>
                    <a:pt x="761" y="250"/>
                  </a:lnTo>
                  <a:lnTo>
                    <a:pt x="761" y="250"/>
                  </a:lnTo>
                  <a:lnTo>
                    <a:pt x="761" y="250"/>
                  </a:lnTo>
                  <a:lnTo>
                    <a:pt x="761" y="250"/>
                  </a:lnTo>
                  <a:lnTo>
                    <a:pt x="748" y="254"/>
                  </a:lnTo>
                  <a:lnTo>
                    <a:pt x="748" y="254"/>
                  </a:lnTo>
                  <a:lnTo>
                    <a:pt x="739" y="254"/>
                  </a:lnTo>
                  <a:lnTo>
                    <a:pt x="739" y="254"/>
                  </a:lnTo>
                  <a:lnTo>
                    <a:pt x="731" y="255"/>
                  </a:lnTo>
                  <a:lnTo>
                    <a:pt x="723" y="254"/>
                  </a:lnTo>
                  <a:lnTo>
                    <a:pt x="717" y="253"/>
                  </a:lnTo>
                  <a:lnTo>
                    <a:pt x="710" y="249"/>
                  </a:lnTo>
                  <a:lnTo>
                    <a:pt x="710" y="249"/>
                  </a:lnTo>
                  <a:lnTo>
                    <a:pt x="695" y="243"/>
                  </a:lnTo>
                  <a:lnTo>
                    <a:pt x="678" y="236"/>
                  </a:lnTo>
                  <a:lnTo>
                    <a:pt x="641" y="220"/>
                  </a:lnTo>
                  <a:lnTo>
                    <a:pt x="591" y="195"/>
                  </a:lnTo>
                  <a:lnTo>
                    <a:pt x="591" y="195"/>
                  </a:lnTo>
                  <a:lnTo>
                    <a:pt x="552" y="178"/>
                  </a:lnTo>
                  <a:lnTo>
                    <a:pt x="534" y="170"/>
                  </a:lnTo>
                  <a:lnTo>
                    <a:pt x="515" y="165"/>
                  </a:lnTo>
                  <a:lnTo>
                    <a:pt x="497" y="161"/>
                  </a:lnTo>
                  <a:lnTo>
                    <a:pt x="477" y="158"/>
                  </a:lnTo>
                  <a:lnTo>
                    <a:pt x="456" y="158"/>
                  </a:lnTo>
                  <a:lnTo>
                    <a:pt x="433" y="161"/>
                  </a:lnTo>
                  <a:lnTo>
                    <a:pt x="433" y="161"/>
                  </a:lnTo>
                  <a:lnTo>
                    <a:pt x="419" y="162"/>
                  </a:lnTo>
                  <a:lnTo>
                    <a:pt x="403" y="166"/>
                  </a:lnTo>
                  <a:lnTo>
                    <a:pt x="388" y="170"/>
                  </a:lnTo>
                  <a:lnTo>
                    <a:pt x="375" y="177"/>
                  </a:lnTo>
                  <a:lnTo>
                    <a:pt x="348" y="190"/>
                  </a:lnTo>
                  <a:lnTo>
                    <a:pt x="322" y="206"/>
                  </a:lnTo>
                  <a:lnTo>
                    <a:pt x="269" y="238"/>
                  </a:lnTo>
                  <a:lnTo>
                    <a:pt x="245" y="255"/>
                  </a:lnTo>
                  <a:lnTo>
                    <a:pt x="218" y="270"/>
                  </a:lnTo>
                  <a:lnTo>
                    <a:pt x="218" y="270"/>
                  </a:lnTo>
                  <a:lnTo>
                    <a:pt x="208" y="275"/>
                  </a:lnTo>
                  <a:lnTo>
                    <a:pt x="199" y="279"/>
                  </a:lnTo>
                  <a:lnTo>
                    <a:pt x="188" y="281"/>
                  </a:lnTo>
                  <a:lnTo>
                    <a:pt x="178" y="283"/>
                  </a:lnTo>
                  <a:lnTo>
                    <a:pt x="167" y="284"/>
                  </a:lnTo>
                  <a:lnTo>
                    <a:pt x="157" y="284"/>
                  </a:lnTo>
                  <a:lnTo>
                    <a:pt x="146" y="284"/>
                  </a:lnTo>
                  <a:lnTo>
                    <a:pt x="136" y="283"/>
                  </a:lnTo>
                  <a:lnTo>
                    <a:pt x="116" y="277"/>
                  </a:lnTo>
                  <a:lnTo>
                    <a:pt x="97" y="270"/>
                  </a:lnTo>
                  <a:lnTo>
                    <a:pt x="78" y="259"/>
                  </a:lnTo>
                  <a:lnTo>
                    <a:pt x="61" y="245"/>
                  </a:lnTo>
                  <a:lnTo>
                    <a:pt x="61" y="245"/>
                  </a:lnTo>
                  <a:lnTo>
                    <a:pt x="56" y="240"/>
                  </a:lnTo>
                  <a:lnTo>
                    <a:pt x="52" y="233"/>
                  </a:lnTo>
                  <a:lnTo>
                    <a:pt x="50" y="228"/>
                  </a:lnTo>
                  <a:lnTo>
                    <a:pt x="47" y="221"/>
                  </a:lnTo>
                  <a:lnTo>
                    <a:pt x="46" y="215"/>
                  </a:lnTo>
                  <a:lnTo>
                    <a:pt x="46" y="209"/>
                  </a:lnTo>
                  <a:lnTo>
                    <a:pt x="46" y="203"/>
                  </a:lnTo>
                  <a:lnTo>
                    <a:pt x="48" y="198"/>
                  </a:lnTo>
                  <a:lnTo>
                    <a:pt x="50" y="192"/>
                  </a:lnTo>
                  <a:lnTo>
                    <a:pt x="54" y="187"/>
                  </a:lnTo>
                  <a:lnTo>
                    <a:pt x="61" y="178"/>
                  </a:lnTo>
                  <a:lnTo>
                    <a:pt x="72" y="172"/>
                  </a:lnTo>
                  <a:lnTo>
                    <a:pt x="77" y="169"/>
                  </a:lnTo>
                  <a:lnTo>
                    <a:pt x="84" y="166"/>
                  </a:lnTo>
                  <a:lnTo>
                    <a:pt x="84" y="166"/>
                  </a:lnTo>
                  <a:lnTo>
                    <a:pt x="103" y="164"/>
                  </a:lnTo>
                  <a:lnTo>
                    <a:pt x="123" y="161"/>
                  </a:lnTo>
                  <a:lnTo>
                    <a:pt x="161" y="161"/>
                  </a:lnTo>
                  <a:lnTo>
                    <a:pt x="161" y="161"/>
                  </a:lnTo>
                  <a:lnTo>
                    <a:pt x="167" y="160"/>
                  </a:lnTo>
                  <a:lnTo>
                    <a:pt x="173" y="157"/>
                  </a:lnTo>
                  <a:lnTo>
                    <a:pt x="178" y="153"/>
                  </a:lnTo>
                  <a:lnTo>
                    <a:pt x="180" y="149"/>
                  </a:lnTo>
                  <a:lnTo>
                    <a:pt x="180" y="149"/>
                  </a:lnTo>
                  <a:lnTo>
                    <a:pt x="192" y="144"/>
                  </a:lnTo>
                  <a:lnTo>
                    <a:pt x="205" y="139"/>
                  </a:lnTo>
                  <a:lnTo>
                    <a:pt x="228" y="126"/>
                  </a:lnTo>
                  <a:lnTo>
                    <a:pt x="250" y="111"/>
                  </a:lnTo>
                  <a:lnTo>
                    <a:pt x="272" y="97"/>
                  </a:lnTo>
                  <a:lnTo>
                    <a:pt x="272" y="97"/>
                  </a:lnTo>
                  <a:lnTo>
                    <a:pt x="289" y="85"/>
                  </a:lnTo>
                  <a:lnTo>
                    <a:pt x="309" y="75"/>
                  </a:lnTo>
                  <a:lnTo>
                    <a:pt x="328" y="67"/>
                  </a:lnTo>
                  <a:lnTo>
                    <a:pt x="348" y="59"/>
                  </a:lnTo>
                  <a:lnTo>
                    <a:pt x="369" y="54"/>
                  </a:lnTo>
                  <a:lnTo>
                    <a:pt x="390" y="50"/>
                  </a:lnTo>
                  <a:lnTo>
                    <a:pt x="411" y="47"/>
                  </a:lnTo>
                  <a:lnTo>
                    <a:pt x="433" y="47"/>
                  </a:lnTo>
                  <a:lnTo>
                    <a:pt x="433" y="47"/>
                  </a:lnTo>
                  <a:lnTo>
                    <a:pt x="445" y="49"/>
                  </a:lnTo>
                  <a:lnTo>
                    <a:pt x="458" y="50"/>
                  </a:lnTo>
                  <a:lnTo>
                    <a:pt x="481" y="56"/>
                  </a:lnTo>
                  <a:lnTo>
                    <a:pt x="504" y="64"/>
                  </a:lnTo>
                  <a:lnTo>
                    <a:pt x="527" y="75"/>
                  </a:lnTo>
                  <a:lnTo>
                    <a:pt x="549" y="85"/>
                  </a:lnTo>
                  <a:lnTo>
                    <a:pt x="572" y="94"/>
                  </a:lnTo>
                  <a:lnTo>
                    <a:pt x="594" y="102"/>
                  </a:lnTo>
                  <a:lnTo>
                    <a:pt x="606" y="106"/>
                  </a:lnTo>
                  <a:lnTo>
                    <a:pt x="617" y="109"/>
                  </a:lnTo>
                  <a:lnTo>
                    <a:pt x="617" y="109"/>
                  </a:lnTo>
                  <a:lnTo>
                    <a:pt x="671" y="117"/>
                  </a:lnTo>
                  <a:lnTo>
                    <a:pt x="697" y="119"/>
                  </a:lnTo>
                  <a:lnTo>
                    <a:pt x="725" y="122"/>
                  </a:lnTo>
                  <a:lnTo>
                    <a:pt x="725" y="122"/>
                  </a:lnTo>
                  <a:lnTo>
                    <a:pt x="730" y="122"/>
                  </a:lnTo>
                  <a:lnTo>
                    <a:pt x="730" y="122"/>
                  </a:lnTo>
                  <a:lnTo>
                    <a:pt x="739" y="122"/>
                  </a:lnTo>
                  <a:lnTo>
                    <a:pt x="739" y="122"/>
                  </a:lnTo>
                  <a:lnTo>
                    <a:pt x="747" y="122"/>
                  </a:lnTo>
                  <a:lnTo>
                    <a:pt x="747" y="122"/>
                  </a:lnTo>
                  <a:lnTo>
                    <a:pt x="753" y="122"/>
                  </a:lnTo>
                  <a:lnTo>
                    <a:pt x="753" y="122"/>
                  </a:lnTo>
                  <a:lnTo>
                    <a:pt x="780" y="119"/>
                  </a:lnTo>
                  <a:lnTo>
                    <a:pt x="807" y="117"/>
                  </a:lnTo>
                  <a:lnTo>
                    <a:pt x="859" y="109"/>
                  </a:lnTo>
                  <a:lnTo>
                    <a:pt x="859" y="109"/>
                  </a:lnTo>
                  <a:lnTo>
                    <a:pt x="872" y="106"/>
                  </a:lnTo>
                  <a:lnTo>
                    <a:pt x="884" y="102"/>
                  </a:lnTo>
                  <a:lnTo>
                    <a:pt x="906" y="94"/>
                  </a:lnTo>
                  <a:lnTo>
                    <a:pt x="929" y="85"/>
                  </a:lnTo>
                  <a:lnTo>
                    <a:pt x="951" y="75"/>
                  </a:lnTo>
                  <a:lnTo>
                    <a:pt x="973" y="64"/>
                  </a:lnTo>
                  <a:lnTo>
                    <a:pt x="997" y="56"/>
                  </a:lnTo>
                  <a:lnTo>
                    <a:pt x="1020" y="50"/>
                  </a:lnTo>
                  <a:lnTo>
                    <a:pt x="1032" y="49"/>
                  </a:lnTo>
                  <a:lnTo>
                    <a:pt x="1045" y="47"/>
                  </a:lnTo>
                  <a:lnTo>
                    <a:pt x="1045" y="47"/>
                  </a:lnTo>
                  <a:lnTo>
                    <a:pt x="1066" y="47"/>
                  </a:lnTo>
                  <a:lnTo>
                    <a:pt x="1088" y="50"/>
                  </a:lnTo>
                  <a:lnTo>
                    <a:pt x="1109" y="54"/>
                  </a:lnTo>
                  <a:lnTo>
                    <a:pt x="1129" y="59"/>
                  </a:lnTo>
                  <a:lnTo>
                    <a:pt x="1150" y="67"/>
                  </a:lnTo>
                  <a:lnTo>
                    <a:pt x="1169" y="75"/>
                  </a:lnTo>
                  <a:lnTo>
                    <a:pt x="1188" y="85"/>
                  </a:lnTo>
                  <a:lnTo>
                    <a:pt x="1206" y="97"/>
                  </a:lnTo>
                  <a:lnTo>
                    <a:pt x="1206" y="97"/>
                  </a:lnTo>
                  <a:lnTo>
                    <a:pt x="1227" y="111"/>
                  </a:lnTo>
                  <a:lnTo>
                    <a:pt x="1249" y="126"/>
                  </a:lnTo>
                  <a:lnTo>
                    <a:pt x="1273" y="139"/>
                  </a:lnTo>
                  <a:lnTo>
                    <a:pt x="1284" y="144"/>
                  </a:lnTo>
                  <a:lnTo>
                    <a:pt x="1298" y="149"/>
                  </a:lnTo>
                  <a:lnTo>
                    <a:pt x="1298" y="149"/>
                  </a:lnTo>
                  <a:lnTo>
                    <a:pt x="1300" y="153"/>
                  </a:lnTo>
                  <a:lnTo>
                    <a:pt x="1304" y="157"/>
                  </a:lnTo>
                  <a:lnTo>
                    <a:pt x="1309" y="160"/>
                  </a:lnTo>
                  <a:lnTo>
                    <a:pt x="1317" y="161"/>
                  </a:lnTo>
                  <a:lnTo>
                    <a:pt x="1317" y="161"/>
                  </a:lnTo>
                  <a:lnTo>
                    <a:pt x="1355" y="161"/>
                  </a:lnTo>
                  <a:lnTo>
                    <a:pt x="1375" y="164"/>
                  </a:lnTo>
                  <a:lnTo>
                    <a:pt x="1393" y="166"/>
                  </a:lnTo>
                  <a:lnTo>
                    <a:pt x="1393" y="166"/>
                  </a:lnTo>
                  <a:lnTo>
                    <a:pt x="1400" y="169"/>
                  </a:lnTo>
                  <a:lnTo>
                    <a:pt x="1406" y="172"/>
                  </a:lnTo>
                  <a:lnTo>
                    <a:pt x="1417" y="178"/>
                  </a:lnTo>
                  <a:lnTo>
                    <a:pt x="1424" y="187"/>
                  </a:lnTo>
                  <a:lnTo>
                    <a:pt x="1427" y="192"/>
                  </a:lnTo>
                  <a:lnTo>
                    <a:pt x="1430" y="198"/>
                  </a:lnTo>
                  <a:lnTo>
                    <a:pt x="1431" y="203"/>
                  </a:lnTo>
                  <a:lnTo>
                    <a:pt x="1432" y="209"/>
                  </a:lnTo>
                  <a:lnTo>
                    <a:pt x="1432" y="215"/>
                  </a:lnTo>
                  <a:lnTo>
                    <a:pt x="1431" y="221"/>
                  </a:lnTo>
                  <a:lnTo>
                    <a:pt x="1428" y="228"/>
                  </a:lnTo>
                  <a:lnTo>
                    <a:pt x="1426" y="233"/>
                  </a:lnTo>
                  <a:lnTo>
                    <a:pt x="1421" y="240"/>
                  </a:lnTo>
                  <a:lnTo>
                    <a:pt x="1415" y="245"/>
                  </a:lnTo>
                  <a:lnTo>
                    <a:pt x="1415" y="245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03" name="Freeform 515"/>
            <p:cNvSpPr/>
            <p:nvPr>
              <p:custDataLst>
                <p:tags r:id="rId58"/>
              </p:custDataLst>
            </p:nvPr>
          </p:nvSpPr>
          <p:spPr bwMode="auto">
            <a:xfrm>
              <a:off x="3133726" y="1176338"/>
              <a:ext cx="117475" cy="230188"/>
            </a:xfrm>
            <a:custGeom>
              <a:avLst/>
              <a:gdLst/>
              <a:ahLst/>
              <a:cxnLst>
                <a:cxn ang="0">
                  <a:pos x="251" y="10"/>
                </a:cxn>
                <a:cxn ang="0">
                  <a:pos x="216" y="78"/>
                </a:cxn>
                <a:cxn ang="0">
                  <a:pos x="186" y="149"/>
                </a:cxn>
                <a:cxn ang="0">
                  <a:pos x="140" y="255"/>
                </a:cxn>
                <a:cxn ang="0">
                  <a:pos x="124" y="290"/>
                </a:cxn>
                <a:cxn ang="0">
                  <a:pos x="91" y="349"/>
                </a:cxn>
                <a:cxn ang="0">
                  <a:pos x="59" y="406"/>
                </a:cxn>
                <a:cxn ang="0">
                  <a:pos x="42" y="440"/>
                </a:cxn>
                <a:cxn ang="0">
                  <a:pos x="12" y="515"/>
                </a:cxn>
                <a:cxn ang="0">
                  <a:pos x="1" y="553"/>
                </a:cxn>
                <a:cxn ang="0">
                  <a:pos x="1" y="553"/>
                </a:cxn>
                <a:cxn ang="0">
                  <a:pos x="0" y="558"/>
                </a:cxn>
                <a:cxn ang="0">
                  <a:pos x="1" y="567"/>
                </a:cxn>
                <a:cxn ang="0">
                  <a:pos x="5" y="574"/>
                </a:cxn>
                <a:cxn ang="0">
                  <a:pos x="20" y="580"/>
                </a:cxn>
                <a:cxn ang="0">
                  <a:pos x="35" y="578"/>
                </a:cxn>
                <a:cxn ang="0">
                  <a:pos x="42" y="573"/>
                </a:cxn>
                <a:cxn ang="0">
                  <a:pos x="44" y="565"/>
                </a:cxn>
                <a:cxn ang="0">
                  <a:pos x="46" y="563"/>
                </a:cxn>
                <a:cxn ang="0">
                  <a:pos x="48" y="558"/>
                </a:cxn>
                <a:cxn ang="0">
                  <a:pos x="48" y="552"/>
                </a:cxn>
                <a:cxn ang="0">
                  <a:pos x="73" y="485"/>
                </a:cxn>
                <a:cxn ang="0">
                  <a:pos x="106" y="421"/>
                </a:cxn>
                <a:cxn ang="0">
                  <a:pos x="156" y="328"/>
                </a:cxn>
                <a:cxn ang="0">
                  <a:pos x="173" y="297"/>
                </a:cxn>
                <a:cxn ang="0">
                  <a:pos x="201" y="230"/>
                </a:cxn>
                <a:cxn ang="0">
                  <a:pos x="243" y="130"/>
                </a:cxn>
                <a:cxn ang="0">
                  <a:pos x="273" y="65"/>
                </a:cxn>
                <a:cxn ang="0">
                  <a:pos x="290" y="34"/>
                </a:cxn>
                <a:cxn ang="0">
                  <a:pos x="293" y="25"/>
                </a:cxn>
                <a:cxn ang="0">
                  <a:pos x="292" y="15"/>
                </a:cxn>
                <a:cxn ang="0">
                  <a:pos x="288" y="9"/>
                </a:cxn>
                <a:cxn ang="0">
                  <a:pos x="273" y="0"/>
                </a:cxn>
                <a:cxn ang="0">
                  <a:pos x="265" y="0"/>
                </a:cxn>
                <a:cxn ang="0">
                  <a:pos x="258" y="4"/>
                </a:cxn>
                <a:cxn ang="0">
                  <a:pos x="251" y="10"/>
                </a:cxn>
              </a:cxnLst>
              <a:rect l="0" t="0" r="r" b="b"/>
              <a:pathLst>
                <a:path w="293" h="580">
                  <a:moveTo>
                    <a:pt x="251" y="10"/>
                  </a:moveTo>
                  <a:lnTo>
                    <a:pt x="251" y="10"/>
                  </a:lnTo>
                  <a:lnTo>
                    <a:pt x="233" y="44"/>
                  </a:lnTo>
                  <a:lnTo>
                    <a:pt x="216" y="78"/>
                  </a:lnTo>
                  <a:lnTo>
                    <a:pt x="200" y="113"/>
                  </a:lnTo>
                  <a:lnTo>
                    <a:pt x="186" y="149"/>
                  </a:lnTo>
                  <a:lnTo>
                    <a:pt x="156" y="219"/>
                  </a:lnTo>
                  <a:lnTo>
                    <a:pt x="140" y="255"/>
                  </a:lnTo>
                  <a:lnTo>
                    <a:pt x="124" y="290"/>
                  </a:lnTo>
                  <a:lnTo>
                    <a:pt x="124" y="290"/>
                  </a:lnTo>
                  <a:lnTo>
                    <a:pt x="110" y="320"/>
                  </a:lnTo>
                  <a:lnTo>
                    <a:pt x="91" y="349"/>
                  </a:lnTo>
                  <a:lnTo>
                    <a:pt x="74" y="376"/>
                  </a:lnTo>
                  <a:lnTo>
                    <a:pt x="59" y="406"/>
                  </a:lnTo>
                  <a:lnTo>
                    <a:pt x="59" y="406"/>
                  </a:lnTo>
                  <a:lnTo>
                    <a:pt x="42" y="440"/>
                  </a:lnTo>
                  <a:lnTo>
                    <a:pt x="26" y="477"/>
                  </a:lnTo>
                  <a:lnTo>
                    <a:pt x="12" y="515"/>
                  </a:lnTo>
                  <a:lnTo>
                    <a:pt x="1" y="553"/>
                  </a:lnTo>
                  <a:lnTo>
                    <a:pt x="1" y="553"/>
                  </a:lnTo>
                  <a:lnTo>
                    <a:pt x="1" y="553"/>
                  </a:lnTo>
                  <a:lnTo>
                    <a:pt x="1" y="553"/>
                  </a:lnTo>
                  <a:lnTo>
                    <a:pt x="0" y="558"/>
                  </a:lnTo>
                  <a:lnTo>
                    <a:pt x="0" y="558"/>
                  </a:lnTo>
                  <a:lnTo>
                    <a:pt x="0" y="563"/>
                  </a:lnTo>
                  <a:lnTo>
                    <a:pt x="1" y="567"/>
                  </a:lnTo>
                  <a:lnTo>
                    <a:pt x="3" y="571"/>
                  </a:lnTo>
                  <a:lnTo>
                    <a:pt x="5" y="574"/>
                  </a:lnTo>
                  <a:lnTo>
                    <a:pt x="12" y="578"/>
                  </a:lnTo>
                  <a:lnTo>
                    <a:pt x="20" y="580"/>
                  </a:lnTo>
                  <a:lnTo>
                    <a:pt x="27" y="580"/>
                  </a:lnTo>
                  <a:lnTo>
                    <a:pt x="35" y="578"/>
                  </a:lnTo>
                  <a:lnTo>
                    <a:pt x="38" y="575"/>
                  </a:lnTo>
                  <a:lnTo>
                    <a:pt x="42" y="573"/>
                  </a:lnTo>
                  <a:lnTo>
                    <a:pt x="43" y="569"/>
                  </a:lnTo>
                  <a:lnTo>
                    <a:pt x="44" y="565"/>
                  </a:lnTo>
                  <a:lnTo>
                    <a:pt x="44" y="565"/>
                  </a:lnTo>
                  <a:lnTo>
                    <a:pt x="46" y="563"/>
                  </a:lnTo>
                  <a:lnTo>
                    <a:pt x="46" y="563"/>
                  </a:lnTo>
                  <a:lnTo>
                    <a:pt x="48" y="558"/>
                  </a:lnTo>
                  <a:lnTo>
                    <a:pt x="48" y="552"/>
                  </a:lnTo>
                  <a:lnTo>
                    <a:pt x="48" y="552"/>
                  </a:lnTo>
                  <a:lnTo>
                    <a:pt x="60" y="518"/>
                  </a:lnTo>
                  <a:lnTo>
                    <a:pt x="73" y="485"/>
                  </a:lnTo>
                  <a:lnTo>
                    <a:pt x="89" y="452"/>
                  </a:lnTo>
                  <a:lnTo>
                    <a:pt x="106" y="421"/>
                  </a:lnTo>
                  <a:lnTo>
                    <a:pt x="140" y="359"/>
                  </a:lnTo>
                  <a:lnTo>
                    <a:pt x="156" y="328"/>
                  </a:lnTo>
                  <a:lnTo>
                    <a:pt x="173" y="297"/>
                  </a:lnTo>
                  <a:lnTo>
                    <a:pt x="173" y="297"/>
                  </a:lnTo>
                  <a:lnTo>
                    <a:pt x="187" y="264"/>
                  </a:lnTo>
                  <a:lnTo>
                    <a:pt x="201" y="230"/>
                  </a:lnTo>
                  <a:lnTo>
                    <a:pt x="229" y="163"/>
                  </a:lnTo>
                  <a:lnTo>
                    <a:pt x="243" y="130"/>
                  </a:lnTo>
                  <a:lnTo>
                    <a:pt x="258" y="98"/>
                  </a:lnTo>
                  <a:lnTo>
                    <a:pt x="273" y="65"/>
                  </a:lnTo>
                  <a:lnTo>
                    <a:pt x="290" y="34"/>
                  </a:lnTo>
                  <a:lnTo>
                    <a:pt x="290" y="34"/>
                  </a:lnTo>
                  <a:lnTo>
                    <a:pt x="292" y="28"/>
                  </a:lnTo>
                  <a:lnTo>
                    <a:pt x="293" y="25"/>
                  </a:lnTo>
                  <a:lnTo>
                    <a:pt x="293" y="19"/>
                  </a:lnTo>
                  <a:lnTo>
                    <a:pt x="292" y="15"/>
                  </a:lnTo>
                  <a:lnTo>
                    <a:pt x="290" y="11"/>
                  </a:lnTo>
                  <a:lnTo>
                    <a:pt x="288" y="9"/>
                  </a:lnTo>
                  <a:lnTo>
                    <a:pt x="281" y="2"/>
                  </a:lnTo>
                  <a:lnTo>
                    <a:pt x="273" y="0"/>
                  </a:lnTo>
                  <a:lnTo>
                    <a:pt x="269" y="0"/>
                  </a:lnTo>
                  <a:lnTo>
                    <a:pt x="265" y="0"/>
                  </a:lnTo>
                  <a:lnTo>
                    <a:pt x="262" y="1"/>
                  </a:lnTo>
                  <a:lnTo>
                    <a:pt x="258" y="4"/>
                  </a:lnTo>
                  <a:lnTo>
                    <a:pt x="254" y="6"/>
                  </a:lnTo>
                  <a:lnTo>
                    <a:pt x="251" y="10"/>
                  </a:lnTo>
                  <a:lnTo>
                    <a:pt x="251" y="10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04" name="Freeform 516"/>
            <p:cNvSpPr/>
            <p:nvPr>
              <p:custDataLst>
                <p:tags r:id="rId59"/>
              </p:custDataLst>
            </p:nvPr>
          </p:nvSpPr>
          <p:spPr bwMode="auto">
            <a:xfrm>
              <a:off x="3255963" y="1174750"/>
              <a:ext cx="109538" cy="230188"/>
            </a:xfrm>
            <a:custGeom>
              <a:avLst/>
              <a:gdLst/>
              <a:ahLst/>
              <a:cxnLst>
                <a:cxn ang="0">
                  <a:pos x="270" y="543"/>
                </a:cxn>
                <a:cxn ang="0">
                  <a:pos x="263" y="533"/>
                </a:cxn>
                <a:cxn ang="0">
                  <a:pos x="248" y="505"/>
                </a:cxn>
                <a:cxn ang="0">
                  <a:pos x="233" y="456"/>
                </a:cxn>
                <a:cxn ang="0">
                  <a:pos x="221" y="429"/>
                </a:cxn>
                <a:cxn ang="0">
                  <a:pos x="213" y="412"/>
                </a:cxn>
                <a:cxn ang="0">
                  <a:pos x="192" y="359"/>
                </a:cxn>
                <a:cxn ang="0">
                  <a:pos x="170" y="288"/>
                </a:cxn>
                <a:cxn ang="0">
                  <a:pos x="165" y="270"/>
                </a:cxn>
                <a:cxn ang="0">
                  <a:pos x="146" y="222"/>
                </a:cxn>
                <a:cxn ang="0">
                  <a:pos x="125" y="174"/>
                </a:cxn>
                <a:cxn ang="0">
                  <a:pos x="120" y="157"/>
                </a:cxn>
                <a:cxn ang="0">
                  <a:pos x="103" y="120"/>
                </a:cxn>
                <a:cxn ang="0">
                  <a:pos x="81" y="86"/>
                </a:cxn>
                <a:cxn ang="0">
                  <a:pos x="60" y="52"/>
                </a:cxn>
                <a:cxn ang="0">
                  <a:pos x="44" y="17"/>
                </a:cxn>
                <a:cxn ang="0">
                  <a:pos x="43" y="12"/>
                </a:cxn>
                <a:cxn ang="0">
                  <a:pos x="36" y="5"/>
                </a:cxn>
                <a:cxn ang="0">
                  <a:pos x="28" y="1"/>
                </a:cxn>
                <a:cxn ang="0">
                  <a:pos x="17" y="1"/>
                </a:cxn>
                <a:cxn ang="0">
                  <a:pos x="5" y="8"/>
                </a:cxn>
                <a:cxn ang="0">
                  <a:pos x="1" y="14"/>
                </a:cxn>
                <a:cxn ang="0">
                  <a:pos x="0" y="23"/>
                </a:cxn>
                <a:cxn ang="0">
                  <a:pos x="1" y="29"/>
                </a:cxn>
                <a:cxn ang="0">
                  <a:pos x="15" y="64"/>
                </a:cxn>
                <a:cxn ang="0">
                  <a:pos x="36" y="99"/>
                </a:cxn>
                <a:cxn ang="0">
                  <a:pos x="68" y="150"/>
                </a:cxn>
                <a:cxn ang="0">
                  <a:pos x="76" y="168"/>
                </a:cxn>
                <a:cxn ang="0">
                  <a:pos x="119" y="277"/>
                </a:cxn>
                <a:cxn ang="0">
                  <a:pos x="130" y="314"/>
                </a:cxn>
                <a:cxn ang="0">
                  <a:pos x="151" y="384"/>
                </a:cxn>
                <a:cxn ang="0">
                  <a:pos x="182" y="451"/>
                </a:cxn>
                <a:cxn ang="0">
                  <a:pos x="188" y="465"/>
                </a:cxn>
                <a:cxn ang="0">
                  <a:pos x="205" y="516"/>
                </a:cxn>
                <a:cxn ang="0">
                  <a:pos x="219" y="549"/>
                </a:cxn>
                <a:cxn ang="0">
                  <a:pos x="233" y="569"/>
                </a:cxn>
                <a:cxn ang="0">
                  <a:pos x="239" y="575"/>
                </a:cxn>
                <a:cxn ang="0">
                  <a:pos x="247" y="580"/>
                </a:cxn>
                <a:cxn ang="0">
                  <a:pos x="256" y="580"/>
                </a:cxn>
                <a:cxn ang="0">
                  <a:pos x="264" y="579"/>
                </a:cxn>
                <a:cxn ang="0">
                  <a:pos x="276" y="567"/>
                </a:cxn>
                <a:cxn ang="0">
                  <a:pos x="278" y="558"/>
                </a:cxn>
                <a:cxn ang="0">
                  <a:pos x="277" y="550"/>
                </a:cxn>
                <a:cxn ang="0">
                  <a:pos x="270" y="543"/>
                </a:cxn>
              </a:cxnLst>
              <a:rect l="0" t="0" r="r" b="b"/>
              <a:pathLst>
                <a:path w="278" h="580">
                  <a:moveTo>
                    <a:pt x="270" y="543"/>
                  </a:moveTo>
                  <a:lnTo>
                    <a:pt x="270" y="543"/>
                  </a:lnTo>
                  <a:lnTo>
                    <a:pt x="267" y="539"/>
                  </a:lnTo>
                  <a:lnTo>
                    <a:pt x="263" y="533"/>
                  </a:lnTo>
                  <a:lnTo>
                    <a:pt x="255" y="520"/>
                  </a:lnTo>
                  <a:lnTo>
                    <a:pt x="248" y="505"/>
                  </a:lnTo>
                  <a:lnTo>
                    <a:pt x="243" y="489"/>
                  </a:lnTo>
                  <a:lnTo>
                    <a:pt x="233" y="456"/>
                  </a:lnTo>
                  <a:lnTo>
                    <a:pt x="227" y="441"/>
                  </a:lnTo>
                  <a:lnTo>
                    <a:pt x="221" y="429"/>
                  </a:lnTo>
                  <a:lnTo>
                    <a:pt x="221" y="429"/>
                  </a:lnTo>
                  <a:lnTo>
                    <a:pt x="213" y="412"/>
                  </a:lnTo>
                  <a:lnTo>
                    <a:pt x="205" y="395"/>
                  </a:lnTo>
                  <a:lnTo>
                    <a:pt x="192" y="359"/>
                  </a:lnTo>
                  <a:lnTo>
                    <a:pt x="180" y="324"/>
                  </a:lnTo>
                  <a:lnTo>
                    <a:pt x="170" y="288"/>
                  </a:lnTo>
                  <a:lnTo>
                    <a:pt x="170" y="288"/>
                  </a:lnTo>
                  <a:lnTo>
                    <a:pt x="165" y="270"/>
                  </a:lnTo>
                  <a:lnTo>
                    <a:pt x="159" y="253"/>
                  </a:lnTo>
                  <a:lnTo>
                    <a:pt x="146" y="222"/>
                  </a:lnTo>
                  <a:lnTo>
                    <a:pt x="132" y="189"/>
                  </a:lnTo>
                  <a:lnTo>
                    <a:pt x="125" y="174"/>
                  </a:lnTo>
                  <a:lnTo>
                    <a:pt x="120" y="157"/>
                  </a:lnTo>
                  <a:lnTo>
                    <a:pt x="120" y="157"/>
                  </a:lnTo>
                  <a:lnTo>
                    <a:pt x="112" y="138"/>
                  </a:lnTo>
                  <a:lnTo>
                    <a:pt x="103" y="120"/>
                  </a:lnTo>
                  <a:lnTo>
                    <a:pt x="93" y="103"/>
                  </a:lnTo>
                  <a:lnTo>
                    <a:pt x="81" y="86"/>
                  </a:lnTo>
                  <a:lnTo>
                    <a:pt x="70" y="69"/>
                  </a:lnTo>
                  <a:lnTo>
                    <a:pt x="60" y="52"/>
                  </a:lnTo>
                  <a:lnTo>
                    <a:pt x="51" y="34"/>
                  </a:lnTo>
                  <a:lnTo>
                    <a:pt x="44" y="17"/>
                  </a:lnTo>
                  <a:lnTo>
                    <a:pt x="44" y="17"/>
                  </a:lnTo>
                  <a:lnTo>
                    <a:pt x="43" y="12"/>
                  </a:lnTo>
                  <a:lnTo>
                    <a:pt x="40" y="8"/>
                  </a:lnTo>
                  <a:lnTo>
                    <a:pt x="36" y="5"/>
                  </a:lnTo>
                  <a:lnTo>
                    <a:pt x="32" y="2"/>
                  </a:lnTo>
                  <a:lnTo>
                    <a:pt x="28" y="1"/>
                  </a:lnTo>
                  <a:lnTo>
                    <a:pt x="25" y="0"/>
                  </a:lnTo>
                  <a:lnTo>
                    <a:pt x="17" y="1"/>
                  </a:lnTo>
                  <a:lnTo>
                    <a:pt x="9" y="5"/>
                  </a:lnTo>
                  <a:lnTo>
                    <a:pt x="5" y="8"/>
                  </a:lnTo>
                  <a:lnTo>
                    <a:pt x="2" y="10"/>
                  </a:lnTo>
                  <a:lnTo>
                    <a:pt x="1" y="14"/>
                  </a:lnTo>
                  <a:lnTo>
                    <a:pt x="0" y="18"/>
                  </a:lnTo>
                  <a:lnTo>
                    <a:pt x="0" y="23"/>
                  </a:lnTo>
                  <a:lnTo>
                    <a:pt x="1" y="29"/>
                  </a:lnTo>
                  <a:lnTo>
                    <a:pt x="1" y="29"/>
                  </a:lnTo>
                  <a:lnTo>
                    <a:pt x="8" y="47"/>
                  </a:lnTo>
                  <a:lnTo>
                    <a:pt x="15" y="64"/>
                  </a:lnTo>
                  <a:lnTo>
                    <a:pt x="26" y="82"/>
                  </a:lnTo>
                  <a:lnTo>
                    <a:pt x="36" y="99"/>
                  </a:lnTo>
                  <a:lnTo>
                    <a:pt x="57" y="133"/>
                  </a:lnTo>
                  <a:lnTo>
                    <a:pt x="68" y="150"/>
                  </a:lnTo>
                  <a:lnTo>
                    <a:pt x="76" y="168"/>
                  </a:lnTo>
                  <a:lnTo>
                    <a:pt x="76" y="168"/>
                  </a:lnTo>
                  <a:lnTo>
                    <a:pt x="104" y="240"/>
                  </a:lnTo>
                  <a:lnTo>
                    <a:pt x="119" y="277"/>
                  </a:lnTo>
                  <a:lnTo>
                    <a:pt x="130" y="314"/>
                  </a:lnTo>
                  <a:lnTo>
                    <a:pt x="130" y="314"/>
                  </a:lnTo>
                  <a:lnTo>
                    <a:pt x="140" y="349"/>
                  </a:lnTo>
                  <a:lnTo>
                    <a:pt x="151" y="384"/>
                  </a:lnTo>
                  <a:lnTo>
                    <a:pt x="166" y="418"/>
                  </a:lnTo>
                  <a:lnTo>
                    <a:pt x="182" y="451"/>
                  </a:lnTo>
                  <a:lnTo>
                    <a:pt x="182" y="451"/>
                  </a:lnTo>
                  <a:lnTo>
                    <a:pt x="188" y="465"/>
                  </a:lnTo>
                  <a:lnTo>
                    <a:pt x="195" y="482"/>
                  </a:lnTo>
                  <a:lnTo>
                    <a:pt x="205" y="516"/>
                  </a:lnTo>
                  <a:lnTo>
                    <a:pt x="212" y="533"/>
                  </a:lnTo>
                  <a:lnTo>
                    <a:pt x="219" y="549"/>
                  </a:lnTo>
                  <a:lnTo>
                    <a:pt x="229" y="563"/>
                  </a:lnTo>
                  <a:lnTo>
                    <a:pt x="233" y="569"/>
                  </a:lnTo>
                  <a:lnTo>
                    <a:pt x="239" y="575"/>
                  </a:lnTo>
                  <a:lnTo>
                    <a:pt x="239" y="575"/>
                  </a:lnTo>
                  <a:lnTo>
                    <a:pt x="243" y="578"/>
                  </a:lnTo>
                  <a:lnTo>
                    <a:pt x="247" y="580"/>
                  </a:lnTo>
                  <a:lnTo>
                    <a:pt x="251" y="580"/>
                  </a:lnTo>
                  <a:lnTo>
                    <a:pt x="256" y="580"/>
                  </a:lnTo>
                  <a:lnTo>
                    <a:pt x="260" y="580"/>
                  </a:lnTo>
                  <a:lnTo>
                    <a:pt x="264" y="579"/>
                  </a:lnTo>
                  <a:lnTo>
                    <a:pt x="270" y="574"/>
                  </a:lnTo>
                  <a:lnTo>
                    <a:pt x="276" y="567"/>
                  </a:lnTo>
                  <a:lnTo>
                    <a:pt x="277" y="563"/>
                  </a:lnTo>
                  <a:lnTo>
                    <a:pt x="278" y="558"/>
                  </a:lnTo>
                  <a:lnTo>
                    <a:pt x="278" y="554"/>
                  </a:lnTo>
                  <a:lnTo>
                    <a:pt x="277" y="550"/>
                  </a:lnTo>
                  <a:lnTo>
                    <a:pt x="274" y="546"/>
                  </a:lnTo>
                  <a:lnTo>
                    <a:pt x="270" y="543"/>
                  </a:lnTo>
                  <a:lnTo>
                    <a:pt x="270" y="543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05" name="Freeform 517"/>
            <p:cNvSpPr/>
            <p:nvPr>
              <p:custDataLst>
                <p:tags r:id="rId60"/>
              </p:custDataLst>
            </p:nvPr>
          </p:nvSpPr>
          <p:spPr bwMode="auto">
            <a:xfrm>
              <a:off x="3589338" y="1176338"/>
              <a:ext cx="115888" cy="230188"/>
            </a:xfrm>
            <a:custGeom>
              <a:avLst/>
              <a:gdLst/>
              <a:ahLst/>
              <a:cxnLst>
                <a:cxn ang="0">
                  <a:pos x="251" y="10"/>
                </a:cxn>
                <a:cxn ang="0">
                  <a:pos x="216" y="78"/>
                </a:cxn>
                <a:cxn ang="0">
                  <a:pos x="186" y="149"/>
                </a:cxn>
                <a:cxn ang="0">
                  <a:pos x="140" y="255"/>
                </a:cxn>
                <a:cxn ang="0">
                  <a:pos x="124" y="290"/>
                </a:cxn>
                <a:cxn ang="0">
                  <a:pos x="91" y="349"/>
                </a:cxn>
                <a:cxn ang="0">
                  <a:pos x="59" y="406"/>
                </a:cxn>
                <a:cxn ang="0">
                  <a:pos x="40" y="440"/>
                </a:cxn>
                <a:cxn ang="0">
                  <a:pos x="12" y="515"/>
                </a:cxn>
                <a:cxn ang="0">
                  <a:pos x="1" y="553"/>
                </a:cxn>
                <a:cxn ang="0">
                  <a:pos x="1" y="553"/>
                </a:cxn>
                <a:cxn ang="0">
                  <a:pos x="0" y="558"/>
                </a:cxn>
                <a:cxn ang="0">
                  <a:pos x="1" y="567"/>
                </a:cxn>
                <a:cxn ang="0">
                  <a:pos x="5" y="574"/>
                </a:cxn>
                <a:cxn ang="0">
                  <a:pos x="18" y="580"/>
                </a:cxn>
                <a:cxn ang="0">
                  <a:pos x="35" y="578"/>
                </a:cxn>
                <a:cxn ang="0">
                  <a:pos x="40" y="573"/>
                </a:cxn>
                <a:cxn ang="0">
                  <a:pos x="44" y="565"/>
                </a:cxn>
                <a:cxn ang="0">
                  <a:pos x="44" y="563"/>
                </a:cxn>
                <a:cxn ang="0">
                  <a:pos x="48" y="558"/>
                </a:cxn>
                <a:cxn ang="0">
                  <a:pos x="48" y="552"/>
                </a:cxn>
                <a:cxn ang="0">
                  <a:pos x="73" y="485"/>
                </a:cxn>
                <a:cxn ang="0">
                  <a:pos x="104" y="421"/>
                </a:cxn>
                <a:cxn ang="0">
                  <a:pos x="155" y="328"/>
                </a:cxn>
                <a:cxn ang="0">
                  <a:pos x="171" y="297"/>
                </a:cxn>
                <a:cxn ang="0">
                  <a:pos x="201" y="230"/>
                </a:cxn>
                <a:cxn ang="0">
                  <a:pos x="243" y="130"/>
                </a:cxn>
                <a:cxn ang="0">
                  <a:pos x="273" y="65"/>
                </a:cxn>
                <a:cxn ang="0">
                  <a:pos x="290" y="34"/>
                </a:cxn>
                <a:cxn ang="0">
                  <a:pos x="293" y="25"/>
                </a:cxn>
                <a:cxn ang="0">
                  <a:pos x="291" y="15"/>
                </a:cxn>
                <a:cxn ang="0">
                  <a:pos x="288" y="9"/>
                </a:cxn>
                <a:cxn ang="0">
                  <a:pos x="273" y="0"/>
                </a:cxn>
                <a:cxn ang="0">
                  <a:pos x="264" y="0"/>
                </a:cxn>
                <a:cxn ang="0">
                  <a:pos x="256" y="4"/>
                </a:cxn>
                <a:cxn ang="0">
                  <a:pos x="251" y="10"/>
                </a:cxn>
              </a:cxnLst>
              <a:rect l="0" t="0" r="r" b="b"/>
              <a:pathLst>
                <a:path w="293" h="580">
                  <a:moveTo>
                    <a:pt x="251" y="10"/>
                  </a:moveTo>
                  <a:lnTo>
                    <a:pt x="251" y="10"/>
                  </a:lnTo>
                  <a:lnTo>
                    <a:pt x="233" y="44"/>
                  </a:lnTo>
                  <a:lnTo>
                    <a:pt x="216" y="78"/>
                  </a:lnTo>
                  <a:lnTo>
                    <a:pt x="200" y="113"/>
                  </a:lnTo>
                  <a:lnTo>
                    <a:pt x="186" y="149"/>
                  </a:lnTo>
                  <a:lnTo>
                    <a:pt x="155" y="219"/>
                  </a:lnTo>
                  <a:lnTo>
                    <a:pt x="140" y="255"/>
                  </a:lnTo>
                  <a:lnTo>
                    <a:pt x="124" y="290"/>
                  </a:lnTo>
                  <a:lnTo>
                    <a:pt x="124" y="290"/>
                  </a:lnTo>
                  <a:lnTo>
                    <a:pt x="108" y="320"/>
                  </a:lnTo>
                  <a:lnTo>
                    <a:pt x="91" y="349"/>
                  </a:lnTo>
                  <a:lnTo>
                    <a:pt x="74" y="376"/>
                  </a:lnTo>
                  <a:lnTo>
                    <a:pt x="59" y="406"/>
                  </a:lnTo>
                  <a:lnTo>
                    <a:pt x="59" y="406"/>
                  </a:lnTo>
                  <a:lnTo>
                    <a:pt x="40" y="440"/>
                  </a:lnTo>
                  <a:lnTo>
                    <a:pt x="25" y="477"/>
                  </a:lnTo>
                  <a:lnTo>
                    <a:pt x="12" y="515"/>
                  </a:lnTo>
                  <a:lnTo>
                    <a:pt x="1" y="553"/>
                  </a:lnTo>
                  <a:lnTo>
                    <a:pt x="1" y="553"/>
                  </a:lnTo>
                  <a:lnTo>
                    <a:pt x="1" y="553"/>
                  </a:lnTo>
                  <a:lnTo>
                    <a:pt x="1" y="553"/>
                  </a:lnTo>
                  <a:lnTo>
                    <a:pt x="0" y="558"/>
                  </a:lnTo>
                  <a:lnTo>
                    <a:pt x="0" y="558"/>
                  </a:lnTo>
                  <a:lnTo>
                    <a:pt x="0" y="563"/>
                  </a:lnTo>
                  <a:lnTo>
                    <a:pt x="1" y="567"/>
                  </a:lnTo>
                  <a:lnTo>
                    <a:pt x="2" y="571"/>
                  </a:lnTo>
                  <a:lnTo>
                    <a:pt x="5" y="574"/>
                  </a:lnTo>
                  <a:lnTo>
                    <a:pt x="12" y="578"/>
                  </a:lnTo>
                  <a:lnTo>
                    <a:pt x="18" y="580"/>
                  </a:lnTo>
                  <a:lnTo>
                    <a:pt x="27" y="580"/>
                  </a:lnTo>
                  <a:lnTo>
                    <a:pt x="35" y="578"/>
                  </a:lnTo>
                  <a:lnTo>
                    <a:pt x="38" y="575"/>
                  </a:lnTo>
                  <a:lnTo>
                    <a:pt x="40" y="573"/>
                  </a:lnTo>
                  <a:lnTo>
                    <a:pt x="43" y="569"/>
                  </a:lnTo>
                  <a:lnTo>
                    <a:pt x="44" y="565"/>
                  </a:lnTo>
                  <a:lnTo>
                    <a:pt x="44" y="565"/>
                  </a:lnTo>
                  <a:lnTo>
                    <a:pt x="44" y="563"/>
                  </a:lnTo>
                  <a:lnTo>
                    <a:pt x="44" y="563"/>
                  </a:lnTo>
                  <a:lnTo>
                    <a:pt x="48" y="558"/>
                  </a:lnTo>
                  <a:lnTo>
                    <a:pt x="48" y="552"/>
                  </a:lnTo>
                  <a:lnTo>
                    <a:pt x="48" y="552"/>
                  </a:lnTo>
                  <a:lnTo>
                    <a:pt x="60" y="518"/>
                  </a:lnTo>
                  <a:lnTo>
                    <a:pt x="73" y="485"/>
                  </a:lnTo>
                  <a:lnTo>
                    <a:pt x="89" y="452"/>
                  </a:lnTo>
                  <a:lnTo>
                    <a:pt x="104" y="421"/>
                  </a:lnTo>
                  <a:lnTo>
                    <a:pt x="138" y="359"/>
                  </a:lnTo>
                  <a:lnTo>
                    <a:pt x="155" y="328"/>
                  </a:lnTo>
                  <a:lnTo>
                    <a:pt x="171" y="297"/>
                  </a:lnTo>
                  <a:lnTo>
                    <a:pt x="171" y="297"/>
                  </a:lnTo>
                  <a:lnTo>
                    <a:pt x="187" y="264"/>
                  </a:lnTo>
                  <a:lnTo>
                    <a:pt x="201" y="230"/>
                  </a:lnTo>
                  <a:lnTo>
                    <a:pt x="229" y="163"/>
                  </a:lnTo>
                  <a:lnTo>
                    <a:pt x="243" y="130"/>
                  </a:lnTo>
                  <a:lnTo>
                    <a:pt x="257" y="98"/>
                  </a:lnTo>
                  <a:lnTo>
                    <a:pt x="273" y="65"/>
                  </a:lnTo>
                  <a:lnTo>
                    <a:pt x="290" y="34"/>
                  </a:lnTo>
                  <a:lnTo>
                    <a:pt x="290" y="34"/>
                  </a:lnTo>
                  <a:lnTo>
                    <a:pt x="291" y="28"/>
                  </a:lnTo>
                  <a:lnTo>
                    <a:pt x="293" y="25"/>
                  </a:lnTo>
                  <a:lnTo>
                    <a:pt x="293" y="19"/>
                  </a:lnTo>
                  <a:lnTo>
                    <a:pt x="291" y="15"/>
                  </a:lnTo>
                  <a:lnTo>
                    <a:pt x="290" y="11"/>
                  </a:lnTo>
                  <a:lnTo>
                    <a:pt x="288" y="9"/>
                  </a:lnTo>
                  <a:lnTo>
                    <a:pt x="281" y="2"/>
                  </a:lnTo>
                  <a:lnTo>
                    <a:pt x="273" y="0"/>
                  </a:lnTo>
                  <a:lnTo>
                    <a:pt x="269" y="0"/>
                  </a:lnTo>
                  <a:lnTo>
                    <a:pt x="264" y="0"/>
                  </a:lnTo>
                  <a:lnTo>
                    <a:pt x="260" y="1"/>
                  </a:lnTo>
                  <a:lnTo>
                    <a:pt x="256" y="4"/>
                  </a:lnTo>
                  <a:lnTo>
                    <a:pt x="254" y="6"/>
                  </a:lnTo>
                  <a:lnTo>
                    <a:pt x="251" y="10"/>
                  </a:lnTo>
                  <a:lnTo>
                    <a:pt x="251" y="10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06" name="Freeform 518"/>
            <p:cNvSpPr/>
            <p:nvPr>
              <p:custDataLst>
                <p:tags r:id="rId61"/>
              </p:custDataLst>
            </p:nvPr>
          </p:nvSpPr>
          <p:spPr bwMode="auto">
            <a:xfrm>
              <a:off x="3709988" y="1174750"/>
              <a:ext cx="111125" cy="230188"/>
            </a:xfrm>
            <a:custGeom>
              <a:avLst/>
              <a:gdLst/>
              <a:ahLst/>
              <a:cxnLst>
                <a:cxn ang="0">
                  <a:pos x="270" y="543"/>
                </a:cxn>
                <a:cxn ang="0">
                  <a:pos x="262" y="533"/>
                </a:cxn>
                <a:cxn ang="0">
                  <a:pos x="248" y="505"/>
                </a:cxn>
                <a:cxn ang="0">
                  <a:pos x="232" y="456"/>
                </a:cxn>
                <a:cxn ang="0">
                  <a:pos x="221" y="429"/>
                </a:cxn>
                <a:cxn ang="0">
                  <a:pos x="211" y="412"/>
                </a:cxn>
                <a:cxn ang="0">
                  <a:pos x="191" y="359"/>
                </a:cxn>
                <a:cxn ang="0">
                  <a:pos x="170" y="288"/>
                </a:cxn>
                <a:cxn ang="0">
                  <a:pos x="164" y="270"/>
                </a:cxn>
                <a:cxn ang="0">
                  <a:pos x="145" y="222"/>
                </a:cxn>
                <a:cxn ang="0">
                  <a:pos x="125" y="174"/>
                </a:cxn>
                <a:cxn ang="0">
                  <a:pos x="119" y="157"/>
                </a:cxn>
                <a:cxn ang="0">
                  <a:pos x="103" y="120"/>
                </a:cxn>
                <a:cxn ang="0">
                  <a:pos x="81" y="86"/>
                </a:cxn>
                <a:cxn ang="0">
                  <a:pos x="60" y="52"/>
                </a:cxn>
                <a:cxn ang="0">
                  <a:pos x="44" y="17"/>
                </a:cxn>
                <a:cxn ang="0">
                  <a:pos x="43" y="12"/>
                </a:cxn>
                <a:cxn ang="0">
                  <a:pos x="36" y="5"/>
                </a:cxn>
                <a:cxn ang="0">
                  <a:pos x="28" y="1"/>
                </a:cxn>
                <a:cxn ang="0">
                  <a:pos x="17" y="1"/>
                </a:cxn>
                <a:cxn ang="0">
                  <a:pos x="5" y="8"/>
                </a:cxn>
                <a:cxn ang="0">
                  <a:pos x="1" y="14"/>
                </a:cxn>
                <a:cxn ang="0">
                  <a:pos x="0" y="23"/>
                </a:cxn>
                <a:cxn ang="0">
                  <a:pos x="0" y="29"/>
                </a:cxn>
                <a:cxn ang="0">
                  <a:pos x="15" y="64"/>
                </a:cxn>
                <a:cxn ang="0">
                  <a:pos x="36" y="99"/>
                </a:cxn>
                <a:cxn ang="0">
                  <a:pos x="66" y="150"/>
                </a:cxn>
                <a:cxn ang="0">
                  <a:pos x="75" y="168"/>
                </a:cxn>
                <a:cxn ang="0">
                  <a:pos x="119" y="277"/>
                </a:cxn>
                <a:cxn ang="0">
                  <a:pos x="129" y="314"/>
                </a:cxn>
                <a:cxn ang="0">
                  <a:pos x="151" y="384"/>
                </a:cxn>
                <a:cxn ang="0">
                  <a:pos x="181" y="451"/>
                </a:cxn>
                <a:cxn ang="0">
                  <a:pos x="188" y="465"/>
                </a:cxn>
                <a:cxn ang="0">
                  <a:pos x="205" y="516"/>
                </a:cxn>
                <a:cxn ang="0">
                  <a:pos x="219" y="549"/>
                </a:cxn>
                <a:cxn ang="0">
                  <a:pos x="232" y="569"/>
                </a:cxn>
                <a:cxn ang="0">
                  <a:pos x="238" y="575"/>
                </a:cxn>
                <a:cxn ang="0">
                  <a:pos x="247" y="580"/>
                </a:cxn>
                <a:cxn ang="0">
                  <a:pos x="256" y="580"/>
                </a:cxn>
                <a:cxn ang="0">
                  <a:pos x="264" y="579"/>
                </a:cxn>
                <a:cxn ang="0">
                  <a:pos x="276" y="567"/>
                </a:cxn>
                <a:cxn ang="0">
                  <a:pos x="278" y="558"/>
                </a:cxn>
                <a:cxn ang="0">
                  <a:pos x="277" y="550"/>
                </a:cxn>
                <a:cxn ang="0">
                  <a:pos x="270" y="543"/>
                </a:cxn>
              </a:cxnLst>
              <a:rect l="0" t="0" r="r" b="b"/>
              <a:pathLst>
                <a:path w="278" h="580">
                  <a:moveTo>
                    <a:pt x="270" y="543"/>
                  </a:moveTo>
                  <a:lnTo>
                    <a:pt x="270" y="543"/>
                  </a:lnTo>
                  <a:lnTo>
                    <a:pt x="266" y="539"/>
                  </a:lnTo>
                  <a:lnTo>
                    <a:pt x="262" y="533"/>
                  </a:lnTo>
                  <a:lnTo>
                    <a:pt x="255" y="520"/>
                  </a:lnTo>
                  <a:lnTo>
                    <a:pt x="248" y="505"/>
                  </a:lnTo>
                  <a:lnTo>
                    <a:pt x="243" y="489"/>
                  </a:lnTo>
                  <a:lnTo>
                    <a:pt x="232" y="456"/>
                  </a:lnTo>
                  <a:lnTo>
                    <a:pt x="226" y="441"/>
                  </a:lnTo>
                  <a:lnTo>
                    <a:pt x="221" y="429"/>
                  </a:lnTo>
                  <a:lnTo>
                    <a:pt x="221" y="429"/>
                  </a:lnTo>
                  <a:lnTo>
                    <a:pt x="211" y="412"/>
                  </a:lnTo>
                  <a:lnTo>
                    <a:pt x="205" y="395"/>
                  </a:lnTo>
                  <a:lnTo>
                    <a:pt x="191" y="359"/>
                  </a:lnTo>
                  <a:lnTo>
                    <a:pt x="180" y="324"/>
                  </a:lnTo>
                  <a:lnTo>
                    <a:pt x="170" y="288"/>
                  </a:lnTo>
                  <a:lnTo>
                    <a:pt x="170" y="288"/>
                  </a:lnTo>
                  <a:lnTo>
                    <a:pt x="164" y="270"/>
                  </a:lnTo>
                  <a:lnTo>
                    <a:pt x="159" y="253"/>
                  </a:lnTo>
                  <a:lnTo>
                    <a:pt x="145" y="222"/>
                  </a:lnTo>
                  <a:lnTo>
                    <a:pt x="132" y="189"/>
                  </a:lnTo>
                  <a:lnTo>
                    <a:pt x="125" y="174"/>
                  </a:lnTo>
                  <a:lnTo>
                    <a:pt x="119" y="157"/>
                  </a:lnTo>
                  <a:lnTo>
                    <a:pt x="119" y="157"/>
                  </a:lnTo>
                  <a:lnTo>
                    <a:pt x="112" y="138"/>
                  </a:lnTo>
                  <a:lnTo>
                    <a:pt x="103" y="120"/>
                  </a:lnTo>
                  <a:lnTo>
                    <a:pt x="92" y="103"/>
                  </a:lnTo>
                  <a:lnTo>
                    <a:pt x="81" y="86"/>
                  </a:lnTo>
                  <a:lnTo>
                    <a:pt x="70" y="69"/>
                  </a:lnTo>
                  <a:lnTo>
                    <a:pt x="60" y="52"/>
                  </a:lnTo>
                  <a:lnTo>
                    <a:pt x="51" y="34"/>
                  </a:lnTo>
                  <a:lnTo>
                    <a:pt x="44" y="17"/>
                  </a:lnTo>
                  <a:lnTo>
                    <a:pt x="44" y="17"/>
                  </a:lnTo>
                  <a:lnTo>
                    <a:pt x="43" y="12"/>
                  </a:lnTo>
                  <a:lnTo>
                    <a:pt x="40" y="8"/>
                  </a:lnTo>
                  <a:lnTo>
                    <a:pt x="36" y="5"/>
                  </a:lnTo>
                  <a:lnTo>
                    <a:pt x="32" y="2"/>
                  </a:lnTo>
                  <a:lnTo>
                    <a:pt x="28" y="1"/>
                  </a:lnTo>
                  <a:lnTo>
                    <a:pt x="24" y="0"/>
                  </a:lnTo>
                  <a:lnTo>
                    <a:pt x="17" y="1"/>
                  </a:lnTo>
                  <a:lnTo>
                    <a:pt x="9" y="5"/>
                  </a:lnTo>
                  <a:lnTo>
                    <a:pt x="5" y="8"/>
                  </a:lnTo>
                  <a:lnTo>
                    <a:pt x="2" y="10"/>
                  </a:lnTo>
                  <a:lnTo>
                    <a:pt x="1" y="14"/>
                  </a:lnTo>
                  <a:lnTo>
                    <a:pt x="0" y="18"/>
                  </a:lnTo>
                  <a:lnTo>
                    <a:pt x="0" y="23"/>
                  </a:lnTo>
                  <a:lnTo>
                    <a:pt x="0" y="29"/>
                  </a:lnTo>
                  <a:lnTo>
                    <a:pt x="0" y="29"/>
                  </a:lnTo>
                  <a:lnTo>
                    <a:pt x="6" y="47"/>
                  </a:lnTo>
                  <a:lnTo>
                    <a:pt x="15" y="64"/>
                  </a:lnTo>
                  <a:lnTo>
                    <a:pt x="24" y="82"/>
                  </a:lnTo>
                  <a:lnTo>
                    <a:pt x="36" y="99"/>
                  </a:lnTo>
                  <a:lnTo>
                    <a:pt x="57" y="133"/>
                  </a:lnTo>
                  <a:lnTo>
                    <a:pt x="66" y="150"/>
                  </a:lnTo>
                  <a:lnTo>
                    <a:pt x="75" y="168"/>
                  </a:lnTo>
                  <a:lnTo>
                    <a:pt x="75" y="168"/>
                  </a:lnTo>
                  <a:lnTo>
                    <a:pt x="104" y="240"/>
                  </a:lnTo>
                  <a:lnTo>
                    <a:pt x="119" y="277"/>
                  </a:lnTo>
                  <a:lnTo>
                    <a:pt x="129" y="314"/>
                  </a:lnTo>
                  <a:lnTo>
                    <a:pt x="129" y="314"/>
                  </a:lnTo>
                  <a:lnTo>
                    <a:pt x="140" y="349"/>
                  </a:lnTo>
                  <a:lnTo>
                    <a:pt x="151" y="384"/>
                  </a:lnTo>
                  <a:lnTo>
                    <a:pt x="164" y="418"/>
                  </a:lnTo>
                  <a:lnTo>
                    <a:pt x="181" y="451"/>
                  </a:lnTo>
                  <a:lnTo>
                    <a:pt x="181" y="451"/>
                  </a:lnTo>
                  <a:lnTo>
                    <a:pt x="188" y="465"/>
                  </a:lnTo>
                  <a:lnTo>
                    <a:pt x="194" y="482"/>
                  </a:lnTo>
                  <a:lnTo>
                    <a:pt x="205" y="516"/>
                  </a:lnTo>
                  <a:lnTo>
                    <a:pt x="211" y="533"/>
                  </a:lnTo>
                  <a:lnTo>
                    <a:pt x="219" y="549"/>
                  </a:lnTo>
                  <a:lnTo>
                    <a:pt x="227" y="563"/>
                  </a:lnTo>
                  <a:lnTo>
                    <a:pt x="232" y="569"/>
                  </a:lnTo>
                  <a:lnTo>
                    <a:pt x="238" y="575"/>
                  </a:lnTo>
                  <a:lnTo>
                    <a:pt x="238" y="575"/>
                  </a:lnTo>
                  <a:lnTo>
                    <a:pt x="243" y="578"/>
                  </a:lnTo>
                  <a:lnTo>
                    <a:pt x="247" y="580"/>
                  </a:lnTo>
                  <a:lnTo>
                    <a:pt x="251" y="580"/>
                  </a:lnTo>
                  <a:lnTo>
                    <a:pt x="256" y="580"/>
                  </a:lnTo>
                  <a:lnTo>
                    <a:pt x="260" y="580"/>
                  </a:lnTo>
                  <a:lnTo>
                    <a:pt x="264" y="579"/>
                  </a:lnTo>
                  <a:lnTo>
                    <a:pt x="270" y="574"/>
                  </a:lnTo>
                  <a:lnTo>
                    <a:pt x="276" y="567"/>
                  </a:lnTo>
                  <a:lnTo>
                    <a:pt x="277" y="563"/>
                  </a:lnTo>
                  <a:lnTo>
                    <a:pt x="278" y="558"/>
                  </a:lnTo>
                  <a:lnTo>
                    <a:pt x="277" y="554"/>
                  </a:lnTo>
                  <a:lnTo>
                    <a:pt x="277" y="550"/>
                  </a:lnTo>
                  <a:lnTo>
                    <a:pt x="274" y="546"/>
                  </a:lnTo>
                  <a:lnTo>
                    <a:pt x="270" y="543"/>
                  </a:lnTo>
                  <a:lnTo>
                    <a:pt x="270" y="543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07" name="Freeform 519"/>
            <p:cNvSpPr/>
            <p:nvPr>
              <p:custDataLst>
                <p:tags r:id="rId62"/>
              </p:custDataLst>
            </p:nvPr>
          </p:nvSpPr>
          <p:spPr bwMode="auto">
            <a:xfrm>
              <a:off x="3429001" y="984250"/>
              <a:ext cx="101600" cy="120650"/>
            </a:xfrm>
            <a:custGeom>
              <a:avLst/>
              <a:gdLst/>
              <a:ahLst/>
              <a:cxnLst>
                <a:cxn ang="0">
                  <a:pos x="248" y="90"/>
                </a:cxn>
                <a:cxn ang="0">
                  <a:pos x="241" y="68"/>
                </a:cxn>
                <a:cxn ang="0">
                  <a:pos x="232" y="48"/>
                </a:cxn>
                <a:cxn ang="0">
                  <a:pos x="219" y="33"/>
                </a:cxn>
                <a:cxn ang="0">
                  <a:pos x="204" y="19"/>
                </a:cxn>
                <a:cxn ang="0">
                  <a:pos x="186" y="10"/>
                </a:cxn>
                <a:cxn ang="0">
                  <a:pos x="166" y="4"/>
                </a:cxn>
                <a:cxn ang="0">
                  <a:pos x="122" y="0"/>
                </a:cxn>
                <a:cxn ang="0">
                  <a:pos x="102" y="0"/>
                </a:cxn>
                <a:cxn ang="0">
                  <a:pos x="75" y="4"/>
                </a:cxn>
                <a:cxn ang="0">
                  <a:pos x="57" y="10"/>
                </a:cxn>
                <a:cxn ang="0">
                  <a:pos x="47" y="14"/>
                </a:cxn>
                <a:cxn ang="0">
                  <a:pos x="33" y="26"/>
                </a:cxn>
                <a:cxn ang="0">
                  <a:pos x="24" y="39"/>
                </a:cxn>
                <a:cxn ang="0">
                  <a:pos x="8" y="70"/>
                </a:cxn>
                <a:cxn ang="0">
                  <a:pos x="4" y="78"/>
                </a:cxn>
                <a:cxn ang="0">
                  <a:pos x="2" y="97"/>
                </a:cxn>
                <a:cxn ang="0">
                  <a:pos x="3" y="144"/>
                </a:cxn>
                <a:cxn ang="0">
                  <a:pos x="3" y="281"/>
                </a:cxn>
                <a:cxn ang="0">
                  <a:pos x="4" y="291"/>
                </a:cxn>
                <a:cxn ang="0">
                  <a:pos x="9" y="298"/>
                </a:cxn>
                <a:cxn ang="0">
                  <a:pos x="17" y="302"/>
                </a:cxn>
                <a:cxn ang="0">
                  <a:pos x="33" y="302"/>
                </a:cxn>
                <a:cxn ang="0">
                  <a:pos x="41" y="298"/>
                </a:cxn>
                <a:cxn ang="0">
                  <a:pos x="46" y="291"/>
                </a:cxn>
                <a:cxn ang="0">
                  <a:pos x="47" y="281"/>
                </a:cxn>
                <a:cxn ang="0">
                  <a:pos x="47" y="144"/>
                </a:cxn>
                <a:cxn ang="0">
                  <a:pos x="49" y="98"/>
                </a:cxn>
                <a:cxn ang="0">
                  <a:pos x="53" y="84"/>
                </a:cxn>
                <a:cxn ang="0">
                  <a:pos x="59" y="72"/>
                </a:cxn>
                <a:cxn ang="0">
                  <a:pos x="74" y="56"/>
                </a:cxn>
                <a:cxn ang="0">
                  <a:pos x="89" y="48"/>
                </a:cxn>
                <a:cxn ang="0">
                  <a:pos x="109" y="46"/>
                </a:cxn>
                <a:cxn ang="0">
                  <a:pos x="122" y="46"/>
                </a:cxn>
                <a:cxn ang="0">
                  <a:pos x="145" y="47"/>
                </a:cxn>
                <a:cxn ang="0">
                  <a:pos x="165" y="52"/>
                </a:cxn>
                <a:cxn ang="0">
                  <a:pos x="179" y="61"/>
                </a:cxn>
                <a:cxn ang="0">
                  <a:pos x="190" y="73"/>
                </a:cxn>
                <a:cxn ang="0">
                  <a:pos x="196" y="89"/>
                </a:cxn>
                <a:cxn ang="0">
                  <a:pos x="203" y="127"/>
                </a:cxn>
                <a:cxn ang="0">
                  <a:pos x="204" y="149"/>
                </a:cxn>
                <a:cxn ang="0">
                  <a:pos x="208" y="210"/>
                </a:cxn>
                <a:cxn ang="0">
                  <a:pos x="212" y="274"/>
                </a:cxn>
                <a:cxn ang="0">
                  <a:pos x="212" y="280"/>
                </a:cxn>
                <a:cxn ang="0">
                  <a:pos x="216" y="288"/>
                </a:cxn>
                <a:cxn ang="0">
                  <a:pos x="223" y="293"/>
                </a:cxn>
                <a:cxn ang="0">
                  <a:pos x="234" y="295"/>
                </a:cxn>
                <a:cxn ang="0">
                  <a:pos x="246" y="293"/>
                </a:cxn>
                <a:cxn ang="0">
                  <a:pos x="253" y="288"/>
                </a:cxn>
                <a:cxn ang="0">
                  <a:pos x="257" y="280"/>
                </a:cxn>
                <a:cxn ang="0">
                  <a:pos x="258" y="274"/>
                </a:cxn>
                <a:cxn ang="0">
                  <a:pos x="257" y="182"/>
                </a:cxn>
                <a:cxn ang="0">
                  <a:pos x="251" y="112"/>
                </a:cxn>
                <a:cxn ang="0">
                  <a:pos x="248" y="90"/>
                </a:cxn>
              </a:cxnLst>
              <a:rect l="0" t="0" r="r" b="b"/>
              <a:pathLst>
                <a:path w="258" h="303">
                  <a:moveTo>
                    <a:pt x="248" y="90"/>
                  </a:moveTo>
                  <a:lnTo>
                    <a:pt x="248" y="90"/>
                  </a:lnTo>
                  <a:lnTo>
                    <a:pt x="245" y="78"/>
                  </a:lnTo>
                  <a:lnTo>
                    <a:pt x="241" y="68"/>
                  </a:lnTo>
                  <a:lnTo>
                    <a:pt x="237" y="57"/>
                  </a:lnTo>
                  <a:lnTo>
                    <a:pt x="232" y="48"/>
                  </a:lnTo>
                  <a:lnTo>
                    <a:pt x="225" y="40"/>
                  </a:lnTo>
                  <a:lnTo>
                    <a:pt x="219" y="33"/>
                  </a:lnTo>
                  <a:lnTo>
                    <a:pt x="212" y="26"/>
                  </a:lnTo>
                  <a:lnTo>
                    <a:pt x="204" y="19"/>
                  </a:lnTo>
                  <a:lnTo>
                    <a:pt x="195" y="16"/>
                  </a:lnTo>
                  <a:lnTo>
                    <a:pt x="186" y="10"/>
                  </a:lnTo>
                  <a:lnTo>
                    <a:pt x="177" y="8"/>
                  </a:lnTo>
                  <a:lnTo>
                    <a:pt x="166" y="4"/>
                  </a:lnTo>
                  <a:lnTo>
                    <a:pt x="144" y="1"/>
                  </a:lnTo>
                  <a:lnTo>
                    <a:pt x="122" y="0"/>
                  </a:lnTo>
                  <a:lnTo>
                    <a:pt x="122" y="0"/>
                  </a:lnTo>
                  <a:lnTo>
                    <a:pt x="102" y="0"/>
                  </a:lnTo>
                  <a:lnTo>
                    <a:pt x="84" y="1"/>
                  </a:lnTo>
                  <a:lnTo>
                    <a:pt x="75" y="4"/>
                  </a:lnTo>
                  <a:lnTo>
                    <a:pt x="66" y="6"/>
                  </a:lnTo>
                  <a:lnTo>
                    <a:pt x="57" y="10"/>
                  </a:lnTo>
                  <a:lnTo>
                    <a:pt x="47" y="14"/>
                  </a:lnTo>
                  <a:lnTo>
                    <a:pt x="47" y="14"/>
                  </a:lnTo>
                  <a:lnTo>
                    <a:pt x="40" y="21"/>
                  </a:lnTo>
                  <a:lnTo>
                    <a:pt x="33" y="26"/>
                  </a:lnTo>
                  <a:lnTo>
                    <a:pt x="28" y="33"/>
                  </a:lnTo>
                  <a:lnTo>
                    <a:pt x="24" y="39"/>
                  </a:lnTo>
                  <a:lnTo>
                    <a:pt x="16" y="53"/>
                  </a:lnTo>
                  <a:lnTo>
                    <a:pt x="8" y="70"/>
                  </a:lnTo>
                  <a:lnTo>
                    <a:pt x="8" y="70"/>
                  </a:lnTo>
                  <a:lnTo>
                    <a:pt x="4" y="78"/>
                  </a:lnTo>
                  <a:lnTo>
                    <a:pt x="3" y="87"/>
                  </a:lnTo>
                  <a:lnTo>
                    <a:pt x="2" y="97"/>
                  </a:lnTo>
                  <a:lnTo>
                    <a:pt x="0" y="106"/>
                  </a:lnTo>
                  <a:lnTo>
                    <a:pt x="3" y="144"/>
                  </a:lnTo>
                  <a:lnTo>
                    <a:pt x="3" y="281"/>
                  </a:lnTo>
                  <a:lnTo>
                    <a:pt x="3" y="281"/>
                  </a:lnTo>
                  <a:lnTo>
                    <a:pt x="3" y="286"/>
                  </a:lnTo>
                  <a:lnTo>
                    <a:pt x="4" y="291"/>
                  </a:lnTo>
                  <a:lnTo>
                    <a:pt x="7" y="295"/>
                  </a:lnTo>
                  <a:lnTo>
                    <a:pt x="9" y="298"/>
                  </a:lnTo>
                  <a:lnTo>
                    <a:pt x="13" y="301"/>
                  </a:lnTo>
                  <a:lnTo>
                    <a:pt x="17" y="302"/>
                  </a:lnTo>
                  <a:lnTo>
                    <a:pt x="25" y="303"/>
                  </a:lnTo>
                  <a:lnTo>
                    <a:pt x="33" y="302"/>
                  </a:lnTo>
                  <a:lnTo>
                    <a:pt x="37" y="301"/>
                  </a:lnTo>
                  <a:lnTo>
                    <a:pt x="41" y="298"/>
                  </a:lnTo>
                  <a:lnTo>
                    <a:pt x="43" y="295"/>
                  </a:lnTo>
                  <a:lnTo>
                    <a:pt x="46" y="291"/>
                  </a:lnTo>
                  <a:lnTo>
                    <a:pt x="47" y="286"/>
                  </a:lnTo>
                  <a:lnTo>
                    <a:pt x="47" y="281"/>
                  </a:lnTo>
                  <a:lnTo>
                    <a:pt x="47" y="144"/>
                  </a:lnTo>
                  <a:lnTo>
                    <a:pt x="47" y="144"/>
                  </a:lnTo>
                  <a:lnTo>
                    <a:pt x="47" y="114"/>
                  </a:lnTo>
                  <a:lnTo>
                    <a:pt x="49" y="98"/>
                  </a:lnTo>
                  <a:lnTo>
                    <a:pt x="50" y="90"/>
                  </a:lnTo>
                  <a:lnTo>
                    <a:pt x="53" y="84"/>
                  </a:lnTo>
                  <a:lnTo>
                    <a:pt x="53" y="84"/>
                  </a:lnTo>
                  <a:lnTo>
                    <a:pt x="59" y="72"/>
                  </a:lnTo>
                  <a:lnTo>
                    <a:pt x="66" y="63"/>
                  </a:lnTo>
                  <a:lnTo>
                    <a:pt x="74" y="56"/>
                  </a:lnTo>
                  <a:lnTo>
                    <a:pt x="80" y="52"/>
                  </a:lnTo>
                  <a:lnTo>
                    <a:pt x="89" y="48"/>
                  </a:lnTo>
                  <a:lnTo>
                    <a:pt x="98" y="47"/>
                  </a:lnTo>
                  <a:lnTo>
                    <a:pt x="109" y="46"/>
                  </a:lnTo>
                  <a:lnTo>
                    <a:pt x="122" y="46"/>
                  </a:lnTo>
                  <a:lnTo>
                    <a:pt x="122" y="46"/>
                  </a:lnTo>
                  <a:lnTo>
                    <a:pt x="135" y="46"/>
                  </a:lnTo>
                  <a:lnTo>
                    <a:pt x="145" y="47"/>
                  </a:lnTo>
                  <a:lnTo>
                    <a:pt x="156" y="50"/>
                  </a:lnTo>
                  <a:lnTo>
                    <a:pt x="165" y="52"/>
                  </a:lnTo>
                  <a:lnTo>
                    <a:pt x="173" y="56"/>
                  </a:lnTo>
                  <a:lnTo>
                    <a:pt x="179" y="61"/>
                  </a:lnTo>
                  <a:lnTo>
                    <a:pt x="185" y="67"/>
                  </a:lnTo>
                  <a:lnTo>
                    <a:pt x="190" y="73"/>
                  </a:lnTo>
                  <a:lnTo>
                    <a:pt x="194" y="81"/>
                  </a:lnTo>
                  <a:lnTo>
                    <a:pt x="196" y="89"/>
                  </a:lnTo>
                  <a:lnTo>
                    <a:pt x="202" y="106"/>
                  </a:lnTo>
                  <a:lnTo>
                    <a:pt x="203" y="127"/>
                  </a:lnTo>
                  <a:lnTo>
                    <a:pt x="204" y="149"/>
                  </a:lnTo>
                  <a:lnTo>
                    <a:pt x="204" y="149"/>
                  </a:lnTo>
                  <a:lnTo>
                    <a:pt x="206" y="179"/>
                  </a:lnTo>
                  <a:lnTo>
                    <a:pt x="208" y="210"/>
                  </a:lnTo>
                  <a:lnTo>
                    <a:pt x="211" y="242"/>
                  </a:lnTo>
                  <a:lnTo>
                    <a:pt x="212" y="274"/>
                  </a:lnTo>
                  <a:lnTo>
                    <a:pt x="212" y="274"/>
                  </a:lnTo>
                  <a:lnTo>
                    <a:pt x="212" y="280"/>
                  </a:lnTo>
                  <a:lnTo>
                    <a:pt x="214" y="284"/>
                  </a:lnTo>
                  <a:lnTo>
                    <a:pt x="216" y="288"/>
                  </a:lnTo>
                  <a:lnTo>
                    <a:pt x="219" y="290"/>
                  </a:lnTo>
                  <a:lnTo>
                    <a:pt x="223" y="293"/>
                  </a:lnTo>
                  <a:lnTo>
                    <a:pt x="227" y="294"/>
                  </a:lnTo>
                  <a:lnTo>
                    <a:pt x="234" y="295"/>
                  </a:lnTo>
                  <a:lnTo>
                    <a:pt x="242" y="294"/>
                  </a:lnTo>
                  <a:lnTo>
                    <a:pt x="246" y="293"/>
                  </a:lnTo>
                  <a:lnTo>
                    <a:pt x="250" y="290"/>
                  </a:lnTo>
                  <a:lnTo>
                    <a:pt x="253" y="288"/>
                  </a:lnTo>
                  <a:lnTo>
                    <a:pt x="255" y="284"/>
                  </a:lnTo>
                  <a:lnTo>
                    <a:pt x="257" y="280"/>
                  </a:lnTo>
                  <a:lnTo>
                    <a:pt x="258" y="274"/>
                  </a:lnTo>
                  <a:lnTo>
                    <a:pt x="258" y="274"/>
                  </a:lnTo>
                  <a:lnTo>
                    <a:pt x="257" y="229"/>
                  </a:lnTo>
                  <a:lnTo>
                    <a:pt x="257" y="182"/>
                  </a:lnTo>
                  <a:lnTo>
                    <a:pt x="253" y="136"/>
                  </a:lnTo>
                  <a:lnTo>
                    <a:pt x="251" y="112"/>
                  </a:lnTo>
                  <a:lnTo>
                    <a:pt x="248" y="90"/>
                  </a:lnTo>
                  <a:lnTo>
                    <a:pt x="248" y="90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08" name="Freeform 520"/>
            <p:cNvSpPr/>
            <p:nvPr>
              <p:custDataLst>
                <p:tags r:id="rId63"/>
              </p:custDataLst>
            </p:nvPr>
          </p:nvSpPr>
          <p:spPr bwMode="auto">
            <a:xfrm>
              <a:off x="3425826" y="1157288"/>
              <a:ext cx="25400" cy="434975"/>
            </a:xfrm>
            <a:custGeom>
              <a:avLst/>
              <a:gdLst/>
              <a:ahLst/>
              <a:cxnLst>
                <a:cxn ang="0">
                  <a:pos x="56" y="777"/>
                </a:cxn>
                <a:cxn ang="0">
                  <a:pos x="59" y="715"/>
                </a:cxn>
                <a:cxn ang="0">
                  <a:pos x="63" y="624"/>
                </a:cxn>
                <a:cxn ang="0">
                  <a:pos x="63" y="562"/>
                </a:cxn>
                <a:cxn ang="0">
                  <a:pos x="60" y="532"/>
                </a:cxn>
                <a:cxn ang="0">
                  <a:pos x="58" y="466"/>
                </a:cxn>
                <a:cxn ang="0">
                  <a:pos x="59" y="267"/>
                </a:cxn>
                <a:cxn ang="0">
                  <a:pos x="58" y="237"/>
                </a:cxn>
                <a:cxn ang="0">
                  <a:pos x="52" y="145"/>
                </a:cxn>
                <a:cxn ang="0">
                  <a:pos x="46" y="54"/>
                </a:cxn>
                <a:cxn ang="0">
                  <a:pos x="46" y="22"/>
                </a:cxn>
                <a:cxn ang="0">
                  <a:pos x="43" y="13"/>
                </a:cxn>
                <a:cxn ang="0">
                  <a:pos x="38" y="7"/>
                </a:cxn>
                <a:cxn ang="0">
                  <a:pos x="31" y="1"/>
                </a:cxn>
                <a:cxn ang="0">
                  <a:pos x="14" y="1"/>
                </a:cxn>
                <a:cxn ang="0">
                  <a:pos x="7" y="7"/>
                </a:cxn>
                <a:cxn ang="0">
                  <a:pos x="1" y="13"/>
                </a:cxn>
                <a:cxn ang="0">
                  <a:pos x="0" y="22"/>
                </a:cxn>
                <a:cxn ang="0">
                  <a:pos x="0" y="54"/>
                </a:cxn>
                <a:cxn ang="0">
                  <a:pos x="5" y="145"/>
                </a:cxn>
                <a:cxn ang="0">
                  <a:pos x="13" y="267"/>
                </a:cxn>
                <a:cxn ang="0">
                  <a:pos x="13" y="334"/>
                </a:cxn>
                <a:cxn ang="0">
                  <a:pos x="12" y="466"/>
                </a:cxn>
                <a:cxn ang="0">
                  <a:pos x="14" y="532"/>
                </a:cxn>
                <a:cxn ang="0">
                  <a:pos x="17" y="562"/>
                </a:cxn>
                <a:cxn ang="0">
                  <a:pos x="16" y="655"/>
                </a:cxn>
                <a:cxn ang="0">
                  <a:pos x="12" y="747"/>
                </a:cxn>
                <a:cxn ang="0">
                  <a:pos x="11" y="777"/>
                </a:cxn>
                <a:cxn ang="0">
                  <a:pos x="16" y="872"/>
                </a:cxn>
                <a:cxn ang="0">
                  <a:pos x="18" y="949"/>
                </a:cxn>
                <a:cxn ang="0">
                  <a:pos x="17" y="966"/>
                </a:cxn>
                <a:cxn ang="0">
                  <a:pos x="14" y="1021"/>
                </a:cxn>
                <a:cxn ang="0">
                  <a:pos x="14" y="1076"/>
                </a:cxn>
                <a:cxn ang="0">
                  <a:pos x="17" y="1087"/>
                </a:cxn>
                <a:cxn ang="0">
                  <a:pos x="22" y="1093"/>
                </a:cxn>
                <a:cxn ang="0">
                  <a:pos x="29" y="1097"/>
                </a:cxn>
                <a:cxn ang="0">
                  <a:pos x="46" y="1097"/>
                </a:cxn>
                <a:cxn ang="0">
                  <a:pos x="54" y="1093"/>
                </a:cxn>
                <a:cxn ang="0">
                  <a:pos x="59" y="1087"/>
                </a:cxn>
                <a:cxn ang="0">
                  <a:pos x="60" y="1076"/>
                </a:cxn>
                <a:cxn ang="0">
                  <a:pos x="62" y="1048"/>
                </a:cxn>
                <a:cxn ang="0">
                  <a:pos x="64" y="987"/>
                </a:cxn>
                <a:cxn ang="0">
                  <a:pos x="64" y="959"/>
                </a:cxn>
                <a:cxn ang="0">
                  <a:pos x="60" y="867"/>
                </a:cxn>
                <a:cxn ang="0">
                  <a:pos x="56" y="777"/>
                </a:cxn>
              </a:cxnLst>
              <a:rect l="0" t="0" r="r" b="b"/>
              <a:pathLst>
                <a:path w="64" h="1099">
                  <a:moveTo>
                    <a:pt x="56" y="777"/>
                  </a:moveTo>
                  <a:lnTo>
                    <a:pt x="56" y="777"/>
                  </a:lnTo>
                  <a:lnTo>
                    <a:pt x="58" y="747"/>
                  </a:lnTo>
                  <a:lnTo>
                    <a:pt x="59" y="715"/>
                  </a:lnTo>
                  <a:lnTo>
                    <a:pt x="62" y="655"/>
                  </a:lnTo>
                  <a:lnTo>
                    <a:pt x="63" y="624"/>
                  </a:lnTo>
                  <a:lnTo>
                    <a:pt x="63" y="594"/>
                  </a:lnTo>
                  <a:lnTo>
                    <a:pt x="63" y="562"/>
                  </a:lnTo>
                  <a:lnTo>
                    <a:pt x="60" y="532"/>
                  </a:lnTo>
                  <a:lnTo>
                    <a:pt x="60" y="532"/>
                  </a:lnTo>
                  <a:lnTo>
                    <a:pt x="59" y="498"/>
                  </a:lnTo>
                  <a:lnTo>
                    <a:pt x="58" y="466"/>
                  </a:lnTo>
                  <a:lnTo>
                    <a:pt x="56" y="399"/>
                  </a:lnTo>
                  <a:lnTo>
                    <a:pt x="59" y="267"/>
                  </a:lnTo>
                  <a:lnTo>
                    <a:pt x="59" y="267"/>
                  </a:lnTo>
                  <a:lnTo>
                    <a:pt x="58" y="237"/>
                  </a:lnTo>
                  <a:lnTo>
                    <a:pt x="56" y="205"/>
                  </a:lnTo>
                  <a:lnTo>
                    <a:pt x="52" y="145"/>
                  </a:lnTo>
                  <a:lnTo>
                    <a:pt x="47" y="84"/>
                  </a:lnTo>
                  <a:lnTo>
                    <a:pt x="46" y="54"/>
                  </a:lnTo>
                  <a:lnTo>
                    <a:pt x="46" y="22"/>
                  </a:lnTo>
                  <a:lnTo>
                    <a:pt x="46" y="22"/>
                  </a:lnTo>
                  <a:lnTo>
                    <a:pt x="45" y="17"/>
                  </a:lnTo>
                  <a:lnTo>
                    <a:pt x="43" y="13"/>
                  </a:lnTo>
                  <a:lnTo>
                    <a:pt x="41" y="9"/>
                  </a:lnTo>
                  <a:lnTo>
                    <a:pt x="38" y="7"/>
                  </a:lnTo>
                  <a:lnTo>
                    <a:pt x="35" y="4"/>
                  </a:lnTo>
                  <a:lnTo>
                    <a:pt x="31" y="1"/>
                  </a:lnTo>
                  <a:lnTo>
                    <a:pt x="22" y="0"/>
                  </a:lnTo>
                  <a:lnTo>
                    <a:pt x="14" y="1"/>
                  </a:lnTo>
                  <a:lnTo>
                    <a:pt x="11" y="4"/>
                  </a:lnTo>
                  <a:lnTo>
                    <a:pt x="7" y="7"/>
                  </a:lnTo>
                  <a:lnTo>
                    <a:pt x="4" y="9"/>
                  </a:lnTo>
                  <a:lnTo>
                    <a:pt x="1" y="13"/>
                  </a:lnTo>
                  <a:lnTo>
                    <a:pt x="0" y="17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0" y="54"/>
                  </a:lnTo>
                  <a:lnTo>
                    <a:pt x="1" y="84"/>
                  </a:lnTo>
                  <a:lnTo>
                    <a:pt x="5" y="145"/>
                  </a:lnTo>
                  <a:lnTo>
                    <a:pt x="11" y="205"/>
                  </a:lnTo>
                  <a:lnTo>
                    <a:pt x="13" y="267"/>
                  </a:lnTo>
                  <a:lnTo>
                    <a:pt x="13" y="267"/>
                  </a:lnTo>
                  <a:lnTo>
                    <a:pt x="13" y="334"/>
                  </a:lnTo>
                  <a:lnTo>
                    <a:pt x="12" y="399"/>
                  </a:lnTo>
                  <a:lnTo>
                    <a:pt x="12" y="466"/>
                  </a:lnTo>
                  <a:lnTo>
                    <a:pt x="13" y="498"/>
                  </a:lnTo>
                  <a:lnTo>
                    <a:pt x="14" y="532"/>
                  </a:lnTo>
                  <a:lnTo>
                    <a:pt x="14" y="532"/>
                  </a:lnTo>
                  <a:lnTo>
                    <a:pt x="17" y="562"/>
                  </a:lnTo>
                  <a:lnTo>
                    <a:pt x="17" y="594"/>
                  </a:lnTo>
                  <a:lnTo>
                    <a:pt x="16" y="655"/>
                  </a:lnTo>
                  <a:lnTo>
                    <a:pt x="13" y="715"/>
                  </a:lnTo>
                  <a:lnTo>
                    <a:pt x="12" y="747"/>
                  </a:lnTo>
                  <a:lnTo>
                    <a:pt x="11" y="777"/>
                  </a:lnTo>
                  <a:lnTo>
                    <a:pt x="11" y="777"/>
                  </a:lnTo>
                  <a:lnTo>
                    <a:pt x="13" y="816"/>
                  </a:lnTo>
                  <a:lnTo>
                    <a:pt x="16" y="872"/>
                  </a:lnTo>
                  <a:lnTo>
                    <a:pt x="18" y="927"/>
                  </a:lnTo>
                  <a:lnTo>
                    <a:pt x="18" y="949"/>
                  </a:lnTo>
                  <a:lnTo>
                    <a:pt x="17" y="966"/>
                  </a:lnTo>
                  <a:lnTo>
                    <a:pt x="17" y="966"/>
                  </a:lnTo>
                  <a:lnTo>
                    <a:pt x="16" y="994"/>
                  </a:lnTo>
                  <a:lnTo>
                    <a:pt x="14" y="1021"/>
                  </a:lnTo>
                  <a:lnTo>
                    <a:pt x="14" y="1076"/>
                  </a:lnTo>
                  <a:lnTo>
                    <a:pt x="14" y="1076"/>
                  </a:lnTo>
                  <a:lnTo>
                    <a:pt x="16" y="1082"/>
                  </a:lnTo>
                  <a:lnTo>
                    <a:pt x="17" y="1087"/>
                  </a:lnTo>
                  <a:lnTo>
                    <a:pt x="20" y="1091"/>
                  </a:lnTo>
                  <a:lnTo>
                    <a:pt x="22" y="1093"/>
                  </a:lnTo>
                  <a:lnTo>
                    <a:pt x="25" y="1096"/>
                  </a:lnTo>
                  <a:lnTo>
                    <a:pt x="29" y="1097"/>
                  </a:lnTo>
                  <a:lnTo>
                    <a:pt x="38" y="1099"/>
                  </a:lnTo>
                  <a:lnTo>
                    <a:pt x="46" y="1097"/>
                  </a:lnTo>
                  <a:lnTo>
                    <a:pt x="50" y="1096"/>
                  </a:lnTo>
                  <a:lnTo>
                    <a:pt x="54" y="1093"/>
                  </a:lnTo>
                  <a:lnTo>
                    <a:pt x="56" y="1091"/>
                  </a:lnTo>
                  <a:lnTo>
                    <a:pt x="59" y="1087"/>
                  </a:lnTo>
                  <a:lnTo>
                    <a:pt x="60" y="1082"/>
                  </a:lnTo>
                  <a:lnTo>
                    <a:pt x="60" y="1076"/>
                  </a:lnTo>
                  <a:lnTo>
                    <a:pt x="60" y="1076"/>
                  </a:lnTo>
                  <a:lnTo>
                    <a:pt x="62" y="1048"/>
                  </a:lnTo>
                  <a:lnTo>
                    <a:pt x="63" y="1017"/>
                  </a:lnTo>
                  <a:lnTo>
                    <a:pt x="64" y="987"/>
                  </a:lnTo>
                  <a:lnTo>
                    <a:pt x="64" y="959"/>
                  </a:lnTo>
                  <a:lnTo>
                    <a:pt x="64" y="959"/>
                  </a:lnTo>
                  <a:lnTo>
                    <a:pt x="63" y="921"/>
                  </a:lnTo>
                  <a:lnTo>
                    <a:pt x="60" y="867"/>
                  </a:lnTo>
                  <a:lnTo>
                    <a:pt x="58" y="815"/>
                  </a:lnTo>
                  <a:lnTo>
                    <a:pt x="56" y="777"/>
                  </a:lnTo>
                  <a:lnTo>
                    <a:pt x="56" y="777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09" name="Freeform 521"/>
            <p:cNvSpPr/>
            <p:nvPr>
              <p:custDataLst>
                <p:tags r:id="rId64"/>
              </p:custDataLst>
            </p:nvPr>
          </p:nvSpPr>
          <p:spPr bwMode="auto">
            <a:xfrm>
              <a:off x="3509963" y="1157288"/>
              <a:ext cx="25400" cy="434975"/>
            </a:xfrm>
            <a:custGeom>
              <a:avLst/>
              <a:gdLst/>
              <a:ahLst/>
              <a:cxnLst>
                <a:cxn ang="0">
                  <a:pos x="8" y="777"/>
                </a:cxn>
                <a:cxn ang="0">
                  <a:pos x="6" y="715"/>
                </a:cxn>
                <a:cxn ang="0">
                  <a:pos x="2" y="624"/>
                </a:cxn>
                <a:cxn ang="0">
                  <a:pos x="2" y="562"/>
                </a:cxn>
                <a:cxn ang="0">
                  <a:pos x="4" y="532"/>
                </a:cxn>
                <a:cxn ang="0">
                  <a:pos x="8" y="466"/>
                </a:cxn>
                <a:cxn ang="0">
                  <a:pos x="6" y="267"/>
                </a:cxn>
                <a:cxn ang="0">
                  <a:pos x="7" y="237"/>
                </a:cxn>
                <a:cxn ang="0">
                  <a:pos x="12" y="145"/>
                </a:cxn>
                <a:cxn ang="0">
                  <a:pos x="19" y="54"/>
                </a:cxn>
                <a:cxn ang="0">
                  <a:pos x="19" y="22"/>
                </a:cxn>
                <a:cxn ang="0">
                  <a:pos x="21" y="13"/>
                </a:cxn>
                <a:cxn ang="0">
                  <a:pos x="27" y="7"/>
                </a:cxn>
                <a:cxn ang="0">
                  <a:pos x="33" y="1"/>
                </a:cxn>
                <a:cxn ang="0">
                  <a:pos x="50" y="1"/>
                </a:cxn>
                <a:cxn ang="0">
                  <a:pos x="58" y="7"/>
                </a:cxn>
                <a:cxn ang="0">
                  <a:pos x="63" y="13"/>
                </a:cxn>
                <a:cxn ang="0">
                  <a:pos x="64" y="22"/>
                </a:cxn>
                <a:cxn ang="0">
                  <a:pos x="64" y="54"/>
                </a:cxn>
                <a:cxn ang="0">
                  <a:pos x="59" y="145"/>
                </a:cxn>
                <a:cxn ang="0">
                  <a:pos x="51" y="267"/>
                </a:cxn>
                <a:cxn ang="0">
                  <a:pos x="51" y="334"/>
                </a:cxn>
                <a:cxn ang="0">
                  <a:pos x="53" y="466"/>
                </a:cxn>
                <a:cxn ang="0">
                  <a:pos x="50" y="532"/>
                </a:cxn>
                <a:cxn ang="0">
                  <a:pos x="47" y="562"/>
                </a:cxn>
                <a:cxn ang="0">
                  <a:pos x="49" y="655"/>
                </a:cxn>
                <a:cxn ang="0">
                  <a:pos x="53" y="747"/>
                </a:cxn>
                <a:cxn ang="0">
                  <a:pos x="54" y="777"/>
                </a:cxn>
                <a:cxn ang="0">
                  <a:pos x="49" y="872"/>
                </a:cxn>
                <a:cxn ang="0">
                  <a:pos x="46" y="949"/>
                </a:cxn>
                <a:cxn ang="0">
                  <a:pos x="47" y="966"/>
                </a:cxn>
                <a:cxn ang="0">
                  <a:pos x="50" y="1021"/>
                </a:cxn>
                <a:cxn ang="0">
                  <a:pos x="50" y="1076"/>
                </a:cxn>
                <a:cxn ang="0">
                  <a:pos x="47" y="1087"/>
                </a:cxn>
                <a:cxn ang="0">
                  <a:pos x="42" y="1093"/>
                </a:cxn>
                <a:cxn ang="0">
                  <a:pos x="36" y="1097"/>
                </a:cxn>
                <a:cxn ang="0">
                  <a:pos x="19" y="1097"/>
                </a:cxn>
                <a:cxn ang="0">
                  <a:pos x="11" y="1093"/>
                </a:cxn>
                <a:cxn ang="0">
                  <a:pos x="6" y="1087"/>
                </a:cxn>
                <a:cxn ang="0">
                  <a:pos x="4" y="1076"/>
                </a:cxn>
                <a:cxn ang="0">
                  <a:pos x="3" y="1048"/>
                </a:cxn>
                <a:cxn ang="0">
                  <a:pos x="0" y="987"/>
                </a:cxn>
                <a:cxn ang="0">
                  <a:pos x="0" y="959"/>
                </a:cxn>
                <a:cxn ang="0">
                  <a:pos x="4" y="867"/>
                </a:cxn>
                <a:cxn ang="0">
                  <a:pos x="8" y="777"/>
                </a:cxn>
              </a:cxnLst>
              <a:rect l="0" t="0" r="r" b="b"/>
              <a:pathLst>
                <a:path w="64" h="1099">
                  <a:moveTo>
                    <a:pt x="8" y="777"/>
                  </a:moveTo>
                  <a:lnTo>
                    <a:pt x="8" y="777"/>
                  </a:lnTo>
                  <a:lnTo>
                    <a:pt x="7" y="747"/>
                  </a:lnTo>
                  <a:lnTo>
                    <a:pt x="6" y="715"/>
                  </a:lnTo>
                  <a:lnTo>
                    <a:pt x="3" y="655"/>
                  </a:lnTo>
                  <a:lnTo>
                    <a:pt x="2" y="624"/>
                  </a:lnTo>
                  <a:lnTo>
                    <a:pt x="2" y="594"/>
                  </a:lnTo>
                  <a:lnTo>
                    <a:pt x="2" y="562"/>
                  </a:lnTo>
                  <a:lnTo>
                    <a:pt x="4" y="532"/>
                  </a:lnTo>
                  <a:lnTo>
                    <a:pt x="4" y="532"/>
                  </a:lnTo>
                  <a:lnTo>
                    <a:pt x="6" y="498"/>
                  </a:lnTo>
                  <a:lnTo>
                    <a:pt x="8" y="466"/>
                  </a:lnTo>
                  <a:lnTo>
                    <a:pt x="8" y="399"/>
                  </a:lnTo>
                  <a:lnTo>
                    <a:pt x="6" y="267"/>
                  </a:lnTo>
                  <a:lnTo>
                    <a:pt x="6" y="267"/>
                  </a:lnTo>
                  <a:lnTo>
                    <a:pt x="7" y="237"/>
                  </a:lnTo>
                  <a:lnTo>
                    <a:pt x="8" y="205"/>
                  </a:lnTo>
                  <a:lnTo>
                    <a:pt x="12" y="145"/>
                  </a:lnTo>
                  <a:lnTo>
                    <a:pt x="17" y="84"/>
                  </a:lnTo>
                  <a:lnTo>
                    <a:pt x="19" y="54"/>
                  </a:lnTo>
                  <a:lnTo>
                    <a:pt x="19" y="22"/>
                  </a:lnTo>
                  <a:lnTo>
                    <a:pt x="19" y="22"/>
                  </a:lnTo>
                  <a:lnTo>
                    <a:pt x="20" y="17"/>
                  </a:lnTo>
                  <a:lnTo>
                    <a:pt x="21" y="13"/>
                  </a:lnTo>
                  <a:lnTo>
                    <a:pt x="24" y="9"/>
                  </a:lnTo>
                  <a:lnTo>
                    <a:pt x="27" y="7"/>
                  </a:lnTo>
                  <a:lnTo>
                    <a:pt x="29" y="4"/>
                  </a:lnTo>
                  <a:lnTo>
                    <a:pt x="33" y="1"/>
                  </a:lnTo>
                  <a:lnTo>
                    <a:pt x="42" y="0"/>
                  </a:lnTo>
                  <a:lnTo>
                    <a:pt x="50" y="1"/>
                  </a:lnTo>
                  <a:lnTo>
                    <a:pt x="54" y="4"/>
                  </a:lnTo>
                  <a:lnTo>
                    <a:pt x="58" y="7"/>
                  </a:lnTo>
                  <a:lnTo>
                    <a:pt x="61" y="9"/>
                  </a:lnTo>
                  <a:lnTo>
                    <a:pt x="63" y="13"/>
                  </a:lnTo>
                  <a:lnTo>
                    <a:pt x="64" y="17"/>
                  </a:lnTo>
                  <a:lnTo>
                    <a:pt x="64" y="22"/>
                  </a:lnTo>
                  <a:lnTo>
                    <a:pt x="64" y="22"/>
                  </a:lnTo>
                  <a:lnTo>
                    <a:pt x="64" y="54"/>
                  </a:lnTo>
                  <a:lnTo>
                    <a:pt x="63" y="84"/>
                  </a:lnTo>
                  <a:lnTo>
                    <a:pt x="59" y="145"/>
                  </a:lnTo>
                  <a:lnTo>
                    <a:pt x="54" y="205"/>
                  </a:lnTo>
                  <a:lnTo>
                    <a:pt x="51" y="267"/>
                  </a:lnTo>
                  <a:lnTo>
                    <a:pt x="51" y="267"/>
                  </a:lnTo>
                  <a:lnTo>
                    <a:pt x="51" y="334"/>
                  </a:lnTo>
                  <a:lnTo>
                    <a:pt x="53" y="399"/>
                  </a:lnTo>
                  <a:lnTo>
                    <a:pt x="53" y="466"/>
                  </a:lnTo>
                  <a:lnTo>
                    <a:pt x="51" y="498"/>
                  </a:lnTo>
                  <a:lnTo>
                    <a:pt x="50" y="532"/>
                  </a:lnTo>
                  <a:lnTo>
                    <a:pt x="50" y="532"/>
                  </a:lnTo>
                  <a:lnTo>
                    <a:pt x="47" y="562"/>
                  </a:lnTo>
                  <a:lnTo>
                    <a:pt x="47" y="594"/>
                  </a:lnTo>
                  <a:lnTo>
                    <a:pt x="49" y="655"/>
                  </a:lnTo>
                  <a:lnTo>
                    <a:pt x="51" y="715"/>
                  </a:lnTo>
                  <a:lnTo>
                    <a:pt x="53" y="747"/>
                  </a:lnTo>
                  <a:lnTo>
                    <a:pt x="54" y="777"/>
                  </a:lnTo>
                  <a:lnTo>
                    <a:pt x="54" y="777"/>
                  </a:lnTo>
                  <a:lnTo>
                    <a:pt x="51" y="816"/>
                  </a:lnTo>
                  <a:lnTo>
                    <a:pt x="49" y="872"/>
                  </a:lnTo>
                  <a:lnTo>
                    <a:pt x="46" y="927"/>
                  </a:lnTo>
                  <a:lnTo>
                    <a:pt x="46" y="949"/>
                  </a:lnTo>
                  <a:lnTo>
                    <a:pt x="47" y="966"/>
                  </a:lnTo>
                  <a:lnTo>
                    <a:pt x="47" y="966"/>
                  </a:lnTo>
                  <a:lnTo>
                    <a:pt x="49" y="994"/>
                  </a:lnTo>
                  <a:lnTo>
                    <a:pt x="50" y="1021"/>
                  </a:lnTo>
                  <a:lnTo>
                    <a:pt x="50" y="1076"/>
                  </a:lnTo>
                  <a:lnTo>
                    <a:pt x="50" y="1076"/>
                  </a:lnTo>
                  <a:lnTo>
                    <a:pt x="49" y="1082"/>
                  </a:lnTo>
                  <a:lnTo>
                    <a:pt x="47" y="1087"/>
                  </a:lnTo>
                  <a:lnTo>
                    <a:pt x="45" y="1091"/>
                  </a:lnTo>
                  <a:lnTo>
                    <a:pt x="42" y="1093"/>
                  </a:lnTo>
                  <a:lnTo>
                    <a:pt x="40" y="1096"/>
                  </a:lnTo>
                  <a:lnTo>
                    <a:pt x="36" y="1097"/>
                  </a:lnTo>
                  <a:lnTo>
                    <a:pt x="27" y="1099"/>
                  </a:lnTo>
                  <a:lnTo>
                    <a:pt x="19" y="1097"/>
                  </a:lnTo>
                  <a:lnTo>
                    <a:pt x="15" y="1096"/>
                  </a:lnTo>
                  <a:lnTo>
                    <a:pt x="11" y="1093"/>
                  </a:lnTo>
                  <a:lnTo>
                    <a:pt x="8" y="1091"/>
                  </a:lnTo>
                  <a:lnTo>
                    <a:pt x="6" y="1087"/>
                  </a:lnTo>
                  <a:lnTo>
                    <a:pt x="4" y="1082"/>
                  </a:lnTo>
                  <a:lnTo>
                    <a:pt x="4" y="1076"/>
                  </a:lnTo>
                  <a:lnTo>
                    <a:pt x="4" y="1076"/>
                  </a:lnTo>
                  <a:lnTo>
                    <a:pt x="3" y="1048"/>
                  </a:lnTo>
                  <a:lnTo>
                    <a:pt x="2" y="1017"/>
                  </a:lnTo>
                  <a:lnTo>
                    <a:pt x="0" y="987"/>
                  </a:lnTo>
                  <a:lnTo>
                    <a:pt x="0" y="959"/>
                  </a:lnTo>
                  <a:lnTo>
                    <a:pt x="0" y="959"/>
                  </a:lnTo>
                  <a:lnTo>
                    <a:pt x="2" y="921"/>
                  </a:lnTo>
                  <a:lnTo>
                    <a:pt x="4" y="867"/>
                  </a:lnTo>
                  <a:lnTo>
                    <a:pt x="7" y="815"/>
                  </a:lnTo>
                  <a:lnTo>
                    <a:pt x="8" y="777"/>
                  </a:lnTo>
                  <a:lnTo>
                    <a:pt x="8" y="777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10" name="Freeform 522"/>
            <p:cNvSpPr>
              <a:spLocks noEditPoints="1"/>
            </p:cNvSpPr>
            <p:nvPr>
              <p:custDataLst>
                <p:tags r:id="rId65"/>
              </p:custDataLst>
            </p:nvPr>
          </p:nvSpPr>
          <p:spPr bwMode="auto">
            <a:xfrm>
              <a:off x="3327401" y="1573213"/>
              <a:ext cx="307975" cy="87313"/>
            </a:xfrm>
            <a:custGeom>
              <a:avLst/>
              <a:gdLst/>
              <a:ahLst/>
              <a:cxnLst>
                <a:cxn ang="0">
                  <a:pos x="776" y="155"/>
                </a:cxn>
                <a:cxn ang="0">
                  <a:pos x="769" y="136"/>
                </a:cxn>
                <a:cxn ang="0">
                  <a:pos x="752" y="98"/>
                </a:cxn>
                <a:cxn ang="0">
                  <a:pos x="727" y="68"/>
                </a:cxn>
                <a:cxn ang="0">
                  <a:pos x="694" y="44"/>
                </a:cxn>
                <a:cxn ang="0">
                  <a:pos x="645" y="22"/>
                </a:cxn>
                <a:cxn ang="0">
                  <a:pos x="560" y="5"/>
                </a:cxn>
                <a:cxn ang="0">
                  <a:pos x="445" y="0"/>
                </a:cxn>
                <a:cxn ang="0">
                  <a:pos x="327" y="1"/>
                </a:cxn>
                <a:cxn ang="0">
                  <a:pos x="226" y="9"/>
                </a:cxn>
                <a:cxn ang="0">
                  <a:pos x="127" y="27"/>
                </a:cxn>
                <a:cxn ang="0">
                  <a:pos x="80" y="43"/>
                </a:cxn>
                <a:cxn ang="0">
                  <a:pos x="50" y="61"/>
                </a:cxn>
                <a:cxn ang="0">
                  <a:pos x="26" y="85"/>
                </a:cxn>
                <a:cxn ang="0">
                  <a:pos x="9" y="116"/>
                </a:cxn>
                <a:cxn ang="0">
                  <a:pos x="4" y="153"/>
                </a:cxn>
                <a:cxn ang="0">
                  <a:pos x="4" y="157"/>
                </a:cxn>
                <a:cxn ang="0">
                  <a:pos x="0" y="171"/>
                </a:cxn>
                <a:cxn ang="0">
                  <a:pos x="6" y="184"/>
                </a:cxn>
                <a:cxn ang="0">
                  <a:pos x="16" y="191"/>
                </a:cxn>
                <a:cxn ang="0">
                  <a:pos x="77" y="201"/>
                </a:cxn>
                <a:cxn ang="0">
                  <a:pos x="140" y="203"/>
                </a:cxn>
                <a:cxn ang="0">
                  <a:pos x="380" y="206"/>
                </a:cxn>
                <a:cxn ang="0">
                  <a:pos x="522" y="214"/>
                </a:cxn>
                <a:cxn ang="0">
                  <a:pos x="663" y="217"/>
                </a:cxn>
                <a:cxn ang="0">
                  <a:pos x="732" y="210"/>
                </a:cxn>
                <a:cxn ang="0">
                  <a:pos x="762" y="203"/>
                </a:cxn>
                <a:cxn ang="0">
                  <a:pos x="772" y="184"/>
                </a:cxn>
                <a:cxn ang="0">
                  <a:pos x="772" y="178"/>
                </a:cxn>
                <a:cxn ang="0">
                  <a:pos x="776" y="165"/>
                </a:cxn>
                <a:cxn ang="0">
                  <a:pos x="380" y="161"/>
                </a:cxn>
                <a:cxn ang="0">
                  <a:pos x="230" y="161"/>
                </a:cxn>
                <a:cxn ang="0">
                  <a:pos x="115" y="158"/>
                </a:cxn>
                <a:cxn ang="0">
                  <a:pos x="50" y="152"/>
                </a:cxn>
                <a:cxn ang="0">
                  <a:pos x="55" y="127"/>
                </a:cxn>
                <a:cxn ang="0">
                  <a:pos x="76" y="99"/>
                </a:cxn>
                <a:cxn ang="0">
                  <a:pos x="108" y="82"/>
                </a:cxn>
                <a:cxn ang="0">
                  <a:pos x="206" y="56"/>
                </a:cxn>
                <a:cxn ang="0">
                  <a:pos x="231" y="52"/>
                </a:cxn>
                <a:cxn ang="0">
                  <a:pos x="307" y="52"/>
                </a:cxn>
                <a:cxn ang="0">
                  <a:pos x="373" y="47"/>
                </a:cxn>
                <a:cxn ang="0">
                  <a:pos x="437" y="44"/>
                </a:cxn>
                <a:cxn ang="0">
                  <a:pos x="539" y="47"/>
                </a:cxn>
                <a:cxn ang="0">
                  <a:pos x="615" y="60"/>
                </a:cxn>
                <a:cxn ang="0">
                  <a:pos x="670" y="82"/>
                </a:cxn>
                <a:cxn ang="0">
                  <a:pos x="697" y="103"/>
                </a:cxn>
                <a:cxn ang="0">
                  <a:pos x="717" y="131"/>
                </a:cxn>
                <a:cxn ang="0">
                  <a:pos x="730" y="165"/>
                </a:cxn>
                <a:cxn ang="0">
                  <a:pos x="687" y="170"/>
                </a:cxn>
                <a:cxn ang="0">
                  <a:pos x="556" y="172"/>
                </a:cxn>
                <a:cxn ang="0">
                  <a:pos x="380" y="161"/>
                </a:cxn>
              </a:cxnLst>
              <a:rect l="0" t="0" r="r" b="b"/>
              <a:pathLst>
                <a:path w="776" h="218">
                  <a:moveTo>
                    <a:pt x="776" y="161"/>
                  </a:moveTo>
                  <a:lnTo>
                    <a:pt x="776" y="161"/>
                  </a:lnTo>
                  <a:lnTo>
                    <a:pt x="776" y="155"/>
                  </a:lnTo>
                  <a:lnTo>
                    <a:pt x="773" y="150"/>
                  </a:lnTo>
                  <a:lnTo>
                    <a:pt x="773" y="150"/>
                  </a:lnTo>
                  <a:lnTo>
                    <a:pt x="769" y="136"/>
                  </a:lnTo>
                  <a:lnTo>
                    <a:pt x="764" y="121"/>
                  </a:lnTo>
                  <a:lnTo>
                    <a:pt x="759" y="110"/>
                  </a:lnTo>
                  <a:lnTo>
                    <a:pt x="752" y="98"/>
                  </a:lnTo>
                  <a:lnTo>
                    <a:pt x="744" y="86"/>
                  </a:lnTo>
                  <a:lnTo>
                    <a:pt x="736" y="77"/>
                  </a:lnTo>
                  <a:lnTo>
                    <a:pt x="727" y="68"/>
                  </a:lnTo>
                  <a:lnTo>
                    <a:pt x="717" y="59"/>
                  </a:lnTo>
                  <a:lnTo>
                    <a:pt x="706" y="51"/>
                  </a:lnTo>
                  <a:lnTo>
                    <a:pt x="694" y="44"/>
                  </a:lnTo>
                  <a:lnTo>
                    <a:pt x="683" y="38"/>
                  </a:lnTo>
                  <a:lnTo>
                    <a:pt x="671" y="33"/>
                  </a:lnTo>
                  <a:lnTo>
                    <a:pt x="645" y="22"/>
                  </a:lnTo>
                  <a:lnTo>
                    <a:pt x="617" y="16"/>
                  </a:lnTo>
                  <a:lnTo>
                    <a:pt x="590" y="9"/>
                  </a:lnTo>
                  <a:lnTo>
                    <a:pt x="560" y="5"/>
                  </a:lnTo>
                  <a:lnTo>
                    <a:pt x="531" y="2"/>
                  </a:lnTo>
                  <a:lnTo>
                    <a:pt x="502" y="1"/>
                  </a:lnTo>
                  <a:lnTo>
                    <a:pt x="445" y="0"/>
                  </a:lnTo>
                  <a:lnTo>
                    <a:pt x="394" y="0"/>
                  </a:lnTo>
                  <a:lnTo>
                    <a:pt x="394" y="0"/>
                  </a:lnTo>
                  <a:lnTo>
                    <a:pt x="327" y="1"/>
                  </a:lnTo>
                  <a:lnTo>
                    <a:pt x="293" y="4"/>
                  </a:lnTo>
                  <a:lnTo>
                    <a:pt x="259" y="6"/>
                  </a:lnTo>
                  <a:lnTo>
                    <a:pt x="226" y="9"/>
                  </a:lnTo>
                  <a:lnTo>
                    <a:pt x="193" y="14"/>
                  </a:lnTo>
                  <a:lnTo>
                    <a:pt x="159" y="19"/>
                  </a:lnTo>
                  <a:lnTo>
                    <a:pt x="127" y="27"/>
                  </a:lnTo>
                  <a:lnTo>
                    <a:pt x="127" y="27"/>
                  </a:lnTo>
                  <a:lnTo>
                    <a:pt x="102" y="34"/>
                  </a:lnTo>
                  <a:lnTo>
                    <a:pt x="80" y="43"/>
                  </a:lnTo>
                  <a:lnTo>
                    <a:pt x="69" y="48"/>
                  </a:lnTo>
                  <a:lnTo>
                    <a:pt x="59" y="55"/>
                  </a:lnTo>
                  <a:lnTo>
                    <a:pt x="50" y="61"/>
                  </a:lnTo>
                  <a:lnTo>
                    <a:pt x="40" y="69"/>
                  </a:lnTo>
                  <a:lnTo>
                    <a:pt x="33" y="77"/>
                  </a:lnTo>
                  <a:lnTo>
                    <a:pt x="26" y="85"/>
                  </a:lnTo>
                  <a:lnTo>
                    <a:pt x="19" y="94"/>
                  </a:lnTo>
                  <a:lnTo>
                    <a:pt x="14" y="104"/>
                  </a:lnTo>
                  <a:lnTo>
                    <a:pt x="9" y="116"/>
                  </a:lnTo>
                  <a:lnTo>
                    <a:pt x="6" y="127"/>
                  </a:lnTo>
                  <a:lnTo>
                    <a:pt x="4" y="140"/>
                  </a:lnTo>
                  <a:lnTo>
                    <a:pt x="4" y="153"/>
                  </a:lnTo>
                  <a:lnTo>
                    <a:pt x="4" y="153"/>
                  </a:lnTo>
                  <a:lnTo>
                    <a:pt x="4" y="157"/>
                  </a:lnTo>
                  <a:lnTo>
                    <a:pt x="4" y="157"/>
                  </a:lnTo>
                  <a:lnTo>
                    <a:pt x="1" y="161"/>
                  </a:lnTo>
                  <a:lnTo>
                    <a:pt x="0" y="166"/>
                  </a:lnTo>
                  <a:lnTo>
                    <a:pt x="0" y="171"/>
                  </a:lnTo>
                  <a:lnTo>
                    <a:pt x="1" y="176"/>
                  </a:lnTo>
                  <a:lnTo>
                    <a:pt x="4" y="180"/>
                  </a:lnTo>
                  <a:lnTo>
                    <a:pt x="6" y="184"/>
                  </a:lnTo>
                  <a:lnTo>
                    <a:pt x="10" y="188"/>
                  </a:lnTo>
                  <a:lnTo>
                    <a:pt x="16" y="191"/>
                  </a:lnTo>
                  <a:lnTo>
                    <a:pt x="16" y="191"/>
                  </a:lnTo>
                  <a:lnTo>
                    <a:pt x="31" y="195"/>
                  </a:lnTo>
                  <a:lnTo>
                    <a:pt x="46" y="197"/>
                  </a:lnTo>
                  <a:lnTo>
                    <a:pt x="77" y="201"/>
                  </a:lnTo>
                  <a:lnTo>
                    <a:pt x="110" y="203"/>
                  </a:lnTo>
                  <a:lnTo>
                    <a:pt x="140" y="203"/>
                  </a:lnTo>
                  <a:lnTo>
                    <a:pt x="140" y="203"/>
                  </a:lnTo>
                  <a:lnTo>
                    <a:pt x="260" y="204"/>
                  </a:lnTo>
                  <a:lnTo>
                    <a:pt x="380" y="206"/>
                  </a:lnTo>
                  <a:lnTo>
                    <a:pt x="380" y="206"/>
                  </a:lnTo>
                  <a:lnTo>
                    <a:pt x="428" y="209"/>
                  </a:lnTo>
                  <a:lnTo>
                    <a:pt x="475" y="212"/>
                  </a:lnTo>
                  <a:lnTo>
                    <a:pt x="522" y="214"/>
                  </a:lnTo>
                  <a:lnTo>
                    <a:pt x="569" y="217"/>
                  </a:lnTo>
                  <a:lnTo>
                    <a:pt x="616" y="218"/>
                  </a:lnTo>
                  <a:lnTo>
                    <a:pt x="663" y="217"/>
                  </a:lnTo>
                  <a:lnTo>
                    <a:pt x="687" y="216"/>
                  </a:lnTo>
                  <a:lnTo>
                    <a:pt x="709" y="213"/>
                  </a:lnTo>
                  <a:lnTo>
                    <a:pt x="732" y="210"/>
                  </a:lnTo>
                  <a:lnTo>
                    <a:pt x="755" y="205"/>
                  </a:lnTo>
                  <a:lnTo>
                    <a:pt x="755" y="205"/>
                  </a:lnTo>
                  <a:lnTo>
                    <a:pt x="762" y="203"/>
                  </a:lnTo>
                  <a:lnTo>
                    <a:pt x="768" y="197"/>
                  </a:lnTo>
                  <a:lnTo>
                    <a:pt x="770" y="191"/>
                  </a:lnTo>
                  <a:lnTo>
                    <a:pt x="772" y="184"/>
                  </a:lnTo>
                  <a:lnTo>
                    <a:pt x="772" y="180"/>
                  </a:lnTo>
                  <a:lnTo>
                    <a:pt x="772" y="180"/>
                  </a:lnTo>
                  <a:lnTo>
                    <a:pt x="772" y="178"/>
                  </a:lnTo>
                  <a:lnTo>
                    <a:pt x="772" y="178"/>
                  </a:lnTo>
                  <a:lnTo>
                    <a:pt x="774" y="171"/>
                  </a:lnTo>
                  <a:lnTo>
                    <a:pt x="776" y="165"/>
                  </a:lnTo>
                  <a:lnTo>
                    <a:pt x="776" y="161"/>
                  </a:lnTo>
                  <a:close/>
                  <a:moveTo>
                    <a:pt x="380" y="161"/>
                  </a:moveTo>
                  <a:lnTo>
                    <a:pt x="380" y="161"/>
                  </a:lnTo>
                  <a:lnTo>
                    <a:pt x="331" y="161"/>
                  </a:lnTo>
                  <a:lnTo>
                    <a:pt x="281" y="161"/>
                  </a:lnTo>
                  <a:lnTo>
                    <a:pt x="230" y="161"/>
                  </a:lnTo>
                  <a:lnTo>
                    <a:pt x="180" y="161"/>
                  </a:lnTo>
                  <a:lnTo>
                    <a:pt x="180" y="161"/>
                  </a:lnTo>
                  <a:lnTo>
                    <a:pt x="115" y="158"/>
                  </a:lnTo>
                  <a:lnTo>
                    <a:pt x="81" y="157"/>
                  </a:lnTo>
                  <a:lnTo>
                    <a:pt x="65" y="154"/>
                  </a:lnTo>
                  <a:lnTo>
                    <a:pt x="50" y="152"/>
                  </a:lnTo>
                  <a:lnTo>
                    <a:pt x="50" y="152"/>
                  </a:lnTo>
                  <a:lnTo>
                    <a:pt x="51" y="138"/>
                  </a:lnTo>
                  <a:lnTo>
                    <a:pt x="55" y="127"/>
                  </a:lnTo>
                  <a:lnTo>
                    <a:pt x="60" y="116"/>
                  </a:lnTo>
                  <a:lnTo>
                    <a:pt x="68" y="108"/>
                  </a:lnTo>
                  <a:lnTo>
                    <a:pt x="76" y="99"/>
                  </a:lnTo>
                  <a:lnTo>
                    <a:pt x="86" y="93"/>
                  </a:lnTo>
                  <a:lnTo>
                    <a:pt x="97" y="87"/>
                  </a:lnTo>
                  <a:lnTo>
                    <a:pt x="108" y="82"/>
                  </a:lnTo>
                  <a:lnTo>
                    <a:pt x="133" y="73"/>
                  </a:lnTo>
                  <a:lnTo>
                    <a:pt x="159" y="67"/>
                  </a:lnTo>
                  <a:lnTo>
                    <a:pt x="206" y="56"/>
                  </a:lnTo>
                  <a:lnTo>
                    <a:pt x="206" y="56"/>
                  </a:lnTo>
                  <a:lnTo>
                    <a:pt x="218" y="53"/>
                  </a:lnTo>
                  <a:lnTo>
                    <a:pt x="231" y="52"/>
                  </a:lnTo>
                  <a:lnTo>
                    <a:pt x="256" y="51"/>
                  </a:lnTo>
                  <a:lnTo>
                    <a:pt x="307" y="52"/>
                  </a:lnTo>
                  <a:lnTo>
                    <a:pt x="307" y="52"/>
                  </a:lnTo>
                  <a:lnTo>
                    <a:pt x="328" y="51"/>
                  </a:lnTo>
                  <a:lnTo>
                    <a:pt x="350" y="50"/>
                  </a:lnTo>
                  <a:lnTo>
                    <a:pt x="373" y="47"/>
                  </a:lnTo>
                  <a:lnTo>
                    <a:pt x="394" y="46"/>
                  </a:lnTo>
                  <a:lnTo>
                    <a:pt x="394" y="46"/>
                  </a:lnTo>
                  <a:lnTo>
                    <a:pt x="437" y="44"/>
                  </a:lnTo>
                  <a:lnTo>
                    <a:pt x="486" y="44"/>
                  </a:lnTo>
                  <a:lnTo>
                    <a:pt x="513" y="44"/>
                  </a:lnTo>
                  <a:lnTo>
                    <a:pt x="539" y="47"/>
                  </a:lnTo>
                  <a:lnTo>
                    <a:pt x="565" y="50"/>
                  </a:lnTo>
                  <a:lnTo>
                    <a:pt x="590" y="53"/>
                  </a:lnTo>
                  <a:lnTo>
                    <a:pt x="615" y="60"/>
                  </a:lnTo>
                  <a:lnTo>
                    <a:pt x="638" y="68"/>
                  </a:lnTo>
                  <a:lnTo>
                    <a:pt x="659" y="77"/>
                  </a:lnTo>
                  <a:lnTo>
                    <a:pt x="670" y="82"/>
                  </a:lnTo>
                  <a:lnTo>
                    <a:pt x="679" y="89"/>
                  </a:lnTo>
                  <a:lnTo>
                    <a:pt x="688" y="95"/>
                  </a:lnTo>
                  <a:lnTo>
                    <a:pt x="697" y="103"/>
                  </a:lnTo>
                  <a:lnTo>
                    <a:pt x="704" y="112"/>
                  </a:lnTo>
                  <a:lnTo>
                    <a:pt x="711" y="120"/>
                  </a:lnTo>
                  <a:lnTo>
                    <a:pt x="717" y="131"/>
                  </a:lnTo>
                  <a:lnTo>
                    <a:pt x="722" y="141"/>
                  </a:lnTo>
                  <a:lnTo>
                    <a:pt x="726" y="152"/>
                  </a:lnTo>
                  <a:lnTo>
                    <a:pt x="730" y="165"/>
                  </a:lnTo>
                  <a:lnTo>
                    <a:pt x="730" y="165"/>
                  </a:lnTo>
                  <a:lnTo>
                    <a:pt x="709" y="167"/>
                  </a:lnTo>
                  <a:lnTo>
                    <a:pt x="687" y="170"/>
                  </a:lnTo>
                  <a:lnTo>
                    <a:pt x="643" y="172"/>
                  </a:lnTo>
                  <a:lnTo>
                    <a:pt x="600" y="174"/>
                  </a:lnTo>
                  <a:lnTo>
                    <a:pt x="556" y="172"/>
                  </a:lnTo>
                  <a:lnTo>
                    <a:pt x="511" y="170"/>
                  </a:lnTo>
                  <a:lnTo>
                    <a:pt x="467" y="167"/>
                  </a:lnTo>
                  <a:lnTo>
                    <a:pt x="380" y="161"/>
                  </a:lnTo>
                  <a:lnTo>
                    <a:pt x="380" y="161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</p:grpSp>
      <p:sp>
        <p:nvSpPr>
          <p:cNvPr id="59396" name="Slide Number Placeholder 3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557530" indent="-21463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857250" indent="-1714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200150" indent="-1714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1543050" indent="-1714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1885950" indent="-1714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228850" indent="-1714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2571750" indent="-1714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2914650" indent="-1714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fld id="{74A9224F-287C-4793-A390-9EA9BAC26FFA}" type="slidenum">
              <a:rPr lang="en-US" altLang="zh-CN" sz="465" smtClean="0"/>
              <a:pPr/>
              <a:t>38</a:t>
            </a:fld>
            <a:endParaRPr lang="en-US" altLang="zh-CN" sz="465"/>
          </a:p>
        </p:txBody>
      </p:sp>
      <p:graphicFrame>
        <p:nvGraphicFramePr>
          <p:cNvPr id="5" name="Table 4"/>
          <p:cNvGraphicFramePr>
            <a:graphicFrameLocks noGrp="1"/>
          </p:cNvGraphicFramePr>
          <p:nvPr>
            <p:custDataLst>
              <p:tags r:id="rId5"/>
            </p:custDataLst>
          </p:nvPr>
        </p:nvGraphicFramePr>
        <p:xfrm>
          <a:off x="1729740" y="1971675"/>
          <a:ext cx="5612765" cy="4015105"/>
        </p:xfrm>
        <a:graphic>
          <a:graphicData uri="http://schemas.openxmlformats.org/drawingml/2006/table">
            <a:tbl>
              <a:tblPr firstRow="1" bandRow="1">
                <a:tableStyleId>{6E25E649-3F16-4E02-A733-19D2CDBF48F0}</a:tableStyleId>
              </a:tblPr>
              <a:tblGrid>
                <a:gridCol w="13836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11328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11582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444500">
                <a:tc>
                  <a:txBody>
                    <a:bodyPr/>
                    <a:lstStyle/>
                    <a:p>
                      <a:pPr marL="0" algn="ctr" rtl="0" eaLnBrk="1" latinLnBrk="0" hangingPunct="1"/>
                      <a:endParaRPr lang="zh-CN" altLang="en-US" sz="2100" b="1" kern="1200" dirty="0">
                        <a:solidFill>
                          <a:srgbClr val="FF0000"/>
                        </a:solidFill>
                        <a:latin typeface="Times New Roman" panose="02020603050405020304" pitchFamily="18" charset="0"/>
                        <a:ea typeface="+mn-ea"/>
                        <a:cs typeface="Times New Roman" panose="02020603050405020304" pitchFamily="18" charset="0"/>
                      </a:endParaRPr>
                    </a:p>
                  </a:txBody>
                  <a:tcPr marL="51443" marR="51443" marT="25719" marB="25719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rtl="0" eaLnBrk="1" latinLnBrk="0" hangingPunct="1"/>
                      <a:r>
                        <a:rPr lang="en-US" altLang="zh-CN" sz="1500" b="1" kern="1200" dirty="0">
                          <a:solidFill>
                            <a:srgbClr val="008000"/>
                          </a:solidFill>
                          <a:latin typeface="Times New Roman" panose="02020603050405020304" pitchFamily="18" charset="0"/>
                          <a:ea typeface="+mn-ea"/>
                          <a:cs typeface="Times New Roman" panose="02020603050405020304" pitchFamily="18" charset="0"/>
                        </a:rPr>
                        <a:t>Array-Based Stack</a:t>
                      </a:r>
                      <a:endParaRPr lang="zh-CN" altLang="en-US" sz="1500" b="1" kern="1200" dirty="0">
                        <a:solidFill>
                          <a:srgbClr val="008000"/>
                        </a:solidFill>
                        <a:latin typeface="Times New Roman" panose="02020603050405020304" pitchFamily="18" charset="0"/>
                        <a:ea typeface="+mn-ea"/>
                        <a:cs typeface="Times New Roman" panose="02020603050405020304" pitchFamily="18" charset="0"/>
                      </a:endParaRPr>
                    </a:p>
                  </a:txBody>
                  <a:tcPr marL="51443" marR="51443" marT="25719" marB="25719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500" b="1" kern="1200" dirty="0">
                          <a:solidFill>
                            <a:srgbClr val="008000"/>
                          </a:solidFill>
                          <a:latin typeface="Times New Roman" panose="02020603050405020304" pitchFamily="18" charset="0"/>
                          <a:ea typeface="+mn-ea"/>
                          <a:cs typeface="Times New Roman" panose="02020603050405020304" pitchFamily="18" charset="0"/>
                        </a:rPr>
                        <a:t>Linked Stack</a:t>
                      </a:r>
                      <a:endParaRPr lang="zh-CN" altLang="en-US" sz="1500" b="1" kern="1200" dirty="0">
                        <a:solidFill>
                          <a:srgbClr val="008000"/>
                        </a:solidFill>
                        <a:latin typeface="Times New Roman" panose="02020603050405020304" pitchFamily="18" charset="0"/>
                        <a:ea typeface="+mn-ea"/>
                        <a:cs typeface="Times New Roman" panose="02020603050405020304" pitchFamily="18" charset="0"/>
                      </a:endParaRPr>
                    </a:p>
                  </a:txBody>
                  <a:tcPr marL="51443" marR="51443" marT="25719" marB="25719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013460">
                <a:tc>
                  <a:txBody>
                    <a:bodyPr/>
                    <a:lstStyle/>
                    <a:p>
                      <a:r>
                        <a:rPr lang="en-US" altLang="zh-CN" sz="1500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Implementation</a:t>
                      </a:r>
                      <a:endParaRPr lang="zh-CN" altLang="en-US" sz="1500" dirty="0"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1443" marR="51443" marT="25719" marB="25719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CN" sz="1500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Take the end of array as the top of stack </a:t>
                      </a:r>
                      <a:endParaRPr lang="zh-CN" altLang="en-US" sz="1500" dirty="0"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1443" marR="51443" marT="25719" marB="25719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CN" sz="1500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Take the head of linked list as the top of stack</a:t>
                      </a:r>
                      <a:endParaRPr lang="zh-CN" altLang="en-US" sz="1500" dirty="0"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1443" marR="51443" marT="25719" marB="25719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455420">
                <a:tc>
                  <a:txBody>
                    <a:bodyPr/>
                    <a:lstStyle/>
                    <a:p>
                      <a:r>
                        <a:rPr lang="en-US" altLang="zh-CN" sz="1500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Time cost</a:t>
                      </a:r>
                      <a:endParaRPr lang="zh-CN" altLang="en-US" sz="1500" dirty="0"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1443" marR="51443" marT="25719" marB="25719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CN" sz="1500" dirty="0">
                          <a:solidFill>
                            <a:srgbClr val="FF0000"/>
                          </a:solidFill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Constant time </a:t>
                      </a:r>
                      <a:r>
                        <a:rPr lang="en-US" altLang="zh-CN" sz="1500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for push,</a:t>
                      </a:r>
                      <a:r>
                        <a:rPr lang="en-US" altLang="zh-CN" sz="1500" baseline="0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pop, </a:t>
                      </a:r>
                      <a:r>
                        <a:rPr lang="en-US" altLang="zh-CN" sz="1500" baseline="0" dirty="0" err="1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topValue</a:t>
                      </a:r>
                      <a:r>
                        <a:rPr lang="en-US" altLang="zh-CN" sz="1500" baseline="0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;</a:t>
                      </a:r>
                    </a:p>
                    <a:p>
                      <a:r>
                        <a:rPr lang="en-US" altLang="zh-CN" sz="1500" baseline="0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Constant time for clear</a:t>
                      </a:r>
                      <a:endParaRPr lang="zh-CN" altLang="en-US" sz="1500" dirty="0"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1443" marR="51443" marT="25719" marB="25719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CN" sz="1500" dirty="0">
                          <a:solidFill>
                            <a:srgbClr val="FF0000"/>
                          </a:solidFill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Constant time </a:t>
                      </a:r>
                      <a:r>
                        <a:rPr lang="en-US" altLang="zh-CN" sz="1500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for push,</a:t>
                      </a:r>
                      <a:r>
                        <a:rPr lang="en-US" altLang="zh-CN" sz="1500" baseline="0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pop and </a:t>
                      </a:r>
                      <a:r>
                        <a:rPr lang="en-US" altLang="zh-CN" sz="1500" baseline="0" dirty="0" err="1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topValue</a:t>
                      </a:r>
                      <a:r>
                        <a:rPr lang="en-US" altLang="zh-CN" sz="1500" baseline="0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; </a:t>
                      </a:r>
                    </a:p>
                    <a:p>
                      <a:r>
                        <a:rPr lang="en-US" altLang="zh-CN" sz="1500" baseline="0" dirty="0">
                          <a:solidFill>
                            <a:srgbClr val="3A3AB9"/>
                          </a:solidFill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Linear time for clear</a:t>
                      </a:r>
                      <a:endParaRPr lang="zh-CN" altLang="en-US" sz="1500" dirty="0">
                        <a:solidFill>
                          <a:srgbClr val="3A3AB9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1443" marR="51443" marT="25719" marB="25719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01725">
                <a:tc>
                  <a:txBody>
                    <a:bodyPr/>
                    <a:lstStyle/>
                    <a:p>
                      <a:r>
                        <a:rPr lang="en-US" altLang="zh-CN" sz="1500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Space cost</a:t>
                      </a:r>
                      <a:endParaRPr lang="zh-CN" altLang="en-US" sz="1500" dirty="0"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1443" marR="51443" marT="25719" marB="25719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/>
                      <a:r>
                        <a:rPr lang="en-US" altLang="zh-CN" sz="1500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Waste</a:t>
                      </a:r>
                      <a:r>
                        <a:rPr lang="en-US" altLang="zh-CN" sz="1500" baseline="0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some space when the stack is not full - Overflow possible </a:t>
                      </a:r>
                      <a:endParaRPr lang="zh-CN" altLang="en-US" sz="1500" dirty="0"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1443" marR="51443" marT="25719" marB="25719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/>
                      <a:r>
                        <a:rPr lang="en-US" altLang="zh-CN" sz="1500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Require</a:t>
                      </a:r>
                      <a:r>
                        <a:rPr lang="en-US" altLang="zh-CN" sz="1500" baseline="0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the overhead of a link field for every element</a:t>
                      </a:r>
                      <a:endParaRPr lang="zh-CN" altLang="en-US" sz="1500" dirty="0"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1443" marR="51443" marT="25719" marB="25719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2" name="矩形 1"/>
          <p:cNvSpPr/>
          <p:nvPr/>
        </p:nvSpPr>
        <p:spPr>
          <a:xfrm>
            <a:off x="1247140" y="5987415"/>
            <a:ext cx="7136130" cy="4603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zh-CN" sz="2400" dirty="0">
                <a:solidFill>
                  <a:srgbClr val="FF0000"/>
                </a:solidFill>
              </a:rPr>
              <a:t>Q: How to implement two stacks using a single array?</a:t>
            </a:r>
          </a:p>
        </p:txBody>
      </p:sp>
      <p:sp>
        <p:nvSpPr>
          <p:cNvPr id="3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fld id="{FECB5DB2-63DF-44A0-B57A-518C33A2073D}" type="datetime1">
              <a:rPr lang="zh-CN" altLang="en-US" sz="465" smtClean="0"/>
              <a:pPr>
                <a:defRPr/>
              </a:pPr>
              <a:t>2025/12/16</a:t>
            </a:fld>
            <a:endParaRPr lang="zh-CN" altLang="en-US" sz="465"/>
          </a:p>
        </p:txBody>
      </p:sp>
      <p:sp>
        <p:nvSpPr>
          <p:cNvPr id="4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altLang="zh-CN" sz="465"/>
              <a:t>Stacks and Queues - Lecture 6</a:t>
            </a:r>
            <a:endParaRPr lang="zh-CN" altLang="en-US" sz="465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</p:bld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1963481" y="1425405"/>
            <a:ext cx="4321691" cy="2851208"/>
          </a:xfrm>
        </p:spPr>
        <p:txBody>
          <a:bodyPr>
            <a:normAutofit/>
          </a:bodyPr>
          <a:lstStyle/>
          <a:p>
            <a:r>
              <a:rPr lang="en-US" altLang="zh-CN" sz="4800" dirty="0"/>
              <a:t>Queue</a:t>
            </a:r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2141730" y="6679781"/>
            <a:ext cx="4436269" cy="150037"/>
          </a:xfrm>
        </p:spPr>
        <p:txBody>
          <a:bodyPr>
            <a:noAutofit/>
          </a:bodyPr>
          <a:lstStyle/>
          <a:p>
            <a:r>
              <a:rPr lang="zh-CN" altLang="en-US" sz="375" dirty="0"/>
              <a:t>图片来自互联网</a:t>
            </a: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FD752B5B-A998-4951-B51D-36F673174679}" type="slidenum">
              <a:rPr lang="zh-CN" altLang="en-US" sz="465" smtClean="0"/>
              <a:pPr>
                <a:defRPr/>
              </a:pPr>
              <a:t>39</a:t>
            </a:fld>
            <a:endParaRPr lang="zh-CN" altLang="en-US" sz="465"/>
          </a:p>
        </p:txBody>
      </p:sp>
      <p:pic>
        <p:nvPicPr>
          <p:cNvPr id="103426" name="Picture 2" descr="https://ss2.bdstatic.com/70cFvnSh_Q1YnxGkpoWK1HF6hhy/it/u=1777798372,4189059470&amp;fm=26&amp;gp=0.jpg"/>
          <p:cNvPicPr>
            <a:picLocks noChangeAspect="1" noChangeArrowheads="1"/>
          </p:cNvPicPr>
          <p:nvPr/>
        </p:nvPicPr>
        <p:blipFill>
          <a:blip r:embed="rId1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96055" y="2094865"/>
            <a:ext cx="3471545" cy="273304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fld id="{C746DEC1-30F3-42CF-A08D-99E4BCDE1AD3}" type="datetime1">
              <a:rPr lang="zh-CN" altLang="en-US" sz="465" smtClean="0"/>
              <a:pPr>
                <a:defRPr/>
              </a:pPr>
              <a:t>2025/12/16</a:t>
            </a:fld>
            <a:endParaRPr lang="zh-CN" altLang="en-US" sz="465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altLang="zh-CN" sz="465"/>
              <a:t>Stacks and Queues - Lecture 6</a:t>
            </a:r>
            <a:endParaRPr lang="zh-CN" altLang="en-US" sz="465"/>
          </a:p>
        </p:txBody>
      </p:sp>
      <p:sp>
        <p:nvSpPr>
          <p:cNvPr id="253" name="Freeform 66"/>
          <p:cNvSpPr>
            <a:spLocks noEditPoints="1"/>
          </p:cNvSpPr>
          <p:nvPr>
            <p:custDataLst>
              <p:tags r:id="rId1"/>
            </p:custDataLst>
          </p:nvPr>
        </p:nvSpPr>
        <p:spPr bwMode="auto">
          <a:xfrm rot="218059">
            <a:off x="3147007" y="2399335"/>
            <a:ext cx="481676" cy="486694"/>
          </a:xfrm>
          <a:custGeom>
            <a:avLst/>
            <a:gdLst/>
            <a:ahLst/>
            <a:cxnLst>
              <a:cxn ang="0">
                <a:pos x="166" y="76"/>
              </a:cxn>
              <a:cxn ang="0">
                <a:pos x="287" y="94"/>
              </a:cxn>
              <a:cxn ang="0">
                <a:pos x="168" y="226"/>
              </a:cxn>
              <a:cxn ang="0">
                <a:pos x="69" y="274"/>
              </a:cxn>
              <a:cxn ang="0">
                <a:pos x="0" y="122"/>
              </a:cxn>
              <a:cxn ang="0">
                <a:pos x="107" y="99"/>
              </a:cxn>
              <a:cxn ang="0">
                <a:pos x="102" y="177"/>
              </a:cxn>
              <a:cxn ang="0">
                <a:pos x="99" y="173"/>
              </a:cxn>
              <a:cxn ang="0">
                <a:pos x="132" y="154"/>
              </a:cxn>
              <a:cxn ang="0">
                <a:pos x="217" y="111"/>
              </a:cxn>
              <a:cxn ang="0">
                <a:pos x="234" y="109"/>
              </a:cxn>
              <a:cxn ang="0">
                <a:pos x="197" y="101"/>
              </a:cxn>
              <a:cxn ang="0">
                <a:pos x="172" y="132"/>
              </a:cxn>
              <a:cxn ang="0">
                <a:pos x="184" y="137"/>
              </a:cxn>
              <a:cxn ang="0">
                <a:pos x="215" y="122"/>
              </a:cxn>
              <a:cxn ang="0">
                <a:pos x="131" y="212"/>
              </a:cxn>
              <a:cxn ang="0">
                <a:pos x="83" y="267"/>
              </a:cxn>
              <a:cxn ang="0">
                <a:pos x="83" y="254"/>
              </a:cxn>
              <a:cxn ang="0">
                <a:pos x="79" y="257"/>
              </a:cxn>
              <a:cxn ang="0">
                <a:pos x="159" y="105"/>
              </a:cxn>
              <a:cxn ang="0">
                <a:pos x="147" y="90"/>
              </a:cxn>
              <a:cxn ang="0">
                <a:pos x="149" y="97"/>
              </a:cxn>
              <a:cxn ang="0">
                <a:pos x="85" y="156"/>
              </a:cxn>
              <a:cxn ang="0">
                <a:pos x="166" y="208"/>
              </a:cxn>
              <a:cxn ang="0">
                <a:pos x="184" y="195"/>
              </a:cxn>
              <a:cxn ang="0">
                <a:pos x="189" y="170"/>
              </a:cxn>
              <a:cxn ang="0">
                <a:pos x="203" y="202"/>
              </a:cxn>
              <a:cxn ang="0">
                <a:pos x="204" y="215"/>
              </a:cxn>
              <a:cxn ang="0">
                <a:pos x="211" y="240"/>
              </a:cxn>
              <a:cxn ang="0">
                <a:pos x="203" y="187"/>
              </a:cxn>
              <a:cxn ang="0">
                <a:pos x="253" y="106"/>
              </a:cxn>
              <a:cxn ang="0">
                <a:pos x="183" y="101"/>
              </a:cxn>
              <a:cxn ang="0">
                <a:pos x="183" y="101"/>
              </a:cxn>
              <a:cxn ang="0">
                <a:pos x="132" y="47"/>
              </a:cxn>
              <a:cxn ang="0">
                <a:pos x="137" y="53"/>
              </a:cxn>
              <a:cxn ang="0">
                <a:pos x="201" y="173"/>
              </a:cxn>
              <a:cxn ang="0">
                <a:pos x="183" y="191"/>
              </a:cxn>
              <a:cxn ang="0">
                <a:pos x="71" y="144"/>
              </a:cxn>
              <a:cxn ang="0">
                <a:pos x="180" y="223"/>
              </a:cxn>
              <a:cxn ang="0">
                <a:pos x="184" y="212"/>
              </a:cxn>
              <a:cxn ang="0">
                <a:pos x="123" y="88"/>
              </a:cxn>
              <a:cxn ang="0">
                <a:pos x="135" y="76"/>
              </a:cxn>
              <a:cxn ang="0">
                <a:pos x="59" y="133"/>
              </a:cxn>
              <a:cxn ang="0">
                <a:pos x="58" y="126"/>
              </a:cxn>
              <a:cxn ang="0">
                <a:pos x="75" y="112"/>
              </a:cxn>
              <a:cxn ang="0">
                <a:pos x="82" y="109"/>
              </a:cxn>
              <a:cxn ang="0">
                <a:pos x="97" y="109"/>
              </a:cxn>
              <a:cxn ang="0">
                <a:pos x="194" y="234"/>
              </a:cxn>
              <a:cxn ang="0">
                <a:pos x="197" y="226"/>
              </a:cxn>
              <a:cxn ang="0">
                <a:pos x="71" y="128"/>
              </a:cxn>
              <a:cxn ang="0">
                <a:pos x="131" y="216"/>
              </a:cxn>
              <a:cxn ang="0">
                <a:pos x="149" y="94"/>
              </a:cxn>
              <a:cxn ang="0">
                <a:pos x="106" y="118"/>
              </a:cxn>
              <a:cxn ang="0">
                <a:pos x="109" y="114"/>
              </a:cxn>
              <a:cxn ang="0">
                <a:pos x="40" y="130"/>
              </a:cxn>
              <a:cxn ang="0">
                <a:pos x="110" y="227"/>
              </a:cxn>
              <a:cxn ang="0">
                <a:pos x="127" y="102"/>
              </a:cxn>
              <a:cxn ang="0">
                <a:pos x="155" y="71"/>
              </a:cxn>
              <a:cxn ang="0">
                <a:pos x="154" y="73"/>
              </a:cxn>
            </a:cxnLst>
            <a:rect l="0" t="0" r="r" b="b"/>
            <a:pathLst>
              <a:path w="287" h="289">
                <a:moveTo>
                  <a:pt x="130" y="0"/>
                </a:moveTo>
                <a:lnTo>
                  <a:pt x="130" y="0"/>
                </a:lnTo>
                <a:lnTo>
                  <a:pt x="138" y="7"/>
                </a:lnTo>
                <a:lnTo>
                  <a:pt x="144" y="15"/>
                </a:lnTo>
                <a:lnTo>
                  <a:pt x="149" y="24"/>
                </a:lnTo>
                <a:lnTo>
                  <a:pt x="154" y="33"/>
                </a:lnTo>
                <a:lnTo>
                  <a:pt x="161" y="53"/>
                </a:lnTo>
                <a:lnTo>
                  <a:pt x="166" y="76"/>
                </a:lnTo>
                <a:lnTo>
                  <a:pt x="166" y="76"/>
                </a:lnTo>
                <a:lnTo>
                  <a:pt x="168" y="84"/>
                </a:lnTo>
                <a:lnTo>
                  <a:pt x="170" y="91"/>
                </a:lnTo>
                <a:lnTo>
                  <a:pt x="170" y="91"/>
                </a:lnTo>
                <a:lnTo>
                  <a:pt x="183" y="90"/>
                </a:lnTo>
                <a:lnTo>
                  <a:pt x="197" y="87"/>
                </a:lnTo>
                <a:lnTo>
                  <a:pt x="213" y="87"/>
                </a:lnTo>
                <a:lnTo>
                  <a:pt x="228" y="87"/>
                </a:lnTo>
                <a:lnTo>
                  <a:pt x="258" y="90"/>
                </a:lnTo>
                <a:lnTo>
                  <a:pt x="287" y="94"/>
                </a:lnTo>
                <a:lnTo>
                  <a:pt x="287" y="94"/>
                </a:lnTo>
                <a:lnTo>
                  <a:pt x="249" y="125"/>
                </a:lnTo>
                <a:lnTo>
                  <a:pt x="229" y="140"/>
                </a:lnTo>
                <a:lnTo>
                  <a:pt x="211" y="154"/>
                </a:lnTo>
                <a:lnTo>
                  <a:pt x="229" y="267"/>
                </a:lnTo>
                <a:lnTo>
                  <a:pt x="229" y="267"/>
                </a:lnTo>
                <a:lnTo>
                  <a:pt x="208" y="255"/>
                </a:lnTo>
                <a:lnTo>
                  <a:pt x="187" y="241"/>
                </a:lnTo>
                <a:lnTo>
                  <a:pt x="168" y="226"/>
                </a:lnTo>
                <a:lnTo>
                  <a:pt x="148" y="209"/>
                </a:lnTo>
                <a:lnTo>
                  <a:pt x="148" y="209"/>
                </a:lnTo>
                <a:lnTo>
                  <a:pt x="130" y="232"/>
                </a:lnTo>
                <a:lnTo>
                  <a:pt x="111" y="253"/>
                </a:lnTo>
                <a:lnTo>
                  <a:pt x="90" y="272"/>
                </a:lnTo>
                <a:lnTo>
                  <a:pt x="80" y="281"/>
                </a:lnTo>
                <a:lnTo>
                  <a:pt x="68" y="289"/>
                </a:lnTo>
                <a:lnTo>
                  <a:pt x="68" y="289"/>
                </a:lnTo>
                <a:lnTo>
                  <a:pt x="69" y="274"/>
                </a:lnTo>
                <a:lnTo>
                  <a:pt x="72" y="258"/>
                </a:lnTo>
                <a:lnTo>
                  <a:pt x="78" y="229"/>
                </a:lnTo>
                <a:lnTo>
                  <a:pt x="85" y="201"/>
                </a:lnTo>
                <a:lnTo>
                  <a:pt x="89" y="173"/>
                </a:lnTo>
                <a:lnTo>
                  <a:pt x="89" y="173"/>
                </a:lnTo>
                <a:lnTo>
                  <a:pt x="68" y="158"/>
                </a:lnTo>
                <a:lnTo>
                  <a:pt x="45" y="146"/>
                </a:lnTo>
                <a:lnTo>
                  <a:pt x="0" y="122"/>
                </a:lnTo>
                <a:lnTo>
                  <a:pt x="0" y="122"/>
                </a:lnTo>
                <a:lnTo>
                  <a:pt x="0" y="122"/>
                </a:lnTo>
                <a:lnTo>
                  <a:pt x="0" y="121"/>
                </a:lnTo>
                <a:lnTo>
                  <a:pt x="3" y="118"/>
                </a:lnTo>
                <a:lnTo>
                  <a:pt x="12" y="114"/>
                </a:lnTo>
                <a:lnTo>
                  <a:pt x="12" y="114"/>
                </a:lnTo>
                <a:lnTo>
                  <a:pt x="34" y="109"/>
                </a:lnTo>
                <a:lnTo>
                  <a:pt x="57" y="105"/>
                </a:lnTo>
                <a:lnTo>
                  <a:pt x="82" y="101"/>
                </a:lnTo>
                <a:lnTo>
                  <a:pt x="107" y="99"/>
                </a:lnTo>
                <a:lnTo>
                  <a:pt x="130" y="0"/>
                </a:lnTo>
                <a:close/>
                <a:moveTo>
                  <a:pt x="103" y="187"/>
                </a:moveTo>
                <a:lnTo>
                  <a:pt x="103" y="187"/>
                </a:lnTo>
                <a:lnTo>
                  <a:pt x="102" y="187"/>
                </a:lnTo>
                <a:lnTo>
                  <a:pt x="102" y="187"/>
                </a:lnTo>
                <a:lnTo>
                  <a:pt x="100" y="184"/>
                </a:lnTo>
                <a:lnTo>
                  <a:pt x="102" y="180"/>
                </a:lnTo>
                <a:lnTo>
                  <a:pt x="102" y="177"/>
                </a:lnTo>
                <a:lnTo>
                  <a:pt x="102" y="177"/>
                </a:lnTo>
                <a:lnTo>
                  <a:pt x="113" y="163"/>
                </a:lnTo>
                <a:lnTo>
                  <a:pt x="124" y="149"/>
                </a:lnTo>
                <a:lnTo>
                  <a:pt x="147" y="123"/>
                </a:lnTo>
                <a:lnTo>
                  <a:pt x="147" y="123"/>
                </a:lnTo>
                <a:lnTo>
                  <a:pt x="134" y="132"/>
                </a:lnTo>
                <a:lnTo>
                  <a:pt x="123" y="140"/>
                </a:lnTo>
                <a:lnTo>
                  <a:pt x="100" y="160"/>
                </a:lnTo>
                <a:lnTo>
                  <a:pt x="100" y="160"/>
                </a:lnTo>
                <a:lnTo>
                  <a:pt x="99" y="173"/>
                </a:lnTo>
                <a:lnTo>
                  <a:pt x="96" y="187"/>
                </a:lnTo>
                <a:lnTo>
                  <a:pt x="92" y="213"/>
                </a:lnTo>
                <a:lnTo>
                  <a:pt x="165" y="128"/>
                </a:lnTo>
                <a:lnTo>
                  <a:pt x="165" y="128"/>
                </a:lnTo>
                <a:lnTo>
                  <a:pt x="158" y="133"/>
                </a:lnTo>
                <a:lnTo>
                  <a:pt x="148" y="143"/>
                </a:lnTo>
                <a:lnTo>
                  <a:pt x="140" y="151"/>
                </a:lnTo>
                <a:lnTo>
                  <a:pt x="132" y="158"/>
                </a:lnTo>
                <a:lnTo>
                  <a:pt x="132" y="154"/>
                </a:lnTo>
                <a:lnTo>
                  <a:pt x="132" y="154"/>
                </a:lnTo>
                <a:lnTo>
                  <a:pt x="127" y="164"/>
                </a:lnTo>
                <a:lnTo>
                  <a:pt x="120" y="173"/>
                </a:lnTo>
                <a:lnTo>
                  <a:pt x="113" y="180"/>
                </a:lnTo>
                <a:lnTo>
                  <a:pt x="103" y="187"/>
                </a:lnTo>
                <a:lnTo>
                  <a:pt x="103" y="187"/>
                </a:lnTo>
                <a:close/>
                <a:moveTo>
                  <a:pt x="214" y="112"/>
                </a:moveTo>
                <a:lnTo>
                  <a:pt x="214" y="112"/>
                </a:lnTo>
                <a:lnTo>
                  <a:pt x="217" y="111"/>
                </a:lnTo>
                <a:lnTo>
                  <a:pt x="218" y="109"/>
                </a:lnTo>
                <a:lnTo>
                  <a:pt x="218" y="106"/>
                </a:lnTo>
                <a:lnTo>
                  <a:pt x="221" y="105"/>
                </a:lnTo>
                <a:lnTo>
                  <a:pt x="224" y="106"/>
                </a:lnTo>
                <a:lnTo>
                  <a:pt x="231" y="101"/>
                </a:lnTo>
                <a:lnTo>
                  <a:pt x="231" y="101"/>
                </a:lnTo>
                <a:lnTo>
                  <a:pt x="232" y="104"/>
                </a:lnTo>
                <a:lnTo>
                  <a:pt x="234" y="108"/>
                </a:lnTo>
                <a:lnTo>
                  <a:pt x="234" y="109"/>
                </a:lnTo>
                <a:lnTo>
                  <a:pt x="235" y="111"/>
                </a:lnTo>
                <a:lnTo>
                  <a:pt x="235" y="111"/>
                </a:lnTo>
                <a:lnTo>
                  <a:pt x="241" y="108"/>
                </a:lnTo>
                <a:lnTo>
                  <a:pt x="245" y="105"/>
                </a:lnTo>
                <a:lnTo>
                  <a:pt x="255" y="99"/>
                </a:lnTo>
                <a:lnTo>
                  <a:pt x="255" y="99"/>
                </a:lnTo>
                <a:lnTo>
                  <a:pt x="239" y="98"/>
                </a:lnTo>
                <a:lnTo>
                  <a:pt x="225" y="98"/>
                </a:lnTo>
                <a:lnTo>
                  <a:pt x="197" y="101"/>
                </a:lnTo>
                <a:lnTo>
                  <a:pt x="197" y="101"/>
                </a:lnTo>
                <a:lnTo>
                  <a:pt x="194" y="101"/>
                </a:lnTo>
                <a:lnTo>
                  <a:pt x="192" y="104"/>
                </a:lnTo>
                <a:lnTo>
                  <a:pt x="186" y="111"/>
                </a:lnTo>
                <a:lnTo>
                  <a:pt x="180" y="119"/>
                </a:lnTo>
                <a:lnTo>
                  <a:pt x="175" y="125"/>
                </a:lnTo>
                <a:lnTo>
                  <a:pt x="175" y="125"/>
                </a:lnTo>
                <a:lnTo>
                  <a:pt x="172" y="129"/>
                </a:lnTo>
                <a:lnTo>
                  <a:pt x="172" y="132"/>
                </a:lnTo>
                <a:lnTo>
                  <a:pt x="176" y="139"/>
                </a:lnTo>
                <a:lnTo>
                  <a:pt x="176" y="139"/>
                </a:lnTo>
                <a:lnTo>
                  <a:pt x="182" y="132"/>
                </a:lnTo>
                <a:lnTo>
                  <a:pt x="187" y="122"/>
                </a:lnTo>
                <a:lnTo>
                  <a:pt x="194" y="114"/>
                </a:lnTo>
                <a:lnTo>
                  <a:pt x="199" y="111"/>
                </a:lnTo>
                <a:lnTo>
                  <a:pt x="204" y="108"/>
                </a:lnTo>
                <a:lnTo>
                  <a:pt x="184" y="137"/>
                </a:lnTo>
                <a:lnTo>
                  <a:pt x="184" y="137"/>
                </a:lnTo>
                <a:lnTo>
                  <a:pt x="192" y="132"/>
                </a:lnTo>
                <a:lnTo>
                  <a:pt x="199" y="125"/>
                </a:lnTo>
                <a:lnTo>
                  <a:pt x="207" y="118"/>
                </a:lnTo>
                <a:lnTo>
                  <a:pt x="214" y="112"/>
                </a:lnTo>
                <a:lnTo>
                  <a:pt x="214" y="112"/>
                </a:lnTo>
                <a:close/>
                <a:moveTo>
                  <a:pt x="211" y="123"/>
                </a:moveTo>
                <a:lnTo>
                  <a:pt x="211" y="123"/>
                </a:lnTo>
                <a:lnTo>
                  <a:pt x="214" y="123"/>
                </a:lnTo>
                <a:lnTo>
                  <a:pt x="215" y="122"/>
                </a:lnTo>
                <a:lnTo>
                  <a:pt x="217" y="115"/>
                </a:lnTo>
                <a:lnTo>
                  <a:pt x="217" y="115"/>
                </a:lnTo>
                <a:lnTo>
                  <a:pt x="193" y="136"/>
                </a:lnTo>
                <a:lnTo>
                  <a:pt x="170" y="158"/>
                </a:lnTo>
                <a:lnTo>
                  <a:pt x="151" y="182"/>
                </a:lnTo>
                <a:lnTo>
                  <a:pt x="132" y="209"/>
                </a:lnTo>
                <a:lnTo>
                  <a:pt x="132" y="209"/>
                </a:lnTo>
                <a:lnTo>
                  <a:pt x="131" y="212"/>
                </a:lnTo>
                <a:lnTo>
                  <a:pt x="131" y="212"/>
                </a:lnTo>
                <a:lnTo>
                  <a:pt x="131" y="212"/>
                </a:lnTo>
                <a:lnTo>
                  <a:pt x="154" y="192"/>
                </a:lnTo>
                <a:lnTo>
                  <a:pt x="175" y="171"/>
                </a:lnTo>
                <a:lnTo>
                  <a:pt x="193" y="149"/>
                </a:lnTo>
                <a:lnTo>
                  <a:pt x="211" y="123"/>
                </a:lnTo>
                <a:lnTo>
                  <a:pt x="211" y="123"/>
                </a:lnTo>
                <a:close/>
                <a:moveTo>
                  <a:pt x="78" y="271"/>
                </a:moveTo>
                <a:lnTo>
                  <a:pt x="78" y="271"/>
                </a:lnTo>
                <a:lnTo>
                  <a:pt x="83" y="267"/>
                </a:lnTo>
                <a:lnTo>
                  <a:pt x="89" y="262"/>
                </a:lnTo>
                <a:lnTo>
                  <a:pt x="93" y="257"/>
                </a:lnTo>
                <a:lnTo>
                  <a:pt x="96" y="250"/>
                </a:lnTo>
                <a:lnTo>
                  <a:pt x="96" y="250"/>
                </a:lnTo>
                <a:lnTo>
                  <a:pt x="90" y="255"/>
                </a:lnTo>
                <a:lnTo>
                  <a:pt x="86" y="257"/>
                </a:lnTo>
                <a:lnTo>
                  <a:pt x="85" y="255"/>
                </a:lnTo>
                <a:lnTo>
                  <a:pt x="83" y="254"/>
                </a:lnTo>
                <a:lnTo>
                  <a:pt x="83" y="254"/>
                </a:lnTo>
                <a:lnTo>
                  <a:pt x="106" y="220"/>
                </a:lnTo>
                <a:lnTo>
                  <a:pt x="128" y="188"/>
                </a:lnTo>
                <a:lnTo>
                  <a:pt x="128" y="188"/>
                </a:lnTo>
                <a:lnTo>
                  <a:pt x="111" y="203"/>
                </a:lnTo>
                <a:lnTo>
                  <a:pt x="103" y="212"/>
                </a:lnTo>
                <a:lnTo>
                  <a:pt x="96" y="222"/>
                </a:lnTo>
                <a:lnTo>
                  <a:pt x="89" y="233"/>
                </a:lnTo>
                <a:lnTo>
                  <a:pt x="83" y="244"/>
                </a:lnTo>
                <a:lnTo>
                  <a:pt x="79" y="257"/>
                </a:lnTo>
                <a:lnTo>
                  <a:pt x="78" y="271"/>
                </a:lnTo>
                <a:lnTo>
                  <a:pt x="78" y="271"/>
                </a:lnTo>
                <a:close/>
                <a:moveTo>
                  <a:pt x="149" y="98"/>
                </a:moveTo>
                <a:lnTo>
                  <a:pt x="123" y="132"/>
                </a:lnTo>
                <a:lnTo>
                  <a:pt x="123" y="132"/>
                </a:lnTo>
                <a:lnTo>
                  <a:pt x="141" y="118"/>
                </a:lnTo>
                <a:lnTo>
                  <a:pt x="151" y="111"/>
                </a:lnTo>
                <a:lnTo>
                  <a:pt x="159" y="105"/>
                </a:lnTo>
                <a:lnTo>
                  <a:pt x="159" y="105"/>
                </a:lnTo>
                <a:lnTo>
                  <a:pt x="162" y="102"/>
                </a:lnTo>
                <a:lnTo>
                  <a:pt x="163" y="99"/>
                </a:lnTo>
                <a:lnTo>
                  <a:pt x="163" y="97"/>
                </a:lnTo>
                <a:lnTo>
                  <a:pt x="162" y="92"/>
                </a:lnTo>
                <a:lnTo>
                  <a:pt x="159" y="84"/>
                </a:lnTo>
                <a:lnTo>
                  <a:pt x="156" y="77"/>
                </a:lnTo>
                <a:lnTo>
                  <a:pt x="156" y="77"/>
                </a:lnTo>
                <a:lnTo>
                  <a:pt x="152" y="84"/>
                </a:lnTo>
                <a:lnTo>
                  <a:pt x="147" y="90"/>
                </a:lnTo>
                <a:lnTo>
                  <a:pt x="140" y="94"/>
                </a:lnTo>
                <a:lnTo>
                  <a:pt x="134" y="99"/>
                </a:lnTo>
                <a:lnTo>
                  <a:pt x="134" y="99"/>
                </a:lnTo>
                <a:lnTo>
                  <a:pt x="138" y="98"/>
                </a:lnTo>
                <a:lnTo>
                  <a:pt x="142" y="97"/>
                </a:lnTo>
                <a:lnTo>
                  <a:pt x="145" y="97"/>
                </a:lnTo>
                <a:lnTo>
                  <a:pt x="149" y="94"/>
                </a:lnTo>
                <a:lnTo>
                  <a:pt x="149" y="94"/>
                </a:lnTo>
                <a:lnTo>
                  <a:pt x="149" y="97"/>
                </a:lnTo>
                <a:lnTo>
                  <a:pt x="149" y="98"/>
                </a:lnTo>
                <a:lnTo>
                  <a:pt x="149" y="98"/>
                </a:lnTo>
                <a:close/>
                <a:moveTo>
                  <a:pt x="117" y="119"/>
                </a:moveTo>
                <a:lnTo>
                  <a:pt x="117" y="119"/>
                </a:lnTo>
                <a:lnTo>
                  <a:pt x="99" y="135"/>
                </a:lnTo>
                <a:lnTo>
                  <a:pt x="80" y="150"/>
                </a:lnTo>
                <a:lnTo>
                  <a:pt x="80" y="150"/>
                </a:lnTo>
                <a:lnTo>
                  <a:pt x="82" y="153"/>
                </a:lnTo>
                <a:lnTo>
                  <a:pt x="85" y="156"/>
                </a:lnTo>
                <a:lnTo>
                  <a:pt x="88" y="157"/>
                </a:lnTo>
                <a:lnTo>
                  <a:pt x="89" y="158"/>
                </a:lnTo>
                <a:lnTo>
                  <a:pt x="127" y="115"/>
                </a:lnTo>
                <a:lnTo>
                  <a:pt x="127" y="115"/>
                </a:lnTo>
                <a:lnTo>
                  <a:pt x="117" y="119"/>
                </a:lnTo>
                <a:lnTo>
                  <a:pt x="117" y="119"/>
                </a:lnTo>
                <a:close/>
                <a:moveTo>
                  <a:pt x="161" y="199"/>
                </a:moveTo>
                <a:lnTo>
                  <a:pt x="161" y="199"/>
                </a:lnTo>
                <a:lnTo>
                  <a:pt x="166" y="208"/>
                </a:lnTo>
                <a:lnTo>
                  <a:pt x="169" y="212"/>
                </a:lnTo>
                <a:lnTo>
                  <a:pt x="173" y="216"/>
                </a:lnTo>
                <a:lnTo>
                  <a:pt x="173" y="216"/>
                </a:lnTo>
                <a:lnTo>
                  <a:pt x="179" y="208"/>
                </a:lnTo>
                <a:lnTo>
                  <a:pt x="184" y="201"/>
                </a:lnTo>
                <a:lnTo>
                  <a:pt x="192" y="194"/>
                </a:lnTo>
                <a:lnTo>
                  <a:pt x="196" y="185"/>
                </a:lnTo>
                <a:lnTo>
                  <a:pt x="196" y="185"/>
                </a:lnTo>
                <a:lnTo>
                  <a:pt x="184" y="195"/>
                </a:lnTo>
                <a:lnTo>
                  <a:pt x="177" y="201"/>
                </a:lnTo>
                <a:lnTo>
                  <a:pt x="170" y="205"/>
                </a:lnTo>
                <a:lnTo>
                  <a:pt x="170" y="205"/>
                </a:lnTo>
                <a:lnTo>
                  <a:pt x="170" y="199"/>
                </a:lnTo>
                <a:lnTo>
                  <a:pt x="170" y="195"/>
                </a:lnTo>
                <a:lnTo>
                  <a:pt x="176" y="185"/>
                </a:lnTo>
                <a:lnTo>
                  <a:pt x="182" y="177"/>
                </a:lnTo>
                <a:lnTo>
                  <a:pt x="189" y="170"/>
                </a:lnTo>
                <a:lnTo>
                  <a:pt x="189" y="170"/>
                </a:lnTo>
                <a:lnTo>
                  <a:pt x="190" y="168"/>
                </a:lnTo>
                <a:lnTo>
                  <a:pt x="189" y="164"/>
                </a:lnTo>
                <a:lnTo>
                  <a:pt x="161" y="199"/>
                </a:lnTo>
                <a:close/>
                <a:moveTo>
                  <a:pt x="199" y="191"/>
                </a:moveTo>
                <a:lnTo>
                  <a:pt x="199" y="191"/>
                </a:lnTo>
                <a:lnTo>
                  <a:pt x="201" y="192"/>
                </a:lnTo>
                <a:lnTo>
                  <a:pt x="203" y="194"/>
                </a:lnTo>
                <a:lnTo>
                  <a:pt x="203" y="196"/>
                </a:lnTo>
                <a:lnTo>
                  <a:pt x="203" y="202"/>
                </a:lnTo>
                <a:lnTo>
                  <a:pt x="200" y="208"/>
                </a:lnTo>
                <a:lnTo>
                  <a:pt x="196" y="218"/>
                </a:lnTo>
                <a:lnTo>
                  <a:pt x="194" y="222"/>
                </a:lnTo>
                <a:lnTo>
                  <a:pt x="194" y="223"/>
                </a:lnTo>
                <a:lnTo>
                  <a:pt x="194" y="223"/>
                </a:lnTo>
                <a:lnTo>
                  <a:pt x="197" y="220"/>
                </a:lnTo>
                <a:lnTo>
                  <a:pt x="200" y="218"/>
                </a:lnTo>
                <a:lnTo>
                  <a:pt x="203" y="215"/>
                </a:lnTo>
                <a:lnTo>
                  <a:pt x="204" y="215"/>
                </a:lnTo>
                <a:lnTo>
                  <a:pt x="207" y="215"/>
                </a:lnTo>
                <a:lnTo>
                  <a:pt x="207" y="215"/>
                </a:lnTo>
                <a:lnTo>
                  <a:pt x="208" y="220"/>
                </a:lnTo>
                <a:lnTo>
                  <a:pt x="207" y="226"/>
                </a:lnTo>
                <a:lnTo>
                  <a:pt x="206" y="237"/>
                </a:lnTo>
                <a:lnTo>
                  <a:pt x="206" y="237"/>
                </a:lnTo>
                <a:lnTo>
                  <a:pt x="206" y="240"/>
                </a:lnTo>
                <a:lnTo>
                  <a:pt x="208" y="240"/>
                </a:lnTo>
                <a:lnTo>
                  <a:pt x="211" y="240"/>
                </a:lnTo>
                <a:lnTo>
                  <a:pt x="213" y="239"/>
                </a:lnTo>
                <a:lnTo>
                  <a:pt x="213" y="239"/>
                </a:lnTo>
                <a:lnTo>
                  <a:pt x="211" y="213"/>
                </a:lnTo>
                <a:lnTo>
                  <a:pt x="207" y="188"/>
                </a:lnTo>
                <a:lnTo>
                  <a:pt x="207" y="188"/>
                </a:lnTo>
                <a:lnTo>
                  <a:pt x="206" y="184"/>
                </a:lnTo>
                <a:lnTo>
                  <a:pt x="204" y="184"/>
                </a:lnTo>
                <a:lnTo>
                  <a:pt x="203" y="187"/>
                </a:lnTo>
                <a:lnTo>
                  <a:pt x="203" y="187"/>
                </a:lnTo>
                <a:lnTo>
                  <a:pt x="200" y="189"/>
                </a:lnTo>
                <a:lnTo>
                  <a:pt x="199" y="191"/>
                </a:lnTo>
                <a:lnTo>
                  <a:pt x="199" y="191"/>
                </a:lnTo>
                <a:close/>
                <a:moveTo>
                  <a:pt x="206" y="143"/>
                </a:moveTo>
                <a:lnTo>
                  <a:pt x="206" y="143"/>
                </a:lnTo>
                <a:lnTo>
                  <a:pt x="218" y="136"/>
                </a:lnTo>
                <a:lnTo>
                  <a:pt x="232" y="128"/>
                </a:lnTo>
                <a:lnTo>
                  <a:pt x="244" y="116"/>
                </a:lnTo>
                <a:lnTo>
                  <a:pt x="253" y="106"/>
                </a:lnTo>
                <a:lnTo>
                  <a:pt x="253" y="106"/>
                </a:lnTo>
                <a:lnTo>
                  <a:pt x="238" y="112"/>
                </a:lnTo>
                <a:lnTo>
                  <a:pt x="224" y="121"/>
                </a:lnTo>
                <a:lnTo>
                  <a:pt x="218" y="126"/>
                </a:lnTo>
                <a:lnTo>
                  <a:pt x="213" y="132"/>
                </a:lnTo>
                <a:lnTo>
                  <a:pt x="208" y="137"/>
                </a:lnTo>
                <a:lnTo>
                  <a:pt x="206" y="143"/>
                </a:lnTo>
                <a:lnTo>
                  <a:pt x="206" y="143"/>
                </a:lnTo>
                <a:close/>
                <a:moveTo>
                  <a:pt x="183" y="101"/>
                </a:moveTo>
                <a:lnTo>
                  <a:pt x="175" y="105"/>
                </a:lnTo>
                <a:lnTo>
                  <a:pt x="175" y="105"/>
                </a:lnTo>
                <a:lnTo>
                  <a:pt x="165" y="111"/>
                </a:lnTo>
                <a:lnTo>
                  <a:pt x="158" y="119"/>
                </a:lnTo>
                <a:lnTo>
                  <a:pt x="145" y="137"/>
                </a:lnTo>
                <a:lnTo>
                  <a:pt x="145" y="137"/>
                </a:lnTo>
                <a:lnTo>
                  <a:pt x="163" y="119"/>
                </a:lnTo>
                <a:lnTo>
                  <a:pt x="183" y="101"/>
                </a:lnTo>
                <a:lnTo>
                  <a:pt x="183" y="101"/>
                </a:lnTo>
                <a:close/>
                <a:moveTo>
                  <a:pt x="138" y="50"/>
                </a:moveTo>
                <a:lnTo>
                  <a:pt x="138" y="50"/>
                </a:lnTo>
                <a:lnTo>
                  <a:pt x="145" y="45"/>
                </a:lnTo>
                <a:lnTo>
                  <a:pt x="147" y="40"/>
                </a:lnTo>
                <a:lnTo>
                  <a:pt x="145" y="38"/>
                </a:lnTo>
                <a:lnTo>
                  <a:pt x="144" y="36"/>
                </a:lnTo>
                <a:lnTo>
                  <a:pt x="144" y="36"/>
                </a:lnTo>
                <a:lnTo>
                  <a:pt x="138" y="40"/>
                </a:lnTo>
                <a:lnTo>
                  <a:pt x="132" y="47"/>
                </a:lnTo>
                <a:lnTo>
                  <a:pt x="130" y="55"/>
                </a:lnTo>
                <a:lnTo>
                  <a:pt x="128" y="62"/>
                </a:lnTo>
                <a:lnTo>
                  <a:pt x="137" y="56"/>
                </a:lnTo>
                <a:lnTo>
                  <a:pt x="137" y="56"/>
                </a:lnTo>
                <a:lnTo>
                  <a:pt x="135" y="56"/>
                </a:lnTo>
                <a:lnTo>
                  <a:pt x="135" y="55"/>
                </a:lnTo>
                <a:lnTo>
                  <a:pt x="135" y="53"/>
                </a:lnTo>
                <a:lnTo>
                  <a:pt x="137" y="53"/>
                </a:lnTo>
                <a:lnTo>
                  <a:pt x="137" y="53"/>
                </a:lnTo>
                <a:lnTo>
                  <a:pt x="138" y="52"/>
                </a:lnTo>
                <a:lnTo>
                  <a:pt x="138" y="50"/>
                </a:lnTo>
                <a:lnTo>
                  <a:pt x="138" y="50"/>
                </a:lnTo>
                <a:close/>
                <a:moveTo>
                  <a:pt x="183" y="191"/>
                </a:moveTo>
                <a:lnTo>
                  <a:pt x="183" y="191"/>
                </a:lnTo>
                <a:lnTo>
                  <a:pt x="192" y="181"/>
                </a:lnTo>
                <a:lnTo>
                  <a:pt x="196" y="177"/>
                </a:lnTo>
                <a:lnTo>
                  <a:pt x="201" y="173"/>
                </a:lnTo>
                <a:lnTo>
                  <a:pt x="201" y="173"/>
                </a:lnTo>
                <a:lnTo>
                  <a:pt x="204" y="170"/>
                </a:lnTo>
                <a:lnTo>
                  <a:pt x="204" y="166"/>
                </a:lnTo>
                <a:lnTo>
                  <a:pt x="204" y="161"/>
                </a:lnTo>
                <a:lnTo>
                  <a:pt x="203" y="161"/>
                </a:lnTo>
                <a:lnTo>
                  <a:pt x="203" y="161"/>
                </a:lnTo>
                <a:lnTo>
                  <a:pt x="203" y="161"/>
                </a:lnTo>
                <a:lnTo>
                  <a:pt x="190" y="177"/>
                </a:lnTo>
                <a:lnTo>
                  <a:pt x="186" y="184"/>
                </a:lnTo>
                <a:lnTo>
                  <a:pt x="183" y="191"/>
                </a:lnTo>
                <a:lnTo>
                  <a:pt x="183" y="191"/>
                </a:lnTo>
                <a:close/>
                <a:moveTo>
                  <a:pt x="69" y="137"/>
                </a:moveTo>
                <a:lnTo>
                  <a:pt x="69" y="137"/>
                </a:lnTo>
                <a:lnTo>
                  <a:pt x="68" y="140"/>
                </a:lnTo>
                <a:lnTo>
                  <a:pt x="66" y="144"/>
                </a:lnTo>
                <a:lnTo>
                  <a:pt x="66" y="146"/>
                </a:lnTo>
                <a:lnTo>
                  <a:pt x="68" y="146"/>
                </a:lnTo>
                <a:lnTo>
                  <a:pt x="71" y="144"/>
                </a:lnTo>
                <a:lnTo>
                  <a:pt x="71" y="144"/>
                </a:lnTo>
                <a:lnTo>
                  <a:pt x="75" y="140"/>
                </a:lnTo>
                <a:lnTo>
                  <a:pt x="80" y="135"/>
                </a:lnTo>
                <a:lnTo>
                  <a:pt x="85" y="130"/>
                </a:lnTo>
                <a:lnTo>
                  <a:pt x="86" y="126"/>
                </a:lnTo>
                <a:lnTo>
                  <a:pt x="86" y="126"/>
                </a:lnTo>
                <a:lnTo>
                  <a:pt x="78" y="132"/>
                </a:lnTo>
                <a:lnTo>
                  <a:pt x="69" y="137"/>
                </a:lnTo>
                <a:lnTo>
                  <a:pt x="69" y="137"/>
                </a:lnTo>
                <a:close/>
                <a:moveTo>
                  <a:pt x="180" y="223"/>
                </a:moveTo>
                <a:lnTo>
                  <a:pt x="180" y="223"/>
                </a:lnTo>
                <a:lnTo>
                  <a:pt x="184" y="222"/>
                </a:lnTo>
                <a:lnTo>
                  <a:pt x="190" y="218"/>
                </a:lnTo>
                <a:lnTo>
                  <a:pt x="193" y="212"/>
                </a:lnTo>
                <a:lnTo>
                  <a:pt x="194" y="209"/>
                </a:lnTo>
                <a:lnTo>
                  <a:pt x="193" y="206"/>
                </a:lnTo>
                <a:lnTo>
                  <a:pt x="193" y="206"/>
                </a:lnTo>
                <a:lnTo>
                  <a:pt x="189" y="209"/>
                </a:lnTo>
                <a:lnTo>
                  <a:pt x="184" y="212"/>
                </a:lnTo>
                <a:lnTo>
                  <a:pt x="182" y="218"/>
                </a:lnTo>
                <a:lnTo>
                  <a:pt x="180" y="223"/>
                </a:lnTo>
                <a:lnTo>
                  <a:pt x="180" y="223"/>
                </a:lnTo>
                <a:close/>
                <a:moveTo>
                  <a:pt x="131" y="77"/>
                </a:moveTo>
                <a:lnTo>
                  <a:pt x="131" y="77"/>
                </a:lnTo>
                <a:lnTo>
                  <a:pt x="128" y="78"/>
                </a:lnTo>
                <a:lnTo>
                  <a:pt x="125" y="80"/>
                </a:lnTo>
                <a:lnTo>
                  <a:pt x="124" y="84"/>
                </a:lnTo>
                <a:lnTo>
                  <a:pt x="123" y="88"/>
                </a:lnTo>
                <a:lnTo>
                  <a:pt x="121" y="94"/>
                </a:lnTo>
                <a:lnTo>
                  <a:pt x="121" y="94"/>
                </a:lnTo>
                <a:lnTo>
                  <a:pt x="124" y="92"/>
                </a:lnTo>
                <a:lnTo>
                  <a:pt x="128" y="90"/>
                </a:lnTo>
                <a:lnTo>
                  <a:pt x="134" y="81"/>
                </a:lnTo>
                <a:lnTo>
                  <a:pt x="138" y="74"/>
                </a:lnTo>
                <a:lnTo>
                  <a:pt x="140" y="70"/>
                </a:lnTo>
                <a:lnTo>
                  <a:pt x="140" y="70"/>
                </a:lnTo>
                <a:lnTo>
                  <a:pt x="135" y="76"/>
                </a:lnTo>
                <a:lnTo>
                  <a:pt x="131" y="77"/>
                </a:lnTo>
                <a:lnTo>
                  <a:pt x="131" y="77"/>
                </a:lnTo>
                <a:close/>
                <a:moveTo>
                  <a:pt x="47" y="136"/>
                </a:moveTo>
                <a:lnTo>
                  <a:pt x="47" y="136"/>
                </a:lnTo>
                <a:lnTo>
                  <a:pt x="50" y="139"/>
                </a:lnTo>
                <a:lnTo>
                  <a:pt x="51" y="139"/>
                </a:lnTo>
                <a:lnTo>
                  <a:pt x="55" y="137"/>
                </a:lnTo>
                <a:lnTo>
                  <a:pt x="58" y="135"/>
                </a:lnTo>
                <a:lnTo>
                  <a:pt x="59" y="133"/>
                </a:lnTo>
                <a:lnTo>
                  <a:pt x="62" y="133"/>
                </a:lnTo>
                <a:lnTo>
                  <a:pt x="62" y="133"/>
                </a:lnTo>
                <a:lnTo>
                  <a:pt x="62" y="130"/>
                </a:lnTo>
                <a:lnTo>
                  <a:pt x="64" y="128"/>
                </a:lnTo>
                <a:lnTo>
                  <a:pt x="65" y="125"/>
                </a:lnTo>
                <a:lnTo>
                  <a:pt x="64" y="125"/>
                </a:lnTo>
                <a:lnTo>
                  <a:pt x="61" y="125"/>
                </a:lnTo>
                <a:lnTo>
                  <a:pt x="61" y="125"/>
                </a:lnTo>
                <a:lnTo>
                  <a:pt x="58" y="126"/>
                </a:lnTo>
                <a:lnTo>
                  <a:pt x="54" y="130"/>
                </a:lnTo>
                <a:lnTo>
                  <a:pt x="47" y="136"/>
                </a:lnTo>
                <a:lnTo>
                  <a:pt x="47" y="136"/>
                </a:lnTo>
                <a:close/>
                <a:moveTo>
                  <a:pt x="36" y="119"/>
                </a:moveTo>
                <a:lnTo>
                  <a:pt x="36" y="119"/>
                </a:lnTo>
                <a:lnTo>
                  <a:pt x="57" y="116"/>
                </a:lnTo>
                <a:lnTo>
                  <a:pt x="66" y="115"/>
                </a:lnTo>
                <a:lnTo>
                  <a:pt x="75" y="112"/>
                </a:lnTo>
                <a:lnTo>
                  <a:pt x="75" y="112"/>
                </a:lnTo>
                <a:lnTo>
                  <a:pt x="68" y="112"/>
                </a:lnTo>
                <a:lnTo>
                  <a:pt x="61" y="112"/>
                </a:lnTo>
                <a:lnTo>
                  <a:pt x="61" y="112"/>
                </a:lnTo>
                <a:lnTo>
                  <a:pt x="48" y="115"/>
                </a:lnTo>
                <a:lnTo>
                  <a:pt x="36" y="119"/>
                </a:lnTo>
                <a:lnTo>
                  <a:pt x="36" y="119"/>
                </a:lnTo>
                <a:close/>
                <a:moveTo>
                  <a:pt x="89" y="111"/>
                </a:moveTo>
                <a:lnTo>
                  <a:pt x="89" y="111"/>
                </a:lnTo>
                <a:lnTo>
                  <a:pt x="82" y="109"/>
                </a:lnTo>
                <a:lnTo>
                  <a:pt x="80" y="111"/>
                </a:lnTo>
                <a:lnTo>
                  <a:pt x="79" y="111"/>
                </a:lnTo>
                <a:lnTo>
                  <a:pt x="79" y="112"/>
                </a:lnTo>
                <a:lnTo>
                  <a:pt x="82" y="115"/>
                </a:lnTo>
                <a:lnTo>
                  <a:pt x="82" y="115"/>
                </a:lnTo>
                <a:lnTo>
                  <a:pt x="83" y="116"/>
                </a:lnTo>
                <a:lnTo>
                  <a:pt x="86" y="116"/>
                </a:lnTo>
                <a:lnTo>
                  <a:pt x="92" y="114"/>
                </a:lnTo>
                <a:lnTo>
                  <a:pt x="97" y="109"/>
                </a:lnTo>
                <a:lnTo>
                  <a:pt x="99" y="108"/>
                </a:lnTo>
                <a:lnTo>
                  <a:pt x="99" y="108"/>
                </a:lnTo>
                <a:lnTo>
                  <a:pt x="89" y="111"/>
                </a:lnTo>
                <a:lnTo>
                  <a:pt x="89" y="111"/>
                </a:lnTo>
                <a:close/>
                <a:moveTo>
                  <a:pt x="197" y="226"/>
                </a:moveTo>
                <a:lnTo>
                  <a:pt x="197" y="226"/>
                </a:lnTo>
                <a:lnTo>
                  <a:pt x="194" y="227"/>
                </a:lnTo>
                <a:lnTo>
                  <a:pt x="193" y="232"/>
                </a:lnTo>
                <a:lnTo>
                  <a:pt x="194" y="234"/>
                </a:lnTo>
                <a:lnTo>
                  <a:pt x="199" y="236"/>
                </a:lnTo>
                <a:lnTo>
                  <a:pt x="199" y="236"/>
                </a:lnTo>
                <a:lnTo>
                  <a:pt x="200" y="234"/>
                </a:lnTo>
                <a:lnTo>
                  <a:pt x="201" y="230"/>
                </a:lnTo>
                <a:lnTo>
                  <a:pt x="201" y="222"/>
                </a:lnTo>
                <a:lnTo>
                  <a:pt x="201" y="222"/>
                </a:lnTo>
                <a:lnTo>
                  <a:pt x="200" y="225"/>
                </a:lnTo>
                <a:lnTo>
                  <a:pt x="197" y="226"/>
                </a:lnTo>
                <a:lnTo>
                  <a:pt x="197" y="226"/>
                </a:lnTo>
                <a:close/>
                <a:moveTo>
                  <a:pt x="64" y="137"/>
                </a:moveTo>
                <a:lnTo>
                  <a:pt x="64" y="137"/>
                </a:lnTo>
                <a:lnTo>
                  <a:pt x="69" y="135"/>
                </a:lnTo>
                <a:lnTo>
                  <a:pt x="72" y="130"/>
                </a:lnTo>
                <a:lnTo>
                  <a:pt x="75" y="126"/>
                </a:lnTo>
                <a:lnTo>
                  <a:pt x="75" y="126"/>
                </a:lnTo>
                <a:lnTo>
                  <a:pt x="73" y="126"/>
                </a:lnTo>
                <a:lnTo>
                  <a:pt x="73" y="126"/>
                </a:lnTo>
                <a:lnTo>
                  <a:pt x="71" y="128"/>
                </a:lnTo>
                <a:lnTo>
                  <a:pt x="68" y="130"/>
                </a:lnTo>
                <a:lnTo>
                  <a:pt x="64" y="137"/>
                </a:lnTo>
                <a:lnTo>
                  <a:pt x="64" y="137"/>
                </a:lnTo>
                <a:close/>
                <a:moveTo>
                  <a:pt x="123" y="225"/>
                </a:moveTo>
                <a:lnTo>
                  <a:pt x="123" y="225"/>
                </a:lnTo>
                <a:lnTo>
                  <a:pt x="123" y="226"/>
                </a:lnTo>
                <a:lnTo>
                  <a:pt x="125" y="223"/>
                </a:lnTo>
                <a:lnTo>
                  <a:pt x="131" y="216"/>
                </a:lnTo>
                <a:lnTo>
                  <a:pt x="131" y="216"/>
                </a:lnTo>
                <a:lnTo>
                  <a:pt x="131" y="215"/>
                </a:lnTo>
                <a:lnTo>
                  <a:pt x="131" y="212"/>
                </a:lnTo>
                <a:lnTo>
                  <a:pt x="131" y="212"/>
                </a:lnTo>
                <a:lnTo>
                  <a:pt x="125" y="219"/>
                </a:lnTo>
                <a:lnTo>
                  <a:pt x="123" y="225"/>
                </a:lnTo>
                <a:lnTo>
                  <a:pt x="123" y="225"/>
                </a:lnTo>
                <a:close/>
                <a:moveTo>
                  <a:pt x="156" y="88"/>
                </a:moveTo>
                <a:lnTo>
                  <a:pt x="149" y="94"/>
                </a:lnTo>
                <a:lnTo>
                  <a:pt x="149" y="94"/>
                </a:lnTo>
                <a:lnTo>
                  <a:pt x="152" y="95"/>
                </a:lnTo>
                <a:lnTo>
                  <a:pt x="155" y="94"/>
                </a:lnTo>
                <a:lnTo>
                  <a:pt x="158" y="92"/>
                </a:lnTo>
                <a:lnTo>
                  <a:pt x="158" y="91"/>
                </a:lnTo>
                <a:lnTo>
                  <a:pt x="156" y="88"/>
                </a:lnTo>
                <a:lnTo>
                  <a:pt x="156" y="88"/>
                </a:lnTo>
                <a:close/>
                <a:moveTo>
                  <a:pt x="106" y="116"/>
                </a:moveTo>
                <a:lnTo>
                  <a:pt x="106" y="116"/>
                </a:lnTo>
                <a:lnTo>
                  <a:pt x="106" y="118"/>
                </a:lnTo>
                <a:lnTo>
                  <a:pt x="109" y="118"/>
                </a:lnTo>
                <a:lnTo>
                  <a:pt x="113" y="115"/>
                </a:lnTo>
                <a:lnTo>
                  <a:pt x="113" y="115"/>
                </a:lnTo>
                <a:lnTo>
                  <a:pt x="114" y="112"/>
                </a:lnTo>
                <a:lnTo>
                  <a:pt x="114" y="111"/>
                </a:lnTo>
                <a:lnTo>
                  <a:pt x="113" y="111"/>
                </a:lnTo>
                <a:lnTo>
                  <a:pt x="110" y="112"/>
                </a:lnTo>
                <a:lnTo>
                  <a:pt x="110" y="112"/>
                </a:lnTo>
                <a:lnTo>
                  <a:pt x="109" y="114"/>
                </a:lnTo>
                <a:lnTo>
                  <a:pt x="106" y="116"/>
                </a:lnTo>
                <a:lnTo>
                  <a:pt x="106" y="116"/>
                </a:lnTo>
                <a:close/>
                <a:moveTo>
                  <a:pt x="43" y="128"/>
                </a:moveTo>
                <a:lnTo>
                  <a:pt x="43" y="128"/>
                </a:lnTo>
                <a:lnTo>
                  <a:pt x="31" y="128"/>
                </a:lnTo>
                <a:lnTo>
                  <a:pt x="31" y="128"/>
                </a:lnTo>
                <a:lnTo>
                  <a:pt x="33" y="129"/>
                </a:lnTo>
                <a:lnTo>
                  <a:pt x="36" y="130"/>
                </a:lnTo>
                <a:lnTo>
                  <a:pt x="40" y="130"/>
                </a:lnTo>
                <a:lnTo>
                  <a:pt x="43" y="128"/>
                </a:lnTo>
                <a:lnTo>
                  <a:pt x="43" y="128"/>
                </a:lnTo>
                <a:close/>
                <a:moveTo>
                  <a:pt x="106" y="234"/>
                </a:moveTo>
                <a:lnTo>
                  <a:pt x="106" y="234"/>
                </a:lnTo>
                <a:lnTo>
                  <a:pt x="111" y="229"/>
                </a:lnTo>
                <a:lnTo>
                  <a:pt x="114" y="225"/>
                </a:lnTo>
                <a:lnTo>
                  <a:pt x="116" y="220"/>
                </a:lnTo>
                <a:lnTo>
                  <a:pt x="116" y="220"/>
                </a:lnTo>
                <a:lnTo>
                  <a:pt x="110" y="227"/>
                </a:lnTo>
                <a:lnTo>
                  <a:pt x="106" y="234"/>
                </a:lnTo>
                <a:lnTo>
                  <a:pt x="106" y="234"/>
                </a:lnTo>
                <a:close/>
                <a:moveTo>
                  <a:pt x="117" y="105"/>
                </a:moveTo>
                <a:lnTo>
                  <a:pt x="117" y="105"/>
                </a:lnTo>
                <a:lnTo>
                  <a:pt x="118" y="108"/>
                </a:lnTo>
                <a:lnTo>
                  <a:pt x="118" y="109"/>
                </a:lnTo>
                <a:lnTo>
                  <a:pt x="123" y="108"/>
                </a:lnTo>
                <a:lnTo>
                  <a:pt x="125" y="105"/>
                </a:lnTo>
                <a:lnTo>
                  <a:pt x="127" y="102"/>
                </a:lnTo>
                <a:lnTo>
                  <a:pt x="127" y="102"/>
                </a:lnTo>
                <a:lnTo>
                  <a:pt x="121" y="101"/>
                </a:lnTo>
                <a:lnTo>
                  <a:pt x="118" y="102"/>
                </a:lnTo>
                <a:lnTo>
                  <a:pt x="117" y="104"/>
                </a:lnTo>
                <a:lnTo>
                  <a:pt x="117" y="105"/>
                </a:lnTo>
                <a:lnTo>
                  <a:pt x="117" y="105"/>
                </a:lnTo>
                <a:close/>
                <a:moveTo>
                  <a:pt x="154" y="73"/>
                </a:moveTo>
                <a:lnTo>
                  <a:pt x="154" y="73"/>
                </a:lnTo>
                <a:lnTo>
                  <a:pt x="155" y="71"/>
                </a:lnTo>
                <a:lnTo>
                  <a:pt x="155" y="70"/>
                </a:lnTo>
                <a:lnTo>
                  <a:pt x="154" y="69"/>
                </a:lnTo>
                <a:lnTo>
                  <a:pt x="151" y="69"/>
                </a:lnTo>
                <a:lnTo>
                  <a:pt x="151" y="69"/>
                </a:lnTo>
                <a:lnTo>
                  <a:pt x="148" y="70"/>
                </a:lnTo>
                <a:lnTo>
                  <a:pt x="149" y="73"/>
                </a:lnTo>
                <a:lnTo>
                  <a:pt x="151" y="73"/>
                </a:lnTo>
                <a:lnTo>
                  <a:pt x="154" y="73"/>
                </a:lnTo>
                <a:lnTo>
                  <a:pt x="154" y="73"/>
                </a:lnTo>
                <a:close/>
              </a:path>
            </a:pathLst>
          </a:custGeom>
          <a:solidFill>
            <a:srgbClr val="FFC000"/>
          </a:solidFill>
          <a:ln w="9525">
            <a:noFill/>
            <a:round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54" name="Freeform 21"/>
          <p:cNvSpPr/>
          <p:nvPr>
            <p:custDataLst>
              <p:tags r:id="rId2"/>
            </p:custDataLst>
          </p:nvPr>
        </p:nvSpPr>
        <p:spPr bwMode="auto">
          <a:xfrm>
            <a:off x="1820137" y="4939903"/>
            <a:ext cx="5716934" cy="236783"/>
          </a:xfrm>
          <a:custGeom>
            <a:avLst/>
            <a:gdLst>
              <a:gd name="T0" fmla="*/ 3 w 764"/>
              <a:gd name="T1" fmla="*/ 1 h 70"/>
              <a:gd name="T2" fmla="*/ 0 w 764"/>
              <a:gd name="T3" fmla="*/ 4 h 70"/>
              <a:gd name="T4" fmla="*/ 3 w 764"/>
              <a:gd name="T5" fmla="*/ 8 h 70"/>
              <a:gd name="T6" fmla="*/ 183 w 764"/>
              <a:gd name="T7" fmla="*/ 7 h 70"/>
              <a:gd name="T8" fmla="*/ 625 w 764"/>
              <a:gd name="T9" fmla="*/ 9 h 70"/>
              <a:gd name="T10" fmla="*/ 638 w 764"/>
              <a:gd name="T11" fmla="*/ 9 h 70"/>
              <a:gd name="T12" fmla="*/ 517 w 764"/>
              <a:gd name="T13" fmla="*/ 13 h 70"/>
              <a:gd name="T14" fmla="*/ 241 w 764"/>
              <a:gd name="T15" fmla="*/ 22 h 70"/>
              <a:gd name="T16" fmla="*/ 47 w 764"/>
              <a:gd name="T17" fmla="*/ 33 h 70"/>
              <a:gd name="T18" fmla="*/ 47 w 764"/>
              <a:gd name="T19" fmla="*/ 39 h 70"/>
              <a:gd name="T20" fmla="*/ 215 w 764"/>
              <a:gd name="T21" fmla="*/ 33 h 70"/>
              <a:gd name="T22" fmla="*/ 539 w 764"/>
              <a:gd name="T23" fmla="*/ 40 h 70"/>
              <a:gd name="T24" fmla="*/ 530 w 764"/>
              <a:gd name="T25" fmla="*/ 40 h 70"/>
              <a:gd name="T26" fmla="*/ 236 w 764"/>
              <a:gd name="T27" fmla="*/ 60 h 70"/>
              <a:gd name="T28" fmla="*/ 217 w 764"/>
              <a:gd name="T29" fmla="*/ 63 h 70"/>
              <a:gd name="T30" fmla="*/ 215 w 764"/>
              <a:gd name="T31" fmla="*/ 67 h 70"/>
              <a:gd name="T32" fmla="*/ 218 w 764"/>
              <a:gd name="T33" fmla="*/ 70 h 70"/>
              <a:gd name="T34" fmla="*/ 237 w 764"/>
              <a:gd name="T35" fmla="*/ 67 h 70"/>
              <a:gd name="T36" fmla="*/ 530 w 764"/>
              <a:gd name="T37" fmla="*/ 47 h 70"/>
              <a:gd name="T38" fmla="*/ 575 w 764"/>
              <a:gd name="T39" fmla="*/ 47 h 70"/>
              <a:gd name="T40" fmla="*/ 575 w 764"/>
              <a:gd name="T41" fmla="*/ 41 h 70"/>
              <a:gd name="T42" fmla="*/ 573 w 764"/>
              <a:gd name="T43" fmla="*/ 40 h 70"/>
              <a:gd name="T44" fmla="*/ 560 w 764"/>
              <a:gd name="T45" fmla="*/ 37 h 70"/>
              <a:gd name="T46" fmla="*/ 321 w 764"/>
              <a:gd name="T47" fmla="*/ 22 h 70"/>
              <a:gd name="T48" fmla="*/ 517 w 764"/>
              <a:gd name="T49" fmla="*/ 19 h 70"/>
              <a:gd name="T50" fmla="*/ 668 w 764"/>
              <a:gd name="T51" fmla="*/ 14 h 70"/>
              <a:gd name="T52" fmla="*/ 761 w 764"/>
              <a:gd name="T53" fmla="*/ 8 h 70"/>
              <a:gd name="T54" fmla="*/ 763 w 764"/>
              <a:gd name="T55" fmla="*/ 7 h 70"/>
              <a:gd name="T56" fmla="*/ 763 w 764"/>
              <a:gd name="T57" fmla="*/ 2 h 70"/>
              <a:gd name="T58" fmla="*/ 763 w 764"/>
              <a:gd name="T59" fmla="*/ 2 h 70"/>
              <a:gd name="T60" fmla="*/ 759 w 764"/>
              <a:gd name="T61" fmla="*/ 2 h 70"/>
              <a:gd name="T62" fmla="*/ 759 w 764"/>
              <a:gd name="T63" fmla="*/ 2 h 70"/>
              <a:gd name="T64" fmla="*/ 759 w 764"/>
              <a:gd name="T65" fmla="*/ 2 h 70"/>
              <a:gd name="T66" fmla="*/ 682 w 764"/>
              <a:gd name="T67" fmla="*/ 2 h 70"/>
              <a:gd name="T68" fmla="*/ 625 w 764"/>
              <a:gd name="T69" fmla="*/ 2 h 70"/>
              <a:gd name="T70" fmla="*/ 183 w 764"/>
              <a:gd name="T71" fmla="*/ 1 h 70"/>
              <a:gd name="T72" fmla="*/ 3 w 764"/>
              <a:gd name="T73" fmla="*/ 1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764" h="70">
                <a:moveTo>
                  <a:pt x="3" y="1"/>
                </a:moveTo>
                <a:cubicBezTo>
                  <a:pt x="1" y="1"/>
                  <a:pt x="0" y="3"/>
                  <a:pt x="0" y="4"/>
                </a:cubicBezTo>
                <a:cubicBezTo>
                  <a:pt x="0" y="6"/>
                  <a:pt x="1" y="8"/>
                  <a:pt x="3" y="8"/>
                </a:cubicBezTo>
                <a:cubicBezTo>
                  <a:pt x="59" y="8"/>
                  <a:pt x="121" y="8"/>
                  <a:pt x="183" y="7"/>
                </a:cubicBezTo>
                <a:cubicBezTo>
                  <a:pt x="330" y="7"/>
                  <a:pt x="473" y="7"/>
                  <a:pt x="625" y="9"/>
                </a:cubicBezTo>
                <a:cubicBezTo>
                  <a:pt x="627" y="9"/>
                  <a:pt x="632" y="9"/>
                  <a:pt x="638" y="9"/>
                </a:cubicBezTo>
                <a:cubicBezTo>
                  <a:pt x="581" y="11"/>
                  <a:pt x="523" y="13"/>
                  <a:pt x="517" y="13"/>
                </a:cubicBezTo>
                <a:cubicBezTo>
                  <a:pt x="414" y="7"/>
                  <a:pt x="327" y="15"/>
                  <a:pt x="241" y="22"/>
                </a:cubicBezTo>
                <a:cubicBezTo>
                  <a:pt x="178" y="28"/>
                  <a:pt x="115" y="33"/>
                  <a:pt x="47" y="33"/>
                </a:cubicBezTo>
                <a:cubicBezTo>
                  <a:pt x="47" y="39"/>
                  <a:pt x="47" y="39"/>
                  <a:pt x="47" y="39"/>
                </a:cubicBezTo>
                <a:cubicBezTo>
                  <a:pt x="108" y="39"/>
                  <a:pt x="162" y="36"/>
                  <a:pt x="215" y="33"/>
                </a:cubicBezTo>
                <a:cubicBezTo>
                  <a:pt x="316" y="28"/>
                  <a:pt x="411" y="22"/>
                  <a:pt x="539" y="40"/>
                </a:cubicBezTo>
                <a:cubicBezTo>
                  <a:pt x="530" y="40"/>
                  <a:pt x="530" y="40"/>
                  <a:pt x="530" y="40"/>
                </a:cubicBezTo>
                <a:cubicBezTo>
                  <a:pt x="427" y="40"/>
                  <a:pt x="355" y="40"/>
                  <a:pt x="236" y="60"/>
                </a:cubicBezTo>
                <a:cubicBezTo>
                  <a:pt x="217" y="63"/>
                  <a:pt x="217" y="63"/>
                  <a:pt x="217" y="63"/>
                </a:cubicBezTo>
                <a:cubicBezTo>
                  <a:pt x="216" y="64"/>
                  <a:pt x="214" y="65"/>
                  <a:pt x="215" y="67"/>
                </a:cubicBezTo>
                <a:cubicBezTo>
                  <a:pt x="215" y="69"/>
                  <a:pt x="217" y="70"/>
                  <a:pt x="218" y="70"/>
                </a:cubicBezTo>
                <a:cubicBezTo>
                  <a:pt x="237" y="67"/>
                  <a:pt x="237" y="67"/>
                  <a:pt x="237" y="67"/>
                </a:cubicBezTo>
                <a:cubicBezTo>
                  <a:pt x="356" y="46"/>
                  <a:pt x="427" y="47"/>
                  <a:pt x="530" y="47"/>
                </a:cubicBezTo>
                <a:cubicBezTo>
                  <a:pt x="546" y="47"/>
                  <a:pt x="563" y="47"/>
                  <a:pt x="575" y="47"/>
                </a:cubicBezTo>
                <a:cubicBezTo>
                  <a:pt x="575" y="41"/>
                  <a:pt x="575" y="41"/>
                  <a:pt x="575" y="41"/>
                </a:cubicBezTo>
                <a:cubicBezTo>
                  <a:pt x="574" y="41"/>
                  <a:pt x="574" y="40"/>
                  <a:pt x="573" y="40"/>
                </a:cubicBezTo>
                <a:cubicBezTo>
                  <a:pt x="569" y="39"/>
                  <a:pt x="561" y="37"/>
                  <a:pt x="560" y="37"/>
                </a:cubicBezTo>
                <a:cubicBezTo>
                  <a:pt x="467" y="23"/>
                  <a:pt x="392" y="20"/>
                  <a:pt x="321" y="22"/>
                </a:cubicBezTo>
                <a:cubicBezTo>
                  <a:pt x="382" y="18"/>
                  <a:pt x="446" y="15"/>
                  <a:pt x="517" y="19"/>
                </a:cubicBezTo>
                <a:cubicBezTo>
                  <a:pt x="524" y="20"/>
                  <a:pt x="602" y="17"/>
                  <a:pt x="668" y="14"/>
                </a:cubicBezTo>
                <a:cubicBezTo>
                  <a:pt x="713" y="12"/>
                  <a:pt x="753" y="10"/>
                  <a:pt x="761" y="8"/>
                </a:cubicBezTo>
                <a:cubicBezTo>
                  <a:pt x="762" y="8"/>
                  <a:pt x="763" y="8"/>
                  <a:pt x="763" y="7"/>
                </a:cubicBezTo>
                <a:cubicBezTo>
                  <a:pt x="764" y="6"/>
                  <a:pt x="764" y="4"/>
                  <a:pt x="763" y="2"/>
                </a:cubicBezTo>
                <a:cubicBezTo>
                  <a:pt x="763" y="2"/>
                  <a:pt x="763" y="2"/>
                  <a:pt x="763" y="2"/>
                </a:cubicBezTo>
                <a:cubicBezTo>
                  <a:pt x="763" y="2"/>
                  <a:pt x="761" y="2"/>
                  <a:pt x="759" y="2"/>
                </a:cubicBezTo>
                <a:cubicBezTo>
                  <a:pt x="759" y="2"/>
                  <a:pt x="759" y="2"/>
                  <a:pt x="759" y="2"/>
                </a:cubicBezTo>
                <a:cubicBezTo>
                  <a:pt x="759" y="2"/>
                  <a:pt x="759" y="2"/>
                  <a:pt x="759" y="2"/>
                </a:cubicBezTo>
                <a:cubicBezTo>
                  <a:pt x="748" y="2"/>
                  <a:pt x="713" y="2"/>
                  <a:pt x="682" y="2"/>
                </a:cubicBezTo>
                <a:cubicBezTo>
                  <a:pt x="655" y="2"/>
                  <a:pt x="631" y="2"/>
                  <a:pt x="625" y="2"/>
                </a:cubicBezTo>
                <a:cubicBezTo>
                  <a:pt x="474" y="0"/>
                  <a:pt x="330" y="1"/>
                  <a:pt x="183" y="1"/>
                </a:cubicBezTo>
                <a:cubicBezTo>
                  <a:pt x="126" y="1"/>
                  <a:pt x="68" y="1"/>
                  <a:pt x="3" y="1"/>
                </a:cubicBezTo>
                <a:close/>
              </a:path>
            </a:pathLst>
          </a:custGeom>
          <a:solidFill>
            <a:srgbClr val="1F4E79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56" name="Freeform 66"/>
          <p:cNvSpPr>
            <a:spLocks noEditPoints="1"/>
          </p:cNvSpPr>
          <p:nvPr>
            <p:custDataLst>
              <p:tags r:id="rId3"/>
            </p:custDataLst>
          </p:nvPr>
        </p:nvSpPr>
        <p:spPr bwMode="auto">
          <a:xfrm rot="218059">
            <a:off x="7683330" y="4308144"/>
            <a:ext cx="481676" cy="486694"/>
          </a:xfrm>
          <a:custGeom>
            <a:avLst/>
            <a:gdLst/>
            <a:ahLst/>
            <a:cxnLst>
              <a:cxn ang="0">
                <a:pos x="166" y="76"/>
              </a:cxn>
              <a:cxn ang="0">
                <a:pos x="287" y="94"/>
              </a:cxn>
              <a:cxn ang="0">
                <a:pos x="168" y="226"/>
              </a:cxn>
              <a:cxn ang="0">
                <a:pos x="69" y="274"/>
              </a:cxn>
              <a:cxn ang="0">
                <a:pos x="0" y="122"/>
              </a:cxn>
              <a:cxn ang="0">
                <a:pos x="107" y="99"/>
              </a:cxn>
              <a:cxn ang="0">
                <a:pos x="102" y="177"/>
              </a:cxn>
              <a:cxn ang="0">
                <a:pos x="99" y="173"/>
              </a:cxn>
              <a:cxn ang="0">
                <a:pos x="132" y="154"/>
              </a:cxn>
              <a:cxn ang="0">
                <a:pos x="217" y="111"/>
              </a:cxn>
              <a:cxn ang="0">
                <a:pos x="234" y="109"/>
              </a:cxn>
              <a:cxn ang="0">
                <a:pos x="197" y="101"/>
              </a:cxn>
              <a:cxn ang="0">
                <a:pos x="172" y="132"/>
              </a:cxn>
              <a:cxn ang="0">
                <a:pos x="184" y="137"/>
              </a:cxn>
              <a:cxn ang="0">
                <a:pos x="215" y="122"/>
              </a:cxn>
              <a:cxn ang="0">
                <a:pos x="131" y="212"/>
              </a:cxn>
              <a:cxn ang="0">
                <a:pos x="83" y="267"/>
              </a:cxn>
              <a:cxn ang="0">
                <a:pos x="83" y="254"/>
              </a:cxn>
              <a:cxn ang="0">
                <a:pos x="79" y="257"/>
              </a:cxn>
              <a:cxn ang="0">
                <a:pos x="159" y="105"/>
              </a:cxn>
              <a:cxn ang="0">
                <a:pos x="147" y="90"/>
              </a:cxn>
              <a:cxn ang="0">
                <a:pos x="149" y="97"/>
              </a:cxn>
              <a:cxn ang="0">
                <a:pos x="85" y="156"/>
              </a:cxn>
              <a:cxn ang="0">
                <a:pos x="166" y="208"/>
              </a:cxn>
              <a:cxn ang="0">
                <a:pos x="184" y="195"/>
              </a:cxn>
              <a:cxn ang="0">
                <a:pos x="189" y="170"/>
              </a:cxn>
              <a:cxn ang="0">
                <a:pos x="203" y="202"/>
              </a:cxn>
              <a:cxn ang="0">
                <a:pos x="204" y="215"/>
              </a:cxn>
              <a:cxn ang="0">
                <a:pos x="211" y="240"/>
              </a:cxn>
              <a:cxn ang="0">
                <a:pos x="203" y="187"/>
              </a:cxn>
              <a:cxn ang="0">
                <a:pos x="253" y="106"/>
              </a:cxn>
              <a:cxn ang="0">
                <a:pos x="183" y="101"/>
              </a:cxn>
              <a:cxn ang="0">
                <a:pos x="183" y="101"/>
              </a:cxn>
              <a:cxn ang="0">
                <a:pos x="132" y="47"/>
              </a:cxn>
              <a:cxn ang="0">
                <a:pos x="137" y="53"/>
              </a:cxn>
              <a:cxn ang="0">
                <a:pos x="201" y="173"/>
              </a:cxn>
              <a:cxn ang="0">
                <a:pos x="183" y="191"/>
              </a:cxn>
              <a:cxn ang="0">
                <a:pos x="71" y="144"/>
              </a:cxn>
              <a:cxn ang="0">
                <a:pos x="180" y="223"/>
              </a:cxn>
              <a:cxn ang="0">
                <a:pos x="184" y="212"/>
              </a:cxn>
              <a:cxn ang="0">
                <a:pos x="123" y="88"/>
              </a:cxn>
              <a:cxn ang="0">
                <a:pos x="135" y="76"/>
              </a:cxn>
              <a:cxn ang="0">
                <a:pos x="59" y="133"/>
              </a:cxn>
              <a:cxn ang="0">
                <a:pos x="58" y="126"/>
              </a:cxn>
              <a:cxn ang="0">
                <a:pos x="75" y="112"/>
              </a:cxn>
              <a:cxn ang="0">
                <a:pos x="82" y="109"/>
              </a:cxn>
              <a:cxn ang="0">
                <a:pos x="97" y="109"/>
              </a:cxn>
              <a:cxn ang="0">
                <a:pos x="194" y="234"/>
              </a:cxn>
              <a:cxn ang="0">
                <a:pos x="197" y="226"/>
              </a:cxn>
              <a:cxn ang="0">
                <a:pos x="71" y="128"/>
              </a:cxn>
              <a:cxn ang="0">
                <a:pos x="131" y="216"/>
              </a:cxn>
              <a:cxn ang="0">
                <a:pos x="149" y="94"/>
              </a:cxn>
              <a:cxn ang="0">
                <a:pos x="106" y="118"/>
              </a:cxn>
              <a:cxn ang="0">
                <a:pos x="109" y="114"/>
              </a:cxn>
              <a:cxn ang="0">
                <a:pos x="40" y="130"/>
              </a:cxn>
              <a:cxn ang="0">
                <a:pos x="110" y="227"/>
              </a:cxn>
              <a:cxn ang="0">
                <a:pos x="127" y="102"/>
              </a:cxn>
              <a:cxn ang="0">
                <a:pos x="155" y="71"/>
              </a:cxn>
              <a:cxn ang="0">
                <a:pos x="154" y="73"/>
              </a:cxn>
            </a:cxnLst>
            <a:rect l="0" t="0" r="r" b="b"/>
            <a:pathLst>
              <a:path w="287" h="289">
                <a:moveTo>
                  <a:pt x="130" y="0"/>
                </a:moveTo>
                <a:lnTo>
                  <a:pt x="130" y="0"/>
                </a:lnTo>
                <a:lnTo>
                  <a:pt x="138" y="7"/>
                </a:lnTo>
                <a:lnTo>
                  <a:pt x="144" y="15"/>
                </a:lnTo>
                <a:lnTo>
                  <a:pt x="149" y="24"/>
                </a:lnTo>
                <a:lnTo>
                  <a:pt x="154" y="33"/>
                </a:lnTo>
                <a:lnTo>
                  <a:pt x="161" y="53"/>
                </a:lnTo>
                <a:lnTo>
                  <a:pt x="166" y="76"/>
                </a:lnTo>
                <a:lnTo>
                  <a:pt x="166" y="76"/>
                </a:lnTo>
                <a:lnTo>
                  <a:pt x="168" y="84"/>
                </a:lnTo>
                <a:lnTo>
                  <a:pt x="170" y="91"/>
                </a:lnTo>
                <a:lnTo>
                  <a:pt x="170" y="91"/>
                </a:lnTo>
                <a:lnTo>
                  <a:pt x="183" y="90"/>
                </a:lnTo>
                <a:lnTo>
                  <a:pt x="197" y="87"/>
                </a:lnTo>
                <a:lnTo>
                  <a:pt x="213" y="87"/>
                </a:lnTo>
                <a:lnTo>
                  <a:pt x="228" y="87"/>
                </a:lnTo>
                <a:lnTo>
                  <a:pt x="258" y="90"/>
                </a:lnTo>
                <a:lnTo>
                  <a:pt x="287" y="94"/>
                </a:lnTo>
                <a:lnTo>
                  <a:pt x="287" y="94"/>
                </a:lnTo>
                <a:lnTo>
                  <a:pt x="249" y="125"/>
                </a:lnTo>
                <a:lnTo>
                  <a:pt x="229" y="140"/>
                </a:lnTo>
                <a:lnTo>
                  <a:pt x="211" y="154"/>
                </a:lnTo>
                <a:lnTo>
                  <a:pt x="229" y="267"/>
                </a:lnTo>
                <a:lnTo>
                  <a:pt x="229" y="267"/>
                </a:lnTo>
                <a:lnTo>
                  <a:pt x="208" y="255"/>
                </a:lnTo>
                <a:lnTo>
                  <a:pt x="187" y="241"/>
                </a:lnTo>
                <a:lnTo>
                  <a:pt x="168" y="226"/>
                </a:lnTo>
                <a:lnTo>
                  <a:pt x="148" y="209"/>
                </a:lnTo>
                <a:lnTo>
                  <a:pt x="148" y="209"/>
                </a:lnTo>
                <a:lnTo>
                  <a:pt x="130" y="232"/>
                </a:lnTo>
                <a:lnTo>
                  <a:pt x="111" y="253"/>
                </a:lnTo>
                <a:lnTo>
                  <a:pt x="90" y="272"/>
                </a:lnTo>
                <a:lnTo>
                  <a:pt x="80" y="281"/>
                </a:lnTo>
                <a:lnTo>
                  <a:pt x="68" y="289"/>
                </a:lnTo>
                <a:lnTo>
                  <a:pt x="68" y="289"/>
                </a:lnTo>
                <a:lnTo>
                  <a:pt x="69" y="274"/>
                </a:lnTo>
                <a:lnTo>
                  <a:pt x="72" y="258"/>
                </a:lnTo>
                <a:lnTo>
                  <a:pt x="78" y="229"/>
                </a:lnTo>
                <a:lnTo>
                  <a:pt x="85" y="201"/>
                </a:lnTo>
                <a:lnTo>
                  <a:pt x="89" y="173"/>
                </a:lnTo>
                <a:lnTo>
                  <a:pt x="89" y="173"/>
                </a:lnTo>
                <a:lnTo>
                  <a:pt x="68" y="158"/>
                </a:lnTo>
                <a:lnTo>
                  <a:pt x="45" y="146"/>
                </a:lnTo>
                <a:lnTo>
                  <a:pt x="0" y="122"/>
                </a:lnTo>
                <a:lnTo>
                  <a:pt x="0" y="122"/>
                </a:lnTo>
                <a:lnTo>
                  <a:pt x="0" y="122"/>
                </a:lnTo>
                <a:lnTo>
                  <a:pt x="0" y="121"/>
                </a:lnTo>
                <a:lnTo>
                  <a:pt x="3" y="118"/>
                </a:lnTo>
                <a:lnTo>
                  <a:pt x="12" y="114"/>
                </a:lnTo>
                <a:lnTo>
                  <a:pt x="12" y="114"/>
                </a:lnTo>
                <a:lnTo>
                  <a:pt x="34" y="109"/>
                </a:lnTo>
                <a:lnTo>
                  <a:pt x="57" y="105"/>
                </a:lnTo>
                <a:lnTo>
                  <a:pt x="82" y="101"/>
                </a:lnTo>
                <a:lnTo>
                  <a:pt x="107" y="99"/>
                </a:lnTo>
                <a:lnTo>
                  <a:pt x="130" y="0"/>
                </a:lnTo>
                <a:close/>
                <a:moveTo>
                  <a:pt x="103" y="187"/>
                </a:moveTo>
                <a:lnTo>
                  <a:pt x="103" y="187"/>
                </a:lnTo>
                <a:lnTo>
                  <a:pt x="102" y="187"/>
                </a:lnTo>
                <a:lnTo>
                  <a:pt x="102" y="187"/>
                </a:lnTo>
                <a:lnTo>
                  <a:pt x="100" y="184"/>
                </a:lnTo>
                <a:lnTo>
                  <a:pt x="102" y="180"/>
                </a:lnTo>
                <a:lnTo>
                  <a:pt x="102" y="177"/>
                </a:lnTo>
                <a:lnTo>
                  <a:pt x="102" y="177"/>
                </a:lnTo>
                <a:lnTo>
                  <a:pt x="113" y="163"/>
                </a:lnTo>
                <a:lnTo>
                  <a:pt x="124" y="149"/>
                </a:lnTo>
                <a:lnTo>
                  <a:pt x="147" y="123"/>
                </a:lnTo>
                <a:lnTo>
                  <a:pt x="147" y="123"/>
                </a:lnTo>
                <a:lnTo>
                  <a:pt x="134" y="132"/>
                </a:lnTo>
                <a:lnTo>
                  <a:pt x="123" y="140"/>
                </a:lnTo>
                <a:lnTo>
                  <a:pt x="100" y="160"/>
                </a:lnTo>
                <a:lnTo>
                  <a:pt x="100" y="160"/>
                </a:lnTo>
                <a:lnTo>
                  <a:pt x="99" y="173"/>
                </a:lnTo>
                <a:lnTo>
                  <a:pt x="96" y="187"/>
                </a:lnTo>
                <a:lnTo>
                  <a:pt x="92" y="213"/>
                </a:lnTo>
                <a:lnTo>
                  <a:pt x="165" y="128"/>
                </a:lnTo>
                <a:lnTo>
                  <a:pt x="165" y="128"/>
                </a:lnTo>
                <a:lnTo>
                  <a:pt x="158" y="133"/>
                </a:lnTo>
                <a:lnTo>
                  <a:pt x="148" y="143"/>
                </a:lnTo>
                <a:lnTo>
                  <a:pt x="140" y="151"/>
                </a:lnTo>
                <a:lnTo>
                  <a:pt x="132" y="158"/>
                </a:lnTo>
                <a:lnTo>
                  <a:pt x="132" y="154"/>
                </a:lnTo>
                <a:lnTo>
                  <a:pt x="132" y="154"/>
                </a:lnTo>
                <a:lnTo>
                  <a:pt x="127" y="164"/>
                </a:lnTo>
                <a:lnTo>
                  <a:pt x="120" y="173"/>
                </a:lnTo>
                <a:lnTo>
                  <a:pt x="113" y="180"/>
                </a:lnTo>
                <a:lnTo>
                  <a:pt x="103" y="187"/>
                </a:lnTo>
                <a:lnTo>
                  <a:pt x="103" y="187"/>
                </a:lnTo>
                <a:close/>
                <a:moveTo>
                  <a:pt x="214" y="112"/>
                </a:moveTo>
                <a:lnTo>
                  <a:pt x="214" y="112"/>
                </a:lnTo>
                <a:lnTo>
                  <a:pt x="217" y="111"/>
                </a:lnTo>
                <a:lnTo>
                  <a:pt x="218" y="109"/>
                </a:lnTo>
                <a:lnTo>
                  <a:pt x="218" y="106"/>
                </a:lnTo>
                <a:lnTo>
                  <a:pt x="221" y="105"/>
                </a:lnTo>
                <a:lnTo>
                  <a:pt x="224" y="106"/>
                </a:lnTo>
                <a:lnTo>
                  <a:pt x="231" y="101"/>
                </a:lnTo>
                <a:lnTo>
                  <a:pt x="231" y="101"/>
                </a:lnTo>
                <a:lnTo>
                  <a:pt x="232" y="104"/>
                </a:lnTo>
                <a:lnTo>
                  <a:pt x="234" y="108"/>
                </a:lnTo>
                <a:lnTo>
                  <a:pt x="234" y="109"/>
                </a:lnTo>
                <a:lnTo>
                  <a:pt x="235" y="111"/>
                </a:lnTo>
                <a:lnTo>
                  <a:pt x="235" y="111"/>
                </a:lnTo>
                <a:lnTo>
                  <a:pt x="241" y="108"/>
                </a:lnTo>
                <a:lnTo>
                  <a:pt x="245" y="105"/>
                </a:lnTo>
                <a:lnTo>
                  <a:pt x="255" y="99"/>
                </a:lnTo>
                <a:lnTo>
                  <a:pt x="255" y="99"/>
                </a:lnTo>
                <a:lnTo>
                  <a:pt x="239" y="98"/>
                </a:lnTo>
                <a:lnTo>
                  <a:pt x="225" y="98"/>
                </a:lnTo>
                <a:lnTo>
                  <a:pt x="197" y="101"/>
                </a:lnTo>
                <a:lnTo>
                  <a:pt x="197" y="101"/>
                </a:lnTo>
                <a:lnTo>
                  <a:pt x="194" y="101"/>
                </a:lnTo>
                <a:lnTo>
                  <a:pt x="192" y="104"/>
                </a:lnTo>
                <a:lnTo>
                  <a:pt x="186" y="111"/>
                </a:lnTo>
                <a:lnTo>
                  <a:pt x="180" y="119"/>
                </a:lnTo>
                <a:lnTo>
                  <a:pt x="175" y="125"/>
                </a:lnTo>
                <a:lnTo>
                  <a:pt x="175" y="125"/>
                </a:lnTo>
                <a:lnTo>
                  <a:pt x="172" y="129"/>
                </a:lnTo>
                <a:lnTo>
                  <a:pt x="172" y="132"/>
                </a:lnTo>
                <a:lnTo>
                  <a:pt x="176" y="139"/>
                </a:lnTo>
                <a:lnTo>
                  <a:pt x="176" y="139"/>
                </a:lnTo>
                <a:lnTo>
                  <a:pt x="182" y="132"/>
                </a:lnTo>
                <a:lnTo>
                  <a:pt x="187" y="122"/>
                </a:lnTo>
                <a:lnTo>
                  <a:pt x="194" y="114"/>
                </a:lnTo>
                <a:lnTo>
                  <a:pt x="199" y="111"/>
                </a:lnTo>
                <a:lnTo>
                  <a:pt x="204" y="108"/>
                </a:lnTo>
                <a:lnTo>
                  <a:pt x="184" y="137"/>
                </a:lnTo>
                <a:lnTo>
                  <a:pt x="184" y="137"/>
                </a:lnTo>
                <a:lnTo>
                  <a:pt x="192" y="132"/>
                </a:lnTo>
                <a:lnTo>
                  <a:pt x="199" y="125"/>
                </a:lnTo>
                <a:lnTo>
                  <a:pt x="207" y="118"/>
                </a:lnTo>
                <a:lnTo>
                  <a:pt x="214" y="112"/>
                </a:lnTo>
                <a:lnTo>
                  <a:pt x="214" y="112"/>
                </a:lnTo>
                <a:close/>
                <a:moveTo>
                  <a:pt x="211" y="123"/>
                </a:moveTo>
                <a:lnTo>
                  <a:pt x="211" y="123"/>
                </a:lnTo>
                <a:lnTo>
                  <a:pt x="214" y="123"/>
                </a:lnTo>
                <a:lnTo>
                  <a:pt x="215" y="122"/>
                </a:lnTo>
                <a:lnTo>
                  <a:pt x="217" y="115"/>
                </a:lnTo>
                <a:lnTo>
                  <a:pt x="217" y="115"/>
                </a:lnTo>
                <a:lnTo>
                  <a:pt x="193" y="136"/>
                </a:lnTo>
                <a:lnTo>
                  <a:pt x="170" y="158"/>
                </a:lnTo>
                <a:lnTo>
                  <a:pt x="151" y="182"/>
                </a:lnTo>
                <a:lnTo>
                  <a:pt x="132" y="209"/>
                </a:lnTo>
                <a:lnTo>
                  <a:pt x="132" y="209"/>
                </a:lnTo>
                <a:lnTo>
                  <a:pt x="131" y="212"/>
                </a:lnTo>
                <a:lnTo>
                  <a:pt x="131" y="212"/>
                </a:lnTo>
                <a:lnTo>
                  <a:pt x="131" y="212"/>
                </a:lnTo>
                <a:lnTo>
                  <a:pt x="154" y="192"/>
                </a:lnTo>
                <a:lnTo>
                  <a:pt x="175" y="171"/>
                </a:lnTo>
                <a:lnTo>
                  <a:pt x="193" y="149"/>
                </a:lnTo>
                <a:lnTo>
                  <a:pt x="211" y="123"/>
                </a:lnTo>
                <a:lnTo>
                  <a:pt x="211" y="123"/>
                </a:lnTo>
                <a:close/>
                <a:moveTo>
                  <a:pt x="78" y="271"/>
                </a:moveTo>
                <a:lnTo>
                  <a:pt x="78" y="271"/>
                </a:lnTo>
                <a:lnTo>
                  <a:pt x="83" y="267"/>
                </a:lnTo>
                <a:lnTo>
                  <a:pt x="89" y="262"/>
                </a:lnTo>
                <a:lnTo>
                  <a:pt x="93" y="257"/>
                </a:lnTo>
                <a:lnTo>
                  <a:pt x="96" y="250"/>
                </a:lnTo>
                <a:lnTo>
                  <a:pt x="96" y="250"/>
                </a:lnTo>
                <a:lnTo>
                  <a:pt x="90" y="255"/>
                </a:lnTo>
                <a:lnTo>
                  <a:pt x="86" y="257"/>
                </a:lnTo>
                <a:lnTo>
                  <a:pt x="85" y="255"/>
                </a:lnTo>
                <a:lnTo>
                  <a:pt x="83" y="254"/>
                </a:lnTo>
                <a:lnTo>
                  <a:pt x="83" y="254"/>
                </a:lnTo>
                <a:lnTo>
                  <a:pt x="106" y="220"/>
                </a:lnTo>
                <a:lnTo>
                  <a:pt x="128" y="188"/>
                </a:lnTo>
                <a:lnTo>
                  <a:pt x="128" y="188"/>
                </a:lnTo>
                <a:lnTo>
                  <a:pt x="111" y="203"/>
                </a:lnTo>
                <a:lnTo>
                  <a:pt x="103" y="212"/>
                </a:lnTo>
                <a:lnTo>
                  <a:pt x="96" y="222"/>
                </a:lnTo>
                <a:lnTo>
                  <a:pt x="89" y="233"/>
                </a:lnTo>
                <a:lnTo>
                  <a:pt x="83" y="244"/>
                </a:lnTo>
                <a:lnTo>
                  <a:pt x="79" y="257"/>
                </a:lnTo>
                <a:lnTo>
                  <a:pt x="78" y="271"/>
                </a:lnTo>
                <a:lnTo>
                  <a:pt x="78" y="271"/>
                </a:lnTo>
                <a:close/>
                <a:moveTo>
                  <a:pt x="149" y="98"/>
                </a:moveTo>
                <a:lnTo>
                  <a:pt x="123" y="132"/>
                </a:lnTo>
                <a:lnTo>
                  <a:pt x="123" y="132"/>
                </a:lnTo>
                <a:lnTo>
                  <a:pt x="141" y="118"/>
                </a:lnTo>
                <a:lnTo>
                  <a:pt x="151" y="111"/>
                </a:lnTo>
                <a:lnTo>
                  <a:pt x="159" y="105"/>
                </a:lnTo>
                <a:lnTo>
                  <a:pt x="159" y="105"/>
                </a:lnTo>
                <a:lnTo>
                  <a:pt x="162" y="102"/>
                </a:lnTo>
                <a:lnTo>
                  <a:pt x="163" y="99"/>
                </a:lnTo>
                <a:lnTo>
                  <a:pt x="163" y="97"/>
                </a:lnTo>
                <a:lnTo>
                  <a:pt x="162" y="92"/>
                </a:lnTo>
                <a:lnTo>
                  <a:pt x="159" y="84"/>
                </a:lnTo>
                <a:lnTo>
                  <a:pt x="156" y="77"/>
                </a:lnTo>
                <a:lnTo>
                  <a:pt x="156" y="77"/>
                </a:lnTo>
                <a:lnTo>
                  <a:pt x="152" y="84"/>
                </a:lnTo>
                <a:lnTo>
                  <a:pt x="147" y="90"/>
                </a:lnTo>
                <a:lnTo>
                  <a:pt x="140" y="94"/>
                </a:lnTo>
                <a:lnTo>
                  <a:pt x="134" y="99"/>
                </a:lnTo>
                <a:lnTo>
                  <a:pt x="134" y="99"/>
                </a:lnTo>
                <a:lnTo>
                  <a:pt x="138" y="98"/>
                </a:lnTo>
                <a:lnTo>
                  <a:pt x="142" y="97"/>
                </a:lnTo>
                <a:lnTo>
                  <a:pt x="145" y="97"/>
                </a:lnTo>
                <a:lnTo>
                  <a:pt x="149" y="94"/>
                </a:lnTo>
                <a:lnTo>
                  <a:pt x="149" y="94"/>
                </a:lnTo>
                <a:lnTo>
                  <a:pt x="149" y="97"/>
                </a:lnTo>
                <a:lnTo>
                  <a:pt x="149" y="98"/>
                </a:lnTo>
                <a:lnTo>
                  <a:pt x="149" y="98"/>
                </a:lnTo>
                <a:close/>
                <a:moveTo>
                  <a:pt x="117" y="119"/>
                </a:moveTo>
                <a:lnTo>
                  <a:pt x="117" y="119"/>
                </a:lnTo>
                <a:lnTo>
                  <a:pt x="99" y="135"/>
                </a:lnTo>
                <a:lnTo>
                  <a:pt x="80" y="150"/>
                </a:lnTo>
                <a:lnTo>
                  <a:pt x="80" y="150"/>
                </a:lnTo>
                <a:lnTo>
                  <a:pt x="82" y="153"/>
                </a:lnTo>
                <a:lnTo>
                  <a:pt x="85" y="156"/>
                </a:lnTo>
                <a:lnTo>
                  <a:pt x="88" y="157"/>
                </a:lnTo>
                <a:lnTo>
                  <a:pt x="89" y="158"/>
                </a:lnTo>
                <a:lnTo>
                  <a:pt x="127" y="115"/>
                </a:lnTo>
                <a:lnTo>
                  <a:pt x="127" y="115"/>
                </a:lnTo>
                <a:lnTo>
                  <a:pt x="117" y="119"/>
                </a:lnTo>
                <a:lnTo>
                  <a:pt x="117" y="119"/>
                </a:lnTo>
                <a:close/>
                <a:moveTo>
                  <a:pt x="161" y="199"/>
                </a:moveTo>
                <a:lnTo>
                  <a:pt x="161" y="199"/>
                </a:lnTo>
                <a:lnTo>
                  <a:pt x="166" y="208"/>
                </a:lnTo>
                <a:lnTo>
                  <a:pt x="169" y="212"/>
                </a:lnTo>
                <a:lnTo>
                  <a:pt x="173" y="216"/>
                </a:lnTo>
                <a:lnTo>
                  <a:pt x="173" y="216"/>
                </a:lnTo>
                <a:lnTo>
                  <a:pt x="179" y="208"/>
                </a:lnTo>
                <a:lnTo>
                  <a:pt x="184" y="201"/>
                </a:lnTo>
                <a:lnTo>
                  <a:pt x="192" y="194"/>
                </a:lnTo>
                <a:lnTo>
                  <a:pt x="196" y="185"/>
                </a:lnTo>
                <a:lnTo>
                  <a:pt x="196" y="185"/>
                </a:lnTo>
                <a:lnTo>
                  <a:pt x="184" y="195"/>
                </a:lnTo>
                <a:lnTo>
                  <a:pt x="177" y="201"/>
                </a:lnTo>
                <a:lnTo>
                  <a:pt x="170" y="205"/>
                </a:lnTo>
                <a:lnTo>
                  <a:pt x="170" y="205"/>
                </a:lnTo>
                <a:lnTo>
                  <a:pt x="170" y="199"/>
                </a:lnTo>
                <a:lnTo>
                  <a:pt x="170" y="195"/>
                </a:lnTo>
                <a:lnTo>
                  <a:pt x="176" y="185"/>
                </a:lnTo>
                <a:lnTo>
                  <a:pt x="182" y="177"/>
                </a:lnTo>
                <a:lnTo>
                  <a:pt x="189" y="170"/>
                </a:lnTo>
                <a:lnTo>
                  <a:pt x="189" y="170"/>
                </a:lnTo>
                <a:lnTo>
                  <a:pt x="190" y="168"/>
                </a:lnTo>
                <a:lnTo>
                  <a:pt x="189" y="164"/>
                </a:lnTo>
                <a:lnTo>
                  <a:pt x="161" y="199"/>
                </a:lnTo>
                <a:close/>
                <a:moveTo>
                  <a:pt x="199" y="191"/>
                </a:moveTo>
                <a:lnTo>
                  <a:pt x="199" y="191"/>
                </a:lnTo>
                <a:lnTo>
                  <a:pt x="201" y="192"/>
                </a:lnTo>
                <a:lnTo>
                  <a:pt x="203" y="194"/>
                </a:lnTo>
                <a:lnTo>
                  <a:pt x="203" y="196"/>
                </a:lnTo>
                <a:lnTo>
                  <a:pt x="203" y="202"/>
                </a:lnTo>
                <a:lnTo>
                  <a:pt x="200" y="208"/>
                </a:lnTo>
                <a:lnTo>
                  <a:pt x="196" y="218"/>
                </a:lnTo>
                <a:lnTo>
                  <a:pt x="194" y="222"/>
                </a:lnTo>
                <a:lnTo>
                  <a:pt x="194" y="223"/>
                </a:lnTo>
                <a:lnTo>
                  <a:pt x="194" y="223"/>
                </a:lnTo>
                <a:lnTo>
                  <a:pt x="197" y="220"/>
                </a:lnTo>
                <a:lnTo>
                  <a:pt x="200" y="218"/>
                </a:lnTo>
                <a:lnTo>
                  <a:pt x="203" y="215"/>
                </a:lnTo>
                <a:lnTo>
                  <a:pt x="204" y="215"/>
                </a:lnTo>
                <a:lnTo>
                  <a:pt x="207" y="215"/>
                </a:lnTo>
                <a:lnTo>
                  <a:pt x="207" y="215"/>
                </a:lnTo>
                <a:lnTo>
                  <a:pt x="208" y="220"/>
                </a:lnTo>
                <a:lnTo>
                  <a:pt x="207" y="226"/>
                </a:lnTo>
                <a:lnTo>
                  <a:pt x="206" y="237"/>
                </a:lnTo>
                <a:lnTo>
                  <a:pt x="206" y="237"/>
                </a:lnTo>
                <a:lnTo>
                  <a:pt x="206" y="240"/>
                </a:lnTo>
                <a:lnTo>
                  <a:pt x="208" y="240"/>
                </a:lnTo>
                <a:lnTo>
                  <a:pt x="211" y="240"/>
                </a:lnTo>
                <a:lnTo>
                  <a:pt x="213" y="239"/>
                </a:lnTo>
                <a:lnTo>
                  <a:pt x="213" y="239"/>
                </a:lnTo>
                <a:lnTo>
                  <a:pt x="211" y="213"/>
                </a:lnTo>
                <a:lnTo>
                  <a:pt x="207" y="188"/>
                </a:lnTo>
                <a:lnTo>
                  <a:pt x="207" y="188"/>
                </a:lnTo>
                <a:lnTo>
                  <a:pt x="206" y="184"/>
                </a:lnTo>
                <a:lnTo>
                  <a:pt x="204" y="184"/>
                </a:lnTo>
                <a:lnTo>
                  <a:pt x="203" y="187"/>
                </a:lnTo>
                <a:lnTo>
                  <a:pt x="203" y="187"/>
                </a:lnTo>
                <a:lnTo>
                  <a:pt x="200" y="189"/>
                </a:lnTo>
                <a:lnTo>
                  <a:pt x="199" y="191"/>
                </a:lnTo>
                <a:lnTo>
                  <a:pt x="199" y="191"/>
                </a:lnTo>
                <a:close/>
                <a:moveTo>
                  <a:pt x="206" y="143"/>
                </a:moveTo>
                <a:lnTo>
                  <a:pt x="206" y="143"/>
                </a:lnTo>
                <a:lnTo>
                  <a:pt x="218" y="136"/>
                </a:lnTo>
                <a:lnTo>
                  <a:pt x="232" y="128"/>
                </a:lnTo>
                <a:lnTo>
                  <a:pt x="244" y="116"/>
                </a:lnTo>
                <a:lnTo>
                  <a:pt x="253" y="106"/>
                </a:lnTo>
                <a:lnTo>
                  <a:pt x="253" y="106"/>
                </a:lnTo>
                <a:lnTo>
                  <a:pt x="238" y="112"/>
                </a:lnTo>
                <a:lnTo>
                  <a:pt x="224" y="121"/>
                </a:lnTo>
                <a:lnTo>
                  <a:pt x="218" y="126"/>
                </a:lnTo>
                <a:lnTo>
                  <a:pt x="213" y="132"/>
                </a:lnTo>
                <a:lnTo>
                  <a:pt x="208" y="137"/>
                </a:lnTo>
                <a:lnTo>
                  <a:pt x="206" y="143"/>
                </a:lnTo>
                <a:lnTo>
                  <a:pt x="206" y="143"/>
                </a:lnTo>
                <a:close/>
                <a:moveTo>
                  <a:pt x="183" y="101"/>
                </a:moveTo>
                <a:lnTo>
                  <a:pt x="175" y="105"/>
                </a:lnTo>
                <a:lnTo>
                  <a:pt x="175" y="105"/>
                </a:lnTo>
                <a:lnTo>
                  <a:pt x="165" y="111"/>
                </a:lnTo>
                <a:lnTo>
                  <a:pt x="158" y="119"/>
                </a:lnTo>
                <a:lnTo>
                  <a:pt x="145" y="137"/>
                </a:lnTo>
                <a:lnTo>
                  <a:pt x="145" y="137"/>
                </a:lnTo>
                <a:lnTo>
                  <a:pt x="163" y="119"/>
                </a:lnTo>
                <a:lnTo>
                  <a:pt x="183" y="101"/>
                </a:lnTo>
                <a:lnTo>
                  <a:pt x="183" y="101"/>
                </a:lnTo>
                <a:close/>
                <a:moveTo>
                  <a:pt x="138" y="50"/>
                </a:moveTo>
                <a:lnTo>
                  <a:pt x="138" y="50"/>
                </a:lnTo>
                <a:lnTo>
                  <a:pt x="145" y="45"/>
                </a:lnTo>
                <a:lnTo>
                  <a:pt x="147" y="40"/>
                </a:lnTo>
                <a:lnTo>
                  <a:pt x="145" y="38"/>
                </a:lnTo>
                <a:lnTo>
                  <a:pt x="144" y="36"/>
                </a:lnTo>
                <a:lnTo>
                  <a:pt x="144" y="36"/>
                </a:lnTo>
                <a:lnTo>
                  <a:pt x="138" y="40"/>
                </a:lnTo>
                <a:lnTo>
                  <a:pt x="132" y="47"/>
                </a:lnTo>
                <a:lnTo>
                  <a:pt x="130" y="55"/>
                </a:lnTo>
                <a:lnTo>
                  <a:pt x="128" y="62"/>
                </a:lnTo>
                <a:lnTo>
                  <a:pt x="137" y="56"/>
                </a:lnTo>
                <a:lnTo>
                  <a:pt x="137" y="56"/>
                </a:lnTo>
                <a:lnTo>
                  <a:pt x="135" y="56"/>
                </a:lnTo>
                <a:lnTo>
                  <a:pt x="135" y="55"/>
                </a:lnTo>
                <a:lnTo>
                  <a:pt x="135" y="53"/>
                </a:lnTo>
                <a:lnTo>
                  <a:pt x="137" y="53"/>
                </a:lnTo>
                <a:lnTo>
                  <a:pt x="137" y="53"/>
                </a:lnTo>
                <a:lnTo>
                  <a:pt x="138" y="52"/>
                </a:lnTo>
                <a:lnTo>
                  <a:pt x="138" y="50"/>
                </a:lnTo>
                <a:lnTo>
                  <a:pt x="138" y="50"/>
                </a:lnTo>
                <a:close/>
                <a:moveTo>
                  <a:pt x="183" y="191"/>
                </a:moveTo>
                <a:lnTo>
                  <a:pt x="183" y="191"/>
                </a:lnTo>
                <a:lnTo>
                  <a:pt x="192" y="181"/>
                </a:lnTo>
                <a:lnTo>
                  <a:pt x="196" y="177"/>
                </a:lnTo>
                <a:lnTo>
                  <a:pt x="201" y="173"/>
                </a:lnTo>
                <a:lnTo>
                  <a:pt x="201" y="173"/>
                </a:lnTo>
                <a:lnTo>
                  <a:pt x="204" y="170"/>
                </a:lnTo>
                <a:lnTo>
                  <a:pt x="204" y="166"/>
                </a:lnTo>
                <a:lnTo>
                  <a:pt x="204" y="161"/>
                </a:lnTo>
                <a:lnTo>
                  <a:pt x="203" y="161"/>
                </a:lnTo>
                <a:lnTo>
                  <a:pt x="203" y="161"/>
                </a:lnTo>
                <a:lnTo>
                  <a:pt x="203" y="161"/>
                </a:lnTo>
                <a:lnTo>
                  <a:pt x="190" y="177"/>
                </a:lnTo>
                <a:lnTo>
                  <a:pt x="186" y="184"/>
                </a:lnTo>
                <a:lnTo>
                  <a:pt x="183" y="191"/>
                </a:lnTo>
                <a:lnTo>
                  <a:pt x="183" y="191"/>
                </a:lnTo>
                <a:close/>
                <a:moveTo>
                  <a:pt x="69" y="137"/>
                </a:moveTo>
                <a:lnTo>
                  <a:pt x="69" y="137"/>
                </a:lnTo>
                <a:lnTo>
                  <a:pt x="68" y="140"/>
                </a:lnTo>
                <a:lnTo>
                  <a:pt x="66" y="144"/>
                </a:lnTo>
                <a:lnTo>
                  <a:pt x="66" y="146"/>
                </a:lnTo>
                <a:lnTo>
                  <a:pt x="68" y="146"/>
                </a:lnTo>
                <a:lnTo>
                  <a:pt x="71" y="144"/>
                </a:lnTo>
                <a:lnTo>
                  <a:pt x="71" y="144"/>
                </a:lnTo>
                <a:lnTo>
                  <a:pt x="75" y="140"/>
                </a:lnTo>
                <a:lnTo>
                  <a:pt x="80" y="135"/>
                </a:lnTo>
                <a:lnTo>
                  <a:pt x="85" y="130"/>
                </a:lnTo>
                <a:lnTo>
                  <a:pt x="86" y="126"/>
                </a:lnTo>
                <a:lnTo>
                  <a:pt x="86" y="126"/>
                </a:lnTo>
                <a:lnTo>
                  <a:pt x="78" y="132"/>
                </a:lnTo>
                <a:lnTo>
                  <a:pt x="69" y="137"/>
                </a:lnTo>
                <a:lnTo>
                  <a:pt x="69" y="137"/>
                </a:lnTo>
                <a:close/>
                <a:moveTo>
                  <a:pt x="180" y="223"/>
                </a:moveTo>
                <a:lnTo>
                  <a:pt x="180" y="223"/>
                </a:lnTo>
                <a:lnTo>
                  <a:pt x="184" y="222"/>
                </a:lnTo>
                <a:lnTo>
                  <a:pt x="190" y="218"/>
                </a:lnTo>
                <a:lnTo>
                  <a:pt x="193" y="212"/>
                </a:lnTo>
                <a:lnTo>
                  <a:pt x="194" y="209"/>
                </a:lnTo>
                <a:lnTo>
                  <a:pt x="193" y="206"/>
                </a:lnTo>
                <a:lnTo>
                  <a:pt x="193" y="206"/>
                </a:lnTo>
                <a:lnTo>
                  <a:pt x="189" y="209"/>
                </a:lnTo>
                <a:lnTo>
                  <a:pt x="184" y="212"/>
                </a:lnTo>
                <a:lnTo>
                  <a:pt x="182" y="218"/>
                </a:lnTo>
                <a:lnTo>
                  <a:pt x="180" y="223"/>
                </a:lnTo>
                <a:lnTo>
                  <a:pt x="180" y="223"/>
                </a:lnTo>
                <a:close/>
                <a:moveTo>
                  <a:pt x="131" y="77"/>
                </a:moveTo>
                <a:lnTo>
                  <a:pt x="131" y="77"/>
                </a:lnTo>
                <a:lnTo>
                  <a:pt x="128" y="78"/>
                </a:lnTo>
                <a:lnTo>
                  <a:pt x="125" y="80"/>
                </a:lnTo>
                <a:lnTo>
                  <a:pt x="124" y="84"/>
                </a:lnTo>
                <a:lnTo>
                  <a:pt x="123" y="88"/>
                </a:lnTo>
                <a:lnTo>
                  <a:pt x="121" y="94"/>
                </a:lnTo>
                <a:lnTo>
                  <a:pt x="121" y="94"/>
                </a:lnTo>
                <a:lnTo>
                  <a:pt x="124" y="92"/>
                </a:lnTo>
                <a:lnTo>
                  <a:pt x="128" y="90"/>
                </a:lnTo>
                <a:lnTo>
                  <a:pt x="134" y="81"/>
                </a:lnTo>
                <a:lnTo>
                  <a:pt x="138" y="74"/>
                </a:lnTo>
                <a:lnTo>
                  <a:pt x="140" y="70"/>
                </a:lnTo>
                <a:lnTo>
                  <a:pt x="140" y="70"/>
                </a:lnTo>
                <a:lnTo>
                  <a:pt x="135" y="76"/>
                </a:lnTo>
                <a:lnTo>
                  <a:pt x="131" y="77"/>
                </a:lnTo>
                <a:lnTo>
                  <a:pt x="131" y="77"/>
                </a:lnTo>
                <a:close/>
                <a:moveTo>
                  <a:pt x="47" y="136"/>
                </a:moveTo>
                <a:lnTo>
                  <a:pt x="47" y="136"/>
                </a:lnTo>
                <a:lnTo>
                  <a:pt x="50" y="139"/>
                </a:lnTo>
                <a:lnTo>
                  <a:pt x="51" y="139"/>
                </a:lnTo>
                <a:lnTo>
                  <a:pt x="55" y="137"/>
                </a:lnTo>
                <a:lnTo>
                  <a:pt x="58" y="135"/>
                </a:lnTo>
                <a:lnTo>
                  <a:pt x="59" y="133"/>
                </a:lnTo>
                <a:lnTo>
                  <a:pt x="62" y="133"/>
                </a:lnTo>
                <a:lnTo>
                  <a:pt x="62" y="133"/>
                </a:lnTo>
                <a:lnTo>
                  <a:pt x="62" y="130"/>
                </a:lnTo>
                <a:lnTo>
                  <a:pt x="64" y="128"/>
                </a:lnTo>
                <a:lnTo>
                  <a:pt x="65" y="125"/>
                </a:lnTo>
                <a:lnTo>
                  <a:pt x="64" y="125"/>
                </a:lnTo>
                <a:lnTo>
                  <a:pt x="61" y="125"/>
                </a:lnTo>
                <a:lnTo>
                  <a:pt x="61" y="125"/>
                </a:lnTo>
                <a:lnTo>
                  <a:pt x="58" y="126"/>
                </a:lnTo>
                <a:lnTo>
                  <a:pt x="54" y="130"/>
                </a:lnTo>
                <a:lnTo>
                  <a:pt x="47" y="136"/>
                </a:lnTo>
                <a:lnTo>
                  <a:pt x="47" y="136"/>
                </a:lnTo>
                <a:close/>
                <a:moveTo>
                  <a:pt x="36" y="119"/>
                </a:moveTo>
                <a:lnTo>
                  <a:pt x="36" y="119"/>
                </a:lnTo>
                <a:lnTo>
                  <a:pt x="57" y="116"/>
                </a:lnTo>
                <a:lnTo>
                  <a:pt x="66" y="115"/>
                </a:lnTo>
                <a:lnTo>
                  <a:pt x="75" y="112"/>
                </a:lnTo>
                <a:lnTo>
                  <a:pt x="75" y="112"/>
                </a:lnTo>
                <a:lnTo>
                  <a:pt x="68" y="112"/>
                </a:lnTo>
                <a:lnTo>
                  <a:pt x="61" y="112"/>
                </a:lnTo>
                <a:lnTo>
                  <a:pt x="61" y="112"/>
                </a:lnTo>
                <a:lnTo>
                  <a:pt x="48" y="115"/>
                </a:lnTo>
                <a:lnTo>
                  <a:pt x="36" y="119"/>
                </a:lnTo>
                <a:lnTo>
                  <a:pt x="36" y="119"/>
                </a:lnTo>
                <a:close/>
                <a:moveTo>
                  <a:pt x="89" y="111"/>
                </a:moveTo>
                <a:lnTo>
                  <a:pt x="89" y="111"/>
                </a:lnTo>
                <a:lnTo>
                  <a:pt x="82" y="109"/>
                </a:lnTo>
                <a:lnTo>
                  <a:pt x="80" y="111"/>
                </a:lnTo>
                <a:lnTo>
                  <a:pt x="79" y="111"/>
                </a:lnTo>
                <a:lnTo>
                  <a:pt x="79" y="112"/>
                </a:lnTo>
                <a:lnTo>
                  <a:pt x="82" y="115"/>
                </a:lnTo>
                <a:lnTo>
                  <a:pt x="82" y="115"/>
                </a:lnTo>
                <a:lnTo>
                  <a:pt x="83" y="116"/>
                </a:lnTo>
                <a:lnTo>
                  <a:pt x="86" y="116"/>
                </a:lnTo>
                <a:lnTo>
                  <a:pt x="92" y="114"/>
                </a:lnTo>
                <a:lnTo>
                  <a:pt x="97" y="109"/>
                </a:lnTo>
                <a:lnTo>
                  <a:pt x="99" y="108"/>
                </a:lnTo>
                <a:lnTo>
                  <a:pt x="99" y="108"/>
                </a:lnTo>
                <a:lnTo>
                  <a:pt x="89" y="111"/>
                </a:lnTo>
                <a:lnTo>
                  <a:pt x="89" y="111"/>
                </a:lnTo>
                <a:close/>
                <a:moveTo>
                  <a:pt x="197" y="226"/>
                </a:moveTo>
                <a:lnTo>
                  <a:pt x="197" y="226"/>
                </a:lnTo>
                <a:lnTo>
                  <a:pt x="194" y="227"/>
                </a:lnTo>
                <a:lnTo>
                  <a:pt x="193" y="232"/>
                </a:lnTo>
                <a:lnTo>
                  <a:pt x="194" y="234"/>
                </a:lnTo>
                <a:lnTo>
                  <a:pt x="199" y="236"/>
                </a:lnTo>
                <a:lnTo>
                  <a:pt x="199" y="236"/>
                </a:lnTo>
                <a:lnTo>
                  <a:pt x="200" y="234"/>
                </a:lnTo>
                <a:lnTo>
                  <a:pt x="201" y="230"/>
                </a:lnTo>
                <a:lnTo>
                  <a:pt x="201" y="222"/>
                </a:lnTo>
                <a:lnTo>
                  <a:pt x="201" y="222"/>
                </a:lnTo>
                <a:lnTo>
                  <a:pt x="200" y="225"/>
                </a:lnTo>
                <a:lnTo>
                  <a:pt x="197" y="226"/>
                </a:lnTo>
                <a:lnTo>
                  <a:pt x="197" y="226"/>
                </a:lnTo>
                <a:close/>
                <a:moveTo>
                  <a:pt x="64" y="137"/>
                </a:moveTo>
                <a:lnTo>
                  <a:pt x="64" y="137"/>
                </a:lnTo>
                <a:lnTo>
                  <a:pt x="69" y="135"/>
                </a:lnTo>
                <a:lnTo>
                  <a:pt x="72" y="130"/>
                </a:lnTo>
                <a:lnTo>
                  <a:pt x="75" y="126"/>
                </a:lnTo>
                <a:lnTo>
                  <a:pt x="75" y="126"/>
                </a:lnTo>
                <a:lnTo>
                  <a:pt x="73" y="126"/>
                </a:lnTo>
                <a:lnTo>
                  <a:pt x="73" y="126"/>
                </a:lnTo>
                <a:lnTo>
                  <a:pt x="71" y="128"/>
                </a:lnTo>
                <a:lnTo>
                  <a:pt x="68" y="130"/>
                </a:lnTo>
                <a:lnTo>
                  <a:pt x="64" y="137"/>
                </a:lnTo>
                <a:lnTo>
                  <a:pt x="64" y="137"/>
                </a:lnTo>
                <a:close/>
                <a:moveTo>
                  <a:pt x="123" y="225"/>
                </a:moveTo>
                <a:lnTo>
                  <a:pt x="123" y="225"/>
                </a:lnTo>
                <a:lnTo>
                  <a:pt x="123" y="226"/>
                </a:lnTo>
                <a:lnTo>
                  <a:pt x="125" y="223"/>
                </a:lnTo>
                <a:lnTo>
                  <a:pt x="131" y="216"/>
                </a:lnTo>
                <a:lnTo>
                  <a:pt x="131" y="216"/>
                </a:lnTo>
                <a:lnTo>
                  <a:pt x="131" y="215"/>
                </a:lnTo>
                <a:lnTo>
                  <a:pt x="131" y="212"/>
                </a:lnTo>
                <a:lnTo>
                  <a:pt x="131" y="212"/>
                </a:lnTo>
                <a:lnTo>
                  <a:pt x="125" y="219"/>
                </a:lnTo>
                <a:lnTo>
                  <a:pt x="123" y="225"/>
                </a:lnTo>
                <a:lnTo>
                  <a:pt x="123" y="225"/>
                </a:lnTo>
                <a:close/>
                <a:moveTo>
                  <a:pt x="156" y="88"/>
                </a:moveTo>
                <a:lnTo>
                  <a:pt x="149" y="94"/>
                </a:lnTo>
                <a:lnTo>
                  <a:pt x="149" y="94"/>
                </a:lnTo>
                <a:lnTo>
                  <a:pt x="152" y="95"/>
                </a:lnTo>
                <a:lnTo>
                  <a:pt x="155" y="94"/>
                </a:lnTo>
                <a:lnTo>
                  <a:pt x="158" y="92"/>
                </a:lnTo>
                <a:lnTo>
                  <a:pt x="158" y="91"/>
                </a:lnTo>
                <a:lnTo>
                  <a:pt x="156" y="88"/>
                </a:lnTo>
                <a:lnTo>
                  <a:pt x="156" y="88"/>
                </a:lnTo>
                <a:close/>
                <a:moveTo>
                  <a:pt x="106" y="116"/>
                </a:moveTo>
                <a:lnTo>
                  <a:pt x="106" y="116"/>
                </a:lnTo>
                <a:lnTo>
                  <a:pt x="106" y="118"/>
                </a:lnTo>
                <a:lnTo>
                  <a:pt x="109" y="118"/>
                </a:lnTo>
                <a:lnTo>
                  <a:pt x="113" y="115"/>
                </a:lnTo>
                <a:lnTo>
                  <a:pt x="113" y="115"/>
                </a:lnTo>
                <a:lnTo>
                  <a:pt x="114" y="112"/>
                </a:lnTo>
                <a:lnTo>
                  <a:pt x="114" y="111"/>
                </a:lnTo>
                <a:lnTo>
                  <a:pt x="113" y="111"/>
                </a:lnTo>
                <a:lnTo>
                  <a:pt x="110" y="112"/>
                </a:lnTo>
                <a:lnTo>
                  <a:pt x="110" y="112"/>
                </a:lnTo>
                <a:lnTo>
                  <a:pt x="109" y="114"/>
                </a:lnTo>
                <a:lnTo>
                  <a:pt x="106" y="116"/>
                </a:lnTo>
                <a:lnTo>
                  <a:pt x="106" y="116"/>
                </a:lnTo>
                <a:close/>
                <a:moveTo>
                  <a:pt x="43" y="128"/>
                </a:moveTo>
                <a:lnTo>
                  <a:pt x="43" y="128"/>
                </a:lnTo>
                <a:lnTo>
                  <a:pt x="31" y="128"/>
                </a:lnTo>
                <a:lnTo>
                  <a:pt x="31" y="128"/>
                </a:lnTo>
                <a:lnTo>
                  <a:pt x="33" y="129"/>
                </a:lnTo>
                <a:lnTo>
                  <a:pt x="36" y="130"/>
                </a:lnTo>
                <a:lnTo>
                  <a:pt x="40" y="130"/>
                </a:lnTo>
                <a:lnTo>
                  <a:pt x="43" y="128"/>
                </a:lnTo>
                <a:lnTo>
                  <a:pt x="43" y="128"/>
                </a:lnTo>
                <a:close/>
                <a:moveTo>
                  <a:pt x="106" y="234"/>
                </a:moveTo>
                <a:lnTo>
                  <a:pt x="106" y="234"/>
                </a:lnTo>
                <a:lnTo>
                  <a:pt x="111" y="229"/>
                </a:lnTo>
                <a:lnTo>
                  <a:pt x="114" y="225"/>
                </a:lnTo>
                <a:lnTo>
                  <a:pt x="116" y="220"/>
                </a:lnTo>
                <a:lnTo>
                  <a:pt x="116" y="220"/>
                </a:lnTo>
                <a:lnTo>
                  <a:pt x="110" y="227"/>
                </a:lnTo>
                <a:lnTo>
                  <a:pt x="106" y="234"/>
                </a:lnTo>
                <a:lnTo>
                  <a:pt x="106" y="234"/>
                </a:lnTo>
                <a:close/>
                <a:moveTo>
                  <a:pt x="117" y="105"/>
                </a:moveTo>
                <a:lnTo>
                  <a:pt x="117" y="105"/>
                </a:lnTo>
                <a:lnTo>
                  <a:pt x="118" y="108"/>
                </a:lnTo>
                <a:lnTo>
                  <a:pt x="118" y="109"/>
                </a:lnTo>
                <a:lnTo>
                  <a:pt x="123" y="108"/>
                </a:lnTo>
                <a:lnTo>
                  <a:pt x="125" y="105"/>
                </a:lnTo>
                <a:lnTo>
                  <a:pt x="127" y="102"/>
                </a:lnTo>
                <a:lnTo>
                  <a:pt x="127" y="102"/>
                </a:lnTo>
                <a:lnTo>
                  <a:pt x="121" y="101"/>
                </a:lnTo>
                <a:lnTo>
                  <a:pt x="118" y="102"/>
                </a:lnTo>
                <a:lnTo>
                  <a:pt x="117" y="104"/>
                </a:lnTo>
                <a:lnTo>
                  <a:pt x="117" y="105"/>
                </a:lnTo>
                <a:lnTo>
                  <a:pt x="117" y="105"/>
                </a:lnTo>
                <a:close/>
                <a:moveTo>
                  <a:pt x="154" y="73"/>
                </a:moveTo>
                <a:lnTo>
                  <a:pt x="154" y="73"/>
                </a:lnTo>
                <a:lnTo>
                  <a:pt x="155" y="71"/>
                </a:lnTo>
                <a:lnTo>
                  <a:pt x="155" y="70"/>
                </a:lnTo>
                <a:lnTo>
                  <a:pt x="154" y="69"/>
                </a:lnTo>
                <a:lnTo>
                  <a:pt x="151" y="69"/>
                </a:lnTo>
                <a:lnTo>
                  <a:pt x="151" y="69"/>
                </a:lnTo>
                <a:lnTo>
                  <a:pt x="148" y="70"/>
                </a:lnTo>
                <a:lnTo>
                  <a:pt x="149" y="73"/>
                </a:lnTo>
                <a:lnTo>
                  <a:pt x="151" y="73"/>
                </a:lnTo>
                <a:lnTo>
                  <a:pt x="154" y="73"/>
                </a:lnTo>
                <a:lnTo>
                  <a:pt x="154" y="73"/>
                </a:lnTo>
                <a:close/>
              </a:path>
            </a:pathLst>
          </a:custGeom>
          <a:solidFill>
            <a:srgbClr val="FFC000"/>
          </a:solidFill>
          <a:ln w="9525">
            <a:noFill/>
            <a:round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grpSp>
        <p:nvGrpSpPr>
          <p:cNvPr id="257" name="组合 256"/>
          <p:cNvGrpSpPr/>
          <p:nvPr/>
        </p:nvGrpSpPr>
        <p:grpSpPr>
          <a:xfrm>
            <a:off x="6378216" y="1357125"/>
            <a:ext cx="1341837" cy="428035"/>
            <a:chOff x="1499734" y="1836011"/>
            <a:chExt cx="1723530" cy="785645"/>
          </a:xfrm>
        </p:grpSpPr>
        <p:sp>
          <p:nvSpPr>
            <p:cNvPr id="258" name="任意多边形 257"/>
            <p:cNvSpPr/>
            <p:nvPr>
              <p:custDataLst>
                <p:tags r:id="rId14"/>
              </p:custDataLst>
            </p:nvPr>
          </p:nvSpPr>
          <p:spPr>
            <a:xfrm>
              <a:off x="1862723" y="1836011"/>
              <a:ext cx="1360541" cy="764760"/>
            </a:xfrm>
            <a:custGeom>
              <a:avLst/>
              <a:gdLst>
                <a:gd name="connsiteX0" fmla="*/ 3108161 w 5108590"/>
                <a:gd name="connsiteY0" fmla="*/ 0 h 2871537"/>
                <a:gd name="connsiteX1" fmla="*/ 3989444 w 5108590"/>
                <a:gd name="connsiteY1" fmla="*/ 400035 h 2871537"/>
                <a:gd name="connsiteX2" fmla="*/ 4086693 w 5108590"/>
                <a:gd name="connsiteY2" fmla="*/ 563266 h 2871537"/>
                <a:gd name="connsiteX3" fmla="*/ 4131348 w 5108590"/>
                <a:gd name="connsiteY3" fmla="*/ 534900 h 2871537"/>
                <a:gd name="connsiteX4" fmla="*/ 4405156 w 5108590"/>
                <a:gd name="connsiteY4" fmla="*/ 465220 h 2871537"/>
                <a:gd name="connsiteX5" fmla="*/ 5108590 w 5108590"/>
                <a:gd name="connsiteY5" fmla="*/ 1102292 h 2871537"/>
                <a:gd name="connsiteX6" fmla="*/ 4798453 w 5108590"/>
                <a:gd name="connsiteY6" fmla="*/ 1640226 h 2871537"/>
                <a:gd name="connsiteX7" fmla="*/ 4794480 w 5108590"/>
                <a:gd name="connsiteY7" fmla="*/ 1642029 h 2871537"/>
                <a:gd name="connsiteX8" fmla="*/ 4815013 w 5108590"/>
                <a:gd name="connsiteY8" fmla="*/ 1704408 h 2871537"/>
                <a:gd name="connsiteX9" fmla="*/ 4832286 w 5108590"/>
                <a:gd name="connsiteY9" fmla="*/ 1872313 h 2871537"/>
                <a:gd name="connsiteX10" fmla="*/ 3982054 w 5108590"/>
                <a:gd name="connsiteY10" fmla="*/ 2642334 h 2871537"/>
                <a:gd name="connsiteX11" fmla="*/ 3380849 w 5108590"/>
                <a:gd name="connsiteY11" fmla="*/ 2353576 h 2871537"/>
                <a:gd name="connsiteX12" fmla="*/ 3379137 w 5108590"/>
                <a:gd name="connsiteY12" fmla="*/ 2351518 h 2871537"/>
                <a:gd name="connsiteX13" fmla="*/ 3307654 w 5108590"/>
                <a:gd name="connsiteY13" fmla="*/ 2471502 h 2871537"/>
                <a:gd name="connsiteX14" fmla="*/ 2426371 w 5108590"/>
                <a:gd name="connsiteY14" fmla="*/ 2871537 h 2871537"/>
                <a:gd name="connsiteX15" fmla="*/ 1447099 w 5108590"/>
                <a:gd name="connsiteY15" fmla="*/ 2194760 h 2871537"/>
                <a:gd name="connsiteX16" fmla="*/ 1418508 w 5108590"/>
                <a:gd name="connsiteY16" fmla="*/ 2124456 h 2871537"/>
                <a:gd name="connsiteX17" fmla="*/ 1325605 w 5108590"/>
                <a:gd name="connsiteY17" fmla="*/ 2190236 h 2871537"/>
                <a:gd name="connsiteX18" fmla="*/ 850232 w 5108590"/>
                <a:gd name="connsiteY18" fmla="*/ 2310063 h 2871537"/>
                <a:gd name="connsiteX19" fmla="*/ 0 w 5108590"/>
                <a:gd name="connsiteY19" fmla="*/ 1540042 h 2871537"/>
                <a:gd name="connsiteX20" fmla="*/ 850232 w 5108590"/>
                <a:gd name="connsiteY20" fmla="*/ 770021 h 2871537"/>
                <a:gd name="connsiteX21" fmla="*/ 1021583 w 5108590"/>
                <a:gd name="connsiteY21" fmla="*/ 783848 h 2871537"/>
                <a:gd name="connsiteX22" fmla="*/ 1029246 w 5108590"/>
                <a:gd name="connsiteY22" fmla="*/ 785791 h 2871537"/>
                <a:gd name="connsiteX23" fmla="*/ 1026695 w 5108590"/>
                <a:gd name="connsiteY23" fmla="*/ 770021 h 2871537"/>
                <a:gd name="connsiteX24" fmla="*/ 1876927 w 5108590"/>
                <a:gd name="connsiteY24" fmla="*/ 0 h 2871537"/>
                <a:gd name="connsiteX25" fmla="*/ 2478132 w 5108590"/>
                <a:gd name="connsiteY25" fmla="*/ 208922 h 2871537"/>
                <a:gd name="connsiteX26" fmla="*/ 2500065 w 5108590"/>
                <a:gd name="connsiteY26" fmla="*/ 232394 h 2871537"/>
                <a:gd name="connsiteX27" fmla="*/ 2513944 w 5108590"/>
                <a:gd name="connsiteY27" fmla="*/ 219952 h 2871537"/>
                <a:gd name="connsiteX28" fmla="*/ 3108161 w 5108590"/>
                <a:gd name="connsiteY28" fmla="*/ 0 h 28715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5108590" h="2871537">
                  <a:moveTo>
                    <a:pt x="3108161" y="0"/>
                  </a:moveTo>
                  <a:cubicBezTo>
                    <a:pt x="3475013" y="0"/>
                    <a:pt x="3798453" y="146705"/>
                    <a:pt x="3989444" y="400035"/>
                  </a:cubicBezTo>
                  <a:lnTo>
                    <a:pt x="4086693" y="563266"/>
                  </a:lnTo>
                  <a:lnTo>
                    <a:pt x="4131348" y="534900"/>
                  </a:lnTo>
                  <a:cubicBezTo>
                    <a:pt x="4215506" y="491765"/>
                    <a:pt x="4308032" y="465220"/>
                    <a:pt x="4405156" y="465220"/>
                  </a:cubicBezTo>
                  <a:cubicBezTo>
                    <a:pt x="4793652" y="465220"/>
                    <a:pt x="5108590" y="713796"/>
                    <a:pt x="5108590" y="1102292"/>
                  </a:cubicBezTo>
                  <a:cubicBezTo>
                    <a:pt x="5108590" y="1345102"/>
                    <a:pt x="4985568" y="1533256"/>
                    <a:pt x="4798453" y="1640226"/>
                  </a:cubicBezTo>
                  <a:lnTo>
                    <a:pt x="4794480" y="1642029"/>
                  </a:lnTo>
                  <a:lnTo>
                    <a:pt x="4815013" y="1704408"/>
                  </a:lnTo>
                  <a:cubicBezTo>
                    <a:pt x="4826338" y="1757563"/>
                    <a:pt x="4832286" y="1813617"/>
                    <a:pt x="4832286" y="1872313"/>
                  </a:cubicBezTo>
                  <a:cubicBezTo>
                    <a:pt x="4832286" y="2341883"/>
                    <a:pt x="4451624" y="2642334"/>
                    <a:pt x="3982054" y="2642334"/>
                  </a:cubicBezTo>
                  <a:cubicBezTo>
                    <a:pt x="3747269" y="2642334"/>
                    <a:pt x="3534711" y="2513997"/>
                    <a:pt x="3380849" y="2353576"/>
                  </a:cubicBezTo>
                  <a:lnTo>
                    <a:pt x="3379137" y="2351518"/>
                  </a:lnTo>
                  <a:lnTo>
                    <a:pt x="3307654" y="2471502"/>
                  </a:lnTo>
                  <a:cubicBezTo>
                    <a:pt x="3116662" y="2724832"/>
                    <a:pt x="2793223" y="2871537"/>
                    <a:pt x="2426371" y="2871537"/>
                  </a:cubicBezTo>
                  <a:cubicBezTo>
                    <a:pt x="1986149" y="2871537"/>
                    <a:pt x="1608440" y="2510590"/>
                    <a:pt x="1447099" y="2194760"/>
                  </a:cubicBezTo>
                  <a:lnTo>
                    <a:pt x="1418508" y="2124456"/>
                  </a:lnTo>
                  <a:lnTo>
                    <a:pt x="1325605" y="2190236"/>
                  </a:lnTo>
                  <a:cubicBezTo>
                    <a:pt x="1189907" y="2267812"/>
                    <a:pt x="1026321" y="2310063"/>
                    <a:pt x="850232" y="2310063"/>
                  </a:cubicBezTo>
                  <a:cubicBezTo>
                    <a:pt x="380662" y="2310063"/>
                    <a:pt x="0" y="1796716"/>
                    <a:pt x="0" y="1540042"/>
                  </a:cubicBezTo>
                  <a:cubicBezTo>
                    <a:pt x="0" y="1283368"/>
                    <a:pt x="380662" y="770021"/>
                    <a:pt x="850232" y="770021"/>
                  </a:cubicBezTo>
                  <a:cubicBezTo>
                    <a:pt x="908928" y="770021"/>
                    <a:pt x="966235" y="774716"/>
                    <a:pt x="1021583" y="783848"/>
                  </a:cubicBezTo>
                  <a:lnTo>
                    <a:pt x="1029246" y="785791"/>
                  </a:lnTo>
                  <a:lnTo>
                    <a:pt x="1026695" y="770021"/>
                  </a:lnTo>
                  <a:cubicBezTo>
                    <a:pt x="1026695" y="513347"/>
                    <a:pt x="1407357" y="0"/>
                    <a:pt x="1876927" y="0"/>
                  </a:cubicBezTo>
                  <a:cubicBezTo>
                    <a:pt x="2111712" y="0"/>
                    <a:pt x="2324270" y="75113"/>
                    <a:pt x="2478132" y="208922"/>
                  </a:cubicBezTo>
                  <a:lnTo>
                    <a:pt x="2500065" y="232394"/>
                  </a:lnTo>
                  <a:lnTo>
                    <a:pt x="2513944" y="219952"/>
                  </a:lnTo>
                  <a:cubicBezTo>
                    <a:pt x="2683567" y="90237"/>
                    <a:pt x="2888050" y="0"/>
                    <a:pt x="3108161" y="0"/>
                  </a:cubicBezTo>
                  <a:close/>
                </a:path>
              </a:pathLst>
            </a:custGeom>
            <a:solidFill>
              <a:schemeClr val="bg1"/>
            </a:solidFill>
            <a:ln w="19050">
              <a:solidFill>
                <a:srgbClr val="1F4E79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noAutofit/>
            </a:bodyPr>
            <a:lstStyle/>
            <a:p>
              <a:pPr algn="ctr"/>
              <a:endParaRPr lang="zh-CN" altLang="en-US"/>
            </a:p>
          </p:txBody>
        </p:sp>
        <p:sp>
          <p:nvSpPr>
            <p:cNvPr id="259" name="任意多边形 258"/>
            <p:cNvSpPr/>
            <p:nvPr>
              <p:custDataLst>
                <p:tags r:id="rId15"/>
              </p:custDataLst>
            </p:nvPr>
          </p:nvSpPr>
          <p:spPr>
            <a:xfrm>
              <a:off x="1499734" y="2157271"/>
              <a:ext cx="770022" cy="464385"/>
            </a:xfrm>
            <a:custGeom>
              <a:avLst/>
              <a:gdLst>
                <a:gd name="connsiteX0" fmla="*/ 3108161 w 5108590"/>
                <a:gd name="connsiteY0" fmla="*/ 0 h 2871537"/>
                <a:gd name="connsiteX1" fmla="*/ 3989444 w 5108590"/>
                <a:gd name="connsiteY1" fmla="*/ 400035 h 2871537"/>
                <a:gd name="connsiteX2" fmla="*/ 4086693 w 5108590"/>
                <a:gd name="connsiteY2" fmla="*/ 563266 h 2871537"/>
                <a:gd name="connsiteX3" fmla="*/ 4131348 w 5108590"/>
                <a:gd name="connsiteY3" fmla="*/ 534900 h 2871537"/>
                <a:gd name="connsiteX4" fmla="*/ 4405156 w 5108590"/>
                <a:gd name="connsiteY4" fmla="*/ 465220 h 2871537"/>
                <a:gd name="connsiteX5" fmla="*/ 5108590 w 5108590"/>
                <a:gd name="connsiteY5" fmla="*/ 1102292 h 2871537"/>
                <a:gd name="connsiteX6" fmla="*/ 4798453 w 5108590"/>
                <a:gd name="connsiteY6" fmla="*/ 1640226 h 2871537"/>
                <a:gd name="connsiteX7" fmla="*/ 4794480 w 5108590"/>
                <a:gd name="connsiteY7" fmla="*/ 1642029 h 2871537"/>
                <a:gd name="connsiteX8" fmla="*/ 4815013 w 5108590"/>
                <a:gd name="connsiteY8" fmla="*/ 1704408 h 2871537"/>
                <a:gd name="connsiteX9" fmla="*/ 4832286 w 5108590"/>
                <a:gd name="connsiteY9" fmla="*/ 1872313 h 2871537"/>
                <a:gd name="connsiteX10" fmla="*/ 3982054 w 5108590"/>
                <a:gd name="connsiteY10" fmla="*/ 2642334 h 2871537"/>
                <a:gd name="connsiteX11" fmla="*/ 3380849 w 5108590"/>
                <a:gd name="connsiteY11" fmla="*/ 2353576 h 2871537"/>
                <a:gd name="connsiteX12" fmla="*/ 3379137 w 5108590"/>
                <a:gd name="connsiteY12" fmla="*/ 2351518 h 2871537"/>
                <a:gd name="connsiteX13" fmla="*/ 3307654 w 5108590"/>
                <a:gd name="connsiteY13" fmla="*/ 2471502 h 2871537"/>
                <a:gd name="connsiteX14" fmla="*/ 2426371 w 5108590"/>
                <a:gd name="connsiteY14" fmla="*/ 2871537 h 2871537"/>
                <a:gd name="connsiteX15" fmla="*/ 1447099 w 5108590"/>
                <a:gd name="connsiteY15" fmla="*/ 2194760 h 2871537"/>
                <a:gd name="connsiteX16" fmla="*/ 1418508 w 5108590"/>
                <a:gd name="connsiteY16" fmla="*/ 2124456 h 2871537"/>
                <a:gd name="connsiteX17" fmla="*/ 1325605 w 5108590"/>
                <a:gd name="connsiteY17" fmla="*/ 2190236 h 2871537"/>
                <a:gd name="connsiteX18" fmla="*/ 850232 w 5108590"/>
                <a:gd name="connsiteY18" fmla="*/ 2310063 h 2871537"/>
                <a:gd name="connsiteX19" fmla="*/ 0 w 5108590"/>
                <a:gd name="connsiteY19" fmla="*/ 1540042 h 2871537"/>
                <a:gd name="connsiteX20" fmla="*/ 850232 w 5108590"/>
                <a:gd name="connsiteY20" fmla="*/ 770021 h 2871537"/>
                <a:gd name="connsiteX21" fmla="*/ 1021583 w 5108590"/>
                <a:gd name="connsiteY21" fmla="*/ 783848 h 2871537"/>
                <a:gd name="connsiteX22" fmla="*/ 1029246 w 5108590"/>
                <a:gd name="connsiteY22" fmla="*/ 785791 h 2871537"/>
                <a:gd name="connsiteX23" fmla="*/ 1026695 w 5108590"/>
                <a:gd name="connsiteY23" fmla="*/ 770021 h 2871537"/>
                <a:gd name="connsiteX24" fmla="*/ 1876927 w 5108590"/>
                <a:gd name="connsiteY24" fmla="*/ 0 h 2871537"/>
                <a:gd name="connsiteX25" fmla="*/ 2478132 w 5108590"/>
                <a:gd name="connsiteY25" fmla="*/ 208922 h 2871537"/>
                <a:gd name="connsiteX26" fmla="*/ 2500065 w 5108590"/>
                <a:gd name="connsiteY26" fmla="*/ 232394 h 2871537"/>
                <a:gd name="connsiteX27" fmla="*/ 2513944 w 5108590"/>
                <a:gd name="connsiteY27" fmla="*/ 219952 h 2871537"/>
                <a:gd name="connsiteX28" fmla="*/ 3108161 w 5108590"/>
                <a:gd name="connsiteY28" fmla="*/ 0 h 28715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5108590" h="2871537">
                  <a:moveTo>
                    <a:pt x="3108161" y="0"/>
                  </a:moveTo>
                  <a:cubicBezTo>
                    <a:pt x="3475013" y="0"/>
                    <a:pt x="3798453" y="146705"/>
                    <a:pt x="3989444" y="400035"/>
                  </a:cubicBezTo>
                  <a:lnTo>
                    <a:pt x="4086693" y="563266"/>
                  </a:lnTo>
                  <a:lnTo>
                    <a:pt x="4131348" y="534900"/>
                  </a:lnTo>
                  <a:cubicBezTo>
                    <a:pt x="4215506" y="491765"/>
                    <a:pt x="4308032" y="465220"/>
                    <a:pt x="4405156" y="465220"/>
                  </a:cubicBezTo>
                  <a:cubicBezTo>
                    <a:pt x="4793652" y="465220"/>
                    <a:pt x="5108590" y="713796"/>
                    <a:pt x="5108590" y="1102292"/>
                  </a:cubicBezTo>
                  <a:cubicBezTo>
                    <a:pt x="5108590" y="1345102"/>
                    <a:pt x="4985568" y="1533256"/>
                    <a:pt x="4798453" y="1640226"/>
                  </a:cubicBezTo>
                  <a:lnTo>
                    <a:pt x="4794480" y="1642029"/>
                  </a:lnTo>
                  <a:lnTo>
                    <a:pt x="4815013" y="1704408"/>
                  </a:lnTo>
                  <a:cubicBezTo>
                    <a:pt x="4826338" y="1757563"/>
                    <a:pt x="4832286" y="1813617"/>
                    <a:pt x="4832286" y="1872313"/>
                  </a:cubicBezTo>
                  <a:cubicBezTo>
                    <a:pt x="4832286" y="2341883"/>
                    <a:pt x="4451624" y="2642334"/>
                    <a:pt x="3982054" y="2642334"/>
                  </a:cubicBezTo>
                  <a:cubicBezTo>
                    <a:pt x="3747269" y="2642334"/>
                    <a:pt x="3534711" y="2513997"/>
                    <a:pt x="3380849" y="2353576"/>
                  </a:cubicBezTo>
                  <a:lnTo>
                    <a:pt x="3379137" y="2351518"/>
                  </a:lnTo>
                  <a:lnTo>
                    <a:pt x="3307654" y="2471502"/>
                  </a:lnTo>
                  <a:cubicBezTo>
                    <a:pt x="3116662" y="2724832"/>
                    <a:pt x="2793223" y="2871537"/>
                    <a:pt x="2426371" y="2871537"/>
                  </a:cubicBezTo>
                  <a:cubicBezTo>
                    <a:pt x="1986149" y="2871537"/>
                    <a:pt x="1608440" y="2510590"/>
                    <a:pt x="1447099" y="2194760"/>
                  </a:cubicBezTo>
                  <a:lnTo>
                    <a:pt x="1418508" y="2124456"/>
                  </a:lnTo>
                  <a:lnTo>
                    <a:pt x="1325605" y="2190236"/>
                  </a:lnTo>
                  <a:cubicBezTo>
                    <a:pt x="1189907" y="2267812"/>
                    <a:pt x="1026321" y="2310063"/>
                    <a:pt x="850232" y="2310063"/>
                  </a:cubicBezTo>
                  <a:cubicBezTo>
                    <a:pt x="380662" y="2310063"/>
                    <a:pt x="0" y="1796716"/>
                    <a:pt x="0" y="1540042"/>
                  </a:cubicBezTo>
                  <a:cubicBezTo>
                    <a:pt x="0" y="1283368"/>
                    <a:pt x="380662" y="770021"/>
                    <a:pt x="850232" y="770021"/>
                  </a:cubicBezTo>
                  <a:cubicBezTo>
                    <a:pt x="908928" y="770021"/>
                    <a:pt x="966235" y="774716"/>
                    <a:pt x="1021583" y="783848"/>
                  </a:cubicBezTo>
                  <a:lnTo>
                    <a:pt x="1029246" y="785791"/>
                  </a:lnTo>
                  <a:lnTo>
                    <a:pt x="1026695" y="770021"/>
                  </a:lnTo>
                  <a:cubicBezTo>
                    <a:pt x="1026695" y="513347"/>
                    <a:pt x="1407357" y="0"/>
                    <a:pt x="1876927" y="0"/>
                  </a:cubicBezTo>
                  <a:cubicBezTo>
                    <a:pt x="2111712" y="0"/>
                    <a:pt x="2324270" y="75113"/>
                    <a:pt x="2478132" y="208922"/>
                  </a:cubicBezTo>
                  <a:lnTo>
                    <a:pt x="2500065" y="232394"/>
                  </a:lnTo>
                  <a:lnTo>
                    <a:pt x="2513944" y="219952"/>
                  </a:lnTo>
                  <a:cubicBezTo>
                    <a:pt x="2683567" y="90237"/>
                    <a:pt x="2888050" y="0"/>
                    <a:pt x="3108161" y="0"/>
                  </a:cubicBezTo>
                  <a:close/>
                </a:path>
              </a:pathLst>
            </a:custGeom>
            <a:solidFill>
              <a:schemeClr val="bg1"/>
            </a:solidFill>
            <a:ln w="19050">
              <a:solidFill>
                <a:srgbClr val="1F4E79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noAutofit/>
            </a:bodyPr>
            <a:lstStyle/>
            <a:p>
              <a:pPr algn="ctr"/>
              <a:endParaRPr lang="zh-CN" altLang="en-US"/>
            </a:p>
          </p:txBody>
        </p:sp>
      </p:grpSp>
      <p:grpSp>
        <p:nvGrpSpPr>
          <p:cNvPr id="260" name="Group 22"/>
          <p:cNvGrpSpPr/>
          <p:nvPr/>
        </p:nvGrpSpPr>
        <p:grpSpPr>
          <a:xfrm>
            <a:off x="395576" y="4067441"/>
            <a:ext cx="953802" cy="435606"/>
            <a:chOff x="0" y="-1"/>
            <a:chExt cx="1887191" cy="861891"/>
          </a:xfrm>
        </p:grpSpPr>
        <p:sp>
          <p:nvSpPr>
            <p:cNvPr id="261" name="Shape 20"/>
            <p:cNvSpPr/>
            <p:nvPr>
              <p:custDataLst>
                <p:tags r:id="rId12"/>
              </p:custDataLst>
            </p:nvPr>
          </p:nvSpPr>
          <p:spPr>
            <a:xfrm>
              <a:off x="279400" y="406400"/>
              <a:ext cx="1606206" cy="45549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74" h="20451" extrusionOk="0">
                  <a:moveTo>
                    <a:pt x="0" y="19208"/>
                  </a:moveTo>
                  <a:cubicBezTo>
                    <a:pt x="4851" y="18183"/>
                    <a:pt x="8348" y="15830"/>
                    <a:pt x="11759" y="14762"/>
                  </a:cubicBezTo>
                  <a:cubicBezTo>
                    <a:pt x="14906" y="13777"/>
                    <a:pt x="17829" y="8081"/>
                    <a:pt x="19986" y="0"/>
                  </a:cubicBezTo>
                  <a:cubicBezTo>
                    <a:pt x="21056" y="3168"/>
                    <a:pt x="21600" y="19813"/>
                    <a:pt x="21573" y="19813"/>
                  </a:cubicBezTo>
                  <a:cubicBezTo>
                    <a:pt x="17828" y="19813"/>
                    <a:pt x="14082" y="19819"/>
                    <a:pt x="10337" y="19818"/>
                  </a:cubicBezTo>
                  <a:cubicBezTo>
                    <a:pt x="8484" y="19817"/>
                    <a:pt x="6631" y="19817"/>
                    <a:pt x="4779" y="19809"/>
                  </a:cubicBezTo>
                  <a:cubicBezTo>
                    <a:pt x="3446" y="19802"/>
                    <a:pt x="1189" y="21600"/>
                    <a:pt x="0" y="19208"/>
                  </a:cubicBezTo>
                  <a:close/>
                </a:path>
              </a:pathLst>
            </a:custGeom>
            <a:solidFill>
              <a:srgbClr val="E7E4EA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457200">
                <a:defRPr sz="3000">
                  <a:solidFill>
                    <a:srgbClr val="FFFFFF"/>
                  </a:solidFill>
                  <a:effectLst>
                    <a:outerShdw blurRad="38100" dist="12700" dir="5400000" rotWithShape="0">
                      <a:srgbClr val="000000">
                        <a:alpha val="50000"/>
                      </a:srgbClr>
                    </a:outerShdw>
                  </a:effectLst>
                </a:defRPr>
              </a:pPr>
              <a:endParaRPr/>
            </a:p>
          </p:txBody>
        </p:sp>
        <p:sp>
          <p:nvSpPr>
            <p:cNvPr id="262" name="Shape 21"/>
            <p:cNvSpPr/>
            <p:nvPr>
              <p:custDataLst>
                <p:tags r:id="rId13"/>
              </p:custDataLst>
            </p:nvPr>
          </p:nvSpPr>
          <p:spPr>
            <a:xfrm>
              <a:off x="0" y="-1"/>
              <a:ext cx="1887191" cy="848841"/>
            </a:xfrm>
            <a:custGeom>
              <a:avLst/>
              <a:gdLst>
                <a:gd name="connsiteX0" fmla="*/ 7770 w 21600"/>
                <a:gd name="connsiteY0" fmla="*/ 21519 h 23557"/>
                <a:gd name="connsiteX1" fmla="*/ 0 w 21600"/>
                <a:gd name="connsiteY1" fmla="*/ 21519 h 23557"/>
                <a:gd name="connsiteX2" fmla="*/ 745 w 21600"/>
                <a:gd name="connsiteY2" fmla="*/ 12132 h 23557"/>
                <a:gd name="connsiteX3" fmla="*/ 4557 w 21600"/>
                <a:gd name="connsiteY3" fmla="*/ 10885 h 23557"/>
                <a:gd name="connsiteX4" fmla="*/ 8782 w 21600"/>
                <a:gd name="connsiteY4" fmla="*/ 1 h 23557"/>
                <a:gd name="connsiteX5" fmla="*/ 13726 w 21600"/>
                <a:gd name="connsiteY5" fmla="*/ 11178 h 23557"/>
                <a:gd name="connsiteX6" fmla="*/ 19043 w 21600"/>
                <a:gd name="connsiteY6" fmla="*/ 7147 h 23557"/>
                <a:gd name="connsiteX7" fmla="*/ 21600 w 21600"/>
                <a:gd name="connsiteY7" fmla="*/ 21519 h 23557"/>
                <a:gd name="connsiteX8" fmla="*/ 8690 w 21600"/>
                <a:gd name="connsiteY8" fmla="*/ 23557 h 23557"/>
                <a:gd name="connsiteX0-1" fmla="*/ 7770 w 21600"/>
                <a:gd name="connsiteY0-2" fmla="*/ 21519 h 21519"/>
                <a:gd name="connsiteX1-3" fmla="*/ 0 w 21600"/>
                <a:gd name="connsiteY1-4" fmla="*/ 21519 h 21519"/>
                <a:gd name="connsiteX2-5" fmla="*/ 745 w 21600"/>
                <a:gd name="connsiteY2-6" fmla="*/ 12132 h 21519"/>
                <a:gd name="connsiteX3-7" fmla="*/ 4557 w 21600"/>
                <a:gd name="connsiteY3-8" fmla="*/ 10885 h 21519"/>
                <a:gd name="connsiteX4-9" fmla="*/ 8782 w 21600"/>
                <a:gd name="connsiteY4-10" fmla="*/ 1 h 21519"/>
                <a:gd name="connsiteX5-11" fmla="*/ 13726 w 21600"/>
                <a:gd name="connsiteY5-12" fmla="*/ 11178 h 21519"/>
                <a:gd name="connsiteX6-13" fmla="*/ 19043 w 21600"/>
                <a:gd name="connsiteY6-14" fmla="*/ 7147 h 21519"/>
                <a:gd name="connsiteX7-15" fmla="*/ 21600 w 21600"/>
                <a:gd name="connsiteY7-16" fmla="*/ 21519 h 21519"/>
                <a:gd name="connsiteX0-17" fmla="*/ 0 w 21600"/>
                <a:gd name="connsiteY0-18" fmla="*/ 21519 h 21519"/>
                <a:gd name="connsiteX1-19" fmla="*/ 745 w 21600"/>
                <a:gd name="connsiteY1-20" fmla="*/ 12132 h 21519"/>
                <a:gd name="connsiteX2-21" fmla="*/ 4557 w 21600"/>
                <a:gd name="connsiteY2-22" fmla="*/ 10885 h 21519"/>
                <a:gd name="connsiteX3-23" fmla="*/ 8782 w 21600"/>
                <a:gd name="connsiteY3-24" fmla="*/ 1 h 21519"/>
                <a:gd name="connsiteX4-25" fmla="*/ 13726 w 21600"/>
                <a:gd name="connsiteY4-26" fmla="*/ 11178 h 21519"/>
                <a:gd name="connsiteX5-27" fmla="*/ 19043 w 21600"/>
                <a:gd name="connsiteY5-28" fmla="*/ 7147 h 21519"/>
                <a:gd name="connsiteX6-29" fmla="*/ 21600 w 21600"/>
                <a:gd name="connsiteY6-30" fmla="*/ 21519 h 21519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21600" h="21519" extrusionOk="0">
                  <a:moveTo>
                    <a:pt x="0" y="21519"/>
                  </a:moveTo>
                  <a:cubicBezTo>
                    <a:pt x="53" y="17915"/>
                    <a:pt x="143" y="14345"/>
                    <a:pt x="745" y="12132"/>
                  </a:cubicBezTo>
                  <a:cubicBezTo>
                    <a:pt x="1347" y="9920"/>
                    <a:pt x="2460" y="9063"/>
                    <a:pt x="4557" y="10885"/>
                  </a:cubicBezTo>
                  <a:cubicBezTo>
                    <a:pt x="4266" y="3514"/>
                    <a:pt x="6464" y="-81"/>
                    <a:pt x="8782" y="1"/>
                  </a:cubicBezTo>
                  <a:cubicBezTo>
                    <a:pt x="11100" y="83"/>
                    <a:pt x="13537" y="3842"/>
                    <a:pt x="13726" y="11178"/>
                  </a:cubicBezTo>
                  <a:cubicBezTo>
                    <a:pt x="14814" y="7849"/>
                    <a:pt x="17234" y="5175"/>
                    <a:pt x="19043" y="7147"/>
                  </a:cubicBezTo>
                  <a:cubicBezTo>
                    <a:pt x="21193" y="9491"/>
                    <a:pt x="21277" y="16976"/>
                    <a:pt x="21600" y="21519"/>
                  </a:cubicBezTo>
                </a:path>
              </a:pathLst>
            </a:custGeom>
            <a:noFill/>
            <a:ln w="38100" cap="flat">
              <a:solidFill>
                <a:srgbClr val="1F4E79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457200">
                <a:defRPr sz="3000">
                  <a:solidFill>
                    <a:srgbClr val="FFFFFF"/>
                  </a:solidFill>
                  <a:effectLst>
                    <a:outerShdw blurRad="38100" dist="12700" dir="5400000" rotWithShape="0">
                      <a:srgbClr val="000000">
                        <a:alpha val="50000"/>
                      </a:srgbClr>
                    </a:outerShdw>
                  </a:effectLst>
                </a:defRPr>
              </a:pPr>
              <a:endParaRPr/>
            </a:p>
          </p:txBody>
        </p:sp>
      </p:grpSp>
      <p:grpSp>
        <p:nvGrpSpPr>
          <p:cNvPr id="264" name="Group 98"/>
          <p:cNvGrpSpPr/>
          <p:nvPr/>
        </p:nvGrpSpPr>
        <p:grpSpPr>
          <a:xfrm rot="1262012">
            <a:off x="1397198" y="1449667"/>
            <a:ext cx="673320" cy="842234"/>
            <a:chOff x="0" y="0"/>
            <a:chExt cx="1561716" cy="1953500"/>
          </a:xfrm>
        </p:grpSpPr>
        <p:grpSp>
          <p:nvGrpSpPr>
            <p:cNvPr id="265" name="Group 90"/>
            <p:cNvGrpSpPr/>
            <p:nvPr/>
          </p:nvGrpSpPr>
          <p:grpSpPr>
            <a:xfrm>
              <a:off x="622299" y="723900"/>
              <a:ext cx="539187" cy="576209"/>
              <a:chOff x="0" y="0"/>
              <a:chExt cx="539185" cy="576208"/>
            </a:xfrm>
          </p:grpSpPr>
          <p:sp>
            <p:nvSpPr>
              <p:cNvPr id="273" name="Shape 88"/>
              <p:cNvSpPr/>
              <p:nvPr>
                <p:custDataLst>
                  <p:tags r:id="rId10"/>
                </p:custDataLst>
              </p:nvPr>
            </p:nvSpPr>
            <p:spPr>
              <a:xfrm>
                <a:off x="-1" y="0"/>
                <a:ext cx="539187" cy="576209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124" h="17472" extrusionOk="0">
                    <a:moveTo>
                      <a:pt x="17716" y="14514"/>
                    </a:moveTo>
                    <a:cubicBezTo>
                      <a:pt x="20957" y="10991"/>
                      <a:pt x="21156" y="5148"/>
                      <a:pt x="16903" y="2098"/>
                    </a:cubicBezTo>
                    <a:cubicBezTo>
                      <a:pt x="10629" y="-2401"/>
                      <a:pt x="569" y="729"/>
                      <a:pt x="21" y="7726"/>
                    </a:cubicBezTo>
                    <a:cubicBezTo>
                      <a:pt x="-444" y="13669"/>
                      <a:pt x="6904" y="19199"/>
                      <a:pt x="13877" y="16965"/>
                    </a:cubicBezTo>
                    <a:cubicBezTo>
                      <a:pt x="15420" y="16471"/>
                      <a:pt x="16714" y="15603"/>
                      <a:pt x="17716" y="14514"/>
                    </a:cubicBezTo>
                    <a:close/>
                  </a:path>
                </a:pathLst>
              </a:custGeom>
              <a:solidFill>
                <a:srgbClr val="E7E4EA"/>
              </a:solidFill>
              <a:ln w="28575" cap="flat">
                <a:solidFill>
                  <a:srgbClr val="1F4E79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defTabSz="457200">
                  <a:defRPr sz="3000">
                    <a:solidFill>
                      <a:srgbClr val="FFFFFF"/>
                    </a:solidFill>
                    <a:effectLst>
                      <a:outerShdw blurRad="38100" dist="12700" dir="5400000" rotWithShape="0">
                        <a:srgbClr val="000000">
                          <a:alpha val="50000"/>
                        </a:srgbClr>
                      </a:outerShdw>
                    </a:effectLst>
                  </a:defRPr>
                </a:pPr>
                <a:endParaRPr/>
              </a:p>
            </p:txBody>
          </p:sp>
          <p:sp>
            <p:nvSpPr>
              <p:cNvPr id="274" name="Shape 89"/>
              <p:cNvSpPr/>
              <p:nvPr>
                <p:custDataLst>
                  <p:tags r:id="rId11"/>
                </p:custDataLst>
              </p:nvPr>
            </p:nvSpPr>
            <p:spPr>
              <a:xfrm>
                <a:off x="114300" y="114300"/>
                <a:ext cx="320568" cy="34257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125" h="17472" extrusionOk="0">
                    <a:moveTo>
                      <a:pt x="17716" y="14515"/>
                    </a:moveTo>
                    <a:cubicBezTo>
                      <a:pt x="20957" y="10992"/>
                      <a:pt x="21156" y="5149"/>
                      <a:pt x="16903" y="2099"/>
                    </a:cubicBezTo>
                    <a:cubicBezTo>
                      <a:pt x="10629" y="-2400"/>
                      <a:pt x="569" y="730"/>
                      <a:pt x="21" y="7727"/>
                    </a:cubicBezTo>
                    <a:cubicBezTo>
                      <a:pt x="-444" y="13670"/>
                      <a:pt x="6904" y="19200"/>
                      <a:pt x="13878" y="16966"/>
                    </a:cubicBezTo>
                    <a:cubicBezTo>
                      <a:pt x="15420" y="16471"/>
                      <a:pt x="16714" y="15604"/>
                      <a:pt x="17716" y="14515"/>
                    </a:cubicBezTo>
                    <a:close/>
                  </a:path>
                </a:pathLst>
              </a:custGeom>
              <a:solidFill>
                <a:srgbClr val="FDD67A"/>
              </a:solidFill>
              <a:ln w="28575" cap="flat">
                <a:solidFill>
                  <a:srgbClr val="1F4E79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defTabSz="457200">
                  <a:defRPr sz="3000">
                    <a:solidFill>
                      <a:srgbClr val="FFFFFF"/>
                    </a:solidFill>
                    <a:effectLst>
                      <a:outerShdw blurRad="38100" dist="12700" dir="5400000" rotWithShape="0">
                        <a:srgbClr val="000000">
                          <a:alpha val="50000"/>
                        </a:srgbClr>
                      </a:outerShdw>
                    </a:effectLst>
                  </a:defRPr>
                </a:pPr>
                <a:endParaRPr/>
              </a:p>
            </p:txBody>
          </p:sp>
        </p:grpSp>
        <p:grpSp>
          <p:nvGrpSpPr>
            <p:cNvPr id="266" name="Group 97"/>
            <p:cNvGrpSpPr/>
            <p:nvPr/>
          </p:nvGrpSpPr>
          <p:grpSpPr>
            <a:xfrm>
              <a:off x="0" y="-1"/>
              <a:ext cx="1561717" cy="1953502"/>
              <a:chOff x="0" y="0"/>
              <a:chExt cx="1561716" cy="1953500"/>
            </a:xfrm>
          </p:grpSpPr>
          <p:sp>
            <p:nvSpPr>
              <p:cNvPr id="267" name="Shape 91"/>
              <p:cNvSpPr/>
              <p:nvPr>
                <p:custDataLst>
                  <p:tags r:id="rId4"/>
                </p:custDataLst>
              </p:nvPr>
            </p:nvSpPr>
            <p:spPr>
              <a:xfrm>
                <a:off x="-1" y="0"/>
                <a:ext cx="1561718" cy="1953501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113" h="21575" extrusionOk="0">
                    <a:moveTo>
                      <a:pt x="4422" y="10273"/>
                    </a:moveTo>
                    <a:cubicBezTo>
                      <a:pt x="4988" y="10128"/>
                      <a:pt x="5596" y="10037"/>
                      <a:pt x="6024" y="10128"/>
                    </a:cubicBezTo>
                    <a:cubicBezTo>
                      <a:pt x="7105" y="8239"/>
                      <a:pt x="8932" y="6998"/>
                      <a:pt x="10714" y="5587"/>
                    </a:cubicBezTo>
                    <a:cubicBezTo>
                      <a:pt x="12697" y="4016"/>
                      <a:pt x="14777" y="2735"/>
                      <a:pt x="17151" y="1581"/>
                    </a:cubicBezTo>
                    <a:cubicBezTo>
                      <a:pt x="18423" y="962"/>
                      <a:pt x="19735" y="449"/>
                      <a:pt x="21109" y="0"/>
                    </a:cubicBezTo>
                    <a:cubicBezTo>
                      <a:pt x="21057" y="17"/>
                      <a:pt x="21261" y="2955"/>
                      <a:pt x="20839" y="4745"/>
                    </a:cubicBezTo>
                    <a:cubicBezTo>
                      <a:pt x="20497" y="6196"/>
                      <a:pt x="20104" y="7587"/>
                      <a:pt x="19402" y="8948"/>
                    </a:cubicBezTo>
                    <a:cubicBezTo>
                      <a:pt x="18832" y="10055"/>
                      <a:pt x="18455" y="11150"/>
                      <a:pt x="17794" y="12230"/>
                    </a:cubicBezTo>
                    <a:cubicBezTo>
                      <a:pt x="17708" y="12371"/>
                      <a:pt x="16484" y="14383"/>
                      <a:pt x="16436" y="14360"/>
                    </a:cubicBezTo>
                    <a:cubicBezTo>
                      <a:pt x="16949" y="14631"/>
                      <a:pt x="17118" y="15843"/>
                      <a:pt x="17101" y="16284"/>
                    </a:cubicBezTo>
                    <a:cubicBezTo>
                      <a:pt x="17074" y="17045"/>
                      <a:pt x="16801" y="18083"/>
                      <a:pt x="16459" y="18783"/>
                    </a:cubicBezTo>
                    <a:cubicBezTo>
                      <a:pt x="15792" y="20152"/>
                      <a:pt x="14589" y="21319"/>
                      <a:pt x="12593" y="21505"/>
                    </a:cubicBezTo>
                    <a:cubicBezTo>
                      <a:pt x="12169" y="21545"/>
                      <a:pt x="11727" y="21600"/>
                      <a:pt x="11302" y="21562"/>
                    </a:cubicBezTo>
                    <a:cubicBezTo>
                      <a:pt x="11902" y="21366"/>
                      <a:pt x="12300" y="20667"/>
                      <a:pt x="12472" y="20196"/>
                    </a:cubicBezTo>
                    <a:cubicBezTo>
                      <a:pt x="12593" y="19865"/>
                      <a:pt x="12628" y="19516"/>
                      <a:pt x="12567" y="19173"/>
                    </a:cubicBezTo>
                    <a:cubicBezTo>
                      <a:pt x="12547" y="19061"/>
                      <a:pt x="12120" y="18241"/>
                      <a:pt x="12133" y="18225"/>
                    </a:cubicBezTo>
                    <a:cubicBezTo>
                      <a:pt x="11577" y="18901"/>
                      <a:pt x="10529" y="19406"/>
                      <a:pt x="9649" y="19755"/>
                    </a:cubicBezTo>
                    <a:cubicBezTo>
                      <a:pt x="9055" y="19528"/>
                      <a:pt x="7992" y="18910"/>
                      <a:pt x="7621" y="18704"/>
                    </a:cubicBezTo>
                    <a:cubicBezTo>
                      <a:pt x="6788" y="18241"/>
                      <a:pt x="5993" y="17735"/>
                      <a:pt x="5229" y="17198"/>
                    </a:cubicBezTo>
                    <a:cubicBezTo>
                      <a:pt x="4963" y="17011"/>
                      <a:pt x="4136" y="16487"/>
                      <a:pt x="4026" y="16251"/>
                    </a:cubicBezTo>
                    <a:cubicBezTo>
                      <a:pt x="3931" y="16045"/>
                      <a:pt x="4554" y="14389"/>
                      <a:pt x="4437" y="14350"/>
                    </a:cubicBezTo>
                    <a:cubicBezTo>
                      <a:pt x="3946" y="14185"/>
                      <a:pt x="3105" y="14445"/>
                      <a:pt x="2643" y="14602"/>
                    </a:cubicBezTo>
                    <a:cubicBezTo>
                      <a:pt x="2110" y="14785"/>
                      <a:pt x="835" y="15557"/>
                      <a:pt x="800" y="16582"/>
                    </a:cubicBezTo>
                    <a:cubicBezTo>
                      <a:pt x="-339" y="15137"/>
                      <a:pt x="-266" y="13495"/>
                      <a:pt x="1050" y="12196"/>
                    </a:cubicBezTo>
                    <a:cubicBezTo>
                      <a:pt x="1672" y="11583"/>
                      <a:pt x="2430" y="11014"/>
                      <a:pt x="3301" y="10647"/>
                    </a:cubicBezTo>
                    <a:cubicBezTo>
                      <a:pt x="3585" y="10527"/>
                      <a:pt x="3992" y="10384"/>
                      <a:pt x="4422" y="10273"/>
                    </a:cubicBezTo>
                    <a:close/>
                  </a:path>
                </a:pathLst>
              </a:custGeom>
              <a:noFill/>
              <a:ln w="28575" cap="flat">
                <a:solidFill>
                  <a:srgbClr val="1F4E79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defTabSz="457200">
                  <a:defRPr sz="3000">
                    <a:solidFill>
                      <a:srgbClr val="FFFFFF"/>
                    </a:solidFill>
                    <a:effectLst>
                      <a:outerShdw blurRad="38100" dist="12700" dir="5400000" rotWithShape="0">
                        <a:srgbClr val="000000">
                          <a:alpha val="50000"/>
                        </a:srgbClr>
                      </a:outerShdw>
                    </a:effectLst>
                  </a:defRPr>
                </a:pPr>
                <a:endParaRPr/>
              </a:p>
            </p:txBody>
          </p:sp>
          <p:sp>
            <p:nvSpPr>
              <p:cNvPr id="268" name="Shape 92"/>
              <p:cNvSpPr/>
              <p:nvPr>
                <p:custDataLst>
                  <p:tags r:id="rId5"/>
                </p:custDataLst>
              </p:nvPr>
            </p:nvSpPr>
            <p:spPr>
              <a:xfrm>
                <a:off x="1066800" y="266700"/>
                <a:ext cx="431366" cy="289037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0" y="0"/>
                    </a:moveTo>
                    <a:cubicBezTo>
                      <a:pt x="2379" y="6426"/>
                      <a:pt x="7227" y="11376"/>
                      <a:pt x="11452" y="14964"/>
                    </a:cubicBezTo>
                    <a:cubicBezTo>
                      <a:pt x="13898" y="17041"/>
                      <a:pt x="19295" y="20423"/>
                      <a:pt x="21600" y="21600"/>
                    </a:cubicBezTo>
                  </a:path>
                </a:pathLst>
              </a:custGeom>
              <a:noFill/>
              <a:ln w="28575" cap="flat">
                <a:solidFill>
                  <a:srgbClr val="1F4E79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defTabSz="457200">
                  <a:defRPr sz="3000">
                    <a:solidFill>
                      <a:srgbClr val="FFFFFF"/>
                    </a:solidFill>
                    <a:effectLst>
                      <a:outerShdw blurRad="38100" dist="12700" dir="5400000" rotWithShape="0">
                        <a:srgbClr val="000000">
                          <a:alpha val="50000"/>
                        </a:srgbClr>
                      </a:outerShdw>
                    </a:effectLst>
                  </a:defRPr>
                </a:pPr>
                <a:endParaRPr/>
              </a:p>
            </p:txBody>
          </p:sp>
          <p:sp>
            <p:nvSpPr>
              <p:cNvPr id="269" name="Shape 93"/>
              <p:cNvSpPr/>
              <p:nvPr>
                <p:custDataLst>
                  <p:tags r:id="rId6"/>
                </p:custDataLst>
              </p:nvPr>
            </p:nvSpPr>
            <p:spPr>
              <a:xfrm>
                <a:off x="1003300" y="317500"/>
                <a:ext cx="479079" cy="32755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0" y="0"/>
                    </a:moveTo>
                    <a:cubicBezTo>
                      <a:pt x="2142" y="5671"/>
                      <a:pt x="7183" y="11692"/>
                      <a:pt x="10987" y="14858"/>
                    </a:cubicBezTo>
                    <a:cubicBezTo>
                      <a:pt x="13189" y="16691"/>
                      <a:pt x="19525" y="20561"/>
                      <a:pt x="21600" y="21600"/>
                    </a:cubicBezTo>
                  </a:path>
                </a:pathLst>
              </a:custGeom>
              <a:noFill/>
              <a:ln w="28575" cap="flat">
                <a:solidFill>
                  <a:srgbClr val="1F4E79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defTabSz="457200">
                  <a:defRPr sz="3000">
                    <a:solidFill>
                      <a:srgbClr val="FFFFFF"/>
                    </a:solidFill>
                    <a:effectLst>
                      <a:outerShdw blurRad="38100" dist="12700" dir="5400000" rotWithShape="0">
                        <a:srgbClr val="000000">
                          <a:alpha val="50000"/>
                        </a:srgbClr>
                      </a:outerShdw>
                    </a:effectLst>
                  </a:defRPr>
                </a:pPr>
                <a:endParaRPr/>
              </a:p>
            </p:txBody>
          </p:sp>
          <p:sp>
            <p:nvSpPr>
              <p:cNvPr id="270" name="Shape 94"/>
              <p:cNvSpPr/>
              <p:nvPr>
                <p:custDataLst>
                  <p:tags r:id="rId7"/>
                </p:custDataLst>
              </p:nvPr>
            </p:nvSpPr>
            <p:spPr>
              <a:xfrm>
                <a:off x="317500" y="1028700"/>
                <a:ext cx="84374" cy="267501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0" y="21600"/>
                    </a:moveTo>
                    <a:cubicBezTo>
                      <a:pt x="4016" y="15315"/>
                      <a:pt x="14405" y="5985"/>
                      <a:pt x="21600" y="0"/>
                    </a:cubicBezTo>
                  </a:path>
                </a:pathLst>
              </a:custGeom>
              <a:noFill/>
              <a:ln w="28575" cap="flat">
                <a:solidFill>
                  <a:srgbClr val="1F4E79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defTabSz="457200">
                  <a:defRPr sz="3000">
                    <a:solidFill>
                      <a:srgbClr val="FFFFFF"/>
                    </a:solidFill>
                    <a:effectLst>
                      <a:outerShdw blurRad="38100" dist="12700" dir="5400000" rotWithShape="0">
                        <a:srgbClr val="000000">
                          <a:alpha val="50000"/>
                        </a:srgbClr>
                      </a:outerShdw>
                    </a:effectLst>
                  </a:defRPr>
                </a:pPr>
                <a:endParaRPr/>
              </a:p>
            </p:txBody>
          </p:sp>
          <p:sp>
            <p:nvSpPr>
              <p:cNvPr id="271" name="Shape 95"/>
              <p:cNvSpPr/>
              <p:nvPr>
                <p:custDataLst>
                  <p:tags r:id="rId8"/>
                </p:custDataLst>
              </p:nvPr>
            </p:nvSpPr>
            <p:spPr>
              <a:xfrm>
                <a:off x="889000" y="1409700"/>
                <a:ext cx="194631" cy="241629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0" y="21600"/>
                    </a:moveTo>
                    <a:cubicBezTo>
                      <a:pt x="8151" y="14365"/>
                      <a:pt x="14301" y="8151"/>
                      <a:pt x="21600" y="0"/>
                    </a:cubicBezTo>
                  </a:path>
                </a:pathLst>
              </a:custGeom>
              <a:noFill/>
              <a:ln w="28575" cap="flat">
                <a:solidFill>
                  <a:srgbClr val="1F4E79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defTabSz="457200">
                  <a:defRPr sz="3000">
                    <a:solidFill>
                      <a:srgbClr val="FFFFFF"/>
                    </a:solidFill>
                    <a:effectLst>
                      <a:outerShdw blurRad="38100" dist="12700" dir="5400000" rotWithShape="0">
                        <a:srgbClr val="000000">
                          <a:alpha val="50000"/>
                        </a:srgbClr>
                      </a:outerShdw>
                    </a:effectLst>
                  </a:defRPr>
                </a:pPr>
                <a:endParaRPr/>
              </a:p>
            </p:txBody>
          </p:sp>
          <p:sp>
            <p:nvSpPr>
              <p:cNvPr id="272" name="Shape 96"/>
              <p:cNvSpPr/>
              <p:nvPr>
                <p:custDataLst>
                  <p:tags r:id="rId9"/>
                </p:custDataLst>
              </p:nvPr>
            </p:nvSpPr>
            <p:spPr>
              <a:xfrm>
                <a:off x="304800" y="1358900"/>
                <a:ext cx="514350" cy="34925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0" y="0"/>
                    </a:moveTo>
                    <a:cubicBezTo>
                      <a:pt x="2445" y="1850"/>
                      <a:pt x="4122" y="5622"/>
                      <a:pt x="6224" y="8181"/>
                    </a:cubicBezTo>
                    <a:cubicBezTo>
                      <a:pt x="8411" y="10843"/>
                      <a:pt x="10777" y="13242"/>
                      <a:pt x="13131" y="15565"/>
                    </a:cubicBezTo>
                    <a:cubicBezTo>
                      <a:pt x="15743" y="18141"/>
                      <a:pt x="18474" y="20652"/>
                      <a:pt x="21600" y="21600"/>
                    </a:cubicBezTo>
                  </a:path>
                </a:pathLst>
              </a:custGeom>
              <a:noFill/>
              <a:ln w="28575" cap="flat">
                <a:solidFill>
                  <a:srgbClr val="1F4E79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defTabSz="457200">
                  <a:defRPr sz="3000">
                    <a:solidFill>
                      <a:srgbClr val="FFFFFF"/>
                    </a:solidFill>
                    <a:effectLst>
                      <a:outerShdw blurRad="38100" dist="12700" dir="5400000" rotWithShape="0">
                        <a:srgbClr val="000000">
                          <a:alpha val="50000"/>
                        </a:srgbClr>
                      </a:outerShdw>
                    </a:effectLst>
                  </a:defRPr>
                </a:pPr>
                <a:endParaRPr/>
              </a:p>
            </p:txBody>
          </p:sp>
        </p:grp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500"/>
                            </p:stCondLst>
                            <p:childTnLst>
                              <p:par>
                                <p:cTn id="1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2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32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5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6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26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7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26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8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6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9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26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矩形 4"/>
          <p:cNvSpPr/>
          <p:nvPr>
            <p:custDataLst>
              <p:tags r:id="rId1"/>
            </p:custDataLst>
          </p:nvPr>
        </p:nvSpPr>
        <p:spPr>
          <a:xfrm>
            <a:off x="207010" y="708025"/>
            <a:ext cx="3301365" cy="1530350"/>
          </a:xfrm>
          <a:prstGeom prst="rect">
            <a:avLst/>
          </a:prstGeom>
          <a:solidFill>
            <a:srgbClr val="1E7AB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350">
              <a:latin typeface="Noto Serif CJK SC" panose="02020400000000000000" pitchFamily="18" charset="-122"/>
              <a:ea typeface="FZHei-B01S" panose="02010601030101010101" pitchFamily="2" charset="-122"/>
              <a:sym typeface="Noto Serif CJK SC" panose="02020400000000000000" pitchFamily="18" charset="-122"/>
            </a:endParaRPr>
          </a:p>
        </p:txBody>
      </p:sp>
      <p:sp>
        <p:nvSpPr>
          <p:cNvPr id="6" name="矩形 5"/>
          <p:cNvSpPr/>
          <p:nvPr>
            <p:custDataLst>
              <p:tags r:id="rId2"/>
            </p:custDataLst>
          </p:nvPr>
        </p:nvSpPr>
        <p:spPr>
          <a:xfrm>
            <a:off x="207010" y="1406525"/>
            <a:ext cx="8716645" cy="337375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350">
              <a:latin typeface="Noto Serif CJK SC" panose="02020400000000000000" pitchFamily="18" charset="-122"/>
              <a:ea typeface="FZHei-B01S" panose="02010601030101010101" pitchFamily="2" charset="-122"/>
              <a:sym typeface="Noto Serif CJK SC" panose="02020400000000000000" pitchFamily="18" charset="-122"/>
            </a:endParaRPr>
          </a:p>
        </p:txBody>
      </p:sp>
      <p:sp>
        <p:nvSpPr>
          <p:cNvPr id="7" name="Title 1"/>
          <p:cNvSpPr>
            <a:spLocks noGrp="1"/>
          </p:cNvSpPr>
          <p:nvPr>
            <p:custDataLst>
              <p:tags r:id="rId3"/>
            </p:custDataLst>
          </p:nvPr>
        </p:nvSpPr>
        <p:spPr>
          <a:xfrm>
            <a:off x="368935" y="751840"/>
            <a:ext cx="3544570" cy="72136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5335" kern="120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+mj-ea"/>
                <a:cs typeface="Times New Roman" panose="02020603050405020304" pitchFamily="18" charset="0"/>
              </a:defRPr>
            </a:lvl1pPr>
          </a:lstStyle>
          <a:p>
            <a:r>
              <a:rPr lang="en-US" altLang="zh-CN" sz="3600" dirty="0">
                <a:solidFill>
                  <a:schemeClr val="bg1"/>
                </a:solidFill>
              </a:rPr>
              <a:t>What is Queue</a:t>
            </a:r>
          </a:p>
        </p:txBody>
      </p:sp>
      <p:pic>
        <p:nvPicPr>
          <p:cNvPr id="16" name="图片 15" descr="华工标志（透明版"/>
          <p:cNvPicPr>
            <a:picLocks noChangeAspect="1"/>
          </p:cNvPicPr>
          <p:nvPr>
            <p:custDataLst>
              <p:tags r:id="rId4"/>
            </p:custDataLst>
          </p:nvPr>
        </p:nvPicPr>
        <p:blipFill>
          <a:blip r:embed="rId6" cstate="print"/>
          <a:stretch>
            <a:fillRect/>
          </a:stretch>
        </p:blipFill>
        <p:spPr>
          <a:xfrm>
            <a:off x="7740015" y="116205"/>
            <a:ext cx="1230630" cy="1230630"/>
          </a:xfrm>
          <a:prstGeom prst="rect">
            <a:avLst/>
          </a:prstGeom>
        </p:spPr>
      </p:pic>
      <p:sp>
        <p:nvSpPr>
          <p:cNvPr id="67587" name="内容占位符 4"/>
          <p:cNvSpPr>
            <a:spLocks noGrp="1"/>
          </p:cNvSpPr>
          <p:nvPr>
            <p:ph idx="1"/>
          </p:nvPr>
        </p:nvSpPr>
        <p:spPr>
          <a:xfrm>
            <a:off x="633847" y="1541782"/>
            <a:ext cx="7886700" cy="4351337"/>
          </a:xfrm>
        </p:spPr>
        <p:txBody>
          <a:bodyPr>
            <a:normAutofit/>
          </a:bodyPr>
          <a:lstStyle/>
          <a:p>
            <a:pPr fontAlgn="auto">
              <a:lnSpc>
                <a:spcPct val="100000"/>
              </a:lnSpc>
              <a:spcBef>
                <a:spcPts val="600"/>
              </a:spcBef>
            </a:pPr>
            <a:r>
              <a:rPr lang="en-US" altLang="zh-CN" dirty="0"/>
              <a:t>In a queue, elements may only be inserted from one end (</a:t>
            </a:r>
            <a:r>
              <a:rPr lang="en-US" altLang="zh-CN" dirty="0">
                <a:solidFill>
                  <a:srgbClr val="FF0000"/>
                </a:solidFill>
              </a:rPr>
              <a:t>back</a:t>
            </a:r>
            <a:r>
              <a:rPr lang="en-US" altLang="zh-CN" dirty="0"/>
              <a:t>) of the list and removed from the other end (</a:t>
            </a:r>
            <a:r>
              <a:rPr lang="en-US" altLang="zh-CN" dirty="0">
                <a:solidFill>
                  <a:srgbClr val="FF0000"/>
                </a:solidFill>
              </a:rPr>
              <a:t>front</a:t>
            </a:r>
            <a:r>
              <a:rPr lang="en-US" altLang="zh-CN" dirty="0"/>
              <a:t>) of the list</a:t>
            </a:r>
          </a:p>
          <a:p>
            <a:pPr lvl="1" fontAlgn="auto">
              <a:lnSpc>
                <a:spcPct val="100000"/>
              </a:lnSpc>
              <a:spcBef>
                <a:spcPts val="600"/>
              </a:spcBef>
            </a:pPr>
            <a:r>
              <a:rPr lang="en-US" altLang="zh-CN" dirty="0"/>
              <a:t>First-In, First-Out</a:t>
            </a:r>
          </a:p>
          <a:p>
            <a:pPr lvl="1" fontAlgn="auto">
              <a:lnSpc>
                <a:spcPct val="100000"/>
              </a:lnSpc>
              <a:spcBef>
                <a:spcPts val="600"/>
              </a:spcBef>
            </a:pPr>
            <a:r>
              <a:rPr lang="en-US" altLang="zh-CN" dirty="0" err="1">
                <a:solidFill>
                  <a:srgbClr val="FF0000"/>
                </a:solidFill>
              </a:rPr>
              <a:t>Enqueue</a:t>
            </a:r>
            <a:r>
              <a:rPr lang="en-US" altLang="zh-CN" dirty="0"/>
              <a:t>: insert an element at the back</a:t>
            </a:r>
          </a:p>
          <a:p>
            <a:pPr lvl="1" fontAlgn="auto">
              <a:lnSpc>
                <a:spcPct val="100000"/>
              </a:lnSpc>
              <a:spcBef>
                <a:spcPts val="600"/>
              </a:spcBef>
            </a:pPr>
            <a:r>
              <a:rPr lang="en-US" altLang="zh-CN" dirty="0" err="1">
                <a:solidFill>
                  <a:srgbClr val="008000"/>
                </a:solidFill>
              </a:rPr>
              <a:t>Dequeue</a:t>
            </a:r>
            <a:r>
              <a:rPr lang="en-US" altLang="zh-CN" dirty="0"/>
              <a:t>: remove an element from the front</a:t>
            </a:r>
            <a:endParaRPr lang="en-US" altLang="zh-CN" dirty="0">
              <a:solidFill>
                <a:srgbClr val="FF0000"/>
              </a:solidFill>
            </a:endParaRPr>
          </a:p>
        </p:txBody>
      </p:sp>
      <p:sp>
        <p:nvSpPr>
          <p:cNvPr id="67588" name="Slide Number Placeholder 3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556895" indent="-213995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857250" indent="-1714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200150" indent="-1714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1543050" indent="-1714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1885950" indent="-1714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228850" indent="-1714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2571750" indent="-1714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2914650" indent="-1714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fld id="{39F7EE10-1D8A-4DF4-8EB3-C1D00618FA23}" type="slidenum">
              <a:rPr lang="zh-CN" altLang="en-US" sz="465" smtClean="0"/>
              <a:pPr/>
              <a:t>40</a:t>
            </a:fld>
            <a:endParaRPr lang="zh-CN" altLang="en-US" sz="465"/>
          </a:p>
        </p:txBody>
      </p:sp>
      <p:pic>
        <p:nvPicPr>
          <p:cNvPr id="4" name="图片 3"/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11350" y="4798695"/>
            <a:ext cx="5130800" cy="1491615"/>
          </a:xfrm>
          <a:prstGeom prst="rect">
            <a:avLst/>
          </a:prstGeom>
        </p:spPr>
      </p:pic>
      <p:sp>
        <p:nvSpPr>
          <p:cNvPr id="2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fld id="{A6119068-03AC-488A-8972-0F0B3A89D806}" type="datetime1">
              <a:rPr lang="zh-CN" altLang="en-US" sz="465" smtClean="0"/>
              <a:pPr>
                <a:defRPr/>
              </a:pPr>
              <a:t>2025/12/16</a:t>
            </a:fld>
            <a:endParaRPr lang="zh-CN" altLang="en-US" sz="465"/>
          </a:p>
        </p:txBody>
      </p:sp>
      <p:sp>
        <p:nvSpPr>
          <p:cNvPr id="3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altLang="zh-CN" sz="465"/>
              <a:t>Stacks and Queues - Lecture 6</a:t>
            </a:r>
            <a:endParaRPr lang="zh-CN" altLang="en-US" sz="465"/>
          </a:p>
        </p:txBody>
      </p:sp>
    </p:spTree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矩形 4"/>
          <p:cNvSpPr/>
          <p:nvPr>
            <p:custDataLst>
              <p:tags r:id="rId1"/>
            </p:custDataLst>
          </p:nvPr>
        </p:nvSpPr>
        <p:spPr>
          <a:xfrm>
            <a:off x="207010" y="708025"/>
            <a:ext cx="2751455" cy="1530350"/>
          </a:xfrm>
          <a:prstGeom prst="rect">
            <a:avLst/>
          </a:prstGeom>
          <a:solidFill>
            <a:srgbClr val="1E7AB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350">
              <a:latin typeface="Noto Serif CJK SC" panose="02020400000000000000" pitchFamily="18" charset="-122"/>
              <a:ea typeface="FZHei-B01S" panose="02010601030101010101" pitchFamily="2" charset="-122"/>
              <a:sym typeface="Noto Serif CJK SC" panose="02020400000000000000" pitchFamily="18" charset="-122"/>
            </a:endParaRPr>
          </a:p>
        </p:txBody>
      </p:sp>
      <p:sp>
        <p:nvSpPr>
          <p:cNvPr id="9" name="矩形 8"/>
          <p:cNvSpPr/>
          <p:nvPr>
            <p:custDataLst>
              <p:tags r:id="rId2"/>
            </p:custDataLst>
          </p:nvPr>
        </p:nvSpPr>
        <p:spPr>
          <a:xfrm>
            <a:off x="207010" y="1406525"/>
            <a:ext cx="8709660" cy="497459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350">
              <a:latin typeface="Noto Serif CJK SC" panose="02020400000000000000" pitchFamily="18" charset="-122"/>
              <a:ea typeface="FZHei-B01S" panose="02010601030101010101" pitchFamily="2" charset="-122"/>
              <a:sym typeface="Noto Serif CJK SC" panose="02020400000000000000" pitchFamily="18" charset="-122"/>
            </a:endParaRPr>
          </a:p>
        </p:txBody>
      </p:sp>
      <p:sp>
        <p:nvSpPr>
          <p:cNvPr id="11" name="Title 1"/>
          <p:cNvSpPr>
            <a:spLocks noGrp="1"/>
          </p:cNvSpPr>
          <p:nvPr>
            <p:custDataLst>
              <p:tags r:id="rId3"/>
            </p:custDataLst>
          </p:nvPr>
        </p:nvSpPr>
        <p:spPr>
          <a:xfrm>
            <a:off x="368935" y="751840"/>
            <a:ext cx="5574665" cy="72136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5335" kern="120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+mj-ea"/>
                <a:cs typeface="Times New Roman" panose="02020603050405020304" pitchFamily="18" charset="0"/>
              </a:defRPr>
            </a:lvl1pPr>
          </a:lstStyle>
          <a:p>
            <a:r>
              <a:rPr lang="en-US" altLang="zh-CN" sz="3600" dirty="0">
                <a:solidFill>
                  <a:schemeClr val="bg1"/>
                </a:solidFill>
              </a:rPr>
              <a:t>Queue ADT</a:t>
            </a:r>
          </a:p>
        </p:txBody>
      </p:sp>
      <p:pic>
        <p:nvPicPr>
          <p:cNvPr id="13" name="图片 12" descr="华工标志（透明版"/>
          <p:cNvPicPr>
            <a:picLocks noChangeAspect="1"/>
          </p:cNvPicPr>
          <p:nvPr>
            <p:custDataLst>
              <p:tags r:id="rId4"/>
            </p:custDataLst>
          </p:nvPr>
        </p:nvPicPr>
        <p:blipFill>
          <a:blip r:embed="rId29" cstate="print"/>
          <a:stretch>
            <a:fillRect/>
          </a:stretch>
        </p:blipFill>
        <p:spPr>
          <a:xfrm>
            <a:off x="7740015" y="116205"/>
            <a:ext cx="1230630" cy="1230630"/>
          </a:xfrm>
          <a:prstGeom prst="rect">
            <a:avLst/>
          </a:prstGeom>
        </p:spPr>
      </p:pic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46827" y="1398272"/>
            <a:ext cx="7886700" cy="4351337"/>
          </a:xfrm>
        </p:spPr>
        <p:txBody>
          <a:bodyPr vert="horz" lIns="68580" tIns="34290" rIns="68580" bIns="34290" rtlCol="0">
            <a:noAutofit/>
          </a:bodyPr>
          <a:lstStyle/>
          <a:p>
            <a:pPr marL="257175" lvl="1" indent="0" fontAlgn="auto">
              <a:lnSpc>
                <a:spcPct val="100000"/>
              </a:lnSpc>
              <a:spcBef>
                <a:spcPts val="600"/>
              </a:spcBef>
              <a:buNone/>
            </a:pPr>
            <a:r>
              <a:rPr lang="en-US" altLang="zh-CN" sz="2000" dirty="0"/>
              <a:t>template &lt;</a:t>
            </a:r>
            <a:r>
              <a:rPr lang="en-US" altLang="zh-CN" sz="2000" dirty="0" err="1"/>
              <a:t>typename</a:t>
            </a:r>
            <a:r>
              <a:rPr lang="en-US" altLang="zh-CN" sz="2000" dirty="0"/>
              <a:t> E&gt; class Queue {</a:t>
            </a:r>
          </a:p>
          <a:p>
            <a:pPr marL="257175" lvl="1" indent="0" fontAlgn="auto">
              <a:lnSpc>
                <a:spcPct val="100000"/>
              </a:lnSpc>
              <a:spcBef>
                <a:spcPts val="600"/>
              </a:spcBef>
              <a:buNone/>
            </a:pPr>
            <a:r>
              <a:rPr lang="en-US" altLang="zh-CN" sz="2000" dirty="0"/>
              <a:t>private:</a:t>
            </a:r>
          </a:p>
          <a:p>
            <a:pPr marL="257175" lvl="1" indent="0" fontAlgn="auto">
              <a:lnSpc>
                <a:spcPct val="100000"/>
              </a:lnSpc>
              <a:spcBef>
                <a:spcPts val="600"/>
              </a:spcBef>
              <a:buNone/>
            </a:pPr>
            <a:r>
              <a:rPr lang="en-US" altLang="zh-CN" sz="2000" dirty="0"/>
              <a:t>	void operator =(</a:t>
            </a:r>
            <a:r>
              <a:rPr lang="en-US" altLang="zh-CN" sz="2000" dirty="0" err="1"/>
              <a:t>const</a:t>
            </a:r>
            <a:r>
              <a:rPr lang="en-US" altLang="zh-CN" sz="2000" dirty="0"/>
              <a:t> Queue&amp;) {}</a:t>
            </a:r>
          </a:p>
          <a:p>
            <a:pPr marL="257175" lvl="1" indent="0" fontAlgn="auto">
              <a:lnSpc>
                <a:spcPct val="100000"/>
              </a:lnSpc>
              <a:spcBef>
                <a:spcPts val="600"/>
              </a:spcBef>
              <a:buNone/>
            </a:pPr>
            <a:r>
              <a:rPr lang="en-US" altLang="zh-CN" sz="2000" dirty="0"/>
              <a:t>       Queue(</a:t>
            </a:r>
            <a:r>
              <a:rPr lang="en-US" altLang="zh-CN" sz="2000" dirty="0" err="1"/>
              <a:t>const</a:t>
            </a:r>
            <a:r>
              <a:rPr lang="en-US" altLang="zh-CN" sz="2000" dirty="0"/>
              <a:t> Queue&amp;) {};</a:t>
            </a:r>
          </a:p>
          <a:p>
            <a:pPr marL="257175" lvl="1" indent="0" fontAlgn="auto">
              <a:lnSpc>
                <a:spcPct val="100000"/>
              </a:lnSpc>
              <a:spcBef>
                <a:spcPts val="600"/>
              </a:spcBef>
              <a:buNone/>
            </a:pPr>
            <a:r>
              <a:rPr lang="en-US" altLang="zh-CN" sz="2000" dirty="0"/>
              <a:t>public:</a:t>
            </a:r>
          </a:p>
          <a:p>
            <a:pPr marL="257175" lvl="1" indent="0" fontAlgn="auto">
              <a:lnSpc>
                <a:spcPct val="100000"/>
              </a:lnSpc>
              <a:spcBef>
                <a:spcPts val="600"/>
              </a:spcBef>
              <a:buNone/>
            </a:pPr>
            <a:r>
              <a:rPr lang="en-US" altLang="zh-CN" sz="2000" dirty="0"/>
              <a:t>	Queue() {}</a:t>
            </a:r>
          </a:p>
          <a:p>
            <a:pPr marL="257175" lvl="1" indent="0" fontAlgn="auto">
              <a:lnSpc>
                <a:spcPct val="100000"/>
              </a:lnSpc>
              <a:spcBef>
                <a:spcPts val="600"/>
              </a:spcBef>
              <a:buNone/>
            </a:pPr>
            <a:r>
              <a:rPr lang="en-US" altLang="zh-CN" sz="2000" dirty="0"/>
              <a:t>	virtual ~Queue() {}</a:t>
            </a:r>
          </a:p>
          <a:p>
            <a:pPr marL="257175" lvl="1" indent="0" fontAlgn="auto">
              <a:lnSpc>
                <a:spcPct val="100000"/>
              </a:lnSpc>
              <a:spcBef>
                <a:spcPts val="600"/>
              </a:spcBef>
              <a:buNone/>
            </a:pPr>
            <a:r>
              <a:rPr lang="en-US" altLang="zh-CN" sz="2000" dirty="0"/>
              <a:t>	virtual void </a:t>
            </a:r>
            <a:r>
              <a:rPr lang="en-US" altLang="zh-CN" sz="2000" dirty="0">
                <a:solidFill>
                  <a:srgbClr val="FF0000"/>
                </a:solidFill>
              </a:rPr>
              <a:t>clear</a:t>
            </a:r>
            <a:r>
              <a:rPr lang="en-US" altLang="zh-CN" sz="2000" dirty="0"/>
              <a:t>() = 0;</a:t>
            </a:r>
          </a:p>
          <a:p>
            <a:pPr marL="257175" lvl="1" indent="0" fontAlgn="auto">
              <a:lnSpc>
                <a:spcPct val="100000"/>
              </a:lnSpc>
              <a:spcBef>
                <a:spcPts val="600"/>
              </a:spcBef>
              <a:buNone/>
            </a:pPr>
            <a:r>
              <a:rPr lang="en-US" altLang="zh-CN" sz="2000" dirty="0"/>
              <a:t>       virtual void </a:t>
            </a:r>
            <a:r>
              <a:rPr lang="en-US" altLang="zh-CN" sz="2000" dirty="0" err="1">
                <a:solidFill>
                  <a:srgbClr val="FF0000"/>
                </a:solidFill>
              </a:rPr>
              <a:t>enqueue</a:t>
            </a:r>
            <a:r>
              <a:rPr lang="en-US" altLang="zh-CN" sz="2000" dirty="0"/>
              <a:t>(</a:t>
            </a:r>
            <a:r>
              <a:rPr lang="en-US" altLang="zh-CN" sz="2000" dirty="0" err="1"/>
              <a:t>const</a:t>
            </a:r>
            <a:r>
              <a:rPr lang="en-US" altLang="zh-CN" sz="2000" dirty="0"/>
              <a:t> E&amp;) = 0;</a:t>
            </a:r>
          </a:p>
          <a:p>
            <a:pPr marL="257175" lvl="1" indent="0" fontAlgn="auto">
              <a:lnSpc>
                <a:spcPct val="100000"/>
              </a:lnSpc>
              <a:spcBef>
                <a:spcPts val="600"/>
              </a:spcBef>
              <a:buNone/>
            </a:pPr>
            <a:r>
              <a:rPr lang="en-US" altLang="zh-CN" sz="2000" dirty="0"/>
              <a:t>       virtual E </a:t>
            </a:r>
            <a:r>
              <a:rPr lang="en-US" altLang="zh-CN" sz="2000" dirty="0" err="1">
                <a:solidFill>
                  <a:srgbClr val="FF0000"/>
                </a:solidFill>
              </a:rPr>
              <a:t>dequeue</a:t>
            </a:r>
            <a:r>
              <a:rPr lang="en-US" altLang="zh-CN" sz="2000" dirty="0"/>
              <a:t>()  = 0;</a:t>
            </a:r>
          </a:p>
          <a:p>
            <a:pPr marL="257175" lvl="1" indent="0" fontAlgn="auto">
              <a:lnSpc>
                <a:spcPct val="100000"/>
              </a:lnSpc>
              <a:spcBef>
                <a:spcPts val="600"/>
              </a:spcBef>
              <a:buNone/>
            </a:pPr>
            <a:r>
              <a:rPr lang="en-US" altLang="zh-CN" sz="2000" dirty="0"/>
              <a:t>       virtual </a:t>
            </a:r>
            <a:r>
              <a:rPr lang="en-US" altLang="zh-CN" sz="2000" dirty="0" err="1"/>
              <a:t>const</a:t>
            </a:r>
            <a:r>
              <a:rPr lang="en-US" altLang="zh-CN" sz="2000" dirty="0"/>
              <a:t> E&amp; </a:t>
            </a:r>
            <a:r>
              <a:rPr lang="en-US" altLang="zh-CN" sz="2000" dirty="0" err="1"/>
              <a:t>frontValue</a:t>
            </a:r>
            <a:r>
              <a:rPr lang="en-US" altLang="zh-CN" sz="2000" dirty="0"/>
              <a:t>() </a:t>
            </a:r>
            <a:r>
              <a:rPr lang="en-US" altLang="zh-CN" sz="2000" dirty="0" err="1"/>
              <a:t>const</a:t>
            </a:r>
            <a:r>
              <a:rPr lang="en-US" altLang="zh-CN" sz="2000" dirty="0"/>
              <a:t> = 0;</a:t>
            </a:r>
          </a:p>
          <a:p>
            <a:pPr marL="257175" lvl="1" indent="0" fontAlgn="auto">
              <a:lnSpc>
                <a:spcPct val="100000"/>
              </a:lnSpc>
              <a:spcBef>
                <a:spcPts val="600"/>
              </a:spcBef>
              <a:buNone/>
            </a:pPr>
            <a:r>
              <a:rPr lang="en-US" altLang="zh-CN" sz="2000" dirty="0"/>
              <a:t>       virtual </a:t>
            </a:r>
            <a:r>
              <a:rPr lang="en-US" altLang="zh-CN" sz="2000" dirty="0" err="1"/>
              <a:t>int</a:t>
            </a:r>
            <a:r>
              <a:rPr lang="en-US" altLang="zh-CN" sz="2000" dirty="0"/>
              <a:t> length() </a:t>
            </a:r>
            <a:r>
              <a:rPr lang="en-US" altLang="zh-CN" sz="2000" dirty="0" err="1"/>
              <a:t>const</a:t>
            </a:r>
            <a:r>
              <a:rPr lang="en-US" altLang="zh-CN" sz="2000" dirty="0"/>
              <a:t> = 0; </a:t>
            </a:r>
          </a:p>
          <a:p>
            <a:pPr marL="257175" lvl="1" indent="0" fontAlgn="auto">
              <a:lnSpc>
                <a:spcPct val="100000"/>
              </a:lnSpc>
              <a:spcBef>
                <a:spcPts val="600"/>
              </a:spcBef>
              <a:buNone/>
            </a:pPr>
            <a:r>
              <a:rPr lang="en-US" altLang="zh-CN" sz="2000" dirty="0"/>
              <a:t>}</a:t>
            </a:r>
          </a:p>
        </p:txBody>
      </p:sp>
      <p:sp>
        <p:nvSpPr>
          <p:cNvPr id="65540" name="Slide Number Placeholder 3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557530" indent="-21463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857250" indent="-1714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200150" indent="-1714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1543050" indent="-1714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1885950" indent="-1714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228850" indent="-1714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2571750" indent="-1714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2914650" indent="-1714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fld id="{2B8E6DFC-A304-4BAE-9FF0-3C5F4FD8CC88}" type="slidenum">
              <a:rPr lang="en-US" altLang="zh-CN" sz="465" smtClean="0"/>
              <a:pPr/>
              <a:t>41</a:t>
            </a:fld>
            <a:endParaRPr lang="en-US" altLang="zh-CN" sz="465"/>
          </a:p>
        </p:txBody>
      </p:sp>
      <p:sp>
        <p:nvSpPr>
          <p:cNvPr id="2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fld id="{6A830FD4-FB0E-4EC3-A5A1-9358D7F4374F}" type="datetime1">
              <a:rPr lang="zh-CN" altLang="en-US" sz="465" smtClean="0"/>
              <a:pPr>
                <a:defRPr/>
              </a:pPr>
              <a:t>2025/12/16</a:t>
            </a:fld>
            <a:endParaRPr lang="zh-CN" altLang="en-US" sz="465"/>
          </a:p>
        </p:txBody>
      </p:sp>
      <p:sp>
        <p:nvSpPr>
          <p:cNvPr id="4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altLang="zh-CN" sz="465"/>
              <a:t>Stacks and Queues - Lecture 6</a:t>
            </a:r>
            <a:endParaRPr lang="zh-CN" altLang="en-US" sz="465"/>
          </a:p>
        </p:txBody>
      </p:sp>
      <p:grpSp>
        <p:nvGrpSpPr>
          <p:cNvPr id="951" name="组合 950"/>
          <p:cNvGrpSpPr/>
          <p:nvPr/>
        </p:nvGrpSpPr>
        <p:grpSpPr>
          <a:xfrm rot="3780000">
            <a:off x="7806690" y="5443855"/>
            <a:ext cx="740410" cy="758825"/>
            <a:chOff x="3282950" y="1154113"/>
            <a:chExt cx="698501" cy="715963"/>
          </a:xfrm>
          <a:solidFill>
            <a:schemeClr val="accent1">
              <a:lumMod val="75000"/>
              <a:alpha val="37000"/>
            </a:schemeClr>
          </a:solidFill>
        </p:grpSpPr>
        <p:sp>
          <p:nvSpPr>
            <p:cNvPr id="17289" name="Freeform 905"/>
            <p:cNvSpPr/>
            <p:nvPr>
              <p:custDataLst>
                <p:tags r:id="rId5"/>
              </p:custDataLst>
            </p:nvPr>
          </p:nvSpPr>
          <p:spPr bwMode="auto">
            <a:xfrm>
              <a:off x="3324225" y="1268413"/>
              <a:ext cx="55563" cy="153988"/>
            </a:xfrm>
            <a:custGeom>
              <a:avLst/>
              <a:gdLst/>
              <a:ahLst/>
              <a:cxnLst>
                <a:cxn ang="0">
                  <a:pos x="96" y="3"/>
                </a:cxn>
                <a:cxn ang="0">
                  <a:pos x="96" y="3"/>
                </a:cxn>
                <a:cxn ang="0">
                  <a:pos x="86" y="18"/>
                </a:cxn>
                <a:cxn ang="0">
                  <a:pos x="77" y="35"/>
                </a:cxn>
                <a:cxn ang="0">
                  <a:pos x="70" y="51"/>
                </a:cxn>
                <a:cxn ang="0">
                  <a:pos x="63" y="69"/>
                </a:cxn>
                <a:cxn ang="0">
                  <a:pos x="50" y="104"/>
                </a:cxn>
                <a:cxn ang="0">
                  <a:pos x="39" y="138"/>
                </a:cxn>
                <a:cxn ang="0">
                  <a:pos x="39" y="138"/>
                </a:cxn>
                <a:cxn ang="0">
                  <a:pos x="27" y="174"/>
                </a:cxn>
                <a:cxn ang="0">
                  <a:pos x="15" y="210"/>
                </a:cxn>
                <a:cxn ang="0">
                  <a:pos x="10" y="229"/>
                </a:cxn>
                <a:cxn ang="0">
                  <a:pos x="5" y="247"/>
                </a:cxn>
                <a:cxn ang="0">
                  <a:pos x="2" y="266"/>
                </a:cxn>
                <a:cxn ang="0">
                  <a:pos x="0" y="285"/>
                </a:cxn>
                <a:cxn ang="0">
                  <a:pos x="0" y="285"/>
                </a:cxn>
                <a:cxn ang="0">
                  <a:pos x="1" y="287"/>
                </a:cxn>
                <a:cxn ang="0">
                  <a:pos x="2" y="288"/>
                </a:cxn>
                <a:cxn ang="0">
                  <a:pos x="3" y="289"/>
                </a:cxn>
                <a:cxn ang="0">
                  <a:pos x="5" y="290"/>
                </a:cxn>
                <a:cxn ang="0">
                  <a:pos x="6" y="289"/>
                </a:cxn>
                <a:cxn ang="0">
                  <a:pos x="8" y="288"/>
                </a:cxn>
                <a:cxn ang="0">
                  <a:pos x="9" y="287"/>
                </a:cxn>
                <a:cxn ang="0">
                  <a:pos x="10" y="285"/>
                </a:cxn>
                <a:cxn ang="0">
                  <a:pos x="10" y="285"/>
                </a:cxn>
                <a:cxn ang="0">
                  <a:pos x="11" y="266"/>
                </a:cxn>
                <a:cxn ang="0">
                  <a:pos x="15" y="247"/>
                </a:cxn>
                <a:cxn ang="0">
                  <a:pos x="19" y="230"/>
                </a:cxn>
                <a:cxn ang="0">
                  <a:pos x="25" y="211"/>
                </a:cxn>
                <a:cxn ang="0">
                  <a:pos x="36" y="176"/>
                </a:cxn>
                <a:cxn ang="0">
                  <a:pos x="48" y="141"/>
                </a:cxn>
                <a:cxn ang="0">
                  <a:pos x="48" y="141"/>
                </a:cxn>
                <a:cxn ang="0">
                  <a:pos x="60" y="107"/>
                </a:cxn>
                <a:cxn ang="0">
                  <a:pos x="71" y="72"/>
                </a:cxn>
                <a:cxn ang="0">
                  <a:pos x="78" y="55"/>
                </a:cxn>
                <a:cxn ang="0">
                  <a:pos x="86" y="39"/>
                </a:cxn>
                <a:cxn ang="0">
                  <a:pos x="94" y="22"/>
                </a:cxn>
                <a:cxn ang="0">
                  <a:pos x="104" y="8"/>
                </a:cxn>
                <a:cxn ang="0">
                  <a:pos x="104" y="8"/>
                </a:cxn>
                <a:cxn ang="0">
                  <a:pos x="105" y="6"/>
                </a:cxn>
                <a:cxn ang="0">
                  <a:pos x="104" y="4"/>
                </a:cxn>
                <a:cxn ang="0">
                  <a:pos x="104" y="3"/>
                </a:cxn>
                <a:cxn ang="0">
                  <a:pos x="102" y="2"/>
                </a:cxn>
                <a:cxn ang="0">
                  <a:pos x="99" y="0"/>
                </a:cxn>
                <a:cxn ang="0">
                  <a:pos x="97" y="2"/>
                </a:cxn>
                <a:cxn ang="0">
                  <a:pos x="96" y="3"/>
                </a:cxn>
                <a:cxn ang="0">
                  <a:pos x="96" y="3"/>
                </a:cxn>
              </a:cxnLst>
              <a:rect l="0" t="0" r="r" b="b"/>
              <a:pathLst>
                <a:path w="105" h="290">
                  <a:moveTo>
                    <a:pt x="96" y="3"/>
                  </a:moveTo>
                  <a:lnTo>
                    <a:pt x="96" y="3"/>
                  </a:lnTo>
                  <a:lnTo>
                    <a:pt x="86" y="18"/>
                  </a:lnTo>
                  <a:lnTo>
                    <a:pt x="77" y="35"/>
                  </a:lnTo>
                  <a:lnTo>
                    <a:pt x="70" y="51"/>
                  </a:lnTo>
                  <a:lnTo>
                    <a:pt x="63" y="69"/>
                  </a:lnTo>
                  <a:lnTo>
                    <a:pt x="50" y="104"/>
                  </a:lnTo>
                  <a:lnTo>
                    <a:pt x="39" y="138"/>
                  </a:lnTo>
                  <a:lnTo>
                    <a:pt x="39" y="138"/>
                  </a:lnTo>
                  <a:lnTo>
                    <a:pt x="27" y="174"/>
                  </a:lnTo>
                  <a:lnTo>
                    <a:pt x="15" y="210"/>
                  </a:lnTo>
                  <a:lnTo>
                    <a:pt x="10" y="229"/>
                  </a:lnTo>
                  <a:lnTo>
                    <a:pt x="5" y="247"/>
                  </a:lnTo>
                  <a:lnTo>
                    <a:pt x="2" y="266"/>
                  </a:lnTo>
                  <a:lnTo>
                    <a:pt x="0" y="285"/>
                  </a:lnTo>
                  <a:lnTo>
                    <a:pt x="0" y="285"/>
                  </a:lnTo>
                  <a:lnTo>
                    <a:pt x="1" y="287"/>
                  </a:lnTo>
                  <a:lnTo>
                    <a:pt x="2" y="288"/>
                  </a:lnTo>
                  <a:lnTo>
                    <a:pt x="3" y="289"/>
                  </a:lnTo>
                  <a:lnTo>
                    <a:pt x="5" y="290"/>
                  </a:lnTo>
                  <a:lnTo>
                    <a:pt x="6" y="289"/>
                  </a:lnTo>
                  <a:lnTo>
                    <a:pt x="8" y="288"/>
                  </a:lnTo>
                  <a:lnTo>
                    <a:pt x="9" y="287"/>
                  </a:lnTo>
                  <a:lnTo>
                    <a:pt x="10" y="285"/>
                  </a:lnTo>
                  <a:lnTo>
                    <a:pt x="10" y="285"/>
                  </a:lnTo>
                  <a:lnTo>
                    <a:pt x="11" y="266"/>
                  </a:lnTo>
                  <a:lnTo>
                    <a:pt x="15" y="247"/>
                  </a:lnTo>
                  <a:lnTo>
                    <a:pt x="19" y="230"/>
                  </a:lnTo>
                  <a:lnTo>
                    <a:pt x="25" y="211"/>
                  </a:lnTo>
                  <a:lnTo>
                    <a:pt x="36" y="176"/>
                  </a:lnTo>
                  <a:lnTo>
                    <a:pt x="48" y="141"/>
                  </a:lnTo>
                  <a:lnTo>
                    <a:pt x="48" y="141"/>
                  </a:lnTo>
                  <a:lnTo>
                    <a:pt x="60" y="107"/>
                  </a:lnTo>
                  <a:lnTo>
                    <a:pt x="71" y="72"/>
                  </a:lnTo>
                  <a:lnTo>
                    <a:pt x="78" y="55"/>
                  </a:lnTo>
                  <a:lnTo>
                    <a:pt x="86" y="39"/>
                  </a:lnTo>
                  <a:lnTo>
                    <a:pt x="94" y="22"/>
                  </a:lnTo>
                  <a:lnTo>
                    <a:pt x="104" y="8"/>
                  </a:lnTo>
                  <a:lnTo>
                    <a:pt x="104" y="8"/>
                  </a:lnTo>
                  <a:lnTo>
                    <a:pt x="105" y="6"/>
                  </a:lnTo>
                  <a:lnTo>
                    <a:pt x="104" y="4"/>
                  </a:lnTo>
                  <a:lnTo>
                    <a:pt x="104" y="3"/>
                  </a:lnTo>
                  <a:lnTo>
                    <a:pt x="102" y="2"/>
                  </a:lnTo>
                  <a:lnTo>
                    <a:pt x="99" y="0"/>
                  </a:lnTo>
                  <a:lnTo>
                    <a:pt x="97" y="2"/>
                  </a:lnTo>
                  <a:lnTo>
                    <a:pt x="96" y="3"/>
                  </a:lnTo>
                  <a:lnTo>
                    <a:pt x="96" y="3"/>
                  </a:lnTo>
                  <a:close/>
                </a:path>
              </a:pathLst>
            </a:custGeom>
            <a:grpFill/>
            <a:ln>
              <a:solidFill>
                <a:schemeClr val="accent1">
                  <a:lumMod val="75000"/>
                  <a:alpha val="0"/>
                </a:schemeClr>
              </a:solidFill>
            </a:ln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290" name="Freeform 906"/>
            <p:cNvSpPr/>
            <p:nvPr>
              <p:custDataLst>
                <p:tags r:id="rId6"/>
              </p:custDataLst>
            </p:nvPr>
          </p:nvSpPr>
          <p:spPr bwMode="auto">
            <a:xfrm>
              <a:off x="3325813" y="1239838"/>
              <a:ext cx="88900" cy="280988"/>
            </a:xfrm>
            <a:custGeom>
              <a:avLst/>
              <a:gdLst/>
              <a:ahLst/>
              <a:cxnLst>
                <a:cxn ang="0">
                  <a:pos x="156" y="4"/>
                </a:cxn>
                <a:cxn ang="0">
                  <a:pos x="152" y="37"/>
                </a:cxn>
                <a:cxn ang="0">
                  <a:pos x="143" y="70"/>
                </a:cxn>
                <a:cxn ang="0">
                  <a:pos x="121" y="134"/>
                </a:cxn>
                <a:cxn ang="0">
                  <a:pos x="108" y="168"/>
                </a:cxn>
                <a:cxn ang="0">
                  <a:pos x="82" y="235"/>
                </a:cxn>
                <a:cxn ang="0">
                  <a:pos x="68" y="268"/>
                </a:cxn>
                <a:cxn ang="0">
                  <a:pos x="58" y="301"/>
                </a:cxn>
                <a:cxn ang="0">
                  <a:pos x="38" y="399"/>
                </a:cxn>
                <a:cxn ang="0">
                  <a:pos x="35" y="416"/>
                </a:cxn>
                <a:cxn ang="0">
                  <a:pos x="26" y="446"/>
                </a:cxn>
                <a:cxn ang="0">
                  <a:pos x="20" y="461"/>
                </a:cxn>
                <a:cxn ang="0">
                  <a:pos x="11" y="492"/>
                </a:cxn>
                <a:cxn ang="0">
                  <a:pos x="2" y="522"/>
                </a:cxn>
                <a:cxn ang="0">
                  <a:pos x="0" y="524"/>
                </a:cxn>
                <a:cxn ang="0">
                  <a:pos x="1" y="528"/>
                </a:cxn>
                <a:cxn ang="0">
                  <a:pos x="1" y="529"/>
                </a:cxn>
                <a:cxn ang="0">
                  <a:pos x="3" y="531"/>
                </a:cxn>
                <a:cxn ang="0">
                  <a:pos x="7" y="531"/>
                </a:cxn>
                <a:cxn ang="0">
                  <a:pos x="9" y="529"/>
                </a:cxn>
                <a:cxn ang="0">
                  <a:pos x="18" y="505"/>
                </a:cxn>
                <a:cxn ang="0">
                  <a:pos x="23" y="480"/>
                </a:cxn>
                <a:cxn ang="0">
                  <a:pos x="29" y="462"/>
                </a:cxn>
                <a:cxn ang="0">
                  <a:pos x="41" y="428"/>
                </a:cxn>
                <a:cxn ang="0">
                  <a:pos x="46" y="410"/>
                </a:cxn>
                <a:cxn ang="0">
                  <a:pos x="59" y="341"/>
                </a:cxn>
                <a:cxn ang="0">
                  <a:pos x="71" y="288"/>
                </a:cxn>
                <a:cxn ang="0">
                  <a:pos x="77" y="271"/>
                </a:cxn>
                <a:cxn ang="0">
                  <a:pos x="105" y="200"/>
                </a:cxn>
                <a:cxn ang="0">
                  <a:pos x="132" y="129"/>
                </a:cxn>
                <a:cxn ang="0">
                  <a:pos x="143" y="98"/>
                </a:cxn>
                <a:cxn ang="0">
                  <a:pos x="158" y="51"/>
                </a:cxn>
                <a:cxn ang="0">
                  <a:pos x="164" y="20"/>
                </a:cxn>
                <a:cxn ang="0">
                  <a:pos x="166" y="4"/>
                </a:cxn>
                <a:cxn ang="0">
                  <a:pos x="164" y="1"/>
                </a:cxn>
                <a:cxn ang="0">
                  <a:pos x="161" y="0"/>
                </a:cxn>
                <a:cxn ang="0">
                  <a:pos x="158" y="1"/>
                </a:cxn>
                <a:cxn ang="0">
                  <a:pos x="156" y="4"/>
                </a:cxn>
              </a:cxnLst>
              <a:rect l="0" t="0" r="r" b="b"/>
              <a:pathLst>
                <a:path w="166" h="531">
                  <a:moveTo>
                    <a:pt x="156" y="4"/>
                  </a:moveTo>
                  <a:lnTo>
                    <a:pt x="156" y="4"/>
                  </a:lnTo>
                  <a:lnTo>
                    <a:pt x="155" y="20"/>
                  </a:lnTo>
                  <a:lnTo>
                    <a:pt x="152" y="37"/>
                  </a:lnTo>
                  <a:lnTo>
                    <a:pt x="148" y="53"/>
                  </a:lnTo>
                  <a:lnTo>
                    <a:pt x="143" y="70"/>
                  </a:lnTo>
                  <a:lnTo>
                    <a:pt x="132" y="103"/>
                  </a:lnTo>
                  <a:lnTo>
                    <a:pt x="121" y="134"/>
                  </a:lnTo>
                  <a:lnTo>
                    <a:pt x="121" y="134"/>
                  </a:lnTo>
                  <a:lnTo>
                    <a:pt x="108" y="168"/>
                  </a:lnTo>
                  <a:lnTo>
                    <a:pt x="95" y="202"/>
                  </a:lnTo>
                  <a:lnTo>
                    <a:pt x="82" y="235"/>
                  </a:lnTo>
                  <a:lnTo>
                    <a:pt x="68" y="268"/>
                  </a:lnTo>
                  <a:lnTo>
                    <a:pt x="68" y="268"/>
                  </a:lnTo>
                  <a:lnTo>
                    <a:pt x="63" y="285"/>
                  </a:lnTo>
                  <a:lnTo>
                    <a:pt x="58" y="301"/>
                  </a:lnTo>
                  <a:lnTo>
                    <a:pt x="51" y="333"/>
                  </a:lnTo>
                  <a:lnTo>
                    <a:pt x="38" y="399"/>
                  </a:lnTo>
                  <a:lnTo>
                    <a:pt x="38" y="399"/>
                  </a:lnTo>
                  <a:lnTo>
                    <a:pt x="35" y="416"/>
                  </a:lnTo>
                  <a:lnTo>
                    <a:pt x="31" y="431"/>
                  </a:lnTo>
                  <a:lnTo>
                    <a:pt x="26" y="446"/>
                  </a:lnTo>
                  <a:lnTo>
                    <a:pt x="20" y="461"/>
                  </a:lnTo>
                  <a:lnTo>
                    <a:pt x="20" y="461"/>
                  </a:lnTo>
                  <a:lnTo>
                    <a:pt x="15" y="476"/>
                  </a:lnTo>
                  <a:lnTo>
                    <a:pt x="11" y="492"/>
                  </a:lnTo>
                  <a:lnTo>
                    <a:pt x="7" y="507"/>
                  </a:lnTo>
                  <a:lnTo>
                    <a:pt x="2" y="522"/>
                  </a:lnTo>
                  <a:lnTo>
                    <a:pt x="2" y="522"/>
                  </a:lnTo>
                  <a:lnTo>
                    <a:pt x="0" y="524"/>
                  </a:lnTo>
                  <a:lnTo>
                    <a:pt x="0" y="526"/>
                  </a:lnTo>
                  <a:lnTo>
                    <a:pt x="1" y="528"/>
                  </a:lnTo>
                  <a:lnTo>
                    <a:pt x="1" y="528"/>
                  </a:lnTo>
                  <a:lnTo>
                    <a:pt x="1" y="529"/>
                  </a:lnTo>
                  <a:lnTo>
                    <a:pt x="1" y="529"/>
                  </a:lnTo>
                  <a:lnTo>
                    <a:pt x="3" y="531"/>
                  </a:lnTo>
                  <a:lnTo>
                    <a:pt x="5" y="531"/>
                  </a:lnTo>
                  <a:lnTo>
                    <a:pt x="7" y="531"/>
                  </a:lnTo>
                  <a:lnTo>
                    <a:pt x="9" y="529"/>
                  </a:lnTo>
                  <a:lnTo>
                    <a:pt x="9" y="529"/>
                  </a:lnTo>
                  <a:lnTo>
                    <a:pt x="13" y="517"/>
                  </a:lnTo>
                  <a:lnTo>
                    <a:pt x="18" y="505"/>
                  </a:lnTo>
                  <a:lnTo>
                    <a:pt x="20" y="492"/>
                  </a:lnTo>
                  <a:lnTo>
                    <a:pt x="23" y="480"/>
                  </a:lnTo>
                  <a:lnTo>
                    <a:pt x="23" y="480"/>
                  </a:lnTo>
                  <a:lnTo>
                    <a:pt x="29" y="462"/>
                  </a:lnTo>
                  <a:lnTo>
                    <a:pt x="35" y="446"/>
                  </a:lnTo>
                  <a:lnTo>
                    <a:pt x="41" y="428"/>
                  </a:lnTo>
                  <a:lnTo>
                    <a:pt x="46" y="410"/>
                  </a:lnTo>
                  <a:lnTo>
                    <a:pt x="46" y="410"/>
                  </a:lnTo>
                  <a:lnTo>
                    <a:pt x="53" y="375"/>
                  </a:lnTo>
                  <a:lnTo>
                    <a:pt x="59" y="341"/>
                  </a:lnTo>
                  <a:lnTo>
                    <a:pt x="67" y="305"/>
                  </a:lnTo>
                  <a:lnTo>
                    <a:pt x="71" y="288"/>
                  </a:lnTo>
                  <a:lnTo>
                    <a:pt x="77" y="271"/>
                  </a:lnTo>
                  <a:lnTo>
                    <a:pt x="77" y="271"/>
                  </a:lnTo>
                  <a:lnTo>
                    <a:pt x="91" y="235"/>
                  </a:lnTo>
                  <a:lnTo>
                    <a:pt x="105" y="200"/>
                  </a:lnTo>
                  <a:lnTo>
                    <a:pt x="120" y="165"/>
                  </a:lnTo>
                  <a:lnTo>
                    <a:pt x="132" y="129"/>
                  </a:lnTo>
                  <a:lnTo>
                    <a:pt x="132" y="129"/>
                  </a:lnTo>
                  <a:lnTo>
                    <a:pt x="143" y="98"/>
                  </a:lnTo>
                  <a:lnTo>
                    <a:pt x="154" y="67"/>
                  </a:lnTo>
                  <a:lnTo>
                    <a:pt x="158" y="51"/>
                  </a:lnTo>
                  <a:lnTo>
                    <a:pt x="162" y="36"/>
                  </a:lnTo>
                  <a:lnTo>
                    <a:pt x="164" y="20"/>
                  </a:lnTo>
                  <a:lnTo>
                    <a:pt x="166" y="4"/>
                  </a:lnTo>
                  <a:lnTo>
                    <a:pt x="166" y="4"/>
                  </a:lnTo>
                  <a:lnTo>
                    <a:pt x="165" y="2"/>
                  </a:lnTo>
                  <a:lnTo>
                    <a:pt x="164" y="1"/>
                  </a:lnTo>
                  <a:lnTo>
                    <a:pt x="163" y="0"/>
                  </a:lnTo>
                  <a:lnTo>
                    <a:pt x="161" y="0"/>
                  </a:lnTo>
                  <a:lnTo>
                    <a:pt x="160" y="0"/>
                  </a:lnTo>
                  <a:lnTo>
                    <a:pt x="158" y="1"/>
                  </a:lnTo>
                  <a:lnTo>
                    <a:pt x="157" y="2"/>
                  </a:lnTo>
                  <a:lnTo>
                    <a:pt x="156" y="4"/>
                  </a:lnTo>
                  <a:lnTo>
                    <a:pt x="156" y="4"/>
                  </a:lnTo>
                  <a:close/>
                </a:path>
              </a:pathLst>
            </a:custGeom>
            <a:grpFill/>
            <a:ln>
              <a:solidFill>
                <a:schemeClr val="accent1">
                  <a:lumMod val="75000"/>
                  <a:alpha val="0"/>
                </a:schemeClr>
              </a:solidFill>
            </a:ln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291" name="Freeform 907"/>
            <p:cNvSpPr/>
            <p:nvPr>
              <p:custDataLst>
                <p:tags r:id="rId7"/>
              </p:custDataLst>
            </p:nvPr>
          </p:nvSpPr>
          <p:spPr bwMode="auto">
            <a:xfrm>
              <a:off x="3338513" y="1404938"/>
              <a:ext cx="58738" cy="168275"/>
            </a:xfrm>
            <a:custGeom>
              <a:avLst/>
              <a:gdLst/>
              <a:ahLst/>
              <a:cxnLst>
                <a:cxn ang="0">
                  <a:pos x="99" y="4"/>
                </a:cxn>
                <a:cxn ang="0">
                  <a:pos x="99" y="4"/>
                </a:cxn>
                <a:cxn ang="0">
                  <a:pos x="98" y="14"/>
                </a:cxn>
                <a:cxn ang="0">
                  <a:pos x="97" y="23"/>
                </a:cxn>
                <a:cxn ang="0">
                  <a:pos x="92" y="43"/>
                </a:cxn>
                <a:cxn ang="0">
                  <a:pos x="79" y="81"/>
                </a:cxn>
                <a:cxn ang="0">
                  <a:pos x="79" y="81"/>
                </a:cxn>
                <a:cxn ang="0">
                  <a:pos x="73" y="103"/>
                </a:cxn>
                <a:cxn ang="0">
                  <a:pos x="68" y="125"/>
                </a:cxn>
                <a:cxn ang="0">
                  <a:pos x="57" y="169"/>
                </a:cxn>
                <a:cxn ang="0">
                  <a:pos x="57" y="169"/>
                </a:cxn>
                <a:cxn ang="0">
                  <a:pos x="51" y="188"/>
                </a:cxn>
                <a:cxn ang="0">
                  <a:pos x="43" y="205"/>
                </a:cxn>
                <a:cxn ang="0">
                  <a:pos x="35" y="223"/>
                </a:cxn>
                <a:cxn ang="0">
                  <a:pos x="26" y="239"/>
                </a:cxn>
                <a:cxn ang="0">
                  <a:pos x="17" y="257"/>
                </a:cxn>
                <a:cxn ang="0">
                  <a:pos x="10" y="274"/>
                </a:cxn>
                <a:cxn ang="0">
                  <a:pos x="4" y="293"/>
                </a:cxn>
                <a:cxn ang="0">
                  <a:pos x="1" y="302"/>
                </a:cxn>
                <a:cxn ang="0">
                  <a:pos x="0" y="313"/>
                </a:cxn>
                <a:cxn ang="0">
                  <a:pos x="0" y="313"/>
                </a:cxn>
                <a:cxn ang="0">
                  <a:pos x="0" y="314"/>
                </a:cxn>
                <a:cxn ang="0">
                  <a:pos x="1" y="316"/>
                </a:cxn>
                <a:cxn ang="0">
                  <a:pos x="2" y="317"/>
                </a:cxn>
                <a:cxn ang="0">
                  <a:pos x="4" y="317"/>
                </a:cxn>
                <a:cxn ang="0">
                  <a:pos x="7" y="316"/>
                </a:cxn>
                <a:cxn ang="0">
                  <a:pos x="9" y="314"/>
                </a:cxn>
                <a:cxn ang="0">
                  <a:pos x="9" y="313"/>
                </a:cxn>
                <a:cxn ang="0">
                  <a:pos x="9" y="313"/>
                </a:cxn>
                <a:cxn ang="0">
                  <a:pos x="11" y="302"/>
                </a:cxn>
                <a:cxn ang="0">
                  <a:pos x="13" y="292"/>
                </a:cxn>
                <a:cxn ang="0">
                  <a:pos x="19" y="273"/>
                </a:cxn>
                <a:cxn ang="0">
                  <a:pos x="28" y="255"/>
                </a:cxn>
                <a:cxn ang="0">
                  <a:pos x="36" y="237"/>
                </a:cxn>
                <a:cxn ang="0">
                  <a:pos x="45" y="220"/>
                </a:cxn>
                <a:cxn ang="0">
                  <a:pos x="54" y="201"/>
                </a:cxn>
                <a:cxn ang="0">
                  <a:pos x="62" y="182"/>
                </a:cxn>
                <a:cxn ang="0">
                  <a:pos x="68" y="164"/>
                </a:cxn>
                <a:cxn ang="0">
                  <a:pos x="68" y="164"/>
                </a:cxn>
                <a:cxn ang="0">
                  <a:pos x="79" y="119"/>
                </a:cxn>
                <a:cxn ang="0">
                  <a:pos x="91" y="76"/>
                </a:cxn>
                <a:cxn ang="0">
                  <a:pos x="91" y="76"/>
                </a:cxn>
                <a:cxn ang="0">
                  <a:pos x="102" y="40"/>
                </a:cxn>
                <a:cxn ang="0">
                  <a:pos x="106" y="22"/>
                </a:cxn>
                <a:cxn ang="0">
                  <a:pos x="109" y="4"/>
                </a:cxn>
                <a:cxn ang="0">
                  <a:pos x="109" y="4"/>
                </a:cxn>
                <a:cxn ang="0">
                  <a:pos x="108" y="2"/>
                </a:cxn>
                <a:cxn ang="0">
                  <a:pos x="107" y="1"/>
                </a:cxn>
                <a:cxn ang="0">
                  <a:pos x="106" y="0"/>
                </a:cxn>
                <a:cxn ang="0">
                  <a:pos x="104" y="0"/>
                </a:cxn>
                <a:cxn ang="0">
                  <a:pos x="101" y="1"/>
                </a:cxn>
                <a:cxn ang="0">
                  <a:pos x="100" y="2"/>
                </a:cxn>
                <a:cxn ang="0">
                  <a:pos x="99" y="4"/>
                </a:cxn>
                <a:cxn ang="0">
                  <a:pos x="99" y="4"/>
                </a:cxn>
              </a:cxnLst>
              <a:rect l="0" t="0" r="r" b="b"/>
              <a:pathLst>
                <a:path w="109" h="317">
                  <a:moveTo>
                    <a:pt x="99" y="4"/>
                  </a:moveTo>
                  <a:lnTo>
                    <a:pt x="99" y="4"/>
                  </a:lnTo>
                  <a:lnTo>
                    <a:pt x="98" y="14"/>
                  </a:lnTo>
                  <a:lnTo>
                    <a:pt x="97" y="23"/>
                  </a:lnTo>
                  <a:lnTo>
                    <a:pt x="92" y="43"/>
                  </a:lnTo>
                  <a:lnTo>
                    <a:pt x="79" y="81"/>
                  </a:lnTo>
                  <a:lnTo>
                    <a:pt x="79" y="81"/>
                  </a:lnTo>
                  <a:lnTo>
                    <a:pt x="73" y="103"/>
                  </a:lnTo>
                  <a:lnTo>
                    <a:pt x="68" y="125"/>
                  </a:lnTo>
                  <a:lnTo>
                    <a:pt x="57" y="169"/>
                  </a:lnTo>
                  <a:lnTo>
                    <a:pt x="57" y="169"/>
                  </a:lnTo>
                  <a:lnTo>
                    <a:pt x="51" y="188"/>
                  </a:lnTo>
                  <a:lnTo>
                    <a:pt x="43" y="205"/>
                  </a:lnTo>
                  <a:lnTo>
                    <a:pt x="35" y="223"/>
                  </a:lnTo>
                  <a:lnTo>
                    <a:pt x="26" y="239"/>
                  </a:lnTo>
                  <a:lnTo>
                    <a:pt x="17" y="257"/>
                  </a:lnTo>
                  <a:lnTo>
                    <a:pt x="10" y="274"/>
                  </a:lnTo>
                  <a:lnTo>
                    <a:pt x="4" y="293"/>
                  </a:lnTo>
                  <a:lnTo>
                    <a:pt x="1" y="302"/>
                  </a:lnTo>
                  <a:lnTo>
                    <a:pt x="0" y="313"/>
                  </a:lnTo>
                  <a:lnTo>
                    <a:pt x="0" y="313"/>
                  </a:lnTo>
                  <a:lnTo>
                    <a:pt x="0" y="314"/>
                  </a:lnTo>
                  <a:lnTo>
                    <a:pt x="1" y="316"/>
                  </a:lnTo>
                  <a:lnTo>
                    <a:pt x="2" y="317"/>
                  </a:lnTo>
                  <a:lnTo>
                    <a:pt x="4" y="317"/>
                  </a:lnTo>
                  <a:lnTo>
                    <a:pt x="7" y="316"/>
                  </a:lnTo>
                  <a:lnTo>
                    <a:pt x="9" y="314"/>
                  </a:lnTo>
                  <a:lnTo>
                    <a:pt x="9" y="313"/>
                  </a:lnTo>
                  <a:lnTo>
                    <a:pt x="9" y="313"/>
                  </a:lnTo>
                  <a:lnTo>
                    <a:pt x="11" y="302"/>
                  </a:lnTo>
                  <a:lnTo>
                    <a:pt x="13" y="292"/>
                  </a:lnTo>
                  <a:lnTo>
                    <a:pt x="19" y="273"/>
                  </a:lnTo>
                  <a:lnTo>
                    <a:pt x="28" y="255"/>
                  </a:lnTo>
                  <a:lnTo>
                    <a:pt x="36" y="237"/>
                  </a:lnTo>
                  <a:lnTo>
                    <a:pt x="45" y="220"/>
                  </a:lnTo>
                  <a:lnTo>
                    <a:pt x="54" y="201"/>
                  </a:lnTo>
                  <a:lnTo>
                    <a:pt x="62" y="182"/>
                  </a:lnTo>
                  <a:lnTo>
                    <a:pt x="68" y="164"/>
                  </a:lnTo>
                  <a:lnTo>
                    <a:pt x="68" y="164"/>
                  </a:lnTo>
                  <a:lnTo>
                    <a:pt x="79" y="119"/>
                  </a:lnTo>
                  <a:lnTo>
                    <a:pt x="91" y="76"/>
                  </a:lnTo>
                  <a:lnTo>
                    <a:pt x="91" y="76"/>
                  </a:lnTo>
                  <a:lnTo>
                    <a:pt x="102" y="40"/>
                  </a:lnTo>
                  <a:lnTo>
                    <a:pt x="106" y="22"/>
                  </a:lnTo>
                  <a:lnTo>
                    <a:pt x="109" y="4"/>
                  </a:lnTo>
                  <a:lnTo>
                    <a:pt x="109" y="4"/>
                  </a:lnTo>
                  <a:lnTo>
                    <a:pt x="108" y="2"/>
                  </a:lnTo>
                  <a:lnTo>
                    <a:pt x="107" y="1"/>
                  </a:lnTo>
                  <a:lnTo>
                    <a:pt x="106" y="0"/>
                  </a:lnTo>
                  <a:lnTo>
                    <a:pt x="104" y="0"/>
                  </a:lnTo>
                  <a:lnTo>
                    <a:pt x="101" y="1"/>
                  </a:lnTo>
                  <a:lnTo>
                    <a:pt x="100" y="2"/>
                  </a:lnTo>
                  <a:lnTo>
                    <a:pt x="99" y="4"/>
                  </a:lnTo>
                  <a:lnTo>
                    <a:pt x="99" y="4"/>
                  </a:lnTo>
                  <a:close/>
                </a:path>
              </a:pathLst>
            </a:custGeom>
            <a:grpFill/>
            <a:ln>
              <a:solidFill>
                <a:schemeClr val="accent1">
                  <a:lumMod val="75000"/>
                  <a:alpha val="0"/>
                </a:schemeClr>
              </a:solidFill>
            </a:ln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292" name="Freeform 908"/>
            <p:cNvSpPr/>
            <p:nvPr>
              <p:custDataLst>
                <p:tags r:id="rId8"/>
              </p:custDataLst>
            </p:nvPr>
          </p:nvSpPr>
          <p:spPr bwMode="auto">
            <a:xfrm>
              <a:off x="3365500" y="1427163"/>
              <a:ext cx="58738" cy="169863"/>
            </a:xfrm>
            <a:custGeom>
              <a:avLst/>
              <a:gdLst/>
              <a:ahLst/>
              <a:cxnLst>
                <a:cxn ang="0">
                  <a:pos x="102" y="1"/>
                </a:cxn>
                <a:cxn ang="0">
                  <a:pos x="102" y="1"/>
                </a:cxn>
                <a:cxn ang="0">
                  <a:pos x="97" y="7"/>
                </a:cxn>
                <a:cxn ang="0">
                  <a:pos x="93" y="13"/>
                </a:cxn>
                <a:cxn ang="0">
                  <a:pos x="87" y="26"/>
                </a:cxn>
                <a:cxn ang="0">
                  <a:pos x="82" y="39"/>
                </a:cxn>
                <a:cxn ang="0">
                  <a:pos x="79" y="54"/>
                </a:cxn>
                <a:cxn ang="0">
                  <a:pos x="79" y="54"/>
                </a:cxn>
                <a:cxn ang="0">
                  <a:pos x="72" y="77"/>
                </a:cxn>
                <a:cxn ang="0">
                  <a:pos x="65" y="101"/>
                </a:cxn>
                <a:cxn ang="0">
                  <a:pos x="51" y="148"/>
                </a:cxn>
                <a:cxn ang="0">
                  <a:pos x="51" y="148"/>
                </a:cxn>
                <a:cxn ang="0">
                  <a:pos x="44" y="168"/>
                </a:cxn>
                <a:cxn ang="0">
                  <a:pos x="37" y="190"/>
                </a:cxn>
                <a:cxn ang="0">
                  <a:pos x="20" y="231"/>
                </a:cxn>
                <a:cxn ang="0">
                  <a:pos x="13" y="252"/>
                </a:cxn>
                <a:cxn ang="0">
                  <a:pos x="7" y="274"/>
                </a:cxn>
                <a:cxn ang="0">
                  <a:pos x="2" y="295"/>
                </a:cxn>
                <a:cxn ang="0">
                  <a:pos x="1" y="307"/>
                </a:cxn>
                <a:cxn ang="0">
                  <a:pos x="0" y="317"/>
                </a:cxn>
                <a:cxn ang="0">
                  <a:pos x="0" y="317"/>
                </a:cxn>
                <a:cxn ang="0">
                  <a:pos x="1" y="319"/>
                </a:cxn>
                <a:cxn ang="0">
                  <a:pos x="2" y="321"/>
                </a:cxn>
                <a:cxn ang="0">
                  <a:pos x="3" y="322"/>
                </a:cxn>
                <a:cxn ang="0">
                  <a:pos x="6" y="322"/>
                </a:cxn>
                <a:cxn ang="0">
                  <a:pos x="8" y="322"/>
                </a:cxn>
                <a:cxn ang="0">
                  <a:pos x="9" y="321"/>
                </a:cxn>
                <a:cxn ang="0">
                  <a:pos x="10" y="319"/>
                </a:cxn>
                <a:cxn ang="0">
                  <a:pos x="11" y="317"/>
                </a:cxn>
                <a:cxn ang="0">
                  <a:pos x="11" y="317"/>
                </a:cxn>
                <a:cxn ang="0">
                  <a:pos x="11" y="307"/>
                </a:cxn>
                <a:cxn ang="0">
                  <a:pos x="12" y="296"/>
                </a:cxn>
                <a:cxn ang="0">
                  <a:pos x="16" y="276"/>
                </a:cxn>
                <a:cxn ang="0">
                  <a:pos x="22" y="256"/>
                </a:cxn>
                <a:cxn ang="0">
                  <a:pos x="29" y="237"/>
                </a:cxn>
                <a:cxn ang="0">
                  <a:pos x="44" y="198"/>
                </a:cxn>
                <a:cxn ang="0">
                  <a:pos x="51" y="179"/>
                </a:cxn>
                <a:cxn ang="0">
                  <a:pos x="57" y="159"/>
                </a:cxn>
                <a:cxn ang="0">
                  <a:pos x="57" y="159"/>
                </a:cxn>
                <a:cxn ang="0">
                  <a:pos x="70" y="120"/>
                </a:cxn>
                <a:cxn ang="0">
                  <a:pos x="81" y="81"/>
                </a:cxn>
                <a:cxn ang="0">
                  <a:pos x="81" y="81"/>
                </a:cxn>
                <a:cxn ang="0">
                  <a:pos x="86" y="62"/>
                </a:cxn>
                <a:cxn ang="0">
                  <a:pos x="91" y="42"/>
                </a:cxn>
                <a:cxn ang="0">
                  <a:pos x="94" y="33"/>
                </a:cxn>
                <a:cxn ang="0">
                  <a:pos x="97" y="25"/>
                </a:cxn>
                <a:cxn ang="0">
                  <a:pos x="103" y="16"/>
                </a:cxn>
                <a:cxn ang="0">
                  <a:pos x="109" y="8"/>
                </a:cxn>
                <a:cxn ang="0">
                  <a:pos x="109" y="8"/>
                </a:cxn>
                <a:cxn ang="0">
                  <a:pos x="110" y="6"/>
                </a:cxn>
                <a:cxn ang="0">
                  <a:pos x="110" y="4"/>
                </a:cxn>
                <a:cxn ang="0">
                  <a:pos x="109" y="3"/>
                </a:cxn>
                <a:cxn ang="0">
                  <a:pos x="108" y="1"/>
                </a:cxn>
                <a:cxn ang="0">
                  <a:pos x="107" y="0"/>
                </a:cxn>
                <a:cxn ang="0">
                  <a:pos x="105" y="0"/>
                </a:cxn>
                <a:cxn ang="0">
                  <a:pos x="104" y="0"/>
                </a:cxn>
                <a:cxn ang="0">
                  <a:pos x="102" y="1"/>
                </a:cxn>
                <a:cxn ang="0">
                  <a:pos x="102" y="1"/>
                </a:cxn>
              </a:cxnLst>
              <a:rect l="0" t="0" r="r" b="b"/>
              <a:pathLst>
                <a:path w="110" h="322">
                  <a:moveTo>
                    <a:pt x="102" y="1"/>
                  </a:moveTo>
                  <a:lnTo>
                    <a:pt x="102" y="1"/>
                  </a:lnTo>
                  <a:lnTo>
                    <a:pt x="97" y="7"/>
                  </a:lnTo>
                  <a:lnTo>
                    <a:pt x="93" y="13"/>
                  </a:lnTo>
                  <a:lnTo>
                    <a:pt x="87" y="26"/>
                  </a:lnTo>
                  <a:lnTo>
                    <a:pt x="82" y="39"/>
                  </a:lnTo>
                  <a:lnTo>
                    <a:pt x="79" y="54"/>
                  </a:lnTo>
                  <a:lnTo>
                    <a:pt x="79" y="54"/>
                  </a:lnTo>
                  <a:lnTo>
                    <a:pt x="72" y="77"/>
                  </a:lnTo>
                  <a:lnTo>
                    <a:pt x="65" y="101"/>
                  </a:lnTo>
                  <a:lnTo>
                    <a:pt x="51" y="148"/>
                  </a:lnTo>
                  <a:lnTo>
                    <a:pt x="51" y="148"/>
                  </a:lnTo>
                  <a:lnTo>
                    <a:pt x="44" y="168"/>
                  </a:lnTo>
                  <a:lnTo>
                    <a:pt x="37" y="190"/>
                  </a:lnTo>
                  <a:lnTo>
                    <a:pt x="20" y="231"/>
                  </a:lnTo>
                  <a:lnTo>
                    <a:pt x="13" y="252"/>
                  </a:lnTo>
                  <a:lnTo>
                    <a:pt x="7" y="274"/>
                  </a:lnTo>
                  <a:lnTo>
                    <a:pt x="2" y="295"/>
                  </a:lnTo>
                  <a:lnTo>
                    <a:pt x="1" y="307"/>
                  </a:lnTo>
                  <a:lnTo>
                    <a:pt x="0" y="317"/>
                  </a:lnTo>
                  <a:lnTo>
                    <a:pt x="0" y="317"/>
                  </a:lnTo>
                  <a:lnTo>
                    <a:pt x="1" y="319"/>
                  </a:lnTo>
                  <a:lnTo>
                    <a:pt x="2" y="321"/>
                  </a:lnTo>
                  <a:lnTo>
                    <a:pt x="3" y="322"/>
                  </a:lnTo>
                  <a:lnTo>
                    <a:pt x="6" y="322"/>
                  </a:lnTo>
                  <a:lnTo>
                    <a:pt x="8" y="322"/>
                  </a:lnTo>
                  <a:lnTo>
                    <a:pt x="9" y="321"/>
                  </a:lnTo>
                  <a:lnTo>
                    <a:pt x="10" y="319"/>
                  </a:lnTo>
                  <a:lnTo>
                    <a:pt x="11" y="317"/>
                  </a:lnTo>
                  <a:lnTo>
                    <a:pt x="11" y="317"/>
                  </a:lnTo>
                  <a:lnTo>
                    <a:pt x="11" y="307"/>
                  </a:lnTo>
                  <a:lnTo>
                    <a:pt x="12" y="296"/>
                  </a:lnTo>
                  <a:lnTo>
                    <a:pt x="16" y="276"/>
                  </a:lnTo>
                  <a:lnTo>
                    <a:pt x="22" y="256"/>
                  </a:lnTo>
                  <a:lnTo>
                    <a:pt x="29" y="237"/>
                  </a:lnTo>
                  <a:lnTo>
                    <a:pt x="44" y="198"/>
                  </a:lnTo>
                  <a:lnTo>
                    <a:pt x="51" y="179"/>
                  </a:lnTo>
                  <a:lnTo>
                    <a:pt x="57" y="159"/>
                  </a:lnTo>
                  <a:lnTo>
                    <a:pt x="57" y="159"/>
                  </a:lnTo>
                  <a:lnTo>
                    <a:pt x="70" y="120"/>
                  </a:lnTo>
                  <a:lnTo>
                    <a:pt x="81" y="81"/>
                  </a:lnTo>
                  <a:lnTo>
                    <a:pt x="81" y="81"/>
                  </a:lnTo>
                  <a:lnTo>
                    <a:pt x="86" y="62"/>
                  </a:lnTo>
                  <a:lnTo>
                    <a:pt x="91" y="42"/>
                  </a:lnTo>
                  <a:lnTo>
                    <a:pt x="94" y="33"/>
                  </a:lnTo>
                  <a:lnTo>
                    <a:pt x="97" y="25"/>
                  </a:lnTo>
                  <a:lnTo>
                    <a:pt x="103" y="16"/>
                  </a:lnTo>
                  <a:lnTo>
                    <a:pt x="109" y="8"/>
                  </a:lnTo>
                  <a:lnTo>
                    <a:pt x="109" y="8"/>
                  </a:lnTo>
                  <a:lnTo>
                    <a:pt x="110" y="6"/>
                  </a:lnTo>
                  <a:lnTo>
                    <a:pt x="110" y="4"/>
                  </a:lnTo>
                  <a:lnTo>
                    <a:pt x="109" y="3"/>
                  </a:lnTo>
                  <a:lnTo>
                    <a:pt x="108" y="1"/>
                  </a:lnTo>
                  <a:lnTo>
                    <a:pt x="107" y="0"/>
                  </a:lnTo>
                  <a:lnTo>
                    <a:pt x="105" y="0"/>
                  </a:lnTo>
                  <a:lnTo>
                    <a:pt x="104" y="0"/>
                  </a:lnTo>
                  <a:lnTo>
                    <a:pt x="102" y="1"/>
                  </a:lnTo>
                  <a:lnTo>
                    <a:pt x="102" y="1"/>
                  </a:lnTo>
                  <a:close/>
                </a:path>
              </a:pathLst>
            </a:custGeom>
            <a:grpFill/>
            <a:ln>
              <a:solidFill>
                <a:schemeClr val="accent1">
                  <a:lumMod val="75000"/>
                  <a:alpha val="0"/>
                </a:schemeClr>
              </a:solidFill>
            </a:ln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293" name="Freeform 909"/>
            <p:cNvSpPr/>
            <p:nvPr>
              <p:custDataLst>
                <p:tags r:id="rId9"/>
              </p:custDataLst>
            </p:nvPr>
          </p:nvSpPr>
          <p:spPr bwMode="auto">
            <a:xfrm>
              <a:off x="3403600" y="1430338"/>
              <a:ext cx="41275" cy="182563"/>
            </a:xfrm>
            <a:custGeom>
              <a:avLst/>
              <a:gdLst/>
              <a:ahLst/>
              <a:cxnLst>
                <a:cxn ang="0">
                  <a:pos x="67" y="4"/>
                </a:cxn>
                <a:cxn ang="0">
                  <a:pos x="62" y="52"/>
                </a:cxn>
                <a:cxn ang="0">
                  <a:pos x="53" y="99"/>
                </a:cxn>
                <a:cxn ang="0">
                  <a:pos x="39" y="171"/>
                </a:cxn>
                <a:cxn ang="0">
                  <a:pos x="35" y="193"/>
                </a:cxn>
                <a:cxn ang="0">
                  <a:pos x="30" y="215"/>
                </a:cxn>
                <a:cxn ang="0">
                  <a:pos x="15" y="255"/>
                </a:cxn>
                <a:cxn ang="0">
                  <a:pos x="10" y="277"/>
                </a:cxn>
                <a:cxn ang="0">
                  <a:pos x="7" y="294"/>
                </a:cxn>
                <a:cxn ang="0">
                  <a:pos x="5" y="310"/>
                </a:cxn>
                <a:cxn ang="0">
                  <a:pos x="5" y="325"/>
                </a:cxn>
                <a:cxn ang="0">
                  <a:pos x="4" y="335"/>
                </a:cxn>
                <a:cxn ang="0">
                  <a:pos x="3" y="337"/>
                </a:cxn>
                <a:cxn ang="0">
                  <a:pos x="0" y="340"/>
                </a:cxn>
                <a:cxn ang="0">
                  <a:pos x="1" y="343"/>
                </a:cxn>
                <a:cxn ang="0">
                  <a:pos x="4" y="345"/>
                </a:cxn>
                <a:cxn ang="0">
                  <a:pos x="7" y="345"/>
                </a:cxn>
                <a:cxn ang="0">
                  <a:pos x="10" y="342"/>
                </a:cxn>
                <a:cxn ang="0">
                  <a:pos x="13" y="334"/>
                </a:cxn>
                <a:cxn ang="0">
                  <a:pos x="14" y="318"/>
                </a:cxn>
                <a:cxn ang="0">
                  <a:pos x="14" y="310"/>
                </a:cxn>
                <a:cxn ang="0">
                  <a:pos x="17" y="285"/>
                </a:cxn>
                <a:cxn ang="0">
                  <a:pos x="23" y="260"/>
                </a:cxn>
                <a:cxn ang="0">
                  <a:pos x="40" y="213"/>
                </a:cxn>
                <a:cxn ang="0">
                  <a:pos x="44" y="201"/>
                </a:cxn>
                <a:cxn ang="0">
                  <a:pos x="47" y="176"/>
                </a:cxn>
                <a:cxn ang="0">
                  <a:pos x="49" y="163"/>
                </a:cxn>
                <a:cxn ang="0">
                  <a:pos x="63" y="107"/>
                </a:cxn>
                <a:cxn ang="0">
                  <a:pos x="65" y="93"/>
                </a:cxn>
                <a:cxn ang="0">
                  <a:pos x="70" y="52"/>
                </a:cxn>
                <a:cxn ang="0">
                  <a:pos x="73" y="28"/>
                </a:cxn>
                <a:cxn ang="0">
                  <a:pos x="76" y="4"/>
                </a:cxn>
                <a:cxn ang="0">
                  <a:pos x="75" y="2"/>
                </a:cxn>
                <a:cxn ang="0">
                  <a:pos x="73" y="0"/>
                </a:cxn>
                <a:cxn ang="0">
                  <a:pos x="70" y="0"/>
                </a:cxn>
                <a:cxn ang="0">
                  <a:pos x="67" y="2"/>
                </a:cxn>
                <a:cxn ang="0">
                  <a:pos x="67" y="4"/>
                </a:cxn>
              </a:cxnLst>
              <a:rect l="0" t="0" r="r" b="b"/>
              <a:pathLst>
                <a:path w="76" h="346">
                  <a:moveTo>
                    <a:pt x="67" y="4"/>
                  </a:moveTo>
                  <a:lnTo>
                    <a:pt x="67" y="4"/>
                  </a:lnTo>
                  <a:lnTo>
                    <a:pt x="65" y="28"/>
                  </a:lnTo>
                  <a:lnTo>
                    <a:pt x="62" y="52"/>
                  </a:lnTo>
                  <a:lnTo>
                    <a:pt x="58" y="76"/>
                  </a:lnTo>
                  <a:lnTo>
                    <a:pt x="53" y="99"/>
                  </a:lnTo>
                  <a:lnTo>
                    <a:pt x="43" y="147"/>
                  </a:lnTo>
                  <a:lnTo>
                    <a:pt x="39" y="171"/>
                  </a:lnTo>
                  <a:lnTo>
                    <a:pt x="35" y="193"/>
                  </a:lnTo>
                  <a:lnTo>
                    <a:pt x="35" y="193"/>
                  </a:lnTo>
                  <a:lnTo>
                    <a:pt x="33" y="205"/>
                  </a:lnTo>
                  <a:lnTo>
                    <a:pt x="30" y="215"/>
                  </a:lnTo>
                  <a:lnTo>
                    <a:pt x="22" y="236"/>
                  </a:lnTo>
                  <a:lnTo>
                    <a:pt x="15" y="255"/>
                  </a:lnTo>
                  <a:lnTo>
                    <a:pt x="12" y="267"/>
                  </a:lnTo>
                  <a:lnTo>
                    <a:pt x="10" y="277"/>
                  </a:lnTo>
                  <a:lnTo>
                    <a:pt x="10" y="277"/>
                  </a:lnTo>
                  <a:lnTo>
                    <a:pt x="7" y="294"/>
                  </a:lnTo>
                  <a:lnTo>
                    <a:pt x="6" y="302"/>
                  </a:lnTo>
                  <a:lnTo>
                    <a:pt x="5" y="310"/>
                  </a:lnTo>
                  <a:lnTo>
                    <a:pt x="5" y="310"/>
                  </a:lnTo>
                  <a:lnTo>
                    <a:pt x="5" y="325"/>
                  </a:lnTo>
                  <a:lnTo>
                    <a:pt x="5" y="333"/>
                  </a:lnTo>
                  <a:lnTo>
                    <a:pt x="4" y="335"/>
                  </a:lnTo>
                  <a:lnTo>
                    <a:pt x="3" y="337"/>
                  </a:lnTo>
                  <a:lnTo>
                    <a:pt x="3" y="337"/>
                  </a:lnTo>
                  <a:lnTo>
                    <a:pt x="1" y="338"/>
                  </a:lnTo>
                  <a:lnTo>
                    <a:pt x="0" y="340"/>
                  </a:lnTo>
                  <a:lnTo>
                    <a:pt x="1" y="342"/>
                  </a:lnTo>
                  <a:lnTo>
                    <a:pt x="1" y="343"/>
                  </a:lnTo>
                  <a:lnTo>
                    <a:pt x="2" y="345"/>
                  </a:lnTo>
                  <a:lnTo>
                    <a:pt x="4" y="345"/>
                  </a:lnTo>
                  <a:lnTo>
                    <a:pt x="5" y="346"/>
                  </a:lnTo>
                  <a:lnTo>
                    <a:pt x="7" y="345"/>
                  </a:lnTo>
                  <a:lnTo>
                    <a:pt x="7" y="345"/>
                  </a:lnTo>
                  <a:lnTo>
                    <a:pt x="10" y="342"/>
                  </a:lnTo>
                  <a:lnTo>
                    <a:pt x="12" y="339"/>
                  </a:lnTo>
                  <a:lnTo>
                    <a:pt x="13" y="334"/>
                  </a:lnTo>
                  <a:lnTo>
                    <a:pt x="14" y="329"/>
                  </a:lnTo>
                  <a:lnTo>
                    <a:pt x="14" y="318"/>
                  </a:lnTo>
                  <a:lnTo>
                    <a:pt x="14" y="310"/>
                  </a:lnTo>
                  <a:lnTo>
                    <a:pt x="14" y="310"/>
                  </a:lnTo>
                  <a:lnTo>
                    <a:pt x="15" y="298"/>
                  </a:lnTo>
                  <a:lnTo>
                    <a:pt x="17" y="285"/>
                  </a:lnTo>
                  <a:lnTo>
                    <a:pt x="19" y="273"/>
                  </a:lnTo>
                  <a:lnTo>
                    <a:pt x="23" y="260"/>
                  </a:lnTo>
                  <a:lnTo>
                    <a:pt x="32" y="236"/>
                  </a:lnTo>
                  <a:lnTo>
                    <a:pt x="40" y="213"/>
                  </a:lnTo>
                  <a:lnTo>
                    <a:pt x="40" y="213"/>
                  </a:lnTo>
                  <a:lnTo>
                    <a:pt x="44" y="201"/>
                  </a:lnTo>
                  <a:lnTo>
                    <a:pt x="46" y="188"/>
                  </a:lnTo>
                  <a:lnTo>
                    <a:pt x="47" y="176"/>
                  </a:lnTo>
                  <a:lnTo>
                    <a:pt x="49" y="163"/>
                  </a:lnTo>
                  <a:lnTo>
                    <a:pt x="49" y="163"/>
                  </a:lnTo>
                  <a:lnTo>
                    <a:pt x="56" y="135"/>
                  </a:lnTo>
                  <a:lnTo>
                    <a:pt x="63" y="107"/>
                  </a:lnTo>
                  <a:lnTo>
                    <a:pt x="63" y="107"/>
                  </a:lnTo>
                  <a:lnTo>
                    <a:pt x="65" y="93"/>
                  </a:lnTo>
                  <a:lnTo>
                    <a:pt x="66" y="79"/>
                  </a:lnTo>
                  <a:lnTo>
                    <a:pt x="70" y="52"/>
                  </a:lnTo>
                  <a:lnTo>
                    <a:pt x="70" y="52"/>
                  </a:lnTo>
                  <a:lnTo>
                    <a:pt x="73" y="28"/>
                  </a:lnTo>
                  <a:lnTo>
                    <a:pt x="75" y="17"/>
                  </a:lnTo>
                  <a:lnTo>
                    <a:pt x="76" y="4"/>
                  </a:lnTo>
                  <a:lnTo>
                    <a:pt x="76" y="4"/>
                  </a:lnTo>
                  <a:lnTo>
                    <a:pt x="75" y="2"/>
                  </a:lnTo>
                  <a:lnTo>
                    <a:pt x="74" y="1"/>
                  </a:lnTo>
                  <a:lnTo>
                    <a:pt x="73" y="0"/>
                  </a:lnTo>
                  <a:lnTo>
                    <a:pt x="71" y="0"/>
                  </a:lnTo>
                  <a:lnTo>
                    <a:pt x="70" y="0"/>
                  </a:lnTo>
                  <a:lnTo>
                    <a:pt x="68" y="1"/>
                  </a:lnTo>
                  <a:lnTo>
                    <a:pt x="67" y="2"/>
                  </a:lnTo>
                  <a:lnTo>
                    <a:pt x="67" y="4"/>
                  </a:lnTo>
                  <a:lnTo>
                    <a:pt x="67" y="4"/>
                  </a:lnTo>
                  <a:close/>
                </a:path>
              </a:pathLst>
            </a:custGeom>
            <a:grpFill/>
            <a:ln>
              <a:solidFill>
                <a:schemeClr val="accent1">
                  <a:lumMod val="75000"/>
                  <a:alpha val="0"/>
                </a:schemeClr>
              </a:solidFill>
            </a:ln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294" name="Freeform 910"/>
            <p:cNvSpPr/>
            <p:nvPr>
              <p:custDataLst>
                <p:tags r:id="rId10"/>
              </p:custDataLst>
            </p:nvPr>
          </p:nvSpPr>
          <p:spPr bwMode="auto">
            <a:xfrm>
              <a:off x="3436938" y="1397000"/>
              <a:ext cx="47625" cy="252413"/>
            </a:xfrm>
            <a:custGeom>
              <a:avLst/>
              <a:gdLst/>
              <a:ahLst/>
              <a:cxnLst>
                <a:cxn ang="0">
                  <a:pos x="80" y="4"/>
                </a:cxn>
                <a:cxn ang="0">
                  <a:pos x="80" y="4"/>
                </a:cxn>
                <a:cxn ang="0">
                  <a:pos x="78" y="20"/>
                </a:cxn>
                <a:cxn ang="0">
                  <a:pos x="76" y="34"/>
                </a:cxn>
                <a:cxn ang="0">
                  <a:pos x="69" y="63"/>
                </a:cxn>
                <a:cxn ang="0">
                  <a:pos x="54" y="121"/>
                </a:cxn>
                <a:cxn ang="0">
                  <a:pos x="54" y="121"/>
                </a:cxn>
                <a:cxn ang="0">
                  <a:pos x="40" y="180"/>
                </a:cxn>
                <a:cxn ang="0">
                  <a:pos x="26" y="238"/>
                </a:cxn>
                <a:cxn ang="0">
                  <a:pos x="26" y="238"/>
                </a:cxn>
                <a:cxn ang="0">
                  <a:pos x="23" y="253"/>
                </a:cxn>
                <a:cxn ang="0">
                  <a:pos x="21" y="269"/>
                </a:cxn>
                <a:cxn ang="0">
                  <a:pos x="19" y="301"/>
                </a:cxn>
                <a:cxn ang="0">
                  <a:pos x="16" y="332"/>
                </a:cxn>
                <a:cxn ang="0">
                  <a:pos x="15" y="347"/>
                </a:cxn>
                <a:cxn ang="0">
                  <a:pos x="12" y="363"/>
                </a:cxn>
                <a:cxn ang="0">
                  <a:pos x="12" y="363"/>
                </a:cxn>
                <a:cxn ang="0">
                  <a:pos x="8" y="391"/>
                </a:cxn>
                <a:cxn ang="0">
                  <a:pos x="4" y="419"/>
                </a:cxn>
                <a:cxn ang="0">
                  <a:pos x="2" y="446"/>
                </a:cxn>
                <a:cxn ang="0">
                  <a:pos x="0" y="474"/>
                </a:cxn>
                <a:cxn ang="0">
                  <a:pos x="0" y="474"/>
                </a:cxn>
                <a:cxn ang="0">
                  <a:pos x="0" y="476"/>
                </a:cxn>
                <a:cxn ang="0">
                  <a:pos x="1" y="477"/>
                </a:cxn>
                <a:cxn ang="0">
                  <a:pos x="3" y="478"/>
                </a:cxn>
                <a:cxn ang="0">
                  <a:pos x="4" y="478"/>
                </a:cxn>
                <a:cxn ang="0">
                  <a:pos x="6" y="478"/>
                </a:cxn>
                <a:cxn ang="0">
                  <a:pos x="8" y="477"/>
                </a:cxn>
                <a:cxn ang="0">
                  <a:pos x="9" y="476"/>
                </a:cxn>
                <a:cxn ang="0">
                  <a:pos x="9" y="474"/>
                </a:cxn>
                <a:cxn ang="0">
                  <a:pos x="9" y="474"/>
                </a:cxn>
                <a:cxn ang="0">
                  <a:pos x="11" y="444"/>
                </a:cxn>
                <a:cxn ang="0">
                  <a:pos x="14" y="415"/>
                </a:cxn>
                <a:cxn ang="0">
                  <a:pos x="18" y="385"/>
                </a:cxn>
                <a:cxn ang="0">
                  <a:pos x="23" y="357"/>
                </a:cxn>
                <a:cxn ang="0">
                  <a:pos x="23" y="357"/>
                </a:cxn>
                <a:cxn ang="0">
                  <a:pos x="25" y="341"/>
                </a:cxn>
                <a:cxn ang="0">
                  <a:pos x="28" y="326"/>
                </a:cxn>
                <a:cxn ang="0">
                  <a:pos x="30" y="295"/>
                </a:cxn>
                <a:cxn ang="0">
                  <a:pos x="33" y="263"/>
                </a:cxn>
                <a:cxn ang="0">
                  <a:pos x="35" y="247"/>
                </a:cxn>
                <a:cxn ang="0">
                  <a:pos x="38" y="232"/>
                </a:cxn>
                <a:cxn ang="0">
                  <a:pos x="38" y="232"/>
                </a:cxn>
                <a:cxn ang="0">
                  <a:pos x="51" y="174"/>
                </a:cxn>
                <a:cxn ang="0">
                  <a:pos x="66" y="116"/>
                </a:cxn>
                <a:cxn ang="0">
                  <a:pos x="66" y="116"/>
                </a:cxn>
                <a:cxn ang="0">
                  <a:pos x="79" y="61"/>
                </a:cxn>
                <a:cxn ang="0">
                  <a:pos x="85" y="32"/>
                </a:cxn>
                <a:cxn ang="0">
                  <a:pos x="90" y="4"/>
                </a:cxn>
                <a:cxn ang="0">
                  <a:pos x="90" y="4"/>
                </a:cxn>
                <a:cxn ang="0">
                  <a:pos x="90" y="3"/>
                </a:cxn>
                <a:cxn ang="0">
                  <a:pos x="88" y="1"/>
                </a:cxn>
                <a:cxn ang="0">
                  <a:pos x="87" y="0"/>
                </a:cxn>
                <a:cxn ang="0">
                  <a:pos x="85" y="0"/>
                </a:cxn>
                <a:cxn ang="0">
                  <a:pos x="82" y="1"/>
                </a:cxn>
                <a:cxn ang="0">
                  <a:pos x="81" y="3"/>
                </a:cxn>
                <a:cxn ang="0">
                  <a:pos x="80" y="4"/>
                </a:cxn>
                <a:cxn ang="0">
                  <a:pos x="80" y="4"/>
                </a:cxn>
              </a:cxnLst>
              <a:rect l="0" t="0" r="r" b="b"/>
              <a:pathLst>
                <a:path w="90" h="478">
                  <a:moveTo>
                    <a:pt x="80" y="4"/>
                  </a:moveTo>
                  <a:lnTo>
                    <a:pt x="80" y="4"/>
                  </a:lnTo>
                  <a:lnTo>
                    <a:pt x="78" y="20"/>
                  </a:lnTo>
                  <a:lnTo>
                    <a:pt x="76" y="34"/>
                  </a:lnTo>
                  <a:lnTo>
                    <a:pt x="69" y="63"/>
                  </a:lnTo>
                  <a:lnTo>
                    <a:pt x="54" y="121"/>
                  </a:lnTo>
                  <a:lnTo>
                    <a:pt x="54" y="121"/>
                  </a:lnTo>
                  <a:lnTo>
                    <a:pt x="40" y="180"/>
                  </a:lnTo>
                  <a:lnTo>
                    <a:pt x="26" y="238"/>
                  </a:lnTo>
                  <a:lnTo>
                    <a:pt x="26" y="238"/>
                  </a:lnTo>
                  <a:lnTo>
                    <a:pt x="23" y="253"/>
                  </a:lnTo>
                  <a:lnTo>
                    <a:pt x="21" y="269"/>
                  </a:lnTo>
                  <a:lnTo>
                    <a:pt x="19" y="301"/>
                  </a:lnTo>
                  <a:lnTo>
                    <a:pt x="16" y="332"/>
                  </a:lnTo>
                  <a:lnTo>
                    <a:pt x="15" y="347"/>
                  </a:lnTo>
                  <a:lnTo>
                    <a:pt x="12" y="363"/>
                  </a:lnTo>
                  <a:lnTo>
                    <a:pt x="12" y="363"/>
                  </a:lnTo>
                  <a:lnTo>
                    <a:pt x="8" y="391"/>
                  </a:lnTo>
                  <a:lnTo>
                    <a:pt x="4" y="419"/>
                  </a:lnTo>
                  <a:lnTo>
                    <a:pt x="2" y="446"/>
                  </a:lnTo>
                  <a:lnTo>
                    <a:pt x="0" y="474"/>
                  </a:lnTo>
                  <a:lnTo>
                    <a:pt x="0" y="474"/>
                  </a:lnTo>
                  <a:lnTo>
                    <a:pt x="0" y="476"/>
                  </a:lnTo>
                  <a:lnTo>
                    <a:pt x="1" y="477"/>
                  </a:lnTo>
                  <a:lnTo>
                    <a:pt x="3" y="478"/>
                  </a:lnTo>
                  <a:lnTo>
                    <a:pt x="4" y="478"/>
                  </a:lnTo>
                  <a:lnTo>
                    <a:pt x="6" y="478"/>
                  </a:lnTo>
                  <a:lnTo>
                    <a:pt x="8" y="477"/>
                  </a:lnTo>
                  <a:lnTo>
                    <a:pt x="9" y="476"/>
                  </a:lnTo>
                  <a:lnTo>
                    <a:pt x="9" y="474"/>
                  </a:lnTo>
                  <a:lnTo>
                    <a:pt x="9" y="474"/>
                  </a:lnTo>
                  <a:lnTo>
                    <a:pt x="11" y="444"/>
                  </a:lnTo>
                  <a:lnTo>
                    <a:pt x="14" y="415"/>
                  </a:lnTo>
                  <a:lnTo>
                    <a:pt x="18" y="385"/>
                  </a:lnTo>
                  <a:lnTo>
                    <a:pt x="23" y="357"/>
                  </a:lnTo>
                  <a:lnTo>
                    <a:pt x="23" y="357"/>
                  </a:lnTo>
                  <a:lnTo>
                    <a:pt x="25" y="341"/>
                  </a:lnTo>
                  <a:lnTo>
                    <a:pt x="28" y="326"/>
                  </a:lnTo>
                  <a:lnTo>
                    <a:pt x="30" y="295"/>
                  </a:lnTo>
                  <a:lnTo>
                    <a:pt x="33" y="263"/>
                  </a:lnTo>
                  <a:lnTo>
                    <a:pt x="35" y="247"/>
                  </a:lnTo>
                  <a:lnTo>
                    <a:pt x="38" y="232"/>
                  </a:lnTo>
                  <a:lnTo>
                    <a:pt x="38" y="232"/>
                  </a:lnTo>
                  <a:lnTo>
                    <a:pt x="51" y="174"/>
                  </a:lnTo>
                  <a:lnTo>
                    <a:pt x="66" y="116"/>
                  </a:lnTo>
                  <a:lnTo>
                    <a:pt x="66" y="116"/>
                  </a:lnTo>
                  <a:lnTo>
                    <a:pt x="79" y="61"/>
                  </a:lnTo>
                  <a:lnTo>
                    <a:pt x="85" y="32"/>
                  </a:lnTo>
                  <a:lnTo>
                    <a:pt x="90" y="4"/>
                  </a:lnTo>
                  <a:lnTo>
                    <a:pt x="90" y="4"/>
                  </a:lnTo>
                  <a:lnTo>
                    <a:pt x="90" y="3"/>
                  </a:lnTo>
                  <a:lnTo>
                    <a:pt x="88" y="1"/>
                  </a:lnTo>
                  <a:lnTo>
                    <a:pt x="87" y="0"/>
                  </a:lnTo>
                  <a:lnTo>
                    <a:pt x="85" y="0"/>
                  </a:lnTo>
                  <a:lnTo>
                    <a:pt x="82" y="1"/>
                  </a:lnTo>
                  <a:lnTo>
                    <a:pt x="81" y="3"/>
                  </a:lnTo>
                  <a:lnTo>
                    <a:pt x="80" y="4"/>
                  </a:lnTo>
                  <a:lnTo>
                    <a:pt x="80" y="4"/>
                  </a:lnTo>
                  <a:close/>
                </a:path>
              </a:pathLst>
            </a:custGeom>
            <a:grpFill/>
            <a:ln>
              <a:solidFill>
                <a:schemeClr val="accent1">
                  <a:lumMod val="75000"/>
                  <a:alpha val="0"/>
                </a:schemeClr>
              </a:solidFill>
            </a:ln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295" name="Freeform 911"/>
            <p:cNvSpPr/>
            <p:nvPr>
              <p:custDataLst>
                <p:tags r:id="rId11"/>
              </p:custDataLst>
            </p:nvPr>
          </p:nvSpPr>
          <p:spPr bwMode="auto">
            <a:xfrm>
              <a:off x="3457575" y="1241425"/>
              <a:ext cx="104775" cy="455613"/>
            </a:xfrm>
            <a:custGeom>
              <a:avLst/>
              <a:gdLst/>
              <a:ahLst/>
              <a:cxnLst>
                <a:cxn ang="0">
                  <a:pos x="189" y="5"/>
                </a:cxn>
                <a:cxn ang="0">
                  <a:pos x="187" y="12"/>
                </a:cxn>
                <a:cxn ang="0">
                  <a:pos x="185" y="19"/>
                </a:cxn>
                <a:cxn ang="0">
                  <a:pos x="183" y="34"/>
                </a:cxn>
                <a:cxn ang="0">
                  <a:pos x="181" y="47"/>
                </a:cxn>
                <a:cxn ang="0">
                  <a:pos x="173" y="98"/>
                </a:cxn>
                <a:cxn ang="0">
                  <a:pos x="167" y="127"/>
                </a:cxn>
                <a:cxn ang="0">
                  <a:pos x="152" y="182"/>
                </a:cxn>
                <a:cxn ang="0">
                  <a:pos x="142" y="208"/>
                </a:cxn>
                <a:cxn ang="0">
                  <a:pos x="108" y="307"/>
                </a:cxn>
                <a:cxn ang="0">
                  <a:pos x="101" y="334"/>
                </a:cxn>
                <a:cxn ang="0">
                  <a:pos x="88" y="420"/>
                </a:cxn>
                <a:cxn ang="0">
                  <a:pos x="82" y="448"/>
                </a:cxn>
                <a:cxn ang="0">
                  <a:pos x="66" y="533"/>
                </a:cxn>
                <a:cxn ang="0">
                  <a:pos x="41" y="644"/>
                </a:cxn>
                <a:cxn ang="0">
                  <a:pos x="30" y="698"/>
                </a:cxn>
                <a:cxn ang="0">
                  <a:pos x="7" y="804"/>
                </a:cxn>
                <a:cxn ang="0">
                  <a:pos x="0" y="858"/>
                </a:cxn>
                <a:cxn ang="0">
                  <a:pos x="0" y="860"/>
                </a:cxn>
                <a:cxn ang="0">
                  <a:pos x="2" y="862"/>
                </a:cxn>
                <a:cxn ang="0">
                  <a:pos x="7" y="861"/>
                </a:cxn>
                <a:cxn ang="0">
                  <a:pos x="9" y="858"/>
                </a:cxn>
                <a:cxn ang="0">
                  <a:pos x="12" y="830"/>
                </a:cxn>
                <a:cxn ang="0">
                  <a:pos x="29" y="748"/>
                </a:cxn>
                <a:cxn ang="0">
                  <a:pos x="53" y="638"/>
                </a:cxn>
                <a:cxn ang="0">
                  <a:pos x="64" y="580"/>
                </a:cxn>
                <a:cxn ang="0">
                  <a:pos x="89" y="464"/>
                </a:cxn>
                <a:cxn ang="0">
                  <a:pos x="99" y="405"/>
                </a:cxn>
                <a:cxn ang="0">
                  <a:pos x="103" y="379"/>
                </a:cxn>
                <a:cxn ang="0">
                  <a:pos x="113" y="326"/>
                </a:cxn>
                <a:cxn ang="0">
                  <a:pos x="121" y="301"/>
                </a:cxn>
                <a:cxn ang="0">
                  <a:pos x="158" y="195"/>
                </a:cxn>
                <a:cxn ang="0">
                  <a:pos x="174" y="140"/>
                </a:cxn>
                <a:cxn ang="0">
                  <a:pos x="186" y="83"/>
                </a:cxn>
                <a:cxn ang="0">
                  <a:pos x="189" y="60"/>
                </a:cxn>
                <a:cxn ang="0">
                  <a:pos x="192" y="36"/>
                </a:cxn>
                <a:cxn ang="0">
                  <a:pos x="196" y="20"/>
                </a:cxn>
                <a:cxn ang="0">
                  <a:pos x="198" y="5"/>
                </a:cxn>
                <a:cxn ang="0">
                  <a:pos x="198" y="3"/>
                </a:cxn>
                <a:cxn ang="0">
                  <a:pos x="196" y="1"/>
                </a:cxn>
                <a:cxn ang="0">
                  <a:pos x="192" y="1"/>
                </a:cxn>
                <a:cxn ang="0">
                  <a:pos x="190" y="3"/>
                </a:cxn>
                <a:cxn ang="0">
                  <a:pos x="189" y="5"/>
                </a:cxn>
              </a:cxnLst>
              <a:rect l="0" t="0" r="r" b="b"/>
              <a:pathLst>
                <a:path w="198" h="862">
                  <a:moveTo>
                    <a:pt x="189" y="5"/>
                  </a:moveTo>
                  <a:lnTo>
                    <a:pt x="189" y="5"/>
                  </a:lnTo>
                  <a:lnTo>
                    <a:pt x="189" y="9"/>
                  </a:lnTo>
                  <a:lnTo>
                    <a:pt x="187" y="12"/>
                  </a:lnTo>
                  <a:lnTo>
                    <a:pt x="186" y="15"/>
                  </a:lnTo>
                  <a:lnTo>
                    <a:pt x="185" y="19"/>
                  </a:lnTo>
                  <a:lnTo>
                    <a:pt x="185" y="19"/>
                  </a:lnTo>
                  <a:lnTo>
                    <a:pt x="183" y="34"/>
                  </a:lnTo>
                  <a:lnTo>
                    <a:pt x="181" y="47"/>
                  </a:lnTo>
                  <a:lnTo>
                    <a:pt x="181" y="47"/>
                  </a:lnTo>
                  <a:lnTo>
                    <a:pt x="178" y="73"/>
                  </a:lnTo>
                  <a:lnTo>
                    <a:pt x="173" y="98"/>
                  </a:lnTo>
                  <a:lnTo>
                    <a:pt x="173" y="98"/>
                  </a:lnTo>
                  <a:lnTo>
                    <a:pt x="167" y="127"/>
                  </a:lnTo>
                  <a:lnTo>
                    <a:pt x="160" y="154"/>
                  </a:lnTo>
                  <a:lnTo>
                    <a:pt x="152" y="182"/>
                  </a:lnTo>
                  <a:lnTo>
                    <a:pt x="142" y="208"/>
                  </a:lnTo>
                  <a:lnTo>
                    <a:pt x="142" y="208"/>
                  </a:lnTo>
                  <a:lnTo>
                    <a:pt x="108" y="307"/>
                  </a:lnTo>
                  <a:lnTo>
                    <a:pt x="108" y="307"/>
                  </a:lnTo>
                  <a:lnTo>
                    <a:pt x="104" y="321"/>
                  </a:lnTo>
                  <a:lnTo>
                    <a:pt x="101" y="334"/>
                  </a:lnTo>
                  <a:lnTo>
                    <a:pt x="96" y="363"/>
                  </a:lnTo>
                  <a:lnTo>
                    <a:pt x="88" y="420"/>
                  </a:lnTo>
                  <a:lnTo>
                    <a:pt x="88" y="420"/>
                  </a:lnTo>
                  <a:lnTo>
                    <a:pt x="82" y="448"/>
                  </a:lnTo>
                  <a:lnTo>
                    <a:pt x="77" y="476"/>
                  </a:lnTo>
                  <a:lnTo>
                    <a:pt x="66" y="533"/>
                  </a:lnTo>
                  <a:lnTo>
                    <a:pt x="54" y="589"/>
                  </a:lnTo>
                  <a:lnTo>
                    <a:pt x="41" y="644"/>
                  </a:lnTo>
                  <a:lnTo>
                    <a:pt x="41" y="644"/>
                  </a:lnTo>
                  <a:lnTo>
                    <a:pt x="30" y="698"/>
                  </a:lnTo>
                  <a:lnTo>
                    <a:pt x="18" y="751"/>
                  </a:lnTo>
                  <a:lnTo>
                    <a:pt x="7" y="804"/>
                  </a:lnTo>
                  <a:lnTo>
                    <a:pt x="3" y="831"/>
                  </a:lnTo>
                  <a:lnTo>
                    <a:pt x="0" y="858"/>
                  </a:lnTo>
                  <a:lnTo>
                    <a:pt x="0" y="858"/>
                  </a:lnTo>
                  <a:lnTo>
                    <a:pt x="0" y="860"/>
                  </a:lnTo>
                  <a:lnTo>
                    <a:pt x="1" y="861"/>
                  </a:lnTo>
                  <a:lnTo>
                    <a:pt x="2" y="862"/>
                  </a:lnTo>
                  <a:lnTo>
                    <a:pt x="4" y="862"/>
                  </a:lnTo>
                  <a:lnTo>
                    <a:pt x="7" y="861"/>
                  </a:lnTo>
                  <a:lnTo>
                    <a:pt x="8" y="860"/>
                  </a:lnTo>
                  <a:lnTo>
                    <a:pt x="9" y="858"/>
                  </a:lnTo>
                  <a:lnTo>
                    <a:pt x="9" y="858"/>
                  </a:lnTo>
                  <a:lnTo>
                    <a:pt x="12" y="830"/>
                  </a:lnTo>
                  <a:lnTo>
                    <a:pt x="17" y="803"/>
                  </a:lnTo>
                  <a:lnTo>
                    <a:pt x="29" y="748"/>
                  </a:lnTo>
                  <a:lnTo>
                    <a:pt x="40" y="693"/>
                  </a:lnTo>
                  <a:lnTo>
                    <a:pt x="53" y="638"/>
                  </a:lnTo>
                  <a:lnTo>
                    <a:pt x="53" y="638"/>
                  </a:lnTo>
                  <a:lnTo>
                    <a:pt x="64" y="580"/>
                  </a:lnTo>
                  <a:lnTo>
                    <a:pt x="77" y="522"/>
                  </a:lnTo>
                  <a:lnTo>
                    <a:pt x="89" y="464"/>
                  </a:lnTo>
                  <a:lnTo>
                    <a:pt x="95" y="435"/>
                  </a:lnTo>
                  <a:lnTo>
                    <a:pt x="99" y="405"/>
                  </a:lnTo>
                  <a:lnTo>
                    <a:pt x="99" y="405"/>
                  </a:lnTo>
                  <a:lnTo>
                    <a:pt x="103" y="379"/>
                  </a:lnTo>
                  <a:lnTo>
                    <a:pt x="107" y="353"/>
                  </a:lnTo>
                  <a:lnTo>
                    <a:pt x="113" y="326"/>
                  </a:lnTo>
                  <a:lnTo>
                    <a:pt x="121" y="301"/>
                  </a:lnTo>
                  <a:lnTo>
                    <a:pt x="121" y="301"/>
                  </a:lnTo>
                  <a:lnTo>
                    <a:pt x="158" y="195"/>
                  </a:lnTo>
                  <a:lnTo>
                    <a:pt x="158" y="195"/>
                  </a:lnTo>
                  <a:lnTo>
                    <a:pt x="166" y="167"/>
                  </a:lnTo>
                  <a:lnTo>
                    <a:pt x="174" y="140"/>
                  </a:lnTo>
                  <a:lnTo>
                    <a:pt x="181" y="112"/>
                  </a:lnTo>
                  <a:lnTo>
                    <a:pt x="186" y="83"/>
                  </a:lnTo>
                  <a:lnTo>
                    <a:pt x="186" y="83"/>
                  </a:lnTo>
                  <a:lnTo>
                    <a:pt x="189" y="60"/>
                  </a:lnTo>
                  <a:lnTo>
                    <a:pt x="190" y="47"/>
                  </a:lnTo>
                  <a:lnTo>
                    <a:pt x="192" y="36"/>
                  </a:lnTo>
                  <a:lnTo>
                    <a:pt x="192" y="36"/>
                  </a:lnTo>
                  <a:lnTo>
                    <a:pt x="196" y="20"/>
                  </a:lnTo>
                  <a:lnTo>
                    <a:pt x="198" y="12"/>
                  </a:lnTo>
                  <a:lnTo>
                    <a:pt x="198" y="5"/>
                  </a:lnTo>
                  <a:lnTo>
                    <a:pt x="198" y="5"/>
                  </a:lnTo>
                  <a:lnTo>
                    <a:pt x="198" y="3"/>
                  </a:lnTo>
                  <a:lnTo>
                    <a:pt x="197" y="2"/>
                  </a:lnTo>
                  <a:lnTo>
                    <a:pt x="196" y="1"/>
                  </a:lnTo>
                  <a:lnTo>
                    <a:pt x="194" y="0"/>
                  </a:lnTo>
                  <a:lnTo>
                    <a:pt x="192" y="1"/>
                  </a:lnTo>
                  <a:lnTo>
                    <a:pt x="191" y="2"/>
                  </a:lnTo>
                  <a:lnTo>
                    <a:pt x="190" y="3"/>
                  </a:lnTo>
                  <a:lnTo>
                    <a:pt x="189" y="5"/>
                  </a:lnTo>
                  <a:lnTo>
                    <a:pt x="189" y="5"/>
                  </a:lnTo>
                  <a:close/>
                </a:path>
              </a:pathLst>
            </a:custGeom>
            <a:grpFill/>
            <a:ln>
              <a:solidFill>
                <a:schemeClr val="accent1">
                  <a:lumMod val="75000"/>
                  <a:alpha val="0"/>
                </a:schemeClr>
              </a:solidFill>
            </a:ln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296" name="Freeform 912"/>
            <p:cNvSpPr/>
            <p:nvPr>
              <p:custDataLst>
                <p:tags r:id="rId12"/>
              </p:custDataLst>
            </p:nvPr>
          </p:nvSpPr>
          <p:spPr bwMode="auto">
            <a:xfrm>
              <a:off x="3494088" y="1250950"/>
              <a:ext cx="98425" cy="452438"/>
            </a:xfrm>
            <a:custGeom>
              <a:avLst/>
              <a:gdLst/>
              <a:ahLst/>
              <a:cxnLst>
                <a:cxn ang="0">
                  <a:pos x="175" y="5"/>
                </a:cxn>
                <a:cxn ang="0">
                  <a:pos x="174" y="29"/>
                </a:cxn>
                <a:cxn ang="0">
                  <a:pos x="159" y="100"/>
                </a:cxn>
                <a:cxn ang="0">
                  <a:pos x="150" y="153"/>
                </a:cxn>
                <a:cxn ang="0">
                  <a:pos x="141" y="207"/>
                </a:cxn>
                <a:cxn ang="0">
                  <a:pos x="121" y="315"/>
                </a:cxn>
                <a:cxn ang="0">
                  <a:pos x="104" y="426"/>
                </a:cxn>
                <a:cxn ang="0">
                  <a:pos x="99" y="449"/>
                </a:cxn>
                <a:cxn ang="0">
                  <a:pos x="93" y="472"/>
                </a:cxn>
                <a:cxn ang="0">
                  <a:pos x="91" y="488"/>
                </a:cxn>
                <a:cxn ang="0">
                  <a:pos x="81" y="531"/>
                </a:cxn>
                <a:cxn ang="0">
                  <a:pos x="51" y="644"/>
                </a:cxn>
                <a:cxn ang="0">
                  <a:pos x="44" y="672"/>
                </a:cxn>
                <a:cxn ang="0">
                  <a:pos x="19" y="753"/>
                </a:cxn>
                <a:cxn ang="0">
                  <a:pos x="13" y="780"/>
                </a:cxn>
                <a:cxn ang="0">
                  <a:pos x="7" y="806"/>
                </a:cxn>
                <a:cxn ang="0">
                  <a:pos x="0" y="838"/>
                </a:cxn>
                <a:cxn ang="0">
                  <a:pos x="0" y="848"/>
                </a:cxn>
                <a:cxn ang="0">
                  <a:pos x="1" y="853"/>
                </a:cxn>
                <a:cxn ang="0">
                  <a:pos x="4" y="854"/>
                </a:cxn>
                <a:cxn ang="0">
                  <a:pos x="7" y="853"/>
                </a:cxn>
                <a:cxn ang="0">
                  <a:pos x="9" y="848"/>
                </a:cxn>
                <a:cxn ang="0">
                  <a:pos x="10" y="837"/>
                </a:cxn>
                <a:cxn ang="0">
                  <a:pos x="18" y="800"/>
                </a:cxn>
                <a:cxn ang="0">
                  <a:pos x="23" y="774"/>
                </a:cxn>
                <a:cxn ang="0">
                  <a:pos x="30" y="747"/>
                </a:cxn>
                <a:cxn ang="0">
                  <a:pos x="63" y="638"/>
                </a:cxn>
                <a:cxn ang="0">
                  <a:pos x="92" y="525"/>
                </a:cxn>
                <a:cxn ang="0">
                  <a:pos x="98" y="500"/>
                </a:cxn>
                <a:cxn ang="0">
                  <a:pos x="102" y="476"/>
                </a:cxn>
                <a:cxn ang="0">
                  <a:pos x="109" y="447"/>
                </a:cxn>
                <a:cxn ang="0">
                  <a:pos x="115" y="419"/>
                </a:cxn>
                <a:cxn ang="0">
                  <a:pos x="131" y="309"/>
                </a:cxn>
                <a:cxn ang="0">
                  <a:pos x="151" y="201"/>
                </a:cxn>
                <a:cxn ang="0">
                  <a:pos x="160" y="147"/>
                </a:cxn>
                <a:cxn ang="0">
                  <a:pos x="170" y="93"/>
                </a:cxn>
                <a:cxn ang="0">
                  <a:pos x="183" y="27"/>
                </a:cxn>
                <a:cxn ang="0">
                  <a:pos x="185" y="5"/>
                </a:cxn>
                <a:cxn ang="0">
                  <a:pos x="184" y="3"/>
                </a:cxn>
                <a:cxn ang="0">
                  <a:pos x="182" y="0"/>
                </a:cxn>
                <a:cxn ang="0">
                  <a:pos x="178" y="0"/>
                </a:cxn>
                <a:cxn ang="0">
                  <a:pos x="176" y="3"/>
                </a:cxn>
                <a:cxn ang="0">
                  <a:pos x="175" y="5"/>
                </a:cxn>
              </a:cxnLst>
              <a:rect l="0" t="0" r="r" b="b"/>
              <a:pathLst>
                <a:path w="185" h="854">
                  <a:moveTo>
                    <a:pt x="175" y="5"/>
                  </a:moveTo>
                  <a:lnTo>
                    <a:pt x="175" y="5"/>
                  </a:lnTo>
                  <a:lnTo>
                    <a:pt x="175" y="17"/>
                  </a:lnTo>
                  <a:lnTo>
                    <a:pt x="174" y="29"/>
                  </a:lnTo>
                  <a:lnTo>
                    <a:pt x="170" y="52"/>
                  </a:lnTo>
                  <a:lnTo>
                    <a:pt x="159" y="100"/>
                  </a:lnTo>
                  <a:lnTo>
                    <a:pt x="159" y="100"/>
                  </a:lnTo>
                  <a:lnTo>
                    <a:pt x="150" y="153"/>
                  </a:lnTo>
                  <a:lnTo>
                    <a:pt x="141" y="207"/>
                  </a:lnTo>
                  <a:lnTo>
                    <a:pt x="141" y="207"/>
                  </a:lnTo>
                  <a:lnTo>
                    <a:pt x="130" y="261"/>
                  </a:lnTo>
                  <a:lnTo>
                    <a:pt x="121" y="315"/>
                  </a:lnTo>
                  <a:lnTo>
                    <a:pt x="104" y="426"/>
                  </a:lnTo>
                  <a:lnTo>
                    <a:pt x="104" y="426"/>
                  </a:lnTo>
                  <a:lnTo>
                    <a:pt x="101" y="437"/>
                  </a:lnTo>
                  <a:lnTo>
                    <a:pt x="99" y="449"/>
                  </a:lnTo>
                  <a:lnTo>
                    <a:pt x="96" y="461"/>
                  </a:lnTo>
                  <a:lnTo>
                    <a:pt x="93" y="472"/>
                  </a:lnTo>
                  <a:lnTo>
                    <a:pt x="93" y="472"/>
                  </a:lnTo>
                  <a:lnTo>
                    <a:pt x="91" y="488"/>
                  </a:lnTo>
                  <a:lnTo>
                    <a:pt x="88" y="502"/>
                  </a:lnTo>
                  <a:lnTo>
                    <a:pt x="81" y="531"/>
                  </a:lnTo>
                  <a:lnTo>
                    <a:pt x="81" y="531"/>
                  </a:lnTo>
                  <a:lnTo>
                    <a:pt x="51" y="644"/>
                  </a:lnTo>
                  <a:lnTo>
                    <a:pt x="51" y="644"/>
                  </a:lnTo>
                  <a:lnTo>
                    <a:pt x="44" y="672"/>
                  </a:lnTo>
                  <a:lnTo>
                    <a:pt x="35" y="699"/>
                  </a:lnTo>
                  <a:lnTo>
                    <a:pt x="19" y="753"/>
                  </a:lnTo>
                  <a:lnTo>
                    <a:pt x="19" y="753"/>
                  </a:lnTo>
                  <a:lnTo>
                    <a:pt x="13" y="780"/>
                  </a:lnTo>
                  <a:lnTo>
                    <a:pt x="7" y="806"/>
                  </a:lnTo>
                  <a:lnTo>
                    <a:pt x="7" y="806"/>
                  </a:lnTo>
                  <a:lnTo>
                    <a:pt x="2" y="828"/>
                  </a:lnTo>
                  <a:lnTo>
                    <a:pt x="0" y="838"/>
                  </a:lnTo>
                  <a:lnTo>
                    <a:pt x="0" y="848"/>
                  </a:lnTo>
                  <a:lnTo>
                    <a:pt x="0" y="848"/>
                  </a:lnTo>
                  <a:lnTo>
                    <a:pt x="0" y="851"/>
                  </a:lnTo>
                  <a:lnTo>
                    <a:pt x="1" y="853"/>
                  </a:lnTo>
                  <a:lnTo>
                    <a:pt x="2" y="853"/>
                  </a:lnTo>
                  <a:lnTo>
                    <a:pt x="4" y="854"/>
                  </a:lnTo>
                  <a:lnTo>
                    <a:pt x="6" y="853"/>
                  </a:lnTo>
                  <a:lnTo>
                    <a:pt x="7" y="853"/>
                  </a:lnTo>
                  <a:lnTo>
                    <a:pt x="8" y="851"/>
                  </a:lnTo>
                  <a:lnTo>
                    <a:pt x="9" y="848"/>
                  </a:lnTo>
                  <a:lnTo>
                    <a:pt x="9" y="848"/>
                  </a:lnTo>
                  <a:lnTo>
                    <a:pt x="10" y="837"/>
                  </a:lnTo>
                  <a:lnTo>
                    <a:pt x="13" y="825"/>
                  </a:lnTo>
                  <a:lnTo>
                    <a:pt x="18" y="800"/>
                  </a:lnTo>
                  <a:lnTo>
                    <a:pt x="18" y="800"/>
                  </a:lnTo>
                  <a:lnTo>
                    <a:pt x="23" y="774"/>
                  </a:lnTo>
                  <a:lnTo>
                    <a:pt x="30" y="747"/>
                  </a:lnTo>
                  <a:lnTo>
                    <a:pt x="30" y="747"/>
                  </a:lnTo>
                  <a:lnTo>
                    <a:pt x="47" y="693"/>
                  </a:lnTo>
                  <a:lnTo>
                    <a:pt x="63" y="638"/>
                  </a:lnTo>
                  <a:lnTo>
                    <a:pt x="63" y="638"/>
                  </a:lnTo>
                  <a:lnTo>
                    <a:pt x="92" y="525"/>
                  </a:lnTo>
                  <a:lnTo>
                    <a:pt x="92" y="525"/>
                  </a:lnTo>
                  <a:lnTo>
                    <a:pt x="98" y="500"/>
                  </a:lnTo>
                  <a:lnTo>
                    <a:pt x="102" y="476"/>
                  </a:lnTo>
                  <a:lnTo>
                    <a:pt x="102" y="476"/>
                  </a:lnTo>
                  <a:lnTo>
                    <a:pt x="105" y="461"/>
                  </a:lnTo>
                  <a:lnTo>
                    <a:pt x="109" y="447"/>
                  </a:lnTo>
                  <a:lnTo>
                    <a:pt x="112" y="433"/>
                  </a:lnTo>
                  <a:lnTo>
                    <a:pt x="115" y="419"/>
                  </a:lnTo>
                  <a:lnTo>
                    <a:pt x="115" y="419"/>
                  </a:lnTo>
                  <a:lnTo>
                    <a:pt x="131" y="309"/>
                  </a:lnTo>
                  <a:lnTo>
                    <a:pt x="141" y="255"/>
                  </a:lnTo>
                  <a:lnTo>
                    <a:pt x="151" y="201"/>
                  </a:lnTo>
                  <a:lnTo>
                    <a:pt x="151" y="201"/>
                  </a:lnTo>
                  <a:lnTo>
                    <a:pt x="160" y="147"/>
                  </a:lnTo>
                  <a:lnTo>
                    <a:pt x="170" y="93"/>
                  </a:lnTo>
                  <a:lnTo>
                    <a:pt x="170" y="93"/>
                  </a:lnTo>
                  <a:lnTo>
                    <a:pt x="180" y="50"/>
                  </a:lnTo>
                  <a:lnTo>
                    <a:pt x="183" y="27"/>
                  </a:lnTo>
                  <a:lnTo>
                    <a:pt x="184" y="16"/>
                  </a:lnTo>
                  <a:lnTo>
                    <a:pt x="185" y="5"/>
                  </a:lnTo>
                  <a:lnTo>
                    <a:pt x="185" y="5"/>
                  </a:lnTo>
                  <a:lnTo>
                    <a:pt x="184" y="3"/>
                  </a:lnTo>
                  <a:lnTo>
                    <a:pt x="183" y="1"/>
                  </a:lnTo>
                  <a:lnTo>
                    <a:pt x="182" y="0"/>
                  </a:lnTo>
                  <a:lnTo>
                    <a:pt x="180" y="0"/>
                  </a:lnTo>
                  <a:lnTo>
                    <a:pt x="178" y="0"/>
                  </a:lnTo>
                  <a:lnTo>
                    <a:pt x="177" y="1"/>
                  </a:lnTo>
                  <a:lnTo>
                    <a:pt x="176" y="3"/>
                  </a:lnTo>
                  <a:lnTo>
                    <a:pt x="175" y="5"/>
                  </a:lnTo>
                  <a:lnTo>
                    <a:pt x="175" y="5"/>
                  </a:lnTo>
                  <a:close/>
                </a:path>
              </a:pathLst>
            </a:custGeom>
            <a:grpFill/>
            <a:ln>
              <a:solidFill>
                <a:schemeClr val="accent1">
                  <a:lumMod val="75000"/>
                  <a:alpha val="0"/>
                </a:schemeClr>
              </a:solidFill>
            </a:ln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297" name="Freeform 913"/>
            <p:cNvSpPr/>
            <p:nvPr>
              <p:custDataLst>
                <p:tags r:id="rId13"/>
              </p:custDataLst>
            </p:nvPr>
          </p:nvSpPr>
          <p:spPr bwMode="auto">
            <a:xfrm>
              <a:off x="3532188" y="1266825"/>
              <a:ext cx="103188" cy="504825"/>
            </a:xfrm>
            <a:custGeom>
              <a:avLst/>
              <a:gdLst/>
              <a:ahLst/>
              <a:cxnLst>
                <a:cxn ang="0">
                  <a:pos x="185" y="5"/>
                </a:cxn>
                <a:cxn ang="0">
                  <a:pos x="181" y="67"/>
                </a:cxn>
                <a:cxn ang="0">
                  <a:pos x="169" y="127"/>
                </a:cxn>
                <a:cxn ang="0">
                  <a:pos x="153" y="187"/>
                </a:cxn>
                <a:cxn ang="0">
                  <a:pos x="136" y="246"/>
                </a:cxn>
                <a:cxn ang="0">
                  <a:pos x="129" y="273"/>
                </a:cxn>
                <a:cxn ang="0">
                  <a:pos x="124" y="327"/>
                </a:cxn>
                <a:cxn ang="0">
                  <a:pos x="123" y="355"/>
                </a:cxn>
                <a:cxn ang="0">
                  <a:pos x="118" y="418"/>
                </a:cxn>
                <a:cxn ang="0">
                  <a:pos x="108" y="481"/>
                </a:cxn>
                <a:cxn ang="0">
                  <a:pos x="101" y="511"/>
                </a:cxn>
                <a:cxn ang="0">
                  <a:pos x="74" y="596"/>
                </a:cxn>
                <a:cxn ang="0">
                  <a:pos x="65" y="627"/>
                </a:cxn>
                <a:cxn ang="0">
                  <a:pos x="53" y="691"/>
                </a:cxn>
                <a:cxn ang="0">
                  <a:pos x="47" y="723"/>
                </a:cxn>
                <a:cxn ang="0">
                  <a:pos x="23" y="846"/>
                </a:cxn>
                <a:cxn ang="0">
                  <a:pos x="20" y="863"/>
                </a:cxn>
                <a:cxn ang="0">
                  <a:pos x="14" y="897"/>
                </a:cxn>
                <a:cxn ang="0">
                  <a:pos x="9" y="913"/>
                </a:cxn>
                <a:cxn ang="0">
                  <a:pos x="6" y="922"/>
                </a:cxn>
                <a:cxn ang="0">
                  <a:pos x="1" y="939"/>
                </a:cxn>
                <a:cxn ang="0">
                  <a:pos x="0" y="949"/>
                </a:cxn>
                <a:cxn ang="0">
                  <a:pos x="2" y="952"/>
                </a:cxn>
                <a:cxn ang="0">
                  <a:pos x="6" y="954"/>
                </a:cxn>
                <a:cxn ang="0">
                  <a:pos x="9" y="952"/>
                </a:cxn>
                <a:cxn ang="0">
                  <a:pos x="11" y="949"/>
                </a:cxn>
                <a:cxn ang="0">
                  <a:pos x="12" y="937"/>
                </a:cxn>
                <a:cxn ang="0">
                  <a:pos x="18" y="914"/>
                </a:cxn>
                <a:cxn ang="0">
                  <a:pos x="21" y="903"/>
                </a:cxn>
                <a:cxn ang="0">
                  <a:pos x="33" y="840"/>
                </a:cxn>
                <a:cxn ang="0">
                  <a:pos x="47" y="774"/>
                </a:cxn>
                <a:cxn ang="0">
                  <a:pos x="59" y="709"/>
                </a:cxn>
                <a:cxn ang="0">
                  <a:pos x="71" y="650"/>
                </a:cxn>
                <a:cxn ang="0">
                  <a:pos x="85" y="591"/>
                </a:cxn>
                <a:cxn ang="0">
                  <a:pos x="94" y="563"/>
                </a:cxn>
                <a:cxn ang="0">
                  <a:pos x="105" y="534"/>
                </a:cxn>
                <a:cxn ang="0">
                  <a:pos x="114" y="500"/>
                </a:cxn>
                <a:cxn ang="0">
                  <a:pos x="120" y="465"/>
                </a:cxn>
                <a:cxn ang="0">
                  <a:pos x="128" y="407"/>
                </a:cxn>
                <a:cxn ang="0">
                  <a:pos x="135" y="320"/>
                </a:cxn>
                <a:cxn ang="0">
                  <a:pos x="143" y="262"/>
                </a:cxn>
                <a:cxn ang="0">
                  <a:pos x="150" y="233"/>
                </a:cxn>
                <a:cxn ang="0">
                  <a:pos x="167" y="177"/>
                </a:cxn>
                <a:cxn ang="0">
                  <a:pos x="181" y="120"/>
                </a:cxn>
                <a:cxn ang="0">
                  <a:pos x="191" y="63"/>
                </a:cxn>
                <a:cxn ang="0">
                  <a:pos x="196" y="5"/>
                </a:cxn>
                <a:cxn ang="0">
                  <a:pos x="195" y="3"/>
                </a:cxn>
                <a:cxn ang="0">
                  <a:pos x="192" y="1"/>
                </a:cxn>
                <a:cxn ang="0">
                  <a:pos x="188" y="1"/>
                </a:cxn>
                <a:cxn ang="0">
                  <a:pos x="186" y="3"/>
                </a:cxn>
                <a:cxn ang="0">
                  <a:pos x="185" y="5"/>
                </a:cxn>
              </a:cxnLst>
              <a:rect l="0" t="0" r="r" b="b"/>
              <a:pathLst>
                <a:path w="196" h="954">
                  <a:moveTo>
                    <a:pt x="185" y="5"/>
                  </a:moveTo>
                  <a:lnTo>
                    <a:pt x="185" y="5"/>
                  </a:lnTo>
                  <a:lnTo>
                    <a:pt x="184" y="36"/>
                  </a:lnTo>
                  <a:lnTo>
                    <a:pt x="181" y="67"/>
                  </a:lnTo>
                  <a:lnTo>
                    <a:pt x="176" y="97"/>
                  </a:lnTo>
                  <a:lnTo>
                    <a:pt x="169" y="127"/>
                  </a:lnTo>
                  <a:lnTo>
                    <a:pt x="162" y="157"/>
                  </a:lnTo>
                  <a:lnTo>
                    <a:pt x="153" y="187"/>
                  </a:lnTo>
                  <a:lnTo>
                    <a:pt x="136" y="246"/>
                  </a:lnTo>
                  <a:lnTo>
                    <a:pt x="136" y="246"/>
                  </a:lnTo>
                  <a:lnTo>
                    <a:pt x="133" y="261"/>
                  </a:lnTo>
                  <a:lnTo>
                    <a:pt x="129" y="273"/>
                  </a:lnTo>
                  <a:lnTo>
                    <a:pt x="126" y="300"/>
                  </a:lnTo>
                  <a:lnTo>
                    <a:pt x="124" y="327"/>
                  </a:lnTo>
                  <a:lnTo>
                    <a:pt x="123" y="355"/>
                  </a:lnTo>
                  <a:lnTo>
                    <a:pt x="123" y="355"/>
                  </a:lnTo>
                  <a:lnTo>
                    <a:pt x="121" y="386"/>
                  </a:lnTo>
                  <a:lnTo>
                    <a:pt x="118" y="418"/>
                  </a:lnTo>
                  <a:lnTo>
                    <a:pt x="113" y="449"/>
                  </a:lnTo>
                  <a:lnTo>
                    <a:pt x="108" y="481"/>
                  </a:lnTo>
                  <a:lnTo>
                    <a:pt x="108" y="481"/>
                  </a:lnTo>
                  <a:lnTo>
                    <a:pt x="101" y="511"/>
                  </a:lnTo>
                  <a:lnTo>
                    <a:pt x="92" y="538"/>
                  </a:lnTo>
                  <a:lnTo>
                    <a:pt x="74" y="596"/>
                  </a:lnTo>
                  <a:lnTo>
                    <a:pt x="74" y="596"/>
                  </a:lnTo>
                  <a:lnTo>
                    <a:pt x="65" y="627"/>
                  </a:lnTo>
                  <a:lnTo>
                    <a:pt x="58" y="659"/>
                  </a:lnTo>
                  <a:lnTo>
                    <a:pt x="53" y="691"/>
                  </a:lnTo>
                  <a:lnTo>
                    <a:pt x="47" y="723"/>
                  </a:lnTo>
                  <a:lnTo>
                    <a:pt x="47" y="723"/>
                  </a:lnTo>
                  <a:lnTo>
                    <a:pt x="34" y="784"/>
                  </a:lnTo>
                  <a:lnTo>
                    <a:pt x="23" y="846"/>
                  </a:lnTo>
                  <a:lnTo>
                    <a:pt x="23" y="846"/>
                  </a:lnTo>
                  <a:lnTo>
                    <a:pt x="20" y="863"/>
                  </a:lnTo>
                  <a:lnTo>
                    <a:pt x="18" y="880"/>
                  </a:lnTo>
                  <a:lnTo>
                    <a:pt x="14" y="897"/>
                  </a:lnTo>
                  <a:lnTo>
                    <a:pt x="12" y="905"/>
                  </a:lnTo>
                  <a:lnTo>
                    <a:pt x="9" y="913"/>
                  </a:lnTo>
                  <a:lnTo>
                    <a:pt x="9" y="913"/>
                  </a:lnTo>
                  <a:lnTo>
                    <a:pt x="6" y="922"/>
                  </a:lnTo>
                  <a:lnTo>
                    <a:pt x="3" y="931"/>
                  </a:lnTo>
                  <a:lnTo>
                    <a:pt x="1" y="939"/>
                  </a:lnTo>
                  <a:lnTo>
                    <a:pt x="0" y="949"/>
                  </a:lnTo>
                  <a:lnTo>
                    <a:pt x="0" y="949"/>
                  </a:lnTo>
                  <a:lnTo>
                    <a:pt x="1" y="951"/>
                  </a:lnTo>
                  <a:lnTo>
                    <a:pt x="2" y="952"/>
                  </a:lnTo>
                  <a:lnTo>
                    <a:pt x="3" y="953"/>
                  </a:lnTo>
                  <a:lnTo>
                    <a:pt x="6" y="954"/>
                  </a:lnTo>
                  <a:lnTo>
                    <a:pt x="7" y="953"/>
                  </a:lnTo>
                  <a:lnTo>
                    <a:pt x="9" y="952"/>
                  </a:lnTo>
                  <a:lnTo>
                    <a:pt x="10" y="951"/>
                  </a:lnTo>
                  <a:lnTo>
                    <a:pt x="11" y="949"/>
                  </a:lnTo>
                  <a:lnTo>
                    <a:pt x="11" y="949"/>
                  </a:lnTo>
                  <a:lnTo>
                    <a:pt x="12" y="937"/>
                  </a:lnTo>
                  <a:lnTo>
                    <a:pt x="15" y="926"/>
                  </a:lnTo>
                  <a:lnTo>
                    <a:pt x="18" y="914"/>
                  </a:lnTo>
                  <a:lnTo>
                    <a:pt x="21" y="903"/>
                  </a:lnTo>
                  <a:lnTo>
                    <a:pt x="21" y="903"/>
                  </a:lnTo>
                  <a:lnTo>
                    <a:pt x="27" y="871"/>
                  </a:lnTo>
                  <a:lnTo>
                    <a:pt x="33" y="840"/>
                  </a:lnTo>
                  <a:lnTo>
                    <a:pt x="33" y="840"/>
                  </a:lnTo>
                  <a:lnTo>
                    <a:pt x="47" y="774"/>
                  </a:lnTo>
                  <a:lnTo>
                    <a:pt x="53" y="741"/>
                  </a:lnTo>
                  <a:lnTo>
                    <a:pt x="59" y="709"/>
                  </a:lnTo>
                  <a:lnTo>
                    <a:pt x="59" y="709"/>
                  </a:lnTo>
                  <a:lnTo>
                    <a:pt x="71" y="650"/>
                  </a:lnTo>
                  <a:lnTo>
                    <a:pt x="77" y="620"/>
                  </a:lnTo>
                  <a:lnTo>
                    <a:pt x="85" y="591"/>
                  </a:lnTo>
                  <a:lnTo>
                    <a:pt x="85" y="591"/>
                  </a:lnTo>
                  <a:lnTo>
                    <a:pt x="94" y="563"/>
                  </a:lnTo>
                  <a:lnTo>
                    <a:pt x="105" y="534"/>
                  </a:lnTo>
                  <a:lnTo>
                    <a:pt x="105" y="534"/>
                  </a:lnTo>
                  <a:lnTo>
                    <a:pt x="110" y="518"/>
                  </a:lnTo>
                  <a:lnTo>
                    <a:pt x="114" y="500"/>
                  </a:lnTo>
                  <a:lnTo>
                    <a:pt x="120" y="465"/>
                  </a:lnTo>
                  <a:lnTo>
                    <a:pt x="120" y="465"/>
                  </a:lnTo>
                  <a:lnTo>
                    <a:pt x="125" y="436"/>
                  </a:lnTo>
                  <a:lnTo>
                    <a:pt x="128" y="407"/>
                  </a:lnTo>
                  <a:lnTo>
                    <a:pt x="133" y="348"/>
                  </a:lnTo>
                  <a:lnTo>
                    <a:pt x="135" y="320"/>
                  </a:lnTo>
                  <a:lnTo>
                    <a:pt x="138" y="291"/>
                  </a:lnTo>
                  <a:lnTo>
                    <a:pt x="143" y="262"/>
                  </a:lnTo>
                  <a:lnTo>
                    <a:pt x="146" y="247"/>
                  </a:lnTo>
                  <a:lnTo>
                    <a:pt x="150" y="233"/>
                  </a:lnTo>
                  <a:lnTo>
                    <a:pt x="150" y="233"/>
                  </a:lnTo>
                  <a:lnTo>
                    <a:pt x="167" y="177"/>
                  </a:lnTo>
                  <a:lnTo>
                    <a:pt x="174" y="149"/>
                  </a:lnTo>
                  <a:lnTo>
                    <a:pt x="181" y="120"/>
                  </a:lnTo>
                  <a:lnTo>
                    <a:pt x="186" y="92"/>
                  </a:lnTo>
                  <a:lnTo>
                    <a:pt x="191" y="63"/>
                  </a:lnTo>
                  <a:lnTo>
                    <a:pt x="195" y="34"/>
                  </a:lnTo>
                  <a:lnTo>
                    <a:pt x="196" y="5"/>
                  </a:lnTo>
                  <a:lnTo>
                    <a:pt x="196" y="5"/>
                  </a:lnTo>
                  <a:lnTo>
                    <a:pt x="195" y="3"/>
                  </a:lnTo>
                  <a:lnTo>
                    <a:pt x="194" y="1"/>
                  </a:lnTo>
                  <a:lnTo>
                    <a:pt x="192" y="1"/>
                  </a:lnTo>
                  <a:lnTo>
                    <a:pt x="190" y="0"/>
                  </a:lnTo>
                  <a:lnTo>
                    <a:pt x="188" y="1"/>
                  </a:lnTo>
                  <a:lnTo>
                    <a:pt x="187" y="1"/>
                  </a:lnTo>
                  <a:lnTo>
                    <a:pt x="186" y="3"/>
                  </a:lnTo>
                  <a:lnTo>
                    <a:pt x="185" y="5"/>
                  </a:lnTo>
                  <a:lnTo>
                    <a:pt x="185" y="5"/>
                  </a:lnTo>
                  <a:close/>
                </a:path>
              </a:pathLst>
            </a:custGeom>
            <a:grpFill/>
            <a:ln>
              <a:solidFill>
                <a:schemeClr val="accent1">
                  <a:lumMod val="75000"/>
                  <a:alpha val="0"/>
                </a:schemeClr>
              </a:solidFill>
            </a:ln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298" name="Freeform 914"/>
            <p:cNvSpPr/>
            <p:nvPr>
              <p:custDataLst>
                <p:tags r:id="rId14"/>
              </p:custDataLst>
            </p:nvPr>
          </p:nvSpPr>
          <p:spPr bwMode="auto">
            <a:xfrm>
              <a:off x="3570288" y="1301750"/>
              <a:ext cx="96838" cy="488950"/>
            </a:xfrm>
            <a:custGeom>
              <a:avLst/>
              <a:gdLst/>
              <a:ahLst/>
              <a:cxnLst>
                <a:cxn ang="0">
                  <a:pos x="175" y="5"/>
                </a:cxn>
                <a:cxn ang="0">
                  <a:pos x="172" y="13"/>
                </a:cxn>
                <a:cxn ang="0">
                  <a:pos x="163" y="30"/>
                </a:cxn>
                <a:cxn ang="0">
                  <a:pos x="161" y="39"/>
                </a:cxn>
                <a:cxn ang="0">
                  <a:pos x="161" y="62"/>
                </a:cxn>
                <a:cxn ang="0">
                  <a:pos x="159" y="87"/>
                </a:cxn>
                <a:cxn ang="0">
                  <a:pos x="149" y="148"/>
                </a:cxn>
                <a:cxn ang="0">
                  <a:pos x="146" y="164"/>
                </a:cxn>
                <a:cxn ang="0">
                  <a:pos x="138" y="193"/>
                </a:cxn>
                <a:cxn ang="0">
                  <a:pos x="135" y="207"/>
                </a:cxn>
                <a:cxn ang="0">
                  <a:pos x="128" y="268"/>
                </a:cxn>
                <a:cxn ang="0">
                  <a:pos x="117" y="361"/>
                </a:cxn>
                <a:cxn ang="0">
                  <a:pos x="106" y="422"/>
                </a:cxn>
                <a:cxn ang="0">
                  <a:pos x="99" y="452"/>
                </a:cxn>
                <a:cxn ang="0">
                  <a:pos x="72" y="538"/>
                </a:cxn>
                <a:cxn ang="0">
                  <a:pos x="64" y="568"/>
                </a:cxn>
                <a:cxn ang="0">
                  <a:pos x="50" y="630"/>
                </a:cxn>
                <a:cxn ang="0">
                  <a:pos x="38" y="691"/>
                </a:cxn>
                <a:cxn ang="0">
                  <a:pos x="15" y="809"/>
                </a:cxn>
                <a:cxn ang="0">
                  <a:pos x="6" y="865"/>
                </a:cxn>
                <a:cxn ang="0">
                  <a:pos x="1" y="906"/>
                </a:cxn>
                <a:cxn ang="0">
                  <a:pos x="0" y="921"/>
                </a:cxn>
                <a:cxn ang="0">
                  <a:pos x="2" y="924"/>
                </a:cxn>
                <a:cxn ang="0">
                  <a:pos x="5" y="925"/>
                </a:cxn>
                <a:cxn ang="0">
                  <a:pos x="8" y="924"/>
                </a:cxn>
                <a:cxn ang="0">
                  <a:pos x="9" y="921"/>
                </a:cxn>
                <a:cxn ang="0">
                  <a:pos x="10" y="906"/>
                </a:cxn>
                <a:cxn ang="0">
                  <a:pos x="13" y="875"/>
                </a:cxn>
                <a:cxn ang="0">
                  <a:pos x="16" y="862"/>
                </a:cxn>
                <a:cxn ang="0">
                  <a:pos x="25" y="803"/>
                </a:cxn>
                <a:cxn ang="0">
                  <a:pos x="31" y="774"/>
                </a:cxn>
                <a:cxn ang="0">
                  <a:pos x="48" y="685"/>
                </a:cxn>
                <a:cxn ang="0">
                  <a:pos x="62" y="623"/>
                </a:cxn>
                <a:cxn ang="0">
                  <a:pos x="75" y="560"/>
                </a:cxn>
                <a:cxn ang="0">
                  <a:pos x="83" y="531"/>
                </a:cxn>
                <a:cxn ang="0">
                  <a:pos x="110" y="446"/>
                </a:cxn>
                <a:cxn ang="0">
                  <a:pos x="117" y="417"/>
                </a:cxn>
                <a:cxn ang="0">
                  <a:pos x="129" y="355"/>
                </a:cxn>
                <a:cxn ang="0">
                  <a:pos x="138" y="262"/>
                </a:cxn>
                <a:cxn ang="0">
                  <a:pos x="145" y="201"/>
                </a:cxn>
                <a:cxn ang="0">
                  <a:pos x="148" y="186"/>
                </a:cxn>
                <a:cxn ang="0">
                  <a:pos x="157" y="157"/>
                </a:cxn>
                <a:cxn ang="0">
                  <a:pos x="161" y="143"/>
                </a:cxn>
                <a:cxn ang="0">
                  <a:pos x="167" y="94"/>
                </a:cxn>
                <a:cxn ang="0">
                  <a:pos x="169" y="70"/>
                </a:cxn>
                <a:cxn ang="0">
                  <a:pos x="171" y="45"/>
                </a:cxn>
                <a:cxn ang="0">
                  <a:pos x="172" y="36"/>
                </a:cxn>
                <a:cxn ang="0">
                  <a:pos x="181" y="17"/>
                </a:cxn>
                <a:cxn ang="0">
                  <a:pos x="185" y="7"/>
                </a:cxn>
                <a:cxn ang="0">
                  <a:pos x="185" y="5"/>
                </a:cxn>
                <a:cxn ang="0">
                  <a:pos x="180" y="1"/>
                </a:cxn>
                <a:cxn ang="0">
                  <a:pos x="177" y="1"/>
                </a:cxn>
                <a:cxn ang="0">
                  <a:pos x="175" y="5"/>
                </a:cxn>
              </a:cxnLst>
              <a:rect l="0" t="0" r="r" b="b"/>
              <a:pathLst>
                <a:path w="185" h="925">
                  <a:moveTo>
                    <a:pt x="175" y="5"/>
                  </a:moveTo>
                  <a:lnTo>
                    <a:pt x="175" y="5"/>
                  </a:lnTo>
                  <a:lnTo>
                    <a:pt x="174" y="9"/>
                  </a:lnTo>
                  <a:lnTo>
                    <a:pt x="172" y="13"/>
                  </a:lnTo>
                  <a:lnTo>
                    <a:pt x="168" y="22"/>
                  </a:lnTo>
                  <a:lnTo>
                    <a:pt x="163" y="30"/>
                  </a:lnTo>
                  <a:lnTo>
                    <a:pt x="162" y="35"/>
                  </a:lnTo>
                  <a:lnTo>
                    <a:pt x="161" y="39"/>
                  </a:lnTo>
                  <a:lnTo>
                    <a:pt x="161" y="39"/>
                  </a:lnTo>
                  <a:lnTo>
                    <a:pt x="161" y="62"/>
                  </a:lnTo>
                  <a:lnTo>
                    <a:pt x="159" y="87"/>
                  </a:lnTo>
                  <a:lnTo>
                    <a:pt x="159" y="87"/>
                  </a:lnTo>
                  <a:lnTo>
                    <a:pt x="155" y="118"/>
                  </a:lnTo>
                  <a:lnTo>
                    <a:pt x="149" y="148"/>
                  </a:lnTo>
                  <a:lnTo>
                    <a:pt x="149" y="148"/>
                  </a:lnTo>
                  <a:lnTo>
                    <a:pt x="146" y="164"/>
                  </a:lnTo>
                  <a:lnTo>
                    <a:pt x="142" y="178"/>
                  </a:lnTo>
                  <a:lnTo>
                    <a:pt x="138" y="193"/>
                  </a:lnTo>
                  <a:lnTo>
                    <a:pt x="135" y="207"/>
                  </a:lnTo>
                  <a:lnTo>
                    <a:pt x="135" y="207"/>
                  </a:lnTo>
                  <a:lnTo>
                    <a:pt x="131" y="238"/>
                  </a:lnTo>
                  <a:lnTo>
                    <a:pt x="128" y="268"/>
                  </a:lnTo>
                  <a:lnTo>
                    <a:pt x="122" y="330"/>
                  </a:lnTo>
                  <a:lnTo>
                    <a:pt x="117" y="361"/>
                  </a:lnTo>
                  <a:lnTo>
                    <a:pt x="112" y="392"/>
                  </a:lnTo>
                  <a:lnTo>
                    <a:pt x="106" y="422"/>
                  </a:lnTo>
                  <a:lnTo>
                    <a:pt x="99" y="452"/>
                  </a:lnTo>
                  <a:lnTo>
                    <a:pt x="99" y="452"/>
                  </a:lnTo>
                  <a:lnTo>
                    <a:pt x="80" y="510"/>
                  </a:lnTo>
                  <a:lnTo>
                    <a:pt x="72" y="538"/>
                  </a:lnTo>
                  <a:lnTo>
                    <a:pt x="64" y="568"/>
                  </a:lnTo>
                  <a:lnTo>
                    <a:pt x="64" y="568"/>
                  </a:lnTo>
                  <a:lnTo>
                    <a:pt x="56" y="599"/>
                  </a:lnTo>
                  <a:lnTo>
                    <a:pt x="50" y="630"/>
                  </a:lnTo>
                  <a:lnTo>
                    <a:pt x="38" y="691"/>
                  </a:lnTo>
                  <a:lnTo>
                    <a:pt x="38" y="691"/>
                  </a:lnTo>
                  <a:lnTo>
                    <a:pt x="25" y="750"/>
                  </a:lnTo>
                  <a:lnTo>
                    <a:pt x="15" y="809"/>
                  </a:lnTo>
                  <a:lnTo>
                    <a:pt x="15" y="809"/>
                  </a:lnTo>
                  <a:lnTo>
                    <a:pt x="6" y="865"/>
                  </a:lnTo>
                  <a:lnTo>
                    <a:pt x="2" y="893"/>
                  </a:lnTo>
                  <a:lnTo>
                    <a:pt x="1" y="906"/>
                  </a:lnTo>
                  <a:lnTo>
                    <a:pt x="0" y="921"/>
                  </a:lnTo>
                  <a:lnTo>
                    <a:pt x="0" y="921"/>
                  </a:lnTo>
                  <a:lnTo>
                    <a:pt x="1" y="923"/>
                  </a:lnTo>
                  <a:lnTo>
                    <a:pt x="2" y="924"/>
                  </a:lnTo>
                  <a:lnTo>
                    <a:pt x="3" y="925"/>
                  </a:lnTo>
                  <a:lnTo>
                    <a:pt x="5" y="925"/>
                  </a:lnTo>
                  <a:lnTo>
                    <a:pt x="7" y="925"/>
                  </a:lnTo>
                  <a:lnTo>
                    <a:pt x="8" y="924"/>
                  </a:lnTo>
                  <a:lnTo>
                    <a:pt x="9" y="923"/>
                  </a:lnTo>
                  <a:lnTo>
                    <a:pt x="9" y="921"/>
                  </a:lnTo>
                  <a:lnTo>
                    <a:pt x="9" y="921"/>
                  </a:lnTo>
                  <a:lnTo>
                    <a:pt x="10" y="906"/>
                  </a:lnTo>
                  <a:lnTo>
                    <a:pt x="11" y="891"/>
                  </a:lnTo>
                  <a:lnTo>
                    <a:pt x="13" y="875"/>
                  </a:lnTo>
                  <a:lnTo>
                    <a:pt x="16" y="862"/>
                  </a:lnTo>
                  <a:lnTo>
                    <a:pt x="16" y="862"/>
                  </a:lnTo>
                  <a:lnTo>
                    <a:pt x="21" y="833"/>
                  </a:lnTo>
                  <a:lnTo>
                    <a:pt x="25" y="803"/>
                  </a:lnTo>
                  <a:lnTo>
                    <a:pt x="25" y="803"/>
                  </a:lnTo>
                  <a:lnTo>
                    <a:pt x="31" y="774"/>
                  </a:lnTo>
                  <a:lnTo>
                    <a:pt x="37" y="744"/>
                  </a:lnTo>
                  <a:lnTo>
                    <a:pt x="48" y="685"/>
                  </a:lnTo>
                  <a:lnTo>
                    <a:pt x="48" y="685"/>
                  </a:lnTo>
                  <a:lnTo>
                    <a:pt x="62" y="623"/>
                  </a:lnTo>
                  <a:lnTo>
                    <a:pt x="68" y="592"/>
                  </a:lnTo>
                  <a:lnTo>
                    <a:pt x="75" y="560"/>
                  </a:lnTo>
                  <a:lnTo>
                    <a:pt x="75" y="560"/>
                  </a:lnTo>
                  <a:lnTo>
                    <a:pt x="83" y="531"/>
                  </a:lnTo>
                  <a:lnTo>
                    <a:pt x="93" y="503"/>
                  </a:lnTo>
                  <a:lnTo>
                    <a:pt x="110" y="446"/>
                  </a:lnTo>
                  <a:lnTo>
                    <a:pt x="110" y="446"/>
                  </a:lnTo>
                  <a:lnTo>
                    <a:pt x="117" y="417"/>
                  </a:lnTo>
                  <a:lnTo>
                    <a:pt x="124" y="386"/>
                  </a:lnTo>
                  <a:lnTo>
                    <a:pt x="129" y="355"/>
                  </a:lnTo>
                  <a:lnTo>
                    <a:pt x="132" y="324"/>
                  </a:lnTo>
                  <a:lnTo>
                    <a:pt x="138" y="262"/>
                  </a:lnTo>
                  <a:lnTo>
                    <a:pt x="141" y="231"/>
                  </a:lnTo>
                  <a:lnTo>
                    <a:pt x="145" y="201"/>
                  </a:lnTo>
                  <a:lnTo>
                    <a:pt x="145" y="201"/>
                  </a:lnTo>
                  <a:lnTo>
                    <a:pt x="148" y="186"/>
                  </a:lnTo>
                  <a:lnTo>
                    <a:pt x="153" y="172"/>
                  </a:lnTo>
                  <a:lnTo>
                    <a:pt x="157" y="157"/>
                  </a:lnTo>
                  <a:lnTo>
                    <a:pt x="161" y="143"/>
                  </a:lnTo>
                  <a:lnTo>
                    <a:pt x="161" y="143"/>
                  </a:lnTo>
                  <a:lnTo>
                    <a:pt x="164" y="119"/>
                  </a:lnTo>
                  <a:lnTo>
                    <a:pt x="167" y="94"/>
                  </a:lnTo>
                  <a:lnTo>
                    <a:pt x="167" y="94"/>
                  </a:lnTo>
                  <a:lnTo>
                    <a:pt x="169" y="70"/>
                  </a:lnTo>
                  <a:lnTo>
                    <a:pt x="171" y="45"/>
                  </a:lnTo>
                  <a:lnTo>
                    <a:pt x="171" y="45"/>
                  </a:lnTo>
                  <a:lnTo>
                    <a:pt x="171" y="40"/>
                  </a:lnTo>
                  <a:lnTo>
                    <a:pt x="172" y="36"/>
                  </a:lnTo>
                  <a:lnTo>
                    <a:pt x="177" y="26"/>
                  </a:lnTo>
                  <a:lnTo>
                    <a:pt x="181" y="17"/>
                  </a:lnTo>
                  <a:lnTo>
                    <a:pt x="183" y="12"/>
                  </a:lnTo>
                  <a:lnTo>
                    <a:pt x="185" y="7"/>
                  </a:lnTo>
                  <a:lnTo>
                    <a:pt x="185" y="7"/>
                  </a:lnTo>
                  <a:lnTo>
                    <a:pt x="185" y="5"/>
                  </a:lnTo>
                  <a:lnTo>
                    <a:pt x="183" y="4"/>
                  </a:lnTo>
                  <a:lnTo>
                    <a:pt x="180" y="1"/>
                  </a:lnTo>
                  <a:lnTo>
                    <a:pt x="179" y="0"/>
                  </a:lnTo>
                  <a:lnTo>
                    <a:pt x="177" y="1"/>
                  </a:lnTo>
                  <a:lnTo>
                    <a:pt x="176" y="3"/>
                  </a:lnTo>
                  <a:lnTo>
                    <a:pt x="175" y="5"/>
                  </a:lnTo>
                  <a:lnTo>
                    <a:pt x="175" y="5"/>
                  </a:lnTo>
                  <a:close/>
                </a:path>
              </a:pathLst>
            </a:custGeom>
            <a:grpFill/>
            <a:ln>
              <a:solidFill>
                <a:schemeClr val="accent1">
                  <a:lumMod val="75000"/>
                  <a:alpha val="0"/>
                </a:schemeClr>
              </a:solidFill>
            </a:ln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299" name="Freeform 915"/>
            <p:cNvSpPr/>
            <p:nvPr>
              <p:custDataLst>
                <p:tags r:id="rId15"/>
              </p:custDataLst>
            </p:nvPr>
          </p:nvSpPr>
          <p:spPr bwMode="auto">
            <a:xfrm>
              <a:off x="3605213" y="1336675"/>
              <a:ext cx="98425" cy="500063"/>
            </a:xfrm>
            <a:custGeom>
              <a:avLst/>
              <a:gdLst/>
              <a:ahLst/>
              <a:cxnLst>
                <a:cxn ang="0">
                  <a:pos x="174" y="4"/>
                </a:cxn>
                <a:cxn ang="0">
                  <a:pos x="173" y="62"/>
                </a:cxn>
                <a:cxn ang="0">
                  <a:pos x="167" y="119"/>
                </a:cxn>
                <a:cxn ang="0">
                  <a:pos x="157" y="179"/>
                </a:cxn>
                <a:cxn ang="0">
                  <a:pos x="147" y="239"/>
                </a:cxn>
                <a:cxn ang="0">
                  <a:pos x="136" y="302"/>
                </a:cxn>
                <a:cxn ang="0">
                  <a:pos x="126" y="365"/>
                </a:cxn>
                <a:cxn ang="0">
                  <a:pos x="118" y="428"/>
                </a:cxn>
                <a:cxn ang="0">
                  <a:pos x="107" y="490"/>
                </a:cxn>
                <a:cxn ang="0">
                  <a:pos x="101" y="519"/>
                </a:cxn>
                <a:cxn ang="0">
                  <a:pos x="78" y="605"/>
                </a:cxn>
                <a:cxn ang="0">
                  <a:pos x="47" y="719"/>
                </a:cxn>
                <a:cxn ang="0">
                  <a:pos x="41" y="747"/>
                </a:cxn>
                <a:cxn ang="0">
                  <a:pos x="32" y="806"/>
                </a:cxn>
                <a:cxn ang="0">
                  <a:pos x="27" y="835"/>
                </a:cxn>
                <a:cxn ang="0">
                  <a:pos x="20" y="859"/>
                </a:cxn>
                <a:cxn ang="0">
                  <a:pos x="5" y="907"/>
                </a:cxn>
                <a:cxn ang="0">
                  <a:pos x="0" y="931"/>
                </a:cxn>
                <a:cxn ang="0">
                  <a:pos x="0" y="933"/>
                </a:cxn>
                <a:cxn ang="0">
                  <a:pos x="0" y="939"/>
                </a:cxn>
                <a:cxn ang="0">
                  <a:pos x="1" y="942"/>
                </a:cxn>
                <a:cxn ang="0">
                  <a:pos x="4" y="943"/>
                </a:cxn>
                <a:cxn ang="0">
                  <a:pos x="7" y="942"/>
                </a:cxn>
                <a:cxn ang="0">
                  <a:pos x="9" y="939"/>
                </a:cxn>
                <a:cxn ang="0">
                  <a:pos x="10" y="924"/>
                </a:cxn>
                <a:cxn ang="0">
                  <a:pos x="16" y="897"/>
                </a:cxn>
                <a:cxn ang="0">
                  <a:pos x="30" y="857"/>
                </a:cxn>
                <a:cxn ang="0">
                  <a:pos x="37" y="829"/>
                </a:cxn>
                <a:cxn ang="0">
                  <a:pos x="42" y="800"/>
                </a:cxn>
                <a:cxn ang="0">
                  <a:pos x="52" y="741"/>
                </a:cxn>
                <a:cxn ang="0">
                  <a:pos x="58" y="712"/>
                </a:cxn>
                <a:cxn ang="0">
                  <a:pos x="90" y="595"/>
                </a:cxn>
                <a:cxn ang="0">
                  <a:pos x="113" y="506"/>
                </a:cxn>
                <a:cxn ang="0">
                  <a:pos x="120" y="476"/>
                </a:cxn>
                <a:cxn ang="0">
                  <a:pos x="129" y="417"/>
                </a:cxn>
                <a:cxn ang="0">
                  <a:pos x="136" y="359"/>
                </a:cxn>
                <a:cxn ang="0">
                  <a:pos x="146" y="296"/>
                </a:cxn>
                <a:cxn ang="0">
                  <a:pos x="158" y="233"/>
                </a:cxn>
                <a:cxn ang="0">
                  <a:pos x="168" y="173"/>
                </a:cxn>
                <a:cxn ang="0">
                  <a:pos x="178" y="113"/>
                </a:cxn>
                <a:cxn ang="0">
                  <a:pos x="184" y="58"/>
                </a:cxn>
                <a:cxn ang="0">
                  <a:pos x="185" y="4"/>
                </a:cxn>
                <a:cxn ang="0">
                  <a:pos x="184" y="2"/>
                </a:cxn>
                <a:cxn ang="0">
                  <a:pos x="182" y="0"/>
                </a:cxn>
                <a:cxn ang="0">
                  <a:pos x="177" y="0"/>
                </a:cxn>
                <a:cxn ang="0">
                  <a:pos x="175" y="2"/>
                </a:cxn>
                <a:cxn ang="0">
                  <a:pos x="174" y="4"/>
                </a:cxn>
              </a:cxnLst>
              <a:rect l="0" t="0" r="r" b="b"/>
              <a:pathLst>
                <a:path w="185" h="943">
                  <a:moveTo>
                    <a:pt x="174" y="4"/>
                  </a:moveTo>
                  <a:lnTo>
                    <a:pt x="174" y="4"/>
                  </a:lnTo>
                  <a:lnTo>
                    <a:pt x="174" y="33"/>
                  </a:lnTo>
                  <a:lnTo>
                    <a:pt x="173" y="62"/>
                  </a:lnTo>
                  <a:lnTo>
                    <a:pt x="171" y="90"/>
                  </a:lnTo>
                  <a:lnTo>
                    <a:pt x="167" y="119"/>
                  </a:lnTo>
                  <a:lnTo>
                    <a:pt x="167" y="119"/>
                  </a:lnTo>
                  <a:lnTo>
                    <a:pt x="157" y="179"/>
                  </a:lnTo>
                  <a:lnTo>
                    <a:pt x="147" y="239"/>
                  </a:lnTo>
                  <a:lnTo>
                    <a:pt x="147" y="239"/>
                  </a:lnTo>
                  <a:lnTo>
                    <a:pt x="142" y="271"/>
                  </a:lnTo>
                  <a:lnTo>
                    <a:pt x="136" y="302"/>
                  </a:lnTo>
                  <a:lnTo>
                    <a:pt x="131" y="334"/>
                  </a:lnTo>
                  <a:lnTo>
                    <a:pt x="126" y="365"/>
                  </a:lnTo>
                  <a:lnTo>
                    <a:pt x="126" y="365"/>
                  </a:lnTo>
                  <a:lnTo>
                    <a:pt x="118" y="428"/>
                  </a:lnTo>
                  <a:lnTo>
                    <a:pt x="112" y="459"/>
                  </a:lnTo>
                  <a:lnTo>
                    <a:pt x="107" y="490"/>
                  </a:lnTo>
                  <a:lnTo>
                    <a:pt x="107" y="490"/>
                  </a:lnTo>
                  <a:lnTo>
                    <a:pt x="101" y="519"/>
                  </a:lnTo>
                  <a:lnTo>
                    <a:pt x="94" y="547"/>
                  </a:lnTo>
                  <a:lnTo>
                    <a:pt x="78" y="605"/>
                  </a:lnTo>
                  <a:lnTo>
                    <a:pt x="62" y="662"/>
                  </a:lnTo>
                  <a:lnTo>
                    <a:pt x="47" y="719"/>
                  </a:lnTo>
                  <a:lnTo>
                    <a:pt x="47" y="719"/>
                  </a:lnTo>
                  <a:lnTo>
                    <a:pt x="41" y="747"/>
                  </a:lnTo>
                  <a:lnTo>
                    <a:pt x="36" y="776"/>
                  </a:lnTo>
                  <a:lnTo>
                    <a:pt x="32" y="806"/>
                  </a:lnTo>
                  <a:lnTo>
                    <a:pt x="27" y="835"/>
                  </a:lnTo>
                  <a:lnTo>
                    <a:pt x="27" y="835"/>
                  </a:lnTo>
                  <a:lnTo>
                    <a:pt x="24" y="848"/>
                  </a:lnTo>
                  <a:lnTo>
                    <a:pt x="20" y="859"/>
                  </a:lnTo>
                  <a:lnTo>
                    <a:pt x="12" y="883"/>
                  </a:lnTo>
                  <a:lnTo>
                    <a:pt x="5" y="907"/>
                  </a:lnTo>
                  <a:lnTo>
                    <a:pt x="2" y="919"/>
                  </a:lnTo>
                  <a:lnTo>
                    <a:pt x="0" y="931"/>
                  </a:lnTo>
                  <a:lnTo>
                    <a:pt x="0" y="931"/>
                  </a:lnTo>
                  <a:lnTo>
                    <a:pt x="0" y="933"/>
                  </a:lnTo>
                  <a:lnTo>
                    <a:pt x="0" y="939"/>
                  </a:lnTo>
                  <a:lnTo>
                    <a:pt x="0" y="939"/>
                  </a:lnTo>
                  <a:lnTo>
                    <a:pt x="0" y="940"/>
                  </a:lnTo>
                  <a:lnTo>
                    <a:pt x="1" y="942"/>
                  </a:lnTo>
                  <a:lnTo>
                    <a:pt x="2" y="943"/>
                  </a:lnTo>
                  <a:lnTo>
                    <a:pt x="4" y="943"/>
                  </a:lnTo>
                  <a:lnTo>
                    <a:pt x="6" y="943"/>
                  </a:lnTo>
                  <a:lnTo>
                    <a:pt x="7" y="942"/>
                  </a:lnTo>
                  <a:lnTo>
                    <a:pt x="8" y="940"/>
                  </a:lnTo>
                  <a:lnTo>
                    <a:pt x="9" y="939"/>
                  </a:lnTo>
                  <a:lnTo>
                    <a:pt x="9" y="939"/>
                  </a:lnTo>
                  <a:lnTo>
                    <a:pt x="10" y="924"/>
                  </a:lnTo>
                  <a:lnTo>
                    <a:pt x="13" y="911"/>
                  </a:lnTo>
                  <a:lnTo>
                    <a:pt x="16" y="897"/>
                  </a:lnTo>
                  <a:lnTo>
                    <a:pt x="21" y="884"/>
                  </a:lnTo>
                  <a:lnTo>
                    <a:pt x="30" y="857"/>
                  </a:lnTo>
                  <a:lnTo>
                    <a:pt x="34" y="843"/>
                  </a:lnTo>
                  <a:lnTo>
                    <a:pt x="37" y="829"/>
                  </a:lnTo>
                  <a:lnTo>
                    <a:pt x="37" y="829"/>
                  </a:lnTo>
                  <a:lnTo>
                    <a:pt x="42" y="800"/>
                  </a:lnTo>
                  <a:lnTo>
                    <a:pt x="47" y="771"/>
                  </a:lnTo>
                  <a:lnTo>
                    <a:pt x="52" y="741"/>
                  </a:lnTo>
                  <a:lnTo>
                    <a:pt x="58" y="712"/>
                  </a:lnTo>
                  <a:lnTo>
                    <a:pt x="58" y="712"/>
                  </a:lnTo>
                  <a:lnTo>
                    <a:pt x="73" y="653"/>
                  </a:lnTo>
                  <a:lnTo>
                    <a:pt x="90" y="595"/>
                  </a:lnTo>
                  <a:lnTo>
                    <a:pt x="106" y="535"/>
                  </a:lnTo>
                  <a:lnTo>
                    <a:pt x="113" y="506"/>
                  </a:lnTo>
                  <a:lnTo>
                    <a:pt x="120" y="476"/>
                  </a:lnTo>
                  <a:lnTo>
                    <a:pt x="120" y="476"/>
                  </a:lnTo>
                  <a:lnTo>
                    <a:pt x="125" y="447"/>
                  </a:lnTo>
                  <a:lnTo>
                    <a:pt x="129" y="417"/>
                  </a:lnTo>
                  <a:lnTo>
                    <a:pt x="136" y="359"/>
                  </a:lnTo>
                  <a:lnTo>
                    <a:pt x="136" y="359"/>
                  </a:lnTo>
                  <a:lnTo>
                    <a:pt x="141" y="327"/>
                  </a:lnTo>
                  <a:lnTo>
                    <a:pt x="146" y="296"/>
                  </a:lnTo>
                  <a:lnTo>
                    <a:pt x="153" y="264"/>
                  </a:lnTo>
                  <a:lnTo>
                    <a:pt x="158" y="233"/>
                  </a:lnTo>
                  <a:lnTo>
                    <a:pt x="158" y="233"/>
                  </a:lnTo>
                  <a:lnTo>
                    <a:pt x="168" y="173"/>
                  </a:lnTo>
                  <a:lnTo>
                    <a:pt x="178" y="113"/>
                  </a:lnTo>
                  <a:lnTo>
                    <a:pt x="178" y="113"/>
                  </a:lnTo>
                  <a:lnTo>
                    <a:pt x="182" y="86"/>
                  </a:lnTo>
                  <a:lnTo>
                    <a:pt x="184" y="58"/>
                  </a:lnTo>
                  <a:lnTo>
                    <a:pt x="184" y="32"/>
                  </a:lnTo>
                  <a:lnTo>
                    <a:pt x="185" y="4"/>
                  </a:lnTo>
                  <a:lnTo>
                    <a:pt x="185" y="4"/>
                  </a:lnTo>
                  <a:lnTo>
                    <a:pt x="184" y="2"/>
                  </a:lnTo>
                  <a:lnTo>
                    <a:pt x="183" y="1"/>
                  </a:lnTo>
                  <a:lnTo>
                    <a:pt x="182" y="0"/>
                  </a:lnTo>
                  <a:lnTo>
                    <a:pt x="180" y="0"/>
                  </a:lnTo>
                  <a:lnTo>
                    <a:pt x="177" y="0"/>
                  </a:lnTo>
                  <a:lnTo>
                    <a:pt x="176" y="1"/>
                  </a:lnTo>
                  <a:lnTo>
                    <a:pt x="175" y="2"/>
                  </a:lnTo>
                  <a:lnTo>
                    <a:pt x="174" y="4"/>
                  </a:lnTo>
                  <a:lnTo>
                    <a:pt x="174" y="4"/>
                  </a:lnTo>
                  <a:close/>
                </a:path>
              </a:pathLst>
            </a:custGeom>
            <a:grpFill/>
            <a:ln>
              <a:solidFill>
                <a:schemeClr val="accent1">
                  <a:lumMod val="75000"/>
                  <a:alpha val="0"/>
                </a:schemeClr>
              </a:solidFill>
            </a:ln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300" name="Freeform 916"/>
            <p:cNvSpPr/>
            <p:nvPr>
              <p:custDataLst>
                <p:tags r:id="rId16"/>
              </p:custDataLst>
            </p:nvPr>
          </p:nvSpPr>
          <p:spPr bwMode="auto">
            <a:xfrm>
              <a:off x="3649663" y="1366838"/>
              <a:ext cx="90488" cy="492125"/>
            </a:xfrm>
            <a:custGeom>
              <a:avLst/>
              <a:gdLst/>
              <a:ahLst/>
              <a:cxnLst>
                <a:cxn ang="0">
                  <a:pos x="162" y="5"/>
                </a:cxn>
                <a:cxn ang="0">
                  <a:pos x="161" y="67"/>
                </a:cxn>
                <a:cxn ang="0">
                  <a:pos x="155" y="128"/>
                </a:cxn>
                <a:cxn ang="0">
                  <a:pos x="151" y="156"/>
                </a:cxn>
                <a:cxn ang="0">
                  <a:pos x="141" y="214"/>
                </a:cxn>
                <a:cxn ang="0">
                  <a:pos x="137" y="243"/>
                </a:cxn>
                <a:cxn ang="0">
                  <a:pos x="123" y="335"/>
                </a:cxn>
                <a:cxn ang="0">
                  <a:pos x="111" y="397"/>
                </a:cxn>
                <a:cxn ang="0">
                  <a:pos x="97" y="457"/>
                </a:cxn>
                <a:cxn ang="0">
                  <a:pos x="87" y="487"/>
                </a:cxn>
                <a:cxn ang="0">
                  <a:pos x="69" y="543"/>
                </a:cxn>
                <a:cxn ang="0">
                  <a:pos x="51" y="599"/>
                </a:cxn>
                <a:cxn ang="0">
                  <a:pos x="48" y="614"/>
                </a:cxn>
                <a:cxn ang="0">
                  <a:pos x="44" y="658"/>
                </a:cxn>
                <a:cxn ang="0">
                  <a:pos x="40" y="702"/>
                </a:cxn>
                <a:cxn ang="0">
                  <a:pos x="38" y="717"/>
                </a:cxn>
                <a:cxn ang="0">
                  <a:pos x="23" y="796"/>
                </a:cxn>
                <a:cxn ang="0">
                  <a:pos x="17" y="822"/>
                </a:cxn>
                <a:cxn ang="0">
                  <a:pos x="12" y="846"/>
                </a:cxn>
                <a:cxn ang="0">
                  <a:pos x="6" y="898"/>
                </a:cxn>
                <a:cxn ang="0">
                  <a:pos x="0" y="924"/>
                </a:cxn>
                <a:cxn ang="0">
                  <a:pos x="0" y="926"/>
                </a:cxn>
                <a:cxn ang="0">
                  <a:pos x="3" y="928"/>
                </a:cxn>
                <a:cxn ang="0">
                  <a:pos x="6" y="929"/>
                </a:cxn>
                <a:cxn ang="0">
                  <a:pos x="9" y="928"/>
                </a:cxn>
                <a:cxn ang="0">
                  <a:pos x="10" y="926"/>
                </a:cxn>
                <a:cxn ang="0">
                  <a:pos x="14" y="902"/>
                </a:cxn>
                <a:cxn ang="0">
                  <a:pos x="20" y="855"/>
                </a:cxn>
                <a:cxn ang="0">
                  <a:pos x="25" y="831"/>
                </a:cxn>
                <a:cxn ang="0">
                  <a:pos x="30" y="805"/>
                </a:cxn>
                <a:cxn ang="0">
                  <a:pos x="45" y="727"/>
                </a:cxn>
                <a:cxn ang="0">
                  <a:pos x="49" y="698"/>
                </a:cxn>
                <a:cxn ang="0">
                  <a:pos x="54" y="640"/>
                </a:cxn>
                <a:cxn ang="0">
                  <a:pos x="58" y="610"/>
                </a:cxn>
                <a:cxn ang="0">
                  <a:pos x="66" y="580"/>
                </a:cxn>
                <a:cxn ang="0">
                  <a:pos x="86" y="519"/>
                </a:cxn>
                <a:cxn ang="0">
                  <a:pos x="97" y="490"/>
                </a:cxn>
                <a:cxn ang="0">
                  <a:pos x="113" y="431"/>
                </a:cxn>
                <a:cxn ang="0">
                  <a:pos x="126" y="372"/>
                </a:cxn>
                <a:cxn ang="0">
                  <a:pos x="137" y="312"/>
                </a:cxn>
                <a:cxn ang="0">
                  <a:pos x="145" y="252"/>
                </a:cxn>
                <a:cxn ang="0">
                  <a:pos x="155" y="186"/>
                </a:cxn>
                <a:cxn ang="0">
                  <a:pos x="166" y="121"/>
                </a:cxn>
                <a:cxn ang="0">
                  <a:pos x="169" y="92"/>
                </a:cxn>
                <a:cxn ang="0">
                  <a:pos x="171" y="34"/>
                </a:cxn>
                <a:cxn ang="0">
                  <a:pos x="171" y="5"/>
                </a:cxn>
                <a:cxn ang="0">
                  <a:pos x="170" y="1"/>
                </a:cxn>
                <a:cxn ang="0">
                  <a:pos x="167" y="0"/>
                </a:cxn>
                <a:cxn ang="0">
                  <a:pos x="164" y="1"/>
                </a:cxn>
                <a:cxn ang="0">
                  <a:pos x="162" y="5"/>
                </a:cxn>
              </a:cxnLst>
              <a:rect l="0" t="0" r="r" b="b"/>
              <a:pathLst>
                <a:path w="171" h="929">
                  <a:moveTo>
                    <a:pt x="162" y="5"/>
                  </a:moveTo>
                  <a:lnTo>
                    <a:pt x="162" y="5"/>
                  </a:lnTo>
                  <a:lnTo>
                    <a:pt x="162" y="36"/>
                  </a:lnTo>
                  <a:lnTo>
                    <a:pt x="161" y="67"/>
                  </a:lnTo>
                  <a:lnTo>
                    <a:pt x="160" y="97"/>
                  </a:lnTo>
                  <a:lnTo>
                    <a:pt x="155" y="128"/>
                  </a:lnTo>
                  <a:lnTo>
                    <a:pt x="155" y="128"/>
                  </a:lnTo>
                  <a:lnTo>
                    <a:pt x="151" y="156"/>
                  </a:lnTo>
                  <a:lnTo>
                    <a:pt x="146" y="185"/>
                  </a:lnTo>
                  <a:lnTo>
                    <a:pt x="141" y="214"/>
                  </a:lnTo>
                  <a:lnTo>
                    <a:pt x="137" y="243"/>
                  </a:lnTo>
                  <a:lnTo>
                    <a:pt x="137" y="243"/>
                  </a:lnTo>
                  <a:lnTo>
                    <a:pt x="129" y="305"/>
                  </a:lnTo>
                  <a:lnTo>
                    <a:pt x="123" y="335"/>
                  </a:lnTo>
                  <a:lnTo>
                    <a:pt x="117" y="366"/>
                  </a:lnTo>
                  <a:lnTo>
                    <a:pt x="111" y="397"/>
                  </a:lnTo>
                  <a:lnTo>
                    <a:pt x="104" y="427"/>
                  </a:lnTo>
                  <a:lnTo>
                    <a:pt x="97" y="457"/>
                  </a:lnTo>
                  <a:lnTo>
                    <a:pt x="87" y="487"/>
                  </a:lnTo>
                  <a:lnTo>
                    <a:pt x="87" y="487"/>
                  </a:lnTo>
                  <a:lnTo>
                    <a:pt x="78" y="515"/>
                  </a:lnTo>
                  <a:lnTo>
                    <a:pt x="69" y="543"/>
                  </a:lnTo>
                  <a:lnTo>
                    <a:pt x="59" y="572"/>
                  </a:lnTo>
                  <a:lnTo>
                    <a:pt x="51" y="599"/>
                  </a:lnTo>
                  <a:lnTo>
                    <a:pt x="51" y="599"/>
                  </a:lnTo>
                  <a:lnTo>
                    <a:pt x="48" y="614"/>
                  </a:lnTo>
                  <a:lnTo>
                    <a:pt x="46" y="628"/>
                  </a:lnTo>
                  <a:lnTo>
                    <a:pt x="44" y="658"/>
                  </a:lnTo>
                  <a:lnTo>
                    <a:pt x="42" y="687"/>
                  </a:lnTo>
                  <a:lnTo>
                    <a:pt x="40" y="702"/>
                  </a:lnTo>
                  <a:lnTo>
                    <a:pt x="38" y="717"/>
                  </a:lnTo>
                  <a:lnTo>
                    <a:pt x="38" y="717"/>
                  </a:lnTo>
                  <a:lnTo>
                    <a:pt x="28" y="769"/>
                  </a:lnTo>
                  <a:lnTo>
                    <a:pt x="23" y="796"/>
                  </a:lnTo>
                  <a:lnTo>
                    <a:pt x="17" y="822"/>
                  </a:lnTo>
                  <a:lnTo>
                    <a:pt x="17" y="822"/>
                  </a:lnTo>
                  <a:lnTo>
                    <a:pt x="15" y="834"/>
                  </a:lnTo>
                  <a:lnTo>
                    <a:pt x="12" y="846"/>
                  </a:lnTo>
                  <a:lnTo>
                    <a:pt x="9" y="872"/>
                  </a:lnTo>
                  <a:lnTo>
                    <a:pt x="6" y="898"/>
                  </a:lnTo>
                  <a:lnTo>
                    <a:pt x="4" y="910"/>
                  </a:lnTo>
                  <a:lnTo>
                    <a:pt x="0" y="924"/>
                  </a:lnTo>
                  <a:lnTo>
                    <a:pt x="0" y="924"/>
                  </a:lnTo>
                  <a:lnTo>
                    <a:pt x="0" y="926"/>
                  </a:lnTo>
                  <a:lnTo>
                    <a:pt x="2" y="927"/>
                  </a:lnTo>
                  <a:lnTo>
                    <a:pt x="3" y="928"/>
                  </a:lnTo>
                  <a:lnTo>
                    <a:pt x="5" y="929"/>
                  </a:lnTo>
                  <a:lnTo>
                    <a:pt x="6" y="929"/>
                  </a:lnTo>
                  <a:lnTo>
                    <a:pt x="8" y="929"/>
                  </a:lnTo>
                  <a:lnTo>
                    <a:pt x="9" y="928"/>
                  </a:lnTo>
                  <a:lnTo>
                    <a:pt x="10" y="926"/>
                  </a:lnTo>
                  <a:lnTo>
                    <a:pt x="10" y="926"/>
                  </a:lnTo>
                  <a:lnTo>
                    <a:pt x="13" y="915"/>
                  </a:lnTo>
                  <a:lnTo>
                    <a:pt x="14" y="902"/>
                  </a:lnTo>
                  <a:lnTo>
                    <a:pt x="17" y="878"/>
                  </a:lnTo>
                  <a:lnTo>
                    <a:pt x="20" y="855"/>
                  </a:lnTo>
                  <a:lnTo>
                    <a:pt x="22" y="842"/>
                  </a:lnTo>
                  <a:lnTo>
                    <a:pt x="25" y="831"/>
                  </a:lnTo>
                  <a:lnTo>
                    <a:pt x="25" y="831"/>
                  </a:lnTo>
                  <a:lnTo>
                    <a:pt x="30" y="805"/>
                  </a:lnTo>
                  <a:lnTo>
                    <a:pt x="36" y="778"/>
                  </a:lnTo>
                  <a:lnTo>
                    <a:pt x="45" y="727"/>
                  </a:lnTo>
                  <a:lnTo>
                    <a:pt x="45" y="727"/>
                  </a:lnTo>
                  <a:lnTo>
                    <a:pt x="49" y="698"/>
                  </a:lnTo>
                  <a:lnTo>
                    <a:pt x="52" y="669"/>
                  </a:lnTo>
                  <a:lnTo>
                    <a:pt x="54" y="640"/>
                  </a:lnTo>
                  <a:lnTo>
                    <a:pt x="58" y="610"/>
                  </a:lnTo>
                  <a:lnTo>
                    <a:pt x="58" y="610"/>
                  </a:lnTo>
                  <a:lnTo>
                    <a:pt x="61" y="595"/>
                  </a:lnTo>
                  <a:lnTo>
                    <a:pt x="66" y="580"/>
                  </a:lnTo>
                  <a:lnTo>
                    <a:pt x="76" y="550"/>
                  </a:lnTo>
                  <a:lnTo>
                    <a:pt x="86" y="519"/>
                  </a:lnTo>
                  <a:lnTo>
                    <a:pt x="97" y="490"/>
                  </a:lnTo>
                  <a:lnTo>
                    <a:pt x="97" y="490"/>
                  </a:lnTo>
                  <a:lnTo>
                    <a:pt x="106" y="461"/>
                  </a:lnTo>
                  <a:lnTo>
                    <a:pt x="113" y="431"/>
                  </a:lnTo>
                  <a:lnTo>
                    <a:pt x="120" y="402"/>
                  </a:lnTo>
                  <a:lnTo>
                    <a:pt x="126" y="372"/>
                  </a:lnTo>
                  <a:lnTo>
                    <a:pt x="132" y="342"/>
                  </a:lnTo>
                  <a:lnTo>
                    <a:pt x="137" y="312"/>
                  </a:lnTo>
                  <a:lnTo>
                    <a:pt x="145" y="252"/>
                  </a:lnTo>
                  <a:lnTo>
                    <a:pt x="145" y="252"/>
                  </a:lnTo>
                  <a:lnTo>
                    <a:pt x="149" y="219"/>
                  </a:lnTo>
                  <a:lnTo>
                    <a:pt x="155" y="186"/>
                  </a:lnTo>
                  <a:lnTo>
                    <a:pt x="161" y="154"/>
                  </a:lnTo>
                  <a:lnTo>
                    <a:pt x="166" y="121"/>
                  </a:lnTo>
                  <a:lnTo>
                    <a:pt x="166" y="121"/>
                  </a:lnTo>
                  <a:lnTo>
                    <a:pt x="169" y="92"/>
                  </a:lnTo>
                  <a:lnTo>
                    <a:pt x="171" y="63"/>
                  </a:lnTo>
                  <a:lnTo>
                    <a:pt x="171" y="34"/>
                  </a:lnTo>
                  <a:lnTo>
                    <a:pt x="171" y="5"/>
                  </a:lnTo>
                  <a:lnTo>
                    <a:pt x="171" y="5"/>
                  </a:lnTo>
                  <a:lnTo>
                    <a:pt x="171" y="2"/>
                  </a:lnTo>
                  <a:lnTo>
                    <a:pt x="170" y="1"/>
                  </a:lnTo>
                  <a:lnTo>
                    <a:pt x="168" y="0"/>
                  </a:lnTo>
                  <a:lnTo>
                    <a:pt x="167" y="0"/>
                  </a:lnTo>
                  <a:lnTo>
                    <a:pt x="165" y="0"/>
                  </a:lnTo>
                  <a:lnTo>
                    <a:pt x="164" y="1"/>
                  </a:lnTo>
                  <a:lnTo>
                    <a:pt x="163" y="2"/>
                  </a:lnTo>
                  <a:lnTo>
                    <a:pt x="162" y="5"/>
                  </a:lnTo>
                  <a:lnTo>
                    <a:pt x="162" y="5"/>
                  </a:lnTo>
                  <a:close/>
                </a:path>
              </a:pathLst>
            </a:custGeom>
            <a:grpFill/>
            <a:ln>
              <a:solidFill>
                <a:schemeClr val="accent1">
                  <a:lumMod val="75000"/>
                  <a:alpha val="0"/>
                </a:schemeClr>
              </a:solidFill>
            </a:ln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301" name="Freeform 917"/>
            <p:cNvSpPr/>
            <p:nvPr>
              <p:custDataLst>
                <p:tags r:id="rId17"/>
              </p:custDataLst>
            </p:nvPr>
          </p:nvSpPr>
          <p:spPr bwMode="auto">
            <a:xfrm>
              <a:off x="3692525" y="1401763"/>
              <a:ext cx="90488" cy="436563"/>
            </a:xfrm>
            <a:custGeom>
              <a:avLst/>
              <a:gdLst/>
              <a:ahLst/>
              <a:cxnLst>
                <a:cxn ang="0">
                  <a:pos x="161" y="5"/>
                </a:cxn>
                <a:cxn ang="0">
                  <a:pos x="157" y="61"/>
                </a:cxn>
                <a:cxn ang="0">
                  <a:pos x="148" y="118"/>
                </a:cxn>
                <a:cxn ang="0">
                  <a:pos x="143" y="143"/>
                </a:cxn>
                <a:cxn ang="0">
                  <a:pos x="130" y="192"/>
                </a:cxn>
                <a:cxn ang="0">
                  <a:pos x="126" y="216"/>
                </a:cxn>
                <a:cxn ang="0">
                  <a:pos x="124" y="236"/>
                </a:cxn>
                <a:cxn ang="0">
                  <a:pos x="124" y="257"/>
                </a:cxn>
                <a:cxn ang="0">
                  <a:pos x="120" y="285"/>
                </a:cxn>
                <a:cxn ang="0">
                  <a:pos x="115" y="314"/>
                </a:cxn>
                <a:cxn ang="0">
                  <a:pos x="97" y="395"/>
                </a:cxn>
                <a:cxn ang="0">
                  <a:pos x="93" y="422"/>
                </a:cxn>
                <a:cxn ang="0">
                  <a:pos x="88" y="472"/>
                </a:cxn>
                <a:cxn ang="0">
                  <a:pos x="82" y="520"/>
                </a:cxn>
                <a:cxn ang="0">
                  <a:pos x="74" y="547"/>
                </a:cxn>
                <a:cxn ang="0">
                  <a:pos x="56" y="599"/>
                </a:cxn>
                <a:cxn ang="0">
                  <a:pos x="47" y="624"/>
                </a:cxn>
                <a:cxn ang="0">
                  <a:pos x="24" y="696"/>
                </a:cxn>
                <a:cxn ang="0">
                  <a:pos x="10" y="745"/>
                </a:cxn>
                <a:cxn ang="0">
                  <a:pos x="2" y="795"/>
                </a:cxn>
                <a:cxn ang="0">
                  <a:pos x="0" y="820"/>
                </a:cxn>
                <a:cxn ang="0">
                  <a:pos x="2" y="823"/>
                </a:cxn>
                <a:cxn ang="0">
                  <a:pos x="5" y="825"/>
                </a:cxn>
                <a:cxn ang="0">
                  <a:pos x="8" y="823"/>
                </a:cxn>
                <a:cxn ang="0">
                  <a:pos x="9" y="820"/>
                </a:cxn>
                <a:cxn ang="0">
                  <a:pos x="11" y="794"/>
                </a:cxn>
                <a:cxn ang="0">
                  <a:pos x="21" y="743"/>
                </a:cxn>
                <a:cxn ang="0">
                  <a:pos x="34" y="693"/>
                </a:cxn>
                <a:cxn ang="0">
                  <a:pos x="58" y="618"/>
                </a:cxn>
                <a:cxn ang="0">
                  <a:pos x="66" y="594"/>
                </a:cxn>
                <a:cxn ang="0">
                  <a:pos x="84" y="547"/>
                </a:cxn>
                <a:cxn ang="0">
                  <a:pos x="90" y="522"/>
                </a:cxn>
                <a:cxn ang="0">
                  <a:pos x="95" y="496"/>
                </a:cxn>
                <a:cxn ang="0">
                  <a:pos x="100" y="443"/>
                </a:cxn>
                <a:cxn ang="0">
                  <a:pos x="103" y="416"/>
                </a:cxn>
                <a:cxn ang="0">
                  <a:pos x="113" y="366"/>
                </a:cxn>
                <a:cxn ang="0">
                  <a:pos x="123" y="316"/>
                </a:cxn>
                <a:cxn ang="0">
                  <a:pos x="133" y="266"/>
                </a:cxn>
                <a:cxn ang="0">
                  <a:pos x="134" y="253"/>
                </a:cxn>
                <a:cxn ang="0">
                  <a:pos x="134" y="226"/>
                </a:cxn>
                <a:cxn ang="0">
                  <a:pos x="136" y="212"/>
                </a:cxn>
                <a:cxn ang="0">
                  <a:pos x="147" y="162"/>
                </a:cxn>
                <a:cxn ang="0">
                  <a:pos x="159" y="112"/>
                </a:cxn>
                <a:cxn ang="0">
                  <a:pos x="163" y="85"/>
                </a:cxn>
                <a:cxn ang="0">
                  <a:pos x="169" y="32"/>
                </a:cxn>
                <a:cxn ang="0">
                  <a:pos x="170" y="5"/>
                </a:cxn>
                <a:cxn ang="0">
                  <a:pos x="169" y="1"/>
                </a:cxn>
                <a:cxn ang="0">
                  <a:pos x="166" y="0"/>
                </a:cxn>
                <a:cxn ang="0">
                  <a:pos x="163" y="1"/>
                </a:cxn>
                <a:cxn ang="0">
                  <a:pos x="161" y="5"/>
                </a:cxn>
              </a:cxnLst>
              <a:rect l="0" t="0" r="r" b="b"/>
              <a:pathLst>
                <a:path w="170" h="825">
                  <a:moveTo>
                    <a:pt x="161" y="5"/>
                  </a:moveTo>
                  <a:lnTo>
                    <a:pt x="161" y="5"/>
                  </a:lnTo>
                  <a:lnTo>
                    <a:pt x="160" y="34"/>
                  </a:lnTo>
                  <a:lnTo>
                    <a:pt x="157" y="61"/>
                  </a:lnTo>
                  <a:lnTo>
                    <a:pt x="153" y="90"/>
                  </a:lnTo>
                  <a:lnTo>
                    <a:pt x="148" y="118"/>
                  </a:lnTo>
                  <a:lnTo>
                    <a:pt x="148" y="118"/>
                  </a:lnTo>
                  <a:lnTo>
                    <a:pt x="143" y="143"/>
                  </a:lnTo>
                  <a:lnTo>
                    <a:pt x="136" y="168"/>
                  </a:lnTo>
                  <a:lnTo>
                    <a:pt x="130" y="192"/>
                  </a:lnTo>
                  <a:lnTo>
                    <a:pt x="126" y="216"/>
                  </a:lnTo>
                  <a:lnTo>
                    <a:pt x="126" y="216"/>
                  </a:lnTo>
                  <a:lnTo>
                    <a:pt x="124" y="227"/>
                  </a:lnTo>
                  <a:lnTo>
                    <a:pt x="124" y="236"/>
                  </a:lnTo>
                  <a:lnTo>
                    <a:pt x="124" y="257"/>
                  </a:lnTo>
                  <a:lnTo>
                    <a:pt x="124" y="257"/>
                  </a:lnTo>
                  <a:lnTo>
                    <a:pt x="123" y="271"/>
                  </a:lnTo>
                  <a:lnTo>
                    <a:pt x="120" y="285"/>
                  </a:lnTo>
                  <a:lnTo>
                    <a:pt x="115" y="314"/>
                  </a:lnTo>
                  <a:lnTo>
                    <a:pt x="115" y="314"/>
                  </a:lnTo>
                  <a:lnTo>
                    <a:pt x="102" y="367"/>
                  </a:lnTo>
                  <a:lnTo>
                    <a:pt x="97" y="395"/>
                  </a:lnTo>
                  <a:lnTo>
                    <a:pt x="93" y="422"/>
                  </a:lnTo>
                  <a:lnTo>
                    <a:pt x="93" y="422"/>
                  </a:lnTo>
                  <a:lnTo>
                    <a:pt x="91" y="447"/>
                  </a:lnTo>
                  <a:lnTo>
                    <a:pt x="88" y="472"/>
                  </a:lnTo>
                  <a:lnTo>
                    <a:pt x="86" y="495"/>
                  </a:lnTo>
                  <a:lnTo>
                    <a:pt x="82" y="520"/>
                  </a:lnTo>
                  <a:lnTo>
                    <a:pt x="82" y="520"/>
                  </a:lnTo>
                  <a:lnTo>
                    <a:pt x="74" y="547"/>
                  </a:lnTo>
                  <a:lnTo>
                    <a:pt x="65" y="573"/>
                  </a:lnTo>
                  <a:lnTo>
                    <a:pt x="56" y="599"/>
                  </a:lnTo>
                  <a:lnTo>
                    <a:pt x="47" y="624"/>
                  </a:lnTo>
                  <a:lnTo>
                    <a:pt x="47" y="624"/>
                  </a:lnTo>
                  <a:lnTo>
                    <a:pt x="31" y="672"/>
                  </a:lnTo>
                  <a:lnTo>
                    <a:pt x="24" y="696"/>
                  </a:lnTo>
                  <a:lnTo>
                    <a:pt x="17" y="720"/>
                  </a:lnTo>
                  <a:lnTo>
                    <a:pt x="10" y="745"/>
                  </a:lnTo>
                  <a:lnTo>
                    <a:pt x="5" y="770"/>
                  </a:lnTo>
                  <a:lnTo>
                    <a:pt x="2" y="795"/>
                  </a:lnTo>
                  <a:lnTo>
                    <a:pt x="0" y="820"/>
                  </a:lnTo>
                  <a:lnTo>
                    <a:pt x="0" y="820"/>
                  </a:lnTo>
                  <a:lnTo>
                    <a:pt x="1" y="822"/>
                  </a:lnTo>
                  <a:lnTo>
                    <a:pt x="2" y="823"/>
                  </a:lnTo>
                  <a:lnTo>
                    <a:pt x="3" y="824"/>
                  </a:lnTo>
                  <a:lnTo>
                    <a:pt x="5" y="825"/>
                  </a:lnTo>
                  <a:lnTo>
                    <a:pt x="6" y="824"/>
                  </a:lnTo>
                  <a:lnTo>
                    <a:pt x="8" y="823"/>
                  </a:lnTo>
                  <a:lnTo>
                    <a:pt x="9" y="822"/>
                  </a:lnTo>
                  <a:lnTo>
                    <a:pt x="9" y="820"/>
                  </a:lnTo>
                  <a:lnTo>
                    <a:pt x="9" y="820"/>
                  </a:lnTo>
                  <a:lnTo>
                    <a:pt x="11" y="794"/>
                  </a:lnTo>
                  <a:lnTo>
                    <a:pt x="15" y="769"/>
                  </a:lnTo>
                  <a:lnTo>
                    <a:pt x="21" y="743"/>
                  </a:lnTo>
                  <a:lnTo>
                    <a:pt x="27" y="717"/>
                  </a:lnTo>
                  <a:lnTo>
                    <a:pt x="34" y="693"/>
                  </a:lnTo>
                  <a:lnTo>
                    <a:pt x="42" y="668"/>
                  </a:lnTo>
                  <a:lnTo>
                    <a:pt x="58" y="618"/>
                  </a:lnTo>
                  <a:lnTo>
                    <a:pt x="58" y="618"/>
                  </a:lnTo>
                  <a:lnTo>
                    <a:pt x="66" y="594"/>
                  </a:lnTo>
                  <a:lnTo>
                    <a:pt x="75" y="571"/>
                  </a:lnTo>
                  <a:lnTo>
                    <a:pt x="84" y="547"/>
                  </a:lnTo>
                  <a:lnTo>
                    <a:pt x="90" y="522"/>
                  </a:lnTo>
                  <a:lnTo>
                    <a:pt x="90" y="522"/>
                  </a:lnTo>
                  <a:lnTo>
                    <a:pt x="93" y="510"/>
                  </a:lnTo>
                  <a:lnTo>
                    <a:pt x="95" y="496"/>
                  </a:lnTo>
                  <a:lnTo>
                    <a:pt x="98" y="469"/>
                  </a:lnTo>
                  <a:lnTo>
                    <a:pt x="100" y="443"/>
                  </a:lnTo>
                  <a:lnTo>
                    <a:pt x="103" y="416"/>
                  </a:lnTo>
                  <a:lnTo>
                    <a:pt x="103" y="416"/>
                  </a:lnTo>
                  <a:lnTo>
                    <a:pt x="107" y="391"/>
                  </a:lnTo>
                  <a:lnTo>
                    <a:pt x="113" y="366"/>
                  </a:lnTo>
                  <a:lnTo>
                    <a:pt x="123" y="316"/>
                  </a:lnTo>
                  <a:lnTo>
                    <a:pt x="123" y="316"/>
                  </a:lnTo>
                  <a:lnTo>
                    <a:pt x="128" y="291"/>
                  </a:lnTo>
                  <a:lnTo>
                    <a:pt x="133" y="266"/>
                  </a:lnTo>
                  <a:lnTo>
                    <a:pt x="133" y="266"/>
                  </a:lnTo>
                  <a:lnTo>
                    <a:pt x="134" y="253"/>
                  </a:lnTo>
                  <a:lnTo>
                    <a:pt x="134" y="239"/>
                  </a:lnTo>
                  <a:lnTo>
                    <a:pt x="134" y="226"/>
                  </a:lnTo>
                  <a:lnTo>
                    <a:pt x="136" y="212"/>
                  </a:lnTo>
                  <a:lnTo>
                    <a:pt x="136" y="212"/>
                  </a:lnTo>
                  <a:lnTo>
                    <a:pt x="141" y="186"/>
                  </a:lnTo>
                  <a:lnTo>
                    <a:pt x="147" y="162"/>
                  </a:lnTo>
                  <a:lnTo>
                    <a:pt x="153" y="137"/>
                  </a:lnTo>
                  <a:lnTo>
                    <a:pt x="159" y="112"/>
                  </a:lnTo>
                  <a:lnTo>
                    <a:pt x="159" y="112"/>
                  </a:lnTo>
                  <a:lnTo>
                    <a:pt x="163" y="85"/>
                  </a:lnTo>
                  <a:lnTo>
                    <a:pt x="167" y="58"/>
                  </a:lnTo>
                  <a:lnTo>
                    <a:pt x="169" y="32"/>
                  </a:lnTo>
                  <a:lnTo>
                    <a:pt x="170" y="5"/>
                  </a:lnTo>
                  <a:lnTo>
                    <a:pt x="170" y="5"/>
                  </a:lnTo>
                  <a:lnTo>
                    <a:pt x="170" y="3"/>
                  </a:lnTo>
                  <a:lnTo>
                    <a:pt x="169" y="1"/>
                  </a:lnTo>
                  <a:lnTo>
                    <a:pt x="168" y="0"/>
                  </a:lnTo>
                  <a:lnTo>
                    <a:pt x="166" y="0"/>
                  </a:lnTo>
                  <a:lnTo>
                    <a:pt x="164" y="0"/>
                  </a:lnTo>
                  <a:lnTo>
                    <a:pt x="163" y="1"/>
                  </a:lnTo>
                  <a:lnTo>
                    <a:pt x="162" y="3"/>
                  </a:lnTo>
                  <a:lnTo>
                    <a:pt x="161" y="5"/>
                  </a:lnTo>
                  <a:lnTo>
                    <a:pt x="161" y="5"/>
                  </a:lnTo>
                  <a:close/>
                </a:path>
              </a:pathLst>
            </a:custGeom>
            <a:grpFill/>
            <a:ln>
              <a:solidFill>
                <a:schemeClr val="accent1">
                  <a:lumMod val="75000"/>
                  <a:alpha val="0"/>
                </a:schemeClr>
              </a:solidFill>
            </a:ln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302" name="Freeform 918"/>
            <p:cNvSpPr/>
            <p:nvPr>
              <p:custDataLst>
                <p:tags r:id="rId18"/>
              </p:custDataLst>
            </p:nvPr>
          </p:nvSpPr>
          <p:spPr bwMode="auto">
            <a:xfrm>
              <a:off x="3751263" y="1443038"/>
              <a:ext cx="66675" cy="360363"/>
            </a:xfrm>
            <a:custGeom>
              <a:avLst/>
              <a:gdLst/>
              <a:ahLst/>
              <a:cxnLst>
                <a:cxn ang="0">
                  <a:pos x="117" y="4"/>
                </a:cxn>
                <a:cxn ang="0">
                  <a:pos x="116" y="50"/>
                </a:cxn>
                <a:cxn ang="0">
                  <a:pos x="108" y="139"/>
                </a:cxn>
                <a:cxn ang="0">
                  <a:pos x="94" y="228"/>
                </a:cxn>
                <a:cxn ang="0">
                  <a:pos x="68" y="361"/>
                </a:cxn>
                <a:cxn ang="0">
                  <a:pos x="63" y="383"/>
                </a:cxn>
                <a:cxn ang="0">
                  <a:pos x="57" y="404"/>
                </a:cxn>
                <a:cxn ang="0">
                  <a:pos x="48" y="432"/>
                </a:cxn>
                <a:cxn ang="0">
                  <a:pos x="47" y="440"/>
                </a:cxn>
                <a:cxn ang="0">
                  <a:pos x="44" y="482"/>
                </a:cxn>
                <a:cxn ang="0">
                  <a:pos x="38" y="523"/>
                </a:cxn>
                <a:cxn ang="0">
                  <a:pos x="32" y="542"/>
                </a:cxn>
                <a:cxn ang="0">
                  <a:pos x="10" y="598"/>
                </a:cxn>
                <a:cxn ang="0">
                  <a:pos x="7" y="608"/>
                </a:cxn>
                <a:cxn ang="0">
                  <a:pos x="2" y="637"/>
                </a:cxn>
                <a:cxn ang="0">
                  <a:pos x="0" y="678"/>
                </a:cxn>
                <a:cxn ang="0">
                  <a:pos x="0" y="680"/>
                </a:cxn>
                <a:cxn ang="0">
                  <a:pos x="3" y="682"/>
                </a:cxn>
                <a:cxn ang="0">
                  <a:pos x="6" y="682"/>
                </a:cxn>
                <a:cxn ang="0">
                  <a:pos x="9" y="680"/>
                </a:cxn>
                <a:cxn ang="0">
                  <a:pos x="9" y="678"/>
                </a:cxn>
                <a:cxn ang="0">
                  <a:pos x="12" y="635"/>
                </a:cxn>
                <a:cxn ang="0">
                  <a:pos x="22" y="594"/>
                </a:cxn>
                <a:cxn ang="0">
                  <a:pos x="36" y="556"/>
                </a:cxn>
                <a:cxn ang="0">
                  <a:pos x="48" y="517"/>
                </a:cxn>
                <a:cxn ang="0">
                  <a:pos x="51" y="501"/>
                </a:cxn>
                <a:cxn ang="0">
                  <a:pos x="56" y="448"/>
                </a:cxn>
                <a:cxn ang="0">
                  <a:pos x="57" y="436"/>
                </a:cxn>
                <a:cxn ang="0">
                  <a:pos x="67" y="398"/>
                </a:cxn>
                <a:cxn ang="0">
                  <a:pos x="77" y="359"/>
                </a:cxn>
                <a:cxn ang="0">
                  <a:pos x="80" y="347"/>
                </a:cxn>
                <a:cxn ang="0">
                  <a:pos x="96" y="262"/>
                </a:cxn>
                <a:cxn ang="0">
                  <a:pos x="112" y="178"/>
                </a:cxn>
                <a:cxn ang="0">
                  <a:pos x="119" y="134"/>
                </a:cxn>
                <a:cxn ang="0">
                  <a:pos x="127" y="48"/>
                </a:cxn>
                <a:cxn ang="0">
                  <a:pos x="128" y="4"/>
                </a:cxn>
                <a:cxn ang="0">
                  <a:pos x="126" y="1"/>
                </a:cxn>
                <a:cxn ang="0">
                  <a:pos x="122" y="0"/>
                </a:cxn>
                <a:cxn ang="0">
                  <a:pos x="119" y="1"/>
                </a:cxn>
                <a:cxn ang="0">
                  <a:pos x="117" y="4"/>
                </a:cxn>
              </a:cxnLst>
              <a:rect l="0" t="0" r="r" b="b"/>
              <a:pathLst>
                <a:path w="128" h="682">
                  <a:moveTo>
                    <a:pt x="117" y="4"/>
                  </a:moveTo>
                  <a:lnTo>
                    <a:pt x="117" y="4"/>
                  </a:lnTo>
                  <a:lnTo>
                    <a:pt x="117" y="27"/>
                  </a:lnTo>
                  <a:lnTo>
                    <a:pt x="116" y="50"/>
                  </a:lnTo>
                  <a:lnTo>
                    <a:pt x="113" y="95"/>
                  </a:lnTo>
                  <a:lnTo>
                    <a:pt x="108" y="139"/>
                  </a:lnTo>
                  <a:lnTo>
                    <a:pt x="101" y="184"/>
                  </a:lnTo>
                  <a:lnTo>
                    <a:pt x="94" y="228"/>
                  </a:lnTo>
                  <a:lnTo>
                    <a:pt x="84" y="273"/>
                  </a:lnTo>
                  <a:lnTo>
                    <a:pt x="68" y="361"/>
                  </a:lnTo>
                  <a:lnTo>
                    <a:pt x="68" y="361"/>
                  </a:lnTo>
                  <a:lnTo>
                    <a:pt x="63" y="383"/>
                  </a:lnTo>
                  <a:lnTo>
                    <a:pt x="57" y="404"/>
                  </a:lnTo>
                  <a:lnTo>
                    <a:pt x="57" y="404"/>
                  </a:lnTo>
                  <a:lnTo>
                    <a:pt x="51" y="422"/>
                  </a:lnTo>
                  <a:lnTo>
                    <a:pt x="48" y="432"/>
                  </a:lnTo>
                  <a:lnTo>
                    <a:pt x="47" y="440"/>
                  </a:lnTo>
                  <a:lnTo>
                    <a:pt x="47" y="440"/>
                  </a:lnTo>
                  <a:lnTo>
                    <a:pt x="46" y="461"/>
                  </a:lnTo>
                  <a:lnTo>
                    <a:pt x="44" y="482"/>
                  </a:lnTo>
                  <a:lnTo>
                    <a:pt x="41" y="503"/>
                  </a:lnTo>
                  <a:lnTo>
                    <a:pt x="38" y="523"/>
                  </a:lnTo>
                  <a:lnTo>
                    <a:pt x="38" y="523"/>
                  </a:lnTo>
                  <a:lnTo>
                    <a:pt x="32" y="542"/>
                  </a:lnTo>
                  <a:lnTo>
                    <a:pt x="24" y="561"/>
                  </a:lnTo>
                  <a:lnTo>
                    <a:pt x="10" y="598"/>
                  </a:lnTo>
                  <a:lnTo>
                    <a:pt x="10" y="598"/>
                  </a:lnTo>
                  <a:lnTo>
                    <a:pt x="7" y="608"/>
                  </a:lnTo>
                  <a:lnTo>
                    <a:pt x="5" y="618"/>
                  </a:lnTo>
                  <a:lnTo>
                    <a:pt x="2" y="637"/>
                  </a:lnTo>
                  <a:lnTo>
                    <a:pt x="0" y="657"/>
                  </a:lnTo>
                  <a:lnTo>
                    <a:pt x="0" y="678"/>
                  </a:lnTo>
                  <a:lnTo>
                    <a:pt x="0" y="678"/>
                  </a:lnTo>
                  <a:lnTo>
                    <a:pt x="0" y="680"/>
                  </a:lnTo>
                  <a:lnTo>
                    <a:pt x="1" y="681"/>
                  </a:lnTo>
                  <a:lnTo>
                    <a:pt x="3" y="682"/>
                  </a:lnTo>
                  <a:lnTo>
                    <a:pt x="4" y="682"/>
                  </a:lnTo>
                  <a:lnTo>
                    <a:pt x="6" y="682"/>
                  </a:lnTo>
                  <a:lnTo>
                    <a:pt x="7" y="681"/>
                  </a:lnTo>
                  <a:lnTo>
                    <a:pt x="9" y="680"/>
                  </a:lnTo>
                  <a:lnTo>
                    <a:pt x="9" y="678"/>
                  </a:lnTo>
                  <a:lnTo>
                    <a:pt x="9" y="678"/>
                  </a:lnTo>
                  <a:lnTo>
                    <a:pt x="10" y="656"/>
                  </a:lnTo>
                  <a:lnTo>
                    <a:pt x="12" y="635"/>
                  </a:lnTo>
                  <a:lnTo>
                    <a:pt x="16" y="615"/>
                  </a:lnTo>
                  <a:lnTo>
                    <a:pt x="22" y="594"/>
                  </a:lnTo>
                  <a:lnTo>
                    <a:pt x="22" y="594"/>
                  </a:lnTo>
                  <a:lnTo>
                    <a:pt x="36" y="556"/>
                  </a:lnTo>
                  <a:lnTo>
                    <a:pt x="43" y="537"/>
                  </a:lnTo>
                  <a:lnTo>
                    <a:pt x="48" y="517"/>
                  </a:lnTo>
                  <a:lnTo>
                    <a:pt x="48" y="517"/>
                  </a:lnTo>
                  <a:lnTo>
                    <a:pt x="51" y="501"/>
                  </a:lnTo>
                  <a:lnTo>
                    <a:pt x="53" y="483"/>
                  </a:lnTo>
                  <a:lnTo>
                    <a:pt x="56" y="448"/>
                  </a:lnTo>
                  <a:lnTo>
                    <a:pt x="56" y="448"/>
                  </a:lnTo>
                  <a:lnTo>
                    <a:pt x="57" y="436"/>
                  </a:lnTo>
                  <a:lnTo>
                    <a:pt x="60" y="422"/>
                  </a:lnTo>
                  <a:lnTo>
                    <a:pt x="67" y="398"/>
                  </a:lnTo>
                  <a:lnTo>
                    <a:pt x="74" y="372"/>
                  </a:lnTo>
                  <a:lnTo>
                    <a:pt x="77" y="359"/>
                  </a:lnTo>
                  <a:lnTo>
                    <a:pt x="80" y="347"/>
                  </a:lnTo>
                  <a:lnTo>
                    <a:pt x="80" y="347"/>
                  </a:lnTo>
                  <a:lnTo>
                    <a:pt x="87" y="305"/>
                  </a:lnTo>
                  <a:lnTo>
                    <a:pt x="96" y="262"/>
                  </a:lnTo>
                  <a:lnTo>
                    <a:pt x="104" y="220"/>
                  </a:lnTo>
                  <a:lnTo>
                    <a:pt x="112" y="178"/>
                  </a:lnTo>
                  <a:lnTo>
                    <a:pt x="112" y="178"/>
                  </a:lnTo>
                  <a:lnTo>
                    <a:pt x="119" y="134"/>
                  </a:lnTo>
                  <a:lnTo>
                    <a:pt x="123" y="92"/>
                  </a:lnTo>
                  <a:lnTo>
                    <a:pt x="127" y="48"/>
                  </a:lnTo>
                  <a:lnTo>
                    <a:pt x="128" y="4"/>
                  </a:lnTo>
                  <a:lnTo>
                    <a:pt x="128" y="4"/>
                  </a:lnTo>
                  <a:lnTo>
                    <a:pt x="127" y="2"/>
                  </a:lnTo>
                  <a:lnTo>
                    <a:pt x="126" y="1"/>
                  </a:lnTo>
                  <a:lnTo>
                    <a:pt x="125" y="0"/>
                  </a:lnTo>
                  <a:lnTo>
                    <a:pt x="122" y="0"/>
                  </a:lnTo>
                  <a:lnTo>
                    <a:pt x="120" y="0"/>
                  </a:lnTo>
                  <a:lnTo>
                    <a:pt x="119" y="1"/>
                  </a:lnTo>
                  <a:lnTo>
                    <a:pt x="118" y="2"/>
                  </a:lnTo>
                  <a:lnTo>
                    <a:pt x="117" y="4"/>
                  </a:lnTo>
                  <a:lnTo>
                    <a:pt x="117" y="4"/>
                  </a:lnTo>
                  <a:close/>
                </a:path>
              </a:pathLst>
            </a:custGeom>
            <a:grpFill/>
            <a:ln>
              <a:solidFill>
                <a:schemeClr val="accent1">
                  <a:lumMod val="75000"/>
                  <a:alpha val="0"/>
                </a:schemeClr>
              </a:solidFill>
            </a:ln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303" name="Freeform 919"/>
            <p:cNvSpPr/>
            <p:nvPr>
              <p:custDataLst>
                <p:tags r:id="rId19"/>
              </p:custDataLst>
            </p:nvPr>
          </p:nvSpPr>
          <p:spPr bwMode="auto">
            <a:xfrm>
              <a:off x="3797300" y="1477963"/>
              <a:ext cx="60325" cy="268288"/>
            </a:xfrm>
            <a:custGeom>
              <a:avLst/>
              <a:gdLst/>
              <a:ahLst/>
              <a:cxnLst>
                <a:cxn ang="0">
                  <a:pos x="114" y="4"/>
                </a:cxn>
                <a:cxn ang="0">
                  <a:pos x="113" y="1"/>
                </a:cxn>
                <a:cxn ang="0">
                  <a:pos x="110" y="0"/>
                </a:cxn>
                <a:cxn ang="0">
                  <a:pos x="106" y="1"/>
                </a:cxn>
                <a:cxn ang="0">
                  <a:pos x="105" y="4"/>
                </a:cxn>
                <a:cxn ang="0">
                  <a:pos x="104" y="38"/>
                </a:cxn>
                <a:cxn ang="0">
                  <a:pos x="94" y="104"/>
                </a:cxn>
                <a:cxn ang="0">
                  <a:pos x="81" y="170"/>
                </a:cxn>
                <a:cxn ang="0">
                  <a:pos x="58" y="268"/>
                </a:cxn>
                <a:cxn ang="0">
                  <a:pos x="47" y="324"/>
                </a:cxn>
                <a:cxn ang="0">
                  <a:pos x="37" y="366"/>
                </a:cxn>
                <a:cxn ang="0">
                  <a:pos x="31" y="379"/>
                </a:cxn>
                <a:cxn ang="0">
                  <a:pos x="28" y="393"/>
                </a:cxn>
                <a:cxn ang="0">
                  <a:pos x="25" y="419"/>
                </a:cxn>
                <a:cxn ang="0">
                  <a:pos x="22" y="433"/>
                </a:cxn>
                <a:cxn ang="0">
                  <a:pos x="8" y="483"/>
                </a:cxn>
                <a:cxn ang="0">
                  <a:pos x="1" y="500"/>
                </a:cxn>
                <a:cxn ang="0">
                  <a:pos x="0" y="504"/>
                </a:cxn>
                <a:cxn ang="0">
                  <a:pos x="5" y="507"/>
                </a:cxn>
                <a:cxn ang="0">
                  <a:pos x="8" y="506"/>
                </a:cxn>
                <a:cxn ang="0">
                  <a:pos x="10" y="505"/>
                </a:cxn>
                <a:cxn ang="0">
                  <a:pos x="25" y="465"/>
                </a:cxn>
                <a:cxn ang="0">
                  <a:pos x="32" y="437"/>
                </a:cxn>
                <a:cxn ang="0">
                  <a:pos x="38" y="409"/>
                </a:cxn>
                <a:cxn ang="0">
                  <a:pos x="39" y="396"/>
                </a:cxn>
                <a:cxn ang="0">
                  <a:pos x="41" y="380"/>
                </a:cxn>
                <a:cxn ang="0">
                  <a:pos x="55" y="335"/>
                </a:cxn>
                <a:cxn ang="0">
                  <a:pos x="59" y="319"/>
                </a:cxn>
                <a:cxn ang="0">
                  <a:pos x="64" y="286"/>
                </a:cxn>
                <a:cxn ang="0">
                  <a:pos x="68" y="271"/>
                </a:cxn>
                <a:cxn ang="0">
                  <a:pos x="96" y="142"/>
                </a:cxn>
                <a:cxn ang="0">
                  <a:pos x="109" y="76"/>
                </a:cxn>
                <a:cxn ang="0">
                  <a:pos x="114" y="10"/>
                </a:cxn>
                <a:cxn ang="0">
                  <a:pos x="114" y="9"/>
                </a:cxn>
              </a:cxnLst>
              <a:rect l="0" t="0" r="r" b="b"/>
              <a:pathLst>
                <a:path w="114" h="507">
                  <a:moveTo>
                    <a:pt x="114" y="4"/>
                  </a:moveTo>
                  <a:lnTo>
                    <a:pt x="114" y="4"/>
                  </a:lnTo>
                  <a:lnTo>
                    <a:pt x="114" y="2"/>
                  </a:lnTo>
                  <a:lnTo>
                    <a:pt x="113" y="1"/>
                  </a:lnTo>
                  <a:lnTo>
                    <a:pt x="111" y="0"/>
                  </a:lnTo>
                  <a:lnTo>
                    <a:pt x="110" y="0"/>
                  </a:lnTo>
                  <a:lnTo>
                    <a:pt x="108" y="0"/>
                  </a:lnTo>
                  <a:lnTo>
                    <a:pt x="106" y="1"/>
                  </a:lnTo>
                  <a:lnTo>
                    <a:pt x="105" y="2"/>
                  </a:lnTo>
                  <a:lnTo>
                    <a:pt x="105" y="4"/>
                  </a:lnTo>
                  <a:lnTo>
                    <a:pt x="105" y="4"/>
                  </a:lnTo>
                  <a:lnTo>
                    <a:pt x="104" y="38"/>
                  </a:lnTo>
                  <a:lnTo>
                    <a:pt x="100" y="71"/>
                  </a:lnTo>
                  <a:lnTo>
                    <a:pt x="94" y="104"/>
                  </a:lnTo>
                  <a:lnTo>
                    <a:pt x="88" y="137"/>
                  </a:lnTo>
                  <a:lnTo>
                    <a:pt x="81" y="170"/>
                  </a:lnTo>
                  <a:lnTo>
                    <a:pt x="74" y="203"/>
                  </a:lnTo>
                  <a:lnTo>
                    <a:pt x="58" y="268"/>
                  </a:lnTo>
                  <a:lnTo>
                    <a:pt x="58" y="268"/>
                  </a:lnTo>
                  <a:lnTo>
                    <a:pt x="47" y="324"/>
                  </a:lnTo>
                  <a:lnTo>
                    <a:pt x="40" y="352"/>
                  </a:lnTo>
                  <a:lnTo>
                    <a:pt x="37" y="366"/>
                  </a:lnTo>
                  <a:lnTo>
                    <a:pt x="31" y="379"/>
                  </a:lnTo>
                  <a:lnTo>
                    <a:pt x="31" y="379"/>
                  </a:lnTo>
                  <a:lnTo>
                    <a:pt x="29" y="385"/>
                  </a:lnTo>
                  <a:lnTo>
                    <a:pt x="28" y="393"/>
                  </a:lnTo>
                  <a:lnTo>
                    <a:pt x="26" y="406"/>
                  </a:lnTo>
                  <a:lnTo>
                    <a:pt x="25" y="419"/>
                  </a:lnTo>
                  <a:lnTo>
                    <a:pt x="22" y="433"/>
                  </a:lnTo>
                  <a:lnTo>
                    <a:pt x="22" y="433"/>
                  </a:lnTo>
                  <a:lnTo>
                    <a:pt x="13" y="467"/>
                  </a:lnTo>
                  <a:lnTo>
                    <a:pt x="8" y="483"/>
                  </a:lnTo>
                  <a:lnTo>
                    <a:pt x="1" y="500"/>
                  </a:lnTo>
                  <a:lnTo>
                    <a:pt x="1" y="500"/>
                  </a:lnTo>
                  <a:lnTo>
                    <a:pt x="0" y="502"/>
                  </a:lnTo>
                  <a:lnTo>
                    <a:pt x="0" y="504"/>
                  </a:lnTo>
                  <a:lnTo>
                    <a:pt x="3" y="506"/>
                  </a:lnTo>
                  <a:lnTo>
                    <a:pt x="5" y="507"/>
                  </a:lnTo>
                  <a:lnTo>
                    <a:pt x="7" y="507"/>
                  </a:lnTo>
                  <a:lnTo>
                    <a:pt x="8" y="506"/>
                  </a:lnTo>
                  <a:lnTo>
                    <a:pt x="10" y="505"/>
                  </a:lnTo>
                  <a:lnTo>
                    <a:pt x="10" y="505"/>
                  </a:lnTo>
                  <a:lnTo>
                    <a:pt x="20" y="479"/>
                  </a:lnTo>
                  <a:lnTo>
                    <a:pt x="25" y="465"/>
                  </a:lnTo>
                  <a:lnTo>
                    <a:pt x="29" y="451"/>
                  </a:lnTo>
                  <a:lnTo>
                    <a:pt x="32" y="437"/>
                  </a:lnTo>
                  <a:lnTo>
                    <a:pt x="36" y="424"/>
                  </a:lnTo>
                  <a:lnTo>
                    <a:pt x="38" y="409"/>
                  </a:lnTo>
                  <a:lnTo>
                    <a:pt x="39" y="396"/>
                  </a:lnTo>
                  <a:lnTo>
                    <a:pt x="39" y="396"/>
                  </a:lnTo>
                  <a:lnTo>
                    <a:pt x="40" y="387"/>
                  </a:lnTo>
                  <a:lnTo>
                    <a:pt x="41" y="380"/>
                  </a:lnTo>
                  <a:lnTo>
                    <a:pt x="45" y="365"/>
                  </a:lnTo>
                  <a:lnTo>
                    <a:pt x="55" y="335"/>
                  </a:lnTo>
                  <a:lnTo>
                    <a:pt x="55" y="335"/>
                  </a:lnTo>
                  <a:lnTo>
                    <a:pt x="59" y="319"/>
                  </a:lnTo>
                  <a:lnTo>
                    <a:pt x="62" y="303"/>
                  </a:lnTo>
                  <a:lnTo>
                    <a:pt x="64" y="286"/>
                  </a:lnTo>
                  <a:lnTo>
                    <a:pt x="68" y="271"/>
                  </a:lnTo>
                  <a:lnTo>
                    <a:pt x="68" y="271"/>
                  </a:lnTo>
                  <a:lnTo>
                    <a:pt x="82" y="206"/>
                  </a:lnTo>
                  <a:lnTo>
                    <a:pt x="96" y="142"/>
                  </a:lnTo>
                  <a:lnTo>
                    <a:pt x="103" y="109"/>
                  </a:lnTo>
                  <a:lnTo>
                    <a:pt x="109" y="76"/>
                  </a:lnTo>
                  <a:lnTo>
                    <a:pt x="112" y="43"/>
                  </a:lnTo>
                  <a:lnTo>
                    <a:pt x="114" y="10"/>
                  </a:lnTo>
                  <a:lnTo>
                    <a:pt x="114" y="10"/>
                  </a:lnTo>
                  <a:lnTo>
                    <a:pt x="114" y="9"/>
                  </a:lnTo>
                  <a:lnTo>
                    <a:pt x="114" y="4"/>
                  </a:lnTo>
                  <a:close/>
                </a:path>
              </a:pathLst>
            </a:custGeom>
            <a:grpFill/>
            <a:ln>
              <a:solidFill>
                <a:schemeClr val="accent1">
                  <a:lumMod val="75000"/>
                  <a:alpha val="0"/>
                </a:schemeClr>
              </a:solidFill>
            </a:ln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304" name="Freeform 920"/>
            <p:cNvSpPr/>
            <p:nvPr>
              <p:custDataLst>
                <p:tags r:id="rId20"/>
              </p:custDataLst>
            </p:nvPr>
          </p:nvSpPr>
          <p:spPr bwMode="auto">
            <a:xfrm>
              <a:off x="3857625" y="1504950"/>
              <a:ext cx="33338" cy="190500"/>
            </a:xfrm>
            <a:custGeom>
              <a:avLst/>
              <a:gdLst/>
              <a:ahLst/>
              <a:cxnLst>
                <a:cxn ang="0">
                  <a:pos x="54" y="2"/>
                </a:cxn>
                <a:cxn ang="0">
                  <a:pos x="48" y="11"/>
                </a:cxn>
                <a:cxn ang="0">
                  <a:pos x="45" y="24"/>
                </a:cxn>
                <a:cxn ang="0">
                  <a:pos x="46" y="44"/>
                </a:cxn>
                <a:cxn ang="0">
                  <a:pos x="46" y="50"/>
                </a:cxn>
                <a:cxn ang="0">
                  <a:pos x="42" y="74"/>
                </a:cxn>
                <a:cxn ang="0">
                  <a:pos x="31" y="123"/>
                </a:cxn>
                <a:cxn ang="0">
                  <a:pos x="29" y="147"/>
                </a:cxn>
                <a:cxn ang="0">
                  <a:pos x="28" y="162"/>
                </a:cxn>
                <a:cxn ang="0">
                  <a:pos x="24" y="206"/>
                </a:cxn>
                <a:cxn ang="0">
                  <a:pos x="13" y="265"/>
                </a:cxn>
                <a:cxn ang="0">
                  <a:pos x="11" y="275"/>
                </a:cxn>
                <a:cxn ang="0">
                  <a:pos x="9" y="306"/>
                </a:cxn>
                <a:cxn ang="0">
                  <a:pos x="8" y="319"/>
                </a:cxn>
                <a:cxn ang="0">
                  <a:pos x="0" y="354"/>
                </a:cxn>
                <a:cxn ang="0">
                  <a:pos x="0" y="356"/>
                </a:cxn>
                <a:cxn ang="0">
                  <a:pos x="4" y="360"/>
                </a:cxn>
                <a:cxn ang="0">
                  <a:pos x="7" y="360"/>
                </a:cxn>
                <a:cxn ang="0">
                  <a:pos x="9" y="357"/>
                </a:cxn>
                <a:cxn ang="0">
                  <a:pos x="16" y="325"/>
                </a:cxn>
                <a:cxn ang="0">
                  <a:pos x="19" y="292"/>
                </a:cxn>
                <a:cxn ang="0">
                  <a:pos x="20" y="280"/>
                </a:cxn>
                <a:cxn ang="0">
                  <a:pos x="27" y="240"/>
                </a:cxn>
                <a:cxn ang="0">
                  <a:pos x="35" y="201"/>
                </a:cxn>
                <a:cxn ang="0">
                  <a:pos x="37" y="188"/>
                </a:cxn>
                <a:cxn ang="0">
                  <a:pos x="38" y="161"/>
                </a:cxn>
                <a:cxn ang="0">
                  <a:pos x="40" y="133"/>
                </a:cxn>
                <a:cxn ang="0">
                  <a:pos x="44" y="109"/>
                </a:cxn>
                <a:cxn ang="0">
                  <a:pos x="50" y="85"/>
                </a:cxn>
                <a:cxn ang="0">
                  <a:pos x="57" y="53"/>
                </a:cxn>
                <a:cxn ang="0">
                  <a:pos x="57" y="43"/>
                </a:cxn>
                <a:cxn ang="0">
                  <a:pos x="56" y="24"/>
                </a:cxn>
                <a:cxn ang="0">
                  <a:pos x="56" y="15"/>
                </a:cxn>
                <a:cxn ang="0">
                  <a:pos x="60" y="8"/>
                </a:cxn>
                <a:cxn ang="0">
                  <a:pos x="62" y="7"/>
                </a:cxn>
                <a:cxn ang="0">
                  <a:pos x="62" y="3"/>
                </a:cxn>
                <a:cxn ang="0">
                  <a:pos x="58" y="0"/>
                </a:cxn>
                <a:cxn ang="0">
                  <a:pos x="54" y="2"/>
                </a:cxn>
              </a:cxnLst>
              <a:rect l="0" t="0" r="r" b="b"/>
              <a:pathLst>
                <a:path w="62" h="360">
                  <a:moveTo>
                    <a:pt x="54" y="2"/>
                  </a:moveTo>
                  <a:lnTo>
                    <a:pt x="54" y="2"/>
                  </a:lnTo>
                  <a:lnTo>
                    <a:pt x="50" y="6"/>
                  </a:lnTo>
                  <a:lnTo>
                    <a:pt x="48" y="11"/>
                  </a:lnTo>
                  <a:lnTo>
                    <a:pt x="46" y="17"/>
                  </a:lnTo>
                  <a:lnTo>
                    <a:pt x="45" y="24"/>
                  </a:lnTo>
                  <a:lnTo>
                    <a:pt x="46" y="38"/>
                  </a:lnTo>
                  <a:lnTo>
                    <a:pt x="46" y="44"/>
                  </a:lnTo>
                  <a:lnTo>
                    <a:pt x="46" y="50"/>
                  </a:lnTo>
                  <a:lnTo>
                    <a:pt x="46" y="50"/>
                  </a:lnTo>
                  <a:lnTo>
                    <a:pt x="44" y="62"/>
                  </a:lnTo>
                  <a:lnTo>
                    <a:pt x="42" y="74"/>
                  </a:lnTo>
                  <a:lnTo>
                    <a:pt x="36" y="99"/>
                  </a:lnTo>
                  <a:lnTo>
                    <a:pt x="31" y="123"/>
                  </a:lnTo>
                  <a:lnTo>
                    <a:pt x="29" y="135"/>
                  </a:lnTo>
                  <a:lnTo>
                    <a:pt x="29" y="147"/>
                  </a:lnTo>
                  <a:lnTo>
                    <a:pt x="29" y="147"/>
                  </a:lnTo>
                  <a:lnTo>
                    <a:pt x="28" y="162"/>
                  </a:lnTo>
                  <a:lnTo>
                    <a:pt x="27" y="177"/>
                  </a:lnTo>
                  <a:lnTo>
                    <a:pt x="24" y="206"/>
                  </a:lnTo>
                  <a:lnTo>
                    <a:pt x="19" y="236"/>
                  </a:lnTo>
                  <a:lnTo>
                    <a:pt x="13" y="265"/>
                  </a:lnTo>
                  <a:lnTo>
                    <a:pt x="13" y="265"/>
                  </a:lnTo>
                  <a:lnTo>
                    <a:pt x="11" y="275"/>
                  </a:lnTo>
                  <a:lnTo>
                    <a:pt x="10" y="286"/>
                  </a:lnTo>
                  <a:lnTo>
                    <a:pt x="9" y="306"/>
                  </a:lnTo>
                  <a:lnTo>
                    <a:pt x="9" y="306"/>
                  </a:lnTo>
                  <a:lnTo>
                    <a:pt x="8" y="319"/>
                  </a:lnTo>
                  <a:lnTo>
                    <a:pt x="5" y="331"/>
                  </a:lnTo>
                  <a:lnTo>
                    <a:pt x="0" y="354"/>
                  </a:lnTo>
                  <a:lnTo>
                    <a:pt x="0" y="354"/>
                  </a:lnTo>
                  <a:lnTo>
                    <a:pt x="0" y="356"/>
                  </a:lnTo>
                  <a:lnTo>
                    <a:pt x="1" y="358"/>
                  </a:lnTo>
                  <a:lnTo>
                    <a:pt x="4" y="360"/>
                  </a:lnTo>
                  <a:lnTo>
                    <a:pt x="6" y="360"/>
                  </a:lnTo>
                  <a:lnTo>
                    <a:pt x="7" y="360"/>
                  </a:lnTo>
                  <a:lnTo>
                    <a:pt x="8" y="359"/>
                  </a:lnTo>
                  <a:lnTo>
                    <a:pt x="9" y="357"/>
                  </a:lnTo>
                  <a:lnTo>
                    <a:pt x="9" y="357"/>
                  </a:lnTo>
                  <a:lnTo>
                    <a:pt x="16" y="325"/>
                  </a:lnTo>
                  <a:lnTo>
                    <a:pt x="18" y="309"/>
                  </a:lnTo>
                  <a:lnTo>
                    <a:pt x="19" y="292"/>
                  </a:lnTo>
                  <a:lnTo>
                    <a:pt x="19" y="292"/>
                  </a:lnTo>
                  <a:lnTo>
                    <a:pt x="20" y="280"/>
                  </a:lnTo>
                  <a:lnTo>
                    <a:pt x="22" y="266"/>
                  </a:lnTo>
                  <a:lnTo>
                    <a:pt x="27" y="240"/>
                  </a:lnTo>
                  <a:lnTo>
                    <a:pt x="33" y="215"/>
                  </a:lnTo>
                  <a:lnTo>
                    <a:pt x="35" y="201"/>
                  </a:lnTo>
                  <a:lnTo>
                    <a:pt x="37" y="188"/>
                  </a:lnTo>
                  <a:lnTo>
                    <a:pt x="37" y="188"/>
                  </a:lnTo>
                  <a:lnTo>
                    <a:pt x="38" y="174"/>
                  </a:lnTo>
                  <a:lnTo>
                    <a:pt x="38" y="161"/>
                  </a:lnTo>
                  <a:lnTo>
                    <a:pt x="39" y="146"/>
                  </a:lnTo>
                  <a:lnTo>
                    <a:pt x="40" y="133"/>
                  </a:lnTo>
                  <a:lnTo>
                    <a:pt x="40" y="133"/>
                  </a:lnTo>
                  <a:lnTo>
                    <a:pt x="44" y="109"/>
                  </a:lnTo>
                  <a:lnTo>
                    <a:pt x="50" y="85"/>
                  </a:lnTo>
                  <a:lnTo>
                    <a:pt x="50" y="85"/>
                  </a:lnTo>
                  <a:lnTo>
                    <a:pt x="55" y="65"/>
                  </a:lnTo>
                  <a:lnTo>
                    <a:pt x="57" y="53"/>
                  </a:lnTo>
                  <a:lnTo>
                    <a:pt x="57" y="43"/>
                  </a:lnTo>
                  <a:lnTo>
                    <a:pt x="57" y="43"/>
                  </a:lnTo>
                  <a:lnTo>
                    <a:pt x="56" y="34"/>
                  </a:lnTo>
                  <a:lnTo>
                    <a:pt x="56" y="24"/>
                  </a:lnTo>
                  <a:lnTo>
                    <a:pt x="56" y="19"/>
                  </a:lnTo>
                  <a:lnTo>
                    <a:pt x="56" y="15"/>
                  </a:lnTo>
                  <a:lnTo>
                    <a:pt x="58" y="11"/>
                  </a:lnTo>
                  <a:lnTo>
                    <a:pt x="60" y="8"/>
                  </a:lnTo>
                  <a:lnTo>
                    <a:pt x="60" y="8"/>
                  </a:lnTo>
                  <a:lnTo>
                    <a:pt x="62" y="7"/>
                  </a:lnTo>
                  <a:lnTo>
                    <a:pt x="62" y="5"/>
                  </a:lnTo>
                  <a:lnTo>
                    <a:pt x="62" y="3"/>
                  </a:lnTo>
                  <a:lnTo>
                    <a:pt x="61" y="2"/>
                  </a:lnTo>
                  <a:lnTo>
                    <a:pt x="58" y="0"/>
                  </a:lnTo>
                  <a:lnTo>
                    <a:pt x="56" y="1"/>
                  </a:lnTo>
                  <a:lnTo>
                    <a:pt x="54" y="2"/>
                  </a:lnTo>
                  <a:lnTo>
                    <a:pt x="54" y="2"/>
                  </a:lnTo>
                  <a:close/>
                </a:path>
              </a:pathLst>
            </a:custGeom>
            <a:grpFill/>
            <a:ln>
              <a:solidFill>
                <a:schemeClr val="accent1">
                  <a:lumMod val="75000"/>
                  <a:alpha val="0"/>
                </a:schemeClr>
              </a:solidFill>
            </a:ln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305" name="Freeform 921"/>
            <p:cNvSpPr/>
            <p:nvPr>
              <p:custDataLst>
                <p:tags r:id="rId21"/>
              </p:custDataLst>
            </p:nvPr>
          </p:nvSpPr>
          <p:spPr bwMode="auto">
            <a:xfrm>
              <a:off x="3883025" y="1544638"/>
              <a:ext cx="22225" cy="130175"/>
            </a:xfrm>
            <a:custGeom>
              <a:avLst/>
              <a:gdLst/>
              <a:ahLst/>
              <a:cxnLst>
                <a:cxn ang="0">
                  <a:pos x="33" y="4"/>
                </a:cxn>
                <a:cxn ang="0">
                  <a:pos x="33" y="4"/>
                </a:cxn>
                <a:cxn ang="0">
                  <a:pos x="33" y="37"/>
                </a:cxn>
                <a:cxn ang="0">
                  <a:pos x="29" y="69"/>
                </a:cxn>
                <a:cxn ang="0">
                  <a:pos x="25" y="101"/>
                </a:cxn>
                <a:cxn ang="0">
                  <a:pos x="23" y="117"/>
                </a:cxn>
                <a:cxn ang="0">
                  <a:pos x="19" y="133"/>
                </a:cxn>
                <a:cxn ang="0">
                  <a:pos x="19" y="133"/>
                </a:cxn>
                <a:cxn ang="0">
                  <a:pos x="13" y="156"/>
                </a:cxn>
                <a:cxn ang="0">
                  <a:pos x="11" y="167"/>
                </a:cxn>
                <a:cxn ang="0">
                  <a:pos x="10" y="179"/>
                </a:cxn>
                <a:cxn ang="0">
                  <a:pos x="10" y="179"/>
                </a:cxn>
                <a:cxn ang="0">
                  <a:pos x="8" y="194"/>
                </a:cxn>
                <a:cxn ang="0">
                  <a:pos x="5" y="210"/>
                </a:cxn>
                <a:cxn ang="0">
                  <a:pos x="2" y="225"/>
                </a:cxn>
                <a:cxn ang="0">
                  <a:pos x="0" y="242"/>
                </a:cxn>
                <a:cxn ang="0">
                  <a:pos x="0" y="242"/>
                </a:cxn>
                <a:cxn ang="0">
                  <a:pos x="0" y="244"/>
                </a:cxn>
                <a:cxn ang="0">
                  <a:pos x="1" y="245"/>
                </a:cxn>
                <a:cxn ang="0">
                  <a:pos x="3" y="246"/>
                </a:cxn>
                <a:cxn ang="0">
                  <a:pos x="4" y="246"/>
                </a:cxn>
                <a:cxn ang="0">
                  <a:pos x="6" y="246"/>
                </a:cxn>
                <a:cxn ang="0">
                  <a:pos x="8" y="245"/>
                </a:cxn>
                <a:cxn ang="0">
                  <a:pos x="9" y="244"/>
                </a:cxn>
                <a:cxn ang="0">
                  <a:pos x="9" y="242"/>
                </a:cxn>
                <a:cxn ang="0">
                  <a:pos x="9" y="242"/>
                </a:cxn>
                <a:cxn ang="0">
                  <a:pos x="11" y="227"/>
                </a:cxn>
                <a:cxn ang="0">
                  <a:pos x="14" y="214"/>
                </a:cxn>
                <a:cxn ang="0">
                  <a:pos x="17" y="199"/>
                </a:cxn>
                <a:cxn ang="0">
                  <a:pos x="18" y="193"/>
                </a:cxn>
                <a:cxn ang="0">
                  <a:pos x="18" y="186"/>
                </a:cxn>
                <a:cxn ang="0">
                  <a:pos x="18" y="186"/>
                </a:cxn>
                <a:cxn ang="0">
                  <a:pos x="19" y="177"/>
                </a:cxn>
                <a:cxn ang="0">
                  <a:pos x="20" y="169"/>
                </a:cxn>
                <a:cxn ang="0">
                  <a:pos x="24" y="152"/>
                </a:cxn>
                <a:cxn ang="0">
                  <a:pos x="28" y="135"/>
                </a:cxn>
                <a:cxn ang="0">
                  <a:pos x="32" y="119"/>
                </a:cxn>
                <a:cxn ang="0">
                  <a:pos x="32" y="119"/>
                </a:cxn>
                <a:cxn ang="0">
                  <a:pos x="37" y="90"/>
                </a:cxn>
                <a:cxn ang="0">
                  <a:pos x="40" y="62"/>
                </a:cxn>
                <a:cxn ang="0">
                  <a:pos x="42" y="33"/>
                </a:cxn>
                <a:cxn ang="0">
                  <a:pos x="42" y="4"/>
                </a:cxn>
                <a:cxn ang="0">
                  <a:pos x="42" y="4"/>
                </a:cxn>
                <a:cxn ang="0">
                  <a:pos x="42" y="2"/>
                </a:cxn>
                <a:cxn ang="0">
                  <a:pos x="41" y="1"/>
                </a:cxn>
                <a:cxn ang="0">
                  <a:pos x="39" y="0"/>
                </a:cxn>
                <a:cxn ang="0">
                  <a:pos x="38" y="0"/>
                </a:cxn>
                <a:cxn ang="0">
                  <a:pos x="36" y="0"/>
                </a:cxn>
                <a:cxn ang="0">
                  <a:pos x="35" y="1"/>
                </a:cxn>
                <a:cxn ang="0">
                  <a:pos x="34" y="2"/>
                </a:cxn>
                <a:cxn ang="0">
                  <a:pos x="33" y="4"/>
                </a:cxn>
                <a:cxn ang="0">
                  <a:pos x="33" y="4"/>
                </a:cxn>
              </a:cxnLst>
              <a:rect l="0" t="0" r="r" b="b"/>
              <a:pathLst>
                <a:path w="42" h="246">
                  <a:moveTo>
                    <a:pt x="33" y="4"/>
                  </a:moveTo>
                  <a:lnTo>
                    <a:pt x="33" y="4"/>
                  </a:lnTo>
                  <a:lnTo>
                    <a:pt x="33" y="37"/>
                  </a:lnTo>
                  <a:lnTo>
                    <a:pt x="29" y="69"/>
                  </a:lnTo>
                  <a:lnTo>
                    <a:pt x="25" y="101"/>
                  </a:lnTo>
                  <a:lnTo>
                    <a:pt x="23" y="117"/>
                  </a:lnTo>
                  <a:lnTo>
                    <a:pt x="19" y="133"/>
                  </a:lnTo>
                  <a:lnTo>
                    <a:pt x="19" y="133"/>
                  </a:lnTo>
                  <a:lnTo>
                    <a:pt x="13" y="156"/>
                  </a:lnTo>
                  <a:lnTo>
                    <a:pt x="11" y="167"/>
                  </a:lnTo>
                  <a:lnTo>
                    <a:pt x="10" y="179"/>
                  </a:lnTo>
                  <a:lnTo>
                    <a:pt x="10" y="179"/>
                  </a:lnTo>
                  <a:lnTo>
                    <a:pt x="8" y="194"/>
                  </a:lnTo>
                  <a:lnTo>
                    <a:pt x="5" y="210"/>
                  </a:lnTo>
                  <a:lnTo>
                    <a:pt x="2" y="225"/>
                  </a:lnTo>
                  <a:lnTo>
                    <a:pt x="0" y="242"/>
                  </a:lnTo>
                  <a:lnTo>
                    <a:pt x="0" y="242"/>
                  </a:lnTo>
                  <a:lnTo>
                    <a:pt x="0" y="244"/>
                  </a:lnTo>
                  <a:lnTo>
                    <a:pt x="1" y="245"/>
                  </a:lnTo>
                  <a:lnTo>
                    <a:pt x="3" y="246"/>
                  </a:lnTo>
                  <a:lnTo>
                    <a:pt x="4" y="246"/>
                  </a:lnTo>
                  <a:lnTo>
                    <a:pt x="6" y="246"/>
                  </a:lnTo>
                  <a:lnTo>
                    <a:pt x="8" y="245"/>
                  </a:lnTo>
                  <a:lnTo>
                    <a:pt x="9" y="244"/>
                  </a:lnTo>
                  <a:lnTo>
                    <a:pt x="9" y="242"/>
                  </a:lnTo>
                  <a:lnTo>
                    <a:pt x="9" y="242"/>
                  </a:lnTo>
                  <a:lnTo>
                    <a:pt x="11" y="227"/>
                  </a:lnTo>
                  <a:lnTo>
                    <a:pt x="14" y="214"/>
                  </a:lnTo>
                  <a:lnTo>
                    <a:pt x="17" y="199"/>
                  </a:lnTo>
                  <a:lnTo>
                    <a:pt x="18" y="193"/>
                  </a:lnTo>
                  <a:lnTo>
                    <a:pt x="18" y="186"/>
                  </a:lnTo>
                  <a:lnTo>
                    <a:pt x="18" y="186"/>
                  </a:lnTo>
                  <a:lnTo>
                    <a:pt x="19" y="177"/>
                  </a:lnTo>
                  <a:lnTo>
                    <a:pt x="20" y="169"/>
                  </a:lnTo>
                  <a:lnTo>
                    <a:pt x="24" y="152"/>
                  </a:lnTo>
                  <a:lnTo>
                    <a:pt x="28" y="135"/>
                  </a:lnTo>
                  <a:lnTo>
                    <a:pt x="32" y="119"/>
                  </a:lnTo>
                  <a:lnTo>
                    <a:pt x="32" y="119"/>
                  </a:lnTo>
                  <a:lnTo>
                    <a:pt x="37" y="90"/>
                  </a:lnTo>
                  <a:lnTo>
                    <a:pt x="40" y="62"/>
                  </a:lnTo>
                  <a:lnTo>
                    <a:pt x="42" y="33"/>
                  </a:lnTo>
                  <a:lnTo>
                    <a:pt x="42" y="4"/>
                  </a:lnTo>
                  <a:lnTo>
                    <a:pt x="42" y="4"/>
                  </a:lnTo>
                  <a:lnTo>
                    <a:pt x="42" y="2"/>
                  </a:lnTo>
                  <a:lnTo>
                    <a:pt x="41" y="1"/>
                  </a:lnTo>
                  <a:lnTo>
                    <a:pt x="39" y="0"/>
                  </a:lnTo>
                  <a:lnTo>
                    <a:pt x="38" y="0"/>
                  </a:lnTo>
                  <a:lnTo>
                    <a:pt x="36" y="0"/>
                  </a:lnTo>
                  <a:lnTo>
                    <a:pt x="35" y="1"/>
                  </a:lnTo>
                  <a:lnTo>
                    <a:pt x="34" y="2"/>
                  </a:lnTo>
                  <a:lnTo>
                    <a:pt x="33" y="4"/>
                  </a:lnTo>
                  <a:lnTo>
                    <a:pt x="33" y="4"/>
                  </a:lnTo>
                  <a:close/>
                </a:path>
              </a:pathLst>
            </a:custGeom>
            <a:grpFill/>
            <a:ln>
              <a:solidFill>
                <a:schemeClr val="accent1">
                  <a:lumMod val="75000"/>
                  <a:alpha val="0"/>
                </a:schemeClr>
              </a:solidFill>
            </a:ln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306" name="Freeform 922"/>
            <p:cNvSpPr/>
            <p:nvPr>
              <p:custDataLst>
                <p:tags r:id="rId22"/>
              </p:custDataLst>
            </p:nvPr>
          </p:nvSpPr>
          <p:spPr bwMode="auto">
            <a:xfrm>
              <a:off x="3454400" y="1239838"/>
              <a:ext cx="25400" cy="65088"/>
            </a:xfrm>
            <a:custGeom>
              <a:avLst/>
              <a:gdLst/>
              <a:ahLst/>
              <a:cxnLst>
                <a:cxn ang="0">
                  <a:pos x="38" y="4"/>
                </a:cxn>
                <a:cxn ang="0">
                  <a:pos x="38" y="4"/>
                </a:cxn>
                <a:cxn ang="0">
                  <a:pos x="37" y="12"/>
                </a:cxn>
                <a:cxn ang="0">
                  <a:pos x="36" y="19"/>
                </a:cxn>
                <a:cxn ang="0">
                  <a:pos x="31" y="34"/>
                </a:cxn>
                <a:cxn ang="0">
                  <a:pos x="26" y="47"/>
                </a:cxn>
                <a:cxn ang="0">
                  <a:pos x="18" y="62"/>
                </a:cxn>
                <a:cxn ang="0">
                  <a:pos x="12" y="75"/>
                </a:cxn>
                <a:cxn ang="0">
                  <a:pos x="6" y="89"/>
                </a:cxn>
                <a:cxn ang="0">
                  <a:pos x="2" y="103"/>
                </a:cxn>
                <a:cxn ang="0">
                  <a:pos x="1" y="110"/>
                </a:cxn>
                <a:cxn ang="0">
                  <a:pos x="0" y="117"/>
                </a:cxn>
                <a:cxn ang="0">
                  <a:pos x="0" y="117"/>
                </a:cxn>
                <a:cxn ang="0">
                  <a:pos x="0" y="120"/>
                </a:cxn>
                <a:cxn ang="0">
                  <a:pos x="1" y="122"/>
                </a:cxn>
                <a:cxn ang="0">
                  <a:pos x="3" y="123"/>
                </a:cxn>
                <a:cxn ang="0">
                  <a:pos x="4" y="123"/>
                </a:cxn>
                <a:cxn ang="0">
                  <a:pos x="6" y="123"/>
                </a:cxn>
                <a:cxn ang="0">
                  <a:pos x="8" y="122"/>
                </a:cxn>
                <a:cxn ang="0">
                  <a:pos x="9" y="120"/>
                </a:cxn>
                <a:cxn ang="0">
                  <a:pos x="9" y="117"/>
                </a:cxn>
                <a:cxn ang="0">
                  <a:pos x="9" y="117"/>
                </a:cxn>
                <a:cxn ang="0">
                  <a:pos x="10" y="109"/>
                </a:cxn>
                <a:cxn ang="0">
                  <a:pos x="12" y="101"/>
                </a:cxn>
                <a:cxn ang="0">
                  <a:pos x="15" y="94"/>
                </a:cxn>
                <a:cxn ang="0">
                  <a:pos x="19" y="86"/>
                </a:cxn>
                <a:cxn ang="0">
                  <a:pos x="27" y="73"/>
                </a:cxn>
                <a:cxn ang="0">
                  <a:pos x="30" y="65"/>
                </a:cxn>
                <a:cxn ang="0">
                  <a:pos x="33" y="58"/>
                </a:cxn>
                <a:cxn ang="0">
                  <a:pos x="33" y="58"/>
                </a:cxn>
                <a:cxn ang="0">
                  <a:pos x="42" y="32"/>
                </a:cxn>
                <a:cxn ang="0">
                  <a:pos x="45" y="18"/>
                </a:cxn>
                <a:cxn ang="0">
                  <a:pos x="47" y="4"/>
                </a:cxn>
                <a:cxn ang="0">
                  <a:pos x="47" y="4"/>
                </a:cxn>
                <a:cxn ang="0">
                  <a:pos x="47" y="2"/>
                </a:cxn>
                <a:cxn ang="0">
                  <a:pos x="46" y="1"/>
                </a:cxn>
                <a:cxn ang="0">
                  <a:pos x="44" y="0"/>
                </a:cxn>
                <a:cxn ang="0">
                  <a:pos x="43" y="0"/>
                </a:cxn>
                <a:cxn ang="0">
                  <a:pos x="41" y="0"/>
                </a:cxn>
                <a:cxn ang="0">
                  <a:pos x="39" y="1"/>
                </a:cxn>
                <a:cxn ang="0">
                  <a:pos x="38" y="2"/>
                </a:cxn>
                <a:cxn ang="0">
                  <a:pos x="38" y="4"/>
                </a:cxn>
                <a:cxn ang="0">
                  <a:pos x="38" y="4"/>
                </a:cxn>
              </a:cxnLst>
              <a:rect l="0" t="0" r="r" b="b"/>
              <a:pathLst>
                <a:path w="47" h="123">
                  <a:moveTo>
                    <a:pt x="38" y="4"/>
                  </a:moveTo>
                  <a:lnTo>
                    <a:pt x="38" y="4"/>
                  </a:lnTo>
                  <a:lnTo>
                    <a:pt x="37" y="12"/>
                  </a:lnTo>
                  <a:lnTo>
                    <a:pt x="36" y="19"/>
                  </a:lnTo>
                  <a:lnTo>
                    <a:pt x="31" y="34"/>
                  </a:lnTo>
                  <a:lnTo>
                    <a:pt x="26" y="47"/>
                  </a:lnTo>
                  <a:lnTo>
                    <a:pt x="18" y="62"/>
                  </a:lnTo>
                  <a:lnTo>
                    <a:pt x="12" y="75"/>
                  </a:lnTo>
                  <a:lnTo>
                    <a:pt x="6" y="89"/>
                  </a:lnTo>
                  <a:lnTo>
                    <a:pt x="2" y="103"/>
                  </a:lnTo>
                  <a:lnTo>
                    <a:pt x="1" y="110"/>
                  </a:lnTo>
                  <a:lnTo>
                    <a:pt x="0" y="117"/>
                  </a:lnTo>
                  <a:lnTo>
                    <a:pt x="0" y="117"/>
                  </a:lnTo>
                  <a:lnTo>
                    <a:pt x="0" y="120"/>
                  </a:lnTo>
                  <a:lnTo>
                    <a:pt x="1" y="122"/>
                  </a:lnTo>
                  <a:lnTo>
                    <a:pt x="3" y="123"/>
                  </a:lnTo>
                  <a:lnTo>
                    <a:pt x="4" y="123"/>
                  </a:lnTo>
                  <a:lnTo>
                    <a:pt x="6" y="123"/>
                  </a:lnTo>
                  <a:lnTo>
                    <a:pt x="8" y="122"/>
                  </a:lnTo>
                  <a:lnTo>
                    <a:pt x="9" y="120"/>
                  </a:lnTo>
                  <a:lnTo>
                    <a:pt x="9" y="117"/>
                  </a:lnTo>
                  <a:lnTo>
                    <a:pt x="9" y="117"/>
                  </a:lnTo>
                  <a:lnTo>
                    <a:pt x="10" y="109"/>
                  </a:lnTo>
                  <a:lnTo>
                    <a:pt x="12" y="101"/>
                  </a:lnTo>
                  <a:lnTo>
                    <a:pt x="15" y="94"/>
                  </a:lnTo>
                  <a:lnTo>
                    <a:pt x="19" y="86"/>
                  </a:lnTo>
                  <a:lnTo>
                    <a:pt x="27" y="73"/>
                  </a:lnTo>
                  <a:lnTo>
                    <a:pt x="30" y="65"/>
                  </a:lnTo>
                  <a:lnTo>
                    <a:pt x="33" y="58"/>
                  </a:lnTo>
                  <a:lnTo>
                    <a:pt x="33" y="58"/>
                  </a:lnTo>
                  <a:lnTo>
                    <a:pt x="42" y="32"/>
                  </a:lnTo>
                  <a:lnTo>
                    <a:pt x="45" y="18"/>
                  </a:lnTo>
                  <a:lnTo>
                    <a:pt x="47" y="4"/>
                  </a:lnTo>
                  <a:lnTo>
                    <a:pt x="47" y="4"/>
                  </a:lnTo>
                  <a:lnTo>
                    <a:pt x="47" y="2"/>
                  </a:lnTo>
                  <a:lnTo>
                    <a:pt x="46" y="1"/>
                  </a:lnTo>
                  <a:lnTo>
                    <a:pt x="44" y="0"/>
                  </a:lnTo>
                  <a:lnTo>
                    <a:pt x="43" y="0"/>
                  </a:lnTo>
                  <a:lnTo>
                    <a:pt x="41" y="0"/>
                  </a:lnTo>
                  <a:lnTo>
                    <a:pt x="39" y="1"/>
                  </a:lnTo>
                  <a:lnTo>
                    <a:pt x="38" y="2"/>
                  </a:lnTo>
                  <a:lnTo>
                    <a:pt x="38" y="4"/>
                  </a:lnTo>
                  <a:lnTo>
                    <a:pt x="38" y="4"/>
                  </a:lnTo>
                  <a:close/>
                </a:path>
              </a:pathLst>
            </a:custGeom>
            <a:grpFill/>
            <a:ln>
              <a:solidFill>
                <a:schemeClr val="accent1">
                  <a:lumMod val="75000"/>
                  <a:alpha val="0"/>
                </a:schemeClr>
              </a:solidFill>
            </a:ln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307" name="Freeform 923"/>
            <p:cNvSpPr/>
            <p:nvPr>
              <p:custDataLst>
                <p:tags r:id="rId23"/>
              </p:custDataLst>
            </p:nvPr>
          </p:nvSpPr>
          <p:spPr bwMode="auto">
            <a:xfrm>
              <a:off x="3471863" y="1241425"/>
              <a:ext cx="26988" cy="77788"/>
            </a:xfrm>
            <a:custGeom>
              <a:avLst/>
              <a:gdLst/>
              <a:ahLst/>
              <a:cxnLst>
                <a:cxn ang="0">
                  <a:pos x="43" y="5"/>
                </a:cxn>
                <a:cxn ang="0">
                  <a:pos x="43" y="5"/>
                </a:cxn>
                <a:cxn ang="0">
                  <a:pos x="42" y="13"/>
                </a:cxn>
                <a:cxn ang="0">
                  <a:pos x="40" y="23"/>
                </a:cxn>
                <a:cxn ang="0">
                  <a:pos x="35" y="40"/>
                </a:cxn>
                <a:cxn ang="0">
                  <a:pos x="29" y="57"/>
                </a:cxn>
                <a:cxn ang="0">
                  <a:pos x="21" y="73"/>
                </a:cxn>
                <a:cxn ang="0">
                  <a:pos x="14" y="91"/>
                </a:cxn>
                <a:cxn ang="0">
                  <a:pos x="7" y="107"/>
                </a:cxn>
                <a:cxn ang="0">
                  <a:pos x="3" y="125"/>
                </a:cxn>
                <a:cxn ang="0">
                  <a:pos x="1" y="133"/>
                </a:cxn>
                <a:cxn ang="0">
                  <a:pos x="0" y="142"/>
                </a:cxn>
                <a:cxn ang="0">
                  <a:pos x="0" y="142"/>
                </a:cxn>
                <a:cxn ang="0">
                  <a:pos x="1" y="144"/>
                </a:cxn>
                <a:cxn ang="0">
                  <a:pos x="1" y="145"/>
                </a:cxn>
                <a:cxn ang="0">
                  <a:pos x="3" y="146"/>
                </a:cxn>
                <a:cxn ang="0">
                  <a:pos x="5" y="146"/>
                </a:cxn>
                <a:cxn ang="0">
                  <a:pos x="6" y="146"/>
                </a:cxn>
                <a:cxn ang="0">
                  <a:pos x="8" y="145"/>
                </a:cxn>
                <a:cxn ang="0">
                  <a:pos x="9" y="144"/>
                </a:cxn>
                <a:cxn ang="0">
                  <a:pos x="9" y="142"/>
                </a:cxn>
                <a:cxn ang="0">
                  <a:pos x="9" y="142"/>
                </a:cxn>
                <a:cxn ang="0">
                  <a:pos x="10" y="133"/>
                </a:cxn>
                <a:cxn ang="0">
                  <a:pos x="12" y="125"/>
                </a:cxn>
                <a:cxn ang="0">
                  <a:pos x="17" y="107"/>
                </a:cxn>
                <a:cxn ang="0">
                  <a:pos x="24" y="91"/>
                </a:cxn>
                <a:cxn ang="0">
                  <a:pos x="31" y="73"/>
                </a:cxn>
                <a:cxn ang="0">
                  <a:pos x="38" y="57"/>
                </a:cxn>
                <a:cxn ang="0">
                  <a:pos x="44" y="40"/>
                </a:cxn>
                <a:cxn ang="0">
                  <a:pos x="49" y="23"/>
                </a:cxn>
                <a:cxn ang="0">
                  <a:pos x="51" y="13"/>
                </a:cxn>
                <a:cxn ang="0">
                  <a:pos x="52" y="5"/>
                </a:cxn>
                <a:cxn ang="0">
                  <a:pos x="52" y="5"/>
                </a:cxn>
                <a:cxn ang="0">
                  <a:pos x="51" y="3"/>
                </a:cxn>
                <a:cxn ang="0">
                  <a:pos x="51" y="2"/>
                </a:cxn>
                <a:cxn ang="0">
                  <a:pos x="49" y="1"/>
                </a:cxn>
                <a:cxn ang="0">
                  <a:pos x="47" y="0"/>
                </a:cxn>
                <a:cxn ang="0">
                  <a:pos x="44" y="2"/>
                </a:cxn>
                <a:cxn ang="0">
                  <a:pos x="43" y="3"/>
                </a:cxn>
                <a:cxn ang="0">
                  <a:pos x="43" y="5"/>
                </a:cxn>
                <a:cxn ang="0">
                  <a:pos x="43" y="5"/>
                </a:cxn>
              </a:cxnLst>
              <a:rect l="0" t="0" r="r" b="b"/>
              <a:pathLst>
                <a:path w="52" h="146">
                  <a:moveTo>
                    <a:pt x="43" y="5"/>
                  </a:moveTo>
                  <a:lnTo>
                    <a:pt x="43" y="5"/>
                  </a:lnTo>
                  <a:lnTo>
                    <a:pt x="42" y="13"/>
                  </a:lnTo>
                  <a:lnTo>
                    <a:pt x="40" y="23"/>
                  </a:lnTo>
                  <a:lnTo>
                    <a:pt x="35" y="40"/>
                  </a:lnTo>
                  <a:lnTo>
                    <a:pt x="29" y="57"/>
                  </a:lnTo>
                  <a:lnTo>
                    <a:pt x="21" y="73"/>
                  </a:lnTo>
                  <a:lnTo>
                    <a:pt x="14" y="91"/>
                  </a:lnTo>
                  <a:lnTo>
                    <a:pt x="7" y="107"/>
                  </a:lnTo>
                  <a:lnTo>
                    <a:pt x="3" y="125"/>
                  </a:lnTo>
                  <a:lnTo>
                    <a:pt x="1" y="133"/>
                  </a:lnTo>
                  <a:lnTo>
                    <a:pt x="0" y="142"/>
                  </a:lnTo>
                  <a:lnTo>
                    <a:pt x="0" y="142"/>
                  </a:lnTo>
                  <a:lnTo>
                    <a:pt x="1" y="144"/>
                  </a:lnTo>
                  <a:lnTo>
                    <a:pt x="1" y="145"/>
                  </a:lnTo>
                  <a:lnTo>
                    <a:pt x="3" y="146"/>
                  </a:lnTo>
                  <a:lnTo>
                    <a:pt x="5" y="146"/>
                  </a:lnTo>
                  <a:lnTo>
                    <a:pt x="6" y="146"/>
                  </a:lnTo>
                  <a:lnTo>
                    <a:pt x="8" y="145"/>
                  </a:lnTo>
                  <a:lnTo>
                    <a:pt x="9" y="144"/>
                  </a:lnTo>
                  <a:lnTo>
                    <a:pt x="9" y="142"/>
                  </a:lnTo>
                  <a:lnTo>
                    <a:pt x="9" y="142"/>
                  </a:lnTo>
                  <a:lnTo>
                    <a:pt x="10" y="133"/>
                  </a:lnTo>
                  <a:lnTo>
                    <a:pt x="12" y="125"/>
                  </a:lnTo>
                  <a:lnTo>
                    <a:pt x="17" y="107"/>
                  </a:lnTo>
                  <a:lnTo>
                    <a:pt x="24" y="91"/>
                  </a:lnTo>
                  <a:lnTo>
                    <a:pt x="31" y="73"/>
                  </a:lnTo>
                  <a:lnTo>
                    <a:pt x="38" y="57"/>
                  </a:lnTo>
                  <a:lnTo>
                    <a:pt x="44" y="40"/>
                  </a:lnTo>
                  <a:lnTo>
                    <a:pt x="49" y="23"/>
                  </a:lnTo>
                  <a:lnTo>
                    <a:pt x="51" y="13"/>
                  </a:lnTo>
                  <a:lnTo>
                    <a:pt x="52" y="5"/>
                  </a:lnTo>
                  <a:lnTo>
                    <a:pt x="52" y="5"/>
                  </a:lnTo>
                  <a:lnTo>
                    <a:pt x="51" y="3"/>
                  </a:lnTo>
                  <a:lnTo>
                    <a:pt x="51" y="2"/>
                  </a:lnTo>
                  <a:lnTo>
                    <a:pt x="49" y="1"/>
                  </a:lnTo>
                  <a:lnTo>
                    <a:pt x="47" y="0"/>
                  </a:lnTo>
                  <a:lnTo>
                    <a:pt x="44" y="2"/>
                  </a:lnTo>
                  <a:lnTo>
                    <a:pt x="43" y="3"/>
                  </a:lnTo>
                  <a:lnTo>
                    <a:pt x="43" y="5"/>
                  </a:lnTo>
                  <a:lnTo>
                    <a:pt x="43" y="5"/>
                  </a:lnTo>
                  <a:close/>
                </a:path>
              </a:pathLst>
            </a:custGeom>
            <a:grpFill/>
            <a:ln>
              <a:solidFill>
                <a:schemeClr val="accent1">
                  <a:lumMod val="75000"/>
                  <a:alpha val="0"/>
                </a:schemeClr>
              </a:solidFill>
            </a:ln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308" name="Freeform 924"/>
            <p:cNvSpPr/>
            <p:nvPr>
              <p:custDataLst>
                <p:tags r:id="rId24"/>
              </p:custDataLst>
            </p:nvPr>
          </p:nvSpPr>
          <p:spPr bwMode="auto">
            <a:xfrm>
              <a:off x="3497263" y="1241425"/>
              <a:ext cx="34925" cy="100013"/>
            </a:xfrm>
            <a:custGeom>
              <a:avLst/>
              <a:gdLst/>
              <a:ahLst/>
              <a:cxnLst>
                <a:cxn ang="0">
                  <a:pos x="57" y="4"/>
                </a:cxn>
                <a:cxn ang="0">
                  <a:pos x="54" y="12"/>
                </a:cxn>
                <a:cxn ang="0">
                  <a:pos x="50" y="20"/>
                </a:cxn>
                <a:cxn ang="0">
                  <a:pos x="47" y="31"/>
                </a:cxn>
                <a:cxn ang="0">
                  <a:pos x="45" y="42"/>
                </a:cxn>
                <a:cxn ang="0">
                  <a:pos x="30" y="86"/>
                </a:cxn>
                <a:cxn ang="0">
                  <a:pos x="24" y="99"/>
                </a:cxn>
                <a:cxn ang="0">
                  <a:pos x="12" y="128"/>
                </a:cxn>
                <a:cxn ang="0">
                  <a:pos x="9" y="138"/>
                </a:cxn>
                <a:cxn ang="0">
                  <a:pos x="7" y="149"/>
                </a:cxn>
                <a:cxn ang="0">
                  <a:pos x="6" y="167"/>
                </a:cxn>
                <a:cxn ang="0">
                  <a:pos x="4" y="179"/>
                </a:cxn>
                <a:cxn ang="0">
                  <a:pos x="1" y="182"/>
                </a:cxn>
                <a:cxn ang="0">
                  <a:pos x="0" y="185"/>
                </a:cxn>
                <a:cxn ang="0">
                  <a:pos x="1" y="188"/>
                </a:cxn>
                <a:cxn ang="0">
                  <a:pos x="6" y="189"/>
                </a:cxn>
                <a:cxn ang="0">
                  <a:pos x="9" y="189"/>
                </a:cxn>
                <a:cxn ang="0">
                  <a:pos x="15" y="179"/>
                </a:cxn>
                <a:cxn ang="0">
                  <a:pos x="16" y="167"/>
                </a:cxn>
                <a:cxn ang="0">
                  <a:pos x="15" y="159"/>
                </a:cxn>
                <a:cxn ang="0">
                  <a:pos x="17" y="142"/>
                </a:cxn>
                <a:cxn ang="0">
                  <a:pos x="25" y="119"/>
                </a:cxn>
                <a:cxn ang="0">
                  <a:pos x="32" y="103"/>
                </a:cxn>
                <a:cxn ang="0">
                  <a:pos x="42" y="80"/>
                </a:cxn>
                <a:cxn ang="0">
                  <a:pos x="49" y="58"/>
                </a:cxn>
                <a:cxn ang="0">
                  <a:pos x="57" y="30"/>
                </a:cxn>
                <a:cxn ang="0">
                  <a:pos x="59" y="24"/>
                </a:cxn>
                <a:cxn ang="0">
                  <a:pos x="64" y="12"/>
                </a:cxn>
                <a:cxn ang="0">
                  <a:pos x="66" y="6"/>
                </a:cxn>
                <a:cxn ang="0">
                  <a:pos x="65" y="2"/>
                </a:cxn>
                <a:cxn ang="0">
                  <a:pos x="61" y="0"/>
                </a:cxn>
                <a:cxn ang="0">
                  <a:pos x="58" y="2"/>
                </a:cxn>
                <a:cxn ang="0">
                  <a:pos x="57" y="4"/>
                </a:cxn>
              </a:cxnLst>
              <a:rect l="0" t="0" r="r" b="b"/>
              <a:pathLst>
                <a:path w="66" h="190">
                  <a:moveTo>
                    <a:pt x="57" y="4"/>
                  </a:moveTo>
                  <a:lnTo>
                    <a:pt x="57" y="4"/>
                  </a:lnTo>
                  <a:lnTo>
                    <a:pt x="56" y="8"/>
                  </a:lnTo>
                  <a:lnTo>
                    <a:pt x="54" y="12"/>
                  </a:lnTo>
                  <a:lnTo>
                    <a:pt x="50" y="20"/>
                  </a:lnTo>
                  <a:lnTo>
                    <a:pt x="50" y="20"/>
                  </a:lnTo>
                  <a:lnTo>
                    <a:pt x="48" y="26"/>
                  </a:lnTo>
                  <a:lnTo>
                    <a:pt x="47" y="31"/>
                  </a:lnTo>
                  <a:lnTo>
                    <a:pt x="45" y="42"/>
                  </a:lnTo>
                  <a:lnTo>
                    <a:pt x="45" y="42"/>
                  </a:lnTo>
                  <a:lnTo>
                    <a:pt x="35" y="71"/>
                  </a:lnTo>
                  <a:lnTo>
                    <a:pt x="30" y="86"/>
                  </a:lnTo>
                  <a:lnTo>
                    <a:pt x="24" y="99"/>
                  </a:lnTo>
                  <a:lnTo>
                    <a:pt x="24" y="99"/>
                  </a:lnTo>
                  <a:lnTo>
                    <a:pt x="15" y="118"/>
                  </a:lnTo>
                  <a:lnTo>
                    <a:pt x="12" y="128"/>
                  </a:lnTo>
                  <a:lnTo>
                    <a:pt x="9" y="138"/>
                  </a:lnTo>
                  <a:lnTo>
                    <a:pt x="9" y="138"/>
                  </a:lnTo>
                  <a:lnTo>
                    <a:pt x="7" y="142"/>
                  </a:lnTo>
                  <a:lnTo>
                    <a:pt x="7" y="149"/>
                  </a:lnTo>
                  <a:lnTo>
                    <a:pt x="6" y="161"/>
                  </a:lnTo>
                  <a:lnTo>
                    <a:pt x="6" y="167"/>
                  </a:lnTo>
                  <a:lnTo>
                    <a:pt x="5" y="173"/>
                  </a:lnTo>
                  <a:lnTo>
                    <a:pt x="4" y="179"/>
                  </a:lnTo>
                  <a:lnTo>
                    <a:pt x="1" y="182"/>
                  </a:lnTo>
                  <a:lnTo>
                    <a:pt x="1" y="182"/>
                  </a:lnTo>
                  <a:lnTo>
                    <a:pt x="0" y="184"/>
                  </a:lnTo>
                  <a:lnTo>
                    <a:pt x="0" y="185"/>
                  </a:lnTo>
                  <a:lnTo>
                    <a:pt x="0" y="187"/>
                  </a:lnTo>
                  <a:lnTo>
                    <a:pt x="1" y="188"/>
                  </a:lnTo>
                  <a:lnTo>
                    <a:pt x="4" y="190"/>
                  </a:lnTo>
                  <a:lnTo>
                    <a:pt x="6" y="189"/>
                  </a:lnTo>
                  <a:lnTo>
                    <a:pt x="9" y="189"/>
                  </a:lnTo>
                  <a:lnTo>
                    <a:pt x="9" y="189"/>
                  </a:lnTo>
                  <a:lnTo>
                    <a:pt x="13" y="184"/>
                  </a:lnTo>
                  <a:lnTo>
                    <a:pt x="15" y="179"/>
                  </a:lnTo>
                  <a:lnTo>
                    <a:pt x="16" y="173"/>
                  </a:lnTo>
                  <a:lnTo>
                    <a:pt x="16" y="167"/>
                  </a:lnTo>
                  <a:lnTo>
                    <a:pt x="16" y="167"/>
                  </a:lnTo>
                  <a:lnTo>
                    <a:pt x="15" y="159"/>
                  </a:lnTo>
                  <a:lnTo>
                    <a:pt x="16" y="151"/>
                  </a:lnTo>
                  <a:lnTo>
                    <a:pt x="17" y="142"/>
                  </a:lnTo>
                  <a:lnTo>
                    <a:pt x="19" y="134"/>
                  </a:lnTo>
                  <a:lnTo>
                    <a:pt x="25" y="119"/>
                  </a:lnTo>
                  <a:lnTo>
                    <a:pt x="32" y="103"/>
                  </a:lnTo>
                  <a:lnTo>
                    <a:pt x="32" y="103"/>
                  </a:lnTo>
                  <a:lnTo>
                    <a:pt x="37" y="92"/>
                  </a:lnTo>
                  <a:lnTo>
                    <a:pt x="42" y="80"/>
                  </a:lnTo>
                  <a:lnTo>
                    <a:pt x="49" y="58"/>
                  </a:lnTo>
                  <a:lnTo>
                    <a:pt x="49" y="58"/>
                  </a:lnTo>
                  <a:lnTo>
                    <a:pt x="53" y="44"/>
                  </a:lnTo>
                  <a:lnTo>
                    <a:pt x="57" y="30"/>
                  </a:lnTo>
                  <a:lnTo>
                    <a:pt x="57" y="30"/>
                  </a:lnTo>
                  <a:lnTo>
                    <a:pt x="59" y="24"/>
                  </a:lnTo>
                  <a:lnTo>
                    <a:pt x="62" y="18"/>
                  </a:lnTo>
                  <a:lnTo>
                    <a:pt x="64" y="12"/>
                  </a:lnTo>
                  <a:lnTo>
                    <a:pt x="66" y="6"/>
                  </a:lnTo>
                  <a:lnTo>
                    <a:pt x="66" y="6"/>
                  </a:lnTo>
                  <a:lnTo>
                    <a:pt x="66" y="4"/>
                  </a:lnTo>
                  <a:lnTo>
                    <a:pt x="65" y="2"/>
                  </a:lnTo>
                  <a:lnTo>
                    <a:pt x="63" y="1"/>
                  </a:lnTo>
                  <a:lnTo>
                    <a:pt x="61" y="0"/>
                  </a:lnTo>
                  <a:lnTo>
                    <a:pt x="59" y="1"/>
                  </a:lnTo>
                  <a:lnTo>
                    <a:pt x="58" y="2"/>
                  </a:lnTo>
                  <a:lnTo>
                    <a:pt x="57" y="4"/>
                  </a:lnTo>
                  <a:lnTo>
                    <a:pt x="57" y="4"/>
                  </a:lnTo>
                  <a:close/>
                </a:path>
              </a:pathLst>
            </a:custGeom>
            <a:grpFill/>
            <a:ln>
              <a:solidFill>
                <a:schemeClr val="accent1">
                  <a:lumMod val="75000"/>
                  <a:alpha val="0"/>
                </a:schemeClr>
              </a:solidFill>
            </a:ln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309" name="Freeform 925"/>
            <p:cNvSpPr>
              <a:spLocks noEditPoints="1"/>
            </p:cNvSpPr>
            <p:nvPr>
              <p:custDataLst>
                <p:tags r:id="rId25"/>
              </p:custDataLst>
            </p:nvPr>
          </p:nvSpPr>
          <p:spPr bwMode="auto">
            <a:xfrm>
              <a:off x="3362325" y="1298575"/>
              <a:ext cx="142875" cy="146050"/>
            </a:xfrm>
            <a:custGeom>
              <a:avLst/>
              <a:gdLst/>
              <a:ahLst/>
              <a:cxnLst>
                <a:cxn ang="0">
                  <a:pos x="131" y="277"/>
                </a:cxn>
                <a:cxn ang="0">
                  <a:pos x="96" y="271"/>
                </a:cxn>
                <a:cxn ang="0">
                  <a:pos x="62" y="257"/>
                </a:cxn>
                <a:cxn ang="0">
                  <a:pos x="34" y="236"/>
                </a:cxn>
                <a:cxn ang="0">
                  <a:pos x="13" y="206"/>
                </a:cxn>
                <a:cxn ang="0">
                  <a:pos x="1" y="168"/>
                </a:cxn>
                <a:cxn ang="0">
                  <a:pos x="0" y="139"/>
                </a:cxn>
                <a:cxn ang="0">
                  <a:pos x="8" y="98"/>
                </a:cxn>
                <a:cxn ang="0">
                  <a:pos x="27" y="61"/>
                </a:cxn>
                <a:cxn ang="0">
                  <a:pos x="55" y="31"/>
                </a:cxn>
                <a:cxn ang="0">
                  <a:pos x="91" y="10"/>
                </a:cxn>
                <a:cxn ang="0">
                  <a:pos x="118" y="0"/>
                </a:cxn>
                <a:cxn ang="0">
                  <a:pos x="128" y="1"/>
                </a:cxn>
                <a:cxn ang="0">
                  <a:pos x="138" y="9"/>
                </a:cxn>
                <a:cxn ang="0">
                  <a:pos x="146" y="14"/>
                </a:cxn>
                <a:cxn ang="0">
                  <a:pos x="183" y="24"/>
                </a:cxn>
                <a:cxn ang="0">
                  <a:pos x="214" y="41"/>
                </a:cxn>
                <a:cxn ang="0">
                  <a:pos x="239" y="63"/>
                </a:cxn>
                <a:cxn ang="0">
                  <a:pos x="257" y="90"/>
                </a:cxn>
                <a:cxn ang="0">
                  <a:pos x="268" y="122"/>
                </a:cxn>
                <a:cxn ang="0">
                  <a:pos x="271" y="145"/>
                </a:cxn>
                <a:cxn ang="0">
                  <a:pos x="268" y="179"/>
                </a:cxn>
                <a:cxn ang="0">
                  <a:pos x="255" y="212"/>
                </a:cxn>
                <a:cxn ang="0">
                  <a:pos x="236" y="241"/>
                </a:cxn>
                <a:cxn ang="0">
                  <a:pos x="209" y="263"/>
                </a:cxn>
                <a:cxn ang="0">
                  <a:pos x="174" y="275"/>
                </a:cxn>
                <a:cxn ang="0">
                  <a:pos x="144" y="277"/>
                </a:cxn>
                <a:cxn ang="0">
                  <a:pos x="101" y="48"/>
                </a:cxn>
                <a:cxn ang="0">
                  <a:pos x="62" y="79"/>
                </a:cxn>
                <a:cxn ang="0">
                  <a:pos x="48" y="100"/>
                </a:cxn>
                <a:cxn ang="0">
                  <a:pos x="38" y="126"/>
                </a:cxn>
                <a:cxn ang="0">
                  <a:pos x="37" y="153"/>
                </a:cxn>
                <a:cxn ang="0">
                  <a:pos x="41" y="172"/>
                </a:cxn>
                <a:cxn ang="0">
                  <a:pos x="52" y="194"/>
                </a:cxn>
                <a:cxn ang="0">
                  <a:pos x="67" y="214"/>
                </a:cxn>
                <a:cxn ang="0">
                  <a:pos x="88" y="229"/>
                </a:cxn>
                <a:cxn ang="0">
                  <a:pos x="112" y="238"/>
                </a:cxn>
                <a:cxn ang="0">
                  <a:pos x="139" y="241"/>
                </a:cxn>
                <a:cxn ang="0">
                  <a:pos x="155" y="240"/>
                </a:cxn>
                <a:cxn ang="0">
                  <a:pos x="171" y="236"/>
                </a:cxn>
                <a:cxn ang="0">
                  <a:pos x="194" y="224"/>
                </a:cxn>
                <a:cxn ang="0">
                  <a:pos x="213" y="208"/>
                </a:cxn>
                <a:cxn ang="0">
                  <a:pos x="225" y="187"/>
                </a:cxn>
                <a:cxn ang="0">
                  <a:pos x="233" y="163"/>
                </a:cxn>
                <a:cxn ang="0">
                  <a:pos x="233" y="139"/>
                </a:cxn>
                <a:cxn ang="0">
                  <a:pos x="228" y="121"/>
                </a:cxn>
                <a:cxn ang="0">
                  <a:pos x="216" y="97"/>
                </a:cxn>
                <a:cxn ang="0">
                  <a:pos x="199" y="78"/>
                </a:cxn>
                <a:cxn ang="0">
                  <a:pos x="177" y="63"/>
                </a:cxn>
                <a:cxn ang="0">
                  <a:pos x="150" y="53"/>
                </a:cxn>
                <a:cxn ang="0">
                  <a:pos x="119" y="49"/>
                </a:cxn>
                <a:cxn ang="0">
                  <a:pos x="112" y="47"/>
                </a:cxn>
              </a:cxnLst>
              <a:rect l="0" t="0" r="r" b="b"/>
              <a:pathLst>
                <a:path w="271" h="277">
                  <a:moveTo>
                    <a:pt x="144" y="277"/>
                  </a:moveTo>
                  <a:lnTo>
                    <a:pt x="144" y="277"/>
                  </a:lnTo>
                  <a:lnTo>
                    <a:pt x="131" y="277"/>
                  </a:lnTo>
                  <a:lnTo>
                    <a:pt x="120" y="276"/>
                  </a:lnTo>
                  <a:lnTo>
                    <a:pt x="108" y="274"/>
                  </a:lnTo>
                  <a:lnTo>
                    <a:pt x="96" y="271"/>
                  </a:lnTo>
                  <a:lnTo>
                    <a:pt x="85" y="267"/>
                  </a:lnTo>
                  <a:lnTo>
                    <a:pt x="73" y="263"/>
                  </a:lnTo>
                  <a:lnTo>
                    <a:pt x="62" y="257"/>
                  </a:lnTo>
                  <a:lnTo>
                    <a:pt x="53" y="251"/>
                  </a:lnTo>
                  <a:lnTo>
                    <a:pt x="42" y="244"/>
                  </a:lnTo>
                  <a:lnTo>
                    <a:pt x="34" y="236"/>
                  </a:lnTo>
                  <a:lnTo>
                    <a:pt x="26" y="226"/>
                  </a:lnTo>
                  <a:lnTo>
                    <a:pt x="19" y="217"/>
                  </a:lnTo>
                  <a:lnTo>
                    <a:pt x="13" y="206"/>
                  </a:lnTo>
                  <a:lnTo>
                    <a:pt x="7" y="194"/>
                  </a:lnTo>
                  <a:lnTo>
                    <a:pt x="3" y="181"/>
                  </a:lnTo>
                  <a:lnTo>
                    <a:pt x="1" y="168"/>
                  </a:lnTo>
                  <a:lnTo>
                    <a:pt x="1" y="168"/>
                  </a:lnTo>
                  <a:lnTo>
                    <a:pt x="0" y="153"/>
                  </a:lnTo>
                  <a:lnTo>
                    <a:pt x="0" y="139"/>
                  </a:lnTo>
                  <a:lnTo>
                    <a:pt x="1" y="125"/>
                  </a:lnTo>
                  <a:lnTo>
                    <a:pt x="4" y="112"/>
                  </a:lnTo>
                  <a:lnTo>
                    <a:pt x="8" y="98"/>
                  </a:lnTo>
                  <a:lnTo>
                    <a:pt x="14" y="86"/>
                  </a:lnTo>
                  <a:lnTo>
                    <a:pt x="20" y="74"/>
                  </a:lnTo>
                  <a:lnTo>
                    <a:pt x="27" y="61"/>
                  </a:lnTo>
                  <a:lnTo>
                    <a:pt x="35" y="51"/>
                  </a:lnTo>
                  <a:lnTo>
                    <a:pt x="45" y="41"/>
                  </a:lnTo>
                  <a:lnTo>
                    <a:pt x="55" y="31"/>
                  </a:lnTo>
                  <a:lnTo>
                    <a:pt x="66" y="23"/>
                  </a:lnTo>
                  <a:lnTo>
                    <a:pt x="78" y="16"/>
                  </a:lnTo>
                  <a:lnTo>
                    <a:pt x="91" y="10"/>
                  </a:lnTo>
                  <a:lnTo>
                    <a:pt x="103" y="4"/>
                  </a:lnTo>
                  <a:lnTo>
                    <a:pt x="118" y="0"/>
                  </a:lnTo>
                  <a:lnTo>
                    <a:pt x="118" y="0"/>
                  </a:lnTo>
                  <a:lnTo>
                    <a:pt x="122" y="0"/>
                  </a:lnTo>
                  <a:lnTo>
                    <a:pt x="122" y="0"/>
                  </a:lnTo>
                  <a:lnTo>
                    <a:pt x="128" y="1"/>
                  </a:lnTo>
                  <a:lnTo>
                    <a:pt x="132" y="2"/>
                  </a:lnTo>
                  <a:lnTo>
                    <a:pt x="135" y="5"/>
                  </a:lnTo>
                  <a:lnTo>
                    <a:pt x="138" y="9"/>
                  </a:lnTo>
                  <a:lnTo>
                    <a:pt x="141" y="13"/>
                  </a:lnTo>
                  <a:lnTo>
                    <a:pt x="146" y="14"/>
                  </a:lnTo>
                  <a:lnTo>
                    <a:pt x="146" y="14"/>
                  </a:lnTo>
                  <a:lnTo>
                    <a:pt x="158" y="17"/>
                  </a:lnTo>
                  <a:lnTo>
                    <a:pt x="171" y="20"/>
                  </a:lnTo>
                  <a:lnTo>
                    <a:pt x="183" y="24"/>
                  </a:lnTo>
                  <a:lnTo>
                    <a:pt x="193" y="29"/>
                  </a:lnTo>
                  <a:lnTo>
                    <a:pt x="204" y="34"/>
                  </a:lnTo>
                  <a:lnTo>
                    <a:pt x="214" y="41"/>
                  </a:lnTo>
                  <a:lnTo>
                    <a:pt x="223" y="48"/>
                  </a:lnTo>
                  <a:lnTo>
                    <a:pt x="232" y="55"/>
                  </a:lnTo>
                  <a:lnTo>
                    <a:pt x="239" y="63"/>
                  </a:lnTo>
                  <a:lnTo>
                    <a:pt x="246" y="72"/>
                  </a:lnTo>
                  <a:lnTo>
                    <a:pt x="252" y="81"/>
                  </a:lnTo>
                  <a:lnTo>
                    <a:pt x="257" y="90"/>
                  </a:lnTo>
                  <a:lnTo>
                    <a:pt x="261" y="100"/>
                  </a:lnTo>
                  <a:lnTo>
                    <a:pt x="266" y="111"/>
                  </a:lnTo>
                  <a:lnTo>
                    <a:pt x="268" y="122"/>
                  </a:lnTo>
                  <a:lnTo>
                    <a:pt x="270" y="134"/>
                  </a:lnTo>
                  <a:lnTo>
                    <a:pt x="270" y="134"/>
                  </a:lnTo>
                  <a:lnTo>
                    <a:pt x="271" y="145"/>
                  </a:lnTo>
                  <a:lnTo>
                    <a:pt x="271" y="156"/>
                  </a:lnTo>
                  <a:lnTo>
                    <a:pt x="270" y="168"/>
                  </a:lnTo>
                  <a:lnTo>
                    <a:pt x="268" y="179"/>
                  </a:lnTo>
                  <a:lnTo>
                    <a:pt x="265" y="190"/>
                  </a:lnTo>
                  <a:lnTo>
                    <a:pt x="260" y="202"/>
                  </a:lnTo>
                  <a:lnTo>
                    <a:pt x="255" y="212"/>
                  </a:lnTo>
                  <a:lnTo>
                    <a:pt x="250" y="222"/>
                  </a:lnTo>
                  <a:lnTo>
                    <a:pt x="243" y="232"/>
                  </a:lnTo>
                  <a:lnTo>
                    <a:pt x="236" y="241"/>
                  </a:lnTo>
                  <a:lnTo>
                    <a:pt x="227" y="249"/>
                  </a:lnTo>
                  <a:lnTo>
                    <a:pt x="218" y="256"/>
                  </a:lnTo>
                  <a:lnTo>
                    <a:pt x="209" y="263"/>
                  </a:lnTo>
                  <a:lnTo>
                    <a:pt x="197" y="268"/>
                  </a:lnTo>
                  <a:lnTo>
                    <a:pt x="186" y="272"/>
                  </a:lnTo>
                  <a:lnTo>
                    <a:pt x="174" y="275"/>
                  </a:lnTo>
                  <a:lnTo>
                    <a:pt x="174" y="275"/>
                  </a:lnTo>
                  <a:lnTo>
                    <a:pt x="159" y="277"/>
                  </a:lnTo>
                  <a:lnTo>
                    <a:pt x="144" y="277"/>
                  </a:lnTo>
                  <a:lnTo>
                    <a:pt x="144" y="277"/>
                  </a:lnTo>
                  <a:close/>
                  <a:moveTo>
                    <a:pt x="101" y="48"/>
                  </a:moveTo>
                  <a:lnTo>
                    <a:pt x="101" y="48"/>
                  </a:lnTo>
                  <a:lnTo>
                    <a:pt x="87" y="56"/>
                  </a:lnTo>
                  <a:lnTo>
                    <a:pt x="73" y="66"/>
                  </a:lnTo>
                  <a:lnTo>
                    <a:pt x="62" y="79"/>
                  </a:lnTo>
                  <a:lnTo>
                    <a:pt x="57" y="86"/>
                  </a:lnTo>
                  <a:lnTo>
                    <a:pt x="52" y="93"/>
                  </a:lnTo>
                  <a:lnTo>
                    <a:pt x="48" y="100"/>
                  </a:lnTo>
                  <a:lnTo>
                    <a:pt x="44" y="109"/>
                  </a:lnTo>
                  <a:lnTo>
                    <a:pt x="40" y="117"/>
                  </a:lnTo>
                  <a:lnTo>
                    <a:pt x="38" y="126"/>
                  </a:lnTo>
                  <a:lnTo>
                    <a:pt x="37" y="135"/>
                  </a:lnTo>
                  <a:lnTo>
                    <a:pt x="36" y="144"/>
                  </a:lnTo>
                  <a:lnTo>
                    <a:pt x="37" y="153"/>
                  </a:lnTo>
                  <a:lnTo>
                    <a:pt x="38" y="163"/>
                  </a:lnTo>
                  <a:lnTo>
                    <a:pt x="38" y="163"/>
                  </a:lnTo>
                  <a:lnTo>
                    <a:pt x="41" y="172"/>
                  </a:lnTo>
                  <a:lnTo>
                    <a:pt x="44" y="180"/>
                  </a:lnTo>
                  <a:lnTo>
                    <a:pt x="48" y="187"/>
                  </a:lnTo>
                  <a:lnTo>
                    <a:pt x="52" y="194"/>
                  </a:lnTo>
                  <a:lnTo>
                    <a:pt x="56" y="202"/>
                  </a:lnTo>
                  <a:lnTo>
                    <a:pt x="62" y="208"/>
                  </a:lnTo>
                  <a:lnTo>
                    <a:pt x="67" y="214"/>
                  </a:lnTo>
                  <a:lnTo>
                    <a:pt x="73" y="219"/>
                  </a:lnTo>
                  <a:lnTo>
                    <a:pt x="81" y="224"/>
                  </a:lnTo>
                  <a:lnTo>
                    <a:pt x="88" y="229"/>
                  </a:lnTo>
                  <a:lnTo>
                    <a:pt x="95" y="232"/>
                  </a:lnTo>
                  <a:lnTo>
                    <a:pt x="103" y="235"/>
                  </a:lnTo>
                  <a:lnTo>
                    <a:pt x="112" y="238"/>
                  </a:lnTo>
                  <a:lnTo>
                    <a:pt x="121" y="239"/>
                  </a:lnTo>
                  <a:lnTo>
                    <a:pt x="129" y="241"/>
                  </a:lnTo>
                  <a:lnTo>
                    <a:pt x="139" y="241"/>
                  </a:lnTo>
                  <a:lnTo>
                    <a:pt x="139" y="241"/>
                  </a:lnTo>
                  <a:lnTo>
                    <a:pt x="147" y="241"/>
                  </a:lnTo>
                  <a:lnTo>
                    <a:pt x="155" y="240"/>
                  </a:lnTo>
                  <a:lnTo>
                    <a:pt x="163" y="238"/>
                  </a:lnTo>
                  <a:lnTo>
                    <a:pt x="171" y="236"/>
                  </a:lnTo>
                  <a:lnTo>
                    <a:pt x="171" y="236"/>
                  </a:lnTo>
                  <a:lnTo>
                    <a:pt x="179" y="233"/>
                  </a:lnTo>
                  <a:lnTo>
                    <a:pt x="187" y="229"/>
                  </a:lnTo>
                  <a:lnTo>
                    <a:pt x="194" y="224"/>
                  </a:lnTo>
                  <a:lnTo>
                    <a:pt x="201" y="219"/>
                  </a:lnTo>
                  <a:lnTo>
                    <a:pt x="207" y="214"/>
                  </a:lnTo>
                  <a:lnTo>
                    <a:pt x="213" y="208"/>
                  </a:lnTo>
                  <a:lnTo>
                    <a:pt x="217" y="202"/>
                  </a:lnTo>
                  <a:lnTo>
                    <a:pt x="222" y="194"/>
                  </a:lnTo>
                  <a:lnTo>
                    <a:pt x="225" y="187"/>
                  </a:lnTo>
                  <a:lnTo>
                    <a:pt x="228" y="180"/>
                  </a:lnTo>
                  <a:lnTo>
                    <a:pt x="230" y="172"/>
                  </a:lnTo>
                  <a:lnTo>
                    <a:pt x="233" y="163"/>
                  </a:lnTo>
                  <a:lnTo>
                    <a:pt x="234" y="155"/>
                  </a:lnTo>
                  <a:lnTo>
                    <a:pt x="234" y="147"/>
                  </a:lnTo>
                  <a:lnTo>
                    <a:pt x="233" y="139"/>
                  </a:lnTo>
                  <a:lnTo>
                    <a:pt x="230" y="130"/>
                  </a:lnTo>
                  <a:lnTo>
                    <a:pt x="230" y="130"/>
                  </a:lnTo>
                  <a:lnTo>
                    <a:pt x="228" y="121"/>
                  </a:lnTo>
                  <a:lnTo>
                    <a:pt x="225" y="113"/>
                  </a:lnTo>
                  <a:lnTo>
                    <a:pt x="221" y="105"/>
                  </a:lnTo>
                  <a:lnTo>
                    <a:pt x="216" y="97"/>
                  </a:lnTo>
                  <a:lnTo>
                    <a:pt x="212" y="90"/>
                  </a:lnTo>
                  <a:lnTo>
                    <a:pt x="206" y="84"/>
                  </a:lnTo>
                  <a:lnTo>
                    <a:pt x="199" y="78"/>
                  </a:lnTo>
                  <a:lnTo>
                    <a:pt x="192" y="73"/>
                  </a:lnTo>
                  <a:lnTo>
                    <a:pt x="185" y="67"/>
                  </a:lnTo>
                  <a:lnTo>
                    <a:pt x="177" y="63"/>
                  </a:lnTo>
                  <a:lnTo>
                    <a:pt x="168" y="59"/>
                  </a:lnTo>
                  <a:lnTo>
                    <a:pt x="160" y="56"/>
                  </a:lnTo>
                  <a:lnTo>
                    <a:pt x="150" y="53"/>
                  </a:lnTo>
                  <a:lnTo>
                    <a:pt x="141" y="51"/>
                  </a:lnTo>
                  <a:lnTo>
                    <a:pt x="129" y="50"/>
                  </a:lnTo>
                  <a:lnTo>
                    <a:pt x="119" y="49"/>
                  </a:lnTo>
                  <a:lnTo>
                    <a:pt x="119" y="49"/>
                  </a:lnTo>
                  <a:lnTo>
                    <a:pt x="115" y="49"/>
                  </a:lnTo>
                  <a:lnTo>
                    <a:pt x="112" y="47"/>
                  </a:lnTo>
                  <a:lnTo>
                    <a:pt x="107" y="45"/>
                  </a:lnTo>
                  <a:lnTo>
                    <a:pt x="101" y="48"/>
                  </a:lnTo>
                  <a:close/>
                </a:path>
              </a:pathLst>
            </a:custGeom>
            <a:grpFill/>
            <a:ln>
              <a:solidFill>
                <a:schemeClr val="accent1">
                  <a:lumMod val="75000"/>
                  <a:alpha val="0"/>
                </a:schemeClr>
              </a:solidFill>
            </a:ln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310" name="Freeform 926"/>
            <p:cNvSpPr>
              <a:spLocks noEditPoints="1"/>
            </p:cNvSpPr>
            <p:nvPr>
              <p:custDataLst>
                <p:tags r:id="rId26"/>
              </p:custDataLst>
            </p:nvPr>
          </p:nvSpPr>
          <p:spPr bwMode="auto">
            <a:xfrm>
              <a:off x="3282950" y="1227138"/>
              <a:ext cx="644525" cy="642938"/>
            </a:xfrm>
            <a:custGeom>
              <a:avLst/>
              <a:gdLst/>
              <a:ahLst/>
              <a:cxnLst>
                <a:cxn ang="0">
                  <a:pos x="653" y="1206"/>
                </a:cxn>
                <a:cxn ang="0">
                  <a:pos x="563" y="1160"/>
                </a:cxn>
                <a:cxn ang="0">
                  <a:pos x="550" y="1153"/>
                </a:cxn>
                <a:cxn ang="0">
                  <a:pos x="236" y="832"/>
                </a:cxn>
                <a:cxn ang="0">
                  <a:pos x="143" y="731"/>
                </a:cxn>
                <a:cxn ang="0">
                  <a:pos x="77" y="679"/>
                </a:cxn>
                <a:cxn ang="0">
                  <a:pos x="72" y="657"/>
                </a:cxn>
                <a:cxn ang="0">
                  <a:pos x="40" y="570"/>
                </a:cxn>
                <a:cxn ang="0">
                  <a:pos x="11" y="425"/>
                </a:cxn>
                <a:cxn ang="0">
                  <a:pos x="1" y="212"/>
                </a:cxn>
                <a:cxn ang="0">
                  <a:pos x="10" y="196"/>
                </a:cxn>
                <a:cxn ang="0">
                  <a:pos x="19" y="182"/>
                </a:cxn>
                <a:cxn ang="0">
                  <a:pos x="110" y="81"/>
                </a:cxn>
                <a:cxn ang="0">
                  <a:pos x="210" y="10"/>
                </a:cxn>
                <a:cxn ang="0">
                  <a:pos x="228" y="8"/>
                </a:cxn>
                <a:cxn ang="0">
                  <a:pos x="242" y="2"/>
                </a:cxn>
                <a:cxn ang="0">
                  <a:pos x="419" y="2"/>
                </a:cxn>
                <a:cxn ang="0">
                  <a:pos x="599" y="26"/>
                </a:cxn>
                <a:cxn ang="0">
                  <a:pos x="638" y="36"/>
                </a:cxn>
                <a:cxn ang="0">
                  <a:pos x="656" y="46"/>
                </a:cxn>
                <a:cxn ang="0">
                  <a:pos x="887" y="256"/>
                </a:cxn>
                <a:cxn ang="0">
                  <a:pos x="1107" y="475"/>
                </a:cxn>
                <a:cxn ang="0">
                  <a:pos x="1167" y="525"/>
                </a:cxn>
                <a:cxn ang="0">
                  <a:pos x="1185" y="553"/>
                </a:cxn>
                <a:cxn ang="0">
                  <a:pos x="1215" y="644"/>
                </a:cxn>
                <a:cxn ang="0">
                  <a:pos x="1218" y="725"/>
                </a:cxn>
                <a:cxn ang="0">
                  <a:pos x="1194" y="798"/>
                </a:cxn>
                <a:cxn ang="0">
                  <a:pos x="1193" y="817"/>
                </a:cxn>
                <a:cxn ang="0">
                  <a:pos x="1109" y="909"/>
                </a:cxn>
                <a:cxn ang="0">
                  <a:pos x="862" y="1146"/>
                </a:cxn>
                <a:cxn ang="0">
                  <a:pos x="853" y="1157"/>
                </a:cxn>
                <a:cxn ang="0">
                  <a:pos x="761" y="1206"/>
                </a:cxn>
                <a:cxn ang="0">
                  <a:pos x="231" y="43"/>
                </a:cxn>
                <a:cxn ang="0">
                  <a:pos x="137" y="108"/>
                </a:cxn>
                <a:cxn ang="0">
                  <a:pos x="54" y="198"/>
                </a:cxn>
                <a:cxn ang="0">
                  <a:pos x="40" y="216"/>
                </a:cxn>
                <a:cxn ang="0">
                  <a:pos x="45" y="400"/>
                </a:cxn>
                <a:cxn ang="0">
                  <a:pos x="68" y="529"/>
                </a:cxn>
                <a:cxn ang="0">
                  <a:pos x="105" y="637"/>
                </a:cxn>
                <a:cxn ang="0">
                  <a:pos x="112" y="658"/>
                </a:cxn>
                <a:cxn ang="0">
                  <a:pos x="181" y="718"/>
                </a:cxn>
                <a:cxn ang="0">
                  <a:pos x="294" y="841"/>
                </a:cxn>
                <a:cxn ang="0">
                  <a:pos x="585" y="1129"/>
                </a:cxn>
                <a:cxn ang="0">
                  <a:pos x="633" y="1159"/>
                </a:cxn>
                <a:cxn ang="0">
                  <a:pos x="706" y="1177"/>
                </a:cxn>
                <a:cxn ang="0">
                  <a:pos x="765" y="1165"/>
                </a:cxn>
                <a:cxn ang="0">
                  <a:pos x="823" y="1131"/>
                </a:cxn>
                <a:cxn ang="0">
                  <a:pos x="865" y="1090"/>
                </a:cxn>
                <a:cxn ang="0">
                  <a:pos x="1140" y="817"/>
                </a:cxn>
                <a:cxn ang="0">
                  <a:pos x="1147" y="803"/>
                </a:cxn>
                <a:cxn ang="0">
                  <a:pos x="1177" y="736"/>
                </a:cxn>
                <a:cxn ang="0">
                  <a:pos x="1179" y="657"/>
                </a:cxn>
                <a:cxn ang="0">
                  <a:pos x="1148" y="564"/>
                </a:cxn>
                <a:cxn ang="0">
                  <a:pos x="1140" y="556"/>
                </a:cxn>
                <a:cxn ang="0">
                  <a:pos x="894" y="335"/>
                </a:cxn>
                <a:cxn ang="0">
                  <a:pos x="627" y="72"/>
                </a:cxn>
                <a:cxn ang="0">
                  <a:pos x="558" y="57"/>
                </a:cxn>
                <a:cxn ang="0">
                  <a:pos x="377" y="39"/>
                </a:cxn>
                <a:cxn ang="0">
                  <a:pos x="236" y="40"/>
                </a:cxn>
              </a:cxnLst>
              <a:rect l="0" t="0" r="r" b="b"/>
              <a:pathLst>
                <a:path w="1220" h="1215">
                  <a:moveTo>
                    <a:pt x="706" y="1215"/>
                  </a:moveTo>
                  <a:lnTo>
                    <a:pt x="706" y="1215"/>
                  </a:lnTo>
                  <a:lnTo>
                    <a:pt x="688" y="1214"/>
                  </a:lnTo>
                  <a:lnTo>
                    <a:pt x="671" y="1211"/>
                  </a:lnTo>
                  <a:lnTo>
                    <a:pt x="653" y="1206"/>
                  </a:lnTo>
                  <a:lnTo>
                    <a:pt x="636" y="1200"/>
                  </a:lnTo>
                  <a:lnTo>
                    <a:pt x="617" y="1193"/>
                  </a:lnTo>
                  <a:lnTo>
                    <a:pt x="599" y="1184"/>
                  </a:lnTo>
                  <a:lnTo>
                    <a:pt x="581" y="1172"/>
                  </a:lnTo>
                  <a:lnTo>
                    <a:pt x="563" y="1160"/>
                  </a:lnTo>
                  <a:lnTo>
                    <a:pt x="561" y="1158"/>
                  </a:lnTo>
                  <a:lnTo>
                    <a:pt x="558" y="1158"/>
                  </a:lnTo>
                  <a:lnTo>
                    <a:pt x="558" y="1158"/>
                  </a:lnTo>
                  <a:lnTo>
                    <a:pt x="554" y="1156"/>
                  </a:lnTo>
                  <a:lnTo>
                    <a:pt x="550" y="1153"/>
                  </a:lnTo>
                  <a:lnTo>
                    <a:pt x="307" y="910"/>
                  </a:lnTo>
                  <a:lnTo>
                    <a:pt x="307" y="910"/>
                  </a:lnTo>
                  <a:lnTo>
                    <a:pt x="290" y="891"/>
                  </a:lnTo>
                  <a:lnTo>
                    <a:pt x="271" y="872"/>
                  </a:lnTo>
                  <a:lnTo>
                    <a:pt x="236" y="832"/>
                  </a:lnTo>
                  <a:lnTo>
                    <a:pt x="236" y="832"/>
                  </a:lnTo>
                  <a:lnTo>
                    <a:pt x="200" y="790"/>
                  </a:lnTo>
                  <a:lnTo>
                    <a:pt x="181" y="771"/>
                  </a:lnTo>
                  <a:lnTo>
                    <a:pt x="163" y="751"/>
                  </a:lnTo>
                  <a:lnTo>
                    <a:pt x="143" y="731"/>
                  </a:lnTo>
                  <a:lnTo>
                    <a:pt x="123" y="714"/>
                  </a:lnTo>
                  <a:lnTo>
                    <a:pt x="102" y="697"/>
                  </a:lnTo>
                  <a:lnTo>
                    <a:pt x="80" y="682"/>
                  </a:lnTo>
                  <a:lnTo>
                    <a:pt x="80" y="682"/>
                  </a:lnTo>
                  <a:lnTo>
                    <a:pt x="77" y="679"/>
                  </a:lnTo>
                  <a:lnTo>
                    <a:pt x="74" y="677"/>
                  </a:lnTo>
                  <a:lnTo>
                    <a:pt x="72" y="670"/>
                  </a:lnTo>
                  <a:lnTo>
                    <a:pt x="71" y="665"/>
                  </a:lnTo>
                  <a:lnTo>
                    <a:pt x="71" y="661"/>
                  </a:lnTo>
                  <a:lnTo>
                    <a:pt x="72" y="657"/>
                  </a:lnTo>
                  <a:lnTo>
                    <a:pt x="71" y="654"/>
                  </a:lnTo>
                  <a:lnTo>
                    <a:pt x="71" y="654"/>
                  </a:lnTo>
                  <a:lnTo>
                    <a:pt x="59" y="626"/>
                  </a:lnTo>
                  <a:lnTo>
                    <a:pt x="49" y="598"/>
                  </a:lnTo>
                  <a:lnTo>
                    <a:pt x="40" y="570"/>
                  </a:lnTo>
                  <a:lnTo>
                    <a:pt x="32" y="541"/>
                  </a:lnTo>
                  <a:lnTo>
                    <a:pt x="25" y="512"/>
                  </a:lnTo>
                  <a:lnTo>
                    <a:pt x="19" y="483"/>
                  </a:lnTo>
                  <a:lnTo>
                    <a:pt x="15" y="453"/>
                  </a:lnTo>
                  <a:lnTo>
                    <a:pt x="11" y="425"/>
                  </a:lnTo>
                  <a:lnTo>
                    <a:pt x="7" y="396"/>
                  </a:lnTo>
                  <a:lnTo>
                    <a:pt x="4" y="368"/>
                  </a:lnTo>
                  <a:lnTo>
                    <a:pt x="1" y="312"/>
                  </a:lnTo>
                  <a:lnTo>
                    <a:pt x="0" y="259"/>
                  </a:lnTo>
                  <a:lnTo>
                    <a:pt x="1" y="212"/>
                  </a:lnTo>
                  <a:lnTo>
                    <a:pt x="1" y="212"/>
                  </a:lnTo>
                  <a:lnTo>
                    <a:pt x="1" y="207"/>
                  </a:lnTo>
                  <a:lnTo>
                    <a:pt x="3" y="202"/>
                  </a:lnTo>
                  <a:lnTo>
                    <a:pt x="6" y="198"/>
                  </a:lnTo>
                  <a:lnTo>
                    <a:pt x="10" y="196"/>
                  </a:lnTo>
                  <a:lnTo>
                    <a:pt x="14" y="193"/>
                  </a:lnTo>
                  <a:lnTo>
                    <a:pt x="16" y="188"/>
                  </a:lnTo>
                  <a:lnTo>
                    <a:pt x="16" y="188"/>
                  </a:lnTo>
                  <a:lnTo>
                    <a:pt x="17" y="185"/>
                  </a:lnTo>
                  <a:lnTo>
                    <a:pt x="19" y="182"/>
                  </a:lnTo>
                  <a:lnTo>
                    <a:pt x="19" y="182"/>
                  </a:lnTo>
                  <a:lnTo>
                    <a:pt x="41" y="154"/>
                  </a:lnTo>
                  <a:lnTo>
                    <a:pt x="63" y="127"/>
                  </a:lnTo>
                  <a:lnTo>
                    <a:pt x="86" y="103"/>
                  </a:lnTo>
                  <a:lnTo>
                    <a:pt x="110" y="81"/>
                  </a:lnTo>
                  <a:lnTo>
                    <a:pt x="135" y="60"/>
                  </a:lnTo>
                  <a:lnTo>
                    <a:pt x="159" y="41"/>
                  </a:lnTo>
                  <a:lnTo>
                    <a:pt x="185" y="25"/>
                  </a:lnTo>
                  <a:lnTo>
                    <a:pt x="210" y="10"/>
                  </a:lnTo>
                  <a:lnTo>
                    <a:pt x="210" y="10"/>
                  </a:lnTo>
                  <a:lnTo>
                    <a:pt x="215" y="8"/>
                  </a:lnTo>
                  <a:lnTo>
                    <a:pt x="219" y="7"/>
                  </a:lnTo>
                  <a:lnTo>
                    <a:pt x="219" y="7"/>
                  </a:lnTo>
                  <a:lnTo>
                    <a:pt x="222" y="8"/>
                  </a:lnTo>
                  <a:lnTo>
                    <a:pt x="228" y="8"/>
                  </a:lnTo>
                  <a:lnTo>
                    <a:pt x="232" y="5"/>
                  </a:lnTo>
                  <a:lnTo>
                    <a:pt x="232" y="5"/>
                  </a:lnTo>
                  <a:lnTo>
                    <a:pt x="236" y="3"/>
                  </a:lnTo>
                  <a:lnTo>
                    <a:pt x="242" y="2"/>
                  </a:lnTo>
                  <a:lnTo>
                    <a:pt x="242" y="2"/>
                  </a:lnTo>
                  <a:lnTo>
                    <a:pt x="291" y="0"/>
                  </a:lnTo>
                  <a:lnTo>
                    <a:pt x="335" y="0"/>
                  </a:lnTo>
                  <a:lnTo>
                    <a:pt x="335" y="0"/>
                  </a:lnTo>
                  <a:lnTo>
                    <a:pt x="377" y="0"/>
                  </a:lnTo>
                  <a:lnTo>
                    <a:pt x="419" y="2"/>
                  </a:lnTo>
                  <a:lnTo>
                    <a:pt x="458" y="5"/>
                  </a:lnTo>
                  <a:lnTo>
                    <a:pt x="495" y="8"/>
                  </a:lnTo>
                  <a:lnTo>
                    <a:pt x="531" y="13"/>
                  </a:lnTo>
                  <a:lnTo>
                    <a:pt x="566" y="20"/>
                  </a:lnTo>
                  <a:lnTo>
                    <a:pt x="599" y="26"/>
                  </a:lnTo>
                  <a:lnTo>
                    <a:pt x="631" y="34"/>
                  </a:lnTo>
                  <a:lnTo>
                    <a:pt x="631" y="34"/>
                  </a:lnTo>
                  <a:lnTo>
                    <a:pt x="634" y="35"/>
                  </a:lnTo>
                  <a:lnTo>
                    <a:pt x="636" y="36"/>
                  </a:lnTo>
                  <a:lnTo>
                    <a:pt x="638" y="36"/>
                  </a:lnTo>
                  <a:lnTo>
                    <a:pt x="638" y="36"/>
                  </a:lnTo>
                  <a:lnTo>
                    <a:pt x="642" y="36"/>
                  </a:lnTo>
                  <a:lnTo>
                    <a:pt x="646" y="38"/>
                  </a:lnTo>
                  <a:lnTo>
                    <a:pt x="656" y="46"/>
                  </a:lnTo>
                  <a:lnTo>
                    <a:pt x="656" y="46"/>
                  </a:lnTo>
                  <a:lnTo>
                    <a:pt x="697" y="80"/>
                  </a:lnTo>
                  <a:lnTo>
                    <a:pt x="736" y="114"/>
                  </a:lnTo>
                  <a:lnTo>
                    <a:pt x="775" y="149"/>
                  </a:lnTo>
                  <a:lnTo>
                    <a:pt x="812" y="184"/>
                  </a:lnTo>
                  <a:lnTo>
                    <a:pt x="887" y="256"/>
                  </a:lnTo>
                  <a:lnTo>
                    <a:pt x="958" y="328"/>
                  </a:lnTo>
                  <a:lnTo>
                    <a:pt x="958" y="328"/>
                  </a:lnTo>
                  <a:lnTo>
                    <a:pt x="1008" y="379"/>
                  </a:lnTo>
                  <a:lnTo>
                    <a:pt x="1057" y="428"/>
                  </a:lnTo>
                  <a:lnTo>
                    <a:pt x="1107" y="475"/>
                  </a:lnTo>
                  <a:lnTo>
                    <a:pt x="1156" y="521"/>
                  </a:lnTo>
                  <a:lnTo>
                    <a:pt x="1159" y="524"/>
                  </a:lnTo>
                  <a:lnTo>
                    <a:pt x="1163" y="524"/>
                  </a:lnTo>
                  <a:lnTo>
                    <a:pt x="1163" y="524"/>
                  </a:lnTo>
                  <a:lnTo>
                    <a:pt x="1167" y="525"/>
                  </a:lnTo>
                  <a:lnTo>
                    <a:pt x="1171" y="527"/>
                  </a:lnTo>
                  <a:lnTo>
                    <a:pt x="1173" y="529"/>
                  </a:lnTo>
                  <a:lnTo>
                    <a:pt x="1175" y="533"/>
                  </a:lnTo>
                  <a:lnTo>
                    <a:pt x="1175" y="533"/>
                  </a:lnTo>
                  <a:lnTo>
                    <a:pt x="1185" y="553"/>
                  </a:lnTo>
                  <a:lnTo>
                    <a:pt x="1193" y="571"/>
                  </a:lnTo>
                  <a:lnTo>
                    <a:pt x="1201" y="590"/>
                  </a:lnTo>
                  <a:lnTo>
                    <a:pt x="1207" y="607"/>
                  </a:lnTo>
                  <a:lnTo>
                    <a:pt x="1211" y="626"/>
                  </a:lnTo>
                  <a:lnTo>
                    <a:pt x="1215" y="644"/>
                  </a:lnTo>
                  <a:lnTo>
                    <a:pt x="1218" y="660"/>
                  </a:lnTo>
                  <a:lnTo>
                    <a:pt x="1220" y="677"/>
                  </a:lnTo>
                  <a:lnTo>
                    <a:pt x="1220" y="693"/>
                  </a:lnTo>
                  <a:lnTo>
                    <a:pt x="1220" y="710"/>
                  </a:lnTo>
                  <a:lnTo>
                    <a:pt x="1218" y="725"/>
                  </a:lnTo>
                  <a:lnTo>
                    <a:pt x="1216" y="741"/>
                  </a:lnTo>
                  <a:lnTo>
                    <a:pt x="1212" y="755"/>
                  </a:lnTo>
                  <a:lnTo>
                    <a:pt x="1208" y="771"/>
                  </a:lnTo>
                  <a:lnTo>
                    <a:pt x="1202" y="785"/>
                  </a:lnTo>
                  <a:lnTo>
                    <a:pt x="1194" y="798"/>
                  </a:lnTo>
                  <a:lnTo>
                    <a:pt x="1192" y="804"/>
                  </a:lnTo>
                  <a:lnTo>
                    <a:pt x="1193" y="809"/>
                  </a:lnTo>
                  <a:lnTo>
                    <a:pt x="1193" y="809"/>
                  </a:lnTo>
                  <a:lnTo>
                    <a:pt x="1194" y="813"/>
                  </a:lnTo>
                  <a:lnTo>
                    <a:pt x="1193" y="817"/>
                  </a:lnTo>
                  <a:lnTo>
                    <a:pt x="1191" y="821"/>
                  </a:lnTo>
                  <a:lnTo>
                    <a:pt x="1188" y="826"/>
                  </a:lnTo>
                  <a:lnTo>
                    <a:pt x="1188" y="826"/>
                  </a:lnTo>
                  <a:lnTo>
                    <a:pt x="1147" y="869"/>
                  </a:lnTo>
                  <a:lnTo>
                    <a:pt x="1109" y="909"/>
                  </a:lnTo>
                  <a:lnTo>
                    <a:pt x="1070" y="948"/>
                  </a:lnTo>
                  <a:lnTo>
                    <a:pt x="1031" y="985"/>
                  </a:lnTo>
                  <a:lnTo>
                    <a:pt x="952" y="1062"/>
                  </a:lnTo>
                  <a:lnTo>
                    <a:pt x="862" y="1146"/>
                  </a:lnTo>
                  <a:lnTo>
                    <a:pt x="862" y="1146"/>
                  </a:lnTo>
                  <a:lnTo>
                    <a:pt x="858" y="1151"/>
                  </a:lnTo>
                  <a:lnTo>
                    <a:pt x="857" y="1152"/>
                  </a:lnTo>
                  <a:lnTo>
                    <a:pt x="857" y="1152"/>
                  </a:lnTo>
                  <a:lnTo>
                    <a:pt x="853" y="1157"/>
                  </a:lnTo>
                  <a:lnTo>
                    <a:pt x="853" y="1157"/>
                  </a:lnTo>
                  <a:lnTo>
                    <a:pt x="834" y="1170"/>
                  </a:lnTo>
                  <a:lnTo>
                    <a:pt x="815" y="1182"/>
                  </a:lnTo>
                  <a:lnTo>
                    <a:pt x="798" y="1192"/>
                  </a:lnTo>
                  <a:lnTo>
                    <a:pt x="779" y="1200"/>
                  </a:lnTo>
                  <a:lnTo>
                    <a:pt x="761" y="1206"/>
                  </a:lnTo>
                  <a:lnTo>
                    <a:pt x="743" y="1211"/>
                  </a:lnTo>
                  <a:lnTo>
                    <a:pt x="724" y="1214"/>
                  </a:lnTo>
                  <a:lnTo>
                    <a:pt x="706" y="1215"/>
                  </a:lnTo>
                  <a:lnTo>
                    <a:pt x="706" y="1215"/>
                  </a:lnTo>
                  <a:close/>
                  <a:moveTo>
                    <a:pt x="231" y="43"/>
                  </a:moveTo>
                  <a:lnTo>
                    <a:pt x="231" y="43"/>
                  </a:lnTo>
                  <a:lnTo>
                    <a:pt x="206" y="57"/>
                  </a:lnTo>
                  <a:lnTo>
                    <a:pt x="182" y="72"/>
                  </a:lnTo>
                  <a:lnTo>
                    <a:pt x="159" y="90"/>
                  </a:lnTo>
                  <a:lnTo>
                    <a:pt x="137" y="108"/>
                  </a:lnTo>
                  <a:lnTo>
                    <a:pt x="114" y="129"/>
                  </a:lnTo>
                  <a:lnTo>
                    <a:pt x="93" y="151"/>
                  </a:lnTo>
                  <a:lnTo>
                    <a:pt x="73" y="175"/>
                  </a:lnTo>
                  <a:lnTo>
                    <a:pt x="54" y="198"/>
                  </a:lnTo>
                  <a:lnTo>
                    <a:pt x="54" y="198"/>
                  </a:lnTo>
                  <a:lnTo>
                    <a:pt x="50" y="202"/>
                  </a:lnTo>
                  <a:lnTo>
                    <a:pt x="46" y="205"/>
                  </a:lnTo>
                  <a:lnTo>
                    <a:pt x="40" y="208"/>
                  </a:lnTo>
                  <a:lnTo>
                    <a:pt x="40" y="216"/>
                  </a:lnTo>
                  <a:lnTo>
                    <a:pt x="40" y="216"/>
                  </a:lnTo>
                  <a:lnTo>
                    <a:pt x="39" y="280"/>
                  </a:lnTo>
                  <a:lnTo>
                    <a:pt x="40" y="311"/>
                  </a:lnTo>
                  <a:lnTo>
                    <a:pt x="41" y="342"/>
                  </a:lnTo>
                  <a:lnTo>
                    <a:pt x="43" y="371"/>
                  </a:lnTo>
                  <a:lnTo>
                    <a:pt x="45" y="400"/>
                  </a:lnTo>
                  <a:lnTo>
                    <a:pt x="49" y="427"/>
                  </a:lnTo>
                  <a:lnTo>
                    <a:pt x="52" y="453"/>
                  </a:lnTo>
                  <a:lnTo>
                    <a:pt x="56" y="479"/>
                  </a:lnTo>
                  <a:lnTo>
                    <a:pt x="61" y="504"/>
                  </a:lnTo>
                  <a:lnTo>
                    <a:pt x="68" y="529"/>
                  </a:lnTo>
                  <a:lnTo>
                    <a:pt x="74" y="552"/>
                  </a:lnTo>
                  <a:lnTo>
                    <a:pt x="80" y="574"/>
                  </a:lnTo>
                  <a:lnTo>
                    <a:pt x="88" y="596"/>
                  </a:lnTo>
                  <a:lnTo>
                    <a:pt x="96" y="618"/>
                  </a:lnTo>
                  <a:lnTo>
                    <a:pt x="105" y="637"/>
                  </a:lnTo>
                  <a:lnTo>
                    <a:pt x="105" y="637"/>
                  </a:lnTo>
                  <a:lnTo>
                    <a:pt x="107" y="642"/>
                  </a:lnTo>
                  <a:lnTo>
                    <a:pt x="107" y="648"/>
                  </a:lnTo>
                  <a:lnTo>
                    <a:pt x="107" y="654"/>
                  </a:lnTo>
                  <a:lnTo>
                    <a:pt x="112" y="658"/>
                  </a:lnTo>
                  <a:lnTo>
                    <a:pt x="112" y="658"/>
                  </a:lnTo>
                  <a:lnTo>
                    <a:pt x="131" y="671"/>
                  </a:lnTo>
                  <a:lnTo>
                    <a:pt x="148" y="686"/>
                  </a:lnTo>
                  <a:lnTo>
                    <a:pt x="165" y="701"/>
                  </a:lnTo>
                  <a:lnTo>
                    <a:pt x="181" y="718"/>
                  </a:lnTo>
                  <a:lnTo>
                    <a:pt x="213" y="751"/>
                  </a:lnTo>
                  <a:lnTo>
                    <a:pt x="243" y="785"/>
                  </a:lnTo>
                  <a:lnTo>
                    <a:pt x="243" y="785"/>
                  </a:lnTo>
                  <a:lnTo>
                    <a:pt x="276" y="822"/>
                  </a:lnTo>
                  <a:lnTo>
                    <a:pt x="294" y="841"/>
                  </a:lnTo>
                  <a:lnTo>
                    <a:pt x="311" y="859"/>
                  </a:lnTo>
                  <a:lnTo>
                    <a:pt x="579" y="1127"/>
                  </a:lnTo>
                  <a:lnTo>
                    <a:pt x="582" y="1128"/>
                  </a:lnTo>
                  <a:lnTo>
                    <a:pt x="582" y="1128"/>
                  </a:lnTo>
                  <a:lnTo>
                    <a:pt x="585" y="1129"/>
                  </a:lnTo>
                  <a:lnTo>
                    <a:pt x="588" y="1131"/>
                  </a:lnTo>
                  <a:lnTo>
                    <a:pt x="588" y="1131"/>
                  </a:lnTo>
                  <a:lnTo>
                    <a:pt x="604" y="1142"/>
                  </a:lnTo>
                  <a:lnTo>
                    <a:pt x="618" y="1152"/>
                  </a:lnTo>
                  <a:lnTo>
                    <a:pt x="633" y="1159"/>
                  </a:lnTo>
                  <a:lnTo>
                    <a:pt x="647" y="1165"/>
                  </a:lnTo>
                  <a:lnTo>
                    <a:pt x="662" y="1170"/>
                  </a:lnTo>
                  <a:lnTo>
                    <a:pt x="677" y="1174"/>
                  </a:lnTo>
                  <a:lnTo>
                    <a:pt x="691" y="1177"/>
                  </a:lnTo>
                  <a:lnTo>
                    <a:pt x="706" y="1177"/>
                  </a:lnTo>
                  <a:lnTo>
                    <a:pt x="706" y="1177"/>
                  </a:lnTo>
                  <a:lnTo>
                    <a:pt x="720" y="1177"/>
                  </a:lnTo>
                  <a:lnTo>
                    <a:pt x="735" y="1174"/>
                  </a:lnTo>
                  <a:lnTo>
                    <a:pt x="750" y="1170"/>
                  </a:lnTo>
                  <a:lnTo>
                    <a:pt x="765" y="1165"/>
                  </a:lnTo>
                  <a:lnTo>
                    <a:pt x="779" y="1159"/>
                  </a:lnTo>
                  <a:lnTo>
                    <a:pt x="794" y="1152"/>
                  </a:lnTo>
                  <a:lnTo>
                    <a:pt x="808" y="1142"/>
                  </a:lnTo>
                  <a:lnTo>
                    <a:pt x="823" y="1131"/>
                  </a:lnTo>
                  <a:lnTo>
                    <a:pt x="823" y="1131"/>
                  </a:lnTo>
                  <a:lnTo>
                    <a:pt x="824" y="1130"/>
                  </a:lnTo>
                  <a:lnTo>
                    <a:pt x="825" y="1130"/>
                  </a:lnTo>
                  <a:lnTo>
                    <a:pt x="826" y="1129"/>
                  </a:lnTo>
                  <a:lnTo>
                    <a:pt x="865" y="1090"/>
                  </a:lnTo>
                  <a:lnTo>
                    <a:pt x="865" y="1090"/>
                  </a:lnTo>
                  <a:lnTo>
                    <a:pt x="934" y="1017"/>
                  </a:lnTo>
                  <a:lnTo>
                    <a:pt x="1002" y="949"/>
                  </a:lnTo>
                  <a:lnTo>
                    <a:pt x="1069" y="883"/>
                  </a:lnTo>
                  <a:lnTo>
                    <a:pt x="1105" y="850"/>
                  </a:lnTo>
                  <a:lnTo>
                    <a:pt x="1140" y="817"/>
                  </a:lnTo>
                  <a:lnTo>
                    <a:pt x="1143" y="815"/>
                  </a:lnTo>
                  <a:lnTo>
                    <a:pt x="1144" y="811"/>
                  </a:lnTo>
                  <a:lnTo>
                    <a:pt x="1144" y="811"/>
                  </a:lnTo>
                  <a:lnTo>
                    <a:pt x="1145" y="807"/>
                  </a:lnTo>
                  <a:lnTo>
                    <a:pt x="1147" y="803"/>
                  </a:lnTo>
                  <a:lnTo>
                    <a:pt x="1147" y="803"/>
                  </a:lnTo>
                  <a:lnTo>
                    <a:pt x="1157" y="786"/>
                  </a:lnTo>
                  <a:lnTo>
                    <a:pt x="1165" y="770"/>
                  </a:lnTo>
                  <a:lnTo>
                    <a:pt x="1173" y="753"/>
                  </a:lnTo>
                  <a:lnTo>
                    <a:pt x="1177" y="736"/>
                  </a:lnTo>
                  <a:lnTo>
                    <a:pt x="1180" y="720"/>
                  </a:lnTo>
                  <a:lnTo>
                    <a:pt x="1182" y="703"/>
                  </a:lnTo>
                  <a:lnTo>
                    <a:pt x="1182" y="688"/>
                  </a:lnTo>
                  <a:lnTo>
                    <a:pt x="1181" y="672"/>
                  </a:lnTo>
                  <a:lnTo>
                    <a:pt x="1179" y="657"/>
                  </a:lnTo>
                  <a:lnTo>
                    <a:pt x="1176" y="642"/>
                  </a:lnTo>
                  <a:lnTo>
                    <a:pt x="1173" y="628"/>
                  </a:lnTo>
                  <a:lnTo>
                    <a:pt x="1169" y="614"/>
                  </a:lnTo>
                  <a:lnTo>
                    <a:pt x="1158" y="588"/>
                  </a:lnTo>
                  <a:lnTo>
                    <a:pt x="1148" y="564"/>
                  </a:lnTo>
                  <a:lnTo>
                    <a:pt x="1146" y="560"/>
                  </a:lnTo>
                  <a:lnTo>
                    <a:pt x="1143" y="558"/>
                  </a:lnTo>
                  <a:lnTo>
                    <a:pt x="1143" y="558"/>
                  </a:lnTo>
                  <a:lnTo>
                    <a:pt x="1140" y="556"/>
                  </a:lnTo>
                  <a:lnTo>
                    <a:pt x="1140" y="556"/>
                  </a:lnTo>
                  <a:lnTo>
                    <a:pt x="1089" y="514"/>
                  </a:lnTo>
                  <a:lnTo>
                    <a:pt x="1039" y="471"/>
                  </a:lnTo>
                  <a:lnTo>
                    <a:pt x="991" y="427"/>
                  </a:lnTo>
                  <a:lnTo>
                    <a:pt x="942" y="381"/>
                  </a:lnTo>
                  <a:lnTo>
                    <a:pt x="894" y="335"/>
                  </a:lnTo>
                  <a:lnTo>
                    <a:pt x="846" y="289"/>
                  </a:lnTo>
                  <a:lnTo>
                    <a:pt x="752" y="196"/>
                  </a:lnTo>
                  <a:lnTo>
                    <a:pt x="752" y="196"/>
                  </a:lnTo>
                  <a:lnTo>
                    <a:pt x="629" y="75"/>
                  </a:lnTo>
                  <a:lnTo>
                    <a:pt x="627" y="72"/>
                  </a:lnTo>
                  <a:lnTo>
                    <a:pt x="623" y="72"/>
                  </a:lnTo>
                  <a:lnTo>
                    <a:pt x="622" y="71"/>
                  </a:lnTo>
                  <a:lnTo>
                    <a:pt x="622" y="71"/>
                  </a:lnTo>
                  <a:lnTo>
                    <a:pt x="590" y="64"/>
                  </a:lnTo>
                  <a:lnTo>
                    <a:pt x="558" y="57"/>
                  </a:lnTo>
                  <a:lnTo>
                    <a:pt x="525" y="52"/>
                  </a:lnTo>
                  <a:lnTo>
                    <a:pt x="491" y="46"/>
                  </a:lnTo>
                  <a:lnTo>
                    <a:pt x="455" y="43"/>
                  </a:lnTo>
                  <a:lnTo>
                    <a:pt x="417" y="40"/>
                  </a:lnTo>
                  <a:lnTo>
                    <a:pt x="377" y="39"/>
                  </a:lnTo>
                  <a:lnTo>
                    <a:pt x="336" y="38"/>
                  </a:lnTo>
                  <a:lnTo>
                    <a:pt x="336" y="38"/>
                  </a:lnTo>
                  <a:lnTo>
                    <a:pt x="291" y="39"/>
                  </a:lnTo>
                  <a:lnTo>
                    <a:pt x="241" y="40"/>
                  </a:lnTo>
                  <a:lnTo>
                    <a:pt x="236" y="40"/>
                  </a:lnTo>
                  <a:lnTo>
                    <a:pt x="232" y="42"/>
                  </a:lnTo>
                  <a:lnTo>
                    <a:pt x="232" y="42"/>
                  </a:lnTo>
                  <a:lnTo>
                    <a:pt x="231" y="43"/>
                  </a:lnTo>
                  <a:lnTo>
                    <a:pt x="231" y="43"/>
                  </a:lnTo>
                  <a:close/>
                </a:path>
              </a:pathLst>
            </a:custGeom>
            <a:grpFill/>
            <a:ln>
              <a:solidFill>
                <a:schemeClr val="accent1">
                  <a:lumMod val="75000"/>
                  <a:alpha val="0"/>
                </a:schemeClr>
              </a:solidFill>
            </a:ln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311" name="Freeform 927"/>
            <p:cNvSpPr>
              <a:spLocks noEditPoints="1"/>
            </p:cNvSpPr>
            <p:nvPr>
              <p:custDataLst>
                <p:tags r:id="rId27"/>
              </p:custDataLst>
            </p:nvPr>
          </p:nvSpPr>
          <p:spPr bwMode="auto">
            <a:xfrm>
              <a:off x="3424238" y="1154113"/>
              <a:ext cx="557213" cy="225425"/>
            </a:xfrm>
            <a:custGeom>
              <a:avLst/>
              <a:gdLst/>
              <a:ahLst/>
              <a:cxnLst>
                <a:cxn ang="0">
                  <a:pos x="77" y="421"/>
                </a:cxn>
                <a:cxn ang="0">
                  <a:pos x="65" y="420"/>
                </a:cxn>
                <a:cxn ang="0">
                  <a:pos x="28" y="385"/>
                </a:cxn>
                <a:cxn ang="0">
                  <a:pos x="2" y="324"/>
                </a:cxn>
                <a:cxn ang="0">
                  <a:pos x="1" y="253"/>
                </a:cxn>
                <a:cxn ang="0">
                  <a:pos x="3" y="188"/>
                </a:cxn>
                <a:cxn ang="0">
                  <a:pos x="40" y="100"/>
                </a:cxn>
                <a:cxn ang="0">
                  <a:pos x="87" y="65"/>
                </a:cxn>
                <a:cxn ang="0">
                  <a:pos x="160" y="37"/>
                </a:cxn>
                <a:cxn ang="0">
                  <a:pos x="250" y="24"/>
                </a:cxn>
                <a:cxn ang="0">
                  <a:pos x="311" y="37"/>
                </a:cxn>
                <a:cxn ang="0">
                  <a:pos x="412" y="72"/>
                </a:cxn>
                <a:cxn ang="0">
                  <a:pos x="529" y="127"/>
                </a:cxn>
                <a:cxn ang="0">
                  <a:pos x="587" y="70"/>
                </a:cxn>
                <a:cxn ang="0">
                  <a:pos x="661" y="29"/>
                </a:cxn>
                <a:cxn ang="0">
                  <a:pos x="790" y="1"/>
                </a:cxn>
                <a:cxn ang="0">
                  <a:pos x="894" y="10"/>
                </a:cxn>
                <a:cxn ang="0">
                  <a:pos x="971" y="35"/>
                </a:cxn>
                <a:cxn ang="0">
                  <a:pos x="1030" y="87"/>
                </a:cxn>
                <a:cxn ang="0">
                  <a:pos x="1052" y="163"/>
                </a:cxn>
                <a:cxn ang="0">
                  <a:pos x="1025" y="252"/>
                </a:cxn>
                <a:cxn ang="0">
                  <a:pos x="951" y="306"/>
                </a:cxn>
                <a:cxn ang="0">
                  <a:pos x="871" y="326"/>
                </a:cxn>
                <a:cxn ang="0">
                  <a:pos x="769" y="315"/>
                </a:cxn>
                <a:cxn ang="0">
                  <a:pos x="623" y="246"/>
                </a:cxn>
                <a:cxn ang="0">
                  <a:pos x="524" y="190"/>
                </a:cxn>
                <a:cxn ang="0">
                  <a:pos x="479" y="259"/>
                </a:cxn>
                <a:cxn ang="0">
                  <a:pos x="458" y="261"/>
                </a:cxn>
                <a:cxn ang="0">
                  <a:pos x="451" y="244"/>
                </a:cxn>
                <a:cxn ang="0">
                  <a:pos x="504" y="162"/>
                </a:cxn>
                <a:cxn ang="0">
                  <a:pos x="394" y="95"/>
                </a:cxn>
                <a:cxn ang="0">
                  <a:pos x="310" y="68"/>
                </a:cxn>
                <a:cxn ang="0">
                  <a:pos x="213" y="57"/>
                </a:cxn>
                <a:cxn ang="0">
                  <a:pos x="142" y="76"/>
                </a:cxn>
                <a:cxn ang="0">
                  <a:pos x="89" y="99"/>
                </a:cxn>
                <a:cxn ang="0">
                  <a:pos x="47" y="159"/>
                </a:cxn>
                <a:cxn ang="0">
                  <a:pos x="30" y="231"/>
                </a:cxn>
                <a:cxn ang="0">
                  <a:pos x="41" y="335"/>
                </a:cxn>
                <a:cxn ang="0">
                  <a:pos x="65" y="372"/>
                </a:cxn>
                <a:cxn ang="0">
                  <a:pos x="101" y="397"/>
                </a:cxn>
                <a:cxn ang="0">
                  <a:pos x="117" y="394"/>
                </a:cxn>
                <a:cxn ang="0">
                  <a:pos x="127" y="410"/>
                </a:cxn>
                <a:cxn ang="0">
                  <a:pos x="112" y="425"/>
                </a:cxn>
                <a:cxn ang="0">
                  <a:pos x="819" y="29"/>
                </a:cxn>
                <a:cxn ang="0">
                  <a:pos x="736" y="41"/>
                </a:cxn>
                <a:cxn ang="0">
                  <a:pos x="628" y="80"/>
                </a:cxn>
                <a:cxn ang="0">
                  <a:pos x="550" y="152"/>
                </a:cxn>
                <a:cxn ang="0">
                  <a:pos x="632" y="213"/>
                </a:cxn>
                <a:cxn ang="0">
                  <a:pos x="723" y="264"/>
                </a:cxn>
                <a:cxn ang="0">
                  <a:pos x="808" y="289"/>
                </a:cxn>
                <a:cxn ang="0">
                  <a:pos x="922" y="285"/>
                </a:cxn>
                <a:cxn ang="0">
                  <a:pos x="994" y="243"/>
                </a:cxn>
                <a:cxn ang="0">
                  <a:pos x="1021" y="169"/>
                </a:cxn>
                <a:cxn ang="0">
                  <a:pos x="1014" y="119"/>
                </a:cxn>
                <a:cxn ang="0">
                  <a:pos x="991" y="91"/>
                </a:cxn>
                <a:cxn ang="0">
                  <a:pos x="938" y="55"/>
                </a:cxn>
                <a:cxn ang="0">
                  <a:pos x="849" y="32"/>
                </a:cxn>
              </a:cxnLst>
              <a:rect l="0" t="0" r="r" b="b"/>
              <a:pathLst>
                <a:path w="1052" h="426">
                  <a:moveTo>
                    <a:pt x="96" y="426"/>
                  </a:moveTo>
                  <a:lnTo>
                    <a:pt x="96" y="426"/>
                  </a:lnTo>
                  <a:lnTo>
                    <a:pt x="90" y="425"/>
                  </a:lnTo>
                  <a:lnTo>
                    <a:pt x="85" y="425"/>
                  </a:lnTo>
                  <a:lnTo>
                    <a:pt x="80" y="423"/>
                  </a:lnTo>
                  <a:lnTo>
                    <a:pt x="77" y="421"/>
                  </a:lnTo>
                  <a:lnTo>
                    <a:pt x="74" y="418"/>
                  </a:lnTo>
                  <a:lnTo>
                    <a:pt x="68" y="423"/>
                  </a:lnTo>
                  <a:lnTo>
                    <a:pt x="68" y="421"/>
                  </a:lnTo>
                  <a:lnTo>
                    <a:pt x="68" y="421"/>
                  </a:lnTo>
                  <a:lnTo>
                    <a:pt x="65" y="420"/>
                  </a:lnTo>
                  <a:lnTo>
                    <a:pt x="65" y="420"/>
                  </a:lnTo>
                  <a:lnTo>
                    <a:pt x="59" y="417"/>
                  </a:lnTo>
                  <a:lnTo>
                    <a:pt x="53" y="413"/>
                  </a:lnTo>
                  <a:lnTo>
                    <a:pt x="53" y="413"/>
                  </a:lnTo>
                  <a:lnTo>
                    <a:pt x="44" y="405"/>
                  </a:lnTo>
                  <a:lnTo>
                    <a:pt x="36" y="396"/>
                  </a:lnTo>
                  <a:lnTo>
                    <a:pt x="28" y="385"/>
                  </a:lnTo>
                  <a:lnTo>
                    <a:pt x="21" y="373"/>
                  </a:lnTo>
                  <a:lnTo>
                    <a:pt x="14" y="361"/>
                  </a:lnTo>
                  <a:lnTo>
                    <a:pt x="9" y="349"/>
                  </a:lnTo>
                  <a:lnTo>
                    <a:pt x="5" y="336"/>
                  </a:lnTo>
                  <a:lnTo>
                    <a:pt x="2" y="324"/>
                  </a:lnTo>
                  <a:lnTo>
                    <a:pt x="2" y="324"/>
                  </a:lnTo>
                  <a:lnTo>
                    <a:pt x="0" y="313"/>
                  </a:lnTo>
                  <a:lnTo>
                    <a:pt x="0" y="300"/>
                  </a:lnTo>
                  <a:lnTo>
                    <a:pt x="0" y="275"/>
                  </a:lnTo>
                  <a:lnTo>
                    <a:pt x="0" y="275"/>
                  </a:lnTo>
                  <a:lnTo>
                    <a:pt x="1" y="253"/>
                  </a:lnTo>
                  <a:lnTo>
                    <a:pt x="1" y="253"/>
                  </a:lnTo>
                  <a:lnTo>
                    <a:pt x="1" y="234"/>
                  </a:lnTo>
                  <a:lnTo>
                    <a:pt x="1" y="234"/>
                  </a:lnTo>
                  <a:lnTo>
                    <a:pt x="0" y="210"/>
                  </a:lnTo>
                  <a:lnTo>
                    <a:pt x="1" y="198"/>
                  </a:lnTo>
                  <a:lnTo>
                    <a:pt x="3" y="188"/>
                  </a:lnTo>
                  <a:lnTo>
                    <a:pt x="3" y="188"/>
                  </a:lnTo>
                  <a:lnTo>
                    <a:pt x="8" y="166"/>
                  </a:lnTo>
                  <a:lnTo>
                    <a:pt x="13" y="153"/>
                  </a:lnTo>
                  <a:lnTo>
                    <a:pt x="18" y="139"/>
                  </a:lnTo>
                  <a:lnTo>
                    <a:pt x="25" y="126"/>
                  </a:lnTo>
                  <a:lnTo>
                    <a:pt x="32" y="112"/>
                  </a:lnTo>
                  <a:lnTo>
                    <a:pt x="40" y="100"/>
                  </a:lnTo>
                  <a:lnTo>
                    <a:pt x="44" y="95"/>
                  </a:lnTo>
                  <a:lnTo>
                    <a:pt x="49" y="89"/>
                  </a:lnTo>
                  <a:lnTo>
                    <a:pt x="49" y="89"/>
                  </a:lnTo>
                  <a:lnTo>
                    <a:pt x="62" y="80"/>
                  </a:lnTo>
                  <a:lnTo>
                    <a:pt x="73" y="72"/>
                  </a:lnTo>
                  <a:lnTo>
                    <a:pt x="87" y="65"/>
                  </a:lnTo>
                  <a:lnTo>
                    <a:pt x="100" y="58"/>
                  </a:lnTo>
                  <a:lnTo>
                    <a:pt x="114" y="53"/>
                  </a:lnTo>
                  <a:lnTo>
                    <a:pt x="127" y="47"/>
                  </a:lnTo>
                  <a:lnTo>
                    <a:pt x="156" y="38"/>
                  </a:lnTo>
                  <a:lnTo>
                    <a:pt x="160" y="37"/>
                  </a:lnTo>
                  <a:lnTo>
                    <a:pt x="160" y="37"/>
                  </a:lnTo>
                  <a:lnTo>
                    <a:pt x="180" y="31"/>
                  </a:lnTo>
                  <a:lnTo>
                    <a:pt x="198" y="27"/>
                  </a:lnTo>
                  <a:lnTo>
                    <a:pt x="218" y="24"/>
                  </a:lnTo>
                  <a:lnTo>
                    <a:pt x="236" y="24"/>
                  </a:lnTo>
                  <a:lnTo>
                    <a:pt x="236" y="24"/>
                  </a:lnTo>
                  <a:lnTo>
                    <a:pt x="250" y="24"/>
                  </a:lnTo>
                  <a:lnTo>
                    <a:pt x="262" y="25"/>
                  </a:lnTo>
                  <a:lnTo>
                    <a:pt x="275" y="27"/>
                  </a:lnTo>
                  <a:lnTo>
                    <a:pt x="287" y="31"/>
                  </a:lnTo>
                  <a:lnTo>
                    <a:pt x="287" y="31"/>
                  </a:lnTo>
                  <a:lnTo>
                    <a:pt x="309" y="36"/>
                  </a:lnTo>
                  <a:lnTo>
                    <a:pt x="311" y="37"/>
                  </a:lnTo>
                  <a:lnTo>
                    <a:pt x="311" y="37"/>
                  </a:lnTo>
                  <a:lnTo>
                    <a:pt x="338" y="44"/>
                  </a:lnTo>
                  <a:lnTo>
                    <a:pt x="362" y="51"/>
                  </a:lnTo>
                  <a:lnTo>
                    <a:pt x="387" y="60"/>
                  </a:lnTo>
                  <a:lnTo>
                    <a:pt x="400" y="66"/>
                  </a:lnTo>
                  <a:lnTo>
                    <a:pt x="412" y="72"/>
                  </a:lnTo>
                  <a:lnTo>
                    <a:pt x="412" y="72"/>
                  </a:lnTo>
                  <a:lnTo>
                    <a:pt x="438" y="85"/>
                  </a:lnTo>
                  <a:lnTo>
                    <a:pt x="464" y="100"/>
                  </a:lnTo>
                  <a:lnTo>
                    <a:pt x="513" y="130"/>
                  </a:lnTo>
                  <a:lnTo>
                    <a:pt x="523" y="136"/>
                  </a:lnTo>
                  <a:lnTo>
                    <a:pt x="529" y="127"/>
                  </a:lnTo>
                  <a:lnTo>
                    <a:pt x="529" y="127"/>
                  </a:lnTo>
                  <a:lnTo>
                    <a:pt x="540" y="113"/>
                  </a:lnTo>
                  <a:lnTo>
                    <a:pt x="551" y="101"/>
                  </a:lnTo>
                  <a:lnTo>
                    <a:pt x="563" y="89"/>
                  </a:lnTo>
                  <a:lnTo>
                    <a:pt x="574" y="79"/>
                  </a:lnTo>
                  <a:lnTo>
                    <a:pt x="587" y="70"/>
                  </a:lnTo>
                  <a:lnTo>
                    <a:pt x="599" y="60"/>
                  </a:lnTo>
                  <a:lnTo>
                    <a:pt x="611" y="52"/>
                  </a:lnTo>
                  <a:lnTo>
                    <a:pt x="625" y="45"/>
                  </a:lnTo>
                  <a:lnTo>
                    <a:pt x="625" y="45"/>
                  </a:lnTo>
                  <a:lnTo>
                    <a:pt x="642" y="37"/>
                  </a:lnTo>
                  <a:lnTo>
                    <a:pt x="661" y="29"/>
                  </a:lnTo>
                  <a:lnTo>
                    <a:pt x="680" y="23"/>
                  </a:lnTo>
                  <a:lnTo>
                    <a:pt x="698" y="18"/>
                  </a:lnTo>
                  <a:lnTo>
                    <a:pt x="734" y="10"/>
                  </a:lnTo>
                  <a:lnTo>
                    <a:pt x="767" y="4"/>
                  </a:lnTo>
                  <a:lnTo>
                    <a:pt x="767" y="4"/>
                  </a:lnTo>
                  <a:lnTo>
                    <a:pt x="790" y="1"/>
                  </a:lnTo>
                  <a:lnTo>
                    <a:pt x="813" y="0"/>
                  </a:lnTo>
                  <a:lnTo>
                    <a:pt x="813" y="0"/>
                  </a:lnTo>
                  <a:lnTo>
                    <a:pt x="826" y="0"/>
                  </a:lnTo>
                  <a:lnTo>
                    <a:pt x="841" y="1"/>
                  </a:lnTo>
                  <a:lnTo>
                    <a:pt x="868" y="5"/>
                  </a:lnTo>
                  <a:lnTo>
                    <a:pt x="894" y="10"/>
                  </a:lnTo>
                  <a:lnTo>
                    <a:pt x="922" y="16"/>
                  </a:lnTo>
                  <a:lnTo>
                    <a:pt x="922" y="16"/>
                  </a:lnTo>
                  <a:lnTo>
                    <a:pt x="935" y="19"/>
                  </a:lnTo>
                  <a:lnTo>
                    <a:pt x="947" y="23"/>
                  </a:lnTo>
                  <a:lnTo>
                    <a:pt x="959" y="28"/>
                  </a:lnTo>
                  <a:lnTo>
                    <a:pt x="971" y="35"/>
                  </a:lnTo>
                  <a:lnTo>
                    <a:pt x="982" y="42"/>
                  </a:lnTo>
                  <a:lnTo>
                    <a:pt x="994" y="49"/>
                  </a:lnTo>
                  <a:lnTo>
                    <a:pt x="1004" y="57"/>
                  </a:lnTo>
                  <a:lnTo>
                    <a:pt x="1013" y="67"/>
                  </a:lnTo>
                  <a:lnTo>
                    <a:pt x="1022" y="77"/>
                  </a:lnTo>
                  <a:lnTo>
                    <a:pt x="1030" y="87"/>
                  </a:lnTo>
                  <a:lnTo>
                    <a:pt x="1037" y="99"/>
                  </a:lnTo>
                  <a:lnTo>
                    <a:pt x="1043" y="110"/>
                  </a:lnTo>
                  <a:lnTo>
                    <a:pt x="1047" y="122"/>
                  </a:lnTo>
                  <a:lnTo>
                    <a:pt x="1050" y="135"/>
                  </a:lnTo>
                  <a:lnTo>
                    <a:pt x="1052" y="148"/>
                  </a:lnTo>
                  <a:lnTo>
                    <a:pt x="1052" y="163"/>
                  </a:lnTo>
                  <a:lnTo>
                    <a:pt x="1052" y="163"/>
                  </a:lnTo>
                  <a:lnTo>
                    <a:pt x="1050" y="183"/>
                  </a:lnTo>
                  <a:lnTo>
                    <a:pt x="1047" y="203"/>
                  </a:lnTo>
                  <a:lnTo>
                    <a:pt x="1041" y="221"/>
                  </a:lnTo>
                  <a:lnTo>
                    <a:pt x="1034" y="237"/>
                  </a:lnTo>
                  <a:lnTo>
                    <a:pt x="1025" y="252"/>
                  </a:lnTo>
                  <a:lnTo>
                    <a:pt x="1014" y="264"/>
                  </a:lnTo>
                  <a:lnTo>
                    <a:pt x="1003" y="275"/>
                  </a:lnTo>
                  <a:lnTo>
                    <a:pt x="991" y="285"/>
                  </a:lnTo>
                  <a:lnTo>
                    <a:pt x="978" y="293"/>
                  </a:lnTo>
                  <a:lnTo>
                    <a:pt x="965" y="300"/>
                  </a:lnTo>
                  <a:lnTo>
                    <a:pt x="951" y="306"/>
                  </a:lnTo>
                  <a:lnTo>
                    <a:pt x="938" y="311"/>
                  </a:lnTo>
                  <a:lnTo>
                    <a:pt x="924" y="316"/>
                  </a:lnTo>
                  <a:lnTo>
                    <a:pt x="912" y="320"/>
                  </a:lnTo>
                  <a:lnTo>
                    <a:pt x="887" y="324"/>
                  </a:lnTo>
                  <a:lnTo>
                    <a:pt x="887" y="324"/>
                  </a:lnTo>
                  <a:lnTo>
                    <a:pt x="871" y="326"/>
                  </a:lnTo>
                  <a:lnTo>
                    <a:pt x="854" y="327"/>
                  </a:lnTo>
                  <a:lnTo>
                    <a:pt x="854" y="327"/>
                  </a:lnTo>
                  <a:lnTo>
                    <a:pt x="841" y="326"/>
                  </a:lnTo>
                  <a:lnTo>
                    <a:pt x="827" y="325"/>
                  </a:lnTo>
                  <a:lnTo>
                    <a:pt x="799" y="321"/>
                  </a:lnTo>
                  <a:lnTo>
                    <a:pt x="769" y="315"/>
                  </a:lnTo>
                  <a:lnTo>
                    <a:pt x="740" y="305"/>
                  </a:lnTo>
                  <a:lnTo>
                    <a:pt x="711" y="294"/>
                  </a:lnTo>
                  <a:lnTo>
                    <a:pt x="681" y="281"/>
                  </a:lnTo>
                  <a:lnTo>
                    <a:pt x="652" y="265"/>
                  </a:lnTo>
                  <a:lnTo>
                    <a:pt x="623" y="246"/>
                  </a:lnTo>
                  <a:lnTo>
                    <a:pt x="623" y="246"/>
                  </a:lnTo>
                  <a:lnTo>
                    <a:pt x="597" y="229"/>
                  </a:lnTo>
                  <a:lnTo>
                    <a:pt x="571" y="209"/>
                  </a:lnTo>
                  <a:lnTo>
                    <a:pt x="571" y="209"/>
                  </a:lnTo>
                  <a:lnTo>
                    <a:pt x="541" y="187"/>
                  </a:lnTo>
                  <a:lnTo>
                    <a:pt x="531" y="179"/>
                  </a:lnTo>
                  <a:lnTo>
                    <a:pt x="524" y="190"/>
                  </a:lnTo>
                  <a:lnTo>
                    <a:pt x="524" y="190"/>
                  </a:lnTo>
                  <a:lnTo>
                    <a:pt x="500" y="227"/>
                  </a:lnTo>
                  <a:lnTo>
                    <a:pt x="500" y="227"/>
                  </a:lnTo>
                  <a:lnTo>
                    <a:pt x="482" y="256"/>
                  </a:lnTo>
                  <a:lnTo>
                    <a:pt x="482" y="256"/>
                  </a:lnTo>
                  <a:lnTo>
                    <a:pt x="479" y="259"/>
                  </a:lnTo>
                  <a:lnTo>
                    <a:pt x="476" y="262"/>
                  </a:lnTo>
                  <a:lnTo>
                    <a:pt x="473" y="263"/>
                  </a:lnTo>
                  <a:lnTo>
                    <a:pt x="469" y="263"/>
                  </a:lnTo>
                  <a:lnTo>
                    <a:pt x="469" y="263"/>
                  </a:lnTo>
                  <a:lnTo>
                    <a:pt x="464" y="263"/>
                  </a:lnTo>
                  <a:lnTo>
                    <a:pt x="458" y="261"/>
                  </a:lnTo>
                  <a:lnTo>
                    <a:pt x="455" y="258"/>
                  </a:lnTo>
                  <a:lnTo>
                    <a:pt x="452" y="254"/>
                  </a:lnTo>
                  <a:lnTo>
                    <a:pt x="452" y="254"/>
                  </a:lnTo>
                  <a:lnTo>
                    <a:pt x="451" y="251"/>
                  </a:lnTo>
                  <a:lnTo>
                    <a:pt x="450" y="247"/>
                  </a:lnTo>
                  <a:lnTo>
                    <a:pt x="451" y="244"/>
                  </a:lnTo>
                  <a:lnTo>
                    <a:pt x="453" y="240"/>
                  </a:lnTo>
                  <a:lnTo>
                    <a:pt x="453" y="240"/>
                  </a:lnTo>
                  <a:lnTo>
                    <a:pt x="474" y="208"/>
                  </a:lnTo>
                  <a:lnTo>
                    <a:pt x="474" y="208"/>
                  </a:lnTo>
                  <a:lnTo>
                    <a:pt x="498" y="172"/>
                  </a:lnTo>
                  <a:lnTo>
                    <a:pt x="504" y="162"/>
                  </a:lnTo>
                  <a:lnTo>
                    <a:pt x="477" y="144"/>
                  </a:lnTo>
                  <a:lnTo>
                    <a:pt x="477" y="144"/>
                  </a:lnTo>
                  <a:lnTo>
                    <a:pt x="445" y="123"/>
                  </a:lnTo>
                  <a:lnTo>
                    <a:pt x="429" y="113"/>
                  </a:lnTo>
                  <a:lnTo>
                    <a:pt x="412" y="104"/>
                  </a:lnTo>
                  <a:lnTo>
                    <a:pt x="394" y="95"/>
                  </a:lnTo>
                  <a:lnTo>
                    <a:pt x="377" y="86"/>
                  </a:lnTo>
                  <a:lnTo>
                    <a:pt x="359" y="80"/>
                  </a:lnTo>
                  <a:lnTo>
                    <a:pt x="343" y="75"/>
                  </a:lnTo>
                  <a:lnTo>
                    <a:pt x="335" y="74"/>
                  </a:lnTo>
                  <a:lnTo>
                    <a:pt x="335" y="74"/>
                  </a:lnTo>
                  <a:lnTo>
                    <a:pt x="310" y="68"/>
                  </a:lnTo>
                  <a:lnTo>
                    <a:pt x="284" y="63"/>
                  </a:lnTo>
                  <a:lnTo>
                    <a:pt x="256" y="58"/>
                  </a:lnTo>
                  <a:lnTo>
                    <a:pt x="243" y="57"/>
                  </a:lnTo>
                  <a:lnTo>
                    <a:pt x="229" y="57"/>
                  </a:lnTo>
                  <a:lnTo>
                    <a:pt x="229" y="57"/>
                  </a:lnTo>
                  <a:lnTo>
                    <a:pt x="213" y="57"/>
                  </a:lnTo>
                  <a:lnTo>
                    <a:pt x="196" y="59"/>
                  </a:lnTo>
                  <a:lnTo>
                    <a:pt x="182" y="64"/>
                  </a:lnTo>
                  <a:lnTo>
                    <a:pt x="167" y="68"/>
                  </a:lnTo>
                  <a:lnTo>
                    <a:pt x="167" y="68"/>
                  </a:lnTo>
                  <a:lnTo>
                    <a:pt x="156" y="72"/>
                  </a:lnTo>
                  <a:lnTo>
                    <a:pt x="142" y="76"/>
                  </a:lnTo>
                  <a:lnTo>
                    <a:pt x="142" y="76"/>
                  </a:lnTo>
                  <a:lnTo>
                    <a:pt x="128" y="81"/>
                  </a:lnTo>
                  <a:lnTo>
                    <a:pt x="115" y="86"/>
                  </a:lnTo>
                  <a:lnTo>
                    <a:pt x="101" y="91"/>
                  </a:lnTo>
                  <a:lnTo>
                    <a:pt x="89" y="99"/>
                  </a:lnTo>
                  <a:lnTo>
                    <a:pt x="89" y="99"/>
                  </a:lnTo>
                  <a:lnTo>
                    <a:pt x="81" y="106"/>
                  </a:lnTo>
                  <a:lnTo>
                    <a:pt x="74" y="112"/>
                  </a:lnTo>
                  <a:lnTo>
                    <a:pt x="68" y="119"/>
                  </a:lnTo>
                  <a:lnTo>
                    <a:pt x="63" y="127"/>
                  </a:lnTo>
                  <a:lnTo>
                    <a:pt x="55" y="143"/>
                  </a:lnTo>
                  <a:lnTo>
                    <a:pt x="47" y="159"/>
                  </a:lnTo>
                  <a:lnTo>
                    <a:pt x="44" y="166"/>
                  </a:lnTo>
                  <a:lnTo>
                    <a:pt x="44" y="166"/>
                  </a:lnTo>
                  <a:lnTo>
                    <a:pt x="40" y="175"/>
                  </a:lnTo>
                  <a:lnTo>
                    <a:pt x="37" y="184"/>
                  </a:lnTo>
                  <a:lnTo>
                    <a:pt x="33" y="207"/>
                  </a:lnTo>
                  <a:lnTo>
                    <a:pt x="30" y="231"/>
                  </a:lnTo>
                  <a:lnTo>
                    <a:pt x="29" y="256"/>
                  </a:lnTo>
                  <a:lnTo>
                    <a:pt x="30" y="281"/>
                  </a:lnTo>
                  <a:lnTo>
                    <a:pt x="33" y="304"/>
                  </a:lnTo>
                  <a:lnTo>
                    <a:pt x="35" y="316"/>
                  </a:lnTo>
                  <a:lnTo>
                    <a:pt x="38" y="326"/>
                  </a:lnTo>
                  <a:lnTo>
                    <a:pt x="41" y="335"/>
                  </a:lnTo>
                  <a:lnTo>
                    <a:pt x="45" y="344"/>
                  </a:lnTo>
                  <a:lnTo>
                    <a:pt x="45" y="344"/>
                  </a:lnTo>
                  <a:lnTo>
                    <a:pt x="49" y="353"/>
                  </a:lnTo>
                  <a:lnTo>
                    <a:pt x="55" y="360"/>
                  </a:lnTo>
                  <a:lnTo>
                    <a:pt x="60" y="366"/>
                  </a:lnTo>
                  <a:lnTo>
                    <a:pt x="65" y="372"/>
                  </a:lnTo>
                  <a:lnTo>
                    <a:pt x="71" y="378"/>
                  </a:lnTo>
                  <a:lnTo>
                    <a:pt x="77" y="382"/>
                  </a:lnTo>
                  <a:lnTo>
                    <a:pt x="92" y="391"/>
                  </a:lnTo>
                  <a:lnTo>
                    <a:pt x="92" y="391"/>
                  </a:lnTo>
                  <a:lnTo>
                    <a:pt x="97" y="394"/>
                  </a:lnTo>
                  <a:lnTo>
                    <a:pt x="101" y="397"/>
                  </a:lnTo>
                  <a:lnTo>
                    <a:pt x="108" y="390"/>
                  </a:lnTo>
                  <a:lnTo>
                    <a:pt x="109" y="393"/>
                  </a:lnTo>
                  <a:lnTo>
                    <a:pt x="109" y="393"/>
                  </a:lnTo>
                  <a:lnTo>
                    <a:pt x="112" y="393"/>
                  </a:lnTo>
                  <a:lnTo>
                    <a:pt x="112" y="393"/>
                  </a:lnTo>
                  <a:lnTo>
                    <a:pt x="117" y="394"/>
                  </a:lnTo>
                  <a:lnTo>
                    <a:pt x="121" y="395"/>
                  </a:lnTo>
                  <a:lnTo>
                    <a:pt x="123" y="397"/>
                  </a:lnTo>
                  <a:lnTo>
                    <a:pt x="125" y="400"/>
                  </a:lnTo>
                  <a:lnTo>
                    <a:pt x="127" y="405"/>
                  </a:lnTo>
                  <a:lnTo>
                    <a:pt x="127" y="410"/>
                  </a:lnTo>
                  <a:lnTo>
                    <a:pt x="127" y="410"/>
                  </a:lnTo>
                  <a:lnTo>
                    <a:pt x="127" y="413"/>
                  </a:lnTo>
                  <a:lnTo>
                    <a:pt x="125" y="419"/>
                  </a:lnTo>
                  <a:lnTo>
                    <a:pt x="123" y="421"/>
                  </a:lnTo>
                  <a:lnTo>
                    <a:pt x="121" y="423"/>
                  </a:lnTo>
                  <a:lnTo>
                    <a:pt x="117" y="425"/>
                  </a:lnTo>
                  <a:lnTo>
                    <a:pt x="112" y="425"/>
                  </a:lnTo>
                  <a:lnTo>
                    <a:pt x="112" y="425"/>
                  </a:lnTo>
                  <a:lnTo>
                    <a:pt x="103" y="426"/>
                  </a:lnTo>
                  <a:lnTo>
                    <a:pt x="103" y="426"/>
                  </a:lnTo>
                  <a:lnTo>
                    <a:pt x="96" y="426"/>
                  </a:lnTo>
                  <a:lnTo>
                    <a:pt x="96" y="426"/>
                  </a:lnTo>
                  <a:close/>
                  <a:moveTo>
                    <a:pt x="819" y="29"/>
                  </a:moveTo>
                  <a:lnTo>
                    <a:pt x="819" y="29"/>
                  </a:lnTo>
                  <a:lnTo>
                    <a:pt x="805" y="31"/>
                  </a:lnTo>
                  <a:lnTo>
                    <a:pt x="788" y="32"/>
                  </a:lnTo>
                  <a:lnTo>
                    <a:pt x="771" y="34"/>
                  </a:lnTo>
                  <a:lnTo>
                    <a:pt x="754" y="37"/>
                  </a:lnTo>
                  <a:lnTo>
                    <a:pt x="736" y="41"/>
                  </a:lnTo>
                  <a:lnTo>
                    <a:pt x="717" y="46"/>
                  </a:lnTo>
                  <a:lnTo>
                    <a:pt x="675" y="58"/>
                  </a:lnTo>
                  <a:lnTo>
                    <a:pt x="675" y="58"/>
                  </a:lnTo>
                  <a:lnTo>
                    <a:pt x="659" y="65"/>
                  </a:lnTo>
                  <a:lnTo>
                    <a:pt x="643" y="72"/>
                  </a:lnTo>
                  <a:lnTo>
                    <a:pt x="628" y="80"/>
                  </a:lnTo>
                  <a:lnTo>
                    <a:pt x="613" y="90"/>
                  </a:lnTo>
                  <a:lnTo>
                    <a:pt x="599" y="101"/>
                  </a:lnTo>
                  <a:lnTo>
                    <a:pt x="586" y="113"/>
                  </a:lnTo>
                  <a:lnTo>
                    <a:pt x="572" y="127"/>
                  </a:lnTo>
                  <a:lnTo>
                    <a:pt x="559" y="142"/>
                  </a:lnTo>
                  <a:lnTo>
                    <a:pt x="550" y="152"/>
                  </a:lnTo>
                  <a:lnTo>
                    <a:pt x="562" y="160"/>
                  </a:lnTo>
                  <a:lnTo>
                    <a:pt x="562" y="160"/>
                  </a:lnTo>
                  <a:lnTo>
                    <a:pt x="582" y="174"/>
                  </a:lnTo>
                  <a:lnTo>
                    <a:pt x="602" y="190"/>
                  </a:lnTo>
                  <a:lnTo>
                    <a:pt x="602" y="190"/>
                  </a:lnTo>
                  <a:lnTo>
                    <a:pt x="632" y="213"/>
                  </a:lnTo>
                  <a:lnTo>
                    <a:pt x="648" y="224"/>
                  </a:lnTo>
                  <a:lnTo>
                    <a:pt x="664" y="234"/>
                  </a:lnTo>
                  <a:lnTo>
                    <a:pt x="664" y="234"/>
                  </a:lnTo>
                  <a:lnTo>
                    <a:pt x="688" y="246"/>
                  </a:lnTo>
                  <a:lnTo>
                    <a:pt x="704" y="255"/>
                  </a:lnTo>
                  <a:lnTo>
                    <a:pt x="723" y="264"/>
                  </a:lnTo>
                  <a:lnTo>
                    <a:pt x="744" y="272"/>
                  </a:lnTo>
                  <a:lnTo>
                    <a:pt x="765" y="279"/>
                  </a:lnTo>
                  <a:lnTo>
                    <a:pt x="787" y="286"/>
                  </a:lnTo>
                  <a:lnTo>
                    <a:pt x="797" y="288"/>
                  </a:lnTo>
                  <a:lnTo>
                    <a:pt x="808" y="289"/>
                  </a:lnTo>
                  <a:lnTo>
                    <a:pt x="808" y="289"/>
                  </a:lnTo>
                  <a:lnTo>
                    <a:pt x="834" y="291"/>
                  </a:lnTo>
                  <a:lnTo>
                    <a:pt x="859" y="292"/>
                  </a:lnTo>
                  <a:lnTo>
                    <a:pt x="859" y="292"/>
                  </a:lnTo>
                  <a:lnTo>
                    <a:pt x="882" y="291"/>
                  </a:lnTo>
                  <a:lnTo>
                    <a:pt x="903" y="289"/>
                  </a:lnTo>
                  <a:lnTo>
                    <a:pt x="922" y="285"/>
                  </a:lnTo>
                  <a:lnTo>
                    <a:pt x="940" y="279"/>
                  </a:lnTo>
                  <a:lnTo>
                    <a:pt x="955" y="273"/>
                  </a:lnTo>
                  <a:lnTo>
                    <a:pt x="970" y="265"/>
                  </a:lnTo>
                  <a:lnTo>
                    <a:pt x="983" y="255"/>
                  </a:lnTo>
                  <a:lnTo>
                    <a:pt x="994" y="243"/>
                  </a:lnTo>
                  <a:lnTo>
                    <a:pt x="994" y="243"/>
                  </a:lnTo>
                  <a:lnTo>
                    <a:pt x="1001" y="233"/>
                  </a:lnTo>
                  <a:lnTo>
                    <a:pt x="1007" y="222"/>
                  </a:lnTo>
                  <a:lnTo>
                    <a:pt x="1012" y="209"/>
                  </a:lnTo>
                  <a:lnTo>
                    <a:pt x="1016" y="197"/>
                  </a:lnTo>
                  <a:lnTo>
                    <a:pt x="1019" y="182"/>
                  </a:lnTo>
                  <a:lnTo>
                    <a:pt x="1021" y="169"/>
                  </a:lnTo>
                  <a:lnTo>
                    <a:pt x="1021" y="156"/>
                  </a:lnTo>
                  <a:lnTo>
                    <a:pt x="1020" y="142"/>
                  </a:lnTo>
                  <a:lnTo>
                    <a:pt x="1020" y="142"/>
                  </a:lnTo>
                  <a:lnTo>
                    <a:pt x="1019" y="134"/>
                  </a:lnTo>
                  <a:lnTo>
                    <a:pt x="1016" y="127"/>
                  </a:lnTo>
                  <a:lnTo>
                    <a:pt x="1014" y="119"/>
                  </a:lnTo>
                  <a:lnTo>
                    <a:pt x="1010" y="113"/>
                  </a:lnTo>
                  <a:lnTo>
                    <a:pt x="1007" y="107"/>
                  </a:lnTo>
                  <a:lnTo>
                    <a:pt x="1002" y="101"/>
                  </a:lnTo>
                  <a:lnTo>
                    <a:pt x="997" y="96"/>
                  </a:lnTo>
                  <a:lnTo>
                    <a:pt x="991" y="91"/>
                  </a:lnTo>
                  <a:lnTo>
                    <a:pt x="991" y="91"/>
                  </a:lnTo>
                  <a:lnTo>
                    <a:pt x="973" y="79"/>
                  </a:lnTo>
                  <a:lnTo>
                    <a:pt x="973" y="79"/>
                  </a:lnTo>
                  <a:lnTo>
                    <a:pt x="956" y="67"/>
                  </a:lnTo>
                  <a:lnTo>
                    <a:pt x="947" y="60"/>
                  </a:lnTo>
                  <a:lnTo>
                    <a:pt x="938" y="55"/>
                  </a:lnTo>
                  <a:lnTo>
                    <a:pt x="938" y="55"/>
                  </a:lnTo>
                  <a:lnTo>
                    <a:pt x="926" y="50"/>
                  </a:lnTo>
                  <a:lnTo>
                    <a:pt x="914" y="46"/>
                  </a:lnTo>
                  <a:lnTo>
                    <a:pt x="889" y="39"/>
                  </a:lnTo>
                  <a:lnTo>
                    <a:pt x="865" y="35"/>
                  </a:lnTo>
                  <a:lnTo>
                    <a:pt x="849" y="32"/>
                  </a:lnTo>
                  <a:lnTo>
                    <a:pt x="849" y="32"/>
                  </a:lnTo>
                  <a:lnTo>
                    <a:pt x="834" y="31"/>
                  </a:lnTo>
                  <a:lnTo>
                    <a:pt x="819" y="29"/>
                  </a:lnTo>
                  <a:lnTo>
                    <a:pt x="819" y="29"/>
                  </a:lnTo>
                  <a:close/>
                </a:path>
              </a:pathLst>
            </a:custGeom>
            <a:grpFill/>
            <a:ln>
              <a:solidFill>
                <a:schemeClr val="accent1">
                  <a:lumMod val="75000"/>
                  <a:alpha val="0"/>
                </a:schemeClr>
              </a:solidFill>
            </a:ln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</p:grpSp>
    </p:spTree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矩形 4"/>
          <p:cNvSpPr/>
          <p:nvPr>
            <p:custDataLst>
              <p:tags r:id="rId1"/>
            </p:custDataLst>
          </p:nvPr>
        </p:nvSpPr>
        <p:spPr>
          <a:xfrm>
            <a:off x="207010" y="708025"/>
            <a:ext cx="6407785" cy="1530350"/>
          </a:xfrm>
          <a:prstGeom prst="rect">
            <a:avLst/>
          </a:prstGeom>
          <a:solidFill>
            <a:srgbClr val="1E7AB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350">
              <a:latin typeface="Noto Serif CJK SC" panose="02020400000000000000" pitchFamily="18" charset="-122"/>
              <a:ea typeface="FZHei-B01S" panose="02010601030101010101" pitchFamily="2" charset="-122"/>
              <a:sym typeface="Noto Serif CJK SC" panose="02020400000000000000" pitchFamily="18" charset="-122"/>
            </a:endParaRPr>
          </a:p>
        </p:txBody>
      </p:sp>
      <p:sp>
        <p:nvSpPr>
          <p:cNvPr id="9" name="矩形 8"/>
          <p:cNvSpPr/>
          <p:nvPr>
            <p:custDataLst>
              <p:tags r:id="rId2"/>
            </p:custDataLst>
          </p:nvPr>
        </p:nvSpPr>
        <p:spPr>
          <a:xfrm>
            <a:off x="207010" y="1406525"/>
            <a:ext cx="8709660" cy="460184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350">
              <a:latin typeface="Noto Serif CJK SC" panose="02020400000000000000" pitchFamily="18" charset="-122"/>
              <a:ea typeface="FZHei-B01S" panose="02010601030101010101" pitchFamily="2" charset="-122"/>
              <a:sym typeface="Noto Serif CJK SC" panose="02020400000000000000" pitchFamily="18" charset="-122"/>
            </a:endParaRPr>
          </a:p>
        </p:txBody>
      </p:sp>
      <p:sp>
        <p:nvSpPr>
          <p:cNvPr id="11" name="Title 1"/>
          <p:cNvSpPr>
            <a:spLocks noGrp="1"/>
          </p:cNvSpPr>
          <p:nvPr>
            <p:custDataLst>
              <p:tags r:id="rId3"/>
            </p:custDataLst>
          </p:nvPr>
        </p:nvSpPr>
        <p:spPr>
          <a:xfrm>
            <a:off x="368935" y="751840"/>
            <a:ext cx="6528435" cy="72136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5335" kern="120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+mj-ea"/>
                <a:cs typeface="Times New Roman" panose="02020603050405020304" pitchFamily="18" charset="0"/>
              </a:defRPr>
            </a:lvl1pPr>
          </a:lstStyle>
          <a:p>
            <a:r>
              <a:rPr lang="en-US" altLang="zh-CN" sz="3600" dirty="0">
                <a:solidFill>
                  <a:schemeClr val="bg1"/>
                </a:solidFill>
              </a:rPr>
              <a:t>Two Implementations of Queue</a:t>
            </a:r>
          </a:p>
        </p:txBody>
      </p:sp>
      <p:pic>
        <p:nvPicPr>
          <p:cNvPr id="13" name="图片 12" descr="华工标志（透明版"/>
          <p:cNvPicPr>
            <a:picLocks noChangeAspect="1"/>
          </p:cNvPicPr>
          <p:nvPr>
            <p:custDataLst>
              <p:tags r:id="rId4"/>
            </p:custDataLst>
          </p:nvPr>
        </p:nvPicPr>
        <p:blipFill>
          <a:blip r:embed="rId40" cstate="print"/>
          <a:stretch>
            <a:fillRect/>
          </a:stretch>
        </p:blipFill>
        <p:spPr>
          <a:xfrm>
            <a:off x="7740015" y="116205"/>
            <a:ext cx="1230630" cy="1230630"/>
          </a:xfrm>
          <a:prstGeom prst="rect">
            <a:avLst/>
          </a:prstGeom>
        </p:spPr>
      </p:pic>
      <p:grpSp>
        <p:nvGrpSpPr>
          <p:cNvPr id="1425" name="组合 1424"/>
          <p:cNvGrpSpPr/>
          <p:nvPr/>
        </p:nvGrpSpPr>
        <p:grpSpPr>
          <a:xfrm rot="21000000">
            <a:off x="7586980" y="4810760"/>
            <a:ext cx="914400" cy="935355"/>
            <a:chOff x="6108700" y="2038350"/>
            <a:chExt cx="787400" cy="804863"/>
          </a:xfrm>
          <a:solidFill>
            <a:schemeClr val="accent1">
              <a:lumMod val="75000"/>
              <a:alpha val="36000"/>
            </a:schemeClr>
          </a:solidFill>
        </p:grpSpPr>
        <p:sp>
          <p:nvSpPr>
            <p:cNvPr id="1426" name="Freeform 757"/>
            <p:cNvSpPr/>
            <p:nvPr>
              <p:custDataLst>
                <p:tags r:id="rId5"/>
              </p:custDataLst>
            </p:nvPr>
          </p:nvSpPr>
          <p:spPr bwMode="auto">
            <a:xfrm>
              <a:off x="6137275" y="2403475"/>
              <a:ext cx="25400" cy="46038"/>
            </a:xfrm>
            <a:custGeom>
              <a:avLst/>
              <a:gdLst/>
              <a:ahLst/>
              <a:cxnLst>
                <a:cxn ang="0">
                  <a:pos x="38" y="4"/>
                </a:cxn>
                <a:cxn ang="0">
                  <a:pos x="38" y="4"/>
                </a:cxn>
                <a:cxn ang="0">
                  <a:pos x="37" y="9"/>
                </a:cxn>
                <a:cxn ang="0">
                  <a:pos x="35" y="14"/>
                </a:cxn>
                <a:cxn ang="0">
                  <a:pos x="31" y="24"/>
                </a:cxn>
                <a:cxn ang="0">
                  <a:pos x="20" y="43"/>
                </a:cxn>
                <a:cxn ang="0">
                  <a:pos x="20" y="43"/>
                </a:cxn>
                <a:cxn ang="0">
                  <a:pos x="9" y="60"/>
                </a:cxn>
                <a:cxn ang="0">
                  <a:pos x="5" y="68"/>
                </a:cxn>
                <a:cxn ang="0">
                  <a:pos x="0" y="78"/>
                </a:cxn>
                <a:cxn ang="0">
                  <a:pos x="0" y="78"/>
                </a:cxn>
                <a:cxn ang="0">
                  <a:pos x="0" y="80"/>
                </a:cxn>
                <a:cxn ang="0">
                  <a:pos x="0" y="82"/>
                </a:cxn>
                <a:cxn ang="0">
                  <a:pos x="3" y="84"/>
                </a:cxn>
                <a:cxn ang="0">
                  <a:pos x="4" y="85"/>
                </a:cxn>
                <a:cxn ang="0">
                  <a:pos x="6" y="85"/>
                </a:cxn>
                <a:cxn ang="0">
                  <a:pos x="7" y="84"/>
                </a:cxn>
                <a:cxn ang="0">
                  <a:pos x="8" y="83"/>
                </a:cxn>
                <a:cxn ang="0">
                  <a:pos x="8" y="83"/>
                </a:cxn>
                <a:cxn ang="0">
                  <a:pos x="14" y="71"/>
                </a:cxn>
                <a:cxn ang="0">
                  <a:pos x="20" y="61"/>
                </a:cxn>
                <a:cxn ang="0">
                  <a:pos x="26" y="50"/>
                </a:cxn>
                <a:cxn ang="0">
                  <a:pos x="32" y="39"/>
                </a:cxn>
                <a:cxn ang="0">
                  <a:pos x="32" y="39"/>
                </a:cxn>
                <a:cxn ang="0">
                  <a:pos x="41" y="23"/>
                </a:cxn>
                <a:cxn ang="0">
                  <a:pos x="46" y="13"/>
                </a:cxn>
                <a:cxn ang="0">
                  <a:pos x="47" y="9"/>
                </a:cxn>
                <a:cxn ang="0">
                  <a:pos x="48" y="4"/>
                </a:cxn>
                <a:cxn ang="0">
                  <a:pos x="48" y="4"/>
                </a:cxn>
                <a:cxn ang="0">
                  <a:pos x="48" y="2"/>
                </a:cxn>
                <a:cxn ang="0">
                  <a:pos x="47" y="1"/>
                </a:cxn>
                <a:cxn ang="0">
                  <a:pos x="45" y="0"/>
                </a:cxn>
                <a:cxn ang="0">
                  <a:pos x="43" y="0"/>
                </a:cxn>
                <a:cxn ang="0">
                  <a:pos x="39" y="1"/>
                </a:cxn>
                <a:cxn ang="0">
                  <a:pos x="38" y="2"/>
                </a:cxn>
                <a:cxn ang="0">
                  <a:pos x="38" y="4"/>
                </a:cxn>
                <a:cxn ang="0">
                  <a:pos x="38" y="4"/>
                </a:cxn>
              </a:cxnLst>
              <a:rect l="0" t="0" r="r" b="b"/>
              <a:pathLst>
                <a:path w="48" h="85">
                  <a:moveTo>
                    <a:pt x="38" y="4"/>
                  </a:moveTo>
                  <a:lnTo>
                    <a:pt x="38" y="4"/>
                  </a:lnTo>
                  <a:lnTo>
                    <a:pt x="37" y="9"/>
                  </a:lnTo>
                  <a:lnTo>
                    <a:pt x="35" y="14"/>
                  </a:lnTo>
                  <a:lnTo>
                    <a:pt x="31" y="24"/>
                  </a:lnTo>
                  <a:lnTo>
                    <a:pt x="20" y="43"/>
                  </a:lnTo>
                  <a:lnTo>
                    <a:pt x="20" y="43"/>
                  </a:lnTo>
                  <a:lnTo>
                    <a:pt x="9" y="60"/>
                  </a:lnTo>
                  <a:lnTo>
                    <a:pt x="5" y="68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80"/>
                  </a:lnTo>
                  <a:lnTo>
                    <a:pt x="0" y="82"/>
                  </a:lnTo>
                  <a:lnTo>
                    <a:pt x="3" y="84"/>
                  </a:lnTo>
                  <a:lnTo>
                    <a:pt x="4" y="85"/>
                  </a:lnTo>
                  <a:lnTo>
                    <a:pt x="6" y="85"/>
                  </a:lnTo>
                  <a:lnTo>
                    <a:pt x="7" y="84"/>
                  </a:lnTo>
                  <a:lnTo>
                    <a:pt x="8" y="83"/>
                  </a:lnTo>
                  <a:lnTo>
                    <a:pt x="8" y="83"/>
                  </a:lnTo>
                  <a:lnTo>
                    <a:pt x="14" y="71"/>
                  </a:lnTo>
                  <a:lnTo>
                    <a:pt x="20" y="61"/>
                  </a:lnTo>
                  <a:lnTo>
                    <a:pt x="26" y="50"/>
                  </a:lnTo>
                  <a:lnTo>
                    <a:pt x="32" y="39"/>
                  </a:lnTo>
                  <a:lnTo>
                    <a:pt x="32" y="39"/>
                  </a:lnTo>
                  <a:lnTo>
                    <a:pt x="41" y="23"/>
                  </a:lnTo>
                  <a:lnTo>
                    <a:pt x="46" y="13"/>
                  </a:lnTo>
                  <a:lnTo>
                    <a:pt x="47" y="9"/>
                  </a:lnTo>
                  <a:lnTo>
                    <a:pt x="48" y="4"/>
                  </a:lnTo>
                  <a:lnTo>
                    <a:pt x="48" y="4"/>
                  </a:lnTo>
                  <a:lnTo>
                    <a:pt x="48" y="2"/>
                  </a:lnTo>
                  <a:lnTo>
                    <a:pt x="47" y="1"/>
                  </a:lnTo>
                  <a:lnTo>
                    <a:pt x="45" y="0"/>
                  </a:lnTo>
                  <a:lnTo>
                    <a:pt x="43" y="0"/>
                  </a:lnTo>
                  <a:lnTo>
                    <a:pt x="39" y="1"/>
                  </a:lnTo>
                  <a:lnTo>
                    <a:pt x="38" y="2"/>
                  </a:lnTo>
                  <a:lnTo>
                    <a:pt x="38" y="4"/>
                  </a:lnTo>
                  <a:lnTo>
                    <a:pt x="38" y="4"/>
                  </a:lnTo>
                  <a:close/>
                </a:path>
              </a:pathLst>
            </a:custGeom>
            <a:grpFill/>
            <a:ln w="6350">
              <a:solidFill>
                <a:schemeClr val="accent1">
                  <a:lumMod val="75000"/>
                  <a:alpha val="16000"/>
                </a:schemeClr>
              </a:solidFill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427" name="Freeform 758"/>
            <p:cNvSpPr/>
            <p:nvPr>
              <p:custDataLst>
                <p:tags r:id="rId6"/>
              </p:custDataLst>
            </p:nvPr>
          </p:nvSpPr>
          <p:spPr bwMode="auto">
            <a:xfrm>
              <a:off x="6156325" y="2433638"/>
              <a:ext cx="25400" cy="57150"/>
            </a:xfrm>
            <a:custGeom>
              <a:avLst/>
              <a:gdLst/>
              <a:ahLst/>
              <a:cxnLst>
                <a:cxn ang="0">
                  <a:pos x="38" y="3"/>
                </a:cxn>
                <a:cxn ang="0">
                  <a:pos x="38" y="3"/>
                </a:cxn>
                <a:cxn ang="0">
                  <a:pos x="27" y="27"/>
                </a:cxn>
                <a:cxn ang="0">
                  <a:pos x="17" y="51"/>
                </a:cxn>
                <a:cxn ang="0">
                  <a:pos x="7" y="76"/>
                </a:cxn>
                <a:cxn ang="0">
                  <a:pos x="3" y="88"/>
                </a:cxn>
                <a:cxn ang="0">
                  <a:pos x="0" y="101"/>
                </a:cxn>
                <a:cxn ang="0">
                  <a:pos x="0" y="101"/>
                </a:cxn>
                <a:cxn ang="0">
                  <a:pos x="0" y="103"/>
                </a:cxn>
                <a:cxn ang="0">
                  <a:pos x="0" y="105"/>
                </a:cxn>
                <a:cxn ang="0">
                  <a:pos x="2" y="106"/>
                </a:cxn>
                <a:cxn ang="0">
                  <a:pos x="3" y="107"/>
                </a:cxn>
                <a:cxn ang="0">
                  <a:pos x="5" y="107"/>
                </a:cxn>
                <a:cxn ang="0">
                  <a:pos x="6" y="107"/>
                </a:cxn>
                <a:cxn ang="0">
                  <a:pos x="8" y="106"/>
                </a:cxn>
                <a:cxn ang="0">
                  <a:pos x="10" y="103"/>
                </a:cxn>
                <a:cxn ang="0">
                  <a:pos x="10" y="103"/>
                </a:cxn>
                <a:cxn ang="0">
                  <a:pos x="13" y="91"/>
                </a:cxn>
                <a:cxn ang="0">
                  <a:pos x="16" y="79"/>
                </a:cxn>
                <a:cxn ang="0">
                  <a:pos x="26" y="54"/>
                </a:cxn>
                <a:cxn ang="0">
                  <a:pos x="36" y="30"/>
                </a:cxn>
                <a:cxn ang="0">
                  <a:pos x="47" y="5"/>
                </a:cxn>
                <a:cxn ang="0">
                  <a:pos x="47" y="5"/>
                </a:cxn>
                <a:cxn ang="0">
                  <a:pos x="48" y="3"/>
                </a:cxn>
                <a:cxn ang="0">
                  <a:pos x="47" y="2"/>
                </a:cxn>
                <a:cxn ang="0">
                  <a:pos x="46" y="1"/>
                </a:cxn>
                <a:cxn ang="0">
                  <a:pos x="45" y="0"/>
                </a:cxn>
                <a:cxn ang="0">
                  <a:pos x="41" y="0"/>
                </a:cxn>
                <a:cxn ang="0">
                  <a:pos x="40" y="1"/>
                </a:cxn>
                <a:cxn ang="0">
                  <a:pos x="38" y="3"/>
                </a:cxn>
                <a:cxn ang="0">
                  <a:pos x="38" y="3"/>
                </a:cxn>
              </a:cxnLst>
              <a:rect l="0" t="0" r="r" b="b"/>
              <a:pathLst>
                <a:path w="48" h="107">
                  <a:moveTo>
                    <a:pt x="38" y="3"/>
                  </a:moveTo>
                  <a:lnTo>
                    <a:pt x="38" y="3"/>
                  </a:lnTo>
                  <a:lnTo>
                    <a:pt x="27" y="27"/>
                  </a:lnTo>
                  <a:lnTo>
                    <a:pt x="17" y="51"/>
                  </a:lnTo>
                  <a:lnTo>
                    <a:pt x="7" y="76"/>
                  </a:lnTo>
                  <a:lnTo>
                    <a:pt x="3" y="88"/>
                  </a:lnTo>
                  <a:lnTo>
                    <a:pt x="0" y="101"/>
                  </a:lnTo>
                  <a:lnTo>
                    <a:pt x="0" y="101"/>
                  </a:lnTo>
                  <a:lnTo>
                    <a:pt x="0" y="103"/>
                  </a:lnTo>
                  <a:lnTo>
                    <a:pt x="0" y="105"/>
                  </a:lnTo>
                  <a:lnTo>
                    <a:pt x="2" y="106"/>
                  </a:lnTo>
                  <a:lnTo>
                    <a:pt x="3" y="107"/>
                  </a:lnTo>
                  <a:lnTo>
                    <a:pt x="5" y="107"/>
                  </a:lnTo>
                  <a:lnTo>
                    <a:pt x="6" y="107"/>
                  </a:lnTo>
                  <a:lnTo>
                    <a:pt x="8" y="106"/>
                  </a:lnTo>
                  <a:lnTo>
                    <a:pt x="10" y="103"/>
                  </a:lnTo>
                  <a:lnTo>
                    <a:pt x="10" y="103"/>
                  </a:lnTo>
                  <a:lnTo>
                    <a:pt x="13" y="91"/>
                  </a:lnTo>
                  <a:lnTo>
                    <a:pt x="16" y="79"/>
                  </a:lnTo>
                  <a:lnTo>
                    <a:pt x="26" y="54"/>
                  </a:lnTo>
                  <a:lnTo>
                    <a:pt x="36" y="30"/>
                  </a:lnTo>
                  <a:lnTo>
                    <a:pt x="47" y="5"/>
                  </a:lnTo>
                  <a:lnTo>
                    <a:pt x="47" y="5"/>
                  </a:lnTo>
                  <a:lnTo>
                    <a:pt x="48" y="3"/>
                  </a:lnTo>
                  <a:lnTo>
                    <a:pt x="47" y="2"/>
                  </a:lnTo>
                  <a:lnTo>
                    <a:pt x="46" y="1"/>
                  </a:lnTo>
                  <a:lnTo>
                    <a:pt x="45" y="0"/>
                  </a:lnTo>
                  <a:lnTo>
                    <a:pt x="41" y="0"/>
                  </a:lnTo>
                  <a:lnTo>
                    <a:pt x="40" y="1"/>
                  </a:lnTo>
                  <a:lnTo>
                    <a:pt x="38" y="3"/>
                  </a:lnTo>
                  <a:lnTo>
                    <a:pt x="38" y="3"/>
                  </a:lnTo>
                  <a:close/>
                </a:path>
              </a:pathLst>
            </a:custGeom>
            <a:grpFill/>
            <a:ln w="6350">
              <a:solidFill>
                <a:schemeClr val="accent1">
                  <a:lumMod val="75000"/>
                  <a:alpha val="16000"/>
                </a:schemeClr>
              </a:solidFill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428" name="Freeform 759"/>
            <p:cNvSpPr/>
            <p:nvPr>
              <p:custDataLst>
                <p:tags r:id="rId7"/>
              </p:custDataLst>
            </p:nvPr>
          </p:nvSpPr>
          <p:spPr bwMode="auto">
            <a:xfrm>
              <a:off x="6183313" y="2476500"/>
              <a:ext cx="17463" cy="42863"/>
            </a:xfrm>
            <a:custGeom>
              <a:avLst/>
              <a:gdLst/>
              <a:ahLst/>
              <a:cxnLst>
                <a:cxn ang="0">
                  <a:pos x="26" y="2"/>
                </a:cxn>
                <a:cxn ang="0">
                  <a:pos x="26" y="2"/>
                </a:cxn>
                <a:cxn ang="0">
                  <a:pos x="18" y="20"/>
                </a:cxn>
                <a:cxn ang="0">
                  <a:pos x="10" y="38"/>
                </a:cxn>
                <a:cxn ang="0">
                  <a:pos x="5" y="57"/>
                </a:cxn>
                <a:cxn ang="0">
                  <a:pos x="0" y="76"/>
                </a:cxn>
                <a:cxn ang="0">
                  <a:pos x="0" y="76"/>
                </a:cxn>
                <a:cxn ang="0">
                  <a:pos x="0" y="78"/>
                </a:cxn>
                <a:cxn ang="0">
                  <a:pos x="0" y="79"/>
                </a:cxn>
                <a:cxn ang="0">
                  <a:pos x="1" y="80"/>
                </a:cxn>
                <a:cxn ang="0">
                  <a:pos x="3" y="81"/>
                </a:cxn>
                <a:cxn ang="0">
                  <a:pos x="5" y="81"/>
                </a:cxn>
                <a:cxn ang="0">
                  <a:pos x="6" y="81"/>
                </a:cxn>
                <a:cxn ang="0">
                  <a:pos x="8" y="80"/>
                </a:cxn>
                <a:cxn ang="0">
                  <a:pos x="8" y="78"/>
                </a:cxn>
                <a:cxn ang="0">
                  <a:pos x="8" y="78"/>
                </a:cxn>
                <a:cxn ang="0">
                  <a:pos x="13" y="60"/>
                </a:cxn>
                <a:cxn ang="0">
                  <a:pos x="20" y="42"/>
                </a:cxn>
                <a:cxn ang="0">
                  <a:pos x="26" y="24"/>
                </a:cxn>
                <a:cxn ang="0">
                  <a:pos x="34" y="7"/>
                </a:cxn>
                <a:cxn ang="0">
                  <a:pos x="34" y="7"/>
                </a:cxn>
                <a:cxn ang="0">
                  <a:pos x="34" y="5"/>
                </a:cxn>
                <a:cxn ang="0">
                  <a:pos x="34" y="3"/>
                </a:cxn>
                <a:cxn ang="0">
                  <a:pos x="33" y="2"/>
                </a:cxn>
                <a:cxn ang="0">
                  <a:pos x="31" y="1"/>
                </a:cxn>
                <a:cxn ang="0">
                  <a:pos x="30" y="0"/>
                </a:cxn>
                <a:cxn ang="0">
                  <a:pos x="28" y="0"/>
                </a:cxn>
                <a:cxn ang="0">
                  <a:pos x="27" y="1"/>
                </a:cxn>
                <a:cxn ang="0">
                  <a:pos x="26" y="2"/>
                </a:cxn>
                <a:cxn ang="0">
                  <a:pos x="26" y="2"/>
                </a:cxn>
              </a:cxnLst>
              <a:rect l="0" t="0" r="r" b="b"/>
              <a:pathLst>
                <a:path w="34" h="81">
                  <a:moveTo>
                    <a:pt x="26" y="2"/>
                  </a:moveTo>
                  <a:lnTo>
                    <a:pt x="26" y="2"/>
                  </a:lnTo>
                  <a:lnTo>
                    <a:pt x="18" y="20"/>
                  </a:lnTo>
                  <a:lnTo>
                    <a:pt x="10" y="38"/>
                  </a:lnTo>
                  <a:lnTo>
                    <a:pt x="5" y="57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8"/>
                  </a:lnTo>
                  <a:lnTo>
                    <a:pt x="0" y="79"/>
                  </a:lnTo>
                  <a:lnTo>
                    <a:pt x="1" y="80"/>
                  </a:lnTo>
                  <a:lnTo>
                    <a:pt x="3" y="81"/>
                  </a:lnTo>
                  <a:lnTo>
                    <a:pt x="5" y="81"/>
                  </a:lnTo>
                  <a:lnTo>
                    <a:pt x="6" y="81"/>
                  </a:lnTo>
                  <a:lnTo>
                    <a:pt x="8" y="80"/>
                  </a:lnTo>
                  <a:lnTo>
                    <a:pt x="8" y="78"/>
                  </a:lnTo>
                  <a:lnTo>
                    <a:pt x="8" y="78"/>
                  </a:lnTo>
                  <a:lnTo>
                    <a:pt x="13" y="60"/>
                  </a:lnTo>
                  <a:lnTo>
                    <a:pt x="20" y="42"/>
                  </a:lnTo>
                  <a:lnTo>
                    <a:pt x="26" y="24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4" y="5"/>
                  </a:lnTo>
                  <a:lnTo>
                    <a:pt x="34" y="3"/>
                  </a:lnTo>
                  <a:lnTo>
                    <a:pt x="33" y="2"/>
                  </a:lnTo>
                  <a:lnTo>
                    <a:pt x="31" y="1"/>
                  </a:lnTo>
                  <a:lnTo>
                    <a:pt x="30" y="0"/>
                  </a:lnTo>
                  <a:lnTo>
                    <a:pt x="28" y="0"/>
                  </a:lnTo>
                  <a:lnTo>
                    <a:pt x="27" y="1"/>
                  </a:lnTo>
                  <a:lnTo>
                    <a:pt x="26" y="2"/>
                  </a:lnTo>
                  <a:lnTo>
                    <a:pt x="26" y="2"/>
                  </a:lnTo>
                  <a:close/>
                </a:path>
              </a:pathLst>
            </a:custGeom>
            <a:grpFill/>
            <a:ln w="6350">
              <a:solidFill>
                <a:schemeClr val="accent1">
                  <a:lumMod val="75000"/>
                  <a:alpha val="16000"/>
                </a:schemeClr>
              </a:solidFill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429" name="Freeform 760"/>
            <p:cNvSpPr/>
            <p:nvPr>
              <p:custDataLst>
                <p:tags r:id="rId8"/>
              </p:custDataLst>
            </p:nvPr>
          </p:nvSpPr>
          <p:spPr bwMode="auto">
            <a:xfrm>
              <a:off x="6203950" y="2500313"/>
              <a:ext cx="20638" cy="41275"/>
            </a:xfrm>
            <a:custGeom>
              <a:avLst/>
              <a:gdLst/>
              <a:ahLst/>
              <a:cxnLst>
                <a:cxn ang="0">
                  <a:pos x="29" y="3"/>
                </a:cxn>
                <a:cxn ang="0">
                  <a:pos x="29" y="3"/>
                </a:cxn>
                <a:cxn ang="0">
                  <a:pos x="23" y="20"/>
                </a:cxn>
                <a:cxn ang="0">
                  <a:pos x="17" y="37"/>
                </a:cxn>
                <a:cxn ang="0">
                  <a:pos x="1" y="69"/>
                </a:cxn>
                <a:cxn ang="0">
                  <a:pos x="1" y="69"/>
                </a:cxn>
                <a:cxn ang="0">
                  <a:pos x="0" y="71"/>
                </a:cxn>
                <a:cxn ang="0">
                  <a:pos x="1" y="73"/>
                </a:cxn>
                <a:cxn ang="0">
                  <a:pos x="2" y="75"/>
                </a:cxn>
                <a:cxn ang="0">
                  <a:pos x="4" y="76"/>
                </a:cxn>
                <a:cxn ang="0">
                  <a:pos x="5" y="76"/>
                </a:cxn>
                <a:cxn ang="0">
                  <a:pos x="7" y="76"/>
                </a:cxn>
                <a:cxn ang="0">
                  <a:pos x="9" y="76"/>
                </a:cxn>
                <a:cxn ang="0">
                  <a:pos x="10" y="74"/>
                </a:cxn>
                <a:cxn ang="0">
                  <a:pos x="10" y="74"/>
                </a:cxn>
                <a:cxn ang="0">
                  <a:pos x="25" y="41"/>
                </a:cxn>
                <a:cxn ang="0">
                  <a:pos x="33" y="23"/>
                </a:cxn>
                <a:cxn ang="0">
                  <a:pos x="39" y="7"/>
                </a:cxn>
                <a:cxn ang="0">
                  <a:pos x="39" y="7"/>
                </a:cxn>
                <a:cxn ang="0">
                  <a:pos x="39" y="4"/>
                </a:cxn>
                <a:cxn ang="0">
                  <a:pos x="38" y="2"/>
                </a:cxn>
                <a:cxn ang="0">
                  <a:pos x="37" y="1"/>
                </a:cxn>
                <a:cxn ang="0">
                  <a:pos x="36" y="0"/>
                </a:cxn>
                <a:cxn ang="0">
                  <a:pos x="34" y="0"/>
                </a:cxn>
                <a:cxn ang="0">
                  <a:pos x="32" y="0"/>
                </a:cxn>
                <a:cxn ang="0">
                  <a:pos x="30" y="1"/>
                </a:cxn>
                <a:cxn ang="0">
                  <a:pos x="29" y="3"/>
                </a:cxn>
                <a:cxn ang="0">
                  <a:pos x="29" y="3"/>
                </a:cxn>
              </a:cxnLst>
              <a:rect l="0" t="0" r="r" b="b"/>
              <a:pathLst>
                <a:path w="39" h="76">
                  <a:moveTo>
                    <a:pt x="29" y="3"/>
                  </a:moveTo>
                  <a:lnTo>
                    <a:pt x="29" y="3"/>
                  </a:lnTo>
                  <a:lnTo>
                    <a:pt x="23" y="20"/>
                  </a:lnTo>
                  <a:lnTo>
                    <a:pt x="17" y="37"/>
                  </a:lnTo>
                  <a:lnTo>
                    <a:pt x="1" y="69"/>
                  </a:lnTo>
                  <a:lnTo>
                    <a:pt x="1" y="69"/>
                  </a:lnTo>
                  <a:lnTo>
                    <a:pt x="0" y="71"/>
                  </a:lnTo>
                  <a:lnTo>
                    <a:pt x="1" y="73"/>
                  </a:lnTo>
                  <a:lnTo>
                    <a:pt x="2" y="75"/>
                  </a:lnTo>
                  <a:lnTo>
                    <a:pt x="4" y="76"/>
                  </a:lnTo>
                  <a:lnTo>
                    <a:pt x="5" y="76"/>
                  </a:lnTo>
                  <a:lnTo>
                    <a:pt x="7" y="76"/>
                  </a:lnTo>
                  <a:lnTo>
                    <a:pt x="9" y="76"/>
                  </a:lnTo>
                  <a:lnTo>
                    <a:pt x="10" y="74"/>
                  </a:lnTo>
                  <a:lnTo>
                    <a:pt x="10" y="74"/>
                  </a:lnTo>
                  <a:lnTo>
                    <a:pt x="25" y="41"/>
                  </a:lnTo>
                  <a:lnTo>
                    <a:pt x="33" y="23"/>
                  </a:lnTo>
                  <a:lnTo>
                    <a:pt x="39" y="7"/>
                  </a:lnTo>
                  <a:lnTo>
                    <a:pt x="39" y="7"/>
                  </a:lnTo>
                  <a:lnTo>
                    <a:pt x="39" y="4"/>
                  </a:lnTo>
                  <a:lnTo>
                    <a:pt x="38" y="2"/>
                  </a:lnTo>
                  <a:lnTo>
                    <a:pt x="37" y="1"/>
                  </a:lnTo>
                  <a:lnTo>
                    <a:pt x="36" y="0"/>
                  </a:lnTo>
                  <a:lnTo>
                    <a:pt x="34" y="0"/>
                  </a:lnTo>
                  <a:lnTo>
                    <a:pt x="32" y="0"/>
                  </a:lnTo>
                  <a:lnTo>
                    <a:pt x="30" y="1"/>
                  </a:lnTo>
                  <a:lnTo>
                    <a:pt x="29" y="3"/>
                  </a:lnTo>
                  <a:lnTo>
                    <a:pt x="29" y="3"/>
                  </a:lnTo>
                  <a:close/>
                </a:path>
              </a:pathLst>
            </a:custGeom>
            <a:grpFill/>
            <a:ln w="6350">
              <a:solidFill>
                <a:schemeClr val="accent1">
                  <a:lumMod val="75000"/>
                  <a:alpha val="16000"/>
                </a:schemeClr>
              </a:solidFill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430" name="Freeform 761"/>
            <p:cNvSpPr/>
            <p:nvPr>
              <p:custDataLst>
                <p:tags r:id="rId9"/>
              </p:custDataLst>
            </p:nvPr>
          </p:nvSpPr>
          <p:spPr bwMode="auto">
            <a:xfrm>
              <a:off x="6373813" y="2681288"/>
              <a:ext cx="12700" cy="38100"/>
            </a:xfrm>
            <a:custGeom>
              <a:avLst/>
              <a:gdLst/>
              <a:ahLst/>
              <a:cxnLst>
                <a:cxn ang="0">
                  <a:pos x="13" y="6"/>
                </a:cxn>
                <a:cxn ang="0">
                  <a:pos x="13" y="6"/>
                </a:cxn>
                <a:cxn ang="0">
                  <a:pos x="12" y="13"/>
                </a:cxn>
                <a:cxn ang="0">
                  <a:pos x="10" y="21"/>
                </a:cxn>
                <a:cxn ang="0">
                  <a:pos x="6" y="36"/>
                </a:cxn>
                <a:cxn ang="0">
                  <a:pos x="2" y="50"/>
                </a:cxn>
                <a:cxn ang="0">
                  <a:pos x="1" y="58"/>
                </a:cxn>
                <a:cxn ang="0">
                  <a:pos x="0" y="66"/>
                </a:cxn>
                <a:cxn ang="0">
                  <a:pos x="0" y="66"/>
                </a:cxn>
                <a:cxn ang="0">
                  <a:pos x="1" y="68"/>
                </a:cxn>
                <a:cxn ang="0">
                  <a:pos x="2" y="69"/>
                </a:cxn>
                <a:cxn ang="0">
                  <a:pos x="3" y="70"/>
                </a:cxn>
                <a:cxn ang="0">
                  <a:pos x="5" y="70"/>
                </a:cxn>
                <a:cxn ang="0">
                  <a:pos x="6" y="70"/>
                </a:cxn>
                <a:cxn ang="0">
                  <a:pos x="8" y="69"/>
                </a:cxn>
                <a:cxn ang="0">
                  <a:pos x="9" y="68"/>
                </a:cxn>
                <a:cxn ang="0">
                  <a:pos x="10" y="66"/>
                </a:cxn>
                <a:cxn ang="0">
                  <a:pos x="10" y="66"/>
                </a:cxn>
                <a:cxn ang="0">
                  <a:pos x="10" y="58"/>
                </a:cxn>
                <a:cxn ang="0">
                  <a:pos x="12" y="50"/>
                </a:cxn>
                <a:cxn ang="0">
                  <a:pos x="16" y="36"/>
                </a:cxn>
                <a:cxn ang="0">
                  <a:pos x="20" y="21"/>
                </a:cxn>
                <a:cxn ang="0">
                  <a:pos x="21" y="13"/>
                </a:cxn>
                <a:cxn ang="0">
                  <a:pos x="22" y="6"/>
                </a:cxn>
                <a:cxn ang="0">
                  <a:pos x="22" y="6"/>
                </a:cxn>
                <a:cxn ang="0">
                  <a:pos x="21" y="3"/>
                </a:cxn>
                <a:cxn ang="0">
                  <a:pos x="20" y="2"/>
                </a:cxn>
                <a:cxn ang="0">
                  <a:pos x="19" y="1"/>
                </a:cxn>
                <a:cxn ang="0">
                  <a:pos x="17" y="0"/>
                </a:cxn>
                <a:cxn ang="0">
                  <a:pos x="16" y="1"/>
                </a:cxn>
                <a:cxn ang="0">
                  <a:pos x="14" y="2"/>
                </a:cxn>
                <a:cxn ang="0">
                  <a:pos x="13" y="3"/>
                </a:cxn>
                <a:cxn ang="0">
                  <a:pos x="13" y="6"/>
                </a:cxn>
                <a:cxn ang="0">
                  <a:pos x="13" y="6"/>
                </a:cxn>
              </a:cxnLst>
              <a:rect l="0" t="0" r="r" b="b"/>
              <a:pathLst>
                <a:path w="22" h="70">
                  <a:moveTo>
                    <a:pt x="13" y="6"/>
                  </a:moveTo>
                  <a:lnTo>
                    <a:pt x="13" y="6"/>
                  </a:lnTo>
                  <a:lnTo>
                    <a:pt x="12" y="13"/>
                  </a:lnTo>
                  <a:lnTo>
                    <a:pt x="10" y="21"/>
                  </a:lnTo>
                  <a:lnTo>
                    <a:pt x="6" y="36"/>
                  </a:lnTo>
                  <a:lnTo>
                    <a:pt x="2" y="50"/>
                  </a:lnTo>
                  <a:lnTo>
                    <a:pt x="1" y="58"/>
                  </a:lnTo>
                  <a:lnTo>
                    <a:pt x="0" y="66"/>
                  </a:lnTo>
                  <a:lnTo>
                    <a:pt x="0" y="66"/>
                  </a:lnTo>
                  <a:lnTo>
                    <a:pt x="1" y="68"/>
                  </a:lnTo>
                  <a:lnTo>
                    <a:pt x="2" y="69"/>
                  </a:lnTo>
                  <a:lnTo>
                    <a:pt x="3" y="70"/>
                  </a:lnTo>
                  <a:lnTo>
                    <a:pt x="5" y="70"/>
                  </a:lnTo>
                  <a:lnTo>
                    <a:pt x="6" y="70"/>
                  </a:lnTo>
                  <a:lnTo>
                    <a:pt x="8" y="69"/>
                  </a:lnTo>
                  <a:lnTo>
                    <a:pt x="9" y="68"/>
                  </a:lnTo>
                  <a:lnTo>
                    <a:pt x="10" y="66"/>
                  </a:lnTo>
                  <a:lnTo>
                    <a:pt x="10" y="66"/>
                  </a:lnTo>
                  <a:lnTo>
                    <a:pt x="10" y="58"/>
                  </a:lnTo>
                  <a:lnTo>
                    <a:pt x="12" y="50"/>
                  </a:lnTo>
                  <a:lnTo>
                    <a:pt x="16" y="36"/>
                  </a:lnTo>
                  <a:lnTo>
                    <a:pt x="20" y="21"/>
                  </a:lnTo>
                  <a:lnTo>
                    <a:pt x="21" y="13"/>
                  </a:lnTo>
                  <a:lnTo>
                    <a:pt x="22" y="6"/>
                  </a:lnTo>
                  <a:lnTo>
                    <a:pt x="22" y="6"/>
                  </a:lnTo>
                  <a:lnTo>
                    <a:pt x="21" y="3"/>
                  </a:lnTo>
                  <a:lnTo>
                    <a:pt x="20" y="2"/>
                  </a:lnTo>
                  <a:lnTo>
                    <a:pt x="19" y="1"/>
                  </a:lnTo>
                  <a:lnTo>
                    <a:pt x="17" y="0"/>
                  </a:lnTo>
                  <a:lnTo>
                    <a:pt x="16" y="1"/>
                  </a:lnTo>
                  <a:lnTo>
                    <a:pt x="14" y="2"/>
                  </a:lnTo>
                  <a:lnTo>
                    <a:pt x="13" y="3"/>
                  </a:lnTo>
                  <a:lnTo>
                    <a:pt x="13" y="6"/>
                  </a:lnTo>
                  <a:lnTo>
                    <a:pt x="13" y="6"/>
                  </a:lnTo>
                  <a:close/>
                </a:path>
              </a:pathLst>
            </a:custGeom>
            <a:grpFill/>
            <a:ln w="6350">
              <a:solidFill>
                <a:schemeClr val="accent1">
                  <a:lumMod val="75000"/>
                  <a:alpha val="16000"/>
                </a:schemeClr>
              </a:solidFill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431" name="Freeform 762"/>
            <p:cNvSpPr/>
            <p:nvPr>
              <p:custDataLst>
                <p:tags r:id="rId10"/>
              </p:custDataLst>
            </p:nvPr>
          </p:nvSpPr>
          <p:spPr bwMode="auto">
            <a:xfrm>
              <a:off x="6407150" y="2698750"/>
              <a:ext cx="30163" cy="42863"/>
            </a:xfrm>
            <a:custGeom>
              <a:avLst/>
              <a:gdLst/>
              <a:ahLst/>
              <a:cxnLst>
                <a:cxn ang="0">
                  <a:pos x="45" y="3"/>
                </a:cxn>
                <a:cxn ang="0">
                  <a:pos x="45" y="3"/>
                </a:cxn>
                <a:cxn ang="0">
                  <a:pos x="39" y="11"/>
                </a:cxn>
                <a:cxn ang="0">
                  <a:pos x="33" y="19"/>
                </a:cxn>
                <a:cxn ang="0">
                  <a:pos x="26" y="26"/>
                </a:cxn>
                <a:cxn ang="0">
                  <a:pos x="19" y="35"/>
                </a:cxn>
                <a:cxn ang="0">
                  <a:pos x="19" y="35"/>
                </a:cxn>
                <a:cxn ang="0">
                  <a:pos x="16" y="39"/>
                </a:cxn>
                <a:cxn ang="0">
                  <a:pos x="14" y="44"/>
                </a:cxn>
                <a:cxn ang="0">
                  <a:pos x="10" y="54"/>
                </a:cxn>
                <a:cxn ang="0">
                  <a:pos x="10" y="54"/>
                </a:cxn>
                <a:cxn ang="0">
                  <a:pos x="5" y="66"/>
                </a:cxn>
                <a:cxn ang="0">
                  <a:pos x="1" y="77"/>
                </a:cxn>
                <a:cxn ang="0">
                  <a:pos x="1" y="77"/>
                </a:cxn>
                <a:cxn ang="0">
                  <a:pos x="0" y="79"/>
                </a:cxn>
                <a:cxn ang="0">
                  <a:pos x="1" y="80"/>
                </a:cxn>
                <a:cxn ang="0">
                  <a:pos x="2" y="81"/>
                </a:cxn>
                <a:cxn ang="0">
                  <a:pos x="4" y="82"/>
                </a:cxn>
                <a:cxn ang="0">
                  <a:pos x="6" y="82"/>
                </a:cxn>
                <a:cxn ang="0">
                  <a:pos x="7" y="82"/>
                </a:cxn>
                <a:cxn ang="0">
                  <a:pos x="9" y="81"/>
                </a:cxn>
                <a:cxn ang="0">
                  <a:pos x="10" y="79"/>
                </a:cxn>
                <a:cxn ang="0">
                  <a:pos x="10" y="79"/>
                </a:cxn>
                <a:cxn ang="0">
                  <a:pos x="18" y="59"/>
                </a:cxn>
                <a:cxn ang="0">
                  <a:pos x="22" y="48"/>
                </a:cxn>
                <a:cxn ang="0">
                  <a:pos x="27" y="39"/>
                </a:cxn>
                <a:cxn ang="0">
                  <a:pos x="27" y="39"/>
                </a:cxn>
                <a:cxn ang="0">
                  <a:pos x="33" y="31"/>
                </a:cxn>
                <a:cxn ang="0">
                  <a:pos x="40" y="23"/>
                </a:cxn>
                <a:cxn ang="0">
                  <a:pos x="48" y="16"/>
                </a:cxn>
                <a:cxn ang="0">
                  <a:pos x="54" y="8"/>
                </a:cxn>
                <a:cxn ang="0">
                  <a:pos x="54" y="8"/>
                </a:cxn>
                <a:cxn ang="0">
                  <a:pos x="55" y="6"/>
                </a:cxn>
                <a:cxn ang="0">
                  <a:pos x="54" y="4"/>
                </a:cxn>
                <a:cxn ang="0">
                  <a:pos x="53" y="3"/>
                </a:cxn>
                <a:cxn ang="0">
                  <a:pos x="52" y="1"/>
                </a:cxn>
                <a:cxn ang="0">
                  <a:pos x="51" y="0"/>
                </a:cxn>
                <a:cxn ang="0">
                  <a:pos x="49" y="0"/>
                </a:cxn>
                <a:cxn ang="0">
                  <a:pos x="47" y="1"/>
                </a:cxn>
                <a:cxn ang="0">
                  <a:pos x="45" y="3"/>
                </a:cxn>
                <a:cxn ang="0">
                  <a:pos x="45" y="3"/>
                </a:cxn>
              </a:cxnLst>
              <a:rect l="0" t="0" r="r" b="b"/>
              <a:pathLst>
                <a:path w="55" h="82">
                  <a:moveTo>
                    <a:pt x="45" y="3"/>
                  </a:moveTo>
                  <a:lnTo>
                    <a:pt x="45" y="3"/>
                  </a:lnTo>
                  <a:lnTo>
                    <a:pt x="39" y="11"/>
                  </a:lnTo>
                  <a:lnTo>
                    <a:pt x="33" y="19"/>
                  </a:lnTo>
                  <a:lnTo>
                    <a:pt x="26" y="26"/>
                  </a:lnTo>
                  <a:lnTo>
                    <a:pt x="19" y="35"/>
                  </a:lnTo>
                  <a:lnTo>
                    <a:pt x="19" y="35"/>
                  </a:lnTo>
                  <a:lnTo>
                    <a:pt x="16" y="39"/>
                  </a:lnTo>
                  <a:lnTo>
                    <a:pt x="14" y="44"/>
                  </a:lnTo>
                  <a:lnTo>
                    <a:pt x="10" y="54"/>
                  </a:lnTo>
                  <a:lnTo>
                    <a:pt x="10" y="54"/>
                  </a:lnTo>
                  <a:lnTo>
                    <a:pt x="5" y="66"/>
                  </a:lnTo>
                  <a:lnTo>
                    <a:pt x="1" y="77"/>
                  </a:lnTo>
                  <a:lnTo>
                    <a:pt x="1" y="77"/>
                  </a:lnTo>
                  <a:lnTo>
                    <a:pt x="0" y="79"/>
                  </a:lnTo>
                  <a:lnTo>
                    <a:pt x="1" y="80"/>
                  </a:lnTo>
                  <a:lnTo>
                    <a:pt x="2" y="81"/>
                  </a:lnTo>
                  <a:lnTo>
                    <a:pt x="4" y="82"/>
                  </a:lnTo>
                  <a:lnTo>
                    <a:pt x="6" y="82"/>
                  </a:lnTo>
                  <a:lnTo>
                    <a:pt x="7" y="82"/>
                  </a:lnTo>
                  <a:lnTo>
                    <a:pt x="9" y="81"/>
                  </a:lnTo>
                  <a:lnTo>
                    <a:pt x="10" y="79"/>
                  </a:lnTo>
                  <a:lnTo>
                    <a:pt x="10" y="79"/>
                  </a:lnTo>
                  <a:lnTo>
                    <a:pt x="18" y="59"/>
                  </a:lnTo>
                  <a:lnTo>
                    <a:pt x="22" y="48"/>
                  </a:lnTo>
                  <a:lnTo>
                    <a:pt x="27" y="39"/>
                  </a:lnTo>
                  <a:lnTo>
                    <a:pt x="27" y="39"/>
                  </a:lnTo>
                  <a:lnTo>
                    <a:pt x="33" y="31"/>
                  </a:lnTo>
                  <a:lnTo>
                    <a:pt x="40" y="23"/>
                  </a:lnTo>
                  <a:lnTo>
                    <a:pt x="48" y="16"/>
                  </a:lnTo>
                  <a:lnTo>
                    <a:pt x="54" y="8"/>
                  </a:lnTo>
                  <a:lnTo>
                    <a:pt x="54" y="8"/>
                  </a:lnTo>
                  <a:lnTo>
                    <a:pt x="55" y="6"/>
                  </a:lnTo>
                  <a:lnTo>
                    <a:pt x="54" y="4"/>
                  </a:lnTo>
                  <a:lnTo>
                    <a:pt x="53" y="3"/>
                  </a:lnTo>
                  <a:lnTo>
                    <a:pt x="52" y="1"/>
                  </a:lnTo>
                  <a:lnTo>
                    <a:pt x="51" y="0"/>
                  </a:lnTo>
                  <a:lnTo>
                    <a:pt x="49" y="0"/>
                  </a:lnTo>
                  <a:lnTo>
                    <a:pt x="47" y="1"/>
                  </a:lnTo>
                  <a:lnTo>
                    <a:pt x="45" y="3"/>
                  </a:lnTo>
                  <a:lnTo>
                    <a:pt x="45" y="3"/>
                  </a:lnTo>
                  <a:close/>
                </a:path>
              </a:pathLst>
            </a:custGeom>
            <a:grpFill/>
            <a:ln w="6350">
              <a:solidFill>
                <a:schemeClr val="accent1">
                  <a:lumMod val="75000"/>
                  <a:alpha val="16000"/>
                </a:schemeClr>
              </a:solidFill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432" name="Freeform 763"/>
            <p:cNvSpPr/>
            <p:nvPr>
              <p:custDataLst>
                <p:tags r:id="rId11"/>
              </p:custDataLst>
            </p:nvPr>
          </p:nvSpPr>
          <p:spPr bwMode="auto">
            <a:xfrm>
              <a:off x="6430963" y="2728913"/>
              <a:ext cx="26988" cy="50800"/>
            </a:xfrm>
            <a:custGeom>
              <a:avLst/>
              <a:gdLst/>
              <a:ahLst/>
              <a:cxnLst>
                <a:cxn ang="0">
                  <a:pos x="43" y="3"/>
                </a:cxn>
                <a:cxn ang="0">
                  <a:pos x="43" y="3"/>
                </a:cxn>
                <a:cxn ang="0">
                  <a:pos x="32" y="22"/>
                </a:cxn>
                <a:cxn ang="0">
                  <a:pos x="22" y="43"/>
                </a:cxn>
                <a:cxn ang="0">
                  <a:pos x="22" y="43"/>
                </a:cxn>
                <a:cxn ang="0">
                  <a:pos x="17" y="54"/>
                </a:cxn>
                <a:cxn ang="0">
                  <a:pos x="11" y="66"/>
                </a:cxn>
                <a:cxn ang="0">
                  <a:pos x="6" y="77"/>
                </a:cxn>
                <a:cxn ang="0">
                  <a:pos x="1" y="90"/>
                </a:cxn>
                <a:cxn ang="0">
                  <a:pos x="1" y="90"/>
                </a:cxn>
                <a:cxn ang="0">
                  <a:pos x="0" y="92"/>
                </a:cxn>
                <a:cxn ang="0">
                  <a:pos x="1" y="94"/>
                </a:cxn>
                <a:cxn ang="0">
                  <a:pos x="3" y="95"/>
                </a:cxn>
                <a:cxn ang="0">
                  <a:pos x="5" y="95"/>
                </a:cxn>
                <a:cxn ang="0">
                  <a:pos x="6" y="96"/>
                </a:cxn>
                <a:cxn ang="0">
                  <a:pos x="8" y="95"/>
                </a:cxn>
                <a:cxn ang="0">
                  <a:pos x="9" y="94"/>
                </a:cxn>
                <a:cxn ang="0">
                  <a:pos x="10" y="92"/>
                </a:cxn>
                <a:cxn ang="0">
                  <a:pos x="10" y="92"/>
                </a:cxn>
                <a:cxn ang="0">
                  <a:pos x="14" y="81"/>
                </a:cxn>
                <a:cxn ang="0">
                  <a:pos x="18" y="71"/>
                </a:cxn>
                <a:cxn ang="0">
                  <a:pos x="22" y="62"/>
                </a:cxn>
                <a:cxn ang="0">
                  <a:pos x="28" y="52"/>
                </a:cxn>
                <a:cxn ang="0">
                  <a:pos x="28" y="52"/>
                </a:cxn>
                <a:cxn ang="0">
                  <a:pos x="32" y="47"/>
                </a:cxn>
                <a:cxn ang="0">
                  <a:pos x="34" y="42"/>
                </a:cxn>
                <a:cxn ang="0">
                  <a:pos x="38" y="33"/>
                </a:cxn>
                <a:cxn ang="0">
                  <a:pos x="38" y="33"/>
                </a:cxn>
                <a:cxn ang="0">
                  <a:pos x="44" y="20"/>
                </a:cxn>
                <a:cxn ang="0">
                  <a:pos x="51" y="8"/>
                </a:cxn>
                <a:cxn ang="0">
                  <a:pos x="51" y="8"/>
                </a:cxn>
                <a:cxn ang="0">
                  <a:pos x="51" y="6"/>
                </a:cxn>
                <a:cxn ang="0">
                  <a:pos x="51" y="4"/>
                </a:cxn>
                <a:cxn ang="0">
                  <a:pos x="50" y="3"/>
                </a:cxn>
                <a:cxn ang="0">
                  <a:pos x="49" y="2"/>
                </a:cxn>
                <a:cxn ang="0">
                  <a:pos x="47" y="0"/>
                </a:cxn>
                <a:cxn ang="0">
                  <a:pos x="46" y="0"/>
                </a:cxn>
                <a:cxn ang="0">
                  <a:pos x="44" y="2"/>
                </a:cxn>
                <a:cxn ang="0">
                  <a:pos x="43" y="3"/>
                </a:cxn>
                <a:cxn ang="0">
                  <a:pos x="43" y="3"/>
                </a:cxn>
              </a:cxnLst>
              <a:rect l="0" t="0" r="r" b="b"/>
              <a:pathLst>
                <a:path w="51" h="96">
                  <a:moveTo>
                    <a:pt x="43" y="3"/>
                  </a:moveTo>
                  <a:lnTo>
                    <a:pt x="43" y="3"/>
                  </a:lnTo>
                  <a:lnTo>
                    <a:pt x="32" y="22"/>
                  </a:lnTo>
                  <a:lnTo>
                    <a:pt x="22" y="43"/>
                  </a:lnTo>
                  <a:lnTo>
                    <a:pt x="22" y="43"/>
                  </a:lnTo>
                  <a:lnTo>
                    <a:pt x="17" y="54"/>
                  </a:lnTo>
                  <a:lnTo>
                    <a:pt x="11" y="66"/>
                  </a:lnTo>
                  <a:lnTo>
                    <a:pt x="6" y="77"/>
                  </a:lnTo>
                  <a:lnTo>
                    <a:pt x="1" y="90"/>
                  </a:lnTo>
                  <a:lnTo>
                    <a:pt x="1" y="90"/>
                  </a:lnTo>
                  <a:lnTo>
                    <a:pt x="0" y="92"/>
                  </a:lnTo>
                  <a:lnTo>
                    <a:pt x="1" y="94"/>
                  </a:lnTo>
                  <a:lnTo>
                    <a:pt x="3" y="95"/>
                  </a:lnTo>
                  <a:lnTo>
                    <a:pt x="5" y="95"/>
                  </a:lnTo>
                  <a:lnTo>
                    <a:pt x="6" y="96"/>
                  </a:lnTo>
                  <a:lnTo>
                    <a:pt x="8" y="95"/>
                  </a:lnTo>
                  <a:lnTo>
                    <a:pt x="9" y="94"/>
                  </a:lnTo>
                  <a:lnTo>
                    <a:pt x="10" y="92"/>
                  </a:lnTo>
                  <a:lnTo>
                    <a:pt x="10" y="92"/>
                  </a:lnTo>
                  <a:lnTo>
                    <a:pt x="14" y="81"/>
                  </a:lnTo>
                  <a:lnTo>
                    <a:pt x="18" y="71"/>
                  </a:lnTo>
                  <a:lnTo>
                    <a:pt x="22" y="62"/>
                  </a:lnTo>
                  <a:lnTo>
                    <a:pt x="28" y="52"/>
                  </a:lnTo>
                  <a:lnTo>
                    <a:pt x="28" y="52"/>
                  </a:lnTo>
                  <a:lnTo>
                    <a:pt x="32" y="47"/>
                  </a:lnTo>
                  <a:lnTo>
                    <a:pt x="34" y="42"/>
                  </a:lnTo>
                  <a:lnTo>
                    <a:pt x="38" y="33"/>
                  </a:lnTo>
                  <a:lnTo>
                    <a:pt x="38" y="33"/>
                  </a:lnTo>
                  <a:lnTo>
                    <a:pt x="44" y="20"/>
                  </a:lnTo>
                  <a:lnTo>
                    <a:pt x="51" y="8"/>
                  </a:lnTo>
                  <a:lnTo>
                    <a:pt x="51" y="8"/>
                  </a:lnTo>
                  <a:lnTo>
                    <a:pt x="51" y="6"/>
                  </a:lnTo>
                  <a:lnTo>
                    <a:pt x="51" y="4"/>
                  </a:lnTo>
                  <a:lnTo>
                    <a:pt x="50" y="3"/>
                  </a:lnTo>
                  <a:lnTo>
                    <a:pt x="49" y="2"/>
                  </a:lnTo>
                  <a:lnTo>
                    <a:pt x="47" y="0"/>
                  </a:lnTo>
                  <a:lnTo>
                    <a:pt x="46" y="0"/>
                  </a:lnTo>
                  <a:lnTo>
                    <a:pt x="44" y="2"/>
                  </a:lnTo>
                  <a:lnTo>
                    <a:pt x="43" y="3"/>
                  </a:lnTo>
                  <a:lnTo>
                    <a:pt x="43" y="3"/>
                  </a:lnTo>
                  <a:close/>
                </a:path>
              </a:pathLst>
            </a:custGeom>
            <a:grpFill/>
            <a:ln w="6350">
              <a:solidFill>
                <a:schemeClr val="accent1">
                  <a:lumMod val="75000"/>
                  <a:alpha val="16000"/>
                </a:schemeClr>
              </a:solidFill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433" name="Freeform 764"/>
            <p:cNvSpPr/>
            <p:nvPr>
              <p:custDataLst>
                <p:tags r:id="rId12"/>
              </p:custDataLst>
            </p:nvPr>
          </p:nvSpPr>
          <p:spPr bwMode="auto">
            <a:xfrm>
              <a:off x="6461125" y="2754313"/>
              <a:ext cx="25400" cy="49213"/>
            </a:xfrm>
            <a:custGeom>
              <a:avLst/>
              <a:gdLst/>
              <a:ahLst/>
              <a:cxnLst>
                <a:cxn ang="0">
                  <a:pos x="39" y="2"/>
                </a:cxn>
                <a:cxn ang="0">
                  <a:pos x="39" y="2"/>
                </a:cxn>
                <a:cxn ang="0">
                  <a:pos x="26" y="22"/>
                </a:cxn>
                <a:cxn ang="0">
                  <a:pos x="15" y="43"/>
                </a:cxn>
                <a:cxn ang="0">
                  <a:pos x="7" y="64"/>
                </a:cxn>
                <a:cxn ang="0">
                  <a:pos x="3" y="75"/>
                </a:cxn>
                <a:cxn ang="0">
                  <a:pos x="0" y="86"/>
                </a:cxn>
                <a:cxn ang="0">
                  <a:pos x="0" y="86"/>
                </a:cxn>
                <a:cxn ang="0">
                  <a:pos x="0" y="88"/>
                </a:cxn>
                <a:cxn ang="0">
                  <a:pos x="0" y="89"/>
                </a:cxn>
                <a:cxn ang="0">
                  <a:pos x="2" y="91"/>
                </a:cxn>
                <a:cxn ang="0">
                  <a:pos x="4" y="91"/>
                </a:cxn>
                <a:cxn ang="0">
                  <a:pos x="6" y="92"/>
                </a:cxn>
                <a:cxn ang="0">
                  <a:pos x="7" y="91"/>
                </a:cxn>
                <a:cxn ang="0">
                  <a:pos x="9" y="90"/>
                </a:cxn>
                <a:cxn ang="0">
                  <a:pos x="9" y="88"/>
                </a:cxn>
                <a:cxn ang="0">
                  <a:pos x="9" y="88"/>
                </a:cxn>
                <a:cxn ang="0">
                  <a:pos x="12" y="78"/>
                </a:cxn>
                <a:cxn ang="0">
                  <a:pos x="15" y="66"/>
                </a:cxn>
                <a:cxn ang="0">
                  <a:pos x="24" y="46"/>
                </a:cxn>
                <a:cxn ang="0">
                  <a:pos x="35" y="26"/>
                </a:cxn>
                <a:cxn ang="0">
                  <a:pos x="47" y="7"/>
                </a:cxn>
                <a:cxn ang="0">
                  <a:pos x="47" y="7"/>
                </a:cxn>
                <a:cxn ang="0">
                  <a:pos x="48" y="5"/>
                </a:cxn>
                <a:cxn ang="0">
                  <a:pos x="47" y="3"/>
                </a:cxn>
                <a:cxn ang="0">
                  <a:pos x="47" y="2"/>
                </a:cxn>
                <a:cxn ang="0">
                  <a:pos x="45" y="1"/>
                </a:cxn>
                <a:cxn ang="0">
                  <a:pos x="42" y="0"/>
                </a:cxn>
                <a:cxn ang="0">
                  <a:pos x="40" y="1"/>
                </a:cxn>
                <a:cxn ang="0">
                  <a:pos x="39" y="2"/>
                </a:cxn>
                <a:cxn ang="0">
                  <a:pos x="39" y="2"/>
                </a:cxn>
              </a:cxnLst>
              <a:rect l="0" t="0" r="r" b="b"/>
              <a:pathLst>
                <a:path w="48" h="92">
                  <a:moveTo>
                    <a:pt x="39" y="2"/>
                  </a:moveTo>
                  <a:lnTo>
                    <a:pt x="39" y="2"/>
                  </a:lnTo>
                  <a:lnTo>
                    <a:pt x="26" y="22"/>
                  </a:lnTo>
                  <a:lnTo>
                    <a:pt x="15" y="43"/>
                  </a:lnTo>
                  <a:lnTo>
                    <a:pt x="7" y="64"/>
                  </a:lnTo>
                  <a:lnTo>
                    <a:pt x="3" y="75"/>
                  </a:lnTo>
                  <a:lnTo>
                    <a:pt x="0" y="86"/>
                  </a:lnTo>
                  <a:lnTo>
                    <a:pt x="0" y="86"/>
                  </a:lnTo>
                  <a:lnTo>
                    <a:pt x="0" y="88"/>
                  </a:lnTo>
                  <a:lnTo>
                    <a:pt x="0" y="89"/>
                  </a:lnTo>
                  <a:lnTo>
                    <a:pt x="2" y="91"/>
                  </a:lnTo>
                  <a:lnTo>
                    <a:pt x="4" y="91"/>
                  </a:lnTo>
                  <a:lnTo>
                    <a:pt x="6" y="92"/>
                  </a:lnTo>
                  <a:lnTo>
                    <a:pt x="7" y="91"/>
                  </a:lnTo>
                  <a:lnTo>
                    <a:pt x="9" y="90"/>
                  </a:lnTo>
                  <a:lnTo>
                    <a:pt x="9" y="88"/>
                  </a:lnTo>
                  <a:lnTo>
                    <a:pt x="9" y="88"/>
                  </a:lnTo>
                  <a:lnTo>
                    <a:pt x="12" y="78"/>
                  </a:lnTo>
                  <a:lnTo>
                    <a:pt x="15" y="66"/>
                  </a:lnTo>
                  <a:lnTo>
                    <a:pt x="24" y="46"/>
                  </a:lnTo>
                  <a:lnTo>
                    <a:pt x="35" y="26"/>
                  </a:lnTo>
                  <a:lnTo>
                    <a:pt x="47" y="7"/>
                  </a:lnTo>
                  <a:lnTo>
                    <a:pt x="47" y="7"/>
                  </a:lnTo>
                  <a:lnTo>
                    <a:pt x="48" y="5"/>
                  </a:lnTo>
                  <a:lnTo>
                    <a:pt x="47" y="3"/>
                  </a:lnTo>
                  <a:lnTo>
                    <a:pt x="47" y="2"/>
                  </a:lnTo>
                  <a:lnTo>
                    <a:pt x="45" y="1"/>
                  </a:lnTo>
                  <a:lnTo>
                    <a:pt x="42" y="0"/>
                  </a:lnTo>
                  <a:lnTo>
                    <a:pt x="40" y="1"/>
                  </a:lnTo>
                  <a:lnTo>
                    <a:pt x="39" y="2"/>
                  </a:lnTo>
                  <a:lnTo>
                    <a:pt x="39" y="2"/>
                  </a:lnTo>
                  <a:close/>
                </a:path>
              </a:pathLst>
            </a:custGeom>
            <a:grpFill/>
            <a:ln w="6350">
              <a:solidFill>
                <a:schemeClr val="accent1">
                  <a:lumMod val="75000"/>
                  <a:alpha val="16000"/>
                </a:schemeClr>
              </a:solidFill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434" name="Freeform 765"/>
            <p:cNvSpPr/>
            <p:nvPr>
              <p:custDataLst>
                <p:tags r:id="rId13"/>
              </p:custDataLst>
            </p:nvPr>
          </p:nvSpPr>
          <p:spPr bwMode="auto">
            <a:xfrm>
              <a:off x="6499225" y="2765425"/>
              <a:ext cx="22225" cy="53975"/>
            </a:xfrm>
            <a:custGeom>
              <a:avLst/>
              <a:gdLst/>
              <a:ahLst/>
              <a:cxnLst>
                <a:cxn ang="0">
                  <a:pos x="35" y="3"/>
                </a:cxn>
                <a:cxn ang="0">
                  <a:pos x="35" y="3"/>
                </a:cxn>
                <a:cxn ang="0">
                  <a:pos x="29" y="13"/>
                </a:cxn>
                <a:cxn ang="0">
                  <a:pos x="24" y="25"/>
                </a:cxn>
                <a:cxn ang="0">
                  <a:pos x="20" y="36"/>
                </a:cxn>
                <a:cxn ang="0">
                  <a:pos x="15" y="49"/>
                </a:cxn>
                <a:cxn ang="0">
                  <a:pos x="8" y="72"/>
                </a:cxn>
                <a:cxn ang="0">
                  <a:pos x="0" y="95"/>
                </a:cxn>
                <a:cxn ang="0">
                  <a:pos x="0" y="95"/>
                </a:cxn>
                <a:cxn ang="0">
                  <a:pos x="0" y="97"/>
                </a:cxn>
                <a:cxn ang="0">
                  <a:pos x="0" y="99"/>
                </a:cxn>
                <a:cxn ang="0">
                  <a:pos x="1" y="100"/>
                </a:cxn>
                <a:cxn ang="0">
                  <a:pos x="3" y="101"/>
                </a:cxn>
                <a:cxn ang="0">
                  <a:pos x="6" y="101"/>
                </a:cxn>
                <a:cxn ang="0">
                  <a:pos x="8" y="100"/>
                </a:cxn>
                <a:cxn ang="0">
                  <a:pos x="9" y="98"/>
                </a:cxn>
                <a:cxn ang="0">
                  <a:pos x="9" y="98"/>
                </a:cxn>
                <a:cxn ang="0">
                  <a:pos x="17" y="76"/>
                </a:cxn>
                <a:cxn ang="0">
                  <a:pos x="24" y="52"/>
                </a:cxn>
                <a:cxn ang="0">
                  <a:pos x="32" y="29"/>
                </a:cxn>
                <a:cxn ang="0">
                  <a:pos x="37" y="19"/>
                </a:cxn>
                <a:cxn ang="0">
                  <a:pos x="43" y="7"/>
                </a:cxn>
                <a:cxn ang="0">
                  <a:pos x="43" y="7"/>
                </a:cxn>
                <a:cxn ang="0">
                  <a:pos x="44" y="5"/>
                </a:cxn>
                <a:cxn ang="0">
                  <a:pos x="44" y="4"/>
                </a:cxn>
                <a:cxn ang="0">
                  <a:pos x="43" y="2"/>
                </a:cxn>
                <a:cxn ang="0">
                  <a:pos x="41" y="1"/>
                </a:cxn>
                <a:cxn ang="0">
                  <a:pos x="40" y="1"/>
                </a:cxn>
                <a:cxn ang="0">
                  <a:pos x="38" y="0"/>
                </a:cxn>
                <a:cxn ang="0">
                  <a:pos x="36" y="1"/>
                </a:cxn>
                <a:cxn ang="0">
                  <a:pos x="35" y="3"/>
                </a:cxn>
                <a:cxn ang="0">
                  <a:pos x="35" y="3"/>
                </a:cxn>
              </a:cxnLst>
              <a:rect l="0" t="0" r="r" b="b"/>
              <a:pathLst>
                <a:path w="44" h="101">
                  <a:moveTo>
                    <a:pt x="35" y="3"/>
                  </a:moveTo>
                  <a:lnTo>
                    <a:pt x="35" y="3"/>
                  </a:lnTo>
                  <a:lnTo>
                    <a:pt x="29" y="13"/>
                  </a:lnTo>
                  <a:lnTo>
                    <a:pt x="24" y="25"/>
                  </a:lnTo>
                  <a:lnTo>
                    <a:pt x="20" y="36"/>
                  </a:lnTo>
                  <a:lnTo>
                    <a:pt x="15" y="49"/>
                  </a:lnTo>
                  <a:lnTo>
                    <a:pt x="8" y="72"/>
                  </a:lnTo>
                  <a:lnTo>
                    <a:pt x="0" y="95"/>
                  </a:lnTo>
                  <a:lnTo>
                    <a:pt x="0" y="95"/>
                  </a:lnTo>
                  <a:lnTo>
                    <a:pt x="0" y="97"/>
                  </a:lnTo>
                  <a:lnTo>
                    <a:pt x="0" y="99"/>
                  </a:lnTo>
                  <a:lnTo>
                    <a:pt x="1" y="100"/>
                  </a:lnTo>
                  <a:lnTo>
                    <a:pt x="3" y="101"/>
                  </a:lnTo>
                  <a:lnTo>
                    <a:pt x="6" y="101"/>
                  </a:lnTo>
                  <a:lnTo>
                    <a:pt x="8" y="100"/>
                  </a:lnTo>
                  <a:lnTo>
                    <a:pt x="9" y="98"/>
                  </a:lnTo>
                  <a:lnTo>
                    <a:pt x="9" y="98"/>
                  </a:lnTo>
                  <a:lnTo>
                    <a:pt x="17" y="76"/>
                  </a:lnTo>
                  <a:lnTo>
                    <a:pt x="24" y="52"/>
                  </a:lnTo>
                  <a:lnTo>
                    <a:pt x="32" y="29"/>
                  </a:lnTo>
                  <a:lnTo>
                    <a:pt x="37" y="19"/>
                  </a:lnTo>
                  <a:lnTo>
                    <a:pt x="43" y="7"/>
                  </a:lnTo>
                  <a:lnTo>
                    <a:pt x="43" y="7"/>
                  </a:lnTo>
                  <a:lnTo>
                    <a:pt x="44" y="5"/>
                  </a:lnTo>
                  <a:lnTo>
                    <a:pt x="44" y="4"/>
                  </a:lnTo>
                  <a:lnTo>
                    <a:pt x="43" y="2"/>
                  </a:lnTo>
                  <a:lnTo>
                    <a:pt x="41" y="1"/>
                  </a:lnTo>
                  <a:lnTo>
                    <a:pt x="40" y="1"/>
                  </a:lnTo>
                  <a:lnTo>
                    <a:pt x="38" y="0"/>
                  </a:lnTo>
                  <a:lnTo>
                    <a:pt x="36" y="1"/>
                  </a:lnTo>
                  <a:lnTo>
                    <a:pt x="35" y="3"/>
                  </a:lnTo>
                  <a:lnTo>
                    <a:pt x="35" y="3"/>
                  </a:lnTo>
                  <a:close/>
                </a:path>
              </a:pathLst>
            </a:custGeom>
            <a:grpFill/>
            <a:ln w="6350">
              <a:solidFill>
                <a:schemeClr val="accent1">
                  <a:lumMod val="75000"/>
                  <a:alpha val="16000"/>
                </a:schemeClr>
              </a:solidFill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435" name="Freeform 766"/>
            <p:cNvSpPr/>
            <p:nvPr>
              <p:custDataLst>
                <p:tags r:id="rId14"/>
              </p:custDataLst>
            </p:nvPr>
          </p:nvSpPr>
          <p:spPr bwMode="auto">
            <a:xfrm>
              <a:off x="6540500" y="2767013"/>
              <a:ext cx="23813" cy="53975"/>
            </a:xfrm>
            <a:custGeom>
              <a:avLst/>
              <a:gdLst/>
              <a:ahLst/>
              <a:cxnLst>
                <a:cxn ang="0">
                  <a:pos x="35" y="4"/>
                </a:cxn>
                <a:cxn ang="0">
                  <a:pos x="35" y="4"/>
                </a:cxn>
                <a:cxn ang="0">
                  <a:pos x="29" y="27"/>
                </a:cxn>
                <a:cxn ang="0">
                  <a:pos x="20" y="50"/>
                </a:cxn>
                <a:cxn ang="0">
                  <a:pos x="11" y="73"/>
                </a:cxn>
                <a:cxn ang="0">
                  <a:pos x="1" y="94"/>
                </a:cxn>
                <a:cxn ang="0">
                  <a:pos x="1" y="94"/>
                </a:cxn>
                <a:cxn ang="0">
                  <a:pos x="0" y="96"/>
                </a:cxn>
                <a:cxn ang="0">
                  <a:pos x="1" y="98"/>
                </a:cxn>
                <a:cxn ang="0">
                  <a:pos x="2" y="101"/>
                </a:cxn>
                <a:cxn ang="0">
                  <a:pos x="3" y="102"/>
                </a:cxn>
                <a:cxn ang="0">
                  <a:pos x="4" y="102"/>
                </a:cxn>
                <a:cxn ang="0">
                  <a:pos x="6" y="102"/>
                </a:cxn>
                <a:cxn ang="0">
                  <a:pos x="8" y="102"/>
                </a:cxn>
                <a:cxn ang="0">
                  <a:pos x="9" y="100"/>
                </a:cxn>
                <a:cxn ang="0">
                  <a:pos x="9" y="100"/>
                </a:cxn>
                <a:cxn ang="0">
                  <a:pos x="19" y="77"/>
                </a:cxn>
                <a:cxn ang="0">
                  <a:pos x="29" y="54"/>
                </a:cxn>
                <a:cxn ang="0">
                  <a:pos x="37" y="30"/>
                </a:cxn>
                <a:cxn ang="0">
                  <a:pos x="44" y="6"/>
                </a:cxn>
                <a:cxn ang="0">
                  <a:pos x="44" y="6"/>
                </a:cxn>
                <a:cxn ang="0">
                  <a:pos x="44" y="4"/>
                </a:cxn>
                <a:cxn ang="0">
                  <a:pos x="43" y="3"/>
                </a:cxn>
                <a:cxn ang="0">
                  <a:pos x="42" y="1"/>
                </a:cxn>
                <a:cxn ang="0">
                  <a:pos x="41" y="1"/>
                </a:cxn>
                <a:cxn ang="0">
                  <a:pos x="39" y="0"/>
                </a:cxn>
                <a:cxn ang="0">
                  <a:pos x="37" y="1"/>
                </a:cxn>
                <a:cxn ang="0">
                  <a:pos x="36" y="2"/>
                </a:cxn>
                <a:cxn ang="0">
                  <a:pos x="35" y="4"/>
                </a:cxn>
                <a:cxn ang="0">
                  <a:pos x="35" y="4"/>
                </a:cxn>
              </a:cxnLst>
              <a:rect l="0" t="0" r="r" b="b"/>
              <a:pathLst>
                <a:path w="44" h="102">
                  <a:moveTo>
                    <a:pt x="35" y="4"/>
                  </a:moveTo>
                  <a:lnTo>
                    <a:pt x="35" y="4"/>
                  </a:lnTo>
                  <a:lnTo>
                    <a:pt x="29" y="27"/>
                  </a:lnTo>
                  <a:lnTo>
                    <a:pt x="20" y="50"/>
                  </a:lnTo>
                  <a:lnTo>
                    <a:pt x="11" y="73"/>
                  </a:lnTo>
                  <a:lnTo>
                    <a:pt x="1" y="94"/>
                  </a:lnTo>
                  <a:lnTo>
                    <a:pt x="1" y="94"/>
                  </a:lnTo>
                  <a:lnTo>
                    <a:pt x="0" y="96"/>
                  </a:lnTo>
                  <a:lnTo>
                    <a:pt x="1" y="98"/>
                  </a:lnTo>
                  <a:lnTo>
                    <a:pt x="2" y="101"/>
                  </a:lnTo>
                  <a:lnTo>
                    <a:pt x="3" y="102"/>
                  </a:lnTo>
                  <a:lnTo>
                    <a:pt x="4" y="102"/>
                  </a:lnTo>
                  <a:lnTo>
                    <a:pt x="6" y="102"/>
                  </a:lnTo>
                  <a:lnTo>
                    <a:pt x="8" y="102"/>
                  </a:lnTo>
                  <a:lnTo>
                    <a:pt x="9" y="100"/>
                  </a:lnTo>
                  <a:lnTo>
                    <a:pt x="9" y="100"/>
                  </a:lnTo>
                  <a:lnTo>
                    <a:pt x="19" y="77"/>
                  </a:lnTo>
                  <a:lnTo>
                    <a:pt x="29" y="54"/>
                  </a:lnTo>
                  <a:lnTo>
                    <a:pt x="37" y="30"/>
                  </a:lnTo>
                  <a:lnTo>
                    <a:pt x="44" y="6"/>
                  </a:lnTo>
                  <a:lnTo>
                    <a:pt x="44" y="6"/>
                  </a:lnTo>
                  <a:lnTo>
                    <a:pt x="44" y="4"/>
                  </a:lnTo>
                  <a:lnTo>
                    <a:pt x="43" y="3"/>
                  </a:lnTo>
                  <a:lnTo>
                    <a:pt x="42" y="1"/>
                  </a:lnTo>
                  <a:lnTo>
                    <a:pt x="41" y="1"/>
                  </a:lnTo>
                  <a:lnTo>
                    <a:pt x="39" y="0"/>
                  </a:lnTo>
                  <a:lnTo>
                    <a:pt x="37" y="1"/>
                  </a:lnTo>
                  <a:lnTo>
                    <a:pt x="36" y="2"/>
                  </a:lnTo>
                  <a:lnTo>
                    <a:pt x="35" y="4"/>
                  </a:lnTo>
                  <a:lnTo>
                    <a:pt x="35" y="4"/>
                  </a:lnTo>
                  <a:close/>
                </a:path>
              </a:pathLst>
            </a:custGeom>
            <a:grpFill/>
            <a:ln w="6350">
              <a:solidFill>
                <a:schemeClr val="accent1">
                  <a:lumMod val="75000"/>
                  <a:alpha val="16000"/>
                </a:schemeClr>
              </a:solidFill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436" name="Freeform 767"/>
            <p:cNvSpPr/>
            <p:nvPr>
              <p:custDataLst>
                <p:tags r:id="rId15"/>
              </p:custDataLst>
            </p:nvPr>
          </p:nvSpPr>
          <p:spPr bwMode="auto">
            <a:xfrm>
              <a:off x="6386513" y="2139950"/>
              <a:ext cx="15875" cy="36513"/>
            </a:xfrm>
            <a:custGeom>
              <a:avLst/>
              <a:gdLst/>
              <a:ahLst/>
              <a:cxnLst>
                <a:cxn ang="0">
                  <a:pos x="22" y="4"/>
                </a:cxn>
                <a:cxn ang="0">
                  <a:pos x="22" y="4"/>
                </a:cxn>
                <a:cxn ang="0">
                  <a:pos x="21" y="12"/>
                </a:cxn>
                <a:cxn ang="0">
                  <a:pos x="19" y="19"/>
                </a:cxn>
                <a:cxn ang="0">
                  <a:pos x="14" y="32"/>
                </a:cxn>
                <a:cxn ang="0">
                  <a:pos x="14" y="32"/>
                </a:cxn>
                <a:cxn ang="0">
                  <a:pos x="9" y="48"/>
                </a:cxn>
                <a:cxn ang="0">
                  <a:pos x="5" y="55"/>
                </a:cxn>
                <a:cxn ang="0">
                  <a:pos x="0" y="62"/>
                </a:cxn>
                <a:cxn ang="0">
                  <a:pos x="0" y="62"/>
                </a:cxn>
                <a:cxn ang="0">
                  <a:pos x="0" y="65"/>
                </a:cxn>
                <a:cxn ang="0">
                  <a:pos x="0" y="67"/>
                </a:cxn>
                <a:cxn ang="0">
                  <a:pos x="2" y="68"/>
                </a:cxn>
                <a:cxn ang="0">
                  <a:pos x="3" y="69"/>
                </a:cxn>
                <a:cxn ang="0">
                  <a:pos x="5" y="70"/>
                </a:cxn>
                <a:cxn ang="0">
                  <a:pos x="6" y="70"/>
                </a:cxn>
                <a:cxn ang="0">
                  <a:pos x="8" y="69"/>
                </a:cxn>
                <a:cxn ang="0">
                  <a:pos x="9" y="68"/>
                </a:cxn>
                <a:cxn ang="0">
                  <a:pos x="9" y="68"/>
                </a:cxn>
                <a:cxn ang="0">
                  <a:pos x="13" y="60"/>
                </a:cxn>
                <a:cxn ang="0">
                  <a:pos x="16" y="53"/>
                </a:cxn>
                <a:cxn ang="0">
                  <a:pos x="22" y="38"/>
                </a:cxn>
                <a:cxn ang="0">
                  <a:pos x="22" y="38"/>
                </a:cxn>
                <a:cxn ang="0">
                  <a:pos x="28" y="22"/>
                </a:cxn>
                <a:cxn ang="0">
                  <a:pos x="31" y="14"/>
                </a:cxn>
                <a:cxn ang="0">
                  <a:pos x="32" y="4"/>
                </a:cxn>
                <a:cxn ang="0">
                  <a:pos x="32" y="4"/>
                </a:cxn>
                <a:cxn ang="0">
                  <a:pos x="32" y="3"/>
                </a:cxn>
                <a:cxn ang="0">
                  <a:pos x="31" y="1"/>
                </a:cxn>
                <a:cxn ang="0">
                  <a:pos x="29" y="0"/>
                </a:cxn>
                <a:cxn ang="0">
                  <a:pos x="27" y="0"/>
                </a:cxn>
                <a:cxn ang="0">
                  <a:pos x="25" y="0"/>
                </a:cxn>
                <a:cxn ang="0">
                  <a:pos x="24" y="1"/>
                </a:cxn>
                <a:cxn ang="0">
                  <a:pos x="23" y="3"/>
                </a:cxn>
                <a:cxn ang="0">
                  <a:pos x="22" y="4"/>
                </a:cxn>
                <a:cxn ang="0">
                  <a:pos x="22" y="4"/>
                </a:cxn>
              </a:cxnLst>
              <a:rect l="0" t="0" r="r" b="b"/>
              <a:pathLst>
                <a:path w="32" h="70">
                  <a:moveTo>
                    <a:pt x="22" y="4"/>
                  </a:moveTo>
                  <a:lnTo>
                    <a:pt x="22" y="4"/>
                  </a:lnTo>
                  <a:lnTo>
                    <a:pt x="21" y="12"/>
                  </a:lnTo>
                  <a:lnTo>
                    <a:pt x="19" y="19"/>
                  </a:lnTo>
                  <a:lnTo>
                    <a:pt x="14" y="32"/>
                  </a:lnTo>
                  <a:lnTo>
                    <a:pt x="14" y="32"/>
                  </a:lnTo>
                  <a:lnTo>
                    <a:pt x="9" y="48"/>
                  </a:lnTo>
                  <a:lnTo>
                    <a:pt x="5" y="55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0" y="65"/>
                  </a:lnTo>
                  <a:lnTo>
                    <a:pt x="0" y="67"/>
                  </a:lnTo>
                  <a:lnTo>
                    <a:pt x="2" y="68"/>
                  </a:lnTo>
                  <a:lnTo>
                    <a:pt x="3" y="69"/>
                  </a:lnTo>
                  <a:lnTo>
                    <a:pt x="5" y="70"/>
                  </a:lnTo>
                  <a:lnTo>
                    <a:pt x="6" y="70"/>
                  </a:lnTo>
                  <a:lnTo>
                    <a:pt x="8" y="69"/>
                  </a:lnTo>
                  <a:lnTo>
                    <a:pt x="9" y="68"/>
                  </a:lnTo>
                  <a:lnTo>
                    <a:pt x="9" y="68"/>
                  </a:lnTo>
                  <a:lnTo>
                    <a:pt x="13" y="60"/>
                  </a:lnTo>
                  <a:lnTo>
                    <a:pt x="16" y="53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8" y="22"/>
                  </a:lnTo>
                  <a:lnTo>
                    <a:pt x="31" y="14"/>
                  </a:lnTo>
                  <a:lnTo>
                    <a:pt x="32" y="4"/>
                  </a:lnTo>
                  <a:lnTo>
                    <a:pt x="32" y="4"/>
                  </a:lnTo>
                  <a:lnTo>
                    <a:pt x="32" y="3"/>
                  </a:lnTo>
                  <a:lnTo>
                    <a:pt x="31" y="1"/>
                  </a:lnTo>
                  <a:lnTo>
                    <a:pt x="29" y="0"/>
                  </a:lnTo>
                  <a:lnTo>
                    <a:pt x="27" y="0"/>
                  </a:lnTo>
                  <a:lnTo>
                    <a:pt x="25" y="0"/>
                  </a:lnTo>
                  <a:lnTo>
                    <a:pt x="24" y="1"/>
                  </a:lnTo>
                  <a:lnTo>
                    <a:pt x="23" y="3"/>
                  </a:lnTo>
                  <a:lnTo>
                    <a:pt x="22" y="4"/>
                  </a:lnTo>
                  <a:lnTo>
                    <a:pt x="22" y="4"/>
                  </a:lnTo>
                  <a:close/>
                </a:path>
              </a:pathLst>
            </a:custGeom>
            <a:grpFill/>
            <a:ln w="6350">
              <a:solidFill>
                <a:schemeClr val="accent1">
                  <a:lumMod val="75000"/>
                  <a:alpha val="16000"/>
                </a:schemeClr>
              </a:solidFill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437" name="Freeform 768"/>
            <p:cNvSpPr/>
            <p:nvPr>
              <p:custDataLst>
                <p:tags r:id="rId16"/>
              </p:custDataLst>
            </p:nvPr>
          </p:nvSpPr>
          <p:spPr bwMode="auto">
            <a:xfrm>
              <a:off x="6429375" y="2155825"/>
              <a:ext cx="9525" cy="33338"/>
            </a:xfrm>
            <a:custGeom>
              <a:avLst/>
              <a:gdLst/>
              <a:ahLst/>
              <a:cxnLst>
                <a:cxn ang="0">
                  <a:pos x="7" y="4"/>
                </a:cxn>
                <a:cxn ang="0">
                  <a:pos x="7" y="4"/>
                </a:cxn>
                <a:cxn ang="0">
                  <a:pos x="6" y="18"/>
                </a:cxn>
                <a:cxn ang="0">
                  <a:pos x="3" y="31"/>
                </a:cxn>
                <a:cxn ang="0">
                  <a:pos x="1" y="45"/>
                </a:cxn>
                <a:cxn ang="0">
                  <a:pos x="0" y="58"/>
                </a:cxn>
                <a:cxn ang="0">
                  <a:pos x="0" y="58"/>
                </a:cxn>
                <a:cxn ang="0">
                  <a:pos x="1" y="60"/>
                </a:cxn>
                <a:cxn ang="0">
                  <a:pos x="2" y="61"/>
                </a:cxn>
                <a:cxn ang="0">
                  <a:pos x="3" y="63"/>
                </a:cxn>
                <a:cxn ang="0">
                  <a:pos x="6" y="63"/>
                </a:cxn>
                <a:cxn ang="0">
                  <a:pos x="7" y="63"/>
                </a:cxn>
                <a:cxn ang="0">
                  <a:pos x="9" y="61"/>
                </a:cxn>
                <a:cxn ang="0">
                  <a:pos x="10" y="60"/>
                </a:cxn>
                <a:cxn ang="0">
                  <a:pos x="10" y="58"/>
                </a:cxn>
                <a:cxn ang="0">
                  <a:pos x="10" y="58"/>
                </a:cxn>
                <a:cxn ang="0">
                  <a:pos x="12" y="45"/>
                </a:cxn>
                <a:cxn ang="0">
                  <a:pos x="14" y="31"/>
                </a:cxn>
                <a:cxn ang="0">
                  <a:pos x="16" y="18"/>
                </a:cxn>
                <a:cxn ang="0">
                  <a:pos x="17" y="4"/>
                </a:cxn>
                <a:cxn ang="0">
                  <a:pos x="17" y="4"/>
                </a:cxn>
                <a:cxn ang="0">
                  <a:pos x="16" y="2"/>
                </a:cxn>
                <a:cxn ang="0">
                  <a:pos x="15" y="1"/>
                </a:cxn>
                <a:cxn ang="0">
                  <a:pos x="14" y="0"/>
                </a:cxn>
                <a:cxn ang="0">
                  <a:pos x="12" y="0"/>
                </a:cxn>
                <a:cxn ang="0">
                  <a:pos x="10" y="0"/>
                </a:cxn>
                <a:cxn ang="0">
                  <a:pos x="9" y="1"/>
                </a:cxn>
                <a:cxn ang="0">
                  <a:pos x="8" y="2"/>
                </a:cxn>
                <a:cxn ang="0">
                  <a:pos x="7" y="4"/>
                </a:cxn>
                <a:cxn ang="0">
                  <a:pos x="7" y="4"/>
                </a:cxn>
              </a:cxnLst>
              <a:rect l="0" t="0" r="r" b="b"/>
              <a:pathLst>
                <a:path w="17" h="63">
                  <a:moveTo>
                    <a:pt x="7" y="4"/>
                  </a:moveTo>
                  <a:lnTo>
                    <a:pt x="7" y="4"/>
                  </a:lnTo>
                  <a:lnTo>
                    <a:pt x="6" y="18"/>
                  </a:lnTo>
                  <a:lnTo>
                    <a:pt x="3" y="31"/>
                  </a:lnTo>
                  <a:lnTo>
                    <a:pt x="1" y="45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1" y="60"/>
                  </a:lnTo>
                  <a:lnTo>
                    <a:pt x="2" y="61"/>
                  </a:lnTo>
                  <a:lnTo>
                    <a:pt x="3" y="63"/>
                  </a:lnTo>
                  <a:lnTo>
                    <a:pt x="6" y="63"/>
                  </a:lnTo>
                  <a:lnTo>
                    <a:pt x="7" y="63"/>
                  </a:lnTo>
                  <a:lnTo>
                    <a:pt x="9" y="61"/>
                  </a:lnTo>
                  <a:lnTo>
                    <a:pt x="10" y="60"/>
                  </a:lnTo>
                  <a:lnTo>
                    <a:pt x="10" y="58"/>
                  </a:lnTo>
                  <a:lnTo>
                    <a:pt x="10" y="58"/>
                  </a:lnTo>
                  <a:lnTo>
                    <a:pt x="12" y="45"/>
                  </a:lnTo>
                  <a:lnTo>
                    <a:pt x="14" y="31"/>
                  </a:lnTo>
                  <a:lnTo>
                    <a:pt x="16" y="18"/>
                  </a:lnTo>
                  <a:lnTo>
                    <a:pt x="17" y="4"/>
                  </a:lnTo>
                  <a:lnTo>
                    <a:pt x="17" y="4"/>
                  </a:lnTo>
                  <a:lnTo>
                    <a:pt x="16" y="2"/>
                  </a:lnTo>
                  <a:lnTo>
                    <a:pt x="15" y="1"/>
                  </a:lnTo>
                  <a:lnTo>
                    <a:pt x="14" y="0"/>
                  </a:lnTo>
                  <a:lnTo>
                    <a:pt x="12" y="0"/>
                  </a:lnTo>
                  <a:lnTo>
                    <a:pt x="10" y="0"/>
                  </a:lnTo>
                  <a:lnTo>
                    <a:pt x="9" y="1"/>
                  </a:lnTo>
                  <a:lnTo>
                    <a:pt x="8" y="2"/>
                  </a:lnTo>
                  <a:lnTo>
                    <a:pt x="7" y="4"/>
                  </a:lnTo>
                  <a:lnTo>
                    <a:pt x="7" y="4"/>
                  </a:lnTo>
                  <a:close/>
                </a:path>
              </a:pathLst>
            </a:custGeom>
            <a:grpFill/>
            <a:ln w="6350">
              <a:solidFill>
                <a:schemeClr val="accent1">
                  <a:lumMod val="75000"/>
                  <a:alpha val="16000"/>
                </a:schemeClr>
              </a:solidFill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438" name="Freeform 769"/>
            <p:cNvSpPr/>
            <p:nvPr>
              <p:custDataLst>
                <p:tags r:id="rId17"/>
              </p:custDataLst>
            </p:nvPr>
          </p:nvSpPr>
          <p:spPr bwMode="auto">
            <a:xfrm>
              <a:off x="6461125" y="2173288"/>
              <a:ext cx="14288" cy="36513"/>
            </a:xfrm>
            <a:custGeom>
              <a:avLst/>
              <a:gdLst/>
              <a:ahLst/>
              <a:cxnLst>
                <a:cxn ang="0">
                  <a:pos x="17" y="2"/>
                </a:cxn>
                <a:cxn ang="0">
                  <a:pos x="17" y="2"/>
                </a:cxn>
                <a:cxn ang="0">
                  <a:pos x="14" y="9"/>
                </a:cxn>
                <a:cxn ang="0">
                  <a:pos x="11" y="17"/>
                </a:cxn>
                <a:cxn ang="0">
                  <a:pos x="7" y="32"/>
                </a:cxn>
                <a:cxn ang="0">
                  <a:pos x="5" y="47"/>
                </a:cxn>
                <a:cxn ang="0">
                  <a:pos x="1" y="64"/>
                </a:cxn>
                <a:cxn ang="0">
                  <a:pos x="1" y="64"/>
                </a:cxn>
                <a:cxn ang="0">
                  <a:pos x="0" y="66"/>
                </a:cxn>
                <a:cxn ang="0">
                  <a:pos x="1" y="67"/>
                </a:cxn>
                <a:cxn ang="0">
                  <a:pos x="3" y="68"/>
                </a:cxn>
                <a:cxn ang="0">
                  <a:pos x="5" y="69"/>
                </a:cxn>
                <a:cxn ang="0">
                  <a:pos x="7" y="69"/>
                </a:cxn>
                <a:cxn ang="0">
                  <a:pos x="8" y="69"/>
                </a:cxn>
                <a:cxn ang="0">
                  <a:pos x="10" y="68"/>
                </a:cxn>
                <a:cxn ang="0">
                  <a:pos x="10" y="66"/>
                </a:cxn>
                <a:cxn ang="0">
                  <a:pos x="10" y="66"/>
                </a:cxn>
                <a:cxn ang="0">
                  <a:pos x="14" y="51"/>
                </a:cxn>
                <a:cxn ang="0">
                  <a:pos x="16" y="36"/>
                </a:cxn>
                <a:cxn ang="0">
                  <a:pos x="19" y="21"/>
                </a:cxn>
                <a:cxn ang="0">
                  <a:pos x="22" y="14"/>
                </a:cxn>
                <a:cxn ang="0">
                  <a:pos x="25" y="7"/>
                </a:cxn>
                <a:cxn ang="0">
                  <a:pos x="25" y="7"/>
                </a:cxn>
                <a:cxn ang="0">
                  <a:pos x="26" y="5"/>
                </a:cxn>
                <a:cxn ang="0">
                  <a:pos x="26" y="3"/>
                </a:cxn>
                <a:cxn ang="0">
                  <a:pos x="25" y="2"/>
                </a:cxn>
                <a:cxn ang="0">
                  <a:pos x="24" y="1"/>
                </a:cxn>
                <a:cxn ang="0">
                  <a:pos x="22" y="0"/>
                </a:cxn>
                <a:cxn ang="0">
                  <a:pos x="20" y="0"/>
                </a:cxn>
                <a:cxn ang="0">
                  <a:pos x="19" y="1"/>
                </a:cxn>
                <a:cxn ang="0">
                  <a:pos x="17" y="2"/>
                </a:cxn>
                <a:cxn ang="0">
                  <a:pos x="17" y="2"/>
                </a:cxn>
              </a:cxnLst>
              <a:rect l="0" t="0" r="r" b="b"/>
              <a:pathLst>
                <a:path w="26" h="69">
                  <a:moveTo>
                    <a:pt x="17" y="2"/>
                  </a:moveTo>
                  <a:lnTo>
                    <a:pt x="17" y="2"/>
                  </a:lnTo>
                  <a:lnTo>
                    <a:pt x="14" y="9"/>
                  </a:lnTo>
                  <a:lnTo>
                    <a:pt x="11" y="17"/>
                  </a:lnTo>
                  <a:lnTo>
                    <a:pt x="7" y="32"/>
                  </a:lnTo>
                  <a:lnTo>
                    <a:pt x="5" y="47"/>
                  </a:lnTo>
                  <a:lnTo>
                    <a:pt x="1" y="64"/>
                  </a:lnTo>
                  <a:lnTo>
                    <a:pt x="1" y="64"/>
                  </a:lnTo>
                  <a:lnTo>
                    <a:pt x="0" y="66"/>
                  </a:lnTo>
                  <a:lnTo>
                    <a:pt x="1" y="67"/>
                  </a:lnTo>
                  <a:lnTo>
                    <a:pt x="3" y="68"/>
                  </a:lnTo>
                  <a:lnTo>
                    <a:pt x="5" y="69"/>
                  </a:lnTo>
                  <a:lnTo>
                    <a:pt x="7" y="69"/>
                  </a:lnTo>
                  <a:lnTo>
                    <a:pt x="8" y="69"/>
                  </a:lnTo>
                  <a:lnTo>
                    <a:pt x="10" y="68"/>
                  </a:lnTo>
                  <a:lnTo>
                    <a:pt x="10" y="66"/>
                  </a:lnTo>
                  <a:lnTo>
                    <a:pt x="10" y="66"/>
                  </a:lnTo>
                  <a:lnTo>
                    <a:pt x="14" y="51"/>
                  </a:lnTo>
                  <a:lnTo>
                    <a:pt x="16" y="36"/>
                  </a:lnTo>
                  <a:lnTo>
                    <a:pt x="19" y="21"/>
                  </a:lnTo>
                  <a:lnTo>
                    <a:pt x="22" y="14"/>
                  </a:lnTo>
                  <a:lnTo>
                    <a:pt x="25" y="7"/>
                  </a:lnTo>
                  <a:lnTo>
                    <a:pt x="25" y="7"/>
                  </a:lnTo>
                  <a:lnTo>
                    <a:pt x="26" y="5"/>
                  </a:lnTo>
                  <a:lnTo>
                    <a:pt x="26" y="3"/>
                  </a:lnTo>
                  <a:lnTo>
                    <a:pt x="25" y="2"/>
                  </a:lnTo>
                  <a:lnTo>
                    <a:pt x="24" y="1"/>
                  </a:lnTo>
                  <a:lnTo>
                    <a:pt x="22" y="0"/>
                  </a:lnTo>
                  <a:lnTo>
                    <a:pt x="20" y="0"/>
                  </a:lnTo>
                  <a:lnTo>
                    <a:pt x="19" y="1"/>
                  </a:lnTo>
                  <a:lnTo>
                    <a:pt x="17" y="2"/>
                  </a:lnTo>
                  <a:lnTo>
                    <a:pt x="17" y="2"/>
                  </a:lnTo>
                  <a:close/>
                </a:path>
              </a:pathLst>
            </a:custGeom>
            <a:grpFill/>
            <a:ln w="6350">
              <a:solidFill>
                <a:schemeClr val="accent1">
                  <a:lumMod val="75000"/>
                  <a:alpha val="16000"/>
                </a:schemeClr>
              </a:solidFill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439" name="Freeform 770"/>
            <p:cNvSpPr/>
            <p:nvPr>
              <p:custDataLst>
                <p:tags r:id="rId18"/>
              </p:custDataLst>
            </p:nvPr>
          </p:nvSpPr>
          <p:spPr bwMode="auto">
            <a:xfrm>
              <a:off x="6475413" y="2203450"/>
              <a:ext cx="19050" cy="50800"/>
            </a:xfrm>
            <a:custGeom>
              <a:avLst/>
              <a:gdLst/>
              <a:ahLst/>
              <a:cxnLst>
                <a:cxn ang="0">
                  <a:pos x="30" y="2"/>
                </a:cxn>
                <a:cxn ang="0">
                  <a:pos x="30" y="2"/>
                </a:cxn>
                <a:cxn ang="0">
                  <a:pos x="23" y="11"/>
                </a:cxn>
                <a:cxn ang="0">
                  <a:pos x="18" y="21"/>
                </a:cxn>
                <a:cxn ang="0">
                  <a:pos x="13" y="32"/>
                </a:cxn>
                <a:cxn ang="0">
                  <a:pos x="9" y="43"/>
                </a:cxn>
                <a:cxn ang="0">
                  <a:pos x="6" y="54"/>
                </a:cxn>
                <a:cxn ang="0">
                  <a:pos x="3" y="67"/>
                </a:cxn>
                <a:cxn ang="0">
                  <a:pos x="0" y="90"/>
                </a:cxn>
                <a:cxn ang="0">
                  <a:pos x="0" y="90"/>
                </a:cxn>
                <a:cxn ang="0">
                  <a:pos x="0" y="92"/>
                </a:cxn>
                <a:cxn ang="0">
                  <a:pos x="1" y="94"/>
                </a:cxn>
                <a:cxn ang="0">
                  <a:pos x="2" y="95"/>
                </a:cxn>
                <a:cxn ang="0">
                  <a:pos x="5" y="95"/>
                </a:cxn>
                <a:cxn ang="0">
                  <a:pos x="8" y="94"/>
                </a:cxn>
                <a:cxn ang="0">
                  <a:pos x="9" y="92"/>
                </a:cxn>
                <a:cxn ang="0">
                  <a:pos x="10" y="90"/>
                </a:cxn>
                <a:cxn ang="0">
                  <a:pos x="10" y="90"/>
                </a:cxn>
                <a:cxn ang="0">
                  <a:pos x="13" y="68"/>
                </a:cxn>
                <a:cxn ang="0">
                  <a:pos x="15" y="58"/>
                </a:cxn>
                <a:cxn ang="0">
                  <a:pos x="18" y="47"/>
                </a:cxn>
                <a:cxn ang="0">
                  <a:pos x="21" y="37"/>
                </a:cxn>
                <a:cxn ang="0">
                  <a:pos x="25" y="26"/>
                </a:cxn>
                <a:cxn ang="0">
                  <a:pos x="30" y="17"/>
                </a:cxn>
                <a:cxn ang="0">
                  <a:pos x="37" y="8"/>
                </a:cxn>
                <a:cxn ang="0">
                  <a:pos x="37" y="8"/>
                </a:cxn>
                <a:cxn ang="0">
                  <a:pos x="38" y="6"/>
                </a:cxn>
                <a:cxn ang="0">
                  <a:pos x="38" y="4"/>
                </a:cxn>
                <a:cxn ang="0">
                  <a:pos x="37" y="1"/>
                </a:cxn>
                <a:cxn ang="0">
                  <a:pos x="35" y="0"/>
                </a:cxn>
                <a:cxn ang="0">
                  <a:pos x="34" y="0"/>
                </a:cxn>
                <a:cxn ang="0">
                  <a:pos x="31" y="0"/>
                </a:cxn>
                <a:cxn ang="0">
                  <a:pos x="30" y="2"/>
                </a:cxn>
                <a:cxn ang="0">
                  <a:pos x="30" y="2"/>
                </a:cxn>
              </a:cxnLst>
              <a:rect l="0" t="0" r="r" b="b"/>
              <a:pathLst>
                <a:path w="38" h="95">
                  <a:moveTo>
                    <a:pt x="30" y="2"/>
                  </a:moveTo>
                  <a:lnTo>
                    <a:pt x="30" y="2"/>
                  </a:lnTo>
                  <a:lnTo>
                    <a:pt x="23" y="11"/>
                  </a:lnTo>
                  <a:lnTo>
                    <a:pt x="18" y="21"/>
                  </a:lnTo>
                  <a:lnTo>
                    <a:pt x="13" y="32"/>
                  </a:lnTo>
                  <a:lnTo>
                    <a:pt x="9" y="43"/>
                  </a:lnTo>
                  <a:lnTo>
                    <a:pt x="6" y="54"/>
                  </a:lnTo>
                  <a:lnTo>
                    <a:pt x="3" y="67"/>
                  </a:lnTo>
                  <a:lnTo>
                    <a:pt x="0" y="90"/>
                  </a:lnTo>
                  <a:lnTo>
                    <a:pt x="0" y="90"/>
                  </a:lnTo>
                  <a:lnTo>
                    <a:pt x="0" y="92"/>
                  </a:lnTo>
                  <a:lnTo>
                    <a:pt x="1" y="94"/>
                  </a:lnTo>
                  <a:lnTo>
                    <a:pt x="2" y="95"/>
                  </a:lnTo>
                  <a:lnTo>
                    <a:pt x="5" y="95"/>
                  </a:lnTo>
                  <a:lnTo>
                    <a:pt x="8" y="94"/>
                  </a:lnTo>
                  <a:lnTo>
                    <a:pt x="9" y="92"/>
                  </a:lnTo>
                  <a:lnTo>
                    <a:pt x="10" y="90"/>
                  </a:lnTo>
                  <a:lnTo>
                    <a:pt x="10" y="90"/>
                  </a:lnTo>
                  <a:lnTo>
                    <a:pt x="13" y="68"/>
                  </a:lnTo>
                  <a:lnTo>
                    <a:pt x="15" y="58"/>
                  </a:lnTo>
                  <a:lnTo>
                    <a:pt x="18" y="47"/>
                  </a:lnTo>
                  <a:lnTo>
                    <a:pt x="21" y="37"/>
                  </a:lnTo>
                  <a:lnTo>
                    <a:pt x="25" y="26"/>
                  </a:lnTo>
                  <a:lnTo>
                    <a:pt x="30" y="17"/>
                  </a:lnTo>
                  <a:lnTo>
                    <a:pt x="37" y="8"/>
                  </a:lnTo>
                  <a:lnTo>
                    <a:pt x="37" y="8"/>
                  </a:lnTo>
                  <a:lnTo>
                    <a:pt x="38" y="6"/>
                  </a:lnTo>
                  <a:lnTo>
                    <a:pt x="38" y="4"/>
                  </a:lnTo>
                  <a:lnTo>
                    <a:pt x="37" y="1"/>
                  </a:lnTo>
                  <a:lnTo>
                    <a:pt x="35" y="0"/>
                  </a:lnTo>
                  <a:lnTo>
                    <a:pt x="34" y="0"/>
                  </a:lnTo>
                  <a:lnTo>
                    <a:pt x="31" y="0"/>
                  </a:lnTo>
                  <a:lnTo>
                    <a:pt x="30" y="2"/>
                  </a:lnTo>
                  <a:lnTo>
                    <a:pt x="30" y="2"/>
                  </a:lnTo>
                  <a:close/>
                </a:path>
              </a:pathLst>
            </a:custGeom>
            <a:grpFill/>
            <a:ln w="6350">
              <a:solidFill>
                <a:schemeClr val="accent1">
                  <a:lumMod val="75000"/>
                  <a:alpha val="16000"/>
                </a:schemeClr>
              </a:solidFill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440" name="Freeform 771"/>
            <p:cNvSpPr/>
            <p:nvPr>
              <p:custDataLst>
                <p:tags r:id="rId19"/>
              </p:custDataLst>
            </p:nvPr>
          </p:nvSpPr>
          <p:spPr bwMode="auto">
            <a:xfrm>
              <a:off x="6481763" y="2241550"/>
              <a:ext cx="26988" cy="55563"/>
            </a:xfrm>
            <a:custGeom>
              <a:avLst/>
              <a:gdLst/>
              <a:ahLst/>
              <a:cxnLst>
                <a:cxn ang="0">
                  <a:pos x="42" y="2"/>
                </a:cxn>
                <a:cxn ang="0">
                  <a:pos x="42" y="2"/>
                </a:cxn>
                <a:cxn ang="0">
                  <a:pos x="34" y="13"/>
                </a:cxn>
                <a:cxn ang="0">
                  <a:pos x="28" y="25"/>
                </a:cxn>
                <a:cxn ang="0">
                  <a:pos x="23" y="37"/>
                </a:cxn>
                <a:cxn ang="0">
                  <a:pos x="17" y="50"/>
                </a:cxn>
                <a:cxn ang="0">
                  <a:pos x="8" y="76"/>
                </a:cxn>
                <a:cxn ang="0">
                  <a:pos x="0" y="102"/>
                </a:cxn>
                <a:cxn ang="0">
                  <a:pos x="0" y="102"/>
                </a:cxn>
                <a:cxn ang="0">
                  <a:pos x="0" y="104"/>
                </a:cxn>
                <a:cxn ang="0">
                  <a:pos x="1" y="105"/>
                </a:cxn>
                <a:cxn ang="0">
                  <a:pos x="2" y="106"/>
                </a:cxn>
                <a:cxn ang="0">
                  <a:pos x="3" y="107"/>
                </a:cxn>
                <a:cxn ang="0">
                  <a:pos x="5" y="107"/>
                </a:cxn>
                <a:cxn ang="0">
                  <a:pos x="7" y="107"/>
                </a:cxn>
                <a:cxn ang="0">
                  <a:pos x="8" y="106"/>
                </a:cxn>
                <a:cxn ang="0">
                  <a:pos x="9" y="104"/>
                </a:cxn>
                <a:cxn ang="0">
                  <a:pos x="9" y="104"/>
                </a:cxn>
                <a:cxn ang="0">
                  <a:pos x="17" y="79"/>
                </a:cxn>
                <a:cxn ang="0">
                  <a:pos x="26" y="54"/>
                </a:cxn>
                <a:cxn ang="0">
                  <a:pos x="31" y="41"/>
                </a:cxn>
                <a:cxn ang="0">
                  <a:pos x="36" y="29"/>
                </a:cxn>
                <a:cxn ang="0">
                  <a:pos x="42" y="18"/>
                </a:cxn>
                <a:cxn ang="0">
                  <a:pos x="50" y="6"/>
                </a:cxn>
                <a:cxn ang="0">
                  <a:pos x="50" y="6"/>
                </a:cxn>
                <a:cxn ang="0">
                  <a:pos x="51" y="5"/>
                </a:cxn>
                <a:cxn ang="0">
                  <a:pos x="51" y="3"/>
                </a:cxn>
                <a:cxn ang="0">
                  <a:pos x="50" y="2"/>
                </a:cxn>
                <a:cxn ang="0">
                  <a:pos x="49" y="1"/>
                </a:cxn>
                <a:cxn ang="0">
                  <a:pos x="45" y="0"/>
                </a:cxn>
                <a:cxn ang="0">
                  <a:pos x="43" y="0"/>
                </a:cxn>
                <a:cxn ang="0">
                  <a:pos x="42" y="2"/>
                </a:cxn>
                <a:cxn ang="0">
                  <a:pos x="42" y="2"/>
                </a:cxn>
              </a:cxnLst>
              <a:rect l="0" t="0" r="r" b="b"/>
              <a:pathLst>
                <a:path w="51" h="107">
                  <a:moveTo>
                    <a:pt x="42" y="2"/>
                  </a:moveTo>
                  <a:lnTo>
                    <a:pt x="42" y="2"/>
                  </a:lnTo>
                  <a:lnTo>
                    <a:pt x="34" y="13"/>
                  </a:lnTo>
                  <a:lnTo>
                    <a:pt x="28" y="25"/>
                  </a:lnTo>
                  <a:lnTo>
                    <a:pt x="23" y="37"/>
                  </a:lnTo>
                  <a:lnTo>
                    <a:pt x="17" y="50"/>
                  </a:lnTo>
                  <a:lnTo>
                    <a:pt x="8" y="76"/>
                  </a:lnTo>
                  <a:lnTo>
                    <a:pt x="0" y="102"/>
                  </a:lnTo>
                  <a:lnTo>
                    <a:pt x="0" y="102"/>
                  </a:lnTo>
                  <a:lnTo>
                    <a:pt x="0" y="104"/>
                  </a:lnTo>
                  <a:lnTo>
                    <a:pt x="1" y="105"/>
                  </a:lnTo>
                  <a:lnTo>
                    <a:pt x="2" y="106"/>
                  </a:lnTo>
                  <a:lnTo>
                    <a:pt x="3" y="107"/>
                  </a:lnTo>
                  <a:lnTo>
                    <a:pt x="5" y="107"/>
                  </a:lnTo>
                  <a:lnTo>
                    <a:pt x="7" y="107"/>
                  </a:lnTo>
                  <a:lnTo>
                    <a:pt x="8" y="106"/>
                  </a:lnTo>
                  <a:lnTo>
                    <a:pt x="9" y="104"/>
                  </a:lnTo>
                  <a:lnTo>
                    <a:pt x="9" y="104"/>
                  </a:lnTo>
                  <a:lnTo>
                    <a:pt x="17" y="79"/>
                  </a:lnTo>
                  <a:lnTo>
                    <a:pt x="26" y="54"/>
                  </a:lnTo>
                  <a:lnTo>
                    <a:pt x="31" y="41"/>
                  </a:lnTo>
                  <a:lnTo>
                    <a:pt x="36" y="29"/>
                  </a:lnTo>
                  <a:lnTo>
                    <a:pt x="42" y="18"/>
                  </a:lnTo>
                  <a:lnTo>
                    <a:pt x="50" y="6"/>
                  </a:lnTo>
                  <a:lnTo>
                    <a:pt x="50" y="6"/>
                  </a:lnTo>
                  <a:lnTo>
                    <a:pt x="51" y="5"/>
                  </a:lnTo>
                  <a:lnTo>
                    <a:pt x="51" y="3"/>
                  </a:lnTo>
                  <a:lnTo>
                    <a:pt x="50" y="2"/>
                  </a:lnTo>
                  <a:lnTo>
                    <a:pt x="49" y="1"/>
                  </a:lnTo>
                  <a:lnTo>
                    <a:pt x="45" y="0"/>
                  </a:lnTo>
                  <a:lnTo>
                    <a:pt x="43" y="0"/>
                  </a:lnTo>
                  <a:lnTo>
                    <a:pt x="42" y="2"/>
                  </a:lnTo>
                  <a:lnTo>
                    <a:pt x="42" y="2"/>
                  </a:lnTo>
                  <a:close/>
                </a:path>
              </a:pathLst>
            </a:custGeom>
            <a:grpFill/>
            <a:ln w="6350">
              <a:solidFill>
                <a:schemeClr val="accent1">
                  <a:lumMod val="75000"/>
                  <a:alpha val="16000"/>
                </a:schemeClr>
              </a:solidFill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441" name="Freeform 772"/>
            <p:cNvSpPr/>
            <p:nvPr>
              <p:custDataLst>
                <p:tags r:id="rId20"/>
              </p:custDataLst>
            </p:nvPr>
          </p:nvSpPr>
          <p:spPr bwMode="auto">
            <a:xfrm>
              <a:off x="6770688" y="2238375"/>
              <a:ext cx="12700" cy="47625"/>
            </a:xfrm>
            <a:custGeom>
              <a:avLst/>
              <a:gdLst/>
              <a:ahLst/>
              <a:cxnLst>
                <a:cxn ang="0">
                  <a:pos x="17" y="4"/>
                </a:cxn>
                <a:cxn ang="0">
                  <a:pos x="17" y="4"/>
                </a:cxn>
                <a:cxn ang="0">
                  <a:pos x="12" y="25"/>
                </a:cxn>
                <a:cxn ang="0">
                  <a:pos x="7" y="45"/>
                </a:cxn>
                <a:cxn ang="0">
                  <a:pos x="3" y="65"/>
                </a:cxn>
                <a:cxn ang="0">
                  <a:pos x="1" y="75"/>
                </a:cxn>
                <a:cxn ang="0">
                  <a:pos x="0" y="87"/>
                </a:cxn>
                <a:cxn ang="0">
                  <a:pos x="0" y="87"/>
                </a:cxn>
                <a:cxn ang="0">
                  <a:pos x="1" y="88"/>
                </a:cxn>
                <a:cxn ang="0">
                  <a:pos x="2" y="90"/>
                </a:cxn>
                <a:cxn ang="0">
                  <a:pos x="3" y="91"/>
                </a:cxn>
                <a:cxn ang="0">
                  <a:pos x="5" y="91"/>
                </a:cxn>
                <a:cxn ang="0">
                  <a:pos x="7" y="91"/>
                </a:cxn>
                <a:cxn ang="0">
                  <a:pos x="8" y="90"/>
                </a:cxn>
                <a:cxn ang="0">
                  <a:pos x="9" y="88"/>
                </a:cxn>
                <a:cxn ang="0">
                  <a:pos x="10" y="87"/>
                </a:cxn>
                <a:cxn ang="0">
                  <a:pos x="10" y="87"/>
                </a:cxn>
                <a:cxn ang="0">
                  <a:pos x="10" y="75"/>
                </a:cxn>
                <a:cxn ang="0">
                  <a:pos x="12" y="65"/>
                </a:cxn>
                <a:cxn ang="0">
                  <a:pos x="17" y="45"/>
                </a:cxn>
                <a:cxn ang="0">
                  <a:pos x="22" y="25"/>
                </a:cxn>
                <a:cxn ang="0">
                  <a:pos x="26" y="4"/>
                </a:cxn>
                <a:cxn ang="0">
                  <a:pos x="26" y="4"/>
                </a:cxn>
                <a:cxn ang="0">
                  <a:pos x="26" y="2"/>
                </a:cxn>
                <a:cxn ang="0">
                  <a:pos x="25" y="1"/>
                </a:cxn>
                <a:cxn ang="0">
                  <a:pos x="24" y="0"/>
                </a:cxn>
                <a:cxn ang="0">
                  <a:pos x="22" y="0"/>
                </a:cxn>
                <a:cxn ang="0">
                  <a:pos x="19" y="1"/>
                </a:cxn>
                <a:cxn ang="0">
                  <a:pos x="17" y="2"/>
                </a:cxn>
                <a:cxn ang="0">
                  <a:pos x="17" y="4"/>
                </a:cxn>
                <a:cxn ang="0">
                  <a:pos x="17" y="4"/>
                </a:cxn>
              </a:cxnLst>
              <a:rect l="0" t="0" r="r" b="b"/>
              <a:pathLst>
                <a:path w="26" h="91">
                  <a:moveTo>
                    <a:pt x="17" y="4"/>
                  </a:moveTo>
                  <a:lnTo>
                    <a:pt x="17" y="4"/>
                  </a:lnTo>
                  <a:lnTo>
                    <a:pt x="12" y="25"/>
                  </a:lnTo>
                  <a:lnTo>
                    <a:pt x="7" y="45"/>
                  </a:lnTo>
                  <a:lnTo>
                    <a:pt x="3" y="65"/>
                  </a:lnTo>
                  <a:lnTo>
                    <a:pt x="1" y="75"/>
                  </a:lnTo>
                  <a:lnTo>
                    <a:pt x="0" y="87"/>
                  </a:lnTo>
                  <a:lnTo>
                    <a:pt x="0" y="87"/>
                  </a:lnTo>
                  <a:lnTo>
                    <a:pt x="1" y="88"/>
                  </a:lnTo>
                  <a:lnTo>
                    <a:pt x="2" y="90"/>
                  </a:lnTo>
                  <a:lnTo>
                    <a:pt x="3" y="91"/>
                  </a:lnTo>
                  <a:lnTo>
                    <a:pt x="5" y="91"/>
                  </a:lnTo>
                  <a:lnTo>
                    <a:pt x="7" y="91"/>
                  </a:lnTo>
                  <a:lnTo>
                    <a:pt x="8" y="90"/>
                  </a:lnTo>
                  <a:lnTo>
                    <a:pt x="9" y="88"/>
                  </a:lnTo>
                  <a:lnTo>
                    <a:pt x="10" y="87"/>
                  </a:lnTo>
                  <a:lnTo>
                    <a:pt x="10" y="87"/>
                  </a:lnTo>
                  <a:lnTo>
                    <a:pt x="10" y="75"/>
                  </a:lnTo>
                  <a:lnTo>
                    <a:pt x="12" y="65"/>
                  </a:lnTo>
                  <a:lnTo>
                    <a:pt x="17" y="45"/>
                  </a:lnTo>
                  <a:lnTo>
                    <a:pt x="22" y="25"/>
                  </a:lnTo>
                  <a:lnTo>
                    <a:pt x="26" y="4"/>
                  </a:lnTo>
                  <a:lnTo>
                    <a:pt x="26" y="4"/>
                  </a:lnTo>
                  <a:lnTo>
                    <a:pt x="26" y="2"/>
                  </a:lnTo>
                  <a:lnTo>
                    <a:pt x="25" y="1"/>
                  </a:lnTo>
                  <a:lnTo>
                    <a:pt x="24" y="0"/>
                  </a:lnTo>
                  <a:lnTo>
                    <a:pt x="22" y="0"/>
                  </a:lnTo>
                  <a:lnTo>
                    <a:pt x="19" y="1"/>
                  </a:lnTo>
                  <a:lnTo>
                    <a:pt x="17" y="2"/>
                  </a:lnTo>
                  <a:lnTo>
                    <a:pt x="17" y="4"/>
                  </a:lnTo>
                  <a:lnTo>
                    <a:pt x="17" y="4"/>
                  </a:lnTo>
                  <a:close/>
                </a:path>
              </a:pathLst>
            </a:custGeom>
            <a:grpFill/>
            <a:ln w="6350">
              <a:solidFill>
                <a:schemeClr val="accent1">
                  <a:lumMod val="75000"/>
                  <a:alpha val="16000"/>
                </a:schemeClr>
              </a:solidFill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442" name="Freeform 773"/>
            <p:cNvSpPr/>
            <p:nvPr>
              <p:custDataLst>
                <p:tags r:id="rId21"/>
              </p:custDataLst>
            </p:nvPr>
          </p:nvSpPr>
          <p:spPr bwMode="auto">
            <a:xfrm>
              <a:off x="6811963" y="2214563"/>
              <a:ext cx="17463" cy="50800"/>
            </a:xfrm>
            <a:custGeom>
              <a:avLst/>
              <a:gdLst/>
              <a:ahLst/>
              <a:cxnLst>
                <a:cxn ang="0">
                  <a:pos x="23" y="3"/>
                </a:cxn>
                <a:cxn ang="0">
                  <a:pos x="23" y="3"/>
                </a:cxn>
                <a:cxn ang="0">
                  <a:pos x="14" y="25"/>
                </a:cxn>
                <a:cxn ang="0">
                  <a:pos x="9" y="47"/>
                </a:cxn>
                <a:cxn ang="0">
                  <a:pos x="4" y="70"/>
                </a:cxn>
                <a:cxn ang="0">
                  <a:pos x="0" y="92"/>
                </a:cxn>
                <a:cxn ang="0">
                  <a:pos x="0" y="92"/>
                </a:cxn>
                <a:cxn ang="0">
                  <a:pos x="0" y="94"/>
                </a:cxn>
                <a:cxn ang="0">
                  <a:pos x="1" y="96"/>
                </a:cxn>
                <a:cxn ang="0">
                  <a:pos x="3" y="98"/>
                </a:cxn>
                <a:cxn ang="0">
                  <a:pos x="6" y="98"/>
                </a:cxn>
                <a:cxn ang="0">
                  <a:pos x="7" y="98"/>
                </a:cxn>
                <a:cxn ang="0">
                  <a:pos x="9" y="96"/>
                </a:cxn>
                <a:cxn ang="0">
                  <a:pos x="9" y="96"/>
                </a:cxn>
                <a:cxn ang="0">
                  <a:pos x="9" y="95"/>
                </a:cxn>
                <a:cxn ang="0">
                  <a:pos x="9" y="95"/>
                </a:cxn>
                <a:cxn ang="0">
                  <a:pos x="11" y="94"/>
                </a:cxn>
                <a:cxn ang="0">
                  <a:pos x="12" y="91"/>
                </a:cxn>
                <a:cxn ang="0">
                  <a:pos x="12" y="88"/>
                </a:cxn>
                <a:cxn ang="0">
                  <a:pos x="10" y="86"/>
                </a:cxn>
                <a:cxn ang="0">
                  <a:pos x="10" y="86"/>
                </a:cxn>
                <a:cxn ang="0">
                  <a:pos x="14" y="66"/>
                </a:cxn>
                <a:cxn ang="0">
                  <a:pos x="18" y="46"/>
                </a:cxn>
                <a:cxn ang="0">
                  <a:pos x="25" y="25"/>
                </a:cxn>
                <a:cxn ang="0">
                  <a:pos x="31" y="5"/>
                </a:cxn>
                <a:cxn ang="0">
                  <a:pos x="31" y="5"/>
                </a:cxn>
                <a:cxn ang="0">
                  <a:pos x="32" y="3"/>
                </a:cxn>
                <a:cxn ang="0">
                  <a:pos x="31" y="2"/>
                </a:cxn>
                <a:cxn ang="0">
                  <a:pos x="30" y="1"/>
                </a:cxn>
                <a:cxn ang="0">
                  <a:pos x="29" y="0"/>
                </a:cxn>
                <a:cxn ang="0">
                  <a:pos x="25" y="0"/>
                </a:cxn>
                <a:cxn ang="0">
                  <a:pos x="24" y="1"/>
                </a:cxn>
                <a:cxn ang="0">
                  <a:pos x="23" y="3"/>
                </a:cxn>
                <a:cxn ang="0">
                  <a:pos x="23" y="3"/>
                </a:cxn>
              </a:cxnLst>
              <a:rect l="0" t="0" r="r" b="b"/>
              <a:pathLst>
                <a:path w="32" h="98">
                  <a:moveTo>
                    <a:pt x="23" y="3"/>
                  </a:moveTo>
                  <a:lnTo>
                    <a:pt x="23" y="3"/>
                  </a:lnTo>
                  <a:lnTo>
                    <a:pt x="14" y="25"/>
                  </a:lnTo>
                  <a:lnTo>
                    <a:pt x="9" y="47"/>
                  </a:lnTo>
                  <a:lnTo>
                    <a:pt x="4" y="70"/>
                  </a:lnTo>
                  <a:lnTo>
                    <a:pt x="0" y="92"/>
                  </a:lnTo>
                  <a:lnTo>
                    <a:pt x="0" y="92"/>
                  </a:lnTo>
                  <a:lnTo>
                    <a:pt x="0" y="94"/>
                  </a:lnTo>
                  <a:lnTo>
                    <a:pt x="1" y="96"/>
                  </a:lnTo>
                  <a:lnTo>
                    <a:pt x="3" y="98"/>
                  </a:lnTo>
                  <a:lnTo>
                    <a:pt x="6" y="98"/>
                  </a:lnTo>
                  <a:lnTo>
                    <a:pt x="7" y="98"/>
                  </a:lnTo>
                  <a:lnTo>
                    <a:pt x="9" y="96"/>
                  </a:lnTo>
                  <a:lnTo>
                    <a:pt x="9" y="96"/>
                  </a:lnTo>
                  <a:lnTo>
                    <a:pt x="9" y="95"/>
                  </a:lnTo>
                  <a:lnTo>
                    <a:pt x="9" y="95"/>
                  </a:lnTo>
                  <a:lnTo>
                    <a:pt x="11" y="94"/>
                  </a:lnTo>
                  <a:lnTo>
                    <a:pt x="12" y="91"/>
                  </a:lnTo>
                  <a:lnTo>
                    <a:pt x="12" y="88"/>
                  </a:lnTo>
                  <a:lnTo>
                    <a:pt x="10" y="86"/>
                  </a:lnTo>
                  <a:lnTo>
                    <a:pt x="10" y="86"/>
                  </a:lnTo>
                  <a:lnTo>
                    <a:pt x="14" y="66"/>
                  </a:lnTo>
                  <a:lnTo>
                    <a:pt x="18" y="46"/>
                  </a:lnTo>
                  <a:lnTo>
                    <a:pt x="25" y="25"/>
                  </a:lnTo>
                  <a:lnTo>
                    <a:pt x="31" y="5"/>
                  </a:lnTo>
                  <a:lnTo>
                    <a:pt x="31" y="5"/>
                  </a:lnTo>
                  <a:lnTo>
                    <a:pt x="32" y="3"/>
                  </a:lnTo>
                  <a:lnTo>
                    <a:pt x="31" y="2"/>
                  </a:lnTo>
                  <a:lnTo>
                    <a:pt x="30" y="1"/>
                  </a:lnTo>
                  <a:lnTo>
                    <a:pt x="29" y="0"/>
                  </a:lnTo>
                  <a:lnTo>
                    <a:pt x="25" y="0"/>
                  </a:lnTo>
                  <a:lnTo>
                    <a:pt x="24" y="1"/>
                  </a:lnTo>
                  <a:lnTo>
                    <a:pt x="23" y="3"/>
                  </a:lnTo>
                  <a:lnTo>
                    <a:pt x="23" y="3"/>
                  </a:lnTo>
                  <a:close/>
                </a:path>
              </a:pathLst>
            </a:custGeom>
            <a:grpFill/>
            <a:ln w="6350">
              <a:solidFill>
                <a:schemeClr val="accent1">
                  <a:lumMod val="75000"/>
                  <a:alpha val="16000"/>
                </a:schemeClr>
              </a:solidFill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443" name="Freeform 774"/>
            <p:cNvSpPr/>
            <p:nvPr>
              <p:custDataLst>
                <p:tags r:id="rId22"/>
              </p:custDataLst>
            </p:nvPr>
          </p:nvSpPr>
          <p:spPr bwMode="auto">
            <a:xfrm>
              <a:off x="6848475" y="2211388"/>
              <a:ext cx="19050" cy="46038"/>
            </a:xfrm>
            <a:custGeom>
              <a:avLst/>
              <a:gdLst/>
              <a:ahLst/>
              <a:cxnLst>
                <a:cxn ang="0">
                  <a:pos x="26" y="3"/>
                </a:cxn>
                <a:cxn ang="0">
                  <a:pos x="26" y="3"/>
                </a:cxn>
                <a:cxn ang="0">
                  <a:pos x="22" y="23"/>
                </a:cxn>
                <a:cxn ang="0">
                  <a:pos x="17" y="44"/>
                </a:cxn>
                <a:cxn ang="0">
                  <a:pos x="11" y="62"/>
                </a:cxn>
                <a:cxn ang="0">
                  <a:pos x="6" y="72"/>
                </a:cxn>
                <a:cxn ang="0">
                  <a:pos x="1" y="81"/>
                </a:cxn>
                <a:cxn ang="0">
                  <a:pos x="1" y="81"/>
                </a:cxn>
                <a:cxn ang="0">
                  <a:pos x="0" y="83"/>
                </a:cxn>
                <a:cxn ang="0">
                  <a:pos x="0" y="85"/>
                </a:cxn>
                <a:cxn ang="0">
                  <a:pos x="1" y="86"/>
                </a:cxn>
                <a:cxn ang="0">
                  <a:pos x="3" y="87"/>
                </a:cxn>
                <a:cxn ang="0">
                  <a:pos x="4" y="88"/>
                </a:cxn>
                <a:cxn ang="0">
                  <a:pos x="6" y="88"/>
                </a:cxn>
                <a:cxn ang="0">
                  <a:pos x="8" y="87"/>
                </a:cxn>
                <a:cxn ang="0">
                  <a:pos x="10" y="86"/>
                </a:cxn>
                <a:cxn ang="0">
                  <a:pos x="10" y="86"/>
                </a:cxn>
                <a:cxn ang="0">
                  <a:pos x="15" y="77"/>
                </a:cxn>
                <a:cxn ang="0">
                  <a:pos x="19" y="66"/>
                </a:cxn>
                <a:cxn ang="0">
                  <a:pos x="25" y="47"/>
                </a:cxn>
                <a:cxn ang="0">
                  <a:pos x="30" y="26"/>
                </a:cxn>
                <a:cxn ang="0">
                  <a:pos x="35" y="5"/>
                </a:cxn>
                <a:cxn ang="0">
                  <a:pos x="35" y="5"/>
                </a:cxn>
                <a:cxn ang="0">
                  <a:pos x="35" y="3"/>
                </a:cxn>
                <a:cxn ang="0">
                  <a:pos x="34" y="2"/>
                </a:cxn>
                <a:cxn ang="0">
                  <a:pos x="33" y="0"/>
                </a:cxn>
                <a:cxn ang="0">
                  <a:pos x="31" y="0"/>
                </a:cxn>
                <a:cxn ang="0">
                  <a:pos x="30" y="0"/>
                </a:cxn>
                <a:cxn ang="0">
                  <a:pos x="28" y="0"/>
                </a:cxn>
                <a:cxn ang="0">
                  <a:pos x="27" y="1"/>
                </a:cxn>
                <a:cxn ang="0">
                  <a:pos x="26" y="3"/>
                </a:cxn>
                <a:cxn ang="0">
                  <a:pos x="26" y="3"/>
                </a:cxn>
              </a:cxnLst>
              <a:rect l="0" t="0" r="r" b="b"/>
              <a:pathLst>
                <a:path w="35" h="88">
                  <a:moveTo>
                    <a:pt x="26" y="3"/>
                  </a:moveTo>
                  <a:lnTo>
                    <a:pt x="26" y="3"/>
                  </a:lnTo>
                  <a:lnTo>
                    <a:pt x="22" y="23"/>
                  </a:lnTo>
                  <a:lnTo>
                    <a:pt x="17" y="44"/>
                  </a:lnTo>
                  <a:lnTo>
                    <a:pt x="11" y="62"/>
                  </a:lnTo>
                  <a:lnTo>
                    <a:pt x="6" y="72"/>
                  </a:lnTo>
                  <a:lnTo>
                    <a:pt x="1" y="81"/>
                  </a:lnTo>
                  <a:lnTo>
                    <a:pt x="1" y="81"/>
                  </a:lnTo>
                  <a:lnTo>
                    <a:pt x="0" y="83"/>
                  </a:lnTo>
                  <a:lnTo>
                    <a:pt x="0" y="85"/>
                  </a:lnTo>
                  <a:lnTo>
                    <a:pt x="1" y="86"/>
                  </a:lnTo>
                  <a:lnTo>
                    <a:pt x="3" y="87"/>
                  </a:lnTo>
                  <a:lnTo>
                    <a:pt x="4" y="88"/>
                  </a:lnTo>
                  <a:lnTo>
                    <a:pt x="6" y="88"/>
                  </a:lnTo>
                  <a:lnTo>
                    <a:pt x="8" y="87"/>
                  </a:lnTo>
                  <a:lnTo>
                    <a:pt x="10" y="86"/>
                  </a:lnTo>
                  <a:lnTo>
                    <a:pt x="10" y="86"/>
                  </a:lnTo>
                  <a:lnTo>
                    <a:pt x="15" y="77"/>
                  </a:lnTo>
                  <a:lnTo>
                    <a:pt x="19" y="66"/>
                  </a:lnTo>
                  <a:lnTo>
                    <a:pt x="25" y="47"/>
                  </a:lnTo>
                  <a:lnTo>
                    <a:pt x="30" y="26"/>
                  </a:lnTo>
                  <a:lnTo>
                    <a:pt x="35" y="5"/>
                  </a:lnTo>
                  <a:lnTo>
                    <a:pt x="35" y="5"/>
                  </a:lnTo>
                  <a:lnTo>
                    <a:pt x="35" y="3"/>
                  </a:lnTo>
                  <a:lnTo>
                    <a:pt x="34" y="2"/>
                  </a:lnTo>
                  <a:lnTo>
                    <a:pt x="33" y="0"/>
                  </a:lnTo>
                  <a:lnTo>
                    <a:pt x="31" y="0"/>
                  </a:lnTo>
                  <a:lnTo>
                    <a:pt x="30" y="0"/>
                  </a:lnTo>
                  <a:lnTo>
                    <a:pt x="28" y="0"/>
                  </a:lnTo>
                  <a:lnTo>
                    <a:pt x="27" y="1"/>
                  </a:lnTo>
                  <a:lnTo>
                    <a:pt x="26" y="3"/>
                  </a:lnTo>
                  <a:lnTo>
                    <a:pt x="26" y="3"/>
                  </a:lnTo>
                  <a:close/>
                </a:path>
              </a:pathLst>
            </a:custGeom>
            <a:grpFill/>
            <a:ln w="6350">
              <a:solidFill>
                <a:schemeClr val="accent1">
                  <a:lumMod val="75000"/>
                  <a:alpha val="16000"/>
                </a:schemeClr>
              </a:solidFill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444" name="Freeform 775"/>
            <p:cNvSpPr/>
            <p:nvPr>
              <p:custDataLst>
                <p:tags r:id="rId23"/>
              </p:custDataLst>
            </p:nvPr>
          </p:nvSpPr>
          <p:spPr bwMode="auto">
            <a:xfrm>
              <a:off x="6586538" y="2754313"/>
              <a:ext cx="7938" cy="46038"/>
            </a:xfrm>
            <a:custGeom>
              <a:avLst/>
              <a:gdLst/>
              <a:ahLst/>
              <a:cxnLst>
                <a:cxn ang="0">
                  <a:pos x="6" y="4"/>
                </a:cxn>
                <a:cxn ang="0">
                  <a:pos x="6" y="4"/>
                </a:cxn>
                <a:cxn ang="0">
                  <a:pos x="6" y="24"/>
                </a:cxn>
                <a:cxn ang="0">
                  <a:pos x="5" y="44"/>
                </a:cxn>
                <a:cxn ang="0">
                  <a:pos x="3" y="63"/>
                </a:cxn>
                <a:cxn ang="0">
                  <a:pos x="0" y="83"/>
                </a:cxn>
                <a:cxn ang="0">
                  <a:pos x="0" y="83"/>
                </a:cxn>
                <a:cxn ang="0">
                  <a:pos x="0" y="85"/>
                </a:cxn>
                <a:cxn ang="0">
                  <a:pos x="1" y="86"/>
                </a:cxn>
                <a:cxn ang="0">
                  <a:pos x="2" y="88"/>
                </a:cxn>
                <a:cxn ang="0">
                  <a:pos x="3" y="88"/>
                </a:cxn>
                <a:cxn ang="0">
                  <a:pos x="5" y="88"/>
                </a:cxn>
                <a:cxn ang="0">
                  <a:pos x="7" y="88"/>
                </a:cxn>
                <a:cxn ang="0">
                  <a:pos x="8" y="87"/>
                </a:cxn>
                <a:cxn ang="0">
                  <a:pos x="9" y="85"/>
                </a:cxn>
                <a:cxn ang="0">
                  <a:pos x="9" y="85"/>
                </a:cxn>
                <a:cxn ang="0">
                  <a:pos x="12" y="65"/>
                </a:cxn>
                <a:cxn ang="0">
                  <a:pos x="14" y="46"/>
                </a:cxn>
                <a:cxn ang="0">
                  <a:pos x="15" y="25"/>
                </a:cxn>
                <a:cxn ang="0">
                  <a:pos x="15" y="4"/>
                </a:cxn>
                <a:cxn ang="0">
                  <a:pos x="15" y="4"/>
                </a:cxn>
                <a:cxn ang="0">
                  <a:pos x="15" y="3"/>
                </a:cxn>
                <a:cxn ang="0">
                  <a:pos x="14" y="1"/>
                </a:cxn>
                <a:cxn ang="0">
                  <a:pos x="12" y="0"/>
                </a:cxn>
                <a:cxn ang="0">
                  <a:pos x="11" y="0"/>
                </a:cxn>
                <a:cxn ang="0">
                  <a:pos x="9" y="0"/>
                </a:cxn>
                <a:cxn ang="0">
                  <a:pos x="7" y="1"/>
                </a:cxn>
                <a:cxn ang="0">
                  <a:pos x="6" y="3"/>
                </a:cxn>
                <a:cxn ang="0">
                  <a:pos x="6" y="4"/>
                </a:cxn>
                <a:cxn ang="0">
                  <a:pos x="6" y="4"/>
                </a:cxn>
              </a:cxnLst>
              <a:rect l="0" t="0" r="r" b="b"/>
              <a:pathLst>
                <a:path w="15" h="88">
                  <a:moveTo>
                    <a:pt x="6" y="4"/>
                  </a:moveTo>
                  <a:lnTo>
                    <a:pt x="6" y="4"/>
                  </a:lnTo>
                  <a:lnTo>
                    <a:pt x="6" y="24"/>
                  </a:lnTo>
                  <a:lnTo>
                    <a:pt x="5" y="44"/>
                  </a:lnTo>
                  <a:lnTo>
                    <a:pt x="3" y="63"/>
                  </a:lnTo>
                  <a:lnTo>
                    <a:pt x="0" y="83"/>
                  </a:lnTo>
                  <a:lnTo>
                    <a:pt x="0" y="83"/>
                  </a:lnTo>
                  <a:lnTo>
                    <a:pt x="0" y="85"/>
                  </a:lnTo>
                  <a:lnTo>
                    <a:pt x="1" y="86"/>
                  </a:lnTo>
                  <a:lnTo>
                    <a:pt x="2" y="88"/>
                  </a:lnTo>
                  <a:lnTo>
                    <a:pt x="3" y="88"/>
                  </a:lnTo>
                  <a:lnTo>
                    <a:pt x="5" y="88"/>
                  </a:lnTo>
                  <a:lnTo>
                    <a:pt x="7" y="88"/>
                  </a:lnTo>
                  <a:lnTo>
                    <a:pt x="8" y="87"/>
                  </a:lnTo>
                  <a:lnTo>
                    <a:pt x="9" y="85"/>
                  </a:lnTo>
                  <a:lnTo>
                    <a:pt x="9" y="85"/>
                  </a:lnTo>
                  <a:lnTo>
                    <a:pt x="12" y="65"/>
                  </a:lnTo>
                  <a:lnTo>
                    <a:pt x="14" y="46"/>
                  </a:lnTo>
                  <a:lnTo>
                    <a:pt x="15" y="25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5" y="3"/>
                  </a:lnTo>
                  <a:lnTo>
                    <a:pt x="14" y="1"/>
                  </a:lnTo>
                  <a:lnTo>
                    <a:pt x="12" y="0"/>
                  </a:lnTo>
                  <a:lnTo>
                    <a:pt x="11" y="0"/>
                  </a:lnTo>
                  <a:lnTo>
                    <a:pt x="9" y="0"/>
                  </a:lnTo>
                  <a:lnTo>
                    <a:pt x="7" y="1"/>
                  </a:lnTo>
                  <a:lnTo>
                    <a:pt x="6" y="3"/>
                  </a:lnTo>
                  <a:lnTo>
                    <a:pt x="6" y="4"/>
                  </a:lnTo>
                  <a:lnTo>
                    <a:pt x="6" y="4"/>
                  </a:lnTo>
                  <a:close/>
                </a:path>
              </a:pathLst>
            </a:custGeom>
            <a:grpFill/>
            <a:ln w="6350">
              <a:solidFill>
                <a:schemeClr val="accent1">
                  <a:lumMod val="75000"/>
                  <a:alpha val="16000"/>
                </a:schemeClr>
              </a:solidFill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445" name="Freeform 776"/>
            <p:cNvSpPr/>
            <p:nvPr>
              <p:custDataLst>
                <p:tags r:id="rId24"/>
              </p:custDataLst>
            </p:nvPr>
          </p:nvSpPr>
          <p:spPr bwMode="auto">
            <a:xfrm>
              <a:off x="6623050" y="2711450"/>
              <a:ext cx="12700" cy="47625"/>
            </a:xfrm>
            <a:custGeom>
              <a:avLst/>
              <a:gdLst/>
              <a:ahLst/>
              <a:cxnLst>
                <a:cxn ang="0">
                  <a:pos x="20" y="1"/>
                </a:cxn>
                <a:cxn ang="0">
                  <a:pos x="20" y="1"/>
                </a:cxn>
                <a:cxn ang="0">
                  <a:pos x="16" y="2"/>
                </a:cxn>
                <a:cxn ang="0">
                  <a:pos x="13" y="4"/>
                </a:cxn>
                <a:cxn ang="0">
                  <a:pos x="9" y="8"/>
                </a:cxn>
                <a:cxn ang="0">
                  <a:pos x="8" y="11"/>
                </a:cxn>
                <a:cxn ang="0">
                  <a:pos x="6" y="19"/>
                </a:cxn>
                <a:cxn ang="0">
                  <a:pos x="5" y="27"/>
                </a:cxn>
                <a:cxn ang="0">
                  <a:pos x="5" y="27"/>
                </a:cxn>
                <a:cxn ang="0">
                  <a:pos x="6" y="55"/>
                </a:cxn>
                <a:cxn ang="0">
                  <a:pos x="6" y="63"/>
                </a:cxn>
                <a:cxn ang="0">
                  <a:pos x="5" y="69"/>
                </a:cxn>
                <a:cxn ang="0">
                  <a:pos x="4" y="76"/>
                </a:cxn>
                <a:cxn ang="0">
                  <a:pos x="1" y="82"/>
                </a:cxn>
                <a:cxn ang="0">
                  <a:pos x="1" y="82"/>
                </a:cxn>
                <a:cxn ang="0">
                  <a:pos x="0" y="84"/>
                </a:cxn>
                <a:cxn ang="0">
                  <a:pos x="0" y="86"/>
                </a:cxn>
                <a:cxn ang="0">
                  <a:pos x="1" y="87"/>
                </a:cxn>
                <a:cxn ang="0">
                  <a:pos x="3" y="88"/>
                </a:cxn>
                <a:cxn ang="0">
                  <a:pos x="4" y="89"/>
                </a:cxn>
                <a:cxn ang="0">
                  <a:pos x="6" y="89"/>
                </a:cxn>
                <a:cxn ang="0">
                  <a:pos x="7" y="88"/>
                </a:cxn>
                <a:cxn ang="0">
                  <a:pos x="9" y="87"/>
                </a:cxn>
                <a:cxn ang="0">
                  <a:pos x="9" y="87"/>
                </a:cxn>
                <a:cxn ang="0">
                  <a:pos x="13" y="78"/>
                </a:cxn>
                <a:cxn ang="0">
                  <a:pos x="15" y="68"/>
                </a:cxn>
                <a:cxn ang="0">
                  <a:pos x="16" y="57"/>
                </a:cxn>
                <a:cxn ang="0">
                  <a:pos x="17" y="48"/>
                </a:cxn>
                <a:cxn ang="0">
                  <a:pos x="17" y="48"/>
                </a:cxn>
                <a:cxn ang="0">
                  <a:pos x="16" y="39"/>
                </a:cxn>
                <a:cxn ang="0">
                  <a:pos x="15" y="26"/>
                </a:cxn>
                <a:cxn ang="0">
                  <a:pos x="15" y="21"/>
                </a:cxn>
                <a:cxn ang="0">
                  <a:pos x="16" y="16"/>
                </a:cxn>
                <a:cxn ang="0">
                  <a:pos x="19" y="13"/>
                </a:cxn>
                <a:cxn ang="0">
                  <a:pos x="22" y="10"/>
                </a:cxn>
                <a:cxn ang="0">
                  <a:pos x="22" y="10"/>
                </a:cxn>
                <a:cxn ang="0">
                  <a:pos x="24" y="9"/>
                </a:cxn>
                <a:cxn ang="0">
                  <a:pos x="25" y="8"/>
                </a:cxn>
                <a:cxn ang="0">
                  <a:pos x="26" y="6"/>
                </a:cxn>
                <a:cxn ang="0">
                  <a:pos x="25" y="4"/>
                </a:cxn>
                <a:cxn ang="0">
                  <a:pos x="25" y="2"/>
                </a:cxn>
                <a:cxn ang="0">
                  <a:pos x="23" y="1"/>
                </a:cxn>
                <a:cxn ang="0">
                  <a:pos x="22" y="0"/>
                </a:cxn>
                <a:cxn ang="0">
                  <a:pos x="20" y="1"/>
                </a:cxn>
                <a:cxn ang="0">
                  <a:pos x="20" y="1"/>
                </a:cxn>
              </a:cxnLst>
              <a:rect l="0" t="0" r="r" b="b"/>
              <a:pathLst>
                <a:path w="26" h="89">
                  <a:moveTo>
                    <a:pt x="20" y="1"/>
                  </a:moveTo>
                  <a:lnTo>
                    <a:pt x="20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9" y="8"/>
                  </a:lnTo>
                  <a:lnTo>
                    <a:pt x="8" y="11"/>
                  </a:lnTo>
                  <a:lnTo>
                    <a:pt x="6" y="19"/>
                  </a:lnTo>
                  <a:lnTo>
                    <a:pt x="5" y="27"/>
                  </a:lnTo>
                  <a:lnTo>
                    <a:pt x="5" y="27"/>
                  </a:lnTo>
                  <a:lnTo>
                    <a:pt x="6" y="55"/>
                  </a:lnTo>
                  <a:lnTo>
                    <a:pt x="6" y="63"/>
                  </a:lnTo>
                  <a:lnTo>
                    <a:pt x="5" y="69"/>
                  </a:lnTo>
                  <a:lnTo>
                    <a:pt x="4" y="76"/>
                  </a:lnTo>
                  <a:lnTo>
                    <a:pt x="1" y="82"/>
                  </a:lnTo>
                  <a:lnTo>
                    <a:pt x="1" y="82"/>
                  </a:lnTo>
                  <a:lnTo>
                    <a:pt x="0" y="84"/>
                  </a:lnTo>
                  <a:lnTo>
                    <a:pt x="0" y="86"/>
                  </a:lnTo>
                  <a:lnTo>
                    <a:pt x="1" y="87"/>
                  </a:lnTo>
                  <a:lnTo>
                    <a:pt x="3" y="88"/>
                  </a:lnTo>
                  <a:lnTo>
                    <a:pt x="4" y="89"/>
                  </a:lnTo>
                  <a:lnTo>
                    <a:pt x="6" y="89"/>
                  </a:lnTo>
                  <a:lnTo>
                    <a:pt x="7" y="88"/>
                  </a:lnTo>
                  <a:lnTo>
                    <a:pt x="9" y="87"/>
                  </a:lnTo>
                  <a:lnTo>
                    <a:pt x="9" y="87"/>
                  </a:lnTo>
                  <a:lnTo>
                    <a:pt x="13" y="78"/>
                  </a:lnTo>
                  <a:lnTo>
                    <a:pt x="15" y="68"/>
                  </a:lnTo>
                  <a:lnTo>
                    <a:pt x="16" y="57"/>
                  </a:lnTo>
                  <a:lnTo>
                    <a:pt x="17" y="48"/>
                  </a:lnTo>
                  <a:lnTo>
                    <a:pt x="17" y="48"/>
                  </a:lnTo>
                  <a:lnTo>
                    <a:pt x="16" y="39"/>
                  </a:lnTo>
                  <a:lnTo>
                    <a:pt x="15" y="26"/>
                  </a:lnTo>
                  <a:lnTo>
                    <a:pt x="15" y="21"/>
                  </a:lnTo>
                  <a:lnTo>
                    <a:pt x="16" y="16"/>
                  </a:lnTo>
                  <a:lnTo>
                    <a:pt x="19" y="13"/>
                  </a:lnTo>
                  <a:lnTo>
                    <a:pt x="22" y="10"/>
                  </a:lnTo>
                  <a:lnTo>
                    <a:pt x="22" y="10"/>
                  </a:lnTo>
                  <a:lnTo>
                    <a:pt x="24" y="9"/>
                  </a:lnTo>
                  <a:lnTo>
                    <a:pt x="25" y="8"/>
                  </a:lnTo>
                  <a:lnTo>
                    <a:pt x="26" y="6"/>
                  </a:lnTo>
                  <a:lnTo>
                    <a:pt x="25" y="4"/>
                  </a:lnTo>
                  <a:lnTo>
                    <a:pt x="25" y="2"/>
                  </a:lnTo>
                  <a:lnTo>
                    <a:pt x="23" y="1"/>
                  </a:lnTo>
                  <a:lnTo>
                    <a:pt x="22" y="0"/>
                  </a:lnTo>
                  <a:lnTo>
                    <a:pt x="20" y="1"/>
                  </a:lnTo>
                  <a:lnTo>
                    <a:pt x="20" y="1"/>
                  </a:lnTo>
                  <a:close/>
                </a:path>
              </a:pathLst>
            </a:custGeom>
            <a:grpFill/>
            <a:ln w="6350">
              <a:solidFill>
                <a:schemeClr val="accent1">
                  <a:lumMod val="75000"/>
                  <a:alpha val="16000"/>
                </a:schemeClr>
              </a:solidFill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446" name="Freeform 777"/>
            <p:cNvSpPr/>
            <p:nvPr>
              <p:custDataLst>
                <p:tags r:id="rId25"/>
              </p:custDataLst>
            </p:nvPr>
          </p:nvSpPr>
          <p:spPr bwMode="auto">
            <a:xfrm>
              <a:off x="6661150" y="2678113"/>
              <a:ext cx="23813" cy="50800"/>
            </a:xfrm>
            <a:custGeom>
              <a:avLst/>
              <a:gdLst/>
              <a:ahLst/>
              <a:cxnLst>
                <a:cxn ang="0">
                  <a:pos x="35" y="2"/>
                </a:cxn>
                <a:cxn ang="0">
                  <a:pos x="35" y="2"/>
                </a:cxn>
                <a:cxn ang="0">
                  <a:pos x="29" y="13"/>
                </a:cxn>
                <a:cxn ang="0">
                  <a:pos x="23" y="23"/>
                </a:cxn>
                <a:cxn ang="0">
                  <a:pos x="18" y="33"/>
                </a:cxn>
                <a:cxn ang="0">
                  <a:pos x="13" y="45"/>
                </a:cxn>
                <a:cxn ang="0">
                  <a:pos x="6" y="66"/>
                </a:cxn>
                <a:cxn ang="0">
                  <a:pos x="0" y="89"/>
                </a:cxn>
                <a:cxn ang="0">
                  <a:pos x="0" y="89"/>
                </a:cxn>
                <a:cxn ang="0">
                  <a:pos x="0" y="91"/>
                </a:cxn>
                <a:cxn ang="0">
                  <a:pos x="0" y="93"/>
                </a:cxn>
                <a:cxn ang="0">
                  <a:pos x="1" y="94"/>
                </a:cxn>
                <a:cxn ang="0">
                  <a:pos x="3" y="95"/>
                </a:cxn>
                <a:cxn ang="0">
                  <a:pos x="5" y="95"/>
                </a:cxn>
                <a:cxn ang="0">
                  <a:pos x="6" y="94"/>
                </a:cxn>
                <a:cxn ang="0">
                  <a:pos x="8" y="93"/>
                </a:cxn>
                <a:cxn ang="0">
                  <a:pos x="9" y="92"/>
                </a:cxn>
                <a:cxn ang="0">
                  <a:pos x="9" y="92"/>
                </a:cxn>
                <a:cxn ang="0">
                  <a:pos x="15" y="70"/>
                </a:cxn>
                <a:cxn ang="0">
                  <a:pos x="23" y="48"/>
                </a:cxn>
                <a:cxn ang="0">
                  <a:pos x="27" y="37"/>
                </a:cxn>
                <a:cxn ang="0">
                  <a:pos x="32" y="27"/>
                </a:cxn>
                <a:cxn ang="0">
                  <a:pos x="37" y="17"/>
                </a:cxn>
                <a:cxn ang="0">
                  <a:pos x="43" y="7"/>
                </a:cxn>
                <a:cxn ang="0">
                  <a:pos x="43" y="7"/>
                </a:cxn>
                <a:cxn ang="0">
                  <a:pos x="44" y="5"/>
                </a:cxn>
                <a:cxn ang="0">
                  <a:pos x="43" y="4"/>
                </a:cxn>
                <a:cxn ang="0">
                  <a:pos x="43" y="2"/>
                </a:cxn>
                <a:cxn ang="0">
                  <a:pos x="41" y="1"/>
                </a:cxn>
                <a:cxn ang="0">
                  <a:pos x="38" y="0"/>
                </a:cxn>
                <a:cxn ang="0">
                  <a:pos x="36" y="1"/>
                </a:cxn>
                <a:cxn ang="0">
                  <a:pos x="35" y="2"/>
                </a:cxn>
                <a:cxn ang="0">
                  <a:pos x="35" y="2"/>
                </a:cxn>
              </a:cxnLst>
              <a:rect l="0" t="0" r="r" b="b"/>
              <a:pathLst>
                <a:path w="44" h="95">
                  <a:moveTo>
                    <a:pt x="35" y="2"/>
                  </a:moveTo>
                  <a:lnTo>
                    <a:pt x="35" y="2"/>
                  </a:lnTo>
                  <a:lnTo>
                    <a:pt x="29" y="13"/>
                  </a:lnTo>
                  <a:lnTo>
                    <a:pt x="23" y="23"/>
                  </a:lnTo>
                  <a:lnTo>
                    <a:pt x="18" y="33"/>
                  </a:lnTo>
                  <a:lnTo>
                    <a:pt x="13" y="45"/>
                  </a:lnTo>
                  <a:lnTo>
                    <a:pt x="6" y="66"/>
                  </a:lnTo>
                  <a:lnTo>
                    <a:pt x="0" y="89"/>
                  </a:lnTo>
                  <a:lnTo>
                    <a:pt x="0" y="89"/>
                  </a:lnTo>
                  <a:lnTo>
                    <a:pt x="0" y="91"/>
                  </a:lnTo>
                  <a:lnTo>
                    <a:pt x="0" y="93"/>
                  </a:lnTo>
                  <a:lnTo>
                    <a:pt x="1" y="94"/>
                  </a:lnTo>
                  <a:lnTo>
                    <a:pt x="3" y="95"/>
                  </a:lnTo>
                  <a:lnTo>
                    <a:pt x="5" y="95"/>
                  </a:lnTo>
                  <a:lnTo>
                    <a:pt x="6" y="94"/>
                  </a:lnTo>
                  <a:lnTo>
                    <a:pt x="8" y="93"/>
                  </a:lnTo>
                  <a:lnTo>
                    <a:pt x="9" y="92"/>
                  </a:lnTo>
                  <a:lnTo>
                    <a:pt x="9" y="92"/>
                  </a:lnTo>
                  <a:lnTo>
                    <a:pt x="15" y="70"/>
                  </a:lnTo>
                  <a:lnTo>
                    <a:pt x="23" y="48"/>
                  </a:lnTo>
                  <a:lnTo>
                    <a:pt x="27" y="37"/>
                  </a:lnTo>
                  <a:lnTo>
                    <a:pt x="32" y="27"/>
                  </a:lnTo>
                  <a:lnTo>
                    <a:pt x="37" y="17"/>
                  </a:lnTo>
                  <a:lnTo>
                    <a:pt x="43" y="7"/>
                  </a:lnTo>
                  <a:lnTo>
                    <a:pt x="43" y="7"/>
                  </a:lnTo>
                  <a:lnTo>
                    <a:pt x="44" y="5"/>
                  </a:lnTo>
                  <a:lnTo>
                    <a:pt x="43" y="4"/>
                  </a:lnTo>
                  <a:lnTo>
                    <a:pt x="43" y="2"/>
                  </a:lnTo>
                  <a:lnTo>
                    <a:pt x="41" y="1"/>
                  </a:lnTo>
                  <a:lnTo>
                    <a:pt x="38" y="0"/>
                  </a:lnTo>
                  <a:lnTo>
                    <a:pt x="36" y="1"/>
                  </a:lnTo>
                  <a:lnTo>
                    <a:pt x="35" y="2"/>
                  </a:lnTo>
                  <a:lnTo>
                    <a:pt x="35" y="2"/>
                  </a:lnTo>
                  <a:close/>
                </a:path>
              </a:pathLst>
            </a:custGeom>
            <a:grpFill/>
            <a:ln w="6350">
              <a:solidFill>
                <a:schemeClr val="accent1">
                  <a:lumMod val="75000"/>
                  <a:alpha val="16000"/>
                </a:schemeClr>
              </a:solidFill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447" name="Freeform 778"/>
            <p:cNvSpPr/>
            <p:nvPr>
              <p:custDataLst>
                <p:tags r:id="rId26"/>
              </p:custDataLst>
            </p:nvPr>
          </p:nvSpPr>
          <p:spPr bwMode="auto">
            <a:xfrm>
              <a:off x="6719888" y="2638425"/>
              <a:ext cx="15875" cy="53975"/>
            </a:xfrm>
            <a:custGeom>
              <a:avLst/>
              <a:gdLst/>
              <a:ahLst/>
              <a:cxnLst>
                <a:cxn ang="0">
                  <a:pos x="19" y="3"/>
                </a:cxn>
                <a:cxn ang="0">
                  <a:pos x="19" y="3"/>
                </a:cxn>
                <a:cxn ang="0">
                  <a:pos x="15" y="14"/>
                </a:cxn>
                <a:cxn ang="0">
                  <a:pos x="12" y="25"/>
                </a:cxn>
                <a:cxn ang="0">
                  <a:pos x="9" y="49"/>
                </a:cxn>
                <a:cxn ang="0">
                  <a:pos x="6" y="73"/>
                </a:cxn>
                <a:cxn ang="0">
                  <a:pos x="3" y="84"/>
                </a:cxn>
                <a:cxn ang="0">
                  <a:pos x="0" y="96"/>
                </a:cxn>
                <a:cxn ang="0">
                  <a:pos x="0" y="96"/>
                </a:cxn>
                <a:cxn ang="0">
                  <a:pos x="0" y="98"/>
                </a:cxn>
                <a:cxn ang="0">
                  <a:pos x="0" y="99"/>
                </a:cxn>
                <a:cxn ang="0">
                  <a:pos x="1" y="101"/>
                </a:cxn>
                <a:cxn ang="0">
                  <a:pos x="3" y="101"/>
                </a:cxn>
                <a:cxn ang="0">
                  <a:pos x="6" y="101"/>
                </a:cxn>
                <a:cxn ang="0">
                  <a:pos x="8" y="100"/>
                </a:cxn>
                <a:cxn ang="0">
                  <a:pos x="9" y="98"/>
                </a:cxn>
                <a:cxn ang="0">
                  <a:pos x="9" y="98"/>
                </a:cxn>
                <a:cxn ang="0">
                  <a:pos x="12" y="88"/>
                </a:cxn>
                <a:cxn ang="0">
                  <a:pos x="14" y="76"/>
                </a:cxn>
                <a:cxn ang="0">
                  <a:pos x="17" y="52"/>
                </a:cxn>
                <a:cxn ang="0">
                  <a:pos x="20" y="29"/>
                </a:cxn>
                <a:cxn ang="0">
                  <a:pos x="23" y="18"/>
                </a:cxn>
                <a:cxn ang="0">
                  <a:pos x="28" y="8"/>
                </a:cxn>
                <a:cxn ang="0">
                  <a:pos x="28" y="8"/>
                </a:cxn>
                <a:cxn ang="0">
                  <a:pos x="28" y="6"/>
                </a:cxn>
                <a:cxn ang="0">
                  <a:pos x="28" y="4"/>
                </a:cxn>
                <a:cxn ang="0">
                  <a:pos x="25" y="0"/>
                </a:cxn>
                <a:cxn ang="0">
                  <a:pos x="23" y="0"/>
                </a:cxn>
                <a:cxn ang="0">
                  <a:pos x="21" y="0"/>
                </a:cxn>
                <a:cxn ang="0">
                  <a:pos x="20" y="0"/>
                </a:cxn>
                <a:cxn ang="0">
                  <a:pos x="19" y="3"/>
                </a:cxn>
                <a:cxn ang="0">
                  <a:pos x="19" y="3"/>
                </a:cxn>
              </a:cxnLst>
              <a:rect l="0" t="0" r="r" b="b"/>
              <a:pathLst>
                <a:path w="28" h="101">
                  <a:moveTo>
                    <a:pt x="19" y="3"/>
                  </a:moveTo>
                  <a:lnTo>
                    <a:pt x="19" y="3"/>
                  </a:lnTo>
                  <a:lnTo>
                    <a:pt x="15" y="14"/>
                  </a:lnTo>
                  <a:lnTo>
                    <a:pt x="12" y="25"/>
                  </a:lnTo>
                  <a:lnTo>
                    <a:pt x="9" y="49"/>
                  </a:lnTo>
                  <a:lnTo>
                    <a:pt x="6" y="73"/>
                  </a:lnTo>
                  <a:lnTo>
                    <a:pt x="3" y="84"/>
                  </a:lnTo>
                  <a:lnTo>
                    <a:pt x="0" y="96"/>
                  </a:lnTo>
                  <a:lnTo>
                    <a:pt x="0" y="96"/>
                  </a:lnTo>
                  <a:lnTo>
                    <a:pt x="0" y="98"/>
                  </a:lnTo>
                  <a:lnTo>
                    <a:pt x="0" y="99"/>
                  </a:lnTo>
                  <a:lnTo>
                    <a:pt x="1" y="101"/>
                  </a:lnTo>
                  <a:lnTo>
                    <a:pt x="3" y="101"/>
                  </a:lnTo>
                  <a:lnTo>
                    <a:pt x="6" y="101"/>
                  </a:lnTo>
                  <a:lnTo>
                    <a:pt x="8" y="100"/>
                  </a:lnTo>
                  <a:lnTo>
                    <a:pt x="9" y="98"/>
                  </a:lnTo>
                  <a:lnTo>
                    <a:pt x="9" y="98"/>
                  </a:lnTo>
                  <a:lnTo>
                    <a:pt x="12" y="88"/>
                  </a:lnTo>
                  <a:lnTo>
                    <a:pt x="14" y="76"/>
                  </a:lnTo>
                  <a:lnTo>
                    <a:pt x="17" y="52"/>
                  </a:lnTo>
                  <a:lnTo>
                    <a:pt x="20" y="29"/>
                  </a:lnTo>
                  <a:lnTo>
                    <a:pt x="23" y="18"/>
                  </a:lnTo>
                  <a:lnTo>
                    <a:pt x="28" y="8"/>
                  </a:lnTo>
                  <a:lnTo>
                    <a:pt x="28" y="8"/>
                  </a:lnTo>
                  <a:lnTo>
                    <a:pt x="28" y="6"/>
                  </a:lnTo>
                  <a:lnTo>
                    <a:pt x="28" y="4"/>
                  </a:lnTo>
                  <a:lnTo>
                    <a:pt x="25" y="0"/>
                  </a:lnTo>
                  <a:lnTo>
                    <a:pt x="23" y="0"/>
                  </a:lnTo>
                  <a:lnTo>
                    <a:pt x="21" y="0"/>
                  </a:lnTo>
                  <a:lnTo>
                    <a:pt x="20" y="0"/>
                  </a:lnTo>
                  <a:lnTo>
                    <a:pt x="19" y="3"/>
                  </a:lnTo>
                  <a:lnTo>
                    <a:pt x="19" y="3"/>
                  </a:lnTo>
                  <a:close/>
                </a:path>
              </a:pathLst>
            </a:custGeom>
            <a:grpFill/>
            <a:ln w="6350">
              <a:solidFill>
                <a:schemeClr val="accent1">
                  <a:lumMod val="75000"/>
                  <a:alpha val="16000"/>
                </a:schemeClr>
              </a:solidFill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448" name="Freeform 779"/>
            <p:cNvSpPr/>
            <p:nvPr>
              <p:custDataLst>
                <p:tags r:id="rId27"/>
              </p:custDataLst>
            </p:nvPr>
          </p:nvSpPr>
          <p:spPr bwMode="auto">
            <a:xfrm>
              <a:off x="6767513" y="2584450"/>
              <a:ext cx="15875" cy="57150"/>
            </a:xfrm>
            <a:custGeom>
              <a:avLst/>
              <a:gdLst/>
              <a:ahLst/>
              <a:cxnLst>
                <a:cxn ang="0">
                  <a:pos x="29" y="4"/>
                </a:cxn>
                <a:cxn ang="0">
                  <a:pos x="29" y="4"/>
                </a:cxn>
                <a:cxn ang="0">
                  <a:pos x="28" y="2"/>
                </a:cxn>
                <a:cxn ang="0">
                  <a:pos x="27" y="1"/>
                </a:cxn>
                <a:cxn ang="0">
                  <a:pos x="26" y="0"/>
                </a:cxn>
                <a:cxn ang="0">
                  <a:pos x="24" y="0"/>
                </a:cxn>
                <a:cxn ang="0">
                  <a:pos x="23" y="0"/>
                </a:cxn>
                <a:cxn ang="0">
                  <a:pos x="20" y="1"/>
                </a:cxn>
                <a:cxn ang="0">
                  <a:pos x="19" y="2"/>
                </a:cxn>
                <a:cxn ang="0">
                  <a:pos x="19" y="4"/>
                </a:cxn>
                <a:cxn ang="0">
                  <a:pos x="19" y="4"/>
                </a:cxn>
                <a:cxn ang="0">
                  <a:pos x="19" y="31"/>
                </a:cxn>
                <a:cxn ang="0">
                  <a:pos x="18" y="44"/>
                </a:cxn>
                <a:cxn ang="0">
                  <a:pos x="16" y="57"/>
                </a:cxn>
                <a:cxn ang="0">
                  <a:pos x="16" y="57"/>
                </a:cxn>
                <a:cxn ang="0">
                  <a:pos x="9" y="80"/>
                </a:cxn>
                <a:cxn ang="0">
                  <a:pos x="1" y="101"/>
                </a:cxn>
                <a:cxn ang="0">
                  <a:pos x="1" y="101"/>
                </a:cxn>
                <a:cxn ang="0">
                  <a:pos x="0" y="104"/>
                </a:cxn>
                <a:cxn ang="0">
                  <a:pos x="1" y="105"/>
                </a:cxn>
                <a:cxn ang="0">
                  <a:pos x="2" y="107"/>
                </a:cxn>
                <a:cxn ang="0">
                  <a:pos x="3" y="107"/>
                </a:cxn>
                <a:cxn ang="0">
                  <a:pos x="7" y="107"/>
                </a:cxn>
                <a:cxn ang="0">
                  <a:pos x="8" y="106"/>
                </a:cxn>
                <a:cxn ang="0">
                  <a:pos x="9" y="104"/>
                </a:cxn>
                <a:cxn ang="0">
                  <a:pos x="9" y="104"/>
                </a:cxn>
                <a:cxn ang="0">
                  <a:pos x="19" y="79"/>
                </a:cxn>
                <a:cxn ang="0">
                  <a:pos x="28" y="53"/>
                </a:cxn>
                <a:cxn ang="0">
                  <a:pos x="28" y="53"/>
                </a:cxn>
                <a:cxn ang="0">
                  <a:pos x="30" y="40"/>
                </a:cxn>
                <a:cxn ang="0">
                  <a:pos x="30" y="29"/>
                </a:cxn>
                <a:cxn ang="0">
                  <a:pos x="29" y="4"/>
                </a:cxn>
                <a:cxn ang="0">
                  <a:pos x="29" y="4"/>
                </a:cxn>
              </a:cxnLst>
              <a:rect l="0" t="0" r="r" b="b"/>
              <a:pathLst>
                <a:path w="30" h="107">
                  <a:moveTo>
                    <a:pt x="29" y="4"/>
                  </a:moveTo>
                  <a:lnTo>
                    <a:pt x="29" y="4"/>
                  </a:lnTo>
                  <a:lnTo>
                    <a:pt x="28" y="2"/>
                  </a:lnTo>
                  <a:lnTo>
                    <a:pt x="27" y="1"/>
                  </a:lnTo>
                  <a:lnTo>
                    <a:pt x="26" y="0"/>
                  </a:lnTo>
                  <a:lnTo>
                    <a:pt x="24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9" y="2"/>
                  </a:lnTo>
                  <a:lnTo>
                    <a:pt x="19" y="4"/>
                  </a:lnTo>
                  <a:lnTo>
                    <a:pt x="19" y="4"/>
                  </a:lnTo>
                  <a:lnTo>
                    <a:pt x="19" y="31"/>
                  </a:lnTo>
                  <a:lnTo>
                    <a:pt x="18" y="44"/>
                  </a:lnTo>
                  <a:lnTo>
                    <a:pt x="16" y="57"/>
                  </a:lnTo>
                  <a:lnTo>
                    <a:pt x="16" y="57"/>
                  </a:lnTo>
                  <a:lnTo>
                    <a:pt x="9" y="80"/>
                  </a:lnTo>
                  <a:lnTo>
                    <a:pt x="1" y="101"/>
                  </a:lnTo>
                  <a:lnTo>
                    <a:pt x="1" y="101"/>
                  </a:lnTo>
                  <a:lnTo>
                    <a:pt x="0" y="104"/>
                  </a:lnTo>
                  <a:lnTo>
                    <a:pt x="1" y="105"/>
                  </a:lnTo>
                  <a:lnTo>
                    <a:pt x="2" y="107"/>
                  </a:lnTo>
                  <a:lnTo>
                    <a:pt x="3" y="107"/>
                  </a:lnTo>
                  <a:lnTo>
                    <a:pt x="7" y="107"/>
                  </a:lnTo>
                  <a:lnTo>
                    <a:pt x="8" y="106"/>
                  </a:lnTo>
                  <a:lnTo>
                    <a:pt x="9" y="104"/>
                  </a:lnTo>
                  <a:lnTo>
                    <a:pt x="9" y="104"/>
                  </a:lnTo>
                  <a:lnTo>
                    <a:pt x="19" y="79"/>
                  </a:lnTo>
                  <a:lnTo>
                    <a:pt x="28" y="53"/>
                  </a:lnTo>
                  <a:lnTo>
                    <a:pt x="28" y="53"/>
                  </a:lnTo>
                  <a:lnTo>
                    <a:pt x="30" y="40"/>
                  </a:lnTo>
                  <a:lnTo>
                    <a:pt x="30" y="29"/>
                  </a:lnTo>
                  <a:lnTo>
                    <a:pt x="29" y="4"/>
                  </a:lnTo>
                  <a:lnTo>
                    <a:pt x="29" y="4"/>
                  </a:lnTo>
                  <a:close/>
                </a:path>
              </a:pathLst>
            </a:custGeom>
            <a:grpFill/>
            <a:ln w="6350">
              <a:solidFill>
                <a:schemeClr val="accent1">
                  <a:lumMod val="75000"/>
                  <a:alpha val="16000"/>
                </a:schemeClr>
              </a:solidFill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449" name="Freeform 780"/>
            <p:cNvSpPr/>
            <p:nvPr>
              <p:custDataLst>
                <p:tags r:id="rId28"/>
              </p:custDataLst>
            </p:nvPr>
          </p:nvSpPr>
          <p:spPr bwMode="auto">
            <a:xfrm>
              <a:off x="6805613" y="2538413"/>
              <a:ext cx="15875" cy="63500"/>
            </a:xfrm>
            <a:custGeom>
              <a:avLst/>
              <a:gdLst/>
              <a:ahLst/>
              <a:cxnLst>
                <a:cxn ang="0">
                  <a:pos x="22" y="5"/>
                </a:cxn>
                <a:cxn ang="0">
                  <a:pos x="22" y="5"/>
                </a:cxn>
                <a:cxn ang="0">
                  <a:pos x="21" y="19"/>
                </a:cxn>
                <a:cxn ang="0">
                  <a:pos x="20" y="33"/>
                </a:cxn>
                <a:cxn ang="0">
                  <a:pos x="15" y="62"/>
                </a:cxn>
                <a:cxn ang="0">
                  <a:pos x="15" y="62"/>
                </a:cxn>
                <a:cxn ang="0">
                  <a:pos x="14" y="75"/>
                </a:cxn>
                <a:cxn ang="0">
                  <a:pos x="12" y="88"/>
                </a:cxn>
                <a:cxn ang="0">
                  <a:pos x="11" y="95"/>
                </a:cxn>
                <a:cxn ang="0">
                  <a:pos x="9" y="101"/>
                </a:cxn>
                <a:cxn ang="0">
                  <a:pos x="6" y="106"/>
                </a:cxn>
                <a:cxn ang="0">
                  <a:pos x="1" y="113"/>
                </a:cxn>
                <a:cxn ang="0">
                  <a:pos x="1" y="113"/>
                </a:cxn>
                <a:cxn ang="0">
                  <a:pos x="0" y="114"/>
                </a:cxn>
                <a:cxn ang="0">
                  <a:pos x="0" y="116"/>
                </a:cxn>
                <a:cxn ang="0">
                  <a:pos x="2" y="119"/>
                </a:cxn>
                <a:cxn ang="0">
                  <a:pos x="3" y="120"/>
                </a:cxn>
                <a:cxn ang="0">
                  <a:pos x="4" y="121"/>
                </a:cxn>
                <a:cxn ang="0">
                  <a:pos x="7" y="120"/>
                </a:cxn>
                <a:cxn ang="0">
                  <a:pos x="9" y="119"/>
                </a:cxn>
                <a:cxn ang="0">
                  <a:pos x="9" y="119"/>
                </a:cxn>
                <a:cxn ang="0">
                  <a:pos x="14" y="110"/>
                </a:cxn>
                <a:cxn ang="0">
                  <a:pos x="18" y="100"/>
                </a:cxn>
                <a:cxn ang="0">
                  <a:pos x="21" y="90"/>
                </a:cxn>
                <a:cxn ang="0">
                  <a:pos x="22" y="80"/>
                </a:cxn>
                <a:cxn ang="0">
                  <a:pos x="22" y="80"/>
                </a:cxn>
                <a:cxn ang="0">
                  <a:pos x="28" y="42"/>
                </a:cxn>
                <a:cxn ang="0">
                  <a:pos x="30" y="24"/>
                </a:cxn>
                <a:cxn ang="0">
                  <a:pos x="31" y="5"/>
                </a:cxn>
                <a:cxn ang="0">
                  <a:pos x="31" y="5"/>
                </a:cxn>
                <a:cxn ang="0">
                  <a:pos x="31" y="3"/>
                </a:cxn>
                <a:cxn ang="0">
                  <a:pos x="30" y="1"/>
                </a:cxn>
                <a:cxn ang="0">
                  <a:pos x="29" y="1"/>
                </a:cxn>
                <a:cxn ang="0">
                  <a:pos x="27" y="0"/>
                </a:cxn>
                <a:cxn ang="0">
                  <a:pos x="25" y="1"/>
                </a:cxn>
                <a:cxn ang="0">
                  <a:pos x="24" y="1"/>
                </a:cxn>
                <a:cxn ang="0">
                  <a:pos x="23" y="3"/>
                </a:cxn>
                <a:cxn ang="0">
                  <a:pos x="22" y="5"/>
                </a:cxn>
                <a:cxn ang="0">
                  <a:pos x="22" y="5"/>
                </a:cxn>
              </a:cxnLst>
              <a:rect l="0" t="0" r="r" b="b"/>
              <a:pathLst>
                <a:path w="31" h="121">
                  <a:moveTo>
                    <a:pt x="22" y="5"/>
                  </a:moveTo>
                  <a:lnTo>
                    <a:pt x="22" y="5"/>
                  </a:lnTo>
                  <a:lnTo>
                    <a:pt x="21" y="19"/>
                  </a:lnTo>
                  <a:lnTo>
                    <a:pt x="20" y="33"/>
                  </a:lnTo>
                  <a:lnTo>
                    <a:pt x="15" y="62"/>
                  </a:lnTo>
                  <a:lnTo>
                    <a:pt x="15" y="62"/>
                  </a:lnTo>
                  <a:lnTo>
                    <a:pt x="14" y="75"/>
                  </a:lnTo>
                  <a:lnTo>
                    <a:pt x="12" y="88"/>
                  </a:lnTo>
                  <a:lnTo>
                    <a:pt x="11" y="95"/>
                  </a:lnTo>
                  <a:lnTo>
                    <a:pt x="9" y="101"/>
                  </a:lnTo>
                  <a:lnTo>
                    <a:pt x="6" y="106"/>
                  </a:lnTo>
                  <a:lnTo>
                    <a:pt x="1" y="113"/>
                  </a:lnTo>
                  <a:lnTo>
                    <a:pt x="1" y="113"/>
                  </a:lnTo>
                  <a:lnTo>
                    <a:pt x="0" y="114"/>
                  </a:lnTo>
                  <a:lnTo>
                    <a:pt x="0" y="116"/>
                  </a:lnTo>
                  <a:lnTo>
                    <a:pt x="2" y="119"/>
                  </a:lnTo>
                  <a:lnTo>
                    <a:pt x="3" y="120"/>
                  </a:lnTo>
                  <a:lnTo>
                    <a:pt x="4" y="121"/>
                  </a:lnTo>
                  <a:lnTo>
                    <a:pt x="7" y="120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14" y="110"/>
                  </a:lnTo>
                  <a:lnTo>
                    <a:pt x="18" y="100"/>
                  </a:lnTo>
                  <a:lnTo>
                    <a:pt x="21" y="90"/>
                  </a:lnTo>
                  <a:lnTo>
                    <a:pt x="22" y="80"/>
                  </a:lnTo>
                  <a:lnTo>
                    <a:pt x="22" y="80"/>
                  </a:lnTo>
                  <a:lnTo>
                    <a:pt x="28" y="42"/>
                  </a:lnTo>
                  <a:lnTo>
                    <a:pt x="30" y="24"/>
                  </a:lnTo>
                  <a:lnTo>
                    <a:pt x="31" y="5"/>
                  </a:lnTo>
                  <a:lnTo>
                    <a:pt x="31" y="5"/>
                  </a:lnTo>
                  <a:lnTo>
                    <a:pt x="31" y="3"/>
                  </a:lnTo>
                  <a:lnTo>
                    <a:pt x="30" y="1"/>
                  </a:lnTo>
                  <a:lnTo>
                    <a:pt x="29" y="1"/>
                  </a:lnTo>
                  <a:lnTo>
                    <a:pt x="27" y="0"/>
                  </a:lnTo>
                  <a:lnTo>
                    <a:pt x="25" y="1"/>
                  </a:lnTo>
                  <a:lnTo>
                    <a:pt x="24" y="1"/>
                  </a:lnTo>
                  <a:lnTo>
                    <a:pt x="23" y="3"/>
                  </a:lnTo>
                  <a:lnTo>
                    <a:pt x="22" y="5"/>
                  </a:lnTo>
                  <a:lnTo>
                    <a:pt x="22" y="5"/>
                  </a:lnTo>
                  <a:close/>
                </a:path>
              </a:pathLst>
            </a:custGeom>
            <a:grpFill/>
            <a:ln w="6350">
              <a:solidFill>
                <a:schemeClr val="accent1">
                  <a:lumMod val="75000"/>
                  <a:alpha val="16000"/>
                </a:schemeClr>
              </a:solidFill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450" name="Freeform 781"/>
            <p:cNvSpPr/>
            <p:nvPr>
              <p:custDataLst>
                <p:tags r:id="rId29"/>
              </p:custDataLst>
            </p:nvPr>
          </p:nvSpPr>
          <p:spPr bwMode="auto">
            <a:xfrm>
              <a:off x="6854825" y="2497138"/>
              <a:ext cx="6350" cy="44450"/>
            </a:xfrm>
            <a:custGeom>
              <a:avLst/>
              <a:gdLst/>
              <a:ahLst/>
              <a:cxnLst>
                <a:cxn ang="0">
                  <a:pos x="4" y="4"/>
                </a:cxn>
                <a:cxn ang="0">
                  <a:pos x="4" y="4"/>
                </a:cxn>
                <a:cxn ang="0">
                  <a:pos x="3" y="23"/>
                </a:cxn>
                <a:cxn ang="0">
                  <a:pos x="2" y="40"/>
                </a:cxn>
                <a:cxn ang="0">
                  <a:pos x="1" y="59"/>
                </a:cxn>
                <a:cxn ang="0">
                  <a:pos x="0" y="78"/>
                </a:cxn>
                <a:cxn ang="0">
                  <a:pos x="0" y="78"/>
                </a:cxn>
                <a:cxn ang="0">
                  <a:pos x="1" y="80"/>
                </a:cxn>
                <a:cxn ang="0">
                  <a:pos x="2" y="81"/>
                </a:cxn>
                <a:cxn ang="0">
                  <a:pos x="3" y="82"/>
                </a:cxn>
                <a:cxn ang="0">
                  <a:pos x="5" y="82"/>
                </a:cxn>
                <a:cxn ang="0">
                  <a:pos x="7" y="82"/>
                </a:cxn>
                <a:cxn ang="0">
                  <a:pos x="8" y="81"/>
                </a:cxn>
                <a:cxn ang="0">
                  <a:pos x="9" y="80"/>
                </a:cxn>
                <a:cxn ang="0">
                  <a:pos x="10" y="78"/>
                </a:cxn>
                <a:cxn ang="0">
                  <a:pos x="10" y="78"/>
                </a:cxn>
                <a:cxn ang="0">
                  <a:pos x="10" y="59"/>
                </a:cxn>
                <a:cxn ang="0">
                  <a:pos x="11" y="40"/>
                </a:cxn>
                <a:cxn ang="0">
                  <a:pos x="12" y="23"/>
                </a:cxn>
                <a:cxn ang="0">
                  <a:pos x="13" y="4"/>
                </a:cxn>
                <a:cxn ang="0">
                  <a:pos x="13" y="4"/>
                </a:cxn>
                <a:cxn ang="0">
                  <a:pos x="12" y="2"/>
                </a:cxn>
                <a:cxn ang="0">
                  <a:pos x="11" y="1"/>
                </a:cxn>
                <a:cxn ang="0">
                  <a:pos x="10" y="0"/>
                </a:cxn>
                <a:cxn ang="0">
                  <a:pos x="8" y="0"/>
                </a:cxn>
                <a:cxn ang="0">
                  <a:pos x="6" y="0"/>
                </a:cxn>
                <a:cxn ang="0">
                  <a:pos x="5" y="1"/>
                </a:cxn>
                <a:cxn ang="0">
                  <a:pos x="4" y="2"/>
                </a:cxn>
                <a:cxn ang="0">
                  <a:pos x="4" y="4"/>
                </a:cxn>
                <a:cxn ang="0">
                  <a:pos x="4" y="4"/>
                </a:cxn>
              </a:cxnLst>
              <a:rect l="0" t="0" r="r" b="b"/>
              <a:pathLst>
                <a:path w="13" h="82">
                  <a:moveTo>
                    <a:pt x="4" y="4"/>
                  </a:moveTo>
                  <a:lnTo>
                    <a:pt x="4" y="4"/>
                  </a:lnTo>
                  <a:lnTo>
                    <a:pt x="3" y="23"/>
                  </a:lnTo>
                  <a:lnTo>
                    <a:pt x="2" y="40"/>
                  </a:lnTo>
                  <a:lnTo>
                    <a:pt x="1" y="59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80"/>
                  </a:lnTo>
                  <a:lnTo>
                    <a:pt x="2" y="81"/>
                  </a:lnTo>
                  <a:lnTo>
                    <a:pt x="3" y="82"/>
                  </a:lnTo>
                  <a:lnTo>
                    <a:pt x="5" y="82"/>
                  </a:lnTo>
                  <a:lnTo>
                    <a:pt x="7" y="82"/>
                  </a:lnTo>
                  <a:lnTo>
                    <a:pt x="8" y="81"/>
                  </a:lnTo>
                  <a:lnTo>
                    <a:pt x="9" y="80"/>
                  </a:lnTo>
                  <a:lnTo>
                    <a:pt x="10" y="78"/>
                  </a:lnTo>
                  <a:lnTo>
                    <a:pt x="10" y="78"/>
                  </a:lnTo>
                  <a:lnTo>
                    <a:pt x="10" y="59"/>
                  </a:lnTo>
                  <a:lnTo>
                    <a:pt x="11" y="40"/>
                  </a:lnTo>
                  <a:lnTo>
                    <a:pt x="12" y="23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2" y="2"/>
                  </a:lnTo>
                  <a:lnTo>
                    <a:pt x="11" y="1"/>
                  </a:lnTo>
                  <a:lnTo>
                    <a:pt x="10" y="0"/>
                  </a:lnTo>
                  <a:lnTo>
                    <a:pt x="8" y="0"/>
                  </a:lnTo>
                  <a:lnTo>
                    <a:pt x="6" y="0"/>
                  </a:lnTo>
                  <a:lnTo>
                    <a:pt x="5" y="1"/>
                  </a:lnTo>
                  <a:lnTo>
                    <a:pt x="4" y="2"/>
                  </a:lnTo>
                  <a:lnTo>
                    <a:pt x="4" y="4"/>
                  </a:lnTo>
                  <a:lnTo>
                    <a:pt x="4" y="4"/>
                  </a:lnTo>
                  <a:close/>
                </a:path>
              </a:pathLst>
            </a:custGeom>
            <a:grpFill/>
            <a:ln w="6350">
              <a:solidFill>
                <a:schemeClr val="accent1">
                  <a:lumMod val="75000"/>
                  <a:alpha val="16000"/>
                </a:schemeClr>
              </a:solidFill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451" name="Freeform 782"/>
            <p:cNvSpPr/>
            <p:nvPr>
              <p:custDataLst>
                <p:tags r:id="rId30"/>
              </p:custDataLst>
            </p:nvPr>
          </p:nvSpPr>
          <p:spPr bwMode="auto">
            <a:xfrm>
              <a:off x="6578600" y="2328863"/>
              <a:ext cx="12700" cy="52388"/>
            </a:xfrm>
            <a:custGeom>
              <a:avLst/>
              <a:gdLst/>
              <a:ahLst/>
              <a:cxnLst>
                <a:cxn ang="0">
                  <a:pos x="22" y="5"/>
                </a:cxn>
                <a:cxn ang="0">
                  <a:pos x="22" y="5"/>
                </a:cxn>
                <a:cxn ang="0">
                  <a:pos x="22" y="3"/>
                </a:cxn>
                <a:cxn ang="0">
                  <a:pos x="21" y="1"/>
                </a:cxn>
                <a:cxn ang="0">
                  <a:pos x="19" y="1"/>
                </a:cxn>
                <a:cxn ang="0">
                  <a:pos x="18" y="0"/>
                </a:cxn>
                <a:cxn ang="0">
                  <a:pos x="16" y="1"/>
                </a:cxn>
                <a:cxn ang="0">
                  <a:pos x="14" y="1"/>
                </a:cxn>
                <a:cxn ang="0">
                  <a:pos x="13" y="3"/>
                </a:cxn>
                <a:cxn ang="0">
                  <a:pos x="13" y="5"/>
                </a:cxn>
                <a:cxn ang="0">
                  <a:pos x="13" y="5"/>
                </a:cxn>
                <a:cxn ang="0">
                  <a:pos x="12" y="17"/>
                </a:cxn>
                <a:cxn ang="0">
                  <a:pos x="8" y="31"/>
                </a:cxn>
                <a:cxn ang="0">
                  <a:pos x="8" y="31"/>
                </a:cxn>
                <a:cxn ang="0">
                  <a:pos x="3" y="39"/>
                </a:cxn>
                <a:cxn ang="0">
                  <a:pos x="1" y="44"/>
                </a:cxn>
                <a:cxn ang="0">
                  <a:pos x="0" y="50"/>
                </a:cxn>
                <a:cxn ang="0">
                  <a:pos x="0" y="93"/>
                </a:cxn>
                <a:cxn ang="0">
                  <a:pos x="0" y="93"/>
                </a:cxn>
                <a:cxn ang="0">
                  <a:pos x="0" y="95"/>
                </a:cxn>
                <a:cxn ang="0">
                  <a:pos x="1" y="97"/>
                </a:cxn>
                <a:cxn ang="0">
                  <a:pos x="3" y="98"/>
                </a:cxn>
                <a:cxn ang="0">
                  <a:pos x="4" y="98"/>
                </a:cxn>
                <a:cxn ang="0">
                  <a:pos x="7" y="98"/>
                </a:cxn>
                <a:cxn ang="0">
                  <a:pos x="8" y="97"/>
                </a:cxn>
                <a:cxn ang="0">
                  <a:pos x="9" y="95"/>
                </a:cxn>
                <a:cxn ang="0">
                  <a:pos x="10" y="93"/>
                </a:cxn>
                <a:cxn ang="0">
                  <a:pos x="10" y="93"/>
                </a:cxn>
                <a:cxn ang="0">
                  <a:pos x="8" y="70"/>
                </a:cxn>
                <a:cxn ang="0">
                  <a:pos x="9" y="58"/>
                </a:cxn>
                <a:cxn ang="0">
                  <a:pos x="10" y="52"/>
                </a:cxn>
                <a:cxn ang="0">
                  <a:pos x="11" y="48"/>
                </a:cxn>
                <a:cxn ang="0">
                  <a:pos x="11" y="48"/>
                </a:cxn>
                <a:cxn ang="0">
                  <a:pos x="16" y="37"/>
                </a:cxn>
                <a:cxn ang="0">
                  <a:pos x="19" y="27"/>
                </a:cxn>
                <a:cxn ang="0">
                  <a:pos x="21" y="16"/>
                </a:cxn>
                <a:cxn ang="0">
                  <a:pos x="22" y="5"/>
                </a:cxn>
                <a:cxn ang="0">
                  <a:pos x="22" y="5"/>
                </a:cxn>
              </a:cxnLst>
              <a:rect l="0" t="0" r="r" b="b"/>
              <a:pathLst>
                <a:path w="22" h="98">
                  <a:moveTo>
                    <a:pt x="22" y="5"/>
                  </a:moveTo>
                  <a:lnTo>
                    <a:pt x="22" y="5"/>
                  </a:lnTo>
                  <a:lnTo>
                    <a:pt x="22" y="3"/>
                  </a:lnTo>
                  <a:lnTo>
                    <a:pt x="21" y="1"/>
                  </a:lnTo>
                  <a:lnTo>
                    <a:pt x="19" y="1"/>
                  </a:lnTo>
                  <a:lnTo>
                    <a:pt x="18" y="0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3" y="3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2" y="17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3" y="39"/>
                  </a:lnTo>
                  <a:lnTo>
                    <a:pt x="1" y="44"/>
                  </a:lnTo>
                  <a:lnTo>
                    <a:pt x="0" y="50"/>
                  </a:lnTo>
                  <a:lnTo>
                    <a:pt x="0" y="93"/>
                  </a:lnTo>
                  <a:lnTo>
                    <a:pt x="0" y="93"/>
                  </a:lnTo>
                  <a:lnTo>
                    <a:pt x="0" y="95"/>
                  </a:lnTo>
                  <a:lnTo>
                    <a:pt x="1" y="97"/>
                  </a:lnTo>
                  <a:lnTo>
                    <a:pt x="3" y="98"/>
                  </a:lnTo>
                  <a:lnTo>
                    <a:pt x="4" y="98"/>
                  </a:lnTo>
                  <a:lnTo>
                    <a:pt x="7" y="98"/>
                  </a:lnTo>
                  <a:lnTo>
                    <a:pt x="8" y="97"/>
                  </a:lnTo>
                  <a:lnTo>
                    <a:pt x="9" y="95"/>
                  </a:lnTo>
                  <a:lnTo>
                    <a:pt x="10" y="93"/>
                  </a:lnTo>
                  <a:lnTo>
                    <a:pt x="10" y="93"/>
                  </a:lnTo>
                  <a:lnTo>
                    <a:pt x="8" y="70"/>
                  </a:lnTo>
                  <a:lnTo>
                    <a:pt x="9" y="58"/>
                  </a:lnTo>
                  <a:lnTo>
                    <a:pt x="10" y="52"/>
                  </a:lnTo>
                  <a:lnTo>
                    <a:pt x="11" y="48"/>
                  </a:lnTo>
                  <a:lnTo>
                    <a:pt x="11" y="48"/>
                  </a:lnTo>
                  <a:lnTo>
                    <a:pt x="16" y="37"/>
                  </a:lnTo>
                  <a:lnTo>
                    <a:pt x="19" y="27"/>
                  </a:lnTo>
                  <a:lnTo>
                    <a:pt x="21" y="16"/>
                  </a:lnTo>
                  <a:lnTo>
                    <a:pt x="22" y="5"/>
                  </a:lnTo>
                  <a:lnTo>
                    <a:pt x="22" y="5"/>
                  </a:lnTo>
                  <a:close/>
                </a:path>
              </a:pathLst>
            </a:custGeom>
            <a:grpFill/>
            <a:ln w="6350">
              <a:solidFill>
                <a:schemeClr val="accent1">
                  <a:lumMod val="75000"/>
                  <a:alpha val="16000"/>
                </a:schemeClr>
              </a:solidFill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452" name="Freeform 783"/>
            <p:cNvSpPr/>
            <p:nvPr>
              <p:custDataLst>
                <p:tags r:id="rId31"/>
              </p:custDataLst>
            </p:nvPr>
          </p:nvSpPr>
          <p:spPr bwMode="auto">
            <a:xfrm>
              <a:off x="6613525" y="2352675"/>
              <a:ext cx="14288" cy="44450"/>
            </a:xfrm>
            <a:custGeom>
              <a:avLst/>
              <a:gdLst/>
              <a:ahLst/>
              <a:cxnLst>
                <a:cxn ang="0">
                  <a:pos x="18" y="6"/>
                </a:cxn>
                <a:cxn ang="0">
                  <a:pos x="18" y="6"/>
                </a:cxn>
                <a:cxn ang="0">
                  <a:pos x="17" y="15"/>
                </a:cxn>
                <a:cxn ang="0">
                  <a:pos x="16" y="24"/>
                </a:cxn>
                <a:cxn ang="0">
                  <a:pos x="11" y="43"/>
                </a:cxn>
                <a:cxn ang="0">
                  <a:pos x="5" y="62"/>
                </a:cxn>
                <a:cxn ang="0">
                  <a:pos x="0" y="80"/>
                </a:cxn>
                <a:cxn ang="0">
                  <a:pos x="0" y="80"/>
                </a:cxn>
                <a:cxn ang="0">
                  <a:pos x="0" y="82"/>
                </a:cxn>
                <a:cxn ang="0">
                  <a:pos x="1" y="83"/>
                </a:cxn>
                <a:cxn ang="0">
                  <a:pos x="2" y="85"/>
                </a:cxn>
                <a:cxn ang="0">
                  <a:pos x="3" y="85"/>
                </a:cxn>
                <a:cxn ang="0">
                  <a:pos x="5" y="86"/>
                </a:cxn>
                <a:cxn ang="0">
                  <a:pos x="7" y="85"/>
                </a:cxn>
                <a:cxn ang="0">
                  <a:pos x="8" y="84"/>
                </a:cxn>
                <a:cxn ang="0">
                  <a:pos x="9" y="82"/>
                </a:cxn>
                <a:cxn ang="0">
                  <a:pos x="9" y="82"/>
                </a:cxn>
                <a:cxn ang="0">
                  <a:pos x="14" y="64"/>
                </a:cxn>
                <a:cxn ang="0">
                  <a:pos x="20" y="44"/>
                </a:cxn>
                <a:cxn ang="0">
                  <a:pos x="25" y="25"/>
                </a:cxn>
                <a:cxn ang="0">
                  <a:pos x="27" y="15"/>
                </a:cxn>
                <a:cxn ang="0">
                  <a:pos x="27" y="6"/>
                </a:cxn>
                <a:cxn ang="0">
                  <a:pos x="27" y="6"/>
                </a:cxn>
                <a:cxn ang="0">
                  <a:pos x="27" y="4"/>
                </a:cxn>
                <a:cxn ang="0">
                  <a:pos x="26" y="1"/>
                </a:cxn>
                <a:cxn ang="0">
                  <a:pos x="25" y="0"/>
                </a:cxn>
                <a:cxn ang="0">
                  <a:pos x="23" y="0"/>
                </a:cxn>
                <a:cxn ang="0">
                  <a:pos x="21" y="0"/>
                </a:cxn>
                <a:cxn ang="0">
                  <a:pos x="20" y="1"/>
                </a:cxn>
                <a:cxn ang="0">
                  <a:pos x="19" y="4"/>
                </a:cxn>
                <a:cxn ang="0">
                  <a:pos x="18" y="6"/>
                </a:cxn>
                <a:cxn ang="0">
                  <a:pos x="18" y="6"/>
                </a:cxn>
              </a:cxnLst>
              <a:rect l="0" t="0" r="r" b="b"/>
              <a:pathLst>
                <a:path w="27" h="86">
                  <a:moveTo>
                    <a:pt x="18" y="6"/>
                  </a:moveTo>
                  <a:lnTo>
                    <a:pt x="18" y="6"/>
                  </a:lnTo>
                  <a:lnTo>
                    <a:pt x="17" y="15"/>
                  </a:lnTo>
                  <a:lnTo>
                    <a:pt x="16" y="24"/>
                  </a:lnTo>
                  <a:lnTo>
                    <a:pt x="11" y="43"/>
                  </a:lnTo>
                  <a:lnTo>
                    <a:pt x="5" y="62"/>
                  </a:lnTo>
                  <a:lnTo>
                    <a:pt x="0" y="80"/>
                  </a:lnTo>
                  <a:lnTo>
                    <a:pt x="0" y="80"/>
                  </a:lnTo>
                  <a:lnTo>
                    <a:pt x="0" y="82"/>
                  </a:lnTo>
                  <a:lnTo>
                    <a:pt x="1" y="83"/>
                  </a:lnTo>
                  <a:lnTo>
                    <a:pt x="2" y="85"/>
                  </a:lnTo>
                  <a:lnTo>
                    <a:pt x="3" y="85"/>
                  </a:lnTo>
                  <a:lnTo>
                    <a:pt x="5" y="86"/>
                  </a:lnTo>
                  <a:lnTo>
                    <a:pt x="7" y="85"/>
                  </a:lnTo>
                  <a:lnTo>
                    <a:pt x="8" y="84"/>
                  </a:lnTo>
                  <a:lnTo>
                    <a:pt x="9" y="82"/>
                  </a:lnTo>
                  <a:lnTo>
                    <a:pt x="9" y="82"/>
                  </a:lnTo>
                  <a:lnTo>
                    <a:pt x="14" y="64"/>
                  </a:lnTo>
                  <a:lnTo>
                    <a:pt x="20" y="44"/>
                  </a:lnTo>
                  <a:lnTo>
                    <a:pt x="25" y="25"/>
                  </a:lnTo>
                  <a:lnTo>
                    <a:pt x="27" y="15"/>
                  </a:lnTo>
                  <a:lnTo>
                    <a:pt x="27" y="6"/>
                  </a:lnTo>
                  <a:lnTo>
                    <a:pt x="27" y="6"/>
                  </a:lnTo>
                  <a:lnTo>
                    <a:pt x="27" y="4"/>
                  </a:lnTo>
                  <a:lnTo>
                    <a:pt x="26" y="1"/>
                  </a:lnTo>
                  <a:lnTo>
                    <a:pt x="25" y="0"/>
                  </a:lnTo>
                  <a:lnTo>
                    <a:pt x="23" y="0"/>
                  </a:lnTo>
                  <a:lnTo>
                    <a:pt x="21" y="0"/>
                  </a:lnTo>
                  <a:lnTo>
                    <a:pt x="20" y="1"/>
                  </a:lnTo>
                  <a:lnTo>
                    <a:pt x="19" y="4"/>
                  </a:lnTo>
                  <a:lnTo>
                    <a:pt x="18" y="6"/>
                  </a:lnTo>
                  <a:lnTo>
                    <a:pt x="18" y="6"/>
                  </a:lnTo>
                  <a:close/>
                </a:path>
              </a:pathLst>
            </a:custGeom>
            <a:grpFill/>
            <a:ln w="6350">
              <a:solidFill>
                <a:schemeClr val="accent1">
                  <a:lumMod val="75000"/>
                  <a:alpha val="16000"/>
                </a:schemeClr>
              </a:solidFill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453" name="Freeform 784"/>
            <p:cNvSpPr/>
            <p:nvPr>
              <p:custDataLst>
                <p:tags r:id="rId32"/>
              </p:custDataLst>
            </p:nvPr>
          </p:nvSpPr>
          <p:spPr bwMode="auto">
            <a:xfrm>
              <a:off x="6656388" y="2373313"/>
              <a:ext cx="38100" cy="58738"/>
            </a:xfrm>
            <a:custGeom>
              <a:avLst/>
              <a:gdLst/>
              <a:ahLst/>
              <a:cxnLst>
                <a:cxn ang="0">
                  <a:pos x="64" y="2"/>
                </a:cxn>
                <a:cxn ang="0">
                  <a:pos x="64" y="2"/>
                </a:cxn>
                <a:cxn ang="0">
                  <a:pos x="56" y="14"/>
                </a:cxn>
                <a:cxn ang="0">
                  <a:pos x="48" y="26"/>
                </a:cxn>
                <a:cxn ang="0">
                  <a:pos x="32" y="48"/>
                </a:cxn>
                <a:cxn ang="0">
                  <a:pos x="32" y="48"/>
                </a:cxn>
                <a:cxn ang="0">
                  <a:pos x="23" y="62"/>
                </a:cxn>
                <a:cxn ang="0">
                  <a:pos x="15" y="75"/>
                </a:cxn>
                <a:cxn ang="0">
                  <a:pos x="0" y="103"/>
                </a:cxn>
                <a:cxn ang="0">
                  <a:pos x="0" y="103"/>
                </a:cxn>
                <a:cxn ang="0">
                  <a:pos x="0" y="105"/>
                </a:cxn>
                <a:cxn ang="0">
                  <a:pos x="0" y="108"/>
                </a:cxn>
                <a:cxn ang="0">
                  <a:pos x="1" y="109"/>
                </a:cxn>
                <a:cxn ang="0">
                  <a:pos x="2" y="110"/>
                </a:cxn>
                <a:cxn ang="0">
                  <a:pos x="5" y="111"/>
                </a:cxn>
                <a:cxn ang="0">
                  <a:pos x="6" y="111"/>
                </a:cxn>
                <a:cxn ang="0">
                  <a:pos x="8" y="110"/>
                </a:cxn>
                <a:cxn ang="0">
                  <a:pos x="9" y="109"/>
                </a:cxn>
                <a:cxn ang="0">
                  <a:pos x="9" y="109"/>
                </a:cxn>
                <a:cxn ang="0">
                  <a:pos x="24" y="77"/>
                </a:cxn>
                <a:cxn ang="0">
                  <a:pos x="34" y="63"/>
                </a:cxn>
                <a:cxn ang="0">
                  <a:pos x="43" y="50"/>
                </a:cxn>
                <a:cxn ang="0">
                  <a:pos x="43" y="50"/>
                </a:cxn>
                <a:cxn ang="0">
                  <a:pos x="58" y="29"/>
                </a:cxn>
                <a:cxn ang="0">
                  <a:pos x="66" y="18"/>
                </a:cxn>
                <a:cxn ang="0">
                  <a:pos x="72" y="7"/>
                </a:cxn>
                <a:cxn ang="0">
                  <a:pos x="72" y="7"/>
                </a:cxn>
                <a:cxn ang="0">
                  <a:pos x="73" y="5"/>
                </a:cxn>
                <a:cxn ang="0">
                  <a:pos x="73" y="3"/>
                </a:cxn>
                <a:cxn ang="0">
                  <a:pos x="72" y="2"/>
                </a:cxn>
                <a:cxn ang="0">
                  <a:pos x="70" y="0"/>
                </a:cxn>
                <a:cxn ang="0">
                  <a:pos x="69" y="0"/>
                </a:cxn>
                <a:cxn ang="0">
                  <a:pos x="67" y="0"/>
                </a:cxn>
                <a:cxn ang="0">
                  <a:pos x="65" y="1"/>
                </a:cxn>
                <a:cxn ang="0">
                  <a:pos x="64" y="2"/>
                </a:cxn>
                <a:cxn ang="0">
                  <a:pos x="64" y="2"/>
                </a:cxn>
              </a:cxnLst>
              <a:rect l="0" t="0" r="r" b="b"/>
              <a:pathLst>
                <a:path w="73" h="111">
                  <a:moveTo>
                    <a:pt x="64" y="2"/>
                  </a:moveTo>
                  <a:lnTo>
                    <a:pt x="64" y="2"/>
                  </a:lnTo>
                  <a:lnTo>
                    <a:pt x="56" y="14"/>
                  </a:lnTo>
                  <a:lnTo>
                    <a:pt x="48" y="26"/>
                  </a:lnTo>
                  <a:lnTo>
                    <a:pt x="32" y="48"/>
                  </a:lnTo>
                  <a:lnTo>
                    <a:pt x="32" y="48"/>
                  </a:lnTo>
                  <a:lnTo>
                    <a:pt x="23" y="62"/>
                  </a:lnTo>
                  <a:lnTo>
                    <a:pt x="15" y="75"/>
                  </a:lnTo>
                  <a:lnTo>
                    <a:pt x="0" y="103"/>
                  </a:lnTo>
                  <a:lnTo>
                    <a:pt x="0" y="103"/>
                  </a:lnTo>
                  <a:lnTo>
                    <a:pt x="0" y="105"/>
                  </a:lnTo>
                  <a:lnTo>
                    <a:pt x="0" y="108"/>
                  </a:lnTo>
                  <a:lnTo>
                    <a:pt x="1" y="109"/>
                  </a:lnTo>
                  <a:lnTo>
                    <a:pt x="2" y="110"/>
                  </a:lnTo>
                  <a:lnTo>
                    <a:pt x="5" y="111"/>
                  </a:lnTo>
                  <a:lnTo>
                    <a:pt x="6" y="111"/>
                  </a:lnTo>
                  <a:lnTo>
                    <a:pt x="8" y="110"/>
                  </a:lnTo>
                  <a:lnTo>
                    <a:pt x="9" y="109"/>
                  </a:lnTo>
                  <a:lnTo>
                    <a:pt x="9" y="109"/>
                  </a:lnTo>
                  <a:lnTo>
                    <a:pt x="24" y="77"/>
                  </a:lnTo>
                  <a:lnTo>
                    <a:pt x="34" y="63"/>
                  </a:lnTo>
                  <a:lnTo>
                    <a:pt x="43" y="50"/>
                  </a:lnTo>
                  <a:lnTo>
                    <a:pt x="43" y="50"/>
                  </a:lnTo>
                  <a:lnTo>
                    <a:pt x="58" y="29"/>
                  </a:lnTo>
                  <a:lnTo>
                    <a:pt x="66" y="18"/>
                  </a:lnTo>
                  <a:lnTo>
                    <a:pt x="72" y="7"/>
                  </a:lnTo>
                  <a:lnTo>
                    <a:pt x="72" y="7"/>
                  </a:lnTo>
                  <a:lnTo>
                    <a:pt x="73" y="5"/>
                  </a:lnTo>
                  <a:lnTo>
                    <a:pt x="73" y="3"/>
                  </a:lnTo>
                  <a:lnTo>
                    <a:pt x="72" y="2"/>
                  </a:lnTo>
                  <a:lnTo>
                    <a:pt x="70" y="0"/>
                  </a:lnTo>
                  <a:lnTo>
                    <a:pt x="69" y="0"/>
                  </a:lnTo>
                  <a:lnTo>
                    <a:pt x="67" y="0"/>
                  </a:lnTo>
                  <a:lnTo>
                    <a:pt x="65" y="1"/>
                  </a:lnTo>
                  <a:lnTo>
                    <a:pt x="64" y="2"/>
                  </a:lnTo>
                  <a:lnTo>
                    <a:pt x="64" y="2"/>
                  </a:lnTo>
                  <a:close/>
                </a:path>
              </a:pathLst>
            </a:custGeom>
            <a:grpFill/>
            <a:ln w="6350">
              <a:solidFill>
                <a:schemeClr val="accent1">
                  <a:lumMod val="75000"/>
                  <a:alpha val="16000"/>
                </a:schemeClr>
              </a:solidFill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454" name="Freeform 785"/>
            <p:cNvSpPr/>
            <p:nvPr>
              <p:custDataLst>
                <p:tags r:id="rId33"/>
              </p:custDataLst>
            </p:nvPr>
          </p:nvSpPr>
          <p:spPr bwMode="auto">
            <a:xfrm>
              <a:off x="6532563" y="2520950"/>
              <a:ext cx="17463" cy="47625"/>
            </a:xfrm>
            <a:custGeom>
              <a:avLst/>
              <a:gdLst/>
              <a:ahLst/>
              <a:cxnLst>
                <a:cxn ang="0">
                  <a:pos x="26" y="3"/>
                </a:cxn>
                <a:cxn ang="0">
                  <a:pos x="26" y="3"/>
                </a:cxn>
                <a:cxn ang="0">
                  <a:pos x="20" y="23"/>
                </a:cxn>
                <a:cxn ang="0">
                  <a:pos x="13" y="44"/>
                </a:cxn>
                <a:cxn ang="0">
                  <a:pos x="5" y="65"/>
                </a:cxn>
                <a:cxn ang="0">
                  <a:pos x="0" y="86"/>
                </a:cxn>
                <a:cxn ang="0">
                  <a:pos x="0" y="86"/>
                </a:cxn>
                <a:cxn ang="0">
                  <a:pos x="0" y="88"/>
                </a:cxn>
                <a:cxn ang="0">
                  <a:pos x="1" y="90"/>
                </a:cxn>
                <a:cxn ang="0">
                  <a:pos x="2" y="91"/>
                </a:cxn>
                <a:cxn ang="0">
                  <a:pos x="4" y="92"/>
                </a:cxn>
                <a:cxn ang="0">
                  <a:pos x="5" y="92"/>
                </a:cxn>
                <a:cxn ang="0">
                  <a:pos x="7" y="91"/>
                </a:cxn>
                <a:cxn ang="0">
                  <a:pos x="8" y="90"/>
                </a:cxn>
                <a:cxn ang="0">
                  <a:pos x="9" y="88"/>
                </a:cxn>
                <a:cxn ang="0">
                  <a:pos x="9" y="88"/>
                </a:cxn>
                <a:cxn ang="0">
                  <a:pos x="15" y="67"/>
                </a:cxn>
                <a:cxn ang="0">
                  <a:pos x="22" y="46"/>
                </a:cxn>
                <a:cxn ang="0">
                  <a:pos x="28" y="27"/>
                </a:cxn>
                <a:cxn ang="0">
                  <a:pos x="34" y="6"/>
                </a:cxn>
                <a:cxn ang="0">
                  <a:pos x="34" y="6"/>
                </a:cxn>
                <a:cxn ang="0">
                  <a:pos x="35" y="4"/>
                </a:cxn>
                <a:cxn ang="0">
                  <a:pos x="34" y="2"/>
                </a:cxn>
                <a:cxn ang="0">
                  <a:pos x="33" y="1"/>
                </a:cxn>
                <a:cxn ang="0">
                  <a:pos x="31" y="0"/>
                </a:cxn>
                <a:cxn ang="0">
                  <a:pos x="29" y="0"/>
                </a:cxn>
                <a:cxn ang="0">
                  <a:pos x="28" y="1"/>
                </a:cxn>
                <a:cxn ang="0">
                  <a:pos x="26" y="2"/>
                </a:cxn>
                <a:cxn ang="0">
                  <a:pos x="26" y="3"/>
                </a:cxn>
                <a:cxn ang="0">
                  <a:pos x="26" y="3"/>
                </a:cxn>
              </a:cxnLst>
              <a:rect l="0" t="0" r="r" b="b"/>
              <a:pathLst>
                <a:path w="35" h="92">
                  <a:moveTo>
                    <a:pt x="26" y="3"/>
                  </a:moveTo>
                  <a:lnTo>
                    <a:pt x="26" y="3"/>
                  </a:lnTo>
                  <a:lnTo>
                    <a:pt x="20" y="23"/>
                  </a:lnTo>
                  <a:lnTo>
                    <a:pt x="13" y="44"/>
                  </a:lnTo>
                  <a:lnTo>
                    <a:pt x="5" y="65"/>
                  </a:lnTo>
                  <a:lnTo>
                    <a:pt x="0" y="86"/>
                  </a:lnTo>
                  <a:lnTo>
                    <a:pt x="0" y="86"/>
                  </a:lnTo>
                  <a:lnTo>
                    <a:pt x="0" y="88"/>
                  </a:lnTo>
                  <a:lnTo>
                    <a:pt x="1" y="90"/>
                  </a:lnTo>
                  <a:lnTo>
                    <a:pt x="2" y="91"/>
                  </a:lnTo>
                  <a:lnTo>
                    <a:pt x="4" y="92"/>
                  </a:lnTo>
                  <a:lnTo>
                    <a:pt x="5" y="92"/>
                  </a:lnTo>
                  <a:lnTo>
                    <a:pt x="7" y="91"/>
                  </a:lnTo>
                  <a:lnTo>
                    <a:pt x="8" y="90"/>
                  </a:lnTo>
                  <a:lnTo>
                    <a:pt x="9" y="88"/>
                  </a:lnTo>
                  <a:lnTo>
                    <a:pt x="9" y="88"/>
                  </a:lnTo>
                  <a:lnTo>
                    <a:pt x="15" y="67"/>
                  </a:lnTo>
                  <a:lnTo>
                    <a:pt x="22" y="46"/>
                  </a:lnTo>
                  <a:lnTo>
                    <a:pt x="28" y="27"/>
                  </a:lnTo>
                  <a:lnTo>
                    <a:pt x="34" y="6"/>
                  </a:lnTo>
                  <a:lnTo>
                    <a:pt x="34" y="6"/>
                  </a:lnTo>
                  <a:lnTo>
                    <a:pt x="35" y="4"/>
                  </a:lnTo>
                  <a:lnTo>
                    <a:pt x="34" y="2"/>
                  </a:lnTo>
                  <a:lnTo>
                    <a:pt x="33" y="1"/>
                  </a:lnTo>
                  <a:lnTo>
                    <a:pt x="31" y="0"/>
                  </a:lnTo>
                  <a:lnTo>
                    <a:pt x="29" y="0"/>
                  </a:lnTo>
                  <a:lnTo>
                    <a:pt x="28" y="1"/>
                  </a:lnTo>
                  <a:lnTo>
                    <a:pt x="26" y="2"/>
                  </a:lnTo>
                  <a:lnTo>
                    <a:pt x="26" y="3"/>
                  </a:lnTo>
                  <a:lnTo>
                    <a:pt x="26" y="3"/>
                  </a:lnTo>
                  <a:close/>
                </a:path>
              </a:pathLst>
            </a:custGeom>
            <a:grpFill/>
            <a:ln w="6350">
              <a:solidFill>
                <a:schemeClr val="accent1">
                  <a:lumMod val="75000"/>
                  <a:alpha val="16000"/>
                </a:schemeClr>
              </a:solidFill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455" name="Freeform 786"/>
            <p:cNvSpPr/>
            <p:nvPr>
              <p:custDataLst>
                <p:tags r:id="rId34"/>
              </p:custDataLst>
            </p:nvPr>
          </p:nvSpPr>
          <p:spPr bwMode="auto">
            <a:xfrm>
              <a:off x="6569075" y="2543175"/>
              <a:ext cx="11113" cy="25400"/>
            </a:xfrm>
            <a:custGeom>
              <a:avLst/>
              <a:gdLst/>
              <a:ahLst/>
              <a:cxnLst>
                <a:cxn ang="0">
                  <a:pos x="14" y="1"/>
                </a:cxn>
                <a:cxn ang="0">
                  <a:pos x="14" y="1"/>
                </a:cxn>
                <a:cxn ang="0">
                  <a:pos x="11" y="5"/>
                </a:cxn>
                <a:cxn ang="0">
                  <a:pos x="8" y="11"/>
                </a:cxn>
                <a:cxn ang="0">
                  <a:pos x="4" y="21"/>
                </a:cxn>
                <a:cxn ang="0">
                  <a:pos x="1" y="32"/>
                </a:cxn>
                <a:cxn ang="0">
                  <a:pos x="0" y="43"/>
                </a:cxn>
                <a:cxn ang="0">
                  <a:pos x="0" y="43"/>
                </a:cxn>
                <a:cxn ang="0">
                  <a:pos x="1" y="45"/>
                </a:cxn>
                <a:cxn ang="0">
                  <a:pos x="2" y="47"/>
                </a:cxn>
                <a:cxn ang="0">
                  <a:pos x="3" y="47"/>
                </a:cxn>
                <a:cxn ang="0">
                  <a:pos x="5" y="48"/>
                </a:cxn>
                <a:cxn ang="0">
                  <a:pos x="6" y="47"/>
                </a:cxn>
                <a:cxn ang="0">
                  <a:pos x="8" y="47"/>
                </a:cxn>
                <a:cxn ang="0">
                  <a:pos x="9" y="45"/>
                </a:cxn>
                <a:cxn ang="0">
                  <a:pos x="9" y="43"/>
                </a:cxn>
                <a:cxn ang="0">
                  <a:pos x="9" y="43"/>
                </a:cxn>
                <a:cxn ang="0">
                  <a:pos x="10" y="34"/>
                </a:cxn>
                <a:cxn ang="0">
                  <a:pos x="12" y="24"/>
                </a:cxn>
                <a:cxn ang="0">
                  <a:pos x="16" y="16"/>
                </a:cxn>
                <a:cxn ang="0">
                  <a:pos x="18" y="12"/>
                </a:cxn>
                <a:cxn ang="0">
                  <a:pos x="20" y="8"/>
                </a:cxn>
                <a:cxn ang="0">
                  <a:pos x="20" y="8"/>
                </a:cxn>
                <a:cxn ang="0">
                  <a:pos x="21" y="6"/>
                </a:cxn>
                <a:cxn ang="0">
                  <a:pos x="22" y="4"/>
                </a:cxn>
                <a:cxn ang="0">
                  <a:pos x="21" y="3"/>
                </a:cxn>
                <a:cxn ang="0">
                  <a:pos x="20" y="1"/>
                </a:cxn>
                <a:cxn ang="0">
                  <a:pos x="19" y="0"/>
                </a:cxn>
                <a:cxn ang="0">
                  <a:pos x="17" y="0"/>
                </a:cxn>
                <a:cxn ang="0">
                  <a:pos x="15" y="0"/>
                </a:cxn>
                <a:cxn ang="0">
                  <a:pos x="14" y="1"/>
                </a:cxn>
                <a:cxn ang="0">
                  <a:pos x="14" y="1"/>
                </a:cxn>
              </a:cxnLst>
              <a:rect l="0" t="0" r="r" b="b"/>
              <a:pathLst>
                <a:path w="22" h="48">
                  <a:moveTo>
                    <a:pt x="14" y="1"/>
                  </a:moveTo>
                  <a:lnTo>
                    <a:pt x="14" y="1"/>
                  </a:lnTo>
                  <a:lnTo>
                    <a:pt x="11" y="5"/>
                  </a:lnTo>
                  <a:lnTo>
                    <a:pt x="8" y="11"/>
                  </a:lnTo>
                  <a:lnTo>
                    <a:pt x="4" y="21"/>
                  </a:lnTo>
                  <a:lnTo>
                    <a:pt x="1" y="32"/>
                  </a:lnTo>
                  <a:lnTo>
                    <a:pt x="0" y="43"/>
                  </a:lnTo>
                  <a:lnTo>
                    <a:pt x="0" y="43"/>
                  </a:lnTo>
                  <a:lnTo>
                    <a:pt x="1" y="45"/>
                  </a:lnTo>
                  <a:lnTo>
                    <a:pt x="2" y="47"/>
                  </a:lnTo>
                  <a:lnTo>
                    <a:pt x="3" y="47"/>
                  </a:lnTo>
                  <a:lnTo>
                    <a:pt x="5" y="48"/>
                  </a:lnTo>
                  <a:lnTo>
                    <a:pt x="6" y="47"/>
                  </a:lnTo>
                  <a:lnTo>
                    <a:pt x="8" y="47"/>
                  </a:lnTo>
                  <a:lnTo>
                    <a:pt x="9" y="45"/>
                  </a:lnTo>
                  <a:lnTo>
                    <a:pt x="9" y="43"/>
                  </a:lnTo>
                  <a:lnTo>
                    <a:pt x="9" y="43"/>
                  </a:lnTo>
                  <a:lnTo>
                    <a:pt x="10" y="34"/>
                  </a:lnTo>
                  <a:lnTo>
                    <a:pt x="12" y="24"/>
                  </a:lnTo>
                  <a:lnTo>
                    <a:pt x="16" y="16"/>
                  </a:lnTo>
                  <a:lnTo>
                    <a:pt x="18" y="12"/>
                  </a:lnTo>
                  <a:lnTo>
                    <a:pt x="20" y="8"/>
                  </a:lnTo>
                  <a:lnTo>
                    <a:pt x="20" y="8"/>
                  </a:lnTo>
                  <a:lnTo>
                    <a:pt x="21" y="6"/>
                  </a:lnTo>
                  <a:lnTo>
                    <a:pt x="22" y="4"/>
                  </a:lnTo>
                  <a:lnTo>
                    <a:pt x="21" y="3"/>
                  </a:lnTo>
                  <a:lnTo>
                    <a:pt x="20" y="1"/>
                  </a:lnTo>
                  <a:lnTo>
                    <a:pt x="19" y="0"/>
                  </a:lnTo>
                  <a:lnTo>
                    <a:pt x="17" y="0"/>
                  </a:lnTo>
                  <a:lnTo>
                    <a:pt x="15" y="0"/>
                  </a:lnTo>
                  <a:lnTo>
                    <a:pt x="14" y="1"/>
                  </a:lnTo>
                  <a:lnTo>
                    <a:pt x="14" y="1"/>
                  </a:lnTo>
                  <a:close/>
                </a:path>
              </a:pathLst>
            </a:custGeom>
            <a:grpFill/>
            <a:ln w="6350">
              <a:solidFill>
                <a:schemeClr val="accent1">
                  <a:lumMod val="75000"/>
                  <a:alpha val="16000"/>
                </a:schemeClr>
              </a:solidFill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456" name="Freeform 787"/>
            <p:cNvSpPr/>
            <p:nvPr>
              <p:custDataLst>
                <p:tags r:id="rId35"/>
              </p:custDataLst>
            </p:nvPr>
          </p:nvSpPr>
          <p:spPr bwMode="auto">
            <a:xfrm>
              <a:off x="6665913" y="2536825"/>
              <a:ext cx="9525" cy="34925"/>
            </a:xfrm>
            <a:custGeom>
              <a:avLst/>
              <a:gdLst/>
              <a:ahLst/>
              <a:cxnLst>
                <a:cxn ang="0">
                  <a:pos x="8" y="2"/>
                </a:cxn>
                <a:cxn ang="0">
                  <a:pos x="8" y="2"/>
                </a:cxn>
                <a:cxn ang="0">
                  <a:pos x="4" y="9"/>
                </a:cxn>
                <a:cxn ang="0">
                  <a:pos x="2" y="16"/>
                </a:cxn>
                <a:cxn ang="0">
                  <a:pos x="0" y="24"/>
                </a:cxn>
                <a:cxn ang="0">
                  <a:pos x="0" y="31"/>
                </a:cxn>
                <a:cxn ang="0">
                  <a:pos x="0" y="45"/>
                </a:cxn>
                <a:cxn ang="0">
                  <a:pos x="1" y="61"/>
                </a:cxn>
                <a:cxn ang="0">
                  <a:pos x="1" y="61"/>
                </a:cxn>
                <a:cxn ang="0">
                  <a:pos x="1" y="63"/>
                </a:cxn>
                <a:cxn ang="0">
                  <a:pos x="2" y="65"/>
                </a:cxn>
                <a:cxn ang="0">
                  <a:pos x="4" y="65"/>
                </a:cxn>
                <a:cxn ang="0">
                  <a:pos x="5" y="66"/>
                </a:cxn>
                <a:cxn ang="0">
                  <a:pos x="7" y="65"/>
                </a:cxn>
                <a:cxn ang="0">
                  <a:pos x="9" y="65"/>
                </a:cxn>
                <a:cxn ang="0">
                  <a:pos x="10" y="63"/>
                </a:cxn>
                <a:cxn ang="0">
                  <a:pos x="10" y="61"/>
                </a:cxn>
                <a:cxn ang="0">
                  <a:pos x="10" y="61"/>
                </a:cxn>
                <a:cxn ang="0">
                  <a:pos x="9" y="47"/>
                </a:cxn>
                <a:cxn ang="0">
                  <a:pos x="9" y="33"/>
                </a:cxn>
                <a:cxn ang="0">
                  <a:pos x="9" y="27"/>
                </a:cxn>
                <a:cxn ang="0">
                  <a:pos x="10" y="19"/>
                </a:cxn>
                <a:cxn ang="0">
                  <a:pos x="12" y="13"/>
                </a:cxn>
                <a:cxn ang="0">
                  <a:pos x="16" y="7"/>
                </a:cxn>
                <a:cxn ang="0">
                  <a:pos x="16" y="7"/>
                </a:cxn>
                <a:cxn ang="0">
                  <a:pos x="17" y="5"/>
                </a:cxn>
                <a:cxn ang="0">
                  <a:pos x="17" y="3"/>
                </a:cxn>
                <a:cxn ang="0">
                  <a:pos x="16" y="2"/>
                </a:cxn>
                <a:cxn ang="0">
                  <a:pos x="15" y="0"/>
                </a:cxn>
                <a:cxn ang="0">
                  <a:pos x="12" y="0"/>
                </a:cxn>
                <a:cxn ang="0">
                  <a:pos x="10" y="0"/>
                </a:cxn>
                <a:cxn ang="0">
                  <a:pos x="9" y="0"/>
                </a:cxn>
                <a:cxn ang="0">
                  <a:pos x="8" y="2"/>
                </a:cxn>
                <a:cxn ang="0">
                  <a:pos x="8" y="2"/>
                </a:cxn>
              </a:cxnLst>
              <a:rect l="0" t="0" r="r" b="b"/>
              <a:pathLst>
                <a:path w="17" h="66">
                  <a:moveTo>
                    <a:pt x="8" y="2"/>
                  </a:moveTo>
                  <a:lnTo>
                    <a:pt x="8" y="2"/>
                  </a:lnTo>
                  <a:lnTo>
                    <a:pt x="4" y="9"/>
                  </a:lnTo>
                  <a:lnTo>
                    <a:pt x="2" y="16"/>
                  </a:lnTo>
                  <a:lnTo>
                    <a:pt x="0" y="24"/>
                  </a:lnTo>
                  <a:lnTo>
                    <a:pt x="0" y="31"/>
                  </a:lnTo>
                  <a:lnTo>
                    <a:pt x="0" y="45"/>
                  </a:lnTo>
                  <a:lnTo>
                    <a:pt x="1" y="61"/>
                  </a:lnTo>
                  <a:lnTo>
                    <a:pt x="1" y="61"/>
                  </a:lnTo>
                  <a:lnTo>
                    <a:pt x="1" y="63"/>
                  </a:lnTo>
                  <a:lnTo>
                    <a:pt x="2" y="65"/>
                  </a:lnTo>
                  <a:lnTo>
                    <a:pt x="4" y="65"/>
                  </a:lnTo>
                  <a:lnTo>
                    <a:pt x="5" y="66"/>
                  </a:lnTo>
                  <a:lnTo>
                    <a:pt x="7" y="65"/>
                  </a:lnTo>
                  <a:lnTo>
                    <a:pt x="9" y="65"/>
                  </a:lnTo>
                  <a:lnTo>
                    <a:pt x="10" y="63"/>
                  </a:lnTo>
                  <a:lnTo>
                    <a:pt x="10" y="61"/>
                  </a:lnTo>
                  <a:lnTo>
                    <a:pt x="10" y="61"/>
                  </a:lnTo>
                  <a:lnTo>
                    <a:pt x="9" y="47"/>
                  </a:lnTo>
                  <a:lnTo>
                    <a:pt x="9" y="33"/>
                  </a:lnTo>
                  <a:lnTo>
                    <a:pt x="9" y="27"/>
                  </a:lnTo>
                  <a:lnTo>
                    <a:pt x="10" y="19"/>
                  </a:lnTo>
                  <a:lnTo>
                    <a:pt x="12" y="13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7" y="5"/>
                  </a:lnTo>
                  <a:lnTo>
                    <a:pt x="17" y="3"/>
                  </a:lnTo>
                  <a:lnTo>
                    <a:pt x="16" y="2"/>
                  </a:lnTo>
                  <a:lnTo>
                    <a:pt x="15" y="0"/>
                  </a:lnTo>
                  <a:lnTo>
                    <a:pt x="12" y="0"/>
                  </a:lnTo>
                  <a:lnTo>
                    <a:pt x="10" y="0"/>
                  </a:lnTo>
                  <a:lnTo>
                    <a:pt x="9" y="0"/>
                  </a:lnTo>
                  <a:lnTo>
                    <a:pt x="8" y="2"/>
                  </a:lnTo>
                  <a:lnTo>
                    <a:pt x="8" y="2"/>
                  </a:lnTo>
                  <a:close/>
                </a:path>
              </a:pathLst>
            </a:custGeom>
            <a:grpFill/>
            <a:ln w="6350">
              <a:solidFill>
                <a:schemeClr val="accent1">
                  <a:lumMod val="75000"/>
                  <a:alpha val="16000"/>
                </a:schemeClr>
              </a:solidFill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457" name="Freeform 788"/>
            <p:cNvSpPr/>
            <p:nvPr>
              <p:custDataLst>
                <p:tags r:id="rId36"/>
              </p:custDataLst>
            </p:nvPr>
          </p:nvSpPr>
          <p:spPr bwMode="auto">
            <a:xfrm>
              <a:off x="6735763" y="2103438"/>
              <a:ext cx="9525" cy="49213"/>
            </a:xfrm>
            <a:custGeom>
              <a:avLst/>
              <a:gdLst/>
              <a:ahLst/>
              <a:cxnLst>
                <a:cxn ang="0">
                  <a:pos x="16" y="85"/>
                </a:cxn>
                <a:cxn ang="0">
                  <a:pos x="16" y="85"/>
                </a:cxn>
                <a:cxn ang="0">
                  <a:pos x="13" y="76"/>
                </a:cxn>
                <a:cxn ang="0">
                  <a:pos x="10" y="65"/>
                </a:cxn>
                <a:cxn ang="0">
                  <a:pos x="9" y="56"/>
                </a:cxn>
                <a:cxn ang="0">
                  <a:pos x="9" y="45"/>
                </a:cxn>
                <a:cxn ang="0">
                  <a:pos x="10" y="25"/>
                </a:cxn>
                <a:cxn ang="0">
                  <a:pos x="10" y="5"/>
                </a:cxn>
                <a:cxn ang="0">
                  <a:pos x="10" y="5"/>
                </a:cxn>
                <a:cxn ang="0">
                  <a:pos x="10" y="3"/>
                </a:cxn>
                <a:cxn ang="0">
                  <a:pos x="9" y="1"/>
                </a:cxn>
                <a:cxn ang="0">
                  <a:pos x="8" y="1"/>
                </a:cxn>
                <a:cxn ang="0">
                  <a:pos x="6" y="0"/>
                </a:cxn>
                <a:cxn ang="0">
                  <a:pos x="4" y="1"/>
                </a:cxn>
                <a:cxn ang="0">
                  <a:pos x="3" y="1"/>
                </a:cxn>
                <a:cxn ang="0">
                  <a:pos x="2" y="3"/>
                </a:cxn>
                <a:cxn ang="0">
                  <a:pos x="1" y="5"/>
                </a:cxn>
                <a:cxn ang="0">
                  <a:pos x="1" y="5"/>
                </a:cxn>
                <a:cxn ang="0">
                  <a:pos x="1" y="27"/>
                </a:cxn>
                <a:cxn ang="0">
                  <a:pos x="0" y="48"/>
                </a:cxn>
                <a:cxn ang="0">
                  <a:pos x="1" y="58"/>
                </a:cxn>
                <a:cxn ang="0">
                  <a:pos x="2" y="69"/>
                </a:cxn>
                <a:cxn ang="0">
                  <a:pos x="4" y="80"/>
                </a:cxn>
                <a:cxn ang="0">
                  <a:pos x="8" y="90"/>
                </a:cxn>
                <a:cxn ang="0">
                  <a:pos x="8" y="90"/>
                </a:cxn>
                <a:cxn ang="0">
                  <a:pos x="9" y="91"/>
                </a:cxn>
                <a:cxn ang="0">
                  <a:pos x="11" y="92"/>
                </a:cxn>
                <a:cxn ang="0">
                  <a:pos x="12" y="92"/>
                </a:cxn>
                <a:cxn ang="0">
                  <a:pos x="14" y="91"/>
                </a:cxn>
                <a:cxn ang="0">
                  <a:pos x="16" y="89"/>
                </a:cxn>
                <a:cxn ang="0">
                  <a:pos x="16" y="87"/>
                </a:cxn>
                <a:cxn ang="0">
                  <a:pos x="16" y="85"/>
                </a:cxn>
                <a:cxn ang="0">
                  <a:pos x="16" y="85"/>
                </a:cxn>
              </a:cxnLst>
              <a:rect l="0" t="0" r="r" b="b"/>
              <a:pathLst>
                <a:path w="16" h="92">
                  <a:moveTo>
                    <a:pt x="16" y="85"/>
                  </a:moveTo>
                  <a:lnTo>
                    <a:pt x="16" y="85"/>
                  </a:lnTo>
                  <a:lnTo>
                    <a:pt x="13" y="76"/>
                  </a:lnTo>
                  <a:lnTo>
                    <a:pt x="10" y="65"/>
                  </a:lnTo>
                  <a:lnTo>
                    <a:pt x="9" y="56"/>
                  </a:lnTo>
                  <a:lnTo>
                    <a:pt x="9" y="45"/>
                  </a:lnTo>
                  <a:lnTo>
                    <a:pt x="10" y="25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0" y="3"/>
                  </a:lnTo>
                  <a:lnTo>
                    <a:pt x="9" y="1"/>
                  </a:lnTo>
                  <a:lnTo>
                    <a:pt x="8" y="1"/>
                  </a:lnTo>
                  <a:lnTo>
                    <a:pt x="6" y="0"/>
                  </a:lnTo>
                  <a:lnTo>
                    <a:pt x="4" y="1"/>
                  </a:lnTo>
                  <a:lnTo>
                    <a:pt x="3" y="1"/>
                  </a:lnTo>
                  <a:lnTo>
                    <a:pt x="2" y="3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27"/>
                  </a:lnTo>
                  <a:lnTo>
                    <a:pt x="0" y="48"/>
                  </a:lnTo>
                  <a:lnTo>
                    <a:pt x="1" y="58"/>
                  </a:lnTo>
                  <a:lnTo>
                    <a:pt x="2" y="69"/>
                  </a:lnTo>
                  <a:lnTo>
                    <a:pt x="4" y="80"/>
                  </a:lnTo>
                  <a:lnTo>
                    <a:pt x="8" y="90"/>
                  </a:lnTo>
                  <a:lnTo>
                    <a:pt x="8" y="90"/>
                  </a:lnTo>
                  <a:lnTo>
                    <a:pt x="9" y="91"/>
                  </a:lnTo>
                  <a:lnTo>
                    <a:pt x="11" y="92"/>
                  </a:lnTo>
                  <a:lnTo>
                    <a:pt x="12" y="92"/>
                  </a:lnTo>
                  <a:lnTo>
                    <a:pt x="14" y="91"/>
                  </a:lnTo>
                  <a:lnTo>
                    <a:pt x="16" y="89"/>
                  </a:lnTo>
                  <a:lnTo>
                    <a:pt x="16" y="87"/>
                  </a:lnTo>
                  <a:lnTo>
                    <a:pt x="16" y="85"/>
                  </a:lnTo>
                  <a:lnTo>
                    <a:pt x="16" y="85"/>
                  </a:lnTo>
                  <a:close/>
                </a:path>
              </a:pathLst>
            </a:custGeom>
            <a:grpFill/>
            <a:ln w="6350">
              <a:solidFill>
                <a:schemeClr val="accent1">
                  <a:lumMod val="75000"/>
                  <a:alpha val="16000"/>
                </a:schemeClr>
              </a:solidFill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458" name="Freeform 789"/>
            <p:cNvSpPr/>
            <p:nvPr>
              <p:custDataLst>
                <p:tags r:id="rId37"/>
              </p:custDataLst>
            </p:nvPr>
          </p:nvSpPr>
          <p:spPr bwMode="auto">
            <a:xfrm>
              <a:off x="6777038" y="2109788"/>
              <a:ext cx="14288" cy="36513"/>
            </a:xfrm>
            <a:custGeom>
              <a:avLst/>
              <a:gdLst/>
              <a:ahLst/>
              <a:cxnLst>
                <a:cxn ang="0">
                  <a:pos x="20" y="1"/>
                </a:cxn>
                <a:cxn ang="0">
                  <a:pos x="20" y="1"/>
                </a:cxn>
                <a:cxn ang="0">
                  <a:pos x="18" y="0"/>
                </a:cxn>
                <a:cxn ang="0">
                  <a:pos x="16" y="0"/>
                </a:cxn>
                <a:cxn ang="0">
                  <a:pos x="15" y="1"/>
                </a:cxn>
                <a:cxn ang="0">
                  <a:pos x="14" y="3"/>
                </a:cxn>
                <a:cxn ang="0">
                  <a:pos x="13" y="4"/>
                </a:cxn>
                <a:cxn ang="0">
                  <a:pos x="13" y="7"/>
                </a:cxn>
                <a:cxn ang="0">
                  <a:pos x="14" y="9"/>
                </a:cxn>
                <a:cxn ang="0">
                  <a:pos x="15" y="10"/>
                </a:cxn>
                <a:cxn ang="0">
                  <a:pos x="15" y="10"/>
                </a:cxn>
                <a:cxn ang="0">
                  <a:pos x="17" y="11"/>
                </a:cxn>
                <a:cxn ang="0">
                  <a:pos x="18" y="14"/>
                </a:cxn>
                <a:cxn ang="0">
                  <a:pos x="18" y="19"/>
                </a:cxn>
                <a:cxn ang="0">
                  <a:pos x="16" y="26"/>
                </a:cxn>
                <a:cxn ang="0">
                  <a:pos x="13" y="35"/>
                </a:cxn>
                <a:cxn ang="0">
                  <a:pos x="6" y="50"/>
                </a:cxn>
                <a:cxn ang="0">
                  <a:pos x="0" y="60"/>
                </a:cxn>
                <a:cxn ang="0">
                  <a:pos x="0" y="60"/>
                </a:cxn>
                <a:cxn ang="0">
                  <a:pos x="0" y="63"/>
                </a:cxn>
                <a:cxn ang="0">
                  <a:pos x="0" y="64"/>
                </a:cxn>
                <a:cxn ang="0">
                  <a:pos x="1" y="66"/>
                </a:cxn>
                <a:cxn ang="0">
                  <a:pos x="3" y="67"/>
                </a:cxn>
                <a:cxn ang="0">
                  <a:pos x="5" y="68"/>
                </a:cxn>
                <a:cxn ang="0">
                  <a:pos x="7" y="68"/>
                </a:cxn>
                <a:cxn ang="0">
                  <a:pos x="8" y="67"/>
                </a:cxn>
                <a:cxn ang="0">
                  <a:pos x="9" y="65"/>
                </a:cxn>
                <a:cxn ang="0">
                  <a:pos x="9" y="65"/>
                </a:cxn>
                <a:cxn ang="0">
                  <a:pos x="16" y="51"/>
                </a:cxn>
                <a:cxn ang="0">
                  <a:pos x="20" y="42"/>
                </a:cxn>
                <a:cxn ang="0">
                  <a:pos x="24" y="32"/>
                </a:cxn>
                <a:cxn ang="0">
                  <a:pos x="26" y="23"/>
                </a:cxn>
                <a:cxn ang="0">
                  <a:pos x="27" y="15"/>
                </a:cxn>
                <a:cxn ang="0">
                  <a:pos x="26" y="11"/>
                </a:cxn>
                <a:cxn ang="0">
                  <a:pos x="25" y="7"/>
                </a:cxn>
                <a:cxn ang="0">
                  <a:pos x="23" y="3"/>
                </a:cxn>
                <a:cxn ang="0">
                  <a:pos x="20" y="1"/>
                </a:cxn>
                <a:cxn ang="0">
                  <a:pos x="20" y="1"/>
                </a:cxn>
              </a:cxnLst>
              <a:rect l="0" t="0" r="r" b="b"/>
              <a:pathLst>
                <a:path w="27" h="68">
                  <a:moveTo>
                    <a:pt x="20" y="1"/>
                  </a:moveTo>
                  <a:lnTo>
                    <a:pt x="20" y="1"/>
                  </a:lnTo>
                  <a:lnTo>
                    <a:pt x="18" y="0"/>
                  </a:lnTo>
                  <a:lnTo>
                    <a:pt x="16" y="0"/>
                  </a:lnTo>
                  <a:lnTo>
                    <a:pt x="15" y="1"/>
                  </a:lnTo>
                  <a:lnTo>
                    <a:pt x="14" y="3"/>
                  </a:lnTo>
                  <a:lnTo>
                    <a:pt x="13" y="4"/>
                  </a:lnTo>
                  <a:lnTo>
                    <a:pt x="13" y="7"/>
                  </a:lnTo>
                  <a:lnTo>
                    <a:pt x="14" y="9"/>
                  </a:lnTo>
                  <a:lnTo>
                    <a:pt x="15" y="10"/>
                  </a:lnTo>
                  <a:lnTo>
                    <a:pt x="15" y="10"/>
                  </a:lnTo>
                  <a:lnTo>
                    <a:pt x="17" y="11"/>
                  </a:lnTo>
                  <a:lnTo>
                    <a:pt x="18" y="14"/>
                  </a:lnTo>
                  <a:lnTo>
                    <a:pt x="18" y="19"/>
                  </a:lnTo>
                  <a:lnTo>
                    <a:pt x="16" y="26"/>
                  </a:lnTo>
                  <a:lnTo>
                    <a:pt x="13" y="35"/>
                  </a:lnTo>
                  <a:lnTo>
                    <a:pt x="6" y="50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0" y="63"/>
                  </a:lnTo>
                  <a:lnTo>
                    <a:pt x="0" y="64"/>
                  </a:lnTo>
                  <a:lnTo>
                    <a:pt x="1" y="66"/>
                  </a:lnTo>
                  <a:lnTo>
                    <a:pt x="3" y="67"/>
                  </a:lnTo>
                  <a:lnTo>
                    <a:pt x="5" y="68"/>
                  </a:lnTo>
                  <a:lnTo>
                    <a:pt x="7" y="68"/>
                  </a:lnTo>
                  <a:lnTo>
                    <a:pt x="8" y="67"/>
                  </a:lnTo>
                  <a:lnTo>
                    <a:pt x="9" y="65"/>
                  </a:lnTo>
                  <a:lnTo>
                    <a:pt x="9" y="65"/>
                  </a:lnTo>
                  <a:lnTo>
                    <a:pt x="16" y="51"/>
                  </a:lnTo>
                  <a:lnTo>
                    <a:pt x="20" y="42"/>
                  </a:lnTo>
                  <a:lnTo>
                    <a:pt x="24" y="32"/>
                  </a:lnTo>
                  <a:lnTo>
                    <a:pt x="26" y="23"/>
                  </a:lnTo>
                  <a:lnTo>
                    <a:pt x="27" y="15"/>
                  </a:lnTo>
                  <a:lnTo>
                    <a:pt x="26" y="11"/>
                  </a:lnTo>
                  <a:lnTo>
                    <a:pt x="25" y="7"/>
                  </a:lnTo>
                  <a:lnTo>
                    <a:pt x="23" y="3"/>
                  </a:lnTo>
                  <a:lnTo>
                    <a:pt x="20" y="1"/>
                  </a:lnTo>
                  <a:lnTo>
                    <a:pt x="20" y="1"/>
                  </a:lnTo>
                  <a:close/>
                </a:path>
              </a:pathLst>
            </a:custGeom>
            <a:grpFill/>
            <a:ln w="6350">
              <a:solidFill>
                <a:schemeClr val="accent1">
                  <a:lumMod val="75000"/>
                  <a:alpha val="16000"/>
                </a:schemeClr>
              </a:solidFill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459" name="Freeform 790"/>
            <p:cNvSpPr>
              <a:spLocks noEditPoints="1"/>
            </p:cNvSpPr>
            <p:nvPr>
              <p:custDataLst>
                <p:tags r:id="rId38"/>
              </p:custDataLst>
            </p:nvPr>
          </p:nvSpPr>
          <p:spPr bwMode="auto">
            <a:xfrm>
              <a:off x="6108700" y="2038350"/>
              <a:ext cx="787400" cy="804863"/>
            </a:xfrm>
            <a:custGeom>
              <a:avLst/>
              <a:gdLst/>
              <a:ahLst/>
              <a:cxnLst>
                <a:cxn ang="0">
                  <a:pos x="578" y="1404"/>
                </a:cxn>
                <a:cxn ang="0">
                  <a:pos x="407" y="1195"/>
                </a:cxn>
                <a:cxn ang="0">
                  <a:pos x="531" y="1138"/>
                </a:cxn>
                <a:cxn ang="0">
                  <a:pos x="680" y="1150"/>
                </a:cxn>
                <a:cxn ang="0">
                  <a:pos x="645" y="932"/>
                </a:cxn>
                <a:cxn ang="0">
                  <a:pos x="408" y="748"/>
                </a:cxn>
                <a:cxn ang="0">
                  <a:pos x="309" y="884"/>
                </a:cxn>
                <a:cxn ang="0">
                  <a:pos x="256" y="1027"/>
                </a:cxn>
                <a:cxn ang="0">
                  <a:pos x="27" y="808"/>
                </a:cxn>
                <a:cxn ang="0">
                  <a:pos x="28" y="580"/>
                </a:cxn>
                <a:cxn ang="0">
                  <a:pos x="237" y="380"/>
                </a:cxn>
                <a:cxn ang="0">
                  <a:pos x="342" y="519"/>
                </a:cxn>
                <a:cxn ang="0">
                  <a:pos x="488" y="635"/>
                </a:cxn>
                <a:cxn ang="0">
                  <a:pos x="644" y="548"/>
                </a:cxn>
                <a:cxn ang="0">
                  <a:pos x="628" y="366"/>
                </a:cxn>
                <a:cxn ang="0">
                  <a:pos x="492" y="300"/>
                </a:cxn>
                <a:cxn ang="0">
                  <a:pos x="415" y="290"/>
                </a:cxn>
                <a:cxn ang="0">
                  <a:pos x="435" y="200"/>
                </a:cxn>
                <a:cxn ang="0">
                  <a:pos x="676" y="5"/>
                </a:cxn>
                <a:cxn ang="0">
                  <a:pos x="880" y="97"/>
                </a:cxn>
                <a:cxn ang="0">
                  <a:pos x="996" y="212"/>
                </a:cxn>
                <a:cxn ang="0">
                  <a:pos x="1057" y="40"/>
                </a:cxn>
                <a:cxn ang="0">
                  <a:pos x="1286" y="30"/>
                </a:cxn>
                <a:cxn ang="0">
                  <a:pos x="1459" y="212"/>
                </a:cxn>
                <a:cxn ang="0">
                  <a:pos x="1441" y="427"/>
                </a:cxn>
                <a:cxn ang="0">
                  <a:pos x="1284" y="473"/>
                </a:cxn>
                <a:cxn ang="0">
                  <a:pos x="1353" y="601"/>
                </a:cxn>
                <a:cxn ang="0">
                  <a:pos x="1487" y="856"/>
                </a:cxn>
                <a:cxn ang="0">
                  <a:pos x="1299" y="1117"/>
                </a:cxn>
                <a:cxn ang="0">
                  <a:pos x="1017" y="1376"/>
                </a:cxn>
                <a:cxn ang="0">
                  <a:pos x="789" y="1521"/>
                </a:cxn>
                <a:cxn ang="0">
                  <a:pos x="453" y="1210"/>
                </a:cxn>
                <a:cxn ang="0">
                  <a:pos x="633" y="1401"/>
                </a:cxn>
                <a:cxn ang="0">
                  <a:pos x="800" y="1483"/>
                </a:cxn>
                <a:cxn ang="0">
                  <a:pos x="1004" y="1338"/>
                </a:cxn>
                <a:cxn ang="0">
                  <a:pos x="1270" y="1096"/>
                </a:cxn>
                <a:cxn ang="0">
                  <a:pos x="1454" y="851"/>
                </a:cxn>
                <a:cxn ang="0">
                  <a:pos x="1336" y="635"/>
                </a:cxn>
                <a:cxn ang="0">
                  <a:pos x="1274" y="564"/>
                </a:cxn>
                <a:cxn ang="0">
                  <a:pos x="1278" y="427"/>
                </a:cxn>
                <a:cxn ang="0">
                  <a:pos x="1442" y="370"/>
                </a:cxn>
                <a:cxn ang="0">
                  <a:pos x="1397" y="175"/>
                </a:cxn>
                <a:cxn ang="0">
                  <a:pos x="1211" y="37"/>
                </a:cxn>
                <a:cxn ang="0">
                  <a:pos x="1064" y="102"/>
                </a:cxn>
                <a:cxn ang="0">
                  <a:pos x="999" y="246"/>
                </a:cxn>
                <a:cxn ang="0">
                  <a:pos x="939" y="213"/>
                </a:cxn>
                <a:cxn ang="0">
                  <a:pos x="716" y="34"/>
                </a:cxn>
                <a:cxn ang="0">
                  <a:pos x="480" y="208"/>
                </a:cxn>
                <a:cxn ang="0">
                  <a:pos x="502" y="262"/>
                </a:cxn>
                <a:cxn ang="0">
                  <a:pos x="695" y="412"/>
                </a:cxn>
                <a:cxn ang="0">
                  <a:pos x="640" y="610"/>
                </a:cxn>
                <a:cxn ang="0">
                  <a:pos x="420" y="655"/>
                </a:cxn>
                <a:cxn ang="0">
                  <a:pos x="277" y="462"/>
                </a:cxn>
                <a:cxn ang="0">
                  <a:pos x="213" y="447"/>
                </a:cxn>
                <a:cxn ang="0">
                  <a:pos x="43" y="639"/>
                </a:cxn>
                <a:cxn ang="0">
                  <a:pos x="210" y="963"/>
                </a:cxn>
                <a:cxn ang="0">
                  <a:pos x="265" y="982"/>
                </a:cxn>
                <a:cxn ang="0">
                  <a:pos x="280" y="792"/>
                </a:cxn>
                <a:cxn ang="0">
                  <a:pos x="469" y="724"/>
                </a:cxn>
                <a:cxn ang="0">
                  <a:pos x="730" y="1027"/>
                </a:cxn>
                <a:cxn ang="0">
                  <a:pos x="672" y="1200"/>
                </a:cxn>
                <a:cxn ang="0">
                  <a:pos x="499" y="1166"/>
                </a:cxn>
              </a:cxnLst>
              <a:rect l="0" t="0" r="r" b="b"/>
              <a:pathLst>
                <a:path w="1489" h="1521">
                  <a:moveTo>
                    <a:pt x="789" y="1521"/>
                  </a:moveTo>
                  <a:lnTo>
                    <a:pt x="789" y="1521"/>
                  </a:lnTo>
                  <a:lnTo>
                    <a:pt x="778" y="1521"/>
                  </a:lnTo>
                  <a:lnTo>
                    <a:pt x="778" y="1521"/>
                  </a:lnTo>
                  <a:lnTo>
                    <a:pt x="762" y="1519"/>
                  </a:lnTo>
                  <a:lnTo>
                    <a:pt x="747" y="1516"/>
                  </a:lnTo>
                  <a:lnTo>
                    <a:pt x="733" y="1512"/>
                  </a:lnTo>
                  <a:lnTo>
                    <a:pt x="718" y="1507"/>
                  </a:lnTo>
                  <a:lnTo>
                    <a:pt x="705" y="1501"/>
                  </a:lnTo>
                  <a:lnTo>
                    <a:pt x="691" y="1494"/>
                  </a:lnTo>
                  <a:lnTo>
                    <a:pt x="678" y="1486"/>
                  </a:lnTo>
                  <a:lnTo>
                    <a:pt x="663" y="1476"/>
                  </a:lnTo>
                  <a:lnTo>
                    <a:pt x="663" y="1476"/>
                  </a:lnTo>
                  <a:lnTo>
                    <a:pt x="643" y="1461"/>
                  </a:lnTo>
                  <a:lnTo>
                    <a:pt x="621" y="1444"/>
                  </a:lnTo>
                  <a:lnTo>
                    <a:pt x="599" y="1425"/>
                  </a:lnTo>
                  <a:lnTo>
                    <a:pt x="578" y="1404"/>
                  </a:lnTo>
                  <a:lnTo>
                    <a:pt x="578" y="1404"/>
                  </a:lnTo>
                  <a:lnTo>
                    <a:pt x="552" y="1378"/>
                  </a:lnTo>
                  <a:lnTo>
                    <a:pt x="529" y="1352"/>
                  </a:lnTo>
                  <a:lnTo>
                    <a:pt x="505" y="1326"/>
                  </a:lnTo>
                  <a:lnTo>
                    <a:pt x="484" y="1300"/>
                  </a:lnTo>
                  <a:lnTo>
                    <a:pt x="484" y="1300"/>
                  </a:lnTo>
                  <a:lnTo>
                    <a:pt x="475" y="1289"/>
                  </a:lnTo>
                  <a:lnTo>
                    <a:pt x="463" y="1277"/>
                  </a:lnTo>
                  <a:lnTo>
                    <a:pt x="442" y="1256"/>
                  </a:lnTo>
                  <a:lnTo>
                    <a:pt x="442" y="1256"/>
                  </a:lnTo>
                  <a:lnTo>
                    <a:pt x="436" y="1251"/>
                  </a:lnTo>
                  <a:lnTo>
                    <a:pt x="439" y="1249"/>
                  </a:lnTo>
                  <a:lnTo>
                    <a:pt x="434" y="1244"/>
                  </a:lnTo>
                  <a:lnTo>
                    <a:pt x="434" y="1244"/>
                  </a:lnTo>
                  <a:lnTo>
                    <a:pt x="426" y="1233"/>
                  </a:lnTo>
                  <a:lnTo>
                    <a:pt x="419" y="1223"/>
                  </a:lnTo>
                  <a:lnTo>
                    <a:pt x="414" y="1213"/>
                  </a:lnTo>
                  <a:lnTo>
                    <a:pt x="409" y="1204"/>
                  </a:lnTo>
                  <a:lnTo>
                    <a:pt x="407" y="1195"/>
                  </a:lnTo>
                  <a:lnTo>
                    <a:pt x="407" y="1186"/>
                  </a:lnTo>
                  <a:lnTo>
                    <a:pt x="409" y="1178"/>
                  </a:lnTo>
                  <a:lnTo>
                    <a:pt x="413" y="1171"/>
                  </a:lnTo>
                  <a:lnTo>
                    <a:pt x="413" y="1171"/>
                  </a:lnTo>
                  <a:lnTo>
                    <a:pt x="419" y="1161"/>
                  </a:lnTo>
                  <a:lnTo>
                    <a:pt x="426" y="1153"/>
                  </a:lnTo>
                  <a:lnTo>
                    <a:pt x="434" y="1147"/>
                  </a:lnTo>
                  <a:lnTo>
                    <a:pt x="444" y="1141"/>
                  </a:lnTo>
                  <a:lnTo>
                    <a:pt x="454" y="1135"/>
                  </a:lnTo>
                  <a:lnTo>
                    <a:pt x="465" y="1132"/>
                  </a:lnTo>
                  <a:lnTo>
                    <a:pt x="477" y="1130"/>
                  </a:lnTo>
                  <a:lnTo>
                    <a:pt x="489" y="1129"/>
                  </a:lnTo>
                  <a:lnTo>
                    <a:pt x="489" y="1129"/>
                  </a:lnTo>
                  <a:lnTo>
                    <a:pt x="501" y="1130"/>
                  </a:lnTo>
                  <a:lnTo>
                    <a:pt x="511" y="1131"/>
                  </a:lnTo>
                  <a:lnTo>
                    <a:pt x="521" y="1134"/>
                  </a:lnTo>
                  <a:lnTo>
                    <a:pt x="531" y="1138"/>
                  </a:lnTo>
                  <a:lnTo>
                    <a:pt x="531" y="1138"/>
                  </a:lnTo>
                  <a:lnTo>
                    <a:pt x="553" y="1148"/>
                  </a:lnTo>
                  <a:lnTo>
                    <a:pt x="553" y="1148"/>
                  </a:lnTo>
                  <a:lnTo>
                    <a:pt x="571" y="1156"/>
                  </a:lnTo>
                  <a:lnTo>
                    <a:pt x="591" y="1165"/>
                  </a:lnTo>
                  <a:lnTo>
                    <a:pt x="600" y="1168"/>
                  </a:lnTo>
                  <a:lnTo>
                    <a:pt x="609" y="1170"/>
                  </a:lnTo>
                  <a:lnTo>
                    <a:pt x="619" y="1171"/>
                  </a:lnTo>
                  <a:lnTo>
                    <a:pt x="629" y="1172"/>
                  </a:lnTo>
                  <a:lnTo>
                    <a:pt x="631" y="1172"/>
                  </a:lnTo>
                  <a:lnTo>
                    <a:pt x="631" y="1172"/>
                  </a:lnTo>
                  <a:lnTo>
                    <a:pt x="638" y="1171"/>
                  </a:lnTo>
                  <a:lnTo>
                    <a:pt x="646" y="1170"/>
                  </a:lnTo>
                  <a:lnTo>
                    <a:pt x="652" y="1168"/>
                  </a:lnTo>
                  <a:lnTo>
                    <a:pt x="658" y="1166"/>
                  </a:lnTo>
                  <a:lnTo>
                    <a:pt x="664" y="1162"/>
                  </a:lnTo>
                  <a:lnTo>
                    <a:pt x="671" y="1158"/>
                  </a:lnTo>
                  <a:lnTo>
                    <a:pt x="676" y="1154"/>
                  </a:lnTo>
                  <a:lnTo>
                    <a:pt x="680" y="1150"/>
                  </a:lnTo>
                  <a:lnTo>
                    <a:pt x="680" y="1150"/>
                  </a:lnTo>
                  <a:lnTo>
                    <a:pt x="686" y="1143"/>
                  </a:lnTo>
                  <a:lnTo>
                    <a:pt x="690" y="1134"/>
                  </a:lnTo>
                  <a:lnTo>
                    <a:pt x="694" y="1125"/>
                  </a:lnTo>
                  <a:lnTo>
                    <a:pt x="698" y="1116"/>
                  </a:lnTo>
                  <a:lnTo>
                    <a:pt x="700" y="1105"/>
                  </a:lnTo>
                  <a:lnTo>
                    <a:pt x="702" y="1095"/>
                  </a:lnTo>
                  <a:lnTo>
                    <a:pt x="702" y="1085"/>
                  </a:lnTo>
                  <a:lnTo>
                    <a:pt x="702" y="1073"/>
                  </a:lnTo>
                  <a:lnTo>
                    <a:pt x="702" y="1073"/>
                  </a:lnTo>
                  <a:lnTo>
                    <a:pt x="700" y="1061"/>
                  </a:lnTo>
                  <a:lnTo>
                    <a:pt x="698" y="1048"/>
                  </a:lnTo>
                  <a:lnTo>
                    <a:pt x="694" y="1036"/>
                  </a:lnTo>
                  <a:lnTo>
                    <a:pt x="690" y="1024"/>
                  </a:lnTo>
                  <a:lnTo>
                    <a:pt x="682" y="1000"/>
                  </a:lnTo>
                  <a:lnTo>
                    <a:pt x="671" y="976"/>
                  </a:lnTo>
                  <a:lnTo>
                    <a:pt x="658" y="954"/>
                  </a:lnTo>
                  <a:lnTo>
                    <a:pt x="645" y="932"/>
                  </a:lnTo>
                  <a:lnTo>
                    <a:pt x="630" y="911"/>
                  </a:lnTo>
                  <a:lnTo>
                    <a:pt x="616" y="891"/>
                  </a:lnTo>
                  <a:lnTo>
                    <a:pt x="616" y="891"/>
                  </a:lnTo>
                  <a:lnTo>
                    <a:pt x="596" y="865"/>
                  </a:lnTo>
                  <a:lnTo>
                    <a:pt x="574" y="840"/>
                  </a:lnTo>
                  <a:lnTo>
                    <a:pt x="562" y="828"/>
                  </a:lnTo>
                  <a:lnTo>
                    <a:pt x="549" y="816"/>
                  </a:lnTo>
                  <a:lnTo>
                    <a:pt x="537" y="805"/>
                  </a:lnTo>
                  <a:lnTo>
                    <a:pt x="523" y="794"/>
                  </a:lnTo>
                  <a:lnTo>
                    <a:pt x="510" y="785"/>
                  </a:lnTo>
                  <a:lnTo>
                    <a:pt x="495" y="776"/>
                  </a:lnTo>
                  <a:lnTo>
                    <a:pt x="481" y="768"/>
                  </a:lnTo>
                  <a:lnTo>
                    <a:pt x="467" y="761"/>
                  </a:lnTo>
                  <a:lnTo>
                    <a:pt x="453" y="755"/>
                  </a:lnTo>
                  <a:lnTo>
                    <a:pt x="438" y="751"/>
                  </a:lnTo>
                  <a:lnTo>
                    <a:pt x="423" y="749"/>
                  </a:lnTo>
                  <a:lnTo>
                    <a:pt x="408" y="748"/>
                  </a:lnTo>
                  <a:lnTo>
                    <a:pt x="408" y="748"/>
                  </a:lnTo>
                  <a:lnTo>
                    <a:pt x="404" y="748"/>
                  </a:lnTo>
                  <a:lnTo>
                    <a:pt x="404" y="748"/>
                  </a:lnTo>
                  <a:lnTo>
                    <a:pt x="393" y="748"/>
                  </a:lnTo>
                  <a:lnTo>
                    <a:pt x="382" y="749"/>
                  </a:lnTo>
                  <a:lnTo>
                    <a:pt x="372" y="751"/>
                  </a:lnTo>
                  <a:lnTo>
                    <a:pt x="363" y="754"/>
                  </a:lnTo>
                  <a:lnTo>
                    <a:pt x="354" y="758"/>
                  </a:lnTo>
                  <a:lnTo>
                    <a:pt x="346" y="763"/>
                  </a:lnTo>
                  <a:lnTo>
                    <a:pt x="339" y="770"/>
                  </a:lnTo>
                  <a:lnTo>
                    <a:pt x="333" y="776"/>
                  </a:lnTo>
                  <a:lnTo>
                    <a:pt x="333" y="776"/>
                  </a:lnTo>
                  <a:lnTo>
                    <a:pt x="324" y="786"/>
                  </a:lnTo>
                  <a:lnTo>
                    <a:pt x="318" y="799"/>
                  </a:lnTo>
                  <a:lnTo>
                    <a:pt x="313" y="813"/>
                  </a:lnTo>
                  <a:lnTo>
                    <a:pt x="310" y="829"/>
                  </a:lnTo>
                  <a:lnTo>
                    <a:pt x="308" y="845"/>
                  </a:lnTo>
                  <a:lnTo>
                    <a:pt x="308" y="864"/>
                  </a:lnTo>
                  <a:lnTo>
                    <a:pt x="309" y="884"/>
                  </a:lnTo>
                  <a:lnTo>
                    <a:pt x="311" y="905"/>
                  </a:lnTo>
                  <a:lnTo>
                    <a:pt x="311" y="905"/>
                  </a:lnTo>
                  <a:lnTo>
                    <a:pt x="313" y="922"/>
                  </a:lnTo>
                  <a:lnTo>
                    <a:pt x="315" y="938"/>
                  </a:lnTo>
                  <a:lnTo>
                    <a:pt x="315" y="952"/>
                  </a:lnTo>
                  <a:lnTo>
                    <a:pt x="313" y="966"/>
                  </a:lnTo>
                  <a:lnTo>
                    <a:pt x="312" y="972"/>
                  </a:lnTo>
                  <a:lnTo>
                    <a:pt x="310" y="978"/>
                  </a:lnTo>
                  <a:lnTo>
                    <a:pt x="307" y="984"/>
                  </a:lnTo>
                  <a:lnTo>
                    <a:pt x="303" y="990"/>
                  </a:lnTo>
                  <a:lnTo>
                    <a:pt x="299" y="997"/>
                  </a:lnTo>
                  <a:lnTo>
                    <a:pt x="294" y="1002"/>
                  </a:lnTo>
                  <a:lnTo>
                    <a:pt x="288" y="1008"/>
                  </a:lnTo>
                  <a:lnTo>
                    <a:pt x="281" y="1013"/>
                  </a:lnTo>
                  <a:lnTo>
                    <a:pt x="281" y="1013"/>
                  </a:lnTo>
                  <a:lnTo>
                    <a:pt x="273" y="1019"/>
                  </a:lnTo>
                  <a:lnTo>
                    <a:pt x="264" y="1024"/>
                  </a:lnTo>
                  <a:lnTo>
                    <a:pt x="256" y="1027"/>
                  </a:lnTo>
                  <a:lnTo>
                    <a:pt x="248" y="1028"/>
                  </a:lnTo>
                  <a:lnTo>
                    <a:pt x="248" y="1028"/>
                  </a:lnTo>
                  <a:lnTo>
                    <a:pt x="239" y="1027"/>
                  </a:lnTo>
                  <a:lnTo>
                    <a:pt x="232" y="1024"/>
                  </a:lnTo>
                  <a:lnTo>
                    <a:pt x="224" y="1019"/>
                  </a:lnTo>
                  <a:lnTo>
                    <a:pt x="216" y="1014"/>
                  </a:lnTo>
                  <a:lnTo>
                    <a:pt x="213" y="1010"/>
                  </a:lnTo>
                  <a:lnTo>
                    <a:pt x="209" y="1013"/>
                  </a:lnTo>
                  <a:lnTo>
                    <a:pt x="164" y="968"/>
                  </a:lnTo>
                  <a:lnTo>
                    <a:pt x="164" y="968"/>
                  </a:lnTo>
                  <a:lnTo>
                    <a:pt x="125" y="929"/>
                  </a:lnTo>
                  <a:lnTo>
                    <a:pt x="108" y="911"/>
                  </a:lnTo>
                  <a:lnTo>
                    <a:pt x="90" y="891"/>
                  </a:lnTo>
                  <a:lnTo>
                    <a:pt x="73" y="871"/>
                  </a:lnTo>
                  <a:lnTo>
                    <a:pt x="57" y="851"/>
                  </a:lnTo>
                  <a:lnTo>
                    <a:pt x="41" y="830"/>
                  </a:lnTo>
                  <a:lnTo>
                    <a:pt x="27" y="808"/>
                  </a:lnTo>
                  <a:lnTo>
                    <a:pt x="27" y="808"/>
                  </a:lnTo>
                  <a:lnTo>
                    <a:pt x="22" y="798"/>
                  </a:lnTo>
                  <a:lnTo>
                    <a:pt x="17" y="786"/>
                  </a:lnTo>
                  <a:lnTo>
                    <a:pt x="11" y="776"/>
                  </a:lnTo>
                  <a:lnTo>
                    <a:pt x="8" y="764"/>
                  </a:lnTo>
                  <a:lnTo>
                    <a:pt x="5" y="752"/>
                  </a:lnTo>
                  <a:lnTo>
                    <a:pt x="2" y="741"/>
                  </a:lnTo>
                  <a:lnTo>
                    <a:pt x="1" y="728"/>
                  </a:lnTo>
                  <a:lnTo>
                    <a:pt x="0" y="716"/>
                  </a:lnTo>
                  <a:lnTo>
                    <a:pt x="0" y="702"/>
                  </a:lnTo>
                  <a:lnTo>
                    <a:pt x="0" y="689"/>
                  </a:lnTo>
                  <a:lnTo>
                    <a:pt x="2" y="675"/>
                  </a:lnTo>
                  <a:lnTo>
                    <a:pt x="4" y="662"/>
                  </a:lnTo>
                  <a:lnTo>
                    <a:pt x="6" y="647"/>
                  </a:lnTo>
                  <a:lnTo>
                    <a:pt x="9" y="633"/>
                  </a:lnTo>
                  <a:lnTo>
                    <a:pt x="19" y="602"/>
                  </a:lnTo>
                  <a:lnTo>
                    <a:pt x="19" y="602"/>
                  </a:lnTo>
                  <a:lnTo>
                    <a:pt x="23" y="590"/>
                  </a:lnTo>
                  <a:lnTo>
                    <a:pt x="28" y="580"/>
                  </a:lnTo>
                  <a:lnTo>
                    <a:pt x="33" y="570"/>
                  </a:lnTo>
                  <a:lnTo>
                    <a:pt x="39" y="560"/>
                  </a:lnTo>
                  <a:lnTo>
                    <a:pt x="53" y="541"/>
                  </a:lnTo>
                  <a:lnTo>
                    <a:pt x="68" y="523"/>
                  </a:lnTo>
                  <a:lnTo>
                    <a:pt x="85" y="506"/>
                  </a:lnTo>
                  <a:lnTo>
                    <a:pt x="104" y="490"/>
                  </a:lnTo>
                  <a:lnTo>
                    <a:pt x="141" y="459"/>
                  </a:lnTo>
                  <a:lnTo>
                    <a:pt x="141" y="459"/>
                  </a:lnTo>
                  <a:lnTo>
                    <a:pt x="156" y="446"/>
                  </a:lnTo>
                  <a:lnTo>
                    <a:pt x="156" y="446"/>
                  </a:lnTo>
                  <a:lnTo>
                    <a:pt x="178" y="428"/>
                  </a:lnTo>
                  <a:lnTo>
                    <a:pt x="202" y="405"/>
                  </a:lnTo>
                  <a:lnTo>
                    <a:pt x="205" y="408"/>
                  </a:lnTo>
                  <a:lnTo>
                    <a:pt x="209" y="404"/>
                  </a:lnTo>
                  <a:lnTo>
                    <a:pt x="209" y="404"/>
                  </a:lnTo>
                  <a:lnTo>
                    <a:pt x="220" y="393"/>
                  </a:lnTo>
                  <a:lnTo>
                    <a:pt x="231" y="384"/>
                  </a:lnTo>
                  <a:lnTo>
                    <a:pt x="237" y="380"/>
                  </a:lnTo>
                  <a:lnTo>
                    <a:pt x="244" y="377"/>
                  </a:lnTo>
                  <a:lnTo>
                    <a:pt x="249" y="375"/>
                  </a:lnTo>
                  <a:lnTo>
                    <a:pt x="255" y="375"/>
                  </a:lnTo>
                  <a:lnTo>
                    <a:pt x="255" y="375"/>
                  </a:lnTo>
                  <a:lnTo>
                    <a:pt x="261" y="376"/>
                  </a:lnTo>
                  <a:lnTo>
                    <a:pt x="267" y="378"/>
                  </a:lnTo>
                  <a:lnTo>
                    <a:pt x="274" y="381"/>
                  </a:lnTo>
                  <a:lnTo>
                    <a:pt x="280" y="386"/>
                  </a:lnTo>
                  <a:lnTo>
                    <a:pt x="280" y="386"/>
                  </a:lnTo>
                  <a:lnTo>
                    <a:pt x="290" y="399"/>
                  </a:lnTo>
                  <a:lnTo>
                    <a:pt x="300" y="411"/>
                  </a:lnTo>
                  <a:lnTo>
                    <a:pt x="307" y="422"/>
                  </a:lnTo>
                  <a:lnTo>
                    <a:pt x="314" y="435"/>
                  </a:lnTo>
                  <a:lnTo>
                    <a:pt x="319" y="447"/>
                  </a:lnTo>
                  <a:lnTo>
                    <a:pt x="324" y="461"/>
                  </a:lnTo>
                  <a:lnTo>
                    <a:pt x="333" y="489"/>
                  </a:lnTo>
                  <a:lnTo>
                    <a:pt x="333" y="489"/>
                  </a:lnTo>
                  <a:lnTo>
                    <a:pt x="342" y="519"/>
                  </a:lnTo>
                  <a:lnTo>
                    <a:pt x="345" y="527"/>
                  </a:lnTo>
                  <a:lnTo>
                    <a:pt x="345" y="527"/>
                  </a:lnTo>
                  <a:lnTo>
                    <a:pt x="352" y="549"/>
                  </a:lnTo>
                  <a:lnTo>
                    <a:pt x="357" y="559"/>
                  </a:lnTo>
                  <a:lnTo>
                    <a:pt x="362" y="570"/>
                  </a:lnTo>
                  <a:lnTo>
                    <a:pt x="368" y="580"/>
                  </a:lnTo>
                  <a:lnTo>
                    <a:pt x="375" y="588"/>
                  </a:lnTo>
                  <a:lnTo>
                    <a:pt x="385" y="595"/>
                  </a:lnTo>
                  <a:lnTo>
                    <a:pt x="395" y="602"/>
                  </a:lnTo>
                  <a:lnTo>
                    <a:pt x="395" y="602"/>
                  </a:lnTo>
                  <a:lnTo>
                    <a:pt x="411" y="610"/>
                  </a:lnTo>
                  <a:lnTo>
                    <a:pt x="411" y="610"/>
                  </a:lnTo>
                  <a:lnTo>
                    <a:pt x="428" y="617"/>
                  </a:lnTo>
                  <a:lnTo>
                    <a:pt x="446" y="625"/>
                  </a:lnTo>
                  <a:lnTo>
                    <a:pt x="462" y="631"/>
                  </a:lnTo>
                  <a:lnTo>
                    <a:pt x="480" y="635"/>
                  </a:lnTo>
                  <a:lnTo>
                    <a:pt x="480" y="635"/>
                  </a:lnTo>
                  <a:lnTo>
                    <a:pt x="488" y="635"/>
                  </a:lnTo>
                  <a:lnTo>
                    <a:pt x="488" y="635"/>
                  </a:lnTo>
                  <a:lnTo>
                    <a:pt x="498" y="635"/>
                  </a:lnTo>
                  <a:lnTo>
                    <a:pt x="507" y="633"/>
                  </a:lnTo>
                  <a:lnTo>
                    <a:pt x="517" y="631"/>
                  </a:lnTo>
                  <a:lnTo>
                    <a:pt x="528" y="627"/>
                  </a:lnTo>
                  <a:lnTo>
                    <a:pt x="547" y="619"/>
                  </a:lnTo>
                  <a:lnTo>
                    <a:pt x="566" y="611"/>
                  </a:lnTo>
                  <a:lnTo>
                    <a:pt x="574" y="607"/>
                  </a:lnTo>
                  <a:lnTo>
                    <a:pt x="574" y="607"/>
                  </a:lnTo>
                  <a:lnTo>
                    <a:pt x="584" y="603"/>
                  </a:lnTo>
                  <a:lnTo>
                    <a:pt x="592" y="598"/>
                  </a:lnTo>
                  <a:lnTo>
                    <a:pt x="599" y="593"/>
                  </a:lnTo>
                  <a:lnTo>
                    <a:pt x="605" y="588"/>
                  </a:lnTo>
                  <a:lnTo>
                    <a:pt x="618" y="577"/>
                  </a:lnTo>
                  <a:lnTo>
                    <a:pt x="629" y="564"/>
                  </a:lnTo>
                  <a:lnTo>
                    <a:pt x="629" y="564"/>
                  </a:lnTo>
                  <a:lnTo>
                    <a:pt x="644" y="548"/>
                  </a:lnTo>
                  <a:lnTo>
                    <a:pt x="644" y="548"/>
                  </a:lnTo>
                  <a:lnTo>
                    <a:pt x="652" y="538"/>
                  </a:lnTo>
                  <a:lnTo>
                    <a:pt x="659" y="529"/>
                  </a:lnTo>
                  <a:lnTo>
                    <a:pt x="664" y="519"/>
                  </a:lnTo>
                  <a:lnTo>
                    <a:pt x="667" y="508"/>
                  </a:lnTo>
                  <a:lnTo>
                    <a:pt x="671" y="497"/>
                  </a:lnTo>
                  <a:lnTo>
                    <a:pt x="673" y="486"/>
                  </a:lnTo>
                  <a:lnTo>
                    <a:pt x="673" y="474"/>
                  </a:lnTo>
                  <a:lnTo>
                    <a:pt x="673" y="463"/>
                  </a:lnTo>
                  <a:lnTo>
                    <a:pt x="671" y="451"/>
                  </a:lnTo>
                  <a:lnTo>
                    <a:pt x="669" y="440"/>
                  </a:lnTo>
                  <a:lnTo>
                    <a:pt x="665" y="430"/>
                  </a:lnTo>
                  <a:lnTo>
                    <a:pt x="661" y="418"/>
                  </a:lnTo>
                  <a:lnTo>
                    <a:pt x="656" y="408"/>
                  </a:lnTo>
                  <a:lnTo>
                    <a:pt x="651" y="398"/>
                  </a:lnTo>
                  <a:lnTo>
                    <a:pt x="645" y="388"/>
                  </a:lnTo>
                  <a:lnTo>
                    <a:pt x="637" y="379"/>
                  </a:lnTo>
                  <a:lnTo>
                    <a:pt x="637" y="379"/>
                  </a:lnTo>
                  <a:lnTo>
                    <a:pt x="628" y="366"/>
                  </a:lnTo>
                  <a:lnTo>
                    <a:pt x="628" y="366"/>
                  </a:lnTo>
                  <a:lnTo>
                    <a:pt x="619" y="355"/>
                  </a:lnTo>
                  <a:lnTo>
                    <a:pt x="609" y="344"/>
                  </a:lnTo>
                  <a:lnTo>
                    <a:pt x="597" y="332"/>
                  </a:lnTo>
                  <a:lnTo>
                    <a:pt x="591" y="328"/>
                  </a:lnTo>
                  <a:lnTo>
                    <a:pt x="584" y="324"/>
                  </a:lnTo>
                  <a:lnTo>
                    <a:pt x="584" y="324"/>
                  </a:lnTo>
                  <a:lnTo>
                    <a:pt x="570" y="316"/>
                  </a:lnTo>
                  <a:lnTo>
                    <a:pt x="570" y="316"/>
                  </a:lnTo>
                  <a:lnTo>
                    <a:pt x="563" y="311"/>
                  </a:lnTo>
                  <a:lnTo>
                    <a:pt x="555" y="307"/>
                  </a:lnTo>
                  <a:lnTo>
                    <a:pt x="546" y="304"/>
                  </a:lnTo>
                  <a:lnTo>
                    <a:pt x="537" y="301"/>
                  </a:lnTo>
                  <a:lnTo>
                    <a:pt x="537" y="301"/>
                  </a:lnTo>
                  <a:lnTo>
                    <a:pt x="520" y="300"/>
                  </a:lnTo>
                  <a:lnTo>
                    <a:pt x="506" y="300"/>
                  </a:lnTo>
                  <a:lnTo>
                    <a:pt x="492" y="300"/>
                  </a:lnTo>
                  <a:lnTo>
                    <a:pt x="492" y="300"/>
                  </a:lnTo>
                  <a:lnTo>
                    <a:pt x="483" y="298"/>
                  </a:lnTo>
                  <a:lnTo>
                    <a:pt x="483" y="298"/>
                  </a:lnTo>
                  <a:lnTo>
                    <a:pt x="473" y="296"/>
                  </a:lnTo>
                  <a:lnTo>
                    <a:pt x="471" y="296"/>
                  </a:lnTo>
                  <a:lnTo>
                    <a:pt x="469" y="297"/>
                  </a:lnTo>
                  <a:lnTo>
                    <a:pt x="469" y="297"/>
                  </a:lnTo>
                  <a:lnTo>
                    <a:pt x="464" y="300"/>
                  </a:lnTo>
                  <a:lnTo>
                    <a:pt x="460" y="302"/>
                  </a:lnTo>
                  <a:lnTo>
                    <a:pt x="451" y="303"/>
                  </a:lnTo>
                  <a:lnTo>
                    <a:pt x="450" y="303"/>
                  </a:lnTo>
                  <a:lnTo>
                    <a:pt x="450" y="303"/>
                  </a:lnTo>
                  <a:lnTo>
                    <a:pt x="445" y="304"/>
                  </a:lnTo>
                  <a:lnTo>
                    <a:pt x="445" y="304"/>
                  </a:lnTo>
                  <a:lnTo>
                    <a:pt x="437" y="303"/>
                  </a:lnTo>
                  <a:lnTo>
                    <a:pt x="429" y="300"/>
                  </a:lnTo>
                  <a:lnTo>
                    <a:pt x="422" y="296"/>
                  </a:lnTo>
                  <a:lnTo>
                    <a:pt x="415" y="290"/>
                  </a:lnTo>
                  <a:lnTo>
                    <a:pt x="415" y="290"/>
                  </a:lnTo>
                  <a:lnTo>
                    <a:pt x="408" y="282"/>
                  </a:lnTo>
                  <a:lnTo>
                    <a:pt x="403" y="275"/>
                  </a:lnTo>
                  <a:lnTo>
                    <a:pt x="400" y="268"/>
                  </a:lnTo>
                  <a:lnTo>
                    <a:pt x="400" y="261"/>
                  </a:lnTo>
                  <a:lnTo>
                    <a:pt x="400" y="252"/>
                  </a:lnTo>
                  <a:lnTo>
                    <a:pt x="402" y="244"/>
                  </a:lnTo>
                  <a:lnTo>
                    <a:pt x="406" y="235"/>
                  </a:lnTo>
                  <a:lnTo>
                    <a:pt x="410" y="225"/>
                  </a:lnTo>
                  <a:lnTo>
                    <a:pt x="413" y="220"/>
                  </a:lnTo>
                  <a:lnTo>
                    <a:pt x="411" y="220"/>
                  </a:lnTo>
                  <a:lnTo>
                    <a:pt x="415" y="218"/>
                  </a:lnTo>
                  <a:lnTo>
                    <a:pt x="419" y="209"/>
                  </a:lnTo>
                  <a:lnTo>
                    <a:pt x="419" y="209"/>
                  </a:lnTo>
                  <a:lnTo>
                    <a:pt x="423" y="204"/>
                  </a:lnTo>
                  <a:lnTo>
                    <a:pt x="426" y="202"/>
                  </a:lnTo>
                  <a:lnTo>
                    <a:pt x="430" y="200"/>
                  </a:lnTo>
                  <a:lnTo>
                    <a:pt x="433" y="200"/>
                  </a:lnTo>
                  <a:lnTo>
                    <a:pt x="435" y="200"/>
                  </a:lnTo>
                  <a:lnTo>
                    <a:pt x="438" y="199"/>
                  </a:lnTo>
                  <a:lnTo>
                    <a:pt x="438" y="199"/>
                  </a:lnTo>
                  <a:lnTo>
                    <a:pt x="459" y="180"/>
                  </a:lnTo>
                  <a:lnTo>
                    <a:pt x="479" y="163"/>
                  </a:lnTo>
                  <a:lnTo>
                    <a:pt x="495" y="147"/>
                  </a:lnTo>
                  <a:lnTo>
                    <a:pt x="511" y="131"/>
                  </a:lnTo>
                  <a:lnTo>
                    <a:pt x="522" y="119"/>
                  </a:lnTo>
                  <a:lnTo>
                    <a:pt x="522" y="119"/>
                  </a:lnTo>
                  <a:lnTo>
                    <a:pt x="541" y="99"/>
                  </a:lnTo>
                  <a:lnTo>
                    <a:pt x="560" y="80"/>
                  </a:lnTo>
                  <a:lnTo>
                    <a:pt x="578" y="63"/>
                  </a:lnTo>
                  <a:lnTo>
                    <a:pt x="597" y="47"/>
                  </a:lnTo>
                  <a:lnTo>
                    <a:pt x="618" y="32"/>
                  </a:lnTo>
                  <a:lnTo>
                    <a:pt x="629" y="25"/>
                  </a:lnTo>
                  <a:lnTo>
                    <a:pt x="640" y="19"/>
                  </a:lnTo>
                  <a:lnTo>
                    <a:pt x="651" y="14"/>
                  </a:lnTo>
                  <a:lnTo>
                    <a:pt x="663" y="9"/>
                  </a:lnTo>
                  <a:lnTo>
                    <a:pt x="676" y="5"/>
                  </a:lnTo>
                  <a:lnTo>
                    <a:pt x="689" y="2"/>
                  </a:lnTo>
                  <a:lnTo>
                    <a:pt x="689" y="2"/>
                  </a:lnTo>
                  <a:lnTo>
                    <a:pt x="701" y="0"/>
                  </a:lnTo>
                  <a:lnTo>
                    <a:pt x="713" y="0"/>
                  </a:lnTo>
                  <a:lnTo>
                    <a:pt x="713" y="0"/>
                  </a:lnTo>
                  <a:lnTo>
                    <a:pt x="723" y="0"/>
                  </a:lnTo>
                  <a:lnTo>
                    <a:pt x="734" y="1"/>
                  </a:lnTo>
                  <a:lnTo>
                    <a:pt x="744" y="3"/>
                  </a:lnTo>
                  <a:lnTo>
                    <a:pt x="755" y="6"/>
                  </a:lnTo>
                  <a:lnTo>
                    <a:pt x="765" y="10"/>
                  </a:lnTo>
                  <a:lnTo>
                    <a:pt x="775" y="14"/>
                  </a:lnTo>
                  <a:lnTo>
                    <a:pt x="795" y="23"/>
                  </a:lnTo>
                  <a:lnTo>
                    <a:pt x="813" y="35"/>
                  </a:lnTo>
                  <a:lnTo>
                    <a:pt x="829" y="47"/>
                  </a:lnTo>
                  <a:lnTo>
                    <a:pt x="845" y="61"/>
                  </a:lnTo>
                  <a:lnTo>
                    <a:pt x="857" y="73"/>
                  </a:lnTo>
                  <a:lnTo>
                    <a:pt x="857" y="73"/>
                  </a:lnTo>
                  <a:lnTo>
                    <a:pt x="880" y="97"/>
                  </a:lnTo>
                  <a:lnTo>
                    <a:pt x="903" y="120"/>
                  </a:lnTo>
                  <a:lnTo>
                    <a:pt x="903" y="120"/>
                  </a:lnTo>
                  <a:lnTo>
                    <a:pt x="923" y="142"/>
                  </a:lnTo>
                  <a:lnTo>
                    <a:pt x="945" y="164"/>
                  </a:lnTo>
                  <a:lnTo>
                    <a:pt x="945" y="164"/>
                  </a:lnTo>
                  <a:lnTo>
                    <a:pt x="956" y="177"/>
                  </a:lnTo>
                  <a:lnTo>
                    <a:pt x="966" y="188"/>
                  </a:lnTo>
                  <a:lnTo>
                    <a:pt x="966" y="188"/>
                  </a:lnTo>
                  <a:lnTo>
                    <a:pt x="978" y="204"/>
                  </a:lnTo>
                  <a:lnTo>
                    <a:pt x="978" y="205"/>
                  </a:lnTo>
                  <a:lnTo>
                    <a:pt x="979" y="205"/>
                  </a:lnTo>
                  <a:lnTo>
                    <a:pt x="979" y="205"/>
                  </a:lnTo>
                  <a:lnTo>
                    <a:pt x="983" y="208"/>
                  </a:lnTo>
                  <a:lnTo>
                    <a:pt x="986" y="210"/>
                  </a:lnTo>
                  <a:lnTo>
                    <a:pt x="990" y="212"/>
                  </a:lnTo>
                  <a:lnTo>
                    <a:pt x="993" y="212"/>
                  </a:lnTo>
                  <a:lnTo>
                    <a:pt x="993" y="212"/>
                  </a:lnTo>
                  <a:lnTo>
                    <a:pt x="996" y="212"/>
                  </a:lnTo>
                  <a:lnTo>
                    <a:pt x="999" y="210"/>
                  </a:lnTo>
                  <a:lnTo>
                    <a:pt x="1002" y="209"/>
                  </a:lnTo>
                  <a:lnTo>
                    <a:pt x="1004" y="206"/>
                  </a:lnTo>
                  <a:lnTo>
                    <a:pt x="1008" y="200"/>
                  </a:lnTo>
                  <a:lnTo>
                    <a:pt x="1013" y="190"/>
                  </a:lnTo>
                  <a:lnTo>
                    <a:pt x="1015" y="181"/>
                  </a:lnTo>
                  <a:lnTo>
                    <a:pt x="1017" y="169"/>
                  </a:lnTo>
                  <a:lnTo>
                    <a:pt x="1019" y="147"/>
                  </a:lnTo>
                  <a:lnTo>
                    <a:pt x="1019" y="147"/>
                  </a:lnTo>
                  <a:lnTo>
                    <a:pt x="1021" y="130"/>
                  </a:lnTo>
                  <a:lnTo>
                    <a:pt x="1023" y="114"/>
                  </a:lnTo>
                  <a:lnTo>
                    <a:pt x="1027" y="97"/>
                  </a:lnTo>
                  <a:lnTo>
                    <a:pt x="1032" y="80"/>
                  </a:lnTo>
                  <a:lnTo>
                    <a:pt x="1032" y="80"/>
                  </a:lnTo>
                  <a:lnTo>
                    <a:pt x="1034" y="73"/>
                  </a:lnTo>
                  <a:lnTo>
                    <a:pt x="1037" y="66"/>
                  </a:lnTo>
                  <a:lnTo>
                    <a:pt x="1047" y="52"/>
                  </a:lnTo>
                  <a:lnTo>
                    <a:pt x="1057" y="40"/>
                  </a:lnTo>
                  <a:lnTo>
                    <a:pt x="1069" y="30"/>
                  </a:lnTo>
                  <a:lnTo>
                    <a:pt x="1082" y="20"/>
                  </a:lnTo>
                  <a:lnTo>
                    <a:pt x="1097" y="12"/>
                  </a:lnTo>
                  <a:lnTo>
                    <a:pt x="1112" y="7"/>
                  </a:lnTo>
                  <a:lnTo>
                    <a:pt x="1128" y="4"/>
                  </a:lnTo>
                  <a:lnTo>
                    <a:pt x="1128" y="4"/>
                  </a:lnTo>
                  <a:lnTo>
                    <a:pt x="1153" y="1"/>
                  </a:lnTo>
                  <a:lnTo>
                    <a:pt x="1176" y="1"/>
                  </a:lnTo>
                  <a:lnTo>
                    <a:pt x="1176" y="1"/>
                  </a:lnTo>
                  <a:lnTo>
                    <a:pt x="1192" y="1"/>
                  </a:lnTo>
                  <a:lnTo>
                    <a:pt x="1207" y="2"/>
                  </a:lnTo>
                  <a:lnTo>
                    <a:pt x="1222" y="5"/>
                  </a:lnTo>
                  <a:lnTo>
                    <a:pt x="1235" y="8"/>
                  </a:lnTo>
                  <a:lnTo>
                    <a:pt x="1249" y="12"/>
                  </a:lnTo>
                  <a:lnTo>
                    <a:pt x="1262" y="17"/>
                  </a:lnTo>
                  <a:lnTo>
                    <a:pt x="1274" y="22"/>
                  </a:lnTo>
                  <a:lnTo>
                    <a:pt x="1286" y="30"/>
                  </a:lnTo>
                  <a:lnTo>
                    <a:pt x="1286" y="30"/>
                  </a:lnTo>
                  <a:lnTo>
                    <a:pt x="1298" y="38"/>
                  </a:lnTo>
                  <a:lnTo>
                    <a:pt x="1309" y="47"/>
                  </a:lnTo>
                  <a:lnTo>
                    <a:pt x="1331" y="67"/>
                  </a:lnTo>
                  <a:lnTo>
                    <a:pt x="1331" y="67"/>
                  </a:lnTo>
                  <a:lnTo>
                    <a:pt x="1343" y="79"/>
                  </a:lnTo>
                  <a:lnTo>
                    <a:pt x="1357" y="91"/>
                  </a:lnTo>
                  <a:lnTo>
                    <a:pt x="1357" y="91"/>
                  </a:lnTo>
                  <a:lnTo>
                    <a:pt x="1373" y="104"/>
                  </a:lnTo>
                  <a:lnTo>
                    <a:pt x="1373" y="104"/>
                  </a:lnTo>
                  <a:lnTo>
                    <a:pt x="1387" y="116"/>
                  </a:lnTo>
                  <a:lnTo>
                    <a:pt x="1400" y="128"/>
                  </a:lnTo>
                  <a:lnTo>
                    <a:pt x="1413" y="140"/>
                  </a:lnTo>
                  <a:lnTo>
                    <a:pt x="1425" y="154"/>
                  </a:lnTo>
                  <a:lnTo>
                    <a:pt x="1425" y="154"/>
                  </a:lnTo>
                  <a:lnTo>
                    <a:pt x="1433" y="166"/>
                  </a:lnTo>
                  <a:lnTo>
                    <a:pt x="1443" y="180"/>
                  </a:lnTo>
                  <a:lnTo>
                    <a:pt x="1451" y="195"/>
                  </a:lnTo>
                  <a:lnTo>
                    <a:pt x="1459" y="212"/>
                  </a:lnTo>
                  <a:lnTo>
                    <a:pt x="1468" y="230"/>
                  </a:lnTo>
                  <a:lnTo>
                    <a:pt x="1474" y="248"/>
                  </a:lnTo>
                  <a:lnTo>
                    <a:pt x="1480" y="267"/>
                  </a:lnTo>
                  <a:lnTo>
                    <a:pt x="1484" y="286"/>
                  </a:lnTo>
                  <a:lnTo>
                    <a:pt x="1487" y="305"/>
                  </a:lnTo>
                  <a:lnTo>
                    <a:pt x="1488" y="324"/>
                  </a:lnTo>
                  <a:lnTo>
                    <a:pt x="1487" y="343"/>
                  </a:lnTo>
                  <a:lnTo>
                    <a:pt x="1484" y="360"/>
                  </a:lnTo>
                  <a:lnTo>
                    <a:pt x="1482" y="368"/>
                  </a:lnTo>
                  <a:lnTo>
                    <a:pt x="1479" y="378"/>
                  </a:lnTo>
                  <a:lnTo>
                    <a:pt x="1476" y="386"/>
                  </a:lnTo>
                  <a:lnTo>
                    <a:pt x="1472" y="393"/>
                  </a:lnTo>
                  <a:lnTo>
                    <a:pt x="1467" y="401"/>
                  </a:lnTo>
                  <a:lnTo>
                    <a:pt x="1461" y="408"/>
                  </a:lnTo>
                  <a:lnTo>
                    <a:pt x="1455" y="415"/>
                  </a:lnTo>
                  <a:lnTo>
                    <a:pt x="1448" y="421"/>
                  </a:lnTo>
                  <a:lnTo>
                    <a:pt x="1448" y="421"/>
                  </a:lnTo>
                  <a:lnTo>
                    <a:pt x="1441" y="427"/>
                  </a:lnTo>
                  <a:lnTo>
                    <a:pt x="1432" y="431"/>
                  </a:lnTo>
                  <a:lnTo>
                    <a:pt x="1424" y="433"/>
                  </a:lnTo>
                  <a:lnTo>
                    <a:pt x="1416" y="435"/>
                  </a:lnTo>
                  <a:lnTo>
                    <a:pt x="1406" y="436"/>
                  </a:lnTo>
                  <a:lnTo>
                    <a:pt x="1397" y="437"/>
                  </a:lnTo>
                  <a:lnTo>
                    <a:pt x="1377" y="437"/>
                  </a:lnTo>
                  <a:lnTo>
                    <a:pt x="1377" y="437"/>
                  </a:lnTo>
                  <a:lnTo>
                    <a:pt x="1359" y="437"/>
                  </a:lnTo>
                  <a:lnTo>
                    <a:pt x="1339" y="439"/>
                  </a:lnTo>
                  <a:lnTo>
                    <a:pt x="1331" y="441"/>
                  </a:lnTo>
                  <a:lnTo>
                    <a:pt x="1321" y="443"/>
                  </a:lnTo>
                  <a:lnTo>
                    <a:pt x="1313" y="447"/>
                  </a:lnTo>
                  <a:lnTo>
                    <a:pt x="1305" y="452"/>
                  </a:lnTo>
                  <a:lnTo>
                    <a:pt x="1305" y="452"/>
                  </a:lnTo>
                  <a:lnTo>
                    <a:pt x="1298" y="458"/>
                  </a:lnTo>
                  <a:lnTo>
                    <a:pt x="1292" y="463"/>
                  </a:lnTo>
                  <a:lnTo>
                    <a:pt x="1287" y="468"/>
                  </a:lnTo>
                  <a:lnTo>
                    <a:pt x="1284" y="473"/>
                  </a:lnTo>
                  <a:lnTo>
                    <a:pt x="1281" y="478"/>
                  </a:lnTo>
                  <a:lnTo>
                    <a:pt x="1280" y="484"/>
                  </a:lnTo>
                  <a:lnTo>
                    <a:pt x="1279" y="488"/>
                  </a:lnTo>
                  <a:lnTo>
                    <a:pt x="1279" y="493"/>
                  </a:lnTo>
                  <a:lnTo>
                    <a:pt x="1281" y="501"/>
                  </a:lnTo>
                  <a:lnTo>
                    <a:pt x="1284" y="510"/>
                  </a:lnTo>
                  <a:lnTo>
                    <a:pt x="1289" y="518"/>
                  </a:lnTo>
                  <a:lnTo>
                    <a:pt x="1295" y="526"/>
                  </a:lnTo>
                  <a:lnTo>
                    <a:pt x="1295" y="526"/>
                  </a:lnTo>
                  <a:lnTo>
                    <a:pt x="1302" y="537"/>
                  </a:lnTo>
                  <a:lnTo>
                    <a:pt x="1308" y="549"/>
                  </a:lnTo>
                  <a:lnTo>
                    <a:pt x="1308" y="549"/>
                  </a:lnTo>
                  <a:lnTo>
                    <a:pt x="1308" y="549"/>
                  </a:lnTo>
                  <a:lnTo>
                    <a:pt x="1316" y="559"/>
                  </a:lnTo>
                  <a:lnTo>
                    <a:pt x="1316" y="559"/>
                  </a:lnTo>
                  <a:lnTo>
                    <a:pt x="1333" y="581"/>
                  </a:lnTo>
                  <a:lnTo>
                    <a:pt x="1342" y="591"/>
                  </a:lnTo>
                  <a:lnTo>
                    <a:pt x="1353" y="601"/>
                  </a:lnTo>
                  <a:lnTo>
                    <a:pt x="1353" y="601"/>
                  </a:lnTo>
                  <a:lnTo>
                    <a:pt x="1367" y="614"/>
                  </a:lnTo>
                  <a:lnTo>
                    <a:pt x="1367" y="614"/>
                  </a:lnTo>
                  <a:lnTo>
                    <a:pt x="1400" y="644"/>
                  </a:lnTo>
                  <a:lnTo>
                    <a:pt x="1416" y="660"/>
                  </a:lnTo>
                  <a:lnTo>
                    <a:pt x="1431" y="677"/>
                  </a:lnTo>
                  <a:lnTo>
                    <a:pt x="1446" y="694"/>
                  </a:lnTo>
                  <a:lnTo>
                    <a:pt x="1459" y="713"/>
                  </a:lnTo>
                  <a:lnTo>
                    <a:pt x="1464" y="721"/>
                  </a:lnTo>
                  <a:lnTo>
                    <a:pt x="1470" y="730"/>
                  </a:lnTo>
                  <a:lnTo>
                    <a:pt x="1474" y="741"/>
                  </a:lnTo>
                  <a:lnTo>
                    <a:pt x="1477" y="750"/>
                  </a:lnTo>
                  <a:lnTo>
                    <a:pt x="1477" y="750"/>
                  </a:lnTo>
                  <a:lnTo>
                    <a:pt x="1483" y="773"/>
                  </a:lnTo>
                  <a:lnTo>
                    <a:pt x="1487" y="794"/>
                  </a:lnTo>
                  <a:lnTo>
                    <a:pt x="1489" y="816"/>
                  </a:lnTo>
                  <a:lnTo>
                    <a:pt x="1489" y="836"/>
                  </a:lnTo>
                  <a:lnTo>
                    <a:pt x="1487" y="856"/>
                  </a:lnTo>
                  <a:lnTo>
                    <a:pt x="1483" y="876"/>
                  </a:lnTo>
                  <a:lnTo>
                    <a:pt x="1476" y="896"/>
                  </a:lnTo>
                  <a:lnTo>
                    <a:pt x="1467" y="918"/>
                  </a:lnTo>
                  <a:lnTo>
                    <a:pt x="1467" y="918"/>
                  </a:lnTo>
                  <a:lnTo>
                    <a:pt x="1458" y="933"/>
                  </a:lnTo>
                  <a:lnTo>
                    <a:pt x="1448" y="949"/>
                  </a:lnTo>
                  <a:lnTo>
                    <a:pt x="1437" y="963"/>
                  </a:lnTo>
                  <a:lnTo>
                    <a:pt x="1425" y="978"/>
                  </a:lnTo>
                  <a:lnTo>
                    <a:pt x="1425" y="978"/>
                  </a:lnTo>
                  <a:lnTo>
                    <a:pt x="1404" y="1004"/>
                  </a:lnTo>
                  <a:lnTo>
                    <a:pt x="1404" y="1004"/>
                  </a:lnTo>
                  <a:lnTo>
                    <a:pt x="1389" y="1024"/>
                  </a:lnTo>
                  <a:lnTo>
                    <a:pt x="1373" y="1041"/>
                  </a:lnTo>
                  <a:lnTo>
                    <a:pt x="1340" y="1075"/>
                  </a:lnTo>
                  <a:lnTo>
                    <a:pt x="1340" y="1075"/>
                  </a:lnTo>
                  <a:lnTo>
                    <a:pt x="1320" y="1096"/>
                  </a:lnTo>
                  <a:lnTo>
                    <a:pt x="1320" y="1096"/>
                  </a:lnTo>
                  <a:lnTo>
                    <a:pt x="1299" y="1117"/>
                  </a:lnTo>
                  <a:lnTo>
                    <a:pt x="1278" y="1137"/>
                  </a:lnTo>
                  <a:lnTo>
                    <a:pt x="1233" y="1175"/>
                  </a:lnTo>
                  <a:lnTo>
                    <a:pt x="1233" y="1175"/>
                  </a:lnTo>
                  <a:lnTo>
                    <a:pt x="1194" y="1209"/>
                  </a:lnTo>
                  <a:lnTo>
                    <a:pt x="1174" y="1227"/>
                  </a:lnTo>
                  <a:lnTo>
                    <a:pt x="1155" y="1245"/>
                  </a:lnTo>
                  <a:lnTo>
                    <a:pt x="1155" y="1245"/>
                  </a:lnTo>
                  <a:lnTo>
                    <a:pt x="1134" y="1266"/>
                  </a:lnTo>
                  <a:lnTo>
                    <a:pt x="1112" y="1286"/>
                  </a:lnTo>
                  <a:lnTo>
                    <a:pt x="1112" y="1286"/>
                  </a:lnTo>
                  <a:lnTo>
                    <a:pt x="1089" y="1305"/>
                  </a:lnTo>
                  <a:lnTo>
                    <a:pt x="1068" y="1326"/>
                  </a:lnTo>
                  <a:lnTo>
                    <a:pt x="1063" y="1330"/>
                  </a:lnTo>
                  <a:lnTo>
                    <a:pt x="1063" y="1330"/>
                  </a:lnTo>
                  <a:lnTo>
                    <a:pt x="1041" y="1352"/>
                  </a:lnTo>
                  <a:lnTo>
                    <a:pt x="1018" y="1374"/>
                  </a:lnTo>
                  <a:lnTo>
                    <a:pt x="1017" y="1375"/>
                  </a:lnTo>
                  <a:lnTo>
                    <a:pt x="1017" y="1376"/>
                  </a:lnTo>
                  <a:lnTo>
                    <a:pt x="1017" y="1376"/>
                  </a:lnTo>
                  <a:lnTo>
                    <a:pt x="1013" y="1381"/>
                  </a:lnTo>
                  <a:lnTo>
                    <a:pt x="1013" y="1381"/>
                  </a:lnTo>
                  <a:lnTo>
                    <a:pt x="988" y="1404"/>
                  </a:lnTo>
                  <a:lnTo>
                    <a:pt x="962" y="1427"/>
                  </a:lnTo>
                  <a:lnTo>
                    <a:pt x="935" y="1447"/>
                  </a:lnTo>
                  <a:lnTo>
                    <a:pt x="909" y="1468"/>
                  </a:lnTo>
                  <a:lnTo>
                    <a:pt x="909" y="1468"/>
                  </a:lnTo>
                  <a:lnTo>
                    <a:pt x="883" y="1489"/>
                  </a:lnTo>
                  <a:lnTo>
                    <a:pt x="883" y="1489"/>
                  </a:lnTo>
                  <a:lnTo>
                    <a:pt x="873" y="1496"/>
                  </a:lnTo>
                  <a:lnTo>
                    <a:pt x="861" y="1502"/>
                  </a:lnTo>
                  <a:lnTo>
                    <a:pt x="850" y="1509"/>
                  </a:lnTo>
                  <a:lnTo>
                    <a:pt x="839" y="1513"/>
                  </a:lnTo>
                  <a:lnTo>
                    <a:pt x="826" y="1517"/>
                  </a:lnTo>
                  <a:lnTo>
                    <a:pt x="814" y="1519"/>
                  </a:lnTo>
                  <a:lnTo>
                    <a:pt x="801" y="1521"/>
                  </a:lnTo>
                  <a:lnTo>
                    <a:pt x="789" y="1521"/>
                  </a:lnTo>
                  <a:lnTo>
                    <a:pt x="789" y="1521"/>
                  </a:lnTo>
                  <a:lnTo>
                    <a:pt x="789" y="1521"/>
                  </a:lnTo>
                  <a:lnTo>
                    <a:pt x="789" y="1521"/>
                  </a:lnTo>
                  <a:close/>
                  <a:moveTo>
                    <a:pt x="490" y="1165"/>
                  </a:moveTo>
                  <a:lnTo>
                    <a:pt x="490" y="1165"/>
                  </a:lnTo>
                  <a:lnTo>
                    <a:pt x="484" y="1165"/>
                  </a:lnTo>
                  <a:lnTo>
                    <a:pt x="478" y="1166"/>
                  </a:lnTo>
                  <a:lnTo>
                    <a:pt x="473" y="1168"/>
                  </a:lnTo>
                  <a:lnTo>
                    <a:pt x="467" y="1171"/>
                  </a:lnTo>
                  <a:lnTo>
                    <a:pt x="467" y="1171"/>
                  </a:lnTo>
                  <a:lnTo>
                    <a:pt x="460" y="1176"/>
                  </a:lnTo>
                  <a:lnTo>
                    <a:pt x="454" y="1181"/>
                  </a:lnTo>
                  <a:lnTo>
                    <a:pt x="450" y="1187"/>
                  </a:lnTo>
                  <a:lnTo>
                    <a:pt x="449" y="1194"/>
                  </a:lnTo>
                  <a:lnTo>
                    <a:pt x="449" y="1194"/>
                  </a:lnTo>
                  <a:lnTo>
                    <a:pt x="449" y="1200"/>
                  </a:lnTo>
                  <a:lnTo>
                    <a:pt x="450" y="1205"/>
                  </a:lnTo>
                  <a:lnTo>
                    <a:pt x="453" y="1210"/>
                  </a:lnTo>
                  <a:lnTo>
                    <a:pt x="456" y="1215"/>
                  </a:lnTo>
                  <a:lnTo>
                    <a:pt x="465" y="1226"/>
                  </a:lnTo>
                  <a:lnTo>
                    <a:pt x="476" y="1236"/>
                  </a:lnTo>
                  <a:lnTo>
                    <a:pt x="476" y="1236"/>
                  </a:lnTo>
                  <a:lnTo>
                    <a:pt x="485" y="1244"/>
                  </a:lnTo>
                  <a:lnTo>
                    <a:pt x="485" y="1244"/>
                  </a:lnTo>
                  <a:lnTo>
                    <a:pt x="487" y="1247"/>
                  </a:lnTo>
                  <a:lnTo>
                    <a:pt x="489" y="1252"/>
                  </a:lnTo>
                  <a:lnTo>
                    <a:pt x="489" y="1253"/>
                  </a:lnTo>
                  <a:lnTo>
                    <a:pt x="504" y="1268"/>
                  </a:lnTo>
                  <a:lnTo>
                    <a:pt x="504" y="1268"/>
                  </a:lnTo>
                  <a:lnTo>
                    <a:pt x="545" y="1312"/>
                  </a:lnTo>
                  <a:lnTo>
                    <a:pt x="545" y="1312"/>
                  </a:lnTo>
                  <a:lnTo>
                    <a:pt x="567" y="1334"/>
                  </a:lnTo>
                  <a:lnTo>
                    <a:pt x="567" y="1334"/>
                  </a:lnTo>
                  <a:lnTo>
                    <a:pt x="598" y="1369"/>
                  </a:lnTo>
                  <a:lnTo>
                    <a:pt x="615" y="1385"/>
                  </a:lnTo>
                  <a:lnTo>
                    <a:pt x="633" y="1401"/>
                  </a:lnTo>
                  <a:lnTo>
                    <a:pt x="633" y="1401"/>
                  </a:lnTo>
                  <a:lnTo>
                    <a:pt x="646" y="1412"/>
                  </a:lnTo>
                  <a:lnTo>
                    <a:pt x="658" y="1424"/>
                  </a:lnTo>
                  <a:lnTo>
                    <a:pt x="658" y="1424"/>
                  </a:lnTo>
                  <a:lnTo>
                    <a:pt x="676" y="1440"/>
                  </a:lnTo>
                  <a:lnTo>
                    <a:pt x="685" y="1447"/>
                  </a:lnTo>
                  <a:lnTo>
                    <a:pt x="694" y="1455"/>
                  </a:lnTo>
                  <a:lnTo>
                    <a:pt x="705" y="1462"/>
                  </a:lnTo>
                  <a:lnTo>
                    <a:pt x="715" y="1468"/>
                  </a:lnTo>
                  <a:lnTo>
                    <a:pt x="727" y="1472"/>
                  </a:lnTo>
                  <a:lnTo>
                    <a:pt x="739" y="1476"/>
                  </a:lnTo>
                  <a:lnTo>
                    <a:pt x="739" y="1476"/>
                  </a:lnTo>
                  <a:lnTo>
                    <a:pt x="752" y="1480"/>
                  </a:lnTo>
                  <a:lnTo>
                    <a:pt x="765" y="1482"/>
                  </a:lnTo>
                  <a:lnTo>
                    <a:pt x="776" y="1483"/>
                  </a:lnTo>
                  <a:lnTo>
                    <a:pt x="787" y="1483"/>
                  </a:lnTo>
                  <a:lnTo>
                    <a:pt x="787" y="1483"/>
                  </a:lnTo>
                  <a:lnTo>
                    <a:pt x="800" y="1483"/>
                  </a:lnTo>
                  <a:lnTo>
                    <a:pt x="813" y="1481"/>
                  </a:lnTo>
                  <a:lnTo>
                    <a:pt x="824" y="1478"/>
                  </a:lnTo>
                  <a:lnTo>
                    <a:pt x="836" y="1473"/>
                  </a:lnTo>
                  <a:lnTo>
                    <a:pt x="848" y="1467"/>
                  </a:lnTo>
                  <a:lnTo>
                    <a:pt x="859" y="1460"/>
                  </a:lnTo>
                  <a:lnTo>
                    <a:pt x="872" y="1452"/>
                  </a:lnTo>
                  <a:lnTo>
                    <a:pt x="883" y="1442"/>
                  </a:lnTo>
                  <a:lnTo>
                    <a:pt x="883" y="1442"/>
                  </a:lnTo>
                  <a:lnTo>
                    <a:pt x="905" y="1424"/>
                  </a:lnTo>
                  <a:lnTo>
                    <a:pt x="928" y="1405"/>
                  </a:lnTo>
                  <a:lnTo>
                    <a:pt x="928" y="1405"/>
                  </a:lnTo>
                  <a:lnTo>
                    <a:pt x="945" y="1391"/>
                  </a:lnTo>
                  <a:lnTo>
                    <a:pt x="949" y="1388"/>
                  </a:lnTo>
                  <a:lnTo>
                    <a:pt x="946" y="1384"/>
                  </a:lnTo>
                  <a:lnTo>
                    <a:pt x="959" y="1376"/>
                  </a:lnTo>
                  <a:lnTo>
                    <a:pt x="959" y="1376"/>
                  </a:lnTo>
                  <a:lnTo>
                    <a:pt x="982" y="1357"/>
                  </a:lnTo>
                  <a:lnTo>
                    <a:pt x="1004" y="1338"/>
                  </a:lnTo>
                  <a:lnTo>
                    <a:pt x="1025" y="1317"/>
                  </a:lnTo>
                  <a:lnTo>
                    <a:pt x="1047" y="1296"/>
                  </a:lnTo>
                  <a:lnTo>
                    <a:pt x="1053" y="1289"/>
                  </a:lnTo>
                  <a:lnTo>
                    <a:pt x="1053" y="1289"/>
                  </a:lnTo>
                  <a:lnTo>
                    <a:pt x="1070" y="1274"/>
                  </a:lnTo>
                  <a:lnTo>
                    <a:pt x="1086" y="1260"/>
                  </a:lnTo>
                  <a:lnTo>
                    <a:pt x="1086" y="1260"/>
                  </a:lnTo>
                  <a:lnTo>
                    <a:pt x="1102" y="1246"/>
                  </a:lnTo>
                  <a:lnTo>
                    <a:pt x="1118" y="1231"/>
                  </a:lnTo>
                  <a:lnTo>
                    <a:pt x="1118" y="1231"/>
                  </a:lnTo>
                  <a:lnTo>
                    <a:pt x="1136" y="1214"/>
                  </a:lnTo>
                  <a:lnTo>
                    <a:pt x="1155" y="1198"/>
                  </a:lnTo>
                  <a:lnTo>
                    <a:pt x="1192" y="1166"/>
                  </a:lnTo>
                  <a:lnTo>
                    <a:pt x="1192" y="1166"/>
                  </a:lnTo>
                  <a:lnTo>
                    <a:pt x="1231" y="1132"/>
                  </a:lnTo>
                  <a:lnTo>
                    <a:pt x="1251" y="1115"/>
                  </a:lnTo>
                  <a:lnTo>
                    <a:pt x="1270" y="1096"/>
                  </a:lnTo>
                  <a:lnTo>
                    <a:pt x="1270" y="1096"/>
                  </a:lnTo>
                  <a:lnTo>
                    <a:pt x="1307" y="1057"/>
                  </a:lnTo>
                  <a:lnTo>
                    <a:pt x="1343" y="1017"/>
                  </a:lnTo>
                  <a:lnTo>
                    <a:pt x="1377" y="977"/>
                  </a:lnTo>
                  <a:lnTo>
                    <a:pt x="1410" y="936"/>
                  </a:lnTo>
                  <a:lnTo>
                    <a:pt x="1410" y="936"/>
                  </a:lnTo>
                  <a:lnTo>
                    <a:pt x="1419" y="924"/>
                  </a:lnTo>
                  <a:lnTo>
                    <a:pt x="1427" y="911"/>
                  </a:lnTo>
                  <a:lnTo>
                    <a:pt x="1431" y="903"/>
                  </a:lnTo>
                  <a:lnTo>
                    <a:pt x="1434" y="896"/>
                  </a:lnTo>
                  <a:lnTo>
                    <a:pt x="1438" y="888"/>
                  </a:lnTo>
                  <a:lnTo>
                    <a:pt x="1440" y="878"/>
                  </a:lnTo>
                  <a:lnTo>
                    <a:pt x="1440" y="878"/>
                  </a:lnTo>
                  <a:lnTo>
                    <a:pt x="1442" y="874"/>
                  </a:lnTo>
                  <a:lnTo>
                    <a:pt x="1443" y="871"/>
                  </a:lnTo>
                  <a:lnTo>
                    <a:pt x="1448" y="864"/>
                  </a:lnTo>
                  <a:lnTo>
                    <a:pt x="1448" y="864"/>
                  </a:lnTo>
                  <a:lnTo>
                    <a:pt x="1451" y="858"/>
                  </a:lnTo>
                  <a:lnTo>
                    <a:pt x="1454" y="851"/>
                  </a:lnTo>
                  <a:lnTo>
                    <a:pt x="1456" y="843"/>
                  </a:lnTo>
                  <a:lnTo>
                    <a:pt x="1457" y="834"/>
                  </a:lnTo>
                  <a:lnTo>
                    <a:pt x="1457" y="834"/>
                  </a:lnTo>
                  <a:lnTo>
                    <a:pt x="1455" y="816"/>
                  </a:lnTo>
                  <a:lnTo>
                    <a:pt x="1452" y="800"/>
                  </a:lnTo>
                  <a:lnTo>
                    <a:pt x="1449" y="783"/>
                  </a:lnTo>
                  <a:lnTo>
                    <a:pt x="1444" y="769"/>
                  </a:lnTo>
                  <a:lnTo>
                    <a:pt x="1439" y="755"/>
                  </a:lnTo>
                  <a:lnTo>
                    <a:pt x="1431" y="743"/>
                  </a:lnTo>
                  <a:lnTo>
                    <a:pt x="1424" y="730"/>
                  </a:lnTo>
                  <a:lnTo>
                    <a:pt x="1415" y="719"/>
                  </a:lnTo>
                  <a:lnTo>
                    <a:pt x="1410" y="713"/>
                  </a:lnTo>
                  <a:lnTo>
                    <a:pt x="1410" y="713"/>
                  </a:lnTo>
                  <a:lnTo>
                    <a:pt x="1381" y="678"/>
                  </a:lnTo>
                  <a:lnTo>
                    <a:pt x="1366" y="663"/>
                  </a:lnTo>
                  <a:lnTo>
                    <a:pt x="1349" y="647"/>
                  </a:lnTo>
                  <a:lnTo>
                    <a:pt x="1349" y="647"/>
                  </a:lnTo>
                  <a:lnTo>
                    <a:pt x="1336" y="635"/>
                  </a:lnTo>
                  <a:lnTo>
                    <a:pt x="1336" y="635"/>
                  </a:lnTo>
                  <a:lnTo>
                    <a:pt x="1323" y="623"/>
                  </a:lnTo>
                  <a:lnTo>
                    <a:pt x="1310" y="612"/>
                  </a:lnTo>
                  <a:lnTo>
                    <a:pt x="1300" y="600"/>
                  </a:lnTo>
                  <a:lnTo>
                    <a:pt x="1295" y="593"/>
                  </a:lnTo>
                  <a:lnTo>
                    <a:pt x="1290" y="586"/>
                  </a:lnTo>
                  <a:lnTo>
                    <a:pt x="1290" y="586"/>
                  </a:lnTo>
                  <a:lnTo>
                    <a:pt x="1288" y="582"/>
                  </a:lnTo>
                  <a:lnTo>
                    <a:pt x="1286" y="580"/>
                  </a:lnTo>
                  <a:lnTo>
                    <a:pt x="1285" y="579"/>
                  </a:lnTo>
                  <a:lnTo>
                    <a:pt x="1285" y="579"/>
                  </a:lnTo>
                  <a:lnTo>
                    <a:pt x="1281" y="577"/>
                  </a:lnTo>
                  <a:lnTo>
                    <a:pt x="1279" y="574"/>
                  </a:lnTo>
                  <a:lnTo>
                    <a:pt x="1277" y="571"/>
                  </a:lnTo>
                  <a:lnTo>
                    <a:pt x="1276" y="566"/>
                  </a:lnTo>
                  <a:lnTo>
                    <a:pt x="1275" y="565"/>
                  </a:lnTo>
                  <a:lnTo>
                    <a:pt x="1274" y="564"/>
                  </a:lnTo>
                  <a:lnTo>
                    <a:pt x="1274" y="564"/>
                  </a:lnTo>
                  <a:lnTo>
                    <a:pt x="1263" y="552"/>
                  </a:lnTo>
                  <a:lnTo>
                    <a:pt x="1263" y="552"/>
                  </a:lnTo>
                  <a:lnTo>
                    <a:pt x="1259" y="547"/>
                  </a:lnTo>
                  <a:lnTo>
                    <a:pt x="1257" y="543"/>
                  </a:lnTo>
                  <a:lnTo>
                    <a:pt x="1257" y="543"/>
                  </a:lnTo>
                  <a:lnTo>
                    <a:pt x="1248" y="527"/>
                  </a:lnTo>
                  <a:lnTo>
                    <a:pt x="1244" y="520"/>
                  </a:lnTo>
                  <a:lnTo>
                    <a:pt x="1242" y="514"/>
                  </a:lnTo>
                  <a:lnTo>
                    <a:pt x="1240" y="506"/>
                  </a:lnTo>
                  <a:lnTo>
                    <a:pt x="1239" y="500"/>
                  </a:lnTo>
                  <a:lnTo>
                    <a:pt x="1239" y="493"/>
                  </a:lnTo>
                  <a:lnTo>
                    <a:pt x="1240" y="487"/>
                  </a:lnTo>
                  <a:lnTo>
                    <a:pt x="1240" y="487"/>
                  </a:lnTo>
                  <a:lnTo>
                    <a:pt x="1244" y="473"/>
                  </a:lnTo>
                  <a:lnTo>
                    <a:pt x="1250" y="460"/>
                  </a:lnTo>
                  <a:lnTo>
                    <a:pt x="1257" y="447"/>
                  </a:lnTo>
                  <a:lnTo>
                    <a:pt x="1267" y="436"/>
                  </a:lnTo>
                  <a:lnTo>
                    <a:pt x="1278" y="427"/>
                  </a:lnTo>
                  <a:lnTo>
                    <a:pt x="1289" y="418"/>
                  </a:lnTo>
                  <a:lnTo>
                    <a:pt x="1302" y="412"/>
                  </a:lnTo>
                  <a:lnTo>
                    <a:pt x="1315" y="408"/>
                  </a:lnTo>
                  <a:lnTo>
                    <a:pt x="1315" y="408"/>
                  </a:lnTo>
                  <a:lnTo>
                    <a:pt x="1324" y="407"/>
                  </a:lnTo>
                  <a:lnTo>
                    <a:pt x="1333" y="406"/>
                  </a:lnTo>
                  <a:lnTo>
                    <a:pt x="1353" y="405"/>
                  </a:lnTo>
                  <a:lnTo>
                    <a:pt x="1353" y="405"/>
                  </a:lnTo>
                  <a:lnTo>
                    <a:pt x="1368" y="404"/>
                  </a:lnTo>
                  <a:lnTo>
                    <a:pt x="1383" y="403"/>
                  </a:lnTo>
                  <a:lnTo>
                    <a:pt x="1397" y="401"/>
                  </a:lnTo>
                  <a:lnTo>
                    <a:pt x="1412" y="396"/>
                  </a:lnTo>
                  <a:lnTo>
                    <a:pt x="1418" y="393"/>
                  </a:lnTo>
                  <a:lnTo>
                    <a:pt x="1423" y="390"/>
                  </a:lnTo>
                  <a:lnTo>
                    <a:pt x="1429" y="386"/>
                  </a:lnTo>
                  <a:lnTo>
                    <a:pt x="1433" y="382"/>
                  </a:lnTo>
                  <a:lnTo>
                    <a:pt x="1439" y="376"/>
                  </a:lnTo>
                  <a:lnTo>
                    <a:pt x="1442" y="370"/>
                  </a:lnTo>
                  <a:lnTo>
                    <a:pt x="1445" y="362"/>
                  </a:lnTo>
                  <a:lnTo>
                    <a:pt x="1447" y="354"/>
                  </a:lnTo>
                  <a:lnTo>
                    <a:pt x="1447" y="354"/>
                  </a:lnTo>
                  <a:lnTo>
                    <a:pt x="1449" y="343"/>
                  </a:lnTo>
                  <a:lnTo>
                    <a:pt x="1449" y="331"/>
                  </a:lnTo>
                  <a:lnTo>
                    <a:pt x="1449" y="319"/>
                  </a:lnTo>
                  <a:lnTo>
                    <a:pt x="1449" y="306"/>
                  </a:lnTo>
                  <a:lnTo>
                    <a:pt x="1447" y="294"/>
                  </a:lnTo>
                  <a:lnTo>
                    <a:pt x="1445" y="280"/>
                  </a:lnTo>
                  <a:lnTo>
                    <a:pt x="1442" y="268"/>
                  </a:lnTo>
                  <a:lnTo>
                    <a:pt x="1438" y="254"/>
                  </a:lnTo>
                  <a:lnTo>
                    <a:pt x="1433" y="242"/>
                  </a:lnTo>
                  <a:lnTo>
                    <a:pt x="1429" y="230"/>
                  </a:lnTo>
                  <a:lnTo>
                    <a:pt x="1424" y="217"/>
                  </a:lnTo>
                  <a:lnTo>
                    <a:pt x="1418" y="206"/>
                  </a:lnTo>
                  <a:lnTo>
                    <a:pt x="1412" y="194"/>
                  </a:lnTo>
                  <a:lnTo>
                    <a:pt x="1404" y="184"/>
                  </a:lnTo>
                  <a:lnTo>
                    <a:pt x="1397" y="175"/>
                  </a:lnTo>
                  <a:lnTo>
                    <a:pt x="1389" y="166"/>
                  </a:lnTo>
                  <a:lnTo>
                    <a:pt x="1389" y="166"/>
                  </a:lnTo>
                  <a:lnTo>
                    <a:pt x="1381" y="158"/>
                  </a:lnTo>
                  <a:lnTo>
                    <a:pt x="1371" y="150"/>
                  </a:lnTo>
                  <a:lnTo>
                    <a:pt x="1354" y="134"/>
                  </a:lnTo>
                  <a:lnTo>
                    <a:pt x="1354" y="134"/>
                  </a:lnTo>
                  <a:lnTo>
                    <a:pt x="1336" y="121"/>
                  </a:lnTo>
                  <a:lnTo>
                    <a:pt x="1320" y="106"/>
                  </a:lnTo>
                  <a:lnTo>
                    <a:pt x="1320" y="106"/>
                  </a:lnTo>
                  <a:lnTo>
                    <a:pt x="1302" y="88"/>
                  </a:lnTo>
                  <a:lnTo>
                    <a:pt x="1282" y="72"/>
                  </a:lnTo>
                  <a:lnTo>
                    <a:pt x="1273" y="65"/>
                  </a:lnTo>
                  <a:lnTo>
                    <a:pt x="1263" y="59"/>
                  </a:lnTo>
                  <a:lnTo>
                    <a:pt x="1253" y="52"/>
                  </a:lnTo>
                  <a:lnTo>
                    <a:pt x="1242" y="47"/>
                  </a:lnTo>
                  <a:lnTo>
                    <a:pt x="1242" y="47"/>
                  </a:lnTo>
                  <a:lnTo>
                    <a:pt x="1227" y="41"/>
                  </a:lnTo>
                  <a:lnTo>
                    <a:pt x="1211" y="37"/>
                  </a:lnTo>
                  <a:lnTo>
                    <a:pt x="1195" y="35"/>
                  </a:lnTo>
                  <a:lnTo>
                    <a:pt x="1177" y="34"/>
                  </a:lnTo>
                  <a:lnTo>
                    <a:pt x="1177" y="34"/>
                  </a:lnTo>
                  <a:lnTo>
                    <a:pt x="1167" y="34"/>
                  </a:lnTo>
                  <a:lnTo>
                    <a:pt x="1157" y="35"/>
                  </a:lnTo>
                  <a:lnTo>
                    <a:pt x="1146" y="37"/>
                  </a:lnTo>
                  <a:lnTo>
                    <a:pt x="1137" y="39"/>
                  </a:lnTo>
                  <a:lnTo>
                    <a:pt x="1128" y="42"/>
                  </a:lnTo>
                  <a:lnTo>
                    <a:pt x="1119" y="45"/>
                  </a:lnTo>
                  <a:lnTo>
                    <a:pt x="1111" y="49"/>
                  </a:lnTo>
                  <a:lnTo>
                    <a:pt x="1103" y="54"/>
                  </a:lnTo>
                  <a:lnTo>
                    <a:pt x="1096" y="60"/>
                  </a:lnTo>
                  <a:lnTo>
                    <a:pt x="1088" y="66"/>
                  </a:lnTo>
                  <a:lnTo>
                    <a:pt x="1082" y="72"/>
                  </a:lnTo>
                  <a:lnTo>
                    <a:pt x="1077" y="79"/>
                  </a:lnTo>
                  <a:lnTo>
                    <a:pt x="1072" y="87"/>
                  </a:lnTo>
                  <a:lnTo>
                    <a:pt x="1068" y="94"/>
                  </a:lnTo>
                  <a:lnTo>
                    <a:pt x="1064" y="102"/>
                  </a:lnTo>
                  <a:lnTo>
                    <a:pt x="1061" y="111"/>
                  </a:lnTo>
                  <a:lnTo>
                    <a:pt x="1061" y="111"/>
                  </a:lnTo>
                  <a:lnTo>
                    <a:pt x="1058" y="123"/>
                  </a:lnTo>
                  <a:lnTo>
                    <a:pt x="1057" y="134"/>
                  </a:lnTo>
                  <a:lnTo>
                    <a:pt x="1055" y="157"/>
                  </a:lnTo>
                  <a:lnTo>
                    <a:pt x="1055" y="157"/>
                  </a:lnTo>
                  <a:lnTo>
                    <a:pt x="1054" y="175"/>
                  </a:lnTo>
                  <a:lnTo>
                    <a:pt x="1053" y="184"/>
                  </a:lnTo>
                  <a:lnTo>
                    <a:pt x="1051" y="192"/>
                  </a:lnTo>
                  <a:lnTo>
                    <a:pt x="1049" y="201"/>
                  </a:lnTo>
                  <a:lnTo>
                    <a:pt x="1045" y="209"/>
                  </a:lnTo>
                  <a:lnTo>
                    <a:pt x="1040" y="216"/>
                  </a:lnTo>
                  <a:lnTo>
                    <a:pt x="1032" y="224"/>
                  </a:lnTo>
                  <a:lnTo>
                    <a:pt x="1032" y="224"/>
                  </a:lnTo>
                  <a:lnTo>
                    <a:pt x="1021" y="235"/>
                  </a:lnTo>
                  <a:lnTo>
                    <a:pt x="1011" y="242"/>
                  </a:lnTo>
                  <a:lnTo>
                    <a:pt x="1004" y="244"/>
                  </a:lnTo>
                  <a:lnTo>
                    <a:pt x="999" y="246"/>
                  </a:lnTo>
                  <a:lnTo>
                    <a:pt x="994" y="247"/>
                  </a:lnTo>
                  <a:lnTo>
                    <a:pt x="989" y="248"/>
                  </a:lnTo>
                  <a:lnTo>
                    <a:pt x="989" y="248"/>
                  </a:lnTo>
                  <a:lnTo>
                    <a:pt x="984" y="247"/>
                  </a:lnTo>
                  <a:lnTo>
                    <a:pt x="978" y="246"/>
                  </a:lnTo>
                  <a:lnTo>
                    <a:pt x="973" y="244"/>
                  </a:lnTo>
                  <a:lnTo>
                    <a:pt x="968" y="242"/>
                  </a:lnTo>
                  <a:lnTo>
                    <a:pt x="964" y="239"/>
                  </a:lnTo>
                  <a:lnTo>
                    <a:pt x="963" y="240"/>
                  </a:lnTo>
                  <a:lnTo>
                    <a:pt x="963" y="240"/>
                  </a:lnTo>
                  <a:lnTo>
                    <a:pt x="959" y="235"/>
                  </a:lnTo>
                  <a:lnTo>
                    <a:pt x="959" y="235"/>
                  </a:lnTo>
                  <a:lnTo>
                    <a:pt x="954" y="231"/>
                  </a:lnTo>
                  <a:lnTo>
                    <a:pt x="954" y="231"/>
                  </a:lnTo>
                  <a:lnTo>
                    <a:pt x="950" y="225"/>
                  </a:lnTo>
                  <a:lnTo>
                    <a:pt x="949" y="224"/>
                  </a:lnTo>
                  <a:lnTo>
                    <a:pt x="939" y="213"/>
                  </a:lnTo>
                  <a:lnTo>
                    <a:pt x="939" y="213"/>
                  </a:lnTo>
                  <a:lnTo>
                    <a:pt x="927" y="199"/>
                  </a:lnTo>
                  <a:lnTo>
                    <a:pt x="914" y="184"/>
                  </a:lnTo>
                  <a:lnTo>
                    <a:pt x="887" y="157"/>
                  </a:lnTo>
                  <a:lnTo>
                    <a:pt x="887" y="157"/>
                  </a:lnTo>
                  <a:lnTo>
                    <a:pt x="875" y="145"/>
                  </a:lnTo>
                  <a:lnTo>
                    <a:pt x="875" y="145"/>
                  </a:lnTo>
                  <a:lnTo>
                    <a:pt x="854" y="124"/>
                  </a:lnTo>
                  <a:lnTo>
                    <a:pt x="854" y="124"/>
                  </a:lnTo>
                  <a:lnTo>
                    <a:pt x="825" y="93"/>
                  </a:lnTo>
                  <a:lnTo>
                    <a:pt x="808" y="78"/>
                  </a:lnTo>
                  <a:lnTo>
                    <a:pt x="792" y="64"/>
                  </a:lnTo>
                  <a:lnTo>
                    <a:pt x="774" y="52"/>
                  </a:lnTo>
                  <a:lnTo>
                    <a:pt x="765" y="47"/>
                  </a:lnTo>
                  <a:lnTo>
                    <a:pt x="756" y="43"/>
                  </a:lnTo>
                  <a:lnTo>
                    <a:pt x="745" y="39"/>
                  </a:lnTo>
                  <a:lnTo>
                    <a:pt x="736" y="37"/>
                  </a:lnTo>
                  <a:lnTo>
                    <a:pt x="726" y="35"/>
                  </a:lnTo>
                  <a:lnTo>
                    <a:pt x="716" y="34"/>
                  </a:lnTo>
                  <a:lnTo>
                    <a:pt x="716" y="34"/>
                  </a:lnTo>
                  <a:lnTo>
                    <a:pt x="708" y="35"/>
                  </a:lnTo>
                  <a:lnTo>
                    <a:pt x="700" y="36"/>
                  </a:lnTo>
                  <a:lnTo>
                    <a:pt x="692" y="38"/>
                  </a:lnTo>
                  <a:lnTo>
                    <a:pt x="684" y="40"/>
                  </a:lnTo>
                  <a:lnTo>
                    <a:pt x="684" y="40"/>
                  </a:lnTo>
                  <a:lnTo>
                    <a:pt x="664" y="48"/>
                  </a:lnTo>
                  <a:lnTo>
                    <a:pt x="646" y="59"/>
                  </a:lnTo>
                  <a:lnTo>
                    <a:pt x="628" y="70"/>
                  </a:lnTo>
                  <a:lnTo>
                    <a:pt x="612" y="82"/>
                  </a:lnTo>
                  <a:lnTo>
                    <a:pt x="597" y="95"/>
                  </a:lnTo>
                  <a:lnTo>
                    <a:pt x="581" y="109"/>
                  </a:lnTo>
                  <a:lnTo>
                    <a:pt x="552" y="138"/>
                  </a:lnTo>
                  <a:lnTo>
                    <a:pt x="552" y="138"/>
                  </a:lnTo>
                  <a:lnTo>
                    <a:pt x="535" y="158"/>
                  </a:lnTo>
                  <a:lnTo>
                    <a:pt x="515" y="177"/>
                  </a:lnTo>
                  <a:lnTo>
                    <a:pt x="515" y="177"/>
                  </a:lnTo>
                  <a:lnTo>
                    <a:pt x="480" y="208"/>
                  </a:lnTo>
                  <a:lnTo>
                    <a:pt x="448" y="235"/>
                  </a:lnTo>
                  <a:lnTo>
                    <a:pt x="447" y="236"/>
                  </a:lnTo>
                  <a:lnTo>
                    <a:pt x="447" y="236"/>
                  </a:lnTo>
                  <a:lnTo>
                    <a:pt x="444" y="247"/>
                  </a:lnTo>
                  <a:lnTo>
                    <a:pt x="444" y="247"/>
                  </a:lnTo>
                  <a:lnTo>
                    <a:pt x="438" y="261"/>
                  </a:lnTo>
                  <a:lnTo>
                    <a:pt x="439" y="259"/>
                  </a:lnTo>
                  <a:lnTo>
                    <a:pt x="448" y="268"/>
                  </a:lnTo>
                  <a:lnTo>
                    <a:pt x="448" y="268"/>
                  </a:lnTo>
                  <a:lnTo>
                    <a:pt x="451" y="265"/>
                  </a:lnTo>
                  <a:lnTo>
                    <a:pt x="455" y="264"/>
                  </a:lnTo>
                  <a:lnTo>
                    <a:pt x="463" y="261"/>
                  </a:lnTo>
                  <a:lnTo>
                    <a:pt x="463" y="261"/>
                  </a:lnTo>
                  <a:lnTo>
                    <a:pt x="470" y="260"/>
                  </a:lnTo>
                  <a:lnTo>
                    <a:pt x="477" y="260"/>
                  </a:lnTo>
                  <a:lnTo>
                    <a:pt x="477" y="260"/>
                  </a:lnTo>
                  <a:lnTo>
                    <a:pt x="489" y="260"/>
                  </a:lnTo>
                  <a:lnTo>
                    <a:pt x="502" y="262"/>
                  </a:lnTo>
                  <a:lnTo>
                    <a:pt x="502" y="262"/>
                  </a:lnTo>
                  <a:lnTo>
                    <a:pt x="514" y="263"/>
                  </a:lnTo>
                  <a:lnTo>
                    <a:pt x="526" y="264"/>
                  </a:lnTo>
                  <a:lnTo>
                    <a:pt x="526" y="264"/>
                  </a:lnTo>
                  <a:lnTo>
                    <a:pt x="541" y="265"/>
                  </a:lnTo>
                  <a:lnTo>
                    <a:pt x="557" y="268"/>
                  </a:lnTo>
                  <a:lnTo>
                    <a:pt x="572" y="273"/>
                  </a:lnTo>
                  <a:lnTo>
                    <a:pt x="588" y="280"/>
                  </a:lnTo>
                  <a:lnTo>
                    <a:pt x="603" y="291"/>
                  </a:lnTo>
                  <a:lnTo>
                    <a:pt x="618" y="301"/>
                  </a:lnTo>
                  <a:lnTo>
                    <a:pt x="632" y="315"/>
                  </a:lnTo>
                  <a:lnTo>
                    <a:pt x="646" y="329"/>
                  </a:lnTo>
                  <a:lnTo>
                    <a:pt x="646" y="329"/>
                  </a:lnTo>
                  <a:lnTo>
                    <a:pt x="658" y="345"/>
                  </a:lnTo>
                  <a:lnTo>
                    <a:pt x="670" y="361"/>
                  </a:lnTo>
                  <a:lnTo>
                    <a:pt x="679" y="378"/>
                  </a:lnTo>
                  <a:lnTo>
                    <a:pt x="687" y="394"/>
                  </a:lnTo>
                  <a:lnTo>
                    <a:pt x="695" y="412"/>
                  </a:lnTo>
                  <a:lnTo>
                    <a:pt x="702" y="431"/>
                  </a:lnTo>
                  <a:lnTo>
                    <a:pt x="706" y="449"/>
                  </a:lnTo>
                  <a:lnTo>
                    <a:pt x="710" y="469"/>
                  </a:lnTo>
                  <a:lnTo>
                    <a:pt x="710" y="469"/>
                  </a:lnTo>
                  <a:lnTo>
                    <a:pt x="711" y="484"/>
                  </a:lnTo>
                  <a:lnTo>
                    <a:pt x="710" y="497"/>
                  </a:lnTo>
                  <a:lnTo>
                    <a:pt x="708" y="508"/>
                  </a:lnTo>
                  <a:lnTo>
                    <a:pt x="704" y="521"/>
                  </a:lnTo>
                  <a:lnTo>
                    <a:pt x="698" y="532"/>
                  </a:lnTo>
                  <a:lnTo>
                    <a:pt x="691" y="543"/>
                  </a:lnTo>
                  <a:lnTo>
                    <a:pt x="676" y="565"/>
                  </a:lnTo>
                  <a:lnTo>
                    <a:pt x="676" y="565"/>
                  </a:lnTo>
                  <a:lnTo>
                    <a:pt x="664" y="581"/>
                  </a:lnTo>
                  <a:lnTo>
                    <a:pt x="664" y="581"/>
                  </a:lnTo>
                  <a:lnTo>
                    <a:pt x="659" y="589"/>
                  </a:lnTo>
                  <a:lnTo>
                    <a:pt x="653" y="597"/>
                  </a:lnTo>
                  <a:lnTo>
                    <a:pt x="646" y="604"/>
                  </a:lnTo>
                  <a:lnTo>
                    <a:pt x="640" y="610"/>
                  </a:lnTo>
                  <a:lnTo>
                    <a:pt x="624" y="621"/>
                  </a:lnTo>
                  <a:lnTo>
                    <a:pt x="608" y="631"/>
                  </a:lnTo>
                  <a:lnTo>
                    <a:pt x="592" y="639"/>
                  </a:lnTo>
                  <a:lnTo>
                    <a:pt x="574" y="645"/>
                  </a:lnTo>
                  <a:lnTo>
                    <a:pt x="538" y="659"/>
                  </a:lnTo>
                  <a:lnTo>
                    <a:pt x="535" y="660"/>
                  </a:lnTo>
                  <a:lnTo>
                    <a:pt x="535" y="660"/>
                  </a:lnTo>
                  <a:lnTo>
                    <a:pt x="521" y="663"/>
                  </a:lnTo>
                  <a:lnTo>
                    <a:pt x="508" y="666"/>
                  </a:lnTo>
                  <a:lnTo>
                    <a:pt x="495" y="668"/>
                  </a:lnTo>
                  <a:lnTo>
                    <a:pt x="482" y="668"/>
                  </a:lnTo>
                  <a:lnTo>
                    <a:pt x="482" y="668"/>
                  </a:lnTo>
                  <a:lnTo>
                    <a:pt x="472" y="668"/>
                  </a:lnTo>
                  <a:lnTo>
                    <a:pt x="461" y="667"/>
                  </a:lnTo>
                  <a:lnTo>
                    <a:pt x="451" y="665"/>
                  </a:lnTo>
                  <a:lnTo>
                    <a:pt x="441" y="663"/>
                  </a:lnTo>
                  <a:lnTo>
                    <a:pt x="430" y="659"/>
                  </a:lnTo>
                  <a:lnTo>
                    <a:pt x="420" y="655"/>
                  </a:lnTo>
                  <a:lnTo>
                    <a:pt x="409" y="649"/>
                  </a:lnTo>
                  <a:lnTo>
                    <a:pt x="398" y="644"/>
                  </a:lnTo>
                  <a:lnTo>
                    <a:pt x="398" y="644"/>
                  </a:lnTo>
                  <a:lnTo>
                    <a:pt x="381" y="634"/>
                  </a:lnTo>
                  <a:lnTo>
                    <a:pt x="367" y="623"/>
                  </a:lnTo>
                  <a:lnTo>
                    <a:pt x="354" y="613"/>
                  </a:lnTo>
                  <a:lnTo>
                    <a:pt x="343" y="602"/>
                  </a:lnTo>
                  <a:lnTo>
                    <a:pt x="334" y="589"/>
                  </a:lnTo>
                  <a:lnTo>
                    <a:pt x="325" y="575"/>
                  </a:lnTo>
                  <a:lnTo>
                    <a:pt x="318" y="559"/>
                  </a:lnTo>
                  <a:lnTo>
                    <a:pt x="312" y="543"/>
                  </a:lnTo>
                  <a:lnTo>
                    <a:pt x="312" y="543"/>
                  </a:lnTo>
                  <a:lnTo>
                    <a:pt x="306" y="521"/>
                  </a:lnTo>
                  <a:lnTo>
                    <a:pt x="300" y="499"/>
                  </a:lnTo>
                  <a:lnTo>
                    <a:pt x="300" y="499"/>
                  </a:lnTo>
                  <a:lnTo>
                    <a:pt x="294" y="478"/>
                  </a:lnTo>
                  <a:lnTo>
                    <a:pt x="288" y="459"/>
                  </a:lnTo>
                  <a:lnTo>
                    <a:pt x="277" y="462"/>
                  </a:lnTo>
                  <a:lnTo>
                    <a:pt x="278" y="457"/>
                  </a:lnTo>
                  <a:lnTo>
                    <a:pt x="282" y="455"/>
                  </a:lnTo>
                  <a:lnTo>
                    <a:pt x="287" y="457"/>
                  </a:lnTo>
                  <a:lnTo>
                    <a:pt x="287" y="457"/>
                  </a:lnTo>
                  <a:lnTo>
                    <a:pt x="283" y="450"/>
                  </a:lnTo>
                  <a:lnTo>
                    <a:pt x="283" y="450"/>
                  </a:lnTo>
                  <a:lnTo>
                    <a:pt x="273" y="433"/>
                  </a:lnTo>
                  <a:lnTo>
                    <a:pt x="265" y="421"/>
                  </a:lnTo>
                  <a:lnTo>
                    <a:pt x="259" y="415"/>
                  </a:lnTo>
                  <a:lnTo>
                    <a:pt x="256" y="414"/>
                  </a:lnTo>
                  <a:lnTo>
                    <a:pt x="254" y="413"/>
                  </a:lnTo>
                  <a:lnTo>
                    <a:pt x="254" y="413"/>
                  </a:lnTo>
                  <a:lnTo>
                    <a:pt x="252" y="414"/>
                  </a:lnTo>
                  <a:lnTo>
                    <a:pt x="249" y="415"/>
                  </a:lnTo>
                  <a:lnTo>
                    <a:pt x="222" y="442"/>
                  </a:lnTo>
                  <a:lnTo>
                    <a:pt x="222" y="442"/>
                  </a:lnTo>
                  <a:lnTo>
                    <a:pt x="218" y="446"/>
                  </a:lnTo>
                  <a:lnTo>
                    <a:pt x="213" y="447"/>
                  </a:lnTo>
                  <a:lnTo>
                    <a:pt x="210" y="447"/>
                  </a:lnTo>
                  <a:lnTo>
                    <a:pt x="208" y="449"/>
                  </a:lnTo>
                  <a:lnTo>
                    <a:pt x="208" y="449"/>
                  </a:lnTo>
                  <a:lnTo>
                    <a:pt x="196" y="461"/>
                  </a:lnTo>
                  <a:lnTo>
                    <a:pt x="182" y="472"/>
                  </a:lnTo>
                  <a:lnTo>
                    <a:pt x="157" y="494"/>
                  </a:lnTo>
                  <a:lnTo>
                    <a:pt x="157" y="494"/>
                  </a:lnTo>
                  <a:lnTo>
                    <a:pt x="136" y="510"/>
                  </a:lnTo>
                  <a:lnTo>
                    <a:pt x="115" y="528"/>
                  </a:lnTo>
                  <a:lnTo>
                    <a:pt x="95" y="548"/>
                  </a:lnTo>
                  <a:lnTo>
                    <a:pt x="86" y="558"/>
                  </a:lnTo>
                  <a:lnTo>
                    <a:pt x="77" y="569"/>
                  </a:lnTo>
                  <a:lnTo>
                    <a:pt x="77" y="569"/>
                  </a:lnTo>
                  <a:lnTo>
                    <a:pt x="68" y="581"/>
                  </a:lnTo>
                  <a:lnTo>
                    <a:pt x="60" y="594"/>
                  </a:lnTo>
                  <a:lnTo>
                    <a:pt x="53" y="609"/>
                  </a:lnTo>
                  <a:lnTo>
                    <a:pt x="48" y="623"/>
                  </a:lnTo>
                  <a:lnTo>
                    <a:pt x="43" y="639"/>
                  </a:lnTo>
                  <a:lnTo>
                    <a:pt x="39" y="655"/>
                  </a:lnTo>
                  <a:lnTo>
                    <a:pt x="36" y="670"/>
                  </a:lnTo>
                  <a:lnTo>
                    <a:pt x="35" y="687"/>
                  </a:lnTo>
                  <a:lnTo>
                    <a:pt x="35" y="702"/>
                  </a:lnTo>
                  <a:lnTo>
                    <a:pt x="36" y="718"/>
                  </a:lnTo>
                  <a:lnTo>
                    <a:pt x="38" y="733"/>
                  </a:lnTo>
                  <a:lnTo>
                    <a:pt x="41" y="748"/>
                  </a:lnTo>
                  <a:lnTo>
                    <a:pt x="47" y="762"/>
                  </a:lnTo>
                  <a:lnTo>
                    <a:pt x="52" y="776"/>
                  </a:lnTo>
                  <a:lnTo>
                    <a:pt x="59" y="789"/>
                  </a:lnTo>
                  <a:lnTo>
                    <a:pt x="66" y="801"/>
                  </a:lnTo>
                  <a:lnTo>
                    <a:pt x="66" y="801"/>
                  </a:lnTo>
                  <a:lnTo>
                    <a:pt x="94" y="837"/>
                  </a:lnTo>
                  <a:lnTo>
                    <a:pt x="124" y="873"/>
                  </a:lnTo>
                  <a:lnTo>
                    <a:pt x="159" y="911"/>
                  </a:lnTo>
                  <a:lnTo>
                    <a:pt x="199" y="952"/>
                  </a:lnTo>
                  <a:lnTo>
                    <a:pt x="199" y="952"/>
                  </a:lnTo>
                  <a:lnTo>
                    <a:pt x="210" y="963"/>
                  </a:lnTo>
                  <a:lnTo>
                    <a:pt x="216" y="969"/>
                  </a:lnTo>
                  <a:lnTo>
                    <a:pt x="218" y="969"/>
                  </a:lnTo>
                  <a:lnTo>
                    <a:pt x="218" y="969"/>
                  </a:lnTo>
                  <a:lnTo>
                    <a:pt x="221" y="970"/>
                  </a:lnTo>
                  <a:lnTo>
                    <a:pt x="224" y="971"/>
                  </a:lnTo>
                  <a:lnTo>
                    <a:pt x="226" y="973"/>
                  </a:lnTo>
                  <a:lnTo>
                    <a:pt x="229" y="975"/>
                  </a:lnTo>
                  <a:lnTo>
                    <a:pt x="229" y="975"/>
                  </a:lnTo>
                  <a:lnTo>
                    <a:pt x="234" y="981"/>
                  </a:lnTo>
                  <a:lnTo>
                    <a:pt x="240" y="985"/>
                  </a:lnTo>
                  <a:lnTo>
                    <a:pt x="246" y="988"/>
                  </a:lnTo>
                  <a:lnTo>
                    <a:pt x="251" y="989"/>
                  </a:lnTo>
                  <a:lnTo>
                    <a:pt x="251" y="989"/>
                  </a:lnTo>
                  <a:lnTo>
                    <a:pt x="254" y="988"/>
                  </a:lnTo>
                  <a:lnTo>
                    <a:pt x="257" y="987"/>
                  </a:lnTo>
                  <a:lnTo>
                    <a:pt x="261" y="985"/>
                  </a:lnTo>
                  <a:lnTo>
                    <a:pt x="265" y="982"/>
                  </a:lnTo>
                  <a:lnTo>
                    <a:pt x="265" y="982"/>
                  </a:lnTo>
                  <a:lnTo>
                    <a:pt x="268" y="977"/>
                  </a:lnTo>
                  <a:lnTo>
                    <a:pt x="272" y="971"/>
                  </a:lnTo>
                  <a:lnTo>
                    <a:pt x="275" y="963"/>
                  </a:lnTo>
                  <a:lnTo>
                    <a:pt x="276" y="956"/>
                  </a:lnTo>
                  <a:lnTo>
                    <a:pt x="278" y="942"/>
                  </a:lnTo>
                  <a:lnTo>
                    <a:pt x="277" y="928"/>
                  </a:lnTo>
                  <a:lnTo>
                    <a:pt x="277" y="928"/>
                  </a:lnTo>
                  <a:lnTo>
                    <a:pt x="275" y="915"/>
                  </a:lnTo>
                  <a:lnTo>
                    <a:pt x="275" y="915"/>
                  </a:lnTo>
                  <a:lnTo>
                    <a:pt x="271" y="882"/>
                  </a:lnTo>
                  <a:lnTo>
                    <a:pt x="270" y="865"/>
                  </a:lnTo>
                  <a:lnTo>
                    <a:pt x="268" y="848"/>
                  </a:lnTo>
                  <a:lnTo>
                    <a:pt x="268" y="848"/>
                  </a:lnTo>
                  <a:lnTo>
                    <a:pt x="270" y="838"/>
                  </a:lnTo>
                  <a:lnTo>
                    <a:pt x="271" y="828"/>
                  </a:lnTo>
                  <a:lnTo>
                    <a:pt x="273" y="818"/>
                  </a:lnTo>
                  <a:lnTo>
                    <a:pt x="275" y="809"/>
                  </a:lnTo>
                  <a:lnTo>
                    <a:pt x="280" y="792"/>
                  </a:lnTo>
                  <a:lnTo>
                    <a:pt x="288" y="777"/>
                  </a:lnTo>
                  <a:lnTo>
                    <a:pt x="297" y="762"/>
                  </a:lnTo>
                  <a:lnTo>
                    <a:pt x="309" y="748"/>
                  </a:lnTo>
                  <a:lnTo>
                    <a:pt x="322" y="735"/>
                  </a:lnTo>
                  <a:lnTo>
                    <a:pt x="337" y="722"/>
                  </a:lnTo>
                  <a:lnTo>
                    <a:pt x="337" y="722"/>
                  </a:lnTo>
                  <a:lnTo>
                    <a:pt x="341" y="719"/>
                  </a:lnTo>
                  <a:lnTo>
                    <a:pt x="346" y="716"/>
                  </a:lnTo>
                  <a:lnTo>
                    <a:pt x="352" y="714"/>
                  </a:lnTo>
                  <a:lnTo>
                    <a:pt x="359" y="712"/>
                  </a:lnTo>
                  <a:lnTo>
                    <a:pt x="373" y="708"/>
                  </a:lnTo>
                  <a:lnTo>
                    <a:pt x="391" y="707"/>
                  </a:lnTo>
                  <a:lnTo>
                    <a:pt x="391" y="707"/>
                  </a:lnTo>
                  <a:lnTo>
                    <a:pt x="402" y="708"/>
                  </a:lnTo>
                  <a:lnTo>
                    <a:pt x="414" y="709"/>
                  </a:lnTo>
                  <a:lnTo>
                    <a:pt x="434" y="713"/>
                  </a:lnTo>
                  <a:lnTo>
                    <a:pt x="453" y="718"/>
                  </a:lnTo>
                  <a:lnTo>
                    <a:pt x="469" y="724"/>
                  </a:lnTo>
                  <a:lnTo>
                    <a:pt x="469" y="724"/>
                  </a:lnTo>
                  <a:lnTo>
                    <a:pt x="495" y="737"/>
                  </a:lnTo>
                  <a:lnTo>
                    <a:pt x="520" y="752"/>
                  </a:lnTo>
                  <a:lnTo>
                    <a:pt x="543" y="767"/>
                  </a:lnTo>
                  <a:lnTo>
                    <a:pt x="564" y="782"/>
                  </a:lnTo>
                  <a:lnTo>
                    <a:pt x="584" y="799"/>
                  </a:lnTo>
                  <a:lnTo>
                    <a:pt x="601" y="815"/>
                  </a:lnTo>
                  <a:lnTo>
                    <a:pt x="617" y="833"/>
                  </a:lnTo>
                  <a:lnTo>
                    <a:pt x="631" y="850"/>
                  </a:lnTo>
                  <a:lnTo>
                    <a:pt x="642" y="865"/>
                  </a:lnTo>
                  <a:lnTo>
                    <a:pt x="642" y="865"/>
                  </a:lnTo>
                  <a:lnTo>
                    <a:pt x="669" y="902"/>
                  </a:lnTo>
                  <a:lnTo>
                    <a:pt x="681" y="922"/>
                  </a:lnTo>
                  <a:lnTo>
                    <a:pt x="693" y="942"/>
                  </a:lnTo>
                  <a:lnTo>
                    <a:pt x="705" y="962"/>
                  </a:lnTo>
                  <a:lnTo>
                    <a:pt x="715" y="983"/>
                  </a:lnTo>
                  <a:lnTo>
                    <a:pt x="723" y="1005"/>
                  </a:lnTo>
                  <a:lnTo>
                    <a:pt x="730" y="1027"/>
                  </a:lnTo>
                  <a:lnTo>
                    <a:pt x="730" y="1027"/>
                  </a:lnTo>
                  <a:lnTo>
                    <a:pt x="733" y="1040"/>
                  </a:lnTo>
                  <a:lnTo>
                    <a:pt x="735" y="1057"/>
                  </a:lnTo>
                  <a:lnTo>
                    <a:pt x="737" y="1076"/>
                  </a:lnTo>
                  <a:lnTo>
                    <a:pt x="737" y="1097"/>
                  </a:lnTo>
                  <a:lnTo>
                    <a:pt x="736" y="1108"/>
                  </a:lnTo>
                  <a:lnTo>
                    <a:pt x="735" y="1118"/>
                  </a:lnTo>
                  <a:lnTo>
                    <a:pt x="733" y="1129"/>
                  </a:lnTo>
                  <a:lnTo>
                    <a:pt x="730" y="1140"/>
                  </a:lnTo>
                  <a:lnTo>
                    <a:pt x="726" y="1149"/>
                  </a:lnTo>
                  <a:lnTo>
                    <a:pt x="720" y="1158"/>
                  </a:lnTo>
                  <a:lnTo>
                    <a:pt x="714" y="1168"/>
                  </a:lnTo>
                  <a:lnTo>
                    <a:pt x="707" y="1176"/>
                  </a:lnTo>
                  <a:lnTo>
                    <a:pt x="707" y="1176"/>
                  </a:lnTo>
                  <a:lnTo>
                    <a:pt x="699" y="1183"/>
                  </a:lnTo>
                  <a:lnTo>
                    <a:pt x="689" y="1189"/>
                  </a:lnTo>
                  <a:lnTo>
                    <a:pt x="681" y="1196"/>
                  </a:lnTo>
                  <a:lnTo>
                    <a:pt x="672" y="1200"/>
                  </a:lnTo>
                  <a:lnTo>
                    <a:pt x="662" y="1203"/>
                  </a:lnTo>
                  <a:lnTo>
                    <a:pt x="653" y="1206"/>
                  </a:lnTo>
                  <a:lnTo>
                    <a:pt x="643" y="1207"/>
                  </a:lnTo>
                  <a:lnTo>
                    <a:pt x="633" y="1208"/>
                  </a:lnTo>
                  <a:lnTo>
                    <a:pt x="633" y="1208"/>
                  </a:lnTo>
                  <a:lnTo>
                    <a:pt x="620" y="1207"/>
                  </a:lnTo>
                  <a:lnTo>
                    <a:pt x="607" y="1205"/>
                  </a:lnTo>
                  <a:lnTo>
                    <a:pt x="593" y="1202"/>
                  </a:lnTo>
                  <a:lnTo>
                    <a:pt x="578" y="1197"/>
                  </a:lnTo>
                  <a:lnTo>
                    <a:pt x="578" y="1197"/>
                  </a:lnTo>
                  <a:lnTo>
                    <a:pt x="568" y="1192"/>
                  </a:lnTo>
                  <a:lnTo>
                    <a:pt x="557" y="1186"/>
                  </a:lnTo>
                  <a:lnTo>
                    <a:pt x="557" y="1186"/>
                  </a:lnTo>
                  <a:lnTo>
                    <a:pt x="540" y="1179"/>
                  </a:lnTo>
                  <a:lnTo>
                    <a:pt x="523" y="1172"/>
                  </a:lnTo>
                  <a:lnTo>
                    <a:pt x="515" y="1169"/>
                  </a:lnTo>
                  <a:lnTo>
                    <a:pt x="507" y="1167"/>
                  </a:lnTo>
                  <a:lnTo>
                    <a:pt x="499" y="1166"/>
                  </a:lnTo>
                  <a:lnTo>
                    <a:pt x="490" y="1165"/>
                  </a:lnTo>
                  <a:lnTo>
                    <a:pt x="490" y="1165"/>
                  </a:lnTo>
                  <a:close/>
                </a:path>
              </a:pathLst>
            </a:custGeom>
            <a:grpFill/>
            <a:ln w="6350">
              <a:solidFill>
                <a:schemeClr val="accent1">
                  <a:lumMod val="75000"/>
                  <a:alpha val="16000"/>
                </a:schemeClr>
              </a:solidFill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</p:grpSp>
      <p:sp>
        <p:nvSpPr>
          <p:cNvPr id="36867" name="Rectangle 1027"/>
          <p:cNvSpPr>
            <a:spLocks noGrp="1" noChangeArrowheads="1"/>
          </p:cNvSpPr>
          <p:nvPr>
            <p:ph idx="1"/>
          </p:nvPr>
        </p:nvSpPr>
        <p:spPr bwMode="auto">
          <a:xfrm>
            <a:off x="772160" y="2637155"/>
            <a:ext cx="7886700" cy="1910080"/>
          </a:xfrm>
        </p:spPr>
        <p:txBody>
          <a:bodyPr wrap="square" numCol="1" anchor="t" anchorCtr="0" compatLnSpc="1"/>
          <a:lstStyle/>
          <a:p>
            <a:r>
              <a:rPr lang="en-US" altLang="zh-CN" dirty="0">
                <a:solidFill>
                  <a:srgbClr val="C00000"/>
                </a:solidFill>
              </a:rPr>
              <a:t>The array-based queue</a:t>
            </a:r>
          </a:p>
          <a:p>
            <a:r>
              <a:rPr lang="en-US" altLang="zh-CN" dirty="0">
                <a:solidFill>
                  <a:srgbClr val="3A3AB9"/>
                </a:solidFill>
              </a:rPr>
              <a:t>The linked queue</a:t>
            </a:r>
            <a:endParaRPr lang="en-US" altLang="zh-CN" dirty="0">
              <a:solidFill>
                <a:srgbClr val="5252D4"/>
              </a:solidFill>
              <a:ea typeface="宋体" panose="02010600030101010101" pitchFamily="2" charset="-122"/>
            </a:endParaRPr>
          </a:p>
        </p:txBody>
      </p:sp>
      <p:sp>
        <p:nvSpPr>
          <p:cNvPr id="2" name="日期占位符 3"/>
          <p:cNvSpPr>
            <a:spLocks noGrp="1"/>
          </p:cNvSpPr>
          <p:nvPr>
            <p:ph type="dt" sz="quarter" idx="10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lvl1pP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557530" indent="-214630"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857250" indent="-171450"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200150" indent="-171450"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543050" indent="-171450"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1885950" indent="-171450" eaLnBrk="0" fontAlgn="base" hangingPunct="0">
              <a:spcBef>
                <a:spcPct val="0"/>
              </a:spcBef>
              <a:spcAft>
                <a:spcPct val="0"/>
              </a:spcAf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228850" indent="-171450" eaLnBrk="0" fontAlgn="base" hangingPunct="0">
              <a:spcBef>
                <a:spcPct val="0"/>
              </a:spcBef>
              <a:spcAft>
                <a:spcPct val="0"/>
              </a:spcAf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2571750" indent="-171450" eaLnBrk="0" fontAlgn="base" hangingPunct="0">
              <a:spcBef>
                <a:spcPct val="0"/>
              </a:spcBef>
              <a:spcAft>
                <a:spcPct val="0"/>
              </a:spcAf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2914650" indent="-171450" eaLnBrk="0" fontAlgn="base" hangingPunct="0">
              <a:spcBef>
                <a:spcPct val="0"/>
              </a:spcBef>
              <a:spcAft>
                <a:spcPct val="0"/>
              </a:spcAf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defRPr/>
            </a:pPr>
            <a:fld id="{B2207ECC-BC70-4D76-A6EC-EE85BF2CF0BF}" type="datetime1">
              <a:rPr lang="zh-CN" altLang="en-US" sz="790" smtClean="0"/>
              <a:pPr>
                <a:defRPr/>
              </a:pPr>
              <a:t>2025/12/16</a:t>
            </a:fld>
            <a:endParaRPr lang="en-US" altLang="zh-CN" sz="790"/>
          </a:p>
        </p:txBody>
      </p:sp>
      <p:sp>
        <p:nvSpPr>
          <p:cNvPr id="3" name="页脚占位符 4"/>
          <p:cNvSpPr>
            <a:spLocks noGrp="1"/>
          </p:cNvSpPr>
          <p:nvPr>
            <p:ph type="ftr" sz="quarter" idx="11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lvl1pP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557530" indent="-214630"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857250" indent="-171450"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200150" indent="-171450"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543050" indent="-171450"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1885950" indent="-171450" eaLnBrk="0" fontAlgn="base" hangingPunct="0">
              <a:spcBef>
                <a:spcPct val="0"/>
              </a:spcBef>
              <a:spcAft>
                <a:spcPct val="0"/>
              </a:spcAf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228850" indent="-171450" eaLnBrk="0" fontAlgn="base" hangingPunct="0">
              <a:spcBef>
                <a:spcPct val="0"/>
              </a:spcBef>
              <a:spcAft>
                <a:spcPct val="0"/>
              </a:spcAf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2571750" indent="-171450" eaLnBrk="0" fontAlgn="base" hangingPunct="0">
              <a:spcBef>
                <a:spcPct val="0"/>
              </a:spcBef>
              <a:spcAft>
                <a:spcPct val="0"/>
              </a:spcAf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2914650" indent="-171450" eaLnBrk="0" fontAlgn="base" hangingPunct="0">
              <a:spcBef>
                <a:spcPct val="0"/>
              </a:spcBef>
              <a:spcAft>
                <a:spcPct val="0"/>
              </a:spcAf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defRPr/>
            </a:pPr>
            <a:r>
              <a:rPr lang="en-US" altLang="zh-CN" sz="790"/>
              <a:t>Stacks and Queues - Lecture 6</a:t>
            </a:r>
          </a:p>
        </p:txBody>
      </p:sp>
      <p:sp>
        <p:nvSpPr>
          <p:cNvPr id="36868" name="灯片编号占位符 5"/>
          <p:cNvSpPr>
            <a:spLocks noGrp="1"/>
          </p:cNvSpPr>
          <p:nvPr>
            <p:ph type="sldNum" sz="quarter" idx="12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lvl1pP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557530" indent="-214630"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857250" indent="-171450"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200150" indent="-171450"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543050" indent="-171450"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1885950" indent="-171450" eaLnBrk="0" fontAlgn="base" hangingPunct="0">
              <a:spcBef>
                <a:spcPct val="0"/>
              </a:spcBef>
              <a:spcAft>
                <a:spcPct val="0"/>
              </a:spcAf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228850" indent="-171450" eaLnBrk="0" fontAlgn="base" hangingPunct="0">
              <a:spcBef>
                <a:spcPct val="0"/>
              </a:spcBef>
              <a:spcAft>
                <a:spcPct val="0"/>
              </a:spcAf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2571750" indent="-171450" eaLnBrk="0" fontAlgn="base" hangingPunct="0">
              <a:spcBef>
                <a:spcPct val="0"/>
              </a:spcBef>
              <a:spcAft>
                <a:spcPct val="0"/>
              </a:spcAf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2914650" indent="-171450" eaLnBrk="0" fontAlgn="base" hangingPunct="0">
              <a:spcBef>
                <a:spcPct val="0"/>
              </a:spcBef>
              <a:spcAft>
                <a:spcPct val="0"/>
              </a:spcAf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defRPr/>
            </a:pPr>
            <a:fld id="{B93AA191-82FB-4D34-A536-34EE6DB31045}" type="slidenum">
              <a:rPr lang="en-US" altLang="zh-CN" sz="790">
                <a:latin typeface="Times New Roman" panose="02020603050405020304" pitchFamily="18" charset="0"/>
              </a:rPr>
              <a:pPr>
                <a:defRPr/>
              </a:pPr>
              <a:t>42</a:t>
            </a:fld>
            <a:endParaRPr lang="en-US" altLang="zh-CN" sz="79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矩形 4"/>
          <p:cNvSpPr/>
          <p:nvPr>
            <p:custDataLst>
              <p:tags r:id="rId1"/>
            </p:custDataLst>
          </p:nvPr>
        </p:nvSpPr>
        <p:spPr>
          <a:xfrm>
            <a:off x="207010" y="708025"/>
            <a:ext cx="6126480" cy="1530350"/>
          </a:xfrm>
          <a:prstGeom prst="rect">
            <a:avLst/>
          </a:prstGeom>
          <a:solidFill>
            <a:srgbClr val="1E7AB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350">
              <a:latin typeface="Noto Serif CJK SC" panose="02020400000000000000" pitchFamily="18" charset="-122"/>
              <a:ea typeface="FZHei-B01S" panose="02010601030101010101" pitchFamily="2" charset="-122"/>
              <a:sym typeface="Noto Serif CJK SC" panose="02020400000000000000" pitchFamily="18" charset="-122"/>
            </a:endParaRPr>
          </a:p>
        </p:txBody>
      </p:sp>
      <p:sp>
        <p:nvSpPr>
          <p:cNvPr id="7" name="矩形 6"/>
          <p:cNvSpPr/>
          <p:nvPr>
            <p:custDataLst>
              <p:tags r:id="rId2"/>
            </p:custDataLst>
          </p:nvPr>
        </p:nvSpPr>
        <p:spPr>
          <a:xfrm>
            <a:off x="207010" y="1406525"/>
            <a:ext cx="8709660" cy="338391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350">
              <a:latin typeface="Noto Serif CJK SC" panose="02020400000000000000" pitchFamily="18" charset="-122"/>
              <a:ea typeface="FZHei-B01S" panose="02010601030101010101" pitchFamily="2" charset="-122"/>
              <a:sym typeface="Noto Serif CJK SC" panose="02020400000000000000" pitchFamily="18" charset="-122"/>
            </a:endParaRPr>
          </a:p>
        </p:txBody>
      </p:sp>
      <p:sp>
        <p:nvSpPr>
          <p:cNvPr id="11" name="Title 1"/>
          <p:cNvSpPr>
            <a:spLocks noGrp="1"/>
          </p:cNvSpPr>
          <p:nvPr>
            <p:custDataLst>
              <p:tags r:id="rId3"/>
            </p:custDataLst>
          </p:nvPr>
        </p:nvSpPr>
        <p:spPr>
          <a:xfrm>
            <a:off x="368935" y="751840"/>
            <a:ext cx="6592570" cy="72136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5335" kern="120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+mj-ea"/>
                <a:cs typeface="Times New Roman" panose="02020603050405020304" pitchFamily="18" charset="0"/>
              </a:defRPr>
            </a:lvl1pPr>
          </a:lstStyle>
          <a:p>
            <a:r>
              <a:rPr lang="en-US" altLang="zh-CN" sz="3600" dirty="0">
                <a:solidFill>
                  <a:schemeClr val="bg1"/>
                </a:solidFill>
              </a:rPr>
              <a:t>Queue:  Array Implementation</a:t>
            </a:r>
          </a:p>
        </p:txBody>
      </p:sp>
      <p:pic>
        <p:nvPicPr>
          <p:cNvPr id="13" name="图片 12" descr="华工标志（透明版"/>
          <p:cNvPicPr>
            <a:picLocks noChangeAspect="1"/>
          </p:cNvPicPr>
          <p:nvPr>
            <p:custDataLst>
              <p:tags r:id="rId4"/>
            </p:custDataLst>
          </p:nvPr>
        </p:nvPicPr>
        <p:blipFill>
          <a:blip r:embed="rId29" cstate="print"/>
          <a:stretch>
            <a:fillRect/>
          </a:stretch>
        </p:blipFill>
        <p:spPr>
          <a:xfrm>
            <a:off x="7740015" y="116205"/>
            <a:ext cx="1230630" cy="1230630"/>
          </a:xfrm>
          <a:prstGeom prst="rect">
            <a:avLst/>
          </a:prstGeom>
        </p:spPr>
      </p:pic>
      <p:grpSp>
        <p:nvGrpSpPr>
          <p:cNvPr id="951" name="组合 950"/>
          <p:cNvGrpSpPr/>
          <p:nvPr/>
        </p:nvGrpSpPr>
        <p:grpSpPr>
          <a:xfrm rot="3780000">
            <a:off x="7806690" y="5443855"/>
            <a:ext cx="740410" cy="758825"/>
            <a:chOff x="3282950" y="1154113"/>
            <a:chExt cx="698501" cy="715963"/>
          </a:xfrm>
          <a:solidFill>
            <a:schemeClr val="accent1">
              <a:lumMod val="75000"/>
              <a:alpha val="37000"/>
            </a:schemeClr>
          </a:solidFill>
        </p:grpSpPr>
        <p:sp>
          <p:nvSpPr>
            <p:cNvPr id="17289" name="Freeform 905"/>
            <p:cNvSpPr/>
            <p:nvPr>
              <p:custDataLst>
                <p:tags r:id="rId5"/>
              </p:custDataLst>
            </p:nvPr>
          </p:nvSpPr>
          <p:spPr bwMode="auto">
            <a:xfrm>
              <a:off x="3324225" y="1268413"/>
              <a:ext cx="55563" cy="153988"/>
            </a:xfrm>
            <a:custGeom>
              <a:avLst/>
              <a:gdLst/>
              <a:ahLst/>
              <a:cxnLst>
                <a:cxn ang="0">
                  <a:pos x="96" y="3"/>
                </a:cxn>
                <a:cxn ang="0">
                  <a:pos x="96" y="3"/>
                </a:cxn>
                <a:cxn ang="0">
                  <a:pos x="86" y="18"/>
                </a:cxn>
                <a:cxn ang="0">
                  <a:pos x="77" y="35"/>
                </a:cxn>
                <a:cxn ang="0">
                  <a:pos x="70" y="51"/>
                </a:cxn>
                <a:cxn ang="0">
                  <a:pos x="63" y="69"/>
                </a:cxn>
                <a:cxn ang="0">
                  <a:pos x="50" y="104"/>
                </a:cxn>
                <a:cxn ang="0">
                  <a:pos x="39" y="138"/>
                </a:cxn>
                <a:cxn ang="0">
                  <a:pos x="39" y="138"/>
                </a:cxn>
                <a:cxn ang="0">
                  <a:pos x="27" y="174"/>
                </a:cxn>
                <a:cxn ang="0">
                  <a:pos x="15" y="210"/>
                </a:cxn>
                <a:cxn ang="0">
                  <a:pos x="10" y="229"/>
                </a:cxn>
                <a:cxn ang="0">
                  <a:pos x="5" y="247"/>
                </a:cxn>
                <a:cxn ang="0">
                  <a:pos x="2" y="266"/>
                </a:cxn>
                <a:cxn ang="0">
                  <a:pos x="0" y="285"/>
                </a:cxn>
                <a:cxn ang="0">
                  <a:pos x="0" y="285"/>
                </a:cxn>
                <a:cxn ang="0">
                  <a:pos x="1" y="287"/>
                </a:cxn>
                <a:cxn ang="0">
                  <a:pos x="2" y="288"/>
                </a:cxn>
                <a:cxn ang="0">
                  <a:pos x="3" y="289"/>
                </a:cxn>
                <a:cxn ang="0">
                  <a:pos x="5" y="290"/>
                </a:cxn>
                <a:cxn ang="0">
                  <a:pos x="6" y="289"/>
                </a:cxn>
                <a:cxn ang="0">
                  <a:pos x="8" y="288"/>
                </a:cxn>
                <a:cxn ang="0">
                  <a:pos x="9" y="287"/>
                </a:cxn>
                <a:cxn ang="0">
                  <a:pos x="10" y="285"/>
                </a:cxn>
                <a:cxn ang="0">
                  <a:pos x="10" y="285"/>
                </a:cxn>
                <a:cxn ang="0">
                  <a:pos x="11" y="266"/>
                </a:cxn>
                <a:cxn ang="0">
                  <a:pos x="15" y="247"/>
                </a:cxn>
                <a:cxn ang="0">
                  <a:pos x="19" y="230"/>
                </a:cxn>
                <a:cxn ang="0">
                  <a:pos x="25" y="211"/>
                </a:cxn>
                <a:cxn ang="0">
                  <a:pos x="36" y="176"/>
                </a:cxn>
                <a:cxn ang="0">
                  <a:pos x="48" y="141"/>
                </a:cxn>
                <a:cxn ang="0">
                  <a:pos x="48" y="141"/>
                </a:cxn>
                <a:cxn ang="0">
                  <a:pos x="60" y="107"/>
                </a:cxn>
                <a:cxn ang="0">
                  <a:pos x="71" y="72"/>
                </a:cxn>
                <a:cxn ang="0">
                  <a:pos x="78" y="55"/>
                </a:cxn>
                <a:cxn ang="0">
                  <a:pos x="86" y="39"/>
                </a:cxn>
                <a:cxn ang="0">
                  <a:pos x="94" y="22"/>
                </a:cxn>
                <a:cxn ang="0">
                  <a:pos x="104" y="8"/>
                </a:cxn>
                <a:cxn ang="0">
                  <a:pos x="104" y="8"/>
                </a:cxn>
                <a:cxn ang="0">
                  <a:pos x="105" y="6"/>
                </a:cxn>
                <a:cxn ang="0">
                  <a:pos x="104" y="4"/>
                </a:cxn>
                <a:cxn ang="0">
                  <a:pos x="104" y="3"/>
                </a:cxn>
                <a:cxn ang="0">
                  <a:pos x="102" y="2"/>
                </a:cxn>
                <a:cxn ang="0">
                  <a:pos x="99" y="0"/>
                </a:cxn>
                <a:cxn ang="0">
                  <a:pos x="97" y="2"/>
                </a:cxn>
                <a:cxn ang="0">
                  <a:pos x="96" y="3"/>
                </a:cxn>
                <a:cxn ang="0">
                  <a:pos x="96" y="3"/>
                </a:cxn>
              </a:cxnLst>
              <a:rect l="0" t="0" r="r" b="b"/>
              <a:pathLst>
                <a:path w="105" h="290">
                  <a:moveTo>
                    <a:pt x="96" y="3"/>
                  </a:moveTo>
                  <a:lnTo>
                    <a:pt x="96" y="3"/>
                  </a:lnTo>
                  <a:lnTo>
                    <a:pt x="86" y="18"/>
                  </a:lnTo>
                  <a:lnTo>
                    <a:pt x="77" y="35"/>
                  </a:lnTo>
                  <a:lnTo>
                    <a:pt x="70" y="51"/>
                  </a:lnTo>
                  <a:lnTo>
                    <a:pt x="63" y="69"/>
                  </a:lnTo>
                  <a:lnTo>
                    <a:pt x="50" y="104"/>
                  </a:lnTo>
                  <a:lnTo>
                    <a:pt x="39" y="138"/>
                  </a:lnTo>
                  <a:lnTo>
                    <a:pt x="39" y="138"/>
                  </a:lnTo>
                  <a:lnTo>
                    <a:pt x="27" y="174"/>
                  </a:lnTo>
                  <a:lnTo>
                    <a:pt x="15" y="210"/>
                  </a:lnTo>
                  <a:lnTo>
                    <a:pt x="10" y="229"/>
                  </a:lnTo>
                  <a:lnTo>
                    <a:pt x="5" y="247"/>
                  </a:lnTo>
                  <a:lnTo>
                    <a:pt x="2" y="266"/>
                  </a:lnTo>
                  <a:lnTo>
                    <a:pt x="0" y="285"/>
                  </a:lnTo>
                  <a:lnTo>
                    <a:pt x="0" y="285"/>
                  </a:lnTo>
                  <a:lnTo>
                    <a:pt x="1" y="287"/>
                  </a:lnTo>
                  <a:lnTo>
                    <a:pt x="2" y="288"/>
                  </a:lnTo>
                  <a:lnTo>
                    <a:pt x="3" y="289"/>
                  </a:lnTo>
                  <a:lnTo>
                    <a:pt x="5" y="290"/>
                  </a:lnTo>
                  <a:lnTo>
                    <a:pt x="6" y="289"/>
                  </a:lnTo>
                  <a:lnTo>
                    <a:pt x="8" y="288"/>
                  </a:lnTo>
                  <a:lnTo>
                    <a:pt x="9" y="287"/>
                  </a:lnTo>
                  <a:lnTo>
                    <a:pt x="10" y="285"/>
                  </a:lnTo>
                  <a:lnTo>
                    <a:pt x="10" y="285"/>
                  </a:lnTo>
                  <a:lnTo>
                    <a:pt x="11" y="266"/>
                  </a:lnTo>
                  <a:lnTo>
                    <a:pt x="15" y="247"/>
                  </a:lnTo>
                  <a:lnTo>
                    <a:pt x="19" y="230"/>
                  </a:lnTo>
                  <a:lnTo>
                    <a:pt x="25" y="211"/>
                  </a:lnTo>
                  <a:lnTo>
                    <a:pt x="36" y="176"/>
                  </a:lnTo>
                  <a:lnTo>
                    <a:pt x="48" y="141"/>
                  </a:lnTo>
                  <a:lnTo>
                    <a:pt x="48" y="141"/>
                  </a:lnTo>
                  <a:lnTo>
                    <a:pt x="60" y="107"/>
                  </a:lnTo>
                  <a:lnTo>
                    <a:pt x="71" y="72"/>
                  </a:lnTo>
                  <a:lnTo>
                    <a:pt x="78" y="55"/>
                  </a:lnTo>
                  <a:lnTo>
                    <a:pt x="86" y="39"/>
                  </a:lnTo>
                  <a:lnTo>
                    <a:pt x="94" y="22"/>
                  </a:lnTo>
                  <a:lnTo>
                    <a:pt x="104" y="8"/>
                  </a:lnTo>
                  <a:lnTo>
                    <a:pt x="104" y="8"/>
                  </a:lnTo>
                  <a:lnTo>
                    <a:pt x="105" y="6"/>
                  </a:lnTo>
                  <a:lnTo>
                    <a:pt x="104" y="4"/>
                  </a:lnTo>
                  <a:lnTo>
                    <a:pt x="104" y="3"/>
                  </a:lnTo>
                  <a:lnTo>
                    <a:pt x="102" y="2"/>
                  </a:lnTo>
                  <a:lnTo>
                    <a:pt x="99" y="0"/>
                  </a:lnTo>
                  <a:lnTo>
                    <a:pt x="97" y="2"/>
                  </a:lnTo>
                  <a:lnTo>
                    <a:pt x="96" y="3"/>
                  </a:lnTo>
                  <a:lnTo>
                    <a:pt x="96" y="3"/>
                  </a:lnTo>
                  <a:close/>
                </a:path>
              </a:pathLst>
            </a:custGeom>
            <a:grpFill/>
            <a:ln>
              <a:solidFill>
                <a:schemeClr val="accent1">
                  <a:lumMod val="75000"/>
                  <a:alpha val="0"/>
                </a:schemeClr>
              </a:solidFill>
            </a:ln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290" name="Freeform 906"/>
            <p:cNvSpPr/>
            <p:nvPr>
              <p:custDataLst>
                <p:tags r:id="rId6"/>
              </p:custDataLst>
            </p:nvPr>
          </p:nvSpPr>
          <p:spPr bwMode="auto">
            <a:xfrm>
              <a:off x="3325813" y="1239838"/>
              <a:ext cx="88900" cy="280988"/>
            </a:xfrm>
            <a:custGeom>
              <a:avLst/>
              <a:gdLst/>
              <a:ahLst/>
              <a:cxnLst>
                <a:cxn ang="0">
                  <a:pos x="156" y="4"/>
                </a:cxn>
                <a:cxn ang="0">
                  <a:pos x="152" y="37"/>
                </a:cxn>
                <a:cxn ang="0">
                  <a:pos x="143" y="70"/>
                </a:cxn>
                <a:cxn ang="0">
                  <a:pos x="121" y="134"/>
                </a:cxn>
                <a:cxn ang="0">
                  <a:pos x="108" y="168"/>
                </a:cxn>
                <a:cxn ang="0">
                  <a:pos x="82" y="235"/>
                </a:cxn>
                <a:cxn ang="0">
                  <a:pos x="68" y="268"/>
                </a:cxn>
                <a:cxn ang="0">
                  <a:pos x="58" y="301"/>
                </a:cxn>
                <a:cxn ang="0">
                  <a:pos x="38" y="399"/>
                </a:cxn>
                <a:cxn ang="0">
                  <a:pos x="35" y="416"/>
                </a:cxn>
                <a:cxn ang="0">
                  <a:pos x="26" y="446"/>
                </a:cxn>
                <a:cxn ang="0">
                  <a:pos x="20" y="461"/>
                </a:cxn>
                <a:cxn ang="0">
                  <a:pos x="11" y="492"/>
                </a:cxn>
                <a:cxn ang="0">
                  <a:pos x="2" y="522"/>
                </a:cxn>
                <a:cxn ang="0">
                  <a:pos x="0" y="524"/>
                </a:cxn>
                <a:cxn ang="0">
                  <a:pos x="1" y="528"/>
                </a:cxn>
                <a:cxn ang="0">
                  <a:pos x="1" y="529"/>
                </a:cxn>
                <a:cxn ang="0">
                  <a:pos x="3" y="531"/>
                </a:cxn>
                <a:cxn ang="0">
                  <a:pos x="7" y="531"/>
                </a:cxn>
                <a:cxn ang="0">
                  <a:pos x="9" y="529"/>
                </a:cxn>
                <a:cxn ang="0">
                  <a:pos x="18" y="505"/>
                </a:cxn>
                <a:cxn ang="0">
                  <a:pos x="23" y="480"/>
                </a:cxn>
                <a:cxn ang="0">
                  <a:pos x="29" y="462"/>
                </a:cxn>
                <a:cxn ang="0">
                  <a:pos x="41" y="428"/>
                </a:cxn>
                <a:cxn ang="0">
                  <a:pos x="46" y="410"/>
                </a:cxn>
                <a:cxn ang="0">
                  <a:pos x="59" y="341"/>
                </a:cxn>
                <a:cxn ang="0">
                  <a:pos x="71" y="288"/>
                </a:cxn>
                <a:cxn ang="0">
                  <a:pos x="77" y="271"/>
                </a:cxn>
                <a:cxn ang="0">
                  <a:pos x="105" y="200"/>
                </a:cxn>
                <a:cxn ang="0">
                  <a:pos x="132" y="129"/>
                </a:cxn>
                <a:cxn ang="0">
                  <a:pos x="143" y="98"/>
                </a:cxn>
                <a:cxn ang="0">
                  <a:pos x="158" y="51"/>
                </a:cxn>
                <a:cxn ang="0">
                  <a:pos x="164" y="20"/>
                </a:cxn>
                <a:cxn ang="0">
                  <a:pos x="166" y="4"/>
                </a:cxn>
                <a:cxn ang="0">
                  <a:pos x="164" y="1"/>
                </a:cxn>
                <a:cxn ang="0">
                  <a:pos x="161" y="0"/>
                </a:cxn>
                <a:cxn ang="0">
                  <a:pos x="158" y="1"/>
                </a:cxn>
                <a:cxn ang="0">
                  <a:pos x="156" y="4"/>
                </a:cxn>
              </a:cxnLst>
              <a:rect l="0" t="0" r="r" b="b"/>
              <a:pathLst>
                <a:path w="166" h="531">
                  <a:moveTo>
                    <a:pt x="156" y="4"/>
                  </a:moveTo>
                  <a:lnTo>
                    <a:pt x="156" y="4"/>
                  </a:lnTo>
                  <a:lnTo>
                    <a:pt x="155" y="20"/>
                  </a:lnTo>
                  <a:lnTo>
                    <a:pt x="152" y="37"/>
                  </a:lnTo>
                  <a:lnTo>
                    <a:pt x="148" y="53"/>
                  </a:lnTo>
                  <a:lnTo>
                    <a:pt x="143" y="70"/>
                  </a:lnTo>
                  <a:lnTo>
                    <a:pt x="132" y="103"/>
                  </a:lnTo>
                  <a:lnTo>
                    <a:pt x="121" y="134"/>
                  </a:lnTo>
                  <a:lnTo>
                    <a:pt x="121" y="134"/>
                  </a:lnTo>
                  <a:lnTo>
                    <a:pt x="108" y="168"/>
                  </a:lnTo>
                  <a:lnTo>
                    <a:pt x="95" y="202"/>
                  </a:lnTo>
                  <a:lnTo>
                    <a:pt x="82" y="235"/>
                  </a:lnTo>
                  <a:lnTo>
                    <a:pt x="68" y="268"/>
                  </a:lnTo>
                  <a:lnTo>
                    <a:pt x="68" y="268"/>
                  </a:lnTo>
                  <a:lnTo>
                    <a:pt x="63" y="285"/>
                  </a:lnTo>
                  <a:lnTo>
                    <a:pt x="58" y="301"/>
                  </a:lnTo>
                  <a:lnTo>
                    <a:pt x="51" y="333"/>
                  </a:lnTo>
                  <a:lnTo>
                    <a:pt x="38" y="399"/>
                  </a:lnTo>
                  <a:lnTo>
                    <a:pt x="38" y="399"/>
                  </a:lnTo>
                  <a:lnTo>
                    <a:pt x="35" y="416"/>
                  </a:lnTo>
                  <a:lnTo>
                    <a:pt x="31" y="431"/>
                  </a:lnTo>
                  <a:lnTo>
                    <a:pt x="26" y="446"/>
                  </a:lnTo>
                  <a:lnTo>
                    <a:pt x="20" y="461"/>
                  </a:lnTo>
                  <a:lnTo>
                    <a:pt x="20" y="461"/>
                  </a:lnTo>
                  <a:lnTo>
                    <a:pt x="15" y="476"/>
                  </a:lnTo>
                  <a:lnTo>
                    <a:pt x="11" y="492"/>
                  </a:lnTo>
                  <a:lnTo>
                    <a:pt x="7" y="507"/>
                  </a:lnTo>
                  <a:lnTo>
                    <a:pt x="2" y="522"/>
                  </a:lnTo>
                  <a:lnTo>
                    <a:pt x="2" y="522"/>
                  </a:lnTo>
                  <a:lnTo>
                    <a:pt x="0" y="524"/>
                  </a:lnTo>
                  <a:lnTo>
                    <a:pt x="0" y="526"/>
                  </a:lnTo>
                  <a:lnTo>
                    <a:pt x="1" y="528"/>
                  </a:lnTo>
                  <a:lnTo>
                    <a:pt x="1" y="528"/>
                  </a:lnTo>
                  <a:lnTo>
                    <a:pt x="1" y="529"/>
                  </a:lnTo>
                  <a:lnTo>
                    <a:pt x="1" y="529"/>
                  </a:lnTo>
                  <a:lnTo>
                    <a:pt x="3" y="531"/>
                  </a:lnTo>
                  <a:lnTo>
                    <a:pt x="5" y="531"/>
                  </a:lnTo>
                  <a:lnTo>
                    <a:pt x="7" y="531"/>
                  </a:lnTo>
                  <a:lnTo>
                    <a:pt x="9" y="529"/>
                  </a:lnTo>
                  <a:lnTo>
                    <a:pt x="9" y="529"/>
                  </a:lnTo>
                  <a:lnTo>
                    <a:pt x="13" y="517"/>
                  </a:lnTo>
                  <a:lnTo>
                    <a:pt x="18" y="505"/>
                  </a:lnTo>
                  <a:lnTo>
                    <a:pt x="20" y="492"/>
                  </a:lnTo>
                  <a:lnTo>
                    <a:pt x="23" y="480"/>
                  </a:lnTo>
                  <a:lnTo>
                    <a:pt x="23" y="480"/>
                  </a:lnTo>
                  <a:lnTo>
                    <a:pt x="29" y="462"/>
                  </a:lnTo>
                  <a:lnTo>
                    <a:pt x="35" y="446"/>
                  </a:lnTo>
                  <a:lnTo>
                    <a:pt x="41" y="428"/>
                  </a:lnTo>
                  <a:lnTo>
                    <a:pt x="46" y="410"/>
                  </a:lnTo>
                  <a:lnTo>
                    <a:pt x="46" y="410"/>
                  </a:lnTo>
                  <a:lnTo>
                    <a:pt x="53" y="375"/>
                  </a:lnTo>
                  <a:lnTo>
                    <a:pt x="59" y="341"/>
                  </a:lnTo>
                  <a:lnTo>
                    <a:pt x="67" y="305"/>
                  </a:lnTo>
                  <a:lnTo>
                    <a:pt x="71" y="288"/>
                  </a:lnTo>
                  <a:lnTo>
                    <a:pt x="77" y="271"/>
                  </a:lnTo>
                  <a:lnTo>
                    <a:pt x="77" y="271"/>
                  </a:lnTo>
                  <a:lnTo>
                    <a:pt x="91" y="235"/>
                  </a:lnTo>
                  <a:lnTo>
                    <a:pt x="105" y="200"/>
                  </a:lnTo>
                  <a:lnTo>
                    <a:pt x="120" y="165"/>
                  </a:lnTo>
                  <a:lnTo>
                    <a:pt x="132" y="129"/>
                  </a:lnTo>
                  <a:lnTo>
                    <a:pt x="132" y="129"/>
                  </a:lnTo>
                  <a:lnTo>
                    <a:pt x="143" y="98"/>
                  </a:lnTo>
                  <a:lnTo>
                    <a:pt x="154" y="67"/>
                  </a:lnTo>
                  <a:lnTo>
                    <a:pt x="158" y="51"/>
                  </a:lnTo>
                  <a:lnTo>
                    <a:pt x="162" y="36"/>
                  </a:lnTo>
                  <a:lnTo>
                    <a:pt x="164" y="20"/>
                  </a:lnTo>
                  <a:lnTo>
                    <a:pt x="166" y="4"/>
                  </a:lnTo>
                  <a:lnTo>
                    <a:pt x="166" y="4"/>
                  </a:lnTo>
                  <a:lnTo>
                    <a:pt x="165" y="2"/>
                  </a:lnTo>
                  <a:lnTo>
                    <a:pt x="164" y="1"/>
                  </a:lnTo>
                  <a:lnTo>
                    <a:pt x="163" y="0"/>
                  </a:lnTo>
                  <a:lnTo>
                    <a:pt x="161" y="0"/>
                  </a:lnTo>
                  <a:lnTo>
                    <a:pt x="160" y="0"/>
                  </a:lnTo>
                  <a:lnTo>
                    <a:pt x="158" y="1"/>
                  </a:lnTo>
                  <a:lnTo>
                    <a:pt x="157" y="2"/>
                  </a:lnTo>
                  <a:lnTo>
                    <a:pt x="156" y="4"/>
                  </a:lnTo>
                  <a:lnTo>
                    <a:pt x="156" y="4"/>
                  </a:lnTo>
                  <a:close/>
                </a:path>
              </a:pathLst>
            </a:custGeom>
            <a:grpFill/>
            <a:ln>
              <a:solidFill>
                <a:schemeClr val="accent1">
                  <a:lumMod val="75000"/>
                  <a:alpha val="0"/>
                </a:schemeClr>
              </a:solidFill>
            </a:ln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291" name="Freeform 907"/>
            <p:cNvSpPr/>
            <p:nvPr>
              <p:custDataLst>
                <p:tags r:id="rId7"/>
              </p:custDataLst>
            </p:nvPr>
          </p:nvSpPr>
          <p:spPr bwMode="auto">
            <a:xfrm>
              <a:off x="3338513" y="1404938"/>
              <a:ext cx="58738" cy="168275"/>
            </a:xfrm>
            <a:custGeom>
              <a:avLst/>
              <a:gdLst/>
              <a:ahLst/>
              <a:cxnLst>
                <a:cxn ang="0">
                  <a:pos x="99" y="4"/>
                </a:cxn>
                <a:cxn ang="0">
                  <a:pos x="99" y="4"/>
                </a:cxn>
                <a:cxn ang="0">
                  <a:pos x="98" y="14"/>
                </a:cxn>
                <a:cxn ang="0">
                  <a:pos x="97" y="23"/>
                </a:cxn>
                <a:cxn ang="0">
                  <a:pos x="92" y="43"/>
                </a:cxn>
                <a:cxn ang="0">
                  <a:pos x="79" y="81"/>
                </a:cxn>
                <a:cxn ang="0">
                  <a:pos x="79" y="81"/>
                </a:cxn>
                <a:cxn ang="0">
                  <a:pos x="73" y="103"/>
                </a:cxn>
                <a:cxn ang="0">
                  <a:pos x="68" y="125"/>
                </a:cxn>
                <a:cxn ang="0">
                  <a:pos x="57" y="169"/>
                </a:cxn>
                <a:cxn ang="0">
                  <a:pos x="57" y="169"/>
                </a:cxn>
                <a:cxn ang="0">
                  <a:pos x="51" y="188"/>
                </a:cxn>
                <a:cxn ang="0">
                  <a:pos x="43" y="205"/>
                </a:cxn>
                <a:cxn ang="0">
                  <a:pos x="35" y="223"/>
                </a:cxn>
                <a:cxn ang="0">
                  <a:pos x="26" y="239"/>
                </a:cxn>
                <a:cxn ang="0">
                  <a:pos x="17" y="257"/>
                </a:cxn>
                <a:cxn ang="0">
                  <a:pos x="10" y="274"/>
                </a:cxn>
                <a:cxn ang="0">
                  <a:pos x="4" y="293"/>
                </a:cxn>
                <a:cxn ang="0">
                  <a:pos x="1" y="302"/>
                </a:cxn>
                <a:cxn ang="0">
                  <a:pos x="0" y="313"/>
                </a:cxn>
                <a:cxn ang="0">
                  <a:pos x="0" y="313"/>
                </a:cxn>
                <a:cxn ang="0">
                  <a:pos x="0" y="314"/>
                </a:cxn>
                <a:cxn ang="0">
                  <a:pos x="1" y="316"/>
                </a:cxn>
                <a:cxn ang="0">
                  <a:pos x="2" y="317"/>
                </a:cxn>
                <a:cxn ang="0">
                  <a:pos x="4" y="317"/>
                </a:cxn>
                <a:cxn ang="0">
                  <a:pos x="7" y="316"/>
                </a:cxn>
                <a:cxn ang="0">
                  <a:pos x="9" y="314"/>
                </a:cxn>
                <a:cxn ang="0">
                  <a:pos x="9" y="313"/>
                </a:cxn>
                <a:cxn ang="0">
                  <a:pos x="9" y="313"/>
                </a:cxn>
                <a:cxn ang="0">
                  <a:pos x="11" y="302"/>
                </a:cxn>
                <a:cxn ang="0">
                  <a:pos x="13" y="292"/>
                </a:cxn>
                <a:cxn ang="0">
                  <a:pos x="19" y="273"/>
                </a:cxn>
                <a:cxn ang="0">
                  <a:pos x="28" y="255"/>
                </a:cxn>
                <a:cxn ang="0">
                  <a:pos x="36" y="237"/>
                </a:cxn>
                <a:cxn ang="0">
                  <a:pos x="45" y="220"/>
                </a:cxn>
                <a:cxn ang="0">
                  <a:pos x="54" y="201"/>
                </a:cxn>
                <a:cxn ang="0">
                  <a:pos x="62" y="182"/>
                </a:cxn>
                <a:cxn ang="0">
                  <a:pos x="68" y="164"/>
                </a:cxn>
                <a:cxn ang="0">
                  <a:pos x="68" y="164"/>
                </a:cxn>
                <a:cxn ang="0">
                  <a:pos x="79" y="119"/>
                </a:cxn>
                <a:cxn ang="0">
                  <a:pos x="91" y="76"/>
                </a:cxn>
                <a:cxn ang="0">
                  <a:pos x="91" y="76"/>
                </a:cxn>
                <a:cxn ang="0">
                  <a:pos x="102" y="40"/>
                </a:cxn>
                <a:cxn ang="0">
                  <a:pos x="106" y="22"/>
                </a:cxn>
                <a:cxn ang="0">
                  <a:pos x="109" y="4"/>
                </a:cxn>
                <a:cxn ang="0">
                  <a:pos x="109" y="4"/>
                </a:cxn>
                <a:cxn ang="0">
                  <a:pos x="108" y="2"/>
                </a:cxn>
                <a:cxn ang="0">
                  <a:pos x="107" y="1"/>
                </a:cxn>
                <a:cxn ang="0">
                  <a:pos x="106" y="0"/>
                </a:cxn>
                <a:cxn ang="0">
                  <a:pos x="104" y="0"/>
                </a:cxn>
                <a:cxn ang="0">
                  <a:pos x="101" y="1"/>
                </a:cxn>
                <a:cxn ang="0">
                  <a:pos x="100" y="2"/>
                </a:cxn>
                <a:cxn ang="0">
                  <a:pos x="99" y="4"/>
                </a:cxn>
                <a:cxn ang="0">
                  <a:pos x="99" y="4"/>
                </a:cxn>
              </a:cxnLst>
              <a:rect l="0" t="0" r="r" b="b"/>
              <a:pathLst>
                <a:path w="109" h="317">
                  <a:moveTo>
                    <a:pt x="99" y="4"/>
                  </a:moveTo>
                  <a:lnTo>
                    <a:pt x="99" y="4"/>
                  </a:lnTo>
                  <a:lnTo>
                    <a:pt x="98" y="14"/>
                  </a:lnTo>
                  <a:lnTo>
                    <a:pt x="97" y="23"/>
                  </a:lnTo>
                  <a:lnTo>
                    <a:pt x="92" y="43"/>
                  </a:lnTo>
                  <a:lnTo>
                    <a:pt x="79" y="81"/>
                  </a:lnTo>
                  <a:lnTo>
                    <a:pt x="79" y="81"/>
                  </a:lnTo>
                  <a:lnTo>
                    <a:pt x="73" y="103"/>
                  </a:lnTo>
                  <a:lnTo>
                    <a:pt x="68" y="125"/>
                  </a:lnTo>
                  <a:lnTo>
                    <a:pt x="57" y="169"/>
                  </a:lnTo>
                  <a:lnTo>
                    <a:pt x="57" y="169"/>
                  </a:lnTo>
                  <a:lnTo>
                    <a:pt x="51" y="188"/>
                  </a:lnTo>
                  <a:lnTo>
                    <a:pt x="43" y="205"/>
                  </a:lnTo>
                  <a:lnTo>
                    <a:pt x="35" y="223"/>
                  </a:lnTo>
                  <a:lnTo>
                    <a:pt x="26" y="239"/>
                  </a:lnTo>
                  <a:lnTo>
                    <a:pt x="17" y="257"/>
                  </a:lnTo>
                  <a:lnTo>
                    <a:pt x="10" y="274"/>
                  </a:lnTo>
                  <a:lnTo>
                    <a:pt x="4" y="293"/>
                  </a:lnTo>
                  <a:lnTo>
                    <a:pt x="1" y="302"/>
                  </a:lnTo>
                  <a:lnTo>
                    <a:pt x="0" y="313"/>
                  </a:lnTo>
                  <a:lnTo>
                    <a:pt x="0" y="313"/>
                  </a:lnTo>
                  <a:lnTo>
                    <a:pt x="0" y="314"/>
                  </a:lnTo>
                  <a:lnTo>
                    <a:pt x="1" y="316"/>
                  </a:lnTo>
                  <a:lnTo>
                    <a:pt x="2" y="317"/>
                  </a:lnTo>
                  <a:lnTo>
                    <a:pt x="4" y="317"/>
                  </a:lnTo>
                  <a:lnTo>
                    <a:pt x="7" y="316"/>
                  </a:lnTo>
                  <a:lnTo>
                    <a:pt x="9" y="314"/>
                  </a:lnTo>
                  <a:lnTo>
                    <a:pt x="9" y="313"/>
                  </a:lnTo>
                  <a:lnTo>
                    <a:pt x="9" y="313"/>
                  </a:lnTo>
                  <a:lnTo>
                    <a:pt x="11" y="302"/>
                  </a:lnTo>
                  <a:lnTo>
                    <a:pt x="13" y="292"/>
                  </a:lnTo>
                  <a:lnTo>
                    <a:pt x="19" y="273"/>
                  </a:lnTo>
                  <a:lnTo>
                    <a:pt x="28" y="255"/>
                  </a:lnTo>
                  <a:lnTo>
                    <a:pt x="36" y="237"/>
                  </a:lnTo>
                  <a:lnTo>
                    <a:pt x="45" y="220"/>
                  </a:lnTo>
                  <a:lnTo>
                    <a:pt x="54" y="201"/>
                  </a:lnTo>
                  <a:lnTo>
                    <a:pt x="62" y="182"/>
                  </a:lnTo>
                  <a:lnTo>
                    <a:pt x="68" y="164"/>
                  </a:lnTo>
                  <a:lnTo>
                    <a:pt x="68" y="164"/>
                  </a:lnTo>
                  <a:lnTo>
                    <a:pt x="79" y="119"/>
                  </a:lnTo>
                  <a:lnTo>
                    <a:pt x="91" y="76"/>
                  </a:lnTo>
                  <a:lnTo>
                    <a:pt x="91" y="76"/>
                  </a:lnTo>
                  <a:lnTo>
                    <a:pt x="102" y="40"/>
                  </a:lnTo>
                  <a:lnTo>
                    <a:pt x="106" y="22"/>
                  </a:lnTo>
                  <a:lnTo>
                    <a:pt x="109" y="4"/>
                  </a:lnTo>
                  <a:lnTo>
                    <a:pt x="109" y="4"/>
                  </a:lnTo>
                  <a:lnTo>
                    <a:pt x="108" y="2"/>
                  </a:lnTo>
                  <a:lnTo>
                    <a:pt x="107" y="1"/>
                  </a:lnTo>
                  <a:lnTo>
                    <a:pt x="106" y="0"/>
                  </a:lnTo>
                  <a:lnTo>
                    <a:pt x="104" y="0"/>
                  </a:lnTo>
                  <a:lnTo>
                    <a:pt x="101" y="1"/>
                  </a:lnTo>
                  <a:lnTo>
                    <a:pt x="100" y="2"/>
                  </a:lnTo>
                  <a:lnTo>
                    <a:pt x="99" y="4"/>
                  </a:lnTo>
                  <a:lnTo>
                    <a:pt x="99" y="4"/>
                  </a:lnTo>
                  <a:close/>
                </a:path>
              </a:pathLst>
            </a:custGeom>
            <a:grpFill/>
            <a:ln>
              <a:solidFill>
                <a:schemeClr val="accent1">
                  <a:lumMod val="75000"/>
                  <a:alpha val="0"/>
                </a:schemeClr>
              </a:solidFill>
            </a:ln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292" name="Freeform 908"/>
            <p:cNvSpPr/>
            <p:nvPr>
              <p:custDataLst>
                <p:tags r:id="rId8"/>
              </p:custDataLst>
            </p:nvPr>
          </p:nvSpPr>
          <p:spPr bwMode="auto">
            <a:xfrm>
              <a:off x="3365500" y="1427163"/>
              <a:ext cx="58738" cy="169863"/>
            </a:xfrm>
            <a:custGeom>
              <a:avLst/>
              <a:gdLst/>
              <a:ahLst/>
              <a:cxnLst>
                <a:cxn ang="0">
                  <a:pos x="102" y="1"/>
                </a:cxn>
                <a:cxn ang="0">
                  <a:pos x="102" y="1"/>
                </a:cxn>
                <a:cxn ang="0">
                  <a:pos x="97" y="7"/>
                </a:cxn>
                <a:cxn ang="0">
                  <a:pos x="93" y="13"/>
                </a:cxn>
                <a:cxn ang="0">
                  <a:pos x="87" y="26"/>
                </a:cxn>
                <a:cxn ang="0">
                  <a:pos x="82" y="39"/>
                </a:cxn>
                <a:cxn ang="0">
                  <a:pos x="79" y="54"/>
                </a:cxn>
                <a:cxn ang="0">
                  <a:pos x="79" y="54"/>
                </a:cxn>
                <a:cxn ang="0">
                  <a:pos x="72" y="77"/>
                </a:cxn>
                <a:cxn ang="0">
                  <a:pos x="65" y="101"/>
                </a:cxn>
                <a:cxn ang="0">
                  <a:pos x="51" y="148"/>
                </a:cxn>
                <a:cxn ang="0">
                  <a:pos x="51" y="148"/>
                </a:cxn>
                <a:cxn ang="0">
                  <a:pos x="44" y="168"/>
                </a:cxn>
                <a:cxn ang="0">
                  <a:pos x="37" y="190"/>
                </a:cxn>
                <a:cxn ang="0">
                  <a:pos x="20" y="231"/>
                </a:cxn>
                <a:cxn ang="0">
                  <a:pos x="13" y="252"/>
                </a:cxn>
                <a:cxn ang="0">
                  <a:pos x="7" y="274"/>
                </a:cxn>
                <a:cxn ang="0">
                  <a:pos x="2" y="295"/>
                </a:cxn>
                <a:cxn ang="0">
                  <a:pos x="1" y="307"/>
                </a:cxn>
                <a:cxn ang="0">
                  <a:pos x="0" y="317"/>
                </a:cxn>
                <a:cxn ang="0">
                  <a:pos x="0" y="317"/>
                </a:cxn>
                <a:cxn ang="0">
                  <a:pos x="1" y="319"/>
                </a:cxn>
                <a:cxn ang="0">
                  <a:pos x="2" y="321"/>
                </a:cxn>
                <a:cxn ang="0">
                  <a:pos x="3" y="322"/>
                </a:cxn>
                <a:cxn ang="0">
                  <a:pos x="6" y="322"/>
                </a:cxn>
                <a:cxn ang="0">
                  <a:pos x="8" y="322"/>
                </a:cxn>
                <a:cxn ang="0">
                  <a:pos x="9" y="321"/>
                </a:cxn>
                <a:cxn ang="0">
                  <a:pos x="10" y="319"/>
                </a:cxn>
                <a:cxn ang="0">
                  <a:pos x="11" y="317"/>
                </a:cxn>
                <a:cxn ang="0">
                  <a:pos x="11" y="317"/>
                </a:cxn>
                <a:cxn ang="0">
                  <a:pos x="11" y="307"/>
                </a:cxn>
                <a:cxn ang="0">
                  <a:pos x="12" y="296"/>
                </a:cxn>
                <a:cxn ang="0">
                  <a:pos x="16" y="276"/>
                </a:cxn>
                <a:cxn ang="0">
                  <a:pos x="22" y="256"/>
                </a:cxn>
                <a:cxn ang="0">
                  <a:pos x="29" y="237"/>
                </a:cxn>
                <a:cxn ang="0">
                  <a:pos x="44" y="198"/>
                </a:cxn>
                <a:cxn ang="0">
                  <a:pos x="51" y="179"/>
                </a:cxn>
                <a:cxn ang="0">
                  <a:pos x="57" y="159"/>
                </a:cxn>
                <a:cxn ang="0">
                  <a:pos x="57" y="159"/>
                </a:cxn>
                <a:cxn ang="0">
                  <a:pos x="70" y="120"/>
                </a:cxn>
                <a:cxn ang="0">
                  <a:pos x="81" y="81"/>
                </a:cxn>
                <a:cxn ang="0">
                  <a:pos x="81" y="81"/>
                </a:cxn>
                <a:cxn ang="0">
                  <a:pos x="86" y="62"/>
                </a:cxn>
                <a:cxn ang="0">
                  <a:pos x="91" y="42"/>
                </a:cxn>
                <a:cxn ang="0">
                  <a:pos x="94" y="33"/>
                </a:cxn>
                <a:cxn ang="0">
                  <a:pos x="97" y="25"/>
                </a:cxn>
                <a:cxn ang="0">
                  <a:pos x="103" y="16"/>
                </a:cxn>
                <a:cxn ang="0">
                  <a:pos x="109" y="8"/>
                </a:cxn>
                <a:cxn ang="0">
                  <a:pos x="109" y="8"/>
                </a:cxn>
                <a:cxn ang="0">
                  <a:pos x="110" y="6"/>
                </a:cxn>
                <a:cxn ang="0">
                  <a:pos x="110" y="4"/>
                </a:cxn>
                <a:cxn ang="0">
                  <a:pos x="109" y="3"/>
                </a:cxn>
                <a:cxn ang="0">
                  <a:pos x="108" y="1"/>
                </a:cxn>
                <a:cxn ang="0">
                  <a:pos x="107" y="0"/>
                </a:cxn>
                <a:cxn ang="0">
                  <a:pos x="105" y="0"/>
                </a:cxn>
                <a:cxn ang="0">
                  <a:pos x="104" y="0"/>
                </a:cxn>
                <a:cxn ang="0">
                  <a:pos x="102" y="1"/>
                </a:cxn>
                <a:cxn ang="0">
                  <a:pos x="102" y="1"/>
                </a:cxn>
              </a:cxnLst>
              <a:rect l="0" t="0" r="r" b="b"/>
              <a:pathLst>
                <a:path w="110" h="322">
                  <a:moveTo>
                    <a:pt x="102" y="1"/>
                  </a:moveTo>
                  <a:lnTo>
                    <a:pt x="102" y="1"/>
                  </a:lnTo>
                  <a:lnTo>
                    <a:pt x="97" y="7"/>
                  </a:lnTo>
                  <a:lnTo>
                    <a:pt x="93" y="13"/>
                  </a:lnTo>
                  <a:lnTo>
                    <a:pt x="87" y="26"/>
                  </a:lnTo>
                  <a:lnTo>
                    <a:pt x="82" y="39"/>
                  </a:lnTo>
                  <a:lnTo>
                    <a:pt x="79" y="54"/>
                  </a:lnTo>
                  <a:lnTo>
                    <a:pt x="79" y="54"/>
                  </a:lnTo>
                  <a:lnTo>
                    <a:pt x="72" y="77"/>
                  </a:lnTo>
                  <a:lnTo>
                    <a:pt x="65" y="101"/>
                  </a:lnTo>
                  <a:lnTo>
                    <a:pt x="51" y="148"/>
                  </a:lnTo>
                  <a:lnTo>
                    <a:pt x="51" y="148"/>
                  </a:lnTo>
                  <a:lnTo>
                    <a:pt x="44" y="168"/>
                  </a:lnTo>
                  <a:lnTo>
                    <a:pt x="37" y="190"/>
                  </a:lnTo>
                  <a:lnTo>
                    <a:pt x="20" y="231"/>
                  </a:lnTo>
                  <a:lnTo>
                    <a:pt x="13" y="252"/>
                  </a:lnTo>
                  <a:lnTo>
                    <a:pt x="7" y="274"/>
                  </a:lnTo>
                  <a:lnTo>
                    <a:pt x="2" y="295"/>
                  </a:lnTo>
                  <a:lnTo>
                    <a:pt x="1" y="307"/>
                  </a:lnTo>
                  <a:lnTo>
                    <a:pt x="0" y="317"/>
                  </a:lnTo>
                  <a:lnTo>
                    <a:pt x="0" y="317"/>
                  </a:lnTo>
                  <a:lnTo>
                    <a:pt x="1" y="319"/>
                  </a:lnTo>
                  <a:lnTo>
                    <a:pt x="2" y="321"/>
                  </a:lnTo>
                  <a:lnTo>
                    <a:pt x="3" y="322"/>
                  </a:lnTo>
                  <a:lnTo>
                    <a:pt x="6" y="322"/>
                  </a:lnTo>
                  <a:lnTo>
                    <a:pt x="8" y="322"/>
                  </a:lnTo>
                  <a:lnTo>
                    <a:pt x="9" y="321"/>
                  </a:lnTo>
                  <a:lnTo>
                    <a:pt x="10" y="319"/>
                  </a:lnTo>
                  <a:lnTo>
                    <a:pt x="11" y="317"/>
                  </a:lnTo>
                  <a:lnTo>
                    <a:pt x="11" y="317"/>
                  </a:lnTo>
                  <a:lnTo>
                    <a:pt x="11" y="307"/>
                  </a:lnTo>
                  <a:lnTo>
                    <a:pt x="12" y="296"/>
                  </a:lnTo>
                  <a:lnTo>
                    <a:pt x="16" y="276"/>
                  </a:lnTo>
                  <a:lnTo>
                    <a:pt x="22" y="256"/>
                  </a:lnTo>
                  <a:lnTo>
                    <a:pt x="29" y="237"/>
                  </a:lnTo>
                  <a:lnTo>
                    <a:pt x="44" y="198"/>
                  </a:lnTo>
                  <a:lnTo>
                    <a:pt x="51" y="179"/>
                  </a:lnTo>
                  <a:lnTo>
                    <a:pt x="57" y="159"/>
                  </a:lnTo>
                  <a:lnTo>
                    <a:pt x="57" y="159"/>
                  </a:lnTo>
                  <a:lnTo>
                    <a:pt x="70" y="120"/>
                  </a:lnTo>
                  <a:lnTo>
                    <a:pt x="81" y="81"/>
                  </a:lnTo>
                  <a:lnTo>
                    <a:pt x="81" y="81"/>
                  </a:lnTo>
                  <a:lnTo>
                    <a:pt x="86" y="62"/>
                  </a:lnTo>
                  <a:lnTo>
                    <a:pt x="91" y="42"/>
                  </a:lnTo>
                  <a:lnTo>
                    <a:pt x="94" y="33"/>
                  </a:lnTo>
                  <a:lnTo>
                    <a:pt x="97" y="25"/>
                  </a:lnTo>
                  <a:lnTo>
                    <a:pt x="103" y="16"/>
                  </a:lnTo>
                  <a:lnTo>
                    <a:pt x="109" y="8"/>
                  </a:lnTo>
                  <a:lnTo>
                    <a:pt x="109" y="8"/>
                  </a:lnTo>
                  <a:lnTo>
                    <a:pt x="110" y="6"/>
                  </a:lnTo>
                  <a:lnTo>
                    <a:pt x="110" y="4"/>
                  </a:lnTo>
                  <a:lnTo>
                    <a:pt x="109" y="3"/>
                  </a:lnTo>
                  <a:lnTo>
                    <a:pt x="108" y="1"/>
                  </a:lnTo>
                  <a:lnTo>
                    <a:pt x="107" y="0"/>
                  </a:lnTo>
                  <a:lnTo>
                    <a:pt x="105" y="0"/>
                  </a:lnTo>
                  <a:lnTo>
                    <a:pt x="104" y="0"/>
                  </a:lnTo>
                  <a:lnTo>
                    <a:pt x="102" y="1"/>
                  </a:lnTo>
                  <a:lnTo>
                    <a:pt x="102" y="1"/>
                  </a:lnTo>
                  <a:close/>
                </a:path>
              </a:pathLst>
            </a:custGeom>
            <a:grpFill/>
            <a:ln>
              <a:solidFill>
                <a:schemeClr val="accent1">
                  <a:lumMod val="75000"/>
                  <a:alpha val="0"/>
                </a:schemeClr>
              </a:solidFill>
            </a:ln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293" name="Freeform 909"/>
            <p:cNvSpPr/>
            <p:nvPr>
              <p:custDataLst>
                <p:tags r:id="rId9"/>
              </p:custDataLst>
            </p:nvPr>
          </p:nvSpPr>
          <p:spPr bwMode="auto">
            <a:xfrm>
              <a:off x="3403600" y="1430338"/>
              <a:ext cx="41275" cy="182563"/>
            </a:xfrm>
            <a:custGeom>
              <a:avLst/>
              <a:gdLst/>
              <a:ahLst/>
              <a:cxnLst>
                <a:cxn ang="0">
                  <a:pos x="67" y="4"/>
                </a:cxn>
                <a:cxn ang="0">
                  <a:pos x="62" y="52"/>
                </a:cxn>
                <a:cxn ang="0">
                  <a:pos x="53" y="99"/>
                </a:cxn>
                <a:cxn ang="0">
                  <a:pos x="39" y="171"/>
                </a:cxn>
                <a:cxn ang="0">
                  <a:pos x="35" y="193"/>
                </a:cxn>
                <a:cxn ang="0">
                  <a:pos x="30" y="215"/>
                </a:cxn>
                <a:cxn ang="0">
                  <a:pos x="15" y="255"/>
                </a:cxn>
                <a:cxn ang="0">
                  <a:pos x="10" y="277"/>
                </a:cxn>
                <a:cxn ang="0">
                  <a:pos x="7" y="294"/>
                </a:cxn>
                <a:cxn ang="0">
                  <a:pos x="5" y="310"/>
                </a:cxn>
                <a:cxn ang="0">
                  <a:pos x="5" y="325"/>
                </a:cxn>
                <a:cxn ang="0">
                  <a:pos x="4" y="335"/>
                </a:cxn>
                <a:cxn ang="0">
                  <a:pos x="3" y="337"/>
                </a:cxn>
                <a:cxn ang="0">
                  <a:pos x="0" y="340"/>
                </a:cxn>
                <a:cxn ang="0">
                  <a:pos x="1" y="343"/>
                </a:cxn>
                <a:cxn ang="0">
                  <a:pos x="4" y="345"/>
                </a:cxn>
                <a:cxn ang="0">
                  <a:pos x="7" y="345"/>
                </a:cxn>
                <a:cxn ang="0">
                  <a:pos x="10" y="342"/>
                </a:cxn>
                <a:cxn ang="0">
                  <a:pos x="13" y="334"/>
                </a:cxn>
                <a:cxn ang="0">
                  <a:pos x="14" y="318"/>
                </a:cxn>
                <a:cxn ang="0">
                  <a:pos x="14" y="310"/>
                </a:cxn>
                <a:cxn ang="0">
                  <a:pos x="17" y="285"/>
                </a:cxn>
                <a:cxn ang="0">
                  <a:pos x="23" y="260"/>
                </a:cxn>
                <a:cxn ang="0">
                  <a:pos x="40" y="213"/>
                </a:cxn>
                <a:cxn ang="0">
                  <a:pos x="44" y="201"/>
                </a:cxn>
                <a:cxn ang="0">
                  <a:pos x="47" y="176"/>
                </a:cxn>
                <a:cxn ang="0">
                  <a:pos x="49" y="163"/>
                </a:cxn>
                <a:cxn ang="0">
                  <a:pos x="63" y="107"/>
                </a:cxn>
                <a:cxn ang="0">
                  <a:pos x="65" y="93"/>
                </a:cxn>
                <a:cxn ang="0">
                  <a:pos x="70" y="52"/>
                </a:cxn>
                <a:cxn ang="0">
                  <a:pos x="73" y="28"/>
                </a:cxn>
                <a:cxn ang="0">
                  <a:pos x="76" y="4"/>
                </a:cxn>
                <a:cxn ang="0">
                  <a:pos x="75" y="2"/>
                </a:cxn>
                <a:cxn ang="0">
                  <a:pos x="73" y="0"/>
                </a:cxn>
                <a:cxn ang="0">
                  <a:pos x="70" y="0"/>
                </a:cxn>
                <a:cxn ang="0">
                  <a:pos x="67" y="2"/>
                </a:cxn>
                <a:cxn ang="0">
                  <a:pos x="67" y="4"/>
                </a:cxn>
              </a:cxnLst>
              <a:rect l="0" t="0" r="r" b="b"/>
              <a:pathLst>
                <a:path w="76" h="346">
                  <a:moveTo>
                    <a:pt x="67" y="4"/>
                  </a:moveTo>
                  <a:lnTo>
                    <a:pt x="67" y="4"/>
                  </a:lnTo>
                  <a:lnTo>
                    <a:pt x="65" y="28"/>
                  </a:lnTo>
                  <a:lnTo>
                    <a:pt x="62" y="52"/>
                  </a:lnTo>
                  <a:lnTo>
                    <a:pt x="58" y="76"/>
                  </a:lnTo>
                  <a:lnTo>
                    <a:pt x="53" y="99"/>
                  </a:lnTo>
                  <a:lnTo>
                    <a:pt x="43" y="147"/>
                  </a:lnTo>
                  <a:lnTo>
                    <a:pt x="39" y="171"/>
                  </a:lnTo>
                  <a:lnTo>
                    <a:pt x="35" y="193"/>
                  </a:lnTo>
                  <a:lnTo>
                    <a:pt x="35" y="193"/>
                  </a:lnTo>
                  <a:lnTo>
                    <a:pt x="33" y="205"/>
                  </a:lnTo>
                  <a:lnTo>
                    <a:pt x="30" y="215"/>
                  </a:lnTo>
                  <a:lnTo>
                    <a:pt x="22" y="236"/>
                  </a:lnTo>
                  <a:lnTo>
                    <a:pt x="15" y="255"/>
                  </a:lnTo>
                  <a:lnTo>
                    <a:pt x="12" y="267"/>
                  </a:lnTo>
                  <a:lnTo>
                    <a:pt x="10" y="277"/>
                  </a:lnTo>
                  <a:lnTo>
                    <a:pt x="10" y="277"/>
                  </a:lnTo>
                  <a:lnTo>
                    <a:pt x="7" y="294"/>
                  </a:lnTo>
                  <a:lnTo>
                    <a:pt x="6" y="302"/>
                  </a:lnTo>
                  <a:lnTo>
                    <a:pt x="5" y="310"/>
                  </a:lnTo>
                  <a:lnTo>
                    <a:pt x="5" y="310"/>
                  </a:lnTo>
                  <a:lnTo>
                    <a:pt x="5" y="325"/>
                  </a:lnTo>
                  <a:lnTo>
                    <a:pt x="5" y="333"/>
                  </a:lnTo>
                  <a:lnTo>
                    <a:pt x="4" y="335"/>
                  </a:lnTo>
                  <a:lnTo>
                    <a:pt x="3" y="337"/>
                  </a:lnTo>
                  <a:lnTo>
                    <a:pt x="3" y="337"/>
                  </a:lnTo>
                  <a:lnTo>
                    <a:pt x="1" y="338"/>
                  </a:lnTo>
                  <a:lnTo>
                    <a:pt x="0" y="340"/>
                  </a:lnTo>
                  <a:lnTo>
                    <a:pt x="1" y="342"/>
                  </a:lnTo>
                  <a:lnTo>
                    <a:pt x="1" y="343"/>
                  </a:lnTo>
                  <a:lnTo>
                    <a:pt x="2" y="345"/>
                  </a:lnTo>
                  <a:lnTo>
                    <a:pt x="4" y="345"/>
                  </a:lnTo>
                  <a:lnTo>
                    <a:pt x="5" y="346"/>
                  </a:lnTo>
                  <a:lnTo>
                    <a:pt x="7" y="345"/>
                  </a:lnTo>
                  <a:lnTo>
                    <a:pt x="7" y="345"/>
                  </a:lnTo>
                  <a:lnTo>
                    <a:pt x="10" y="342"/>
                  </a:lnTo>
                  <a:lnTo>
                    <a:pt x="12" y="339"/>
                  </a:lnTo>
                  <a:lnTo>
                    <a:pt x="13" y="334"/>
                  </a:lnTo>
                  <a:lnTo>
                    <a:pt x="14" y="329"/>
                  </a:lnTo>
                  <a:lnTo>
                    <a:pt x="14" y="318"/>
                  </a:lnTo>
                  <a:lnTo>
                    <a:pt x="14" y="310"/>
                  </a:lnTo>
                  <a:lnTo>
                    <a:pt x="14" y="310"/>
                  </a:lnTo>
                  <a:lnTo>
                    <a:pt x="15" y="298"/>
                  </a:lnTo>
                  <a:lnTo>
                    <a:pt x="17" y="285"/>
                  </a:lnTo>
                  <a:lnTo>
                    <a:pt x="19" y="273"/>
                  </a:lnTo>
                  <a:lnTo>
                    <a:pt x="23" y="260"/>
                  </a:lnTo>
                  <a:lnTo>
                    <a:pt x="32" y="236"/>
                  </a:lnTo>
                  <a:lnTo>
                    <a:pt x="40" y="213"/>
                  </a:lnTo>
                  <a:lnTo>
                    <a:pt x="40" y="213"/>
                  </a:lnTo>
                  <a:lnTo>
                    <a:pt x="44" y="201"/>
                  </a:lnTo>
                  <a:lnTo>
                    <a:pt x="46" y="188"/>
                  </a:lnTo>
                  <a:lnTo>
                    <a:pt x="47" y="176"/>
                  </a:lnTo>
                  <a:lnTo>
                    <a:pt x="49" y="163"/>
                  </a:lnTo>
                  <a:lnTo>
                    <a:pt x="49" y="163"/>
                  </a:lnTo>
                  <a:lnTo>
                    <a:pt x="56" y="135"/>
                  </a:lnTo>
                  <a:lnTo>
                    <a:pt x="63" y="107"/>
                  </a:lnTo>
                  <a:lnTo>
                    <a:pt x="63" y="107"/>
                  </a:lnTo>
                  <a:lnTo>
                    <a:pt x="65" y="93"/>
                  </a:lnTo>
                  <a:lnTo>
                    <a:pt x="66" y="79"/>
                  </a:lnTo>
                  <a:lnTo>
                    <a:pt x="70" y="52"/>
                  </a:lnTo>
                  <a:lnTo>
                    <a:pt x="70" y="52"/>
                  </a:lnTo>
                  <a:lnTo>
                    <a:pt x="73" y="28"/>
                  </a:lnTo>
                  <a:lnTo>
                    <a:pt x="75" y="17"/>
                  </a:lnTo>
                  <a:lnTo>
                    <a:pt x="76" y="4"/>
                  </a:lnTo>
                  <a:lnTo>
                    <a:pt x="76" y="4"/>
                  </a:lnTo>
                  <a:lnTo>
                    <a:pt x="75" y="2"/>
                  </a:lnTo>
                  <a:lnTo>
                    <a:pt x="74" y="1"/>
                  </a:lnTo>
                  <a:lnTo>
                    <a:pt x="73" y="0"/>
                  </a:lnTo>
                  <a:lnTo>
                    <a:pt x="71" y="0"/>
                  </a:lnTo>
                  <a:lnTo>
                    <a:pt x="70" y="0"/>
                  </a:lnTo>
                  <a:lnTo>
                    <a:pt x="68" y="1"/>
                  </a:lnTo>
                  <a:lnTo>
                    <a:pt x="67" y="2"/>
                  </a:lnTo>
                  <a:lnTo>
                    <a:pt x="67" y="4"/>
                  </a:lnTo>
                  <a:lnTo>
                    <a:pt x="67" y="4"/>
                  </a:lnTo>
                  <a:close/>
                </a:path>
              </a:pathLst>
            </a:custGeom>
            <a:grpFill/>
            <a:ln>
              <a:solidFill>
                <a:schemeClr val="accent1">
                  <a:lumMod val="75000"/>
                  <a:alpha val="0"/>
                </a:schemeClr>
              </a:solidFill>
            </a:ln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294" name="Freeform 910"/>
            <p:cNvSpPr/>
            <p:nvPr>
              <p:custDataLst>
                <p:tags r:id="rId10"/>
              </p:custDataLst>
            </p:nvPr>
          </p:nvSpPr>
          <p:spPr bwMode="auto">
            <a:xfrm>
              <a:off x="3436938" y="1397000"/>
              <a:ext cx="47625" cy="252413"/>
            </a:xfrm>
            <a:custGeom>
              <a:avLst/>
              <a:gdLst/>
              <a:ahLst/>
              <a:cxnLst>
                <a:cxn ang="0">
                  <a:pos x="80" y="4"/>
                </a:cxn>
                <a:cxn ang="0">
                  <a:pos x="80" y="4"/>
                </a:cxn>
                <a:cxn ang="0">
                  <a:pos x="78" y="20"/>
                </a:cxn>
                <a:cxn ang="0">
                  <a:pos x="76" y="34"/>
                </a:cxn>
                <a:cxn ang="0">
                  <a:pos x="69" y="63"/>
                </a:cxn>
                <a:cxn ang="0">
                  <a:pos x="54" y="121"/>
                </a:cxn>
                <a:cxn ang="0">
                  <a:pos x="54" y="121"/>
                </a:cxn>
                <a:cxn ang="0">
                  <a:pos x="40" y="180"/>
                </a:cxn>
                <a:cxn ang="0">
                  <a:pos x="26" y="238"/>
                </a:cxn>
                <a:cxn ang="0">
                  <a:pos x="26" y="238"/>
                </a:cxn>
                <a:cxn ang="0">
                  <a:pos x="23" y="253"/>
                </a:cxn>
                <a:cxn ang="0">
                  <a:pos x="21" y="269"/>
                </a:cxn>
                <a:cxn ang="0">
                  <a:pos x="19" y="301"/>
                </a:cxn>
                <a:cxn ang="0">
                  <a:pos x="16" y="332"/>
                </a:cxn>
                <a:cxn ang="0">
                  <a:pos x="15" y="347"/>
                </a:cxn>
                <a:cxn ang="0">
                  <a:pos x="12" y="363"/>
                </a:cxn>
                <a:cxn ang="0">
                  <a:pos x="12" y="363"/>
                </a:cxn>
                <a:cxn ang="0">
                  <a:pos x="8" y="391"/>
                </a:cxn>
                <a:cxn ang="0">
                  <a:pos x="4" y="419"/>
                </a:cxn>
                <a:cxn ang="0">
                  <a:pos x="2" y="446"/>
                </a:cxn>
                <a:cxn ang="0">
                  <a:pos x="0" y="474"/>
                </a:cxn>
                <a:cxn ang="0">
                  <a:pos x="0" y="474"/>
                </a:cxn>
                <a:cxn ang="0">
                  <a:pos x="0" y="476"/>
                </a:cxn>
                <a:cxn ang="0">
                  <a:pos x="1" y="477"/>
                </a:cxn>
                <a:cxn ang="0">
                  <a:pos x="3" y="478"/>
                </a:cxn>
                <a:cxn ang="0">
                  <a:pos x="4" y="478"/>
                </a:cxn>
                <a:cxn ang="0">
                  <a:pos x="6" y="478"/>
                </a:cxn>
                <a:cxn ang="0">
                  <a:pos x="8" y="477"/>
                </a:cxn>
                <a:cxn ang="0">
                  <a:pos x="9" y="476"/>
                </a:cxn>
                <a:cxn ang="0">
                  <a:pos x="9" y="474"/>
                </a:cxn>
                <a:cxn ang="0">
                  <a:pos x="9" y="474"/>
                </a:cxn>
                <a:cxn ang="0">
                  <a:pos x="11" y="444"/>
                </a:cxn>
                <a:cxn ang="0">
                  <a:pos x="14" y="415"/>
                </a:cxn>
                <a:cxn ang="0">
                  <a:pos x="18" y="385"/>
                </a:cxn>
                <a:cxn ang="0">
                  <a:pos x="23" y="357"/>
                </a:cxn>
                <a:cxn ang="0">
                  <a:pos x="23" y="357"/>
                </a:cxn>
                <a:cxn ang="0">
                  <a:pos x="25" y="341"/>
                </a:cxn>
                <a:cxn ang="0">
                  <a:pos x="28" y="326"/>
                </a:cxn>
                <a:cxn ang="0">
                  <a:pos x="30" y="295"/>
                </a:cxn>
                <a:cxn ang="0">
                  <a:pos x="33" y="263"/>
                </a:cxn>
                <a:cxn ang="0">
                  <a:pos x="35" y="247"/>
                </a:cxn>
                <a:cxn ang="0">
                  <a:pos x="38" y="232"/>
                </a:cxn>
                <a:cxn ang="0">
                  <a:pos x="38" y="232"/>
                </a:cxn>
                <a:cxn ang="0">
                  <a:pos x="51" y="174"/>
                </a:cxn>
                <a:cxn ang="0">
                  <a:pos x="66" y="116"/>
                </a:cxn>
                <a:cxn ang="0">
                  <a:pos x="66" y="116"/>
                </a:cxn>
                <a:cxn ang="0">
                  <a:pos x="79" y="61"/>
                </a:cxn>
                <a:cxn ang="0">
                  <a:pos x="85" y="32"/>
                </a:cxn>
                <a:cxn ang="0">
                  <a:pos x="90" y="4"/>
                </a:cxn>
                <a:cxn ang="0">
                  <a:pos x="90" y="4"/>
                </a:cxn>
                <a:cxn ang="0">
                  <a:pos x="90" y="3"/>
                </a:cxn>
                <a:cxn ang="0">
                  <a:pos x="88" y="1"/>
                </a:cxn>
                <a:cxn ang="0">
                  <a:pos x="87" y="0"/>
                </a:cxn>
                <a:cxn ang="0">
                  <a:pos x="85" y="0"/>
                </a:cxn>
                <a:cxn ang="0">
                  <a:pos x="82" y="1"/>
                </a:cxn>
                <a:cxn ang="0">
                  <a:pos x="81" y="3"/>
                </a:cxn>
                <a:cxn ang="0">
                  <a:pos x="80" y="4"/>
                </a:cxn>
                <a:cxn ang="0">
                  <a:pos x="80" y="4"/>
                </a:cxn>
              </a:cxnLst>
              <a:rect l="0" t="0" r="r" b="b"/>
              <a:pathLst>
                <a:path w="90" h="478">
                  <a:moveTo>
                    <a:pt x="80" y="4"/>
                  </a:moveTo>
                  <a:lnTo>
                    <a:pt x="80" y="4"/>
                  </a:lnTo>
                  <a:lnTo>
                    <a:pt x="78" y="20"/>
                  </a:lnTo>
                  <a:lnTo>
                    <a:pt x="76" y="34"/>
                  </a:lnTo>
                  <a:lnTo>
                    <a:pt x="69" y="63"/>
                  </a:lnTo>
                  <a:lnTo>
                    <a:pt x="54" y="121"/>
                  </a:lnTo>
                  <a:lnTo>
                    <a:pt x="54" y="121"/>
                  </a:lnTo>
                  <a:lnTo>
                    <a:pt x="40" y="180"/>
                  </a:lnTo>
                  <a:lnTo>
                    <a:pt x="26" y="238"/>
                  </a:lnTo>
                  <a:lnTo>
                    <a:pt x="26" y="238"/>
                  </a:lnTo>
                  <a:lnTo>
                    <a:pt x="23" y="253"/>
                  </a:lnTo>
                  <a:lnTo>
                    <a:pt x="21" y="269"/>
                  </a:lnTo>
                  <a:lnTo>
                    <a:pt x="19" y="301"/>
                  </a:lnTo>
                  <a:lnTo>
                    <a:pt x="16" y="332"/>
                  </a:lnTo>
                  <a:lnTo>
                    <a:pt x="15" y="347"/>
                  </a:lnTo>
                  <a:lnTo>
                    <a:pt x="12" y="363"/>
                  </a:lnTo>
                  <a:lnTo>
                    <a:pt x="12" y="363"/>
                  </a:lnTo>
                  <a:lnTo>
                    <a:pt x="8" y="391"/>
                  </a:lnTo>
                  <a:lnTo>
                    <a:pt x="4" y="419"/>
                  </a:lnTo>
                  <a:lnTo>
                    <a:pt x="2" y="446"/>
                  </a:lnTo>
                  <a:lnTo>
                    <a:pt x="0" y="474"/>
                  </a:lnTo>
                  <a:lnTo>
                    <a:pt x="0" y="474"/>
                  </a:lnTo>
                  <a:lnTo>
                    <a:pt x="0" y="476"/>
                  </a:lnTo>
                  <a:lnTo>
                    <a:pt x="1" y="477"/>
                  </a:lnTo>
                  <a:lnTo>
                    <a:pt x="3" y="478"/>
                  </a:lnTo>
                  <a:lnTo>
                    <a:pt x="4" y="478"/>
                  </a:lnTo>
                  <a:lnTo>
                    <a:pt x="6" y="478"/>
                  </a:lnTo>
                  <a:lnTo>
                    <a:pt x="8" y="477"/>
                  </a:lnTo>
                  <a:lnTo>
                    <a:pt x="9" y="476"/>
                  </a:lnTo>
                  <a:lnTo>
                    <a:pt x="9" y="474"/>
                  </a:lnTo>
                  <a:lnTo>
                    <a:pt x="9" y="474"/>
                  </a:lnTo>
                  <a:lnTo>
                    <a:pt x="11" y="444"/>
                  </a:lnTo>
                  <a:lnTo>
                    <a:pt x="14" y="415"/>
                  </a:lnTo>
                  <a:lnTo>
                    <a:pt x="18" y="385"/>
                  </a:lnTo>
                  <a:lnTo>
                    <a:pt x="23" y="357"/>
                  </a:lnTo>
                  <a:lnTo>
                    <a:pt x="23" y="357"/>
                  </a:lnTo>
                  <a:lnTo>
                    <a:pt x="25" y="341"/>
                  </a:lnTo>
                  <a:lnTo>
                    <a:pt x="28" y="326"/>
                  </a:lnTo>
                  <a:lnTo>
                    <a:pt x="30" y="295"/>
                  </a:lnTo>
                  <a:lnTo>
                    <a:pt x="33" y="263"/>
                  </a:lnTo>
                  <a:lnTo>
                    <a:pt x="35" y="247"/>
                  </a:lnTo>
                  <a:lnTo>
                    <a:pt x="38" y="232"/>
                  </a:lnTo>
                  <a:lnTo>
                    <a:pt x="38" y="232"/>
                  </a:lnTo>
                  <a:lnTo>
                    <a:pt x="51" y="174"/>
                  </a:lnTo>
                  <a:lnTo>
                    <a:pt x="66" y="116"/>
                  </a:lnTo>
                  <a:lnTo>
                    <a:pt x="66" y="116"/>
                  </a:lnTo>
                  <a:lnTo>
                    <a:pt x="79" y="61"/>
                  </a:lnTo>
                  <a:lnTo>
                    <a:pt x="85" y="32"/>
                  </a:lnTo>
                  <a:lnTo>
                    <a:pt x="90" y="4"/>
                  </a:lnTo>
                  <a:lnTo>
                    <a:pt x="90" y="4"/>
                  </a:lnTo>
                  <a:lnTo>
                    <a:pt x="90" y="3"/>
                  </a:lnTo>
                  <a:lnTo>
                    <a:pt x="88" y="1"/>
                  </a:lnTo>
                  <a:lnTo>
                    <a:pt x="87" y="0"/>
                  </a:lnTo>
                  <a:lnTo>
                    <a:pt x="85" y="0"/>
                  </a:lnTo>
                  <a:lnTo>
                    <a:pt x="82" y="1"/>
                  </a:lnTo>
                  <a:lnTo>
                    <a:pt x="81" y="3"/>
                  </a:lnTo>
                  <a:lnTo>
                    <a:pt x="80" y="4"/>
                  </a:lnTo>
                  <a:lnTo>
                    <a:pt x="80" y="4"/>
                  </a:lnTo>
                  <a:close/>
                </a:path>
              </a:pathLst>
            </a:custGeom>
            <a:grpFill/>
            <a:ln>
              <a:solidFill>
                <a:schemeClr val="accent1">
                  <a:lumMod val="75000"/>
                  <a:alpha val="0"/>
                </a:schemeClr>
              </a:solidFill>
            </a:ln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295" name="Freeform 911"/>
            <p:cNvSpPr/>
            <p:nvPr>
              <p:custDataLst>
                <p:tags r:id="rId11"/>
              </p:custDataLst>
            </p:nvPr>
          </p:nvSpPr>
          <p:spPr bwMode="auto">
            <a:xfrm>
              <a:off x="3457575" y="1241425"/>
              <a:ext cx="104775" cy="455613"/>
            </a:xfrm>
            <a:custGeom>
              <a:avLst/>
              <a:gdLst/>
              <a:ahLst/>
              <a:cxnLst>
                <a:cxn ang="0">
                  <a:pos x="189" y="5"/>
                </a:cxn>
                <a:cxn ang="0">
                  <a:pos x="187" y="12"/>
                </a:cxn>
                <a:cxn ang="0">
                  <a:pos x="185" y="19"/>
                </a:cxn>
                <a:cxn ang="0">
                  <a:pos x="183" y="34"/>
                </a:cxn>
                <a:cxn ang="0">
                  <a:pos x="181" y="47"/>
                </a:cxn>
                <a:cxn ang="0">
                  <a:pos x="173" y="98"/>
                </a:cxn>
                <a:cxn ang="0">
                  <a:pos x="167" y="127"/>
                </a:cxn>
                <a:cxn ang="0">
                  <a:pos x="152" y="182"/>
                </a:cxn>
                <a:cxn ang="0">
                  <a:pos x="142" y="208"/>
                </a:cxn>
                <a:cxn ang="0">
                  <a:pos x="108" y="307"/>
                </a:cxn>
                <a:cxn ang="0">
                  <a:pos x="101" y="334"/>
                </a:cxn>
                <a:cxn ang="0">
                  <a:pos x="88" y="420"/>
                </a:cxn>
                <a:cxn ang="0">
                  <a:pos x="82" y="448"/>
                </a:cxn>
                <a:cxn ang="0">
                  <a:pos x="66" y="533"/>
                </a:cxn>
                <a:cxn ang="0">
                  <a:pos x="41" y="644"/>
                </a:cxn>
                <a:cxn ang="0">
                  <a:pos x="30" y="698"/>
                </a:cxn>
                <a:cxn ang="0">
                  <a:pos x="7" y="804"/>
                </a:cxn>
                <a:cxn ang="0">
                  <a:pos x="0" y="858"/>
                </a:cxn>
                <a:cxn ang="0">
                  <a:pos x="0" y="860"/>
                </a:cxn>
                <a:cxn ang="0">
                  <a:pos x="2" y="862"/>
                </a:cxn>
                <a:cxn ang="0">
                  <a:pos x="7" y="861"/>
                </a:cxn>
                <a:cxn ang="0">
                  <a:pos x="9" y="858"/>
                </a:cxn>
                <a:cxn ang="0">
                  <a:pos x="12" y="830"/>
                </a:cxn>
                <a:cxn ang="0">
                  <a:pos x="29" y="748"/>
                </a:cxn>
                <a:cxn ang="0">
                  <a:pos x="53" y="638"/>
                </a:cxn>
                <a:cxn ang="0">
                  <a:pos x="64" y="580"/>
                </a:cxn>
                <a:cxn ang="0">
                  <a:pos x="89" y="464"/>
                </a:cxn>
                <a:cxn ang="0">
                  <a:pos x="99" y="405"/>
                </a:cxn>
                <a:cxn ang="0">
                  <a:pos x="103" y="379"/>
                </a:cxn>
                <a:cxn ang="0">
                  <a:pos x="113" y="326"/>
                </a:cxn>
                <a:cxn ang="0">
                  <a:pos x="121" y="301"/>
                </a:cxn>
                <a:cxn ang="0">
                  <a:pos x="158" y="195"/>
                </a:cxn>
                <a:cxn ang="0">
                  <a:pos x="174" y="140"/>
                </a:cxn>
                <a:cxn ang="0">
                  <a:pos x="186" y="83"/>
                </a:cxn>
                <a:cxn ang="0">
                  <a:pos x="189" y="60"/>
                </a:cxn>
                <a:cxn ang="0">
                  <a:pos x="192" y="36"/>
                </a:cxn>
                <a:cxn ang="0">
                  <a:pos x="196" y="20"/>
                </a:cxn>
                <a:cxn ang="0">
                  <a:pos x="198" y="5"/>
                </a:cxn>
                <a:cxn ang="0">
                  <a:pos x="198" y="3"/>
                </a:cxn>
                <a:cxn ang="0">
                  <a:pos x="196" y="1"/>
                </a:cxn>
                <a:cxn ang="0">
                  <a:pos x="192" y="1"/>
                </a:cxn>
                <a:cxn ang="0">
                  <a:pos x="190" y="3"/>
                </a:cxn>
                <a:cxn ang="0">
                  <a:pos x="189" y="5"/>
                </a:cxn>
              </a:cxnLst>
              <a:rect l="0" t="0" r="r" b="b"/>
              <a:pathLst>
                <a:path w="198" h="862">
                  <a:moveTo>
                    <a:pt x="189" y="5"/>
                  </a:moveTo>
                  <a:lnTo>
                    <a:pt x="189" y="5"/>
                  </a:lnTo>
                  <a:lnTo>
                    <a:pt x="189" y="9"/>
                  </a:lnTo>
                  <a:lnTo>
                    <a:pt x="187" y="12"/>
                  </a:lnTo>
                  <a:lnTo>
                    <a:pt x="186" y="15"/>
                  </a:lnTo>
                  <a:lnTo>
                    <a:pt x="185" y="19"/>
                  </a:lnTo>
                  <a:lnTo>
                    <a:pt x="185" y="19"/>
                  </a:lnTo>
                  <a:lnTo>
                    <a:pt x="183" y="34"/>
                  </a:lnTo>
                  <a:lnTo>
                    <a:pt x="181" y="47"/>
                  </a:lnTo>
                  <a:lnTo>
                    <a:pt x="181" y="47"/>
                  </a:lnTo>
                  <a:lnTo>
                    <a:pt x="178" y="73"/>
                  </a:lnTo>
                  <a:lnTo>
                    <a:pt x="173" y="98"/>
                  </a:lnTo>
                  <a:lnTo>
                    <a:pt x="173" y="98"/>
                  </a:lnTo>
                  <a:lnTo>
                    <a:pt x="167" y="127"/>
                  </a:lnTo>
                  <a:lnTo>
                    <a:pt x="160" y="154"/>
                  </a:lnTo>
                  <a:lnTo>
                    <a:pt x="152" y="182"/>
                  </a:lnTo>
                  <a:lnTo>
                    <a:pt x="142" y="208"/>
                  </a:lnTo>
                  <a:lnTo>
                    <a:pt x="142" y="208"/>
                  </a:lnTo>
                  <a:lnTo>
                    <a:pt x="108" y="307"/>
                  </a:lnTo>
                  <a:lnTo>
                    <a:pt x="108" y="307"/>
                  </a:lnTo>
                  <a:lnTo>
                    <a:pt x="104" y="321"/>
                  </a:lnTo>
                  <a:lnTo>
                    <a:pt x="101" y="334"/>
                  </a:lnTo>
                  <a:lnTo>
                    <a:pt x="96" y="363"/>
                  </a:lnTo>
                  <a:lnTo>
                    <a:pt x="88" y="420"/>
                  </a:lnTo>
                  <a:lnTo>
                    <a:pt x="88" y="420"/>
                  </a:lnTo>
                  <a:lnTo>
                    <a:pt x="82" y="448"/>
                  </a:lnTo>
                  <a:lnTo>
                    <a:pt x="77" y="476"/>
                  </a:lnTo>
                  <a:lnTo>
                    <a:pt x="66" y="533"/>
                  </a:lnTo>
                  <a:lnTo>
                    <a:pt x="54" y="589"/>
                  </a:lnTo>
                  <a:lnTo>
                    <a:pt x="41" y="644"/>
                  </a:lnTo>
                  <a:lnTo>
                    <a:pt x="41" y="644"/>
                  </a:lnTo>
                  <a:lnTo>
                    <a:pt x="30" y="698"/>
                  </a:lnTo>
                  <a:lnTo>
                    <a:pt x="18" y="751"/>
                  </a:lnTo>
                  <a:lnTo>
                    <a:pt x="7" y="804"/>
                  </a:lnTo>
                  <a:lnTo>
                    <a:pt x="3" y="831"/>
                  </a:lnTo>
                  <a:lnTo>
                    <a:pt x="0" y="858"/>
                  </a:lnTo>
                  <a:lnTo>
                    <a:pt x="0" y="858"/>
                  </a:lnTo>
                  <a:lnTo>
                    <a:pt x="0" y="860"/>
                  </a:lnTo>
                  <a:lnTo>
                    <a:pt x="1" y="861"/>
                  </a:lnTo>
                  <a:lnTo>
                    <a:pt x="2" y="862"/>
                  </a:lnTo>
                  <a:lnTo>
                    <a:pt x="4" y="862"/>
                  </a:lnTo>
                  <a:lnTo>
                    <a:pt x="7" y="861"/>
                  </a:lnTo>
                  <a:lnTo>
                    <a:pt x="8" y="860"/>
                  </a:lnTo>
                  <a:lnTo>
                    <a:pt x="9" y="858"/>
                  </a:lnTo>
                  <a:lnTo>
                    <a:pt x="9" y="858"/>
                  </a:lnTo>
                  <a:lnTo>
                    <a:pt x="12" y="830"/>
                  </a:lnTo>
                  <a:lnTo>
                    <a:pt x="17" y="803"/>
                  </a:lnTo>
                  <a:lnTo>
                    <a:pt x="29" y="748"/>
                  </a:lnTo>
                  <a:lnTo>
                    <a:pt x="40" y="693"/>
                  </a:lnTo>
                  <a:lnTo>
                    <a:pt x="53" y="638"/>
                  </a:lnTo>
                  <a:lnTo>
                    <a:pt x="53" y="638"/>
                  </a:lnTo>
                  <a:lnTo>
                    <a:pt x="64" y="580"/>
                  </a:lnTo>
                  <a:lnTo>
                    <a:pt x="77" y="522"/>
                  </a:lnTo>
                  <a:lnTo>
                    <a:pt x="89" y="464"/>
                  </a:lnTo>
                  <a:lnTo>
                    <a:pt x="95" y="435"/>
                  </a:lnTo>
                  <a:lnTo>
                    <a:pt x="99" y="405"/>
                  </a:lnTo>
                  <a:lnTo>
                    <a:pt x="99" y="405"/>
                  </a:lnTo>
                  <a:lnTo>
                    <a:pt x="103" y="379"/>
                  </a:lnTo>
                  <a:lnTo>
                    <a:pt x="107" y="353"/>
                  </a:lnTo>
                  <a:lnTo>
                    <a:pt x="113" y="326"/>
                  </a:lnTo>
                  <a:lnTo>
                    <a:pt x="121" y="301"/>
                  </a:lnTo>
                  <a:lnTo>
                    <a:pt x="121" y="301"/>
                  </a:lnTo>
                  <a:lnTo>
                    <a:pt x="158" y="195"/>
                  </a:lnTo>
                  <a:lnTo>
                    <a:pt x="158" y="195"/>
                  </a:lnTo>
                  <a:lnTo>
                    <a:pt x="166" y="167"/>
                  </a:lnTo>
                  <a:lnTo>
                    <a:pt x="174" y="140"/>
                  </a:lnTo>
                  <a:lnTo>
                    <a:pt x="181" y="112"/>
                  </a:lnTo>
                  <a:lnTo>
                    <a:pt x="186" y="83"/>
                  </a:lnTo>
                  <a:lnTo>
                    <a:pt x="186" y="83"/>
                  </a:lnTo>
                  <a:lnTo>
                    <a:pt x="189" y="60"/>
                  </a:lnTo>
                  <a:lnTo>
                    <a:pt x="190" y="47"/>
                  </a:lnTo>
                  <a:lnTo>
                    <a:pt x="192" y="36"/>
                  </a:lnTo>
                  <a:lnTo>
                    <a:pt x="192" y="36"/>
                  </a:lnTo>
                  <a:lnTo>
                    <a:pt x="196" y="20"/>
                  </a:lnTo>
                  <a:lnTo>
                    <a:pt x="198" y="12"/>
                  </a:lnTo>
                  <a:lnTo>
                    <a:pt x="198" y="5"/>
                  </a:lnTo>
                  <a:lnTo>
                    <a:pt x="198" y="5"/>
                  </a:lnTo>
                  <a:lnTo>
                    <a:pt x="198" y="3"/>
                  </a:lnTo>
                  <a:lnTo>
                    <a:pt x="197" y="2"/>
                  </a:lnTo>
                  <a:lnTo>
                    <a:pt x="196" y="1"/>
                  </a:lnTo>
                  <a:lnTo>
                    <a:pt x="194" y="0"/>
                  </a:lnTo>
                  <a:lnTo>
                    <a:pt x="192" y="1"/>
                  </a:lnTo>
                  <a:lnTo>
                    <a:pt x="191" y="2"/>
                  </a:lnTo>
                  <a:lnTo>
                    <a:pt x="190" y="3"/>
                  </a:lnTo>
                  <a:lnTo>
                    <a:pt x="189" y="5"/>
                  </a:lnTo>
                  <a:lnTo>
                    <a:pt x="189" y="5"/>
                  </a:lnTo>
                  <a:close/>
                </a:path>
              </a:pathLst>
            </a:custGeom>
            <a:grpFill/>
            <a:ln>
              <a:solidFill>
                <a:schemeClr val="accent1">
                  <a:lumMod val="75000"/>
                  <a:alpha val="0"/>
                </a:schemeClr>
              </a:solidFill>
            </a:ln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296" name="Freeform 912"/>
            <p:cNvSpPr/>
            <p:nvPr>
              <p:custDataLst>
                <p:tags r:id="rId12"/>
              </p:custDataLst>
            </p:nvPr>
          </p:nvSpPr>
          <p:spPr bwMode="auto">
            <a:xfrm>
              <a:off x="3494088" y="1250950"/>
              <a:ext cx="98425" cy="452438"/>
            </a:xfrm>
            <a:custGeom>
              <a:avLst/>
              <a:gdLst/>
              <a:ahLst/>
              <a:cxnLst>
                <a:cxn ang="0">
                  <a:pos x="175" y="5"/>
                </a:cxn>
                <a:cxn ang="0">
                  <a:pos x="174" y="29"/>
                </a:cxn>
                <a:cxn ang="0">
                  <a:pos x="159" y="100"/>
                </a:cxn>
                <a:cxn ang="0">
                  <a:pos x="150" y="153"/>
                </a:cxn>
                <a:cxn ang="0">
                  <a:pos x="141" y="207"/>
                </a:cxn>
                <a:cxn ang="0">
                  <a:pos x="121" y="315"/>
                </a:cxn>
                <a:cxn ang="0">
                  <a:pos x="104" y="426"/>
                </a:cxn>
                <a:cxn ang="0">
                  <a:pos x="99" y="449"/>
                </a:cxn>
                <a:cxn ang="0">
                  <a:pos x="93" y="472"/>
                </a:cxn>
                <a:cxn ang="0">
                  <a:pos x="91" y="488"/>
                </a:cxn>
                <a:cxn ang="0">
                  <a:pos x="81" y="531"/>
                </a:cxn>
                <a:cxn ang="0">
                  <a:pos x="51" y="644"/>
                </a:cxn>
                <a:cxn ang="0">
                  <a:pos x="44" y="672"/>
                </a:cxn>
                <a:cxn ang="0">
                  <a:pos x="19" y="753"/>
                </a:cxn>
                <a:cxn ang="0">
                  <a:pos x="13" y="780"/>
                </a:cxn>
                <a:cxn ang="0">
                  <a:pos x="7" y="806"/>
                </a:cxn>
                <a:cxn ang="0">
                  <a:pos x="0" y="838"/>
                </a:cxn>
                <a:cxn ang="0">
                  <a:pos x="0" y="848"/>
                </a:cxn>
                <a:cxn ang="0">
                  <a:pos x="1" y="853"/>
                </a:cxn>
                <a:cxn ang="0">
                  <a:pos x="4" y="854"/>
                </a:cxn>
                <a:cxn ang="0">
                  <a:pos x="7" y="853"/>
                </a:cxn>
                <a:cxn ang="0">
                  <a:pos x="9" y="848"/>
                </a:cxn>
                <a:cxn ang="0">
                  <a:pos x="10" y="837"/>
                </a:cxn>
                <a:cxn ang="0">
                  <a:pos x="18" y="800"/>
                </a:cxn>
                <a:cxn ang="0">
                  <a:pos x="23" y="774"/>
                </a:cxn>
                <a:cxn ang="0">
                  <a:pos x="30" y="747"/>
                </a:cxn>
                <a:cxn ang="0">
                  <a:pos x="63" y="638"/>
                </a:cxn>
                <a:cxn ang="0">
                  <a:pos x="92" y="525"/>
                </a:cxn>
                <a:cxn ang="0">
                  <a:pos x="98" y="500"/>
                </a:cxn>
                <a:cxn ang="0">
                  <a:pos x="102" y="476"/>
                </a:cxn>
                <a:cxn ang="0">
                  <a:pos x="109" y="447"/>
                </a:cxn>
                <a:cxn ang="0">
                  <a:pos x="115" y="419"/>
                </a:cxn>
                <a:cxn ang="0">
                  <a:pos x="131" y="309"/>
                </a:cxn>
                <a:cxn ang="0">
                  <a:pos x="151" y="201"/>
                </a:cxn>
                <a:cxn ang="0">
                  <a:pos x="160" y="147"/>
                </a:cxn>
                <a:cxn ang="0">
                  <a:pos x="170" y="93"/>
                </a:cxn>
                <a:cxn ang="0">
                  <a:pos x="183" y="27"/>
                </a:cxn>
                <a:cxn ang="0">
                  <a:pos x="185" y="5"/>
                </a:cxn>
                <a:cxn ang="0">
                  <a:pos x="184" y="3"/>
                </a:cxn>
                <a:cxn ang="0">
                  <a:pos x="182" y="0"/>
                </a:cxn>
                <a:cxn ang="0">
                  <a:pos x="178" y="0"/>
                </a:cxn>
                <a:cxn ang="0">
                  <a:pos x="176" y="3"/>
                </a:cxn>
                <a:cxn ang="0">
                  <a:pos x="175" y="5"/>
                </a:cxn>
              </a:cxnLst>
              <a:rect l="0" t="0" r="r" b="b"/>
              <a:pathLst>
                <a:path w="185" h="854">
                  <a:moveTo>
                    <a:pt x="175" y="5"/>
                  </a:moveTo>
                  <a:lnTo>
                    <a:pt x="175" y="5"/>
                  </a:lnTo>
                  <a:lnTo>
                    <a:pt x="175" y="17"/>
                  </a:lnTo>
                  <a:lnTo>
                    <a:pt x="174" y="29"/>
                  </a:lnTo>
                  <a:lnTo>
                    <a:pt x="170" y="52"/>
                  </a:lnTo>
                  <a:lnTo>
                    <a:pt x="159" y="100"/>
                  </a:lnTo>
                  <a:lnTo>
                    <a:pt x="159" y="100"/>
                  </a:lnTo>
                  <a:lnTo>
                    <a:pt x="150" y="153"/>
                  </a:lnTo>
                  <a:lnTo>
                    <a:pt x="141" y="207"/>
                  </a:lnTo>
                  <a:lnTo>
                    <a:pt x="141" y="207"/>
                  </a:lnTo>
                  <a:lnTo>
                    <a:pt x="130" y="261"/>
                  </a:lnTo>
                  <a:lnTo>
                    <a:pt x="121" y="315"/>
                  </a:lnTo>
                  <a:lnTo>
                    <a:pt x="104" y="426"/>
                  </a:lnTo>
                  <a:lnTo>
                    <a:pt x="104" y="426"/>
                  </a:lnTo>
                  <a:lnTo>
                    <a:pt x="101" y="437"/>
                  </a:lnTo>
                  <a:lnTo>
                    <a:pt x="99" y="449"/>
                  </a:lnTo>
                  <a:lnTo>
                    <a:pt x="96" y="461"/>
                  </a:lnTo>
                  <a:lnTo>
                    <a:pt x="93" y="472"/>
                  </a:lnTo>
                  <a:lnTo>
                    <a:pt x="93" y="472"/>
                  </a:lnTo>
                  <a:lnTo>
                    <a:pt x="91" y="488"/>
                  </a:lnTo>
                  <a:lnTo>
                    <a:pt x="88" y="502"/>
                  </a:lnTo>
                  <a:lnTo>
                    <a:pt x="81" y="531"/>
                  </a:lnTo>
                  <a:lnTo>
                    <a:pt x="81" y="531"/>
                  </a:lnTo>
                  <a:lnTo>
                    <a:pt x="51" y="644"/>
                  </a:lnTo>
                  <a:lnTo>
                    <a:pt x="51" y="644"/>
                  </a:lnTo>
                  <a:lnTo>
                    <a:pt x="44" y="672"/>
                  </a:lnTo>
                  <a:lnTo>
                    <a:pt x="35" y="699"/>
                  </a:lnTo>
                  <a:lnTo>
                    <a:pt x="19" y="753"/>
                  </a:lnTo>
                  <a:lnTo>
                    <a:pt x="19" y="753"/>
                  </a:lnTo>
                  <a:lnTo>
                    <a:pt x="13" y="780"/>
                  </a:lnTo>
                  <a:lnTo>
                    <a:pt x="7" y="806"/>
                  </a:lnTo>
                  <a:lnTo>
                    <a:pt x="7" y="806"/>
                  </a:lnTo>
                  <a:lnTo>
                    <a:pt x="2" y="828"/>
                  </a:lnTo>
                  <a:lnTo>
                    <a:pt x="0" y="838"/>
                  </a:lnTo>
                  <a:lnTo>
                    <a:pt x="0" y="848"/>
                  </a:lnTo>
                  <a:lnTo>
                    <a:pt x="0" y="848"/>
                  </a:lnTo>
                  <a:lnTo>
                    <a:pt x="0" y="851"/>
                  </a:lnTo>
                  <a:lnTo>
                    <a:pt x="1" y="853"/>
                  </a:lnTo>
                  <a:lnTo>
                    <a:pt x="2" y="853"/>
                  </a:lnTo>
                  <a:lnTo>
                    <a:pt x="4" y="854"/>
                  </a:lnTo>
                  <a:lnTo>
                    <a:pt x="6" y="853"/>
                  </a:lnTo>
                  <a:lnTo>
                    <a:pt x="7" y="853"/>
                  </a:lnTo>
                  <a:lnTo>
                    <a:pt x="8" y="851"/>
                  </a:lnTo>
                  <a:lnTo>
                    <a:pt x="9" y="848"/>
                  </a:lnTo>
                  <a:lnTo>
                    <a:pt x="9" y="848"/>
                  </a:lnTo>
                  <a:lnTo>
                    <a:pt x="10" y="837"/>
                  </a:lnTo>
                  <a:lnTo>
                    <a:pt x="13" y="825"/>
                  </a:lnTo>
                  <a:lnTo>
                    <a:pt x="18" y="800"/>
                  </a:lnTo>
                  <a:lnTo>
                    <a:pt x="18" y="800"/>
                  </a:lnTo>
                  <a:lnTo>
                    <a:pt x="23" y="774"/>
                  </a:lnTo>
                  <a:lnTo>
                    <a:pt x="30" y="747"/>
                  </a:lnTo>
                  <a:lnTo>
                    <a:pt x="30" y="747"/>
                  </a:lnTo>
                  <a:lnTo>
                    <a:pt x="47" y="693"/>
                  </a:lnTo>
                  <a:lnTo>
                    <a:pt x="63" y="638"/>
                  </a:lnTo>
                  <a:lnTo>
                    <a:pt x="63" y="638"/>
                  </a:lnTo>
                  <a:lnTo>
                    <a:pt x="92" y="525"/>
                  </a:lnTo>
                  <a:lnTo>
                    <a:pt x="92" y="525"/>
                  </a:lnTo>
                  <a:lnTo>
                    <a:pt x="98" y="500"/>
                  </a:lnTo>
                  <a:lnTo>
                    <a:pt x="102" y="476"/>
                  </a:lnTo>
                  <a:lnTo>
                    <a:pt x="102" y="476"/>
                  </a:lnTo>
                  <a:lnTo>
                    <a:pt x="105" y="461"/>
                  </a:lnTo>
                  <a:lnTo>
                    <a:pt x="109" y="447"/>
                  </a:lnTo>
                  <a:lnTo>
                    <a:pt x="112" y="433"/>
                  </a:lnTo>
                  <a:lnTo>
                    <a:pt x="115" y="419"/>
                  </a:lnTo>
                  <a:lnTo>
                    <a:pt x="115" y="419"/>
                  </a:lnTo>
                  <a:lnTo>
                    <a:pt x="131" y="309"/>
                  </a:lnTo>
                  <a:lnTo>
                    <a:pt x="141" y="255"/>
                  </a:lnTo>
                  <a:lnTo>
                    <a:pt x="151" y="201"/>
                  </a:lnTo>
                  <a:lnTo>
                    <a:pt x="151" y="201"/>
                  </a:lnTo>
                  <a:lnTo>
                    <a:pt x="160" y="147"/>
                  </a:lnTo>
                  <a:lnTo>
                    <a:pt x="170" y="93"/>
                  </a:lnTo>
                  <a:lnTo>
                    <a:pt x="170" y="93"/>
                  </a:lnTo>
                  <a:lnTo>
                    <a:pt x="180" y="50"/>
                  </a:lnTo>
                  <a:lnTo>
                    <a:pt x="183" y="27"/>
                  </a:lnTo>
                  <a:lnTo>
                    <a:pt x="184" y="16"/>
                  </a:lnTo>
                  <a:lnTo>
                    <a:pt x="185" y="5"/>
                  </a:lnTo>
                  <a:lnTo>
                    <a:pt x="185" y="5"/>
                  </a:lnTo>
                  <a:lnTo>
                    <a:pt x="184" y="3"/>
                  </a:lnTo>
                  <a:lnTo>
                    <a:pt x="183" y="1"/>
                  </a:lnTo>
                  <a:lnTo>
                    <a:pt x="182" y="0"/>
                  </a:lnTo>
                  <a:lnTo>
                    <a:pt x="180" y="0"/>
                  </a:lnTo>
                  <a:lnTo>
                    <a:pt x="178" y="0"/>
                  </a:lnTo>
                  <a:lnTo>
                    <a:pt x="177" y="1"/>
                  </a:lnTo>
                  <a:lnTo>
                    <a:pt x="176" y="3"/>
                  </a:lnTo>
                  <a:lnTo>
                    <a:pt x="175" y="5"/>
                  </a:lnTo>
                  <a:lnTo>
                    <a:pt x="175" y="5"/>
                  </a:lnTo>
                  <a:close/>
                </a:path>
              </a:pathLst>
            </a:custGeom>
            <a:grpFill/>
            <a:ln>
              <a:solidFill>
                <a:schemeClr val="accent1">
                  <a:lumMod val="75000"/>
                  <a:alpha val="0"/>
                </a:schemeClr>
              </a:solidFill>
            </a:ln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297" name="Freeform 913"/>
            <p:cNvSpPr/>
            <p:nvPr>
              <p:custDataLst>
                <p:tags r:id="rId13"/>
              </p:custDataLst>
            </p:nvPr>
          </p:nvSpPr>
          <p:spPr bwMode="auto">
            <a:xfrm>
              <a:off x="3532188" y="1266825"/>
              <a:ext cx="103188" cy="504825"/>
            </a:xfrm>
            <a:custGeom>
              <a:avLst/>
              <a:gdLst/>
              <a:ahLst/>
              <a:cxnLst>
                <a:cxn ang="0">
                  <a:pos x="185" y="5"/>
                </a:cxn>
                <a:cxn ang="0">
                  <a:pos x="181" y="67"/>
                </a:cxn>
                <a:cxn ang="0">
                  <a:pos x="169" y="127"/>
                </a:cxn>
                <a:cxn ang="0">
                  <a:pos x="153" y="187"/>
                </a:cxn>
                <a:cxn ang="0">
                  <a:pos x="136" y="246"/>
                </a:cxn>
                <a:cxn ang="0">
                  <a:pos x="129" y="273"/>
                </a:cxn>
                <a:cxn ang="0">
                  <a:pos x="124" y="327"/>
                </a:cxn>
                <a:cxn ang="0">
                  <a:pos x="123" y="355"/>
                </a:cxn>
                <a:cxn ang="0">
                  <a:pos x="118" y="418"/>
                </a:cxn>
                <a:cxn ang="0">
                  <a:pos x="108" y="481"/>
                </a:cxn>
                <a:cxn ang="0">
                  <a:pos x="101" y="511"/>
                </a:cxn>
                <a:cxn ang="0">
                  <a:pos x="74" y="596"/>
                </a:cxn>
                <a:cxn ang="0">
                  <a:pos x="65" y="627"/>
                </a:cxn>
                <a:cxn ang="0">
                  <a:pos x="53" y="691"/>
                </a:cxn>
                <a:cxn ang="0">
                  <a:pos x="47" y="723"/>
                </a:cxn>
                <a:cxn ang="0">
                  <a:pos x="23" y="846"/>
                </a:cxn>
                <a:cxn ang="0">
                  <a:pos x="20" y="863"/>
                </a:cxn>
                <a:cxn ang="0">
                  <a:pos x="14" y="897"/>
                </a:cxn>
                <a:cxn ang="0">
                  <a:pos x="9" y="913"/>
                </a:cxn>
                <a:cxn ang="0">
                  <a:pos x="6" y="922"/>
                </a:cxn>
                <a:cxn ang="0">
                  <a:pos x="1" y="939"/>
                </a:cxn>
                <a:cxn ang="0">
                  <a:pos x="0" y="949"/>
                </a:cxn>
                <a:cxn ang="0">
                  <a:pos x="2" y="952"/>
                </a:cxn>
                <a:cxn ang="0">
                  <a:pos x="6" y="954"/>
                </a:cxn>
                <a:cxn ang="0">
                  <a:pos x="9" y="952"/>
                </a:cxn>
                <a:cxn ang="0">
                  <a:pos x="11" y="949"/>
                </a:cxn>
                <a:cxn ang="0">
                  <a:pos x="12" y="937"/>
                </a:cxn>
                <a:cxn ang="0">
                  <a:pos x="18" y="914"/>
                </a:cxn>
                <a:cxn ang="0">
                  <a:pos x="21" y="903"/>
                </a:cxn>
                <a:cxn ang="0">
                  <a:pos x="33" y="840"/>
                </a:cxn>
                <a:cxn ang="0">
                  <a:pos x="47" y="774"/>
                </a:cxn>
                <a:cxn ang="0">
                  <a:pos x="59" y="709"/>
                </a:cxn>
                <a:cxn ang="0">
                  <a:pos x="71" y="650"/>
                </a:cxn>
                <a:cxn ang="0">
                  <a:pos x="85" y="591"/>
                </a:cxn>
                <a:cxn ang="0">
                  <a:pos x="94" y="563"/>
                </a:cxn>
                <a:cxn ang="0">
                  <a:pos x="105" y="534"/>
                </a:cxn>
                <a:cxn ang="0">
                  <a:pos x="114" y="500"/>
                </a:cxn>
                <a:cxn ang="0">
                  <a:pos x="120" y="465"/>
                </a:cxn>
                <a:cxn ang="0">
                  <a:pos x="128" y="407"/>
                </a:cxn>
                <a:cxn ang="0">
                  <a:pos x="135" y="320"/>
                </a:cxn>
                <a:cxn ang="0">
                  <a:pos x="143" y="262"/>
                </a:cxn>
                <a:cxn ang="0">
                  <a:pos x="150" y="233"/>
                </a:cxn>
                <a:cxn ang="0">
                  <a:pos x="167" y="177"/>
                </a:cxn>
                <a:cxn ang="0">
                  <a:pos x="181" y="120"/>
                </a:cxn>
                <a:cxn ang="0">
                  <a:pos x="191" y="63"/>
                </a:cxn>
                <a:cxn ang="0">
                  <a:pos x="196" y="5"/>
                </a:cxn>
                <a:cxn ang="0">
                  <a:pos x="195" y="3"/>
                </a:cxn>
                <a:cxn ang="0">
                  <a:pos x="192" y="1"/>
                </a:cxn>
                <a:cxn ang="0">
                  <a:pos x="188" y="1"/>
                </a:cxn>
                <a:cxn ang="0">
                  <a:pos x="186" y="3"/>
                </a:cxn>
                <a:cxn ang="0">
                  <a:pos x="185" y="5"/>
                </a:cxn>
              </a:cxnLst>
              <a:rect l="0" t="0" r="r" b="b"/>
              <a:pathLst>
                <a:path w="196" h="954">
                  <a:moveTo>
                    <a:pt x="185" y="5"/>
                  </a:moveTo>
                  <a:lnTo>
                    <a:pt x="185" y="5"/>
                  </a:lnTo>
                  <a:lnTo>
                    <a:pt x="184" y="36"/>
                  </a:lnTo>
                  <a:lnTo>
                    <a:pt x="181" y="67"/>
                  </a:lnTo>
                  <a:lnTo>
                    <a:pt x="176" y="97"/>
                  </a:lnTo>
                  <a:lnTo>
                    <a:pt x="169" y="127"/>
                  </a:lnTo>
                  <a:lnTo>
                    <a:pt x="162" y="157"/>
                  </a:lnTo>
                  <a:lnTo>
                    <a:pt x="153" y="187"/>
                  </a:lnTo>
                  <a:lnTo>
                    <a:pt x="136" y="246"/>
                  </a:lnTo>
                  <a:lnTo>
                    <a:pt x="136" y="246"/>
                  </a:lnTo>
                  <a:lnTo>
                    <a:pt x="133" y="261"/>
                  </a:lnTo>
                  <a:lnTo>
                    <a:pt x="129" y="273"/>
                  </a:lnTo>
                  <a:lnTo>
                    <a:pt x="126" y="300"/>
                  </a:lnTo>
                  <a:lnTo>
                    <a:pt x="124" y="327"/>
                  </a:lnTo>
                  <a:lnTo>
                    <a:pt x="123" y="355"/>
                  </a:lnTo>
                  <a:lnTo>
                    <a:pt x="123" y="355"/>
                  </a:lnTo>
                  <a:lnTo>
                    <a:pt x="121" y="386"/>
                  </a:lnTo>
                  <a:lnTo>
                    <a:pt x="118" y="418"/>
                  </a:lnTo>
                  <a:lnTo>
                    <a:pt x="113" y="449"/>
                  </a:lnTo>
                  <a:lnTo>
                    <a:pt x="108" y="481"/>
                  </a:lnTo>
                  <a:lnTo>
                    <a:pt x="108" y="481"/>
                  </a:lnTo>
                  <a:lnTo>
                    <a:pt x="101" y="511"/>
                  </a:lnTo>
                  <a:lnTo>
                    <a:pt x="92" y="538"/>
                  </a:lnTo>
                  <a:lnTo>
                    <a:pt x="74" y="596"/>
                  </a:lnTo>
                  <a:lnTo>
                    <a:pt x="74" y="596"/>
                  </a:lnTo>
                  <a:lnTo>
                    <a:pt x="65" y="627"/>
                  </a:lnTo>
                  <a:lnTo>
                    <a:pt x="58" y="659"/>
                  </a:lnTo>
                  <a:lnTo>
                    <a:pt x="53" y="691"/>
                  </a:lnTo>
                  <a:lnTo>
                    <a:pt x="47" y="723"/>
                  </a:lnTo>
                  <a:lnTo>
                    <a:pt x="47" y="723"/>
                  </a:lnTo>
                  <a:lnTo>
                    <a:pt x="34" y="784"/>
                  </a:lnTo>
                  <a:lnTo>
                    <a:pt x="23" y="846"/>
                  </a:lnTo>
                  <a:lnTo>
                    <a:pt x="23" y="846"/>
                  </a:lnTo>
                  <a:lnTo>
                    <a:pt x="20" y="863"/>
                  </a:lnTo>
                  <a:lnTo>
                    <a:pt x="18" y="880"/>
                  </a:lnTo>
                  <a:lnTo>
                    <a:pt x="14" y="897"/>
                  </a:lnTo>
                  <a:lnTo>
                    <a:pt x="12" y="905"/>
                  </a:lnTo>
                  <a:lnTo>
                    <a:pt x="9" y="913"/>
                  </a:lnTo>
                  <a:lnTo>
                    <a:pt x="9" y="913"/>
                  </a:lnTo>
                  <a:lnTo>
                    <a:pt x="6" y="922"/>
                  </a:lnTo>
                  <a:lnTo>
                    <a:pt x="3" y="931"/>
                  </a:lnTo>
                  <a:lnTo>
                    <a:pt x="1" y="939"/>
                  </a:lnTo>
                  <a:lnTo>
                    <a:pt x="0" y="949"/>
                  </a:lnTo>
                  <a:lnTo>
                    <a:pt x="0" y="949"/>
                  </a:lnTo>
                  <a:lnTo>
                    <a:pt x="1" y="951"/>
                  </a:lnTo>
                  <a:lnTo>
                    <a:pt x="2" y="952"/>
                  </a:lnTo>
                  <a:lnTo>
                    <a:pt x="3" y="953"/>
                  </a:lnTo>
                  <a:lnTo>
                    <a:pt x="6" y="954"/>
                  </a:lnTo>
                  <a:lnTo>
                    <a:pt x="7" y="953"/>
                  </a:lnTo>
                  <a:lnTo>
                    <a:pt x="9" y="952"/>
                  </a:lnTo>
                  <a:lnTo>
                    <a:pt x="10" y="951"/>
                  </a:lnTo>
                  <a:lnTo>
                    <a:pt x="11" y="949"/>
                  </a:lnTo>
                  <a:lnTo>
                    <a:pt x="11" y="949"/>
                  </a:lnTo>
                  <a:lnTo>
                    <a:pt x="12" y="937"/>
                  </a:lnTo>
                  <a:lnTo>
                    <a:pt x="15" y="926"/>
                  </a:lnTo>
                  <a:lnTo>
                    <a:pt x="18" y="914"/>
                  </a:lnTo>
                  <a:lnTo>
                    <a:pt x="21" y="903"/>
                  </a:lnTo>
                  <a:lnTo>
                    <a:pt x="21" y="903"/>
                  </a:lnTo>
                  <a:lnTo>
                    <a:pt x="27" y="871"/>
                  </a:lnTo>
                  <a:lnTo>
                    <a:pt x="33" y="840"/>
                  </a:lnTo>
                  <a:lnTo>
                    <a:pt x="33" y="840"/>
                  </a:lnTo>
                  <a:lnTo>
                    <a:pt x="47" y="774"/>
                  </a:lnTo>
                  <a:lnTo>
                    <a:pt x="53" y="741"/>
                  </a:lnTo>
                  <a:lnTo>
                    <a:pt x="59" y="709"/>
                  </a:lnTo>
                  <a:lnTo>
                    <a:pt x="59" y="709"/>
                  </a:lnTo>
                  <a:lnTo>
                    <a:pt x="71" y="650"/>
                  </a:lnTo>
                  <a:lnTo>
                    <a:pt x="77" y="620"/>
                  </a:lnTo>
                  <a:lnTo>
                    <a:pt x="85" y="591"/>
                  </a:lnTo>
                  <a:lnTo>
                    <a:pt x="85" y="591"/>
                  </a:lnTo>
                  <a:lnTo>
                    <a:pt x="94" y="563"/>
                  </a:lnTo>
                  <a:lnTo>
                    <a:pt x="105" y="534"/>
                  </a:lnTo>
                  <a:lnTo>
                    <a:pt x="105" y="534"/>
                  </a:lnTo>
                  <a:lnTo>
                    <a:pt x="110" y="518"/>
                  </a:lnTo>
                  <a:lnTo>
                    <a:pt x="114" y="500"/>
                  </a:lnTo>
                  <a:lnTo>
                    <a:pt x="120" y="465"/>
                  </a:lnTo>
                  <a:lnTo>
                    <a:pt x="120" y="465"/>
                  </a:lnTo>
                  <a:lnTo>
                    <a:pt x="125" y="436"/>
                  </a:lnTo>
                  <a:lnTo>
                    <a:pt x="128" y="407"/>
                  </a:lnTo>
                  <a:lnTo>
                    <a:pt x="133" y="348"/>
                  </a:lnTo>
                  <a:lnTo>
                    <a:pt x="135" y="320"/>
                  </a:lnTo>
                  <a:lnTo>
                    <a:pt x="138" y="291"/>
                  </a:lnTo>
                  <a:lnTo>
                    <a:pt x="143" y="262"/>
                  </a:lnTo>
                  <a:lnTo>
                    <a:pt x="146" y="247"/>
                  </a:lnTo>
                  <a:lnTo>
                    <a:pt x="150" y="233"/>
                  </a:lnTo>
                  <a:lnTo>
                    <a:pt x="150" y="233"/>
                  </a:lnTo>
                  <a:lnTo>
                    <a:pt x="167" y="177"/>
                  </a:lnTo>
                  <a:lnTo>
                    <a:pt x="174" y="149"/>
                  </a:lnTo>
                  <a:lnTo>
                    <a:pt x="181" y="120"/>
                  </a:lnTo>
                  <a:lnTo>
                    <a:pt x="186" y="92"/>
                  </a:lnTo>
                  <a:lnTo>
                    <a:pt x="191" y="63"/>
                  </a:lnTo>
                  <a:lnTo>
                    <a:pt x="195" y="34"/>
                  </a:lnTo>
                  <a:lnTo>
                    <a:pt x="196" y="5"/>
                  </a:lnTo>
                  <a:lnTo>
                    <a:pt x="196" y="5"/>
                  </a:lnTo>
                  <a:lnTo>
                    <a:pt x="195" y="3"/>
                  </a:lnTo>
                  <a:lnTo>
                    <a:pt x="194" y="1"/>
                  </a:lnTo>
                  <a:lnTo>
                    <a:pt x="192" y="1"/>
                  </a:lnTo>
                  <a:lnTo>
                    <a:pt x="190" y="0"/>
                  </a:lnTo>
                  <a:lnTo>
                    <a:pt x="188" y="1"/>
                  </a:lnTo>
                  <a:lnTo>
                    <a:pt x="187" y="1"/>
                  </a:lnTo>
                  <a:lnTo>
                    <a:pt x="186" y="3"/>
                  </a:lnTo>
                  <a:lnTo>
                    <a:pt x="185" y="5"/>
                  </a:lnTo>
                  <a:lnTo>
                    <a:pt x="185" y="5"/>
                  </a:lnTo>
                  <a:close/>
                </a:path>
              </a:pathLst>
            </a:custGeom>
            <a:grpFill/>
            <a:ln>
              <a:solidFill>
                <a:schemeClr val="accent1">
                  <a:lumMod val="75000"/>
                  <a:alpha val="0"/>
                </a:schemeClr>
              </a:solidFill>
            </a:ln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298" name="Freeform 914"/>
            <p:cNvSpPr/>
            <p:nvPr>
              <p:custDataLst>
                <p:tags r:id="rId14"/>
              </p:custDataLst>
            </p:nvPr>
          </p:nvSpPr>
          <p:spPr bwMode="auto">
            <a:xfrm>
              <a:off x="3570288" y="1301750"/>
              <a:ext cx="96838" cy="488950"/>
            </a:xfrm>
            <a:custGeom>
              <a:avLst/>
              <a:gdLst/>
              <a:ahLst/>
              <a:cxnLst>
                <a:cxn ang="0">
                  <a:pos x="175" y="5"/>
                </a:cxn>
                <a:cxn ang="0">
                  <a:pos x="172" y="13"/>
                </a:cxn>
                <a:cxn ang="0">
                  <a:pos x="163" y="30"/>
                </a:cxn>
                <a:cxn ang="0">
                  <a:pos x="161" y="39"/>
                </a:cxn>
                <a:cxn ang="0">
                  <a:pos x="161" y="62"/>
                </a:cxn>
                <a:cxn ang="0">
                  <a:pos x="159" y="87"/>
                </a:cxn>
                <a:cxn ang="0">
                  <a:pos x="149" y="148"/>
                </a:cxn>
                <a:cxn ang="0">
                  <a:pos x="146" y="164"/>
                </a:cxn>
                <a:cxn ang="0">
                  <a:pos x="138" y="193"/>
                </a:cxn>
                <a:cxn ang="0">
                  <a:pos x="135" y="207"/>
                </a:cxn>
                <a:cxn ang="0">
                  <a:pos x="128" y="268"/>
                </a:cxn>
                <a:cxn ang="0">
                  <a:pos x="117" y="361"/>
                </a:cxn>
                <a:cxn ang="0">
                  <a:pos x="106" y="422"/>
                </a:cxn>
                <a:cxn ang="0">
                  <a:pos x="99" y="452"/>
                </a:cxn>
                <a:cxn ang="0">
                  <a:pos x="72" y="538"/>
                </a:cxn>
                <a:cxn ang="0">
                  <a:pos x="64" y="568"/>
                </a:cxn>
                <a:cxn ang="0">
                  <a:pos x="50" y="630"/>
                </a:cxn>
                <a:cxn ang="0">
                  <a:pos x="38" y="691"/>
                </a:cxn>
                <a:cxn ang="0">
                  <a:pos x="15" y="809"/>
                </a:cxn>
                <a:cxn ang="0">
                  <a:pos x="6" y="865"/>
                </a:cxn>
                <a:cxn ang="0">
                  <a:pos x="1" y="906"/>
                </a:cxn>
                <a:cxn ang="0">
                  <a:pos x="0" y="921"/>
                </a:cxn>
                <a:cxn ang="0">
                  <a:pos x="2" y="924"/>
                </a:cxn>
                <a:cxn ang="0">
                  <a:pos x="5" y="925"/>
                </a:cxn>
                <a:cxn ang="0">
                  <a:pos x="8" y="924"/>
                </a:cxn>
                <a:cxn ang="0">
                  <a:pos x="9" y="921"/>
                </a:cxn>
                <a:cxn ang="0">
                  <a:pos x="10" y="906"/>
                </a:cxn>
                <a:cxn ang="0">
                  <a:pos x="13" y="875"/>
                </a:cxn>
                <a:cxn ang="0">
                  <a:pos x="16" y="862"/>
                </a:cxn>
                <a:cxn ang="0">
                  <a:pos x="25" y="803"/>
                </a:cxn>
                <a:cxn ang="0">
                  <a:pos x="31" y="774"/>
                </a:cxn>
                <a:cxn ang="0">
                  <a:pos x="48" y="685"/>
                </a:cxn>
                <a:cxn ang="0">
                  <a:pos x="62" y="623"/>
                </a:cxn>
                <a:cxn ang="0">
                  <a:pos x="75" y="560"/>
                </a:cxn>
                <a:cxn ang="0">
                  <a:pos x="83" y="531"/>
                </a:cxn>
                <a:cxn ang="0">
                  <a:pos x="110" y="446"/>
                </a:cxn>
                <a:cxn ang="0">
                  <a:pos x="117" y="417"/>
                </a:cxn>
                <a:cxn ang="0">
                  <a:pos x="129" y="355"/>
                </a:cxn>
                <a:cxn ang="0">
                  <a:pos x="138" y="262"/>
                </a:cxn>
                <a:cxn ang="0">
                  <a:pos x="145" y="201"/>
                </a:cxn>
                <a:cxn ang="0">
                  <a:pos x="148" y="186"/>
                </a:cxn>
                <a:cxn ang="0">
                  <a:pos x="157" y="157"/>
                </a:cxn>
                <a:cxn ang="0">
                  <a:pos x="161" y="143"/>
                </a:cxn>
                <a:cxn ang="0">
                  <a:pos x="167" y="94"/>
                </a:cxn>
                <a:cxn ang="0">
                  <a:pos x="169" y="70"/>
                </a:cxn>
                <a:cxn ang="0">
                  <a:pos x="171" y="45"/>
                </a:cxn>
                <a:cxn ang="0">
                  <a:pos x="172" y="36"/>
                </a:cxn>
                <a:cxn ang="0">
                  <a:pos x="181" y="17"/>
                </a:cxn>
                <a:cxn ang="0">
                  <a:pos x="185" y="7"/>
                </a:cxn>
                <a:cxn ang="0">
                  <a:pos x="185" y="5"/>
                </a:cxn>
                <a:cxn ang="0">
                  <a:pos x="180" y="1"/>
                </a:cxn>
                <a:cxn ang="0">
                  <a:pos x="177" y="1"/>
                </a:cxn>
                <a:cxn ang="0">
                  <a:pos x="175" y="5"/>
                </a:cxn>
              </a:cxnLst>
              <a:rect l="0" t="0" r="r" b="b"/>
              <a:pathLst>
                <a:path w="185" h="925">
                  <a:moveTo>
                    <a:pt x="175" y="5"/>
                  </a:moveTo>
                  <a:lnTo>
                    <a:pt x="175" y="5"/>
                  </a:lnTo>
                  <a:lnTo>
                    <a:pt x="174" y="9"/>
                  </a:lnTo>
                  <a:lnTo>
                    <a:pt x="172" y="13"/>
                  </a:lnTo>
                  <a:lnTo>
                    <a:pt x="168" y="22"/>
                  </a:lnTo>
                  <a:lnTo>
                    <a:pt x="163" y="30"/>
                  </a:lnTo>
                  <a:lnTo>
                    <a:pt x="162" y="35"/>
                  </a:lnTo>
                  <a:lnTo>
                    <a:pt x="161" y="39"/>
                  </a:lnTo>
                  <a:lnTo>
                    <a:pt x="161" y="39"/>
                  </a:lnTo>
                  <a:lnTo>
                    <a:pt x="161" y="62"/>
                  </a:lnTo>
                  <a:lnTo>
                    <a:pt x="159" y="87"/>
                  </a:lnTo>
                  <a:lnTo>
                    <a:pt x="159" y="87"/>
                  </a:lnTo>
                  <a:lnTo>
                    <a:pt x="155" y="118"/>
                  </a:lnTo>
                  <a:lnTo>
                    <a:pt x="149" y="148"/>
                  </a:lnTo>
                  <a:lnTo>
                    <a:pt x="149" y="148"/>
                  </a:lnTo>
                  <a:lnTo>
                    <a:pt x="146" y="164"/>
                  </a:lnTo>
                  <a:lnTo>
                    <a:pt x="142" y="178"/>
                  </a:lnTo>
                  <a:lnTo>
                    <a:pt x="138" y="193"/>
                  </a:lnTo>
                  <a:lnTo>
                    <a:pt x="135" y="207"/>
                  </a:lnTo>
                  <a:lnTo>
                    <a:pt x="135" y="207"/>
                  </a:lnTo>
                  <a:lnTo>
                    <a:pt x="131" y="238"/>
                  </a:lnTo>
                  <a:lnTo>
                    <a:pt x="128" y="268"/>
                  </a:lnTo>
                  <a:lnTo>
                    <a:pt x="122" y="330"/>
                  </a:lnTo>
                  <a:lnTo>
                    <a:pt x="117" y="361"/>
                  </a:lnTo>
                  <a:lnTo>
                    <a:pt x="112" y="392"/>
                  </a:lnTo>
                  <a:lnTo>
                    <a:pt x="106" y="422"/>
                  </a:lnTo>
                  <a:lnTo>
                    <a:pt x="99" y="452"/>
                  </a:lnTo>
                  <a:lnTo>
                    <a:pt x="99" y="452"/>
                  </a:lnTo>
                  <a:lnTo>
                    <a:pt x="80" y="510"/>
                  </a:lnTo>
                  <a:lnTo>
                    <a:pt x="72" y="538"/>
                  </a:lnTo>
                  <a:lnTo>
                    <a:pt x="64" y="568"/>
                  </a:lnTo>
                  <a:lnTo>
                    <a:pt x="64" y="568"/>
                  </a:lnTo>
                  <a:lnTo>
                    <a:pt x="56" y="599"/>
                  </a:lnTo>
                  <a:lnTo>
                    <a:pt x="50" y="630"/>
                  </a:lnTo>
                  <a:lnTo>
                    <a:pt x="38" y="691"/>
                  </a:lnTo>
                  <a:lnTo>
                    <a:pt x="38" y="691"/>
                  </a:lnTo>
                  <a:lnTo>
                    <a:pt x="25" y="750"/>
                  </a:lnTo>
                  <a:lnTo>
                    <a:pt x="15" y="809"/>
                  </a:lnTo>
                  <a:lnTo>
                    <a:pt x="15" y="809"/>
                  </a:lnTo>
                  <a:lnTo>
                    <a:pt x="6" y="865"/>
                  </a:lnTo>
                  <a:lnTo>
                    <a:pt x="2" y="893"/>
                  </a:lnTo>
                  <a:lnTo>
                    <a:pt x="1" y="906"/>
                  </a:lnTo>
                  <a:lnTo>
                    <a:pt x="0" y="921"/>
                  </a:lnTo>
                  <a:lnTo>
                    <a:pt x="0" y="921"/>
                  </a:lnTo>
                  <a:lnTo>
                    <a:pt x="1" y="923"/>
                  </a:lnTo>
                  <a:lnTo>
                    <a:pt x="2" y="924"/>
                  </a:lnTo>
                  <a:lnTo>
                    <a:pt x="3" y="925"/>
                  </a:lnTo>
                  <a:lnTo>
                    <a:pt x="5" y="925"/>
                  </a:lnTo>
                  <a:lnTo>
                    <a:pt x="7" y="925"/>
                  </a:lnTo>
                  <a:lnTo>
                    <a:pt x="8" y="924"/>
                  </a:lnTo>
                  <a:lnTo>
                    <a:pt x="9" y="923"/>
                  </a:lnTo>
                  <a:lnTo>
                    <a:pt x="9" y="921"/>
                  </a:lnTo>
                  <a:lnTo>
                    <a:pt x="9" y="921"/>
                  </a:lnTo>
                  <a:lnTo>
                    <a:pt x="10" y="906"/>
                  </a:lnTo>
                  <a:lnTo>
                    <a:pt x="11" y="891"/>
                  </a:lnTo>
                  <a:lnTo>
                    <a:pt x="13" y="875"/>
                  </a:lnTo>
                  <a:lnTo>
                    <a:pt x="16" y="862"/>
                  </a:lnTo>
                  <a:lnTo>
                    <a:pt x="16" y="862"/>
                  </a:lnTo>
                  <a:lnTo>
                    <a:pt x="21" y="833"/>
                  </a:lnTo>
                  <a:lnTo>
                    <a:pt x="25" y="803"/>
                  </a:lnTo>
                  <a:lnTo>
                    <a:pt x="25" y="803"/>
                  </a:lnTo>
                  <a:lnTo>
                    <a:pt x="31" y="774"/>
                  </a:lnTo>
                  <a:lnTo>
                    <a:pt x="37" y="744"/>
                  </a:lnTo>
                  <a:lnTo>
                    <a:pt x="48" y="685"/>
                  </a:lnTo>
                  <a:lnTo>
                    <a:pt x="48" y="685"/>
                  </a:lnTo>
                  <a:lnTo>
                    <a:pt x="62" y="623"/>
                  </a:lnTo>
                  <a:lnTo>
                    <a:pt x="68" y="592"/>
                  </a:lnTo>
                  <a:lnTo>
                    <a:pt x="75" y="560"/>
                  </a:lnTo>
                  <a:lnTo>
                    <a:pt x="75" y="560"/>
                  </a:lnTo>
                  <a:lnTo>
                    <a:pt x="83" y="531"/>
                  </a:lnTo>
                  <a:lnTo>
                    <a:pt x="93" y="503"/>
                  </a:lnTo>
                  <a:lnTo>
                    <a:pt x="110" y="446"/>
                  </a:lnTo>
                  <a:lnTo>
                    <a:pt x="110" y="446"/>
                  </a:lnTo>
                  <a:lnTo>
                    <a:pt x="117" y="417"/>
                  </a:lnTo>
                  <a:lnTo>
                    <a:pt x="124" y="386"/>
                  </a:lnTo>
                  <a:lnTo>
                    <a:pt x="129" y="355"/>
                  </a:lnTo>
                  <a:lnTo>
                    <a:pt x="132" y="324"/>
                  </a:lnTo>
                  <a:lnTo>
                    <a:pt x="138" y="262"/>
                  </a:lnTo>
                  <a:lnTo>
                    <a:pt x="141" y="231"/>
                  </a:lnTo>
                  <a:lnTo>
                    <a:pt x="145" y="201"/>
                  </a:lnTo>
                  <a:lnTo>
                    <a:pt x="145" y="201"/>
                  </a:lnTo>
                  <a:lnTo>
                    <a:pt x="148" y="186"/>
                  </a:lnTo>
                  <a:lnTo>
                    <a:pt x="153" y="172"/>
                  </a:lnTo>
                  <a:lnTo>
                    <a:pt x="157" y="157"/>
                  </a:lnTo>
                  <a:lnTo>
                    <a:pt x="161" y="143"/>
                  </a:lnTo>
                  <a:lnTo>
                    <a:pt x="161" y="143"/>
                  </a:lnTo>
                  <a:lnTo>
                    <a:pt x="164" y="119"/>
                  </a:lnTo>
                  <a:lnTo>
                    <a:pt x="167" y="94"/>
                  </a:lnTo>
                  <a:lnTo>
                    <a:pt x="167" y="94"/>
                  </a:lnTo>
                  <a:lnTo>
                    <a:pt x="169" y="70"/>
                  </a:lnTo>
                  <a:lnTo>
                    <a:pt x="171" y="45"/>
                  </a:lnTo>
                  <a:lnTo>
                    <a:pt x="171" y="45"/>
                  </a:lnTo>
                  <a:lnTo>
                    <a:pt x="171" y="40"/>
                  </a:lnTo>
                  <a:lnTo>
                    <a:pt x="172" y="36"/>
                  </a:lnTo>
                  <a:lnTo>
                    <a:pt x="177" y="26"/>
                  </a:lnTo>
                  <a:lnTo>
                    <a:pt x="181" y="17"/>
                  </a:lnTo>
                  <a:lnTo>
                    <a:pt x="183" y="12"/>
                  </a:lnTo>
                  <a:lnTo>
                    <a:pt x="185" y="7"/>
                  </a:lnTo>
                  <a:lnTo>
                    <a:pt x="185" y="7"/>
                  </a:lnTo>
                  <a:lnTo>
                    <a:pt x="185" y="5"/>
                  </a:lnTo>
                  <a:lnTo>
                    <a:pt x="183" y="4"/>
                  </a:lnTo>
                  <a:lnTo>
                    <a:pt x="180" y="1"/>
                  </a:lnTo>
                  <a:lnTo>
                    <a:pt x="179" y="0"/>
                  </a:lnTo>
                  <a:lnTo>
                    <a:pt x="177" y="1"/>
                  </a:lnTo>
                  <a:lnTo>
                    <a:pt x="176" y="3"/>
                  </a:lnTo>
                  <a:lnTo>
                    <a:pt x="175" y="5"/>
                  </a:lnTo>
                  <a:lnTo>
                    <a:pt x="175" y="5"/>
                  </a:lnTo>
                  <a:close/>
                </a:path>
              </a:pathLst>
            </a:custGeom>
            <a:grpFill/>
            <a:ln>
              <a:solidFill>
                <a:schemeClr val="accent1">
                  <a:lumMod val="75000"/>
                  <a:alpha val="0"/>
                </a:schemeClr>
              </a:solidFill>
            </a:ln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299" name="Freeform 915"/>
            <p:cNvSpPr/>
            <p:nvPr>
              <p:custDataLst>
                <p:tags r:id="rId15"/>
              </p:custDataLst>
            </p:nvPr>
          </p:nvSpPr>
          <p:spPr bwMode="auto">
            <a:xfrm>
              <a:off x="3605213" y="1336675"/>
              <a:ext cx="98425" cy="500063"/>
            </a:xfrm>
            <a:custGeom>
              <a:avLst/>
              <a:gdLst/>
              <a:ahLst/>
              <a:cxnLst>
                <a:cxn ang="0">
                  <a:pos x="174" y="4"/>
                </a:cxn>
                <a:cxn ang="0">
                  <a:pos x="173" y="62"/>
                </a:cxn>
                <a:cxn ang="0">
                  <a:pos x="167" y="119"/>
                </a:cxn>
                <a:cxn ang="0">
                  <a:pos x="157" y="179"/>
                </a:cxn>
                <a:cxn ang="0">
                  <a:pos x="147" y="239"/>
                </a:cxn>
                <a:cxn ang="0">
                  <a:pos x="136" y="302"/>
                </a:cxn>
                <a:cxn ang="0">
                  <a:pos x="126" y="365"/>
                </a:cxn>
                <a:cxn ang="0">
                  <a:pos x="118" y="428"/>
                </a:cxn>
                <a:cxn ang="0">
                  <a:pos x="107" y="490"/>
                </a:cxn>
                <a:cxn ang="0">
                  <a:pos x="101" y="519"/>
                </a:cxn>
                <a:cxn ang="0">
                  <a:pos x="78" y="605"/>
                </a:cxn>
                <a:cxn ang="0">
                  <a:pos x="47" y="719"/>
                </a:cxn>
                <a:cxn ang="0">
                  <a:pos x="41" y="747"/>
                </a:cxn>
                <a:cxn ang="0">
                  <a:pos x="32" y="806"/>
                </a:cxn>
                <a:cxn ang="0">
                  <a:pos x="27" y="835"/>
                </a:cxn>
                <a:cxn ang="0">
                  <a:pos x="20" y="859"/>
                </a:cxn>
                <a:cxn ang="0">
                  <a:pos x="5" y="907"/>
                </a:cxn>
                <a:cxn ang="0">
                  <a:pos x="0" y="931"/>
                </a:cxn>
                <a:cxn ang="0">
                  <a:pos x="0" y="933"/>
                </a:cxn>
                <a:cxn ang="0">
                  <a:pos x="0" y="939"/>
                </a:cxn>
                <a:cxn ang="0">
                  <a:pos x="1" y="942"/>
                </a:cxn>
                <a:cxn ang="0">
                  <a:pos x="4" y="943"/>
                </a:cxn>
                <a:cxn ang="0">
                  <a:pos x="7" y="942"/>
                </a:cxn>
                <a:cxn ang="0">
                  <a:pos x="9" y="939"/>
                </a:cxn>
                <a:cxn ang="0">
                  <a:pos x="10" y="924"/>
                </a:cxn>
                <a:cxn ang="0">
                  <a:pos x="16" y="897"/>
                </a:cxn>
                <a:cxn ang="0">
                  <a:pos x="30" y="857"/>
                </a:cxn>
                <a:cxn ang="0">
                  <a:pos x="37" y="829"/>
                </a:cxn>
                <a:cxn ang="0">
                  <a:pos x="42" y="800"/>
                </a:cxn>
                <a:cxn ang="0">
                  <a:pos x="52" y="741"/>
                </a:cxn>
                <a:cxn ang="0">
                  <a:pos x="58" y="712"/>
                </a:cxn>
                <a:cxn ang="0">
                  <a:pos x="90" y="595"/>
                </a:cxn>
                <a:cxn ang="0">
                  <a:pos x="113" y="506"/>
                </a:cxn>
                <a:cxn ang="0">
                  <a:pos x="120" y="476"/>
                </a:cxn>
                <a:cxn ang="0">
                  <a:pos x="129" y="417"/>
                </a:cxn>
                <a:cxn ang="0">
                  <a:pos x="136" y="359"/>
                </a:cxn>
                <a:cxn ang="0">
                  <a:pos x="146" y="296"/>
                </a:cxn>
                <a:cxn ang="0">
                  <a:pos x="158" y="233"/>
                </a:cxn>
                <a:cxn ang="0">
                  <a:pos x="168" y="173"/>
                </a:cxn>
                <a:cxn ang="0">
                  <a:pos x="178" y="113"/>
                </a:cxn>
                <a:cxn ang="0">
                  <a:pos x="184" y="58"/>
                </a:cxn>
                <a:cxn ang="0">
                  <a:pos x="185" y="4"/>
                </a:cxn>
                <a:cxn ang="0">
                  <a:pos x="184" y="2"/>
                </a:cxn>
                <a:cxn ang="0">
                  <a:pos x="182" y="0"/>
                </a:cxn>
                <a:cxn ang="0">
                  <a:pos x="177" y="0"/>
                </a:cxn>
                <a:cxn ang="0">
                  <a:pos x="175" y="2"/>
                </a:cxn>
                <a:cxn ang="0">
                  <a:pos x="174" y="4"/>
                </a:cxn>
              </a:cxnLst>
              <a:rect l="0" t="0" r="r" b="b"/>
              <a:pathLst>
                <a:path w="185" h="943">
                  <a:moveTo>
                    <a:pt x="174" y="4"/>
                  </a:moveTo>
                  <a:lnTo>
                    <a:pt x="174" y="4"/>
                  </a:lnTo>
                  <a:lnTo>
                    <a:pt x="174" y="33"/>
                  </a:lnTo>
                  <a:lnTo>
                    <a:pt x="173" y="62"/>
                  </a:lnTo>
                  <a:lnTo>
                    <a:pt x="171" y="90"/>
                  </a:lnTo>
                  <a:lnTo>
                    <a:pt x="167" y="119"/>
                  </a:lnTo>
                  <a:lnTo>
                    <a:pt x="167" y="119"/>
                  </a:lnTo>
                  <a:lnTo>
                    <a:pt x="157" y="179"/>
                  </a:lnTo>
                  <a:lnTo>
                    <a:pt x="147" y="239"/>
                  </a:lnTo>
                  <a:lnTo>
                    <a:pt x="147" y="239"/>
                  </a:lnTo>
                  <a:lnTo>
                    <a:pt x="142" y="271"/>
                  </a:lnTo>
                  <a:lnTo>
                    <a:pt x="136" y="302"/>
                  </a:lnTo>
                  <a:lnTo>
                    <a:pt x="131" y="334"/>
                  </a:lnTo>
                  <a:lnTo>
                    <a:pt x="126" y="365"/>
                  </a:lnTo>
                  <a:lnTo>
                    <a:pt x="126" y="365"/>
                  </a:lnTo>
                  <a:lnTo>
                    <a:pt x="118" y="428"/>
                  </a:lnTo>
                  <a:lnTo>
                    <a:pt x="112" y="459"/>
                  </a:lnTo>
                  <a:lnTo>
                    <a:pt x="107" y="490"/>
                  </a:lnTo>
                  <a:lnTo>
                    <a:pt x="107" y="490"/>
                  </a:lnTo>
                  <a:lnTo>
                    <a:pt x="101" y="519"/>
                  </a:lnTo>
                  <a:lnTo>
                    <a:pt x="94" y="547"/>
                  </a:lnTo>
                  <a:lnTo>
                    <a:pt x="78" y="605"/>
                  </a:lnTo>
                  <a:lnTo>
                    <a:pt x="62" y="662"/>
                  </a:lnTo>
                  <a:lnTo>
                    <a:pt x="47" y="719"/>
                  </a:lnTo>
                  <a:lnTo>
                    <a:pt x="47" y="719"/>
                  </a:lnTo>
                  <a:lnTo>
                    <a:pt x="41" y="747"/>
                  </a:lnTo>
                  <a:lnTo>
                    <a:pt x="36" y="776"/>
                  </a:lnTo>
                  <a:lnTo>
                    <a:pt x="32" y="806"/>
                  </a:lnTo>
                  <a:lnTo>
                    <a:pt x="27" y="835"/>
                  </a:lnTo>
                  <a:lnTo>
                    <a:pt x="27" y="835"/>
                  </a:lnTo>
                  <a:lnTo>
                    <a:pt x="24" y="848"/>
                  </a:lnTo>
                  <a:lnTo>
                    <a:pt x="20" y="859"/>
                  </a:lnTo>
                  <a:lnTo>
                    <a:pt x="12" y="883"/>
                  </a:lnTo>
                  <a:lnTo>
                    <a:pt x="5" y="907"/>
                  </a:lnTo>
                  <a:lnTo>
                    <a:pt x="2" y="919"/>
                  </a:lnTo>
                  <a:lnTo>
                    <a:pt x="0" y="931"/>
                  </a:lnTo>
                  <a:lnTo>
                    <a:pt x="0" y="931"/>
                  </a:lnTo>
                  <a:lnTo>
                    <a:pt x="0" y="933"/>
                  </a:lnTo>
                  <a:lnTo>
                    <a:pt x="0" y="939"/>
                  </a:lnTo>
                  <a:lnTo>
                    <a:pt x="0" y="939"/>
                  </a:lnTo>
                  <a:lnTo>
                    <a:pt x="0" y="940"/>
                  </a:lnTo>
                  <a:lnTo>
                    <a:pt x="1" y="942"/>
                  </a:lnTo>
                  <a:lnTo>
                    <a:pt x="2" y="943"/>
                  </a:lnTo>
                  <a:lnTo>
                    <a:pt x="4" y="943"/>
                  </a:lnTo>
                  <a:lnTo>
                    <a:pt x="6" y="943"/>
                  </a:lnTo>
                  <a:lnTo>
                    <a:pt x="7" y="942"/>
                  </a:lnTo>
                  <a:lnTo>
                    <a:pt x="8" y="940"/>
                  </a:lnTo>
                  <a:lnTo>
                    <a:pt x="9" y="939"/>
                  </a:lnTo>
                  <a:lnTo>
                    <a:pt x="9" y="939"/>
                  </a:lnTo>
                  <a:lnTo>
                    <a:pt x="10" y="924"/>
                  </a:lnTo>
                  <a:lnTo>
                    <a:pt x="13" y="911"/>
                  </a:lnTo>
                  <a:lnTo>
                    <a:pt x="16" y="897"/>
                  </a:lnTo>
                  <a:lnTo>
                    <a:pt x="21" y="884"/>
                  </a:lnTo>
                  <a:lnTo>
                    <a:pt x="30" y="857"/>
                  </a:lnTo>
                  <a:lnTo>
                    <a:pt x="34" y="843"/>
                  </a:lnTo>
                  <a:lnTo>
                    <a:pt x="37" y="829"/>
                  </a:lnTo>
                  <a:lnTo>
                    <a:pt x="37" y="829"/>
                  </a:lnTo>
                  <a:lnTo>
                    <a:pt x="42" y="800"/>
                  </a:lnTo>
                  <a:lnTo>
                    <a:pt x="47" y="771"/>
                  </a:lnTo>
                  <a:lnTo>
                    <a:pt x="52" y="741"/>
                  </a:lnTo>
                  <a:lnTo>
                    <a:pt x="58" y="712"/>
                  </a:lnTo>
                  <a:lnTo>
                    <a:pt x="58" y="712"/>
                  </a:lnTo>
                  <a:lnTo>
                    <a:pt x="73" y="653"/>
                  </a:lnTo>
                  <a:lnTo>
                    <a:pt x="90" y="595"/>
                  </a:lnTo>
                  <a:lnTo>
                    <a:pt x="106" y="535"/>
                  </a:lnTo>
                  <a:lnTo>
                    <a:pt x="113" y="506"/>
                  </a:lnTo>
                  <a:lnTo>
                    <a:pt x="120" y="476"/>
                  </a:lnTo>
                  <a:lnTo>
                    <a:pt x="120" y="476"/>
                  </a:lnTo>
                  <a:lnTo>
                    <a:pt x="125" y="447"/>
                  </a:lnTo>
                  <a:lnTo>
                    <a:pt x="129" y="417"/>
                  </a:lnTo>
                  <a:lnTo>
                    <a:pt x="136" y="359"/>
                  </a:lnTo>
                  <a:lnTo>
                    <a:pt x="136" y="359"/>
                  </a:lnTo>
                  <a:lnTo>
                    <a:pt x="141" y="327"/>
                  </a:lnTo>
                  <a:lnTo>
                    <a:pt x="146" y="296"/>
                  </a:lnTo>
                  <a:lnTo>
                    <a:pt x="153" y="264"/>
                  </a:lnTo>
                  <a:lnTo>
                    <a:pt x="158" y="233"/>
                  </a:lnTo>
                  <a:lnTo>
                    <a:pt x="158" y="233"/>
                  </a:lnTo>
                  <a:lnTo>
                    <a:pt x="168" y="173"/>
                  </a:lnTo>
                  <a:lnTo>
                    <a:pt x="178" y="113"/>
                  </a:lnTo>
                  <a:lnTo>
                    <a:pt x="178" y="113"/>
                  </a:lnTo>
                  <a:lnTo>
                    <a:pt x="182" y="86"/>
                  </a:lnTo>
                  <a:lnTo>
                    <a:pt x="184" y="58"/>
                  </a:lnTo>
                  <a:lnTo>
                    <a:pt x="184" y="32"/>
                  </a:lnTo>
                  <a:lnTo>
                    <a:pt x="185" y="4"/>
                  </a:lnTo>
                  <a:lnTo>
                    <a:pt x="185" y="4"/>
                  </a:lnTo>
                  <a:lnTo>
                    <a:pt x="184" y="2"/>
                  </a:lnTo>
                  <a:lnTo>
                    <a:pt x="183" y="1"/>
                  </a:lnTo>
                  <a:lnTo>
                    <a:pt x="182" y="0"/>
                  </a:lnTo>
                  <a:lnTo>
                    <a:pt x="180" y="0"/>
                  </a:lnTo>
                  <a:lnTo>
                    <a:pt x="177" y="0"/>
                  </a:lnTo>
                  <a:lnTo>
                    <a:pt x="176" y="1"/>
                  </a:lnTo>
                  <a:lnTo>
                    <a:pt x="175" y="2"/>
                  </a:lnTo>
                  <a:lnTo>
                    <a:pt x="174" y="4"/>
                  </a:lnTo>
                  <a:lnTo>
                    <a:pt x="174" y="4"/>
                  </a:lnTo>
                  <a:close/>
                </a:path>
              </a:pathLst>
            </a:custGeom>
            <a:grpFill/>
            <a:ln>
              <a:solidFill>
                <a:schemeClr val="accent1">
                  <a:lumMod val="75000"/>
                  <a:alpha val="0"/>
                </a:schemeClr>
              </a:solidFill>
            </a:ln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300" name="Freeform 916"/>
            <p:cNvSpPr/>
            <p:nvPr>
              <p:custDataLst>
                <p:tags r:id="rId16"/>
              </p:custDataLst>
            </p:nvPr>
          </p:nvSpPr>
          <p:spPr bwMode="auto">
            <a:xfrm>
              <a:off x="3649663" y="1366838"/>
              <a:ext cx="90488" cy="492125"/>
            </a:xfrm>
            <a:custGeom>
              <a:avLst/>
              <a:gdLst/>
              <a:ahLst/>
              <a:cxnLst>
                <a:cxn ang="0">
                  <a:pos x="162" y="5"/>
                </a:cxn>
                <a:cxn ang="0">
                  <a:pos x="161" y="67"/>
                </a:cxn>
                <a:cxn ang="0">
                  <a:pos x="155" y="128"/>
                </a:cxn>
                <a:cxn ang="0">
                  <a:pos x="151" y="156"/>
                </a:cxn>
                <a:cxn ang="0">
                  <a:pos x="141" y="214"/>
                </a:cxn>
                <a:cxn ang="0">
                  <a:pos x="137" y="243"/>
                </a:cxn>
                <a:cxn ang="0">
                  <a:pos x="123" y="335"/>
                </a:cxn>
                <a:cxn ang="0">
                  <a:pos x="111" y="397"/>
                </a:cxn>
                <a:cxn ang="0">
                  <a:pos x="97" y="457"/>
                </a:cxn>
                <a:cxn ang="0">
                  <a:pos x="87" y="487"/>
                </a:cxn>
                <a:cxn ang="0">
                  <a:pos x="69" y="543"/>
                </a:cxn>
                <a:cxn ang="0">
                  <a:pos x="51" y="599"/>
                </a:cxn>
                <a:cxn ang="0">
                  <a:pos x="48" y="614"/>
                </a:cxn>
                <a:cxn ang="0">
                  <a:pos x="44" y="658"/>
                </a:cxn>
                <a:cxn ang="0">
                  <a:pos x="40" y="702"/>
                </a:cxn>
                <a:cxn ang="0">
                  <a:pos x="38" y="717"/>
                </a:cxn>
                <a:cxn ang="0">
                  <a:pos x="23" y="796"/>
                </a:cxn>
                <a:cxn ang="0">
                  <a:pos x="17" y="822"/>
                </a:cxn>
                <a:cxn ang="0">
                  <a:pos x="12" y="846"/>
                </a:cxn>
                <a:cxn ang="0">
                  <a:pos x="6" y="898"/>
                </a:cxn>
                <a:cxn ang="0">
                  <a:pos x="0" y="924"/>
                </a:cxn>
                <a:cxn ang="0">
                  <a:pos x="0" y="926"/>
                </a:cxn>
                <a:cxn ang="0">
                  <a:pos x="3" y="928"/>
                </a:cxn>
                <a:cxn ang="0">
                  <a:pos x="6" y="929"/>
                </a:cxn>
                <a:cxn ang="0">
                  <a:pos x="9" y="928"/>
                </a:cxn>
                <a:cxn ang="0">
                  <a:pos x="10" y="926"/>
                </a:cxn>
                <a:cxn ang="0">
                  <a:pos x="14" y="902"/>
                </a:cxn>
                <a:cxn ang="0">
                  <a:pos x="20" y="855"/>
                </a:cxn>
                <a:cxn ang="0">
                  <a:pos x="25" y="831"/>
                </a:cxn>
                <a:cxn ang="0">
                  <a:pos x="30" y="805"/>
                </a:cxn>
                <a:cxn ang="0">
                  <a:pos x="45" y="727"/>
                </a:cxn>
                <a:cxn ang="0">
                  <a:pos x="49" y="698"/>
                </a:cxn>
                <a:cxn ang="0">
                  <a:pos x="54" y="640"/>
                </a:cxn>
                <a:cxn ang="0">
                  <a:pos x="58" y="610"/>
                </a:cxn>
                <a:cxn ang="0">
                  <a:pos x="66" y="580"/>
                </a:cxn>
                <a:cxn ang="0">
                  <a:pos x="86" y="519"/>
                </a:cxn>
                <a:cxn ang="0">
                  <a:pos x="97" y="490"/>
                </a:cxn>
                <a:cxn ang="0">
                  <a:pos x="113" y="431"/>
                </a:cxn>
                <a:cxn ang="0">
                  <a:pos x="126" y="372"/>
                </a:cxn>
                <a:cxn ang="0">
                  <a:pos x="137" y="312"/>
                </a:cxn>
                <a:cxn ang="0">
                  <a:pos x="145" y="252"/>
                </a:cxn>
                <a:cxn ang="0">
                  <a:pos x="155" y="186"/>
                </a:cxn>
                <a:cxn ang="0">
                  <a:pos x="166" y="121"/>
                </a:cxn>
                <a:cxn ang="0">
                  <a:pos x="169" y="92"/>
                </a:cxn>
                <a:cxn ang="0">
                  <a:pos x="171" y="34"/>
                </a:cxn>
                <a:cxn ang="0">
                  <a:pos x="171" y="5"/>
                </a:cxn>
                <a:cxn ang="0">
                  <a:pos x="170" y="1"/>
                </a:cxn>
                <a:cxn ang="0">
                  <a:pos x="167" y="0"/>
                </a:cxn>
                <a:cxn ang="0">
                  <a:pos x="164" y="1"/>
                </a:cxn>
                <a:cxn ang="0">
                  <a:pos x="162" y="5"/>
                </a:cxn>
              </a:cxnLst>
              <a:rect l="0" t="0" r="r" b="b"/>
              <a:pathLst>
                <a:path w="171" h="929">
                  <a:moveTo>
                    <a:pt x="162" y="5"/>
                  </a:moveTo>
                  <a:lnTo>
                    <a:pt x="162" y="5"/>
                  </a:lnTo>
                  <a:lnTo>
                    <a:pt x="162" y="36"/>
                  </a:lnTo>
                  <a:lnTo>
                    <a:pt x="161" y="67"/>
                  </a:lnTo>
                  <a:lnTo>
                    <a:pt x="160" y="97"/>
                  </a:lnTo>
                  <a:lnTo>
                    <a:pt x="155" y="128"/>
                  </a:lnTo>
                  <a:lnTo>
                    <a:pt x="155" y="128"/>
                  </a:lnTo>
                  <a:lnTo>
                    <a:pt x="151" y="156"/>
                  </a:lnTo>
                  <a:lnTo>
                    <a:pt x="146" y="185"/>
                  </a:lnTo>
                  <a:lnTo>
                    <a:pt x="141" y="214"/>
                  </a:lnTo>
                  <a:lnTo>
                    <a:pt x="137" y="243"/>
                  </a:lnTo>
                  <a:lnTo>
                    <a:pt x="137" y="243"/>
                  </a:lnTo>
                  <a:lnTo>
                    <a:pt x="129" y="305"/>
                  </a:lnTo>
                  <a:lnTo>
                    <a:pt x="123" y="335"/>
                  </a:lnTo>
                  <a:lnTo>
                    <a:pt x="117" y="366"/>
                  </a:lnTo>
                  <a:lnTo>
                    <a:pt x="111" y="397"/>
                  </a:lnTo>
                  <a:lnTo>
                    <a:pt x="104" y="427"/>
                  </a:lnTo>
                  <a:lnTo>
                    <a:pt x="97" y="457"/>
                  </a:lnTo>
                  <a:lnTo>
                    <a:pt x="87" y="487"/>
                  </a:lnTo>
                  <a:lnTo>
                    <a:pt x="87" y="487"/>
                  </a:lnTo>
                  <a:lnTo>
                    <a:pt x="78" y="515"/>
                  </a:lnTo>
                  <a:lnTo>
                    <a:pt x="69" y="543"/>
                  </a:lnTo>
                  <a:lnTo>
                    <a:pt x="59" y="572"/>
                  </a:lnTo>
                  <a:lnTo>
                    <a:pt x="51" y="599"/>
                  </a:lnTo>
                  <a:lnTo>
                    <a:pt x="51" y="599"/>
                  </a:lnTo>
                  <a:lnTo>
                    <a:pt x="48" y="614"/>
                  </a:lnTo>
                  <a:lnTo>
                    <a:pt x="46" y="628"/>
                  </a:lnTo>
                  <a:lnTo>
                    <a:pt x="44" y="658"/>
                  </a:lnTo>
                  <a:lnTo>
                    <a:pt x="42" y="687"/>
                  </a:lnTo>
                  <a:lnTo>
                    <a:pt x="40" y="702"/>
                  </a:lnTo>
                  <a:lnTo>
                    <a:pt x="38" y="717"/>
                  </a:lnTo>
                  <a:lnTo>
                    <a:pt x="38" y="717"/>
                  </a:lnTo>
                  <a:lnTo>
                    <a:pt x="28" y="769"/>
                  </a:lnTo>
                  <a:lnTo>
                    <a:pt x="23" y="796"/>
                  </a:lnTo>
                  <a:lnTo>
                    <a:pt x="17" y="822"/>
                  </a:lnTo>
                  <a:lnTo>
                    <a:pt x="17" y="822"/>
                  </a:lnTo>
                  <a:lnTo>
                    <a:pt x="15" y="834"/>
                  </a:lnTo>
                  <a:lnTo>
                    <a:pt x="12" y="846"/>
                  </a:lnTo>
                  <a:lnTo>
                    <a:pt x="9" y="872"/>
                  </a:lnTo>
                  <a:lnTo>
                    <a:pt x="6" y="898"/>
                  </a:lnTo>
                  <a:lnTo>
                    <a:pt x="4" y="910"/>
                  </a:lnTo>
                  <a:lnTo>
                    <a:pt x="0" y="924"/>
                  </a:lnTo>
                  <a:lnTo>
                    <a:pt x="0" y="924"/>
                  </a:lnTo>
                  <a:lnTo>
                    <a:pt x="0" y="926"/>
                  </a:lnTo>
                  <a:lnTo>
                    <a:pt x="2" y="927"/>
                  </a:lnTo>
                  <a:lnTo>
                    <a:pt x="3" y="928"/>
                  </a:lnTo>
                  <a:lnTo>
                    <a:pt x="5" y="929"/>
                  </a:lnTo>
                  <a:lnTo>
                    <a:pt x="6" y="929"/>
                  </a:lnTo>
                  <a:lnTo>
                    <a:pt x="8" y="929"/>
                  </a:lnTo>
                  <a:lnTo>
                    <a:pt x="9" y="928"/>
                  </a:lnTo>
                  <a:lnTo>
                    <a:pt x="10" y="926"/>
                  </a:lnTo>
                  <a:lnTo>
                    <a:pt x="10" y="926"/>
                  </a:lnTo>
                  <a:lnTo>
                    <a:pt x="13" y="915"/>
                  </a:lnTo>
                  <a:lnTo>
                    <a:pt x="14" y="902"/>
                  </a:lnTo>
                  <a:lnTo>
                    <a:pt x="17" y="878"/>
                  </a:lnTo>
                  <a:lnTo>
                    <a:pt x="20" y="855"/>
                  </a:lnTo>
                  <a:lnTo>
                    <a:pt x="22" y="842"/>
                  </a:lnTo>
                  <a:lnTo>
                    <a:pt x="25" y="831"/>
                  </a:lnTo>
                  <a:lnTo>
                    <a:pt x="25" y="831"/>
                  </a:lnTo>
                  <a:lnTo>
                    <a:pt x="30" y="805"/>
                  </a:lnTo>
                  <a:lnTo>
                    <a:pt x="36" y="778"/>
                  </a:lnTo>
                  <a:lnTo>
                    <a:pt x="45" y="727"/>
                  </a:lnTo>
                  <a:lnTo>
                    <a:pt x="45" y="727"/>
                  </a:lnTo>
                  <a:lnTo>
                    <a:pt x="49" y="698"/>
                  </a:lnTo>
                  <a:lnTo>
                    <a:pt x="52" y="669"/>
                  </a:lnTo>
                  <a:lnTo>
                    <a:pt x="54" y="640"/>
                  </a:lnTo>
                  <a:lnTo>
                    <a:pt x="58" y="610"/>
                  </a:lnTo>
                  <a:lnTo>
                    <a:pt x="58" y="610"/>
                  </a:lnTo>
                  <a:lnTo>
                    <a:pt x="61" y="595"/>
                  </a:lnTo>
                  <a:lnTo>
                    <a:pt x="66" y="580"/>
                  </a:lnTo>
                  <a:lnTo>
                    <a:pt x="76" y="550"/>
                  </a:lnTo>
                  <a:lnTo>
                    <a:pt x="86" y="519"/>
                  </a:lnTo>
                  <a:lnTo>
                    <a:pt x="97" y="490"/>
                  </a:lnTo>
                  <a:lnTo>
                    <a:pt x="97" y="490"/>
                  </a:lnTo>
                  <a:lnTo>
                    <a:pt x="106" y="461"/>
                  </a:lnTo>
                  <a:lnTo>
                    <a:pt x="113" y="431"/>
                  </a:lnTo>
                  <a:lnTo>
                    <a:pt x="120" y="402"/>
                  </a:lnTo>
                  <a:lnTo>
                    <a:pt x="126" y="372"/>
                  </a:lnTo>
                  <a:lnTo>
                    <a:pt x="132" y="342"/>
                  </a:lnTo>
                  <a:lnTo>
                    <a:pt x="137" y="312"/>
                  </a:lnTo>
                  <a:lnTo>
                    <a:pt x="145" y="252"/>
                  </a:lnTo>
                  <a:lnTo>
                    <a:pt x="145" y="252"/>
                  </a:lnTo>
                  <a:lnTo>
                    <a:pt x="149" y="219"/>
                  </a:lnTo>
                  <a:lnTo>
                    <a:pt x="155" y="186"/>
                  </a:lnTo>
                  <a:lnTo>
                    <a:pt x="161" y="154"/>
                  </a:lnTo>
                  <a:lnTo>
                    <a:pt x="166" y="121"/>
                  </a:lnTo>
                  <a:lnTo>
                    <a:pt x="166" y="121"/>
                  </a:lnTo>
                  <a:lnTo>
                    <a:pt x="169" y="92"/>
                  </a:lnTo>
                  <a:lnTo>
                    <a:pt x="171" y="63"/>
                  </a:lnTo>
                  <a:lnTo>
                    <a:pt x="171" y="34"/>
                  </a:lnTo>
                  <a:lnTo>
                    <a:pt x="171" y="5"/>
                  </a:lnTo>
                  <a:lnTo>
                    <a:pt x="171" y="5"/>
                  </a:lnTo>
                  <a:lnTo>
                    <a:pt x="171" y="2"/>
                  </a:lnTo>
                  <a:lnTo>
                    <a:pt x="170" y="1"/>
                  </a:lnTo>
                  <a:lnTo>
                    <a:pt x="168" y="0"/>
                  </a:lnTo>
                  <a:lnTo>
                    <a:pt x="167" y="0"/>
                  </a:lnTo>
                  <a:lnTo>
                    <a:pt x="165" y="0"/>
                  </a:lnTo>
                  <a:lnTo>
                    <a:pt x="164" y="1"/>
                  </a:lnTo>
                  <a:lnTo>
                    <a:pt x="163" y="2"/>
                  </a:lnTo>
                  <a:lnTo>
                    <a:pt x="162" y="5"/>
                  </a:lnTo>
                  <a:lnTo>
                    <a:pt x="162" y="5"/>
                  </a:lnTo>
                  <a:close/>
                </a:path>
              </a:pathLst>
            </a:custGeom>
            <a:grpFill/>
            <a:ln>
              <a:solidFill>
                <a:schemeClr val="accent1">
                  <a:lumMod val="75000"/>
                  <a:alpha val="0"/>
                </a:schemeClr>
              </a:solidFill>
            </a:ln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301" name="Freeform 917"/>
            <p:cNvSpPr/>
            <p:nvPr>
              <p:custDataLst>
                <p:tags r:id="rId17"/>
              </p:custDataLst>
            </p:nvPr>
          </p:nvSpPr>
          <p:spPr bwMode="auto">
            <a:xfrm>
              <a:off x="3692525" y="1401763"/>
              <a:ext cx="90488" cy="436563"/>
            </a:xfrm>
            <a:custGeom>
              <a:avLst/>
              <a:gdLst/>
              <a:ahLst/>
              <a:cxnLst>
                <a:cxn ang="0">
                  <a:pos x="161" y="5"/>
                </a:cxn>
                <a:cxn ang="0">
                  <a:pos x="157" y="61"/>
                </a:cxn>
                <a:cxn ang="0">
                  <a:pos x="148" y="118"/>
                </a:cxn>
                <a:cxn ang="0">
                  <a:pos x="143" y="143"/>
                </a:cxn>
                <a:cxn ang="0">
                  <a:pos x="130" y="192"/>
                </a:cxn>
                <a:cxn ang="0">
                  <a:pos x="126" y="216"/>
                </a:cxn>
                <a:cxn ang="0">
                  <a:pos x="124" y="236"/>
                </a:cxn>
                <a:cxn ang="0">
                  <a:pos x="124" y="257"/>
                </a:cxn>
                <a:cxn ang="0">
                  <a:pos x="120" y="285"/>
                </a:cxn>
                <a:cxn ang="0">
                  <a:pos x="115" y="314"/>
                </a:cxn>
                <a:cxn ang="0">
                  <a:pos x="97" y="395"/>
                </a:cxn>
                <a:cxn ang="0">
                  <a:pos x="93" y="422"/>
                </a:cxn>
                <a:cxn ang="0">
                  <a:pos x="88" y="472"/>
                </a:cxn>
                <a:cxn ang="0">
                  <a:pos x="82" y="520"/>
                </a:cxn>
                <a:cxn ang="0">
                  <a:pos x="74" y="547"/>
                </a:cxn>
                <a:cxn ang="0">
                  <a:pos x="56" y="599"/>
                </a:cxn>
                <a:cxn ang="0">
                  <a:pos x="47" y="624"/>
                </a:cxn>
                <a:cxn ang="0">
                  <a:pos x="24" y="696"/>
                </a:cxn>
                <a:cxn ang="0">
                  <a:pos x="10" y="745"/>
                </a:cxn>
                <a:cxn ang="0">
                  <a:pos x="2" y="795"/>
                </a:cxn>
                <a:cxn ang="0">
                  <a:pos x="0" y="820"/>
                </a:cxn>
                <a:cxn ang="0">
                  <a:pos x="2" y="823"/>
                </a:cxn>
                <a:cxn ang="0">
                  <a:pos x="5" y="825"/>
                </a:cxn>
                <a:cxn ang="0">
                  <a:pos x="8" y="823"/>
                </a:cxn>
                <a:cxn ang="0">
                  <a:pos x="9" y="820"/>
                </a:cxn>
                <a:cxn ang="0">
                  <a:pos x="11" y="794"/>
                </a:cxn>
                <a:cxn ang="0">
                  <a:pos x="21" y="743"/>
                </a:cxn>
                <a:cxn ang="0">
                  <a:pos x="34" y="693"/>
                </a:cxn>
                <a:cxn ang="0">
                  <a:pos x="58" y="618"/>
                </a:cxn>
                <a:cxn ang="0">
                  <a:pos x="66" y="594"/>
                </a:cxn>
                <a:cxn ang="0">
                  <a:pos x="84" y="547"/>
                </a:cxn>
                <a:cxn ang="0">
                  <a:pos x="90" y="522"/>
                </a:cxn>
                <a:cxn ang="0">
                  <a:pos x="95" y="496"/>
                </a:cxn>
                <a:cxn ang="0">
                  <a:pos x="100" y="443"/>
                </a:cxn>
                <a:cxn ang="0">
                  <a:pos x="103" y="416"/>
                </a:cxn>
                <a:cxn ang="0">
                  <a:pos x="113" y="366"/>
                </a:cxn>
                <a:cxn ang="0">
                  <a:pos x="123" y="316"/>
                </a:cxn>
                <a:cxn ang="0">
                  <a:pos x="133" y="266"/>
                </a:cxn>
                <a:cxn ang="0">
                  <a:pos x="134" y="253"/>
                </a:cxn>
                <a:cxn ang="0">
                  <a:pos x="134" y="226"/>
                </a:cxn>
                <a:cxn ang="0">
                  <a:pos x="136" y="212"/>
                </a:cxn>
                <a:cxn ang="0">
                  <a:pos x="147" y="162"/>
                </a:cxn>
                <a:cxn ang="0">
                  <a:pos x="159" y="112"/>
                </a:cxn>
                <a:cxn ang="0">
                  <a:pos x="163" y="85"/>
                </a:cxn>
                <a:cxn ang="0">
                  <a:pos x="169" y="32"/>
                </a:cxn>
                <a:cxn ang="0">
                  <a:pos x="170" y="5"/>
                </a:cxn>
                <a:cxn ang="0">
                  <a:pos x="169" y="1"/>
                </a:cxn>
                <a:cxn ang="0">
                  <a:pos x="166" y="0"/>
                </a:cxn>
                <a:cxn ang="0">
                  <a:pos x="163" y="1"/>
                </a:cxn>
                <a:cxn ang="0">
                  <a:pos x="161" y="5"/>
                </a:cxn>
              </a:cxnLst>
              <a:rect l="0" t="0" r="r" b="b"/>
              <a:pathLst>
                <a:path w="170" h="825">
                  <a:moveTo>
                    <a:pt x="161" y="5"/>
                  </a:moveTo>
                  <a:lnTo>
                    <a:pt x="161" y="5"/>
                  </a:lnTo>
                  <a:lnTo>
                    <a:pt x="160" y="34"/>
                  </a:lnTo>
                  <a:lnTo>
                    <a:pt x="157" y="61"/>
                  </a:lnTo>
                  <a:lnTo>
                    <a:pt x="153" y="90"/>
                  </a:lnTo>
                  <a:lnTo>
                    <a:pt x="148" y="118"/>
                  </a:lnTo>
                  <a:lnTo>
                    <a:pt x="148" y="118"/>
                  </a:lnTo>
                  <a:lnTo>
                    <a:pt x="143" y="143"/>
                  </a:lnTo>
                  <a:lnTo>
                    <a:pt x="136" y="168"/>
                  </a:lnTo>
                  <a:lnTo>
                    <a:pt x="130" y="192"/>
                  </a:lnTo>
                  <a:lnTo>
                    <a:pt x="126" y="216"/>
                  </a:lnTo>
                  <a:lnTo>
                    <a:pt x="126" y="216"/>
                  </a:lnTo>
                  <a:lnTo>
                    <a:pt x="124" y="227"/>
                  </a:lnTo>
                  <a:lnTo>
                    <a:pt x="124" y="236"/>
                  </a:lnTo>
                  <a:lnTo>
                    <a:pt x="124" y="257"/>
                  </a:lnTo>
                  <a:lnTo>
                    <a:pt x="124" y="257"/>
                  </a:lnTo>
                  <a:lnTo>
                    <a:pt x="123" y="271"/>
                  </a:lnTo>
                  <a:lnTo>
                    <a:pt x="120" y="285"/>
                  </a:lnTo>
                  <a:lnTo>
                    <a:pt x="115" y="314"/>
                  </a:lnTo>
                  <a:lnTo>
                    <a:pt x="115" y="314"/>
                  </a:lnTo>
                  <a:lnTo>
                    <a:pt x="102" y="367"/>
                  </a:lnTo>
                  <a:lnTo>
                    <a:pt x="97" y="395"/>
                  </a:lnTo>
                  <a:lnTo>
                    <a:pt x="93" y="422"/>
                  </a:lnTo>
                  <a:lnTo>
                    <a:pt x="93" y="422"/>
                  </a:lnTo>
                  <a:lnTo>
                    <a:pt x="91" y="447"/>
                  </a:lnTo>
                  <a:lnTo>
                    <a:pt x="88" y="472"/>
                  </a:lnTo>
                  <a:lnTo>
                    <a:pt x="86" y="495"/>
                  </a:lnTo>
                  <a:lnTo>
                    <a:pt x="82" y="520"/>
                  </a:lnTo>
                  <a:lnTo>
                    <a:pt x="82" y="520"/>
                  </a:lnTo>
                  <a:lnTo>
                    <a:pt x="74" y="547"/>
                  </a:lnTo>
                  <a:lnTo>
                    <a:pt x="65" y="573"/>
                  </a:lnTo>
                  <a:lnTo>
                    <a:pt x="56" y="599"/>
                  </a:lnTo>
                  <a:lnTo>
                    <a:pt x="47" y="624"/>
                  </a:lnTo>
                  <a:lnTo>
                    <a:pt x="47" y="624"/>
                  </a:lnTo>
                  <a:lnTo>
                    <a:pt x="31" y="672"/>
                  </a:lnTo>
                  <a:lnTo>
                    <a:pt x="24" y="696"/>
                  </a:lnTo>
                  <a:lnTo>
                    <a:pt x="17" y="720"/>
                  </a:lnTo>
                  <a:lnTo>
                    <a:pt x="10" y="745"/>
                  </a:lnTo>
                  <a:lnTo>
                    <a:pt x="5" y="770"/>
                  </a:lnTo>
                  <a:lnTo>
                    <a:pt x="2" y="795"/>
                  </a:lnTo>
                  <a:lnTo>
                    <a:pt x="0" y="820"/>
                  </a:lnTo>
                  <a:lnTo>
                    <a:pt x="0" y="820"/>
                  </a:lnTo>
                  <a:lnTo>
                    <a:pt x="1" y="822"/>
                  </a:lnTo>
                  <a:lnTo>
                    <a:pt x="2" y="823"/>
                  </a:lnTo>
                  <a:lnTo>
                    <a:pt x="3" y="824"/>
                  </a:lnTo>
                  <a:lnTo>
                    <a:pt x="5" y="825"/>
                  </a:lnTo>
                  <a:lnTo>
                    <a:pt x="6" y="824"/>
                  </a:lnTo>
                  <a:lnTo>
                    <a:pt x="8" y="823"/>
                  </a:lnTo>
                  <a:lnTo>
                    <a:pt x="9" y="822"/>
                  </a:lnTo>
                  <a:lnTo>
                    <a:pt x="9" y="820"/>
                  </a:lnTo>
                  <a:lnTo>
                    <a:pt x="9" y="820"/>
                  </a:lnTo>
                  <a:lnTo>
                    <a:pt x="11" y="794"/>
                  </a:lnTo>
                  <a:lnTo>
                    <a:pt x="15" y="769"/>
                  </a:lnTo>
                  <a:lnTo>
                    <a:pt x="21" y="743"/>
                  </a:lnTo>
                  <a:lnTo>
                    <a:pt x="27" y="717"/>
                  </a:lnTo>
                  <a:lnTo>
                    <a:pt x="34" y="693"/>
                  </a:lnTo>
                  <a:lnTo>
                    <a:pt x="42" y="668"/>
                  </a:lnTo>
                  <a:lnTo>
                    <a:pt x="58" y="618"/>
                  </a:lnTo>
                  <a:lnTo>
                    <a:pt x="58" y="618"/>
                  </a:lnTo>
                  <a:lnTo>
                    <a:pt x="66" y="594"/>
                  </a:lnTo>
                  <a:lnTo>
                    <a:pt x="75" y="571"/>
                  </a:lnTo>
                  <a:lnTo>
                    <a:pt x="84" y="547"/>
                  </a:lnTo>
                  <a:lnTo>
                    <a:pt x="90" y="522"/>
                  </a:lnTo>
                  <a:lnTo>
                    <a:pt x="90" y="522"/>
                  </a:lnTo>
                  <a:lnTo>
                    <a:pt x="93" y="510"/>
                  </a:lnTo>
                  <a:lnTo>
                    <a:pt x="95" y="496"/>
                  </a:lnTo>
                  <a:lnTo>
                    <a:pt x="98" y="469"/>
                  </a:lnTo>
                  <a:lnTo>
                    <a:pt x="100" y="443"/>
                  </a:lnTo>
                  <a:lnTo>
                    <a:pt x="103" y="416"/>
                  </a:lnTo>
                  <a:lnTo>
                    <a:pt x="103" y="416"/>
                  </a:lnTo>
                  <a:lnTo>
                    <a:pt x="107" y="391"/>
                  </a:lnTo>
                  <a:lnTo>
                    <a:pt x="113" y="366"/>
                  </a:lnTo>
                  <a:lnTo>
                    <a:pt x="123" y="316"/>
                  </a:lnTo>
                  <a:lnTo>
                    <a:pt x="123" y="316"/>
                  </a:lnTo>
                  <a:lnTo>
                    <a:pt x="128" y="291"/>
                  </a:lnTo>
                  <a:lnTo>
                    <a:pt x="133" y="266"/>
                  </a:lnTo>
                  <a:lnTo>
                    <a:pt x="133" y="266"/>
                  </a:lnTo>
                  <a:lnTo>
                    <a:pt x="134" y="253"/>
                  </a:lnTo>
                  <a:lnTo>
                    <a:pt x="134" y="239"/>
                  </a:lnTo>
                  <a:lnTo>
                    <a:pt x="134" y="226"/>
                  </a:lnTo>
                  <a:lnTo>
                    <a:pt x="136" y="212"/>
                  </a:lnTo>
                  <a:lnTo>
                    <a:pt x="136" y="212"/>
                  </a:lnTo>
                  <a:lnTo>
                    <a:pt x="141" y="186"/>
                  </a:lnTo>
                  <a:lnTo>
                    <a:pt x="147" y="162"/>
                  </a:lnTo>
                  <a:lnTo>
                    <a:pt x="153" y="137"/>
                  </a:lnTo>
                  <a:lnTo>
                    <a:pt x="159" y="112"/>
                  </a:lnTo>
                  <a:lnTo>
                    <a:pt x="159" y="112"/>
                  </a:lnTo>
                  <a:lnTo>
                    <a:pt x="163" y="85"/>
                  </a:lnTo>
                  <a:lnTo>
                    <a:pt x="167" y="58"/>
                  </a:lnTo>
                  <a:lnTo>
                    <a:pt x="169" y="32"/>
                  </a:lnTo>
                  <a:lnTo>
                    <a:pt x="170" y="5"/>
                  </a:lnTo>
                  <a:lnTo>
                    <a:pt x="170" y="5"/>
                  </a:lnTo>
                  <a:lnTo>
                    <a:pt x="170" y="3"/>
                  </a:lnTo>
                  <a:lnTo>
                    <a:pt x="169" y="1"/>
                  </a:lnTo>
                  <a:lnTo>
                    <a:pt x="168" y="0"/>
                  </a:lnTo>
                  <a:lnTo>
                    <a:pt x="166" y="0"/>
                  </a:lnTo>
                  <a:lnTo>
                    <a:pt x="164" y="0"/>
                  </a:lnTo>
                  <a:lnTo>
                    <a:pt x="163" y="1"/>
                  </a:lnTo>
                  <a:lnTo>
                    <a:pt x="162" y="3"/>
                  </a:lnTo>
                  <a:lnTo>
                    <a:pt x="161" y="5"/>
                  </a:lnTo>
                  <a:lnTo>
                    <a:pt x="161" y="5"/>
                  </a:lnTo>
                  <a:close/>
                </a:path>
              </a:pathLst>
            </a:custGeom>
            <a:grpFill/>
            <a:ln>
              <a:solidFill>
                <a:schemeClr val="accent1">
                  <a:lumMod val="75000"/>
                  <a:alpha val="0"/>
                </a:schemeClr>
              </a:solidFill>
            </a:ln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302" name="Freeform 918"/>
            <p:cNvSpPr/>
            <p:nvPr>
              <p:custDataLst>
                <p:tags r:id="rId18"/>
              </p:custDataLst>
            </p:nvPr>
          </p:nvSpPr>
          <p:spPr bwMode="auto">
            <a:xfrm>
              <a:off x="3751263" y="1443038"/>
              <a:ext cx="66675" cy="360363"/>
            </a:xfrm>
            <a:custGeom>
              <a:avLst/>
              <a:gdLst/>
              <a:ahLst/>
              <a:cxnLst>
                <a:cxn ang="0">
                  <a:pos x="117" y="4"/>
                </a:cxn>
                <a:cxn ang="0">
                  <a:pos x="116" y="50"/>
                </a:cxn>
                <a:cxn ang="0">
                  <a:pos x="108" y="139"/>
                </a:cxn>
                <a:cxn ang="0">
                  <a:pos x="94" y="228"/>
                </a:cxn>
                <a:cxn ang="0">
                  <a:pos x="68" y="361"/>
                </a:cxn>
                <a:cxn ang="0">
                  <a:pos x="63" y="383"/>
                </a:cxn>
                <a:cxn ang="0">
                  <a:pos x="57" y="404"/>
                </a:cxn>
                <a:cxn ang="0">
                  <a:pos x="48" y="432"/>
                </a:cxn>
                <a:cxn ang="0">
                  <a:pos x="47" y="440"/>
                </a:cxn>
                <a:cxn ang="0">
                  <a:pos x="44" y="482"/>
                </a:cxn>
                <a:cxn ang="0">
                  <a:pos x="38" y="523"/>
                </a:cxn>
                <a:cxn ang="0">
                  <a:pos x="32" y="542"/>
                </a:cxn>
                <a:cxn ang="0">
                  <a:pos x="10" y="598"/>
                </a:cxn>
                <a:cxn ang="0">
                  <a:pos x="7" y="608"/>
                </a:cxn>
                <a:cxn ang="0">
                  <a:pos x="2" y="637"/>
                </a:cxn>
                <a:cxn ang="0">
                  <a:pos x="0" y="678"/>
                </a:cxn>
                <a:cxn ang="0">
                  <a:pos x="0" y="680"/>
                </a:cxn>
                <a:cxn ang="0">
                  <a:pos x="3" y="682"/>
                </a:cxn>
                <a:cxn ang="0">
                  <a:pos x="6" y="682"/>
                </a:cxn>
                <a:cxn ang="0">
                  <a:pos x="9" y="680"/>
                </a:cxn>
                <a:cxn ang="0">
                  <a:pos x="9" y="678"/>
                </a:cxn>
                <a:cxn ang="0">
                  <a:pos x="12" y="635"/>
                </a:cxn>
                <a:cxn ang="0">
                  <a:pos x="22" y="594"/>
                </a:cxn>
                <a:cxn ang="0">
                  <a:pos x="36" y="556"/>
                </a:cxn>
                <a:cxn ang="0">
                  <a:pos x="48" y="517"/>
                </a:cxn>
                <a:cxn ang="0">
                  <a:pos x="51" y="501"/>
                </a:cxn>
                <a:cxn ang="0">
                  <a:pos x="56" y="448"/>
                </a:cxn>
                <a:cxn ang="0">
                  <a:pos x="57" y="436"/>
                </a:cxn>
                <a:cxn ang="0">
                  <a:pos x="67" y="398"/>
                </a:cxn>
                <a:cxn ang="0">
                  <a:pos x="77" y="359"/>
                </a:cxn>
                <a:cxn ang="0">
                  <a:pos x="80" y="347"/>
                </a:cxn>
                <a:cxn ang="0">
                  <a:pos x="96" y="262"/>
                </a:cxn>
                <a:cxn ang="0">
                  <a:pos x="112" y="178"/>
                </a:cxn>
                <a:cxn ang="0">
                  <a:pos x="119" y="134"/>
                </a:cxn>
                <a:cxn ang="0">
                  <a:pos x="127" y="48"/>
                </a:cxn>
                <a:cxn ang="0">
                  <a:pos x="128" y="4"/>
                </a:cxn>
                <a:cxn ang="0">
                  <a:pos x="126" y="1"/>
                </a:cxn>
                <a:cxn ang="0">
                  <a:pos x="122" y="0"/>
                </a:cxn>
                <a:cxn ang="0">
                  <a:pos x="119" y="1"/>
                </a:cxn>
                <a:cxn ang="0">
                  <a:pos x="117" y="4"/>
                </a:cxn>
              </a:cxnLst>
              <a:rect l="0" t="0" r="r" b="b"/>
              <a:pathLst>
                <a:path w="128" h="682">
                  <a:moveTo>
                    <a:pt x="117" y="4"/>
                  </a:moveTo>
                  <a:lnTo>
                    <a:pt x="117" y="4"/>
                  </a:lnTo>
                  <a:lnTo>
                    <a:pt x="117" y="27"/>
                  </a:lnTo>
                  <a:lnTo>
                    <a:pt x="116" y="50"/>
                  </a:lnTo>
                  <a:lnTo>
                    <a:pt x="113" y="95"/>
                  </a:lnTo>
                  <a:lnTo>
                    <a:pt x="108" y="139"/>
                  </a:lnTo>
                  <a:lnTo>
                    <a:pt x="101" y="184"/>
                  </a:lnTo>
                  <a:lnTo>
                    <a:pt x="94" y="228"/>
                  </a:lnTo>
                  <a:lnTo>
                    <a:pt x="84" y="273"/>
                  </a:lnTo>
                  <a:lnTo>
                    <a:pt x="68" y="361"/>
                  </a:lnTo>
                  <a:lnTo>
                    <a:pt x="68" y="361"/>
                  </a:lnTo>
                  <a:lnTo>
                    <a:pt x="63" y="383"/>
                  </a:lnTo>
                  <a:lnTo>
                    <a:pt x="57" y="404"/>
                  </a:lnTo>
                  <a:lnTo>
                    <a:pt x="57" y="404"/>
                  </a:lnTo>
                  <a:lnTo>
                    <a:pt x="51" y="422"/>
                  </a:lnTo>
                  <a:lnTo>
                    <a:pt x="48" y="432"/>
                  </a:lnTo>
                  <a:lnTo>
                    <a:pt x="47" y="440"/>
                  </a:lnTo>
                  <a:lnTo>
                    <a:pt x="47" y="440"/>
                  </a:lnTo>
                  <a:lnTo>
                    <a:pt x="46" y="461"/>
                  </a:lnTo>
                  <a:lnTo>
                    <a:pt x="44" y="482"/>
                  </a:lnTo>
                  <a:lnTo>
                    <a:pt x="41" y="503"/>
                  </a:lnTo>
                  <a:lnTo>
                    <a:pt x="38" y="523"/>
                  </a:lnTo>
                  <a:lnTo>
                    <a:pt x="38" y="523"/>
                  </a:lnTo>
                  <a:lnTo>
                    <a:pt x="32" y="542"/>
                  </a:lnTo>
                  <a:lnTo>
                    <a:pt x="24" y="561"/>
                  </a:lnTo>
                  <a:lnTo>
                    <a:pt x="10" y="598"/>
                  </a:lnTo>
                  <a:lnTo>
                    <a:pt x="10" y="598"/>
                  </a:lnTo>
                  <a:lnTo>
                    <a:pt x="7" y="608"/>
                  </a:lnTo>
                  <a:lnTo>
                    <a:pt x="5" y="618"/>
                  </a:lnTo>
                  <a:lnTo>
                    <a:pt x="2" y="637"/>
                  </a:lnTo>
                  <a:lnTo>
                    <a:pt x="0" y="657"/>
                  </a:lnTo>
                  <a:lnTo>
                    <a:pt x="0" y="678"/>
                  </a:lnTo>
                  <a:lnTo>
                    <a:pt x="0" y="678"/>
                  </a:lnTo>
                  <a:lnTo>
                    <a:pt x="0" y="680"/>
                  </a:lnTo>
                  <a:lnTo>
                    <a:pt x="1" y="681"/>
                  </a:lnTo>
                  <a:lnTo>
                    <a:pt x="3" y="682"/>
                  </a:lnTo>
                  <a:lnTo>
                    <a:pt x="4" y="682"/>
                  </a:lnTo>
                  <a:lnTo>
                    <a:pt x="6" y="682"/>
                  </a:lnTo>
                  <a:lnTo>
                    <a:pt x="7" y="681"/>
                  </a:lnTo>
                  <a:lnTo>
                    <a:pt x="9" y="680"/>
                  </a:lnTo>
                  <a:lnTo>
                    <a:pt x="9" y="678"/>
                  </a:lnTo>
                  <a:lnTo>
                    <a:pt x="9" y="678"/>
                  </a:lnTo>
                  <a:lnTo>
                    <a:pt x="10" y="656"/>
                  </a:lnTo>
                  <a:lnTo>
                    <a:pt x="12" y="635"/>
                  </a:lnTo>
                  <a:lnTo>
                    <a:pt x="16" y="615"/>
                  </a:lnTo>
                  <a:lnTo>
                    <a:pt x="22" y="594"/>
                  </a:lnTo>
                  <a:lnTo>
                    <a:pt x="22" y="594"/>
                  </a:lnTo>
                  <a:lnTo>
                    <a:pt x="36" y="556"/>
                  </a:lnTo>
                  <a:lnTo>
                    <a:pt x="43" y="537"/>
                  </a:lnTo>
                  <a:lnTo>
                    <a:pt x="48" y="517"/>
                  </a:lnTo>
                  <a:lnTo>
                    <a:pt x="48" y="517"/>
                  </a:lnTo>
                  <a:lnTo>
                    <a:pt x="51" y="501"/>
                  </a:lnTo>
                  <a:lnTo>
                    <a:pt x="53" y="483"/>
                  </a:lnTo>
                  <a:lnTo>
                    <a:pt x="56" y="448"/>
                  </a:lnTo>
                  <a:lnTo>
                    <a:pt x="56" y="448"/>
                  </a:lnTo>
                  <a:lnTo>
                    <a:pt x="57" y="436"/>
                  </a:lnTo>
                  <a:lnTo>
                    <a:pt x="60" y="422"/>
                  </a:lnTo>
                  <a:lnTo>
                    <a:pt x="67" y="398"/>
                  </a:lnTo>
                  <a:lnTo>
                    <a:pt x="74" y="372"/>
                  </a:lnTo>
                  <a:lnTo>
                    <a:pt x="77" y="359"/>
                  </a:lnTo>
                  <a:lnTo>
                    <a:pt x="80" y="347"/>
                  </a:lnTo>
                  <a:lnTo>
                    <a:pt x="80" y="347"/>
                  </a:lnTo>
                  <a:lnTo>
                    <a:pt x="87" y="305"/>
                  </a:lnTo>
                  <a:lnTo>
                    <a:pt x="96" y="262"/>
                  </a:lnTo>
                  <a:lnTo>
                    <a:pt x="104" y="220"/>
                  </a:lnTo>
                  <a:lnTo>
                    <a:pt x="112" y="178"/>
                  </a:lnTo>
                  <a:lnTo>
                    <a:pt x="112" y="178"/>
                  </a:lnTo>
                  <a:lnTo>
                    <a:pt x="119" y="134"/>
                  </a:lnTo>
                  <a:lnTo>
                    <a:pt x="123" y="92"/>
                  </a:lnTo>
                  <a:lnTo>
                    <a:pt x="127" y="48"/>
                  </a:lnTo>
                  <a:lnTo>
                    <a:pt x="128" y="4"/>
                  </a:lnTo>
                  <a:lnTo>
                    <a:pt x="128" y="4"/>
                  </a:lnTo>
                  <a:lnTo>
                    <a:pt x="127" y="2"/>
                  </a:lnTo>
                  <a:lnTo>
                    <a:pt x="126" y="1"/>
                  </a:lnTo>
                  <a:lnTo>
                    <a:pt x="125" y="0"/>
                  </a:lnTo>
                  <a:lnTo>
                    <a:pt x="122" y="0"/>
                  </a:lnTo>
                  <a:lnTo>
                    <a:pt x="120" y="0"/>
                  </a:lnTo>
                  <a:lnTo>
                    <a:pt x="119" y="1"/>
                  </a:lnTo>
                  <a:lnTo>
                    <a:pt x="118" y="2"/>
                  </a:lnTo>
                  <a:lnTo>
                    <a:pt x="117" y="4"/>
                  </a:lnTo>
                  <a:lnTo>
                    <a:pt x="117" y="4"/>
                  </a:lnTo>
                  <a:close/>
                </a:path>
              </a:pathLst>
            </a:custGeom>
            <a:grpFill/>
            <a:ln>
              <a:solidFill>
                <a:schemeClr val="accent1">
                  <a:lumMod val="75000"/>
                  <a:alpha val="0"/>
                </a:schemeClr>
              </a:solidFill>
            </a:ln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303" name="Freeform 919"/>
            <p:cNvSpPr/>
            <p:nvPr>
              <p:custDataLst>
                <p:tags r:id="rId19"/>
              </p:custDataLst>
            </p:nvPr>
          </p:nvSpPr>
          <p:spPr bwMode="auto">
            <a:xfrm>
              <a:off x="3797300" y="1477963"/>
              <a:ext cx="60325" cy="268288"/>
            </a:xfrm>
            <a:custGeom>
              <a:avLst/>
              <a:gdLst/>
              <a:ahLst/>
              <a:cxnLst>
                <a:cxn ang="0">
                  <a:pos x="114" y="4"/>
                </a:cxn>
                <a:cxn ang="0">
                  <a:pos x="113" y="1"/>
                </a:cxn>
                <a:cxn ang="0">
                  <a:pos x="110" y="0"/>
                </a:cxn>
                <a:cxn ang="0">
                  <a:pos x="106" y="1"/>
                </a:cxn>
                <a:cxn ang="0">
                  <a:pos x="105" y="4"/>
                </a:cxn>
                <a:cxn ang="0">
                  <a:pos x="104" y="38"/>
                </a:cxn>
                <a:cxn ang="0">
                  <a:pos x="94" y="104"/>
                </a:cxn>
                <a:cxn ang="0">
                  <a:pos x="81" y="170"/>
                </a:cxn>
                <a:cxn ang="0">
                  <a:pos x="58" y="268"/>
                </a:cxn>
                <a:cxn ang="0">
                  <a:pos x="47" y="324"/>
                </a:cxn>
                <a:cxn ang="0">
                  <a:pos x="37" y="366"/>
                </a:cxn>
                <a:cxn ang="0">
                  <a:pos x="31" y="379"/>
                </a:cxn>
                <a:cxn ang="0">
                  <a:pos x="28" y="393"/>
                </a:cxn>
                <a:cxn ang="0">
                  <a:pos x="25" y="419"/>
                </a:cxn>
                <a:cxn ang="0">
                  <a:pos x="22" y="433"/>
                </a:cxn>
                <a:cxn ang="0">
                  <a:pos x="8" y="483"/>
                </a:cxn>
                <a:cxn ang="0">
                  <a:pos x="1" y="500"/>
                </a:cxn>
                <a:cxn ang="0">
                  <a:pos x="0" y="504"/>
                </a:cxn>
                <a:cxn ang="0">
                  <a:pos x="5" y="507"/>
                </a:cxn>
                <a:cxn ang="0">
                  <a:pos x="8" y="506"/>
                </a:cxn>
                <a:cxn ang="0">
                  <a:pos x="10" y="505"/>
                </a:cxn>
                <a:cxn ang="0">
                  <a:pos x="25" y="465"/>
                </a:cxn>
                <a:cxn ang="0">
                  <a:pos x="32" y="437"/>
                </a:cxn>
                <a:cxn ang="0">
                  <a:pos x="38" y="409"/>
                </a:cxn>
                <a:cxn ang="0">
                  <a:pos x="39" y="396"/>
                </a:cxn>
                <a:cxn ang="0">
                  <a:pos x="41" y="380"/>
                </a:cxn>
                <a:cxn ang="0">
                  <a:pos x="55" y="335"/>
                </a:cxn>
                <a:cxn ang="0">
                  <a:pos x="59" y="319"/>
                </a:cxn>
                <a:cxn ang="0">
                  <a:pos x="64" y="286"/>
                </a:cxn>
                <a:cxn ang="0">
                  <a:pos x="68" y="271"/>
                </a:cxn>
                <a:cxn ang="0">
                  <a:pos x="96" y="142"/>
                </a:cxn>
                <a:cxn ang="0">
                  <a:pos x="109" y="76"/>
                </a:cxn>
                <a:cxn ang="0">
                  <a:pos x="114" y="10"/>
                </a:cxn>
                <a:cxn ang="0">
                  <a:pos x="114" y="9"/>
                </a:cxn>
              </a:cxnLst>
              <a:rect l="0" t="0" r="r" b="b"/>
              <a:pathLst>
                <a:path w="114" h="507">
                  <a:moveTo>
                    <a:pt x="114" y="4"/>
                  </a:moveTo>
                  <a:lnTo>
                    <a:pt x="114" y="4"/>
                  </a:lnTo>
                  <a:lnTo>
                    <a:pt x="114" y="2"/>
                  </a:lnTo>
                  <a:lnTo>
                    <a:pt x="113" y="1"/>
                  </a:lnTo>
                  <a:lnTo>
                    <a:pt x="111" y="0"/>
                  </a:lnTo>
                  <a:lnTo>
                    <a:pt x="110" y="0"/>
                  </a:lnTo>
                  <a:lnTo>
                    <a:pt x="108" y="0"/>
                  </a:lnTo>
                  <a:lnTo>
                    <a:pt x="106" y="1"/>
                  </a:lnTo>
                  <a:lnTo>
                    <a:pt x="105" y="2"/>
                  </a:lnTo>
                  <a:lnTo>
                    <a:pt x="105" y="4"/>
                  </a:lnTo>
                  <a:lnTo>
                    <a:pt x="105" y="4"/>
                  </a:lnTo>
                  <a:lnTo>
                    <a:pt x="104" y="38"/>
                  </a:lnTo>
                  <a:lnTo>
                    <a:pt x="100" y="71"/>
                  </a:lnTo>
                  <a:lnTo>
                    <a:pt x="94" y="104"/>
                  </a:lnTo>
                  <a:lnTo>
                    <a:pt x="88" y="137"/>
                  </a:lnTo>
                  <a:lnTo>
                    <a:pt x="81" y="170"/>
                  </a:lnTo>
                  <a:lnTo>
                    <a:pt x="74" y="203"/>
                  </a:lnTo>
                  <a:lnTo>
                    <a:pt x="58" y="268"/>
                  </a:lnTo>
                  <a:lnTo>
                    <a:pt x="58" y="268"/>
                  </a:lnTo>
                  <a:lnTo>
                    <a:pt x="47" y="324"/>
                  </a:lnTo>
                  <a:lnTo>
                    <a:pt x="40" y="352"/>
                  </a:lnTo>
                  <a:lnTo>
                    <a:pt x="37" y="366"/>
                  </a:lnTo>
                  <a:lnTo>
                    <a:pt x="31" y="379"/>
                  </a:lnTo>
                  <a:lnTo>
                    <a:pt x="31" y="379"/>
                  </a:lnTo>
                  <a:lnTo>
                    <a:pt x="29" y="385"/>
                  </a:lnTo>
                  <a:lnTo>
                    <a:pt x="28" y="393"/>
                  </a:lnTo>
                  <a:lnTo>
                    <a:pt x="26" y="406"/>
                  </a:lnTo>
                  <a:lnTo>
                    <a:pt x="25" y="419"/>
                  </a:lnTo>
                  <a:lnTo>
                    <a:pt x="22" y="433"/>
                  </a:lnTo>
                  <a:lnTo>
                    <a:pt x="22" y="433"/>
                  </a:lnTo>
                  <a:lnTo>
                    <a:pt x="13" y="467"/>
                  </a:lnTo>
                  <a:lnTo>
                    <a:pt x="8" y="483"/>
                  </a:lnTo>
                  <a:lnTo>
                    <a:pt x="1" y="500"/>
                  </a:lnTo>
                  <a:lnTo>
                    <a:pt x="1" y="500"/>
                  </a:lnTo>
                  <a:lnTo>
                    <a:pt x="0" y="502"/>
                  </a:lnTo>
                  <a:lnTo>
                    <a:pt x="0" y="504"/>
                  </a:lnTo>
                  <a:lnTo>
                    <a:pt x="3" y="506"/>
                  </a:lnTo>
                  <a:lnTo>
                    <a:pt x="5" y="507"/>
                  </a:lnTo>
                  <a:lnTo>
                    <a:pt x="7" y="507"/>
                  </a:lnTo>
                  <a:lnTo>
                    <a:pt x="8" y="506"/>
                  </a:lnTo>
                  <a:lnTo>
                    <a:pt x="10" y="505"/>
                  </a:lnTo>
                  <a:lnTo>
                    <a:pt x="10" y="505"/>
                  </a:lnTo>
                  <a:lnTo>
                    <a:pt x="20" y="479"/>
                  </a:lnTo>
                  <a:lnTo>
                    <a:pt x="25" y="465"/>
                  </a:lnTo>
                  <a:lnTo>
                    <a:pt x="29" y="451"/>
                  </a:lnTo>
                  <a:lnTo>
                    <a:pt x="32" y="437"/>
                  </a:lnTo>
                  <a:lnTo>
                    <a:pt x="36" y="424"/>
                  </a:lnTo>
                  <a:lnTo>
                    <a:pt x="38" y="409"/>
                  </a:lnTo>
                  <a:lnTo>
                    <a:pt x="39" y="396"/>
                  </a:lnTo>
                  <a:lnTo>
                    <a:pt x="39" y="396"/>
                  </a:lnTo>
                  <a:lnTo>
                    <a:pt x="40" y="387"/>
                  </a:lnTo>
                  <a:lnTo>
                    <a:pt x="41" y="380"/>
                  </a:lnTo>
                  <a:lnTo>
                    <a:pt x="45" y="365"/>
                  </a:lnTo>
                  <a:lnTo>
                    <a:pt x="55" y="335"/>
                  </a:lnTo>
                  <a:lnTo>
                    <a:pt x="55" y="335"/>
                  </a:lnTo>
                  <a:lnTo>
                    <a:pt x="59" y="319"/>
                  </a:lnTo>
                  <a:lnTo>
                    <a:pt x="62" y="303"/>
                  </a:lnTo>
                  <a:lnTo>
                    <a:pt x="64" y="286"/>
                  </a:lnTo>
                  <a:lnTo>
                    <a:pt x="68" y="271"/>
                  </a:lnTo>
                  <a:lnTo>
                    <a:pt x="68" y="271"/>
                  </a:lnTo>
                  <a:lnTo>
                    <a:pt x="82" y="206"/>
                  </a:lnTo>
                  <a:lnTo>
                    <a:pt x="96" y="142"/>
                  </a:lnTo>
                  <a:lnTo>
                    <a:pt x="103" y="109"/>
                  </a:lnTo>
                  <a:lnTo>
                    <a:pt x="109" y="76"/>
                  </a:lnTo>
                  <a:lnTo>
                    <a:pt x="112" y="43"/>
                  </a:lnTo>
                  <a:lnTo>
                    <a:pt x="114" y="10"/>
                  </a:lnTo>
                  <a:lnTo>
                    <a:pt x="114" y="10"/>
                  </a:lnTo>
                  <a:lnTo>
                    <a:pt x="114" y="9"/>
                  </a:lnTo>
                  <a:lnTo>
                    <a:pt x="114" y="4"/>
                  </a:lnTo>
                  <a:close/>
                </a:path>
              </a:pathLst>
            </a:custGeom>
            <a:grpFill/>
            <a:ln>
              <a:solidFill>
                <a:schemeClr val="accent1">
                  <a:lumMod val="75000"/>
                  <a:alpha val="0"/>
                </a:schemeClr>
              </a:solidFill>
            </a:ln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304" name="Freeform 920"/>
            <p:cNvSpPr/>
            <p:nvPr>
              <p:custDataLst>
                <p:tags r:id="rId20"/>
              </p:custDataLst>
            </p:nvPr>
          </p:nvSpPr>
          <p:spPr bwMode="auto">
            <a:xfrm>
              <a:off x="3857625" y="1504950"/>
              <a:ext cx="33338" cy="190500"/>
            </a:xfrm>
            <a:custGeom>
              <a:avLst/>
              <a:gdLst/>
              <a:ahLst/>
              <a:cxnLst>
                <a:cxn ang="0">
                  <a:pos x="54" y="2"/>
                </a:cxn>
                <a:cxn ang="0">
                  <a:pos x="48" y="11"/>
                </a:cxn>
                <a:cxn ang="0">
                  <a:pos x="45" y="24"/>
                </a:cxn>
                <a:cxn ang="0">
                  <a:pos x="46" y="44"/>
                </a:cxn>
                <a:cxn ang="0">
                  <a:pos x="46" y="50"/>
                </a:cxn>
                <a:cxn ang="0">
                  <a:pos x="42" y="74"/>
                </a:cxn>
                <a:cxn ang="0">
                  <a:pos x="31" y="123"/>
                </a:cxn>
                <a:cxn ang="0">
                  <a:pos x="29" y="147"/>
                </a:cxn>
                <a:cxn ang="0">
                  <a:pos x="28" y="162"/>
                </a:cxn>
                <a:cxn ang="0">
                  <a:pos x="24" y="206"/>
                </a:cxn>
                <a:cxn ang="0">
                  <a:pos x="13" y="265"/>
                </a:cxn>
                <a:cxn ang="0">
                  <a:pos x="11" y="275"/>
                </a:cxn>
                <a:cxn ang="0">
                  <a:pos x="9" y="306"/>
                </a:cxn>
                <a:cxn ang="0">
                  <a:pos x="8" y="319"/>
                </a:cxn>
                <a:cxn ang="0">
                  <a:pos x="0" y="354"/>
                </a:cxn>
                <a:cxn ang="0">
                  <a:pos x="0" y="356"/>
                </a:cxn>
                <a:cxn ang="0">
                  <a:pos x="4" y="360"/>
                </a:cxn>
                <a:cxn ang="0">
                  <a:pos x="7" y="360"/>
                </a:cxn>
                <a:cxn ang="0">
                  <a:pos x="9" y="357"/>
                </a:cxn>
                <a:cxn ang="0">
                  <a:pos x="16" y="325"/>
                </a:cxn>
                <a:cxn ang="0">
                  <a:pos x="19" y="292"/>
                </a:cxn>
                <a:cxn ang="0">
                  <a:pos x="20" y="280"/>
                </a:cxn>
                <a:cxn ang="0">
                  <a:pos x="27" y="240"/>
                </a:cxn>
                <a:cxn ang="0">
                  <a:pos x="35" y="201"/>
                </a:cxn>
                <a:cxn ang="0">
                  <a:pos x="37" y="188"/>
                </a:cxn>
                <a:cxn ang="0">
                  <a:pos x="38" y="161"/>
                </a:cxn>
                <a:cxn ang="0">
                  <a:pos x="40" y="133"/>
                </a:cxn>
                <a:cxn ang="0">
                  <a:pos x="44" y="109"/>
                </a:cxn>
                <a:cxn ang="0">
                  <a:pos x="50" y="85"/>
                </a:cxn>
                <a:cxn ang="0">
                  <a:pos x="57" y="53"/>
                </a:cxn>
                <a:cxn ang="0">
                  <a:pos x="57" y="43"/>
                </a:cxn>
                <a:cxn ang="0">
                  <a:pos x="56" y="24"/>
                </a:cxn>
                <a:cxn ang="0">
                  <a:pos x="56" y="15"/>
                </a:cxn>
                <a:cxn ang="0">
                  <a:pos x="60" y="8"/>
                </a:cxn>
                <a:cxn ang="0">
                  <a:pos x="62" y="7"/>
                </a:cxn>
                <a:cxn ang="0">
                  <a:pos x="62" y="3"/>
                </a:cxn>
                <a:cxn ang="0">
                  <a:pos x="58" y="0"/>
                </a:cxn>
                <a:cxn ang="0">
                  <a:pos x="54" y="2"/>
                </a:cxn>
              </a:cxnLst>
              <a:rect l="0" t="0" r="r" b="b"/>
              <a:pathLst>
                <a:path w="62" h="360">
                  <a:moveTo>
                    <a:pt x="54" y="2"/>
                  </a:moveTo>
                  <a:lnTo>
                    <a:pt x="54" y="2"/>
                  </a:lnTo>
                  <a:lnTo>
                    <a:pt x="50" y="6"/>
                  </a:lnTo>
                  <a:lnTo>
                    <a:pt x="48" y="11"/>
                  </a:lnTo>
                  <a:lnTo>
                    <a:pt x="46" y="17"/>
                  </a:lnTo>
                  <a:lnTo>
                    <a:pt x="45" y="24"/>
                  </a:lnTo>
                  <a:lnTo>
                    <a:pt x="46" y="38"/>
                  </a:lnTo>
                  <a:lnTo>
                    <a:pt x="46" y="44"/>
                  </a:lnTo>
                  <a:lnTo>
                    <a:pt x="46" y="50"/>
                  </a:lnTo>
                  <a:lnTo>
                    <a:pt x="46" y="50"/>
                  </a:lnTo>
                  <a:lnTo>
                    <a:pt x="44" y="62"/>
                  </a:lnTo>
                  <a:lnTo>
                    <a:pt x="42" y="74"/>
                  </a:lnTo>
                  <a:lnTo>
                    <a:pt x="36" y="99"/>
                  </a:lnTo>
                  <a:lnTo>
                    <a:pt x="31" y="123"/>
                  </a:lnTo>
                  <a:lnTo>
                    <a:pt x="29" y="135"/>
                  </a:lnTo>
                  <a:lnTo>
                    <a:pt x="29" y="147"/>
                  </a:lnTo>
                  <a:lnTo>
                    <a:pt x="29" y="147"/>
                  </a:lnTo>
                  <a:lnTo>
                    <a:pt x="28" y="162"/>
                  </a:lnTo>
                  <a:lnTo>
                    <a:pt x="27" y="177"/>
                  </a:lnTo>
                  <a:lnTo>
                    <a:pt x="24" y="206"/>
                  </a:lnTo>
                  <a:lnTo>
                    <a:pt x="19" y="236"/>
                  </a:lnTo>
                  <a:lnTo>
                    <a:pt x="13" y="265"/>
                  </a:lnTo>
                  <a:lnTo>
                    <a:pt x="13" y="265"/>
                  </a:lnTo>
                  <a:lnTo>
                    <a:pt x="11" y="275"/>
                  </a:lnTo>
                  <a:lnTo>
                    <a:pt x="10" y="286"/>
                  </a:lnTo>
                  <a:lnTo>
                    <a:pt x="9" y="306"/>
                  </a:lnTo>
                  <a:lnTo>
                    <a:pt x="9" y="306"/>
                  </a:lnTo>
                  <a:lnTo>
                    <a:pt x="8" y="319"/>
                  </a:lnTo>
                  <a:lnTo>
                    <a:pt x="5" y="331"/>
                  </a:lnTo>
                  <a:lnTo>
                    <a:pt x="0" y="354"/>
                  </a:lnTo>
                  <a:lnTo>
                    <a:pt x="0" y="354"/>
                  </a:lnTo>
                  <a:lnTo>
                    <a:pt x="0" y="356"/>
                  </a:lnTo>
                  <a:lnTo>
                    <a:pt x="1" y="358"/>
                  </a:lnTo>
                  <a:lnTo>
                    <a:pt x="4" y="360"/>
                  </a:lnTo>
                  <a:lnTo>
                    <a:pt x="6" y="360"/>
                  </a:lnTo>
                  <a:lnTo>
                    <a:pt x="7" y="360"/>
                  </a:lnTo>
                  <a:lnTo>
                    <a:pt x="8" y="359"/>
                  </a:lnTo>
                  <a:lnTo>
                    <a:pt x="9" y="357"/>
                  </a:lnTo>
                  <a:lnTo>
                    <a:pt x="9" y="357"/>
                  </a:lnTo>
                  <a:lnTo>
                    <a:pt x="16" y="325"/>
                  </a:lnTo>
                  <a:lnTo>
                    <a:pt x="18" y="309"/>
                  </a:lnTo>
                  <a:lnTo>
                    <a:pt x="19" y="292"/>
                  </a:lnTo>
                  <a:lnTo>
                    <a:pt x="19" y="292"/>
                  </a:lnTo>
                  <a:lnTo>
                    <a:pt x="20" y="280"/>
                  </a:lnTo>
                  <a:lnTo>
                    <a:pt x="22" y="266"/>
                  </a:lnTo>
                  <a:lnTo>
                    <a:pt x="27" y="240"/>
                  </a:lnTo>
                  <a:lnTo>
                    <a:pt x="33" y="215"/>
                  </a:lnTo>
                  <a:lnTo>
                    <a:pt x="35" y="201"/>
                  </a:lnTo>
                  <a:lnTo>
                    <a:pt x="37" y="188"/>
                  </a:lnTo>
                  <a:lnTo>
                    <a:pt x="37" y="188"/>
                  </a:lnTo>
                  <a:lnTo>
                    <a:pt x="38" y="174"/>
                  </a:lnTo>
                  <a:lnTo>
                    <a:pt x="38" y="161"/>
                  </a:lnTo>
                  <a:lnTo>
                    <a:pt x="39" y="146"/>
                  </a:lnTo>
                  <a:lnTo>
                    <a:pt x="40" y="133"/>
                  </a:lnTo>
                  <a:lnTo>
                    <a:pt x="40" y="133"/>
                  </a:lnTo>
                  <a:lnTo>
                    <a:pt x="44" y="109"/>
                  </a:lnTo>
                  <a:lnTo>
                    <a:pt x="50" y="85"/>
                  </a:lnTo>
                  <a:lnTo>
                    <a:pt x="50" y="85"/>
                  </a:lnTo>
                  <a:lnTo>
                    <a:pt x="55" y="65"/>
                  </a:lnTo>
                  <a:lnTo>
                    <a:pt x="57" y="53"/>
                  </a:lnTo>
                  <a:lnTo>
                    <a:pt x="57" y="43"/>
                  </a:lnTo>
                  <a:lnTo>
                    <a:pt x="57" y="43"/>
                  </a:lnTo>
                  <a:lnTo>
                    <a:pt x="56" y="34"/>
                  </a:lnTo>
                  <a:lnTo>
                    <a:pt x="56" y="24"/>
                  </a:lnTo>
                  <a:lnTo>
                    <a:pt x="56" y="19"/>
                  </a:lnTo>
                  <a:lnTo>
                    <a:pt x="56" y="15"/>
                  </a:lnTo>
                  <a:lnTo>
                    <a:pt x="58" y="11"/>
                  </a:lnTo>
                  <a:lnTo>
                    <a:pt x="60" y="8"/>
                  </a:lnTo>
                  <a:lnTo>
                    <a:pt x="60" y="8"/>
                  </a:lnTo>
                  <a:lnTo>
                    <a:pt x="62" y="7"/>
                  </a:lnTo>
                  <a:lnTo>
                    <a:pt x="62" y="5"/>
                  </a:lnTo>
                  <a:lnTo>
                    <a:pt x="62" y="3"/>
                  </a:lnTo>
                  <a:lnTo>
                    <a:pt x="61" y="2"/>
                  </a:lnTo>
                  <a:lnTo>
                    <a:pt x="58" y="0"/>
                  </a:lnTo>
                  <a:lnTo>
                    <a:pt x="56" y="1"/>
                  </a:lnTo>
                  <a:lnTo>
                    <a:pt x="54" y="2"/>
                  </a:lnTo>
                  <a:lnTo>
                    <a:pt x="54" y="2"/>
                  </a:lnTo>
                  <a:close/>
                </a:path>
              </a:pathLst>
            </a:custGeom>
            <a:grpFill/>
            <a:ln>
              <a:solidFill>
                <a:schemeClr val="accent1">
                  <a:lumMod val="75000"/>
                  <a:alpha val="0"/>
                </a:schemeClr>
              </a:solidFill>
            </a:ln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305" name="Freeform 921"/>
            <p:cNvSpPr/>
            <p:nvPr>
              <p:custDataLst>
                <p:tags r:id="rId21"/>
              </p:custDataLst>
            </p:nvPr>
          </p:nvSpPr>
          <p:spPr bwMode="auto">
            <a:xfrm>
              <a:off x="3883025" y="1544638"/>
              <a:ext cx="22225" cy="130175"/>
            </a:xfrm>
            <a:custGeom>
              <a:avLst/>
              <a:gdLst/>
              <a:ahLst/>
              <a:cxnLst>
                <a:cxn ang="0">
                  <a:pos x="33" y="4"/>
                </a:cxn>
                <a:cxn ang="0">
                  <a:pos x="33" y="4"/>
                </a:cxn>
                <a:cxn ang="0">
                  <a:pos x="33" y="37"/>
                </a:cxn>
                <a:cxn ang="0">
                  <a:pos x="29" y="69"/>
                </a:cxn>
                <a:cxn ang="0">
                  <a:pos x="25" y="101"/>
                </a:cxn>
                <a:cxn ang="0">
                  <a:pos x="23" y="117"/>
                </a:cxn>
                <a:cxn ang="0">
                  <a:pos x="19" y="133"/>
                </a:cxn>
                <a:cxn ang="0">
                  <a:pos x="19" y="133"/>
                </a:cxn>
                <a:cxn ang="0">
                  <a:pos x="13" y="156"/>
                </a:cxn>
                <a:cxn ang="0">
                  <a:pos x="11" y="167"/>
                </a:cxn>
                <a:cxn ang="0">
                  <a:pos x="10" y="179"/>
                </a:cxn>
                <a:cxn ang="0">
                  <a:pos x="10" y="179"/>
                </a:cxn>
                <a:cxn ang="0">
                  <a:pos x="8" y="194"/>
                </a:cxn>
                <a:cxn ang="0">
                  <a:pos x="5" y="210"/>
                </a:cxn>
                <a:cxn ang="0">
                  <a:pos x="2" y="225"/>
                </a:cxn>
                <a:cxn ang="0">
                  <a:pos x="0" y="242"/>
                </a:cxn>
                <a:cxn ang="0">
                  <a:pos x="0" y="242"/>
                </a:cxn>
                <a:cxn ang="0">
                  <a:pos x="0" y="244"/>
                </a:cxn>
                <a:cxn ang="0">
                  <a:pos x="1" y="245"/>
                </a:cxn>
                <a:cxn ang="0">
                  <a:pos x="3" y="246"/>
                </a:cxn>
                <a:cxn ang="0">
                  <a:pos x="4" y="246"/>
                </a:cxn>
                <a:cxn ang="0">
                  <a:pos x="6" y="246"/>
                </a:cxn>
                <a:cxn ang="0">
                  <a:pos x="8" y="245"/>
                </a:cxn>
                <a:cxn ang="0">
                  <a:pos x="9" y="244"/>
                </a:cxn>
                <a:cxn ang="0">
                  <a:pos x="9" y="242"/>
                </a:cxn>
                <a:cxn ang="0">
                  <a:pos x="9" y="242"/>
                </a:cxn>
                <a:cxn ang="0">
                  <a:pos x="11" y="227"/>
                </a:cxn>
                <a:cxn ang="0">
                  <a:pos x="14" y="214"/>
                </a:cxn>
                <a:cxn ang="0">
                  <a:pos x="17" y="199"/>
                </a:cxn>
                <a:cxn ang="0">
                  <a:pos x="18" y="193"/>
                </a:cxn>
                <a:cxn ang="0">
                  <a:pos x="18" y="186"/>
                </a:cxn>
                <a:cxn ang="0">
                  <a:pos x="18" y="186"/>
                </a:cxn>
                <a:cxn ang="0">
                  <a:pos x="19" y="177"/>
                </a:cxn>
                <a:cxn ang="0">
                  <a:pos x="20" y="169"/>
                </a:cxn>
                <a:cxn ang="0">
                  <a:pos x="24" y="152"/>
                </a:cxn>
                <a:cxn ang="0">
                  <a:pos x="28" y="135"/>
                </a:cxn>
                <a:cxn ang="0">
                  <a:pos x="32" y="119"/>
                </a:cxn>
                <a:cxn ang="0">
                  <a:pos x="32" y="119"/>
                </a:cxn>
                <a:cxn ang="0">
                  <a:pos x="37" y="90"/>
                </a:cxn>
                <a:cxn ang="0">
                  <a:pos x="40" y="62"/>
                </a:cxn>
                <a:cxn ang="0">
                  <a:pos x="42" y="33"/>
                </a:cxn>
                <a:cxn ang="0">
                  <a:pos x="42" y="4"/>
                </a:cxn>
                <a:cxn ang="0">
                  <a:pos x="42" y="4"/>
                </a:cxn>
                <a:cxn ang="0">
                  <a:pos x="42" y="2"/>
                </a:cxn>
                <a:cxn ang="0">
                  <a:pos x="41" y="1"/>
                </a:cxn>
                <a:cxn ang="0">
                  <a:pos x="39" y="0"/>
                </a:cxn>
                <a:cxn ang="0">
                  <a:pos x="38" y="0"/>
                </a:cxn>
                <a:cxn ang="0">
                  <a:pos x="36" y="0"/>
                </a:cxn>
                <a:cxn ang="0">
                  <a:pos x="35" y="1"/>
                </a:cxn>
                <a:cxn ang="0">
                  <a:pos x="34" y="2"/>
                </a:cxn>
                <a:cxn ang="0">
                  <a:pos x="33" y="4"/>
                </a:cxn>
                <a:cxn ang="0">
                  <a:pos x="33" y="4"/>
                </a:cxn>
              </a:cxnLst>
              <a:rect l="0" t="0" r="r" b="b"/>
              <a:pathLst>
                <a:path w="42" h="246">
                  <a:moveTo>
                    <a:pt x="33" y="4"/>
                  </a:moveTo>
                  <a:lnTo>
                    <a:pt x="33" y="4"/>
                  </a:lnTo>
                  <a:lnTo>
                    <a:pt x="33" y="37"/>
                  </a:lnTo>
                  <a:lnTo>
                    <a:pt x="29" y="69"/>
                  </a:lnTo>
                  <a:lnTo>
                    <a:pt x="25" y="101"/>
                  </a:lnTo>
                  <a:lnTo>
                    <a:pt x="23" y="117"/>
                  </a:lnTo>
                  <a:lnTo>
                    <a:pt x="19" y="133"/>
                  </a:lnTo>
                  <a:lnTo>
                    <a:pt x="19" y="133"/>
                  </a:lnTo>
                  <a:lnTo>
                    <a:pt x="13" y="156"/>
                  </a:lnTo>
                  <a:lnTo>
                    <a:pt x="11" y="167"/>
                  </a:lnTo>
                  <a:lnTo>
                    <a:pt x="10" y="179"/>
                  </a:lnTo>
                  <a:lnTo>
                    <a:pt x="10" y="179"/>
                  </a:lnTo>
                  <a:lnTo>
                    <a:pt x="8" y="194"/>
                  </a:lnTo>
                  <a:lnTo>
                    <a:pt x="5" y="210"/>
                  </a:lnTo>
                  <a:lnTo>
                    <a:pt x="2" y="225"/>
                  </a:lnTo>
                  <a:lnTo>
                    <a:pt x="0" y="242"/>
                  </a:lnTo>
                  <a:lnTo>
                    <a:pt x="0" y="242"/>
                  </a:lnTo>
                  <a:lnTo>
                    <a:pt x="0" y="244"/>
                  </a:lnTo>
                  <a:lnTo>
                    <a:pt x="1" y="245"/>
                  </a:lnTo>
                  <a:lnTo>
                    <a:pt x="3" y="246"/>
                  </a:lnTo>
                  <a:lnTo>
                    <a:pt x="4" y="246"/>
                  </a:lnTo>
                  <a:lnTo>
                    <a:pt x="6" y="246"/>
                  </a:lnTo>
                  <a:lnTo>
                    <a:pt x="8" y="245"/>
                  </a:lnTo>
                  <a:lnTo>
                    <a:pt x="9" y="244"/>
                  </a:lnTo>
                  <a:lnTo>
                    <a:pt x="9" y="242"/>
                  </a:lnTo>
                  <a:lnTo>
                    <a:pt x="9" y="242"/>
                  </a:lnTo>
                  <a:lnTo>
                    <a:pt x="11" y="227"/>
                  </a:lnTo>
                  <a:lnTo>
                    <a:pt x="14" y="214"/>
                  </a:lnTo>
                  <a:lnTo>
                    <a:pt x="17" y="199"/>
                  </a:lnTo>
                  <a:lnTo>
                    <a:pt x="18" y="193"/>
                  </a:lnTo>
                  <a:lnTo>
                    <a:pt x="18" y="186"/>
                  </a:lnTo>
                  <a:lnTo>
                    <a:pt x="18" y="186"/>
                  </a:lnTo>
                  <a:lnTo>
                    <a:pt x="19" y="177"/>
                  </a:lnTo>
                  <a:lnTo>
                    <a:pt x="20" y="169"/>
                  </a:lnTo>
                  <a:lnTo>
                    <a:pt x="24" y="152"/>
                  </a:lnTo>
                  <a:lnTo>
                    <a:pt x="28" y="135"/>
                  </a:lnTo>
                  <a:lnTo>
                    <a:pt x="32" y="119"/>
                  </a:lnTo>
                  <a:lnTo>
                    <a:pt x="32" y="119"/>
                  </a:lnTo>
                  <a:lnTo>
                    <a:pt x="37" y="90"/>
                  </a:lnTo>
                  <a:lnTo>
                    <a:pt x="40" y="62"/>
                  </a:lnTo>
                  <a:lnTo>
                    <a:pt x="42" y="33"/>
                  </a:lnTo>
                  <a:lnTo>
                    <a:pt x="42" y="4"/>
                  </a:lnTo>
                  <a:lnTo>
                    <a:pt x="42" y="4"/>
                  </a:lnTo>
                  <a:lnTo>
                    <a:pt x="42" y="2"/>
                  </a:lnTo>
                  <a:lnTo>
                    <a:pt x="41" y="1"/>
                  </a:lnTo>
                  <a:lnTo>
                    <a:pt x="39" y="0"/>
                  </a:lnTo>
                  <a:lnTo>
                    <a:pt x="38" y="0"/>
                  </a:lnTo>
                  <a:lnTo>
                    <a:pt x="36" y="0"/>
                  </a:lnTo>
                  <a:lnTo>
                    <a:pt x="35" y="1"/>
                  </a:lnTo>
                  <a:lnTo>
                    <a:pt x="34" y="2"/>
                  </a:lnTo>
                  <a:lnTo>
                    <a:pt x="33" y="4"/>
                  </a:lnTo>
                  <a:lnTo>
                    <a:pt x="33" y="4"/>
                  </a:lnTo>
                  <a:close/>
                </a:path>
              </a:pathLst>
            </a:custGeom>
            <a:grpFill/>
            <a:ln>
              <a:solidFill>
                <a:schemeClr val="accent1">
                  <a:lumMod val="75000"/>
                  <a:alpha val="0"/>
                </a:schemeClr>
              </a:solidFill>
            </a:ln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306" name="Freeform 922"/>
            <p:cNvSpPr/>
            <p:nvPr>
              <p:custDataLst>
                <p:tags r:id="rId22"/>
              </p:custDataLst>
            </p:nvPr>
          </p:nvSpPr>
          <p:spPr bwMode="auto">
            <a:xfrm>
              <a:off x="3454400" y="1239838"/>
              <a:ext cx="25400" cy="65088"/>
            </a:xfrm>
            <a:custGeom>
              <a:avLst/>
              <a:gdLst/>
              <a:ahLst/>
              <a:cxnLst>
                <a:cxn ang="0">
                  <a:pos x="38" y="4"/>
                </a:cxn>
                <a:cxn ang="0">
                  <a:pos x="38" y="4"/>
                </a:cxn>
                <a:cxn ang="0">
                  <a:pos x="37" y="12"/>
                </a:cxn>
                <a:cxn ang="0">
                  <a:pos x="36" y="19"/>
                </a:cxn>
                <a:cxn ang="0">
                  <a:pos x="31" y="34"/>
                </a:cxn>
                <a:cxn ang="0">
                  <a:pos x="26" y="47"/>
                </a:cxn>
                <a:cxn ang="0">
                  <a:pos x="18" y="62"/>
                </a:cxn>
                <a:cxn ang="0">
                  <a:pos x="12" y="75"/>
                </a:cxn>
                <a:cxn ang="0">
                  <a:pos x="6" y="89"/>
                </a:cxn>
                <a:cxn ang="0">
                  <a:pos x="2" y="103"/>
                </a:cxn>
                <a:cxn ang="0">
                  <a:pos x="1" y="110"/>
                </a:cxn>
                <a:cxn ang="0">
                  <a:pos x="0" y="117"/>
                </a:cxn>
                <a:cxn ang="0">
                  <a:pos x="0" y="117"/>
                </a:cxn>
                <a:cxn ang="0">
                  <a:pos x="0" y="120"/>
                </a:cxn>
                <a:cxn ang="0">
                  <a:pos x="1" y="122"/>
                </a:cxn>
                <a:cxn ang="0">
                  <a:pos x="3" y="123"/>
                </a:cxn>
                <a:cxn ang="0">
                  <a:pos x="4" y="123"/>
                </a:cxn>
                <a:cxn ang="0">
                  <a:pos x="6" y="123"/>
                </a:cxn>
                <a:cxn ang="0">
                  <a:pos x="8" y="122"/>
                </a:cxn>
                <a:cxn ang="0">
                  <a:pos x="9" y="120"/>
                </a:cxn>
                <a:cxn ang="0">
                  <a:pos x="9" y="117"/>
                </a:cxn>
                <a:cxn ang="0">
                  <a:pos x="9" y="117"/>
                </a:cxn>
                <a:cxn ang="0">
                  <a:pos x="10" y="109"/>
                </a:cxn>
                <a:cxn ang="0">
                  <a:pos x="12" y="101"/>
                </a:cxn>
                <a:cxn ang="0">
                  <a:pos x="15" y="94"/>
                </a:cxn>
                <a:cxn ang="0">
                  <a:pos x="19" y="86"/>
                </a:cxn>
                <a:cxn ang="0">
                  <a:pos x="27" y="73"/>
                </a:cxn>
                <a:cxn ang="0">
                  <a:pos x="30" y="65"/>
                </a:cxn>
                <a:cxn ang="0">
                  <a:pos x="33" y="58"/>
                </a:cxn>
                <a:cxn ang="0">
                  <a:pos x="33" y="58"/>
                </a:cxn>
                <a:cxn ang="0">
                  <a:pos x="42" y="32"/>
                </a:cxn>
                <a:cxn ang="0">
                  <a:pos x="45" y="18"/>
                </a:cxn>
                <a:cxn ang="0">
                  <a:pos x="47" y="4"/>
                </a:cxn>
                <a:cxn ang="0">
                  <a:pos x="47" y="4"/>
                </a:cxn>
                <a:cxn ang="0">
                  <a:pos x="47" y="2"/>
                </a:cxn>
                <a:cxn ang="0">
                  <a:pos x="46" y="1"/>
                </a:cxn>
                <a:cxn ang="0">
                  <a:pos x="44" y="0"/>
                </a:cxn>
                <a:cxn ang="0">
                  <a:pos x="43" y="0"/>
                </a:cxn>
                <a:cxn ang="0">
                  <a:pos x="41" y="0"/>
                </a:cxn>
                <a:cxn ang="0">
                  <a:pos x="39" y="1"/>
                </a:cxn>
                <a:cxn ang="0">
                  <a:pos x="38" y="2"/>
                </a:cxn>
                <a:cxn ang="0">
                  <a:pos x="38" y="4"/>
                </a:cxn>
                <a:cxn ang="0">
                  <a:pos x="38" y="4"/>
                </a:cxn>
              </a:cxnLst>
              <a:rect l="0" t="0" r="r" b="b"/>
              <a:pathLst>
                <a:path w="47" h="123">
                  <a:moveTo>
                    <a:pt x="38" y="4"/>
                  </a:moveTo>
                  <a:lnTo>
                    <a:pt x="38" y="4"/>
                  </a:lnTo>
                  <a:lnTo>
                    <a:pt x="37" y="12"/>
                  </a:lnTo>
                  <a:lnTo>
                    <a:pt x="36" y="19"/>
                  </a:lnTo>
                  <a:lnTo>
                    <a:pt x="31" y="34"/>
                  </a:lnTo>
                  <a:lnTo>
                    <a:pt x="26" y="47"/>
                  </a:lnTo>
                  <a:lnTo>
                    <a:pt x="18" y="62"/>
                  </a:lnTo>
                  <a:lnTo>
                    <a:pt x="12" y="75"/>
                  </a:lnTo>
                  <a:lnTo>
                    <a:pt x="6" y="89"/>
                  </a:lnTo>
                  <a:lnTo>
                    <a:pt x="2" y="103"/>
                  </a:lnTo>
                  <a:lnTo>
                    <a:pt x="1" y="110"/>
                  </a:lnTo>
                  <a:lnTo>
                    <a:pt x="0" y="117"/>
                  </a:lnTo>
                  <a:lnTo>
                    <a:pt x="0" y="117"/>
                  </a:lnTo>
                  <a:lnTo>
                    <a:pt x="0" y="120"/>
                  </a:lnTo>
                  <a:lnTo>
                    <a:pt x="1" y="122"/>
                  </a:lnTo>
                  <a:lnTo>
                    <a:pt x="3" y="123"/>
                  </a:lnTo>
                  <a:lnTo>
                    <a:pt x="4" y="123"/>
                  </a:lnTo>
                  <a:lnTo>
                    <a:pt x="6" y="123"/>
                  </a:lnTo>
                  <a:lnTo>
                    <a:pt x="8" y="122"/>
                  </a:lnTo>
                  <a:lnTo>
                    <a:pt x="9" y="120"/>
                  </a:lnTo>
                  <a:lnTo>
                    <a:pt x="9" y="117"/>
                  </a:lnTo>
                  <a:lnTo>
                    <a:pt x="9" y="117"/>
                  </a:lnTo>
                  <a:lnTo>
                    <a:pt x="10" y="109"/>
                  </a:lnTo>
                  <a:lnTo>
                    <a:pt x="12" y="101"/>
                  </a:lnTo>
                  <a:lnTo>
                    <a:pt x="15" y="94"/>
                  </a:lnTo>
                  <a:lnTo>
                    <a:pt x="19" y="86"/>
                  </a:lnTo>
                  <a:lnTo>
                    <a:pt x="27" y="73"/>
                  </a:lnTo>
                  <a:lnTo>
                    <a:pt x="30" y="65"/>
                  </a:lnTo>
                  <a:lnTo>
                    <a:pt x="33" y="58"/>
                  </a:lnTo>
                  <a:lnTo>
                    <a:pt x="33" y="58"/>
                  </a:lnTo>
                  <a:lnTo>
                    <a:pt x="42" y="32"/>
                  </a:lnTo>
                  <a:lnTo>
                    <a:pt x="45" y="18"/>
                  </a:lnTo>
                  <a:lnTo>
                    <a:pt x="47" y="4"/>
                  </a:lnTo>
                  <a:lnTo>
                    <a:pt x="47" y="4"/>
                  </a:lnTo>
                  <a:lnTo>
                    <a:pt x="47" y="2"/>
                  </a:lnTo>
                  <a:lnTo>
                    <a:pt x="46" y="1"/>
                  </a:lnTo>
                  <a:lnTo>
                    <a:pt x="44" y="0"/>
                  </a:lnTo>
                  <a:lnTo>
                    <a:pt x="43" y="0"/>
                  </a:lnTo>
                  <a:lnTo>
                    <a:pt x="41" y="0"/>
                  </a:lnTo>
                  <a:lnTo>
                    <a:pt x="39" y="1"/>
                  </a:lnTo>
                  <a:lnTo>
                    <a:pt x="38" y="2"/>
                  </a:lnTo>
                  <a:lnTo>
                    <a:pt x="38" y="4"/>
                  </a:lnTo>
                  <a:lnTo>
                    <a:pt x="38" y="4"/>
                  </a:lnTo>
                  <a:close/>
                </a:path>
              </a:pathLst>
            </a:custGeom>
            <a:grpFill/>
            <a:ln>
              <a:solidFill>
                <a:schemeClr val="accent1">
                  <a:lumMod val="75000"/>
                  <a:alpha val="0"/>
                </a:schemeClr>
              </a:solidFill>
            </a:ln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307" name="Freeform 923"/>
            <p:cNvSpPr/>
            <p:nvPr>
              <p:custDataLst>
                <p:tags r:id="rId23"/>
              </p:custDataLst>
            </p:nvPr>
          </p:nvSpPr>
          <p:spPr bwMode="auto">
            <a:xfrm>
              <a:off x="3471863" y="1241425"/>
              <a:ext cx="26988" cy="77788"/>
            </a:xfrm>
            <a:custGeom>
              <a:avLst/>
              <a:gdLst/>
              <a:ahLst/>
              <a:cxnLst>
                <a:cxn ang="0">
                  <a:pos x="43" y="5"/>
                </a:cxn>
                <a:cxn ang="0">
                  <a:pos x="43" y="5"/>
                </a:cxn>
                <a:cxn ang="0">
                  <a:pos x="42" y="13"/>
                </a:cxn>
                <a:cxn ang="0">
                  <a:pos x="40" y="23"/>
                </a:cxn>
                <a:cxn ang="0">
                  <a:pos x="35" y="40"/>
                </a:cxn>
                <a:cxn ang="0">
                  <a:pos x="29" y="57"/>
                </a:cxn>
                <a:cxn ang="0">
                  <a:pos x="21" y="73"/>
                </a:cxn>
                <a:cxn ang="0">
                  <a:pos x="14" y="91"/>
                </a:cxn>
                <a:cxn ang="0">
                  <a:pos x="7" y="107"/>
                </a:cxn>
                <a:cxn ang="0">
                  <a:pos x="3" y="125"/>
                </a:cxn>
                <a:cxn ang="0">
                  <a:pos x="1" y="133"/>
                </a:cxn>
                <a:cxn ang="0">
                  <a:pos x="0" y="142"/>
                </a:cxn>
                <a:cxn ang="0">
                  <a:pos x="0" y="142"/>
                </a:cxn>
                <a:cxn ang="0">
                  <a:pos x="1" y="144"/>
                </a:cxn>
                <a:cxn ang="0">
                  <a:pos x="1" y="145"/>
                </a:cxn>
                <a:cxn ang="0">
                  <a:pos x="3" y="146"/>
                </a:cxn>
                <a:cxn ang="0">
                  <a:pos x="5" y="146"/>
                </a:cxn>
                <a:cxn ang="0">
                  <a:pos x="6" y="146"/>
                </a:cxn>
                <a:cxn ang="0">
                  <a:pos x="8" y="145"/>
                </a:cxn>
                <a:cxn ang="0">
                  <a:pos x="9" y="144"/>
                </a:cxn>
                <a:cxn ang="0">
                  <a:pos x="9" y="142"/>
                </a:cxn>
                <a:cxn ang="0">
                  <a:pos x="9" y="142"/>
                </a:cxn>
                <a:cxn ang="0">
                  <a:pos x="10" y="133"/>
                </a:cxn>
                <a:cxn ang="0">
                  <a:pos x="12" y="125"/>
                </a:cxn>
                <a:cxn ang="0">
                  <a:pos x="17" y="107"/>
                </a:cxn>
                <a:cxn ang="0">
                  <a:pos x="24" y="91"/>
                </a:cxn>
                <a:cxn ang="0">
                  <a:pos x="31" y="73"/>
                </a:cxn>
                <a:cxn ang="0">
                  <a:pos x="38" y="57"/>
                </a:cxn>
                <a:cxn ang="0">
                  <a:pos x="44" y="40"/>
                </a:cxn>
                <a:cxn ang="0">
                  <a:pos x="49" y="23"/>
                </a:cxn>
                <a:cxn ang="0">
                  <a:pos x="51" y="13"/>
                </a:cxn>
                <a:cxn ang="0">
                  <a:pos x="52" y="5"/>
                </a:cxn>
                <a:cxn ang="0">
                  <a:pos x="52" y="5"/>
                </a:cxn>
                <a:cxn ang="0">
                  <a:pos x="51" y="3"/>
                </a:cxn>
                <a:cxn ang="0">
                  <a:pos x="51" y="2"/>
                </a:cxn>
                <a:cxn ang="0">
                  <a:pos x="49" y="1"/>
                </a:cxn>
                <a:cxn ang="0">
                  <a:pos x="47" y="0"/>
                </a:cxn>
                <a:cxn ang="0">
                  <a:pos x="44" y="2"/>
                </a:cxn>
                <a:cxn ang="0">
                  <a:pos x="43" y="3"/>
                </a:cxn>
                <a:cxn ang="0">
                  <a:pos x="43" y="5"/>
                </a:cxn>
                <a:cxn ang="0">
                  <a:pos x="43" y="5"/>
                </a:cxn>
              </a:cxnLst>
              <a:rect l="0" t="0" r="r" b="b"/>
              <a:pathLst>
                <a:path w="52" h="146">
                  <a:moveTo>
                    <a:pt x="43" y="5"/>
                  </a:moveTo>
                  <a:lnTo>
                    <a:pt x="43" y="5"/>
                  </a:lnTo>
                  <a:lnTo>
                    <a:pt x="42" y="13"/>
                  </a:lnTo>
                  <a:lnTo>
                    <a:pt x="40" y="23"/>
                  </a:lnTo>
                  <a:lnTo>
                    <a:pt x="35" y="40"/>
                  </a:lnTo>
                  <a:lnTo>
                    <a:pt x="29" y="57"/>
                  </a:lnTo>
                  <a:lnTo>
                    <a:pt x="21" y="73"/>
                  </a:lnTo>
                  <a:lnTo>
                    <a:pt x="14" y="91"/>
                  </a:lnTo>
                  <a:lnTo>
                    <a:pt x="7" y="107"/>
                  </a:lnTo>
                  <a:lnTo>
                    <a:pt x="3" y="125"/>
                  </a:lnTo>
                  <a:lnTo>
                    <a:pt x="1" y="133"/>
                  </a:lnTo>
                  <a:lnTo>
                    <a:pt x="0" y="142"/>
                  </a:lnTo>
                  <a:lnTo>
                    <a:pt x="0" y="142"/>
                  </a:lnTo>
                  <a:lnTo>
                    <a:pt x="1" y="144"/>
                  </a:lnTo>
                  <a:lnTo>
                    <a:pt x="1" y="145"/>
                  </a:lnTo>
                  <a:lnTo>
                    <a:pt x="3" y="146"/>
                  </a:lnTo>
                  <a:lnTo>
                    <a:pt x="5" y="146"/>
                  </a:lnTo>
                  <a:lnTo>
                    <a:pt x="6" y="146"/>
                  </a:lnTo>
                  <a:lnTo>
                    <a:pt x="8" y="145"/>
                  </a:lnTo>
                  <a:lnTo>
                    <a:pt x="9" y="144"/>
                  </a:lnTo>
                  <a:lnTo>
                    <a:pt x="9" y="142"/>
                  </a:lnTo>
                  <a:lnTo>
                    <a:pt x="9" y="142"/>
                  </a:lnTo>
                  <a:lnTo>
                    <a:pt x="10" y="133"/>
                  </a:lnTo>
                  <a:lnTo>
                    <a:pt x="12" y="125"/>
                  </a:lnTo>
                  <a:lnTo>
                    <a:pt x="17" y="107"/>
                  </a:lnTo>
                  <a:lnTo>
                    <a:pt x="24" y="91"/>
                  </a:lnTo>
                  <a:lnTo>
                    <a:pt x="31" y="73"/>
                  </a:lnTo>
                  <a:lnTo>
                    <a:pt x="38" y="57"/>
                  </a:lnTo>
                  <a:lnTo>
                    <a:pt x="44" y="40"/>
                  </a:lnTo>
                  <a:lnTo>
                    <a:pt x="49" y="23"/>
                  </a:lnTo>
                  <a:lnTo>
                    <a:pt x="51" y="13"/>
                  </a:lnTo>
                  <a:lnTo>
                    <a:pt x="52" y="5"/>
                  </a:lnTo>
                  <a:lnTo>
                    <a:pt x="52" y="5"/>
                  </a:lnTo>
                  <a:lnTo>
                    <a:pt x="51" y="3"/>
                  </a:lnTo>
                  <a:lnTo>
                    <a:pt x="51" y="2"/>
                  </a:lnTo>
                  <a:lnTo>
                    <a:pt x="49" y="1"/>
                  </a:lnTo>
                  <a:lnTo>
                    <a:pt x="47" y="0"/>
                  </a:lnTo>
                  <a:lnTo>
                    <a:pt x="44" y="2"/>
                  </a:lnTo>
                  <a:lnTo>
                    <a:pt x="43" y="3"/>
                  </a:lnTo>
                  <a:lnTo>
                    <a:pt x="43" y="5"/>
                  </a:lnTo>
                  <a:lnTo>
                    <a:pt x="43" y="5"/>
                  </a:lnTo>
                  <a:close/>
                </a:path>
              </a:pathLst>
            </a:custGeom>
            <a:grpFill/>
            <a:ln>
              <a:solidFill>
                <a:schemeClr val="accent1">
                  <a:lumMod val="75000"/>
                  <a:alpha val="0"/>
                </a:schemeClr>
              </a:solidFill>
            </a:ln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308" name="Freeform 924"/>
            <p:cNvSpPr/>
            <p:nvPr>
              <p:custDataLst>
                <p:tags r:id="rId24"/>
              </p:custDataLst>
            </p:nvPr>
          </p:nvSpPr>
          <p:spPr bwMode="auto">
            <a:xfrm>
              <a:off x="3497263" y="1241425"/>
              <a:ext cx="34925" cy="100013"/>
            </a:xfrm>
            <a:custGeom>
              <a:avLst/>
              <a:gdLst/>
              <a:ahLst/>
              <a:cxnLst>
                <a:cxn ang="0">
                  <a:pos x="57" y="4"/>
                </a:cxn>
                <a:cxn ang="0">
                  <a:pos x="54" y="12"/>
                </a:cxn>
                <a:cxn ang="0">
                  <a:pos x="50" y="20"/>
                </a:cxn>
                <a:cxn ang="0">
                  <a:pos x="47" y="31"/>
                </a:cxn>
                <a:cxn ang="0">
                  <a:pos x="45" y="42"/>
                </a:cxn>
                <a:cxn ang="0">
                  <a:pos x="30" y="86"/>
                </a:cxn>
                <a:cxn ang="0">
                  <a:pos x="24" y="99"/>
                </a:cxn>
                <a:cxn ang="0">
                  <a:pos x="12" y="128"/>
                </a:cxn>
                <a:cxn ang="0">
                  <a:pos x="9" y="138"/>
                </a:cxn>
                <a:cxn ang="0">
                  <a:pos x="7" y="149"/>
                </a:cxn>
                <a:cxn ang="0">
                  <a:pos x="6" y="167"/>
                </a:cxn>
                <a:cxn ang="0">
                  <a:pos x="4" y="179"/>
                </a:cxn>
                <a:cxn ang="0">
                  <a:pos x="1" y="182"/>
                </a:cxn>
                <a:cxn ang="0">
                  <a:pos x="0" y="185"/>
                </a:cxn>
                <a:cxn ang="0">
                  <a:pos x="1" y="188"/>
                </a:cxn>
                <a:cxn ang="0">
                  <a:pos x="6" y="189"/>
                </a:cxn>
                <a:cxn ang="0">
                  <a:pos x="9" y="189"/>
                </a:cxn>
                <a:cxn ang="0">
                  <a:pos x="15" y="179"/>
                </a:cxn>
                <a:cxn ang="0">
                  <a:pos x="16" y="167"/>
                </a:cxn>
                <a:cxn ang="0">
                  <a:pos x="15" y="159"/>
                </a:cxn>
                <a:cxn ang="0">
                  <a:pos x="17" y="142"/>
                </a:cxn>
                <a:cxn ang="0">
                  <a:pos x="25" y="119"/>
                </a:cxn>
                <a:cxn ang="0">
                  <a:pos x="32" y="103"/>
                </a:cxn>
                <a:cxn ang="0">
                  <a:pos x="42" y="80"/>
                </a:cxn>
                <a:cxn ang="0">
                  <a:pos x="49" y="58"/>
                </a:cxn>
                <a:cxn ang="0">
                  <a:pos x="57" y="30"/>
                </a:cxn>
                <a:cxn ang="0">
                  <a:pos x="59" y="24"/>
                </a:cxn>
                <a:cxn ang="0">
                  <a:pos x="64" y="12"/>
                </a:cxn>
                <a:cxn ang="0">
                  <a:pos x="66" y="6"/>
                </a:cxn>
                <a:cxn ang="0">
                  <a:pos x="65" y="2"/>
                </a:cxn>
                <a:cxn ang="0">
                  <a:pos x="61" y="0"/>
                </a:cxn>
                <a:cxn ang="0">
                  <a:pos x="58" y="2"/>
                </a:cxn>
                <a:cxn ang="0">
                  <a:pos x="57" y="4"/>
                </a:cxn>
              </a:cxnLst>
              <a:rect l="0" t="0" r="r" b="b"/>
              <a:pathLst>
                <a:path w="66" h="190">
                  <a:moveTo>
                    <a:pt x="57" y="4"/>
                  </a:moveTo>
                  <a:lnTo>
                    <a:pt x="57" y="4"/>
                  </a:lnTo>
                  <a:lnTo>
                    <a:pt x="56" y="8"/>
                  </a:lnTo>
                  <a:lnTo>
                    <a:pt x="54" y="12"/>
                  </a:lnTo>
                  <a:lnTo>
                    <a:pt x="50" y="20"/>
                  </a:lnTo>
                  <a:lnTo>
                    <a:pt x="50" y="20"/>
                  </a:lnTo>
                  <a:lnTo>
                    <a:pt x="48" y="26"/>
                  </a:lnTo>
                  <a:lnTo>
                    <a:pt x="47" y="31"/>
                  </a:lnTo>
                  <a:lnTo>
                    <a:pt x="45" y="42"/>
                  </a:lnTo>
                  <a:lnTo>
                    <a:pt x="45" y="42"/>
                  </a:lnTo>
                  <a:lnTo>
                    <a:pt x="35" y="71"/>
                  </a:lnTo>
                  <a:lnTo>
                    <a:pt x="30" y="86"/>
                  </a:lnTo>
                  <a:lnTo>
                    <a:pt x="24" y="99"/>
                  </a:lnTo>
                  <a:lnTo>
                    <a:pt x="24" y="99"/>
                  </a:lnTo>
                  <a:lnTo>
                    <a:pt x="15" y="118"/>
                  </a:lnTo>
                  <a:lnTo>
                    <a:pt x="12" y="128"/>
                  </a:lnTo>
                  <a:lnTo>
                    <a:pt x="9" y="138"/>
                  </a:lnTo>
                  <a:lnTo>
                    <a:pt x="9" y="138"/>
                  </a:lnTo>
                  <a:lnTo>
                    <a:pt x="7" y="142"/>
                  </a:lnTo>
                  <a:lnTo>
                    <a:pt x="7" y="149"/>
                  </a:lnTo>
                  <a:lnTo>
                    <a:pt x="6" y="161"/>
                  </a:lnTo>
                  <a:lnTo>
                    <a:pt x="6" y="167"/>
                  </a:lnTo>
                  <a:lnTo>
                    <a:pt x="5" y="173"/>
                  </a:lnTo>
                  <a:lnTo>
                    <a:pt x="4" y="179"/>
                  </a:lnTo>
                  <a:lnTo>
                    <a:pt x="1" y="182"/>
                  </a:lnTo>
                  <a:lnTo>
                    <a:pt x="1" y="182"/>
                  </a:lnTo>
                  <a:lnTo>
                    <a:pt x="0" y="184"/>
                  </a:lnTo>
                  <a:lnTo>
                    <a:pt x="0" y="185"/>
                  </a:lnTo>
                  <a:lnTo>
                    <a:pt x="0" y="187"/>
                  </a:lnTo>
                  <a:lnTo>
                    <a:pt x="1" y="188"/>
                  </a:lnTo>
                  <a:lnTo>
                    <a:pt x="4" y="190"/>
                  </a:lnTo>
                  <a:lnTo>
                    <a:pt x="6" y="189"/>
                  </a:lnTo>
                  <a:lnTo>
                    <a:pt x="9" y="189"/>
                  </a:lnTo>
                  <a:lnTo>
                    <a:pt x="9" y="189"/>
                  </a:lnTo>
                  <a:lnTo>
                    <a:pt x="13" y="184"/>
                  </a:lnTo>
                  <a:lnTo>
                    <a:pt x="15" y="179"/>
                  </a:lnTo>
                  <a:lnTo>
                    <a:pt x="16" y="173"/>
                  </a:lnTo>
                  <a:lnTo>
                    <a:pt x="16" y="167"/>
                  </a:lnTo>
                  <a:lnTo>
                    <a:pt x="16" y="167"/>
                  </a:lnTo>
                  <a:lnTo>
                    <a:pt x="15" y="159"/>
                  </a:lnTo>
                  <a:lnTo>
                    <a:pt x="16" y="151"/>
                  </a:lnTo>
                  <a:lnTo>
                    <a:pt x="17" y="142"/>
                  </a:lnTo>
                  <a:lnTo>
                    <a:pt x="19" y="134"/>
                  </a:lnTo>
                  <a:lnTo>
                    <a:pt x="25" y="119"/>
                  </a:lnTo>
                  <a:lnTo>
                    <a:pt x="32" y="103"/>
                  </a:lnTo>
                  <a:lnTo>
                    <a:pt x="32" y="103"/>
                  </a:lnTo>
                  <a:lnTo>
                    <a:pt x="37" y="92"/>
                  </a:lnTo>
                  <a:lnTo>
                    <a:pt x="42" y="80"/>
                  </a:lnTo>
                  <a:lnTo>
                    <a:pt x="49" y="58"/>
                  </a:lnTo>
                  <a:lnTo>
                    <a:pt x="49" y="58"/>
                  </a:lnTo>
                  <a:lnTo>
                    <a:pt x="53" y="44"/>
                  </a:lnTo>
                  <a:lnTo>
                    <a:pt x="57" y="30"/>
                  </a:lnTo>
                  <a:lnTo>
                    <a:pt x="57" y="30"/>
                  </a:lnTo>
                  <a:lnTo>
                    <a:pt x="59" y="24"/>
                  </a:lnTo>
                  <a:lnTo>
                    <a:pt x="62" y="18"/>
                  </a:lnTo>
                  <a:lnTo>
                    <a:pt x="64" y="12"/>
                  </a:lnTo>
                  <a:lnTo>
                    <a:pt x="66" y="6"/>
                  </a:lnTo>
                  <a:lnTo>
                    <a:pt x="66" y="6"/>
                  </a:lnTo>
                  <a:lnTo>
                    <a:pt x="66" y="4"/>
                  </a:lnTo>
                  <a:lnTo>
                    <a:pt x="65" y="2"/>
                  </a:lnTo>
                  <a:lnTo>
                    <a:pt x="63" y="1"/>
                  </a:lnTo>
                  <a:lnTo>
                    <a:pt x="61" y="0"/>
                  </a:lnTo>
                  <a:lnTo>
                    <a:pt x="59" y="1"/>
                  </a:lnTo>
                  <a:lnTo>
                    <a:pt x="58" y="2"/>
                  </a:lnTo>
                  <a:lnTo>
                    <a:pt x="57" y="4"/>
                  </a:lnTo>
                  <a:lnTo>
                    <a:pt x="57" y="4"/>
                  </a:lnTo>
                  <a:close/>
                </a:path>
              </a:pathLst>
            </a:custGeom>
            <a:grpFill/>
            <a:ln>
              <a:solidFill>
                <a:schemeClr val="accent1">
                  <a:lumMod val="75000"/>
                  <a:alpha val="0"/>
                </a:schemeClr>
              </a:solidFill>
            </a:ln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309" name="Freeform 925"/>
            <p:cNvSpPr>
              <a:spLocks noEditPoints="1"/>
            </p:cNvSpPr>
            <p:nvPr>
              <p:custDataLst>
                <p:tags r:id="rId25"/>
              </p:custDataLst>
            </p:nvPr>
          </p:nvSpPr>
          <p:spPr bwMode="auto">
            <a:xfrm>
              <a:off x="3362325" y="1298575"/>
              <a:ext cx="142875" cy="146050"/>
            </a:xfrm>
            <a:custGeom>
              <a:avLst/>
              <a:gdLst/>
              <a:ahLst/>
              <a:cxnLst>
                <a:cxn ang="0">
                  <a:pos x="131" y="277"/>
                </a:cxn>
                <a:cxn ang="0">
                  <a:pos x="96" y="271"/>
                </a:cxn>
                <a:cxn ang="0">
                  <a:pos x="62" y="257"/>
                </a:cxn>
                <a:cxn ang="0">
                  <a:pos x="34" y="236"/>
                </a:cxn>
                <a:cxn ang="0">
                  <a:pos x="13" y="206"/>
                </a:cxn>
                <a:cxn ang="0">
                  <a:pos x="1" y="168"/>
                </a:cxn>
                <a:cxn ang="0">
                  <a:pos x="0" y="139"/>
                </a:cxn>
                <a:cxn ang="0">
                  <a:pos x="8" y="98"/>
                </a:cxn>
                <a:cxn ang="0">
                  <a:pos x="27" y="61"/>
                </a:cxn>
                <a:cxn ang="0">
                  <a:pos x="55" y="31"/>
                </a:cxn>
                <a:cxn ang="0">
                  <a:pos x="91" y="10"/>
                </a:cxn>
                <a:cxn ang="0">
                  <a:pos x="118" y="0"/>
                </a:cxn>
                <a:cxn ang="0">
                  <a:pos x="128" y="1"/>
                </a:cxn>
                <a:cxn ang="0">
                  <a:pos x="138" y="9"/>
                </a:cxn>
                <a:cxn ang="0">
                  <a:pos x="146" y="14"/>
                </a:cxn>
                <a:cxn ang="0">
                  <a:pos x="183" y="24"/>
                </a:cxn>
                <a:cxn ang="0">
                  <a:pos x="214" y="41"/>
                </a:cxn>
                <a:cxn ang="0">
                  <a:pos x="239" y="63"/>
                </a:cxn>
                <a:cxn ang="0">
                  <a:pos x="257" y="90"/>
                </a:cxn>
                <a:cxn ang="0">
                  <a:pos x="268" y="122"/>
                </a:cxn>
                <a:cxn ang="0">
                  <a:pos x="271" y="145"/>
                </a:cxn>
                <a:cxn ang="0">
                  <a:pos x="268" y="179"/>
                </a:cxn>
                <a:cxn ang="0">
                  <a:pos x="255" y="212"/>
                </a:cxn>
                <a:cxn ang="0">
                  <a:pos x="236" y="241"/>
                </a:cxn>
                <a:cxn ang="0">
                  <a:pos x="209" y="263"/>
                </a:cxn>
                <a:cxn ang="0">
                  <a:pos x="174" y="275"/>
                </a:cxn>
                <a:cxn ang="0">
                  <a:pos x="144" y="277"/>
                </a:cxn>
                <a:cxn ang="0">
                  <a:pos x="101" y="48"/>
                </a:cxn>
                <a:cxn ang="0">
                  <a:pos x="62" y="79"/>
                </a:cxn>
                <a:cxn ang="0">
                  <a:pos x="48" y="100"/>
                </a:cxn>
                <a:cxn ang="0">
                  <a:pos x="38" y="126"/>
                </a:cxn>
                <a:cxn ang="0">
                  <a:pos x="37" y="153"/>
                </a:cxn>
                <a:cxn ang="0">
                  <a:pos x="41" y="172"/>
                </a:cxn>
                <a:cxn ang="0">
                  <a:pos x="52" y="194"/>
                </a:cxn>
                <a:cxn ang="0">
                  <a:pos x="67" y="214"/>
                </a:cxn>
                <a:cxn ang="0">
                  <a:pos x="88" y="229"/>
                </a:cxn>
                <a:cxn ang="0">
                  <a:pos x="112" y="238"/>
                </a:cxn>
                <a:cxn ang="0">
                  <a:pos x="139" y="241"/>
                </a:cxn>
                <a:cxn ang="0">
                  <a:pos x="155" y="240"/>
                </a:cxn>
                <a:cxn ang="0">
                  <a:pos x="171" y="236"/>
                </a:cxn>
                <a:cxn ang="0">
                  <a:pos x="194" y="224"/>
                </a:cxn>
                <a:cxn ang="0">
                  <a:pos x="213" y="208"/>
                </a:cxn>
                <a:cxn ang="0">
                  <a:pos x="225" y="187"/>
                </a:cxn>
                <a:cxn ang="0">
                  <a:pos x="233" y="163"/>
                </a:cxn>
                <a:cxn ang="0">
                  <a:pos x="233" y="139"/>
                </a:cxn>
                <a:cxn ang="0">
                  <a:pos x="228" y="121"/>
                </a:cxn>
                <a:cxn ang="0">
                  <a:pos x="216" y="97"/>
                </a:cxn>
                <a:cxn ang="0">
                  <a:pos x="199" y="78"/>
                </a:cxn>
                <a:cxn ang="0">
                  <a:pos x="177" y="63"/>
                </a:cxn>
                <a:cxn ang="0">
                  <a:pos x="150" y="53"/>
                </a:cxn>
                <a:cxn ang="0">
                  <a:pos x="119" y="49"/>
                </a:cxn>
                <a:cxn ang="0">
                  <a:pos x="112" y="47"/>
                </a:cxn>
              </a:cxnLst>
              <a:rect l="0" t="0" r="r" b="b"/>
              <a:pathLst>
                <a:path w="271" h="277">
                  <a:moveTo>
                    <a:pt x="144" y="277"/>
                  </a:moveTo>
                  <a:lnTo>
                    <a:pt x="144" y="277"/>
                  </a:lnTo>
                  <a:lnTo>
                    <a:pt x="131" y="277"/>
                  </a:lnTo>
                  <a:lnTo>
                    <a:pt x="120" y="276"/>
                  </a:lnTo>
                  <a:lnTo>
                    <a:pt x="108" y="274"/>
                  </a:lnTo>
                  <a:lnTo>
                    <a:pt x="96" y="271"/>
                  </a:lnTo>
                  <a:lnTo>
                    <a:pt x="85" y="267"/>
                  </a:lnTo>
                  <a:lnTo>
                    <a:pt x="73" y="263"/>
                  </a:lnTo>
                  <a:lnTo>
                    <a:pt x="62" y="257"/>
                  </a:lnTo>
                  <a:lnTo>
                    <a:pt x="53" y="251"/>
                  </a:lnTo>
                  <a:lnTo>
                    <a:pt x="42" y="244"/>
                  </a:lnTo>
                  <a:lnTo>
                    <a:pt x="34" y="236"/>
                  </a:lnTo>
                  <a:lnTo>
                    <a:pt x="26" y="226"/>
                  </a:lnTo>
                  <a:lnTo>
                    <a:pt x="19" y="217"/>
                  </a:lnTo>
                  <a:lnTo>
                    <a:pt x="13" y="206"/>
                  </a:lnTo>
                  <a:lnTo>
                    <a:pt x="7" y="194"/>
                  </a:lnTo>
                  <a:lnTo>
                    <a:pt x="3" y="181"/>
                  </a:lnTo>
                  <a:lnTo>
                    <a:pt x="1" y="168"/>
                  </a:lnTo>
                  <a:lnTo>
                    <a:pt x="1" y="168"/>
                  </a:lnTo>
                  <a:lnTo>
                    <a:pt x="0" y="153"/>
                  </a:lnTo>
                  <a:lnTo>
                    <a:pt x="0" y="139"/>
                  </a:lnTo>
                  <a:lnTo>
                    <a:pt x="1" y="125"/>
                  </a:lnTo>
                  <a:lnTo>
                    <a:pt x="4" y="112"/>
                  </a:lnTo>
                  <a:lnTo>
                    <a:pt x="8" y="98"/>
                  </a:lnTo>
                  <a:lnTo>
                    <a:pt x="14" y="86"/>
                  </a:lnTo>
                  <a:lnTo>
                    <a:pt x="20" y="74"/>
                  </a:lnTo>
                  <a:lnTo>
                    <a:pt x="27" y="61"/>
                  </a:lnTo>
                  <a:lnTo>
                    <a:pt x="35" y="51"/>
                  </a:lnTo>
                  <a:lnTo>
                    <a:pt x="45" y="41"/>
                  </a:lnTo>
                  <a:lnTo>
                    <a:pt x="55" y="31"/>
                  </a:lnTo>
                  <a:lnTo>
                    <a:pt x="66" y="23"/>
                  </a:lnTo>
                  <a:lnTo>
                    <a:pt x="78" y="16"/>
                  </a:lnTo>
                  <a:lnTo>
                    <a:pt x="91" y="10"/>
                  </a:lnTo>
                  <a:lnTo>
                    <a:pt x="103" y="4"/>
                  </a:lnTo>
                  <a:lnTo>
                    <a:pt x="118" y="0"/>
                  </a:lnTo>
                  <a:lnTo>
                    <a:pt x="118" y="0"/>
                  </a:lnTo>
                  <a:lnTo>
                    <a:pt x="122" y="0"/>
                  </a:lnTo>
                  <a:lnTo>
                    <a:pt x="122" y="0"/>
                  </a:lnTo>
                  <a:lnTo>
                    <a:pt x="128" y="1"/>
                  </a:lnTo>
                  <a:lnTo>
                    <a:pt x="132" y="2"/>
                  </a:lnTo>
                  <a:lnTo>
                    <a:pt x="135" y="5"/>
                  </a:lnTo>
                  <a:lnTo>
                    <a:pt x="138" y="9"/>
                  </a:lnTo>
                  <a:lnTo>
                    <a:pt x="141" y="13"/>
                  </a:lnTo>
                  <a:lnTo>
                    <a:pt x="146" y="14"/>
                  </a:lnTo>
                  <a:lnTo>
                    <a:pt x="146" y="14"/>
                  </a:lnTo>
                  <a:lnTo>
                    <a:pt x="158" y="17"/>
                  </a:lnTo>
                  <a:lnTo>
                    <a:pt x="171" y="20"/>
                  </a:lnTo>
                  <a:lnTo>
                    <a:pt x="183" y="24"/>
                  </a:lnTo>
                  <a:lnTo>
                    <a:pt x="193" y="29"/>
                  </a:lnTo>
                  <a:lnTo>
                    <a:pt x="204" y="34"/>
                  </a:lnTo>
                  <a:lnTo>
                    <a:pt x="214" y="41"/>
                  </a:lnTo>
                  <a:lnTo>
                    <a:pt x="223" y="48"/>
                  </a:lnTo>
                  <a:lnTo>
                    <a:pt x="232" y="55"/>
                  </a:lnTo>
                  <a:lnTo>
                    <a:pt x="239" y="63"/>
                  </a:lnTo>
                  <a:lnTo>
                    <a:pt x="246" y="72"/>
                  </a:lnTo>
                  <a:lnTo>
                    <a:pt x="252" y="81"/>
                  </a:lnTo>
                  <a:lnTo>
                    <a:pt x="257" y="90"/>
                  </a:lnTo>
                  <a:lnTo>
                    <a:pt x="261" y="100"/>
                  </a:lnTo>
                  <a:lnTo>
                    <a:pt x="266" y="111"/>
                  </a:lnTo>
                  <a:lnTo>
                    <a:pt x="268" y="122"/>
                  </a:lnTo>
                  <a:lnTo>
                    <a:pt x="270" y="134"/>
                  </a:lnTo>
                  <a:lnTo>
                    <a:pt x="270" y="134"/>
                  </a:lnTo>
                  <a:lnTo>
                    <a:pt x="271" y="145"/>
                  </a:lnTo>
                  <a:lnTo>
                    <a:pt x="271" y="156"/>
                  </a:lnTo>
                  <a:lnTo>
                    <a:pt x="270" y="168"/>
                  </a:lnTo>
                  <a:lnTo>
                    <a:pt x="268" y="179"/>
                  </a:lnTo>
                  <a:lnTo>
                    <a:pt x="265" y="190"/>
                  </a:lnTo>
                  <a:lnTo>
                    <a:pt x="260" y="202"/>
                  </a:lnTo>
                  <a:lnTo>
                    <a:pt x="255" y="212"/>
                  </a:lnTo>
                  <a:lnTo>
                    <a:pt x="250" y="222"/>
                  </a:lnTo>
                  <a:lnTo>
                    <a:pt x="243" y="232"/>
                  </a:lnTo>
                  <a:lnTo>
                    <a:pt x="236" y="241"/>
                  </a:lnTo>
                  <a:lnTo>
                    <a:pt x="227" y="249"/>
                  </a:lnTo>
                  <a:lnTo>
                    <a:pt x="218" y="256"/>
                  </a:lnTo>
                  <a:lnTo>
                    <a:pt x="209" y="263"/>
                  </a:lnTo>
                  <a:lnTo>
                    <a:pt x="197" y="268"/>
                  </a:lnTo>
                  <a:lnTo>
                    <a:pt x="186" y="272"/>
                  </a:lnTo>
                  <a:lnTo>
                    <a:pt x="174" y="275"/>
                  </a:lnTo>
                  <a:lnTo>
                    <a:pt x="174" y="275"/>
                  </a:lnTo>
                  <a:lnTo>
                    <a:pt x="159" y="277"/>
                  </a:lnTo>
                  <a:lnTo>
                    <a:pt x="144" y="277"/>
                  </a:lnTo>
                  <a:lnTo>
                    <a:pt x="144" y="277"/>
                  </a:lnTo>
                  <a:close/>
                  <a:moveTo>
                    <a:pt x="101" y="48"/>
                  </a:moveTo>
                  <a:lnTo>
                    <a:pt x="101" y="48"/>
                  </a:lnTo>
                  <a:lnTo>
                    <a:pt x="87" y="56"/>
                  </a:lnTo>
                  <a:lnTo>
                    <a:pt x="73" y="66"/>
                  </a:lnTo>
                  <a:lnTo>
                    <a:pt x="62" y="79"/>
                  </a:lnTo>
                  <a:lnTo>
                    <a:pt x="57" y="86"/>
                  </a:lnTo>
                  <a:lnTo>
                    <a:pt x="52" y="93"/>
                  </a:lnTo>
                  <a:lnTo>
                    <a:pt x="48" y="100"/>
                  </a:lnTo>
                  <a:lnTo>
                    <a:pt x="44" y="109"/>
                  </a:lnTo>
                  <a:lnTo>
                    <a:pt x="40" y="117"/>
                  </a:lnTo>
                  <a:lnTo>
                    <a:pt x="38" y="126"/>
                  </a:lnTo>
                  <a:lnTo>
                    <a:pt x="37" y="135"/>
                  </a:lnTo>
                  <a:lnTo>
                    <a:pt x="36" y="144"/>
                  </a:lnTo>
                  <a:lnTo>
                    <a:pt x="37" y="153"/>
                  </a:lnTo>
                  <a:lnTo>
                    <a:pt x="38" y="163"/>
                  </a:lnTo>
                  <a:lnTo>
                    <a:pt x="38" y="163"/>
                  </a:lnTo>
                  <a:lnTo>
                    <a:pt x="41" y="172"/>
                  </a:lnTo>
                  <a:lnTo>
                    <a:pt x="44" y="180"/>
                  </a:lnTo>
                  <a:lnTo>
                    <a:pt x="48" y="187"/>
                  </a:lnTo>
                  <a:lnTo>
                    <a:pt x="52" y="194"/>
                  </a:lnTo>
                  <a:lnTo>
                    <a:pt x="56" y="202"/>
                  </a:lnTo>
                  <a:lnTo>
                    <a:pt x="62" y="208"/>
                  </a:lnTo>
                  <a:lnTo>
                    <a:pt x="67" y="214"/>
                  </a:lnTo>
                  <a:lnTo>
                    <a:pt x="73" y="219"/>
                  </a:lnTo>
                  <a:lnTo>
                    <a:pt x="81" y="224"/>
                  </a:lnTo>
                  <a:lnTo>
                    <a:pt x="88" y="229"/>
                  </a:lnTo>
                  <a:lnTo>
                    <a:pt x="95" y="232"/>
                  </a:lnTo>
                  <a:lnTo>
                    <a:pt x="103" y="235"/>
                  </a:lnTo>
                  <a:lnTo>
                    <a:pt x="112" y="238"/>
                  </a:lnTo>
                  <a:lnTo>
                    <a:pt x="121" y="239"/>
                  </a:lnTo>
                  <a:lnTo>
                    <a:pt x="129" y="241"/>
                  </a:lnTo>
                  <a:lnTo>
                    <a:pt x="139" y="241"/>
                  </a:lnTo>
                  <a:lnTo>
                    <a:pt x="139" y="241"/>
                  </a:lnTo>
                  <a:lnTo>
                    <a:pt x="147" y="241"/>
                  </a:lnTo>
                  <a:lnTo>
                    <a:pt x="155" y="240"/>
                  </a:lnTo>
                  <a:lnTo>
                    <a:pt x="163" y="238"/>
                  </a:lnTo>
                  <a:lnTo>
                    <a:pt x="171" y="236"/>
                  </a:lnTo>
                  <a:lnTo>
                    <a:pt x="171" y="236"/>
                  </a:lnTo>
                  <a:lnTo>
                    <a:pt x="179" y="233"/>
                  </a:lnTo>
                  <a:lnTo>
                    <a:pt x="187" y="229"/>
                  </a:lnTo>
                  <a:lnTo>
                    <a:pt x="194" y="224"/>
                  </a:lnTo>
                  <a:lnTo>
                    <a:pt x="201" y="219"/>
                  </a:lnTo>
                  <a:lnTo>
                    <a:pt x="207" y="214"/>
                  </a:lnTo>
                  <a:lnTo>
                    <a:pt x="213" y="208"/>
                  </a:lnTo>
                  <a:lnTo>
                    <a:pt x="217" y="202"/>
                  </a:lnTo>
                  <a:lnTo>
                    <a:pt x="222" y="194"/>
                  </a:lnTo>
                  <a:lnTo>
                    <a:pt x="225" y="187"/>
                  </a:lnTo>
                  <a:lnTo>
                    <a:pt x="228" y="180"/>
                  </a:lnTo>
                  <a:lnTo>
                    <a:pt x="230" y="172"/>
                  </a:lnTo>
                  <a:lnTo>
                    <a:pt x="233" y="163"/>
                  </a:lnTo>
                  <a:lnTo>
                    <a:pt x="234" y="155"/>
                  </a:lnTo>
                  <a:lnTo>
                    <a:pt x="234" y="147"/>
                  </a:lnTo>
                  <a:lnTo>
                    <a:pt x="233" y="139"/>
                  </a:lnTo>
                  <a:lnTo>
                    <a:pt x="230" y="130"/>
                  </a:lnTo>
                  <a:lnTo>
                    <a:pt x="230" y="130"/>
                  </a:lnTo>
                  <a:lnTo>
                    <a:pt x="228" y="121"/>
                  </a:lnTo>
                  <a:lnTo>
                    <a:pt x="225" y="113"/>
                  </a:lnTo>
                  <a:lnTo>
                    <a:pt x="221" y="105"/>
                  </a:lnTo>
                  <a:lnTo>
                    <a:pt x="216" y="97"/>
                  </a:lnTo>
                  <a:lnTo>
                    <a:pt x="212" y="90"/>
                  </a:lnTo>
                  <a:lnTo>
                    <a:pt x="206" y="84"/>
                  </a:lnTo>
                  <a:lnTo>
                    <a:pt x="199" y="78"/>
                  </a:lnTo>
                  <a:lnTo>
                    <a:pt x="192" y="73"/>
                  </a:lnTo>
                  <a:lnTo>
                    <a:pt x="185" y="67"/>
                  </a:lnTo>
                  <a:lnTo>
                    <a:pt x="177" y="63"/>
                  </a:lnTo>
                  <a:lnTo>
                    <a:pt x="168" y="59"/>
                  </a:lnTo>
                  <a:lnTo>
                    <a:pt x="160" y="56"/>
                  </a:lnTo>
                  <a:lnTo>
                    <a:pt x="150" y="53"/>
                  </a:lnTo>
                  <a:lnTo>
                    <a:pt x="141" y="51"/>
                  </a:lnTo>
                  <a:lnTo>
                    <a:pt x="129" y="50"/>
                  </a:lnTo>
                  <a:lnTo>
                    <a:pt x="119" y="49"/>
                  </a:lnTo>
                  <a:lnTo>
                    <a:pt x="119" y="49"/>
                  </a:lnTo>
                  <a:lnTo>
                    <a:pt x="115" y="49"/>
                  </a:lnTo>
                  <a:lnTo>
                    <a:pt x="112" y="47"/>
                  </a:lnTo>
                  <a:lnTo>
                    <a:pt x="107" y="45"/>
                  </a:lnTo>
                  <a:lnTo>
                    <a:pt x="101" y="48"/>
                  </a:lnTo>
                  <a:close/>
                </a:path>
              </a:pathLst>
            </a:custGeom>
            <a:grpFill/>
            <a:ln>
              <a:solidFill>
                <a:schemeClr val="accent1">
                  <a:lumMod val="75000"/>
                  <a:alpha val="0"/>
                </a:schemeClr>
              </a:solidFill>
            </a:ln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310" name="Freeform 926"/>
            <p:cNvSpPr>
              <a:spLocks noEditPoints="1"/>
            </p:cNvSpPr>
            <p:nvPr>
              <p:custDataLst>
                <p:tags r:id="rId26"/>
              </p:custDataLst>
            </p:nvPr>
          </p:nvSpPr>
          <p:spPr bwMode="auto">
            <a:xfrm>
              <a:off x="3282950" y="1227138"/>
              <a:ext cx="644525" cy="642938"/>
            </a:xfrm>
            <a:custGeom>
              <a:avLst/>
              <a:gdLst/>
              <a:ahLst/>
              <a:cxnLst>
                <a:cxn ang="0">
                  <a:pos x="653" y="1206"/>
                </a:cxn>
                <a:cxn ang="0">
                  <a:pos x="563" y="1160"/>
                </a:cxn>
                <a:cxn ang="0">
                  <a:pos x="550" y="1153"/>
                </a:cxn>
                <a:cxn ang="0">
                  <a:pos x="236" y="832"/>
                </a:cxn>
                <a:cxn ang="0">
                  <a:pos x="143" y="731"/>
                </a:cxn>
                <a:cxn ang="0">
                  <a:pos x="77" y="679"/>
                </a:cxn>
                <a:cxn ang="0">
                  <a:pos x="72" y="657"/>
                </a:cxn>
                <a:cxn ang="0">
                  <a:pos x="40" y="570"/>
                </a:cxn>
                <a:cxn ang="0">
                  <a:pos x="11" y="425"/>
                </a:cxn>
                <a:cxn ang="0">
                  <a:pos x="1" y="212"/>
                </a:cxn>
                <a:cxn ang="0">
                  <a:pos x="10" y="196"/>
                </a:cxn>
                <a:cxn ang="0">
                  <a:pos x="19" y="182"/>
                </a:cxn>
                <a:cxn ang="0">
                  <a:pos x="110" y="81"/>
                </a:cxn>
                <a:cxn ang="0">
                  <a:pos x="210" y="10"/>
                </a:cxn>
                <a:cxn ang="0">
                  <a:pos x="228" y="8"/>
                </a:cxn>
                <a:cxn ang="0">
                  <a:pos x="242" y="2"/>
                </a:cxn>
                <a:cxn ang="0">
                  <a:pos x="419" y="2"/>
                </a:cxn>
                <a:cxn ang="0">
                  <a:pos x="599" y="26"/>
                </a:cxn>
                <a:cxn ang="0">
                  <a:pos x="638" y="36"/>
                </a:cxn>
                <a:cxn ang="0">
                  <a:pos x="656" y="46"/>
                </a:cxn>
                <a:cxn ang="0">
                  <a:pos x="887" y="256"/>
                </a:cxn>
                <a:cxn ang="0">
                  <a:pos x="1107" y="475"/>
                </a:cxn>
                <a:cxn ang="0">
                  <a:pos x="1167" y="525"/>
                </a:cxn>
                <a:cxn ang="0">
                  <a:pos x="1185" y="553"/>
                </a:cxn>
                <a:cxn ang="0">
                  <a:pos x="1215" y="644"/>
                </a:cxn>
                <a:cxn ang="0">
                  <a:pos x="1218" y="725"/>
                </a:cxn>
                <a:cxn ang="0">
                  <a:pos x="1194" y="798"/>
                </a:cxn>
                <a:cxn ang="0">
                  <a:pos x="1193" y="817"/>
                </a:cxn>
                <a:cxn ang="0">
                  <a:pos x="1109" y="909"/>
                </a:cxn>
                <a:cxn ang="0">
                  <a:pos x="862" y="1146"/>
                </a:cxn>
                <a:cxn ang="0">
                  <a:pos x="853" y="1157"/>
                </a:cxn>
                <a:cxn ang="0">
                  <a:pos x="761" y="1206"/>
                </a:cxn>
                <a:cxn ang="0">
                  <a:pos x="231" y="43"/>
                </a:cxn>
                <a:cxn ang="0">
                  <a:pos x="137" y="108"/>
                </a:cxn>
                <a:cxn ang="0">
                  <a:pos x="54" y="198"/>
                </a:cxn>
                <a:cxn ang="0">
                  <a:pos x="40" y="216"/>
                </a:cxn>
                <a:cxn ang="0">
                  <a:pos x="45" y="400"/>
                </a:cxn>
                <a:cxn ang="0">
                  <a:pos x="68" y="529"/>
                </a:cxn>
                <a:cxn ang="0">
                  <a:pos x="105" y="637"/>
                </a:cxn>
                <a:cxn ang="0">
                  <a:pos x="112" y="658"/>
                </a:cxn>
                <a:cxn ang="0">
                  <a:pos x="181" y="718"/>
                </a:cxn>
                <a:cxn ang="0">
                  <a:pos x="294" y="841"/>
                </a:cxn>
                <a:cxn ang="0">
                  <a:pos x="585" y="1129"/>
                </a:cxn>
                <a:cxn ang="0">
                  <a:pos x="633" y="1159"/>
                </a:cxn>
                <a:cxn ang="0">
                  <a:pos x="706" y="1177"/>
                </a:cxn>
                <a:cxn ang="0">
                  <a:pos x="765" y="1165"/>
                </a:cxn>
                <a:cxn ang="0">
                  <a:pos x="823" y="1131"/>
                </a:cxn>
                <a:cxn ang="0">
                  <a:pos x="865" y="1090"/>
                </a:cxn>
                <a:cxn ang="0">
                  <a:pos x="1140" y="817"/>
                </a:cxn>
                <a:cxn ang="0">
                  <a:pos x="1147" y="803"/>
                </a:cxn>
                <a:cxn ang="0">
                  <a:pos x="1177" y="736"/>
                </a:cxn>
                <a:cxn ang="0">
                  <a:pos x="1179" y="657"/>
                </a:cxn>
                <a:cxn ang="0">
                  <a:pos x="1148" y="564"/>
                </a:cxn>
                <a:cxn ang="0">
                  <a:pos x="1140" y="556"/>
                </a:cxn>
                <a:cxn ang="0">
                  <a:pos x="894" y="335"/>
                </a:cxn>
                <a:cxn ang="0">
                  <a:pos x="627" y="72"/>
                </a:cxn>
                <a:cxn ang="0">
                  <a:pos x="558" y="57"/>
                </a:cxn>
                <a:cxn ang="0">
                  <a:pos x="377" y="39"/>
                </a:cxn>
                <a:cxn ang="0">
                  <a:pos x="236" y="40"/>
                </a:cxn>
              </a:cxnLst>
              <a:rect l="0" t="0" r="r" b="b"/>
              <a:pathLst>
                <a:path w="1220" h="1215">
                  <a:moveTo>
                    <a:pt x="706" y="1215"/>
                  </a:moveTo>
                  <a:lnTo>
                    <a:pt x="706" y="1215"/>
                  </a:lnTo>
                  <a:lnTo>
                    <a:pt x="688" y="1214"/>
                  </a:lnTo>
                  <a:lnTo>
                    <a:pt x="671" y="1211"/>
                  </a:lnTo>
                  <a:lnTo>
                    <a:pt x="653" y="1206"/>
                  </a:lnTo>
                  <a:lnTo>
                    <a:pt x="636" y="1200"/>
                  </a:lnTo>
                  <a:lnTo>
                    <a:pt x="617" y="1193"/>
                  </a:lnTo>
                  <a:lnTo>
                    <a:pt x="599" y="1184"/>
                  </a:lnTo>
                  <a:lnTo>
                    <a:pt x="581" y="1172"/>
                  </a:lnTo>
                  <a:lnTo>
                    <a:pt x="563" y="1160"/>
                  </a:lnTo>
                  <a:lnTo>
                    <a:pt x="561" y="1158"/>
                  </a:lnTo>
                  <a:lnTo>
                    <a:pt x="558" y="1158"/>
                  </a:lnTo>
                  <a:lnTo>
                    <a:pt x="558" y="1158"/>
                  </a:lnTo>
                  <a:lnTo>
                    <a:pt x="554" y="1156"/>
                  </a:lnTo>
                  <a:lnTo>
                    <a:pt x="550" y="1153"/>
                  </a:lnTo>
                  <a:lnTo>
                    <a:pt x="307" y="910"/>
                  </a:lnTo>
                  <a:lnTo>
                    <a:pt x="307" y="910"/>
                  </a:lnTo>
                  <a:lnTo>
                    <a:pt x="290" y="891"/>
                  </a:lnTo>
                  <a:lnTo>
                    <a:pt x="271" y="872"/>
                  </a:lnTo>
                  <a:lnTo>
                    <a:pt x="236" y="832"/>
                  </a:lnTo>
                  <a:lnTo>
                    <a:pt x="236" y="832"/>
                  </a:lnTo>
                  <a:lnTo>
                    <a:pt x="200" y="790"/>
                  </a:lnTo>
                  <a:lnTo>
                    <a:pt x="181" y="771"/>
                  </a:lnTo>
                  <a:lnTo>
                    <a:pt x="163" y="751"/>
                  </a:lnTo>
                  <a:lnTo>
                    <a:pt x="143" y="731"/>
                  </a:lnTo>
                  <a:lnTo>
                    <a:pt x="123" y="714"/>
                  </a:lnTo>
                  <a:lnTo>
                    <a:pt x="102" y="697"/>
                  </a:lnTo>
                  <a:lnTo>
                    <a:pt x="80" y="682"/>
                  </a:lnTo>
                  <a:lnTo>
                    <a:pt x="80" y="682"/>
                  </a:lnTo>
                  <a:lnTo>
                    <a:pt x="77" y="679"/>
                  </a:lnTo>
                  <a:lnTo>
                    <a:pt x="74" y="677"/>
                  </a:lnTo>
                  <a:lnTo>
                    <a:pt x="72" y="670"/>
                  </a:lnTo>
                  <a:lnTo>
                    <a:pt x="71" y="665"/>
                  </a:lnTo>
                  <a:lnTo>
                    <a:pt x="71" y="661"/>
                  </a:lnTo>
                  <a:lnTo>
                    <a:pt x="72" y="657"/>
                  </a:lnTo>
                  <a:lnTo>
                    <a:pt x="71" y="654"/>
                  </a:lnTo>
                  <a:lnTo>
                    <a:pt x="71" y="654"/>
                  </a:lnTo>
                  <a:lnTo>
                    <a:pt x="59" y="626"/>
                  </a:lnTo>
                  <a:lnTo>
                    <a:pt x="49" y="598"/>
                  </a:lnTo>
                  <a:lnTo>
                    <a:pt x="40" y="570"/>
                  </a:lnTo>
                  <a:lnTo>
                    <a:pt x="32" y="541"/>
                  </a:lnTo>
                  <a:lnTo>
                    <a:pt x="25" y="512"/>
                  </a:lnTo>
                  <a:lnTo>
                    <a:pt x="19" y="483"/>
                  </a:lnTo>
                  <a:lnTo>
                    <a:pt x="15" y="453"/>
                  </a:lnTo>
                  <a:lnTo>
                    <a:pt x="11" y="425"/>
                  </a:lnTo>
                  <a:lnTo>
                    <a:pt x="7" y="396"/>
                  </a:lnTo>
                  <a:lnTo>
                    <a:pt x="4" y="368"/>
                  </a:lnTo>
                  <a:lnTo>
                    <a:pt x="1" y="312"/>
                  </a:lnTo>
                  <a:lnTo>
                    <a:pt x="0" y="259"/>
                  </a:lnTo>
                  <a:lnTo>
                    <a:pt x="1" y="212"/>
                  </a:lnTo>
                  <a:lnTo>
                    <a:pt x="1" y="212"/>
                  </a:lnTo>
                  <a:lnTo>
                    <a:pt x="1" y="207"/>
                  </a:lnTo>
                  <a:lnTo>
                    <a:pt x="3" y="202"/>
                  </a:lnTo>
                  <a:lnTo>
                    <a:pt x="6" y="198"/>
                  </a:lnTo>
                  <a:lnTo>
                    <a:pt x="10" y="196"/>
                  </a:lnTo>
                  <a:lnTo>
                    <a:pt x="14" y="193"/>
                  </a:lnTo>
                  <a:lnTo>
                    <a:pt x="16" y="188"/>
                  </a:lnTo>
                  <a:lnTo>
                    <a:pt x="16" y="188"/>
                  </a:lnTo>
                  <a:lnTo>
                    <a:pt x="17" y="185"/>
                  </a:lnTo>
                  <a:lnTo>
                    <a:pt x="19" y="182"/>
                  </a:lnTo>
                  <a:lnTo>
                    <a:pt x="19" y="182"/>
                  </a:lnTo>
                  <a:lnTo>
                    <a:pt x="41" y="154"/>
                  </a:lnTo>
                  <a:lnTo>
                    <a:pt x="63" y="127"/>
                  </a:lnTo>
                  <a:lnTo>
                    <a:pt x="86" y="103"/>
                  </a:lnTo>
                  <a:lnTo>
                    <a:pt x="110" y="81"/>
                  </a:lnTo>
                  <a:lnTo>
                    <a:pt x="135" y="60"/>
                  </a:lnTo>
                  <a:lnTo>
                    <a:pt x="159" y="41"/>
                  </a:lnTo>
                  <a:lnTo>
                    <a:pt x="185" y="25"/>
                  </a:lnTo>
                  <a:lnTo>
                    <a:pt x="210" y="10"/>
                  </a:lnTo>
                  <a:lnTo>
                    <a:pt x="210" y="10"/>
                  </a:lnTo>
                  <a:lnTo>
                    <a:pt x="215" y="8"/>
                  </a:lnTo>
                  <a:lnTo>
                    <a:pt x="219" y="7"/>
                  </a:lnTo>
                  <a:lnTo>
                    <a:pt x="219" y="7"/>
                  </a:lnTo>
                  <a:lnTo>
                    <a:pt x="222" y="8"/>
                  </a:lnTo>
                  <a:lnTo>
                    <a:pt x="228" y="8"/>
                  </a:lnTo>
                  <a:lnTo>
                    <a:pt x="232" y="5"/>
                  </a:lnTo>
                  <a:lnTo>
                    <a:pt x="232" y="5"/>
                  </a:lnTo>
                  <a:lnTo>
                    <a:pt x="236" y="3"/>
                  </a:lnTo>
                  <a:lnTo>
                    <a:pt x="242" y="2"/>
                  </a:lnTo>
                  <a:lnTo>
                    <a:pt x="242" y="2"/>
                  </a:lnTo>
                  <a:lnTo>
                    <a:pt x="291" y="0"/>
                  </a:lnTo>
                  <a:lnTo>
                    <a:pt x="335" y="0"/>
                  </a:lnTo>
                  <a:lnTo>
                    <a:pt x="335" y="0"/>
                  </a:lnTo>
                  <a:lnTo>
                    <a:pt x="377" y="0"/>
                  </a:lnTo>
                  <a:lnTo>
                    <a:pt x="419" y="2"/>
                  </a:lnTo>
                  <a:lnTo>
                    <a:pt x="458" y="5"/>
                  </a:lnTo>
                  <a:lnTo>
                    <a:pt x="495" y="8"/>
                  </a:lnTo>
                  <a:lnTo>
                    <a:pt x="531" y="13"/>
                  </a:lnTo>
                  <a:lnTo>
                    <a:pt x="566" y="20"/>
                  </a:lnTo>
                  <a:lnTo>
                    <a:pt x="599" y="26"/>
                  </a:lnTo>
                  <a:lnTo>
                    <a:pt x="631" y="34"/>
                  </a:lnTo>
                  <a:lnTo>
                    <a:pt x="631" y="34"/>
                  </a:lnTo>
                  <a:lnTo>
                    <a:pt x="634" y="35"/>
                  </a:lnTo>
                  <a:lnTo>
                    <a:pt x="636" y="36"/>
                  </a:lnTo>
                  <a:lnTo>
                    <a:pt x="638" y="36"/>
                  </a:lnTo>
                  <a:lnTo>
                    <a:pt x="638" y="36"/>
                  </a:lnTo>
                  <a:lnTo>
                    <a:pt x="642" y="36"/>
                  </a:lnTo>
                  <a:lnTo>
                    <a:pt x="646" y="38"/>
                  </a:lnTo>
                  <a:lnTo>
                    <a:pt x="656" y="46"/>
                  </a:lnTo>
                  <a:lnTo>
                    <a:pt x="656" y="46"/>
                  </a:lnTo>
                  <a:lnTo>
                    <a:pt x="697" y="80"/>
                  </a:lnTo>
                  <a:lnTo>
                    <a:pt x="736" y="114"/>
                  </a:lnTo>
                  <a:lnTo>
                    <a:pt x="775" y="149"/>
                  </a:lnTo>
                  <a:lnTo>
                    <a:pt x="812" y="184"/>
                  </a:lnTo>
                  <a:lnTo>
                    <a:pt x="887" y="256"/>
                  </a:lnTo>
                  <a:lnTo>
                    <a:pt x="958" y="328"/>
                  </a:lnTo>
                  <a:lnTo>
                    <a:pt x="958" y="328"/>
                  </a:lnTo>
                  <a:lnTo>
                    <a:pt x="1008" y="379"/>
                  </a:lnTo>
                  <a:lnTo>
                    <a:pt x="1057" y="428"/>
                  </a:lnTo>
                  <a:lnTo>
                    <a:pt x="1107" y="475"/>
                  </a:lnTo>
                  <a:lnTo>
                    <a:pt x="1156" y="521"/>
                  </a:lnTo>
                  <a:lnTo>
                    <a:pt x="1159" y="524"/>
                  </a:lnTo>
                  <a:lnTo>
                    <a:pt x="1163" y="524"/>
                  </a:lnTo>
                  <a:lnTo>
                    <a:pt x="1163" y="524"/>
                  </a:lnTo>
                  <a:lnTo>
                    <a:pt x="1167" y="525"/>
                  </a:lnTo>
                  <a:lnTo>
                    <a:pt x="1171" y="527"/>
                  </a:lnTo>
                  <a:lnTo>
                    <a:pt x="1173" y="529"/>
                  </a:lnTo>
                  <a:lnTo>
                    <a:pt x="1175" y="533"/>
                  </a:lnTo>
                  <a:lnTo>
                    <a:pt x="1175" y="533"/>
                  </a:lnTo>
                  <a:lnTo>
                    <a:pt x="1185" y="553"/>
                  </a:lnTo>
                  <a:lnTo>
                    <a:pt x="1193" y="571"/>
                  </a:lnTo>
                  <a:lnTo>
                    <a:pt x="1201" y="590"/>
                  </a:lnTo>
                  <a:lnTo>
                    <a:pt x="1207" y="607"/>
                  </a:lnTo>
                  <a:lnTo>
                    <a:pt x="1211" y="626"/>
                  </a:lnTo>
                  <a:lnTo>
                    <a:pt x="1215" y="644"/>
                  </a:lnTo>
                  <a:lnTo>
                    <a:pt x="1218" y="660"/>
                  </a:lnTo>
                  <a:lnTo>
                    <a:pt x="1220" y="677"/>
                  </a:lnTo>
                  <a:lnTo>
                    <a:pt x="1220" y="693"/>
                  </a:lnTo>
                  <a:lnTo>
                    <a:pt x="1220" y="710"/>
                  </a:lnTo>
                  <a:lnTo>
                    <a:pt x="1218" y="725"/>
                  </a:lnTo>
                  <a:lnTo>
                    <a:pt x="1216" y="741"/>
                  </a:lnTo>
                  <a:lnTo>
                    <a:pt x="1212" y="755"/>
                  </a:lnTo>
                  <a:lnTo>
                    <a:pt x="1208" y="771"/>
                  </a:lnTo>
                  <a:lnTo>
                    <a:pt x="1202" y="785"/>
                  </a:lnTo>
                  <a:lnTo>
                    <a:pt x="1194" y="798"/>
                  </a:lnTo>
                  <a:lnTo>
                    <a:pt x="1192" y="804"/>
                  </a:lnTo>
                  <a:lnTo>
                    <a:pt x="1193" y="809"/>
                  </a:lnTo>
                  <a:lnTo>
                    <a:pt x="1193" y="809"/>
                  </a:lnTo>
                  <a:lnTo>
                    <a:pt x="1194" y="813"/>
                  </a:lnTo>
                  <a:lnTo>
                    <a:pt x="1193" y="817"/>
                  </a:lnTo>
                  <a:lnTo>
                    <a:pt x="1191" y="821"/>
                  </a:lnTo>
                  <a:lnTo>
                    <a:pt x="1188" y="826"/>
                  </a:lnTo>
                  <a:lnTo>
                    <a:pt x="1188" y="826"/>
                  </a:lnTo>
                  <a:lnTo>
                    <a:pt x="1147" y="869"/>
                  </a:lnTo>
                  <a:lnTo>
                    <a:pt x="1109" y="909"/>
                  </a:lnTo>
                  <a:lnTo>
                    <a:pt x="1070" y="948"/>
                  </a:lnTo>
                  <a:lnTo>
                    <a:pt x="1031" y="985"/>
                  </a:lnTo>
                  <a:lnTo>
                    <a:pt x="952" y="1062"/>
                  </a:lnTo>
                  <a:lnTo>
                    <a:pt x="862" y="1146"/>
                  </a:lnTo>
                  <a:lnTo>
                    <a:pt x="862" y="1146"/>
                  </a:lnTo>
                  <a:lnTo>
                    <a:pt x="858" y="1151"/>
                  </a:lnTo>
                  <a:lnTo>
                    <a:pt x="857" y="1152"/>
                  </a:lnTo>
                  <a:lnTo>
                    <a:pt x="857" y="1152"/>
                  </a:lnTo>
                  <a:lnTo>
                    <a:pt x="853" y="1157"/>
                  </a:lnTo>
                  <a:lnTo>
                    <a:pt x="853" y="1157"/>
                  </a:lnTo>
                  <a:lnTo>
                    <a:pt x="834" y="1170"/>
                  </a:lnTo>
                  <a:lnTo>
                    <a:pt x="815" y="1182"/>
                  </a:lnTo>
                  <a:lnTo>
                    <a:pt x="798" y="1192"/>
                  </a:lnTo>
                  <a:lnTo>
                    <a:pt x="779" y="1200"/>
                  </a:lnTo>
                  <a:lnTo>
                    <a:pt x="761" y="1206"/>
                  </a:lnTo>
                  <a:lnTo>
                    <a:pt x="743" y="1211"/>
                  </a:lnTo>
                  <a:lnTo>
                    <a:pt x="724" y="1214"/>
                  </a:lnTo>
                  <a:lnTo>
                    <a:pt x="706" y="1215"/>
                  </a:lnTo>
                  <a:lnTo>
                    <a:pt x="706" y="1215"/>
                  </a:lnTo>
                  <a:close/>
                  <a:moveTo>
                    <a:pt x="231" y="43"/>
                  </a:moveTo>
                  <a:lnTo>
                    <a:pt x="231" y="43"/>
                  </a:lnTo>
                  <a:lnTo>
                    <a:pt x="206" y="57"/>
                  </a:lnTo>
                  <a:lnTo>
                    <a:pt x="182" y="72"/>
                  </a:lnTo>
                  <a:lnTo>
                    <a:pt x="159" y="90"/>
                  </a:lnTo>
                  <a:lnTo>
                    <a:pt x="137" y="108"/>
                  </a:lnTo>
                  <a:lnTo>
                    <a:pt x="114" y="129"/>
                  </a:lnTo>
                  <a:lnTo>
                    <a:pt x="93" y="151"/>
                  </a:lnTo>
                  <a:lnTo>
                    <a:pt x="73" y="175"/>
                  </a:lnTo>
                  <a:lnTo>
                    <a:pt x="54" y="198"/>
                  </a:lnTo>
                  <a:lnTo>
                    <a:pt x="54" y="198"/>
                  </a:lnTo>
                  <a:lnTo>
                    <a:pt x="50" y="202"/>
                  </a:lnTo>
                  <a:lnTo>
                    <a:pt x="46" y="205"/>
                  </a:lnTo>
                  <a:lnTo>
                    <a:pt x="40" y="208"/>
                  </a:lnTo>
                  <a:lnTo>
                    <a:pt x="40" y="216"/>
                  </a:lnTo>
                  <a:lnTo>
                    <a:pt x="40" y="216"/>
                  </a:lnTo>
                  <a:lnTo>
                    <a:pt x="39" y="280"/>
                  </a:lnTo>
                  <a:lnTo>
                    <a:pt x="40" y="311"/>
                  </a:lnTo>
                  <a:lnTo>
                    <a:pt x="41" y="342"/>
                  </a:lnTo>
                  <a:lnTo>
                    <a:pt x="43" y="371"/>
                  </a:lnTo>
                  <a:lnTo>
                    <a:pt x="45" y="400"/>
                  </a:lnTo>
                  <a:lnTo>
                    <a:pt x="49" y="427"/>
                  </a:lnTo>
                  <a:lnTo>
                    <a:pt x="52" y="453"/>
                  </a:lnTo>
                  <a:lnTo>
                    <a:pt x="56" y="479"/>
                  </a:lnTo>
                  <a:lnTo>
                    <a:pt x="61" y="504"/>
                  </a:lnTo>
                  <a:lnTo>
                    <a:pt x="68" y="529"/>
                  </a:lnTo>
                  <a:lnTo>
                    <a:pt x="74" y="552"/>
                  </a:lnTo>
                  <a:lnTo>
                    <a:pt x="80" y="574"/>
                  </a:lnTo>
                  <a:lnTo>
                    <a:pt x="88" y="596"/>
                  </a:lnTo>
                  <a:lnTo>
                    <a:pt x="96" y="618"/>
                  </a:lnTo>
                  <a:lnTo>
                    <a:pt x="105" y="637"/>
                  </a:lnTo>
                  <a:lnTo>
                    <a:pt x="105" y="637"/>
                  </a:lnTo>
                  <a:lnTo>
                    <a:pt x="107" y="642"/>
                  </a:lnTo>
                  <a:lnTo>
                    <a:pt x="107" y="648"/>
                  </a:lnTo>
                  <a:lnTo>
                    <a:pt x="107" y="654"/>
                  </a:lnTo>
                  <a:lnTo>
                    <a:pt x="112" y="658"/>
                  </a:lnTo>
                  <a:lnTo>
                    <a:pt x="112" y="658"/>
                  </a:lnTo>
                  <a:lnTo>
                    <a:pt x="131" y="671"/>
                  </a:lnTo>
                  <a:lnTo>
                    <a:pt x="148" y="686"/>
                  </a:lnTo>
                  <a:lnTo>
                    <a:pt x="165" y="701"/>
                  </a:lnTo>
                  <a:lnTo>
                    <a:pt x="181" y="718"/>
                  </a:lnTo>
                  <a:lnTo>
                    <a:pt x="213" y="751"/>
                  </a:lnTo>
                  <a:lnTo>
                    <a:pt x="243" y="785"/>
                  </a:lnTo>
                  <a:lnTo>
                    <a:pt x="243" y="785"/>
                  </a:lnTo>
                  <a:lnTo>
                    <a:pt x="276" y="822"/>
                  </a:lnTo>
                  <a:lnTo>
                    <a:pt x="294" y="841"/>
                  </a:lnTo>
                  <a:lnTo>
                    <a:pt x="311" y="859"/>
                  </a:lnTo>
                  <a:lnTo>
                    <a:pt x="579" y="1127"/>
                  </a:lnTo>
                  <a:lnTo>
                    <a:pt x="582" y="1128"/>
                  </a:lnTo>
                  <a:lnTo>
                    <a:pt x="582" y="1128"/>
                  </a:lnTo>
                  <a:lnTo>
                    <a:pt x="585" y="1129"/>
                  </a:lnTo>
                  <a:lnTo>
                    <a:pt x="588" y="1131"/>
                  </a:lnTo>
                  <a:lnTo>
                    <a:pt x="588" y="1131"/>
                  </a:lnTo>
                  <a:lnTo>
                    <a:pt x="604" y="1142"/>
                  </a:lnTo>
                  <a:lnTo>
                    <a:pt x="618" y="1152"/>
                  </a:lnTo>
                  <a:lnTo>
                    <a:pt x="633" y="1159"/>
                  </a:lnTo>
                  <a:lnTo>
                    <a:pt x="647" y="1165"/>
                  </a:lnTo>
                  <a:lnTo>
                    <a:pt x="662" y="1170"/>
                  </a:lnTo>
                  <a:lnTo>
                    <a:pt x="677" y="1174"/>
                  </a:lnTo>
                  <a:lnTo>
                    <a:pt x="691" y="1177"/>
                  </a:lnTo>
                  <a:lnTo>
                    <a:pt x="706" y="1177"/>
                  </a:lnTo>
                  <a:lnTo>
                    <a:pt x="706" y="1177"/>
                  </a:lnTo>
                  <a:lnTo>
                    <a:pt x="720" y="1177"/>
                  </a:lnTo>
                  <a:lnTo>
                    <a:pt x="735" y="1174"/>
                  </a:lnTo>
                  <a:lnTo>
                    <a:pt x="750" y="1170"/>
                  </a:lnTo>
                  <a:lnTo>
                    <a:pt x="765" y="1165"/>
                  </a:lnTo>
                  <a:lnTo>
                    <a:pt x="779" y="1159"/>
                  </a:lnTo>
                  <a:lnTo>
                    <a:pt x="794" y="1152"/>
                  </a:lnTo>
                  <a:lnTo>
                    <a:pt x="808" y="1142"/>
                  </a:lnTo>
                  <a:lnTo>
                    <a:pt x="823" y="1131"/>
                  </a:lnTo>
                  <a:lnTo>
                    <a:pt x="823" y="1131"/>
                  </a:lnTo>
                  <a:lnTo>
                    <a:pt x="824" y="1130"/>
                  </a:lnTo>
                  <a:lnTo>
                    <a:pt x="825" y="1130"/>
                  </a:lnTo>
                  <a:lnTo>
                    <a:pt x="826" y="1129"/>
                  </a:lnTo>
                  <a:lnTo>
                    <a:pt x="865" y="1090"/>
                  </a:lnTo>
                  <a:lnTo>
                    <a:pt x="865" y="1090"/>
                  </a:lnTo>
                  <a:lnTo>
                    <a:pt x="934" y="1017"/>
                  </a:lnTo>
                  <a:lnTo>
                    <a:pt x="1002" y="949"/>
                  </a:lnTo>
                  <a:lnTo>
                    <a:pt x="1069" y="883"/>
                  </a:lnTo>
                  <a:lnTo>
                    <a:pt x="1105" y="850"/>
                  </a:lnTo>
                  <a:lnTo>
                    <a:pt x="1140" y="817"/>
                  </a:lnTo>
                  <a:lnTo>
                    <a:pt x="1143" y="815"/>
                  </a:lnTo>
                  <a:lnTo>
                    <a:pt x="1144" y="811"/>
                  </a:lnTo>
                  <a:lnTo>
                    <a:pt x="1144" y="811"/>
                  </a:lnTo>
                  <a:lnTo>
                    <a:pt x="1145" y="807"/>
                  </a:lnTo>
                  <a:lnTo>
                    <a:pt x="1147" y="803"/>
                  </a:lnTo>
                  <a:lnTo>
                    <a:pt x="1147" y="803"/>
                  </a:lnTo>
                  <a:lnTo>
                    <a:pt x="1157" y="786"/>
                  </a:lnTo>
                  <a:lnTo>
                    <a:pt x="1165" y="770"/>
                  </a:lnTo>
                  <a:lnTo>
                    <a:pt x="1173" y="753"/>
                  </a:lnTo>
                  <a:lnTo>
                    <a:pt x="1177" y="736"/>
                  </a:lnTo>
                  <a:lnTo>
                    <a:pt x="1180" y="720"/>
                  </a:lnTo>
                  <a:lnTo>
                    <a:pt x="1182" y="703"/>
                  </a:lnTo>
                  <a:lnTo>
                    <a:pt x="1182" y="688"/>
                  </a:lnTo>
                  <a:lnTo>
                    <a:pt x="1181" y="672"/>
                  </a:lnTo>
                  <a:lnTo>
                    <a:pt x="1179" y="657"/>
                  </a:lnTo>
                  <a:lnTo>
                    <a:pt x="1176" y="642"/>
                  </a:lnTo>
                  <a:lnTo>
                    <a:pt x="1173" y="628"/>
                  </a:lnTo>
                  <a:lnTo>
                    <a:pt x="1169" y="614"/>
                  </a:lnTo>
                  <a:lnTo>
                    <a:pt x="1158" y="588"/>
                  </a:lnTo>
                  <a:lnTo>
                    <a:pt x="1148" y="564"/>
                  </a:lnTo>
                  <a:lnTo>
                    <a:pt x="1146" y="560"/>
                  </a:lnTo>
                  <a:lnTo>
                    <a:pt x="1143" y="558"/>
                  </a:lnTo>
                  <a:lnTo>
                    <a:pt x="1143" y="558"/>
                  </a:lnTo>
                  <a:lnTo>
                    <a:pt x="1140" y="556"/>
                  </a:lnTo>
                  <a:lnTo>
                    <a:pt x="1140" y="556"/>
                  </a:lnTo>
                  <a:lnTo>
                    <a:pt x="1089" y="514"/>
                  </a:lnTo>
                  <a:lnTo>
                    <a:pt x="1039" y="471"/>
                  </a:lnTo>
                  <a:lnTo>
                    <a:pt x="991" y="427"/>
                  </a:lnTo>
                  <a:lnTo>
                    <a:pt x="942" y="381"/>
                  </a:lnTo>
                  <a:lnTo>
                    <a:pt x="894" y="335"/>
                  </a:lnTo>
                  <a:lnTo>
                    <a:pt x="846" y="289"/>
                  </a:lnTo>
                  <a:lnTo>
                    <a:pt x="752" y="196"/>
                  </a:lnTo>
                  <a:lnTo>
                    <a:pt x="752" y="196"/>
                  </a:lnTo>
                  <a:lnTo>
                    <a:pt x="629" y="75"/>
                  </a:lnTo>
                  <a:lnTo>
                    <a:pt x="627" y="72"/>
                  </a:lnTo>
                  <a:lnTo>
                    <a:pt x="623" y="72"/>
                  </a:lnTo>
                  <a:lnTo>
                    <a:pt x="622" y="71"/>
                  </a:lnTo>
                  <a:lnTo>
                    <a:pt x="622" y="71"/>
                  </a:lnTo>
                  <a:lnTo>
                    <a:pt x="590" y="64"/>
                  </a:lnTo>
                  <a:lnTo>
                    <a:pt x="558" y="57"/>
                  </a:lnTo>
                  <a:lnTo>
                    <a:pt x="525" y="52"/>
                  </a:lnTo>
                  <a:lnTo>
                    <a:pt x="491" y="46"/>
                  </a:lnTo>
                  <a:lnTo>
                    <a:pt x="455" y="43"/>
                  </a:lnTo>
                  <a:lnTo>
                    <a:pt x="417" y="40"/>
                  </a:lnTo>
                  <a:lnTo>
                    <a:pt x="377" y="39"/>
                  </a:lnTo>
                  <a:lnTo>
                    <a:pt x="336" y="38"/>
                  </a:lnTo>
                  <a:lnTo>
                    <a:pt x="336" y="38"/>
                  </a:lnTo>
                  <a:lnTo>
                    <a:pt x="291" y="39"/>
                  </a:lnTo>
                  <a:lnTo>
                    <a:pt x="241" y="40"/>
                  </a:lnTo>
                  <a:lnTo>
                    <a:pt x="236" y="40"/>
                  </a:lnTo>
                  <a:lnTo>
                    <a:pt x="232" y="42"/>
                  </a:lnTo>
                  <a:lnTo>
                    <a:pt x="232" y="42"/>
                  </a:lnTo>
                  <a:lnTo>
                    <a:pt x="231" y="43"/>
                  </a:lnTo>
                  <a:lnTo>
                    <a:pt x="231" y="43"/>
                  </a:lnTo>
                  <a:close/>
                </a:path>
              </a:pathLst>
            </a:custGeom>
            <a:grpFill/>
            <a:ln>
              <a:solidFill>
                <a:schemeClr val="accent1">
                  <a:lumMod val="75000"/>
                  <a:alpha val="0"/>
                </a:schemeClr>
              </a:solidFill>
            </a:ln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311" name="Freeform 927"/>
            <p:cNvSpPr>
              <a:spLocks noEditPoints="1"/>
            </p:cNvSpPr>
            <p:nvPr>
              <p:custDataLst>
                <p:tags r:id="rId27"/>
              </p:custDataLst>
            </p:nvPr>
          </p:nvSpPr>
          <p:spPr bwMode="auto">
            <a:xfrm>
              <a:off x="3424238" y="1154113"/>
              <a:ext cx="557213" cy="225425"/>
            </a:xfrm>
            <a:custGeom>
              <a:avLst/>
              <a:gdLst/>
              <a:ahLst/>
              <a:cxnLst>
                <a:cxn ang="0">
                  <a:pos x="77" y="421"/>
                </a:cxn>
                <a:cxn ang="0">
                  <a:pos x="65" y="420"/>
                </a:cxn>
                <a:cxn ang="0">
                  <a:pos x="28" y="385"/>
                </a:cxn>
                <a:cxn ang="0">
                  <a:pos x="2" y="324"/>
                </a:cxn>
                <a:cxn ang="0">
                  <a:pos x="1" y="253"/>
                </a:cxn>
                <a:cxn ang="0">
                  <a:pos x="3" y="188"/>
                </a:cxn>
                <a:cxn ang="0">
                  <a:pos x="40" y="100"/>
                </a:cxn>
                <a:cxn ang="0">
                  <a:pos x="87" y="65"/>
                </a:cxn>
                <a:cxn ang="0">
                  <a:pos x="160" y="37"/>
                </a:cxn>
                <a:cxn ang="0">
                  <a:pos x="250" y="24"/>
                </a:cxn>
                <a:cxn ang="0">
                  <a:pos x="311" y="37"/>
                </a:cxn>
                <a:cxn ang="0">
                  <a:pos x="412" y="72"/>
                </a:cxn>
                <a:cxn ang="0">
                  <a:pos x="529" y="127"/>
                </a:cxn>
                <a:cxn ang="0">
                  <a:pos x="587" y="70"/>
                </a:cxn>
                <a:cxn ang="0">
                  <a:pos x="661" y="29"/>
                </a:cxn>
                <a:cxn ang="0">
                  <a:pos x="790" y="1"/>
                </a:cxn>
                <a:cxn ang="0">
                  <a:pos x="894" y="10"/>
                </a:cxn>
                <a:cxn ang="0">
                  <a:pos x="971" y="35"/>
                </a:cxn>
                <a:cxn ang="0">
                  <a:pos x="1030" y="87"/>
                </a:cxn>
                <a:cxn ang="0">
                  <a:pos x="1052" y="163"/>
                </a:cxn>
                <a:cxn ang="0">
                  <a:pos x="1025" y="252"/>
                </a:cxn>
                <a:cxn ang="0">
                  <a:pos x="951" y="306"/>
                </a:cxn>
                <a:cxn ang="0">
                  <a:pos x="871" y="326"/>
                </a:cxn>
                <a:cxn ang="0">
                  <a:pos x="769" y="315"/>
                </a:cxn>
                <a:cxn ang="0">
                  <a:pos x="623" y="246"/>
                </a:cxn>
                <a:cxn ang="0">
                  <a:pos x="524" y="190"/>
                </a:cxn>
                <a:cxn ang="0">
                  <a:pos x="479" y="259"/>
                </a:cxn>
                <a:cxn ang="0">
                  <a:pos x="458" y="261"/>
                </a:cxn>
                <a:cxn ang="0">
                  <a:pos x="451" y="244"/>
                </a:cxn>
                <a:cxn ang="0">
                  <a:pos x="504" y="162"/>
                </a:cxn>
                <a:cxn ang="0">
                  <a:pos x="394" y="95"/>
                </a:cxn>
                <a:cxn ang="0">
                  <a:pos x="310" y="68"/>
                </a:cxn>
                <a:cxn ang="0">
                  <a:pos x="213" y="57"/>
                </a:cxn>
                <a:cxn ang="0">
                  <a:pos x="142" y="76"/>
                </a:cxn>
                <a:cxn ang="0">
                  <a:pos x="89" y="99"/>
                </a:cxn>
                <a:cxn ang="0">
                  <a:pos x="47" y="159"/>
                </a:cxn>
                <a:cxn ang="0">
                  <a:pos x="30" y="231"/>
                </a:cxn>
                <a:cxn ang="0">
                  <a:pos x="41" y="335"/>
                </a:cxn>
                <a:cxn ang="0">
                  <a:pos x="65" y="372"/>
                </a:cxn>
                <a:cxn ang="0">
                  <a:pos x="101" y="397"/>
                </a:cxn>
                <a:cxn ang="0">
                  <a:pos x="117" y="394"/>
                </a:cxn>
                <a:cxn ang="0">
                  <a:pos x="127" y="410"/>
                </a:cxn>
                <a:cxn ang="0">
                  <a:pos x="112" y="425"/>
                </a:cxn>
                <a:cxn ang="0">
                  <a:pos x="819" y="29"/>
                </a:cxn>
                <a:cxn ang="0">
                  <a:pos x="736" y="41"/>
                </a:cxn>
                <a:cxn ang="0">
                  <a:pos x="628" y="80"/>
                </a:cxn>
                <a:cxn ang="0">
                  <a:pos x="550" y="152"/>
                </a:cxn>
                <a:cxn ang="0">
                  <a:pos x="632" y="213"/>
                </a:cxn>
                <a:cxn ang="0">
                  <a:pos x="723" y="264"/>
                </a:cxn>
                <a:cxn ang="0">
                  <a:pos x="808" y="289"/>
                </a:cxn>
                <a:cxn ang="0">
                  <a:pos x="922" y="285"/>
                </a:cxn>
                <a:cxn ang="0">
                  <a:pos x="994" y="243"/>
                </a:cxn>
                <a:cxn ang="0">
                  <a:pos x="1021" y="169"/>
                </a:cxn>
                <a:cxn ang="0">
                  <a:pos x="1014" y="119"/>
                </a:cxn>
                <a:cxn ang="0">
                  <a:pos x="991" y="91"/>
                </a:cxn>
                <a:cxn ang="0">
                  <a:pos x="938" y="55"/>
                </a:cxn>
                <a:cxn ang="0">
                  <a:pos x="849" y="32"/>
                </a:cxn>
              </a:cxnLst>
              <a:rect l="0" t="0" r="r" b="b"/>
              <a:pathLst>
                <a:path w="1052" h="426">
                  <a:moveTo>
                    <a:pt x="96" y="426"/>
                  </a:moveTo>
                  <a:lnTo>
                    <a:pt x="96" y="426"/>
                  </a:lnTo>
                  <a:lnTo>
                    <a:pt x="90" y="425"/>
                  </a:lnTo>
                  <a:lnTo>
                    <a:pt x="85" y="425"/>
                  </a:lnTo>
                  <a:lnTo>
                    <a:pt x="80" y="423"/>
                  </a:lnTo>
                  <a:lnTo>
                    <a:pt x="77" y="421"/>
                  </a:lnTo>
                  <a:lnTo>
                    <a:pt x="74" y="418"/>
                  </a:lnTo>
                  <a:lnTo>
                    <a:pt x="68" y="423"/>
                  </a:lnTo>
                  <a:lnTo>
                    <a:pt x="68" y="421"/>
                  </a:lnTo>
                  <a:lnTo>
                    <a:pt x="68" y="421"/>
                  </a:lnTo>
                  <a:lnTo>
                    <a:pt x="65" y="420"/>
                  </a:lnTo>
                  <a:lnTo>
                    <a:pt x="65" y="420"/>
                  </a:lnTo>
                  <a:lnTo>
                    <a:pt x="59" y="417"/>
                  </a:lnTo>
                  <a:lnTo>
                    <a:pt x="53" y="413"/>
                  </a:lnTo>
                  <a:lnTo>
                    <a:pt x="53" y="413"/>
                  </a:lnTo>
                  <a:lnTo>
                    <a:pt x="44" y="405"/>
                  </a:lnTo>
                  <a:lnTo>
                    <a:pt x="36" y="396"/>
                  </a:lnTo>
                  <a:lnTo>
                    <a:pt x="28" y="385"/>
                  </a:lnTo>
                  <a:lnTo>
                    <a:pt x="21" y="373"/>
                  </a:lnTo>
                  <a:lnTo>
                    <a:pt x="14" y="361"/>
                  </a:lnTo>
                  <a:lnTo>
                    <a:pt x="9" y="349"/>
                  </a:lnTo>
                  <a:lnTo>
                    <a:pt x="5" y="336"/>
                  </a:lnTo>
                  <a:lnTo>
                    <a:pt x="2" y="324"/>
                  </a:lnTo>
                  <a:lnTo>
                    <a:pt x="2" y="324"/>
                  </a:lnTo>
                  <a:lnTo>
                    <a:pt x="0" y="313"/>
                  </a:lnTo>
                  <a:lnTo>
                    <a:pt x="0" y="300"/>
                  </a:lnTo>
                  <a:lnTo>
                    <a:pt x="0" y="275"/>
                  </a:lnTo>
                  <a:lnTo>
                    <a:pt x="0" y="275"/>
                  </a:lnTo>
                  <a:lnTo>
                    <a:pt x="1" y="253"/>
                  </a:lnTo>
                  <a:lnTo>
                    <a:pt x="1" y="253"/>
                  </a:lnTo>
                  <a:lnTo>
                    <a:pt x="1" y="234"/>
                  </a:lnTo>
                  <a:lnTo>
                    <a:pt x="1" y="234"/>
                  </a:lnTo>
                  <a:lnTo>
                    <a:pt x="0" y="210"/>
                  </a:lnTo>
                  <a:lnTo>
                    <a:pt x="1" y="198"/>
                  </a:lnTo>
                  <a:lnTo>
                    <a:pt x="3" y="188"/>
                  </a:lnTo>
                  <a:lnTo>
                    <a:pt x="3" y="188"/>
                  </a:lnTo>
                  <a:lnTo>
                    <a:pt x="8" y="166"/>
                  </a:lnTo>
                  <a:lnTo>
                    <a:pt x="13" y="153"/>
                  </a:lnTo>
                  <a:lnTo>
                    <a:pt x="18" y="139"/>
                  </a:lnTo>
                  <a:lnTo>
                    <a:pt x="25" y="126"/>
                  </a:lnTo>
                  <a:lnTo>
                    <a:pt x="32" y="112"/>
                  </a:lnTo>
                  <a:lnTo>
                    <a:pt x="40" y="100"/>
                  </a:lnTo>
                  <a:lnTo>
                    <a:pt x="44" y="95"/>
                  </a:lnTo>
                  <a:lnTo>
                    <a:pt x="49" y="89"/>
                  </a:lnTo>
                  <a:lnTo>
                    <a:pt x="49" y="89"/>
                  </a:lnTo>
                  <a:lnTo>
                    <a:pt x="62" y="80"/>
                  </a:lnTo>
                  <a:lnTo>
                    <a:pt x="73" y="72"/>
                  </a:lnTo>
                  <a:lnTo>
                    <a:pt x="87" y="65"/>
                  </a:lnTo>
                  <a:lnTo>
                    <a:pt x="100" y="58"/>
                  </a:lnTo>
                  <a:lnTo>
                    <a:pt x="114" y="53"/>
                  </a:lnTo>
                  <a:lnTo>
                    <a:pt x="127" y="47"/>
                  </a:lnTo>
                  <a:lnTo>
                    <a:pt x="156" y="38"/>
                  </a:lnTo>
                  <a:lnTo>
                    <a:pt x="160" y="37"/>
                  </a:lnTo>
                  <a:lnTo>
                    <a:pt x="160" y="37"/>
                  </a:lnTo>
                  <a:lnTo>
                    <a:pt x="180" y="31"/>
                  </a:lnTo>
                  <a:lnTo>
                    <a:pt x="198" y="27"/>
                  </a:lnTo>
                  <a:lnTo>
                    <a:pt x="218" y="24"/>
                  </a:lnTo>
                  <a:lnTo>
                    <a:pt x="236" y="24"/>
                  </a:lnTo>
                  <a:lnTo>
                    <a:pt x="236" y="24"/>
                  </a:lnTo>
                  <a:lnTo>
                    <a:pt x="250" y="24"/>
                  </a:lnTo>
                  <a:lnTo>
                    <a:pt x="262" y="25"/>
                  </a:lnTo>
                  <a:lnTo>
                    <a:pt x="275" y="27"/>
                  </a:lnTo>
                  <a:lnTo>
                    <a:pt x="287" y="31"/>
                  </a:lnTo>
                  <a:lnTo>
                    <a:pt x="287" y="31"/>
                  </a:lnTo>
                  <a:lnTo>
                    <a:pt x="309" y="36"/>
                  </a:lnTo>
                  <a:lnTo>
                    <a:pt x="311" y="37"/>
                  </a:lnTo>
                  <a:lnTo>
                    <a:pt x="311" y="37"/>
                  </a:lnTo>
                  <a:lnTo>
                    <a:pt x="338" y="44"/>
                  </a:lnTo>
                  <a:lnTo>
                    <a:pt x="362" y="51"/>
                  </a:lnTo>
                  <a:lnTo>
                    <a:pt x="387" y="60"/>
                  </a:lnTo>
                  <a:lnTo>
                    <a:pt x="400" y="66"/>
                  </a:lnTo>
                  <a:lnTo>
                    <a:pt x="412" y="72"/>
                  </a:lnTo>
                  <a:lnTo>
                    <a:pt x="412" y="72"/>
                  </a:lnTo>
                  <a:lnTo>
                    <a:pt x="438" y="85"/>
                  </a:lnTo>
                  <a:lnTo>
                    <a:pt x="464" y="100"/>
                  </a:lnTo>
                  <a:lnTo>
                    <a:pt x="513" y="130"/>
                  </a:lnTo>
                  <a:lnTo>
                    <a:pt x="523" y="136"/>
                  </a:lnTo>
                  <a:lnTo>
                    <a:pt x="529" y="127"/>
                  </a:lnTo>
                  <a:lnTo>
                    <a:pt x="529" y="127"/>
                  </a:lnTo>
                  <a:lnTo>
                    <a:pt x="540" y="113"/>
                  </a:lnTo>
                  <a:lnTo>
                    <a:pt x="551" y="101"/>
                  </a:lnTo>
                  <a:lnTo>
                    <a:pt x="563" y="89"/>
                  </a:lnTo>
                  <a:lnTo>
                    <a:pt x="574" y="79"/>
                  </a:lnTo>
                  <a:lnTo>
                    <a:pt x="587" y="70"/>
                  </a:lnTo>
                  <a:lnTo>
                    <a:pt x="599" y="60"/>
                  </a:lnTo>
                  <a:lnTo>
                    <a:pt x="611" y="52"/>
                  </a:lnTo>
                  <a:lnTo>
                    <a:pt x="625" y="45"/>
                  </a:lnTo>
                  <a:lnTo>
                    <a:pt x="625" y="45"/>
                  </a:lnTo>
                  <a:lnTo>
                    <a:pt x="642" y="37"/>
                  </a:lnTo>
                  <a:lnTo>
                    <a:pt x="661" y="29"/>
                  </a:lnTo>
                  <a:lnTo>
                    <a:pt x="680" y="23"/>
                  </a:lnTo>
                  <a:lnTo>
                    <a:pt x="698" y="18"/>
                  </a:lnTo>
                  <a:lnTo>
                    <a:pt x="734" y="10"/>
                  </a:lnTo>
                  <a:lnTo>
                    <a:pt x="767" y="4"/>
                  </a:lnTo>
                  <a:lnTo>
                    <a:pt x="767" y="4"/>
                  </a:lnTo>
                  <a:lnTo>
                    <a:pt x="790" y="1"/>
                  </a:lnTo>
                  <a:lnTo>
                    <a:pt x="813" y="0"/>
                  </a:lnTo>
                  <a:lnTo>
                    <a:pt x="813" y="0"/>
                  </a:lnTo>
                  <a:lnTo>
                    <a:pt x="826" y="0"/>
                  </a:lnTo>
                  <a:lnTo>
                    <a:pt x="841" y="1"/>
                  </a:lnTo>
                  <a:lnTo>
                    <a:pt x="868" y="5"/>
                  </a:lnTo>
                  <a:lnTo>
                    <a:pt x="894" y="10"/>
                  </a:lnTo>
                  <a:lnTo>
                    <a:pt x="922" y="16"/>
                  </a:lnTo>
                  <a:lnTo>
                    <a:pt x="922" y="16"/>
                  </a:lnTo>
                  <a:lnTo>
                    <a:pt x="935" y="19"/>
                  </a:lnTo>
                  <a:lnTo>
                    <a:pt x="947" y="23"/>
                  </a:lnTo>
                  <a:lnTo>
                    <a:pt x="959" y="28"/>
                  </a:lnTo>
                  <a:lnTo>
                    <a:pt x="971" y="35"/>
                  </a:lnTo>
                  <a:lnTo>
                    <a:pt x="982" y="42"/>
                  </a:lnTo>
                  <a:lnTo>
                    <a:pt x="994" y="49"/>
                  </a:lnTo>
                  <a:lnTo>
                    <a:pt x="1004" y="57"/>
                  </a:lnTo>
                  <a:lnTo>
                    <a:pt x="1013" y="67"/>
                  </a:lnTo>
                  <a:lnTo>
                    <a:pt x="1022" y="77"/>
                  </a:lnTo>
                  <a:lnTo>
                    <a:pt x="1030" y="87"/>
                  </a:lnTo>
                  <a:lnTo>
                    <a:pt x="1037" y="99"/>
                  </a:lnTo>
                  <a:lnTo>
                    <a:pt x="1043" y="110"/>
                  </a:lnTo>
                  <a:lnTo>
                    <a:pt x="1047" y="122"/>
                  </a:lnTo>
                  <a:lnTo>
                    <a:pt x="1050" y="135"/>
                  </a:lnTo>
                  <a:lnTo>
                    <a:pt x="1052" y="148"/>
                  </a:lnTo>
                  <a:lnTo>
                    <a:pt x="1052" y="163"/>
                  </a:lnTo>
                  <a:lnTo>
                    <a:pt x="1052" y="163"/>
                  </a:lnTo>
                  <a:lnTo>
                    <a:pt x="1050" y="183"/>
                  </a:lnTo>
                  <a:lnTo>
                    <a:pt x="1047" y="203"/>
                  </a:lnTo>
                  <a:lnTo>
                    <a:pt x="1041" y="221"/>
                  </a:lnTo>
                  <a:lnTo>
                    <a:pt x="1034" y="237"/>
                  </a:lnTo>
                  <a:lnTo>
                    <a:pt x="1025" y="252"/>
                  </a:lnTo>
                  <a:lnTo>
                    <a:pt x="1014" y="264"/>
                  </a:lnTo>
                  <a:lnTo>
                    <a:pt x="1003" y="275"/>
                  </a:lnTo>
                  <a:lnTo>
                    <a:pt x="991" y="285"/>
                  </a:lnTo>
                  <a:lnTo>
                    <a:pt x="978" y="293"/>
                  </a:lnTo>
                  <a:lnTo>
                    <a:pt x="965" y="300"/>
                  </a:lnTo>
                  <a:lnTo>
                    <a:pt x="951" y="306"/>
                  </a:lnTo>
                  <a:lnTo>
                    <a:pt x="938" y="311"/>
                  </a:lnTo>
                  <a:lnTo>
                    <a:pt x="924" y="316"/>
                  </a:lnTo>
                  <a:lnTo>
                    <a:pt x="912" y="320"/>
                  </a:lnTo>
                  <a:lnTo>
                    <a:pt x="887" y="324"/>
                  </a:lnTo>
                  <a:lnTo>
                    <a:pt x="887" y="324"/>
                  </a:lnTo>
                  <a:lnTo>
                    <a:pt x="871" y="326"/>
                  </a:lnTo>
                  <a:lnTo>
                    <a:pt x="854" y="327"/>
                  </a:lnTo>
                  <a:lnTo>
                    <a:pt x="854" y="327"/>
                  </a:lnTo>
                  <a:lnTo>
                    <a:pt x="841" y="326"/>
                  </a:lnTo>
                  <a:lnTo>
                    <a:pt x="827" y="325"/>
                  </a:lnTo>
                  <a:lnTo>
                    <a:pt x="799" y="321"/>
                  </a:lnTo>
                  <a:lnTo>
                    <a:pt x="769" y="315"/>
                  </a:lnTo>
                  <a:lnTo>
                    <a:pt x="740" y="305"/>
                  </a:lnTo>
                  <a:lnTo>
                    <a:pt x="711" y="294"/>
                  </a:lnTo>
                  <a:lnTo>
                    <a:pt x="681" y="281"/>
                  </a:lnTo>
                  <a:lnTo>
                    <a:pt x="652" y="265"/>
                  </a:lnTo>
                  <a:lnTo>
                    <a:pt x="623" y="246"/>
                  </a:lnTo>
                  <a:lnTo>
                    <a:pt x="623" y="246"/>
                  </a:lnTo>
                  <a:lnTo>
                    <a:pt x="597" y="229"/>
                  </a:lnTo>
                  <a:lnTo>
                    <a:pt x="571" y="209"/>
                  </a:lnTo>
                  <a:lnTo>
                    <a:pt x="571" y="209"/>
                  </a:lnTo>
                  <a:lnTo>
                    <a:pt x="541" y="187"/>
                  </a:lnTo>
                  <a:lnTo>
                    <a:pt x="531" y="179"/>
                  </a:lnTo>
                  <a:lnTo>
                    <a:pt x="524" y="190"/>
                  </a:lnTo>
                  <a:lnTo>
                    <a:pt x="524" y="190"/>
                  </a:lnTo>
                  <a:lnTo>
                    <a:pt x="500" y="227"/>
                  </a:lnTo>
                  <a:lnTo>
                    <a:pt x="500" y="227"/>
                  </a:lnTo>
                  <a:lnTo>
                    <a:pt x="482" y="256"/>
                  </a:lnTo>
                  <a:lnTo>
                    <a:pt x="482" y="256"/>
                  </a:lnTo>
                  <a:lnTo>
                    <a:pt x="479" y="259"/>
                  </a:lnTo>
                  <a:lnTo>
                    <a:pt x="476" y="262"/>
                  </a:lnTo>
                  <a:lnTo>
                    <a:pt x="473" y="263"/>
                  </a:lnTo>
                  <a:lnTo>
                    <a:pt x="469" y="263"/>
                  </a:lnTo>
                  <a:lnTo>
                    <a:pt x="469" y="263"/>
                  </a:lnTo>
                  <a:lnTo>
                    <a:pt x="464" y="263"/>
                  </a:lnTo>
                  <a:lnTo>
                    <a:pt x="458" y="261"/>
                  </a:lnTo>
                  <a:lnTo>
                    <a:pt x="455" y="258"/>
                  </a:lnTo>
                  <a:lnTo>
                    <a:pt x="452" y="254"/>
                  </a:lnTo>
                  <a:lnTo>
                    <a:pt x="452" y="254"/>
                  </a:lnTo>
                  <a:lnTo>
                    <a:pt x="451" y="251"/>
                  </a:lnTo>
                  <a:lnTo>
                    <a:pt x="450" y="247"/>
                  </a:lnTo>
                  <a:lnTo>
                    <a:pt x="451" y="244"/>
                  </a:lnTo>
                  <a:lnTo>
                    <a:pt x="453" y="240"/>
                  </a:lnTo>
                  <a:lnTo>
                    <a:pt x="453" y="240"/>
                  </a:lnTo>
                  <a:lnTo>
                    <a:pt x="474" y="208"/>
                  </a:lnTo>
                  <a:lnTo>
                    <a:pt x="474" y="208"/>
                  </a:lnTo>
                  <a:lnTo>
                    <a:pt x="498" y="172"/>
                  </a:lnTo>
                  <a:lnTo>
                    <a:pt x="504" y="162"/>
                  </a:lnTo>
                  <a:lnTo>
                    <a:pt x="477" y="144"/>
                  </a:lnTo>
                  <a:lnTo>
                    <a:pt x="477" y="144"/>
                  </a:lnTo>
                  <a:lnTo>
                    <a:pt x="445" y="123"/>
                  </a:lnTo>
                  <a:lnTo>
                    <a:pt x="429" y="113"/>
                  </a:lnTo>
                  <a:lnTo>
                    <a:pt x="412" y="104"/>
                  </a:lnTo>
                  <a:lnTo>
                    <a:pt x="394" y="95"/>
                  </a:lnTo>
                  <a:lnTo>
                    <a:pt x="377" y="86"/>
                  </a:lnTo>
                  <a:lnTo>
                    <a:pt x="359" y="80"/>
                  </a:lnTo>
                  <a:lnTo>
                    <a:pt x="343" y="75"/>
                  </a:lnTo>
                  <a:lnTo>
                    <a:pt x="335" y="74"/>
                  </a:lnTo>
                  <a:lnTo>
                    <a:pt x="335" y="74"/>
                  </a:lnTo>
                  <a:lnTo>
                    <a:pt x="310" y="68"/>
                  </a:lnTo>
                  <a:lnTo>
                    <a:pt x="284" y="63"/>
                  </a:lnTo>
                  <a:lnTo>
                    <a:pt x="256" y="58"/>
                  </a:lnTo>
                  <a:lnTo>
                    <a:pt x="243" y="57"/>
                  </a:lnTo>
                  <a:lnTo>
                    <a:pt x="229" y="57"/>
                  </a:lnTo>
                  <a:lnTo>
                    <a:pt x="229" y="57"/>
                  </a:lnTo>
                  <a:lnTo>
                    <a:pt x="213" y="57"/>
                  </a:lnTo>
                  <a:lnTo>
                    <a:pt x="196" y="59"/>
                  </a:lnTo>
                  <a:lnTo>
                    <a:pt x="182" y="64"/>
                  </a:lnTo>
                  <a:lnTo>
                    <a:pt x="167" y="68"/>
                  </a:lnTo>
                  <a:lnTo>
                    <a:pt x="167" y="68"/>
                  </a:lnTo>
                  <a:lnTo>
                    <a:pt x="156" y="72"/>
                  </a:lnTo>
                  <a:lnTo>
                    <a:pt x="142" y="76"/>
                  </a:lnTo>
                  <a:lnTo>
                    <a:pt x="142" y="76"/>
                  </a:lnTo>
                  <a:lnTo>
                    <a:pt x="128" y="81"/>
                  </a:lnTo>
                  <a:lnTo>
                    <a:pt x="115" y="86"/>
                  </a:lnTo>
                  <a:lnTo>
                    <a:pt x="101" y="91"/>
                  </a:lnTo>
                  <a:lnTo>
                    <a:pt x="89" y="99"/>
                  </a:lnTo>
                  <a:lnTo>
                    <a:pt x="89" y="99"/>
                  </a:lnTo>
                  <a:lnTo>
                    <a:pt x="81" y="106"/>
                  </a:lnTo>
                  <a:lnTo>
                    <a:pt x="74" y="112"/>
                  </a:lnTo>
                  <a:lnTo>
                    <a:pt x="68" y="119"/>
                  </a:lnTo>
                  <a:lnTo>
                    <a:pt x="63" y="127"/>
                  </a:lnTo>
                  <a:lnTo>
                    <a:pt x="55" y="143"/>
                  </a:lnTo>
                  <a:lnTo>
                    <a:pt x="47" y="159"/>
                  </a:lnTo>
                  <a:lnTo>
                    <a:pt x="44" y="166"/>
                  </a:lnTo>
                  <a:lnTo>
                    <a:pt x="44" y="166"/>
                  </a:lnTo>
                  <a:lnTo>
                    <a:pt x="40" y="175"/>
                  </a:lnTo>
                  <a:lnTo>
                    <a:pt x="37" y="184"/>
                  </a:lnTo>
                  <a:lnTo>
                    <a:pt x="33" y="207"/>
                  </a:lnTo>
                  <a:lnTo>
                    <a:pt x="30" y="231"/>
                  </a:lnTo>
                  <a:lnTo>
                    <a:pt x="29" y="256"/>
                  </a:lnTo>
                  <a:lnTo>
                    <a:pt x="30" y="281"/>
                  </a:lnTo>
                  <a:lnTo>
                    <a:pt x="33" y="304"/>
                  </a:lnTo>
                  <a:lnTo>
                    <a:pt x="35" y="316"/>
                  </a:lnTo>
                  <a:lnTo>
                    <a:pt x="38" y="326"/>
                  </a:lnTo>
                  <a:lnTo>
                    <a:pt x="41" y="335"/>
                  </a:lnTo>
                  <a:lnTo>
                    <a:pt x="45" y="344"/>
                  </a:lnTo>
                  <a:lnTo>
                    <a:pt x="45" y="344"/>
                  </a:lnTo>
                  <a:lnTo>
                    <a:pt x="49" y="353"/>
                  </a:lnTo>
                  <a:lnTo>
                    <a:pt x="55" y="360"/>
                  </a:lnTo>
                  <a:lnTo>
                    <a:pt x="60" y="366"/>
                  </a:lnTo>
                  <a:lnTo>
                    <a:pt x="65" y="372"/>
                  </a:lnTo>
                  <a:lnTo>
                    <a:pt x="71" y="378"/>
                  </a:lnTo>
                  <a:lnTo>
                    <a:pt x="77" y="382"/>
                  </a:lnTo>
                  <a:lnTo>
                    <a:pt x="92" y="391"/>
                  </a:lnTo>
                  <a:lnTo>
                    <a:pt x="92" y="391"/>
                  </a:lnTo>
                  <a:lnTo>
                    <a:pt x="97" y="394"/>
                  </a:lnTo>
                  <a:lnTo>
                    <a:pt x="101" y="397"/>
                  </a:lnTo>
                  <a:lnTo>
                    <a:pt x="108" y="390"/>
                  </a:lnTo>
                  <a:lnTo>
                    <a:pt x="109" y="393"/>
                  </a:lnTo>
                  <a:lnTo>
                    <a:pt x="109" y="393"/>
                  </a:lnTo>
                  <a:lnTo>
                    <a:pt x="112" y="393"/>
                  </a:lnTo>
                  <a:lnTo>
                    <a:pt x="112" y="393"/>
                  </a:lnTo>
                  <a:lnTo>
                    <a:pt x="117" y="394"/>
                  </a:lnTo>
                  <a:lnTo>
                    <a:pt x="121" y="395"/>
                  </a:lnTo>
                  <a:lnTo>
                    <a:pt x="123" y="397"/>
                  </a:lnTo>
                  <a:lnTo>
                    <a:pt x="125" y="400"/>
                  </a:lnTo>
                  <a:lnTo>
                    <a:pt x="127" y="405"/>
                  </a:lnTo>
                  <a:lnTo>
                    <a:pt x="127" y="410"/>
                  </a:lnTo>
                  <a:lnTo>
                    <a:pt x="127" y="410"/>
                  </a:lnTo>
                  <a:lnTo>
                    <a:pt x="127" y="413"/>
                  </a:lnTo>
                  <a:lnTo>
                    <a:pt x="125" y="419"/>
                  </a:lnTo>
                  <a:lnTo>
                    <a:pt x="123" y="421"/>
                  </a:lnTo>
                  <a:lnTo>
                    <a:pt x="121" y="423"/>
                  </a:lnTo>
                  <a:lnTo>
                    <a:pt x="117" y="425"/>
                  </a:lnTo>
                  <a:lnTo>
                    <a:pt x="112" y="425"/>
                  </a:lnTo>
                  <a:lnTo>
                    <a:pt x="112" y="425"/>
                  </a:lnTo>
                  <a:lnTo>
                    <a:pt x="103" y="426"/>
                  </a:lnTo>
                  <a:lnTo>
                    <a:pt x="103" y="426"/>
                  </a:lnTo>
                  <a:lnTo>
                    <a:pt x="96" y="426"/>
                  </a:lnTo>
                  <a:lnTo>
                    <a:pt x="96" y="426"/>
                  </a:lnTo>
                  <a:close/>
                  <a:moveTo>
                    <a:pt x="819" y="29"/>
                  </a:moveTo>
                  <a:lnTo>
                    <a:pt x="819" y="29"/>
                  </a:lnTo>
                  <a:lnTo>
                    <a:pt x="805" y="31"/>
                  </a:lnTo>
                  <a:lnTo>
                    <a:pt x="788" y="32"/>
                  </a:lnTo>
                  <a:lnTo>
                    <a:pt x="771" y="34"/>
                  </a:lnTo>
                  <a:lnTo>
                    <a:pt x="754" y="37"/>
                  </a:lnTo>
                  <a:lnTo>
                    <a:pt x="736" y="41"/>
                  </a:lnTo>
                  <a:lnTo>
                    <a:pt x="717" y="46"/>
                  </a:lnTo>
                  <a:lnTo>
                    <a:pt x="675" y="58"/>
                  </a:lnTo>
                  <a:lnTo>
                    <a:pt x="675" y="58"/>
                  </a:lnTo>
                  <a:lnTo>
                    <a:pt x="659" y="65"/>
                  </a:lnTo>
                  <a:lnTo>
                    <a:pt x="643" y="72"/>
                  </a:lnTo>
                  <a:lnTo>
                    <a:pt x="628" y="80"/>
                  </a:lnTo>
                  <a:lnTo>
                    <a:pt x="613" y="90"/>
                  </a:lnTo>
                  <a:lnTo>
                    <a:pt x="599" y="101"/>
                  </a:lnTo>
                  <a:lnTo>
                    <a:pt x="586" y="113"/>
                  </a:lnTo>
                  <a:lnTo>
                    <a:pt x="572" y="127"/>
                  </a:lnTo>
                  <a:lnTo>
                    <a:pt x="559" y="142"/>
                  </a:lnTo>
                  <a:lnTo>
                    <a:pt x="550" y="152"/>
                  </a:lnTo>
                  <a:lnTo>
                    <a:pt x="562" y="160"/>
                  </a:lnTo>
                  <a:lnTo>
                    <a:pt x="562" y="160"/>
                  </a:lnTo>
                  <a:lnTo>
                    <a:pt x="582" y="174"/>
                  </a:lnTo>
                  <a:lnTo>
                    <a:pt x="602" y="190"/>
                  </a:lnTo>
                  <a:lnTo>
                    <a:pt x="602" y="190"/>
                  </a:lnTo>
                  <a:lnTo>
                    <a:pt x="632" y="213"/>
                  </a:lnTo>
                  <a:lnTo>
                    <a:pt x="648" y="224"/>
                  </a:lnTo>
                  <a:lnTo>
                    <a:pt x="664" y="234"/>
                  </a:lnTo>
                  <a:lnTo>
                    <a:pt x="664" y="234"/>
                  </a:lnTo>
                  <a:lnTo>
                    <a:pt x="688" y="246"/>
                  </a:lnTo>
                  <a:lnTo>
                    <a:pt x="704" y="255"/>
                  </a:lnTo>
                  <a:lnTo>
                    <a:pt x="723" y="264"/>
                  </a:lnTo>
                  <a:lnTo>
                    <a:pt x="744" y="272"/>
                  </a:lnTo>
                  <a:lnTo>
                    <a:pt x="765" y="279"/>
                  </a:lnTo>
                  <a:lnTo>
                    <a:pt x="787" y="286"/>
                  </a:lnTo>
                  <a:lnTo>
                    <a:pt x="797" y="288"/>
                  </a:lnTo>
                  <a:lnTo>
                    <a:pt x="808" y="289"/>
                  </a:lnTo>
                  <a:lnTo>
                    <a:pt x="808" y="289"/>
                  </a:lnTo>
                  <a:lnTo>
                    <a:pt x="834" y="291"/>
                  </a:lnTo>
                  <a:lnTo>
                    <a:pt x="859" y="292"/>
                  </a:lnTo>
                  <a:lnTo>
                    <a:pt x="859" y="292"/>
                  </a:lnTo>
                  <a:lnTo>
                    <a:pt x="882" y="291"/>
                  </a:lnTo>
                  <a:lnTo>
                    <a:pt x="903" y="289"/>
                  </a:lnTo>
                  <a:lnTo>
                    <a:pt x="922" y="285"/>
                  </a:lnTo>
                  <a:lnTo>
                    <a:pt x="940" y="279"/>
                  </a:lnTo>
                  <a:lnTo>
                    <a:pt x="955" y="273"/>
                  </a:lnTo>
                  <a:lnTo>
                    <a:pt x="970" y="265"/>
                  </a:lnTo>
                  <a:lnTo>
                    <a:pt x="983" y="255"/>
                  </a:lnTo>
                  <a:lnTo>
                    <a:pt x="994" y="243"/>
                  </a:lnTo>
                  <a:lnTo>
                    <a:pt x="994" y="243"/>
                  </a:lnTo>
                  <a:lnTo>
                    <a:pt x="1001" y="233"/>
                  </a:lnTo>
                  <a:lnTo>
                    <a:pt x="1007" y="222"/>
                  </a:lnTo>
                  <a:lnTo>
                    <a:pt x="1012" y="209"/>
                  </a:lnTo>
                  <a:lnTo>
                    <a:pt x="1016" y="197"/>
                  </a:lnTo>
                  <a:lnTo>
                    <a:pt x="1019" y="182"/>
                  </a:lnTo>
                  <a:lnTo>
                    <a:pt x="1021" y="169"/>
                  </a:lnTo>
                  <a:lnTo>
                    <a:pt x="1021" y="156"/>
                  </a:lnTo>
                  <a:lnTo>
                    <a:pt x="1020" y="142"/>
                  </a:lnTo>
                  <a:lnTo>
                    <a:pt x="1020" y="142"/>
                  </a:lnTo>
                  <a:lnTo>
                    <a:pt x="1019" y="134"/>
                  </a:lnTo>
                  <a:lnTo>
                    <a:pt x="1016" y="127"/>
                  </a:lnTo>
                  <a:lnTo>
                    <a:pt x="1014" y="119"/>
                  </a:lnTo>
                  <a:lnTo>
                    <a:pt x="1010" y="113"/>
                  </a:lnTo>
                  <a:lnTo>
                    <a:pt x="1007" y="107"/>
                  </a:lnTo>
                  <a:lnTo>
                    <a:pt x="1002" y="101"/>
                  </a:lnTo>
                  <a:lnTo>
                    <a:pt x="997" y="96"/>
                  </a:lnTo>
                  <a:lnTo>
                    <a:pt x="991" y="91"/>
                  </a:lnTo>
                  <a:lnTo>
                    <a:pt x="991" y="91"/>
                  </a:lnTo>
                  <a:lnTo>
                    <a:pt x="973" y="79"/>
                  </a:lnTo>
                  <a:lnTo>
                    <a:pt x="973" y="79"/>
                  </a:lnTo>
                  <a:lnTo>
                    <a:pt x="956" y="67"/>
                  </a:lnTo>
                  <a:lnTo>
                    <a:pt x="947" y="60"/>
                  </a:lnTo>
                  <a:lnTo>
                    <a:pt x="938" y="55"/>
                  </a:lnTo>
                  <a:lnTo>
                    <a:pt x="938" y="55"/>
                  </a:lnTo>
                  <a:lnTo>
                    <a:pt x="926" y="50"/>
                  </a:lnTo>
                  <a:lnTo>
                    <a:pt x="914" y="46"/>
                  </a:lnTo>
                  <a:lnTo>
                    <a:pt x="889" y="39"/>
                  </a:lnTo>
                  <a:lnTo>
                    <a:pt x="865" y="35"/>
                  </a:lnTo>
                  <a:lnTo>
                    <a:pt x="849" y="32"/>
                  </a:lnTo>
                  <a:lnTo>
                    <a:pt x="849" y="32"/>
                  </a:lnTo>
                  <a:lnTo>
                    <a:pt x="834" y="31"/>
                  </a:lnTo>
                  <a:lnTo>
                    <a:pt x="819" y="29"/>
                  </a:lnTo>
                  <a:lnTo>
                    <a:pt x="819" y="29"/>
                  </a:lnTo>
                  <a:close/>
                </a:path>
              </a:pathLst>
            </a:custGeom>
            <a:grpFill/>
            <a:ln>
              <a:solidFill>
                <a:schemeClr val="accent1">
                  <a:lumMod val="75000"/>
                  <a:alpha val="0"/>
                </a:schemeClr>
              </a:solidFill>
            </a:ln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</p:grpSp>
      <p:sp>
        <p:nvSpPr>
          <p:cNvPr id="65540" name="Slide Number Placeholder 3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557530" indent="-21463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857250" indent="-1714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200150" indent="-1714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1543050" indent="-1714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1885950" indent="-1714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228850" indent="-1714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2571750" indent="-1714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2914650" indent="-1714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fld id="{2B8E6DFC-A304-4BAE-9FF0-3C5F4FD8CC88}" type="slidenum">
              <a:rPr lang="en-US" altLang="zh-CN" sz="465" smtClean="0"/>
              <a:pPr/>
              <a:t>43</a:t>
            </a:fld>
            <a:endParaRPr lang="en-US" altLang="zh-CN" sz="465"/>
          </a:p>
        </p:txBody>
      </p:sp>
      <p:pic>
        <p:nvPicPr>
          <p:cNvPr id="4" name="图片 3"/>
          <p:cNvPicPr>
            <a:picLocks noChangeAspect="1"/>
          </p:cNvPicPr>
          <p:nvPr/>
        </p:nvPicPr>
        <p:blipFill>
          <a:blip r:embed="rId30" cstate="print"/>
          <a:stretch>
            <a:fillRect/>
          </a:stretch>
        </p:blipFill>
        <p:spPr>
          <a:xfrm>
            <a:off x="1705610" y="4838700"/>
            <a:ext cx="5492750" cy="1449070"/>
          </a:xfrm>
          <a:prstGeom prst="rect">
            <a:avLst/>
          </a:prstGeom>
        </p:spPr>
      </p:pic>
      <p:sp>
        <p:nvSpPr>
          <p:cNvPr id="9" name="Content Placeholder 2"/>
          <p:cNvSpPr txBox="1"/>
          <p:nvPr/>
        </p:nvSpPr>
        <p:spPr>
          <a:xfrm>
            <a:off x="628650" y="1557020"/>
            <a:ext cx="7891780" cy="2971800"/>
          </a:xfrm>
          <a:prstGeom prst="rect">
            <a:avLst/>
          </a:prstGeom>
        </p:spPr>
        <p:txBody>
          <a:bodyPr vert="horz" lIns="68580" tIns="34290" rIns="68580" bIns="34290" rtlCol="0">
            <a:noAutofit/>
          </a:bodyPr>
          <a:lstStyle>
            <a:lvl1pPr marL="128270" indent="-128270" algn="l" defTabSz="514350" rtl="0" eaLnBrk="1" latinLnBrk="0" hangingPunct="1">
              <a:lnSpc>
                <a:spcPct val="90000"/>
              </a:lnSpc>
              <a:spcBef>
                <a:spcPts val="565"/>
              </a:spcBef>
              <a:buFont typeface="Wingdings 2" panose="05020102010507070707" pitchFamily="18" charset="2"/>
              <a:buChar char=""/>
              <a:defRPr sz="2400" kern="1200">
                <a:solidFill>
                  <a:schemeClr val="tx1"/>
                </a:solidFill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defRPr>
            </a:lvl1pPr>
            <a:lvl2pPr marL="385445" indent="-128270" algn="l" defTabSz="514350" rtl="0" eaLnBrk="1" latinLnBrk="0" hangingPunct="1">
              <a:lnSpc>
                <a:spcPct val="90000"/>
              </a:lnSpc>
              <a:spcBef>
                <a:spcPts val="280"/>
              </a:spcBef>
              <a:buFont typeface="Wingdings 2" panose="05020102010507070707" pitchFamily="18" charset="2"/>
              <a:buChar char=""/>
              <a:defRPr sz="2000" kern="1200">
                <a:solidFill>
                  <a:schemeClr val="tx1"/>
                </a:solidFill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defRPr>
            </a:lvl2pPr>
            <a:lvl3pPr marL="642620" indent="-128270" algn="l" defTabSz="514350" rtl="0" eaLnBrk="1" latinLnBrk="0" hangingPunct="1">
              <a:lnSpc>
                <a:spcPct val="90000"/>
              </a:lnSpc>
              <a:spcBef>
                <a:spcPts val="280"/>
              </a:spcBef>
              <a:buFont typeface="Wingdings 2" panose="05020102010507070707" pitchFamily="18" charset="2"/>
              <a:buChar char=""/>
              <a:defRPr sz="1800" kern="1200">
                <a:solidFill>
                  <a:schemeClr val="tx1"/>
                </a:solidFill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defRPr>
            </a:lvl3pPr>
            <a:lvl4pPr marL="899795" indent="-128270" algn="l" defTabSz="514350" rtl="0" eaLnBrk="1" latinLnBrk="0" hangingPunct="1">
              <a:lnSpc>
                <a:spcPct val="90000"/>
              </a:lnSpc>
              <a:spcBef>
                <a:spcPts val="280"/>
              </a:spcBef>
              <a:buFont typeface="Wingdings 2" panose="05020102010507070707" pitchFamily="18" charset="2"/>
              <a:buChar char=""/>
              <a:defRPr sz="1400" kern="1200">
                <a:solidFill>
                  <a:schemeClr val="tx1"/>
                </a:solidFill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defRPr>
            </a:lvl4pPr>
            <a:lvl5pPr marL="1156970" indent="-128270" algn="l" defTabSz="514350" rtl="0" eaLnBrk="1" latinLnBrk="0" hangingPunct="1">
              <a:lnSpc>
                <a:spcPct val="90000"/>
              </a:lnSpc>
              <a:spcBef>
                <a:spcPts val="280"/>
              </a:spcBef>
              <a:buFont typeface="Wingdings 2" panose="05020102010507070707" pitchFamily="18" charset="2"/>
              <a:buChar char=""/>
              <a:defRPr sz="1400" kern="1200">
                <a:solidFill>
                  <a:schemeClr val="tx1"/>
                </a:solidFill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defRPr>
            </a:lvl5pPr>
            <a:lvl6pPr marL="1414145" indent="-128270" algn="l" defTabSz="514350" rtl="0" eaLnBrk="1" latinLnBrk="0" hangingPunct="1">
              <a:spcBef>
                <a:spcPct val="20000"/>
              </a:spcBef>
              <a:buFont typeface="Wingdings 2" panose="05020102010507070707" pitchFamily="18" charset="2"/>
              <a:buChar char=""/>
              <a:defRPr sz="1015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1671320" indent="-128270" algn="l" defTabSz="514350" rtl="0" eaLnBrk="1" latinLnBrk="0" hangingPunct="1">
              <a:spcBef>
                <a:spcPct val="20000"/>
              </a:spcBef>
              <a:buFont typeface="Wingdings 2" panose="05020102010507070707" pitchFamily="18" charset="2"/>
              <a:buChar char=""/>
              <a:defRPr sz="1015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1928495" indent="-128270" algn="l" defTabSz="514350" rtl="0" eaLnBrk="1" latinLnBrk="0" hangingPunct="1">
              <a:spcBef>
                <a:spcPct val="20000"/>
              </a:spcBef>
              <a:buFont typeface="Wingdings 2" panose="05020102010507070707" pitchFamily="18" charset="2"/>
              <a:buChar char=""/>
              <a:defRPr sz="1015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185670" indent="-128270" algn="l" defTabSz="514350" rtl="0" eaLnBrk="1" latinLnBrk="0" hangingPunct="1">
              <a:spcBef>
                <a:spcPct val="20000"/>
              </a:spcBef>
              <a:buFont typeface="Wingdings 2" panose="05020102010507070707" pitchFamily="18" charset="2"/>
              <a:buChar char=""/>
              <a:defRPr sz="1015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62255" lvl="1" indent="0">
              <a:buNone/>
            </a:pPr>
            <a:r>
              <a:rPr lang="en-US" altLang="zh-CN" dirty="0">
                <a:solidFill>
                  <a:srgbClr val="008000"/>
                </a:solidFill>
              </a:rPr>
              <a:t>//Array Implementation for Queue</a:t>
            </a:r>
            <a:endParaRPr lang="pt-BR" altLang="zh-CN" sz="1800" dirty="0"/>
          </a:p>
          <a:p>
            <a:pPr marL="262255" lvl="1" indent="0">
              <a:buFont typeface="Wingdings 2" panose="05020102010507070707" pitchFamily="18" charset="2"/>
              <a:buNone/>
            </a:pPr>
            <a:r>
              <a:rPr lang="pt-BR" altLang="zh-CN" dirty="0"/>
              <a:t>template &lt;typename E&gt; class AQueue: public Queue&lt;E&gt; {</a:t>
            </a:r>
          </a:p>
          <a:p>
            <a:pPr marL="262255" lvl="1" indent="0">
              <a:buFont typeface="Wingdings 2" panose="05020102010507070707" pitchFamily="18" charset="2"/>
              <a:buNone/>
            </a:pPr>
            <a:r>
              <a:rPr lang="en-US" altLang="zh-CN" dirty="0"/>
              <a:t>  private:</a:t>
            </a:r>
          </a:p>
          <a:p>
            <a:pPr marL="262255" lvl="1" indent="0">
              <a:buFont typeface="Wingdings 2" panose="05020102010507070707" pitchFamily="18" charset="2"/>
              <a:buNone/>
            </a:pPr>
            <a:r>
              <a:rPr lang="en-US" altLang="zh-CN" dirty="0"/>
              <a:t>	</a:t>
            </a:r>
            <a:r>
              <a:rPr lang="en-US" altLang="zh-CN" dirty="0" err="1"/>
              <a:t>int</a:t>
            </a:r>
            <a:r>
              <a:rPr lang="en-US" altLang="zh-CN" dirty="0"/>
              <a:t> </a:t>
            </a:r>
            <a:r>
              <a:rPr lang="en-US" altLang="zh-CN" dirty="0" err="1"/>
              <a:t>maxSize</a:t>
            </a:r>
            <a:r>
              <a:rPr lang="en-US" altLang="zh-CN" dirty="0"/>
              <a:t>; </a:t>
            </a:r>
            <a:r>
              <a:rPr lang="en-US" altLang="zh-CN" dirty="0">
                <a:solidFill>
                  <a:srgbClr val="00B050"/>
                </a:solidFill>
              </a:rPr>
              <a:t>// Maximum size of queue</a:t>
            </a:r>
          </a:p>
          <a:p>
            <a:pPr marL="262255" lvl="1" indent="0">
              <a:buFont typeface="Wingdings 2" panose="05020102010507070707" pitchFamily="18" charset="2"/>
              <a:buNone/>
            </a:pPr>
            <a:r>
              <a:rPr lang="en-US" altLang="zh-CN" dirty="0"/>
              <a:t>	</a:t>
            </a:r>
            <a:r>
              <a:rPr lang="en-US" altLang="zh-CN" dirty="0" err="1"/>
              <a:t>int</a:t>
            </a:r>
            <a:r>
              <a:rPr lang="en-US" altLang="zh-CN" dirty="0"/>
              <a:t> front; </a:t>
            </a:r>
            <a:r>
              <a:rPr lang="en-US" altLang="zh-CN" dirty="0">
                <a:solidFill>
                  <a:srgbClr val="00B050"/>
                </a:solidFill>
              </a:rPr>
              <a:t>// Index of front element</a:t>
            </a:r>
          </a:p>
          <a:p>
            <a:pPr marL="262255" lvl="1" indent="0">
              <a:buFont typeface="Wingdings 2" panose="05020102010507070707" pitchFamily="18" charset="2"/>
              <a:buNone/>
            </a:pPr>
            <a:r>
              <a:rPr lang="en-US" altLang="zh-CN" dirty="0"/>
              <a:t>	</a:t>
            </a:r>
            <a:r>
              <a:rPr lang="en-US" altLang="zh-CN" dirty="0" err="1"/>
              <a:t>int</a:t>
            </a:r>
            <a:r>
              <a:rPr lang="en-US" altLang="zh-CN" dirty="0"/>
              <a:t> rear; </a:t>
            </a:r>
            <a:r>
              <a:rPr lang="en-US" altLang="zh-CN" dirty="0">
                <a:solidFill>
                  <a:srgbClr val="00B050"/>
                </a:solidFill>
              </a:rPr>
              <a:t>// Index of back element</a:t>
            </a:r>
          </a:p>
          <a:p>
            <a:pPr marL="262255" lvl="1" indent="0">
              <a:buFont typeface="Wingdings 2" panose="05020102010507070707" pitchFamily="18" charset="2"/>
              <a:buNone/>
            </a:pPr>
            <a:r>
              <a:rPr lang="en-US" altLang="zh-CN" dirty="0"/>
              <a:t>	E *</a:t>
            </a:r>
            <a:r>
              <a:rPr lang="en-US" altLang="zh-CN" dirty="0" err="1"/>
              <a:t>listArray</a:t>
            </a:r>
            <a:r>
              <a:rPr lang="en-US" altLang="zh-CN" dirty="0"/>
              <a:t>; </a:t>
            </a:r>
            <a:r>
              <a:rPr lang="en-US" altLang="zh-CN" dirty="0">
                <a:solidFill>
                  <a:srgbClr val="00B050"/>
                </a:solidFill>
              </a:rPr>
              <a:t>// Array holding queue elements</a:t>
            </a:r>
          </a:p>
          <a:p>
            <a:pPr marL="262255" lvl="1" indent="0">
              <a:buFont typeface="Wingdings 2" panose="05020102010507070707" pitchFamily="18" charset="2"/>
              <a:buNone/>
            </a:pPr>
            <a:r>
              <a:rPr lang="en-US" altLang="zh-CN" dirty="0">
                <a:solidFill>
                  <a:srgbClr val="00B050"/>
                </a:solidFill>
              </a:rPr>
              <a:t>  </a:t>
            </a:r>
            <a:r>
              <a:rPr lang="en-US" altLang="zh-CN" dirty="0" err="1"/>
              <a:t>int</a:t>
            </a:r>
            <a:r>
              <a:rPr lang="en-US" altLang="zh-CN" dirty="0"/>
              <a:t> </a:t>
            </a:r>
            <a:r>
              <a:rPr lang="en-US" altLang="zh-CN" dirty="0" err="1"/>
              <a:t>currSize</a:t>
            </a:r>
            <a:r>
              <a:rPr lang="en-US" altLang="zh-CN" dirty="0"/>
              <a:t>; </a:t>
            </a:r>
            <a:r>
              <a:rPr lang="en-US" altLang="zh-CN" dirty="0">
                <a:solidFill>
                  <a:srgbClr val="00B050"/>
                </a:solidFill>
              </a:rPr>
              <a:t>//length of queue</a:t>
            </a:r>
          </a:p>
          <a:p>
            <a:pPr marL="262255" lvl="1" indent="0">
              <a:buFont typeface="Wingdings 2" panose="05020102010507070707" pitchFamily="18" charset="2"/>
              <a:buNone/>
            </a:pPr>
            <a:r>
              <a:rPr lang="en-US" altLang="zh-CN" dirty="0"/>
              <a:t>  …</a:t>
            </a:r>
          </a:p>
          <a:p>
            <a:pPr marL="262255" lvl="1" indent="0">
              <a:buFont typeface="Wingdings 2" panose="05020102010507070707" pitchFamily="18" charset="2"/>
              <a:buNone/>
            </a:pPr>
            <a:r>
              <a:rPr lang="en-US" altLang="zh-CN" dirty="0"/>
              <a:t>};</a:t>
            </a:r>
          </a:p>
        </p:txBody>
      </p:sp>
      <p:sp>
        <p:nvSpPr>
          <p:cNvPr id="2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fld id="{8E6D47D5-2F50-47E8-A4A6-DCEDB208E37C}" type="datetime1">
              <a:rPr lang="zh-CN" altLang="en-US" sz="465" smtClean="0"/>
              <a:pPr>
                <a:defRPr/>
              </a:pPr>
              <a:t>2025/12/16</a:t>
            </a:fld>
            <a:endParaRPr lang="zh-CN" altLang="en-US" sz="465"/>
          </a:p>
        </p:txBody>
      </p:sp>
      <p:sp>
        <p:nvSpPr>
          <p:cNvPr id="3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altLang="zh-CN" sz="465"/>
              <a:t>Stacks and Queues - Lecture 6</a:t>
            </a:r>
            <a:endParaRPr lang="zh-CN" altLang="en-US" sz="465"/>
          </a:p>
        </p:txBody>
      </p:sp>
    </p:spTree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矩形 4"/>
          <p:cNvSpPr/>
          <p:nvPr>
            <p:custDataLst>
              <p:tags r:id="rId1"/>
            </p:custDataLst>
          </p:nvPr>
        </p:nvSpPr>
        <p:spPr>
          <a:xfrm>
            <a:off x="207010" y="708025"/>
            <a:ext cx="4396740" cy="1530350"/>
          </a:xfrm>
          <a:prstGeom prst="rect">
            <a:avLst/>
          </a:prstGeom>
          <a:solidFill>
            <a:srgbClr val="1E7AB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350">
              <a:latin typeface="Noto Serif CJK SC" panose="02020400000000000000" pitchFamily="18" charset="-122"/>
              <a:ea typeface="FZHei-B01S" panose="02010601030101010101" pitchFamily="2" charset="-122"/>
              <a:sym typeface="Noto Serif CJK SC" panose="02020400000000000000" pitchFamily="18" charset="-122"/>
            </a:endParaRPr>
          </a:p>
        </p:txBody>
      </p:sp>
      <p:sp>
        <p:nvSpPr>
          <p:cNvPr id="7" name="矩形 6"/>
          <p:cNvSpPr/>
          <p:nvPr>
            <p:custDataLst>
              <p:tags r:id="rId2"/>
            </p:custDataLst>
          </p:nvPr>
        </p:nvSpPr>
        <p:spPr>
          <a:xfrm>
            <a:off x="207010" y="1406525"/>
            <a:ext cx="8709660" cy="488569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350">
              <a:latin typeface="Noto Serif CJK SC" panose="02020400000000000000" pitchFamily="18" charset="-122"/>
              <a:ea typeface="FZHei-B01S" panose="02010601030101010101" pitchFamily="2" charset="-122"/>
              <a:sym typeface="Noto Serif CJK SC" panose="02020400000000000000" pitchFamily="18" charset="-122"/>
            </a:endParaRPr>
          </a:p>
        </p:txBody>
      </p:sp>
      <p:sp>
        <p:nvSpPr>
          <p:cNvPr id="11" name="Title 1"/>
          <p:cNvSpPr>
            <a:spLocks noGrp="1"/>
          </p:cNvSpPr>
          <p:nvPr>
            <p:custDataLst>
              <p:tags r:id="rId3"/>
            </p:custDataLst>
          </p:nvPr>
        </p:nvSpPr>
        <p:spPr>
          <a:xfrm>
            <a:off x="368935" y="751840"/>
            <a:ext cx="6592570" cy="72136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5335" kern="120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+mj-ea"/>
                <a:cs typeface="Times New Roman" panose="02020603050405020304" pitchFamily="18" charset="0"/>
              </a:defRPr>
            </a:lvl1pPr>
          </a:lstStyle>
          <a:p>
            <a:r>
              <a:rPr lang="en-US" altLang="zh-CN" sz="3600" dirty="0">
                <a:solidFill>
                  <a:schemeClr val="bg1"/>
                </a:solidFill>
              </a:rPr>
              <a:t>Array-Based Queues</a:t>
            </a:r>
          </a:p>
        </p:txBody>
      </p:sp>
      <p:pic>
        <p:nvPicPr>
          <p:cNvPr id="13" name="图片 12" descr="华工标志（透明版"/>
          <p:cNvPicPr>
            <a:picLocks noChangeAspect="1"/>
          </p:cNvPicPr>
          <p:nvPr>
            <p:custDataLst>
              <p:tags r:id="rId4"/>
            </p:custDataLst>
          </p:nvPr>
        </p:nvPicPr>
        <p:blipFill>
          <a:blip r:embed="rId29" cstate="print"/>
          <a:stretch>
            <a:fillRect/>
          </a:stretch>
        </p:blipFill>
        <p:spPr>
          <a:xfrm>
            <a:off x="7740015" y="116205"/>
            <a:ext cx="1230630" cy="1230630"/>
          </a:xfrm>
          <a:prstGeom prst="rect">
            <a:avLst/>
          </a:prstGeom>
        </p:spPr>
      </p:pic>
      <p:grpSp>
        <p:nvGrpSpPr>
          <p:cNvPr id="951" name="组合 950"/>
          <p:cNvGrpSpPr/>
          <p:nvPr/>
        </p:nvGrpSpPr>
        <p:grpSpPr>
          <a:xfrm rot="3780000">
            <a:off x="7806690" y="5443855"/>
            <a:ext cx="740410" cy="758825"/>
            <a:chOff x="3282950" y="1154113"/>
            <a:chExt cx="698501" cy="715963"/>
          </a:xfrm>
          <a:solidFill>
            <a:schemeClr val="accent1">
              <a:lumMod val="75000"/>
              <a:alpha val="37000"/>
            </a:schemeClr>
          </a:solidFill>
        </p:grpSpPr>
        <p:sp>
          <p:nvSpPr>
            <p:cNvPr id="17289" name="Freeform 905"/>
            <p:cNvSpPr/>
            <p:nvPr>
              <p:custDataLst>
                <p:tags r:id="rId5"/>
              </p:custDataLst>
            </p:nvPr>
          </p:nvSpPr>
          <p:spPr bwMode="auto">
            <a:xfrm>
              <a:off x="3324225" y="1268413"/>
              <a:ext cx="55563" cy="153988"/>
            </a:xfrm>
            <a:custGeom>
              <a:avLst/>
              <a:gdLst/>
              <a:ahLst/>
              <a:cxnLst>
                <a:cxn ang="0">
                  <a:pos x="96" y="3"/>
                </a:cxn>
                <a:cxn ang="0">
                  <a:pos x="96" y="3"/>
                </a:cxn>
                <a:cxn ang="0">
                  <a:pos x="86" y="18"/>
                </a:cxn>
                <a:cxn ang="0">
                  <a:pos x="77" y="35"/>
                </a:cxn>
                <a:cxn ang="0">
                  <a:pos x="70" y="51"/>
                </a:cxn>
                <a:cxn ang="0">
                  <a:pos x="63" y="69"/>
                </a:cxn>
                <a:cxn ang="0">
                  <a:pos x="50" y="104"/>
                </a:cxn>
                <a:cxn ang="0">
                  <a:pos x="39" y="138"/>
                </a:cxn>
                <a:cxn ang="0">
                  <a:pos x="39" y="138"/>
                </a:cxn>
                <a:cxn ang="0">
                  <a:pos x="27" y="174"/>
                </a:cxn>
                <a:cxn ang="0">
                  <a:pos x="15" y="210"/>
                </a:cxn>
                <a:cxn ang="0">
                  <a:pos x="10" y="229"/>
                </a:cxn>
                <a:cxn ang="0">
                  <a:pos x="5" y="247"/>
                </a:cxn>
                <a:cxn ang="0">
                  <a:pos x="2" y="266"/>
                </a:cxn>
                <a:cxn ang="0">
                  <a:pos x="0" y="285"/>
                </a:cxn>
                <a:cxn ang="0">
                  <a:pos x="0" y="285"/>
                </a:cxn>
                <a:cxn ang="0">
                  <a:pos x="1" y="287"/>
                </a:cxn>
                <a:cxn ang="0">
                  <a:pos x="2" y="288"/>
                </a:cxn>
                <a:cxn ang="0">
                  <a:pos x="3" y="289"/>
                </a:cxn>
                <a:cxn ang="0">
                  <a:pos x="5" y="290"/>
                </a:cxn>
                <a:cxn ang="0">
                  <a:pos x="6" y="289"/>
                </a:cxn>
                <a:cxn ang="0">
                  <a:pos x="8" y="288"/>
                </a:cxn>
                <a:cxn ang="0">
                  <a:pos x="9" y="287"/>
                </a:cxn>
                <a:cxn ang="0">
                  <a:pos x="10" y="285"/>
                </a:cxn>
                <a:cxn ang="0">
                  <a:pos x="10" y="285"/>
                </a:cxn>
                <a:cxn ang="0">
                  <a:pos x="11" y="266"/>
                </a:cxn>
                <a:cxn ang="0">
                  <a:pos x="15" y="247"/>
                </a:cxn>
                <a:cxn ang="0">
                  <a:pos x="19" y="230"/>
                </a:cxn>
                <a:cxn ang="0">
                  <a:pos x="25" y="211"/>
                </a:cxn>
                <a:cxn ang="0">
                  <a:pos x="36" y="176"/>
                </a:cxn>
                <a:cxn ang="0">
                  <a:pos x="48" y="141"/>
                </a:cxn>
                <a:cxn ang="0">
                  <a:pos x="48" y="141"/>
                </a:cxn>
                <a:cxn ang="0">
                  <a:pos x="60" y="107"/>
                </a:cxn>
                <a:cxn ang="0">
                  <a:pos x="71" y="72"/>
                </a:cxn>
                <a:cxn ang="0">
                  <a:pos x="78" y="55"/>
                </a:cxn>
                <a:cxn ang="0">
                  <a:pos x="86" y="39"/>
                </a:cxn>
                <a:cxn ang="0">
                  <a:pos x="94" y="22"/>
                </a:cxn>
                <a:cxn ang="0">
                  <a:pos x="104" y="8"/>
                </a:cxn>
                <a:cxn ang="0">
                  <a:pos x="104" y="8"/>
                </a:cxn>
                <a:cxn ang="0">
                  <a:pos x="105" y="6"/>
                </a:cxn>
                <a:cxn ang="0">
                  <a:pos x="104" y="4"/>
                </a:cxn>
                <a:cxn ang="0">
                  <a:pos x="104" y="3"/>
                </a:cxn>
                <a:cxn ang="0">
                  <a:pos x="102" y="2"/>
                </a:cxn>
                <a:cxn ang="0">
                  <a:pos x="99" y="0"/>
                </a:cxn>
                <a:cxn ang="0">
                  <a:pos x="97" y="2"/>
                </a:cxn>
                <a:cxn ang="0">
                  <a:pos x="96" y="3"/>
                </a:cxn>
                <a:cxn ang="0">
                  <a:pos x="96" y="3"/>
                </a:cxn>
              </a:cxnLst>
              <a:rect l="0" t="0" r="r" b="b"/>
              <a:pathLst>
                <a:path w="105" h="290">
                  <a:moveTo>
                    <a:pt x="96" y="3"/>
                  </a:moveTo>
                  <a:lnTo>
                    <a:pt x="96" y="3"/>
                  </a:lnTo>
                  <a:lnTo>
                    <a:pt x="86" y="18"/>
                  </a:lnTo>
                  <a:lnTo>
                    <a:pt x="77" y="35"/>
                  </a:lnTo>
                  <a:lnTo>
                    <a:pt x="70" y="51"/>
                  </a:lnTo>
                  <a:lnTo>
                    <a:pt x="63" y="69"/>
                  </a:lnTo>
                  <a:lnTo>
                    <a:pt x="50" y="104"/>
                  </a:lnTo>
                  <a:lnTo>
                    <a:pt x="39" y="138"/>
                  </a:lnTo>
                  <a:lnTo>
                    <a:pt x="39" y="138"/>
                  </a:lnTo>
                  <a:lnTo>
                    <a:pt x="27" y="174"/>
                  </a:lnTo>
                  <a:lnTo>
                    <a:pt x="15" y="210"/>
                  </a:lnTo>
                  <a:lnTo>
                    <a:pt x="10" y="229"/>
                  </a:lnTo>
                  <a:lnTo>
                    <a:pt x="5" y="247"/>
                  </a:lnTo>
                  <a:lnTo>
                    <a:pt x="2" y="266"/>
                  </a:lnTo>
                  <a:lnTo>
                    <a:pt x="0" y="285"/>
                  </a:lnTo>
                  <a:lnTo>
                    <a:pt x="0" y="285"/>
                  </a:lnTo>
                  <a:lnTo>
                    <a:pt x="1" y="287"/>
                  </a:lnTo>
                  <a:lnTo>
                    <a:pt x="2" y="288"/>
                  </a:lnTo>
                  <a:lnTo>
                    <a:pt x="3" y="289"/>
                  </a:lnTo>
                  <a:lnTo>
                    <a:pt x="5" y="290"/>
                  </a:lnTo>
                  <a:lnTo>
                    <a:pt x="6" y="289"/>
                  </a:lnTo>
                  <a:lnTo>
                    <a:pt x="8" y="288"/>
                  </a:lnTo>
                  <a:lnTo>
                    <a:pt x="9" y="287"/>
                  </a:lnTo>
                  <a:lnTo>
                    <a:pt x="10" y="285"/>
                  </a:lnTo>
                  <a:lnTo>
                    <a:pt x="10" y="285"/>
                  </a:lnTo>
                  <a:lnTo>
                    <a:pt x="11" y="266"/>
                  </a:lnTo>
                  <a:lnTo>
                    <a:pt x="15" y="247"/>
                  </a:lnTo>
                  <a:lnTo>
                    <a:pt x="19" y="230"/>
                  </a:lnTo>
                  <a:lnTo>
                    <a:pt x="25" y="211"/>
                  </a:lnTo>
                  <a:lnTo>
                    <a:pt x="36" y="176"/>
                  </a:lnTo>
                  <a:lnTo>
                    <a:pt x="48" y="141"/>
                  </a:lnTo>
                  <a:lnTo>
                    <a:pt x="48" y="141"/>
                  </a:lnTo>
                  <a:lnTo>
                    <a:pt x="60" y="107"/>
                  </a:lnTo>
                  <a:lnTo>
                    <a:pt x="71" y="72"/>
                  </a:lnTo>
                  <a:lnTo>
                    <a:pt x="78" y="55"/>
                  </a:lnTo>
                  <a:lnTo>
                    <a:pt x="86" y="39"/>
                  </a:lnTo>
                  <a:lnTo>
                    <a:pt x="94" y="22"/>
                  </a:lnTo>
                  <a:lnTo>
                    <a:pt x="104" y="8"/>
                  </a:lnTo>
                  <a:lnTo>
                    <a:pt x="104" y="8"/>
                  </a:lnTo>
                  <a:lnTo>
                    <a:pt x="105" y="6"/>
                  </a:lnTo>
                  <a:lnTo>
                    <a:pt x="104" y="4"/>
                  </a:lnTo>
                  <a:lnTo>
                    <a:pt x="104" y="3"/>
                  </a:lnTo>
                  <a:lnTo>
                    <a:pt x="102" y="2"/>
                  </a:lnTo>
                  <a:lnTo>
                    <a:pt x="99" y="0"/>
                  </a:lnTo>
                  <a:lnTo>
                    <a:pt x="97" y="2"/>
                  </a:lnTo>
                  <a:lnTo>
                    <a:pt x="96" y="3"/>
                  </a:lnTo>
                  <a:lnTo>
                    <a:pt x="96" y="3"/>
                  </a:lnTo>
                  <a:close/>
                </a:path>
              </a:pathLst>
            </a:custGeom>
            <a:grpFill/>
            <a:ln>
              <a:solidFill>
                <a:schemeClr val="accent1">
                  <a:lumMod val="75000"/>
                  <a:alpha val="0"/>
                </a:schemeClr>
              </a:solidFill>
            </a:ln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290" name="Freeform 906"/>
            <p:cNvSpPr/>
            <p:nvPr>
              <p:custDataLst>
                <p:tags r:id="rId6"/>
              </p:custDataLst>
            </p:nvPr>
          </p:nvSpPr>
          <p:spPr bwMode="auto">
            <a:xfrm>
              <a:off x="3325813" y="1239838"/>
              <a:ext cx="88900" cy="280988"/>
            </a:xfrm>
            <a:custGeom>
              <a:avLst/>
              <a:gdLst/>
              <a:ahLst/>
              <a:cxnLst>
                <a:cxn ang="0">
                  <a:pos x="156" y="4"/>
                </a:cxn>
                <a:cxn ang="0">
                  <a:pos x="152" y="37"/>
                </a:cxn>
                <a:cxn ang="0">
                  <a:pos x="143" y="70"/>
                </a:cxn>
                <a:cxn ang="0">
                  <a:pos x="121" y="134"/>
                </a:cxn>
                <a:cxn ang="0">
                  <a:pos x="108" y="168"/>
                </a:cxn>
                <a:cxn ang="0">
                  <a:pos x="82" y="235"/>
                </a:cxn>
                <a:cxn ang="0">
                  <a:pos x="68" y="268"/>
                </a:cxn>
                <a:cxn ang="0">
                  <a:pos x="58" y="301"/>
                </a:cxn>
                <a:cxn ang="0">
                  <a:pos x="38" y="399"/>
                </a:cxn>
                <a:cxn ang="0">
                  <a:pos x="35" y="416"/>
                </a:cxn>
                <a:cxn ang="0">
                  <a:pos x="26" y="446"/>
                </a:cxn>
                <a:cxn ang="0">
                  <a:pos x="20" y="461"/>
                </a:cxn>
                <a:cxn ang="0">
                  <a:pos x="11" y="492"/>
                </a:cxn>
                <a:cxn ang="0">
                  <a:pos x="2" y="522"/>
                </a:cxn>
                <a:cxn ang="0">
                  <a:pos x="0" y="524"/>
                </a:cxn>
                <a:cxn ang="0">
                  <a:pos x="1" y="528"/>
                </a:cxn>
                <a:cxn ang="0">
                  <a:pos x="1" y="529"/>
                </a:cxn>
                <a:cxn ang="0">
                  <a:pos x="3" y="531"/>
                </a:cxn>
                <a:cxn ang="0">
                  <a:pos x="7" y="531"/>
                </a:cxn>
                <a:cxn ang="0">
                  <a:pos x="9" y="529"/>
                </a:cxn>
                <a:cxn ang="0">
                  <a:pos x="18" y="505"/>
                </a:cxn>
                <a:cxn ang="0">
                  <a:pos x="23" y="480"/>
                </a:cxn>
                <a:cxn ang="0">
                  <a:pos x="29" y="462"/>
                </a:cxn>
                <a:cxn ang="0">
                  <a:pos x="41" y="428"/>
                </a:cxn>
                <a:cxn ang="0">
                  <a:pos x="46" y="410"/>
                </a:cxn>
                <a:cxn ang="0">
                  <a:pos x="59" y="341"/>
                </a:cxn>
                <a:cxn ang="0">
                  <a:pos x="71" y="288"/>
                </a:cxn>
                <a:cxn ang="0">
                  <a:pos x="77" y="271"/>
                </a:cxn>
                <a:cxn ang="0">
                  <a:pos x="105" y="200"/>
                </a:cxn>
                <a:cxn ang="0">
                  <a:pos x="132" y="129"/>
                </a:cxn>
                <a:cxn ang="0">
                  <a:pos x="143" y="98"/>
                </a:cxn>
                <a:cxn ang="0">
                  <a:pos x="158" y="51"/>
                </a:cxn>
                <a:cxn ang="0">
                  <a:pos x="164" y="20"/>
                </a:cxn>
                <a:cxn ang="0">
                  <a:pos x="166" y="4"/>
                </a:cxn>
                <a:cxn ang="0">
                  <a:pos x="164" y="1"/>
                </a:cxn>
                <a:cxn ang="0">
                  <a:pos x="161" y="0"/>
                </a:cxn>
                <a:cxn ang="0">
                  <a:pos x="158" y="1"/>
                </a:cxn>
                <a:cxn ang="0">
                  <a:pos x="156" y="4"/>
                </a:cxn>
              </a:cxnLst>
              <a:rect l="0" t="0" r="r" b="b"/>
              <a:pathLst>
                <a:path w="166" h="531">
                  <a:moveTo>
                    <a:pt x="156" y="4"/>
                  </a:moveTo>
                  <a:lnTo>
                    <a:pt x="156" y="4"/>
                  </a:lnTo>
                  <a:lnTo>
                    <a:pt x="155" y="20"/>
                  </a:lnTo>
                  <a:lnTo>
                    <a:pt x="152" y="37"/>
                  </a:lnTo>
                  <a:lnTo>
                    <a:pt x="148" y="53"/>
                  </a:lnTo>
                  <a:lnTo>
                    <a:pt x="143" y="70"/>
                  </a:lnTo>
                  <a:lnTo>
                    <a:pt x="132" y="103"/>
                  </a:lnTo>
                  <a:lnTo>
                    <a:pt x="121" y="134"/>
                  </a:lnTo>
                  <a:lnTo>
                    <a:pt x="121" y="134"/>
                  </a:lnTo>
                  <a:lnTo>
                    <a:pt x="108" y="168"/>
                  </a:lnTo>
                  <a:lnTo>
                    <a:pt x="95" y="202"/>
                  </a:lnTo>
                  <a:lnTo>
                    <a:pt x="82" y="235"/>
                  </a:lnTo>
                  <a:lnTo>
                    <a:pt x="68" y="268"/>
                  </a:lnTo>
                  <a:lnTo>
                    <a:pt x="68" y="268"/>
                  </a:lnTo>
                  <a:lnTo>
                    <a:pt x="63" y="285"/>
                  </a:lnTo>
                  <a:lnTo>
                    <a:pt x="58" y="301"/>
                  </a:lnTo>
                  <a:lnTo>
                    <a:pt x="51" y="333"/>
                  </a:lnTo>
                  <a:lnTo>
                    <a:pt x="38" y="399"/>
                  </a:lnTo>
                  <a:lnTo>
                    <a:pt x="38" y="399"/>
                  </a:lnTo>
                  <a:lnTo>
                    <a:pt x="35" y="416"/>
                  </a:lnTo>
                  <a:lnTo>
                    <a:pt x="31" y="431"/>
                  </a:lnTo>
                  <a:lnTo>
                    <a:pt x="26" y="446"/>
                  </a:lnTo>
                  <a:lnTo>
                    <a:pt x="20" y="461"/>
                  </a:lnTo>
                  <a:lnTo>
                    <a:pt x="20" y="461"/>
                  </a:lnTo>
                  <a:lnTo>
                    <a:pt x="15" y="476"/>
                  </a:lnTo>
                  <a:lnTo>
                    <a:pt x="11" y="492"/>
                  </a:lnTo>
                  <a:lnTo>
                    <a:pt x="7" y="507"/>
                  </a:lnTo>
                  <a:lnTo>
                    <a:pt x="2" y="522"/>
                  </a:lnTo>
                  <a:lnTo>
                    <a:pt x="2" y="522"/>
                  </a:lnTo>
                  <a:lnTo>
                    <a:pt x="0" y="524"/>
                  </a:lnTo>
                  <a:lnTo>
                    <a:pt x="0" y="526"/>
                  </a:lnTo>
                  <a:lnTo>
                    <a:pt x="1" y="528"/>
                  </a:lnTo>
                  <a:lnTo>
                    <a:pt x="1" y="528"/>
                  </a:lnTo>
                  <a:lnTo>
                    <a:pt x="1" y="529"/>
                  </a:lnTo>
                  <a:lnTo>
                    <a:pt x="1" y="529"/>
                  </a:lnTo>
                  <a:lnTo>
                    <a:pt x="3" y="531"/>
                  </a:lnTo>
                  <a:lnTo>
                    <a:pt x="5" y="531"/>
                  </a:lnTo>
                  <a:lnTo>
                    <a:pt x="7" y="531"/>
                  </a:lnTo>
                  <a:lnTo>
                    <a:pt x="9" y="529"/>
                  </a:lnTo>
                  <a:lnTo>
                    <a:pt x="9" y="529"/>
                  </a:lnTo>
                  <a:lnTo>
                    <a:pt x="13" y="517"/>
                  </a:lnTo>
                  <a:lnTo>
                    <a:pt x="18" y="505"/>
                  </a:lnTo>
                  <a:lnTo>
                    <a:pt x="20" y="492"/>
                  </a:lnTo>
                  <a:lnTo>
                    <a:pt x="23" y="480"/>
                  </a:lnTo>
                  <a:lnTo>
                    <a:pt x="23" y="480"/>
                  </a:lnTo>
                  <a:lnTo>
                    <a:pt x="29" y="462"/>
                  </a:lnTo>
                  <a:lnTo>
                    <a:pt x="35" y="446"/>
                  </a:lnTo>
                  <a:lnTo>
                    <a:pt x="41" y="428"/>
                  </a:lnTo>
                  <a:lnTo>
                    <a:pt x="46" y="410"/>
                  </a:lnTo>
                  <a:lnTo>
                    <a:pt x="46" y="410"/>
                  </a:lnTo>
                  <a:lnTo>
                    <a:pt x="53" y="375"/>
                  </a:lnTo>
                  <a:lnTo>
                    <a:pt x="59" y="341"/>
                  </a:lnTo>
                  <a:lnTo>
                    <a:pt x="67" y="305"/>
                  </a:lnTo>
                  <a:lnTo>
                    <a:pt x="71" y="288"/>
                  </a:lnTo>
                  <a:lnTo>
                    <a:pt x="77" y="271"/>
                  </a:lnTo>
                  <a:lnTo>
                    <a:pt x="77" y="271"/>
                  </a:lnTo>
                  <a:lnTo>
                    <a:pt x="91" y="235"/>
                  </a:lnTo>
                  <a:lnTo>
                    <a:pt x="105" y="200"/>
                  </a:lnTo>
                  <a:lnTo>
                    <a:pt x="120" y="165"/>
                  </a:lnTo>
                  <a:lnTo>
                    <a:pt x="132" y="129"/>
                  </a:lnTo>
                  <a:lnTo>
                    <a:pt x="132" y="129"/>
                  </a:lnTo>
                  <a:lnTo>
                    <a:pt x="143" y="98"/>
                  </a:lnTo>
                  <a:lnTo>
                    <a:pt x="154" y="67"/>
                  </a:lnTo>
                  <a:lnTo>
                    <a:pt x="158" y="51"/>
                  </a:lnTo>
                  <a:lnTo>
                    <a:pt x="162" y="36"/>
                  </a:lnTo>
                  <a:lnTo>
                    <a:pt x="164" y="20"/>
                  </a:lnTo>
                  <a:lnTo>
                    <a:pt x="166" y="4"/>
                  </a:lnTo>
                  <a:lnTo>
                    <a:pt x="166" y="4"/>
                  </a:lnTo>
                  <a:lnTo>
                    <a:pt x="165" y="2"/>
                  </a:lnTo>
                  <a:lnTo>
                    <a:pt x="164" y="1"/>
                  </a:lnTo>
                  <a:lnTo>
                    <a:pt x="163" y="0"/>
                  </a:lnTo>
                  <a:lnTo>
                    <a:pt x="161" y="0"/>
                  </a:lnTo>
                  <a:lnTo>
                    <a:pt x="160" y="0"/>
                  </a:lnTo>
                  <a:lnTo>
                    <a:pt x="158" y="1"/>
                  </a:lnTo>
                  <a:lnTo>
                    <a:pt x="157" y="2"/>
                  </a:lnTo>
                  <a:lnTo>
                    <a:pt x="156" y="4"/>
                  </a:lnTo>
                  <a:lnTo>
                    <a:pt x="156" y="4"/>
                  </a:lnTo>
                  <a:close/>
                </a:path>
              </a:pathLst>
            </a:custGeom>
            <a:grpFill/>
            <a:ln>
              <a:solidFill>
                <a:schemeClr val="accent1">
                  <a:lumMod val="75000"/>
                  <a:alpha val="0"/>
                </a:schemeClr>
              </a:solidFill>
            </a:ln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291" name="Freeform 907"/>
            <p:cNvSpPr/>
            <p:nvPr>
              <p:custDataLst>
                <p:tags r:id="rId7"/>
              </p:custDataLst>
            </p:nvPr>
          </p:nvSpPr>
          <p:spPr bwMode="auto">
            <a:xfrm>
              <a:off x="3338513" y="1404938"/>
              <a:ext cx="58738" cy="168275"/>
            </a:xfrm>
            <a:custGeom>
              <a:avLst/>
              <a:gdLst/>
              <a:ahLst/>
              <a:cxnLst>
                <a:cxn ang="0">
                  <a:pos x="99" y="4"/>
                </a:cxn>
                <a:cxn ang="0">
                  <a:pos x="99" y="4"/>
                </a:cxn>
                <a:cxn ang="0">
                  <a:pos x="98" y="14"/>
                </a:cxn>
                <a:cxn ang="0">
                  <a:pos x="97" y="23"/>
                </a:cxn>
                <a:cxn ang="0">
                  <a:pos x="92" y="43"/>
                </a:cxn>
                <a:cxn ang="0">
                  <a:pos x="79" y="81"/>
                </a:cxn>
                <a:cxn ang="0">
                  <a:pos x="79" y="81"/>
                </a:cxn>
                <a:cxn ang="0">
                  <a:pos x="73" y="103"/>
                </a:cxn>
                <a:cxn ang="0">
                  <a:pos x="68" y="125"/>
                </a:cxn>
                <a:cxn ang="0">
                  <a:pos x="57" y="169"/>
                </a:cxn>
                <a:cxn ang="0">
                  <a:pos x="57" y="169"/>
                </a:cxn>
                <a:cxn ang="0">
                  <a:pos x="51" y="188"/>
                </a:cxn>
                <a:cxn ang="0">
                  <a:pos x="43" y="205"/>
                </a:cxn>
                <a:cxn ang="0">
                  <a:pos x="35" y="223"/>
                </a:cxn>
                <a:cxn ang="0">
                  <a:pos x="26" y="239"/>
                </a:cxn>
                <a:cxn ang="0">
                  <a:pos x="17" y="257"/>
                </a:cxn>
                <a:cxn ang="0">
                  <a:pos x="10" y="274"/>
                </a:cxn>
                <a:cxn ang="0">
                  <a:pos x="4" y="293"/>
                </a:cxn>
                <a:cxn ang="0">
                  <a:pos x="1" y="302"/>
                </a:cxn>
                <a:cxn ang="0">
                  <a:pos x="0" y="313"/>
                </a:cxn>
                <a:cxn ang="0">
                  <a:pos x="0" y="313"/>
                </a:cxn>
                <a:cxn ang="0">
                  <a:pos x="0" y="314"/>
                </a:cxn>
                <a:cxn ang="0">
                  <a:pos x="1" y="316"/>
                </a:cxn>
                <a:cxn ang="0">
                  <a:pos x="2" y="317"/>
                </a:cxn>
                <a:cxn ang="0">
                  <a:pos x="4" y="317"/>
                </a:cxn>
                <a:cxn ang="0">
                  <a:pos x="7" y="316"/>
                </a:cxn>
                <a:cxn ang="0">
                  <a:pos x="9" y="314"/>
                </a:cxn>
                <a:cxn ang="0">
                  <a:pos x="9" y="313"/>
                </a:cxn>
                <a:cxn ang="0">
                  <a:pos x="9" y="313"/>
                </a:cxn>
                <a:cxn ang="0">
                  <a:pos x="11" y="302"/>
                </a:cxn>
                <a:cxn ang="0">
                  <a:pos x="13" y="292"/>
                </a:cxn>
                <a:cxn ang="0">
                  <a:pos x="19" y="273"/>
                </a:cxn>
                <a:cxn ang="0">
                  <a:pos x="28" y="255"/>
                </a:cxn>
                <a:cxn ang="0">
                  <a:pos x="36" y="237"/>
                </a:cxn>
                <a:cxn ang="0">
                  <a:pos x="45" y="220"/>
                </a:cxn>
                <a:cxn ang="0">
                  <a:pos x="54" y="201"/>
                </a:cxn>
                <a:cxn ang="0">
                  <a:pos x="62" y="182"/>
                </a:cxn>
                <a:cxn ang="0">
                  <a:pos x="68" y="164"/>
                </a:cxn>
                <a:cxn ang="0">
                  <a:pos x="68" y="164"/>
                </a:cxn>
                <a:cxn ang="0">
                  <a:pos x="79" y="119"/>
                </a:cxn>
                <a:cxn ang="0">
                  <a:pos x="91" y="76"/>
                </a:cxn>
                <a:cxn ang="0">
                  <a:pos x="91" y="76"/>
                </a:cxn>
                <a:cxn ang="0">
                  <a:pos x="102" y="40"/>
                </a:cxn>
                <a:cxn ang="0">
                  <a:pos x="106" y="22"/>
                </a:cxn>
                <a:cxn ang="0">
                  <a:pos x="109" y="4"/>
                </a:cxn>
                <a:cxn ang="0">
                  <a:pos x="109" y="4"/>
                </a:cxn>
                <a:cxn ang="0">
                  <a:pos x="108" y="2"/>
                </a:cxn>
                <a:cxn ang="0">
                  <a:pos x="107" y="1"/>
                </a:cxn>
                <a:cxn ang="0">
                  <a:pos x="106" y="0"/>
                </a:cxn>
                <a:cxn ang="0">
                  <a:pos x="104" y="0"/>
                </a:cxn>
                <a:cxn ang="0">
                  <a:pos x="101" y="1"/>
                </a:cxn>
                <a:cxn ang="0">
                  <a:pos x="100" y="2"/>
                </a:cxn>
                <a:cxn ang="0">
                  <a:pos x="99" y="4"/>
                </a:cxn>
                <a:cxn ang="0">
                  <a:pos x="99" y="4"/>
                </a:cxn>
              </a:cxnLst>
              <a:rect l="0" t="0" r="r" b="b"/>
              <a:pathLst>
                <a:path w="109" h="317">
                  <a:moveTo>
                    <a:pt x="99" y="4"/>
                  </a:moveTo>
                  <a:lnTo>
                    <a:pt x="99" y="4"/>
                  </a:lnTo>
                  <a:lnTo>
                    <a:pt x="98" y="14"/>
                  </a:lnTo>
                  <a:lnTo>
                    <a:pt x="97" y="23"/>
                  </a:lnTo>
                  <a:lnTo>
                    <a:pt x="92" y="43"/>
                  </a:lnTo>
                  <a:lnTo>
                    <a:pt x="79" y="81"/>
                  </a:lnTo>
                  <a:lnTo>
                    <a:pt x="79" y="81"/>
                  </a:lnTo>
                  <a:lnTo>
                    <a:pt x="73" y="103"/>
                  </a:lnTo>
                  <a:lnTo>
                    <a:pt x="68" y="125"/>
                  </a:lnTo>
                  <a:lnTo>
                    <a:pt x="57" y="169"/>
                  </a:lnTo>
                  <a:lnTo>
                    <a:pt x="57" y="169"/>
                  </a:lnTo>
                  <a:lnTo>
                    <a:pt x="51" y="188"/>
                  </a:lnTo>
                  <a:lnTo>
                    <a:pt x="43" y="205"/>
                  </a:lnTo>
                  <a:lnTo>
                    <a:pt x="35" y="223"/>
                  </a:lnTo>
                  <a:lnTo>
                    <a:pt x="26" y="239"/>
                  </a:lnTo>
                  <a:lnTo>
                    <a:pt x="17" y="257"/>
                  </a:lnTo>
                  <a:lnTo>
                    <a:pt x="10" y="274"/>
                  </a:lnTo>
                  <a:lnTo>
                    <a:pt x="4" y="293"/>
                  </a:lnTo>
                  <a:lnTo>
                    <a:pt x="1" y="302"/>
                  </a:lnTo>
                  <a:lnTo>
                    <a:pt x="0" y="313"/>
                  </a:lnTo>
                  <a:lnTo>
                    <a:pt x="0" y="313"/>
                  </a:lnTo>
                  <a:lnTo>
                    <a:pt x="0" y="314"/>
                  </a:lnTo>
                  <a:lnTo>
                    <a:pt x="1" y="316"/>
                  </a:lnTo>
                  <a:lnTo>
                    <a:pt x="2" y="317"/>
                  </a:lnTo>
                  <a:lnTo>
                    <a:pt x="4" y="317"/>
                  </a:lnTo>
                  <a:lnTo>
                    <a:pt x="7" y="316"/>
                  </a:lnTo>
                  <a:lnTo>
                    <a:pt x="9" y="314"/>
                  </a:lnTo>
                  <a:lnTo>
                    <a:pt x="9" y="313"/>
                  </a:lnTo>
                  <a:lnTo>
                    <a:pt x="9" y="313"/>
                  </a:lnTo>
                  <a:lnTo>
                    <a:pt x="11" y="302"/>
                  </a:lnTo>
                  <a:lnTo>
                    <a:pt x="13" y="292"/>
                  </a:lnTo>
                  <a:lnTo>
                    <a:pt x="19" y="273"/>
                  </a:lnTo>
                  <a:lnTo>
                    <a:pt x="28" y="255"/>
                  </a:lnTo>
                  <a:lnTo>
                    <a:pt x="36" y="237"/>
                  </a:lnTo>
                  <a:lnTo>
                    <a:pt x="45" y="220"/>
                  </a:lnTo>
                  <a:lnTo>
                    <a:pt x="54" y="201"/>
                  </a:lnTo>
                  <a:lnTo>
                    <a:pt x="62" y="182"/>
                  </a:lnTo>
                  <a:lnTo>
                    <a:pt x="68" y="164"/>
                  </a:lnTo>
                  <a:lnTo>
                    <a:pt x="68" y="164"/>
                  </a:lnTo>
                  <a:lnTo>
                    <a:pt x="79" y="119"/>
                  </a:lnTo>
                  <a:lnTo>
                    <a:pt x="91" y="76"/>
                  </a:lnTo>
                  <a:lnTo>
                    <a:pt x="91" y="76"/>
                  </a:lnTo>
                  <a:lnTo>
                    <a:pt x="102" y="40"/>
                  </a:lnTo>
                  <a:lnTo>
                    <a:pt x="106" y="22"/>
                  </a:lnTo>
                  <a:lnTo>
                    <a:pt x="109" y="4"/>
                  </a:lnTo>
                  <a:lnTo>
                    <a:pt x="109" y="4"/>
                  </a:lnTo>
                  <a:lnTo>
                    <a:pt x="108" y="2"/>
                  </a:lnTo>
                  <a:lnTo>
                    <a:pt x="107" y="1"/>
                  </a:lnTo>
                  <a:lnTo>
                    <a:pt x="106" y="0"/>
                  </a:lnTo>
                  <a:lnTo>
                    <a:pt x="104" y="0"/>
                  </a:lnTo>
                  <a:lnTo>
                    <a:pt x="101" y="1"/>
                  </a:lnTo>
                  <a:lnTo>
                    <a:pt x="100" y="2"/>
                  </a:lnTo>
                  <a:lnTo>
                    <a:pt x="99" y="4"/>
                  </a:lnTo>
                  <a:lnTo>
                    <a:pt x="99" y="4"/>
                  </a:lnTo>
                  <a:close/>
                </a:path>
              </a:pathLst>
            </a:custGeom>
            <a:grpFill/>
            <a:ln>
              <a:solidFill>
                <a:schemeClr val="accent1">
                  <a:lumMod val="75000"/>
                  <a:alpha val="0"/>
                </a:schemeClr>
              </a:solidFill>
            </a:ln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292" name="Freeform 908"/>
            <p:cNvSpPr/>
            <p:nvPr>
              <p:custDataLst>
                <p:tags r:id="rId8"/>
              </p:custDataLst>
            </p:nvPr>
          </p:nvSpPr>
          <p:spPr bwMode="auto">
            <a:xfrm>
              <a:off x="3365500" y="1427163"/>
              <a:ext cx="58738" cy="169863"/>
            </a:xfrm>
            <a:custGeom>
              <a:avLst/>
              <a:gdLst/>
              <a:ahLst/>
              <a:cxnLst>
                <a:cxn ang="0">
                  <a:pos x="102" y="1"/>
                </a:cxn>
                <a:cxn ang="0">
                  <a:pos x="102" y="1"/>
                </a:cxn>
                <a:cxn ang="0">
                  <a:pos x="97" y="7"/>
                </a:cxn>
                <a:cxn ang="0">
                  <a:pos x="93" y="13"/>
                </a:cxn>
                <a:cxn ang="0">
                  <a:pos x="87" y="26"/>
                </a:cxn>
                <a:cxn ang="0">
                  <a:pos x="82" y="39"/>
                </a:cxn>
                <a:cxn ang="0">
                  <a:pos x="79" y="54"/>
                </a:cxn>
                <a:cxn ang="0">
                  <a:pos x="79" y="54"/>
                </a:cxn>
                <a:cxn ang="0">
                  <a:pos x="72" y="77"/>
                </a:cxn>
                <a:cxn ang="0">
                  <a:pos x="65" y="101"/>
                </a:cxn>
                <a:cxn ang="0">
                  <a:pos x="51" y="148"/>
                </a:cxn>
                <a:cxn ang="0">
                  <a:pos x="51" y="148"/>
                </a:cxn>
                <a:cxn ang="0">
                  <a:pos x="44" y="168"/>
                </a:cxn>
                <a:cxn ang="0">
                  <a:pos x="37" y="190"/>
                </a:cxn>
                <a:cxn ang="0">
                  <a:pos x="20" y="231"/>
                </a:cxn>
                <a:cxn ang="0">
                  <a:pos x="13" y="252"/>
                </a:cxn>
                <a:cxn ang="0">
                  <a:pos x="7" y="274"/>
                </a:cxn>
                <a:cxn ang="0">
                  <a:pos x="2" y="295"/>
                </a:cxn>
                <a:cxn ang="0">
                  <a:pos x="1" y="307"/>
                </a:cxn>
                <a:cxn ang="0">
                  <a:pos x="0" y="317"/>
                </a:cxn>
                <a:cxn ang="0">
                  <a:pos x="0" y="317"/>
                </a:cxn>
                <a:cxn ang="0">
                  <a:pos x="1" y="319"/>
                </a:cxn>
                <a:cxn ang="0">
                  <a:pos x="2" y="321"/>
                </a:cxn>
                <a:cxn ang="0">
                  <a:pos x="3" y="322"/>
                </a:cxn>
                <a:cxn ang="0">
                  <a:pos x="6" y="322"/>
                </a:cxn>
                <a:cxn ang="0">
                  <a:pos x="8" y="322"/>
                </a:cxn>
                <a:cxn ang="0">
                  <a:pos x="9" y="321"/>
                </a:cxn>
                <a:cxn ang="0">
                  <a:pos x="10" y="319"/>
                </a:cxn>
                <a:cxn ang="0">
                  <a:pos x="11" y="317"/>
                </a:cxn>
                <a:cxn ang="0">
                  <a:pos x="11" y="317"/>
                </a:cxn>
                <a:cxn ang="0">
                  <a:pos x="11" y="307"/>
                </a:cxn>
                <a:cxn ang="0">
                  <a:pos x="12" y="296"/>
                </a:cxn>
                <a:cxn ang="0">
                  <a:pos x="16" y="276"/>
                </a:cxn>
                <a:cxn ang="0">
                  <a:pos x="22" y="256"/>
                </a:cxn>
                <a:cxn ang="0">
                  <a:pos x="29" y="237"/>
                </a:cxn>
                <a:cxn ang="0">
                  <a:pos x="44" y="198"/>
                </a:cxn>
                <a:cxn ang="0">
                  <a:pos x="51" y="179"/>
                </a:cxn>
                <a:cxn ang="0">
                  <a:pos x="57" y="159"/>
                </a:cxn>
                <a:cxn ang="0">
                  <a:pos x="57" y="159"/>
                </a:cxn>
                <a:cxn ang="0">
                  <a:pos x="70" y="120"/>
                </a:cxn>
                <a:cxn ang="0">
                  <a:pos x="81" y="81"/>
                </a:cxn>
                <a:cxn ang="0">
                  <a:pos x="81" y="81"/>
                </a:cxn>
                <a:cxn ang="0">
                  <a:pos x="86" y="62"/>
                </a:cxn>
                <a:cxn ang="0">
                  <a:pos x="91" y="42"/>
                </a:cxn>
                <a:cxn ang="0">
                  <a:pos x="94" y="33"/>
                </a:cxn>
                <a:cxn ang="0">
                  <a:pos x="97" y="25"/>
                </a:cxn>
                <a:cxn ang="0">
                  <a:pos x="103" y="16"/>
                </a:cxn>
                <a:cxn ang="0">
                  <a:pos x="109" y="8"/>
                </a:cxn>
                <a:cxn ang="0">
                  <a:pos x="109" y="8"/>
                </a:cxn>
                <a:cxn ang="0">
                  <a:pos x="110" y="6"/>
                </a:cxn>
                <a:cxn ang="0">
                  <a:pos x="110" y="4"/>
                </a:cxn>
                <a:cxn ang="0">
                  <a:pos x="109" y="3"/>
                </a:cxn>
                <a:cxn ang="0">
                  <a:pos x="108" y="1"/>
                </a:cxn>
                <a:cxn ang="0">
                  <a:pos x="107" y="0"/>
                </a:cxn>
                <a:cxn ang="0">
                  <a:pos x="105" y="0"/>
                </a:cxn>
                <a:cxn ang="0">
                  <a:pos x="104" y="0"/>
                </a:cxn>
                <a:cxn ang="0">
                  <a:pos x="102" y="1"/>
                </a:cxn>
                <a:cxn ang="0">
                  <a:pos x="102" y="1"/>
                </a:cxn>
              </a:cxnLst>
              <a:rect l="0" t="0" r="r" b="b"/>
              <a:pathLst>
                <a:path w="110" h="322">
                  <a:moveTo>
                    <a:pt x="102" y="1"/>
                  </a:moveTo>
                  <a:lnTo>
                    <a:pt x="102" y="1"/>
                  </a:lnTo>
                  <a:lnTo>
                    <a:pt x="97" y="7"/>
                  </a:lnTo>
                  <a:lnTo>
                    <a:pt x="93" y="13"/>
                  </a:lnTo>
                  <a:lnTo>
                    <a:pt x="87" y="26"/>
                  </a:lnTo>
                  <a:lnTo>
                    <a:pt x="82" y="39"/>
                  </a:lnTo>
                  <a:lnTo>
                    <a:pt x="79" y="54"/>
                  </a:lnTo>
                  <a:lnTo>
                    <a:pt x="79" y="54"/>
                  </a:lnTo>
                  <a:lnTo>
                    <a:pt x="72" y="77"/>
                  </a:lnTo>
                  <a:lnTo>
                    <a:pt x="65" y="101"/>
                  </a:lnTo>
                  <a:lnTo>
                    <a:pt x="51" y="148"/>
                  </a:lnTo>
                  <a:lnTo>
                    <a:pt x="51" y="148"/>
                  </a:lnTo>
                  <a:lnTo>
                    <a:pt x="44" y="168"/>
                  </a:lnTo>
                  <a:lnTo>
                    <a:pt x="37" y="190"/>
                  </a:lnTo>
                  <a:lnTo>
                    <a:pt x="20" y="231"/>
                  </a:lnTo>
                  <a:lnTo>
                    <a:pt x="13" y="252"/>
                  </a:lnTo>
                  <a:lnTo>
                    <a:pt x="7" y="274"/>
                  </a:lnTo>
                  <a:lnTo>
                    <a:pt x="2" y="295"/>
                  </a:lnTo>
                  <a:lnTo>
                    <a:pt x="1" y="307"/>
                  </a:lnTo>
                  <a:lnTo>
                    <a:pt x="0" y="317"/>
                  </a:lnTo>
                  <a:lnTo>
                    <a:pt x="0" y="317"/>
                  </a:lnTo>
                  <a:lnTo>
                    <a:pt x="1" y="319"/>
                  </a:lnTo>
                  <a:lnTo>
                    <a:pt x="2" y="321"/>
                  </a:lnTo>
                  <a:lnTo>
                    <a:pt x="3" y="322"/>
                  </a:lnTo>
                  <a:lnTo>
                    <a:pt x="6" y="322"/>
                  </a:lnTo>
                  <a:lnTo>
                    <a:pt x="8" y="322"/>
                  </a:lnTo>
                  <a:lnTo>
                    <a:pt x="9" y="321"/>
                  </a:lnTo>
                  <a:lnTo>
                    <a:pt x="10" y="319"/>
                  </a:lnTo>
                  <a:lnTo>
                    <a:pt x="11" y="317"/>
                  </a:lnTo>
                  <a:lnTo>
                    <a:pt x="11" y="317"/>
                  </a:lnTo>
                  <a:lnTo>
                    <a:pt x="11" y="307"/>
                  </a:lnTo>
                  <a:lnTo>
                    <a:pt x="12" y="296"/>
                  </a:lnTo>
                  <a:lnTo>
                    <a:pt x="16" y="276"/>
                  </a:lnTo>
                  <a:lnTo>
                    <a:pt x="22" y="256"/>
                  </a:lnTo>
                  <a:lnTo>
                    <a:pt x="29" y="237"/>
                  </a:lnTo>
                  <a:lnTo>
                    <a:pt x="44" y="198"/>
                  </a:lnTo>
                  <a:lnTo>
                    <a:pt x="51" y="179"/>
                  </a:lnTo>
                  <a:lnTo>
                    <a:pt x="57" y="159"/>
                  </a:lnTo>
                  <a:lnTo>
                    <a:pt x="57" y="159"/>
                  </a:lnTo>
                  <a:lnTo>
                    <a:pt x="70" y="120"/>
                  </a:lnTo>
                  <a:lnTo>
                    <a:pt x="81" y="81"/>
                  </a:lnTo>
                  <a:lnTo>
                    <a:pt x="81" y="81"/>
                  </a:lnTo>
                  <a:lnTo>
                    <a:pt x="86" y="62"/>
                  </a:lnTo>
                  <a:lnTo>
                    <a:pt x="91" y="42"/>
                  </a:lnTo>
                  <a:lnTo>
                    <a:pt x="94" y="33"/>
                  </a:lnTo>
                  <a:lnTo>
                    <a:pt x="97" y="25"/>
                  </a:lnTo>
                  <a:lnTo>
                    <a:pt x="103" y="16"/>
                  </a:lnTo>
                  <a:lnTo>
                    <a:pt x="109" y="8"/>
                  </a:lnTo>
                  <a:lnTo>
                    <a:pt x="109" y="8"/>
                  </a:lnTo>
                  <a:lnTo>
                    <a:pt x="110" y="6"/>
                  </a:lnTo>
                  <a:lnTo>
                    <a:pt x="110" y="4"/>
                  </a:lnTo>
                  <a:lnTo>
                    <a:pt x="109" y="3"/>
                  </a:lnTo>
                  <a:lnTo>
                    <a:pt x="108" y="1"/>
                  </a:lnTo>
                  <a:lnTo>
                    <a:pt x="107" y="0"/>
                  </a:lnTo>
                  <a:lnTo>
                    <a:pt x="105" y="0"/>
                  </a:lnTo>
                  <a:lnTo>
                    <a:pt x="104" y="0"/>
                  </a:lnTo>
                  <a:lnTo>
                    <a:pt x="102" y="1"/>
                  </a:lnTo>
                  <a:lnTo>
                    <a:pt x="102" y="1"/>
                  </a:lnTo>
                  <a:close/>
                </a:path>
              </a:pathLst>
            </a:custGeom>
            <a:grpFill/>
            <a:ln>
              <a:solidFill>
                <a:schemeClr val="accent1">
                  <a:lumMod val="75000"/>
                  <a:alpha val="0"/>
                </a:schemeClr>
              </a:solidFill>
            </a:ln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293" name="Freeform 909"/>
            <p:cNvSpPr/>
            <p:nvPr>
              <p:custDataLst>
                <p:tags r:id="rId9"/>
              </p:custDataLst>
            </p:nvPr>
          </p:nvSpPr>
          <p:spPr bwMode="auto">
            <a:xfrm>
              <a:off x="3403600" y="1430338"/>
              <a:ext cx="41275" cy="182563"/>
            </a:xfrm>
            <a:custGeom>
              <a:avLst/>
              <a:gdLst/>
              <a:ahLst/>
              <a:cxnLst>
                <a:cxn ang="0">
                  <a:pos x="67" y="4"/>
                </a:cxn>
                <a:cxn ang="0">
                  <a:pos x="62" y="52"/>
                </a:cxn>
                <a:cxn ang="0">
                  <a:pos x="53" y="99"/>
                </a:cxn>
                <a:cxn ang="0">
                  <a:pos x="39" y="171"/>
                </a:cxn>
                <a:cxn ang="0">
                  <a:pos x="35" y="193"/>
                </a:cxn>
                <a:cxn ang="0">
                  <a:pos x="30" y="215"/>
                </a:cxn>
                <a:cxn ang="0">
                  <a:pos x="15" y="255"/>
                </a:cxn>
                <a:cxn ang="0">
                  <a:pos x="10" y="277"/>
                </a:cxn>
                <a:cxn ang="0">
                  <a:pos x="7" y="294"/>
                </a:cxn>
                <a:cxn ang="0">
                  <a:pos x="5" y="310"/>
                </a:cxn>
                <a:cxn ang="0">
                  <a:pos x="5" y="325"/>
                </a:cxn>
                <a:cxn ang="0">
                  <a:pos x="4" y="335"/>
                </a:cxn>
                <a:cxn ang="0">
                  <a:pos x="3" y="337"/>
                </a:cxn>
                <a:cxn ang="0">
                  <a:pos x="0" y="340"/>
                </a:cxn>
                <a:cxn ang="0">
                  <a:pos x="1" y="343"/>
                </a:cxn>
                <a:cxn ang="0">
                  <a:pos x="4" y="345"/>
                </a:cxn>
                <a:cxn ang="0">
                  <a:pos x="7" y="345"/>
                </a:cxn>
                <a:cxn ang="0">
                  <a:pos x="10" y="342"/>
                </a:cxn>
                <a:cxn ang="0">
                  <a:pos x="13" y="334"/>
                </a:cxn>
                <a:cxn ang="0">
                  <a:pos x="14" y="318"/>
                </a:cxn>
                <a:cxn ang="0">
                  <a:pos x="14" y="310"/>
                </a:cxn>
                <a:cxn ang="0">
                  <a:pos x="17" y="285"/>
                </a:cxn>
                <a:cxn ang="0">
                  <a:pos x="23" y="260"/>
                </a:cxn>
                <a:cxn ang="0">
                  <a:pos x="40" y="213"/>
                </a:cxn>
                <a:cxn ang="0">
                  <a:pos x="44" y="201"/>
                </a:cxn>
                <a:cxn ang="0">
                  <a:pos x="47" y="176"/>
                </a:cxn>
                <a:cxn ang="0">
                  <a:pos x="49" y="163"/>
                </a:cxn>
                <a:cxn ang="0">
                  <a:pos x="63" y="107"/>
                </a:cxn>
                <a:cxn ang="0">
                  <a:pos x="65" y="93"/>
                </a:cxn>
                <a:cxn ang="0">
                  <a:pos x="70" y="52"/>
                </a:cxn>
                <a:cxn ang="0">
                  <a:pos x="73" y="28"/>
                </a:cxn>
                <a:cxn ang="0">
                  <a:pos x="76" y="4"/>
                </a:cxn>
                <a:cxn ang="0">
                  <a:pos x="75" y="2"/>
                </a:cxn>
                <a:cxn ang="0">
                  <a:pos x="73" y="0"/>
                </a:cxn>
                <a:cxn ang="0">
                  <a:pos x="70" y="0"/>
                </a:cxn>
                <a:cxn ang="0">
                  <a:pos x="67" y="2"/>
                </a:cxn>
                <a:cxn ang="0">
                  <a:pos x="67" y="4"/>
                </a:cxn>
              </a:cxnLst>
              <a:rect l="0" t="0" r="r" b="b"/>
              <a:pathLst>
                <a:path w="76" h="346">
                  <a:moveTo>
                    <a:pt x="67" y="4"/>
                  </a:moveTo>
                  <a:lnTo>
                    <a:pt x="67" y="4"/>
                  </a:lnTo>
                  <a:lnTo>
                    <a:pt x="65" y="28"/>
                  </a:lnTo>
                  <a:lnTo>
                    <a:pt x="62" y="52"/>
                  </a:lnTo>
                  <a:lnTo>
                    <a:pt x="58" y="76"/>
                  </a:lnTo>
                  <a:lnTo>
                    <a:pt x="53" y="99"/>
                  </a:lnTo>
                  <a:lnTo>
                    <a:pt x="43" y="147"/>
                  </a:lnTo>
                  <a:lnTo>
                    <a:pt x="39" y="171"/>
                  </a:lnTo>
                  <a:lnTo>
                    <a:pt x="35" y="193"/>
                  </a:lnTo>
                  <a:lnTo>
                    <a:pt x="35" y="193"/>
                  </a:lnTo>
                  <a:lnTo>
                    <a:pt x="33" y="205"/>
                  </a:lnTo>
                  <a:lnTo>
                    <a:pt x="30" y="215"/>
                  </a:lnTo>
                  <a:lnTo>
                    <a:pt x="22" y="236"/>
                  </a:lnTo>
                  <a:lnTo>
                    <a:pt x="15" y="255"/>
                  </a:lnTo>
                  <a:lnTo>
                    <a:pt x="12" y="267"/>
                  </a:lnTo>
                  <a:lnTo>
                    <a:pt x="10" y="277"/>
                  </a:lnTo>
                  <a:lnTo>
                    <a:pt x="10" y="277"/>
                  </a:lnTo>
                  <a:lnTo>
                    <a:pt x="7" y="294"/>
                  </a:lnTo>
                  <a:lnTo>
                    <a:pt x="6" y="302"/>
                  </a:lnTo>
                  <a:lnTo>
                    <a:pt x="5" y="310"/>
                  </a:lnTo>
                  <a:lnTo>
                    <a:pt x="5" y="310"/>
                  </a:lnTo>
                  <a:lnTo>
                    <a:pt x="5" y="325"/>
                  </a:lnTo>
                  <a:lnTo>
                    <a:pt x="5" y="333"/>
                  </a:lnTo>
                  <a:lnTo>
                    <a:pt x="4" y="335"/>
                  </a:lnTo>
                  <a:lnTo>
                    <a:pt x="3" y="337"/>
                  </a:lnTo>
                  <a:lnTo>
                    <a:pt x="3" y="337"/>
                  </a:lnTo>
                  <a:lnTo>
                    <a:pt x="1" y="338"/>
                  </a:lnTo>
                  <a:lnTo>
                    <a:pt x="0" y="340"/>
                  </a:lnTo>
                  <a:lnTo>
                    <a:pt x="1" y="342"/>
                  </a:lnTo>
                  <a:lnTo>
                    <a:pt x="1" y="343"/>
                  </a:lnTo>
                  <a:lnTo>
                    <a:pt x="2" y="345"/>
                  </a:lnTo>
                  <a:lnTo>
                    <a:pt x="4" y="345"/>
                  </a:lnTo>
                  <a:lnTo>
                    <a:pt x="5" y="346"/>
                  </a:lnTo>
                  <a:lnTo>
                    <a:pt x="7" y="345"/>
                  </a:lnTo>
                  <a:lnTo>
                    <a:pt x="7" y="345"/>
                  </a:lnTo>
                  <a:lnTo>
                    <a:pt x="10" y="342"/>
                  </a:lnTo>
                  <a:lnTo>
                    <a:pt x="12" y="339"/>
                  </a:lnTo>
                  <a:lnTo>
                    <a:pt x="13" y="334"/>
                  </a:lnTo>
                  <a:lnTo>
                    <a:pt x="14" y="329"/>
                  </a:lnTo>
                  <a:lnTo>
                    <a:pt x="14" y="318"/>
                  </a:lnTo>
                  <a:lnTo>
                    <a:pt x="14" y="310"/>
                  </a:lnTo>
                  <a:lnTo>
                    <a:pt x="14" y="310"/>
                  </a:lnTo>
                  <a:lnTo>
                    <a:pt x="15" y="298"/>
                  </a:lnTo>
                  <a:lnTo>
                    <a:pt x="17" y="285"/>
                  </a:lnTo>
                  <a:lnTo>
                    <a:pt x="19" y="273"/>
                  </a:lnTo>
                  <a:lnTo>
                    <a:pt x="23" y="260"/>
                  </a:lnTo>
                  <a:lnTo>
                    <a:pt x="32" y="236"/>
                  </a:lnTo>
                  <a:lnTo>
                    <a:pt x="40" y="213"/>
                  </a:lnTo>
                  <a:lnTo>
                    <a:pt x="40" y="213"/>
                  </a:lnTo>
                  <a:lnTo>
                    <a:pt x="44" y="201"/>
                  </a:lnTo>
                  <a:lnTo>
                    <a:pt x="46" y="188"/>
                  </a:lnTo>
                  <a:lnTo>
                    <a:pt x="47" y="176"/>
                  </a:lnTo>
                  <a:lnTo>
                    <a:pt x="49" y="163"/>
                  </a:lnTo>
                  <a:lnTo>
                    <a:pt x="49" y="163"/>
                  </a:lnTo>
                  <a:lnTo>
                    <a:pt x="56" y="135"/>
                  </a:lnTo>
                  <a:lnTo>
                    <a:pt x="63" y="107"/>
                  </a:lnTo>
                  <a:lnTo>
                    <a:pt x="63" y="107"/>
                  </a:lnTo>
                  <a:lnTo>
                    <a:pt x="65" y="93"/>
                  </a:lnTo>
                  <a:lnTo>
                    <a:pt x="66" y="79"/>
                  </a:lnTo>
                  <a:lnTo>
                    <a:pt x="70" y="52"/>
                  </a:lnTo>
                  <a:lnTo>
                    <a:pt x="70" y="52"/>
                  </a:lnTo>
                  <a:lnTo>
                    <a:pt x="73" y="28"/>
                  </a:lnTo>
                  <a:lnTo>
                    <a:pt x="75" y="17"/>
                  </a:lnTo>
                  <a:lnTo>
                    <a:pt x="76" y="4"/>
                  </a:lnTo>
                  <a:lnTo>
                    <a:pt x="76" y="4"/>
                  </a:lnTo>
                  <a:lnTo>
                    <a:pt x="75" y="2"/>
                  </a:lnTo>
                  <a:lnTo>
                    <a:pt x="74" y="1"/>
                  </a:lnTo>
                  <a:lnTo>
                    <a:pt x="73" y="0"/>
                  </a:lnTo>
                  <a:lnTo>
                    <a:pt x="71" y="0"/>
                  </a:lnTo>
                  <a:lnTo>
                    <a:pt x="70" y="0"/>
                  </a:lnTo>
                  <a:lnTo>
                    <a:pt x="68" y="1"/>
                  </a:lnTo>
                  <a:lnTo>
                    <a:pt x="67" y="2"/>
                  </a:lnTo>
                  <a:lnTo>
                    <a:pt x="67" y="4"/>
                  </a:lnTo>
                  <a:lnTo>
                    <a:pt x="67" y="4"/>
                  </a:lnTo>
                  <a:close/>
                </a:path>
              </a:pathLst>
            </a:custGeom>
            <a:grpFill/>
            <a:ln>
              <a:solidFill>
                <a:schemeClr val="accent1">
                  <a:lumMod val="75000"/>
                  <a:alpha val="0"/>
                </a:schemeClr>
              </a:solidFill>
            </a:ln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294" name="Freeform 910"/>
            <p:cNvSpPr/>
            <p:nvPr>
              <p:custDataLst>
                <p:tags r:id="rId10"/>
              </p:custDataLst>
            </p:nvPr>
          </p:nvSpPr>
          <p:spPr bwMode="auto">
            <a:xfrm>
              <a:off x="3436938" y="1397000"/>
              <a:ext cx="47625" cy="252413"/>
            </a:xfrm>
            <a:custGeom>
              <a:avLst/>
              <a:gdLst/>
              <a:ahLst/>
              <a:cxnLst>
                <a:cxn ang="0">
                  <a:pos x="80" y="4"/>
                </a:cxn>
                <a:cxn ang="0">
                  <a:pos x="80" y="4"/>
                </a:cxn>
                <a:cxn ang="0">
                  <a:pos x="78" y="20"/>
                </a:cxn>
                <a:cxn ang="0">
                  <a:pos x="76" y="34"/>
                </a:cxn>
                <a:cxn ang="0">
                  <a:pos x="69" y="63"/>
                </a:cxn>
                <a:cxn ang="0">
                  <a:pos x="54" y="121"/>
                </a:cxn>
                <a:cxn ang="0">
                  <a:pos x="54" y="121"/>
                </a:cxn>
                <a:cxn ang="0">
                  <a:pos x="40" y="180"/>
                </a:cxn>
                <a:cxn ang="0">
                  <a:pos x="26" y="238"/>
                </a:cxn>
                <a:cxn ang="0">
                  <a:pos x="26" y="238"/>
                </a:cxn>
                <a:cxn ang="0">
                  <a:pos x="23" y="253"/>
                </a:cxn>
                <a:cxn ang="0">
                  <a:pos x="21" y="269"/>
                </a:cxn>
                <a:cxn ang="0">
                  <a:pos x="19" y="301"/>
                </a:cxn>
                <a:cxn ang="0">
                  <a:pos x="16" y="332"/>
                </a:cxn>
                <a:cxn ang="0">
                  <a:pos x="15" y="347"/>
                </a:cxn>
                <a:cxn ang="0">
                  <a:pos x="12" y="363"/>
                </a:cxn>
                <a:cxn ang="0">
                  <a:pos x="12" y="363"/>
                </a:cxn>
                <a:cxn ang="0">
                  <a:pos x="8" y="391"/>
                </a:cxn>
                <a:cxn ang="0">
                  <a:pos x="4" y="419"/>
                </a:cxn>
                <a:cxn ang="0">
                  <a:pos x="2" y="446"/>
                </a:cxn>
                <a:cxn ang="0">
                  <a:pos x="0" y="474"/>
                </a:cxn>
                <a:cxn ang="0">
                  <a:pos x="0" y="474"/>
                </a:cxn>
                <a:cxn ang="0">
                  <a:pos x="0" y="476"/>
                </a:cxn>
                <a:cxn ang="0">
                  <a:pos x="1" y="477"/>
                </a:cxn>
                <a:cxn ang="0">
                  <a:pos x="3" y="478"/>
                </a:cxn>
                <a:cxn ang="0">
                  <a:pos x="4" y="478"/>
                </a:cxn>
                <a:cxn ang="0">
                  <a:pos x="6" y="478"/>
                </a:cxn>
                <a:cxn ang="0">
                  <a:pos x="8" y="477"/>
                </a:cxn>
                <a:cxn ang="0">
                  <a:pos x="9" y="476"/>
                </a:cxn>
                <a:cxn ang="0">
                  <a:pos x="9" y="474"/>
                </a:cxn>
                <a:cxn ang="0">
                  <a:pos x="9" y="474"/>
                </a:cxn>
                <a:cxn ang="0">
                  <a:pos x="11" y="444"/>
                </a:cxn>
                <a:cxn ang="0">
                  <a:pos x="14" y="415"/>
                </a:cxn>
                <a:cxn ang="0">
                  <a:pos x="18" y="385"/>
                </a:cxn>
                <a:cxn ang="0">
                  <a:pos x="23" y="357"/>
                </a:cxn>
                <a:cxn ang="0">
                  <a:pos x="23" y="357"/>
                </a:cxn>
                <a:cxn ang="0">
                  <a:pos x="25" y="341"/>
                </a:cxn>
                <a:cxn ang="0">
                  <a:pos x="28" y="326"/>
                </a:cxn>
                <a:cxn ang="0">
                  <a:pos x="30" y="295"/>
                </a:cxn>
                <a:cxn ang="0">
                  <a:pos x="33" y="263"/>
                </a:cxn>
                <a:cxn ang="0">
                  <a:pos x="35" y="247"/>
                </a:cxn>
                <a:cxn ang="0">
                  <a:pos x="38" y="232"/>
                </a:cxn>
                <a:cxn ang="0">
                  <a:pos x="38" y="232"/>
                </a:cxn>
                <a:cxn ang="0">
                  <a:pos x="51" y="174"/>
                </a:cxn>
                <a:cxn ang="0">
                  <a:pos x="66" y="116"/>
                </a:cxn>
                <a:cxn ang="0">
                  <a:pos x="66" y="116"/>
                </a:cxn>
                <a:cxn ang="0">
                  <a:pos x="79" y="61"/>
                </a:cxn>
                <a:cxn ang="0">
                  <a:pos x="85" y="32"/>
                </a:cxn>
                <a:cxn ang="0">
                  <a:pos x="90" y="4"/>
                </a:cxn>
                <a:cxn ang="0">
                  <a:pos x="90" y="4"/>
                </a:cxn>
                <a:cxn ang="0">
                  <a:pos x="90" y="3"/>
                </a:cxn>
                <a:cxn ang="0">
                  <a:pos x="88" y="1"/>
                </a:cxn>
                <a:cxn ang="0">
                  <a:pos x="87" y="0"/>
                </a:cxn>
                <a:cxn ang="0">
                  <a:pos x="85" y="0"/>
                </a:cxn>
                <a:cxn ang="0">
                  <a:pos x="82" y="1"/>
                </a:cxn>
                <a:cxn ang="0">
                  <a:pos x="81" y="3"/>
                </a:cxn>
                <a:cxn ang="0">
                  <a:pos x="80" y="4"/>
                </a:cxn>
                <a:cxn ang="0">
                  <a:pos x="80" y="4"/>
                </a:cxn>
              </a:cxnLst>
              <a:rect l="0" t="0" r="r" b="b"/>
              <a:pathLst>
                <a:path w="90" h="478">
                  <a:moveTo>
                    <a:pt x="80" y="4"/>
                  </a:moveTo>
                  <a:lnTo>
                    <a:pt x="80" y="4"/>
                  </a:lnTo>
                  <a:lnTo>
                    <a:pt x="78" y="20"/>
                  </a:lnTo>
                  <a:lnTo>
                    <a:pt x="76" y="34"/>
                  </a:lnTo>
                  <a:lnTo>
                    <a:pt x="69" y="63"/>
                  </a:lnTo>
                  <a:lnTo>
                    <a:pt x="54" y="121"/>
                  </a:lnTo>
                  <a:lnTo>
                    <a:pt x="54" y="121"/>
                  </a:lnTo>
                  <a:lnTo>
                    <a:pt x="40" y="180"/>
                  </a:lnTo>
                  <a:lnTo>
                    <a:pt x="26" y="238"/>
                  </a:lnTo>
                  <a:lnTo>
                    <a:pt x="26" y="238"/>
                  </a:lnTo>
                  <a:lnTo>
                    <a:pt x="23" y="253"/>
                  </a:lnTo>
                  <a:lnTo>
                    <a:pt x="21" y="269"/>
                  </a:lnTo>
                  <a:lnTo>
                    <a:pt x="19" y="301"/>
                  </a:lnTo>
                  <a:lnTo>
                    <a:pt x="16" y="332"/>
                  </a:lnTo>
                  <a:lnTo>
                    <a:pt x="15" y="347"/>
                  </a:lnTo>
                  <a:lnTo>
                    <a:pt x="12" y="363"/>
                  </a:lnTo>
                  <a:lnTo>
                    <a:pt x="12" y="363"/>
                  </a:lnTo>
                  <a:lnTo>
                    <a:pt x="8" y="391"/>
                  </a:lnTo>
                  <a:lnTo>
                    <a:pt x="4" y="419"/>
                  </a:lnTo>
                  <a:lnTo>
                    <a:pt x="2" y="446"/>
                  </a:lnTo>
                  <a:lnTo>
                    <a:pt x="0" y="474"/>
                  </a:lnTo>
                  <a:lnTo>
                    <a:pt x="0" y="474"/>
                  </a:lnTo>
                  <a:lnTo>
                    <a:pt x="0" y="476"/>
                  </a:lnTo>
                  <a:lnTo>
                    <a:pt x="1" y="477"/>
                  </a:lnTo>
                  <a:lnTo>
                    <a:pt x="3" y="478"/>
                  </a:lnTo>
                  <a:lnTo>
                    <a:pt x="4" y="478"/>
                  </a:lnTo>
                  <a:lnTo>
                    <a:pt x="6" y="478"/>
                  </a:lnTo>
                  <a:lnTo>
                    <a:pt x="8" y="477"/>
                  </a:lnTo>
                  <a:lnTo>
                    <a:pt x="9" y="476"/>
                  </a:lnTo>
                  <a:lnTo>
                    <a:pt x="9" y="474"/>
                  </a:lnTo>
                  <a:lnTo>
                    <a:pt x="9" y="474"/>
                  </a:lnTo>
                  <a:lnTo>
                    <a:pt x="11" y="444"/>
                  </a:lnTo>
                  <a:lnTo>
                    <a:pt x="14" y="415"/>
                  </a:lnTo>
                  <a:lnTo>
                    <a:pt x="18" y="385"/>
                  </a:lnTo>
                  <a:lnTo>
                    <a:pt x="23" y="357"/>
                  </a:lnTo>
                  <a:lnTo>
                    <a:pt x="23" y="357"/>
                  </a:lnTo>
                  <a:lnTo>
                    <a:pt x="25" y="341"/>
                  </a:lnTo>
                  <a:lnTo>
                    <a:pt x="28" y="326"/>
                  </a:lnTo>
                  <a:lnTo>
                    <a:pt x="30" y="295"/>
                  </a:lnTo>
                  <a:lnTo>
                    <a:pt x="33" y="263"/>
                  </a:lnTo>
                  <a:lnTo>
                    <a:pt x="35" y="247"/>
                  </a:lnTo>
                  <a:lnTo>
                    <a:pt x="38" y="232"/>
                  </a:lnTo>
                  <a:lnTo>
                    <a:pt x="38" y="232"/>
                  </a:lnTo>
                  <a:lnTo>
                    <a:pt x="51" y="174"/>
                  </a:lnTo>
                  <a:lnTo>
                    <a:pt x="66" y="116"/>
                  </a:lnTo>
                  <a:lnTo>
                    <a:pt x="66" y="116"/>
                  </a:lnTo>
                  <a:lnTo>
                    <a:pt x="79" y="61"/>
                  </a:lnTo>
                  <a:lnTo>
                    <a:pt x="85" y="32"/>
                  </a:lnTo>
                  <a:lnTo>
                    <a:pt x="90" y="4"/>
                  </a:lnTo>
                  <a:lnTo>
                    <a:pt x="90" y="4"/>
                  </a:lnTo>
                  <a:lnTo>
                    <a:pt x="90" y="3"/>
                  </a:lnTo>
                  <a:lnTo>
                    <a:pt x="88" y="1"/>
                  </a:lnTo>
                  <a:lnTo>
                    <a:pt x="87" y="0"/>
                  </a:lnTo>
                  <a:lnTo>
                    <a:pt x="85" y="0"/>
                  </a:lnTo>
                  <a:lnTo>
                    <a:pt x="82" y="1"/>
                  </a:lnTo>
                  <a:lnTo>
                    <a:pt x="81" y="3"/>
                  </a:lnTo>
                  <a:lnTo>
                    <a:pt x="80" y="4"/>
                  </a:lnTo>
                  <a:lnTo>
                    <a:pt x="80" y="4"/>
                  </a:lnTo>
                  <a:close/>
                </a:path>
              </a:pathLst>
            </a:custGeom>
            <a:grpFill/>
            <a:ln>
              <a:solidFill>
                <a:schemeClr val="accent1">
                  <a:lumMod val="75000"/>
                  <a:alpha val="0"/>
                </a:schemeClr>
              </a:solidFill>
            </a:ln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295" name="Freeform 911"/>
            <p:cNvSpPr/>
            <p:nvPr>
              <p:custDataLst>
                <p:tags r:id="rId11"/>
              </p:custDataLst>
            </p:nvPr>
          </p:nvSpPr>
          <p:spPr bwMode="auto">
            <a:xfrm>
              <a:off x="3457575" y="1241425"/>
              <a:ext cx="104775" cy="455613"/>
            </a:xfrm>
            <a:custGeom>
              <a:avLst/>
              <a:gdLst/>
              <a:ahLst/>
              <a:cxnLst>
                <a:cxn ang="0">
                  <a:pos x="189" y="5"/>
                </a:cxn>
                <a:cxn ang="0">
                  <a:pos x="187" y="12"/>
                </a:cxn>
                <a:cxn ang="0">
                  <a:pos x="185" y="19"/>
                </a:cxn>
                <a:cxn ang="0">
                  <a:pos x="183" y="34"/>
                </a:cxn>
                <a:cxn ang="0">
                  <a:pos x="181" y="47"/>
                </a:cxn>
                <a:cxn ang="0">
                  <a:pos x="173" y="98"/>
                </a:cxn>
                <a:cxn ang="0">
                  <a:pos x="167" y="127"/>
                </a:cxn>
                <a:cxn ang="0">
                  <a:pos x="152" y="182"/>
                </a:cxn>
                <a:cxn ang="0">
                  <a:pos x="142" y="208"/>
                </a:cxn>
                <a:cxn ang="0">
                  <a:pos x="108" y="307"/>
                </a:cxn>
                <a:cxn ang="0">
                  <a:pos x="101" y="334"/>
                </a:cxn>
                <a:cxn ang="0">
                  <a:pos x="88" y="420"/>
                </a:cxn>
                <a:cxn ang="0">
                  <a:pos x="82" y="448"/>
                </a:cxn>
                <a:cxn ang="0">
                  <a:pos x="66" y="533"/>
                </a:cxn>
                <a:cxn ang="0">
                  <a:pos x="41" y="644"/>
                </a:cxn>
                <a:cxn ang="0">
                  <a:pos x="30" y="698"/>
                </a:cxn>
                <a:cxn ang="0">
                  <a:pos x="7" y="804"/>
                </a:cxn>
                <a:cxn ang="0">
                  <a:pos x="0" y="858"/>
                </a:cxn>
                <a:cxn ang="0">
                  <a:pos x="0" y="860"/>
                </a:cxn>
                <a:cxn ang="0">
                  <a:pos x="2" y="862"/>
                </a:cxn>
                <a:cxn ang="0">
                  <a:pos x="7" y="861"/>
                </a:cxn>
                <a:cxn ang="0">
                  <a:pos x="9" y="858"/>
                </a:cxn>
                <a:cxn ang="0">
                  <a:pos x="12" y="830"/>
                </a:cxn>
                <a:cxn ang="0">
                  <a:pos x="29" y="748"/>
                </a:cxn>
                <a:cxn ang="0">
                  <a:pos x="53" y="638"/>
                </a:cxn>
                <a:cxn ang="0">
                  <a:pos x="64" y="580"/>
                </a:cxn>
                <a:cxn ang="0">
                  <a:pos x="89" y="464"/>
                </a:cxn>
                <a:cxn ang="0">
                  <a:pos x="99" y="405"/>
                </a:cxn>
                <a:cxn ang="0">
                  <a:pos x="103" y="379"/>
                </a:cxn>
                <a:cxn ang="0">
                  <a:pos x="113" y="326"/>
                </a:cxn>
                <a:cxn ang="0">
                  <a:pos x="121" y="301"/>
                </a:cxn>
                <a:cxn ang="0">
                  <a:pos x="158" y="195"/>
                </a:cxn>
                <a:cxn ang="0">
                  <a:pos x="174" y="140"/>
                </a:cxn>
                <a:cxn ang="0">
                  <a:pos x="186" y="83"/>
                </a:cxn>
                <a:cxn ang="0">
                  <a:pos x="189" y="60"/>
                </a:cxn>
                <a:cxn ang="0">
                  <a:pos x="192" y="36"/>
                </a:cxn>
                <a:cxn ang="0">
                  <a:pos x="196" y="20"/>
                </a:cxn>
                <a:cxn ang="0">
                  <a:pos x="198" y="5"/>
                </a:cxn>
                <a:cxn ang="0">
                  <a:pos x="198" y="3"/>
                </a:cxn>
                <a:cxn ang="0">
                  <a:pos x="196" y="1"/>
                </a:cxn>
                <a:cxn ang="0">
                  <a:pos x="192" y="1"/>
                </a:cxn>
                <a:cxn ang="0">
                  <a:pos x="190" y="3"/>
                </a:cxn>
                <a:cxn ang="0">
                  <a:pos x="189" y="5"/>
                </a:cxn>
              </a:cxnLst>
              <a:rect l="0" t="0" r="r" b="b"/>
              <a:pathLst>
                <a:path w="198" h="862">
                  <a:moveTo>
                    <a:pt x="189" y="5"/>
                  </a:moveTo>
                  <a:lnTo>
                    <a:pt x="189" y="5"/>
                  </a:lnTo>
                  <a:lnTo>
                    <a:pt x="189" y="9"/>
                  </a:lnTo>
                  <a:lnTo>
                    <a:pt x="187" y="12"/>
                  </a:lnTo>
                  <a:lnTo>
                    <a:pt x="186" y="15"/>
                  </a:lnTo>
                  <a:lnTo>
                    <a:pt x="185" y="19"/>
                  </a:lnTo>
                  <a:lnTo>
                    <a:pt x="185" y="19"/>
                  </a:lnTo>
                  <a:lnTo>
                    <a:pt x="183" y="34"/>
                  </a:lnTo>
                  <a:lnTo>
                    <a:pt x="181" y="47"/>
                  </a:lnTo>
                  <a:lnTo>
                    <a:pt x="181" y="47"/>
                  </a:lnTo>
                  <a:lnTo>
                    <a:pt x="178" y="73"/>
                  </a:lnTo>
                  <a:lnTo>
                    <a:pt x="173" y="98"/>
                  </a:lnTo>
                  <a:lnTo>
                    <a:pt x="173" y="98"/>
                  </a:lnTo>
                  <a:lnTo>
                    <a:pt x="167" y="127"/>
                  </a:lnTo>
                  <a:lnTo>
                    <a:pt x="160" y="154"/>
                  </a:lnTo>
                  <a:lnTo>
                    <a:pt x="152" y="182"/>
                  </a:lnTo>
                  <a:lnTo>
                    <a:pt x="142" y="208"/>
                  </a:lnTo>
                  <a:lnTo>
                    <a:pt x="142" y="208"/>
                  </a:lnTo>
                  <a:lnTo>
                    <a:pt x="108" y="307"/>
                  </a:lnTo>
                  <a:lnTo>
                    <a:pt x="108" y="307"/>
                  </a:lnTo>
                  <a:lnTo>
                    <a:pt x="104" y="321"/>
                  </a:lnTo>
                  <a:lnTo>
                    <a:pt x="101" y="334"/>
                  </a:lnTo>
                  <a:lnTo>
                    <a:pt x="96" y="363"/>
                  </a:lnTo>
                  <a:lnTo>
                    <a:pt x="88" y="420"/>
                  </a:lnTo>
                  <a:lnTo>
                    <a:pt x="88" y="420"/>
                  </a:lnTo>
                  <a:lnTo>
                    <a:pt x="82" y="448"/>
                  </a:lnTo>
                  <a:lnTo>
                    <a:pt x="77" y="476"/>
                  </a:lnTo>
                  <a:lnTo>
                    <a:pt x="66" y="533"/>
                  </a:lnTo>
                  <a:lnTo>
                    <a:pt x="54" y="589"/>
                  </a:lnTo>
                  <a:lnTo>
                    <a:pt x="41" y="644"/>
                  </a:lnTo>
                  <a:lnTo>
                    <a:pt x="41" y="644"/>
                  </a:lnTo>
                  <a:lnTo>
                    <a:pt x="30" y="698"/>
                  </a:lnTo>
                  <a:lnTo>
                    <a:pt x="18" y="751"/>
                  </a:lnTo>
                  <a:lnTo>
                    <a:pt x="7" y="804"/>
                  </a:lnTo>
                  <a:lnTo>
                    <a:pt x="3" y="831"/>
                  </a:lnTo>
                  <a:lnTo>
                    <a:pt x="0" y="858"/>
                  </a:lnTo>
                  <a:lnTo>
                    <a:pt x="0" y="858"/>
                  </a:lnTo>
                  <a:lnTo>
                    <a:pt x="0" y="860"/>
                  </a:lnTo>
                  <a:lnTo>
                    <a:pt x="1" y="861"/>
                  </a:lnTo>
                  <a:lnTo>
                    <a:pt x="2" y="862"/>
                  </a:lnTo>
                  <a:lnTo>
                    <a:pt x="4" y="862"/>
                  </a:lnTo>
                  <a:lnTo>
                    <a:pt x="7" y="861"/>
                  </a:lnTo>
                  <a:lnTo>
                    <a:pt x="8" y="860"/>
                  </a:lnTo>
                  <a:lnTo>
                    <a:pt x="9" y="858"/>
                  </a:lnTo>
                  <a:lnTo>
                    <a:pt x="9" y="858"/>
                  </a:lnTo>
                  <a:lnTo>
                    <a:pt x="12" y="830"/>
                  </a:lnTo>
                  <a:lnTo>
                    <a:pt x="17" y="803"/>
                  </a:lnTo>
                  <a:lnTo>
                    <a:pt x="29" y="748"/>
                  </a:lnTo>
                  <a:lnTo>
                    <a:pt x="40" y="693"/>
                  </a:lnTo>
                  <a:lnTo>
                    <a:pt x="53" y="638"/>
                  </a:lnTo>
                  <a:lnTo>
                    <a:pt x="53" y="638"/>
                  </a:lnTo>
                  <a:lnTo>
                    <a:pt x="64" y="580"/>
                  </a:lnTo>
                  <a:lnTo>
                    <a:pt x="77" y="522"/>
                  </a:lnTo>
                  <a:lnTo>
                    <a:pt x="89" y="464"/>
                  </a:lnTo>
                  <a:lnTo>
                    <a:pt x="95" y="435"/>
                  </a:lnTo>
                  <a:lnTo>
                    <a:pt x="99" y="405"/>
                  </a:lnTo>
                  <a:lnTo>
                    <a:pt x="99" y="405"/>
                  </a:lnTo>
                  <a:lnTo>
                    <a:pt x="103" y="379"/>
                  </a:lnTo>
                  <a:lnTo>
                    <a:pt x="107" y="353"/>
                  </a:lnTo>
                  <a:lnTo>
                    <a:pt x="113" y="326"/>
                  </a:lnTo>
                  <a:lnTo>
                    <a:pt x="121" y="301"/>
                  </a:lnTo>
                  <a:lnTo>
                    <a:pt x="121" y="301"/>
                  </a:lnTo>
                  <a:lnTo>
                    <a:pt x="158" y="195"/>
                  </a:lnTo>
                  <a:lnTo>
                    <a:pt x="158" y="195"/>
                  </a:lnTo>
                  <a:lnTo>
                    <a:pt x="166" y="167"/>
                  </a:lnTo>
                  <a:lnTo>
                    <a:pt x="174" y="140"/>
                  </a:lnTo>
                  <a:lnTo>
                    <a:pt x="181" y="112"/>
                  </a:lnTo>
                  <a:lnTo>
                    <a:pt x="186" y="83"/>
                  </a:lnTo>
                  <a:lnTo>
                    <a:pt x="186" y="83"/>
                  </a:lnTo>
                  <a:lnTo>
                    <a:pt x="189" y="60"/>
                  </a:lnTo>
                  <a:lnTo>
                    <a:pt x="190" y="47"/>
                  </a:lnTo>
                  <a:lnTo>
                    <a:pt x="192" y="36"/>
                  </a:lnTo>
                  <a:lnTo>
                    <a:pt x="192" y="36"/>
                  </a:lnTo>
                  <a:lnTo>
                    <a:pt x="196" y="20"/>
                  </a:lnTo>
                  <a:lnTo>
                    <a:pt x="198" y="12"/>
                  </a:lnTo>
                  <a:lnTo>
                    <a:pt x="198" y="5"/>
                  </a:lnTo>
                  <a:lnTo>
                    <a:pt x="198" y="5"/>
                  </a:lnTo>
                  <a:lnTo>
                    <a:pt x="198" y="3"/>
                  </a:lnTo>
                  <a:lnTo>
                    <a:pt x="197" y="2"/>
                  </a:lnTo>
                  <a:lnTo>
                    <a:pt x="196" y="1"/>
                  </a:lnTo>
                  <a:lnTo>
                    <a:pt x="194" y="0"/>
                  </a:lnTo>
                  <a:lnTo>
                    <a:pt x="192" y="1"/>
                  </a:lnTo>
                  <a:lnTo>
                    <a:pt x="191" y="2"/>
                  </a:lnTo>
                  <a:lnTo>
                    <a:pt x="190" y="3"/>
                  </a:lnTo>
                  <a:lnTo>
                    <a:pt x="189" y="5"/>
                  </a:lnTo>
                  <a:lnTo>
                    <a:pt x="189" y="5"/>
                  </a:lnTo>
                  <a:close/>
                </a:path>
              </a:pathLst>
            </a:custGeom>
            <a:grpFill/>
            <a:ln>
              <a:solidFill>
                <a:schemeClr val="accent1">
                  <a:lumMod val="75000"/>
                  <a:alpha val="0"/>
                </a:schemeClr>
              </a:solidFill>
            </a:ln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296" name="Freeform 912"/>
            <p:cNvSpPr/>
            <p:nvPr>
              <p:custDataLst>
                <p:tags r:id="rId12"/>
              </p:custDataLst>
            </p:nvPr>
          </p:nvSpPr>
          <p:spPr bwMode="auto">
            <a:xfrm>
              <a:off x="3494088" y="1250950"/>
              <a:ext cx="98425" cy="452438"/>
            </a:xfrm>
            <a:custGeom>
              <a:avLst/>
              <a:gdLst/>
              <a:ahLst/>
              <a:cxnLst>
                <a:cxn ang="0">
                  <a:pos x="175" y="5"/>
                </a:cxn>
                <a:cxn ang="0">
                  <a:pos x="174" y="29"/>
                </a:cxn>
                <a:cxn ang="0">
                  <a:pos x="159" y="100"/>
                </a:cxn>
                <a:cxn ang="0">
                  <a:pos x="150" y="153"/>
                </a:cxn>
                <a:cxn ang="0">
                  <a:pos x="141" y="207"/>
                </a:cxn>
                <a:cxn ang="0">
                  <a:pos x="121" y="315"/>
                </a:cxn>
                <a:cxn ang="0">
                  <a:pos x="104" y="426"/>
                </a:cxn>
                <a:cxn ang="0">
                  <a:pos x="99" y="449"/>
                </a:cxn>
                <a:cxn ang="0">
                  <a:pos x="93" y="472"/>
                </a:cxn>
                <a:cxn ang="0">
                  <a:pos x="91" y="488"/>
                </a:cxn>
                <a:cxn ang="0">
                  <a:pos x="81" y="531"/>
                </a:cxn>
                <a:cxn ang="0">
                  <a:pos x="51" y="644"/>
                </a:cxn>
                <a:cxn ang="0">
                  <a:pos x="44" y="672"/>
                </a:cxn>
                <a:cxn ang="0">
                  <a:pos x="19" y="753"/>
                </a:cxn>
                <a:cxn ang="0">
                  <a:pos x="13" y="780"/>
                </a:cxn>
                <a:cxn ang="0">
                  <a:pos x="7" y="806"/>
                </a:cxn>
                <a:cxn ang="0">
                  <a:pos x="0" y="838"/>
                </a:cxn>
                <a:cxn ang="0">
                  <a:pos x="0" y="848"/>
                </a:cxn>
                <a:cxn ang="0">
                  <a:pos x="1" y="853"/>
                </a:cxn>
                <a:cxn ang="0">
                  <a:pos x="4" y="854"/>
                </a:cxn>
                <a:cxn ang="0">
                  <a:pos x="7" y="853"/>
                </a:cxn>
                <a:cxn ang="0">
                  <a:pos x="9" y="848"/>
                </a:cxn>
                <a:cxn ang="0">
                  <a:pos x="10" y="837"/>
                </a:cxn>
                <a:cxn ang="0">
                  <a:pos x="18" y="800"/>
                </a:cxn>
                <a:cxn ang="0">
                  <a:pos x="23" y="774"/>
                </a:cxn>
                <a:cxn ang="0">
                  <a:pos x="30" y="747"/>
                </a:cxn>
                <a:cxn ang="0">
                  <a:pos x="63" y="638"/>
                </a:cxn>
                <a:cxn ang="0">
                  <a:pos x="92" y="525"/>
                </a:cxn>
                <a:cxn ang="0">
                  <a:pos x="98" y="500"/>
                </a:cxn>
                <a:cxn ang="0">
                  <a:pos x="102" y="476"/>
                </a:cxn>
                <a:cxn ang="0">
                  <a:pos x="109" y="447"/>
                </a:cxn>
                <a:cxn ang="0">
                  <a:pos x="115" y="419"/>
                </a:cxn>
                <a:cxn ang="0">
                  <a:pos x="131" y="309"/>
                </a:cxn>
                <a:cxn ang="0">
                  <a:pos x="151" y="201"/>
                </a:cxn>
                <a:cxn ang="0">
                  <a:pos x="160" y="147"/>
                </a:cxn>
                <a:cxn ang="0">
                  <a:pos x="170" y="93"/>
                </a:cxn>
                <a:cxn ang="0">
                  <a:pos x="183" y="27"/>
                </a:cxn>
                <a:cxn ang="0">
                  <a:pos x="185" y="5"/>
                </a:cxn>
                <a:cxn ang="0">
                  <a:pos x="184" y="3"/>
                </a:cxn>
                <a:cxn ang="0">
                  <a:pos x="182" y="0"/>
                </a:cxn>
                <a:cxn ang="0">
                  <a:pos x="178" y="0"/>
                </a:cxn>
                <a:cxn ang="0">
                  <a:pos x="176" y="3"/>
                </a:cxn>
                <a:cxn ang="0">
                  <a:pos x="175" y="5"/>
                </a:cxn>
              </a:cxnLst>
              <a:rect l="0" t="0" r="r" b="b"/>
              <a:pathLst>
                <a:path w="185" h="854">
                  <a:moveTo>
                    <a:pt x="175" y="5"/>
                  </a:moveTo>
                  <a:lnTo>
                    <a:pt x="175" y="5"/>
                  </a:lnTo>
                  <a:lnTo>
                    <a:pt x="175" y="17"/>
                  </a:lnTo>
                  <a:lnTo>
                    <a:pt x="174" y="29"/>
                  </a:lnTo>
                  <a:lnTo>
                    <a:pt x="170" y="52"/>
                  </a:lnTo>
                  <a:lnTo>
                    <a:pt x="159" y="100"/>
                  </a:lnTo>
                  <a:lnTo>
                    <a:pt x="159" y="100"/>
                  </a:lnTo>
                  <a:lnTo>
                    <a:pt x="150" y="153"/>
                  </a:lnTo>
                  <a:lnTo>
                    <a:pt x="141" y="207"/>
                  </a:lnTo>
                  <a:lnTo>
                    <a:pt x="141" y="207"/>
                  </a:lnTo>
                  <a:lnTo>
                    <a:pt x="130" y="261"/>
                  </a:lnTo>
                  <a:lnTo>
                    <a:pt x="121" y="315"/>
                  </a:lnTo>
                  <a:lnTo>
                    <a:pt x="104" y="426"/>
                  </a:lnTo>
                  <a:lnTo>
                    <a:pt x="104" y="426"/>
                  </a:lnTo>
                  <a:lnTo>
                    <a:pt x="101" y="437"/>
                  </a:lnTo>
                  <a:lnTo>
                    <a:pt x="99" y="449"/>
                  </a:lnTo>
                  <a:lnTo>
                    <a:pt x="96" y="461"/>
                  </a:lnTo>
                  <a:lnTo>
                    <a:pt x="93" y="472"/>
                  </a:lnTo>
                  <a:lnTo>
                    <a:pt x="93" y="472"/>
                  </a:lnTo>
                  <a:lnTo>
                    <a:pt x="91" y="488"/>
                  </a:lnTo>
                  <a:lnTo>
                    <a:pt x="88" y="502"/>
                  </a:lnTo>
                  <a:lnTo>
                    <a:pt x="81" y="531"/>
                  </a:lnTo>
                  <a:lnTo>
                    <a:pt x="81" y="531"/>
                  </a:lnTo>
                  <a:lnTo>
                    <a:pt x="51" y="644"/>
                  </a:lnTo>
                  <a:lnTo>
                    <a:pt x="51" y="644"/>
                  </a:lnTo>
                  <a:lnTo>
                    <a:pt x="44" y="672"/>
                  </a:lnTo>
                  <a:lnTo>
                    <a:pt x="35" y="699"/>
                  </a:lnTo>
                  <a:lnTo>
                    <a:pt x="19" y="753"/>
                  </a:lnTo>
                  <a:lnTo>
                    <a:pt x="19" y="753"/>
                  </a:lnTo>
                  <a:lnTo>
                    <a:pt x="13" y="780"/>
                  </a:lnTo>
                  <a:lnTo>
                    <a:pt x="7" y="806"/>
                  </a:lnTo>
                  <a:lnTo>
                    <a:pt x="7" y="806"/>
                  </a:lnTo>
                  <a:lnTo>
                    <a:pt x="2" y="828"/>
                  </a:lnTo>
                  <a:lnTo>
                    <a:pt x="0" y="838"/>
                  </a:lnTo>
                  <a:lnTo>
                    <a:pt x="0" y="848"/>
                  </a:lnTo>
                  <a:lnTo>
                    <a:pt x="0" y="848"/>
                  </a:lnTo>
                  <a:lnTo>
                    <a:pt x="0" y="851"/>
                  </a:lnTo>
                  <a:lnTo>
                    <a:pt x="1" y="853"/>
                  </a:lnTo>
                  <a:lnTo>
                    <a:pt x="2" y="853"/>
                  </a:lnTo>
                  <a:lnTo>
                    <a:pt x="4" y="854"/>
                  </a:lnTo>
                  <a:lnTo>
                    <a:pt x="6" y="853"/>
                  </a:lnTo>
                  <a:lnTo>
                    <a:pt x="7" y="853"/>
                  </a:lnTo>
                  <a:lnTo>
                    <a:pt x="8" y="851"/>
                  </a:lnTo>
                  <a:lnTo>
                    <a:pt x="9" y="848"/>
                  </a:lnTo>
                  <a:lnTo>
                    <a:pt x="9" y="848"/>
                  </a:lnTo>
                  <a:lnTo>
                    <a:pt x="10" y="837"/>
                  </a:lnTo>
                  <a:lnTo>
                    <a:pt x="13" y="825"/>
                  </a:lnTo>
                  <a:lnTo>
                    <a:pt x="18" y="800"/>
                  </a:lnTo>
                  <a:lnTo>
                    <a:pt x="18" y="800"/>
                  </a:lnTo>
                  <a:lnTo>
                    <a:pt x="23" y="774"/>
                  </a:lnTo>
                  <a:lnTo>
                    <a:pt x="30" y="747"/>
                  </a:lnTo>
                  <a:lnTo>
                    <a:pt x="30" y="747"/>
                  </a:lnTo>
                  <a:lnTo>
                    <a:pt x="47" y="693"/>
                  </a:lnTo>
                  <a:lnTo>
                    <a:pt x="63" y="638"/>
                  </a:lnTo>
                  <a:lnTo>
                    <a:pt x="63" y="638"/>
                  </a:lnTo>
                  <a:lnTo>
                    <a:pt x="92" y="525"/>
                  </a:lnTo>
                  <a:lnTo>
                    <a:pt x="92" y="525"/>
                  </a:lnTo>
                  <a:lnTo>
                    <a:pt x="98" y="500"/>
                  </a:lnTo>
                  <a:lnTo>
                    <a:pt x="102" y="476"/>
                  </a:lnTo>
                  <a:lnTo>
                    <a:pt x="102" y="476"/>
                  </a:lnTo>
                  <a:lnTo>
                    <a:pt x="105" y="461"/>
                  </a:lnTo>
                  <a:lnTo>
                    <a:pt x="109" y="447"/>
                  </a:lnTo>
                  <a:lnTo>
                    <a:pt x="112" y="433"/>
                  </a:lnTo>
                  <a:lnTo>
                    <a:pt x="115" y="419"/>
                  </a:lnTo>
                  <a:lnTo>
                    <a:pt x="115" y="419"/>
                  </a:lnTo>
                  <a:lnTo>
                    <a:pt x="131" y="309"/>
                  </a:lnTo>
                  <a:lnTo>
                    <a:pt x="141" y="255"/>
                  </a:lnTo>
                  <a:lnTo>
                    <a:pt x="151" y="201"/>
                  </a:lnTo>
                  <a:lnTo>
                    <a:pt x="151" y="201"/>
                  </a:lnTo>
                  <a:lnTo>
                    <a:pt x="160" y="147"/>
                  </a:lnTo>
                  <a:lnTo>
                    <a:pt x="170" y="93"/>
                  </a:lnTo>
                  <a:lnTo>
                    <a:pt x="170" y="93"/>
                  </a:lnTo>
                  <a:lnTo>
                    <a:pt x="180" y="50"/>
                  </a:lnTo>
                  <a:lnTo>
                    <a:pt x="183" y="27"/>
                  </a:lnTo>
                  <a:lnTo>
                    <a:pt x="184" y="16"/>
                  </a:lnTo>
                  <a:lnTo>
                    <a:pt x="185" y="5"/>
                  </a:lnTo>
                  <a:lnTo>
                    <a:pt x="185" y="5"/>
                  </a:lnTo>
                  <a:lnTo>
                    <a:pt x="184" y="3"/>
                  </a:lnTo>
                  <a:lnTo>
                    <a:pt x="183" y="1"/>
                  </a:lnTo>
                  <a:lnTo>
                    <a:pt x="182" y="0"/>
                  </a:lnTo>
                  <a:lnTo>
                    <a:pt x="180" y="0"/>
                  </a:lnTo>
                  <a:lnTo>
                    <a:pt x="178" y="0"/>
                  </a:lnTo>
                  <a:lnTo>
                    <a:pt x="177" y="1"/>
                  </a:lnTo>
                  <a:lnTo>
                    <a:pt x="176" y="3"/>
                  </a:lnTo>
                  <a:lnTo>
                    <a:pt x="175" y="5"/>
                  </a:lnTo>
                  <a:lnTo>
                    <a:pt x="175" y="5"/>
                  </a:lnTo>
                  <a:close/>
                </a:path>
              </a:pathLst>
            </a:custGeom>
            <a:grpFill/>
            <a:ln>
              <a:solidFill>
                <a:schemeClr val="accent1">
                  <a:lumMod val="75000"/>
                  <a:alpha val="0"/>
                </a:schemeClr>
              </a:solidFill>
            </a:ln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297" name="Freeform 913"/>
            <p:cNvSpPr/>
            <p:nvPr>
              <p:custDataLst>
                <p:tags r:id="rId13"/>
              </p:custDataLst>
            </p:nvPr>
          </p:nvSpPr>
          <p:spPr bwMode="auto">
            <a:xfrm>
              <a:off x="3532188" y="1266825"/>
              <a:ext cx="103188" cy="504825"/>
            </a:xfrm>
            <a:custGeom>
              <a:avLst/>
              <a:gdLst/>
              <a:ahLst/>
              <a:cxnLst>
                <a:cxn ang="0">
                  <a:pos x="185" y="5"/>
                </a:cxn>
                <a:cxn ang="0">
                  <a:pos x="181" y="67"/>
                </a:cxn>
                <a:cxn ang="0">
                  <a:pos x="169" y="127"/>
                </a:cxn>
                <a:cxn ang="0">
                  <a:pos x="153" y="187"/>
                </a:cxn>
                <a:cxn ang="0">
                  <a:pos x="136" y="246"/>
                </a:cxn>
                <a:cxn ang="0">
                  <a:pos x="129" y="273"/>
                </a:cxn>
                <a:cxn ang="0">
                  <a:pos x="124" y="327"/>
                </a:cxn>
                <a:cxn ang="0">
                  <a:pos x="123" y="355"/>
                </a:cxn>
                <a:cxn ang="0">
                  <a:pos x="118" y="418"/>
                </a:cxn>
                <a:cxn ang="0">
                  <a:pos x="108" y="481"/>
                </a:cxn>
                <a:cxn ang="0">
                  <a:pos x="101" y="511"/>
                </a:cxn>
                <a:cxn ang="0">
                  <a:pos x="74" y="596"/>
                </a:cxn>
                <a:cxn ang="0">
                  <a:pos x="65" y="627"/>
                </a:cxn>
                <a:cxn ang="0">
                  <a:pos x="53" y="691"/>
                </a:cxn>
                <a:cxn ang="0">
                  <a:pos x="47" y="723"/>
                </a:cxn>
                <a:cxn ang="0">
                  <a:pos x="23" y="846"/>
                </a:cxn>
                <a:cxn ang="0">
                  <a:pos x="20" y="863"/>
                </a:cxn>
                <a:cxn ang="0">
                  <a:pos x="14" y="897"/>
                </a:cxn>
                <a:cxn ang="0">
                  <a:pos x="9" y="913"/>
                </a:cxn>
                <a:cxn ang="0">
                  <a:pos x="6" y="922"/>
                </a:cxn>
                <a:cxn ang="0">
                  <a:pos x="1" y="939"/>
                </a:cxn>
                <a:cxn ang="0">
                  <a:pos x="0" y="949"/>
                </a:cxn>
                <a:cxn ang="0">
                  <a:pos x="2" y="952"/>
                </a:cxn>
                <a:cxn ang="0">
                  <a:pos x="6" y="954"/>
                </a:cxn>
                <a:cxn ang="0">
                  <a:pos x="9" y="952"/>
                </a:cxn>
                <a:cxn ang="0">
                  <a:pos x="11" y="949"/>
                </a:cxn>
                <a:cxn ang="0">
                  <a:pos x="12" y="937"/>
                </a:cxn>
                <a:cxn ang="0">
                  <a:pos x="18" y="914"/>
                </a:cxn>
                <a:cxn ang="0">
                  <a:pos x="21" y="903"/>
                </a:cxn>
                <a:cxn ang="0">
                  <a:pos x="33" y="840"/>
                </a:cxn>
                <a:cxn ang="0">
                  <a:pos x="47" y="774"/>
                </a:cxn>
                <a:cxn ang="0">
                  <a:pos x="59" y="709"/>
                </a:cxn>
                <a:cxn ang="0">
                  <a:pos x="71" y="650"/>
                </a:cxn>
                <a:cxn ang="0">
                  <a:pos x="85" y="591"/>
                </a:cxn>
                <a:cxn ang="0">
                  <a:pos x="94" y="563"/>
                </a:cxn>
                <a:cxn ang="0">
                  <a:pos x="105" y="534"/>
                </a:cxn>
                <a:cxn ang="0">
                  <a:pos x="114" y="500"/>
                </a:cxn>
                <a:cxn ang="0">
                  <a:pos x="120" y="465"/>
                </a:cxn>
                <a:cxn ang="0">
                  <a:pos x="128" y="407"/>
                </a:cxn>
                <a:cxn ang="0">
                  <a:pos x="135" y="320"/>
                </a:cxn>
                <a:cxn ang="0">
                  <a:pos x="143" y="262"/>
                </a:cxn>
                <a:cxn ang="0">
                  <a:pos x="150" y="233"/>
                </a:cxn>
                <a:cxn ang="0">
                  <a:pos x="167" y="177"/>
                </a:cxn>
                <a:cxn ang="0">
                  <a:pos x="181" y="120"/>
                </a:cxn>
                <a:cxn ang="0">
                  <a:pos x="191" y="63"/>
                </a:cxn>
                <a:cxn ang="0">
                  <a:pos x="196" y="5"/>
                </a:cxn>
                <a:cxn ang="0">
                  <a:pos x="195" y="3"/>
                </a:cxn>
                <a:cxn ang="0">
                  <a:pos x="192" y="1"/>
                </a:cxn>
                <a:cxn ang="0">
                  <a:pos x="188" y="1"/>
                </a:cxn>
                <a:cxn ang="0">
                  <a:pos x="186" y="3"/>
                </a:cxn>
                <a:cxn ang="0">
                  <a:pos x="185" y="5"/>
                </a:cxn>
              </a:cxnLst>
              <a:rect l="0" t="0" r="r" b="b"/>
              <a:pathLst>
                <a:path w="196" h="954">
                  <a:moveTo>
                    <a:pt x="185" y="5"/>
                  </a:moveTo>
                  <a:lnTo>
                    <a:pt x="185" y="5"/>
                  </a:lnTo>
                  <a:lnTo>
                    <a:pt x="184" y="36"/>
                  </a:lnTo>
                  <a:lnTo>
                    <a:pt x="181" y="67"/>
                  </a:lnTo>
                  <a:lnTo>
                    <a:pt x="176" y="97"/>
                  </a:lnTo>
                  <a:lnTo>
                    <a:pt x="169" y="127"/>
                  </a:lnTo>
                  <a:lnTo>
                    <a:pt x="162" y="157"/>
                  </a:lnTo>
                  <a:lnTo>
                    <a:pt x="153" y="187"/>
                  </a:lnTo>
                  <a:lnTo>
                    <a:pt x="136" y="246"/>
                  </a:lnTo>
                  <a:lnTo>
                    <a:pt x="136" y="246"/>
                  </a:lnTo>
                  <a:lnTo>
                    <a:pt x="133" y="261"/>
                  </a:lnTo>
                  <a:lnTo>
                    <a:pt x="129" y="273"/>
                  </a:lnTo>
                  <a:lnTo>
                    <a:pt x="126" y="300"/>
                  </a:lnTo>
                  <a:lnTo>
                    <a:pt x="124" y="327"/>
                  </a:lnTo>
                  <a:lnTo>
                    <a:pt x="123" y="355"/>
                  </a:lnTo>
                  <a:lnTo>
                    <a:pt x="123" y="355"/>
                  </a:lnTo>
                  <a:lnTo>
                    <a:pt x="121" y="386"/>
                  </a:lnTo>
                  <a:lnTo>
                    <a:pt x="118" y="418"/>
                  </a:lnTo>
                  <a:lnTo>
                    <a:pt x="113" y="449"/>
                  </a:lnTo>
                  <a:lnTo>
                    <a:pt x="108" y="481"/>
                  </a:lnTo>
                  <a:lnTo>
                    <a:pt x="108" y="481"/>
                  </a:lnTo>
                  <a:lnTo>
                    <a:pt x="101" y="511"/>
                  </a:lnTo>
                  <a:lnTo>
                    <a:pt x="92" y="538"/>
                  </a:lnTo>
                  <a:lnTo>
                    <a:pt x="74" y="596"/>
                  </a:lnTo>
                  <a:lnTo>
                    <a:pt x="74" y="596"/>
                  </a:lnTo>
                  <a:lnTo>
                    <a:pt x="65" y="627"/>
                  </a:lnTo>
                  <a:lnTo>
                    <a:pt x="58" y="659"/>
                  </a:lnTo>
                  <a:lnTo>
                    <a:pt x="53" y="691"/>
                  </a:lnTo>
                  <a:lnTo>
                    <a:pt x="47" y="723"/>
                  </a:lnTo>
                  <a:lnTo>
                    <a:pt x="47" y="723"/>
                  </a:lnTo>
                  <a:lnTo>
                    <a:pt x="34" y="784"/>
                  </a:lnTo>
                  <a:lnTo>
                    <a:pt x="23" y="846"/>
                  </a:lnTo>
                  <a:lnTo>
                    <a:pt x="23" y="846"/>
                  </a:lnTo>
                  <a:lnTo>
                    <a:pt x="20" y="863"/>
                  </a:lnTo>
                  <a:lnTo>
                    <a:pt x="18" y="880"/>
                  </a:lnTo>
                  <a:lnTo>
                    <a:pt x="14" y="897"/>
                  </a:lnTo>
                  <a:lnTo>
                    <a:pt x="12" y="905"/>
                  </a:lnTo>
                  <a:lnTo>
                    <a:pt x="9" y="913"/>
                  </a:lnTo>
                  <a:lnTo>
                    <a:pt x="9" y="913"/>
                  </a:lnTo>
                  <a:lnTo>
                    <a:pt x="6" y="922"/>
                  </a:lnTo>
                  <a:lnTo>
                    <a:pt x="3" y="931"/>
                  </a:lnTo>
                  <a:lnTo>
                    <a:pt x="1" y="939"/>
                  </a:lnTo>
                  <a:lnTo>
                    <a:pt x="0" y="949"/>
                  </a:lnTo>
                  <a:lnTo>
                    <a:pt x="0" y="949"/>
                  </a:lnTo>
                  <a:lnTo>
                    <a:pt x="1" y="951"/>
                  </a:lnTo>
                  <a:lnTo>
                    <a:pt x="2" y="952"/>
                  </a:lnTo>
                  <a:lnTo>
                    <a:pt x="3" y="953"/>
                  </a:lnTo>
                  <a:lnTo>
                    <a:pt x="6" y="954"/>
                  </a:lnTo>
                  <a:lnTo>
                    <a:pt x="7" y="953"/>
                  </a:lnTo>
                  <a:lnTo>
                    <a:pt x="9" y="952"/>
                  </a:lnTo>
                  <a:lnTo>
                    <a:pt x="10" y="951"/>
                  </a:lnTo>
                  <a:lnTo>
                    <a:pt x="11" y="949"/>
                  </a:lnTo>
                  <a:lnTo>
                    <a:pt x="11" y="949"/>
                  </a:lnTo>
                  <a:lnTo>
                    <a:pt x="12" y="937"/>
                  </a:lnTo>
                  <a:lnTo>
                    <a:pt x="15" y="926"/>
                  </a:lnTo>
                  <a:lnTo>
                    <a:pt x="18" y="914"/>
                  </a:lnTo>
                  <a:lnTo>
                    <a:pt x="21" y="903"/>
                  </a:lnTo>
                  <a:lnTo>
                    <a:pt x="21" y="903"/>
                  </a:lnTo>
                  <a:lnTo>
                    <a:pt x="27" y="871"/>
                  </a:lnTo>
                  <a:lnTo>
                    <a:pt x="33" y="840"/>
                  </a:lnTo>
                  <a:lnTo>
                    <a:pt x="33" y="840"/>
                  </a:lnTo>
                  <a:lnTo>
                    <a:pt x="47" y="774"/>
                  </a:lnTo>
                  <a:lnTo>
                    <a:pt x="53" y="741"/>
                  </a:lnTo>
                  <a:lnTo>
                    <a:pt x="59" y="709"/>
                  </a:lnTo>
                  <a:lnTo>
                    <a:pt x="59" y="709"/>
                  </a:lnTo>
                  <a:lnTo>
                    <a:pt x="71" y="650"/>
                  </a:lnTo>
                  <a:lnTo>
                    <a:pt x="77" y="620"/>
                  </a:lnTo>
                  <a:lnTo>
                    <a:pt x="85" y="591"/>
                  </a:lnTo>
                  <a:lnTo>
                    <a:pt x="85" y="591"/>
                  </a:lnTo>
                  <a:lnTo>
                    <a:pt x="94" y="563"/>
                  </a:lnTo>
                  <a:lnTo>
                    <a:pt x="105" y="534"/>
                  </a:lnTo>
                  <a:lnTo>
                    <a:pt x="105" y="534"/>
                  </a:lnTo>
                  <a:lnTo>
                    <a:pt x="110" y="518"/>
                  </a:lnTo>
                  <a:lnTo>
                    <a:pt x="114" y="500"/>
                  </a:lnTo>
                  <a:lnTo>
                    <a:pt x="120" y="465"/>
                  </a:lnTo>
                  <a:lnTo>
                    <a:pt x="120" y="465"/>
                  </a:lnTo>
                  <a:lnTo>
                    <a:pt x="125" y="436"/>
                  </a:lnTo>
                  <a:lnTo>
                    <a:pt x="128" y="407"/>
                  </a:lnTo>
                  <a:lnTo>
                    <a:pt x="133" y="348"/>
                  </a:lnTo>
                  <a:lnTo>
                    <a:pt x="135" y="320"/>
                  </a:lnTo>
                  <a:lnTo>
                    <a:pt x="138" y="291"/>
                  </a:lnTo>
                  <a:lnTo>
                    <a:pt x="143" y="262"/>
                  </a:lnTo>
                  <a:lnTo>
                    <a:pt x="146" y="247"/>
                  </a:lnTo>
                  <a:lnTo>
                    <a:pt x="150" y="233"/>
                  </a:lnTo>
                  <a:lnTo>
                    <a:pt x="150" y="233"/>
                  </a:lnTo>
                  <a:lnTo>
                    <a:pt x="167" y="177"/>
                  </a:lnTo>
                  <a:lnTo>
                    <a:pt x="174" y="149"/>
                  </a:lnTo>
                  <a:lnTo>
                    <a:pt x="181" y="120"/>
                  </a:lnTo>
                  <a:lnTo>
                    <a:pt x="186" y="92"/>
                  </a:lnTo>
                  <a:lnTo>
                    <a:pt x="191" y="63"/>
                  </a:lnTo>
                  <a:lnTo>
                    <a:pt x="195" y="34"/>
                  </a:lnTo>
                  <a:lnTo>
                    <a:pt x="196" y="5"/>
                  </a:lnTo>
                  <a:lnTo>
                    <a:pt x="196" y="5"/>
                  </a:lnTo>
                  <a:lnTo>
                    <a:pt x="195" y="3"/>
                  </a:lnTo>
                  <a:lnTo>
                    <a:pt x="194" y="1"/>
                  </a:lnTo>
                  <a:lnTo>
                    <a:pt x="192" y="1"/>
                  </a:lnTo>
                  <a:lnTo>
                    <a:pt x="190" y="0"/>
                  </a:lnTo>
                  <a:lnTo>
                    <a:pt x="188" y="1"/>
                  </a:lnTo>
                  <a:lnTo>
                    <a:pt x="187" y="1"/>
                  </a:lnTo>
                  <a:lnTo>
                    <a:pt x="186" y="3"/>
                  </a:lnTo>
                  <a:lnTo>
                    <a:pt x="185" y="5"/>
                  </a:lnTo>
                  <a:lnTo>
                    <a:pt x="185" y="5"/>
                  </a:lnTo>
                  <a:close/>
                </a:path>
              </a:pathLst>
            </a:custGeom>
            <a:grpFill/>
            <a:ln>
              <a:solidFill>
                <a:schemeClr val="accent1">
                  <a:lumMod val="75000"/>
                  <a:alpha val="0"/>
                </a:schemeClr>
              </a:solidFill>
            </a:ln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298" name="Freeform 914"/>
            <p:cNvSpPr/>
            <p:nvPr>
              <p:custDataLst>
                <p:tags r:id="rId14"/>
              </p:custDataLst>
            </p:nvPr>
          </p:nvSpPr>
          <p:spPr bwMode="auto">
            <a:xfrm>
              <a:off x="3570288" y="1301750"/>
              <a:ext cx="96838" cy="488950"/>
            </a:xfrm>
            <a:custGeom>
              <a:avLst/>
              <a:gdLst/>
              <a:ahLst/>
              <a:cxnLst>
                <a:cxn ang="0">
                  <a:pos x="175" y="5"/>
                </a:cxn>
                <a:cxn ang="0">
                  <a:pos x="172" y="13"/>
                </a:cxn>
                <a:cxn ang="0">
                  <a:pos x="163" y="30"/>
                </a:cxn>
                <a:cxn ang="0">
                  <a:pos x="161" y="39"/>
                </a:cxn>
                <a:cxn ang="0">
                  <a:pos x="161" y="62"/>
                </a:cxn>
                <a:cxn ang="0">
                  <a:pos x="159" y="87"/>
                </a:cxn>
                <a:cxn ang="0">
                  <a:pos x="149" y="148"/>
                </a:cxn>
                <a:cxn ang="0">
                  <a:pos x="146" y="164"/>
                </a:cxn>
                <a:cxn ang="0">
                  <a:pos x="138" y="193"/>
                </a:cxn>
                <a:cxn ang="0">
                  <a:pos x="135" y="207"/>
                </a:cxn>
                <a:cxn ang="0">
                  <a:pos x="128" y="268"/>
                </a:cxn>
                <a:cxn ang="0">
                  <a:pos x="117" y="361"/>
                </a:cxn>
                <a:cxn ang="0">
                  <a:pos x="106" y="422"/>
                </a:cxn>
                <a:cxn ang="0">
                  <a:pos x="99" y="452"/>
                </a:cxn>
                <a:cxn ang="0">
                  <a:pos x="72" y="538"/>
                </a:cxn>
                <a:cxn ang="0">
                  <a:pos x="64" y="568"/>
                </a:cxn>
                <a:cxn ang="0">
                  <a:pos x="50" y="630"/>
                </a:cxn>
                <a:cxn ang="0">
                  <a:pos x="38" y="691"/>
                </a:cxn>
                <a:cxn ang="0">
                  <a:pos x="15" y="809"/>
                </a:cxn>
                <a:cxn ang="0">
                  <a:pos x="6" y="865"/>
                </a:cxn>
                <a:cxn ang="0">
                  <a:pos x="1" y="906"/>
                </a:cxn>
                <a:cxn ang="0">
                  <a:pos x="0" y="921"/>
                </a:cxn>
                <a:cxn ang="0">
                  <a:pos x="2" y="924"/>
                </a:cxn>
                <a:cxn ang="0">
                  <a:pos x="5" y="925"/>
                </a:cxn>
                <a:cxn ang="0">
                  <a:pos x="8" y="924"/>
                </a:cxn>
                <a:cxn ang="0">
                  <a:pos x="9" y="921"/>
                </a:cxn>
                <a:cxn ang="0">
                  <a:pos x="10" y="906"/>
                </a:cxn>
                <a:cxn ang="0">
                  <a:pos x="13" y="875"/>
                </a:cxn>
                <a:cxn ang="0">
                  <a:pos x="16" y="862"/>
                </a:cxn>
                <a:cxn ang="0">
                  <a:pos x="25" y="803"/>
                </a:cxn>
                <a:cxn ang="0">
                  <a:pos x="31" y="774"/>
                </a:cxn>
                <a:cxn ang="0">
                  <a:pos x="48" y="685"/>
                </a:cxn>
                <a:cxn ang="0">
                  <a:pos x="62" y="623"/>
                </a:cxn>
                <a:cxn ang="0">
                  <a:pos x="75" y="560"/>
                </a:cxn>
                <a:cxn ang="0">
                  <a:pos x="83" y="531"/>
                </a:cxn>
                <a:cxn ang="0">
                  <a:pos x="110" y="446"/>
                </a:cxn>
                <a:cxn ang="0">
                  <a:pos x="117" y="417"/>
                </a:cxn>
                <a:cxn ang="0">
                  <a:pos x="129" y="355"/>
                </a:cxn>
                <a:cxn ang="0">
                  <a:pos x="138" y="262"/>
                </a:cxn>
                <a:cxn ang="0">
                  <a:pos x="145" y="201"/>
                </a:cxn>
                <a:cxn ang="0">
                  <a:pos x="148" y="186"/>
                </a:cxn>
                <a:cxn ang="0">
                  <a:pos x="157" y="157"/>
                </a:cxn>
                <a:cxn ang="0">
                  <a:pos x="161" y="143"/>
                </a:cxn>
                <a:cxn ang="0">
                  <a:pos x="167" y="94"/>
                </a:cxn>
                <a:cxn ang="0">
                  <a:pos x="169" y="70"/>
                </a:cxn>
                <a:cxn ang="0">
                  <a:pos x="171" y="45"/>
                </a:cxn>
                <a:cxn ang="0">
                  <a:pos x="172" y="36"/>
                </a:cxn>
                <a:cxn ang="0">
                  <a:pos x="181" y="17"/>
                </a:cxn>
                <a:cxn ang="0">
                  <a:pos x="185" y="7"/>
                </a:cxn>
                <a:cxn ang="0">
                  <a:pos x="185" y="5"/>
                </a:cxn>
                <a:cxn ang="0">
                  <a:pos x="180" y="1"/>
                </a:cxn>
                <a:cxn ang="0">
                  <a:pos x="177" y="1"/>
                </a:cxn>
                <a:cxn ang="0">
                  <a:pos x="175" y="5"/>
                </a:cxn>
              </a:cxnLst>
              <a:rect l="0" t="0" r="r" b="b"/>
              <a:pathLst>
                <a:path w="185" h="925">
                  <a:moveTo>
                    <a:pt x="175" y="5"/>
                  </a:moveTo>
                  <a:lnTo>
                    <a:pt x="175" y="5"/>
                  </a:lnTo>
                  <a:lnTo>
                    <a:pt x="174" y="9"/>
                  </a:lnTo>
                  <a:lnTo>
                    <a:pt x="172" y="13"/>
                  </a:lnTo>
                  <a:lnTo>
                    <a:pt x="168" y="22"/>
                  </a:lnTo>
                  <a:lnTo>
                    <a:pt x="163" y="30"/>
                  </a:lnTo>
                  <a:lnTo>
                    <a:pt x="162" y="35"/>
                  </a:lnTo>
                  <a:lnTo>
                    <a:pt x="161" y="39"/>
                  </a:lnTo>
                  <a:lnTo>
                    <a:pt x="161" y="39"/>
                  </a:lnTo>
                  <a:lnTo>
                    <a:pt x="161" y="62"/>
                  </a:lnTo>
                  <a:lnTo>
                    <a:pt x="159" y="87"/>
                  </a:lnTo>
                  <a:lnTo>
                    <a:pt x="159" y="87"/>
                  </a:lnTo>
                  <a:lnTo>
                    <a:pt x="155" y="118"/>
                  </a:lnTo>
                  <a:lnTo>
                    <a:pt x="149" y="148"/>
                  </a:lnTo>
                  <a:lnTo>
                    <a:pt x="149" y="148"/>
                  </a:lnTo>
                  <a:lnTo>
                    <a:pt x="146" y="164"/>
                  </a:lnTo>
                  <a:lnTo>
                    <a:pt x="142" y="178"/>
                  </a:lnTo>
                  <a:lnTo>
                    <a:pt x="138" y="193"/>
                  </a:lnTo>
                  <a:lnTo>
                    <a:pt x="135" y="207"/>
                  </a:lnTo>
                  <a:lnTo>
                    <a:pt x="135" y="207"/>
                  </a:lnTo>
                  <a:lnTo>
                    <a:pt x="131" y="238"/>
                  </a:lnTo>
                  <a:lnTo>
                    <a:pt x="128" y="268"/>
                  </a:lnTo>
                  <a:lnTo>
                    <a:pt x="122" y="330"/>
                  </a:lnTo>
                  <a:lnTo>
                    <a:pt x="117" y="361"/>
                  </a:lnTo>
                  <a:lnTo>
                    <a:pt x="112" y="392"/>
                  </a:lnTo>
                  <a:lnTo>
                    <a:pt x="106" y="422"/>
                  </a:lnTo>
                  <a:lnTo>
                    <a:pt x="99" y="452"/>
                  </a:lnTo>
                  <a:lnTo>
                    <a:pt x="99" y="452"/>
                  </a:lnTo>
                  <a:lnTo>
                    <a:pt x="80" y="510"/>
                  </a:lnTo>
                  <a:lnTo>
                    <a:pt x="72" y="538"/>
                  </a:lnTo>
                  <a:lnTo>
                    <a:pt x="64" y="568"/>
                  </a:lnTo>
                  <a:lnTo>
                    <a:pt x="64" y="568"/>
                  </a:lnTo>
                  <a:lnTo>
                    <a:pt x="56" y="599"/>
                  </a:lnTo>
                  <a:lnTo>
                    <a:pt x="50" y="630"/>
                  </a:lnTo>
                  <a:lnTo>
                    <a:pt x="38" y="691"/>
                  </a:lnTo>
                  <a:lnTo>
                    <a:pt x="38" y="691"/>
                  </a:lnTo>
                  <a:lnTo>
                    <a:pt x="25" y="750"/>
                  </a:lnTo>
                  <a:lnTo>
                    <a:pt x="15" y="809"/>
                  </a:lnTo>
                  <a:lnTo>
                    <a:pt x="15" y="809"/>
                  </a:lnTo>
                  <a:lnTo>
                    <a:pt x="6" y="865"/>
                  </a:lnTo>
                  <a:lnTo>
                    <a:pt x="2" y="893"/>
                  </a:lnTo>
                  <a:lnTo>
                    <a:pt x="1" y="906"/>
                  </a:lnTo>
                  <a:lnTo>
                    <a:pt x="0" y="921"/>
                  </a:lnTo>
                  <a:lnTo>
                    <a:pt x="0" y="921"/>
                  </a:lnTo>
                  <a:lnTo>
                    <a:pt x="1" y="923"/>
                  </a:lnTo>
                  <a:lnTo>
                    <a:pt x="2" y="924"/>
                  </a:lnTo>
                  <a:lnTo>
                    <a:pt x="3" y="925"/>
                  </a:lnTo>
                  <a:lnTo>
                    <a:pt x="5" y="925"/>
                  </a:lnTo>
                  <a:lnTo>
                    <a:pt x="7" y="925"/>
                  </a:lnTo>
                  <a:lnTo>
                    <a:pt x="8" y="924"/>
                  </a:lnTo>
                  <a:lnTo>
                    <a:pt x="9" y="923"/>
                  </a:lnTo>
                  <a:lnTo>
                    <a:pt x="9" y="921"/>
                  </a:lnTo>
                  <a:lnTo>
                    <a:pt x="9" y="921"/>
                  </a:lnTo>
                  <a:lnTo>
                    <a:pt x="10" y="906"/>
                  </a:lnTo>
                  <a:lnTo>
                    <a:pt x="11" y="891"/>
                  </a:lnTo>
                  <a:lnTo>
                    <a:pt x="13" y="875"/>
                  </a:lnTo>
                  <a:lnTo>
                    <a:pt x="16" y="862"/>
                  </a:lnTo>
                  <a:lnTo>
                    <a:pt x="16" y="862"/>
                  </a:lnTo>
                  <a:lnTo>
                    <a:pt x="21" y="833"/>
                  </a:lnTo>
                  <a:lnTo>
                    <a:pt x="25" y="803"/>
                  </a:lnTo>
                  <a:lnTo>
                    <a:pt x="25" y="803"/>
                  </a:lnTo>
                  <a:lnTo>
                    <a:pt x="31" y="774"/>
                  </a:lnTo>
                  <a:lnTo>
                    <a:pt x="37" y="744"/>
                  </a:lnTo>
                  <a:lnTo>
                    <a:pt x="48" y="685"/>
                  </a:lnTo>
                  <a:lnTo>
                    <a:pt x="48" y="685"/>
                  </a:lnTo>
                  <a:lnTo>
                    <a:pt x="62" y="623"/>
                  </a:lnTo>
                  <a:lnTo>
                    <a:pt x="68" y="592"/>
                  </a:lnTo>
                  <a:lnTo>
                    <a:pt x="75" y="560"/>
                  </a:lnTo>
                  <a:lnTo>
                    <a:pt x="75" y="560"/>
                  </a:lnTo>
                  <a:lnTo>
                    <a:pt x="83" y="531"/>
                  </a:lnTo>
                  <a:lnTo>
                    <a:pt x="93" y="503"/>
                  </a:lnTo>
                  <a:lnTo>
                    <a:pt x="110" y="446"/>
                  </a:lnTo>
                  <a:lnTo>
                    <a:pt x="110" y="446"/>
                  </a:lnTo>
                  <a:lnTo>
                    <a:pt x="117" y="417"/>
                  </a:lnTo>
                  <a:lnTo>
                    <a:pt x="124" y="386"/>
                  </a:lnTo>
                  <a:lnTo>
                    <a:pt x="129" y="355"/>
                  </a:lnTo>
                  <a:lnTo>
                    <a:pt x="132" y="324"/>
                  </a:lnTo>
                  <a:lnTo>
                    <a:pt x="138" y="262"/>
                  </a:lnTo>
                  <a:lnTo>
                    <a:pt x="141" y="231"/>
                  </a:lnTo>
                  <a:lnTo>
                    <a:pt x="145" y="201"/>
                  </a:lnTo>
                  <a:lnTo>
                    <a:pt x="145" y="201"/>
                  </a:lnTo>
                  <a:lnTo>
                    <a:pt x="148" y="186"/>
                  </a:lnTo>
                  <a:lnTo>
                    <a:pt x="153" y="172"/>
                  </a:lnTo>
                  <a:lnTo>
                    <a:pt x="157" y="157"/>
                  </a:lnTo>
                  <a:lnTo>
                    <a:pt x="161" y="143"/>
                  </a:lnTo>
                  <a:lnTo>
                    <a:pt x="161" y="143"/>
                  </a:lnTo>
                  <a:lnTo>
                    <a:pt x="164" y="119"/>
                  </a:lnTo>
                  <a:lnTo>
                    <a:pt x="167" y="94"/>
                  </a:lnTo>
                  <a:lnTo>
                    <a:pt x="167" y="94"/>
                  </a:lnTo>
                  <a:lnTo>
                    <a:pt x="169" y="70"/>
                  </a:lnTo>
                  <a:lnTo>
                    <a:pt x="171" y="45"/>
                  </a:lnTo>
                  <a:lnTo>
                    <a:pt x="171" y="45"/>
                  </a:lnTo>
                  <a:lnTo>
                    <a:pt x="171" y="40"/>
                  </a:lnTo>
                  <a:lnTo>
                    <a:pt x="172" y="36"/>
                  </a:lnTo>
                  <a:lnTo>
                    <a:pt x="177" y="26"/>
                  </a:lnTo>
                  <a:lnTo>
                    <a:pt x="181" y="17"/>
                  </a:lnTo>
                  <a:lnTo>
                    <a:pt x="183" y="12"/>
                  </a:lnTo>
                  <a:lnTo>
                    <a:pt x="185" y="7"/>
                  </a:lnTo>
                  <a:lnTo>
                    <a:pt x="185" y="7"/>
                  </a:lnTo>
                  <a:lnTo>
                    <a:pt x="185" y="5"/>
                  </a:lnTo>
                  <a:lnTo>
                    <a:pt x="183" y="4"/>
                  </a:lnTo>
                  <a:lnTo>
                    <a:pt x="180" y="1"/>
                  </a:lnTo>
                  <a:lnTo>
                    <a:pt x="179" y="0"/>
                  </a:lnTo>
                  <a:lnTo>
                    <a:pt x="177" y="1"/>
                  </a:lnTo>
                  <a:lnTo>
                    <a:pt x="176" y="3"/>
                  </a:lnTo>
                  <a:lnTo>
                    <a:pt x="175" y="5"/>
                  </a:lnTo>
                  <a:lnTo>
                    <a:pt x="175" y="5"/>
                  </a:lnTo>
                  <a:close/>
                </a:path>
              </a:pathLst>
            </a:custGeom>
            <a:grpFill/>
            <a:ln>
              <a:solidFill>
                <a:schemeClr val="accent1">
                  <a:lumMod val="75000"/>
                  <a:alpha val="0"/>
                </a:schemeClr>
              </a:solidFill>
            </a:ln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299" name="Freeform 915"/>
            <p:cNvSpPr/>
            <p:nvPr>
              <p:custDataLst>
                <p:tags r:id="rId15"/>
              </p:custDataLst>
            </p:nvPr>
          </p:nvSpPr>
          <p:spPr bwMode="auto">
            <a:xfrm>
              <a:off x="3605213" y="1336675"/>
              <a:ext cx="98425" cy="500063"/>
            </a:xfrm>
            <a:custGeom>
              <a:avLst/>
              <a:gdLst/>
              <a:ahLst/>
              <a:cxnLst>
                <a:cxn ang="0">
                  <a:pos x="174" y="4"/>
                </a:cxn>
                <a:cxn ang="0">
                  <a:pos x="173" y="62"/>
                </a:cxn>
                <a:cxn ang="0">
                  <a:pos x="167" y="119"/>
                </a:cxn>
                <a:cxn ang="0">
                  <a:pos x="157" y="179"/>
                </a:cxn>
                <a:cxn ang="0">
                  <a:pos x="147" y="239"/>
                </a:cxn>
                <a:cxn ang="0">
                  <a:pos x="136" y="302"/>
                </a:cxn>
                <a:cxn ang="0">
                  <a:pos x="126" y="365"/>
                </a:cxn>
                <a:cxn ang="0">
                  <a:pos x="118" y="428"/>
                </a:cxn>
                <a:cxn ang="0">
                  <a:pos x="107" y="490"/>
                </a:cxn>
                <a:cxn ang="0">
                  <a:pos x="101" y="519"/>
                </a:cxn>
                <a:cxn ang="0">
                  <a:pos x="78" y="605"/>
                </a:cxn>
                <a:cxn ang="0">
                  <a:pos x="47" y="719"/>
                </a:cxn>
                <a:cxn ang="0">
                  <a:pos x="41" y="747"/>
                </a:cxn>
                <a:cxn ang="0">
                  <a:pos x="32" y="806"/>
                </a:cxn>
                <a:cxn ang="0">
                  <a:pos x="27" y="835"/>
                </a:cxn>
                <a:cxn ang="0">
                  <a:pos x="20" y="859"/>
                </a:cxn>
                <a:cxn ang="0">
                  <a:pos x="5" y="907"/>
                </a:cxn>
                <a:cxn ang="0">
                  <a:pos x="0" y="931"/>
                </a:cxn>
                <a:cxn ang="0">
                  <a:pos x="0" y="933"/>
                </a:cxn>
                <a:cxn ang="0">
                  <a:pos x="0" y="939"/>
                </a:cxn>
                <a:cxn ang="0">
                  <a:pos x="1" y="942"/>
                </a:cxn>
                <a:cxn ang="0">
                  <a:pos x="4" y="943"/>
                </a:cxn>
                <a:cxn ang="0">
                  <a:pos x="7" y="942"/>
                </a:cxn>
                <a:cxn ang="0">
                  <a:pos x="9" y="939"/>
                </a:cxn>
                <a:cxn ang="0">
                  <a:pos x="10" y="924"/>
                </a:cxn>
                <a:cxn ang="0">
                  <a:pos x="16" y="897"/>
                </a:cxn>
                <a:cxn ang="0">
                  <a:pos x="30" y="857"/>
                </a:cxn>
                <a:cxn ang="0">
                  <a:pos x="37" y="829"/>
                </a:cxn>
                <a:cxn ang="0">
                  <a:pos x="42" y="800"/>
                </a:cxn>
                <a:cxn ang="0">
                  <a:pos x="52" y="741"/>
                </a:cxn>
                <a:cxn ang="0">
                  <a:pos x="58" y="712"/>
                </a:cxn>
                <a:cxn ang="0">
                  <a:pos x="90" y="595"/>
                </a:cxn>
                <a:cxn ang="0">
                  <a:pos x="113" y="506"/>
                </a:cxn>
                <a:cxn ang="0">
                  <a:pos x="120" y="476"/>
                </a:cxn>
                <a:cxn ang="0">
                  <a:pos x="129" y="417"/>
                </a:cxn>
                <a:cxn ang="0">
                  <a:pos x="136" y="359"/>
                </a:cxn>
                <a:cxn ang="0">
                  <a:pos x="146" y="296"/>
                </a:cxn>
                <a:cxn ang="0">
                  <a:pos x="158" y="233"/>
                </a:cxn>
                <a:cxn ang="0">
                  <a:pos x="168" y="173"/>
                </a:cxn>
                <a:cxn ang="0">
                  <a:pos x="178" y="113"/>
                </a:cxn>
                <a:cxn ang="0">
                  <a:pos x="184" y="58"/>
                </a:cxn>
                <a:cxn ang="0">
                  <a:pos x="185" y="4"/>
                </a:cxn>
                <a:cxn ang="0">
                  <a:pos x="184" y="2"/>
                </a:cxn>
                <a:cxn ang="0">
                  <a:pos x="182" y="0"/>
                </a:cxn>
                <a:cxn ang="0">
                  <a:pos x="177" y="0"/>
                </a:cxn>
                <a:cxn ang="0">
                  <a:pos x="175" y="2"/>
                </a:cxn>
                <a:cxn ang="0">
                  <a:pos x="174" y="4"/>
                </a:cxn>
              </a:cxnLst>
              <a:rect l="0" t="0" r="r" b="b"/>
              <a:pathLst>
                <a:path w="185" h="943">
                  <a:moveTo>
                    <a:pt x="174" y="4"/>
                  </a:moveTo>
                  <a:lnTo>
                    <a:pt x="174" y="4"/>
                  </a:lnTo>
                  <a:lnTo>
                    <a:pt x="174" y="33"/>
                  </a:lnTo>
                  <a:lnTo>
                    <a:pt x="173" y="62"/>
                  </a:lnTo>
                  <a:lnTo>
                    <a:pt x="171" y="90"/>
                  </a:lnTo>
                  <a:lnTo>
                    <a:pt x="167" y="119"/>
                  </a:lnTo>
                  <a:lnTo>
                    <a:pt x="167" y="119"/>
                  </a:lnTo>
                  <a:lnTo>
                    <a:pt x="157" y="179"/>
                  </a:lnTo>
                  <a:lnTo>
                    <a:pt x="147" y="239"/>
                  </a:lnTo>
                  <a:lnTo>
                    <a:pt x="147" y="239"/>
                  </a:lnTo>
                  <a:lnTo>
                    <a:pt x="142" y="271"/>
                  </a:lnTo>
                  <a:lnTo>
                    <a:pt x="136" y="302"/>
                  </a:lnTo>
                  <a:lnTo>
                    <a:pt x="131" y="334"/>
                  </a:lnTo>
                  <a:lnTo>
                    <a:pt x="126" y="365"/>
                  </a:lnTo>
                  <a:lnTo>
                    <a:pt x="126" y="365"/>
                  </a:lnTo>
                  <a:lnTo>
                    <a:pt x="118" y="428"/>
                  </a:lnTo>
                  <a:lnTo>
                    <a:pt x="112" y="459"/>
                  </a:lnTo>
                  <a:lnTo>
                    <a:pt x="107" y="490"/>
                  </a:lnTo>
                  <a:lnTo>
                    <a:pt x="107" y="490"/>
                  </a:lnTo>
                  <a:lnTo>
                    <a:pt x="101" y="519"/>
                  </a:lnTo>
                  <a:lnTo>
                    <a:pt x="94" y="547"/>
                  </a:lnTo>
                  <a:lnTo>
                    <a:pt x="78" y="605"/>
                  </a:lnTo>
                  <a:lnTo>
                    <a:pt x="62" y="662"/>
                  </a:lnTo>
                  <a:lnTo>
                    <a:pt x="47" y="719"/>
                  </a:lnTo>
                  <a:lnTo>
                    <a:pt x="47" y="719"/>
                  </a:lnTo>
                  <a:lnTo>
                    <a:pt x="41" y="747"/>
                  </a:lnTo>
                  <a:lnTo>
                    <a:pt x="36" y="776"/>
                  </a:lnTo>
                  <a:lnTo>
                    <a:pt x="32" y="806"/>
                  </a:lnTo>
                  <a:lnTo>
                    <a:pt x="27" y="835"/>
                  </a:lnTo>
                  <a:lnTo>
                    <a:pt x="27" y="835"/>
                  </a:lnTo>
                  <a:lnTo>
                    <a:pt x="24" y="848"/>
                  </a:lnTo>
                  <a:lnTo>
                    <a:pt x="20" y="859"/>
                  </a:lnTo>
                  <a:lnTo>
                    <a:pt x="12" y="883"/>
                  </a:lnTo>
                  <a:lnTo>
                    <a:pt x="5" y="907"/>
                  </a:lnTo>
                  <a:lnTo>
                    <a:pt x="2" y="919"/>
                  </a:lnTo>
                  <a:lnTo>
                    <a:pt x="0" y="931"/>
                  </a:lnTo>
                  <a:lnTo>
                    <a:pt x="0" y="931"/>
                  </a:lnTo>
                  <a:lnTo>
                    <a:pt x="0" y="933"/>
                  </a:lnTo>
                  <a:lnTo>
                    <a:pt x="0" y="939"/>
                  </a:lnTo>
                  <a:lnTo>
                    <a:pt x="0" y="939"/>
                  </a:lnTo>
                  <a:lnTo>
                    <a:pt x="0" y="940"/>
                  </a:lnTo>
                  <a:lnTo>
                    <a:pt x="1" y="942"/>
                  </a:lnTo>
                  <a:lnTo>
                    <a:pt x="2" y="943"/>
                  </a:lnTo>
                  <a:lnTo>
                    <a:pt x="4" y="943"/>
                  </a:lnTo>
                  <a:lnTo>
                    <a:pt x="6" y="943"/>
                  </a:lnTo>
                  <a:lnTo>
                    <a:pt x="7" y="942"/>
                  </a:lnTo>
                  <a:lnTo>
                    <a:pt x="8" y="940"/>
                  </a:lnTo>
                  <a:lnTo>
                    <a:pt x="9" y="939"/>
                  </a:lnTo>
                  <a:lnTo>
                    <a:pt x="9" y="939"/>
                  </a:lnTo>
                  <a:lnTo>
                    <a:pt x="10" y="924"/>
                  </a:lnTo>
                  <a:lnTo>
                    <a:pt x="13" y="911"/>
                  </a:lnTo>
                  <a:lnTo>
                    <a:pt x="16" y="897"/>
                  </a:lnTo>
                  <a:lnTo>
                    <a:pt x="21" y="884"/>
                  </a:lnTo>
                  <a:lnTo>
                    <a:pt x="30" y="857"/>
                  </a:lnTo>
                  <a:lnTo>
                    <a:pt x="34" y="843"/>
                  </a:lnTo>
                  <a:lnTo>
                    <a:pt x="37" y="829"/>
                  </a:lnTo>
                  <a:lnTo>
                    <a:pt x="37" y="829"/>
                  </a:lnTo>
                  <a:lnTo>
                    <a:pt x="42" y="800"/>
                  </a:lnTo>
                  <a:lnTo>
                    <a:pt x="47" y="771"/>
                  </a:lnTo>
                  <a:lnTo>
                    <a:pt x="52" y="741"/>
                  </a:lnTo>
                  <a:lnTo>
                    <a:pt x="58" y="712"/>
                  </a:lnTo>
                  <a:lnTo>
                    <a:pt x="58" y="712"/>
                  </a:lnTo>
                  <a:lnTo>
                    <a:pt x="73" y="653"/>
                  </a:lnTo>
                  <a:lnTo>
                    <a:pt x="90" y="595"/>
                  </a:lnTo>
                  <a:lnTo>
                    <a:pt x="106" y="535"/>
                  </a:lnTo>
                  <a:lnTo>
                    <a:pt x="113" y="506"/>
                  </a:lnTo>
                  <a:lnTo>
                    <a:pt x="120" y="476"/>
                  </a:lnTo>
                  <a:lnTo>
                    <a:pt x="120" y="476"/>
                  </a:lnTo>
                  <a:lnTo>
                    <a:pt x="125" y="447"/>
                  </a:lnTo>
                  <a:lnTo>
                    <a:pt x="129" y="417"/>
                  </a:lnTo>
                  <a:lnTo>
                    <a:pt x="136" y="359"/>
                  </a:lnTo>
                  <a:lnTo>
                    <a:pt x="136" y="359"/>
                  </a:lnTo>
                  <a:lnTo>
                    <a:pt x="141" y="327"/>
                  </a:lnTo>
                  <a:lnTo>
                    <a:pt x="146" y="296"/>
                  </a:lnTo>
                  <a:lnTo>
                    <a:pt x="153" y="264"/>
                  </a:lnTo>
                  <a:lnTo>
                    <a:pt x="158" y="233"/>
                  </a:lnTo>
                  <a:lnTo>
                    <a:pt x="158" y="233"/>
                  </a:lnTo>
                  <a:lnTo>
                    <a:pt x="168" y="173"/>
                  </a:lnTo>
                  <a:lnTo>
                    <a:pt x="178" y="113"/>
                  </a:lnTo>
                  <a:lnTo>
                    <a:pt x="178" y="113"/>
                  </a:lnTo>
                  <a:lnTo>
                    <a:pt x="182" y="86"/>
                  </a:lnTo>
                  <a:lnTo>
                    <a:pt x="184" y="58"/>
                  </a:lnTo>
                  <a:lnTo>
                    <a:pt x="184" y="32"/>
                  </a:lnTo>
                  <a:lnTo>
                    <a:pt x="185" y="4"/>
                  </a:lnTo>
                  <a:lnTo>
                    <a:pt x="185" y="4"/>
                  </a:lnTo>
                  <a:lnTo>
                    <a:pt x="184" y="2"/>
                  </a:lnTo>
                  <a:lnTo>
                    <a:pt x="183" y="1"/>
                  </a:lnTo>
                  <a:lnTo>
                    <a:pt x="182" y="0"/>
                  </a:lnTo>
                  <a:lnTo>
                    <a:pt x="180" y="0"/>
                  </a:lnTo>
                  <a:lnTo>
                    <a:pt x="177" y="0"/>
                  </a:lnTo>
                  <a:lnTo>
                    <a:pt x="176" y="1"/>
                  </a:lnTo>
                  <a:lnTo>
                    <a:pt x="175" y="2"/>
                  </a:lnTo>
                  <a:lnTo>
                    <a:pt x="174" y="4"/>
                  </a:lnTo>
                  <a:lnTo>
                    <a:pt x="174" y="4"/>
                  </a:lnTo>
                  <a:close/>
                </a:path>
              </a:pathLst>
            </a:custGeom>
            <a:grpFill/>
            <a:ln>
              <a:solidFill>
                <a:schemeClr val="accent1">
                  <a:lumMod val="75000"/>
                  <a:alpha val="0"/>
                </a:schemeClr>
              </a:solidFill>
            </a:ln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300" name="Freeform 916"/>
            <p:cNvSpPr/>
            <p:nvPr>
              <p:custDataLst>
                <p:tags r:id="rId16"/>
              </p:custDataLst>
            </p:nvPr>
          </p:nvSpPr>
          <p:spPr bwMode="auto">
            <a:xfrm>
              <a:off x="3649663" y="1366838"/>
              <a:ext cx="90488" cy="492125"/>
            </a:xfrm>
            <a:custGeom>
              <a:avLst/>
              <a:gdLst/>
              <a:ahLst/>
              <a:cxnLst>
                <a:cxn ang="0">
                  <a:pos x="162" y="5"/>
                </a:cxn>
                <a:cxn ang="0">
                  <a:pos x="161" y="67"/>
                </a:cxn>
                <a:cxn ang="0">
                  <a:pos x="155" y="128"/>
                </a:cxn>
                <a:cxn ang="0">
                  <a:pos x="151" y="156"/>
                </a:cxn>
                <a:cxn ang="0">
                  <a:pos x="141" y="214"/>
                </a:cxn>
                <a:cxn ang="0">
                  <a:pos x="137" y="243"/>
                </a:cxn>
                <a:cxn ang="0">
                  <a:pos x="123" y="335"/>
                </a:cxn>
                <a:cxn ang="0">
                  <a:pos x="111" y="397"/>
                </a:cxn>
                <a:cxn ang="0">
                  <a:pos x="97" y="457"/>
                </a:cxn>
                <a:cxn ang="0">
                  <a:pos x="87" y="487"/>
                </a:cxn>
                <a:cxn ang="0">
                  <a:pos x="69" y="543"/>
                </a:cxn>
                <a:cxn ang="0">
                  <a:pos x="51" y="599"/>
                </a:cxn>
                <a:cxn ang="0">
                  <a:pos x="48" y="614"/>
                </a:cxn>
                <a:cxn ang="0">
                  <a:pos x="44" y="658"/>
                </a:cxn>
                <a:cxn ang="0">
                  <a:pos x="40" y="702"/>
                </a:cxn>
                <a:cxn ang="0">
                  <a:pos x="38" y="717"/>
                </a:cxn>
                <a:cxn ang="0">
                  <a:pos x="23" y="796"/>
                </a:cxn>
                <a:cxn ang="0">
                  <a:pos x="17" y="822"/>
                </a:cxn>
                <a:cxn ang="0">
                  <a:pos x="12" y="846"/>
                </a:cxn>
                <a:cxn ang="0">
                  <a:pos x="6" y="898"/>
                </a:cxn>
                <a:cxn ang="0">
                  <a:pos x="0" y="924"/>
                </a:cxn>
                <a:cxn ang="0">
                  <a:pos x="0" y="926"/>
                </a:cxn>
                <a:cxn ang="0">
                  <a:pos x="3" y="928"/>
                </a:cxn>
                <a:cxn ang="0">
                  <a:pos x="6" y="929"/>
                </a:cxn>
                <a:cxn ang="0">
                  <a:pos x="9" y="928"/>
                </a:cxn>
                <a:cxn ang="0">
                  <a:pos x="10" y="926"/>
                </a:cxn>
                <a:cxn ang="0">
                  <a:pos x="14" y="902"/>
                </a:cxn>
                <a:cxn ang="0">
                  <a:pos x="20" y="855"/>
                </a:cxn>
                <a:cxn ang="0">
                  <a:pos x="25" y="831"/>
                </a:cxn>
                <a:cxn ang="0">
                  <a:pos x="30" y="805"/>
                </a:cxn>
                <a:cxn ang="0">
                  <a:pos x="45" y="727"/>
                </a:cxn>
                <a:cxn ang="0">
                  <a:pos x="49" y="698"/>
                </a:cxn>
                <a:cxn ang="0">
                  <a:pos x="54" y="640"/>
                </a:cxn>
                <a:cxn ang="0">
                  <a:pos x="58" y="610"/>
                </a:cxn>
                <a:cxn ang="0">
                  <a:pos x="66" y="580"/>
                </a:cxn>
                <a:cxn ang="0">
                  <a:pos x="86" y="519"/>
                </a:cxn>
                <a:cxn ang="0">
                  <a:pos x="97" y="490"/>
                </a:cxn>
                <a:cxn ang="0">
                  <a:pos x="113" y="431"/>
                </a:cxn>
                <a:cxn ang="0">
                  <a:pos x="126" y="372"/>
                </a:cxn>
                <a:cxn ang="0">
                  <a:pos x="137" y="312"/>
                </a:cxn>
                <a:cxn ang="0">
                  <a:pos x="145" y="252"/>
                </a:cxn>
                <a:cxn ang="0">
                  <a:pos x="155" y="186"/>
                </a:cxn>
                <a:cxn ang="0">
                  <a:pos x="166" y="121"/>
                </a:cxn>
                <a:cxn ang="0">
                  <a:pos x="169" y="92"/>
                </a:cxn>
                <a:cxn ang="0">
                  <a:pos x="171" y="34"/>
                </a:cxn>
                <a:cxn ang="0">
                  <a:pos x="171" y="5"/>
                </a:cxn>
                <a:cxn ang="0">
                  <a:pos x="170" y="1"/>
                </a:cxn>
                <a:cxn ang="0">
                  <a:pos x="167" y="0"/>
                </a:cxn>
                <a:cxn ang="0">
                  <a:pos x="164" y="1"/>
                </a:cxn>
                <a:cxn ang="0">
                  <a:pos x="162" y="5"/>
                </a:cxn>
              </a:cxnLst>
              <a:rect l="0" t="0" r="r" b="b"/>
              <a:pathLst>
                <a:path w="171" h="929">
                  <a:moveTo>
                    <a:pt x="162" y="5"/>
                  </a:moveTo>
                  <a:lnTo>
                    <a:pt x="162" y="5"/>
                  </a:lnTo>
                  <a:lnTo>
                    <a:pt x="162" y="36"/>
                  </a:lnTo>
                  <a:lnTo>
                    <a:pt x="161" y="67"/>
                  </a:lnTo>
                  <a:lnTo>
                    <a:pt x="160" y="97"/>
                  </a:lnTo>
                  <a:lnTo>
                    <a:pt x="155" y="128"/>
                  </a:lnTo>
                  <a:lnTo>
                    <a:pt x="155" y="128"/>
                  </a:lnTo>
                  <a:lnTo>
                    <a:pt x="151" y="156"/>
                  </a:lnTo>
                  <a:lnTo>
                    <a:pt x="146" y="185"/>
                  </a:lnTo>
                  <a:lnTo>
                    <a:pt x="141" y="214"/>
                  </a:lnTo>
                  <a:lnTo>
                    <a:pt x="137" y="243"/>
                  </a:lnTo>
                  <a:lnTo>
                    <a:pt x="137" y="243"/>
                  </a:lnTo>
                  <a:lnTo>
                    <a:pt x="129" y="305"/>
                  </a:lnTo>
                  <a:lnTo>
                    <a:pt x="123" y="335"/>
                  </a:lnTo>
                  <a:lnTo>
                    <a:pt x="117" y="366"/>
                  </a:lnTo>
                  <a:lnTo>
                    <a:pt x="111" y="397"/>
                  </a:lnTo>
                  <a:lnTo>
                    <a:pt x="104" y="427"/>
                  </a:lnTo>
                  <a:lnTo>
                    <a:pt x="97" y="457"/>
                  </a:lnTo>
                  <a:lnTo>
                    <a:pt x="87" y="487"/>
                  </a:lnTo>
                  <a:lnTo>
                    <a:pt x="87" y="487"/>
                  </a:lnTo>
                  <a:lnTo>
                    <a:pt x="78" y="515"/>
                  </a:lnTo>
                  <a:lnTo>
                    <a:pt x="69" y="543"/>
                  </a:lnTo>
                  <a:lnTo>
                    <a:pt x="59" y="572"/>
                  </a:lnTo>
                  <a:lnTo>
                    <a:pt x="51" y="599"/>
                  </a:lnTo>
                  <a:lnTo>
                    <a:pt x="51" y="599"/>
                  </a:lnTo>
                  <a:lnTo>
                    <a:pt x="48" y="614"/>
                  </a:lnTo>
                  <a:lnTo>
                    <a:pt x="46" y="628"/>
                  </a:lnTo>
                  <a:lnTo>
                    <a:pt x="44" y="658"/>
                  </a:lnTo>
                  <a:lnTo>
                    <a:pt x="42" y="687"/>
                  </a:lnTo>
                  <a:lnTo>
                    <a:pt x="40" y="702"/>
                  </a:lnTo>
                  <a:lnTo>
                    <a:pt x="38" y="717"/>
                  </a:lnTo>
                  <a:lnTo>
                    <a:pt x="38" y="717"/>
                  </a:lnTo>
                  <a:lnTo>
                    <a:pt x="28" y="769"/>
                  </a:lnTo>
                  <a:lnTo>
                    <a:pt x="23" y="796"/>
                  </a:lnTo>
                  <a:lnTo>
                    <a:pt x="17" y="822"/>
                  </a:lnTo>
                  <a:lnTo>
                    <a:pt x="17" y="822"/>
                  </a:lnTo>
                  <a:lnTo>
                    <a:pt x="15" y="834"/>
                  </a:lnTo>
                  <a:lnTo>
                    <a:pt x="12" y="846"/>
                  </a:lnTo>
                  <a:lnTo>
                    <a:pt x="9" y="872"/>
                  </a:lnTo>
                  <a:lnTo>
                    <a:pt x="6" y="898"/>
                  </a:lnTo>
                  <a:lnTo>
                    <a:pt x="4" y="910"/>
                  </a:lnTo>
                  <a:lnTo>
                    <a:pt x="0" y="924"/>
                  </a:lnTo>
                  <a:lnTo>
                    <a:pt x="0" y="924"/>
                  </a:lnTo>
                  <a:lnTo>
                    <a:pt x="0" y="926"/>
                  </a:lnTo>
                  <a:lnTo>
                    <a:pt x="2" y="927"/>
                  </a:lnTo>
                  <a:lnTo>
                    <a:pt x="3" y="928"/>
                  </a:lnTo>
                  <a:lnTo>
                    <a:pt x="5" y="929"/>
                  </a:lnTo>
                  <a:lnTo>
                    <a:pt x="6" y="929"/>
                  </a:lnTo>
                  <a:lnTo>
                    <a:pt x="8" y="929"/>
                  </a:lnTo>
                  <a:lnTo>
                    <a:pt x="9" y="928"/>
                  </a:lnTo>
                  <a:lnTo>
                    <a:pt x="10" y="926"/>
                  </a:lnTo>
                  <a:lnTo>
                    <a:pt x="10" y="926"/>
                  </a:lnTo>
                  <a:lnTo>
                    <a:pt x="13" y="915"/>
                  </a:lnTo>
                  <a:lnTo>
                    <a:pt x="14" y="902"/>
                  </a:lnTo>
                  <a:lnTo>
                    <a:pt x="17" y="878"/>
                  </a:lnTo>
                  <a:lnTo>
                    <a:pt x="20" y="855"/>
                  </a:lnTo>
                  <a:lnTo>
                    <a:pt x="22" y="842"/>
                  </a:lnTo>
                  <a:lnTo>
                    <a:pt x="25" y="831"/>
                  </a:lnTo>
                  <a:lnTo>
                    <a:pt x="25" y="831"/>
                  </a:lnTo>
                  <a:lnTo>
                    <a:pt x="30" y="805"/>
                  </a:lnTo>
                  <a:lnTo>
                    <a:pt x="36" y="778"/>
                  </a:lnTo>
                  <a:lnTo>
                    <a:pt x="45" y="727"/>
                  </a:lnTo>
                  <a:lnTo>
                    <a:pt x="45" y="727"/>
                  </a:lnTo>
                  <a:lnTo>
                    <a:pt x="49" y="698"/>
                  </a:lnTo>
                  <a:lnTo>
                    <a:pt x="52" y="669"/>
                  </a:lnTo>
                  <a:lnTo>
                    <a:pt x="54" y="640"/>
                  </a:lnTo>
                  <a:lnTo>
                    <a:pt x="58" y="610"/>
                  </a:lnTo>
                  <a:lnTo>
                    <a:pt x="58" y="610"/>
                  </a:lnTo>
                  <a:lnTo>
                    <a:pt x="61" y="595"/>
                  </a:lnTo>
                  <a:lnTo>
                    <a:pt x="66" y="580"/>
                  </a:lnTo>
                  <a:lnTo>
                    <a:pt x="76" y="550"/>
                  </a:lnTo>
                  <a:lnTo>
                    <a:pt x="86" y="519"/>
                  </a:lnTo>
                  <a:lnTo>
                    <a:pt x="97" y="490"/>
                  </a:lnTo>
                  <a:lnTo>
                    <a:pt x="97" y="490"/>
                  </a:lnTo>
                  <a:lnTo>
                    <a:pt x="106" y="461"/>
                  </a:lnTo>
                  <a:lnTo>
                    <a:pt x="113" y="431"/>
                  </a:lnTo>
                  <a:lnTo>
                    <a:pt x="120" y="402"/>
                  </a:lnTo>
                  <a:lnTo>
                    <a:pt x="126" y="372"/>
                  </a:lnTo>
                  <a:lnTo>
                    <a:pt x="132" y="342"/>
                  </a:lnTo>
                  <a:lnTo>
                    <a:pt x="137" y="312"/>
                  </a:lnTo>
                  <a:lnTo>
                    <a:pt x="145" y="252"/>
                  </a:lnTo>
                  <a:lnTo>
                    <a:pt x="145" y="252"/>
                  </a:lnTo>
                  <a:lnTo>
                    <a:pt x="149" y="219"/>
                  </a:lnTo>
                  <a:lnTo>
                    <a:pt x="155" y="186"/>
                  </a:lnTo>
                  <a:lnTo>
                    <a:pt x="161" y="154"/>
                  </a:lnTo>
                  <a:lnTo>
                    <a:pt x="166" y="121"/>
                  </a:lnTo>
                  <a:lnTo>
                    <a:pt x="166" y="121"/>
                  </a:lnTo>
                  <a:lnTo>
                    <a:pt x="169" y="92"/>
                  </a:lnTo>
                  <a:lnTo>
                    <a:pt x="171" y="63"/>
                  </a:lnTo>
                  <a:lnTo>
                    <a:pt x="171" y="34"/>
                  </a:lnTo>
                  <a:lnTo>
                    <a:pt x="171" y="5"/>
                  </a:lnTo>
                  <a:lnTo>
                    <a:pt x="171" y="5"/>
                  </a:lnTo>
                  <a:lnTo>
                    <a:pt x="171" y="2"/>
                  </a:lnTo>
                  <a:lnTo>
                    <a:pt x="170" y="1"/>
                  </a:lnTo>
                  <a:lnTo>
                    <a:pt x="168" y="0"/>
                  </a:lnTo>
                  <a:lnTo>
                    <a:pt x="167" y="0"/>
                  </a:lnTo>
                  <a:lnTo>
                    <a:pt x="165" y="0"/>
                  </a:lnTo>
                  <a:lnTo>
                    <a:pt x="164" y="1"/>
                  </a:lnTo>
                  <a:lnTo>
                    <a:pt x="163" y="2"/>
                  </a:lnTo>
                  <a:lnTo>
                    <a:pt x="162" y="5"/>
                  </a:lnTo>
                  <a:lnTo>
                    <a:pt x="162" y="5"/>
                  </a:lnTo>
                  <a:close/>
                </a:path>
              </a:pathLst>
            </a:custGeom>
            <a:grpFill/>
            <a:ln>
              <a:solidFill>
                <a:schemeClr val="accent1">
                  <a:lumMod val="75000"/>
                  <a:alpha val="0"/>
                </a:schemeClr>
              </a:solidFill>
            </a:ln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301" name="Freeform 917"/>
            <p:cNvSpPr/>
            <p:nvPr>
              <p:custDataLst>
                <p:tags r:id="rId17"/>
              </p:custDataLst>
            </p:nvPr>
          </p:nvSpPr>
          <p:spPr bwMode="auto">
            <a:xfrm>
              <a:off x="3692525" y="1401763"/>
              <a:ext cx="90488" cy="436563"/>
            </a:xfrm>
            <a:custGeom>
              <a:avLst/>
              <a:gdLst/>
              <a:ahLst/>
              <a:cxnLst>
                <a:cxn ang="0">
                  <a:pos x="161" y="5"/>
                </a:cxn>
                <a:cxn ang="0">
                  <a:pos x="157" y="61"/>
                </a:cxn>
                <a:cxn ang="0">
                  <a:pos x="148" y="118"/>
                </a:cxn>
                <a:cxn ang="0">
                  <a:pos x="143" y="143"/>
                </a:cxn>
                <a:cxn ang="0">
                  <a:pos x="130" y="192"/>
                </a:cxn>
                <a:cxn ang="0">
                  <a:pos x="126" y="216"/>
                </a:cxn>
                <a:cxn ang="0">
                  <a:pos x="124" y="236"/>
                </a:cxn>
                <a:cxn ang="0">
                  <a:pos x="124" y="257"/>
                </a:cxn>
                <a:cxn ang="0">
                  <a:pos x="120" y="285"/>
                </a:cxn>
                <a:cxn ang="0">
                  <a:pos x="115" y="314"/>
                </a:cxn>
                <a:cxn ang="0">
                  <a:pos x="97" y="395"/>
                </a:cxn>
                <a:cxn ang="0">
                  <a:pos x="93" y="422"/>
                </a:cxn>
                <a:cxn ang="0">
                  <a:pos x="88" y="472"/>
                </a:cxn>
                <a:cxn ang="0">
                  <a:pos x="82" y="520"/>
                </a:cxn>
                <a:cxn ang="0">
                  <a:pos x="74" y="547"/>
                </a:cxn>
                <a:cxn ang="0">
                  <a:pos x="56" y="599"/>
                </a:cxn>
                <a:cxn ang="0">
                  <a:pos x="47" y="624"/>
                </a:cxn>
                <a:cxn ang="0">
                  <a:pos x="24" y="696"/>
                </a:cxn>
                <a:cxn ang="0">
                  <a:pos x="10" y="745"/>
                </a:cxn>
                <a:cxn ang="0">
                  <a:pos x="2" y="795"/>
                </a:cxn>
                <a:cxn ang="0">
                  <a:pos x="0" y="820"/>
                </a:cxn>
                <a:cxn ang="0">
                  <a:pos x="2" y="823"/>
                </a:cxn>
                <a:cxn ang="0">
                  <a:pos x="5" y="825"/>
                </a:cxn>
                <a:cxn ang="0">
                  <a:pos x="8" y="823"/>
                </a:cxn>
                <a:cxn ang="0">
                  <a:pos x="9" y="820"/>
                </a:cxn>
                <a:cxn ang="0">
                  <a:pos x="11" y="794"/>
                </a:cxn>
                <a:cxn ang="0">
                  <a:pos x="21" y="743"/>
                </a:cxn>
                <a:cxn ang="0">
                  <a:pos x="34" y="693"/>
                </a:cxn>
                <a:cxn ang="0">
                  <a:pos x="58" y="618"/>
                </a:cxn>
                <a:cxn ang="0">
                  <a:pos x="66" y="594"/>
                </a:cxn>
                <a:cxn ang="0">
                  <a:pos x="84" y="547"/>
                </a:cxn>
                <a:cxn ang="0">
                  <a:pos x="90" y="522"/>
                </a:cxn>
                <a:cxn ang="0">
                  <a:pos x="95" y="496"/>
                </a:cxn>
                <a:cxn ang="0">
                  <a:pos x="100" y="443"/>
                </a:cxn>
                <a:cxn ang="0">
                  <a:pos x="103" y="416"/>
                </a:cxn>
                <a:cxn ang="0">
                  <a:pos x="113" y="366"/>
                </a:cxn>
                <a:cxn ang="0">
                  <a:pos x="123" y="316"/>
                </a:cxn>
                <a:cxn ang="0">
                  <a:pos x="133" y="266"/>
                </a:cxn>
                <a:cxn ang="0">
                  <a:pos x="134" y="253"/>
                </a:cxn>
                <a:cxn ang="0">
                  <a:pos x="134" y="226"/>
                </a:cxn>
                <a:cxn ang="0">
                  <a:pos x="136" y="212"/>
                </a:cxn>
                <a:cxn ang="0">
                  <a:pos x="147" y="162"/>
                </a:cxn>
                <a:cxn ang="0">
                  <a:pos x="159" y="112"/>
                </a:cxn>
                <a:cxn ang="0">
                  <a:pos x="163" y="85"/>
                </a:cxn>
                <a:cxn ang="0">
                  <a:pos x="169" y="32"/>
                </a:cxn>
                <a:cxn ang="0">
                  <a:pos x="170" y="5"/>
                </a:cxn>
                <a:cxn ang="0">
                  <a:pos x="169" y="1"/>
                </a:cxn>
                <a:cxn ang="0">
                  <a:pos x="166" y="0"/>
                </a:cxn>
                <a:cxn ang="0">
                  <a:pos x="163" y="1"/>
                </a:cxn>
                <a:cxn ang="0">
                  <a:pos x="161" y="5"/>
                </a:cxn>
              </a:cxnLst>
              <a:rect l="0" t="0" r="r" b="b"/>
              <a:pathLst>
                <a:path w="170" h="825">
                  <a:moveTo>
                    <a:pt x="161" y="5"/>
                  </a:moveTo>
                  <a:lnTo>
                    <a:pt x="161" y="5"/>
                  </a:lnTo>
                  <a:lnTo>
                    <a:pt x="160" y="34"/>
                  </a:lnTo>
                  <a:lnTo>
                    <a:pt x="157" y="61"/>
                  </a:lnTo>
                  <a:lnTo>
                    <a:pt x="153" y="90"/>
                  </a:lnTo>
                  <a:lnTo>
                    <a:pt x="148" y="118"/>
                  </a:lnTo>
                  <a:lnTo>
                    <a:pt x="148" y="118"/>
                  </a:lnTo>
                  <a:lnTo>
                    <a:pt x="143" y="143"/>
                  </a:lnTo>
                  <a:lnTo>
                    <a:pt x="136" y="168"/>
                  </a:lnTo>
                  <a:lnTo>
                    <a:pt x="130" y="192"/>
                  </a:lnTo>
                  <a:lnTo>
                    <a:pt x="126" y="216"/>
                  </a:lnTo>
                  <a:lnTo>
                    <a:pt x="126" y="216"/>
                  </a:lnTo>
                  <a:lnTo>
                    <a:pt x="124" y="227"/>
                  </a:lnTo>
                  <a:lnTo>
                    <a:pt x="124" y="236"/>
                  </a:lnTo>
                  <a:lnTo>
                    <a:pt x="124" y="257"/>
                  </a:lnTo>
                  <a:lnTo>
                    <a:pt x="124" y="257"/>
                  </a:lnTo>
                  <a:lnTo>
                    <a:pt x="123" y="271"/>
                  </a:lnTo>
                  <a:lnTo>
                    <a:pt x="120" y="285"/>
                  </a:lnTo>
                  <a:lnTo>
                    <a:pt x="115" y="314"/>
                  </a:lnTo>
                  <a:lnTo>
                    <a:pt x="115" y="314"/>
                  </a:lnTo>
                  <a:lnTo>
                    <a:pt x="102" y="367"/>
                  </a:lnTo>
                  <a:lnTo>
                    <a:pt x="97" y="395"/>
                  </a:lnTo>
                  <a:lnTo>
                    <a:pt x="93" y="422"/>
                  </a:lnTo>
                  <a:lnTo>
                    <a:pt x="93" y="422"/>
                  </a:lnTo>
                  <a:lnTo>
                    <a:pt x="91" y="447"/>
                  </a:lnTo>
                  <a:lnTo>
                    <a:pt x="88" y="472"/>
                  </a:lnTo>
                  <a:lnTo>
                    <a:pt x="86" y="495"/>
                  </a:lnTo>
                  <a:lnTo>
                    <a:pt x="82" y="520"/>
                  </a:lnTo>
                  <a:lnTo>
                    <a:pt x="82" y="520"/>
                  </a:lnTo>
                  <a:lnTo>
                    <a:pt x="74" y="547"/>
                  </a:lnTo>
                  <a:lnTo>
                    <a:pt x="65" y="573"/>
                  </a:lnTo>
                  <a:lnTo>
                    <a:pt x="56" y="599"/>
                  </a:lnTo>
                  <a:lnTo>
                    <a:pt x="47" y="624"/>
                  </a:lnTo>
                  <a:lnTo>
                    <a:pt x="47" y="624"/>
                  </a:lnTo>
                  <a:lnTo>
                    <a:pt x="31" y="672"/>
                  </a:lnTo>
                  <a:lnTo>
                    <a:pt x="24" y="696"/>
                  </a:lnTo>
                  <a:lnTo>
                    <a:pt x="17" y="720"/>
                  </a:lnTo>
                  <a:lnTo>
                    <a:pt x="10" y="745"/>
                  </a:lnTo>
                  <a:lnTo>
                    <a:pt x="5" y="770"/>
                  </a:lnTo>
                  <a:lnTo>
                    <a:pt x="2" y="795"/>
                  </a:lnTo>
                  <a:lnTo>
                    <a:pt x="0" y="820"/>
                  </a:lnTo>
                  <a:lnTo>
                    <a:pt x="0" y="820"/>
                  </a:lnTo>
                  <a:lnTo>
                    <a:pt x="1" y="822"/>
                  </a:lnTo>
                  <a:lnTo>
                    <a:pt x="2" y="823"/>
                  </a:lnTo>
                  <a:lnTo>
                    <a:pt x="3" y="824"/>
                  </a:lnTo>
                  <a:lnTo>
                    <a:pt x="5" y="825"/>
                  </a:lnTo>
                  <a:lnTo>
                    <a:pt x="6" y="824"/>
                  </a:lnTo>
                  <a:lnTo>
                    <a:pt x="8" y="823"/>
                  </a:lnTo>
                  <a:lnTo>
                    <a:pt x="9" y="822"/>
                  </a:lnTo>
                  <a:lnTo>
                    <a:pt x="9" y="820"/>
                  </a:lnTo>
                  <a:lnTo>
                    <a:pt x="9" y="820"/>
                  </a:lnTo>
                  <a:lnTo>
                    <a:pt x="11" y="794"/>
                  </a:lnTo>
                  <a:lnTo>
                    <a:pt x="15" y="769"/>
                  </a:lnTo>
                  <a:lnTo>
                    <a:pt x="21" y="743"/>
                  </a:lnTo>
                  <a:lnTo>
                    <a:pt x="27" y="717"/>
                  </a:lnTo>
                  <a:lnTo>
                    <a:pt x="34" y="693"/>
                  </a:lnTo>
                  <a:lnTo>
                    <a:pt x="42" y="668"/>
                  </a:lnTo>
                  <a:lnTo>
                    <a:pt x="58" y="618"/>
                  </a:lnTo>
                  <a:lnTo>
                    <a:pt x="58" y="618"/>
                  </a:lnTo>
                  <a:lnTo>
                    <a:pt x="66" y="594"/>
                  </a:lnTo>
                  <a:lnTo>
                    <a:pt x="75" y="571"/>
                  </a:lnTo>
                  <a:lnTo>
                    <a:pt x="84" y="547"/>
                  </a:lnTo>
                  <a:lnTo>
                    <a:pt x="90" y="522"/>
                  </a:lnTo>
                  <a:lnTo>
                    <a:pt x="90" y="522"/>
                  </a:lnTo>
                  <a:lnTo>
                    <a:pt x="93" y="510"/>
                  </a:lnTo>
                  <a:lnTo>
                    <a:pt x="95" y="496"/>
                  </a:lnTo>
                  <a:lnTo>
                    <a:pt x="98" y="469"/>
                  </a:lnTo>
                  <a:lnTo>
                    <a:pt x="100" y="443"/>
                  </a:lnTo>
                  <a:lnTo>
                    <a:pt x="103" y="416"/>
                  </a:lnTo>
                  <a:lnTo>
                    <a:pt x="103" y="416"/>
                  </a:lnTo>
                  <a:lnTo>
                    <a:pt x="107" y="391"/>
                  </a:lnTo>
                  <a:lnTo>
                    <a:pt x="113" y="366"/>
                  </a:lnTo>
                  <a:lnTo>
                    <a:pt x="123" y="316"/>
                  </a:lnTo>
                  <a:lnTo>
                    <a:pt x="123" y="316"/>
                  </a:lnTo>
                  <a:lnTo>
                    <a:pt x="128" y="291"/>
                  </a:lnTo>
                  <a:lnTo>
                    <a:pt x="133" y="266"/>
                  </a:lnTo>
                  <a:lnTo>
                    <a:pt x="133" y="266"/>
                  </a:lnTo>
                  <a:lnTo>
                    <a:pt x="134" y="253"/>
                  </a:lnTo>
                  <a:lnTo>
                    <a:pt x="134" y="239"/>
                  </a:lnTo>
                  <a:lnTo>
                    <a:pt x="134" y="226"/>
                  </a:lnTo>
                  <a:lnTo>
                    <a:pt x="136" y="212"/>
                  </a:lnTo>
                  <a:lnTo>
                    <a:pt x="136" y="212"/>
                  </a:lnTo>
                  <a:lnTo>
                    <a:pt x="141" y="186"/>
                  </a:lnTo>
                  <a:lnTo>
                    <a:pt x="147" y="162"/>
                  </a:lnTo>
                  <a:lnTo>
                    <a:pt x="153" y="137"/>
                  </a:lnTo>
                  <a:lnTo>
                    <a:pt x="159" y="112"/>
                  </a:lnTo>
                  <a:lnTo>
                    <a:pt x="159" y="112"/>
                  </a:lnTo>
                  <a:lnTo>
                    <a:pt x="163" y="85"/>
                  </a:lnTo>
                  <a:lnTo>
                    <a:pt x="167" y="58"/>
                  </a:lnTo>
                  <a:lnTo>
                    <a:pt x="169" y="32"/>
                  </a:lnTo>
                  <a:lnTo>
                    <a:pt x="170" y="5"/>
                  </a:lnTo>
                  <a:lnTo>
                    <a:pt x="170" y="5"/>
                  </a:lnTo>
                  <a:lnTo>
                    <a:pt x="170" y="3"/>
                  </a:lnTo>
                  <a:lnTo>
                    <a:pt x="169" y="1"/>
                  </a:lnTo>
                  <a:lnTo>
                    <a:pt x="168" y="0"/>
                  </a:lnTo>
                  <a:lnTo>
                    <a:pt x="166" y="0"/>
                  </a:lnTo>
                  <a:lnTo>
                    <a:pt x="164" y="0"/>
                  </a:lnTo>
                  <a:lnTo>
                    <a:pt x="163" y="1"/>
                  </a:lnTo>
                  <a:lnTo>
                    <a:pt x="162" y="3"/>
                  </a:lnTo>
                  <a:lnTo>
                    <a:pt x="161" y="5"/>
                  </a:lnTo>
                  <a:lnTo>
                    <a:pt x="161" y="5"/>
                  </a:lnTo>
                  <a:close/>
                </a:path>
              </a:pathLst>
            </a:custGeom>
            <a:grpFill/>
            <a:ln>
              <a:solidFill>
                <a:schemeClr val="accent1">
                  <a:lumMod val="75000"/>
                  <a:alpha val="0"/>
                </a:schemeClr>
              </a:solidFill>
            </a:ln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302" name="Freeform 918"/>
            <p:cNvSpPr/>
            <p:nvPr>
              <p:custDataLst>
                <p:tags r:id="rId18"/>
              </p:custDataLst>
            </p:nvPr>
          </p:nvSpPr>
          <p:spPr bwMode="auto">
            <a:xfrm>
              <a:off x="3751263" y="1443038"/>
              <a:ext cx="66675" cy="360363"/>
            </a:xfrm>
            <a:custGeom>
              <a:avLst/>
              <a:gdLst/>
              <a:ahLst/>
              <a:cxnLst>
                <a:cxn ang="0">
                  <a:pos x="117" y="4"/>
                </a:cxn>
                <a:cxn ang="0">
                  <a:pos x="116" y="50"/>
                </a:cxn>
                <a:cxn ang="0">
                  <a:pos x="108" y="139"/>
                </a:cxn>
                <a:cxn ang="0">
                  <a:pos x="94" y="228"/>
                </a:cxn>
                <a:cxn ang="0">
                  <a:pos x="68" y="361"/>
                </a:cxn>
                <a:cxn ang="0">
                  <a:pos x="63" y="383"/>
                </a:cxn>
                <a:cxn ang="0">
                  <a:pos x="57" y="404"/>
                </a:cxn>
                <a:cxn ang="0">
                  <a:pos x="48" y="432"/>
                </a:cxn>
                <a:cxn ang="0">
                  <a:pos x="47" y="440"/>
                </a:cxn>
                <a:cxn ang="0">
                  <a:pos x="44" y="482"/>
                </a:cxn>
                <a:cxn ang="0">
                  <a:pos x="38" y="523"/>
                </a:cxn>
                <a:cxn ang="0">
                  <a:pos x="32" y="542"/>
                </a:cxn>
                <a:cxn ang="0">
                  <a:pos x="10" y="598"/>
                </a:cxn>
                <a:cxn ang="0">
                  <a:pos x="7" y="608"/>
                </a:cxn>
                <a:cxn ang="0">
                  <a:pos x="2" y="637"/>
                </a:cxn>
                <a:cxn ang="0">
                  <a:pos x="0" y="678"/>
                </a:cxn>
                <a:cxn ang="0">
                  <a:pos x="0" y="680"/>
                </a:cxn>
                <a:cxn ang="0">
                  <a:pos x="3" y="682"/>
                </a:cxn>
                <a:cxn ang="0">
                  <a:pos x="6" y="682"/>
                </a:cxn>
                <a:cxn ang="0">
                  <a:pos x="9" y="680"/>
                </a:cxn>
                <a:cxn ang="0">
                  <a:pos x="9" y="678"/>
                </a:cxn>
                <a:cxn ang="0">
                  <a:pos x="12" y="635"/>
                </a:cxn>
                <a:cxn ang="0">
                  <a:pos x="22" y="594"/>
                </a:cxn>
                <a:cxn ang="0">
                  <a:pos x="36" y="556"/>
                </a:cxn>
                <a:cxn ang="0">
                  <a:pos x="48" y="517"/>
                </a:cxn>
                <a:cxn ang="0">
                  <a:pos x="51" y="501"/>
                </a:cxn>
                <a:cxn ang="0">
                  <a:pos x="56" y="448"/>
                </a:cxn>
                <a:cxn ang="0">
                  <a:pos x="57" y="436"/>
                </a:cxn>
                <a:cxn ang="0">
                  <a:pos x="67" y="398"/>
                </a:cxn>
                <a:cxn ang="0">
                  <a:pos x="77" y="359"/>
                </a:cxn>
                <a:cxn ang="0">
                  <a:pos x="80" y="347"/>
                </a:cxn>
                <a:cxn ang="0">
                  <a:pos x="96" y="262"/>
                </a:cxn>
                <a:cxn ang="0">
                  <a:pos x="112" y="178"/>
                </a:cxn>
                <a:cxn ang="0">
                  <a:pos x="119" y="134"/>
                </a:cxn>
                <a:cxn ang="0">
                  <a:pos x="127" y="48"/>
                </a:cxn>
                <a:cxn ang="0">
                  <a:pos x="128" y="4"/>
                </a:cxn>
                <a:cxn ang="0">
                  <a:pos x="126" y="1"/>
                </a:cxn>
                <a:cxn ang="0">
                  <a:pos x="122" y="0"/>
                </a:cxn>
                <a:cxn ang="0">
                  <a:pos x="119" y="1"/>
                </a:cxn>
                <a:cxn ang="0">
                  <a:pos x="117" y="4"/>
                </a:cxn>
              </a:cxnLst>
              <a:rect l="0" t="0" r="r" b="b"/>
              <a:pathLst>
                <a:path w="128" h="682">
                  <a:moveTo>
                    <a:pt x="117" y="4"/>
                  </a:moveTo>
                  <a:lnTo>
                    <a:pt x="117" y="4"/>
                  </a:lnTo>
                  <a:lnTo>
                    <a:pt x="117" y="27"/>
                  </a:lnTo>
                  <a:lnTo>
                    <a:pt x="116" y="50"/>
                  </a:lnTo>
                  <a:lnTo>
                    <a:pt x="113" y="95"/>
                  </a:lnTo>
                  <a:lnTo>
                    <a:pt x="108" y="139"/>
                  </a:lnTo>
                  <a:lnTo>
                    <a:pt x="101" y="184"/>
                  </a:lnTo>
                  <a:lnTo>
                    <a:pt x="94" y="228"/>
                  </a:lnTo>
                  <a:lnTo>
                    <a:pt x="84" y="273"/>
                  </a:lnTo>
                  <a:lnTo>
                    <a:pt x="68" y="361"/>
                  </a:lnTo>
                  <a:lnTo>
                    <a:pt x="68" y="361"/>
                  </a:lnTo>
                  <a:lnTo>
                    <a:pt x="63" y="383"/>
                  </a:lnTo>
                  <a:lnTo>
                    <a:pt x="57" y="404"/>
                  </a:lnTo>
                  <a:lnTo>
                    <a:pt x="57" y="404"/>
                  </a:lnTo>
                  <a:lnTo>
                    <a:pt x="51" y="422"/>
                  </a:lnTo>
                  <a:lnTo>
                    <a:pt x="48" y="432"/>
                  </a:lnTo>
                  <a:lnTo>
                    <a:pt x="47" y="440"/>
                  </a:lnTo>
                  <a:lnTo>
                    <a:pt x="47" y="440"/>
                  </a:lnTo>
                  <a:lnTo>
                    <a:pt x="46" y="461"/>
                  </a:lnTo>
                  <a:lnTo>
                    <a:pt x="44" y="482"/>
                  </a:lnTo>
                  <a:lnTo>
                    <a:pt x="41" y="503"/>
                  </a:lnTo>
                  <a:lnTo>
                    <a:pt x="38" y="523"/>
                  </a:lnTo>
                  <a:lnTo>
                    <a:pt x="38" y="523"/>
                  </a:lnTo>
                  <a:lnTo>
                    <a:pt x="32" y="542"/>
                  </a:lnTo>
                  <a:lnTo>
                    <a:pt x="24" y="561"/>
                  </a:lnTo>
                  <a:lnTo>
                    <a:pt x="10" y="598"/>
                  </a:lnTo>
                  <a:lnTo>
                    <a:pt x="10" y="598"/>
                  </a:lnTo>
                  <a:lnTo>
                    <a:pt x="7" y="608"/>
                  </a:lnTo>
                  <a:lnTo>
                    <a:pt x="5" y="618"/>
                  </a:lnTo>
                  <a:lnTo>
                    <a:pt x="2" y="637"/>
                  </a:lnTo>
                  <a:lnTo>
                    <a:pt x="0" y="657"/>
                  </a:lnTo>
                  <a:lnTo>
                    <a:pt x="0" y="678"/>
                  </a:lnTo>
                  <a:lnTo>
                    <a:pt x="0" y="678"/>
                  </a:lnTo>
                  <a:lnTo>
                    <a:pt x="0" y="680"/>
                  </a:lnTo>
                  <a:lnTo>
                    <a:pt x="1" y="681"/>
                  </a:lnTo>
                  <a:lnTo>
                    <a:pt x="3" y="682"/>
                  </a:lnTo>
                  <a:lnTo>
                    <a:pt x="4" y="682"/>
                  </a:lnTo>
                  <a:lnTo>
                    <a:pt x="6" y="682"/>
                  </a:lnTo>
                  <a:lnTo>
                    <a:pt x="7" y="681"/>
                  </a:lnTo>
                  <a:lnTo>
                    <a:pt x="9" y="680"/>
                  </a:lnTo>
                  <a:lnTo>
                    <a:pt x="9" y="678"/>
                  </a:lnTo>
                  <a:lnTo>
                    <a:pt x="9" y="678"/>
                  </a:lnTo>
                  <a:lnTo>
                    <a:pt x="10" y="656"/>
                  </a:lnTo>
                  <a:lnTo>
                    <a:pt x="12" y="635"/>
                  </a:lnTo>
                  <a:lnTo>
                    <a:pt x="16" y="615"/>
                  </a:lnTo>
                  <a:lnTo>
                    <a:pt x="22" y="594"/>
                  </a:lnTo>
                  <a:lnTo>
                    <a:pt x="22" y="594"/>
                  </a:lnTo>
                  <a:lnTo>
                    <a:pt x="36" y="556"/>
                  </a:lnTo>
                  <a:lnTo>
                    <a:pt x="43" y="537"/>
                  </a:lnTo>
                  <a:lnTo>
                    <a:pt x="48" y="517"/>
                  </a:lnTo>
                  <a:lnTo>
                    <a:pt x="48" y="517"/>
                  </a:lnTo>
                  <a:lnTo>
                    <a:pt x="51" y="501"/>
                  </a:lnTo>
                  <a:lnTo>
                    <a:pt x="53" y="483"/>
                  </a:lnTo>
                  <a:lnTo>
                    <a:pt x="56" y="448"/>
                  </a:lnTo>
                  <a:lnTo>
                    <a:pt x="56" y="448"/>
                  </a:lnTo>
                  <a:lnTo>
                    <a:pt x="57" y="436"/>
                  </a:lnTo>
                  <a:lnTo>
                    <a:pt x="60" y="422"/>
                  </a:lnTo>
                  <a:lnTo>
                    <a:pt x="67" y="398"/>
                  </a:lnTo>
                  <a:lnTo>
                    <a:pt x="74" y="372"/>
                  </a:lnTo>
                  <a:lnTo>
                    <a:pt x="77" y="359"/>
                  </a:lnTo>
                  <a:lnTo>
                    <a:pt x="80" y="347"/>
                  </a:lnTo>
                  <a:lnTo>
                    <a:pt x="80" y="347"/>
                  </a:lnTo>
                  <a:lnTo>
                    <a:pt x="87" y="305"/>
                  </a:lnTo>
                  <a:lnTo>
                    <a:pt x="96" y="262"/>
                  </a:lnTo>
                  <a:lnTo>
                    <a:pt x="104" y="220"/>
                  </a:lnTo>
                  <a:lnTo>
                    <a:pt x="112" y="178"/>
                  </a:lnTo>
                  <a:lnTo>
                    <a:pt x="112" y="178"/>
                  </a:lnTo>
                  <a:lnTo>
                    <a:pt x="119" y="134"/>
                  </a:lnTo>
                  <a:lnTo>
                    <a:pt x="123" y="92"/>
                  </a:lnTo>
                  <a:lnTo>
                    <a:pt x="127" y="48"/>
                  </a:lnTo>
                  <a:lnTo>
                    <a:pt x="128" y="4"/>
                  </a:lnTo>
                  <a:lnTo>
                    <a:pt x="128" y="4"/>
                  </a:lnTo>
                  <a:lnTo>
                    <a:pt x="127" y="2"/>
                  </a:lnTo>
                  <a:lnTo>
                    <a:pt x="126" y="1"/>
                  </a:lnTo>
                  <a:lnTo>
                    <a:pt x="125" y="0"/>
                  </a:lnTo>
                  <a:lnTo>
                    <a:pt x="122" y="0"/>
                  </a:lnTo>
                  <a:lnTo>
                    <a:pt x="120" y="0"/>
                  </a:lnTo>
                  <a:lnTo>
                    <a:pt x="119" y="1"/>
                  </a:lnTo>
                  <a:lnTo>
                    <a:pt x="118" y="2"/>
                  </a:lnTo>
                  <a:lnTo>
                    <a:pt x="117" y="4"/>
                  </a:lnTo>
                  <a:lnTo>
                    <a:pt x="117" y="4"/>
                  </a:lnTo>
                  <a:close/>
                </a:path>
              </a:pathLst>
            </a:custGeom>
            <a:grpFill/>
            <a:ln>
              <a:solidFill>
                <a:schemeClr val="accent1">
                  <a:lumMod val="75000"/>
                  <a:alpha val="0"/>
                </a:schemeClr>
              </a:solidFill>
            </a:ln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303" name="Freeform 919"/>
            <p:cNvSpPr/>
            <p:nvPr>
              <p:custDataLst>
                <p:tags r:id="rId19"/>
              </p:custDataLst>
            </p:nvPr>
          </p:nvSpPr>
          <p:spPr bwMode="auto">
            <a:xfrm>
              <a:off x="3797300" y="1477963"/>
              <a:ext cx="60325" cy="268288"/>
            </a:xfrm>
            <a:custGeom>
              <a:avLst/>
              <a:gdLst/>
              <a:ahLst/>
              <a:cxnLst>
                <a:cxn ang="0">
                  <a:pos x="114" y="4"/>
                </a:cxn>
                <a:cxn ang="0">
                  <a:pos x="113" y="1"/>
                </a:cxn>
                <a:cxn ang="0">
                  <a:pos x="110" y="0"/>
                </a:cxn>
                <a:cxn ang="0">
                  <a:pos x="106" y="1"/>
                </a:cxn>
                <a:cxn ang="0">
                  <a:pos x="105" y="4"/>
                </a:cxn>
                <a:cxn ang="0">
                  <a:pos x="104" y="38"/>
                </a:cxn>
                <a:cxn ang="0">
                  <a:pos x="94" y="104"/>
                </a:cxn>
                <a:cxn ang="0">
                  <a:pos x="81" y="170"/>
                </a:cxn>
                <a:cxn ang="0">
                  <a:pos x="58" y="268"/>
                </a:cxn>
                <a:cxn ang="0">
                  <a:pos x="47" y="324"/>
                </a:cxn>
                <a:cxn ang="0">
                  <a:pos x="37" y="366"/>
                </a:cxn>
                <a:cxn ang="0">
                  <a:pos x="31" y="379"/>
                </a:cxn>
                <a:cxn ang="0">
                  <a:pos x="28" y="393"/>
                </a:cxn>
                <a:cxn ang="0">
                  <a:pos x="25" y="419"/>
                </a:cxn>
                <a:cxn ang="0">
                  <a:pos x="22" y="433"/>
                </a:cxn>
                <a:cxn ang="0">
                  <a:pos x="8" y="483"/>
                </a:cxn>
                <a:cxn ang="0">
                  <a:pos x="1" y="500"/>
                </a:cxn>
                <a:cxn ang="0">
                  <a:pos x="0" y="504"/>
                </a:cxn>
                <a:cxn ang="0">
                  <a:pos x="5" y="507"/>
                </a:cxn>
                <a:cxn ang="0">
                  <a:pos x="8" y="506"/>
                </a:cxn>
                <a:cxn ang="0">
                  <a:pos x="10" y="505"/>
                </a:cxn>
                <a:cxn ang="0">
                  <a:pos x="25" y="465"/>
                </a:cxn>
                <a:cxn ang="0">
                  <a:pos x="32" y="437"/>
                </a:cxn>
                <a:cxn ang="0">
                  <a:pos x="38" y="409"/>
                </a:cxn>
                <a:cxn ang="0">
                  <a:pos x="39" y="396"/>
                </a:cxn>
                <a:cxn ang="0">
                  <a:pos x="41" y="380"/>
                </a:cxn>
                <a:cxn ang="0">
                  <a:pos x="55" y="335"/>
                </a:cxn>
                <a:cxn ang="0">
                  <a:pos x="59" y="319"/>
                </a:cxn>
                <a:cxn ang="0">
                  <a:pos x="64" y="286"/>
                </a:cxn>
                <a:cxn ang="0">
                  <a:pos x="68" y="271"/>
                </a:cxn>
                <a:cxn ang="0">
                  <a:pos x="96" y="142"/>
                </a:cxn>
                <a:cxn ang="0">
                  <a:pos x="109" y="76"/>
                </a:cxn>
                <a:cxn ang="0">
                  <a:pos x="114" y="10"/>
                </a:cxn>
                <a:cxn ang="0">
                  <a:pos x="114" y="9"/>
                </a:cxn>
              </a:cxnLst>
              <a:rect l="0" t="0" r="r" b="b"/>
              <a:pathLst>
                <a:path w="114" h="507">
                  <a:moveTo>
                    <a:pt x="114" y="4"/>
                  </a:moveTo>
                  <a:lnTo>
                    <a:pt x="114" y="4"/>
                  </a:lnTo>
                  <a:lnTo>
                    <a:pt x="114" y="2"/>
                  </a:lnTo>
                  <a:lnTo>
                    <a:pt x="113" y="1"/>
                  </a:lnTo>
                  <a:lnTo>
                    <a:pt x="111" y="0"/>
                  </a:lnTo>
                  <a:lnTo>
                    <a:pt x="110" y="0"/>
                  </a:lnTo>
                  <a:lnTo>
                    <a:pt x="108" y="0"/>
                  </a:lnTo>
                  <a:lnTo>
                    <a:pt x="106" y="1"/>
                  </a:lnTo>
                  <a:lnTo>
                    <a:pt x="105" y="2"/>
                  </a:lnTo>
                  <a:lnTo>
                    <a:pt x="105" y="4"/>
                  </a:lnTo>
                  <a:lnTo>
                    <a:pt x="105" y="4"/>
                  </a:lnTo>
                  <a:lnTo>
                    <a:pt x="104" y="38"/>
                  </a:lnTo>
                  <a:lnTo>
                    <a:pt x="100" y="71"/>
                  </a:lnTo>
                  <a:lnTo>
                    <a:pt x="94" y="104"/>
                  </a:lnTo>
                  <a:lnTo>
                    <a:pt x="88" y="137"/>
                  </a:lnTo>
                  <a:lnTo>
                    <a:pt x="81" y="170"/>
                  </a:lnTo>
                  <a:lnTo>
                    <a:pt x="74" y="203"/>
                  </a:lnTo>
                  <a:lnTo>
                    <a:pt x="58" y="268"/>
                  </a:lnTo>
                  <a:lnTo>
                    <a:pt x="58" y="268"/>
                  </a:lnTo>
                  <a:lnTo>
                    <a:pt x="47" y="324"/>
                  </a:lnTo>
                  <a:lnTo>
                    <a:pt x="40" y="352"/>
                  </a:lnTo>
                  <a:lnTo>
                    <a:pt x="37" y="366"/>
                  </a:lnTo>
                  <a:lnTo>
                    <a:pt x="31" y="379"/>
                  </a:lnTo>
                  <a:lnTo>
                    <a:pt x="31" y="379"/>
                  </a:lnTo>
                  <a:lnTo>
                    <a:pt x="29" y="385"/>
                  </a:lnTo>
                  <a:lnTo>
                    <a:pt x="28" y="393"/>
                  </a:lnTo>
                  <a:lnTo>
                    <a:pt x="26" y="406"/>
                  </a:lnTo>
                  <a:lnTo>
                    <a:pt x="25" y="419"/>
                  </a:lnTo>
                  <a:lnTo>
                    <a:pt x="22" y="433"/>
                  </a:lnTo>
                  <a:lnTo>
                    <a:pt x="22" y="433"/>
                  </a:lnTo>
                  <a:lnTo>
                    <a:pt x="13" y="467"/>
                  </a:lnTo>
                  <a:lnTo>
                    <a:pt x="8" y="483"/>
                  </a:lnTo>
                  <a:lnTo>
                    <a:pt x="1" y="500"/>
                  </a:lnTo>
                  <a:lnTo>
                    <a:pt x="1" y="500"/>
                  </a:lnTo>
                  <a:lnTo>
                    <a:pt x="0" y="502"/>
                  </a:lnTo>
                  <a:lnTo>
                    <a:pt x="0" y="504"/>
                  </a:lnTo>
                  <a:lnTo>
                    <a:pt x="3" y="506"/>
                  </a:lnTo>
                  <a:lnTo>
                    <a:pt x="5" y="507"/>
                  </a:lnTo>
                  <a:lnTo>
                    <a:pt x="7" y="507"/>
                  </a:lnTo>
                  <a:lnTo>
                    <a:pt x="8" y="506"/>
                  </a:lnTo>
                  <a:lnTo>
                    <a:pt x="10" y="505"/>
                  </a:lnTo>
                  <a:lnTo>
                    <a:pt x="10" y="505"/>
                  </a:lnTo>
                  <a:lnTo>
                    <a:pt x="20" y="479"/>
                  </a:lnTo>
                  <a:lnTo>
                    <a:pt x="25" y="465"/>
                  </a:lnTo>
                  <a:lnTo>
                    <a:pt x="29" y="451"/>
                  </a:lnTo>
                  <a:lnTo>
                    <a:pt x="32" y="437"/>
                  </a:lnTo>
                  <a:lnTo>
                    <a:pt x="36" y="424"/>
                  </a:lnTo>
                  <a:lnTo>
                    <a:pt x="38" y="409"/>
                  </a:lnTo>
                  <a:lnTo>
                    <a:pt x="39" y="396"/>
                  </a:lnTo>
                  <a:lnTo>
                    <a:pt x="39" y="396"/>
                  </a:lnTo>
                  <a:lnTo>
                    <a:pt x="40" y="387"/>
                  </a:lnTo>
                  <a:lnTo>
                    <a:pt x="41" y="380"/>
                  </a:lnTo>
                  <a:lnTo>
                    <a:pt x="45" y="365"/>
                  </a:lnTo>
                  <a:lnTo>
                    <a:pt x="55" y="335"/>
                  </a:lnTo>
                  <a:lnTo>
                    <a:pt x="55" y="335"/>
                  </a:lnTo>
                  <a:lnTo>
                    <a:pt x="59" y="319"/>
                  </a:lnTo>
                  <a:lnTo>
                    <a:pt x="62" y="303"/>
                  </a:lnTo>
                  <a:lnTo>
                    <a:pt x="64" y="286"/>
                  </a:lnTo>
                  <a:lnTo>
                    <a:pt x="68" y="271"/>
                  </a:lnTo>
                  <a:lnTo>
                    <a:pt x="68" y="271"/>
                  </a:lnTo>
                  <a:lnTo>
                    <a:pt x="82" y="206"/>
                  </a:lnTo>
                  <a:lnTo>
                    <a:pt x="96" y="142"/>
                  </a:lnTo>
                  <a:lnTo>
                    <a:pt x="103" y="109"/>
                  </a:lnTo>
                  <a:lnTo>
                    <a:pt x="109" y="76"/>
                  </a:lnTo>
                  <a:lnTo>
                    <a:pt x="112" y="43"/>
                  </a:lnTo>
                  <a:lnTo>
                    <a:pt x="114" y="10"/>
                  </a:lnTo>
                  <a:lnTo>
                    <a:pt x="114" y="10"/>
                  </a:lnTo>
                  <a:lnTo>
                    <a:pt x="114" y="9"/>
                  </a:lnTo>
                  <a:lnTo>
                    <a:pt x="114" y="4"/>
                  </a:lnTo>
                  <a:close/>
                </a:path>
              </a:pathLst>
            </a:custGeom>
            <a:grpFill/>
            <a:ln>
              <a:solidFill>
                <a:schemeClr val="accent1">
                  <a:lumMod val="75000"/>
                  <a:alpha val="0"/>
                </a:schemeClr>
              </a:solidFill>
            </a:ln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304" name="Freeform 920"/>
            <p:cNvSpPr/>
            <p:nvPr>
              <p:custDataLst>
                <p:tags r:id="rId20"/>
              </p:custDataLst>
            </p:nvPr>
          </p:nvSpPr>
          <p:spPr bwMode="auto">
            <a:xfrm>
              <a:off x="3857625" y="1504950"/>
              <a:ext cx="33338" cy="190500"/>
            </a:xfrm>
            <a:custGeom>
              <a:avLst/>
              <a:gdLst/>
              <a:ahLst/>
              <a:cxnLst>
                <a:cxn ang="0">
                  <a:pos x="54" y="2"/>
                </a:cxn>
                <a:cxn ang="0">
                  <a:pos x="48" y="11"/>
                </a:cxn>
                <a:cxn ang="0">
                  <a:pos x="45" y="24"/>
                </a:cxn>
                <a:cxn ang="0">
                  <a:pos x="46" y="44"/>
                </a:cxn>
                <a:cxn ang="0">
                  <a:pos x="46" y="50"/>
                </a:cxn>
                <a:cxn ang="0">
                  <a:pos x="42" y="74"/>
                </a:cxn>
                <a:cxn ang="0">
                  <a:pos x="31" y="123"/>
                </a:cxn>
                <a:cxn ang="0">
                  <a:pos x="29" y="147"/>
                </a:cxn>
                <a:cxn ang="0">
                  <a:pos x="28" y="162"/>
                </a:cxn>
                <a:cxn ang="0">
                  <a:pos x="24" y="206"/>
                </a:cxn>
                <a:cxn ang="0">
                  <a:pos x="13" y="265"/>
                </a:cxn>
                <a:cxn ang="0">
                  <a:pos x="11" y="275"/>
                </a:cxn>
                <a:cxn ang="0">
                  <a:pos x="9" y="306"/>
                </a:cxn>
                <a:cxn ang="0">
                  <a:pos x="8" y="319"/>
                </a:cxn>
                <a:cxn ang="0">
                  <a:pos x="0" y="354"/>
                </a:cxn>
                <a:cxn ang="0">
                  <a:pos x="0" y="356"/>
                </a:cxn>
                <a:cxn ang="0">
                  <a:pos x="4" y="360"/>
                </a:cxn>
                <a:cxn ang="0">
                  <a:pos x="7" y="360"/>
                </a:cxn>
                <a:cxn ang="0">
                  <a:pos x="9" y="357"/>
                </a:cxn>
                <a:cxn ang="0">
                  <a:pos x="16" y="325"/>
                </a:cxn>
                <a:cxn ang="0">
                  <a:pos x="19" y="292"/>
                </a:cxn>
                <a:cxn ang="0">
                  <a:pos x="20" y="280"/>
                </a:cxn>
                <a:cxn ang="0">
                  <a:pos x="27" y="240"/>
                </a:cxn>
                <a:cxn ang="0">
                  <a:pos x="35" y="201"/>
                </a:cxn>
                <a:cxn ang="0">
                  <a:pos x="37" y="188"/>
                </a:cxn>
                <a:cxn ang="0">
                  <a:pos x="38" y="161"/>
                </a:cxn>
                <a:cxn ang="0">
                  <a:pos x="40" y="133"/>
                </a:cxn>
                <a:cxn ang="0">
                  <a:pos x="44" y="109"/>
                </a:cxn>
                <a:cxn ang="0">
                  <a:pos x="50" y="85"/>
                </a:cxn>
                <a:cxn ang="0">
                  <a:pos x="57" y="53"/>
                </a:cxn>
                <a:cxn ang="0">
                  <a:pos x="57" y="43"/>
                </a:cxn>
                <a:cxn ang="0">
                  <a:pos x="56" y="24"/>
                </a:cxn>
                <a:cxn ang="0">
                  <a:pos x="56" y="15"/>
                </a:cxn>
                <a:cxn ang="0">
                  <a:pos x="60" y="8"/>
                </a:cxn>
                <a:cxn ang="0">
                  <a:pos x="62" y="7"/>
                </a:cxn>
                <a:cxn ang="0">
                  <a:pos x="62" y="3"/>
                </a:cxn>
                <a:cxn ang="0">
                  <a:pos x="58" y="0"/>
                </a:cxn>
                <a:cxn ang="0">
                  <a:pos x="54" y="2"/>
                </a:cxn>
              </a:cxnLst>
              <a:rect l="0" t="0" r="r" b="b"/>
              <a:pathLst>
                <a:path w="62" h="360">
                  <a:moveTo>
                    <a:pt x="54" y="2"/>
                  </a:moveTo>
                  <a:lnTo>
                    <a:pt x="54" y="2"/>
                  </a:lnTo>
                  <a:lnTo>
                    <a:pt x="50" y="6"/>
                  </a:lnTo>
                  <a:lnTo>
                    <a:pt x="48" y="11"/>
                  </a:lnTo>
                  <a:lnTo>
                    <a:pt x="46" y="17"/>
                  </a:lnTo>
                  <a:lnTo>
                    <a:pt x="45" y="24"/>
                  </a:lnTo>
                  <a:lnTo>
                    <a:pt x="46" y="38"/>
                  </a:lnTo>
                  <a:lnTo>
                    <a:pt x="46" y="44"/>
                  </a:lnTo>
                  <a:lnTo>
                    <a:pt x="46" y="50"/>
                  </a:lnTo>
                  <a:lnTo>
                    <a:pt x="46" y="50"/>
                  </a:lnTo>
                  <a:lnTo>
                    <a:pt x="44" y="62"/>
                  </a:lnTo>
                  <a:lnTo>
                    <a:pt x="42" y="74"/>
                  </a:lnTo>
                  <a:lnTo>
                    <a:pt x="36" y="99"/>
                  </a:lnTo>
                  <a:lnTo>
                    <a:pt x="31" y="123"/>
                  </a:lnTo>
                  <a:lnTo>
                    <a:pt x="29" y="135"/>
                  </a:lnTo>
                  <a:lnTo>
                    <a:pt x="29" y="147"/>
                  </a:lnTo>
                  <a:lnTo>
                    <a:pt x="29" y="147"/>
                  </a:lnTo>
                  <a:lnTo>
                    <a:pt x="28" y="162"/>
                  </a:lnTo>
                  <a:lnTo>
                    <a:pt x="27" y="177"/>
                  </a:lnTo>
                  <a:lnTo>
                    <a:pt x="24" y="206"/>
                  </a:lnTo>
                  <a:lnTo>
                    <a:pt x="19" y="236"/>
                  </a:lnTo>
                  <a:lnTo>
                    <a:pt x="13" y="265"/>
                  </a:lnTo>
                  <a:lnTo>
                    <a:pt x="13" y="265"/>
                  </a:lnTo>
                  <a:lnTo>
                    <a:pt x="11" y="275"/>
                  </a:lnTo>
                  <a:lnTo>
                    <a:pt x="10" y="286"/>
                  </a:lnTo>
                  <a:lnTo>
                    <a:pt x="9" y="306"/>
                  </a:lnTo>
                  <a:lnTo>
                    <a:pt x="9" y="306"/>
                  </a:lnTo>
                  <a:lnTo>
                    <a:pt x="8" y="319"/>
                  </a:lnTo>
                  <a:lnTo>
                    <a:pt x="5" y="331"/>
                  </a:lnTo>
                  <a:lnTo>
                    <a:pt x="0" y="354"/>
                  </a:lnTo>
                  <a:lnTo>
                    <a:pt x="0" y="354"/>
                  </a:lnTo>
                  <a:lnTo>
                    <a:pt x="0" y="356"/>
                  </a:lnTo>
                  <a:lnTo>
                    <a:pt x="1" y="358"/>
                  </a:lnTo>
                  <a:lnTo>
                    <a:pt x="4" y="360"/>
                  </a:lnTo>
                  <a:lnTo>
                    <a:pt x="6" y="360"/>
                  </a:lnTo>
                  <a:lnTo>
                    <a:pt x="7" y="360"/>
                  </a:lnTo>
                  <a:lnTo>
                    <a:pt x="8" y="359"/>
                  </a:lnTo>
                  <a:lnTo>
                    <a:pt x="9" y="357"/>
                  </a:lnTo>
                  <a:lnTo>
                    <a:pt x="9" y="357"/>
                  </a:lnTo>
                  <a:lnTo>
                    <a:pt x="16" y="325"/>
                  </a:lnTo>
                  <a:lnTo>
                    <a:pt x="18" y="309"/>
                  </a:lnTo>
                  <a:lnTo>
                    <a:pt x="19" y="292"/>
                  </a:lnTo>
                  <a:lnTo>
                    <a:pt x="19" y="292"/>
                  </a:lnTo>
                  <a:lnTo>
                    <a:pt x="20" y="280"/>
                  </a:lnTo>
                  <a:lnTo>
                    <a:pt x="22" y="266"/>
                  </a:lnTo>
                  <a:lnTo>
                    <a:pt x="27" y="240"/>
                  </a:lnTo>
                  <a:lnTo>
                    <a:pt x="33" y="215"/>
                  </a:lnTo>
                  <a:lnTo>
                    <a:pt x="35" y="201"/>
                  </a:lnTo>
                  <a:lnTo>
                    <a:pt x="37" y="188"/>
                  </a:lnTo>
                  <a:lnTo>
                    <a:pt x="37" y="188"/>
                  </a:lnTo>
                  <a:lnTo>
                    <a:pt x="38" y="174"/>
                  </a:lnTo>
                  <a:lnTo>
                    <a:pt x="38" y="161"/>
                  </a:lnTo>
                  <a:lnTo>
                    <a:pt x="39" y="146"/>
                  </a:lnTo>
                  <a:lnTo>
                    <a:pt x="40" y="133"/>
                  </a:lnTo>
                  <a:lnTo>
                    <a:pt x="40" y="133"/>
                  </a:lnTo>
                  <a:lnTo>
                    <a:pt x="44" y="109"/>
                  </a:lnTo>
                  <a:lnTo>
                    <a:pt x="50" y="85"/>
                  </a:lnTo>
                  <a:lnTo>
                    <a:pt x="50" y="85"/>
                  </a:lnTo>
                  <a:lnTo>
                    <a:pt x="55" y="65"/>
                  </a:lnTo>
                  <a:lnTo>
                    <a:pt x="57" y="53"/>
                  </a:lnTo>
                  <a:lnTo>
                    <a:pt x="57" y="43"/>
                  </a:lnTo>
                  <a:lnTo>
                    <a:pt x="57" y="43"/>
                  </a:lnTo>
                  <a:lnTo>
                    <a:pt x="56" y="34"/>
                  </a:lnTo>
                  <a:lnTo>
                    <a:pt x="56" y="24"/>
                  </a:lnTo>
                  <a:lnTo>
                    <a:pt x="56" y="19"/>
                  </a:lnTo>
                  <a:lnTo>
                    <a:pt x="56" y="15"/>
                  </a:lnTo>
                  <a:lnTo>
                    <a:pt x="58" y="11"/>
                  </a:lnTo>
                  <a:lnTo>
                    <a:pt x="60" y="8"/>
                  </a:lnTo>
                  <a:lnTo>
                    <a:pt x="60" y="8"/>
                  </a:lnTo>
                  <a:lnTo>
                    <a:pt x="62" y="7"/>
                  </a:lnTo>
                  <a:lnTo>
                    <a:pt x="62" y="5"/>
                  </a:lnTo>
                  <a:lnTo>
                    <a:pt x="62" y="3"/>
                  </a:lnTo>
                  <a:lnTo>
                    <a:pt x="61" y="2"/>
                  </a:lnTo>
                  <a:lnTo>
                    <a:pt x="58" y="0"/>
                  </a:lnTo>
                  <a:lnTo>
                    <a:pt x="56" y="1"/>
                  </a:lnTo>
                  <a:lnTo>
                    <a:pt x="54" y="2"/>
                  </a:lnTo>
                  <a:lnTo>
                    <a:pt x="54" y="2"/>
                  </a:lnTo>
                  <a:close/>
                </a:path>
              </a:pathLst>
            </a:custGeom>
            <a:grpFill/>
            <a:ln>
              <a:solidFill>
                <a:schemeClr val="accent1">
                  <a:lumMod val="75000"/>
                  <a:alpha val="0"/>
                </a:schemeClr>
              </a:solidFill>
            </a:ln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305" name="Freeform 921"/>
            <p:cNvSpPr/>
            <p:nvPr>
              <p:custDataLst>
                <p:tags r:id="rId21"/>
              </p:custDataLst>
            </p:nvPr>
          </p:nvSpPr>
          <p:spPr bwMode="auto">
            <a:xfrm>
              <a:off x="3883025" y="1544638"/>
              <a:ext cx="22225" cy="130175"/>
            </a:xfrm>
            <a:custGeom>
              <a:avLst/>
              <a:gdLst/>
              <a:ahLst/>
              <a:cxnLst>
                <a:cxn ang="0">
                  <a:pos x="33" y="4"/>
                </a:cxn>
                <a:cxn ang="0">
                  <a:pos x="33" y="4"/>
                </a:cxn>
                <a:cxn ang="0">
                  <a:pos x="33" y="37"/>
                </a:cxn>
                <a:cxn ang="0">
                  <a:pos x="29" y="69"/>
                </a:cxn>
                <a:cxn ang="0">
                  <a:pos x="25" y="101"/>
                </a:cxn>
                <a:cxn ang="0">
                  <a:pos x="23" y="117"/>
                </a:cxn>
                <a:cxn ang="0">
                  <a:pos x="19" y="133"/>
                </a:cxn>
                <a:cxn ang="0">
                  <a:pos x="19" y="133"/>
                </a:cxn>
                <a:cxn ang="0">
                  <a:pos x="13" y="156"/>
                </a:cxn>
                <a:cxn ang="0">
                  <a:pos x="11" y="167"/>
                </a:cxn>
                <a:cxn ang="0">
                  <a:pos x="10" y="179"/>
                </a:cxn>
                <a:cxn ang="0">
                  <a:pos x="10" y="179"/>
                </a:cxn>
                <a:cxn ang="0">
                  <a:pos x="8" y="194"/>
                </a:cxn>
                <a:cxn ang="0">
                  <a:pos x="5" y="210"/>
                </a:cxn>
                <a:cxn ang="0">
                  <a:pos x="2" y="225"/>
                </a:cxn>
                <a:cxn ang="0">
                  <a:pos x="0" y="242"/>
                </a:cxn>
                <a:cxn ang="0">
                  <a:pos x="0" y="242"/>
                </a:cxn>
                <a:cxn ang="0">
                  <a:pos x="0" y="244"/>
                </a:cxn>
                <a:cxn ang="0">
                  <a:pos x="1" y="245"/>
                </a:cxn>
                <a:cxn ang="0">
                  <a:pos x="3" y="246"/>
                </a:cxn>
                <a:cxn ang="0">
                  <a:pos x="4" y="246"/>
                </a:cxn>
                <a:cxn ang="0">
                  <a:pos x="6" y="246"/>
                </a:cxn>
                <a:cxn ang="0">
                  <a:pos x="8" y="245"/>
                </a:cxn>
                <a:cxn ang="0">
                  <a:pos x="9" y="244"/>
                </a:cxn>
                <a:cxn ang="0">
                  <a:pos x="9" y="242"/>
                </a:cxn>
                <a:cxn ang="0">
                  <a:pos x="9" y="242"/>
                </a:cxn>
                <a:cxn ang="0">
                  <a:pos x="11" y="227"/>
                </a:cxn>
                <a:cxn ang="0">
                  <a:pos x="14" y="214"/>
                </a:cxn>
                <a:cxn ang="0">
                  <a:pos x="17" y="199"/>
                </a:cxn>
                <a:cxn ang="0">
                  <a:pos x="18" y="193"/>
                </a:cxn>
                <a:cxn ang="0">
                  <a:pos x="18" y="186"/>
                </a:cxn>
                <a:cxn ang="0">
                  <a:pos x="18" y="186"/>
                </a:cxn>
                <a:cxn ang="0">
                  <a:pos x="19" y="177"/>
                </a:cxn>
                <a:cxn ang="0">
                  <a:pos x="20" y="169"/>
                </a:cxn>
                <a:cxn ang="0">
                  <a:pos x="24" y="152"/>
                </a:cxn>
                <a:cxn ang="0">
                  <a:pos x="28" y="135"/>
                </a:cxn>
                <a:cxn ang="0">
                  <a:pos x="32" y="119"/>
                </a:cxn>
                <a:cxn ang="0">
                  <a:pos x="32" y="119"/>
                </a:cxn>
                <a:cxn ang="0">
                  <a:pos x="37" y="90"/>
                </a:cxn>
                <a:cxn ang="0">
                  <a:pos x="40" y="62"/>
                </a:cxn>
                <a:cxn ang="0">
                  <a:pos x="42" y="33"/>
                </a:cxn>
                <a:cxn ang="0">
                  <a:pos x="42" y="4"/>
                </a:cxn>
                <a:cxn ang="0">
                  <a:pos x="42" y="4"/>
                </a:cxn>
                <a:cxn ang="0">
                  <a:pos x="42" y="2"/>
                </a:cxn>
                <a:cxn ang="0">
                  <a:pos x="41" y="1"/>
                </a:cxn>
                <a:cxn ang="0">
                  <a:pos x="39" y="0"/>
                </a:cxn>
                <a:cxn ang="0">
                  <a:pos x="38" y="0"/>
                </a:cxn>
                <a:cxn ang="0">
                  <a:pos x="36" y="0"/>
                </a:cxn>
                <a:cxn ang="0">
                  <a:pos x="35" y="1"/>
                </a:cxn>
                <a:cxn ang="0">
                  <a:pos x="34" y="2"/>
                </a:cxn>
                <a:cxn ang="0">
                  <a:pos x="33" y="4"/>
                </a:cxn>
                <a:cxn ang="0">
                  <a:pos x="33" y="4"/>
                </a:cxn>
              </a:cxnLst>
              <a:rect l="0" t="0" r="r" b="b"/>
              <a:pathLst>
                <a:path w="42" h="246">
                  <a:moveTo>
                    <a:pt x="33" y="4"/>
                  </a:moveTo>
                  <a:lnTo>
                    <a:pt x="33" y="4"/>
                  </a:lnTo>
                  <a:lnTo>
                    <a:pt x="33" y="37"/>
                  </a:lnTo>
                  <a:lnTo>
                    <a:pt x="29" y="69"/>
                  </a:lnTo>
                  <a:lnTo>
                    <a:pt x="25" y="101"/>
                  </a:lnTo>
                  <a:lnTo>
                    <a:pt x="23" y="117"/>
                  </a:lnTo>
                  <a:lnTo>
                    <a:pt x="19" y="133"/>
                  </a:lnTo>
                  <a:lnTo>
                    <a:pt x="19" y="133"/>
                  </a:lnTo>
                  <a:lnTo>
                    <a:pt x="13" y="156"/>
                  </a:lnTo>
                  <a:lnTo>
                    <a:pt x="11" y="167"/>
                  </a:lnTo>
                  <a:lnTo>
                    <a:pt x="10" y="179"/>
                  </a:lnTo>
                  <a:lnTo>
                    <a:pt x="10" y="179"/>
                  </a:lnTo>
                  <a:lnTo>
                    <a:pt x="8" y="194"/>
                  </a:lnTo>
                  <a:lnTo>
                    <a:pt x="5" y="210"/>
                  </a:lnTo>
                  <a:lnTo>
                    <a:pt x="2" y="225"/>
                  </a:lnTo>
                  <a:lnTo>
                    <a:pt x="0" y="242"/>
                  </a:lnTo>
                  <a:lnTo>
                    <a:pt x="0" y="242"/>
                  </a:lnTo>
                  <a:lnTo>
                    <a:pt x="0" y="244"/>
                  </a:lnTo>
                  <a:lnTo>
                    <a:pt x="1" y="245"/>
                  </a:lnTo>
                  <a:lnTo>
                    <a:pt x="3" y="246"/>
                  </a:lnTo>
                  <a:lnTo>
                    <a:pt x="4" y="246"/>
                  </a:lnTo>
                  <a:lnTo>
                    <a:pt x="6" y="246"/>
                  </a:lnTo>
                  <a:lnTo>
                    <a:pt x="8" y="245"/>
                  </a:lnTo>
                  <a:lnTo>
                    <a:pt x="9" y="244"/>
                  </a:lnTo>
                  <a:lnTo>
                    <a:pt x="9" y="242"/>
                  </a:lnTo>
                  <a:lnTo>
                    <a:pt x="9" y="242"/>
                  </a:lnTo>
                  <a:lnTo>
                    <a:pt x="11" y="227"/>
                  </a:lnTo>
                  <a:lnTo>
                    <a:pt x="14" y="214"/>
                  </a:lnTo>
                  <a:lnTo>
                    <a:pt x="17" y="199"/>
                  </a:lnTo>
                  <a:lnTo>
                    <a:pt x="18" y="193"/>
                  </a:lnTo>
                  <a:lnTo>
                    <a:pt x="18" y="186"/>
                  </a:lnTo>
                  <a:lnTo>
                    <a:pt x="18" y="186"/>
                  </a:lnTo>
                  <a:lnTo>
                    <a:pt x="19" y="177"/>
                  </a:lnTo>
                  <a:lnTo>
                    <a:pt x="20" y="169"/>
                  </a:lnTo>
                  <a:lnTo>
                    <a:pt x="24" y="152"/>
                  </a:lnTo>
                  <a:lnTo>
                    <a:pt x="28" y="135"/>
                  </a:lnTo>
                  <a:lnTo>
                    <a:pt x="32" y="119"/>
                  </a:lnTo>
                  <a:lnTo>
                    <a:pt x="32" y="119"/>
                  </a:lnTo>
                  <a:lnTo>
                    <a:pt x="37" y="90"/>
                  </a:lnTo>
                  <a:lnTo>
                    <a:pt x="40" y="62"/>
                  </a:lnTo>
                  <a:lnTo>
                    <a:pt x="42" y="33"/>
                  </a:lnTo>
                  <a:lnTo>
                    <a:pt x="42" y="4"/>
                  </a:lnTo>
                  <a:lnTo>
                    <a:pt x="42" y="4"/>
                  </a:lnTo>
                  <a:lnTo>
                    <a:pt x="42" y="2"/>
                  </a:lnTo>
                  <a:lnTo>
                    <a:pt x="41" y="1"/>
                  </a:lnTo>
                  <a:lnTo>
                    <a:pt x="39" y="0"/>
                  </a:lnTo>
                  <a:lnTo>
                    <a:pt x="38" y="0"/>
                  </a:lnTo>
                  <a:lnTo>
                    <a:pt x="36" y="0"/>
                  </a:lnTo>
                  <a:lnTo>
                    <a:pt x="35" y="1"/>
                  </a:lnTo>
                  <a:lnTo>
                    <a:pt x="34" y="2"/>
                  </a:lnTo>
                  <a:lnTo>
                    <a:pt x="33" y="4"/>
                  </a:lnTo>
                  <a:lnTo>
                    <a:pt x="33" y="4"/>
                  </a:lnTo>
                  <a:close/>
                </a:path>
              </a:pathLst>
            </a:custGeom>
            <a:grpFill/>
            <a:ln>
              <a:solidFill>
                <a:schemeClr val="accent1">
                  <a:lumMod val="75000"/>
                  <a:alpha val="0"/>
                </a:schemeClr>
              </a:solidFill>
            </a:ln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306" name="Freeform 922"/>
            <p:cNvSpPr/>
            <p:nvPr>
              <p:custDataLst>
                <p:tags r:id="rId22"/>
              </p:custDataLst>
            </p:nvPr>
          </p:nvSpPr>
          <p:spPr bwMode="auto">
            <a:xfrm>
              <a:off x="3454400" y="1239838"/>
              <a:ext cx="25400" cy="65088"/>
            </a:xfrm>
            <a:custGeom>
              <a:avLst/>
              <a:gdLst/>
              <a:ahLst/>
              <a:cxnLst>
                <a:cxn ang="0">
                  <a:pos x="38" y="4"/>
                </a:cxn>
                <a:cxn ang="0">
                  <a:pos x="38" y="4"/>
                </a:cxn>
                <a:cxn ang="0">
                  <a:pos x="37" y="12"/>
                </a:cxn>
                <a:cxn ang="0">
                  <a:pos x="36" y="19"/>
                </a:cxn>
                <a:cxn ang="0">
                  <a:pos x="31" y="34"/>
                </a:cxn>
                <a:cxn ang="0">
                  <a:pos x="26" y="47"/>
                </a:cxn>
                <a:cxn ang="0">
                  <a:pos x="18" y="62"/>
                </a:cxn>
                <a:cxn ang="0">
                  <a:pos x="12" y="75"/>
                </a:cxn>
                <a:cxn ang="0">
                  <a:pos x="6" y="89"/>
                </a:cxn>
                <a:cxn ang="0">
                  <a:pos x="2" y="103"/>
                </a:cxn>
                <a:cxn ang="0">
                  <a:pos x="1" y="110"/>
                </a:cxn>
                <a:cxn ang="0">
                  <a:pos x="0" y="117"/>
                </a:cxn>
                <a:cxn ang="0">
                  <a:pos x="0" y="117"/>
                </a:cxn>
                <a:cxn ang="0">
                  <a:pos x="0" y="120"/>
                </a:cxn>
                <a:cxn ang="0">
                  <a:pos x="1" y="122"/>
                </a:cxn>
                <a:cxn ang="0">
                  <a:pos x="3" y="123"/>
                </a:cxn>
                <a:cxn ang="0">
                  <a:pos x="4" y="123"/>
                </a:cxn>
                <a:cxn ang="0">
                  <a:pos x="6" y="123"/>
                </a:cxn>
                <a:cxn ang="0">
                  <a:pos x="8" y="122"/>
                </a:cxn>
                <a:cxn ang="0">
                  <a:pos x="9" y="120"/>
                </a:cxn>
                <a:cxn ang="0">
                  <a:pos x="9" y="117"/>
                </a:cxn>
                <a:cxn ang="0">
                  <a:pos x="9" y="117"/>
                </a:cxn>
                <a:cxn ang="0">
                  <a:pos x="10" y="109"/>
                </a:cxn>
                <a:cxn ang="0">
                  <a:pos x="12" y="101"/>
                </a:cxn>
                <a:cxn ang="0">
                  <a:pos x="15" y="94"/>
                </a:cxn>
                <a:cxn ang="0">
                  <a:pos x="19" y="86"/>
                </a:cxn>
                <a:cxn ang="0">
                  <a:pos x="27" y="73"/>
                </a:cxn>
                <a:cxn ang="0">
                  <a:pos x="30" y="65"/>
                </a:cxn>
                <a:cxn ang="0">
                  <a:pos x="33" y="58"/>
                </a:cxn>
                <a:cxn ang="0">
                  <a:pos x="33" y="58"/>
                </a:cxn>
                <a:cxn ang="0">
                  <a:pos x="42" y="32"/>
                </a:cxn>
                <a:cxn ang="0">
                  <a:pos x="45" y="18"/>
                </a:cxn>
                <a:cxn ang="0">
                  <a:pos x="47" y="4"/>
                </a:cxn>
                <a:cxn ang="0">
                  <a:pos x="47" y="4"/>
                </a:cxn>
                <a:cxn ang="0">
                  <a:pos x="47" y="2"/>
                </a:cxn>
                <a:cxn ang="0">
                  <a:pos x="46" y="1"/>
                </a:cxn>
                <a:cxn ang="0">
                  <a:pos x="44" y="0"/>
                </a:cxn>
                <a:cxn ang="0">
                  <a:pos x="43" y="0"/>
                </a:cxn>
                <a:cxn ang="0">
                  <a:pos x="41" y="0"/>
                </a:cxn>
                <a:cxn ang="0">
                  <a:pos x="39" y="1"/>
                </a:cxn>
                <a:cxn ang="0">
                  <a:pos x="38" y="2"/>
                </a:cxn>
                <a:cxn ang="0">
                  <a:pos x="38" y="4"/>
                </a:cxn>
                <a:cxn ang="0">
                  <a:pos x="38" y="4"/>
                </a:cxn>
              </a:cxnLst>
              <a:rect l="0" t="0" r="r" b="b"/>
              <a:pathLst>
                <a:path w="47" h="123">
                  <a:moveTo>
                    <a:pt x="38" y="4"/>
                  </a:moveTo>
                  <a:lnTo>
                    <a:pt x="38" y="4"/>
                  </a:lnTo>
                  <a:lnTo>
                    <a:pt x="37" y="12"/>
                  </a:lnTo>
                  <a:lnTo>
                    <a:pt x="36" y="19"/>
                  </a:lnTo>
                  <a:lnTo>
                    <a:pt x="31" y="34"/>
                  </a:lnTo>
                  <a:lnTo>
                    <a:pt x="26" y="47"/>
                  </a:lnTo>
                  <a:lnTo>
                    <a:pt x="18" y="62"/>
                  </a:lnTo>
                  <a:lnTo>
                    <a:pt x="12" y="75"/>
                  </a:lnTo>
                  <a:lnTo>
                    <a:pt x="6" y="89"/>
                  </a:lnTo>
                  <a:lnTo>
                    <a:pt x="2" y="103"/>
                  </a:lnTo>
                  <a:lnTo>
                    <a:pt x="1" y="110"/>
                  </a:lnTo>
                  <a:lnTo>
                    <a:pt x="0" y="117"/>
                  </a:lnTo>
                  <a:lnTo>
                    <a:pt x="0" y="117"/>
                  </a:lnTo>
                  <a:lnTo>
                    <a:pt x="0" y="120"/>
                  </a:lnTo>
                  <a:lnTo>
                    <a:pt x="1" y="122"/>
                  </a:lnTo>
                  <a:lnTo>
                    <a:pt x="3" y="123"/>
                  </a:lnTo>
                  <a:lnTo>
                    <a:pt x="4" y="123"/>
                  </a:lnTo>
                  <a:lnTo>
                    <a:pt x="6" y="123"/>
                  </a:lnTo>
                  <a:lnTo>
                    <a:pt x="8" y="122"/>
                  </a:lnTo>
                  <a:lnTo>
                    <a:pt x="9" y="120"/>
                  </a:lnTo>
                  <a:lnTo>
                    <a:pt x="9" y="117"/>
                  </a:lnTo>
                  <a:lnTo>
                    <a:pt x="9" y="117"/>
                  </a:lnTo>
                  <a:lnTo>
                    <a:pt x="10" y="109"/>
                  </a:lnTo>
                  <a:lnTo>
                    <a:pt x="12" y="101"/>
                  </a:lnTo>
                  <a:lnTo>
                    <a:pt x="15" y="94"/>
                  </a:lnTo>
                  <a:lnTo>
                    <a:pt x="19" y="86"/>
                  </a:lnTo>
                  <a:lnTo>
                    <a:pt x="27" y="73"/>
                  </a:lnTo>
                  <a:lnTo>
                    <a:pt x="30" y="65"/>
                  </a:lnTo>
                  <a:lnTo>
                    <a:pt x="33" y="58"/>
                  </a:lnTo>
                  <a:lnTo>
                    <a:pt x="33" y="58"/>
                  </a:lnTo>
                  <a:lnTo>
                    <a:pt x="42" y="32"/>
                  </a:lnTo>
                  <a:lnTo>
                    <a:pt x="45" y="18"/>
                  </a:lnTo>
                  <a:lnTo>
                    <a:pt x="47" y="4"/>
                  </a:lnTo>
                  <a:lnTo>
                    <a:pt x="47" y="4"/>
                  </a:lnTo>
                  <a:lnTo>
                    <a:pt x="47" y="2"/>
                  </a:lnTo>
                  <a:lnTo>
                    <a:pt x="46" y="1"/>
                  </a:lnTo>
                  <a:lnTo>
                    <a:pt x="44" y="0"/>
                  </a:lnTo>
                  <a:lnTo>
                    <a:pt x="43" y="0"/>
                  </a:lnTo>
                  <a:lnTo>
                    <a:pt x="41" y="0"/>
                  </a:lnTo>
                  <a:lnTo>
                    <a:pt x="39" y="1"/>
                  </a:lnTo>
                  <a:lnTo>
                    <a:pt x="38" y="2"/>
                  </a:lnTo>
                  <a:lnTo>
                    <a:pt x="38" y="4"/>
                  </a:lnTo>
                  <a:lnTo>
                    <a:pt x="38" y="4"/>
                  </a:lnTo>
                  <a:close/>
                </a:path>
              </a:pathLst>
            </a:custGeom>
            <a:grpFill/>
            <a:ln>
              <a:solidFill>
                <a:schemeClr val="accent1">
                  <a:lumMod val="75000"/>
                  <a:alpha val="0"/>
                </a:schemeClr>
              </a:solidFill>
            </a:ln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307" name="Freeform 923"/>
            <p:cNvSpPr/>
            <p:nvPr>
              <p:custDataLst>
                <p:tags r:id="rId23"/>
              </p:custDataLst>
            </p:nvPr>
          </p:nvSpPr>
          <p:spPr bwMode="auto">
            <a:xfrm>
              <a:off x="3471863" y="1241425"/>
              <a:ext cx="26988" cy="77788"/>
            </a:xfrm>
            <a:custGeom>
              <a:avLst/>
              <a:gdLst/>
              <a:ahLst/>
              <a:cxnLst>
                <a:cxn ang="0">
                  <a:pos x="43" y="5"/>
                </a:cxn>
                <a:cxn ang="0">
                  <a:pos x="43" y="5"/>
                </a:cxn>
                <a:cxn ang="0">
                  <a:pos x="42" y="13"/>
                </a:cxn>
                <a:cxn ang="0">
                  <a:pos x="40" y="23"/>
                </a:cxn>
                <a:cxn ang="0">
                  <a:pos x="35" y="40"/>
                </a:cxn>
                <a:cxn ang="0">
                  <a:pos x="29" y="57"/>
                </a:cxn>
                <a:cxn ang="0">
                  <a:pos x="21" y="73"/>
                </a:cxn>
                <a:cxn ang="0">
                  <a:pos x="14" y="91"/>
                </a:cxn>
                <a:cxn ang="0">
                  <a:pos x="7" y="107"/>
                </a:cxn>
                <a:cxn ang="0">
                  <a:pos x="3" y="125"/>
                </a:cxn>
                <a:cxn ang="0">
                  <a:pos x="1" y="133"/>
                </a:cxn>
                <a:cxn ang="0">
                  <a:pos x="0" y="142"/>
                </a:cxn>
                <a:cxn ang="0">
                  <a:pos x="0" y="142"/>
                </a:cxn>
                <a:cxn ang="0">
                  <a:pos x="1" y="144"/>
                </a:cxn>
                <a:cxn ang="0">
                  <a:pos x="1" y="145"/>
                </a:cxn>
                <a:cxn ang="0">
                  <a:pos x="3" y="146"/>
                </a:cxn>
                <a:cxn ang="0">
                  <a:pos x="5" y="146"/>
                </a:cxn>
                <a:cxn ang="0">
                  <a:pos x="6" y="146"/>
                </a:cxn>
                <a:cxn ang="0">
                  <a:pos x="8" y="145"/>
                </a:cxn>
                <a:cxn ang="0">
                  <a:pos x="9" y="144"/>
                </a:cxn>
                <a:cxn ang="0">
                  <a:pos x="9" y="142"/>
                </a:cxn>
                <a:cxn ang="0">
                  <a:pos x="9" y="142"/>
                </a:cxn>
                <a:cxn ang="0">
                  <a:pos x="10" y="133"/>
                </a:cxn>
                <a:cxn ang="0">
                  <a:pos x="12" y="125"/>
                </a:cxn>
                <a:cxn ang="0">
                  <a:pos x="17" y="107"/>
                </a:cxn>
                <a:cxn ang="0">
                  <a:pos x="24" y="91"/>
                </a:cxn>
                <a:cxn ang="0">
                  <a:pos x="31" y="73"/>
                </a:cxn>
                <a:cxn ang="0">
                  <a:pos x="38" y="57"/>
                </a:cxn>
                <a:cxn ang="0">
                  <a:pos x="44" y="40"/>
                </a:cxn>
                <a:cxn ang="0">
                  <a:pos x="49" y="23"/>
                </a:cxn>
                <a:cxn ang="0">
                  <a:pos x="51" y="13"/>
                </a:cxn>
                <a:cxn ang="0">
                  <a:pos x="52" y="5"/>
                </a:cxn>
                <a:cxn ang="0">
                  <a:pos x="52" y="5"/>
                </a:cxn>
                <a:cxn ang="0">
                  <a:pos x="51" y="3"/>
                </a:cxn>
                <a:cxn ang="0">
                  <a:pos x="51" y="2"/>
                </a:cxn>
                <a:cxn ang="0">
                  <a:pos x="49" y="1"/>
                </a:cxn>
                <a:cxn ang="0">
                  <a:pos x="47" y="0"/>
                </a:cxn>
                <a:cxn ang="0">
                  <a:pos x="44" y="2"/>
                </a:cxn>
                <a:cxn ang="0">
                  <a:pos x="43" y="3"/>
                </a:cxn>
                <a:cxn ang="0">
                  <a:pos x="43" y="5"/>
                </a:cxn>
                <a:cxn ang="0">
                  <a:pos x="43" y="5"/>
                </a:cxn>
              </a:cxnLst>
              <a:rect l="0" t="0" r="r" b="b"/>
              <a:pathLst>
                <a:path w="52" h="146">
                  <a:moveTo>
                    <a:pt x="43" y="5"/>
                  </a:moveTo>
                  <a:lnTo>
                    <a:pt x="43" y="5"/>
                  </a:lnTo>
                  <a:lnTo>
                    <a:pt x="42" y="13"/>
                  </a:lnTo>
                  <a:lnTo>
                    <a:pt x="40" y="23"/>
                  </a:lnTo>
                  <a:lnTo>
                    <a:pt x="35" y="40"/>
                  </a:lnTo>
                  <a:lnTo>
                    <a:pt x="29" y="57"/>
                  </a:lnTo>
                  <a:lnTo>
                    <a:pt x="21" y="73"/>
                  </a:lnTo>
                  <a:lnTo>
                    <a:pt x="14" y="91"/>
                  </a:lnTo>
                  <a:lnTo>
                    <a:pt x="7" y="107"/>
                  </a:lnTo>
                  <a:lnTo>
                    <a:pt x="3" y="125"/>
                  </a:lnTo>
                  <a:lnTo>
                    <a:pt x="1" y="133"/>
                  </a:lnTo>
                  <a:lnTo>
                    <a:pt x="0" y="142"/>
                  </a:lnTo>
                  <a:lnTo>
                    <a:pt x="0" y="142"/>
                  </a:lnTo>
                  <a:lnTo>
                    <a:pt x="1" y="144"/>
                  </a:lnTo>
                  <a:lnTo>
                    <a:pt x="1" y="145"/>
                  </a:lnTo>
                  <a:lnTo>
                    <a:pt x="3" y="146"/>
                  </a:lnTo>
                  <a:lnTo>
                    <a:pt x="5" y="146"/>
                  </a:lnTo>
                  <a:lnTo>
                    <a:pt x="6" y="146"/>
                  </a:lnTo>
                  <a:lnTo>
                    <a:pt x="8" y="145"/>
                  </a:lnTo>
                  <a:lnTo>
                    <a:pt x="9" y="144"/>
                  </a:lnTo>
                  <a:lnTo>
                    <a:pt x="9" y="142"/>
                  </a:lnTo>
                  <a:lnTo>
                    <a:pt x="9" y="142"/>
                  </a:lnTo>
                  <a:lnTo>
                    <a:pt x="10" y="133"/>
                  </a:lnTo>
                  <a:lnTo>
                    <a:pt x="12" y="125"/>
                  </a:lnTo>
                  <a:lnTo>
                    <a:pt x="17" y="107"/>
                  </a:lnTo>
                  <a:lnTo>
                    <a:pt x="24" y="91"/>
                  </a:lnTo>
                  <a:lnTo>
                    <a:pt x="31" y="73"/>
                  </a:lnTo>
                  <a:lnTo>
                    <a:pt x="38" y="57"/>
                  </a:lnTo>
                  <a:lnTo>
                    <a:pt x="44" y="40"/>
                  </a:lnTo>
                  <a:lnTo>
                    <a:pt x="49" y="23"/>
                  </a:lnTo>
                  <a:lnTo>
                    <a:pt x="51" y="13"/>
                  </a:lnTo>
                  <a:lnTo>
                    <a:pt x="52" y="5"/>
                  </a:lnTo>
                  <a:lnTo>
                    <a:pt x="52" y="5"/>
                  </a:lnTo>
                  <a:lnTo>
                    <a:pt x="51" y="3"/>
                  </a:lnTo>
                  <a:lnTo>
                    <a:pt x="51" y="2"/>
                  </a:lnTo>
                  <a:lnTo>
                    <a:pt x="49" y="1"/>
                  </a:lnTo>
                  <a:lnTo>
                    <a:pt x="47" y="0"/>
                  </a:lnTo>
                  <a:lnTo>
                    <a:pt x="44" y="2"/>
                  </a:lnTo>
                  <a:lnTo>
                    <a:pt x="43" y="3"/>
                  </a:lnTo>
                  <a:lnTo>
                    <a:pt x="43" y="5"/>
                  </a:lnTo>
                  <a:lnTo>
                    <a:pt x="43" y="5"/>
                  </a:lnTo>
                  <a:close/>
                </a:path>
              </a:pathLst>
            </a:custGeom>
            <a:grpFill/>
            <a:ln>
              <a:solidFill>
                <a:schemeClr val="accent1">
                  <a:lumMod val="75000"/>
                  <a:alpha val="0"/>
                </a:schemeClr>
              </a:solidFill>
            </a:ln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308" name="Freeform 924"/>
            <p:cNvSpPr/>
            <p:nvPr>
              <p:custDataLst>
                <p:tags r:id="rId24"/>
              </p:custDataLst>
            </p:nvPr>
          </p:nvSpPr>
          <p:spPr bwMode="auto">
            <a:xfrm>
              <a:off x="3497263" y="1241425"/>
              <a:ext cx="34925" cy="100013"/>
            </a:xfrm>
            <a:custGeom>
              <a:avLst/>
              <a:gdLst/>
              <a:ahLst/>
              <a:cxnLst>
                <a:cxn ang="0">
                  <a:pos x="57" y="4"/>
                </a:cxn>
                <a:cxn ang="0">
                  <a:pos x="54" y="12"/>
                </a:cxn>
                <a:cxn ang="0">
                  <a:pos x="50" y="20"/>
                </a:cxn>
                <a:cxn ang="0">
                  <a:pos x="47" y="31"/>
                </a:cxn>
                <a:cxn ang="0">
                  <a:pos x="45" y="42"/>
                </a:cxn>
                <a:cxn ang="0">
                  <a:pos x="30" y="86"/>
                </a:cxn>
                <a:cxn ang="0">
                  <a:pos x="24" y="99"/>
                </a:cxn>
                <a:cxn ang="0">
                  <a:pos x="12" y="128"/>
                </a:cxn>
                <a:cxn ang="0">
                  <a:pos x="9" y="138"/>
                </a:cxn>
                <a:cxn ang="0">
                  <a:pos x="7" y="149"/>
                </a:cxn>
                <a:cxn ang="0">
                  <a:pos x="6" y="167"/>
                </a:cxn>
                <a:cxn ang="0">
                  <a:pos x="4" y="179"/>
                </a:cxn>
                <a:cxn ang="0">
                  <a:pos x="1" y="182"/>
                </a:cxn>
                <a:cxn ang="0">
                  <a:pos x="0" y="185"/>
                </a:cxn>
                <a:cxn ang="0">
                  <a:pos x="1" y="188"/>
                </a:cxn>
                <a:cxn ang="0">
                  <a:pos x="6" y="189"/>
                </a:cxn>
                <a:cxn ang="0">
                  <a:pos x="9" y="189"/>
                </a:cxn>
                <a:cxn ang="0">
                  <a:pos x="15" y="179"/>
                </a:cxn>
                <a:cxn ang="0">
                  <a:pos x="16" y="167"/>
                </a:cxn>
                <a:cxn ang="0">
                  <a:pos x="15" y="159"/>
                </a:cxn>
                <a:cxn ang="0">
                  <a:pos x="17" y="142"/>
                </a:cxn>
                <a:cxn ang="0">
                  <a:pos x="25" y="119"/>
                </a:cxn>
                <a:cxn ang="0">
                  <a:pos x="32" y="103"/>
                </a:cxn>
                <a:cxn ang="0">
                  <a:pos x="42" y="80"/>
                </a:cxn>
                <a:cxn ang="0">
                  <a:pos x="49" y="58"/>
                </a:cxn>
                <a:cxn ang="0">
                  <a:pos x="57" y="30"/>
                </a:cxn>
                <a:cxn ang="0">
                  <a:pos x="59" y="24"/>
                </a:cxn>
                <a:cxn ang="0">
                  <a:pos x="64" y="12"/>
                </a:cxn>
                <a:cxn ang="0">
                  <a:pos x="66" y="6"/>
                </a:cxn>
                <a:cxn ang="0">
                  <a:pos x="65" y="2"/>
                </a:cxn>
                <a:cxn ang="0">
                  <a:pos x="61" y="0"/>
                </a:cxn>
                <a:cxn ang="0">
                  <a:pos x="58" y="2"/>
                </a:cxn>
                <a:cxn ang="0">
                  <a:pos x="57" y="4"/>
                </a:cxn>
              </a:cxnLst>
              <a:rect l="0" t="0" r="r" b="b"/>
              <a:pathLst>
                <a:path w="66" h="190">
                  <a:moveTo>
                    <a:pt x="57" y="4"/>
                  </a:moveTo>
                  <a:lnTo>
                    <a:pt x="57" y="4"/>
                  </a:lnTo>
                  <a:lnTo>
                    <a:pt x="56" y="8"/>
                  </a:lnTo>
                  <a:lnTo>
                    <a:pt x="54" y="12"/>
                  </a:lnTo>
                  <a:lnTo>
                    <a:pt x="50" y="20"/>
                  </a:lnTo>
                  <a:lnTo>
                    <a:pt x="50" y="20"/>
                  </a:lnTo>
                  <a:lnTo>
                    <a:pt x="48" y="26"/>
                  </a:lnTo>
                  <a:lnTo>
                    <a:pt x="47" y="31"/>
                  </a:lnTo>
                  <a:lnTo>
                    <a:pt x="45" y="42"/>
                  </a:lnTo>
                  <a:lnTo>
                    <a:pt x="45" y="42"/>
                  </a:lnTo>
                  <a:lnTo>
                    <a:pt x="35" y="71"/>
                  </a:lnTo>
                  <a:lnTo>
                    <a:pt x="30" y="86"/>
                  </a:lnTo>
                  <a:lnTo>
                    <a:pt x="24" y="99"/>
                  </a:lnTo>
                  <a:lnTo>
                    <a:pt x="24" y="99"/>
                  </a:lnTo>
                  <a:lnTo>
                    <a:pt x="15" y="118"/>
                  </a:lnTo>
                  <a:lnTo>
                    <a:pt x="12" y="128"/>
                  </a:lnTo>
                  <a:lnTo>
                    <a:pt x="9" y="138"/>
                  </a:lnTo>
                  <a:lnTo>
                    <a:pt x="9" y="138"/>
                  </a:lnTo>
                  <a:lnTo>
                    <a:pt x="7" y="142"/>
                  </a:lnTo>
                  <a:lnTo>
                    <a:pt x="7" y="149"/>
                  </a:lnTo>
                  <a:lnTo>
                    <a:pt x="6" y="161"/>
                  </a:lnTo>
                  <a:lnTo>
                    <a:pt x="6" y="167"/>
                  </a:lnTo>
                  <a:lnTo>
                    <a:pt x="5" y="173"/>
                  </a:lnTo>
                  <a:lnTo>
                    <a:pt x="4" y="179"/>
                  </a:lnTo>
                  <a:lnTo>
                    <a:pt x="1" y="182"/>
                  </a:lnTo>
                  <a:lnTo>
                    <a:pt x="1" y="182"/>
                  </a:lnTo>
                  <a:lnTo>
                    <a:pt x="0" y="184"/>
                  </a:lnTo>
                  <a:lnTo>
                    <a:pt x="0" y="185"/>
                  </a:lnTo>
                  <a:lnTo>
                    <a:pt x="0" y="187"/>
                  </a:lnTo>
                  <a:lnTo>
                    <a:pt x="1" y="188"/>
                  </a:lnTo>
                  <a:lnTo>
                    <a:pt x="4" y="190"/>
                  </a:lnTo>
                  <a:lnTo>
                    <a:pt x="6" y="189"/>
                  </a:lnTo>
                  <a:lnTo>
                    <a:pt x="9" y="189"/>
                  </a:lnTo>
                  <a:lnTo>
                    <a:pt x="9" y="189"/>
                  </a:lnTo>
                  <a:lnTo>
                    <a:pt x="13" y="184"/>
                  </a:lnTo>
                  <a:lnTo>
                    <a:pt x="15" y="179"/>
                  </a:lnTo>
                  <a:lnTo>
                    <a:pt x="16" y="173"/>
                  </a:lnTo>
                  <a:lnTo>
                    <a:pt x="16" y="167"/>
                  </a:lnTo>
                  <a:lnTo>
                    <a:pt x="16" y="167"/>
                  </a:lnTo>
                  <a:lnTo>
                    <a:pt x="15" y="159"/>
                  </a:lnTo>
                  <a:lnTo>
                    <a:pt x="16" y="151"/>
                  </a:lnTo>
                  <a:lnTo>
                    <a:pt x="17" y="142"/>
                  </a:lnTo>
                  <a:lnTo>
                    <a:pt x="19" y="134"/>
                  </a:lnTo>
                  <a:lnTo>
                    <a:pt x="25" y="119"/>
                  </a:lnTo>
                  <a:lnTo>
                    <a:pt x="32" y="103"/>
                  </a:lnTo>
                  <a:lnTo>
                    <a:pt x="32" y="103"/>
                  </a:lnTo>
                  <a:lnTo>
                    <a:pt x="37" y="92"/>
                  </a:lnTo>
                  <a:lnTo>
                    <a:pt x="42" y="80"/>
                  </a:lnTo>
                  <a:lnTo>
                    <a:pt x="49" y="58"/>
                  </a:lnTo>
                  <a:lnTo>
                    <a:pt x="49" y="58"/>
                  </a:lnTo>
                  <a:lnTo>
                    <a:pt x="53" y="44"/>
                  </a:lnTo>
                  <a:lnTo>
                    <a:pt x="57" y="30"/>
                  </a:lnTo>
                  <a:lnTo>
                    <a:pt x="57" y="30"/>
                  </a:lnTo>
                  <a:lnTo>
                    <a:pt x="59" y="24"/>
                  </a:lnTo>
                  <a:lnTo>
                    <a:pt x="62" y="18"/>
                  </a:lnTo>
                  <a:lnTo>
                    <a:pt x="64" y="12"/>
                  </a:lnTo>
                  <a:lnTo>
                    <a:pt x="66" y="6"/>
                  </a:lnTo>
                  <a:lnTo>
                    <a:pt x="66" y="6"/>
                  </a:lnTo>
                  <a:lnTo>
                    <a:pt x="66" y="4"/>
                  </a:lnTo>
                  <a:lnTo>
                    <a:pt x="65" y="2"/>
                  </a:lnTo>
                  <a:lnTo>
                    <a:pt x="63" y="1"/>
                  </a:lnTo>
                  <a:lnTo>
                    <a:pt x="61" y="0"/>
                  </a:lnTo>
                  <a:lnTo>
                    <a:pt x="59" y="1"/>
                  </a:lnTo>
                  <a:lnTo>
                    <a:pt x="58" y="2"/>
                  </a:lnTo>
                  <a:lnTo>
                    <a:pt x="57" y="4"/>
                  </a:lnTo>
                  <a:lnTo>
                    <a:pt x="57" y="4"/>
                  </a:lnTo>
                  <a:close/>
                </a:path>
              </a:pathLst>
            </a:custGeom>
            <a:grpFill/>
            <a:ln>
              <a:solidFill>
                <a:schemeClr val="accent1">
                  <a:lumMod val="75000"/>
                  <a:alpha val="0"/>
                </a:schemeClr>
              </a:solidFill>
            </a:ln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309" name="Freeform 925"/>
            <p:cNvSpPr>
              <a:spLocks noEditPoints="1"/>
            </p:cNvSpPr>
            <p:nvPr>
              <p:custDataLst>
                <p:tags r:id="rId25"/>
              </p:custDataLst>
            </p:nvPr>
          </p:nvSpPr>
          <p:spPr bwMode="auto">
            <a:xfrm>
              <a:off x="3362325" y="1298575"/>
              <a:ext cx="142875" cy="146050"/>
            </a:xfrm>
            <a:custGeom>
              <a:avLst/>
              <a:gdLst/>
              <a:ahLst/>
              <a:cxnLst>
                <a:cxn ang="0">
                  <a:pos x="131" y="277"/>
                </a:cxn>
                <a:cxn ang="0">
                  <a:pos x="96" y="271"/>
                </a:cxn>
                <a:cxn ang="0">
                  <a:pos x="62" y="257"/>
                </a:cxn>
                <a:cxn ang="0">
                  <a:pos x="34" y="236"/>
                </a:cxn>
                <a:cxn ang="0">
                  <a:pos x="13" y="206"/>
                </a:cxn>
                <a:cxn ang="0">
                  <a:pos x="1" y="168"/>
                </a:cxn>
                <a:cxn ang="0">
                  <a:pos x="0" y="139"/>
                </a:cxn>
                <a:cxn ang="0">
                  <a:pos x="8" y="98"/>
                </a:cxn>
                <a:cxn ang="0">
                  <a:pos x="27" y="61"/>
                </a:cxn>
                <a:cxn ang="0">
                  <a:pos x="55" y="31"/>
                </a:cxn>
                <a:cxn ang="0">
                  <a:pos x="91" y="10"/>
                </a:cxn>
                <a:cxn ang="0">
                  <a:pos x="118" y="0"/>
                </a:cxn>
                <a:cxn ang="0">
                  <a:pos x="128" y="1"/>
                </a:cxn>
                <a:cxn ang="0">
                  <a:pos x="138" y="9"/>
                </a:cxn>
                <a:cxn ang="0">
                  <a:pos x="146" y="14"/>
                </a:cxn>
                <a:cxn ang="0">
                  <a:pos x="183" y="24"/>
                </a:cxn>
                <a:cxn ang="0">
                  <a:pos x="214" y="41"/>
                </a:cxn>
                <a:cxn ang="0">
                  <a:pos x="239" y="63"/>
                </a:cxn>
                <a:cxn ang="0">
                  <a:pos x="257" y="90"/>
                </a:cxn>
                <a:cxn ang="0">
                  <a:pos x="268" y="122"/>
                </a:cxn>
                <a:cxn ang="0">
                  <a:pos x="271" y="145"/>
                </a:cxn>
                <a:cxn ang="0">
                  <a:pos x="268" y="179"/>
                </a:cxn>
                <a:cxn ang="0">
                  <a:pos x="255" y="212"/>
                </a:cxn>
                <a:cxn ang="0">
                  <a:pos x="236" y="241"/>
                </a:cxn>
                <a:cxn ang="0">
                  <a:pos x="209" y="263"/>
                </a:cxn>
                <a:cxn ang="0">
                  <a:pos x="174" y="275"/>
                </a:cxn>
                <a:cxn ang="0">
                  <a:pos x="144" y="277"/>
                </a:cxn>
                <a:cxn ang="0">
                  <a:pos x="101" y="48"/>
                </a:cxn>
                <a:cxn ang="0">
                  <a:pos x="62" y="79"/>
                </a:cxn>
                <a:cxn ang="0">
                  <a:pos x="48" y="100"/>
                </a:cxn>
                <a:cxn ang="0">
                  <a:pos x="38" y="126"/>
                </a:cxn>
                <a:cxn ang="0">
                  <a:pos x="37" y="153"/>
                </a:cxn>
                <a:cxn ang="0">
                  <a:pos x="41" y="172"/>
                </a:cxn>
                <a:cxn ang="0">
                  <a:pos x="52" y="194"/>
                </a:cxn>
                <a:cxn ang="0">
                  <a:pos x="67" y="214"/>
                </a:cxn>
                <a:cxn ang="0">
                  <a:pos x="88" y="229"/>
                </a:cxn>
                <a:cxn ang="0">
                  <a:pos x="112" y="238"/>
                </a:cxn>
                <a:cxn ang="0">
                  <a:pos x="139" y="241"/>
                </a:cxn>
                <a:cxn ang="0">
                  <a:pos x="155" y="240"/>
                </a:cxn>
                <a:cxn ang="0">
                  <a:pos x="171" y="236"/>
                </a:cxn>
                <a:cxn ang="0">
                  <a:pos x="194" y="224"/>
                </a:cxn>
                <a:cxn ang="0">
                  <a:pos x="213" y="208"/>
                </a:cxn>
                <a:cxn ang="0">
                  <a:pos x="225" y="187"/>
                </a:cxn>
                <a:cxn ang="0">
                  <a:pos x="233" y="163"/>
                </a:cxn>
                <a:cxn ang="0">
                  <a:pos x="233" y="139"/>
                </a:cxn>
                <a:cxn ang="0">
                  <a:pos x="228" y="121"/>
                </a:cxn>
                <a:cxn ang="0">
                  <a:pos x="216" y="97"/>
                </a:cxn>
                <a:cxn ang="0">
                  <a:pos x="199" y="78"/>
                </a:cxn>
                <a:cxn ang="0">
                  <a:pos x="177" y="63"/>
                </a:cxn>
                <a:cxn ang="0">
                  <a:pos x="150" y="53"/>
                </a:cxn>
                <a:cxn ang="0">
                  <a:pos x="119" y="49"/>
                </a:cxn>
                <a:cxn ang="0">
                  <a:pos x="112" y="47"/>
                </a:cxn>
              </a:cxnLst>
              <a:rect l="0" t="0" r="r" b="b"/>
              <a:pathLst>
                <a:path w="271" h="277">
                  <a:moveTo>
                    <a:pt x="144" y="277"/>
                  </a:moveTo>
                  <a:lnTo>
                    <a:pt x="144" y="277"/>
                  </a:lnTo>
                  <a:lnTo>
                    <a:pt x="131" y="277"/>
                  </a:lnTo>
                  <a:lnTo>
                    <a:pt x="120" y="276"/>
                  </a:lnTo>
                  <a:lnTo>
                    <a:pt x="108" y="274"/>
                  </a:lnTo>
                  <a:lnTo>
                    <a:pt x="96" y="271"/>
                  </a:lnTo>
                  <a:lnTo>
                    <a:pt x="85" y="267"/>
                  </a:lnTo>
                  <a:lnTo>
                    <a:pt x="73" y="263"/>
                  </a:lnTo>
                  <a:lnTo>
                    <a:pt x="62" y="257"/>
                  </a:lnTo>
                  <a:lnTo>
                    <a:pt x="53" y="251"/>
                  </a:lnTo>
                  <a:lnTo>
                    <a:pt x="42" y="244"/>
                  </a:lnTo>
                  <a:lnTo>
                    <a:pt x="34" y="236"/>
                  </a:lnTo>
                  <a:lnTo>
                    <a:pt x="26" y="226"/>
                  </a:lnTo>
                  <a:lnTo>
                    <a:pt x="19" y="217"/>
                  </a:lnTo>
                  <a:lnTo>
                    <a:pt x="13" y="206"/>
                  </a:lnTo>
                  <a:lnTo>
                    <a:pt x="7" y="194"/>
                  </a:lnTo>
                  <a:lnTo>
                    <a:pt x="3" y="181"/>
                  </a:lnTo>
                  <a:lnTo>
                    <a:pt x="1" y="168"/>
                  </a:lnTo>
                  <a:lnTo>
                    <a:pt x="1" y="168"/>
                  </a:lnTo>
                  <a:lnTo>
                    <a:pt x="0" y="153"/>
                  </a:lnTo>
                  <a:lnTo>
                    <a:pt x="0" y="139"/>
                  </a:lnTo>
                  <a:lnTo>
                    <a:pt x="1" y="125"/>
                  </a:lnTo>
                  <a:lnTo>
                    <a:pt x="4" y="112"/>
                  </a:lnTo>
                  <a:lnTo>
                    <a:pt x="8" y="98"/>
                  </a:lnTo>
                  <a:lnTo>
                    <a:pt x="14" y="86"/>
                  </a:lnTo>
                  <a:lnTo>
                    <a:pt x="20" y="74"/>
                  </a:lnTo>
                  <a:lnTo>
                    <a:pt x="27" y="61"/>
                  </a:lnTo>
                  <a:lnTo>
                    <a:pt x="35" y="51"/>
                  </a:lnTo>
                  <a:lnTo>
                    <a:pt x="45" y="41"/>
                  </a:lnTo>
                  <a:lnTo>
                    <a:pt x="55" y="31"/>
                  </a:lnTo>
                  <a:lnTo>
                    <a:pt x="66" y="23"/>
                  </a:lnTo>
                  <a:lnTo>
                    <a:pt x="78" y="16"/>
                  </a:lnTo>
                  <a:lnTo>
                    <a:pt x="91" y="10"/>
                  </a:lnTo>
                  <a:lnTo>
                    <a:pt x="103" y="4"/>
                  </a:lnTo>
                  <a:lnTo>
                    <a:pt x="118" y="0"/>
                  </a:lnTo>
                  <a:lnTo>
                    <a:pt x="118" y="0"/>
                  </a:lnTo>
                  <a:lnTo>
                    <a:pt x="122" y="0"/>
                  </a:lnTo>
                  <a:lnTo>
                    <a:pt x="122" y="0"/>
                  </a:lnTo>
                  <a:lnTo>
                    <a:pt x="128" y="1"/>
                  </a:lnTo>
                  <a:lnTo>
                    <a:pt x="132" y="2"/>
                  </a:lnTo>
                  <a:lnTo>
                    <a:pt x="135" y="5"/>
                  </a:lnTo>
                  <a:lnTo>
                    <a:pt x="138" y="9"/>
                  </a:lnTo>
                  <a:lnTo>
                    <a:pt x="141" y="13"/>
                  </a:lnTo>
                  <a:lnTo>
                    <a:pt x="146" y="14"/>
                  </a:lnTo>
                  <a:lnTo>
                    <a:pt x="146" y="14"/>
                  </a:lnTo>
                  <a:lnTo>
                    <a:pt x="158" y="17"/>
                  </a:lnTo>
                  <a:lnTo>
                    <a:pt x="171" y="20"/>
                  </a:lnTo>
                  <a:lnTo>
                    <a:pt x="183" y="24"/>
                  </a:lnTo>
                  <a:lnTo>
                    <a:pt x="193" y="29"/>
                  </a:lnTo>
                  <a:lnTo>
                    <a:pt x="204" y="34"/>
                  </a:lnTo>
                  <a:lnTo>
                    <a:pt x="214" y="41"/>
                  </a:lnTo>
                  <a:lnTo>
                    <a:pt x="223" y="48"/>
                  </a:lnTo>
                  <a:lnTo>
                    <a:pt x="232" y="55"/>
                  </a:lnTo>
                  <a:lnTo>
                    <a:pt x="239" y="63"/>
                  </a:lnTo>
                  <a:lnTo>
                    <a:pt x="246" y="72"/>
                  </a:lnTo>
                  <a:lnTo>
                    <a:pt x="252" y="81"/>
                  </a:lnTo>
                  <a:lnTo>
                    <a:pt x="257" y="90"/>
                  </a:lnTo>
                  <a:lnTo>
                    <a:pt x="261" y="100"/>
                  </a:lnTo>
                  <a:lnTo>
                    <a:pt x="266" y="111"/>
                  </a:lnTo>
                  <a:lnTo>
                    <a:pt x="268" y="122"/>
                  </a:lnTo>
                  <a:lnTo>
                    <a:pt x="270" y="134"/>
                  </a:lnTo>
                  <a:lnTo>
                    <a:pt x="270" y="134"/>
                  </a:lnTo>
                  <a:lnTo>
                    <a:pt x="271" y="145"/>
                  </a:lnTo>
                  <a:lnTo>
                    <a:pt x="271" y="156"/>
                  </a:lnTo>
                  <a:lnTo>
                    <a:pt x="270" y="168"/>
                  </a:lnTo>
                  <a:lnTo>
                    <a:pt x="268" y="179"/>
                  </a:lnTo>
                  <a:lnTo>
                    <a:pt x="265" y="190"/>
                  </a:lnTo>
                  <a:lnTo>
                    <a:pt x="260" y="202"/>
                  </a:lnTo>
                  <a:lnTo>
                    <a:pt x="255" y="212"/>
                  </a:lnTo>
                  <a:lnTo>
                    <a:pt x="250" y="222"/>
                  </a:lnTo>
                  <a:lnTo>
                    <a:pt x="243" y="232"/>
                  </a:lnTo>
                  <a:lnTo>
                    <a:pt x="236" y="241"/>
                  </a:lnTo>
                  <a:lnTo>
                    <a:pt x="227" y="249"/>
                  </a:lnTo>
                  <a:lnTo>
                    <a:pt x="218" y="256"/>
                  </a:lnTo>
                  <a:lnTo>
                    <a:pt x="209" y="263"/>
                  </a:lnTo>
                  <a:lnTo>
                    <a:pt x="197" y="268"/>
                  </a:lnTo>
                  <a:lnTo>
                    <a:pt x="186" y="272"/>
                  </a:lnTo>
                  <a:lnTo>
                    <a:pt x="174" y="275"/>
                  </a:lnTo>
                  <a:lnTo>
                    <a:pt x="174" y="275"/>
                  </a:lnTo>
                  <a:lnTo>
                    <a:pt x="159" y="277"/>
                  </a:lnTo>
                  <a:lnTo>
                    <a:pt x="144" y="277"/>
                  </a:lnTo>
                  <a:lnTo>
                    <a:pt x="144" y="277"/>
                  </a:lnTo>
                  <a:close/>
                  <a:moveTo>
                    <a:pt x="101" y="48"/>
                  </a:moveTo>
                  <a:lnTo>
                    <a:pt x="101" y="48"/>
                  </a:lnTo>
                  <a:lnTo>
                    <a:pt x="87" y="56"/>
                  </a:lnTo>
                  <a:lnTo>
                    <a:pt x="73" y="66"/>
                  </a:lnTo>
                  <a:lnTo>
                    <a:pt x="62" y="79"/>
                  </a:lnTo>
                  <a:lnTo>
                    <a:pt x="57" y="86"/>
                  </a:lnTo>
                  <a:lnTo>
                    <a:pt x="52" y="93"/>
                  </a:lnTo>
                  <a:lnTo>
                    <a:pt x="48" y="100"/>
                  </a:lnTo>
                  <a:lnTo>
                    <a:pt x="44" y="109"/>
                  </a:lnTo>
                  <a:lnTo>
                    <a:pt x="40" y="117"/>
                  </a:lnTo>
                  <a:lnTo>
                    <a:pt x="38" y="126"/>
                  </a:lnTo>
                  <a:lnTo>
                    <a:pt x="37" y="135"/>
                  </a:lnTo>
                  <a:lnTo>
                    <a:pt x="36" y="144"/>
                  </a:lnTo>
                  <a:lnTo>
                    <a:pt x="37" y="153"/>
                  </a:lnTo>
                  <a:lnTo>
                    <a:pt x="38" y="163"/>
                  </a:lnTo>
                  <a:lnTo>
                    <a:pt x="38" y="163"/>
                  </a:lnTo>
                  <a:lnTo>
                    <a:pt x="41" y="172"/>
                  </a:lnTo>
                  <a:lnTo>
                    <a:pt x="44" y="180"/>
                  </a:lnTo>
                  <a:lnTo>
                    <a:pt x="48" y="187"/>
                  </a:lnTo>
                  <a:lnTo>
                    <a:pt x="52" y="194"/>
                  </a:lnTo>
                  <a:lnTo>
                    <a:pt x="56" y="202"/>
                  </a:lnTo>
                  <a:lnTo>
                    <a:pt x="62" y="208"/>
                  </a:lnTo>
                  <a:lnTo>
                    <a:pt x="67" y="214"/>
                  </a:lnTo>
                  <a:lnTo>
                    <a:pt x="73" y="219"/>
                  </a:lnTo>
                  <a:lnTo>
                    <a:pt x="81" y="224"/>
                  </a:lnTo>
                  <a:lnTo>
                    <a:pt x="88" y="229"/>
                  </a:lnTo>
                  <a:lnTo>
                    <a:pt x="95" y="232"/>
                  </a:lnTo>
                  <a:lnTo>
                    <a:pt x="103" y="235"/>
                  </a:lnTo>
                  <a:lnTo>
                    <a:pt x="112" y="238"/>
                  </a:lnTo>
                  <a:lnTo>
                    <a:pt x="121" y="239"/>
                  </a:lnTo>
                  <a:lnTo>
                    <a:pt x="129" y="241"/>
                  </a:lnTo>
                  <a:lnTo>
                    <a:pt x="139" y="241"/>
                  </a:lnTo>
                  <a:lnTo>
                    <a:pt x="139" y="241"/>
                  </a:lnTo>
                  <a:lnTo>
                    <a:pt x="147" y="241"/>
                  </a:lnTo>
                  <a:lnTo>
                    <a:pt x="155" y="240"/>
                  </a:lnTo>
                  <a:lnTo>
                    <a:pt x="163" y="238"/>
                  </a:lnTo>
                  <a:lnTo>
                    <a:pt x="171" y="236"/>
                  </a:lnTo>
                  <a:lnTo>
                    <a:pt x="171" y="236"/>
                  </a:lnTo>
                  <a:lnTo>
                    <a:pt x="179" y="233"/>
                  </a:lnTo>
                  <a:lnTo>
                    <a:pt x="187" y="229"/>
                  </a:lnTo>
                  <a:lnTo>
                    <a:pt x="194" y="224"/>
                  </a:lnTo>
                  <a:lnTo>
                    <a:pt x="201" y="219"/>
                  </a:lnTo>
                  <a:lnTo>
                    <a:pt x="207" y="214"/>
                  </a:lnTo>
                  <a:lnTo>
                    <a:pt x="213" y="208"/>
                  </a:lnTo>
                  <a:lnTo>
                    <a:pt x="217" y="202"/>
                  </a:lnTo>
                  <a:lnTo>
                    <a:pt x="222" y="194"/>
                  </a:lnTo>
                  <a:lnTo>
                    <a:pt x="225" y="187"/>
                  </a:lnTo>
                  <a:lnTo>
                    <a:pt x="228" y="180"/>
                  </a:lnTo>
                  <a:lnTo>
                    <a:pt x="230" y="172"/>
                  </a:lnTo>
                  <a:lnTo>
                    <a:pt x="233" y="163"/>
                  </a:lnTo>
                  <a:lnTo>
                    <a:pt x="234" y="155"/>
                  </a:lnTo>
                  <a:lnTo>
                    <a:pt x="234" y="147"/>
                  </a:lnTo>
                  <a:lnTo>
                    <a:pt x="233" y="139"/>
                  </a:lnTo>
                  <a:lnTo>
                    <a:pt x="230" y="130"/>
                  </a:lnTo>
                  <a:lnTo>
                    <a:pt x="230" y="130"/>
                  </a:lnTo>
                  <a:lnTo>
                    <a:pt x="228" y="121"/>
                  </a:lnTo>
                  <a:lnTo>
                    <a:pt x="225" y="113"/>
                  </a:lnTo>
                  <a:lnTo>
                    <a:pt x="221" y="105"/>
                  </a:lnTo>
                  <a:lnTo>
                    <a:pt x="216" y="97"/>
                  </a:lnTo>
                  <a:lnTo>
                    <a:pt x="212" y="90"/>
                  </a:lnTo>
                  <a:lnTo>
                    <a:pt x="206" y="84"/>
                  </a:lnTo>
                  <a:lnTo>
                    <a:pt x="199" y="78"/>
                  </a:lnTo>
                  <a:lnTo>
                    <a:pt x="192" y="73"/>
                  </a:lnTo>
                  <a:lnTo>
                    <a:pt x="185" y="67"/>
                  </a:lnTo>
                  <a:lnTo>
                    <a:pt x="177" y="63"/>
                  </a:lnTo>
                  <a:lnTo>
                    <a:pt x="168" y="59"/>
                  </a:lnTo>
                  <a:lnTo>
                    <a:pt x="160" y="56"/>
                  </a:lnTo>
                  <a:lnTo>
                    <a:pt x="150" y="53"/>
                  </a:lnTo>
                  <a:lnTo>
                    <a:pt x="141" y="51"/>
                  </a:lnTo>
                  <a:lnTo>
                    <a:pt x="129" y="50"/>
                  </a:lnTo>
                  <a:lnTo>
                    <a:pt x="119" y="49"/>
                  </a:lnTo>
                  <a:lnTo>
                    <a:pt x="119" y="49"/>
                  </a:lnTo>
                  <a:lnTo>
                    <a:pt x="115" y="49"/>
                  </a:lnTo>
                  <a:lnTo>
                    <a:pt x="112" y="47"/>
                  </a:lnTo>
                  <a:lnTo>
                    <a:pt x="107" y="45"/>
                  </a:lnTo>
                  <a:lnTo>
                    <a:pt x="101" y="48"/>
                  </a:lnTo>
                  <a:close/>
                </a:path>
              </a:pathLst>
            </a:custGeom>
            <a:grpFill/>
            <a:ln>
              <a:solidFill>
                <a:schemeClr val="accent1">
                  <a:lumMod val="75000"/>
                  <a:alpha val="0"/>
                </a:schemeClr>
              </a:solidFill>
            </a:ln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310" name="Freeform 926"/>
            <p:cNvSpPr>
              <a:spLocks noEditPoints="1"/>
            </p:cNvSpPr>
            <p:nvPr>
              <p:custDataLst>
                <p:tags r:id="rId26"/>
              </p:custDataLst>
            </p:nvPr>
          </p:nvSpPr>
          <p:spPr bwMode="auto">
            <a:xfrm>
              <a:off x="3282950" y="1227138"/>
              <a:ext cx="644525" cy="642938"/>
            </a:xfrm>
            <a:custGeom>
              <a:avLst/>
              <a:gdLst/>
              <a:ahLst/>
              <a:cxnLst>
                <a:cxn ang="0">
                  <a:pos x="653" y="1206"/>
                </a:cxn>
                <a:cxn ang="0">
                  <a:pos x="563" y="1160"/>
                </a:cxn>
                <a:cxn ang="0">
                  <a:pos x="550" y="1153"/>
                </a:cxn>
                <a:cxn ang="0">
                  <a:pos x="236" y="832"/>
                </a:cxn>
                <a:cxn ang="0">
                  <a:pos x="143" y="731"/>
                </a:cxn>
                <a:cxn ang="0">
                  <a:pos x="77" y="679"/>
                </a:cxn>
                <a:cxn ang="0">
                  <a:pos x="72" y="657"/>
                </a:cxn>
                <a:cxn ang="0">
                  <a:pos x="40" y="570"/>
                </a:cxn>
                <a:cxn ang="0">
                  <a:pos x="11" y="425"/>
                </a:cxn>
                <a:cxn ang="0">
                  <a:pos x="1" y="212"/>
                </a:cxn>
                <a:cxn ang="0">
                  <a:pos x="10" y="196"/>
                </a:cxn>
                <a:cxn ang="0">
                  <a:pos x="19" y="182"/>
                </a:cxn>
                <a:cxn ang="0">
                  <a:pos x="110" y="81"/>
                </a:cxn>
                <a:cxn ang="0">
                  <a:pos x="210" y="10"/>
                </a:cxn>
                <a:cxn ang="0">
                  <a:pos x="228" y="8"/>
                </a:cxn>
                <a:cxn ang="0">
                  <a:pos x="242" y="2"/>
                </a:cxn>
                <a:cxn ang="0">
                  <a:pos x="419" y="2"/>
                </a:cxn>
                <a:cxn ang="0">
                  <a:pos x="599" y="26"/>
                </a:cxn>
                <a:cxn ang="0">
                  <a:pos x="638" y="36"/>
                </a:cxn>
                <a:cxn ang="0">
                  <a:pos x="656" y="46"/>
                </a:cxn>
                <a:cxn ang="0">
                  <a:pos x="887" y="256"/>
                </a:cxn>
                <a:cxn ang="0">
                  <a:pos x="1107" y="475"/>
                </a:cxn>
                <a:cxn ang="0">
                  <a:pos x="1167" y="525"/>
                </a:cxn>
                <a:cxn ang="0">
                  <a:pos x="1185" y="553"/>
                </a:cxn>
                <a:cxn ang="0">
                  <a:pos x="1215" y="644"/>
                </a:cxn>
                <a:cxn ang="0">
                  <a:pos x="1218" y="725"/>
                </a:cxn>
                <a:cxn ang="0">
                  <a:pos x="1194" y="798"/>
                </a:cxn>
                <a:cxn ang="0">
                  <a:pos x="1193" y="817"/>
                </a:cxn>
                <a:cxn ang="0">
                  <a:pos x="1109" y="909"/>
                </a:cxn>
                <a:cxn ang="0">
                  <a:pos x="862" y="1146"/>
                </a:cxn>
                <a:cxn ang="0">
                  <a:pos x="853" y="1157"/>
                </a:cxn>
                <a:cxn ang="0">
                  <a:pos x="761" y="1206"/>
                </a:cxn>
                <a:cxn ang="0">
                  <a:pos x="231" y="43"/>
                </a:cxn>
                <a:cxn ang="0">
                  <a:pos x="137" y="108"/>
                </a:cxn>
                <a:cxn ang="0">
                  <a:pos x="54" y="198"/>
                </a:cxn>
                <a:cxn ang="0">
                  <a:pos x="40" y="216"/>
                </a:cxn>
                <a:cxn ang="0">
                  <a:pos x="45" y="400"/>
                </a:cxn>
                <a:cxn ang="0">
                  <a:pos x="68" y="529"/>
                </a:cxn>
                <a:cxn ang="0">
                  <a:pos x="105" y="637"/>
                </a:cxn>
                <a:cxn ang="0">
                  <a:pos x="112" y="658"/>
                </a:cxn>
                <a:cxn ang="0">
                  <a:pos x="181" y="718"/>
                </a:cxn>
                <a:cxn ang="0">
                  <a:pos x="294" y="841"/>
                </a:cxn>
                <a:cxn ang="0">
                  <a:pos x="585" y="1129"/>
                </a:cxn>
                <a:cxn ang="0">
                  <a:pos x="633" y="1159"/>
                </a:cxn>
                <a:cxn ang="0">
                  <a:pos x="706" y="1177"/>
                </a:cxn>
                <a:cxn ang="0">
                  <a:pos x="765" y="1165"/>
                </a:cxn>
                <a:cxn ang="0">
                  <a:pos x="823" y="1131"/>
                </a:cxn>
                <a:cxn ang="0">
                  <a:pos x="865" y="1090"/>
                </a:cxn>
                <a:cxn ang="0">
                  <a:pos x="1140" y="817"/>
                </a:cxn>
                <a:cxn ang="0">
                  <a:pos x="1147" y="803"/>
                </a:cxn>
                <a:cxn ang="0">
                  <a:pos x="1177" y="736"/>
                </a:cxn>
                <a:cxn ang="0">
                  <a:pos x="1179" y="657"/>
                </a:cxn>
                <a:cxn ang="0">
                  <a:pos x="1148" y="564"/>
                </a:cxn>
                <a:cxn ang="0">
                  <a:pos x="1140" y="556"/>
                </a:cxn>
                <a:cxn ang="0">
                  <a:pos x="894" y="335"/>
                </a:cxn>
                <a:cxn ang="0">
                  <a:pos x="627" y="72"/>
                </a:cxn>
                <a:cxn ang="0">
                  <a:pos x="558" y="57"/>
                </a:cxn>
                <a:cxn ang="0">
                  <a:pos x="377" y="39"/>
                </a:cxn>
                <a:cxn ang="0">
                  <a:pos x="236" y="40"/>
                </a:cxn>
              </a:cxnLst>
              <a:rect l="0" t="0" r="r" b="b"/>
              <a:pathLst>
                <a:path w="1220" h="1215">
                  <a:moveTo>
                    <a:pt x="706" y="1215"/>
                  </a:moveTo>
                  <a:lnTo>
                    <a:pt x="706" y="1215"/>
                  </a:lnTo>
                  <a:lnTo>
                    <a:pt x="688" y="1214"/>
                  </a:lnTo>
                  <a:lnTo>
                    <a:pt x="671" y="1211"/>
                  </a:lnTo>
                  <a:lnTo>
                    <a:pt x="653" y="1206"/>
                  </a:lnTo>
                  <a:lnTo>
                    <a:pt x="636" y="1200"/>
                  </a:lnTo>
                  <a:lnTo>
                    <a:pt x="617" y="1193"/>
                  </a:lnTo>
                  <a:lnTo>
                    <a:pt x="599" y="1184"/>
                  </a:lnTo>
                  <a:lnTo>
                    <a:pt x="581" y="1172"/>
                  </a:lnTo>
                  <a:lnTo>
                    <a:pt x="563" y="1160"/>
                  </a:lnTo>
                  <a:lnTo>
                    <a:pt x="561" y="1158"/>
                  </a:lnTo>
                  <a:lnTo>
                    <a:pt x="558" y="1158"/>
                  </a:lnTo>
                  <a:lnTo>
                    <a:pt x="558" y="1158"/>
                  </a:lnTo>
                  <a:lnTo>
                    <a:pt x="554" y="1156"/>
                  </a:lnTo>
                  <a:lnTo>
                    <a:pt x="550" y="1153"/>
                  </a:lnTo>
                  <a:lnTo>
                    <a:pt x="307" y="910"/>
                  </a:lnTo>
                  <a:lnTo>
                    <a:pt x="307" y="910"/>
                  </a:lnTo>
                  <a:lnTo>
                    <a:pt x="290" y="891"/>
                  </a:lnTo>
                  <a:lnTo>
                    <a:pt x="271" y="872"/>
                  </a:lnTo>
                  <a:lnTo>
                    <a:pt x="236" y="832"/>
                  </a:lnTo>
                  <a:lnTo>
                    <a:pt x="236" y="832"/>
                  </a:lnTo>
                  <a:lnTo>
                    <a:pt x="200" y="790"/>
                  </a:lnTo>
                  <a:lnTo>
                    <a:pt x="181" y="771"/>
                  </a:lnTo>
                  <a:lnTo>
                    <a:pt x="163" y="751"/>
                  </a:lnTo>
                  <a:lnTo>
                    <a:pt x="143" y="731"/>
                  </a:lnTo>
                  <a:lnTo>
                    <a:pt x="123" y="714"/>
                  </a:lnTo>
                  <a:lnTo>
                    <a:pt x="102" y="697"/>
                  </a:lnTo>
                  <a:lnTo>
                    <a:pt x="80" y="682"/>
                  </a:lnTo>
                  <a:lnTo>
                    <a:pt x="80" y="682"/>
                  </a:lnTo>
                  <a:lnTo>
                    <a:pt x="77" y="679"/>
                  </a:lnTo>
                  <a:lnTo>
                    <a:pt x="74" y="677"/>
                  </a:lnTo>
                  <a:lnTo>
                    <a:pt x="72" y="670"/>
                  </a:lnTo>
                  <a:lnTo>
                    <a:pt x="71" y="665"/>
                  </a:lnTo>
                  <a:lnTo>
                    <a:pt x="71" y="661"/>
                  </a:lnTo>
                  <a:lnTo>
                    <a:pt x="72" y="657"/>
                  </a:lnTo>
                  <a:lnTo>
                    <a:pt x="71" y="654"/>
                  </a:lnTo>
                  <a:lnTo>
                    <a:pt x="71" y="654"/>
                  </a:lnTo>
                  <a:lnTo>
                    <a:pt x="59" y="626"/>
                  </a:lnTo>
                  <a:lnTo>
                    <a:pt x="49" y="598"/>
                  </a:lnTo>
                  <a:lnTo>
                    <a:pt x="40" y="570"/>
                  </a:lnTo>
                  <a:lnTo>
                    <a:pt x="32" y="541"/>
                  </a:lnTo>
                  <a:lnTo>
                    <a:pt x="25" y="512"/>
                  </a:lnTo>
                  <a:lnTo>
                    <a:pt x="19" y="483"/>
                  </a:lnTo>
                  <a:lnTo>
                    <a:pt x="15" y="453"/>
                  </a:lnTo>
                  <a:lnTo>
                    <a:pt x="11" y="425"/>
                  </a:lnTo>
                  <a:lnTo>
                    <a:pt x="7" y="396"/>
                  </a:lnTo>
                  <a:lnTo>
                    <a:pt x="4" y="368"/>
                  </a:lnTo>
                  <a:lnTo>
                    <a:pt x="1" y="312"/>
                  </a:lnTo>
                  <a:lnTo>
                    <a:pt x="0" y="259"/>
                  </a:lnTo>
                  <a:lnTo>
                    <a:pt x="1" y="212"/>
                  </a:lnTo>
                  <a:lnTo>
                    <a:pt x="1" y="212"/>
                  </a:lnTo>
                  <a:lnTo>
                    <a:pt x="1" y="207"/>
                  </a:lnTo>
                  <a:lnTo>
                    <a:pt x="3" y="202"/>
                  </a:lnTo>
                  <a:lnTo>
                    <a:pt x="6" y="198"/>
                  </a:lnTo>
                  <a:lnTo>
                    <a:pt x="10" y="196"/>
                  </a:lnTo>
                  <a:lnTo>
                    <a:pt x="14" y="193"/>
                  </a:lnTo>
                  <a:lnTo>
                    <a:pt x="16" y="188"/>
                  </a:lnTo>
                  <a:lnTo>
                    <a:pt x="16" y="188"/>
                  </a:lnTo>
                  <a:lnTo>
                    <a:pt x="17" y="185"/>
                  </a:lnTo>
                  <a:lnTo>
                    <a:pt x="19" y="182"/>
                  </a:lnTo>
                  <a:lnTo>
                    <a:pt x="19" y="182"/>
                  </a:lnTo>
                  <a:lnTo>
                    <a:pt x="41" y="154"/>
                  </a:lnTo>
                  <a:lnTo>
                    <a:pt x="63" y="127"/>
                  </a:lnTo>
                  <a:lnTo>
                    <a:pt x="86" y="103"/>
                  </a:lnTo>
                  <a:lnTo>
                    <a:pt x="110" y="81"/>
                  </a:lnTo>
                  <a:lnTo>
                    <a:pt x="135" y="60"/>
                  </a:lnTo>
                  <a:lnTo>
                    <a:pt x="159" y="41"/>
                  </a:lnTo>
                  <a:lnTo>
                    <a:pt x="185" y="25"/>
                  </a:lnTo>
                  <a:lnTo>
                    <a:pt x="210" y="10"/>
                  </a:lnTo>
                  <a:lnTo>
                    <a:pt x="210" y="10"/>
                  </a:lnTo>
                  <a:lnTo>
                    <a:pt x="215" y="8"/>
                  </a:lnTo>
                  <a:lnTo>
                    <a:pt x="219" y="7"/>
                  </a:lnTo>
                  <a:lnTo>
                    <a:pt x="219" y="7"/>
                  </a:lnTo>
                  <a:lnTo>
                    <a:pt x="222" y="8"/>
                  </a:lnTo>
                  <a:lnTo>
                    <a:pt x="228" y="8"/>
                  </a:lnTo>
                  <a:lnTo>
                    <a:pt x="232" y="5"/>
                  </a:lnTo>
                  <a:lnTo>
                    <a:pt x="232" y="5"/>
                  </a:lnTo>
                  <a:lnTo>
                    <a:pt x="236" y="3"/>
                  </a:lnTo>
                  <a:lnTo>
                    <a:pt x="242" y="2"/>
                  </a:lnTo>
                  <a:lnTo>
                    <a:pt x="242" y="2"/>
                  </a:lnTo>
                  <a:lnTo>
                    <a:pt x="291" y="0"/>
                  </a:lnTo>
                  <a:lnTo>
                    <a:pt x="335" y="0"/>
                  </a:lnTo>
                  <a:lnTo>
                    <a:pt x="335" y="0"/>
                  </a:lnTo>
                  <a:lnTo>
                    <a:pt x="377" y="0"/>
                  </a:lnTo>
                  <a:lnTo>
                    <a:pt x="419" y="2"/>
                  </a:lnTo>
                  <a:lnTo>
                    <a:pt x="458" y="5"/>
                  </a:lnTo>
                  <a:lnTo>
                    <a:pt x="495" y="8"/>
                  </a:lnTo>
                  <a:lnTo>
                    <a:pt x="531" y="13"/>
                  </a:lnTo>
                  <a:lnTo>
                    <a:pt x="566" y="20"/>
                  </a:lnTo>
                  <a:lnTo>
                    <a:pt x="599" y="26"/>
                  </a:lnTo>
                  <a:lnTo>
                    <a:pt x="631" y="34"/>
                  </a:lnTo>
                  <a:lnTo>
                    <a:pt x="631" y="34"/>
                  </a:lnTo>
                  <a:lnTo>
                    <a:pt x="634" y="35"/>
                  </a:lnTo>
                  <a:lnTo>
                    <a:pt x="636" y="36"/>
                  </a:lnTo>
                  <a:lnTo>
                    <a:pt x="638" y="36"/>
                  </a:lnTo>
                  <a:lnTo>
                    <a:pt x="638" y="36"/>
                  </a:lnTo>
                  <a:lnTo>
                    <a:pt x="642" y="36"/>
                  </a:lnTo>
                  <a:lnTo>
                    <a:pt x="646" y="38"/>
                  </a:lnTo>
                  <a:lnTo>
                    <a:pt x="656" y="46"/>
                  </a:lnTo>
                  <a:lnTo>
                    <a:pt x="656" y="46"/>
                  </a:lnTo>
                  <a:lnTo>
                    <a:pt x="697" y="80"/>
                  </a:lnTo>
                  <a:lnTo>
                    <a:pt x="736" y="114"/>
                  </a:lnTo>
                  <a:lnTo>
                    <a:pt x="775" y="149"/>
                  </a:lnTo>
                  <a:lnTo>
                    <a:pt x="812" y="184"/>
                  </a:lnTo>
                  <a:lnTo>
                    <a:pt x="887" y="256"/>
                  </a:lnTo>
                  <a:lnTo>
                    <a:pt x="958" y="328"/>
                  </a:lnTo>
                  <a:lnTo>
                    <a:pt x="958" y="328"/>
                  </a:lnTo>
                  <a:lnTo>
                    <a:pt x="1008" y="379"/>
                  </a:lnTo>
                  <a:lnTo>
                    <a:pt x="1057" y="428"/>
                  </a:lnTo>
                  <a:lnTo>
                    <a:pt x="1107" y="475"/>
                  </a:lnTo>
                  <a:lnTo>
                    <a:pt x="1156" y="521"/>
                  </a:lnTo>
                  <a:lnTo>
                    <a:pt x="1159" y="524"/>
                  </a:lnTo>
                  <a:lnTo>
                    <a:pt x="1163" y="524"/>
                  </a:lnTo>
                  <a:lnTo>
                    <a:pt x="1163" y="524"/>
                  </a:lnTo>
                  <a:lnTo>
                    <a:pt x="1167" y="525"/>
                  </a:lnTo>
                  <a:lnTo>
                    <a:pt x="1171" y="527"/>
                  </a:lnTo>
                  <a:lnTo>
                    <a:pt x="1173" y="529"/>
                  </a:lnTo>
                  <a:lnTo>
                    <a:pt x="1175" y="533"/>
                  </a:lnTo>
                  <a:lnTo>
                    <a:pt x="1175" y="533"/>
                  </a:lnTo>
                  <a:lnTo>
                    <a:pt x="1185" y="553"/>
                  </a:lnTo>
                  <a:lnTo>
                    <a:pt x="1193" y="571"/>
                  </a:lnTo>
                  <a:lnTo>
                    <a:pt x="1201" y="590"/>
                  </a:lnTo>
                  <a:lnTo>
                    <a:pt x="1207" y="607"/>
                  </a:lnTo>
                  <a:lnTo>
                    <a:pt x="1211" y="626"/>
                  </a:lnTo>
                  <a:lnTo>
                    <a:pt x="1215" y="644"/>
                  </a:lnTo>
                  <a:lnTo>
                    <a:pt x="1218" y="660"/>
                  </a:lnTo>
                  <a:lnTo>
                    <a:pt x="1220" y="677"/>
                  </a:lnTo>
                  <a:lnTo>
                    <a:pt x="1220" y="693"/>
                  </a:lnTo>
                  <a:lnTo>
                    <a:pt x="1220" y="710"/>
                  </a:lnTo>
                  <a:lnTo>
                    <a:pt x="1218" y="725"/>
                  </a:lnTo>
                  <a:lnTo>
                    <a:pt x="1216" y="741"/>
                  </a:lnTo>
                  <a:lnTo>
                    <a:pt x="1212" y="755"/>
                  </a:lnTo>
                  <a:lnTo>
                    <a:pt x="1208" y="771"/>
                  </a:lnTo>
                  <a:lnTo>
                    <a:pt x="1202" y="785"/>
                  </a:lnTo>
                  <a:lnTo>
                    <a:pt x="1194" y="798"/>
                  </a:lnTo>
                  <a:lnTo>
                    <a:pt x="1192" y="804"/>
                  </a:lnTo>
                  <a:lnTo>
                    <a:pt x="1193" y="809"/>
                  </a:lnTo>
                  <a:lnTo>
                    <a:pt x="1193" y="809"/>
                  </a:lnTo>
                  <a:lnTo>
                    <a:pt x="1194" y="813"/>
                  </a:lnTo>
                  <a:lnTo>
                    <a:pt x="1193" y="817"/>
                  </a:lnTo>
                  <a:lnTo>
                    <a:pt x="1191" y="821"/>
                  </a:lnTo>
                  <a:lnTo>
                    <a:pt x="1188" y="826"/>
                  </a:lnTo>
                  <a:lnTo>
                    <a:pt x="1188" y="826"/>
                  </a:lnTo>
                  <a:lnTo>
                    <a:pt x="1147" y="869"/>
                  </a:lnTo>
                  <a:lnTo>
                    <a:pt x="1109" y="909"/>
                  </a:lnTo>
                  <a:lnTo>
                    <a:pt x="1070" y="948"/>
                  </a:lnTo>
                  <a:lnTo>
                    <a:pt x="1031" y="985"/>
                  </a:lnTo>
                  <a:lnTo>
                    <a:pt x="952" y="1062"/>
                  </a:lnTo>
                  <a:lnTo>
                    <a:pt x="862" y="1146"/>
                  </a:lnTo>
                  <a:lnTo>
                    <a:pt x="862" y="1146"/>
                  </a:lnTo>
                  <a:lnTo>
                    <a:pt x="858" y="1151"/>
                  </a:lnTo>
                  <a:lnTo>
                    <a:pt x="857" y="1152"/>
                  </a:lnTo>
                  <a:lnTo>
                    <a:pt x="857" y="1152"/>
                  </a:lnTo>
                  <a:lnTo>
                    <a:pt x="853" y="1157"/>
                  </a:lnTo>
                  <a:lnTo>
                    <a:pt x="853" y="1157"/>
                  </a:lnTo>
                  <a:lnTo>
                    <a:pt x="834" y="1170"/>
                  </a:lnTo>
                  <a:lnTo>
                    <a:pt x="815" y="1182"/>
                  </a:lnTo>
                  <a:lnTo>
                    <a:pt x="798" y="1192"/>
                  </a:lnTo>
                  <a:lnTo>
                    <a:pt x="779" y="1200"/>
                  </a:lnTo>
                  <a:lnTo>
                    <a:pt x="761" y="1206"/>
                  </a:lnTo>
                  <a:lnTo>
                    <a:pt x="743" y="1211"/>
                  </a:lnTo>
                  <a:lnTo>
                    <a:pt x="724" y="1214"/>
                  </a:lnTo>
                  <a:lnTo>
                    <a:pt x="706" y="1215"/>
                  </a:lnTo>
                  <a:lnTo>
                    <a:pt x="706" y="1215"/>
                  </a:lnTo>
                  <a:close/>
                  <a:moveTo>
                    <a:pt x="231" y="43"/>
                  </a:moveTo>
                  <a:lnTo>
                    <a:pt x="231" y="43"/>
                  </a:lnTo>
                  <a:lnTo>
                    <a:pt x="206" y="57"/>
                  </a:lnTo>
                  <a:lnTo>
                    <a:pt x="182" y="72"/>
                  </a:lnTo>
                  <a:lnTo>
                    <a:pt x="159" y="90"/>
                  </a:lnTo>
                  <a:lnTo>
                    <a:pt x="137" y="108"/>
                  </a:lnTo>
                  <a:lnTo>
                    <a:pt x="114" y="129"/>
                  </a:lnTo>
                  <a:lnTo>
                    <a:pt x="93" y="151"/>
                  </a:lnTo>
                  <a:lnTo>
                    <a:pt x="73" y="175"/>
                  </a:lnTo>
                  <a:lnTo>
                    <a:pt x="54" y="198"/>
                  </a:lnTo>
                  <a:lnTo>
                    <a:pt x="54" y="198"/>
                  </a:lnTo>
                  <a:lnTo>
                    <a:pt x="50" y="202"/>
                  </a:lnTo>
                  <a:lnTo>
                    <a:pt x="46" y="205"/>
                  </a:lnTo>
                  <a:lnTo>
                    <a:pt x="40" y="208"/>
                  </a:lnTo>
                  <a:lnTo>
                    <a:pt x="40" y="216"/>
                  </a:lnTo>
                  <a:lnTo>
                    <a:pt x="40" y="216"/>
                  </a:lnTo>
                  <a:lnTo>
                    <a:pt x="39" y="280"/>
                  </a:lnTo>
                  <a:lnTo>
                    <a:pt x="40" y="311"/>
                  </a:lnTo>
                  <a:lnTo>
                    <a:pt x="41" y="342"/>
                  </a:lnTo>
                  <a:lnTo>
                    <a:pt x="43" y="371"/>
                  </a:lnTo>
                  <a:lnTo>
                    <a:pt x="45" y="400"/>
                  </a:lnTo>
                  <a:lnTo>
                    <a:pt x="49" y="427"/>
                  </a:lnTo>
                  <a:lnTo>
                    <a:pt x="52" y="453"/>
                  </a:lnTo>
                  <a:lnTo>
                    <a:pt x="56" y="479"/>
                  </a:lnTo>
                  <a:lnTo>
                    <a:pt x="61" y="504"/>
                  </a:lnTo>
                  <a:lnTo>
                    <a:pt x="68" y="529"/>
                  </a:lnTo>
                  <a:lnTo>
                    <a:pt x="74" y="552"/>
                  </a:lnTo>
                  <a:lnTo>
                    <a:pt x="80" y="574"/>
                  </a:lnTo>
                  <a:lnTo>
                    <a:pt x="88" y="596"/>
                  </a:lnTo>
                  <a:lnTo>
                    <a:pt x="96" y="618"/>
                  </a:lnTo>
                  <a:lnTo>
                    <a:pt x="105" y="637"/>
                  </a:lnTo>
                  <a:lnTo>
                    <a:pt x="105" y="637"/>
                  </a:lnTo>
                  <a:lnTo>
                    <a:pt x="107" y="642"/>
                  </a:lnTo>
                  <a:lnTo>
                    <a:pt x="107" y="648"/>
                  </a:lnTo>
                  <a:lnTo>
                    <a:pt x="107" y="654"/>
                  </a:lnTo>
                  <a:lnTo>
                    <a:pt x="112" y="658"/>
                  </a:lnTo>
                  <a:lnTo>
                    <a:pt x="112" y="658"/>
                  </a:lnTo>
                  <a:lnTo>
                    <a:pt x="131" y="671"/>
                  </a:lnTo>
                  <a:lnTo>
                    <a:pt x="148" y="686"/>
                  </a:lnTo>
                  <a:lnTo>
                    <a:pt x="165" y="701"/>
                  </a:lnTo>
                  <a:lnTo>
                    <a:pt x="181" y="718"/>
                  </a:lnTo>
                  <a:lnTo>
                    <a:pt x="213" y="751"/>
                  </a:lnTo>
                  <a:lnTo>
                    <a:pt x="243" y="785"/>
                  </a:lnTo>
                  <a:lnTo>
                    <a:pt x="243" y="785"/>
                  </a:lnTo>
                  <a:lnTo>
                    <a:pt x="276" y="822"/>
                  </a:lnTo>
                  <a:lnTo>
                    <a:pt x="294" y="841"/>
                  </a:lnTo>
                  <a:lnTo>
                    <a:pt x="311" y="859"/>
                  </a:lnTo>
                  <a:lnTo>
                    <a:pt x="579" y="1127"/>
                  </a:lnTo>
                  <a:lnTo>
                    <a:pt x="582" y="1128"/>
                  </a:lnTo>
                  <a:lnTo>
                    <a:pt x="582" y="1128"/>
                  </a:lnTo>
                  <a:lnTo>
                    <a:pt x="585" y="1129"/>
                  </a:lnTo>
                  <a:lnTo>
                    <a:pt x="588" y="1131"/>
                  </a:lnTo>
                  <a:lnTo>
                    <a:pt x="588" y="1131"/>
                  </a:lnTo>
                  <a:lnTo>
                    <a:pt x="604" y="1142"/>
                  </a:lnTo>
                  <a:lnTo>
                    <a:pt x="618" y="1152"/>
                  </a:lnTo>
                  <a:lnTo>
                    <a:pt x="633" y="1159"/>
                  </a:lnTo>
                  <a:lnTo>
                    <a:pt x="647" y="1165"/>
                  </a:lnTo>
                  <a:lnTo>
                    <a:pt x="662" y="1170"/>
                  </a:lnTo>
                  <a:lnTo>
                    <a:pt x="677" y="1174"/>
                  </a:lnTo>
                  <a:lnTo>
                    <a:pt x="691" y="1177"/>
                  </a:lnTo>
                  <a:lnTo>
                    <a:pt x="706" y="1177"/>
                  </a:lnTo>
                  <a:lnTo>
                    <a:pt x="706" y="1177"/>
                  </a:lnTo>
                  <a:lnTo>
                    <a:pt x="720" y="1177"/>
                  </a:lnTo>
                  <a:lnTo>
                    <a:pt x="735" y="1174"/>
                  </a:lnTo>
                  <a:lnTo>
                    <a:pt x="750" y="1170"/>
                  </a:lnTo>
                  <a:lnTo>
                    <a:pt x="765" y="1165"/>
                  </a:lnTo>
                  <a:lnTo>
                    <a:pt x="779" y="1159"/>
                  </a:lnTo>
                  <a:lnTo>
                    <a:pt x="794" y="1152"/>
                  </a:lnTo>
                  <a:lnTo>
                    <a:pt x="808" y="1142"/>
                  </a:lnTo>
                  <a:lnTo>
                    <a:pt x="823" y="1131"/>
                  </a:lnTo>
                  <a:lnTo>
                    <a:pt x="823" y="1131"/>
                  </a:lnTo>
                  <a:lnTo>
                    <a:pt x="824" y="1130"/>
                  </a:lnTo>
                  <a:lnTo>
                    <a:pt x="825" y="1130"/>
                  </a:lnTo>
                  <a:lnTo>
                    <a:pt x="826" y="1129"/>
                  </a:lnTo>
                  <a:lnTo>
                    <a:pt x="865" y="1090"/>
                  </a:lnTo>
                  <a:lnTo>
                    <a:pt x="865" y="1090"/>
                  </a:lnTo>
                  <a:lnTo>
                    <a:pt x="934" y="1017"/>
                  </a:lnTo>
                  <a:lnTo>
                    <a:pt x="1002" y="949"/>
                  </a:lnTo>
                  <a:lnTo>
                    <a:pt x="1069" y="883"/>
                  </a:lnTo>
                  <a:lnTo>
                    <a:pt x="1105" y="850"/>
                  </a:lnTo>
                  <a:lnTo>
                    <a:pt x="1140" y="817"/>
                  </a:lnTo>
                  <a:lnTo>
                    <a:pt x="1143" y="815"/>
                  </a:lnTo>
                  <a:lnTo>
                    <a:pt x="1144" y="811"/>
                  </a:lnTo>
                  <a:lnTo>
                    <a:pt x="1144" y="811"/>
                  </a:lnTo>
                  <a:lnTo>
                    <a:pt x="1145" y="807"/>
                  </a:lnTo>
                  <a:lnTo>
                    <a:pt x="1147" y="803"/>
                  </a:lnTo>
                  <a:lnTo>
                    <a:pt x="1147" y="803"/>
                  </a:lnTo>
                  <a:lnTo>
                    <a:pt x="1157" y="786"/>
                  </a:lnTo>
                  <a:lnTo>
                    <a:pt x="1165" y="770"/>
                  </a:lnTo>
                  <a:lnTo>
                    <a:pt x="1173" y="753"/>
                  </a:lnTo>
                  <a:lnTo>
                    <a:pt x="1177" y="736"/>
                  </a:lnTo>
                  <a:lnTo>
                    <a:pt x="1180" y="720"/>
                  </a:lnTo>
                  <a:lnTo>
                    <a:pt x="1182" y="703"/>
                  </a:lnTo>
                  <a:lnTo>
                    <a:pt x="1182" y="688"/>
                  </a:lnTo>
                  <a:lnTo>
                    <a:pt x="1181" y="672"/>
                  </a:lnTo>
                  <a:lnTo>
                    <a:pt x="1179" y="657"/>
                  </a:lnTo>
                  <a:lnTo>
                    <a:pt x="1176" y="642"/>
                  </a:lnTo>
                  <a:lnTo>
                    <a:pt x="1173" y="628"/>
                  </a:lnTo>
                  <a:lnTo>
                    <a:pt x="1169" y="614"/>
                  </a:lnTo>
                  <a:lnTo>
                    <a:pt x="1158" y="588"/>
                  </a:lnTo>
                  <a:lnTo>
                    <a:pt x="1148" y="564"/>
                  </a:lnTo>
                  <a:lnTo>
                    <a:pt x="1146" y="560"/>
                  </a:lnTo>
                  <a:lnTo>
                    <a:pt x="1143" y="558"/>
                  </a:lnTo>
                  <a:lnTo>
                    <a:pt x="1143" y="558"/>
                  </a:lnTo>
                  <a:lnTo>
                    <a:pt x="1140" y="556"/>
                  </a:lnTo>
                  <a:lnTo>
                    <a:pt x="1140" y="556"/>
                  </a:lnTo>
                  <a:lnTo>
                    <a:pt x="1089" y="514"/>
                  </a:lnTo>
                  <a:lnTo>
                    <a:pt x="1039" y="471"/>
                  </a:lnTo>
                  <a:lnTo>
                    <a:pt x="991" y="427"/>
                  </a:lnTo>
                  <a:lnTo>
                    <a:pt x="942" y="381"/>
                  </a:lnTo>
                  <a:lnTo>
                    <a:pt x="894" y="335"/>
                  </a:lnTo>
                  <a:lnTo>
                    <a:pt x="846" y="289"/>
                  </a:lnTo>
                  <a:lnTo>
                    <a:pt x="752" y="196"/>
                  </a:lnTo>
                  <a:lnTo>
                    <a:pt x="752" y="196"/>
                  </a:lnTo>
                  <a:lnTo>
                    <a:pt x="629" y="75"/>
                  </a:lnTo>
                  <a:lnTo>
                    <a:pt x="627" y="72"/>
                  </a:lnTo>
                  <a:lnTo>
                    <a:pt x="623" y="72"/>
                  </a:lnTo>
                  <a:lnTo>
                    <a:pt x="622" y="71"/>
                  </a:lnTo>
                  <a:lnTo>
                    <a:pt x="622" y="71"/>
                  </a:lnTo>
                  <a:lnTo>
                    <a:pt x="590" y="64"/>
                  </a:lnTo>
                  <a:lnTo>
                    <a:pt x="558" y="57"/>
                  </a:lnTo>
                  <a:lnTo>
                    <a:pt x="525" y="52"/>
                  </a:lnTo>
                  <a:lnTo>
                    <a:pt x="491" y="46"/>
                  </a:lnTo>
                  <a:lnTo>
                    <a:pt x="455" y="43"/>
                  </a:lnTo>
                  <a:lnTo>
                    <a:pt x="417" y="40"/>
                  </a:lnTo>
                  <a:lnTo>
                    <a:pt x="377" y="39"/>
                  </a:lnTo>
                  <a:lnTo>
                    <a:pt x="336" y="38"/>
                  </a:lnTo>
                  <a:lnTo>
                    <a:pt x="336" y="38"/>
                  </a:lnTo>
                  <a:lnTo>
                    <a:pt x="291" y="39"/>
                  </a:lnTo>
                  <a:lnTo>
                    <a:pt x="241" y="40"/>
                  </a:lnTo>
                  <a:lnTo>
                    <a:pt x="236" y="40"/>
                  </a:lnTo>
                  <a:lnTo>
                    <a:pt x="232" y="42"/>
                  </a:lnTo>
                  <a:lnTo>
                    <a:pt x="232" y="42"/>
                  </a:lnTo>
                  <a:lnTo>
                    <a:pt x="231" y="43"/>
                  </a:lnTo>
                  <a:lnTo>
                    <a:pt x="231" y="43"/>
                  </a:lnTo>
                  <a:close/>
                </a:path>
              </a:pathLst>
            </a:custGeom>
            <a:grpFill/>
            <a:ln>
              <a:solidFill>
                <a:schemeClr val="accent1">
                  <a:lumMod val="75000"/>
                  <a:alpha val="0"/>
                </a:schemeClr>
              </a:solidFill>
            </a:ln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311" name="Freeform 927"/>
            <p:cNvSpPr>
              <a:spLocks noEditPoints="1"/>
            </p:cNvSpPr>
            <p:nvPr>
              <p:custDataLst>
                <p:tags r:id="rId27"/>
              </p:custDataLst>
            </p:nvPr>
          </p:nvSpPr>
          <p:spPr bwMode="auto">
            <a:xfrm>
              <a:off x="3424238" y="1154113"/>
              <a:ext cx="557213" cy="225425"/>
            </a:xfrm>
            <a:custGeom>
              <a:avLst/>
              <a:gdLst/>
              <a:ahLst/>
              <a:cxnLst>
                <a:cxn ang="0">
                  <a:pos x="77" y="421"/>
                </a:cxn>
                <a:cxn ang="0">
                  <a:pos x="65" y="420"/>
                </a:cxn>
                <a:cxn ang="0">
                  <a:pos x="28" y="385"/>
                </a:cxn>
                <a:cxn ang="0">
                  <a:pos x="2" y="324"/>
                </a:cxn>
                <a:cxn ang="0">
                  <a:pos x="1" y="253"/>
                </a:cxn>
                <a:cxn ang="0">
                  <a:pos x="3" y="188"/>
                </a:cxn>
                <a:cxn ang="0">
                  <a:pos x="40" y="100"/>
                </a:cxn>
                <a:cxn ang="0">
                  <a:pos x="87" y="65"/>
                </a:cxn>
                <a:cxn ang="0">
                  <a:pos x="160" y="37"/>
                </a:cxn>
                <a:cxn ang="0">
                  <a:pos x="250" y="24"/>
                </a:cxn>
                <a:cxn ang="0">
                  <a:pos x="311" y="37"/>
                </a:cxn>
                <a:cxn ang="0">
                  <a:pos x="412" y="72"/>
                </a:cxn>
                <a:cxn ang="0">
                  <a:pos x="529" y="127"/>
                </a:cxn>
                <a:cxn ang="0">
                  <a:pos x="587" y="70"/>
                </a:cxn>
                <a:cxn ang="0">
                  <a:pos x="661" y="29"/>
                </a:cxn>
                <a:cxn ang="0">
                  <a:pos x="790" y="1"/>
                </a:cxn>
                <a:cxn ang="0">
                  <a:pos x="894" y="10"/>
                </a:cxn>
                <a:cxn ang="0">
                  <a:pos x="971" y="35"/>
                </a:cxn>
                <a:cxn ang="0">
                  <a:pos x="1030" y="87"/>
                </a:cxn>
                <a:cxn ang="0">
                  <a:pos x="1052" y="163"/>
                </a:cxn>
                <a:cxn ang="0">
                  <a:pos x="1025" y="252"/>
                </a:cxn>
                <a:cxn ang="0">
                  <a:pos x="951" y="306"/>
                </a:cxn>
                <a:cxn ang="0">
                  <a:pos x="871" y="326"/>
                </a:cxn>
                <a:cxn ang="0">
                  <a:pos x="769" y="315"/>
                </a:cxn>
                <a:cxn ang="0">
                  <a:pos x="623" y="246"/>
                </a:cxn>
                <a:cxn ang="0">
                  <a:pos x="524" y="190"/>
                </a:cxn>
                <a:cxn ang="0">
                  <a:pos x="479" y="259"/>
                </a:cxn>
                <a:cxn ang="0">
                  <a:pos x="458" y="261"/>
                </a:cxn>
                <a:cxn ang="0">
                  <a:pos x="451" y="244"/>
                </a:cxn>
                <a:cxn ang="0">
                  <a:pos x="504" y="162"/>
                </a:cxn>
                <a:cxn ang="0">
                  <a:pos x="394" y="95"/>
                </a:cxn>
                <a:cxn ang="0">
                  <a:pos x="310" y="68"/>
                </a:cxn>
                <a:cxn ang="0">
                  <a:pos x="213" y="57"/>
                </a:cxn>
                <a:cxn ang="0">
                  <a:pos x="142" y="76"/>
                </a:cxn>
                <a:cxn ang="0">
                  <a:pos x="89" y="99"/>
                </a:cxn>
                <a:cxn ang="0">
                  <a:pos x="47" y="159"/>
                </a:cxn>
                <a:cxn ang="0">
                  <a:pos x="30" y="231"/>
                </a:cxn>
                <a:cxn ang="0">
                  <a:pos x="41" y="335"/>
                </a:cxn>
                <a:cxn ang="0">
                  <a:pos x="65" y="372"/>
                </a:cxn>
                <a:cxn ang="0">
                  <a:pos x="101" y="397"/>
                </a:cxn>
                <a:cxn ang="0">
                  <a:pos x="117" y="394"/>
                </a:cxn>
                <a:cxn ang="0">
                  <a:pos x="127" y="410"/>
                </a:cxn>
                <a:cxn ang="0">
                  <a:pos x="112" y="425"/>
                </a:cxn>
                <a:cxn ang="0">
                  <a:pos x="819" y="29"/>
                </a:cxn>
                <a:cxn ang="0">
                  <a:pos x="736" y="41"/>
                </a:cxn>
                <a:cxn ang="0">
                  <a:pos x="628" y="80"/>
                </a:cxn>
                <a:cxn ang="0">
                  <a:pos x="550" y="152"/>
                </a:cxn>
                <a:cxn ang="0">
                  <a:pos x="632" y="213"/>
                </a:cxn>
                <a:cxn ang="0">
                  <a:pos x="723" y="264"/>
                </a:cxn>
                <a:cxn ang="0">
                  <a:pos x="808" y="289"/>
                </a:cxn>
                <a:cxn ang="0">
                  <a:pos x="922" y="285"/>
                </a:cxn>
                <a:cxn ang="0">
                  <a:pos x="994" y="243"/>
                </a:cxn>
                <a:cxn ang="0">
                  <a:pos x="1021" y="169"/>
                </a:cxn>
                <a:cxn ang="0">
                  <a:pos x="1014" y="119"/>
                </a:cxn>
                <a:cxn ang="0">
                  <a:pos x="991" y="91"/>
                </a:cxn>
                <a:cxn ang="0">
                  <a:pos x="938" y="55"/>
                </a:cxn>
                <a:cxn ang="0">
                  <a:pos x="849" y="32"/>
                </a:cxn>
              </a:cxnLst>
              <a:rect l="0" t="0" r="r" b="b"/>
              <a:pathLst>
                <a:path w="1052" h="426">
                  <a:moveTo>
                    <a:pt x="96" y="426"/>
                  </a:moveTo>
                  <a:lnTo>
                    <a:pt x="96" y="426"/>
                  </a:lnTo>
                  <a:lnTo>
                    <a:pt x="90" y="425"/>
                  </a:lnTo>
                  <a:lnTo>
                    <a:pt x="85" y="425"/>
                  </a:lnTo>
                  <a:lnTo>
                    <a:pt x="80" y="423"/>
                  </a:lnTo>
                  <a:lnTo>
                    <a:pt x="77" y="421"/>
                  </a:lnTo>
                  <a:lnTo>
                    <a:pt x="74" y="418"/>
                  </a:lnTo>
                  <a:lnTo>
                    <a:pt x="68" y="423"/>
                  </a:lnTo>
                  <a:lnTo>
                    <a:pt x="68" y="421"/>
                  </a:lnTo>
                  <a:lnTo>
                    <a:pt x="68" y="421"/>
                  </a:lnTo>
                  <a:lnTo>
                    <a:pt x="65" y="420"/>
                  </a:lnTo>
                  <a:lnTo>
                    <a:pt x="65" y="420"/>
                  </a:lnTo>
                  <a:lnTo>
                    <a:pt x="59" y="417"/>
                  </a:lnTo>
                  <a:lnTo>
                    <a:pt x="53" y="413"/>
                  </a:lnTo>
                  <a:lnTo>
                    <a:pt x="53" y="413"/>
                  </a:lnTo>
                  <a:lnTo>
                    <a:pt x="44" y="405"/>
                  </a:lnTo>
                  <a:lnTo>
                    <a:pt x="36" y="396"/>
                  </a:lnTo>
                  <a:lnTo>
                    <a:pt x="28" y="385"/>
                  </a:lnTo>
                  <a:lnTo>
                    <a:pt x="21" y="373"/>
                  </a:lnTo>
                  <a:lnTo>
                    <a:pt x="14" y="361"/>
                  </a:lnTo>
                  <a:lnTo>
                    <a:pt x="9" y="349"/>
                  </a:lnTo>
                  <a:lnTo>
                    <a:pt x="5" y="336"/>
                  </a:lnTo>
                  <a:lnTo>
                    <a:pt x="2" y="324"/>
                  </a:lnTo>
                  <a:lnTo>
                    <a:pt x="2" y="324"/>
                  </a:lnTo>
                  <a:lnTo>
                    <a:pt x="0" y="313"/>
                  </a:lnTo>
                  <a:lnTo>
                    <a:pt x="0" y="300"/>
                  </a:lnTo>
                  <a:lnTo>
                    <a:pt x="0" y="275"/>
                  </a:lnTo>
                  <a:lnTo>
                    <a:pt x="0" y="275"/>
                  </a:lnTo>
                  <a:lnTo>
                    <a:pt x="1" y="253"/>
                  </a:lnTo>
                  <a:lnTo>
                    <a:pt x="1" y="253"/>
                  </a:lnTo>
                  <a:lnTo>
                    <a:pt x="1" y="234"/>
                  </a:lnTo>
                  <a:lnTo>
                    <a:pt x="1" y="234"/>
                  </a:lnTo>
                  <a:lnTo>
                    <a:pt x="0" y="210"/>
                  </a:lnTo>
                  <a:lnTo>
                    <a:pt x="1" y="198"/>
                  </a:lnTo>
                  <a:lnTo>
                    <a:pt x="3" y="188"/>
                  </a:lnTo>
                  <a:lnTo>
                    <a:pt x="3" y="188"/>
                  </a:lnTo>
                  <a:lnTo>
                    <a:pt x="8" y="166"/>
                  </a:lnTo>
                  <a:lnTo>
                    <a:pt x="13" y="153"/>
                  </a:lnTo>
                  <a:lnTo>
                    <a:pt x="18" y="139"/>
                  </a:lnTo>
                  <a:lnTo>
                    <a:pt x="25" y="126"/>
                  </a:lnTo>
                  <a:lnTo>
                    <a:pt x="32" y="112"/>
                  </a:lnTo>
                  <a:lnTo>
                    <a:pt x="40" y="100"/>
                  </a:lnTo>
                  <a:lnTo>
                    <a:pt x="44" y="95"/>
                  </a:lnTo>
                  <a:lnTo>
                    <a:pt x="49" y="89"/>
                  </a:lnTo>
                  <a:lnTo>
                    <a:pt x="49" y="89"/>
                  </a:lnTo>
                  <a:lnTo>
                    <a:pt x="62" y="80"/>
                  </a:lnTo>
                  <a:lnTo>
                    <a:pt x="73" y="72"/>
                  </a:lnTo>
                  <a:lnTo>
                    <a:pt x="87" y="65"/>
                  </a:lnTo>
                  <a:lnTo>
                    <a:pt x="100" y="58"/>
                  </a:lnTo>
                  <a:lnTo>
                    <a:pt x="114" y="53"/>
                  </a:lnTo>
                  <a:lnTo>
                    <a:pt x="127" y="47"/>
                  </a:lnTo>
                  <a:lnTo>
                    <a:pt x="156" y="38"/>
                  </a:lnTo>
                  <a:lnTo>
                    <a:pt x="160" y="37"/>
                  </a:lnTo>
                  <a:lnTo>
                    <a:pt x="160" y="37"/>
                  </a:lnTo>
                  <a:lnTo>
                    <a:pt x="180" y="31"/>
                  </a:lnTo>
                  <a:lnTo>
                    <a:pt x="198" y="27"/>
                  </a:lnTo>
                  <a:lnTo>
                    <a:pt x="218" y="24"/>
                  </a:lnTo>
                  <a:lnTo>
                    <a:pt x="236" y="24"/>
                  </a:lnTo>
                  <a:lnTo>
                    <a:pt x="236" y="24"/>
                  </a:lnTo>
                  <a:lnTo>
                    <a:pt x="250" y="24"/>
                  </a:lnTo>
                  <a:lnTo>
                    <a:pt x="262" y="25"/>
                  </a:lnTo>
                  <a:lnTo>
                    <a:pt x="275" y="27"/>
                  </a:lnTo>
                  <a:lnTo>
                    <a:pt x="287" y="31"/>
                  </a:lnTo>
                  <a:lnTo>
                    <a:pt x="287" y="31"/>
                  </a:lnTo>
                  <a:lnTo>
                    <a:pt x="309" y="36"/>
                  </a:lnTo>
                  <a:lnTo>
                    <a:pt x="311" y="37"/>
                  </a:lnTo>
                  <a:lnTo>
                    <a:pt x="311" y="37"/>
                  </a:lnTo>
                  <a:lnTo>
                    <a:pt x="338" y="44"/>
                  </a:lnTo>
                  <a:lnTo>
                    <a:pt x="362" y="51"/>
                  </a:lnTo>
                  <a:lnTo>
                    <a:pt x="387" y="60"/>
                  </a:lnTo>
                  <a:lnTo>
                    <a:pt x="400" y="66"/>
                  </a:lnTo>
                  <a:lnTo>
                    <a:pt x="412" y="72"/>
                  </a:lnTo>
                  <a:lnTo>
                    <a:pt x="412" y="72"/>
                  </a:lnTo>
                  <a:lnTo>
                    <a:pt x="438" y="85"/>
                  </a:lnTo>
                  <a:lnTo>
                    <a:pt x="464" y="100"/>
                  </a:lnTo>
                  <a:lnTo>
                    <a:pt x="513" y="130"/>
                  </a:lnTo>
                  <a:lnTo>
                    <a:pt x="523" y="136"/>
                  </a:lnTo>
                  <a:lnTo>
                    <a:pt x="529" y="127"/>
                  </a:lnTo>
                  <a:lnTo>
                    <a:pt x="529" y="127"/>
                  </a:lnTo>
                  <a:lnTo>
                    <a:pt x="540" y="113"/>
                  </a:lnTo>
                  <a:lnTo>
                    <a:pt x="551" y="101"/>
                  </a:lnTo>
                  <a:lnTo>
                    <a:pt x="563" y="89"/>
                  </a:lnTo>
                  <a:lnTo>
                    <a:pt x="574" y="79"/>
                  </a:lnTo>
                  <a:lnTo>
                    <a:pt x="587" y="70"/>
                  </a:lnTo>
                  <a:lnTo>
                    <a:pt x="599" y="60"/>
                  </a:lnTo>
                  <a:lnTo>
                    <a:pt x="611" y="52"/>
                  </a:lnTo>
                  <a:lnTo>
                    <a:pt x="625" y="45"/>
                  </a:lnTo>
                  <a:lnTo>
                    <a:pt x="625" y="45"/>
                  </a:lnTo>
                  <a:lnTo>
                    <a:pt x="642" y="37"/>
                  </a:lnTo>
                  <a:lnTo>
                    <a:pt x="661" y="29"/>
                  </a:lnTo>
                  <a:lnTo>
                    <a:pt x="680" y="23"/>
                  </a:lnTo>
                  <a:lnTo>
                    <a:pt x="698" y="18"/>
                  </a:lnTo>
                  <a:lnTo>
                    <a:pt x="734" y="10"/>
                  </a:lnTo>
                  <a:lnTo>
                    <a:pt x="767" y="4"/>
                  </a:lnTo>
                  <a:lnTo>
                    <a:pt x="767" y="4"/>
                  </a:lnTo>
                  <a:lnTo>
                    <a:pt x="790" y="1"/>
                  </a:lnTo>
                  <a:lnTo>
                    <a:pt x="813" y="0"/>
                  </a:lnTo>
                  <a:lnTo>
                    <a:pt x="813" y="0"/>
                  </a:lnTo>
                  <a:lnTo>
                    <a:pt x="826" y="0"/>
                  </a:lnTo>
                  <a:lnTo>
                    <a:pt x="841" y="1"/>
                  </a:lnTo>
                  <a:lnTo>
                    <a:pt x="868" y="5"/>
                  </a:lnTo>
                  <a:lnTo>
                    <a:pt x="894" y="10"/>
                  </a:lnTo>
                  <a:lnTo>
                    <a:pt x="922" y="16"/>
                  </a:lnTo>
                  <a:lnTo>
                    <a:pt x="922" y="16"/>
                  </a:lnTo>
                  <a:lnTo>
                    <a:pt x="935" y="19"/>
                  </a:lnTo>
                  <a:lnTo>
                    <a:pt x="947" y="23"/>
                  </a:lnTo>
                  <a:lnTo>
                    <a:pt x="959" y="28"/>
                  </a:lnTo>
                  <a:lnTo>
                    <a:pt x="971" y="35"/>
                  </a:lnTo>
                  <a:lnTo>
                    <a:pt x="982" y="42"/>
                  </a:lnTo>
                  <a:lnTo>
                    <a:pt x="994" y="49"/>
                  </a:lnTo>
                  <a:lnTo>
                    <a:pt x="1004" y="57"/>
                  </a:lnTo>
                  <a:lnTo>
                    <a:pt x="1013" y="67"/>
                  </a:lnTo>
                  <a:lnTo>
                    <a:pt x="1022" y="77"/>
                  </a:lnTo>
                  <a:lnTo>
                    <a:pt x="1030" y="87"/>
                  </a:lnTo>
                  <a:lnTo>
                    <a:pt x="1037" y="99"/>
                  </a:lnTo>
                  <a:lnTo>
                    <a:pt x="1043" y="110"/>
                  </a:lnTo>
                  <a:lnTo>
                    <a:pt x="1047" y="122"/>
                  </a:lnTo>
                  <a:lnTo>
                    <a:pt x="1050" y="135"/>
                  </a:lnTo>
                  <a:lnTo>
                    <a:pt x="1052" y="148"/>
                  </a:lnTo>
                  <a:lnTo>
                    <a:pt x="1052" y="163"/>
                  </a:lnTo>
                  <a:lnTo>
                    <a:pt x="1052" y="163"/>
                  </a:lnTo>
                  <a:lnTo>
                    <a:pt x="1050" y="183"/>
                  </a:lnTo>
                  <a:lnTo>
                    <a:pt x="1047" y="203"/>
                  </a:lnTo>
                  <a:lnTo>
                    <a:pt x="1041" y="221"/>
                  </a:lnTo>
                  <a:lnTo>
                    <a:pt x="1034" y="237"/>
                  </a:lnTo>
                  <a:lnTo>
                    <a:pt x="1025" y="252"/>
                  </a:lnTo>
                  <a:lnTo>
                    <a:pt x="1014" y="264"/>
                  </a:lnTo>
                  <a:lnTo>
                    <a:pt x="1003" y="275"/>
                  </a:lnTo>
                  <a:lnTo>
                    <a:pt x="991" y="285"/>
                  </a:lnTo>
                  <a:lnTo>
                    <a:pt x="978" y="293"/>
                  </a:lnTo>
                  <a:lnTo>
                    <a:pt x="965" y="300"/>
                  </a:lnTo>
                  <a:lnTo>
                    <a:pt x="951" y="306"/>
                  </a:lnTo>
                  <a:lnTo>
                    <a:pt x="938" y="311"/>
                  </a:lnTo>
                  <a:lnTo>
                    <a:pt x="924" y="316"/>
                  </a:lnTo>
                  <a:lnTo>
                    <a:pt x="912" y="320"/>
                  </a:lnTo>
                  <a:lnTo>
                    <a:pt x="887" y="324"/>
                  </a:lnTo>
                  <a:lnTo>
                    <a:pt x="887" y="324"/>
                  </a:lnTo>
                  <a:lnTo>
                    <a:pt x="871" y="326"/>
                  </a:lnTo>
                  <a:lnTo>
                    <a:pt x="854" y="327"/>
                  </a:lnTo>
                  <a:lnTo>
                    <a:pt x="854" y="327"/>
                  </a:lnTo>
                  <a:lnTo>
                    <a:pt x="841" y="326"/>
                  </a:lnTo>
                  <a:lnTo>
                    <a:pt x="827" y="325"/>
                  </a:lnTo>
                  <a:lnTo>
                    <a:pt x="799" y="321"/>
                  </a:lnTo>
                  <a:lnTo>
                    <a:pt x="769" y="315"/>
                  </a:lnTo>
                  <a:lnTo>
                    <a:pt x="740" y="305"/>
                  </a:lnTo>
                  <a:lnTo>
                    <a:pt x="711" y="294"/>
                  </a:lnTo>
                  <a:lnTo>
                    <a:pt x="681" y="281"/>
                  </a:lnTo>
                  <a:lnTo>
                    <a:pt x="652" y="265"/>
                  </a:lnTo>
                  <a:lnTo>
                    <a:pt x="623" y="246"/>
                  </a:lnTo>
                  <a:lnTo>
                    <a:pt x="623" y="246"/>
                  </a:lnTo>
                  <a:lnTo>
                    <a:pt x="597" y="229"/>
                  </a:lnTo>
                  <a:lnTo>
                    <a:pt x="571" y="209"/>
                  </a:lnTo>
                  <a:lnTo>
                    <a:pt x="571" y="209"/>
                  </a:lnTo>
                  <a:lnTo>
                    <a:pt x="541" y="187"/>
                  </a:lnTo>
                  <a:lnTo>
                    <a:pt x="531" y="179"/>
                  </a:lnTo>
                  <a:lnTo>
                    <a:pt x="524" y="190"/>
                  </a:lnTo>
                  <a:lnTo>
                    <a:pt x="524" y="190"/>
                  </a:lnTo>
                  <a:lnTo>
                    <a:pt x="500" y="227"/>
                  </a:lnTo>
                  <a:lnTo>
                    <a:pt x="500" y="227"/>
                  </a:lnTo>
                  <a:lnTo>
                    <a:pt x="482" y="256"/>
                  </a:lnTo>
                  <a:lnTo>
                    <a:pt x="482" y="256"/>
                  </a:lnTo>
                  <a:lnTo>
                    <a:pt x="479" y="259"/>
                  </a:lnTo>
                  <a:lnTo>
                    <a:pt x="476" y="262"/>
                  </a:lnTo>
                  <a:lnTo>
                    <a:pt x="473" y="263"/>
                  </a:lnTo>
                  <a:lnTo>
                    <a:pt x="469" y="263"/>
                  </a:lnTo>
                  <a:lnTo>
                    <a:pt x="469" y="263"/>
                  </a:lnTo>
                  <a:lnTo>
                    <a:pt x="464" y="263"/>
                  </a:lnTo>
                  <a:lnTo>
                    <a:pt x="458" y="261"/>
                  </a:lnTo>
                  <a:lnTo>
                    <a:pt x="455" y="258"/>
                  </a:lnTo>
                  <a:lnTo>
                    <a:pt x="452" y="254"/>
                  </a:lnTo>
                  <a:lnTo>
                    <a:pt x="452" y="254"/>
                  </a:lnTo>
                  <a:lnTo>
                    <a:pt x="451" y="251"/>
                  </a:lnTo>
                  <a:lnTo>
                    <a:pt x="450" y="247"/>
                  </a:lnTo>
                  <a:lnTo>
                    <a:pt x="451" y="244"/>
                  </a:lnTo>
                  <a:lnTo>
                    <a:pt x="453" y="240"/>
                  </a:lnTo>
                  <a:lnTo>
                    <a:pt x="453" y="240"/>
                  </a:lnTo>
                  <a:lnTo>
                    <a:pt x="474" y="208"/>
                  </a:lnTo>
                  <a:lnTo>
                    <a:pt x="474" y="208"/>
                  </a:lnTo>
                  <a:lnTo>
                    <a:pt x="498" y="172"/>
                  </a:lnTo>
                  <a:lnTo>
                    <a:pt x="504" y="162"/>
                  </a:lnTo>
                  <a:lnTo>
                    <a:pt x="477" y="144"/>
                  </a:lnTo>
                  <a:lnTo>
                    <a:pt x="477" y="144"/>
                  </a:lnTo>
                  <a:lnTo>
                    <a:pt x="445" y="123"/>
                  </a:lnTo>
                  <a:lnTo>
                    <a:pt x="429" y="113"/>
                  </a:lnTo>
                  <a:lnTo>
                    <a:pt x="412" y="104"/>
                  </a:lnTo>
                  <a:lnTo>
                    <a:pt x="394" y="95"/>
                  </a:lnTo>
                  <a:lnTo>
                    <a:pt x="377" y="86"/>
                  </a:lnTo>
                  <a:lnTo>
                    <a:pt x="359" y="80"/>
                  </a:lnTo>
                  <a:lnTo>
                    <a:pt x="343" y="75"/>
                  </a:lnTo>
                  <a:lnTo>
                    <a:pt x="335" y="74"/>
                  </a:lnTo>
                  <a:lnTo>
                    <a:pt x="335" y="74"/>
                  </a:lnTo>
                  <a:lnTo>
                    <a:pt x="310" y="68"/>
                  </a:lnTo>
                  <a:lnTo>
                    <a:pt x="284" y="63"/>
                  </a:lnTo>
                  <a:lnTo>
                    <a:pt x="256" y="58"/>
                  </a:lnTo>
                  <a:lnTo>
                    <a:pt x="243" y="57"/>
                  </a:lnTo>
                  <a:lnTo>
                    <a:pt x="229" y="57"/>
                  </a:lnTo>
                  <a:lnTo>
                    <a:pt x="229" y="57"/>
                  </a:lnTo>
                  <a:lnTo>
                    <a:pt x="213" y="57"/>
                  </a:lnTo>
                  <a:lnTo>
                    <a:pt x="196" y="59"/>
                  </a:lnTo>
                  <a:lnTo>
                    <a:pt x="182" y="64"/>
                  </a:lnTo>
                  <a:lnTo>
                    <a:pt x="167" y="68"/>
                  </a:lnTo>
                  <a:lnTo>
                    <a:pt x="167" y="68"/>
                  </a:lnTo>
                  <a:lnTo>
                    <a:pt x="156" y="72"/>
                  </a:lnTo>
                  <a:lnTo>
                    <a:pt x="142" y="76"/>
                  </a:lnTo>
                  <a:lnTo>
                    <a:pt x="142" y="76"/>
                  </a:lnTo>
                  <a:lnTo>
                    <a:pt x="128" y="81"/>
                  </a:lnTo>
                  <a:lnTo>
                    <a:pt x="115" y="86"/>
                  </a:lnTo>
                  <a:lnTo>
                    <a:pt x="101" y="91"/>
                  </a:lnTo>
                  <a:lnTo>
                    <a:pt x="89" y="99"/>
                  </a:lnTo>
                  <a:lnTo>
                    <a:pt x="89" y="99"/>
                  </a:lnTo>
                  <a:lnTo>
                    <a:pt x="81" y="106"/>
                  </a:lnTo>
                  <a:lnTo>
                    <a:pt x="74" y="112"/>
                  </a:lnTo>
                  <a:lnTo>
                    <a:pt x="68" y="119"/>
                  </a:lnTo>
                  <a:lnTo>
                    <a:pt x="63" y="127"/>
                  </a:lnTo>
                  <a:lnTo>
                    <a:pt x="55" y="143"/>
                  </a:lnTo>
                  <a:lnTo>
                    <a:pt x="47" y="159"/>
                  </a:lnTo>
                  <a:lnTo>
                    <a:pt x="44" y="166"/>
                  </a:lnTo>
                  <a:lnTo>
                    <a:pt x="44" y="166"/>
                  </a:lnTo>
                  <a:lnTo>
                    <a:pt x="40" y="175"/>
                  </a:lnTo>
                  <a:lnTo>
                    <a:pt x="37" y="184"/>
                  </a:lnTo>
                  <a:lnTo>
                    <a:pt x="33" y="207"/>
                  </a:lnTo>
                  <a:lnTo>
                    <a:pt x="30" y="231"/>
                  </a:lnTo>
                  <a:lnTo>
                    <a:pt x="29" y="256"/>
                  </a:lnTo>
                  <a:lnTo>
                    <a:pt x="30" y="281"/>
                  </a:lnTo>
                  <a:lnTo>
                    <a:pt x="33" y="304"/>
                  </a:lnTo>
                  <a:lnTo>
                    <a:pt x="35" y="316"/>
                  </a:lnTo>
                  <a:lnTo>
                    <a:pt x="38" y="326"/>
                  </a:lnTo>
                  <a:lnTo>
                    <a:pt x="41" y="335"/>
                  </a:lnTo>
                  <a:lnTo>
                    <a:pt x="45" y="344"/>
                  </a:lnTo>
                  <a:lnTo>
                    <a:pt x="45" y="344"/>
                  </a:lnTo>
                  <a:lnTo>
                    <a:pt x="49" y="353"/>
                  </a:lnTo>
                  <a:lnTo>
                    <a:pt x="55" y="360"/>
                  </a:lnTo>
                  <a:lnTo>
                    <a:pt x="60" y="366"/>
                  </a:lnTo>
                  <a:lnTo>
                    <a:pt x="65" y="372"/>
                  </a:lnTo>
                  <a:lnTo>
                    <a:pt x="71" y="378"/>
                  </a:lnTo>
                  <a:lnTo>
                    <a:pt x="77" y="382"/>
                  </a:lnTo>
                  <a:lnTo>
                    <a:pt x="92" y="391"/>
                  </a:lnTo>
                  <a:lnTo>
                    <a:pt x="92" y="391"/>
                  </a:lnTo>
                  <a:lnTo>
                    <a:pt x="97" y="394"/>
                  </a:lnTo>
                  <a:lnTo>
                    <a:pt x="101" y="397"/>
                  </a:lnTo>
                  <a:lnTo>
                    <a:pt x="108" y="390"/>
                  </a:lnTo>
                  <a:lnTo>
                    <a:pt x="109" y="393"/>
                  </a:lnTo>
                  <a:lnTo>
                    <a:pt x="109" y="393"/>
                  </a:lnTo>
                  <a:lnTo>
                    <a:pt x="112" y="393"/>
                  </a:lnTo>
                  <a:lnTo>
                    <a:pt x="112" y="393"/>
                  </a:lnTo>
                  <a:lnTo>
                    <a:pt x="117" y="394"/>
                  </a:lnTo>
                  <a:lnTo>
                    <a:pt x="121" y="395"/>
                  </a:lnTo>
                  <a:lnTo>
                    <a:pt x="123" y="397"/>
                  </a:lnTo>
                  <a:lnTo>
                    <a:pt x="125" y="400"/>
                  </a:lnTo>
                  <a:lnTo>
                    <a:pt x="127" y="405"/>
                  </a:lnTo>
                  <a:lnTo>
                    <a:pt x="127" y="410"/>
                  </a:lnTo>
                  <a:lnTo>
                    <a:pt x="127" y="410"/>
                  </a:lnTo>
                  <a:lnTo>
                    <a:pt x="127" y="413"/>
                  </a:lnTo>
                  <a:lnTo>
                    <a:pt x="125" y="419"/>
                  </a:lnTo>
                  <a:lnTo>
                    <a:pt x="123" y="421"/>
                  </a:lnTo>
                  <a:lnTo>
                    <a:pt x="121" y="423"/>
                  </a:lnTo>
                  <a:lnTo>
                    <a:pt x="117" y="425"/>
                  </a:lnTo>
                  <a:lnTo>
                    <a:pt x="112" y="425"/>
                  </a:lnTo>
                  <a:lnTo>
                    <a:pt x="112" y="425"/>
                  </a:lnTo>
                  <a:lnTo>
                    <a:pt x="103" y="426"/>
                  </a:lnTo>
                  <a:lnTo>
                    <a:pt x="103" y="426"/>
                  </a:lnTo>
                  <a:lnTo>
                    <a:pt x="96" y="426"/>
                  </a:lnTo>
                  <a:lnTo>
                    <a:pt x="96" y="426"/>
                  </a:lnTo>
                  <a:close/>
                  <a:moveTo>
                    <a:pt x="819" y="29"/>
                  </a:moveTo>
                  <a:lnTo>
                    <a:pt x="819" y="29"/>
                  </a:lnTo>
                  <a:lnTo>
                    <a:pt x="805" y="31"/>
                  </a:lnTo>
                  <a:lnTo>
                    <a:pt x="788" y="32"/>
                  </a:lnTo>
                  <a:lnTo>
                    <a:pt x="771" y="34"/>
                  </a:lnTo>
                  <a:lnTo>
                    <a:pt x="754" y="37"/>
                  </a:lnTo>
                  <a:lnTo>
                    <a:pt x="736" y="41"/>
                  </a:lnTo>
                  <a:lnTo>
                    <a:pt x="717" y="46"/>
                  </a:lnTo>
                  <a:lnTo>
                    <a:pt x="675" y="58"/>
                  </a:lnTo>
                  <a:lnTo>
                    <a:pt x="675" y="58"/>
                  </a:lnTo>
                  <a:lnTo>
                    <a:pt x="659" y="65"/>
                  </a:lnTo>
                  <a:lnTo>
                    <a:pt x="643" y="72"/>
                  </a:lnTo>
                  <a:lnTo>
                    <a:pt x="628" y="80"/>
                  </a:lnTo>
                  <a:lnTo>
                    <a:pt x="613" y="90"/>
                  </a:lnTo>
                  <a:lnTo>
                    <a:pt x="599" y="101"/>
                  </a:lnTo>
                  <a:lnTo>
                    <a:pt x="586" y="113"/>
                  </a:lnTo>
                  <a:lnTo>
                    <a:pt x="572" y="127"/>
                  </a:lnTo>
                  <a:lnTo>
                    <a:pt x="559" y="142"/>
                  </a:lnTo>
                  <a:lnTo>
                    <a:pt x="550" y="152"/>
                  </a:lnTo>
                  <a:lnTo>
                    <a:pt x="562" y="160"/>
                  </a:lnTo>
                  <a:lnTo>
                    <a:pt x="562" y="160"/>
                  </a:lnTo>
                  <a:lnTo>
                    <a:pt x="582" y="174"/>
                  </a:lnTo>
                  <a:lnTo>
                    <a:pt x="602" y="190"/>
                  </a:lnTo>
                  <a:lnTo>
                    <a:pt x="602" y="190"/>
                  </a:lnTo>
                  <a:lnTo>
                    <a:pt x="632" y="213"/>
                  </a:lnTo>
                  <a:lnTo>
                    <a:pt x="648" y="224"/>
                  </a:lnTo>
                  <a:lnTo>
                    <a:pt x="664" y="234"/>
                  </a:lnTo>
                  <a:lnTo>
                    <a:pt x="664" y="234"/>
                  </a:lnTo>
                  <a:lnTo>
                    <a:pt x="688" y="246"/>
                  </a:lnTo>
                  <a:lnTo>
                    <a:pt x="704" y="255"/>
                  </a:lnTo>
                  <a:lnTo>
                    <a:pt x="723" y="264"/>
                  </a:lnTo>
                  <a:lnTo>
                    <a:pt x="744" y="272"/>
                  </a:lnTo>
                  <a:lnTo>
                    <a:pt x="765" y="279"/>
                  </a:lnTo>
                  <a:lnTo>
                    <a:pt x="787" y="286"/>
                  </a:lnTo>
                  <a:lnTo>
                    <a:pt x="797" y="288"/>
                  </a:lnTo>
                  <a:lnTo>
                    <a:pt x="808" y="289"/>
                  </a:lnTo>
                  <a:lnTo>
                    <a:pt x="808" y="289"/>
                  </a:lnTo>
                  <a:lnTo>
                    <a:pt x="834" y="291"/>
                  </a:lnTo>
                  <a:lnTo>
                    <a:pt x="859" y="292"/>
                  </a:lnTo>
                  <a:lnTo>
                    <a:pt x="859" y="292"/>
                  </a:lnTo>
                  <a:lnTo>
                    <a:pt x="882" y="291"/>
                  </a:lnTo>
                  <a:lnTo>
                    <a:pt x="903" y="289"/>
                  </a:lnTo>
                  <a:lnTo>
                    <a:pt x="922" y="285"/>
                  </a:lnTo>
                  <a:lnTo>
                    <a:pt x="940" y="279"/>
                  </a:lnTo>
                  <a:lnTo>
                    <a:pt x="955" y="273"/>
                  </a:lnTo>
                  <a:lnTo>
                    <a:pt x="970" y="265"/>
                  </a:lnTo>
                  <a:lnTo>
                    <a:pt x="983" y="255"/>
                  </a:lnTo>
                  <a:lnTo>
                    <a:pt x="994" y="243"/>
                  </a:lnTo>
                  <a:lnTo>
                    <a:pt x="994" y="243"/>
                  </a:lnTo>
                  <a:lnTo>
                    <a:pt x="1001" y="233"/>
                  </a:lnTo>
                  <a:lnTo>
                    <a:pt x="1007" y="222"/>
                  </a:lnTo>
                  <a:lnTo>
                    <a:pt x="1012" y="209"/>
                  </a:lnTo>
                  <a:lnTo>
                    <a:pt x="1016" y="197"/>
                  </a:lnTo>
                  <a:lnTo>
                    <a:pt x="1019" y="182"/>
                  </a:lnTo>
                  <a:lnTo>
                    <a:pt x="1021" y="169"/>
                  </a:lnTo>
                  <a:lnTo>
                    <a:pt x="1021" y="156"/>
                  </a:lnTo>
                  <a:lnTo>
                    <a:pt x="1020" y="142"/>
                  </a:lnTo>
                  <a:lnTo>
                    <a:pt x="1020" y="142"/>
                  </a:lnTo>
                  <a:lnTo>
                    <a:pt x="1019" y="134"/>
                  </a:lnTo>
                  <a:lnTo>
                    <a:pt x="1016" y="127"/>
                  </a:lnTo>
                  <a:lnTo>
                    <a:pt x="1014" y="119"/>
                  </a:lnTo>
                  <a:lnTo>
                    <a:pt x="1010" y="113"/>
                  </a:lnTo>
                  <a:lnTo>
                    <a:pt x="1007" y="107"/>
                  </a:lnTo>
                  <a:lnTo>
                    <a:pt x="1002" y="101"/>
                  </a:lnTo>
                  <a:lnTo>
                    <a:pt x="997" y="96"/>
                  </a:lnTo>
                  <a:lnTo>
                    <a:pt x="991" y="91"/>
                  </a:lnTo>
                  <a:lnTo>
                    <a:pt x="991" y="91"/>
                  </a:lnTo>
                  <a:lnTo>
                    <a:pt x="973" y="79"/>
                  </a:lnTo>
                  <a:lnTo>
                    <a:pt x="973" y="79"/>
                  </a:lnTo>
                  <a:lnTo>
                    <a:pt x="956" y="67"/>
                  </a:lnTo>
                  <a:lnTo>
                    <a:pt x="947" y="60"/>
                  </a:lnTo>
                  <a:lnTo>
                    <a:pt x="938" y="55"/>
                  </a:lnTo>
                  <a:lnTo>
                    <a:pt x="938" y="55"/>
                  </a:lnTo>
                  <a:lnTo>
                    <a:pt x="926" y="50"/>
                  </a:lnTo>
                  <a:lnTo>
                    <a:pt x="914" y="46"/>
                  </a:lnTo>
                  <a:lnTo>
                    <a:pt x="889" y="39"/>
                  </a:lnTo>
                  <a:lnTo>
                    <a:pt x="865" y="35"/>
                  </a:lnTo>
                  <a:lnTo>
                    <a:pt x="849" y="32"/>
                  </a:lnTo>
                  <a:lnTo>
                    <a:pt x="849" y="32"/>
                  </a:lnTo>
                  <a:lnTo>
                    <a:pt x="834" y="31"/>
                  </a:lnTo>
                  <a:lnTo>
                    <a:pt x="819" y="29"/>
                  </a:lnTo>
                  <a:lnTo>
                    <a:pt x="819" y="29"/>
                  </a:lnTo>
                  <a:close/>
                </a:path>
              </a:pathLst>
            </a:custGeom>
            <a:grpFill/>
            <a:ln>
              <a:solidFill>
                <a:schemeClr val="accent1">
                  <a:lumMod val="75000"/>
                  <a:alpha val="0"/>
                </a:schemeClr>
              </a:solidFill>
            </a:ln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</p:grpSp>
      <p:sp>
        <p:nvSpPr>
          <p:cNvPr id="58371" name="Content Placeholder 2"/>
          <p:cNvSpPr>
            <a:spLocks noGrp="1"/>
          </p:cNvSpPr>
          <p:nvPr>
            <p:ph idx="1"/>
          </p:nvPr>
        </p:nvSpPr>
        <p:spPr>
          <a:xfrm>
            <a:off x="274955" y="1757045"/>
            <a:ext cx="8288020" cy="4351020"/>
          </a:xfrm>
        </p:spPr>
        <p:txBody>
          <a:bodyPr>
            <a:normAutofit lnSpcReduction="10000"/>
          </a:bodyPr>
          <a:lstStyle/>
          <a:p>
            <a:r>
              <a:rPr lang="en-US" altLang="zh-CN" dirty="0"/>
              <a:t>Suppose we store n elements in the first n positions of the array</a:t>
            </a:r>
          </a:p>
          <a:p>
            <a:pPr lvl="1"/>
            <a:r>
              <a:rPr lang="en-US" altLang="zh-CN" sz="2800" dirty="0"/>
              <a:t>If we choose position 0 in the array as the front of the queue</a:t>
            </a:r>
          </a:p>
          <a:p>
            <a:pPr lvl="2"/>
            <a:r>
              <a:rPr lang="en-US" altLang="zh-CN" b="1" dirty="0" err="1">
                <a:solidFill>
                  <a:srgbClr val="008000"/>
                </a:solidFill>
              </a:rPr>
              <a:t>Dequeue</a:t>
            </a:r>
            <a:r>
              <a:rPr lang="en-US" altLang="zh-CN" dirty="0"/>
              <a:t> costs </a:t>
            </a:r>
            <a:r>
              <a:rPr lang="el-GR" altLang="zh-CN" dirty="0"/>
              <a:t>Θ</a:t>
            </a:r>
            <a:r>
              <a:rPr lang="en-US" altLang="zh-CN" dirty="0"/>
              <a:t>(n) time, while </a:t>
            </a:r>
            <a:r>
              <a:rPr lang="en-US" altLang="zh-CN" b="1" dirty="0" err="1">
                <a:solidFill>
                  <a:srgbClr val="FF0000"/>
                </a:solidFill>
              </a:rPr>
              <a:t>enqueue</a:t>
            </a:r>
            <a:r>
              <a:rPr lang="en-US" altLang="zh-CN" dirty="0"/>
              <a:t> costs </a:t>
            </a:r>
            <a:r>
              <a:rPr lang="el-GR" altLang="zh-CN" dirty="0"/>
              <a:t>Θ</a:t>
            </a:r>
            <a:r>
              <a:rPr lang="en-US" altLang="zh-CN" dirty="0"/>
              <a:t>(1) time</a:t>
            </a:r>
          </a:p>
          <a:p>
            <a:pPr lvl="1"/>
            <a:r>
              <a:rPr lang="en-US" altLang="zh-CN" sz="2800" dirty="0"/>
              <a:t>If  we choose position n-1 in the array as the front of the queue</a:t>
            </a:r>
          </a:p>
          <a:p>
            <a:pPr lvl="2"/>
            <a:r>
              <a:rPr lang="en-US" altLang="zh-CN" b="1" dirty="0" err="1">
                <a:solidFill>
                  <a:srgbClr val="008000"/>
                </a:solidFill>
              </a:rPr>
              <a:t>Dequeue</a:t>
            </a:r>
            <a:r>
              <a:rPr lang="en-US" altLang="zh-CN" dirty="0"/>
              <a:t> requires only </a:t>
            </a:r>
            <a:r>
              <a:rPr lang="el-GR" altLang="zh-CN" dirty="0"/>
              <a:t>Θ</a:t>
            </a:r>
            <a:r>
              <a:rPr lang="en-US" altLang="zh-CN" dirty="0"/>
              <a:t>(1) time, but </a:t>
            </a:r>
            <a:r>
              <a:rPr lang="en-US" altLang="zh-CN" b="1" dirty="0" err="1">
                <a:solidFill>
                  <a:srgbClr val="FF0000"/>
                </a:solidFill>
              </a:rPr>
              <a:t>enqueue</a:t>
            </a:r>
            <a:r>
              <a:rPr lang="en-US" altLang="zh-CN" dirty="0"/>
              <a:t> costs </a:t>
            </a:r>
            <a:r>
              <a:rPr lang="el-GR" altLang="zh-CN" dirty="0"/>
              <a:t>Θ</a:t>
            </a:r>
            <a:r>
              <a:rPr lang="en-US" altLang="zh-CN" dirty="0"/>
              <a:t>(n) time </a:t>
            </a:r>
          </a:p>
        </p:txBody>
      </p:sp>
      <p:sp>
        <p:nvSpPr>
          <p:cNvPr id="66564" name="Slide Number Placeholder 3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557530" indent="-21463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857250" indent="-1714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200150" indent="-1714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1543050" indent="-1714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1885950" indent="-1714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228850" indent="-1714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2571750" indent="-1714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2914650" indent="-1714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fld id="{079DA222-C8B1-410F-913B-0BCF748B3C89}" type="slidenum">
              <a:rPr lang="en-US" altLang="zh-CN" sz="465" smtClean="0"/>
              <a:pPr/>
              <a:t>44</a:t>
            </a:fld>
            <a:endParaRPr lang="en-US" altLang="zh-CN" sz="465"/>
          </a:p>
        </p:txBody>
      </p:sp>
      <p:sp>
        <p:nvSpPr>
          <p:cNvPr id="2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fld id="{93817306-20F4-4BC5-8895-CB585CCEC641}" type="datetime1">
              <a:rPr lang="zh-CN" altLang="en-US" sz="465" smtClean="0"/>
              <a:pPr>
                <a:defRPr/>
              </a:pPr>
              <a:t>2025/12/16</a:t>
            </a:fld>
            <a:endParaRPr lang="zh-CN" altLang="en-US" sz="465"/>
          </a:p>
        </p:txBody>
      </p:sp>
      <p:sp>
        <p:nvSpPr>
          <p:cNvPr id="3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altLang="zh-CN" sz="465"/>
              <a:t>Stacks and Queues - Lecture 6</a:t>
            </a:r>
            <a:endParaRPr lang="zh-CN" altLang="en-US" sz="465"/>
          </a:p>
        </p:txBody>
      </p:sp>
    </p:spTree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矩形 4"/>
          <p:cNvSpPr/>
          <p:nvPr>
            <p:custDataLst>
              <p:tags r:id="rId1"/>
            </p:custDataLst>
          </p:nvPr>
        </p:nvSpPr>
        <p:spPr>
          <a:xfrm>
            <a:off x="207010" y="708025"/>
            <a:ext cx="4396740" cy="1530350"/>
          </a:xfrm>
          <a:prstGeom prst="rect">
            <a:avLst/>
          </a:prstGeom>
          <a:solidFill>
            <a:srgbClr val="1E7AB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350">
              <a:latin typeface="Noto Serif CJK SC" panose="02020400000000000000" pitchFamily="18" charset="-122"/>
              <a:ea typeface="FZHei-B01S" panose="02010601030101010101" pitchFamily="2" charset="-122"/>
              <a:sym typeface="Noto Serif CJK SC" panose="02020400000000000000" pitchFamily="18" charset="-122"/>
            </a:endParaRPr>
          </a:p>
        </p:txBody>
      </p:sp>
      <p:sp>
        <p:nvSpPr>
          <p:cNvPr id="7" name="矩形 6"/>
          <p:cNvSpPr/>
          <p:nvPr>
            <p:custDataLst>
              <p:tags r:id="rId2"/>
            </p:custDataLst>
          </p:nvPr>
        </p:nvSpPr>
        <p:spPr>
          <a:xfrm>
            <a:off x="207010" y="1406525"/>
            <a:ext cx="8709660" cy="488569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350">
              <a:latin typeface="Noto Serif CJK SC" panose="02020400000000000000" pitchFamily="18" charset="-122"/>
              <a:ea typeface="FZHei-B01S" panose="02010601030101010101" pitchFamily="2" charset="-122"/>
              <a:sym typeface="Noto Serif CJK SC" panose="02020400000000000000" pitchFamily="18" charset="-122"/>
            </a:endParaRPr>
          </a:p>
        </p:txBody>
      </p:sp>
      <p:sp>
        <p:nvSpPr>
          <p:cNvPr id="11" name="Title 1"/>
          <p:cNvSpPr>
            <a:spLocks noGrp="1"/>
          </p:cNvSpPr>
          <p:nvPr>
            <p:custDataLst>
              <p:tags r:id="rId3"/>
            </p:custDataLst>
          </p:nvPr>
        </p:nvSpPr>
        <p:spPr>
          <a:xfrm>
            <a:off x="368935" y="751840"/>
            <a:ext cx="6592570" cy="72136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5335" kern="120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+mj-ea"/>
                <a:cs typeface="Times New Roman" panose="02020603050405020304" pitchFamily="18" charset="0"/>
              </a:defRPr>
            </a:lvl1pPr>
          </a:lstStyle>
          <a:p>
            <a:r>
              <a:rPr lang="en-US" altLang="zh-CN" sz="3600" dirty="0">
                <a:solidFill>
                  <a:schemeClr val="bg1"/>
                </a:solidFill>
              </a:rPr>
              <a:t>Array-Based Queues</a:t>
            </a:r>
          </a:p>
        </p:txBody>
      </p:sp>
      <p:pic>
        <p:nvPicPr>
          <p:cNvPr id="13" name="图片 12" descr="华工标志（透明版"/>
          <p:cNvPicPr>
            <a:picLocks noChangeAspect="1"/>
          </p:cNvPicPr>
          <p:nvPr>
            <p:custDataLst>
              <p:tags r:id="rId4"/>
            </p:custDataLst>
          </p:nvPr>
        </p:nvPicPr>
        <p:blipFill>
          <a:blip r:embed="rId29" cstate="print"/>
          <a:stretch>
            <a:fillRect/>
          </a:stretch>
        </p:blipFill>
        <p:spPr>
          <a:xfrm>
            <a:off x="7740015" y="116205"/>
            <a:ext cx="1230630" cy="1230630"/>
          </a:xfrm>
          <a:prstGeom prst="rect">
            <a:avLst/>
          </a:prstGeom>
        </p:spPr>
      </p:pic>
      <p:grpSp>
        <p:nvGrpSpPr>
          <p:cNvPr id="951" name="组合 950"/>
          <p:cNvGrpSpPr/>
          <p:nvPr/>
        </p:nvGrpSpPr>
        <p:grpSpPr>
          <a:xfrm rot="3780000">
            <a:off x="7806690" y="5443855"/>
            <a:ext cx="740410" cy="758825"/>
            <a:chOff x="3282950" y="1154113"/>
            <a:chExt cx="698501" cy="715963"/>
          </a:xfrm>
          <a:solidFill>
            <a:schemeClr val="accent1">
              <a:lumMod val="75000"/>
              <a:alpha val="37000"/>
            </a:schemeClr>
          </a:solidFill>
        </p:grpSpPr>
        <p:sp>
          <p:nvSpPr>
            <p:cNvPr id="17289" name="Freeform 905"/>
            <p:cNvSpPr/>
            <p:nvPr>
              <p:custDataLst>
                <p:tags r:id="rId5"/>
              </p:custDataLst>
            </p:nvPr>
          </p:nvSpPr>
          <p:spPr bwMode="auto">
            <a:xfrm>
              <a:off x="3324225" y="1268413"/>
              <a:ext cx="55563" cy="153988"/>
            </a:xfrm>
            <a:custGeom>
              <a:avLst/>
              <a:gdLst/>
              <a:ahLst/>
              <a:cxnLst>
                <a:cxn ang="0">
                  <a:pos x="96" y="3"/>
                </a:cxn>
                <a:cxn ang="0">
                  <a:pos x="96" y="3"/>
                </a:cxn>
                <a:cxn ang="0">
                  <a:pos x="86" y="18"/>
                </a:cxn>
                <a:cxn ang="0">
                  <a:pos x="77" y="35"/>
                </a:cxn>
                <a:cxn ang="0">
                  <a:pos x="70" y="51"/>
                </a:cxn>
                <a:cxn ang="0">
                  <a:pos x="63" y="69"/>
                </a:cxn>
                <a:cxn ang="0">
                  <a:pos x="50" y="104"/>
                </a:cxn>
                <a:cxn ang="0">
                  <a:pos x="39" y="138"/>
                </a:cxn>
                <a:cxn ang="0">
                  <a:pos x="39" y="138"/>
                </a:cxn>
                <a:cxn ang="0">
                  <a:pos x="27" y="174"/>
                </a:cxn>
                <a:cxn ang="0">
                  <a:pos x="15" y="210"/>
                </a:cxn>
                <a:cxn ang="0">
                  <a:pos x="10" y="229"/>
                </a:cxn>
                <a:cxn ang="0">
                  <a:pos x="5" y="247"/>
                </a:cxn>
                <a:cxn ang="0">
                  <a:pos x="2" y="266"/>
                </a:cxn>
                <a:cxn ang="0">
                  <a:pos x="0" y="285"/>
                </a:cxn>
                <a:cxn ang="0">
                  <a:pos x="0" y="285"/>
                </a:cxn>
                <a:cxn ang="0">
                  <a:pos x="1" y="287"/>
                </a:cxn>
                <a:cxn ang="0">
                  <a:pos x="2" y="288"/>
                </a:cxn>
                <a:cxn ang="0">
                  <a:pos x="3" y="289"/>
                </a:cxn>
                <a:cxn ang="0">
                  <a:pos x="5" y="290"/>
                </a:cxn>
                <a:cxn ang="0">
                  <a:pos x="6" y="289"/>
                </a:cxn>
                <a:cxn ang="0">
                  <a:pos x="8" y="288"/>
                </a:cxn>
                <a:cxn ang="0">
                  <a:pos x="9" y="287"/>
                </a:cxn>
                <a:cxn ang="0">
                  <a:pos x="10" y="285"/>
                </a:cxn>
                <a:cxn ang="0">
                  <a:pos x="10" y="285"/>
                </a:cxn>
                <a:cxn ang="0">
                  <a:pos x="11" y="266"/>
                </a:cxn>
                <a:cxn ang="0">
                  <a:pos x="15" y="247"/>
                </a:cxn>
                <a:cxn ang="0">
                  <a:pos x="19" y="230"/>
                </a:cxn>
                <a:cxn ang="0">
                  <a:pos x="25" y="211"/>
                </a:cxn>
                <a:cxn ang="0">
                  <a:pos x="36" y="176"/>
                </a:cxn>
                <a:cxn ang="0">
                  <a:pos x="48" y="141"/>
                </a:cxn>
                <a:cxn ang="0">
                  <a:pos x="48" y="141"/>
                </a:cxn>
                <a:cxn ang="0">
                  <a:pos x="60" y="107"/>
                </a:cxn>
                <a:cxn ang="0">
                  <a:pos x="71" y="72"/>
                </a:cxn>
                <a:cxn ang="0">
                  <a:pos x="78" y="55"/>
                </a:cxn>
                <a:cxn ang="0">
                  <a:pos x="86" y="39"/>
                </a:cxn>
                <a:cxn ang="0">
                  <a:pos x="94" y="22"/>
                </a:cxn>
                <a:cxn ang="0">
                  <a:pos x="104" y="8"/>
                </a:cxn>
                <a:cxn ang="0">
                  <a:pos x="104" y="8"/>
                </a:cxn>
                <a:cxn ang="0">
                  <a:pos x="105" y="6"/>
                </a:cxn>
                <a:cxn ang="0">
                  <a:pos x="104" y="4"/>
                </a:cxn>
                <a:cxn ang="0">
                  <a:pos x="104" y="3"/>
                </a:cxn>
                <a:cxn ang="0">
                  <a:pos x="102" y="2"/>
                </a:cxn>
                <a:cxn ang="0">
                  <a:pos x="99" y="0"/>
                </a:cxn>
                <a:cxn ang="0">
                  <a:pos x="97" y="2"/>
                </a:cxn>
                <a:cxn ang="0">
                  <a:pos x="96" y="3"/>
                </a:cxn>
                <a:cxn ang="0">
                  <a:pos x="96" y="3"/>
                </a:cxn>
              </a:cxnLst>
              <a:rect l="0" t="0" r="r" b="b"/>
              <a:pathLst>
                <a:path w="105" h="290">
                  <a:moveTo>
                    <a:pt x="96" y="3"/>
                  </a:moveTo>
                  <a:lnTo>
                    <a:pt x="96" y="3"/>
                  </a:lnTo>
                  <a:lnTo>
                    <a:pt x="86" y="18"/>
                  </a:lnTo>
                  <a:lnTo>
                    <a:pt x="77" y="35"/>
                  </a:lnTo>
                  <a:lnTo>
                    <a:pt x="70" y="51"/>
                  </a:lnTo>
                  <a:lnTo>
                    <a:pt x="63" y="69"/>
                  </a:lnTo>
                  <a:lnTo>
                    <a:pt x="50" y="104"/>
                  </a:lnTo>
                  <a:lnTo>
                    <a:pt x="39" y="138"/>
                  </a:lnTo>
                  <a:lnTo>
                    <a:pt x="39" y="138"/>
                  </a:lnTo>
                  <a:lnTo>
                    <a:pt x="27" y="174"/>
                  </a:lnTo>
                  <a:lnTo>
                    <a:pt x="15" y="210"/>
                  </a:lnTo>
                  <a:lnTo>
                    <a:pt x="10" y="229"/>
                  </a:lnTo>
                  <a:lnTo>
                    <a:pt x="5" y="247"/>
                  </a:lnTo>
                  <a:lnTo>
                    <a:pt x="2" y="266"/>
                  </a:lnTo>
                  <a:lnTo>
                    <a:pt x="0" y="285"/>
                  </a:lnTo>
                  <a:lnTo>
                    <a:pt x="0" y="285"/>
                  </a:lnTo>
                  <a:lnTo>
                    <a:pt x="1" y="287"/>
                  </a:lnTo>
                  <a:lnTo>
                    <a:pt x="2" y="288"/>
                  </a:lnTo>
                  <a:lnTo>
                    <a:pt x="3" y="289"/>
                  </a:lnTo>
                  <a:lnTo>
                    <a:pt x="5" y="290"/>
                  </a:lnTo>
                  <a:lnTo>
                    <a:pt x="6" y="289"/>
                  </a:lnTo>
                  <a:lnTo>
                    <a:pt x="8" y="288"/>
                  </a:lnTo>
                  <a:lnTo>
                    <a:pt x="9" y="287"/>
                  </a:lnTo>
                  <a:lnTo>
                    <a:pt x="10" y="285"/>
                  </a:lnTo>
                  <a:lnTo>
                    <a:pt x="10" y="285"/>
                  </a:lnTo>
                  <a:lnTo>
                    <a:pt x="11" y="266"/>
                  </a:lnTo>
                  <a:lnTo>
                    <a:pt x="15" y="247"/>
                  </a:lnTo>
                  <a:lnTo>
                    <a:pt x="19" y="230"/>
                  </a:lnTo>
                  <a:lnTo>
                    <a:pt x="25" y="211"/>
                  </a:lnTo>
                  <a:lnTo>
                    <a:pt x="36" y="176"/>
                  </a:lnTo>
                  <a:lnTo>
                    <a:pt x="48" y="141"/>
                  </a:lnTo>
                  <a:lnTo>
                    <a:pt x="48" y="141"/>
                  </a:lnTo>
                  <a:lnTo>
                    <a:pt x="60" y="107"/>
                  </a:lnTo>
                  <a:lnTo>
                    <a:pt x="71" y="72"/>
                  </a:lnTo>
                  <a:lnTo>
                    <a:pt x="78" y="55"/>
                  </a:lnTo>
                  <a:lnTo>
                    <a:pt x="86" y="39"/>
                  </a:lnTo>
                  <a:lnTo>
                    <a:pt x="94" y="22"/>
                  </a:lnTo>
                  <a:lnTo>
                    <a:pt x="104" y="8"/>
                  </a:lnTo>
                  <a:lnTo>
                    <a:pt x="104" y="8"/>
                  </a:lnTo>
                  <a:lnTo>
                    <a:pt x="105" y="6"/>
                  </a:lnTo>
                  <a:lnTo>
                    <a:pt x="104" y="4"/>
                  </a:lnTo>
                  <a:lnTo>
                    <a:pt x="104" y="3"/>
                  </a:lnTo>
                  <a:lnTo>
                    <a:pt x="102" y="2"/>
                  </a:lnTo>
                  <a:lnTo>
                    <a:pt x="99" y="0"/>
                  </a:lnTo>
                  <a:lnTo>
                    <a:pt x="97" y="2"/>
                  </a:lnTo>
                  <a:lnTo>
                    <a:pt x="96" y="3"/>
                  </a:lnTo>
                  <a:lnTo>
                    <a:pt x="96" y="3"/>
                  </a:lnTo>
                  <a:close/>
                </a:path>
              </a:pathLst>
            </a:custGeom>
            <a:grpFill/>
            <a:ln>
              <a:solidFill>
                <a:schemeClr val="accent1">
                  <a:lumMod val="75000"/>
                  <a:alpha val="0"/>
                </a:schemeClr>
              </a:solidFill>
            </a:ln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290" name="Freeform 906"/>
            <p:cNvSpPr/>
            <p:nvPr>
              <p:custDataLst>
                <p:tags r:id="rId6"/>
              </p:custDataLst>
            </p:nvPr>
          </p:nvSpPr>
          <p:spPr bwMode="auto">
            <a:xfrm>
              <a:off x="3325813" y="1239838"/>
              <a:ext cx="88900" cy="280988"/>
            </a:xfrm>
            <a:custGeom>
              <a:avLst/>
              <a:gdLst/>
              <a:ahLst/>
              <a:cxnLst>
                <a:cxn ang="0">
                  <a:pos x="156" y="4"/>
                </a:cxn>
                <a:cxn ang="0">
                  <a:pos x="152" y="37"/>
                </a:cxn>
                <a:cxn ang="0">
                  <a:pos x="143" y="70"/>
                </a:cxn>
                <a:cxn ang="0">
                  <a:pos x="121" y="134"/>
                </a:cxn>
                <a:cxn ang="0">
                  <a:pos x="108" y="168"/>
                </a:cxn>
                <a:cxn ang="0">
                  <a:pos x="82" y="235"/>
                </a:cxn>
                <a:cxn ang="0">
                  <a:pos x="68" y="268"/>
                </a:cxn>
                <a:cxn ang="0">
                  <a:pos x="58" y="301"/>
                </a:cxn>
                <a:cxn ang="0">
                  <a:pos x="38" y="399"/>
                </a:cxn>
                <a:cxn ang="0">
                  <a:pos x="35" y="416"/>
                </a:cxn>
                <a:cxn ang="0">
                  <a:pos x="26" y="446"/>
                </a:cxn>
                <a:cxn ang="0">
                  <a:pos x="20" y="461"/>
                </a:cxn>
                <a:cxn ang="0">
                  <a:pos x="11" y="492"/>
                </a:cxn>
                <a:cxn ang="0">
                  <a:pos x="2" y="522"/>
                </a:cxn>
                <a:cxn ang="0">
                  <a:pos x="0" y="524"/>
                </a:cxn>
                <a:cxn ang="0">
                  <a:pos x="1" y="528"/>
                </a:cxn>
                <a:cxn ang="0">
                  <a:pos x="1" y="529"/>
                </a:cxn>
                <a:cxn ang="0">
                  <a:pos x="3" y="531"/>
                </a:cxn>
                <a:cxn ang="0">
                  <a:pos x="7" y="531"/>
                </a:cxn>
                <a:cxn ang="0">
                  <a:pos x="9" y="529"/>
                </a:cxn>
                <a:cxn ang="0">
                  <a:pos x="18" y="505"/>
                </a:cxn>
                <a:cxn ang="0">
                  <a:pos x="23" y="480"/>
                </a:cxn>
                <a:cxn ang="0">
                  <a:pos x="29" y="462"/>
                </a:cxn>
                <a:cxn ang="0">
                  <a:pos x="41" y="428"/>
                </a:cxn>
                <a:cxn ang="0">
                  <a:pos x="46" y="410"/>
                </a:cxn>
                <a:cxn ang="0">
                  <a:pos x="59" y="341"/>
                </a:cxn>
                <a:cxn ang="0">
                  <a:pos x="71" y="288"/>
                </a:cxn>
                <a:cxn ang="0">
                  <a:pos x="77" y="271"/>
                </a:cxn>
                <a:cxn ang="0">
                  <a:pos x="105" y="200"/>
                </a:cxn>
                <a:cxn ang="0">
                  <a:pos x="132" y="129"/>
                </a:cxn>
                <a:cxn ang="0">
                  <a:pos x="143" y="98"/>
                </a:cxn>
                <a:cxn ang="0">
                  <a:pos x="158" y="51"/>
                </a:cxn>
                <a:cxn ang="0">
                  <a:pos x="164" y="20"/>
                </a:cxn>
                <a:cxn ang="0">
                  <a:pos x="166" y="4"/>
                </a:cxn>
                <a:cxn ang="0">
                  <a:pos x="164" y="1"/>
                </a:cxn>
                <a:cxn ang="0">
                  <a:pos x="161" y="0"/>
                </a:cxn>
                <a:cxn ang="0">
                  <a:pos x="158" y="1"/>
                </a:cxn>
                <a:cxn ang="0">
                  <a:pos x="156" y="4"/>
                </a:cxn>
              </a:cxnLst>
              <a:rect l="0" t="0" r="r" b="b"/>
              <a:pathLst>
                <a:path w="166" h="531">
                  <a:moveTo>
                    <a:pt x="156" y="4"/>
                  </a:moveTo>
                  <a:lnTo>
                    <a:pt x="156" y="4"/>
                  </a:lnTo>
                  <a:lnTo>
                    <a:pt x="155" y="20"/>
                  </a:lnTo>
                  <a:lnTo>
                    <a:pt x="152" y="37"/>
                  </a:lnTo>
                  <a:lnTo>
                    <a:pt x="148" y="53"/>
                  </a:lnTo>
                  <a:lnTo>
                    <a:pt x="143" y="70"/>
                  </a:lnTo>
                  <a:lnTo>
                    <a:pt x="132" y="103"/>
                  </a:lnTo>
                  <a:lnTo>
                    <a:pt x="121" y="134"/>
                  </a:lnTo>
                  <a:lnTo>
                    <a:pt x="121" y="134"/>
                  </a:lnTo>
                  <a:lnTo>
                    <a:pt x="108" y="168"/>
                  </a:lnTo>
                  <a:lnTo>
                    <a:pt x="95" y="202"/>
                  </a:lnTo>
                  <a:lnTo>
                    <a:pt x="82" y="235"/>
                  </a:lnTo>
                  <a:lnTo>
                    <a:pt x="68" y="268"/>
                  </a:lnTo>
                  <a:lnTo>
                    <a:pt x="68" y="268"/>
                  </a:lnTo>
                  <a:lnTo>
                    <a:pt x="63" y="285"/>
                  </a:lnTo>
                  <a:lnTo>
                    <a:pt x="58" y="301"/>
                  </a:lnTo>
                  <a:lnTo>
                    <a:pt x="51" y="333"/>
                  </a:lnTo>
                  <a:lnTo>
                    <a:pt x="38" y="399"/>
                  </a:lnTo>
                  <a:lnTo>
                    <a:pt x="38" y="399"/>
                  </a:lnTo>
                  <a:lnTo>
                    <a:pt x="35" y="416"/>
                  </a:lnTo>
                  <a:lnTo>
                    <a:pt x="31" y="431"/>
                  </a:lnTo>
                  <a:lnTo>
                    <a:pt x="26" y="446"/>
                  </a:lnTo>
                  <a:lnTo>
                    <a:pt x="20" y="461"/>
                  </a:lnTo>
                  <a:lnTo>
                    <a:pt x="20" y="461"/>
                  </a:lnTo>
                  <a:lnTo>
                    <a:pt x="15" y="476"/>
                  </a:lnTo>
                  <a:lnTo>
                    <a:pt x="11" y="492"/>
                  </a:lnTo>
                  <a:lnTo>
                    <a:pt x="7" y="507"/>
                  </a:lnTo>
                  <a:lnTo>
                    <a:pt x="2" y="522"/>
                  </a:lnTo>
                  <a:lnTo>
                    <a:pt x="2" y="522"/>
                  </a:lnTo>
                  <a:lnTo>
                    <a:pt x="0" y="524"/>
                  </a:lnTo>
                  <a:lnTo>
                    <a:pt x="0" y="526"/>
                  </a:lnTo>
                  <a:lnTo>
                    <a:pt x="1" y="528"/>
                  </a:lnTo>
                  <a:lnTo>
                    <a:pt x="1" y="528"/>
                  </a:lnTo>
                  <a:lnTo>
                    <a:pt x="1" y="529"/>
                  </a:lnTo>
                  <a:lnTo>
                    <a:pt x="1" y="529"/>
                  </a:lnTo>
                  <a:lnTo>
                    <a:pt x="3" y="531"/>
                  </a:lnTo>
                  <a:lnTo>
                    <a:pt x="5" y="531"/>
                  </a:lnTo>
                  <a:lnTo>
                    <a:pt x="7" y="531"/>
                  </a:lnTo>
                  <a:lnTo>
                    <a:pt x="9" y="529"/>
                  </a:lnTo>
                  <a:lnTo>
                    <a:pt x="9" y="529"/>
                  </a:lnTo>
                  <a:lnTo>
                    <a:pt x="13" y="517"/>
                  </a:lnTo>
                  <a:lnTo>
                    <a:pt x="18" y="505"/>
                  </a:lnTo>
                  <a:lnTo>
                    <a:pt x="20" y="492"/>
                  </a:lnTo>
                  <a:lnTo>
                    <a:pt x="23" y="480"/>
                  </a:lnTo>
                  <a:lnTo>
                    <a:pt x="23" y="480"/>
                  </a:lnTo>
                  <a:lnTo>
                    <a:pt x="29" y="462"/>
                  </a:lnTo>
                  <a:lnTo>
                    <a:pt x="35" y="446"/>
                  </a:lnTo>
                  <a:lnTo>
                    <a:pt x="41" y="428"/>
                  </a:lnTo>
                  <a:lnTo>
                    <a:pt x="46" y="410"/>
                  </a:lnTo>
                  <a:lnTo>
                    <a:pt x="46" y="410"/>
                  </a:lnTo>
                  <a:lnTo>
                    <a:pt x="53" y="375"/>
                  </a:lnTo>
                  <a:lnTo>
                    <a:pt x="59" y="341"/>
                  </a:lnTo>
                  <a:lnTo>
                    <a:pt x="67" y="305"/>
                  </a:lnTo>
                  <a:lnTo>
                    <a:pt x="71" y="288"/>
                  </a:lnTo>
                  <a:lnTo>
                    <a:pt x="77" y="271"/>
                  </a:lnTo>
                  <a:lnTo>
                    <a:pt x="77" y="271"/>
                  </a:lnTo>
                  <a:lnTo>
                    <a:pt x="91" y="235"/>
                  </a:lnTo>
                  <a:lnTo>
                    <a:pt x="105" y="200"/>
                  </a:lnTo>
                  <a:lnTo>
                    <a:pt x="120" y="165"/>
                  </a:lnTo>
                  <a:lnTo>
                    <a:pt x="132" y="129"/>
                  </a:lnTo>
                  <a:lnTo>
                    <a:pt x="132" y="129"/>
                  </a:lnTo>
                  <a:lnTo>
                    <a:pt x="143" y="98"/>
                  </a:lnTo>
                  <a:lnTo>
                    <a:pt x="154" y="67"/>
                  </a:lnTo>
                  <a:lnTo>
                    <a:pt x="158" y="51"/>
                  </a:lnTo>
                  <a:lnTo>
                    <a:pt x="162" y="36"/>
                  </a:lnTo>
                  <a:lnTo>
                    <a:pt x="164" y="20"/>
                  </a:lnTo>
                  <a:lnTo>
                    <a:pt x="166" y="4"/>
                  </a:lnTo>
                  <a:lnTo>
                    <a:pt x="166" y="4"/>
                  </a:lnTo>
                  <a:lnTo>
                    <a:pt x="165" y="2"/>
                  </a:lnTo>
                  <a:lnTo>
                    <a:pt x="164" y="1"/>
                  </a:lnTo>
                  <a:lnTo>
                    <a:pt x="163" y="0"/>
                  </a:lnTo>
                  <a:lnTo>
                    <a:pt x="161" y="0"/>
                  </a:lnTo>
                  <a:lnTo>
                    <a:pt x="160" y="0"/>
                  </a:lnTo>
                  <a:lnTo>
                    <a:pt x="158" y="1"/>
                  </a:lnTo>
                  <a:lnTo>
                    <a:pt x="157" y="2"/>
                  </a:lnTo>
                  <a:lnTo>
                    <a:pt x="156" y="4"/>
                  </a:lnTo>
                  <a:lnTo>
                    <a:pt x="156" y="4"/>
                  </a:lnTo>
                  <a:close/>
                </a:path>
              </a:pathLst>
            </a:custGeom>
            <a:grpFill/>
            <a:ln>
              <a:solidFill>
                <a:schemeClr val="accent1">
                  <a:lumMod val="75000"/>
                  <a:alpha val="0"/>
                </a:schemeClr>
              </a:solidFill>
            </a:ln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291" name="Freeform 907"/>
            <p:cNvSpPr/>
            <p:nvPr>
              <p:custDataLst>
                <p:tags r:id="rId7"/>
              </p:custDataLst>
            </p:nvPr>
          </p:nvSpPr>
          <p:spPr bwMode="auto">
            <a:xfrm>
              <a:off x="3338513" y="1404938"/>
              <a:ext cx="58738" cy="168275"/>
            </a:xfrm>
            <a:custGeom>
              <a:avLst/>
              <a:gdLst/>
              <a:ahLst/>
              <a:cxnLst>
                <a:cxn ang="0">
                  <a:pos x="99" y="4"/>
                </a:cxn>
                <a:cxn ang="0">
                  <a:pos x="99" y="4"/>
                </a:cxn>
                <a:cxn ang="0">
                  <a:pos x="98" y="14"/>
                </a:cxn>
                <a:cxn ang="0">
                  <a:pos x="97" y="23"/>
                </a:cxn>
                <a:cxn ang="0">
                  <a:pos x="92" y="43"/>
                </a:cxn>
                <a:cxn ang="0">
                  <a:pos x="79" y="81"/>
                </a:cxn>
                <a:cxn ang="0">
                  <a:pos x="79" y="81"/>
                </a:cxn>
                <a:cxn ang="0">
                  <a:pos x="73" y="103"/>
                </a:cxn>
                <a:cxn ang="0">
                  <a:pos x="68" y="125"/>
                </a:cxn>
                <a:cxn ang="0">
                  <a:pos x="57" y="169"/>
                </a:cxn>
                <a:cxn ang="0">
                  <a:pos x="57" y="169"/>
                </a:cxn>
                <a:cxn ang="0">
                  <a:pos x="51" y="188"/>
                </a:cxn>
                <a:cxn ang="0">
                  <a:pos x="43" y="205"/>
                </a:cxn>
                <a:cxn ang="0">
                  <a:pos x="35" y="223"/>
                </a:cxn>
                <a:cxn ang="0">
                  <a:pos x="26" y="239"/>
                </a:cxn>
                <a:cxn ang="0">
                  <a:pos x="17" y="257"/>
                </a:cxn>
                <a:cxn ang="0">
                  <a:pos x="10" y="274"/>
                </a:cxn>
                <a:cxn ang="0">
                  <a:pos x="4" y="293"/>
                </a:cxn>
                <a:cxn ang="0">
                  <a:pos x="1" y="302"/>
                </a:cxn>
                <a:cxn ang="0">
                  <a:pos x="0" y="313"/>
                </a:cxn>
                <a:cxn ang="0">
                  <a:pos x="0" y="313"/>
                </a:cxn>
                <a:cxn ang="0">
                  <a:pos x="0" y="314"/>
                </a:cxn>
                <a:cxn ang="0">
                  <a:pos x="1" y="316"/>
                </a:cxn>
                <a:cxn ang="0">
                  <a:pos x="2" y="317"/>
                </a:cxn>
                <a:cxn ang="0">
                  <a:pos x="4" y="317"/>
                </a:cxn>
                <a:cxn ang="0">
                  <a:pos x="7" y="316"/>
                </a:cxn>
                <a:cxn ang="0">
                  <a:pos x="9" y="314"/>
                </a:cxn>
                <a:cxn ang="0">
                  <a:pos x="9" y="313"/>
                </a:cxn>
                <a:cxn ang="0">
                  <a:pos x="9" y="313"/>
                </a:cxn>
                <a:cxn ang="0">
                  <a:pos x="11" y="302"/>
                </a:cxn>
                <a:cxn ang="0">
                  <a:pos x="13" y="292"/>
                </a:cxn>
                <a:cxn ang="0">
                  <a:pos x="19" y="273"/>
                </a:cxn>
                <a:cxn ang="0">
                  <a:pos x="28" y="255"/>
                </a:cxn>
                <a:cxn ang="0">
                  <a:pos x="36" y="237"/>
                </a:cxn>
                <a:cxn ang="0">
                  <a:pos x="45" y="220"/>
                </a:cxn>
                <a:cxn ang="0">
                  <a:pos x="54" y="201"/>
                </a:cxn>
                <a:cxn ang="0">
                  <a:pos x="62" y="182"/>
                </a:cxn>
                <a:cxn ang="0">
                  <a:pos x="68" y="164"/>
                </a:cxn>
                <a:cxn ang="0">
                  <a:pos x="68" y="164"/>
                </a:cxn>
                <a:cxn ang="0">
                  <a:pos x="79" y="119"/>
                </a:cxn>
                <a:cxn ang="0">
                  <a:pos x="91" y="76"/>
                </a:cxn>
                <a:cxn ang="0">
                  <a:pos x="91" y="76"/>
                </a:cxn>
                <a:cxn ang="0">
                  <a:pos x="102" y="40"/>
                </a:cxn>
                <a:cxn ang="0">
                  <a:pos x="106" y="22"/>
                </a:cxn>
                <a:cxn ang="0">
                  <a:pos x="109" y="4"/>
                </a:cxn>
                <a:cxn ang="0">
                  <a:pos x="109" y="4"/>
                </a:cxn>
                <a:cxn ang="0">
                  <a:pos x="108" y="2"/>
                </a:cxn>
                <a:cxn ang="0">
                  <a:pos x="107" y="1"/>
                </a:cxn>
                <a:cxn ang="0">
                  <a:pos x="106" y="0"/>
                </a:cxn>
                <a:cxn ang="0">
                  <a:pos x="104" y="0"/>
                </a:cxn>
                <a:cxn ang="0">
                  <a:pos x="101" y="1"/>
                </a:cxn>
                <a:cxn ang="0">
                  <a:pos x="100" y="2"/>
                </a:cxn>
                <a:cxn ang="0">
                  <a:pos x="99" y="4"/>
                </a:cxn>
                <a:cxn ang="0">
                  <a:pos x="99" y="4"/>
                </a:cxn>
              </a:cxnLst>
              <a:rect l="0" t="0" r="r" b="b"/>
              <a:pathLst>
                <a:path w="109" h="317">
                  <a:moveTo>
                    <a:pt x="99" y="4"/>
                  </a:moveTo>
                  <a:lnTo>
                    <a:pt x="99" y="4"/>
                  </a:lnTo>
                  <a:lnTo>
                    <a:pt x="98" y="14"/>
                  </a:lnTo>
                  <a:lnTo>
                    <a:pt x="97" y="23"/>
                  </a:lnTo>
                  <a:lnTo>
                    <a:pt x="92" y="43"/>
                  </a:lnTo>
                  <a:lnTo>
                    <a:pt x="79" y="81"/>
                  </a:lnTo>
                  <a:lnTo>
                    <a:pt x="79" y="81"/>
                  </a:lnTo>
                  <a:lnTo>
                    <a:pt x="73" y="103"/>
                  </a:lnTo>
                  <a:lnTo>
                    <a:pt x="68" y="125"/>
                  </a:lnTo>
                  <a:lnTo>
                    <a:pt x="57" y="169"/>
                  </a:lnTo>
                  <a:lnTo>
                    <a:pt x="57" y="169"/>
                  </a:lnTo>
                  <a:lnTo>
                    <a:pt x="51" y="188"/>
                  </a:lnTo>
                  <a:lnTo>
                    <a:pt x="43" y="205"/>
                  </a:lnTo>
                  <a:lnTo>
                    <a:pt x="35" y="223"/>
                  </a:lnTo>
                  <a:lnTo>
                    <a:pt x="26" y="239"/>
                  </a:lnTo>
                  <a:lnTo>
                    <a:pt x="17" y="257"/>
                  </a:lnTo>
                  <a:lnTo>
                    <a:pt x="10" y="274"/>
                  </a:lnTo>
                  <a:lnTo>
                    <a:pt x="4" y="293"/>
                  </a:lnTo>
                  <a:lnTo>
                    <a:pt x="1" y="302"/>
                  </a:lnTo>
                  <a:lnTo>
                    <a:pt x="0" y="313"/>
                  </a:lnTo>
                  <a:lnTo>
                    <a:pt x="0" y="313"/>
                  </a:lnTo>
                  <a:lnTo>
                    <a:pt x="0" y="314"/>
                  </a:lnTo>
                  <a:lnTo>
                    <a:pt x="1" y="316"/>
                  </a:lnTo>
                  <a:lnTo>
                    <a:pt x="2" y="317"/>
                  </a:lnTo>
                  <a:lnTo>
                    <a:pt x="4" y="317"/>
                  </a:lnTo>
                  <a:lnTo>
                    <a:pt x="7" y="316"/>
                  </a:lnTo>
                  <a:lnTo>
                    <a:pt x="9" y="314"/>
                  </a:lnTo>
                  <a:lnTo>
                    <a:pt x="9" y="313"/>
                  </a:lnTo>
                  <a:lnTo>
                    <a:pt x="9" y="313"/>
                  </a:lnTo>
                  <a:lnTo>
                    <a:pt x="11" y="302"/>
                  </a:lnTo>
                  <a:lnTo>
                    <a:pt x="13" y="292"/>
                  </a:lnTo>
                  <a:lnTo>
                    <a:pt x="19" y="273"/>
                  </a:lnTo>
                  <a:lnTo>
                    <a:pt x="28" y="255"/>
                  </a:lnTo>
                  <a:lnTo>
                    <a:pt x="36" y="237"/>
                  </a:lnTo>
                  <a:lnTo>
                    <a:pt x="45" y="220"/>
                  </a:lnTo>
                  <a:lnTo>
                    <a:pt x="54" y="201"/>
                  </a:lnTo>
                  <a:lnTo>
                    <a:pt x="62" y="182"/>
                  </a:lnTo>
                  <a:lnTo>
                    <a:pt x="68" y="164"/>
                  </a:lnTo>
                  <a:lnTo>
                    <a:pt x="68" y="164"/>
                  </a:lnTo>
                  <a:lnTo>
                    <a:pt x="79" y="119"/>
                  </a:lnTo>
                  <a:lnTo>
                    <a:pt x="91" y="76"/>
                  </a:lnTo>
                  <a:lnTo>
                    <a:pt x="91" y="76"/>
                  </a:lnTo>
                  <a:lnTo>
                    <a:pt x="102" y="40"/>
                  </a:lnTo>
                  <a:lnTo>
                    <a:pt x="106" y="22"/>
                  </a:lnTo>
                  <a:lnTo>
                    <a:pt x="109" y="4"/>
                  </a:lnTo>
                  <a:lnTo>
                    <a:pt x="109" y="4"/>
                  </a:lnTo>
                  <a:lnTo>
                    <a:pt x="108" y="2"/>
                  </a:lnTo>
                  <a:lnTo>
                    <a:pt x="107" y="1"/>
                  </a:lnTo>
                  <a:lnTo>
                    <a:pt x="106" y="0"/>
                  </a:lnTo>
                  <a:lnTo>
                    <a:pt x="104" y="0"/>
                  </a:lnTo>
                  <a:lnTo>
                    <a:pt x="101" y="1"/>
                  </a:lnTo>
                  <a:lnTo>
                    <a:pt x="100" y="2"/>
                  </a:lnTo>
                  <a:lnTo>
                    <a:pt x="99" y="4"/>
                  </a:lnTo>
                  <a:lnTo>
                    <a:pt x="99" y="4"/>
                  </a:lnTo>
                  <a:close/>
                </a:path>
              </a:pathLst>
            </a:custGeom>
            <a:grpFill/>
            <a:ln>
              <a:solidFill>
                <a:schemeClr val="accent1">
                  <a:lumMod val="75000"/>
                  <a:alpha val="0"/>
                </a:schemeClr>
              </a:solidFill>
            </a:ln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292" name="Freeform 908"/>
            <p:cNvSpPr/>
            <p:nvPr>
              <p:custDataLst>
                <p:tags r:id="rId8"/>
              </p:custDataLst>
            </p:nvPr>
          </p:nvSpPr>
          <p:spPr bwMode="auto">
            <a:xfrm>
              <a:off x="3365500" y="1427163"/>
              <a:ext cx="58738" cy="169863"/>
            </a:xfrm>
            <a:custGeom>
              <a:avLst/>
              <a:gdLst/>
              <a:ahLst/>
              <a:cxnLst>
                <a:cxn ang="0">
                  <a:pos x="102" y="1"/>
                </a:cxn>
                <a:cxn ang="0">
                  <a:pos x="102" y="1"/>
                </a:cxn>
                <a:cxn ang="0">
                  <a:pos x="97" y="7"/>
                </a:cxn>
                <a:cxn ang="0">
                  <a:pos x="93" y="13"/>
                </a:cxn>
                <a:cxn ang="0">
                  <a:pos x="87" y="26"/>
                </a:cxn>
                <a:cxn ang="0">
                  <a:pos x="82" y="39"/>
                </a:cxn>
                <a:cxn ang="0">
                  <a:pos x="79" y="54"/>
                </a:cxn>
                <a:cxn ang="0">
                  <a:pos x="79" y="54"/>
                </a:cxn>
                <a:cxn ang="0">
                  <a:pos x="72" y="77"/>
                </a:cxn>
                <a:cxn ang="0">
                  <a:pos x="65" y="101"/>
                </a:cxn>
                <a:cxn ang="0">
                  <a:pos x="51" y="148"/>
                </a:cxn>
                <a:cxn ang="0">
                  <a:pos x="51" y="148"/>
                </a:cxn>
                <a:cxn ang="0">
                  <a:pos x="44" y="168"/>
                </a:cxn>
                <a:cxn ang="0">
                  <a:pos x="37" y="190"/>
                </a:cxn>
                <a:cxn ang="0">
                  <a:pos x="20" y="231"/>
                </a:cxn>
                <a:cxn ang="0">
                  <a:pos x="13" y="252"/>
                </a:cxn>
                <a:cxn ang="0">
                  <a:pos x="7" y="274"/>
                </a:cxn>
                <a:cxn ang="0">
                  <a:pos x="2" y="295"/>
                </a:cxn>
                <a:cxn ang="0">
                  <a:pos x="1" y="307"/>
                </a:cxn>
                <a:cxn ang="0">
                  <a:pos x="0" y="317"/>
                </a:cxn>
                <a:cxn ang="0">
                  <a:pos x="0" y="317"/>
                </a:cxn>
                <a:cxn ang="0">
                  <a:pos x="1" y="319"/>
                </a:cxn>
                <a:cxn ang="0">
                  <a:pos x="2" y="321"/>
                </a:cxn>
                <a:cxn ang="0">
                  <a:pos x="3" y="322"/>
                </a:cxn>
                <a:cxn ang="0">
                  <a:pos x="6" y="322"/>
                </a:cxn>
                <a:cxn ang="0">
                  <a:pos x="8" y="322"/>
                </a:cxn>
                <a:cxn ang="0">
                  <a:pos x="9" y="321"/>
                </a:cxn>
                <a:cxn ang="0">
                  <a:pos x="10" y="319"/>
                </a:cxn>
                <a:cxn ang="0">
                  <a:pos x="11" y="317"/>
                </a:cxn>
                <a:cxn ang="0">
                  <a:pos x="11" y="317"/>
                </a:cxn>
                <a:cxn ang="0">
                  <a:pos x="11" y="307"/>
                </a:cxn>
                <a:cxn ang="0">
                  <a:pos x="12" y="296"/>
                </a:cxn>
                <a:cxn ang="0">
                  <a:pos x="16" y="276"/>
                </a:cxn>
                <a:cxn ang="0">
                  <a:pos x="22" y="256"/>
                </a:cxn>
                <a:cxn ang="0">
                  <a:pos x="29" y="237"/>
                </a:cxn>
                <a:cxn ang="0">
                  <a:pos x="44" y="198"/>
                </a:cxn>
                <a:cxn ang="0">
                  <a:pos x="51" y="179"/>
                </a:cxn>
                <a:cxn ang="0">
                  <a:pos x="57" y="159"/>
                </a:cxn>
                <a:cxn ang="0">
                  <a:pos x="57" y="159"/>
                </a:cxn>
                <a:cxn ang="0">
                  <a:pos x="70" y="120"/>
                </a:cxn>
                <a:cxn ang="0">
                  <a:pos x="81" y="81"/>
                </a:cxn>
                <a:cxn ang="0">
                  <a:pos x="81" y="81"/>
                </a:cxn>
                <a:cxn ang="0">
                  <a:pos x="86" y="62"/>
                </a:cxn>
                <a:cxn ang="0">
                  <a:pos x="91" y="42"/>
                </a:cxn>
                <a:cxn ang="0">
                  <a:pos x="94" y="33"/>
                </a:cxn>
                <a:cxn ang="0">
                  <a:pos x="97" y="25"/>
                </a:cxn>
                <a:cxn ang="0">
                  <a:pos x="103" y="16"/>
                </a:cxn>
                <a:cxn ang="0">
                  <a:pos x="109" y="8"/>
                </a:cxn>
                <a:cxn ang="0">
                  <a:pos x="109" y="8"/>
                </a:cxn>
                <a:cxn ang="0">
                  <a:pos x="110" y="6"/>
                </a:cxn>
                <a:cxn ang="0">
                  <a:pos x="110" y="4"/>
                </a:cxn>
                <a:cxn ang="0">
                  <a:pos x="109" y="3"/>
                </a:cxn>
                <a:cxn ang="0">
                  <a:pos x="108" y="1"/>
                </a:cxn>
                <a:cxn ang="0">
                  <a:pos x="107" y="0"/>
                </a:cxn>
                <a:cxn ang="0">
                  <a:pos x="105" y="0"/>
                </a:cxn>
                <a:cxn ang="0">
                  <a:pos x="104" y="0"/>
                </a:cxn>
                <a:cxn ang="0">
                  <a:pos x="102" y="1"/>
                </a:cxn>
                <a:cxn ang="0">
                  <a:pos x="102" y="1"/>
                </a:cxn>
              </a:cxnLst>
              <a:rect l="0" t="0" r="r" b="b"/>
              <a:pathLst>
                <a:path w="110" h="322">
                  <a:moveTo>
                    <a:pt x="102" y="1"/>
                  </a:moveTo>
                  <a:lnTo>
                    <a:pt x="102" y="1"/>
                  </a:lnTo>
                  <a:lnTo>
                    <a:pt x="97" y="7"/>
                  </a:lnTo>
                  <a:lnTo>
                    <a:pt x="93" y="13"/>
                  </a:lnTo>
                  <a:lnTo>
                    <a:pt x="87" y="26"/>
                  </a:lnTo>
                  <a:lnTo>
                    <a:pt x="82" y="39"/>
                  </a:lnTo>
                  <a:lnTo>
                    <a:pt x="79" y="54"/>
                  </a:lnTo>
                  <a:lnTo>
                    <a:pt x="79" y="54"/>
                  </a:lnTo>
                  <a:lnTo>
                    <a:pt x="72" y="77"/>
                  </a:lnTo>
                  <a:lnTo>
                    <a:pt x="65" y="101"/>
                  </a:lnTo>
                  <a:lnTo>
                    <a:pt x="51" y="148"/>
                  </a:lnTo>
                  <a:lnTo>
                    <a:pt x="51" y="148"/>
                  </a:lnTo>
                  <a:lnTo>
                    <a:pt x="44" y="168"/>
                  </a:lnTo>
                  <a:lnTo>
                    <a:pt x="37" y="190"/>
                  </a:lnTo>
                  <a:lnTo>
                    <a:pt x="20" y="231"/>
                  </a:lnTo>
                  <a:lnTo>
                    <a:pt x="13" y="252"/>
                  </a:lnTo>
                  <a:lnTo>
                    <a:pt x="7" y="274"/>
                  </a:lnTo>
                  <a:lnTo>
                    <a:pt x="2" y="295"/>
                  </a:lnTo>
                  <a:lnTo>
                    <a:pt x="1" y="307"/>
                  </a:lnTo>
                  <a:lnTo>
                    <a:pt x="0" y="317"/>
                  </a:lnTo>
                  <a:lnTo>
                    <a:pt x="0" y="317"/>
                  </a:lnTo>
                  <a:lnTo>
                    <a:pt x="1" y="319"/>
                  </a:lnTo>
                  <a:lnTo>
                    <a:pt x="2" y="321"/>
                  </a:lnTo>
                  <a:lnTo>
                    <a:pt x="3" y="322"/>
                  </a:lnTo>
                  <a:lnTo>
                    <a:pt x="6" y="322"/>
                  </a:lnTo>
                  <a:lnTo>
                    <a:pt x="8" y="322"/>
                  </a:lnTo>
                  <a:lnTo>
                    <a:pt x="9" y="321"/>
                  </a:lnTo>
                  <a:lnTo>
                    <a:pt x="10" y="319"/>
                  </a:lnTo>
                  <a:lnTo>
                    <a:pt x="11" y="317"/>
                  </a:lnTo>
                  <a:lnTo>
                    <a:pt x="11" y="317"/>
                  </a:lnTo>
                  <a:lnTo>
                    <a:pt x="11" y="307"/>
                  </a:lnTo>
                  <a:lnTo>
                    <a:pt x="12" y="296"/>
                  </a:lnTo>
                  <a:lnTo>
                    <a:pt x="16" y="276"/>
                  </a:lnTo>
                  <a:lnTo>
                    <a:pt x="22" y="256"/>
                  </a:lnTo>
                  <a:lnTo>
                    <a:pt x="29" y="237"/>
                  </a:lnTo>
                  <a:lnTo>
                    <a:pt x="44" y="198"/>
                  </a:lnTo>
                  <a:lnTo>
                    <a:pt x="51" y="179"/>
                  </a:lnTo>
                  <a:lnTo>
                    <a:pt x="57" y="159"/>
                  </a:lnTo>
                  <a:lnTo>
                    <a:pt x="57" y="159"/>
                  </a:lnTo>
                  <a:lnTo>
                    <a:pt x="70" y="120"/>
                  </a:lnTo>
                  <a:lnTo>
                    <a:pt x="81" y="81"/>
                  </a:lnTo>
                  <a:lnTo>
                    <a:pt x="81" y="81"/>
                  </a:lnTo>
                  <a:lnTo>
                    <a:pt x="86" y="62"/>
                  </a:lnTo>
                  <a:lnTo>
                    <a:pt x="91" y="42"/>
                  </a:lnTo>
                  <a:lnTo>
                    <a:pt x="94" y="33"/>
                  </a:lnTo>
                  <a:lnTo>
                    <a:pt x="97" y="25"/>
                  </a:lnTo>
                  <a:lnTo>
                    <a:pt x="103" y="16"/>
                  </a:lnTo>
                  <a:lnTo>
                    <a:pt x="109" y="8"/>
                  </a:lnTo>
                  <a:lnTo>
                    <a:pt x="109" y="8"/>
                  </a:lnTo>
                  <a:lnTo>
                    <a:pt x="110" y="6"/>
                  </a:lnTo>
                  <a:lnTo>
                    <a:pt x="110" y="4"/>
                  </a:lnTo>
                  <a:lnTo>
                    <a:pt x="109" y="3"/>
                  </a:lnTo>
                  <a:lnTo>
                    <a:pt x="108" y="1"/>
                  </a:lnTo>
                  <a:lnTo>
                    <a:pt x="107" y="0"/>
                  </a:lnTo>
                  <a:lnTo>
                    <a:pt x="105" y="0"/>
                  </a:lnTo>
                  <a:lnTo>
                    <a:pt x="104" y="0"/>
                  </a:lnTo>
                  <a:lnTo>
                    <a:pt x="102" y="1"/>
                  </a:lnTo>
                  <a:lnTo>
                    <a:pt x="102" y="1"/>
                  </a:lnTo>
                  <a:close/>
                </a:path>
              </a:pathLst>
            </a:custGeom>
            <a:grpFill/>
            <a:ln>
              <a:solidFill>
                <a:schemeClr val="accent1">
                  <a:lumMod val="75000"/>
                  <a:alpha val="0"/>
                </a:schemeClr>
              </a:solidFill>
            </a:ln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293" name="Freeform 909"/>
            <p:cNvSpPr/>
            <p:nvPr>
              <p:custDataLst>
                <p:tags r:id="rId9"/>
              </p:custDataLst>
            </p:nvPr>
          </p:nvSpPr>
          <p:spPr bwMode="auto">
            <a:xfrm>
              <a:off x="3403600" y="1430338"/>
              <a:ext cx="41275" cy="182563"/>
            </a:xfrm>
            <a:custGeom>
              <a:avLst/>
              <a:gdLst/>
              <a:ahLst/>
              <a:cxnLst>
                <a:cxn ang="0">
                  <a:pos x="67" y="4"/>
                </a:cxn>
                <a:cxn ang="0">
                  <a:pos x="62" y="52"/>
                </a:cxn>
                <a:cxn ang="0">
                  <a:pos x="53" y="99"/>
                </a:cxn>
                <a:cxn ang="0">
                  <a:pos x="39" y="171"/>
                </a:cxn>
                <a:cxn ang="0">
                  <a:pos x="35" y="193"/>
                </a:cxn>
                <a:cxn ang="0">
                  <a:pos x="30" y="215"/>
                </a:cxn>
                <a:cxn ang="0">
                  <a:pos x="15" y="255"/>
                </a:cxn>
                <a:cxn ang="0">
                  <a:pos x="10" y="277"/>
                </a:cxn>
                <a:cxn ang="0">
                  <a:pos x="7" y="294"/>
                </a:cxn>
                <a:cxn ang="0">
                  <a:pos x="5" y="310"/>
                </a:cxn>
                <a:cxn ang="0">
                  <a:pos x="5" y="325"/>
                </a:cxn>
                <a:cxn ang="0">
                  <a:pos x="4" y="335"/>
                </a:cxn>
                <a:cxn ang="0">
                  <a:pos x="3" y="337"/>
                </a:cxn>
                <a:cxn ang="0">
                  <a:pos x="0" y="340"/>
                </a:cxn>
                <a:cxn ang="0">
                  <a:pos x="1" y="343"/>
                </a:cxn>
                <a:cxn ang="0">
                  <a:pos x="4" y="345"/>
                </a:cxn>
                <a:cxn ang="0">
                  <a:pos x="7" y="345"/>
                </a:cxn>
                <a:cxn ang="0">
                  <a:pos x="10" y="342"/>
                </a:cxn>
                <a:cxn ang="0">
                  <a:pos x="13" y="334"/>
                </a:cxn>
                <a:cxn ang="0">
                  <a:pos x="14" y="318"/>
                </a:cxn>
                <a:cxn ang="0">
                  <a:pos x="14" y="310"/>
                </a:cxn>
                <a:cxn ang="0">
                  <a:pos x="17" y="285"/>
                </a:cxn>
                <a:cxn ang="0">
                  <a:pos x="23" y="260"/>
                </a:cxn>
                <a:cxn ang="0">
                  <a:pos x="40" y="213"/>
                </a:cxn>
                <a:cxn ang="0">
                  <a:pos x="44" y="201"/>
                </a:cxn>
                <a:cxn ang="0">
                  <a:pos x="47" y="176"/>
                </a:cxn>
                <a:cxn ang="0">
                  <a:pos x="49" y="163"/>
                </a:cxn>
                <a:cxn ang="0">
                  <a:pos x="63" y="107"/>
                </a:cxn>
                <a:cxn ang="0">
                  <a:pos x="65" y="93"/>
                </a:cxn>
                <a:cxn ang="0">
                  <a:pos x="70" y="52"/>
                </a:cxn>
                <a:cxn ang="0">
                  <a:pos x="73" y="28"/>
                </a:cxn>
                <a:cxn ang="0">
                  <a:pos x="76" y="4"/>
                </a:cxn>
                <a:cxn ang="0">
                  <a:pos x="75" y="2"/>
                </a:cxn>
                <a:cxn ang="0">
                  <a:pos x="73" y="0"/>
                </a:cxn>
                <a:cxn ang="0">
                  <a:pos x="70" y="0"/>
                </a:cxn>
                <a:cxn ang="0">
                  <a:pos x="67" y="2"/>
                </a:cxn>
                <a:cxn ang="0">
                  <a:pos x="67" y="4"/>
                </a:cxn>
              </a:cxnLst>
              <a:rect l="0" t="0" r="r" b="b"/>
              <a:pathLst>
                <a:path w="76" h="346">
                  <a:moveTo>
                    <a:pt x="67" y="4"/>
                  </a:moveTo>
                  <a:lnTo>
                    <a:pt x="67" y="4"/>
                  </a:lnTo>
                  <a:lnTo>
                    <a:pt x="65" y="28"/>
                  </a:lnTo>
                  <a:lnTo>
                    <a:pt x="62" y="52"/>
                  </a:lnTo>
                  <a:lnTo>
                    <a:pt x="58" y="76"/>
                  </a:lnTo>
                  <a:lnTo>
                    <a:pt x="53" y="99"/>
                  </a:lnTo>
                  <a:lnTo>
                    <a:pt x="43" y="147"/>
                  </a:lnTo>
                  <a:lnTo>
                    <a:pt x="39" y="171"/>
                  </a:lnTo>
                  <a:lnTo>
                    <a:pt x="35" y="193"/>
                  </a:lnTo>
                  <a:lnTo>
                    <a:pt x="35" y="193"/>
                  </a:lnTo>
                  <a:lnTo>
                    <a:pt x="33" y="205"/>
                  </a:lnTo>
                  <a:lnTo>
                    <a:pt x="30" y="215"/>
                  </a:lnTo>
                  <a:lnTo>
                    <a:pt x="22" y="236"/>
                  </a:lnTo>
                  <a:lnTo>
                    <a:pt x="15" y="255"/>
                  </a:lnTo>
                  <a:lnTo>
                    <a:pt x="12" y="267"/>
                  </a:lnTo>
                  <a:lnTo>
                    <a:pt x="10" y="277"/>
                  </a:lnTo>
                  <a:lnTo>
                    <a:pt x="10" y="277"/>
                  </a:lnTo>
                  <a:lnTo>
                    <a:pt x="7" y="294"/>
                  </a:lnTo>
                  <a:lnTo>
                    <a:pt x="6" y="302"/>
                  </a:lnTo>
                  <a:lnTo>
                    <a:pt x="5" y="310"/>
                  </a:lnTo>
                  <a:lnTo>
                    <a:pt x="5" y="310"/>
                  </a:lnTo>
                  <a:lnTo>
                    <a:pt x="5" y="325"/>
                  </a:lnTo>
                  <a:lnTo>
                    <a:pt x="5" y="333"/>
                  </a:lnTo>
                  <a:lnTo>
                    <a:pt x="4" y="335"/>
                  </a:lnTo>
                  <a:lnTo>
                    <a:pt x="3" y="337"/>
                  </a:lnTo>
                  <a:lnTo>
                    <a:pt x="3" y="337"/>
                  </a:lnTo>
                  <a:lnTo>
                    <a:pt x="1" y="338"/>
                  </a:lnTo>
                  <a:lnTo>
                    <a:pt x="0" y="340"/>
                  </a:lnTo>
                  <a:lnTo>
                    <a:pt x="1" y="342"/>
                  </a:lnTo>
                  <a:lnTo>
                    <a:pt x="1" y="343"/>
                  </a:lnTo>
                  <a:lnTo>
                    <a:pt x="2" y="345"/>
                  </a:lnTo>
                  <a:lnTo>
                    <a:pt x="4" y="345"/>
                  </a:lnTo>
                  <a:lnTo>
                    <a:pt x="5" y="346"/>
                  </a:lnTo>
                  <a:lnTo>
                    <a:pt x="7" y="345"/>
                  </a:lnTo>
                  <a:lnTo>
                    <a:pt x="7" y="345"/>
                  </a:lnTo>
                  <a:lnTo>
                    <a:pt x="10" y="342"/>
                  </a:lnTo>
                  <a:lnTo>
                    <a:pt x="12" y="339"/>
                  </a:lnTo>
                  <a:lnTo>
                    <a:pt x="13" y="334"/>
                  </a:lnTo>
                  <a:lnTo>
                    <a:pt x="14" y="329"/>
                  </a:lnTo>
                  <a:lnTo>
                    <a:pt x="14" y="318"/>
                  </a:lnTo>
                  <a:lnTo>
                    <a:pt x="14" y="310"/>
                  </a:lnTo>
                  <a:lnTo>
                    <a:pt x="14" y="310"/>
                  </a:lnTo>
                  <a:lnTo>
                    <a:pt x="15" y="298"/>
                  </a:lnTo>
                  <a:lnTo>
                    <a:pt x="17" y="285"/>
                  </a:lnTo>
                  <a:lnTo>
                    <a:pt x="19" y="273"/>
                  </a:lnTo>
                  <a:lnTo>
                    <a:pt x="23" y="260"/>
                  </a:lnTo>
                  <a:lnTo>
                    <a:pt x="32" y="236"/>
                  </a:lnTo>
                  <a:lnTo>
                    <a:pt x="40" y="213"/>
                  </a:lnTo>
                  <a:lnTo>
                    <a:pt x="40" y="213"/>
                  </a:lnTo>
                  <a:lnTo>
                    <a:pt x="44" y="201"/>
                  </a:lnTo>
                  <a:lnTo>
                    <a:pt x="46" y="188"/>
                  </a:lnTo>
                  <a:lnTo>
                    <a:pt x="47" y="176"/>
                  </a:lnTo>
                  <a:lnTo>
                    <a:pt x="49" y="163"/>
                  </a:lnTo>
                  <a:lnTo>
                    <a:pt x="49" y="163"/>
                  </a:lnTo>
                  <a:lnTo>
                    <a:pt x="56" y="135"/>
                  </a:lnTo>
                  <a:lnTo>
                    <a:pt x="63" y="107"/>
                  </a:lnTo>
                  <a:lnTo>
                    <a:pt x="63" y="107"/>
                  </a:lnTo>
                  <a:lnTo>
                    <a:pt x="65" y="93"/>
                  </a:lnTo>
                  <a:lnTo>
                    <a:pt x="66" y="79"/>
                  </a:lnTo>
                  <a:lnTo>
                    <a:pt x="70" y="52"/>
                  </a:lnTo>
                  <a:lnTo>
                    <a:pt x="70" y="52"/>
                  </a:lnTo>
                  <a:lnTo>
                    <a:pt x="73" y="28"/>
                  </a:lnTo>
                  <a:lnTo>
                    <a:pt x="75" y="17"/>
                  </a:lnTo>
                  <a:lnTo>
                    <a:pt x="76" y="4"/>
                  </a:lnTo>
                  <a:lnTo>
                    <a:pt x="76" y="4"/>
                  </a:lnTo>
                  <a:lnTo>
                    <a:pt x="75" y="2"/>
                  </a:lnTo>
                  <a:lnTo>
                    <a:pt x="74" y="1"/>
                  </a:lnTo>
                  <a:lnTo>
                    <a:pt x="73" y="0"/>
                  </a:lnTo>
                  <a:lnTo>
                    <a:pt x="71" y="0"/>
                  </a:lnTo>
                  <a:lnTo>
                    <a:pt x="70" y="0"/>
                  </a:lnTo>
                  <a:lnTo>
                    <a:pt x="68" y="1"/>
                  </a:lnTo>
                  <a:lnTo>
                    <a:pt x="67" y="2"/>
                  </a:lnTo>
                  <a:lnTo>
                    <a:pt x="67" y="4"/>
                  </a:lnTo>
                  <a:lnTo>
                    <a:pt x="67" y="4"/>
                  </a:lnTo>
                  <a:close/>
                </a:path>
              </a:pathLst>
            </a:custGeom>
            <a:grpFill/>
            <a:ln>
              <a:solidFill>
                <a:schemeClr val="accent1">
                  <a:lumMod val="75000"/>
                  <a:alpha val="0"/>
                </a:schemeClr>
              </a:solidFill>
            </a:ln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294" name="Freeform 910"/>
            <p:cNvSpPr/>
            <p:nvPr>
              <p:custDataLst>
                <p:tags r:id="rId10"/>
              </p:custDataLst>
            </p:nvPr>
          </p:nvSpPr>
          <p:spPr bwMode="auto">
            <a:xfrm>
              <a:off x="3436938" y="1397000"/>
              <a:ext cx="47625" cy="252413"/>
            </a:xfrm>
            <a:custGeom>
              <a:avLst/>
              <a:gdLst/>
              <a:ahLst/>
              <a:cxnLst>
                <a:cxn ang="0">
                  <a:pos x="80" y="4"/>
                </a:cxn>
                <a:cxn ang="0">
                  <a:pos x="80" y="4"/>
                </a:cxn>
                <a:cxn ang="0">
                  <a:pos x="78" y="20"/>
                </a:cxn>
                <a:cxn ang="0">
                  <a:pos x="76" y="34"/>
                </a:cxn>
                <a:cxn ang="0">
                  <a:pos x="69" y="63"/>
                </a:cxn>
                <a:cxn ang="0">
                  <a:pos x="54" y="121"/>
                </a:cxn>
                <a:cxn ang="0">
                  <a:pos x="54" y="121"/>
                </a:cxn>
                <a:cxn ang="0">
                  <a:pos x="40" y="180"/>
                </a:cxn>
                <a:cxn ang="0">
                  <a:pos x="26" y="238"/>
                </a:cxn>
                <a:cxn ang="0">
                  <a:pos x="26" y="238"/>
                </a:cxn>
                <a:cxn ang="0">
                  <a:pos x="23" y="253"/>
                </a:cxn>
                <a:cxn ang="0">
                  <a:pos x="21" y="269"/>
                </a:cxn>
                <a:cxn ang="0">
                  <a:pos x="19" y="301"/>
                </a:cxn>
                <a:cxn ang="0">
                  <a:pos x="16" y="332"/>
                </a:cxn>
                <a:cxn ang="0">
                  <a:pos x="15" y="347"/>
                </a:cxn>
                <a:cxn ang="0">
                  <a:pos x="12" y="363"/>
                </a:cxn>
                <a:cxn ang="0">
                  <a:pos x="12" y="363"/>
                </a:cxn>
                <a:cxn ang="0">
                  <a:pos x="8" y="391"/>
                </a:cxn>
                <a:cxn ang="0">
                  <a:pos x="4" y="419"/>
                </a:cxn>
                <a:cxn ang="0">
                  <a:pos x="2" y="446"/>
                </a:cxn>
                <a:cxn ang="0">
                  <a:pos x="0" y="474"/>
                </a:cxn>
                <a:cxn ang="0">
                  <a:pos x="0" y="474"/>
                </a:cxn>
                <a:cxn ang="0">
                  <a:pos x="0" y="476"/>
                </a:cxn>
                <a:cxn ang="0">
                  <a:pos x="1" y="477"/>
                </a:cxn>
                <a:cxn ang="0">
                  <a:pos x="3" y="478"/>
                </a:cxn>
                <a:cxn ang="0">
                  <a:pos x="4" y="478"/>
                </a:cxn>
                <a:cxn ang="0">
                  <a:pos x="6" y="478"/>
                </a:cxn>
                <a:cxn ang="0">
                  <a:pos x="8" y="477"/>
                </a:cxn>
                <a:cxn ang="0">
                  <a:pos x="9" y="476"/>
                </a:cxn>
                <a:cxn ang="0">
                  <a:pos x="9" y="474"/>
                </a:cxn>
                <a:cxn ang="0">
                  <a:pos x="9" y="474"/>
                </a:cxn>
                <a:cxn ang="0">
                  <a:pos x="11" y="444"/>
                </a:cxn>
                <a:cxn ang="0">
                  <a:pos x="14" y="415"/>
                </a:cxn>
                <a:cxn ang="0">
                  <a:pos x="18" y="385"/>
                </a:cxn>
                <a:cxn ang="0">
                  <a:pos x="23" y="357"/>
                </a:cxn>
                <a:cxn ang="0">
                  <a:pos x="23" y="357"/>
                </a:cxn>
                <a:cxn ang="0">
                  <a:pos x="25" y="341"/>
                </a:cxn>
                <a:cxn ang="0">
                  <a:pos x="28" y="326"/>
                </a:cxn>
                <a:cxn ang="0">
                  <a:pos x="30" y="295"/>
                </a:cxn>
                <a:cxn ang="0">
                  <a:pos x="33" y="263"/>
                </a:cxn>
                <a:cxn ang="0">
                  <a:pos x="35" y="247"/>
                </a:cxn>
                <a:cxn ang="0">
                  <a:pos x="38" y="232"/>
                </a:cxn>
                <a:cxn ang="0">
                  <a:pos x="38" y="232"/>
                </a:cxn>
                <a:cxn ang="0">
                  <a:pos x="51" y="174"/>
                </a:cxn>
                <a:cxn ang="0">
                  <a:pos x="66" y="116"/>
                </a:cxn>
                <a:cxn ang="0">
                  <a:pos x="66" y="116"/>
                </a:cxn>
                <a:cxn ang="0">
                  <a:pos x="79" y="61"/>
                </a:cxn>
                <a:cxn ang="0">
                  <a:pos x="85" y="32"/>
                </a:cxn>
                <a:cxn ang="0">
                  <a:pos x="90" y="4"/>
                </a:cxn>
                <a:cxn ang="0">
                  <a:pos x="90" y="4"/>
                </a:cxn>
                <a:cxn ang="0">
                  <a:pos x="90" y="3"/>
                </a:cxn>
                <a:cxn ang="0">
                  <a:pos x="88" y="1"/>
                </a:cxn>
                <a:cxn ang="0">
                  <a:pos x="87" y="0"/>
                </a:cxn>
                <a:cxn ang="0">
                  <a:pos x="85" y="0"/>
                </a:cxn>
                <a:cxn ang="0">
                  <a:pos x="82" y="1"/>
                </a:cxn>
                <a:cxn ang="0">
                  <a:pos x="81" y="3"/>
                </a:cxn>
                <a:cxn ang="0">
                  <a:pos x="80" y="4"/>
                </a:cxn>
                <a:cxn ang="0">
                  <a:pos x="80" y="4"/>
                </a:cxn>
              </a:cxnLst>
              <a:rect l="0" t="0" r="r" b="b"/>
              <a:pathLst>
                <a:path w="90" h="478">
                  <a:moveTo>
                    <a:pt x="80" y="4"/>
                  </a:moveTo>
                  <a:lnTo>
                    <a:pt x="80" y="4"/>
                  </a:lnTo>
                  <a:lnTo>
                    <a:pt x="78" y="20"/>
                  </a:lnTo>
                  <a:lnTo>
                    <a:pt x="76" y="34"/>
                  </a:lnTo>
                  <a:lnTo>
                    <a:pt x="69" y="63"/>
                  </a:lnTo>
                  <a:lnTo>
                    <a:pt x="54" y="121"/>
                  </a:lnTo>
                  <a:lnTo>
                    <a:pt x="54" y="121"/>
                  </a:lnTo>
                  <a:lnTo>
                    <a:pt x="40" y="180"/>
                  </a:lnTo>
                  <a:lnTo>
                    <a:pt x="26" y="238"/>
                  </a:lnTo>
                  <a:lnTo>
                    <a:pt x="26" y="238"/>
                  </a:lnTo>
                  <a:lnTo>
                    <a:pt x="23" y="253"/>
                  </a:lnTo>
                  <a:lnTo>
                    <a:pt x="21" y="269"/>
                  </a:lnTo>
                  <a:lnTo>
                    <a:pt x="19" y="301"/>
                  </a:lnTo>
                  <a:lnTo>
                    <a:pt x="16" y="332"/>
                  </a:lnTo>
                  <a:lnTo>
                    <a:pt x="15" y="347"/>
                  </a:lnTo>
                  <a:lnTo>
                    <a:pt x="12" y="363"/>
                  </a:lnTo>
                  <a:lnTo>
                    <a:pt x="12" y="363"/>
                  </a:lnTo>
                  <a:lnTo>
                    <a:pt x="8" y="391"/>
                  </a:lnTo>
                  <a:lnTo>
                    <a:pt x="4" y="419"/>
                  </a:lnTo>
                  <a:lnTo>
                    <a:pt x="2" y="446"/>
                  </a:lnTo>
                  <a:lnTo>
                    <a:pt x="0" y="474"/>
                  </a:lnTo>
                  <a:lnTo>
                    <a:pt x="0" y="474"/>
                  </a:lnTo>
                  <a:lnTo>
                    <a:pt x="0" y="476"/>
                  </a:lnTo>
                  <a:lnTo>
                    <a:pt x="1" y="477"/>
                  </a:lnTo>
                  <a:lnTo>
                    <a:pt x="3" y="478"/>
                  </a:lnTo>
                  <a:lnTo>
                    <a:pt x="4" y="478"/>
                  </a:lnTo>
                  <a:lnTo>
                    <a:pt x="6" y="478"/>
                  </a:lnTo>
                  <a:lnTo>
                    <a:pt x="8" y="477"/>
                  </a:lnTo>
                  <a:lnTo>
                    <a:pt x="9" y="476"/>
                  </a:lnTo>
                  <a:lnTo>
                    <a:pt x="9" y="474"/>
                  </a:lnTo>
                  <a:lnTo>
                    <a:pt x="9" y="474"/>
                  </a:lnTo>
                  <a:lnTo>
                    <a:pt x="11" y="444"/>
                  </a:lnTo>
                  <a:lnTo>
                    <a:pt x="14" y="415"/>
                  </a:lnTo>
                  <a:lnTo>
                    <a:pt x="18" y="385"/>
                  </a:lnTo>
                  <a:lnTo>
                    <a:pt x="23" y="357"/>
                  </a:lnTo>
                  <a:lnTo>
                    <a:pt x="23" y="357"/>
                  </a:lnTo>
                  <a:lnTo>
                    <a:pt x="25" y="341"/>
                  </a:lnTo>
                  <a:lnTo>
                    <a:pt x="28" y="326"/>
                  </a:lnTo>
                  <a:lnTo>
                    <a:pt x="30" y="295"/>
                  </a:lnTo>
                  <a:lnTo>
                    <a:pt x="33" y="263"/>
                  </a:lnTo>
                  <a:lnTo>
                    <a:pt x="35" y="247"/>
                  </a:lnTo>
                  <a:lnTo>
                    <a:pt x="38" y="232"/>
                  </a:lnTo>
                  <a:lnTo>
                    <a:pt x="38" y="232"/>
                  </a:lnTo>
                  <a:lnTo>
                    <a:pt x="51" y="174"/>
                  </a:lnTo>
                  <a:lnTo>
                    <a:pt x="66" y="116"/>
                  </a:lnTo>
                  <a:lnTo>
                    <a:pt x="66" y="116"/>
                  </a:lnTo>
                  <a:lnTo>
                    <a:pt x="79" y="61"/>
                  </a:lnTo>
                  <a:lnTo>
                    <a:pt x="85" y="32"/>
                  </a:lnTo>
                  <a:lnTo>
                    <a:pt x="90" y="4"/>
                  </a:lnTo>
                  <a:lnTo>
                    <a:pt x="90" y="4"/>
                  </a:lnTo>
                  <a:lnTo>
                    <a:pt x="90" y="3"/>
                  </a:lnTo>
                  <a:lnTo>
                    <a:pt x="88" y="1"/>
                  </a:lnTo>
                  <a:lnTo>
                    <a:pt x="87" y="0"/>
                  </a:lnTo>
                  <a:lnTo>
                    <a:pt x="85" y="0"/>
                  </a:lnTo>
                  <a:lnTo>
                    <a:pt x="82" y="1"/>
                  </a:lnTo>
                  <a:lnTo>
                    <a:pt x="81" y="3"/>
                  </a:lnTo>
                  <a:lnTo>
                    <a:pt x="80" y="4"/>
                  </a:lnTo>
                  <a:lnTo>
                    <a:pt x="80" y="4"/>
                  </a:lnTo>
                  <a:close/>
                </a:path>
              </a:pathLst>
            </a:custGeom>
            <a:grpFill/>
            <a:ln>
              <a:solidFill>
                <a:schemeClr val="accent1">
                  <a:lumMod val="75000"/>
                  <a:alpha val="0"/>
                </a:schemeClr>
              </a:solidFill>
            </a:ln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295" name="Freeform 911"/>
            <p:cNvSpPr/>
            <p:nvPr>
              <p:custDataLst>
                <p:tags r:id="rId11"/>
              </p:custDataLst>
            </p:nvPr>
          </p:nvSpPr>
          <p:spPr bwMode="auto">
            <a:xfrm>
              <a:off x="3457575" y="1241425"/>
              <a:ext cx="104775" cy="455613"/>
            </a:xfrm>
            <a:custGeom>
              <a:avLst/>
              <a:gdLst/>
              <a:ahLst/>
              <a:cxnLst>
                <a:cxn ang="0">
                  <a:pos x="189" y="5"/>
                </a:cxn>
                <a:cxn ang="0">
                  <a:pos x="187" y="12"/>
                </a:cxn>
                <a:cxn ang="0">
                  <a:pos x="185" y="19"/>
                </a:cxn>
                <a:cxn ang="0">
                  <a:pos x="183" y="34"/>
                </a:cxn>
                <a:cxn ang="0">
                  <a:pos x="181" y="47"/>
                </a:cxn>
                <a:cxn ang="0">
                  <a:pos x="173" y="98"/>
                </a:cxn>
                <a:cxn ang="0">
                  <a:pos x="167" y="127"/>
                </a:cxn>
                <a:cxn ang="0">
                  <a:pos x="152" y="182"/>
                </a:cxn>
                <a:cxn ang="0">
                  <a:pos x="142" y="208"/>
                </a:cxn>
                <a:cxn ang="0">
                  <a:pos x="108" y="307"/>
                </a:cxn>
                <a:cxn ang="0">
                  <a:pos x="101" y="334"/>
                </a:cxn>
                <a:cxn ang="0">
                  <a:pos x="88" y="420"/>
                </a:cxn>
                <a:cxn ang="0">
                  <a:pos x="82" y="448"/>
                </a:cxn>
                <a:cxn ang="0">
                  <a:pos x="66" y="533"/>
                </a:cxn>
                <a:cxn ang="0">
                  <a:pos x="41" y="644"/>
                </a:cxn>
                <a:cxn ang="0">
                  <a:pos x="30" y="698"/>
                </a:cxn>
                <a:cxn ang="0">
                  <a:pos x="7" y="804"/>
                </a:cxn>
                <a:cxn ang="0">
                  <a:pos x="0" y="858"/>
                </a:cxn>
                <a:cxn ang="0">
                  <a:pos x="0" y="860"/>
                </a:cxn>
                <a:cxn ang="0">
                  <a:pos x="2" y="862"/>
                </a:cxn>
                <a:cxn ang="0">
                  <a:pos x="7" y="861"/>
                </a:cxn>
                <a:cxn ang="0">
                  <a:pos x="9" y="858"/>
                </a:cxn>
                <a:cxn ang="0">
                  <a:pos x="12" y="830"/>
                </a:cxn>
                <a:cxn ang="0">
                  <a:pos x="29" y="748"/>
                </a:cxn>
                <a:cxn ang="0">
                  <a:pos x="53" y="638"/>
                </a:cxn>
                <a:cxn ang="0">
                  <a:pos x="64" y="580"/>
                </a:cxn>
                <a:cxn ang="0">
                  <a:pos x="89" y="464"/>
                </a:cxn>
                <a:cxn ang="0">
                  <a:pos x="99" y="405"/>
                </a:cxn>
                <a:cxn ang="0">
                  <a:pos x="103" y="379"/>
                </a:cxn>
                <a:cxn ang="0">
                  <a:pos x="113" y="326"/>
                </a:cxn>
                <a:cxn ang="0">
                  <a:pos x="121" y="301"/>
                </a:cxn>
                <a:cxn ang="0">
                  <a:pos x="158" y="195"/>
                </a:cxn>
                <a:cxn ang="0">
                  <a:pos x="174" y="140"/>
                </a:cxn>
                <a:cxn ang="0">
                  <a:pos x="186" y="83"/>
                </a:cxn>
                <a:cxn ang="0">
                  <a:pos x="189" y="60"/>
                </a:cxn>
                <a:cxn ang="0">
                  <a:pos x="192" y="36"/>
                </a:cxn>
                <a:cxn ang="0">
                  <a:pos x="196" y="20"/>
                </a:cxn>
                <a:cxn ang="0">
                  <a:pos x="198" y="5"/>
                </a:cxn>
                <a:cxn ang="0">
                  <a:pos x="198" y="3"/>
                </a:cxn>
                <a:cxn ang="0">
                  <a:pos x="196" y="1"/>
                </a:cxn>
                <a:cxn ang="0">
                  <a:pos x="192" y="1"/>
                </a:cxn>
                <a:cxn ang="0">
                  <a:pos x="190" y="3"/>
                </a:cxn>
                <a:cxn ang="0">
                  <a:pos x="189" y="5"/>
                </a:cxn>
              </a:cxnLst>
              <a:rect l="0" t="0" r="r" b="b"/>
              <a:pathLst>
                <a:path w="198" h="862">
                  <a:moveTo>
                    <a:pt x="189" y="5"/>
                  </a:moveTo>
                  <a:lnTo>
                    <a:pt x="189" y="5"/>
                  </a:lnTo>
                  <a:lnTo>
                    <a:pt x="189" y="9"/>
                  </a:lnTo>
                  <a:lnTo>
                    <a:pt x="187" y="12"/>
                  </a:lnTo>
                  <a:lnTo>
                    <a:pt x="186" y="15"/>
                  </a:lnTo>
                  <a:lnTo>
                    <a:pt x="185" y="19"/>
                  </a:lnTo>
                  <a:lnTo>
                    <a:pt x="185" y="19"/>
                  </a:lnTo>
                  <a:lnTo>
                    <a:pt x="183" y="34"/>
                  </a:lnTo>
                  <a:lnTo>
                    <a:pt x="181" y="47"/>
                  </a:lnTo>
                  <a:lnTo>
                    <a:pt x="181" y="47"/>
                  </a:lnTo>
                  <a:lnTo>
                    <a:pt x="178" y="73"/>
                  </a:lnTo>
                  <a:lnTo>
                    <a:pt x="173" y="98"/>
                  </a:lnTo>
                  <a:lnTo>
                    <a:pt x="173" y="98"/>
                  </a:lnTo>
                  <a:lnTo>
                    <a:pt x="167" y="127"/>
                  </a:lnTo>
                  <a:lnTo>
                    <a:pt x="160" y="154"/>
                  </a:lnTo>
                  <a:lnTo>
                    <a:pt x="152" y="182"/>
                  </a:lnTo>
                  <a:lnTo>
                    <a:pt x="142" y="208"/>
                  </a:lnTo>
                  <a:lnTo>
                    <a:pt x="142" y="208"/>
                  </a:lnTo>
                  <a:lnTo>
                    <a:pt x="108" y="307"/>
                  </a:lnTo>
                  <a:lnTo>
                    <a:pt x="108" y="307"/>
                  </a:lnTo>
                  <a:lnTo>
                    <a:pt x="104" y="321"/>
                  </a:lnTo>
                  <a:lnTo>
                    <a:pt x="101" y="334"/>
                  </a:lnTo>
                  <a:lnTo>
                    <a:pt x="96" y="363"/>
                  </a:lnTo>
                  <a:lnTo>
                    <a:pt x="88" y="420"/>
                  </a:lnTo>
                  <a:lnTo>
                    <a:pt x="88" y="420"/>
                  </a:lnTo>
                  <a:lnTo>
                    <a:pt x="82" y="448"/>
                  </a:lnTo>
                  <a:lnTo>
                    <a:pt x="77" y="476"/>
                  </a:lnTo>
                  <a:lnTo>
                    <a:pt x="66" y="533"/>
                  </a:lnTo>
                  <a:lnTo>
                    <a:pt x="54" y="589"/>
                  </a:lnTo>
                  <a:lnTo>
                    <a:pt x="41" y="644"/>
                  </a:lnTo>
                  <a:lnTo>
                    <a:pt x="41" y="644"/>
                  </a:lnTo>
                  <a:lnTo>
                    <a:pt x="30" y="698"/>
                  </a:lnTo>
                  <a:lnTo>
                    <a:pt x="18" y="751"/>
                  </a:lnTo>
                  <a:lnTo>
                    <a:pt x="7" y="804"/>
                  </a:lnTo>
                  <a:lnTo>
                    <a:pt x="3" y="831"/>
                  </a:lnTo>
                  <a:lnTo>
                    <a:pt x="0" y="858"/>
                  </a:lnTo>
                  <a:lnTo>
                    <a:pt x="0" y="858"/>
                  </a:lnTo>
                  <a:lnTo>
                    <a:pt x="0" y="860"/>
                  </a:lnTo>
                  <a:lnTo>
                    <a:pt x="1" y="861"/>
                  </a:lnTo>
                  <a:lnTo>
                    <a:pt x="2" y="862"/>
                  </a:lnTo>
                  <a:lnTo>
                    <a:pt x="4" y="862"/>
                  </a:lnTo>
                  <a:lnTo>
                    <a:pt x="7" y="861"/>
                  </a:lnTo>
                  <a:lnTo>
                    <a:pt x="8" y="860"/>
                  </a:lnTo>
                  <a:lnTo>
                    <a:pt x="9" y="858"/>
                  </a:lnTo>
                  <a:lnTo>
                    <a:pt x="9" y="858"/>
                  </a:lnTo>
                  <a:lnTo>
                    <a:pt x="12" y="830"/>
                  </a:lnTo>
                  <a:lnTo>
                    <a:pt x="17" y="803"/>
                  </a:lnTo>
                  <a:lnTo>
                    <a:pt x="29" y="748"/>
                  </a:lnTo>
                  <a:lnTo>
                    <a:pt x="40" y="693"/>
                  </a:lnTo>
                  <a:lnTo>
                    <a:pt x="53" y="638"/>
                  </a:lnTo>
                  <a:lnTo>
                    <a:pt x="53" y="638"/>
                  </a:lnTo>
                  <a:lnTo>
                    <a:pt x="64" y="580"/>
                  </a:lnTo>
                  <a:lnTo>
                    <a:pt x="77" y="522"/>
                  </a:lnTo>
                  <a:lnTo>
                    <a:pt x="89" y="464"/>
                  </a:lnTo>
                  <a:lnTo>
                    <a:pt x="95" y="435"/>
                  </a:lnTo>
                  <a:lnTo>
                    <a:pt x="99" y="405"/>
                  </a:lnTo>
                  <a:lnTo>
                    <a:pt x="99" y="405"/>
                  </a:lnTo>
                  <a:lnTo>
                    <a:pt x="103" y="379"/>
                  </a:lnTo>
                  <a:lnTo>
                    <a:pt x="107" y="353"/>
                  </a:lnTo>
                  <a:lnTo>
                    <a:pt x="113" y="326"/>
                  </a:lnTo>
                  <a:lnTo>
                    <a:pt x="121" y="301"/>
                  </a:lnTo>
                  <a:lnTo>
                    <a:pt x="121" y="301"/>
                  </a:lnTo>
                  <a:lnTo>
                    <a:pt x="158" y="195"/>
                  </a:lnTo>
                  <a:lnTo>
                    <a:pt x="158" y="195"/>
                  </a:lnTo>
                  <a:lnTo>
                    <a:pt x="166" y="167"/>
                  </a:lnTo>
                  <a:lnTo>
                    <a:pt x="174" y="140"/>
                  </a:lnTo>
                  <a:lnTo>
                    <a:pt x="181" y="112"/>
                  </a:lnTo>
                  <a:lnTo>
                    <a:pt x="186" y="83"/>
                  </a:lnTo>
                  <a:lnTo>
                    <a:pt x="186" y="83"/>
                  </a:lnTo>
                  <a:lnTo>
                    <a:pt x="189" y="60"/>
                  </a:lnTo>
                  <a:lnTo>
                    <a:pt x="190" y="47"/>
                  </a:lnTo>
                  <a:lnTo>
                    <a:pt x="192" y="36"/>
                  </a:lnTo>
                  <a:lnTo>
                    <a:pt x="192" y="36"/>
                  </a:lnTo>
                  <a:lnTo>
                    <a:pt x="196" y="20"/>
                  </a:lnTo>
                  <a:lnTo>
                    <a:pt x="198" y="12"/>
                  </a:lnTo>
                  <a:lnTo>
                    <a:pt x="198" y="5"/>
                  </a:lnTo>
                  <a:lnTo>
                    <a:pt x="198" y="5"/>
                  </a:lnTo>
                  <a:lnTo>
                    <a:pt x="198" y="3"/>
                  </a:lnTo>
                  <a:lnTo>
                    <a:pt x="197" y="2"/>
                  </a:lnTo>
                  <a:lnTo>
                    <a:pt x="196" y="1"/>
                  </a:lnTo>
                  <a:lnTo>
                    <a:pt x="194" y="0"/>
                  </a:lnTo>
                  <a:lnTo>
                    <a:pt x="192" y="1"/>
                  </a:lnTo>
                  <a:lnTo>
                    <a:pt x="191" y="2"/>
                  </a:lnTo>
                  <a:lnTo>
                    <a:pt x="190" y="3"/>
                  </a:lnTo>
                  <a:lnTo>
                    <a:pt x="189" y="5"/>
                  </a:lnTo>
                  <a:lnTo>
                    <a:pt x="189" y="5"/>
                  </a:lnTo>
                  <a:close/>
                </a:path>
              </a:pathLst>
            </a:custGeom>
            <a:grpFill/>
            <a:ln>
              <a:solidFill>
                <a:schemeClr val="accent1">
                  <a:lumMod val="75000"/>
                  <a:alpha val="0"/>
                </a:schemeClr>
              </a:solidFill>
            </a:ln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296" name="Freeform 912"/>
            <p:cNvSpPr/>
            <p:nvPr>
              <p:custDataLst>
                <p:tags r:id="rId12"/>
              </p:custDataLst>
            </p:nvPr>
          </p:nvSpPr>
          <p:spPr bwMode="auto">
            <a:xfrm>
              <a:off x="3494088" y="1250950"/>
              <a:ext cx="98425" cy="452438"/>
            </a:xfrm>
            <a:custGeom>
              <a:avLst/>
              <a:gdLst/>
              <a:ahLst/>
              <a:cxnLst>
                <a:cxn ang="0">
                  <a:pos x="175" y="5"/>
                </a:cxn>
                <a:cxn ang="0">
                  <a:pos x="174" y="29"/>
                </a:cxn>
                <a:cxn ang="0">
                  <a:pos x="159" y="100"/>
                </a:cxn>
                <a:cxn ang="0">
                  <a:pos x="150" y="153"/>
                </a:cxn>
                <a:cxn ang="0">
                  <a:pos x="141" y="207"/>
                </a:cxn>
                <a:cxn ang="0">
                  <a:pos x="121" y="315"/>
                </a:cxn>
                <a:cxn ang="0">
                  <a:pos x="104" y="426"/>
                </a:cxn>
                <a:cxn ang="0">
                  <a:pos x="99" y="449"/>
                </a:cxn>
                <a:cxn ang="0">
                  <a:pos x="93" y="472"/>
                </a:cxn>
                <a:cxn ang="0">
                  <a:pos x="91" y="488"/>
                </a:cxn>
                <a:cxn ang="0">
                  <a:pos x="81" y="531"/>
                </a:cxn>
                <a:cxn ang="0">
                  <a:pos x="51" y="644"/>
                </a:cxn>
                <a:cxn ang="0">
                  <a:pos x="44" y="672"/>
                </a:cxn>
                <a:cxn ang="0">
                  <a:pos x="19" y="753"/>
                </a:cxn>
                <a:cxn ang="0">
                  <a:pos x="13" y="780"/>
                </a:cxn>
                <a:cxn ang="0">
                  <a:pos x="7" y="806"/>
                </a:cxn>
                <a:cxn ang="0">
                  <a:pos x="0" y="838"/>
                </a:cxn>
                <a:cxn ang="0">
                  <a:pos x="0" y="848"/>
                </a:cxn>
                <a:cxn ang="0">
                  <a:pos x="1" y="853"/>
                </a:cxn>
                <a:cxn ang="0">
                  <a:pos x="4" y="854"/>
                </a:cxn>
                <a:cxn ang="0">
                  <a:pos x="7" y="853"/>
                </a:cxn>
                <a:cxn ang="0">
                  <a:pos x="9" y="848"/>
                </a:cxn>
                <a:cxn ang="0">
                  <a:pos x="10" y="837"/>
                </a:cxn>
                <a:cxn ang="0">
                  <a:pos x="18" y="800"/>
                </a:cxn>
                <a:cxn ang="0">
                  <a:pos x="23" y="774"/>
                </a:cxn>
                <a:cxn ang="0">
                  <a:pos x="30" y="747"/>
                </a:cxn>
                <a:cxn ang="0">
                  <a:pos x="63" y="638"/>
                </a:cxn>
                <a:cxn ang="0">
                  <a:pos x="92" y="525"/>
                </a:cxn>
                <a:cxn ang="0">
                  <a:pos x="98" y="500"/>
                </a:cxn>
                <a:cxn ang="0">
                  <a:pos x="102" y="476"/>
                </a:cxn>
                <a:cxn ang="0">
                  <a:pos x="109" y="447"/>
                </a:cxn>
                <a:cxn ang="0">
                  <a:pos x="115" y="419"/>
                </a:cxn>
                <a:cxn ang="0">
                  <a:pos x="131" y="309"/>
                </a:cxn>
                <a:cxn ang="0">
                  <a:pos x="151" y="201"/>
                </a:cxn>
                <a:cxn ang="0">
                  <a:pos x="160" y="147"/>
                </a:cxn>
                <a:cxn ang="0">
                  <a:pos x="170" y="93"/>
                </a:cxn>
                <a:cxn ang="0">
                  <a:pos x="183" y="27"/>
                </a:cxn>
                <a:cxn ang="0">
                  <a:pos x="185" y="5"/>
                </a:cxn>
                <a:cxn ang="0">
                  <a:pos x="184" y="3"/>
                </a:cxn>
                <a:cxn ang="0">
                  <a:pos x="182" y="0"/>
                </a:cxn>
                <a:cxn ang="0">
                  <a:pos x="178" y="0"/>
                </a:cxn>
                <a:cxn ang="0">
                  <a:pos x="176" y="3"/>
                </a:cxn>
                <a:cxn ang="0">
                  <a:pos x="175" y="5"/>
                </a:cxn>
              </a:cxnLst>
              <a:rect l="0" t="0" r="r" b="b"/>
              <a:pathLst>
                <a:path w="185" h="854">
                  <a:moveTo>
                    <a:pt x="175" y="5"/>
                  </a:moveTo>
                  <a:lnTo>
                    <a:pt x="175" y="5"/>
                  </a:lnTo>
                  <a:lnTo>
                    <a:pt x="175" y="17"/>
                  </a:lnTo>
                  <a:lnTo>
                    <a:pt x="174" y="29"/>
                  </a:lnTo>
                  <a:lnTo>
                    <a:pt x="170" y="52"/>
                  </a:lnTo>
                  <a:lnTo>
                    <a:pt x="159" y="100"/>
                  </a:lnTo>
                  <a:lnTo>
                    <a:pt x="159" y="100"/>
                  </a:lnTo>
                  <a:lnTo>
                    <a:pt x="150" y="153"/>
                  </a:lnTo>
                  <a:lnTo>
                    <a:pt x="141" y="207"/>
                  </a:lnTo>
                  <a:lnTo>
                    <a:pt x="141" y="207"/>
                  </a:lnTo>
                  <a:lnTo>
                    <a:pt x="130" y="261"/>
                  </a:lnTo>
                  <a:lnTo>
                    <a:pt x="121" y="315"/>
                  </a:lnTo>
                  <a:lnTo>
                    <a:pt x="104" y="426"/>
                  </a:lnTo>
                  <a:lnTo>
                    <a:pt x="104" y="426"/>
                  </a:lnTo>
                  <a:lnTo>
                    <a:pt x="101" y="437"/>
                  </a:lnTo>
                  <a:lnTo>
                    <a:pt x="99" y="449"/>
                  </a:lnTo>
                  <a:lnTo>
                    <a:pt x="96" y="461"/>
                  </a:lnTo>
                  <a:lnTo>
                    <a:pt x="93" y="472"/>
                  </a:lnTo>
                  <a:lnTo>
                    <a:pt x="93" y="472"/>
                  </a:lnTo>
                  <a:lnTo>
                    <a:pt x="91" y="488"/>
                  </a:lnTo>
                  <a:lnTo>
                    <a:pt x="88" y="502"/>
                  </a:lnTo>
                  <a:lnTo>
                    <a:pt x="81" y="531"/>
                  </a:lnTo>
                  <a:lnTo>
                    <a:pt x="81" y="531"/>
                  </a:lnTo>
                  <a:lnTo>
                    <a:pt x="51" y="644"/>
                  </a:lnTo>
                  <a:lnTo>
                    <a:pt x="51" y="644"/>
                  </a:lnTo>
                  <a:lnTo>
                    <a:pt x="44" y="672"/>
                  </a:lnTo>
                  <a:lnTo>
                    <a:pt x="35" y="699"/>
                  </a:lnTo>
                  <a:lnTo>
                    <a:pt x="19" y="753"/>
                  </a:lnTo>
                  <a:lnTo>
                    <a:pt x="19" y="753"/>
                  </a:lnTo>
                  <a:lnTo>
                    <a:pt x="13" y="780"/>
                  </a:lnTo>
                  <a:lnTo>
                    <a:pt x="7" y="806"/>
                  </a:lnTo>
                  <a:lnTo>
                    <a:pt x="7" y="806"/>
                  </a:lnTo>
                  <a:lnTo>
                    <a:pt x="2" y="828"/>
                  </a:lnTo>
                  <a:lnTo>
                    <a:pt x="0" y="838"/>
                  </a:lnTo>
                  <a:lnTo>
                    <a:pt x="0" y="848"/>
                  </a:lnTo>
                  <a:lnTo>
                    <a:pt x="0" y="848"/>
                  </a:lnTo>
                  <a:lnTo>
                    <a:pt x="0" y="851"/>
                  </a:lnTo>
                  <a:lnTo>
                    <a:pt x="1" y="853"/>
                  </a:lnTo>
                  <a:lnTo>
                    <a:pt x="2" y="853"/>
                  </a:lnTo>
                  <a:lnTo>
                    <a:pt x="4" y="854"/>
                  </a:lnTo>
                  <a:lnTo>
                    <a:pt x="6" y="853"/>
                  </a:lnTo>
                  <a:lnTo>
                    <a:pt x="7" y="853"/>
                  </a:lnTo>
                  <a:lnTo>
                    <a:pt x="8" y="851"/>
                  </a:lnTo>
                  <a:lnTo>
                    <a:pt x="9" y="848"/>
                  </a:lnTo>
                  <a:lnTo>
                    <a:pt x="9" y="848"/>
                  </a:lnTo>
                  <a:lnTo>
                    <a:pt x="10" y="837"/>
                  </a:lnTo>
                  <a:lnTo>
                    <a:pt x="13" y="825"/>
                  </a:lnTo>
                  <a:lnTo>
                    <a:pt x="18" y="800"/>
                  </a:lnTo>
                  <a:lnTo>
                    <a:pt x="18" y="800"/>
                  </a:lnTo>
                  <a:lnTo>
                    <a:pt x="23" y="774"/>
                  </a:lnTo>
                  <a:lnTo>
                    <a:pt x="30" y="747"/>
                  </a:lnTo>
                  <a:lnTo>
                    <a:pt x="30" y="747"/>
                  </a:lnTo>
                  <a:lnTo>
                    <a:pt x="47" y="693"/>
                  </a:lnTo>
                  <a:lnTo>
                    <a:pt x="63" y="638"/>
                  </a:lnTo>
                  <a:lnTo>
                    <a:pt x="63" y="638"/>
                  </a:lnTo>
                  <a:lnTo>
                    <a:pt x="92" y="525"/>
                  </a:lnTo>
                  <a:lnTo>
                    <a:pt x="92" y="525"/>
                  </a:lnTo>
                  <a:lnTo>
                    <a:pt x="98" y="500"/>
                  </a:lnTo>
                  <a:lnTo>
                    <a:pt x="102" y="476"/>
                  </a:lnTo>
                  <a:lnTo>
                    <a:pt x="102" y="476"/>
                  </a:lnTo>
                  <a:lnTo>
                    <a:pt x="105" y="461"/>
                  </a:lnTo>
                  <a:lnTo>
                    <a:pt x="109" y="447"/>
                  </a:lnTo>
                  <a:lnTo>
                    <a:pt x="112" y="433"/>
                  </a:lnTo>
                  <a:lnTo>
                    <a:pt x="115" y="419"/>
                  </a:lnTo>
                  <a:lnTo>
                    <a:pt x="115" y="419"/>
                  </a:lnTo>
                  <a:lnTo>
                    <a:pt x="131" y="309"/>
                  </a:lnTo>
                  <a:lnTo>
                    <a:pt x="141" y="255"/>
                  </a:lnTo>
                  <a:lnTo>
                    <a:pt x="151" y="201"/>
                  </a:lnTo>
                  <a:lnTo>
                    <a:pt x="151" y="201"/>
                  </a:lnTo>
                  <a:lnTo>
                    <a:pt x="160" y="147"/>
                  </a:lnTo>
                  <a:lnTo>
                    <a:pt x="170" y="93"/>
                  </a:lnTo>
                  <a:lnTo>
                    <a:pt x="170" y="93"/>
                  </a:lnTo>
                  <a:lnTo>
                    <a:pt x="180" y="50"/>
                  </a:lnTo>
                  <a:lnTo>
                    <a:pt x="183" y="27"/>
                  </a:lnTo>
                  <a:lnTo>
                    <a:pt x="184" y="16"/>
                  </a:lnTo>
                  <a:lnTo>
                    <a:pt x="185" y="5"/>
                  </a:lnTo>
                  <a:lnTo>
                    <a:pt x="185" y="5"/>
                  </a:lnTo>
                  <a:lnTo>
                    <a:pt x="184" y="3"/>
                  </a:lnTo>
                  <a:lnTo>
                    <a:pt x="183" y="1"/>
                  </a:lnTo>
                  <a:lnTo>
                    <a:pt x="182" y="0"/>
                  </a:lnTo>
                  <a:lnTo>
                    <a:pt x="180" y="0"/>
                  </a:lnTo>
                  <a:lnTo>
                    <a:pt x="178" y="0"/>
                  </a:lnTo>
                  <a:lnTo>
                    <a:pt x="177" y="1"/>
                  </a:lnTo>
                  <a:lnTo>
                    <a:pt x="176" y="3"/>
                  </a:lnTo>
                  <a:lnTo>
                    <a:pt x="175" y="5"/>
                  </a:lnTo>
                  <a:lnTo>
                    <a:pt x="175" y="5"/>
                  </a:lnTo>
                  <a:close/>
                </a:path>
              </a:pathLst>
            </a:custGeom>
            <a:grpFill/>
            <a:ln>
              <a:solidFill>
                <a:schemeClr val="accent1">
                  <a:lumMod val="75000"/>
                  <a:alpha val="0"/>
                </a:schemeClr>
              </a:solidFill>
            </a:ln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297" name="Freeform 913"/>
            <p:cNvSpPr/>
            <p:nvPr>
              <p:custDataLst>
                <p:tags r:id="rId13"/>
              </p:custDataLst>
            </p:nvPr>
          </p:nvSpPr>
          <p:spPr bwMode="auto">
            <a:xfrm>
              <a:off x="3532188" y="1266825"/>
              <a:ext cx="103188" cy="504825"/>
            </a:xfrm>
            <a:custGeom>
              <a:avLst/>
              <a:gdLst/>
              <a:ahLst/>
              <a:cxnLst>
                <a:cxn ang="0">
                  <a:pos x="185" y="5"/>
                </a:cxn>
                <a:cxn ang="0">
                  <a:pos x="181" y="67"/>
                </a:cxn>
                <a:cxn ang="0">
                  <a:pos x="169" y="127"/>
                </a:cxn>
                <a:cxn ang="0">
                  <a:pos x="153" y="187"/>
                </a:cxn>
                <a:cxn ang="0">
                  <a:pos x="136" y="246"/>
                </a:cxn>
                <a:cxn ang="0">
                  <a:pos x="129" y="273"/>
                </a:cxn>
                <a:cxn ang="0">
                  <a:pos x="124" y="327"/>
                </a:cxn>
                <a:cxn ang="0">
                  <a:pos x="123" y="355"/>
                </a:cxn>
                <a:cxn ang="0">
                  <a:pos x="118" y="418"/>
                </a:cxn>
                <a:cxn ang="0">
                  <a:pos x="108" y="481"/>
                </a:cxn>
                <a:cxn ang="0">
                  <a:pos x="101" y="511"/>
                </a:cxn>
                <a:cxn ang="0">
                  <a:pos x="74" y="596"/>
                </a:cxn>
                <a:cxn ang="0">
                  <a:pos x="65" y="627"/>
                </a:cxn>
                <a:cxn ang="0">
                  <a:pos x="53" y="691"/>
                </a:cxn>
                <a:cxn ang="0">
                  <a:pos x="47" y="723"/>
                </a:cxn>
                <a:cxn ang="0">
                  <a:pos x="23" y="846"/>
                </a:cxn>
                <a:cxn ang="0">
                  <a:pos x="20" y="863"/>
                </a:cxn>
                <a:cxn ang="0">
                  <a:pos x="14" y="897"/>
                </a:cxn>
                <a:cxn ang="0">
                  <a:pos x="9" y="913"/>
                </a:cxn>
                <a:cxn ang="0">
                  <a:pos x="6" y="922"/>
                </a:cxn>
                <a:cxn ang="0">
                  <a:pos x="1" y="939"/>
                </a:cxn>
                <a:cxn ang="0">
                  <a:pos x="0" y="949"/>
                </a:cxn>
                <a:cxn ang="0">
                  <a:pos x="2" y="952"/>
                </a:cxn>
                <a:cxn ang="0">
                  <a:pos x="6" y="954"/>
                </a:cxn>
                <a:cxn ang="0">
                  <a:pos x="9" y="952"/>
                </a:cxn>
                <a:cxn ang="0">
                  <a:pos x="11" y="949"/>
                </a:cxn>
                <a:cxn ang="0">
                  <a:pos x="12" y="937"/>
                </a:cxn>
                <a:cxn ang="0">
                  <a:pos x="18" y="914"/>
                </a:cxn>
                <a:cxn ang="0">
                  <a:pos x="21" y="903"/>
                </a:cxn>
                <a:cxn ang="0">
                  <a:pos x="33" y="840"/>
                </a:cxn>
                <a:cxn ang="0">
                  <a:pos x="47" y="774"/>
                </a:cxn>
                <a:cxn ang="0">
                  <a:pos x="59" y="709"/>
                </a:cxn>
                <a:cxn ang="0">
                  <a:pos x="71" y="650"/>
                </a:cxn>
                <a:cxn ang="0">
                  <a:pos x="85" y="591"/>
                </a:cxn>
                <a:cxn ang="0">
                  <a:pos x="94" y="563"/>
                </a:cxn>
                <a:cxn ang="0">
                  <a:pos x="105" y="534"/>
                </a:cxn>
                <a:cxn ang="0">
                  <a:pos x="114" y="500"/>
                </a:cxn>
                <a:cxn ang="0">
                  <a:pos x="120" y="465"/>
                </a:cxn>
                <a:cxn ang="0">
                  <a:pos x="128" y="407"/>
                </a:cxn>
                <a:cxn ang="0">
                  <a:pos x="135" y="320"/>
                </a:cxn>
                <a:cxn ang="0">
                  <a:pos x="143" y="262"/>
                </a:cxn>
                <a:cxn ang="0">
                  <a:pos x="150" y="233"/>
                </a:cxn>
                <a:cxn ang="0">
                  <a:pos x="167" y="177"/>
                </a:cxn>
                <a:cxn ang="0">
                  <a:pos x="181" y="120"/>
                </a:cxn>
                <a:cxn ang="0">
                  <a:pos x="191" y="63"/>
                </a:cxn>
                <a:cxn ang="0">
                  <a:pos x="196" y="5"/>
                </a:cxn>
                <a:cxn ang="0">
                  <a:pos x="195" y="3"/>
                </a:cxn>
                <a:cxn ang="0">
                  <a:pos x="192" y="1"/>
                </a:cxn>
                <a:cxn ang="0">
                  <a:pos x="188" y="1"/>
                </a:cxn>
                <a:cxn ang="0">
                  <a:pos x="186" y="3"/>
                </a:cxn>
                <a:cxn ang="0">
                  <a:pos x="185" y="5"/>
                </a:cxn>
              </a:cxnLst>
              <a:rect l="0" t="0" r="r" b="b"/>
              <a:pathLst>
                <a:path w="196" h="954">
                  <a:moveTo>
                    <a:pt x="185" y="5"/>
                  </a:moveTo>
                  <a:lnTo>
                    <a:pt x="185" y="5"/>
                  </a:lnTo>
                  <a:lnTo>
                    <a:pt x="184" y="36"/>
                  </a:lnTo>
                  <a:lnTo>
                    <a:pt x="181" y="67"/>
                  </a:lnTo>
                  <a:lnTo>
                    <a:pt x="176" y="97"/>
                  </a:lnTo>
                  <a:lnTo>
                    <a:pt x="169" y="127"/>
                  </a:lnTo>
                  <a:lnTo>
                    <a:pt x="162" y="157"/>
                  </a:lnTo>
                  <a:lnTo>
                    <a:pt x="153" y="187"/>
                  </a:lnTo>
                  <a:lnTo>
                    <a:pt x="136" y="246"/>
                  </a:lnTo>
                  <a:lnTo>
                    <a:pt x="136" y="246"/>
                  </a:lnTo>
                  <a:lnTo>
                    <a:pt x="133" y="261"/>
                  </a:lnTo>
                  <a:lnTo>
                    <a:pt x="129" y="273"/>
                  </a:lnTo>
                  <a:lnTo>
                    <a:pt x="126" y="300"/>
                  </a:lnTo>
                  <a:lnTo>
                    <a:pt x="124" y="327"/>
                  </a:lnTo>
                  <a:lnTo>
                    <a:pt x="123" y="355"/>
                  </a:lnTo>
                  <a:lnTo>
                    <a:pt x="123" y="355"/>
                  </a:lnTo>
                  <a:lnTo>
                    <a:pt x="121" y="386"/>
                  </a:lnTo>
                  <a:lnTo>
                    <a:pt x="118" y="418"/>
                  </a:lnTo>
                  <a:lnTo>
                    <a:pt x="113" y="449"/>
                  </a:lnTo>
                  <a:lnTo>
                    <a:pt x="108" y="481"/>
                  </a:lnTo>
                  <a:lnTo>
                    <a:pt x="108" y="481"/>
                  </a:lnTo>
                  <a:lnTo>
                    <a:pt x="101" y="511"/>
                  </a:lnTo>
                  <a:lnTo>
                    <a:pt x="92" y="538"/>
                  </a:lnTo>
                  <a:lnTo>
                    <a:pt x="74" y="596"/>
                  </a:lnTo>
                  <a:lnTo>
                    <a:pt x="74" y="596"/>
                  </a:lnTo>
                  <a:lnTo>
                    <a:pt x="65" y="627"/>
                  </a:lnTo>
                  <a:lnTo>
                    <a:pt x="58" y="659"/>
                  </a:lnTo>
                  <a:lnTo>
                    <a:pt x="53" y="691"/>
                  </a:lnTo>
                  <a:lnTo>
                    <a:pt x="47" y="723"/>
                  </a:lnTo>
                  <a:lnTo>
                    <a:pt x="47" y="723"/>
                  </a:lnTo>
                  <a:lnTo>
                    <a:pt x="34" y="784"/>
                  </a:lnTo>
                  <a:lnTo>
                    <a:pt x="23" y="846"/>
                  </a:lnTo>
                  <a:lnTo>
                    <a:pt x="23" y="846"/>
                  </a:lnTo>
                  <a:lnTo>
                    <a:pt x="20" y="863"/>
                  </a:lnTo>
                  <a:lnTo>
                    <a:pt x="18" y="880"/>
                  </a:lnTo>
                  <a:lnTo>
                    <a:pt x="14" y="897"/>
                  </a:lnTo>
                  <a:lnTo>
                    <a:pt x="12" y="905"/>
                  </a:lnTo>
                  <a:lnTo>
                    <a:pt x="9" y="913"/>
                  </a:lnTo>
                  <a:lnTo>
                    <a:pt x="9" y="913"/>
                  </a:lnTo>
                  <a:lnTo>
                    <a:pt x="6" y="922"/>
                  </a:lnTo>
                  <a:lnTo>
                    <a:pt x="3" y="931"/>
                  </a:lnTo>
                  <a:lnTo>
                    <a:pt x="1" y="939"/>
                  </a:lnTo>
                  <a:lnTo>
                    <a:pt x="0" y="949"/>
                  </a:lnTo>
                  <a:lnTo>
                    <a:pt x="0" y="949"/>
                  </a:lnTo>
                  <a:lnTo>
                    <a:pt x="1" y="951"/>
                  </a:lnTo>
                  <a:lnTo>
                    <a:pt x="2" y="952"/>
                  </a:lnTo>
                  <a:lnTo>
                    <a:pt x="3" y="953"/>
                  </a:lnTo>
                  <a:lnTo>
                    <a:pt x="6" y="954"/>
                  </a:lnTo>
                  <a:lnTo>
                    <a:pt x="7" y="953"/>
                  </a:lnTo>
                  <a:lnTo>
                    <a:pt x="9" y="952"/>
                  </a:lnTo>
                  <a:lnTo>
                    <a:pt x="10" y="951"/>
                  </a:lnTo>
                  <a:lnTo>
                    <a:pt x="11" y="949"/>
                  </a:lnTo>
                  <a:lnTo>
                    <a:pt x="11" y="949"/>
                  </a:lnTo>
                  <a:lnTo>
                    <a:pt x="12" y="937"/>
                  </a:lnTo>
                  <a:lnTo>
                    <a:pt x="15" y="926"/>
                  </a:lnTo>
                  <a:lnTo>
                    <a:pt x="18" y="914"/>
                  </a:lnTo>
                  <a:lnTo>
                    <a:pt x="21" y="903"/>
                  </a:lnTo>
                  <a:lnTo>
                    <a:pt x="21" y="903"/>
                  </a:lnTo>
                  <a:lnTo>
                    <a:pt x="27" y="871"/>
                  </a:lnTo>
                  <a:lnTo>
                    <a:pt x="33" y="840"/>
                  </a:lnTo>
                  <a:lnTo>
                    <a:pt x="33" y="840"/>
                  </a:lnTo>
                  <a:lnTo>
                    <a:pt x="47" y="774"/>
                  </a:lnTo>
                  <a:lnTo>
                    <a:pt x="53" y="741"/>
                  </a:lnTo>
                  <a:lnTo>
                    <a:pt x="59" y="709"/>
                  </a:lnTo>
                  <a:lnTo>
                    <a:pt x="59" y="709"/>
                  </a:lnTo>
                  <a:lnTo>
                    <a:pt x="71" y="650"/>
                  </a:lnTo>
                  <a:lnTo>
                    <a:pt x="77" y="620"/>
                  </a:lnTo>
                  <a:lnTo>
                    <a:pt x="85" y="591"/>
                  </a:lnTo>
                  <a:lnTo>
                    <a:pt x="85" y="591"/>
                  </a:lnTo>
                  <a:lnTo>
                    <a:pt x="94" y="563"/>
                  </a:lnTo>
                  <a:lnTo>
                    <a:pt x="105" y="534"/>
                  </a:lnTo>
                  <a:lnTo>
                    <a:pt x="105" y="534"/>
                  </a:lnTo>
                  <a:lnTo>
                    <a:pt x="110" y="518"/>
                  </a:lnTo>
                  <a:lnTo>
                    <a:pt x="114" y="500"/>
                  </a:lnTo>
                  <a:lnTo>
                    <a:pt x="120" y="465"/>
                  </a:lnTo>
                  <a:lnTo>
                    <a:pt x="120" y="465"/>
                  </a:lnTo>
                  <a:lnTo>
                    <a:pt x="125" y="436"/>
                  </a:lnTo>
                  <a:lnTo>
                    <a:pt x="128" y="407"/>
                  </a:lnTo>
                  <a:lnTo>
                    <a:pt x="133" y="348"/>
                  </a:lnTo>
                  <a:lnTo>
                    <a:pt x="135" y="320"/>
                  </a:lnTo>
                  <a:lnTo>
                    <a:pt x="138" y="291"/>
                  </a:lnTo>
                  <a:lnTo>
                    <a:pt x="143" y="262"/>
                  </a:lnTo>
                  <a:lnTo>
                    <a:pt x="146" y="247"/>
                  </a:lnTo>
                  <a:lnTo>
                    <a:pt x="150" y="233"/>
                  </a:lnTo>
                  <a:lnTo>
                    <a:pt x="150" y="233"/>
                  </a:lnTo>
                  <a:lnTo>
                    <a:pt x="167" y="177"/>
                  </a:lnTo>
                  <a:lnTo>
                    <a:pt x="174" y="149"/>
                  </a:lnTo>
                  <a:lnTo>
                    <a:pt x="181" y="120"/>
                  </a:lnTo>
                  <a:lnTo>
                    <a:pt x="186" y="92"/>
                  </a:lnTo>
                  <a:lnTo>
                    <a:pt x="191" y="63"/>
                  </a:lnTo>
                  <a:lnTo>
                    <a:pt x="195" y="34"/>
                  </a:lnTo>
                  <a:lnTo>
                    <a:pt x="196" y="5"/>
                  </a:lnTo>
                  <a:lnTo>
                    <a:pt x="196" y="5"/>
                  </a:lnTo>
                  <a:lnTo>
                    <a:pt x="195" y="3"/>
                  </a:lnTo>
                  <a:lnTo>
                    <a:pt x="194" y="1"/>
                  </a:lnTo>
                  <a:lnTo>
                    <a:pt x="192" y="1"/>
                  </a:lnTo>
                  <a:lnTo>
                    <a:pt x="190" y="0"/>
                  </a:lnTo>
                  <a:lnTo>
                    <a:pt x="188" y="1"/>
                  </a:lnTo>
                  <a:lnTo>
                    <a:pt x="187" y="1"/>
                  </a:lnTo>
                  <a:lnTo>
                    <a:pt x="186" y="3"/>
                  </a:lnTo>
                  <a:lnTo>
                    <a:pt x="185" y="5"/>
                  </a:lnTo>
                  <a:lnTo>
                    <a:pt x="185" y="5"/>
                  </a:lnTo>
                  <a:close/>
                </a:path>
              </a:pathLst>
            </a:custGeom>
            <a:grpFill/>
            <a:ln>
              <a:solidFill>
                <a:schemeClr val="accent1">
                  <a:lumMod val="75000"/>
                  <a:alpha val="0"/>
                </a:schemeClr>
              </a:solidFill>
            </a:ln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298" name="Freeform 914"/>
            <p:cNvSpPr/>
            <p:nvPr>
              <p:custDataLst>
                <p:tags r:id="rId14"/>
              </p:custDataLst>
            </p:nvPr>
          </p:nvSpPr>
          <p:spPr bwMode="auto">
            <a:xfrm>
              <a:off x="3570288" y="1301750"/>
              <a:ext cx="96838" cy="488950"/>
            </a:xfrm>
            <a:custGeom>
              <a:avLst/>
              <a:gdLst/>
              <a:ahLst/>
              <a:cxnLst>
                <a:cxn ang="0">
                  <a:pos x="175" y="5"/>
                </a:cxn>
                <a:cxn ang="0">
                  <a:pos x="172" y="13"/>
                </a:cxn>
                <a:cxn ang="0">
                  <a:pos x="163" y="30"/>
                </a:cxn>
                <a:cxn ang="0">
                  <a:pos x="161" y="39"/>
                </a:cxn>
                <a:cxn ang="0">
                  <a:pos x="161" y="62"/>
                </a:cxn>
                <a:cxn ang="0">
                  <a:pos x="159" y="87"/>
                </a:cxn>
                <a:cxn ang="0">
                  <a:pos x="149" y="148"/>
                </a:cxn>
                <a:cxn ang="0">
                  <a:pos x="146" y="164"/>
                </a:cxn>
                <a:cxn ang="0">
                  <a:pos x="138" y="193"/>
                </a:cxn>
                <a:cxn ang="0">
                  <a:pos x="135" y="207"/>
                </a:cxn>
                <a:cxn ang="0">
                  <a:pos x="128" y="268"/>
                </a:cxn>
                <a:cxn ang="0">
                  <a:pos x="117" y="361"/>
                </a:cxn>
                <a:cxn ang="0">
                  <a:pos x="106" y="422"/>
                </a:cxn>
                <a:cxn ang="0">
                  <a:pos x="99" y="452"/>
                </a:cxn>
                <a:cxn ang="0">
                  <a:pos x="72" y="538"/>
                </a:cxn>
                <a:cxn ang="0">
                  <a:pos x="64" y="568"/>
                </a:cxn>
                <a:cxn ang="0">
                  <a:pos x="50" y="630"/>
                </a:cxn>
                <a:cxn ang="0">
                  <a:pos x="38" y="691"/>
                </a:cxn>
                <a:cxn ang="0">
                  <a:pos x="15" y="809"/>
                </a:cxn>
                <a:cxn ang="0">
                  <a:pos x="6" y="865"/>
                </a:cxn>
                <a:cxn ang="0">
                  <a:pos x="1" y="906"/>
                </a:cxn>
                <a:cxn ang="0">
                  <a:pos x="0" y="921"/>
                </a:cxn>
                <a:cxn ang="0">
                  <a:pos x="2" y="924"/>
                </a:cxn>
                <a:cxn ang="0">
                  <a:pos x="5" y="925"/>
                </a:cxn>
                <a:cxn ang="0">
                  <a:pos x="8" y="924"/>
                </a:cxn>
                <a:cxn ang="0">
                  <a:pos x="9" y="921"/>
                </a:cxn>
                <a:cxn ang="0">
                  <a:pos x="10" y="906"/>
                </a:cxn>
                <a:cxn ang="0">
                  <a:pos x="13" y="875"/>
                </a:cxn>
                <a:cxn ang="0">
                  <a:pos x="16" y="862"/>
                </a:cxn>
                <a:cxn ang="0">
                  <a:pos x="25" y="803"/>
                </a:cxn>
                <a:cxn ang="0">
                  <a:pos x="31" y="774"/>
                </a:cxn>
                <a:cxn ang="0">
                  <a:pos x="48" y="685"/>
                </a:cxn>
                <a:cxn ang="0">
                  <a:pos x="62" y="623"/>
                </a:cxn>
                <a:cxn ang="0">
                  <a:pos x="75" y="560"/>
                </a:cxn>
                <a:cxn ang="0">
                  <a:pos x="83" y="531"/>
                </a:cxn>
                <a:cxn ang="0">
                  <a:pos x="110" y="446"/>
                </a:cxn>
                <a:cxn ang="0">
                  <a:pos x="117" y="417"/>
                </a:cxn>
                <a:cxn ang="0">
                  <a:pos x="129" y="355"/>
                </a:cxn>
                <a:cxn ang="0">
                  <a:pos x="138" y="262"/>
                </a:cxn>
                <a:cxn ang="0">
                  <a:pos x="145" y="201"/>
                </a:cxn>
                <a:cxn ang="0">
                  <a:pos x="148" y="186"/>
                </a:cxn>
                <a:cxn ang="0">
                  <a:pos x="157" y="157"/>
                </a:cxn>
                <a:cxn ang="0">
                  <a:pos x="161" y="143"/>
                </a:cxn>
                <a:cxn ang="0">
                  <a:pos x="167" y="94"/>
                </a:cxn>
                <a:cxn ang="0">
                  <a:pos x="169" y="70"/>
                </a:cxn>
                <a:cxn ang="0">
                  <a:pos x="171" y="45"/>
                </a:cxn>
                <a:cxn ang="0">
                  <a:pos x="172" y="36"/>
                </a:cxn>
                <a:cxn ang="0">
                  <a:pos x="181" y="17"/>
                </a:cxn>
                <a:cxn ang="0">
                  <a:pos x="185" y="7"/>
                </a:cxn>
                <a:cxn ang="0">
                  <a:pos x="185" y="5"/>
                </a:cxn>
                <a:cxn ang="0">
                  <a:pos x="180" y="1"/>
                </a:cxn>
                <a:cxn ang="0">
                  <a:pos x="177" y="1"/>
                </a:cxn>
                <a:cxn ang="0">
                  <a:pos x="175" y="5"/>
                </a:cxn>
              </a:cxnLst>
              <a:rect l="0" t="0" r="r" b="b"/>
              <a:pathLst>
                <a:path w="185" h="925">
                  <a:moveTo>
                    <a:pt x="175" y="5"/>
                  </a:moveTo>
                  <a:lnTo>
                    <a:pt x="175" y="5"/>
                  </a:lnTo>
                  <a:lnTo>
                    <a:pt x="174" y="9"/>
                  </a:lnTo>
                  <a:lnTo>
                    <a:pt x="172" y="13"/>
                  </a:lnTo>
                  <a:lnTo>
                    <a:pt x="168" y="22"/>
                  </a:lnTo>
                  <a:lnTo>
                    <a:pt x="163" y="30"/>
                  </a:lnTo>
                  <a:lnTo>
                    <a:pt x="162" y="35"/>
                  </a:lnTo>
                  <a:lnTo>
                    <a:pt x="161" y="39"/>
                  </a:lnTo>
                  <a:lnTo>
                    <a:pt x="161" y="39"/>
                  </a:lnTo>
                  <a:lnTo>
                    <a:pt x="161" y="62"/>
                  </a:lnTo>
                  <a:lnTo>
                    <a:pt x="159" y="87"/>
                  </a:lnTo>
                  <a:lnTo>
                    <a:pt x="159" y="87"/>
                  </a:lnTo>
                  <a:lnTo>
                    <a:pt x="155" y="118"/>
                  </a:lnTo>
                  <a:lnTo>
                    <a:pt x="149" y="148"/>
                  </a:lnTo>
                  <a:lnTo>
                    <a:pt x="149" y="148"/>
                  </a:lnTo>
                  <a:lnTo>
                    <a:pt x="146" y="164"/>
                  </a:lnTo>
                  <a:lnTo>
                    <a:pt x="142" y="178"/>
                  </a:lnTo>
                  <a:lnTo>
                    <a:pt x="138" y="193"/>
                  </a:lnTo>
                  <a:lnTo>
                    <a:pt x="135" y="207"/>
                  </a:lnTo>
                  <a:lnTo>
                    <a:pt x="135" y="207"/>
                  </a:lnTo>
                  <a:lnTo>
                    <a:pt x="131" y="238"/>
                  </a:lnTo>
                  <a:lnTo>
                    <a:pt x="128" y="268"/>
                  </a:lnTo>
                  <a:lnTo>
                    <a:pt x="122" y="330"/>
                  </a:lnTo>
                  <a:lnTo>
                    <a:pt x="117" y="361"/>
                  </a:lnTo>
                  <a:lnTo>
                    <a:pt x="112" y="392"/>
                  </a:lnTo>
                  <a:lnTo>
                    <a:pt x="106" y="422"/>
                  </a:lnTo>
                  <a:lnTo>
                    <a:pt x="99" y="452"/>
                  </a:lnTo>
                  <a:lnTo>
                    <a:pt x="99" y="452"/>
                  </a:lnTo>
                  <a:lnTo>
                    <a:pt x="80" y="510"/>
                  </a:lnTo>
                  <a:lnTo>
                    <a:pt x="72" y="538"/>
                  </a:lnTo>
                  <a:lnTo>
                    <a:pt x="64" y="568"/>
                  </a:lnTo>
                  <a:lnTo>
                    <a:pt x="64" y="568"/>
                  </a:lnTo>
                  <a:lnTo>
                    <a:pt x="56" y="599"/>
                  </a:lnTo>
                  <a:lnTo>
                    <a:pt x="50" y="630"/>
                  </a:lnTo>
                  <a:lnTo>
                    <a:pt x="38" y="691"/>
                  </a:lnTo>
                  <a:lnTo>
                    <a:pt x="38" y="691"/>
                  </a:lnTo>
                  <a:lnTo>
                    <a:pt x="25" y="750"/>
                  </a:lnTo>
                  <a:lnTo>
                    <a:pt x="15" y="809"/>
                  </a:lnTo>
                  <a:lnTo>
                    <a:pt x="15" y="809"/>
                  </a:lnTo>
                  <a:lnTo>
                    <a:pt x="6" y="865"/>
                  </a:lnTo>
                  <a:lnTo>
                    <a:pt x="2" y="893"/>
                  </a:lnTo>
                  <a:lnTo>
                    <a:pt x="1" y="906"/>
                  </a:lnTo>
                  <a:lnTo>
                    <a:pt x="0" y="921"/>
                  </a:lnTo>
                  <a:lnTo>
                    <a:pt x="0" y="921"/>
                  </a:lnTo>
                  <a:lnTo>
                    <a:pt x="1" y="923"/>
                  </a:lnTo>
                  <a:lnTo>
                    <a:pt x="2" y="924"/>
                  </a:lnTo>
                  <a:lnTo>
                    <a:pt x="3" y="925"/>
                  </a:lnTo>
                  <a:lnTo>
                    <a:pt x="5" y="925"/>
                  </a:lnTo>
                  <a:lnTo>
                    <a:pt x="7" y="925"/>
                  </a:lnTo>
                  <a:lnTo>
                    <a:pt x="8" y="924"/>
                  </a:lnTo>
                  <a:lnTo>
                    <a:pt x="9" y="923"/>
                  </a:lnTo>
                  <a:lnTo>
                    <a:pt x="9" y="921"/>
                  </a:lnTo>
                  <a:lnTo>
                    <a:pt x="9" y="921"/>
                  </a:lnTo>
                  <a:lnTo>
                    <a:pt x="10" y="906"/>
                  </a:lnTo>
                  <a:lnTo>
                    <a:pt x="11" y="891"/>
                  </a:lnTo>
                  <a:lnTo>
                    <a:pt x="13" y="875"/>
                  </a:lnTo>
                  <a:lnTo>
                    <a:pt x="16" y="862"/>
                  </a:lnTo>
                  <a:lnTo>
                    <a:pt x="16" y="862"/>
                  </a:lnTo>
                  <a:lnTo>
                    <a:pt x="21" y="833"/>
                  </a:lnTo>
                  <a:lnTo>
                    <a:pt x="25" y="803"/>
                  </a:lnTo>
                  <a:lnTo>
                    <a:pt x="25" y="803"/>
                  </a:lnTo>
                  <a:lnTo>
                    <a:pt x="31" y="774"/>
                  </a:lnTo>
                  <a:lnTo>
                    <a:pt x="37" y="744"/>
                  </a:lnTo>
                  <a:lnTo>
                    <a:pt x="48" y="685"/>
                  </a:lnTo>
                  <a:lnTo>
                    <a:pt x="48" y="685"/>
                  </a:lnTo>
                  <a:lnTo>
                    <a:pt x="62" y="623"/>
                  </a:lnTo>
                  <a:lnTo>
                    <a:pt x="68" y="592"/>
                  </a:lnTo>
                  <a:lnTo>
                    <a:pt x="75" y="560"/>
                  </a:lnTo>
                  <a:lnTo>
                    <a:pt x="75" y="560"/>
                  </a:lnTo>
                  <a:lnTo>
                    <a:pt x="83" y="531"/>
                  </a:lnTo>
                  <a:lnTo>
                    <a:pt x="93" y="503"/>
                  </a:lnTo>
                  <a:lnTo>
                    <a:pt x="110" y="446"/>
                  </a:lnTo>
                  <a:lnTo>
                    <a:pt x="110" y="446"/>
                  </a:lnTo>
                  <a:lnTo>
                    <a:pt x="117" y="417"/>
                  </a:lnTo>
                  <a:lnTo>
                    <a:pt x="124" y="386"/>
                  </a:lnTo>
                  <a:lnTo>
                    <a:pt x="129" y="355"/>
                  </a:lnTo>
                  <a:lnTo>
                    <a:pt x="132" y="324"/>
                  </a:lnTo>
                  <a:lnTo>
                    <a:pt x="138" y="262"/>
                  </a:lnTo>
                  <a:lnTo>
                    <a:pt x="141" y="231"/>
                  </a:lnTo>
                  <a:lnTo>
                    <a:pt x="145" y="201"/>
                  </a:lnTo>
                  <a:lnTo>
                    <a:pt x="145" y="201"/>
                  </a:lnTo>
                  <a:lnTo>
                    <a:pt x="148" y="186"/>
                  </a:lnTo>
                  <a:lnTo>
                    <a:pt x="153" y="172"/>
                  </a:lnTo>
                  <a:lnTo>
                    <a:pt x="157" y="157"/>
                  </a:lnTo>
                  <a:lnTo>
                    <a:pt x="161" y="143"/>
                  </a:lnTo>
                  <a:lnTo>
                    <a:pt x="161" y="143"/>
                  </a:lnTo>
                  <a:lnTo>
                    <a:pt x="164" y="119"/>
                  </a:lnTo>
                  <a:lnTo>
                    <a:pt x="167" y="94"/>
                  </a:lnTo>
                  <a:lnTo>
                    <a:pt x="167" y="94"/>
                  </a:lnTo>
                  <a:lnTo>
                    <a:pt x="169" y="70"/>
                  </a:lnTo>
                  <a:lnTo>
                    <a:pt x="171" y="45"/>
                  </a:lnTo>
                  <a:lnTo>
                    <a:pt x="171" y="45"/>
                  </a:lnTo>
                  <a:lnTo>
                    <a:pt x="171" y="40"/>
                  </a:lnTo>
                  <a:lnTo>
                    <a:pt x="172" y="36"/>
                  </a:lnTo>
                  <a:lnTo>
                    <a:pt x="177" y="26"/>
                  </a:lnTo>
                  <a:lnTo>
                    <a:pt x="181" y="17"/>
                  </a:lnTo>
                  <a:lnTo>
                    <a:pt x="183" y="12"/>
                  </a:lnTo>
                  <a:lnTo>
                    <a:pt x="185" y="7"/>
                  </a:lnTo>
                  <a:lnTo>
                    <a:pt x="185" y="7"/>
                  </a:lnTo>
                  <a:lnTo>
                    <a:pt x="185" y="5"/>
                  </a:lnTo>
                  <a:lnTo>
                    <a:pt x="183" y="4"/>
                  </a:lnTo>
                  <a:lnTo>
                    <a:pt x="180" y="1"/>
                  </a:lnTo>
                  <a:lnTo>
                    <a:pt x="179" y="0"/>
                  </a:lnTo>
                  <a:lnTo>
                    <a:pt x="177" y="1"/>
                  </a:lnTo>
                  <a:lnTo>
                    <a:pt x="176" y="3"/>
                  </a:lnTo>
                  <a:lnTo>
                    <a:pt x="175" y="5"/>
                  </a:lnTo>
                  <a:lnTo>
                    <a:pt x="175" y="5"/>
                  </a:lnTo>
                  <a:close/>
                </a:path>
              </a:pathLst>
            </a:custGeom>
            <a:grpFill/>
            <a:ln>
              <a:solidFill>
                <a:schemeClr val="accent1">
                  <a:lumMod val="75000"/>
                  <a:alpha val="0"/>
                </a:schemeClr>
              </a:solidFill>
            </a:ln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299" name="Freeform 915"/>
            <p:cNvSpPr/>
            <p:nvPr>
              <p:custDataLst>
                <p:tags r:id="rId15"/>
              </p:custDataLst>
            </p:nvPr>
          </p:nvSpPr>
          <p:spPr bwMode="auto">
            <a:xfrm>
              <a:off x="3605213" y="1336675"/>
              <a:ext cx="98425" cy="500063"/>
            </a:xfrm>
            <a:custGeom>
              <a:avLst/>
              <a:gdLst/>
              <a:ahLst/>
              <a:cxnLst>
                <a:cxn ang="0">
                  <a:pos x="174" y="4"/>
                </a:cxn>
                <a:cxn ang="0">
                  <a:pos x="173" y="62"/>
                </a:cxn>
                <a:cxn ang="0">
                  <a:pos x="167" y="119"/>
                </a:cxn>
                <a:cxn ang="0">
                  <a:pos x="157" y="179"/>
                </a:cxn>
                <a:cxn ang="0">
                  <a:pos x="147" y="239"/>
                </a:cxn>
                <a:cxn ang="0">
                  <a:pos x="136" y="302"/>
                </a:cxn>
                <a:cxn ang="0">
                  <a:pos x="126" y="365"/>
                </a:cxn>
                <a:cxn ang="0">
                  <a:pos x="118" y="428"/>
                </a:cxn>
                <a:cxn ang="0">
                  <a:pos x="107" y="490"/>
                </a:cxn>
                <a:cxn ang="0">
                  <a:pos x="101" y="519"/>
                </a:cxn>
                <a:cxn ang="0">
                  <a:pos x="78" y="605"/>
                </a:cxn>
                <a:cxn ang="0">
                  <a:pos x="47" y="719"/>
                </a:cxn>
                <a:cxn ang="0">
                  <a:pos x="41" y="747"/>
                </a:cxn>
                <a:cxn ang="0">
                  <a:pos x="32" y="806"/>
                </a:cxn>
                <a:cxn ang="0">
                  <a:pos x="27" y="835"/>
                </a:cxn>
                <a:cxn ang="0">
                  <a:pos x="20" y="859"/>
                </a:cxn>
                <a:cxn ang="0">
                  <a:pos x="5" y="907"/>
                </a:cxn>
                <a:cxn ang="0">
                  <a:pos x="0" y="931"/>
                </a:cxn>
                <a:cxn ang="0">
                  <a:pos x="0" y="933"/>
                </a:cxn>
                <a:cxn ang="0">
                  <a:pos x="0" y="939"/>
                </a:cxn>
                <a:cxn ang="0">
                  <a:pos x="1" y="942"/>
                </a:cxn>
                <a:cxn ang="0">
                  <a:pos x="4" y="943"/>
                </a:cxn>
                <a:cxn ang="0">
                  <a:pos x="7" y="942"/>
                </a:cxn>
                <a:cxn ang="0">
                  <a:pos x="9" y="939"/>
                </a:cxn>
                <a:cxn ang="0">
                  <a:pos x="10" y="924"/>
                </a:cxn>
                <a:cxn ang="0">
                  <a:pos x="16" y="897"/>
                </a:cxn>
                <a:cxn ang="0">
                  <a:pos x="30" y="857"/>
                </a:cxn>
                <a:cxn ang="0">
                  <a:pos x="37" y="829"/>
                </a:cxn>
                <a:cxn ang="0">
                  <a:pos x="42" y="800"/>
                </a:cxn>
                <a:cxn ang="0">
                  <a:pos x="52" y="741"/>
                </a:cxn>
                <a:cxn ang="0">
                  <a:pos x="58" y="712"/>
                </a:cxn>
                <a:cxn ang="0">
                  <a:pos x="90" y="595"/>
                </a:cxn>
                <a:cxn ang="0">
                  <a:pos x="113" y="506"/>
                </a:cxn>
                <a:cxn ang="0">
                  <a:pos x="120" y="476"/>
                </a:cxn>
                <a:cxn ang="0">
                  <a:pos x="129" y="417"/>
                </a:cxn>
                <a:cxn ang="0">
                  <a:pos x="136" y="359"/>
                </a:cxn>
                <a:cxn ang="0">
                  <a:pos x="146" y="296"/>
                </a:cxn>
                <a:cxn ang="0">
                  <a:pos x="158" y="233"/>
                </a:cxn>
                <a:cxn ang="0">
                  <a:pos x="168" y="173"/>
                </a:cxn>
                <a:cxn ang="0">
                  <a:pos x="178" y="113"/>
                </a:cxn>
                <a:cxn ang="0">
                  <a:pos x="184" y="58"/>
                </a:cxn>
                <a:cxn ang="0">
                  <a:pos x="185" y="4"/>
                </a:cxn>
                <a:cxn ang="0">
                  <a:pos x="184" y="2"/>
                </a:cxn>
                <a:cxn ang="0">
                  <a:pos x="182" y="0"/>
                </a:cxn>
                <a:cxn ang="0">
                  <a:pos x="177" y="0"/>
                </a:cxn>
                <a:cxn ang="0">
                  <a:pos x="175" y="2"/>
                </a:cxn>
                <a:cxn ang="0">
                  <a:pos x="174" y="4"/>
                </a:cxn>
              </a:cxnLst>
              <a:rect l="0" t="0" r="r" b="b"/>
              <a:pathLst>
                <a:path w="185" h="943">
                  <a:moveTo>
                    <a:pt x="174" y="4"/>
                  </a:moveTo>
                  <a:lnTo>
                    <a:pt x="174" y="4"/>
                  </a:lnTo>
                  <a:lnTo>
                    <a:pt x="174" y="33"/>
                  </a:lnTo>
                  <a:lnTo>
                    <a:pt x="173" y="62"/>
                  </a:lnTo>
                  <a:lnTo>
                    <a:pt x="171" y="90"/>
                  </a:lnTo>
                  <a:lnTo>
                    <a:pt x="167" y="119"/>
                  </a:lnTo>
                  <a:lnTo>
                    <a:pt x="167" y="119"/>
                  </a:lnTo>
                  <a:lnTo>
                    <a:pt x="157" y="179"/>
                  </a:lnTo>
                  <a:lnTo>
                    <a:pt x="147" y="239"/>
                  </a:lnTo>
                  <a:lnTo>
                    <a:pt x="147" y="239"/>
                  </a:lnTo>
                  <a:lnTo>
                    <a:pt x="142" y="271"/>
                  </a:lnTo>
                  <a:lnTo>
                    <a:pt x="136" y="302"/>
                  </a:lnTo>
                  <a:lnTo>
                    <a:pt x="131" y="334"/>
                  </a:lnTo>
                  <a:lnTo>
                    <a:pt x="126" y="365"/>
                  </a:lnTo>
                  <a:lnTo>
                    <a:pt x="126" y="365"/>
                  </a:lnTo>
                  <a:lnTo>
                    <a:pt x="118" y="428"/>
                  </a:lnTo>
                  <a:lnTo>
                    <a:pt x="112" y="459"/>
                  </a:lnTo>
                  <a:lnTo>
                    <a:pt x="107" y="490"/>
                  </a:lnTo>
                  <a:lnTo>
                    <a:pt x="107" y="490"/>
                  </a:lnTo>
                  <a:lnTo>
                    <a:pt x="101" y="519"/>
                  </a:lnTo>
                  <a:lnTo>
                    <a:pt x="94" y="547"/>
                  </a:lnTo>
                  <a:lnTo>
                    <a:pt x="78" y="605"/>
                  </a:lnTo>
                  <a:lnTo>
                    <a:pt x="62" y="662"/>
                  </a:lnTo>
                  <a:lnTo>
                    <a:pt x="47" y="719"/>
                  </a:lnTo>
                  <a:lnTo>
                    <a:pt x="47" y="719"/>
                  </a:lnTo>
                  <a:lnTo>
                    <a:pt x="41" y="747"/>
                  </a:lnTo>
                  <a:lnTo>
                    <a:pt x="36" y="776"/>
                  </a:lnTo>
                  <a:lnTo>
                    <a:pt x="32" y="806"/>
                  </a:lnTo>
                  <a:lnTo>
                    <a:pt x="27" y="835"/>
                  </a:lnTo>
                  <a:lnTo>
                    <a:pt x="27" y="835"/>
                  </a:lnTo>
                  <a:lnTo>
                    <a:pt x="24" y="848"/>
                  </a:lnTo>
                  <a:lnTo>
                    <a:pt x="20" y="859"/>
                  </a:lnTo>
                  <a:lnTo>
                    <a:pt x="12" y="883"/>
                  </a:lnTo>
                  <a:lnTo>
                    <a:pt x="5" y="907"/>
                  </a:lnTo>
                  <a:lnTo>
                    <a:pt x="2" y="919"/>
                  </a:lnTo>
                  <a:lnTo>
                    <a:pt x="0" y="931"/>
                  </a:lnTo>
                  <a:lnTo>
                    <a:pt x="0" y="931"/>
                  </a:lnTo>
                  <a:lnTo>
                    <a:pt x="0" y="933"/>
                  </a:lnTo>
                  <a:lnTo>
                    <a:pt x="0" y="939"/>
                  </a:lnTo>
                  <a:lnTo>
                    <a:pt x="0" y="939"/>
                  </a:lnTo>
                  <a:lnTo>
                    <a:pt x="0" y="940"/>
                  </a:lnTo>
                  <a:lnTo>
                    <a:pt x="1" y="942"/>
                  </a:lnTo>
                  <a:lnTo>
                    <a:pt x="2" y="943"/>
                  </a:lnTo>
                  <a:lnTo>
                    <a:pt x="4" y="943"/>
                  </a:lnTo>
                  <a:lnTo>
                    <a:pt x="6" y="943"/>
                  </a:lnTo>
                  <a:lnTo>
                    <a:pt x="7" y="942"/>
                  </a:lnTo>
                  <a:lnTo>
                    <a:pt x="8" y="940"/>
                  </a:lnTo>
                  <a:lnTo>
                    <a:pt x="9" y="939"/>
                  </a:lnTo>
                  <a:lnTo>
                    <a:pt x="9" y="939"/>
                  </a:lnTo>
                  <a:lnTo>
                    <a:pt x="10" y="924"/>
                  </a:lnTo>
                  <a:lnTo>
                    <a:pt x="13" y="911"/>
                  </a:lnTo>
                  <a:lnTo>
                    <a:pt x="16" y="897"/>
                  </a:lnTo>
                  <a:lnTo>
                    <a:pt x="21" y="884"/>
                  </a:lnTo>
                  <a:lnTo>
                    <a:pt x="30" y="857"/>
                  </a:lnTo>
                  <a:lnTo>
                    <a:pt x="34" y="843"/>
                  </a:lnTo>
                  <a:lnTo>
                    <a:pt x="37" y="829"/>
                  </a:lnTo>
                  <a:lnTo>
                    <a:pt x="37" y="829"/>
                  </a:lnTo>
                  <a:lnTo>
                    <a:pt x="42" y="800"/>
                  </a:lnTo>
                  <a:lnTo>
                    <a:pt x="47" y="771"/>
                  </a:lnTo>
                  <a:lnTo>
                    <a:pt x="52" y="741"/>
                  </a:lnTo>
                  <a:lnTo>
                    <a:pt x="58" y="712"/>
                  </a:lnTo>
                  <a:lnTo>
                    <a:pt x="58" y="712"/>
                  </a:lnTo>
                  <a:lnTo>
                    <a:pt x="73" y="653"/>
                  </a:lnTo>
                  <a:lnTo>
                    <a:pt x="90" y="595"/>
                  </a:lnTo>
                  <a:lnTo>
                    <a:pt x="106" y="535"/>
                  </a:lnTo>
                  <a:lnTo>
                    <a:pt x="113" y="506"/>
                  </a:lnTo>
                  <a:lnTo>
                    <a:pt x="120" y="476"/>
                  </a:lnTo>
                  <a:lnTo>
                    <a:pt x="120" y="476"/>
                  </a:lnTo>
                  <a:lnTo>
                    <a:pt x="125" y="447"/>
                  </a:lnTo>
                  <a:lnTo>
                    <a:pt x="129" y="417"/>
                  </a:lnTo>
                  <a:lnTo>
                    <a:pt x="136" y="359"/>
                  </a:lnTo>
                  <a:lnTo>
                    <a:pt x="136" y="359"/>
                  </a:lnTo>
                  <a:lnTo>
                    <a:pt x="141" y="327"/>
                  </a:lnTo>
                  <a:lnTo>
                    <a:pt x="146" y="296"/>
                  </a:lnTo>
                  <a:lnTo>
                    <a:pt x="153" y="264"/>
                  </a:lnTo>
                  <a:lnTo>
                    <a:pt x="158" y="233"/>
                  </a:lnTo>
                  <a:lnTo>
                    <a:pt x="158" y="233"/>
                  </a:lnTo>
                  <a:lnTo>
                    <a:pt x="168" y="173"/>
                  </a:lnTo>
                  <a:lnTo>
                    <a:pt x="178" y="113"/>
                  </a:lnTo>
                  <a:lnTo>
                    <a:pt x="178" y="113"/>
                  </a:lnTo>
                  <a:lnTo>
                    <a:pt x="182" y="86"/>
                  </a:lnTo>
                  <a:lnTo>
                    <a:pt x="184" y="58"/>
                  </a:lnTo>
                  <a:lnTo>
                    <a:pt x="184" y="32"/>
                  </a:lnTo>
                  <a:lnTo>
                    <a:pt x="185" y="4"/>
                  </a:lnTo>
                  <a:lnTo>
                    <a:pt x="185" y="4"/>
                  </a:lnTo>
                  <a:lnTo>
                    <a:pt x="184" y="2"/>
                  </a:lnTo>
                  <a:lnTo>
                    <a:pt x="183" y="1"/>
                  </a:lnTo>
                  <a:lnTo>
                    <a:pt x="182" y="0"/>
                  </a:lnTo>
                  <a:lnTo>
                    <a:pt x="180" y="0"/>
                  </a:lnTo>
                  <a:lnTo>
                    <a:pt x="177" y="0"/>
                  </a:lnTo>
                  <a:lnTo>
                    <a:pt x="176" y="1"/>
                  </a:lnTo>
                  <a:lnTo>
                    <a:pt x="175" y="2"/>
                  </a:lnTo>
                  <a:lnTo>
                    <a:pt x="174" y="4"/>
                  </a:lnTo>
                  <a:lnTo>
                    <a:pt x="174" y="4"/>
                  </a:lnTo>
                  <a:close/>
                </a:path>
              </a:pathLst>
            </a:custGeom>
            <a:grpFill/>
            <a:ln>
              <a:solidFill>
                <a:schemeClr val="accent1">
                  <a:lumMod val="75000"/>
                  <a:alpha val="0"/>
                </a:schemeClr>
              </a:solidFill>
            </a:ln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300" name="Freeform 916"/>
            <p:cNvSpPr/>
            <p:nvPr>
              <p:custDataLst>
                <p:tags r:id="rId16"/>
              </p:custDataLst>
            </p:nvPr>
          </p:nvSpPr>
          <p:spPr bwMode="auto">
            <a:xfrm>
              <a:off x="3649663" y="1366838"/>
              <a:ext cx="90488" cy="492125"/>
            </a:xfrm>
            <a:custGeom>
              <a:avLst/>
              <a:gdLst/>
              <a:ahLst/>
              <a:cxnLst>
                <a:cxn ang="0">
                  <a:pos x="162" y="5"/>
                </a:cxn>
                <a:cxn ang="0">
                  <a:pos x="161" y="67"/>
                </a:cxn>
                <a:cxn ang="0">
                  <a:pos x="155" y="128"/>
                </a:cxn>
                <a:cxn ang="0">
                  <a:pos x="151" y="156"/>
                </a:cxn>
                <a:cxn ang="0">
                  <a:pos x="141" y="214"/>
                </a:cxn>
                <a:cxn ang="0">
                  <a:pos x="137" y="243"/>
                </a:cxn>
                <a:cxn ang="0">
                  <a:pos x="123" y="335"/>
                </a:cxn>
                <a:cxn ang="0">
                  <a:pos x="111" y="397"/>
                </a:cxn>
                <a:cxn ang="0">
                  <a:pos x="97" y="457"/>
                </a:cxn>
                <a:cxn ang="0">
                  <a:pos x="87" y="487"/>
                </a:cxn>
                <a:cxn ang="0">
                  <a:pos x="69" y="543"/>
                </a:cxn>
                <a:cxn ang="0">
                  <a:pos x="51" y="599"/>
                </a:cxn>
                <a:cxn ang="0">
                  <a:pos x="48" y="614"/>
                </a:cxn>
                <a:cxn ang="0">
                  <a:pos x="44" y="658"/>
                </a:cxn>
                <a:cxn ang="0">
                  <a:pos x="40" y="702"/>
                </a:cxn>
                <a:cxn ang="0">
                  <a:pos x="38" y="717"/>
                </a:cxn>
                <a:cxn ang="0">
                  <a:pos x="23" y="796"/>
                </a:cxn>
                <a:cxn ang="0">
                  <a:pos x="17" y="822"/>
                </a:cxn>
                <a:cxn ang="0">
                  <a:pos x="12" y="846"/>
                </a:cxn>
                <a:cxn ang="0">
                  <a:pos x="6" y="898"/>
                </a:cxn>
                <a:cxn ang="0">
                  <a:pos x="0" y="924"/>
                </a:cxn>
                <a:cxn ang="0">
                  <a:pos x="0" y="926"/>
                </a:cxn>
                <a:cxn ang="0">
                  <a:pos x="3" y="928"/>
                </a:cxn>
                <a:cxn ang="0">
                  <a:pos x="6" y="929"/>
                </a:cxn>
                <a:cxn ang="0">
                  <a:pos x="9" y="928"/>
                </a:cxn>
                <a:cxn ang="0">
                  <a:pos x="10" y="926"/>
                </a:cxn>
                <a:cxn ang="0">
                  <a:pos x="14" y="902"/>
                </a:cxn>
                <a:cxn ang="0">
                  <a:pos x="20" y="855"/>
                </a:cxn>
                <a:cxn ang="0">
                  <a:pos x="25" y="831"/>
                </a:cxn>
                <a:cxn ang="0">
                  <a:pos x="30" y="805"/>
                </a:cxn>
                <a:cxn ang="0">
                  <a:pos x="45" y="727"/>
                </a:cxn>
                <a:cxn ang="0">
                  <a:pos x="49" y="698"/>
                </a:cxn>
                <a:cxn ang="0">
                  <a:pos x="54" y="640"/>
                </a:cxn>
                <a:cxn ang="0">
                  <a:pos x="58" y="610"/>
                </a:cxn>
                <a:cxn ang="0">
                  <a:pos x="66" y="580"/>
                </a:cxn>
                <a:cxn ang="0">
                  <a:pos x="86" y="519"/>
                </a:cxn>
                <a:cxn ang="0">
                  <a:pos x="97" y="490"/>
                </a:cxn>
                <a:cxn ang="0">
                  <a:pos x="113" y="431"/>
                </a:cxn>
                <a:cxn ang="0">
                  <a:pos x="126" y="372"/>
                </a:cxn>
                <a:cxn ang="0">
                  <a:pos x="137" y="312"/>
                </a:cxn>
                <a:cxn ang="0">
                  <a:pos x="145" y="252"/>
                </a:cxn>
                <a:cxn ang="0">
                  <a:pos x="155" y="186"/>
                </a:cxn>
                <a:cxn ang="0">
                  <a:pos x="166" y="121"/>
                </a:cxn>
                <a:cxn ang="0">
                  <a:pos x="169" y="92"/>
                </a:cxn>
                <a:cxn ang="0">
                  <a:pos x="171" y="34"/>
                </a:cxn>
                <a:cxn ang="0">
                  <a:pos x="171" y="5"/>
                </a:cxn>
                <a:cxn ang="0">
                  <a:pos x="170" y="1"/>
                </a:cxn>
                <a:cxn ang="0">
                  <a:pos x="167" y="0"/>
                </a:cxn>
                <a:cxn ang="0">
                  <a:pos x="164" y="1"/>
                </a:cxn>
                <a:cxn ang="0">
                  <a:pos x="162" y="5"/>
                </a:cxn>
              </a:cxnLst>
              <a:rect l="0" t="0" r="r" b="b"/>
              <a:pathLst>
                <a:path w="171" h="929">
                  <a:moveTo>
                    <a:pt x="162" y="5"/>
                  </a:moveTo>
                  <a:lnTo>
                    <a:pt x="162" y="5"/>
                  </a:lnTo>
                  <a:lnTo>
                    <a:pt x="162" y="36"/>
                  </a:lnTo>
                  <a:lnTo>
                    <a:pt x="161" y="67"/>
                  </a:lnTo>
                  <a:lnTo>
                    <a:pt x="160" y="97"/>
                  </a:lnTo>
                  <a:lnTo>
                    <a:pt x="155" y="128"/>
                  </a:lnTo>
                  <a:lnTo>
                    <a:pt x="155" y="128"/>
                  </a:lnTo>
                  <a:lnTo>
                    <a:pt x="151" y="156"/>
                  </a:lnTo>
                  <a:lnTo>
                    <a:pt x="146" y="185"/>
                  </a:lnTo>
                  <a:lnTo>
                    <a:pt x="141" y="214"/>
                  </a:lnTo>
                  <a:lnTo>
                    <a:pt x="137" y="243"/>
                  </a:lnTo>
                  <a:lnTo>
                    <a:pt x="137" y="243"/>
                  </a:lnTo>
                  <a:lnTo>
                    <a:pt x="129" y="305"/>
                  </a:lnTo>
                  <a:lnTo>
                    <a:pt x="123" y="335"/>
                  </a:lnTo>
                  <a:lnTo>
                    <a:pt x="117" y="366"/>
                  </a:lnTo>
                  <a:lnTo>
                    <a:pt x="111" y="397"/>
                  </a:lnTo>
                  <a:lnTo>
                    <a:pt x="104" y="427"/>
                  </a:lnTo>
                  <a:lnTo>
                    <a:pt x="97" y="457"/>
                  </a:lnTo>
                  <a:lnTo>
                    <a:pt x="87" y="487"/>
                  </a:lnTo>
                  <a:lnTo>
                    <a:pt x="87" y="487"/>
                  </a:lnTo>
                  <a:lnTo>
                    <a:pt x="78" y="515"/>
                  </a:lnTo>
                  <a:lnTo>
                    <a:pt x="69" y="543"/>
                  </a:lnTo>
                  <a:lnTo>
                    <a:pt x="59" y="572"/>
                  </a:lnTo>
                  <a:lnTo>
                    <a:pt x="51" y="599"/>
                  </a:lnTo>
                  <a:lnTo>
                    <a:pt x="51" y="599"/>
                  </a:lnTo>
                  <a:lnTo>
                    <a:pt x="48" y="614"/>
                  </a:lnTo>
                  <a:lnTo>
                    <a:pt x="46" y="628"/>
                  </a:lnTo>
                  <a:lnTo>
                    <a:pt x="44" y="658"/>
                  </a:lnTo>
                  <a:lnTo>
                    <a:pt x="42" y="687"/>
                  </a:lnTo>
                  <a:lnTo>
                    <a:pt x="40" y="702"/>
                  </a:lnTo>
                  <a:lnTo>
                    <a:pt x="38" y="717"/>
                  </a:lnTo>
                  <a:lnTo>
                    <a:pt x="38" y="717"/>
                  </a:lnTo>
                  <a:lnTo>
                    <a:pt x="28" y="769"/>
                  </a:lnTo>
                  <a:lnTo>
                    <a:pt x="23" y="796"/>
                  </a:lnTo>
                  <a:lnTo>
                    <a:pt x="17" y="822"/>
                  </a:lnTo>
                  <a:lnTo>
                    <a:pt x="17" y="822"/>
                  </a:lnTo>
                  <a:lnTo>
                    <a:pt x="15" y="834"/>
                  </a:lnTo>
                  <a:lnTo>
                    <a:pt x="12" y="846"/>
                  </a:lnTo>
                  <a:lnTo>
                    <a:pt x="9" y="872"/>
                  </a:lnTo>
                  <a:lnTo>
                    <a:pt x="6" y="898"/>
                  </a:lnTo>
                  <a:lnTo>
                    <a:pt x="4" y="910"/>
                  </a:lnTo>
                  <a:lnTo>
                    <a:pt x="0" y="924"/>
                  </a:lnTo>
                  <a:lnTo>
                    <a:pt x="0" y="924"/>
                  </a:lnTo>
                  <a:lnTo>
                    <a:pt x="0" y="926"/>
                  </a:lnTo>
                  <a:lnTo>
                    <a:pt x="2" y="927"/>
                  </a:lnTo>
                  <a:lnTo>
                    <a:pt x="3" y="928"/>
                  </a:lnTo>
                  <a:lnTo>
                    <a:pt x="5" y="929"/>
                  </a:lnTo>
                  <a:lnTo>
                    <a:pt x="6" y="929"/>
                  </a:lnTo>
                  <a:lnTo>
                    <a:pt x="8" y="929"/>
                  </a:lnTo>
                  <a:lnTo>
                    <a:pt x="9" y="928"/>
                  </a:lnTo>
                  <a:lnTo>
                    <a:pt x="10" y="926"/>
                  </a:lnTo>
                  <a:lnTo>
                    <a:pt x="10" y="926"/>
                  </a:lnTo>
                  <a:lnTo>
                    <a:pt x="13" y="915"/>
                  </a:lnTo>
                  <a:lnTo>
                    <a:pt x="14" y="902"/>
                  </a:lnTo>
                  <a:lnTo>
                    <a:pt x="17" y="878"/>
                  </a:lnTo>
                  <a:lnTo>
                    <a:pt x="20" y="855"/>
                  </a:lnTo>
                  <a:lnTo>
                    <a:pt x="22" y="842"/>
                  </a:lnTo>
                  <a:lnTo>
                    <a:pt x="25" y="831"/>
                  </a:lnTo>
                  <a:lnTo>
                    <a:pt x="25" y="831"/>
                  </a:lnTo>
                  <a:lnTo>
                    <a:pt x="30" y="805"/>
                  </a:lnTo>
                  <a:lnTo>
                    <a:pt x="36" y="778"/>
                  </a:lnTo>
                  <a:lnTo>
                    <a:pt x="45" y="727"/>
                  </a:lnTo>
                  <a:lnTo>
                    <a:pt x="45" y="727"/>
                  </a:lnTo>
                  <a:lnTo>
                    <a:pt x="49" y="698"/>
                  </a:lnTo>
                  <a:lnTo>
                    <a:pt x="52" y="669"/>
                  </a:lnTo>
                  <a:lnTo>
                    <a:pt x="54" y="640"/>
                  </a:lnTo>
                  <a:lnTo>
                    <a:pt x="58" y="610"/>
                  </a:lnTo>
                  <a:lnTo>
                    <a:pt x="58" y="610"/>
                  </a:lnTo>
                  <a:lnTo>
                    <a:pt x="61" y="595"/>
                  </a:lnTo>
                  <a:lnTo>
                    <a:pt x="66" y="580"/>
                  </a:lnTo>
                  <a:lnTo>
                    <a:pt x="76" y="550"/>
                  </a:lnTo>
                  <a:lnTo>
                    <a:pt x="86" y="519"/>
                  </a:lnTo>
                  <a:lnTo>
                    <a:pt x="97" y="490"/>
                  </a:lnTo>
                  <a:lnTo>
                    <a:pt x="97" y="490"/>
                  </a:lnTo>
                  <a:lnTo>
                    <a:pt x="106" y="461"/>
                  </a:lnTo>
                  <a:lnTo>
                    <a:pt x="113" y="431"/>
                  </a:lnTo>
                  <a:lnTo>
                    <a:pt x="120" y="402"/>
                  </a:lnTo>
                  <a:lnTo>
                    <a:pt x="126" y="372"/>
                  </a:lnTo>
                  <a:lnTo>
                    <a:pt x="132" y="342"/>
                  </a:lnTo>
                  <a:lnTo>
                    <a:pt x="137" y="312"/>
                  </a:lnTo>
                  <a:lnTo>
                    <a:pt x="145" y="252"/>
                  </a:lnTo>
                  <a:lnTo>
                    <a:pt x="145" y="252"/>
                  </a:lnTo>
                  <a:lnTo>
                    <a:pt x="149" y="219"/>
                  </a:lnTo>
                  <a:lnTo>
                    <a:pt x="155" y="186"/>
                  </a:lnTo>
                  <a:lnTo>
                    <a:pt x="161" y="154"/>
                  </a:lnTo>
                  <a:lnTo>
                    <a:pt x="166" y="121"/>
                  </a:lnTo>
                  <a:lnTo>
                    <a:pt x="166" y="121"/>
                  </a:lnTo>
                  <a:lnTo>
                    <a:pt x="169" y="92"/>
                  </a:lnTo>
                  <a:lnTo>
                    <a:pt x="171" y="63"/>
                  </a:lnTo>
                  <a:lnTo>
                    <a:pt x="171" y="34"/>
                  </a:lnTo>
                  <a:lnTo>
                    <a:pt x="171" y="5"/>
                  </a:lnTo>
                  <a:lnTo>
                    <a:pt x="171" y="5"/>
                  </a:lnTo>
                  <a:lnTo>
                    <a:pt x="171" y="2"/>
                  </a:lnTo>
                  <a:lnTo>
                    <a:pt x="170" y="1"/>
                  </a:lnTo>
                  <a:lnTo>
                    <a:pt x="168" y="0"/>
                  </a:lnTo>
                  <a:lnTo>
                    <a:pt x="167" y="0"/>
                  </a:lnTo>
                  <a:lnTo>
                    <a:pt x="165" y="0"/>
                  </a:lnTo>
                  <a:lnTo>
                    <a:pt x="164" y="1"/>
                  </a:lnTo>
                  <a:lnTo>
                    <a:pt x="163" y="2"/>
                  </a:lnTo>
                  <a:lnTo>
                    <a:pt x="162" y="5"/>
                  </a:lnTo>
                  <a:lnTo>
                    <a:pt x="162" y="5"/>
                  </a:lnTo>
                  <a:close/>
                </a:path>
              </a:pathLst>
            </a:custGeom>
            <a:grpFill/>
            <a:ln>
              <a:solidFill>
                <a:schemeClr val="accent1">
                  <a:lumMod val="75000"/>
                  <a:alpha val="0"/>
                </a:schemeClr>
              </a:solidFill>
            </a:ln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301" name="Freeform 917"/>
            <p:cNvSpPr/>
            <p:nvPr>
              <p:custDataLst>
                <p:tags r:id="rId17"/>
              </p:custDataLst>
            </p:nvPr>
          </p:nvSpPr>
          <p:spPr bwMode="auto">
            <a:xfrm>
              <a:off x="3692525" y="1401763"/>
              <a:ext cx="90488" cy="436563"/>
            </a:xfrm>
            <a:custGeom>
              <a:avLst/>
              <a:gdLst/>
              <a:ahLst/>
              <a:cxnLst>
                <a:cxn ang="0">
                  <a:pos x="161" y="5"/>
                </a:cxn>
                <a:cxn ang="0">
                  <a:pos x="157" y="61"/>
                </a:cxn>
                <a:cxn ang="0">
                  <a:pos x="148" y="118"/>
                </a:cxn>
                <a:cxn ang="0">
                  <a:pos x="143" y="143"/>
                </a:cxn>
                <a:cxn ang="0">
                  <a:pos x="130" y="192"/>
                </a:cxn>
                <a:cxn ang="0">
                  <a:pos x="126" y="216"/>
                </a:cxn>
                <a:cxn ang="0">
                  <a:pos x="124" y="236"/>
                </a:cxn>
                <a:cxn ang="0">
                  <a:pos x="124" y="257"/>
                </a:cxn>
                <a:cxn ang="0">
                  <a:pos x="120" y="285"/>
                </a:cxn>
                <a:cxn ang="0">
                  <a:pos x="115" y="314"/>
                </a:cxn>
                <a:cxn ang="0">
                  <a:pos x="97" y="395"/>
                </a:cxn>
                <a:cxn ang="0">
                  <a:pos x="93" y="422"/>
                </a:cxn>
                <a:cxn ang="0">
                  <a:pos x="88" y="472"/>
                </a:cxn>
                <a:cxn ang="0">
                  <a:pos x="82" y="520"/>
                </a:cxn>
                <a:cxn ang="0">
                  <a:pos x="74" y="547"/>
                </a:cxn>
                <a:cxn ang="0">
                  <a:pos x="56" y="599"/>
                </a:cxn>
                <a:cxn ang="0">
                  <a:pos x="47" y="624"/>
                </a:cxn>
                <a:cxn ang="0">
                  <a:pos x="24" y="696"/>
                </a:cxn>
                <a:cxn ang="0">
                  <a:pos x="10" y="745"/>
                </a:cxn>
                <a:cxn ang="0">
                  <a:pos x="2" y="795"/>
                </a:cxn>
                <a:cxn ang="0">
                  <a:pos x="0" y="820"/>
                </a:cxn>
                <a:cxn ang="0">
                  <a:pos x="2" y="823"/>
                </a:cxn>
                <a:cxn ang="0">
                  <a:pos x="5" y="825"/>
                </a:cxn>
                <a:cxn ang="0">
                  <a:pos x="8" y="823"/>
                </a:cxn>
                <a:cxn ang="0">
                  <a:pos x="9" y="820"/>
                </a:cxn>
                <a:cxn ang="0">
                  <a:pos x="11" y="794"/>
                </a:cxn>
                <a:cxn ang="0">
                  <a:pos x="21" y="743"/>
                </a:cxn>
                <a:cxn ang="0">
                  <a:pos x="34" y="693"/>
                </a:cxn>
                <a:cxn ang="0">
                  <a:pos x="58" y="618"/>
                </a:cxn>
                <a:cxn ang="0">
                  <a:pos x="66" y="594"/>
                </a:cxn>
                <a:cxn ang="0">
                  <a:pos x="84" y="547"/>
                </a:cxn>
                <a:cxn ang="0">
                  <a:pos x="90" y="522"/>
                </a:cxn>
                <a:cxn ang="0">
                  <a:pos x="95" y="496"/>
                </a:cxn>
                <a:cxn ang="0">
                  <a:pos x="100" y="443"/>
                </a:cxn>
                <a:cxn ang="0">
                  <a:pos x="103" y="416"/>
                </a:cxn>
                <a:cxn ang="0">
                  <a:pos x="113" y="366"/>
                </a:cxn>
                <a:cxn ang="0">
                  <a:pos x="123" y="316"/>
                </a:cxn>
                <a:cxn ang="0">
                  <a:pos x="133" y="266"/>
                </a:cxn>
                <a:cxn ang="0">
                  <a:pos x="134" y="253"/>
                </a:cxn>
                <a:cxn ang="0">
                  <a:pos x="134" y="226"/>
                </a:cxn>
                <a:cxn ang="0">
                  <a:pos x="136" y="212"/>
                </a:cxn>
                <a:cxn ang="0">
                  <a:pos x="147" y="162"/>
                </a:cxn>
                <a:cxn ang="0">
                  <a:pos x="159" y="112"/>
                </a:cxn>
                <a:cxn ang="0">
                  <a:pos x="163" y="85"/>
                </a:cxn>
                <a:cxn ang="0">
                  <a:pos x="169" y="32"/>
                </a:cxn>
                <a:cxn ang="0">
                  <a:pos x="170" y="5"/>
                </a:cxn>
                <a:cxn ang="0">
                  <a:pos x="169" y="1"/>
                </a:cxn>
                <a:cxn ang="0">
                  <a:pos x="166" y="0"/>
                </a:cxn>
                <a:cxn ang="0">
                  <a:pos x="163" y="1"/>
                </a:cxn>
                <a:cxn ang="0">
                  <a:pos x="161" y="5"/>
                </a:cxn>
              </a:cxnLst>
              <a:rect l="0" t="0" r="r" b="b"/>
              <a:pathLst>
                <a:path w="170" h="825">
                  <a:moveTo>
                    <a:pt x="161" y="5"/>
                  </a:moveTo>
                  <a:lnTo>
                    <a:pt x="161" y="5"/>
                  </a:lnTo>
                  <a:lnTo>
                    <a:pt x="160" y="34"/>
                  </a:lnTo>
                  <a:lnTo>
                    <a:pt x="157" y="61"/>
                  </a:lnTo>
                  <a:lnTo>
                    <a:pt x="153" y="90"/>
                  </a:lnTo>
                  <a:lnTo>
                    <a:pt x="148" y="118"/>
                  </a:lnTo>
                  <a:lnTo>
                    <a:pt x="148" y="118"/>
                  </a:lnTo>
                  <a:lnTo>
                    <a:pt x="143" y="143"/>
                  </a:lnTo>
                  <a:lnTo>
                    <a:pt x="136" y="168"/>
                  </a:lnTo>
                  <a:lnTo>
                    <a:pt x="130" y="192"/>
                  </a:lnTo>
                  <a:lnTo>
                    <a:pt x="126" y="216"/>
                  </a:lnTo>
                  <a:lnTo>
                    <a:pt x="126" y="216"/>
                  </a:lnTo>
                  <a:lnTo>
                    <a:pt x="124" y="227"/>
                  </a:lnTo>
                  <a:lnTo>
                    <a:pt x="124" y="236"/>
                  </a:lnTo>
                  <a:lnTo>
                    <a:pt x="124" y="257"/>
                  </a:lnTo>
                  <a:lnTo>
                    <a:pt x="124" y="257"/>
                  </a:lnTo>
                  <a:lnTo>
                    <a:pt x="123" y="271"/>
                  </a:lnTo>
                  <a:lnTo>
                    <a:pt x="120" y="285"/>
                  </a:lnTo>
                  <a:lnTo>
                    <a:pt x="115" y="314"/>
                  </a:lnTo>
                  <a:lnTo>
                    <a:pt x="115" y="314"/>
                  </a:lnTo>
                  <a:lnTo>
                    <a:pt x="102" y="367"/>
                  </a:lnTo>
                  <a:lnTo>
                    <a:pt x="97" y="395"/>
                  </a:lnTo>
                  <a:lnTo>
                    <a:pt x="93" y="422"/>
                  </a:lnTo>
                  <a:lnTo>
                    <a:pt x="93" y="422"/>
                  </a:lnTo>
                  <a:lnTo>
                    <a:pt x="91" y="447"/>
                  </a:lnTo>
                  <a:lnTo>
                    <a:pt x="88" y="472"/>
                  </a:lnTo>
                  <a:lnTo>
                    <a:pt x="86" y="495"/>
                  </a:lnTo>
                  <a:lnTo>
                    <a:pt x="82" y="520"/>
                  </a:lnTo>
                  <a:lnTo>
                    <a:pt x="82" y="520"/>
                  </a:lnTo>
                  <a:lnTo>
                    <a:pt x="74" y="547"/>
                  </a:lnTo>
                  <a:lnTo>
                    <a:pt x="65" y="573"/>
                  </a:lnTo>
                  <a:lnTo>
                    <a:pt x="56" y="599"/>
                  </a:lnTo>
                  <a:lnTo>
                    <a:pt x="47" y="624"/>
                  </a:lnTo>
                  <a:lnTo>
                    <a:pt x="47" y="624"/>
                  </a:lnTo>
                  <a:lnTo>
                    <a:pt x="31" y="672"/>
                  </a:lnTo>
                  <a:lnTo>
                    <a:pt x="24" y="696"/>
                  </a:lnTo>
                  <a:lnTo>
                    <a:pt x="17" y="720"/>
                  </a:lnTo>
                  <a:lnTo>
                    <a:pt x="10" y="745"/>
                  </a:lnTo>
                  <a:lnTo>
                    <a:pt x="5" y="770"/>
                  </a:lnTo>
                  <a:lnTo>
                    <a:pt x="2" y="795"/>
                  </a:lnTo>
                  <a:lnTo>
                    <a:pt x="0" y="820"/>
                  </a:lnTo>
                  <a:lnTo>
                    <a:pt x="0" y="820"/>
                  </a:lnTo>
                  <a:lnTo>
                    <a:pt x="1" y="822"/>
                  </a:lnTo>
                  <a:lnTo>
                    <a:pt x="2" y="823"/>
                  </a:lnTo>
                  <a:lnTo>
                    <a:pt x="3" y="824"/>
                  </a:lnTo>
                  <a:lnTo>
                    <a:pt x="5" y="825"/>
                  </a:lnTo>
                  <a:lnTo>
                    <a:pt x="6" y="824"/>
                  </a:lnTo>
                  <a:lnTo>
                    <a:pt x="8" y="823"/>
                  </a:lnTo>
                  <a:lnTo>
                    <a:pt x="9" y="822"/>
                  </a:lnTo>
                  <a:lnTo>
                    <a:pt x="9" y="820"/>
                  </a:lnTo>
                  <a:lnTo>
                    <a:pt x="9" y="820"/>
                  </a:lnTo>
                  <a:lnTo>
                    <a:pt x="11" y="794"/>
                  </a:lnTo>
                  <a:lnTo>
                    <a:pt x="15" y="769"/>
                  </a:lnTo>
                  <a:lnTo>
                    <a:pt x="21" y="743"/>
                  </a:lnTo>
                  <a:lnTo>
                    <a:pt x="27" y="717"/>
                  </a:lnTo>
                  <a:lnTo>
                    <a:pt x="34" y="693"/>
                  </a:lnTo>
                  <a:lnTo>
                    <a:pt x="42" y="668"/>
                  </a:lnTo>
                  <a:lnTo>
                    <a:pt x="58" y="618"/>
                  </a:lnTo>
                  <a:lnTo>
                    <a:pt x="58" y="618"/>
                  </a:lnTo>
                  <a:lnTo>
                    <a:pt x="66" y="594"/>
                  </a:lnTo>
                  <a:lnTo>
                    <a:pt x="75" y="571"/>
                  </a:lnTo>
                  <a:lnTo>
                    <a:pt x="84" y="547"/>
                  </a:lnTo>
                  <a:lnTo>
                    <a:pt x="90" y="522"/>
                  </a:lnTo>
                  <a:lnTo>
                    <a:pt x="90" y="522"/>
                  </a:lnTo>
                  <a:lnTo>
                    <a:pt x="93" y="510"/>
                  </a:lnTo>
                  <a:lnTo>
                    <a:pt x="95" y="496"/>
                  </a:lnTo>
                  <a:lnTo>
                    <a:pt x="98" y="469"/>
                  </a:lnTo>
                  <a:lnTo>
                    <a:pt x="100" y="443"/>
                  </a:lnTo>
                  <a:lnTo>
                    <a:pt x="103" y="416"/>
                  </a:lnTo>
                  <a:lnTo>
                    <a:pt x="103" y="416"/>
                  </a:lnTo>
                  <a:lnTo>
                    <a:pt x="107" y="391"/>
                  </a:lnTo>
                  <a:lnTo>
                    <a:pt x="113" y="366"/>
                  </a:lnTo>
                  <a:lnTo>
                    <a:pt x="123" y="316"/>
                  </a:lnTo>
                  <a:lnTo>
                    <a:pt x="123" y="316"/>
                  </a:lnTo>
                  <a:lnTo>
                    <a:pt x="128" y="291"/>
                  </a:lnTo>
                  <a:lnTo>
                    <a:pt x="133" y="266"/>
                  </a:lnTo>
                  <a:lnTo>
                    <a:pt x="133" y="266"/>
                  </a:lnTo>
                  <a:lnTo>
                    <a:pt x="134" y="253"/>
                  </a:lnTo>
                  <a:lnTo>
                    <a:pt x="134" y="239"/>
                  </a:lnTo>
                  <a:lnTo>
                    <a:pt x="134" y="226"/>
                  </a:lnTo>
                  <a:lnTo>
                    <a:pt x="136" y="212"/>
                  </a:lnTo>
                  <a:lnTo>
                    <a:pt x="136" y="212"/>
                  </a:lnTo>
                  <a:lnTo>
                    <a:pt x="141" y="186"/>
                  </a:lnTo>
                  <a:lnTo>
                    <a:pt x="147" y="162"/>
                  </a:lnTo>
                  <a:lnTo>
                    <a:pt x="153" y="137"/>
                  </a:lnTo>
                  <a:lnTo>
                    <a:pt x="159" y="112"/>
                  </a:lnTo>
                  <a:lnTo>
                    <a:pt x="159" y="112"/>
                  </a:lnTo>
                  <a:lnTo>
                    <a:pt x="163" y="85"/>
                  </a:lnTo>
                  <a:lnTo>
                    <a:pt x="167" y="58"/>
                  </a:lnTo>
                  <a:lnTo>
                    <a:pt x="169" y="32"/>
                  </a:lnTo>
                  <a:lnTo>
                    <a:pt x="170" y="5"/>
                  </a:lnTo>
                  <a:lnTo>
                    <a:pt x="170" y="5"/>
                  </a:lnTo>
                  <a:lnTo>
                    <a:pt x="170" y="3"/>
                  </a:lnTo>
                  <a:lnTo>
                    <a:pt x="169" y="1"/>
                  </a:lnTo>
                  <a:lnTo>
                    <a:pt x="168" y="0"/>
                  </a:lnTo>
                  <a:lnTo>
                    <a:pt x="166" y="0"/>
                  </a:lnTo>
                  <a:lnTo>
                    <a:pt x="164" y="0"/>
                  </a:lnTo>
                  <a:lnTo>
                    <a:pt x="163" y="1"/>
                  </a:lnTo>
                  <a:lnTo>
                    <a:pt x="162" y="3"/>
                  </a:lnTo>
                  <a:lnTo>
                    <a:pt x="161" y="5"/>
                  </a:lnTo>
                  <a:lnTo>
                    <a:pt x="161" y="5"/>
                  </a:lnTo>
                  <a:close/>
                </a:path>
              </a:pathLst>
            </a:custGeom>
            <a:grpFill/>
            <a:ln>
              <a:solidFill>
                <a:schemeClr val="accent1">
                  <a:lumMod val="75000"/>
                  <a:alpha val="0"/>
                </a:schemeClr>
              </a:solidFill>
            </a:ln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302" name="Freeform 918"/>
            <p:cNvSpPr/>
            <p:nvPr>
              <p:custDataLst>
                <p:tags r:id="rId18"/>
              </p:custDataLst>
            </p:nvPr>
          </p:nvSpPr>
          <p:spPr bwMode="auto">
            <a:xfrm>
              <a:off x="3751263" y="1443038"/>
              <a:ext cx="66675" cy="360363"/>
            </a:xfrm>
            <a:custGeom>
              <a:avLst/>
              <a:gdLst/>
              <a:ahLst/>
              <a:cxnLst>
                <a:cxn ang="0">
                  <a:pos x="117" y="4"/>
                </a:cxn>
                <a:cxn ang="0">
                  <a:pos x="116" y="50"/>
                </a:cxn>
                <a:cxn ang="0">
                  <a:pos x="108" y="139"/>
                </a:cxn>
                <a:cxn ang="0">
                  <a:pos x="94" y="228"/>
                </a:cxn>
                <a:cxn ang="0">
                  <a:pos x="68" y="361"/>
                </a:cxn>
                <a:cxn ang="0">
                  <a:pos x="63" y="383"/>
                </a:cxn>
                <a:cxn ang="0">
                  <a:pos x="57" y="404"/>
                </a:cxn>
                <a:cxn ang="0">
                  <a:pos x="48" y="432"/>
                </a:cxn>
                <a:cxn ang="0">
                  <a:pos x="47" y="440"/>
                </a:cxn>
                <a:cxn ang="0">
                  <a:pos x="44" y="482"/>
                </a:cxn>
                <a:cxn ang="0">
                  <a:pos x="38" y="523"/>
                </a:cxn>
                <a:cxn ang="0">
                  <a:pos x="32" y="542"/>
                </a:cxn>
                <a:cxn ang="0">
                  <a:pos x="10" y="598"/>
                </a:cxn>
                <a:cxn ang="0">
                  <a:pos x="7" y="608"/>
                </a:cxn>
                <a:cxn ang="0">
                  <a:pos x="2" y="637"/>
                </a:cxn>
                <a:cxn ang="0">
                  <a:pos x="0" y="678"/>
                </a:cxn>
                <a:cxn ang="0">
                  <a:pos x="0" y="680"/>
                </a:cxn>
                <a:cxn ang="0">
                  <a:pos x="3" y="682"/>
                </a:cxn>
                <a:cxn ang="0">
                  <a:pos x="6" y="682"/>
                </a:cxn>
                <a:cxn ang="0">
                  <a:pos x="9" y="680"/>
                </a:cxn>
                <a:cxn ang="0">
                  <a:pos x="9" y="678"/>
                </a:cxn>
                <a:cxn ang="0">
                  <a:pos x="12" y="635"/>
                </a:cxn>
                <a:cxn ang="0">
                  <a:pos x="22" y="594"/>
                </a:cxn>
                <a:cxn ang="0">
                  <a:pos x="36" y="556"/>
                </a:cxn>
                <a:cxn ang="0">
                  <a:pos x="48" y="517"/>
                </a:cxn>
                <a:cxn ang="0">
                  <a:pos x="51" y="501"/>
                </a:cxn>
                <a:cxn ang="0">
                  <a:pos x="56" y="448"/>
                </a:cxn>
                <a:cxn ang="0">
                  <a:pos x="57" y="436"/>
                </a:cxn>
                <a:cxn ang="0">
                  <a:pos x="67" y="398"/>
                </a:cxn>
                <a:cxn ang="0">
                  <a:pos x="77" y="359"/>
                </a:cxn>
                <a:cxn ang="0">
                  <a:pos x="80" y="347"/>
                </a:cxn>
                <a:cxn ang="0">
                  <a:pos x="96" y="262"/>
                </a:cxn>
                <a:cxn ang="0">
                  <a:pos x="112" y="178"/>
                </a:cxn>
                <a:cxn ang="0">
                  <a:pos x="119" y="134"/>
                </a:cxn>
                <a:cxn ang="0">
                  <a:pos x="127" y="48"/>
                </a:cxn>
                <a:cxn ang="0">
                  <a:pos x="128" y="4"/>
                </a:cxn>
                <a:cxn ang="0">
                  <a:pos x="126" y="1"/>
                </a:cxn>
                <a:cxn ang="0">
                  <a:pos x="122" y="0"/>
                </a:cxn>
                <a:cxn ang="0">
                  <a:pos x="119" y="1"/>
                </a:cxn>
                <a:cxn ang="0">
                  <a:pos x="117" y="4"/>
                </a:cxn>
              </a:cxnLst>
              <a:rect l="0" t="0" r="r" b="b"/>
              <a:pathLst>
                <a:path w="128" h="682">
                  <a:moveTo>
                    <a:pt x="117" y="4"/>
                  </a:moveTo>
                  <a:lnTo>
                    <a:pt x="117" y="4"/>
                  </a:lnTo>
                  <a:lnTo>
                    <a:pt x="117" y="27"/>
                  </a:lnTo>
                  <a:lnTo>
                    <a:pt x="116" y="50"/>
                  </a:lnTo>
                  <a:lnTo>
                    <a:pt x="113" y="95"/>
                  </a:lnTo>
                  <a:lnTo>
                    <a:pt x="108" y="139"/>
                  </a:lnTo>
                  <a:lnTo>
                    <a:pt x="101" y="184"/>
                  </a:lnTo>
                  <a:lnTo>
                    <a:pt x="94" y="228"/>
                  </a:lnTo>
                  <a:lnTo>
                    <a:pt x="84" y="273"/>
                  </a:lnTo>
                  <a:lnTo>
                    <a:pt x="68" y="361"/>
                  </a:lnTo>
                  <a:lnTo>
                    <a:pt x="68" y="361"/>
                  </a:lnTo>
                  <a:lnTo>
                    <a:pt x="63" y="383"/>
                  </a:lnTo>
                  <a:lnTo>
                    <a:pt x="57" y="404"/>
                  </a:lnTo>
                  <a:lnTo>
                    <a:pt x="57" y="404"/>
                  </a:lnTo>
                  <a:lnTo>
                    <a:pt x="51" y="422"/>
                  </a:lnTo>
                  <a:lnTo>
                    <a:pt x="48" y="432"/>
                  </a:lnTo>
                  <a:lnTo>
                    <a:pt x="47" y="440"/>
                  </a:lnTo>
                  <a:lnTo>
                    <a:pt x="47" y="440"/>
                  </a:lnTo>
                  <a:lnTo>
                    <a:pt x="46" y="461"/>
                  </a:lnTo>
                  <a:lnTo>
                    <a:pt x="44" y="482"/>
                  </a:lnTo>
                  <a:lnTo>
                    <a:pt x="41" y="503"/>
                  </a:lnTo>
                  <a:lnTo>
                    <a:pt x="38" y="523"/>
                  </a:lnTo>
                  <a:lnTo>
                    <a:pt x="38" y="523"/>
                  </a:lnTo>
                  <a:lnTo>
                    <a:pt x="32" y="542"/>
                  </a:lnTo>
                  <a:lnTo>
                    <a:pt x="24" y="561"/>
                  </a:lnTo>
                  <a:lnTo>
                    <a:pt x="10" y="598"/>
                  </a:lnTo>
                  <a:lnTo>
                    <a:pt x="10" y="598"/>
                  </a:lnTo>
                  <a:lnTo>
                    <a:pt x="7" y="608"/>
                  </a:lnTo>
                  <a:lnTo>
                    <a:pt x="5" y="618"/>
                  </a:lnTo>
                  <a:lnTo>
                    <a:pt x="2" y="637"/>
                  </a:lnTo>
                  <a:lnTo>
                    <a:pt x="0" y="657"/>
                  </a:lnTo>
                  <a:lnTo>
                    <a:pt x="0" y="678"/>
                  </a:lnTo>
                  <a:lnTo>
                    <a:pt x="0" y="678"/>
                  </a:lnTo>
                  <a:lnTo>
                    <a:pt x="0" y="680"/>
                  </a:lnTo>
                  <a:lnTo>
                    <a:pt x="1" y="681"/>
                  </a:lnTo>
                  <a:lnTo>
                    <a:pt x="3" y="682"/>
                  </a:lnTo>
                  <a:lnTo>
                    <a:pt x="4" y="682"/>
                  </a:lnTo>
                  <a:lnTo>
                    <a:pt x="6" y="682"/>
                  </a:lnTo>
                  <a:lnTo>
                    <a:pt x="7" y="681"/>
                  </a:lnTo>
                  <a:lnTo>
                    <a:pt x="9" y="680"/>
                  </a:lnTo>
                  <a:lnTo>
                    <a:pt x="9" y="678"/>
                  </a:lnTo>
                  <a:lnTo>
                    <a:pt x="9" y="678"/>
                  </a:lnTo>
                  <a:lnTo>
                    <a:pt x="10" y="656"/>
                  </a:lnTo>
                  <a:lnTo>
                    <a:pt x="12" y="635"/>
                  </a:lnTo>
                  <a:lnTo>
                    <a:pt x="16" y="615"/>
                  </a:lnTo>
                  <a:lnTo>
                    <a:pt x="22" y="594"/>
                  </a:lnTo>
                  <a:lnTo>
                    <a:pt x="22" y="594"/>
                  </a:lnTo>
                  <a:lnTo>
                    <a:pt x="36" y="556"/>
                  </a:lnTo>
                  <a:lnTo>
                    <a:pt x="43" y="537"/>
                  </a:lnTo>
                  <a:lnTo>
                    <a:pt x="48" y="517"/>
                  </a:lnTo>
                  <a:lnTo>
                    <a:pt x="48" y="517"/>
                  </a:lnTo>
                  <a:lnTo>
                    <a:pt x="51" y="501"/>
                  </a:lnTo>
                  <a:lnTo>
                    <a:pt x="53" y="483"/>
                  </a:lnTo>
                  <a:lnTo>
                    <a:pt x="56" y="448"/>
                  </a:lnTo>
                  <a:lnTo>
                    <a:pt x="56" y="448"/>
                  </a:lnTo>
                  <a:lnTo>
                    <a:pt x="57" y="436"/>
                  </a:lnTo>
                  <a:lnTo>
                    <a:pt x="60" y="422"/>
                  </a:lnTo>
                  <a:lnTo>
                    <a:pt x="67" y="398"/>
                  </a:lnTo>
                  <a:lnTo>
                    <a:pt x="74" y="372"/>
                  </a:lnTo>
                  <a:lnTo>
                    <a:pt x="77" y="359"/>
                  </a:lnTo>
                  <a:lnTo>
                    <a:pt x="80" y="347"/>
                  </a:lnTo>
                  <a:lnTo>
                    <a:pt x="80" y="347"/>
                  </a:lnTo>
                  <a:lnTo>
                    <a:pt x="87" y="305"/>
                  </a:lnTo>
                  <a:lnTo>
                    <a:pt x="96" y="262"/>
                  </a:lnTo>
                  <a:lnTo>
                    <a:pt x="104" y="220"/>
                  </a:lnTo>
                  <a:lnTo>
                    <a:pt x="112" y="178"/>
                  </a:lnTo>
                  <a:lnTo>
                    <a:pt x="112" y="178"/>
                  </a:lnTo>
                  <a:lnTo>
                    <a:pt x="119" y="134"/>
                  </a:lnTo>
                  <a:lnTo>
                    <a:pt x="123" y="92"/>
                  </a:lnTo>
                  <a:lnTo>
                    <a:pt x="127" y="48"/>
                  </a:lnTo>
                  <a:lnTo>
                    <a:pt x="128" y="4"/>
                  </a:lnTo>
                  <a:lnTo>
                    <a:pt x="128" y="4"/>
                  </a:lnTo>
                  <a:lnTo>
                    <a:pt x="127" y="2"/>
                  </a:lnTo>
                  <a:lnTo>
                    <a:pt x="126" y="1"/>
                  </a:lnTo>
                  <a:lnTo>
                    <a:pt x="125" y="0"/>
                  </a:lnTo>
                  <a:lnTo>
                    <a:pt x="122" y="0"/>
                  </a:lnTo>
                  <a:lnTo>
                    <a:pt x="120" y="0"/>
                  </a:lnTo>
                  <a:lnTo>
                    <a:pt x="119" y="1"/>
                  </a:lnTo>
                  <a:lnTo>
                    <a:pt x="118" y="2"/>
                  </a:lnTo>
                  <a:lnTo>
                    <a:pt x="117" y="4"/>
                  </a:lnTo>
                  <a:lnTo>
                    <a:pt x="117" y="4"/>
                  </a:lnTo>
                  <a:close/>
                </a:path>
              </a:pathLst>
            </a:custGeom>
            <a:grpFill/>
            <a:ln>
              <a:solidFill>
                <a:schemeClr val="accent1">
                  <a:lumMod val="75000"/>
                  <a:alpha val="0"/>
                </a:schemeClr>
              </a:solidFill>
            </a:ln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303" name="Freeform 919"/>
            <p:cNvSpPr/>
            <p:nvPr>
              <p:custDataLst>
                <p:tags r:id="rId19"/>
              </p:custDataLst>
            </p:nvPr>
          </p:nvSpPr>
          <p:spPr bwMode="auto">
            <a:xfrm>
              <a:off x="3797300" y="1477963"/>
              <a:ext cx="60325" cy="268288"/>
            </a:xfrm>
            <a:custGeom>
              <a:avLst/>
              <a:gdLst/>
              <a:ahLst/>
              <a:cxnLst>
                <a:cxn ang="0">
                  <a:pos x="114" y="4"/>
                </a:cxn>
                <a:cxn ang="0">
                  <a:pos x="113" y="1"/>
                </a:cxn>
                <a:cxn ang="0">
                  <a:pos x="110" y="0"/>
                </a:cxn>
                <a:cxn ang="0">
                  <a:pos x="106" y="1"/>
                </a:cxn>
                <a:cxn ang="0">
                  <a:pos x="105" y="4"/>
                </a:cxn>
                <a:cxn ang="0">
                  <a:pos x="104" y="38"/>
                </a:cxn>
                <a:cxn ang="0">
                  <a:pos x="94" y="104"/>
                </a:cxn>
                <a:cxn ang="0">
                  <a:pos x="81" y="170"/>
                </a:cxn>
                <a:cxn ang="0">
                  <a:pos x="58" y="268"/>
                </a:cxn>
                <a:cxn ang="0">
                  <a:pos x="47" y="324"/>
                </a:cxn>
                <a:cxn ang="0">
                  <a:pos x="37" y="366"/>
                </a:cxn>
                <a:cxn ang="0">
                  <a:pos x="31" y="379"/>
                </a:cxn>
                <a:cxn ang="0">
                  <a:pos x="28" y="393"/>
                </a:cxn>
                <a:cxn ang="0">
                  <a:pos x="25" y="419"/>
                </a:cxn>
                <a:cxn ang="0">
                  <a:pos x="22" y="433"/>
                </a:cxn>
                <a:cxn ang="0">
                  <a:pos x="8" y="483"/>
                </a:cxn>
                <a:cxn ang="0">
                  <a:pos x="1" y="500"/>
                </a:cxn>
                <a:cxn ang="0">
                  <a:pos x="0" y="504"/>
                </a:cxn>
                <a:cxn ang="0">
                  <a:pos x="5" y="507"/>
                </a:cxn>
                <a:cxn ang="0">
                  <a:pos x="8" y="506"/>
                </a:cxn>
                <a:cxn ang="0">
                  <a:pos x="10" y="505"/>
                </a:cxn>
                <a:cxn ang="0">
                  <a:pos x="25" y="465"/>
                </a:cxn>
                <a:cxn ang="0">
                  <a:pos x="32" y="437"/>
                </a:cxn>
                <a:cxn ang="0">
                  <a:pos x="38" y="409"/>
                </a:cxn>
                <a:cxn ang="0">
                  <a:pos x="39" y="396"/>
                </a:cxn>
                <a:cxn ang="0">
                  <a:pos x="41" y="380"/>
                </a:cxn>
                <a:cxn ang="0">
                  <a:pos x="55" y="335"/>
                </a:cxn>
                <a:cxn ang="0">
                  <a:pos x="59" y="319"/>
                </a:cxn>
                <a:cxn ang="0">
                  <a:pos x="64" y="286"/>
                </a:cxn>
                <a:cxn ang="0">
                  <a:pos x="68" y="271"/>
                </a:cxn>
                <a:cxn ang="0">
                  <a:pos x="96" y="142"/>
                </a:cxn>
                <a:cxn ang="0">
                  <a:pos x="109" y="76"/>
                </a:cxn>
                <a:cxn ang="0">
                  <a:pos x="114" y="10"/>
                </a:cxn>
                <a:cxn ang="0">
                  <a:pos x="114" y="9"/>
                </a:cxn>
              </a:cxnLst>
              <a:rect l="0" t="0" r="r" b="b"/>
              <a:pathLst>
                <a:path w="114" h="507">
                  <a:moveTo>
                    <a:pt x="114" y="4"/>
                  </a:moveTo>
                  <a:lnTo>
                    <a:pt x="114" y="4"/>
                  </a:lnTo>
                  <a:lnTo>
                    <a:pt x="114" y="2"/>
                  </a:lnTo>
                  <a:lnTo>
                    <a:pt x="113" y="1"/>
                  </a:lnTo>
                  <a:lnTo>
                    <a:pt x="111" y="0"/>
                  </a:lnTo>
                  <a:lnTo>
                    <a:pt x="110" y="0"/>
                  </a:lnTo>
                  <a:lnTo>
                    <a:pt x="108" y="0"/>
                  </a:lnTo>
                  <a:lnTo>
                    <a:pt x="106" y="1"/>
                  </a:lnTo>
                  <a:lnTo>
                    <a:pt x="105" y="2"/>
                  </a:lnTo>
                  <a:lnTo>
                    <a:pt x="105" y="4"/>
                  </a:lnTo>
                  <a:lnTo>
                    <a:pt x="105" y="4"/>
                  </a:lnTo>
                  <a:lnTo>
                    <a:pt x="104" y="38"/>
                  </a:lnTo>
                  <a:lnTo>
                    <a:pt x="100" y="71"/>
                  </a:lnTo>
                  <a:lnTo>
                    <a:pt x="94" y="104"/>
                  </a:lnTo>
                  <a:lnTo>
                    <a:pt x="88" y="137"/>
                  </a:lnTo>
                  <a:lnTo>
                    <a:pt x="81" y="170"/>
                  </a:lnTo>
                  <a:lnTo>
                    <a:pt x="74" y="203"/>
                  </a:lnTo>
                  <a:lnTo>
                    <a:pt x="58" y="268"/>
                  </a:lnTo>
                  <a:lnTo>
                    <a:pt x="58" y="268"/>
                  </a:lnTo>
                  <a:lnTo>
                    <a:pt x="47" y="324"/>
                  </a:lnTo>
                  <a:lnTo>
                    <a:pt x="40" y="352"/>
                  </a:lnTo>
                  <a:lnTo>
                    <a:pt x="37" y="366"/>
                  </a:lnTo>
                  <a:lnTo>
                    <a:pt x="31" y="379"/>
                  </a:lnTo>
                  <a:lnTo>
                    <a:pt x="31" y="379"/>
                  </a:lnTo>
                  <a:lnTo>
                    <a:pt x="29" y="385"/>
                  </a:lnTo>
                  <a:lnTo>
                    <a:pt x="28" y="393"/>
                  </a:lnTo>
                  <a:lnTo>
                    <a:pt x="26" y="406"/>
                  </a:lnTo>
                  <a:lnTo>
                    <a:pt x="25" y="419"/>
                  </a:lnTo>
                  <a:lnTo>
                    <a:pt x="22" y="433"/>
                  </a:lnTo>
                  <a:lnTo>
                    <a:pt x="22" y="433"/>
                  </a:lnTo>
                  <a:lnTo>
                    <a:pt x="13" y="467"/>
                  </a:lnTo>
                  <a:lnTo>
                    <a:pt x="8" y="483"/>
                  </a:lnTo>
                  <a:lnTo>
                    <a:pt x="1" y="500"/>
                  </a:lnTo>
                  <a:lnTo>
                    <a:pt x="1" y="500"/>
                  </a:lnTo>
                  <a:lnTo>
                    <a:pt x="0" y="502"/>
                  </a:lnTo>
                  <a:lnTo>
                    <a:pt x="0" y="504"/>
                  </a:lnTo>
                  <a:lnTo>
                    <a:pt x="3" y="506"/>
                  </a:lnTo>
                  <a:lnTo>
                    <a:pt x="5" y="507"/>
                  </a:lnTo>
                  <a:lnTo>
                    <a:pt x="7" y="507"/>
                  </a:lnTo>
                  <a:lnTo>
                    <a:pt x="8" y="506"/>
                  </a:lnTo>
                  <a:lnTo>
                    <a:pt x="10" y="505"/>
                  </a:lnTo>
                  <a:lnTo>
                    <a:pt x="10" y="505"/>
                  </a:lnTo>
                  <a:lnTo>
                    <a:pt x="20" y="479"/>
                  </a:lnTo>
                  <a:lnTo>
                    <a:pt x="25" y="465"/>
                  </a:lnTo>
                  <a:lnTo>
                    <a:pt x="29" y="451"/>
                  </a:lnTo>
                  <a:lnTo>
                    <a:pt x="32" y="437"/>
                  </a:lnTo>
                  <a:lnTo>
                    <a:pt x="36" y="424"/>
                  </a:lnTo>
                  <a:lnTo>
                    <a:pt x="38" y="409"/>
                  </a:lnTo>
                  <a:lnTo>
                    <a:pt x="39" y="396"/>
                  </a:lnTo>
                  <a:lnTo>
                    <a:pt x="39" y="396"/>
                  </a:lnTo>
                  <a:lnTo>
                    <a:pt x="40" y="387"/>
                  </a:lnTo>
                  <a:lnTo>
                    <a:pt x="41" y="380"/>
                  </a:lnTo>
                  <a:lnTo>
                    <a:pt x="45" y="365"/>
                  </a:lnTo>
                  <a:lnTo>
                    <a:pt x="55" y="335"/>
                  </a:lnTo>
                  <a:lnTo>
                    <a:pt x="55" y="335"/>
                  </a:lnTo>
                  <a:lnTo>
                    <a:pt x="59" y="319"/>
                  </a:lnTo>
                  <a:lnTo>
                    <a:pt x="62" y="303"/>
                  </a:lnTo>
                  <a:lnTo>
                    <a:pt x="64" y="286"/>
                  </a:lnTo>
                  <a:lnTo>
                    <a:pt x="68" y="271"/>
                  </a:lnTo>
                  <a:lnTo>
                    <a:pt x="68" y="271"/>
                  </a:lnTo>
                  <a:lnTo>
                    <a:pt x="82" y="206"/>
                  </a:lnTo>
                  <a:lnTo>
                    <a:pt x="96" y="142"/>
                  </a:lnTo>
                  <a:lnTo>
                    <a:pt x="103" y="109"/>
                  </a:lnTo>
                  <a:lnTo>
                    <a:pt x="109" y="76"/>
                  </a:lnTo>
                  <a:lnTo>
                    <a:pt x="112" y="43"/>
                  </a:lnTo>
                  <a:lnTo>
                    <a:pt x="114" y="10"/>
                  </a:lnTo>
                  <a:lnTo>
                    <a:pt x="114" y="10"/>
                  </a:lnTo>
                  <a:lnTo>
                    <a:pt x="114" y="9"/>
                  </a:lnTo>
                  <a:lnTo>
                    <a:pt x="114" y="4"/>
                  </a:lnTo>
                  <a:close/>
                </a:path>
              </a:pathLst>
            </a:custGeom>
            <a:grpFill/>
            <a:ln>
              <a:solidFill>
                <a:schemeClr val="accent1">
                  <a:lumMod val="75000"/>
                  <a:alpha val="0"/>
                </a:schemeClr>
              </a:solidFill>
            </a:ln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304" name="Freeform 920"/>
            <p:cNvSpPr/>
            <p:nvPr>
              <p:custDataLst>
                <p:tags r:id="rId20"/>
              </p:custDataLst>
            </p:nvPr>
          </p:nvSpPr>
          <p:spPr bwMode="auto">
            <a:xfrm>
              <a:off x="3857625" y="1504950"/>
              <a:ext cx="33338" cy="190500"/>
            </a:xfrm>
            <a:custGeom>
              <a:avLst/>
              <a:gdLst/>
              <a:ahLst/>
              <a:cxnLst>
                <a:cxn ang="0">
                  <a:pos x="54" y="2"/>
                </a:cxn>
                <a:cxn ang="0">
                  <a:pos x="48" y="11"/>
                </a:cxn>
                <a:cxn ang="0">
                  <a:pos x="45" y="24"/>
                </a:cxn>
                <a:cxn ang="0">
                  <a:pos x="46" y="44"/>
                </a:cxn>
                <a:cxn ang="0">
                  <a:pos x="46" y="50"/>
                </a:cxn>
                <a:cxn ang="0">
                  <a:pos x="42" y="74"/>
                </a:cxn>
                <a:cxn ang="0">
                  <a:pos x="31" y="123"/>
                </a:cxn>
                <a:cxn ang="0">
                  <a:pos x="29" y="147"/>
                </a:cxn>
                <a:cxn ang="0">
                  <a:pos x="28" y="162"/>
                </a:cxn>
                <a:cxn ang="0">
                  <a:pos x="24" y="206"/>
                </a:cxn>
                <a:cxn ang="0">
                  <a:pos x="13" y="265"/>
                </a:cxn>
                <a:cxn ang="0">
                  <a:pos x="11" y="275"/>
                </a:cxn>
                <a:cxn ang="0">
                  <a:pos x="9" y="306"/>
                </a:cxn>
                <a:cxn ang="0">
                  <a:pos x="8" y="319"/>
                </a:cxn>
                <a:cxn ang="0">
                  <a:pos x="0" y="354"/>
                </a:cxn>
                <a:cxn ang="0">
                  <a:pos x="0" y="356"/>
                </a:cxn>
                <a:cxn ang="0">
                  <a:pos x="4" y="360"/>
                </a:cxn>
                <a:cxn ang="0">
                  <a:pos x="7" y="360"/>
                </a:cxn>
                <a:cxn ang="0">
                  <a:pos x="9" y="357"/>
                </a:cxn>
                <a:cxn ang="0">
                  <a:pos x="16" y="325"/>
                </a:cxn>
                <a:cxn ang="0">
                  <a:pos x="19" y="292"/>
                </a:cxn>
                <a:cxn ang="0">
                  <a:pos x="20" y="280"/>
                </a:cxn>
                <a:cxn ang="0">
                  <a:pos x="27" y="240"/>
                </a:cxn>
                <a:cxn ang="0">
                  <a:pos x="35" y="201"/>
                </a:cxn>
                <a:cxn ang="0">
                  <a:pos x="37" y="188"/>
                </a:cxn>
                <a:cxn ang="0">
                  <a:pos x="38" y="161"/>
                </a:cxn>
                <a:cxn ang="0">
                  <a:pos x="40" y="133"/>
                </a:cxn>
                <a:cxn ang="0">
                  <a:pos x="44" y="109"/>
                </a:cxn>
                <a:cxn ang="0">
                  <a:pos x="50" y="85"/>
                </a:cxn>
                <a:cxn ang="0">
                  <a:pos x="57" y="53"/>
                </a:cxn>
                <a:cxn ang="0">
                  <a:pos x="57" y="43"/>
                </a:cxn>
                <a:cxn ang="0">
                  <a:pos x="56" y="24"/>
                </a:cxn>
                <a:cxn ang="0">
                  <a:pos x="56" y="15"/>
                </a:cxn>
                <a:cxn ang="0">
                  <a:pos x="60" y="8"/>
                </a:cxn>
                <a:cxn ang="0">
                  <a:pos x="62" y="7"/>
                </a:cxn>
                <a:cxn ang="0">
                  <a:pos x="62" y="3"/>
                </a:cxn>
                <a:cxn ang="0">
                  <a:pos x="58" y="0"/>
                </a:cxn>
                <a:cxn ang="0">
                  <a:pos x="54" y="2"/>
                </a:cxn>
              </a:cxnLst>
              <a:rect l="0" t="0" r="r" b="b"/>
              <a:pathLst>
                <a:path w="62" h="360">
                  <a:moveTo>
                    <a:pt x="54" y="2"/>
                  </a:moveTo>
                  <a:lnTo>
                    <a:pt x="54" y="2"/>
                  </a:lnTo>
                  <a:lnTo>
                    <a:pt x="50" y="6"/>
                  </a:lnTo>
                  <a:lnTo>
                    <a:pt x="48" y="11"/>
                  </a:lnTo>
                  <a:lnTo>
                    <a:pt x="46" y="17"/>
                  </a:lnTo>
                  <a:lnTo>
                    <a:pt x="45" y="24"/>
                  </a:lnTo>
                  <a:lnTo>
                    <a:pt x="46" y="38"/>
                  </a:lnTo>
                  <a:lnTo>
                    <a:pt x="46" y="44"/>
                  </a:lnTo>
                  <a:lnTo>
                    <a:pt x="46" y="50"/>
                  </a:lnTo>
                  <a:lnTo>
                    <a:pt x="46" y="50"/>
                  </a:lnTo>
                  <a:lnTo>
                    <a:pt x="44" y="62"/>
                  </a:lnTo>
                  <a:lnTo>
                    <a:pt x="42" y="74"/>
                  </a:lnTo>
                  <a:lnTo>
                    <a:pt x="36" y="99"/>
                  </a:lnTo>
                  <a:lnTo>
                    <a:pt x="31" y="123"/>
                  </a:lnTo>
                  <a:lnTo>
                    <a:pt x="29" y="135"/>
                  </a:lnTo>
                  <a:lnTo>
                    <a:pt x="29" y="147"/>
                  </a:lnTo>
                  <a:lnTo>
                    <a:pt x="29" y="147"/>
                  </a:lnTo>
                  <a:lnTo>
                    <a:pt x="28" y="162"/>
                  </a:lnTo>
                  <a:lnTo>
                    <a:pt x="27" y="177"/>
                  </a:lnTo>
                  <a:lnTo>
                    <a:pt x="24" y="206"/>
                  </a:lnTo>
                  <a:lnTo>
                    <a:pt x="19" y="236"/>
                  </a:lnTo>
                  <a:lnTo>
                    <a:pt x="13" y="265"/>
                  </a:lnTo>
                  <a:lnTo>
                    <a:pt x="13" y="265"/>
                  </a:lnTo>
                  <a:lnTo>
                    <a:pt x="11" y="275"/>
                  </a:lnTo>
                  <a:lnTo>
                    <a:pt x="10" y="286"/>
                  </a:lnTo>
                  <a:lnTo>
                    <a:pt x="9" y="306"/>
                  </a:lnTo>
                  <a:lnTo>
                    <a:pt x="9" y="306"/>
                  </a:lnTo>
                  <a:lnTo>
                    <a:pt x="8" y="319"/>
                  </a:lnTo>
                  <a:lnTo>
                    <a:pt x="5" y="331"/>
                  </a:lnTo>
                  <a:lnTo>
                    <a:pt x="0" y="354"/>
                  </a:lnTo>
                  <a:lnTo>
                    <a:pt x="0" y="354"/>
                  </a:lnTo>
                  <a:lnTo>
                    <a:pt x="0" y="356"/>
                  </a:lnTo>
                  <a:lnTo>
                    <a:pt x="1" y="358"/>
                  </a:lnTo>
                  <a:lnTo>
                    <a:pt x="4" y="360"/>
                  </a:lnTo>
                  <a:lnTo>
                    <a:pt x="6" y="360"/>
                  </a:lnTo>
                  <a:lnTo>
                    <a:pt x="7" y="360"/>
                  </a:lnTo>
                  <a:lnTo>
                    <a:pt x="8" y="359"/>
                  </a:lnTo>
                  <a:lnTo>
                    <a:pt x="9" y="357"/>
                  </a:lnTo>
                  <a:lnTo>
                    <a:pt x="9" y="357"/>
                  </a:lnTo>
                  <a:lnTo>
                    <a:pt x="16" y="325"/>
                  </a:lnTo>
                  <a:lnTo>
                    <a:pt x="18" y="309"/>
                  </a:lnTo>
                  <a:lnTo>
                    <a:pt x="19" y="292"/>
                  </a:lnTo>
                  <a:lnTo>
                    <a:pt x="19" y="292"/>
                  </a:lnTo>
                  <a:lnTo>
                    <a:pt x="20" y="280"/>
                  </a:lnTo>
                  <a:lnTo>
                    <a:pt x="22" y="266"/>
                  </a:lnTo>
                  <a:lnTo>
                    <a:pt x="27" y="240"/>
                  </a:lnTo>
                  <a:lnTo>
                    <a:pt x="33" y="215"/>
                  </a:lnTo>
                  <a:lnTo>
                    <a:pt x="35" y="201"/>
                  </a:lnTo>
                  <a:lnTo>
                    <a:pt x="37" y="188"/>
                  </a:lnTo>
                  <a:lnTo>
                    <a:pt x="37" y="188"/>
                  </a:lnTo>
                  <a:lnTo>
                    <a:pt x="38" y="174"/>
                  </a:lnTo>
                  <a:lnTo>
                    <a:pt x="38" y="161"/>
                  </a:lnTo>
                  <a:lnTo>
                    <a:pt x="39" y="146"/>
                  </a:lnTo>
                  <a:lnTo>
                    <a:pt x="40" y="133"/>
                  </a:lnTo>
                  <a:lnTo>
                    <a:pt x="40" y="133"/>
                  </a:lnTo>
                  <a:lnTo>
                    <a:pt x="44" y="109"/>
                  </a:lnTo>
                  <a:lnTo>
                    <a:pt x="50" y="85"/>
                  </a:lnTo>
                  <a:lnTo>
                    <a:pt x="50" y="85"/>
                  </a:lnTo>
                  <a:lnTo>
                    <a:pt x="55" y="65"/>
                  </a:lnTo>
                  <a:lnTo>
                    <a:pt x="57" y="53"/>
                  </a:lnTo>
                  <a:lnTo>
                    <a:pt x="57" y="43"/>
                  </a:lnTo>
                  <a:lnTo>
                    <a:pt x="57" y="43"/>
                  </a:lnTo>
                  <a:lnTo>
                    <a:pt x="56" y="34"/>
                  </a:lnTo>
                  <a:lnTo>
                    <a:pt x="56" y="24"/>
                  </a:lnTo>
                  <a:lnTo>
                    <a:pt x="56" y="19"/>
                  </a:lnTo>
                  <a:lnTo>
                    <a:pt x="56" y="15"/>
                  </a:lnTo>
                  <a:lnTo>
                    <a:pt x="58" y="11"/>
                  </a:lnTo>
                  <a:lnTo>
                    <a:pt x="60" y="8"/>
                  </a:lnTo>
                  <a:lnTo>
                    <a:pt x="60" y="8"/>
                  </a:lnTo>
                  <a:lnTo>
                    <a:pt x="62" y="7"/>
                  </a:lnTo>
                  <a:lnTo>
                    <a:pt x="62" y="5"/>
                  </a:lnTo>
                  <a:lnTo>
                    <a:pt x="62" y="3"/>
                  </a:lnTo>
                  <a:lnTo>
                    <a:pt x="61" y="2"/>
                  </a:lnTo>
                  <a:lnTo>
                    <a:pt x="58" y="0"/>
                  </a:lnTo>
                  <a:lnTo>
                    <a:pt x="56" y="1"/>
                  </a:lnTo>
                  <a:lnTo>
                    <a:pt x="54" y="2"/>
                  </a:lnTo>
                  <a:lnTo>
                    <a:pt x="54" y="2"/>
                  </a:lnTo>
                  <a:close/>
                </a:path>
              </a:pathLst>
            </a:custGeom>
            <a:grpFill/>
            <a:ln>
              <a:solidFill>
                <a:schemeClr val="accent1">
                  <a:lumMod val="75000"/>
                  <a:alpha val="0"/>
                </a:schemeClr>
              </a:solidFill>
            </a:ln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305" name="Freeform 921"/>
            <p:cNvSpPr/>
            <p:nvPr>
              <p:custDataLst>
                <p:tags r:id="rId21"/>
              </p:custDataLst>
            </p:nvPr>
          </p:nvSpPr>
          <p:spPr bwMode="auto">
            <a:xfrm>
              <a:off x="3883025" y="1544638"/>
              <a:ext cx="22225" cy="130175"/>
            </a:xfrm>
            <a:custGeom>
              <a:avLst/>
              <a:gdLst/>
              <a:ahLst/>
              <a:cxnLst>
                <a:cxn ang="0">
                  <a:pos x="33" y="4"/>
                </a:cxn>
                <a:cxn ang="0">
                  <a:pos x="33" y="4"/>
                </a:cxn>
                <a:cxn ang="0">
                  <a:pos x="33" y="37"/>
                </a:cxn>
                <a:cxn ang="0">
                  <a:pos x="29" y="69"/>
                </a:cxn>
                <a:cxn ang="0">
                  <a:pos x="25" y="101"/>
                </a:cxn>
                <a:cxn ang="0">
                  <a:pos x="23" y="117"/>
                </a:cxn>
                <a:cxn ang="0">
                  <a:pos x="19" y="133"/>
                </a:cxn>
                <a:cxn ang="0">
                  <a:pos x="19" y="133"/>
                </a:cxn>
                <a:cxn ang="0">
                  <a:pos x="13" y="156"/>
                </a:cxn>
                <a:cxn ang="0">
                  <a:pos x="11" y="167"/>
                </a:cxn>
                <a:cxn ang="0">
                  <a:pos x="10" y="179"/>
                </a:cxn>
                <a:cxn ang="0">
                  <a:pos x="10" y="179"/>
                </a:cxn>
                <a:cxn ang="0">
                  <a:pos x="8" y="194"/>
                </a:cxn>
                <a:cxn ang="0">
                  <a:pos x="5" y="210"/>
                </a:cxn>
                <a:cxn ang="0">
                  <a:pos x="2" y="225"/>
                </a:cxn>
                <a:cxn ang="0">
                  <a:pos x="0" y="242"/>
                </a:cxn>
                <a:cxn ang="0">
                  <a:pos x="0" y="242"/>
                </a:cxn>
                <a:cxn ang="0">
                  <a:pos x="0" y="244"/>
                </a:cxn>
                <a:cxn ang="0">
                  <a:pos x="1" y="245"/>
                </a:cxn>
                <a:cxn ang="0">
                  <a:pos x="3" y="246"/>
                </a:cxn>
                <a:cxn ang="0">
                  <a:pos x="4" y="246"/>
                </a:cxn>
                <a:cxn ang="0">
                  <a:pos x="6" y="246"/>
                </a:cxn>
                <a:cxn ang="0">
                  <a:pos x="8" y="245"/>
                </a:cxn>
                <a:cxn ang="0">
                  <a:pos x="9" y="244"/>
                </a:cxn>
                <a:cxn ang="0">
                  <a:pos x="9" y="242"/>
                </a:cxn>
                <a:cxn ang="0">
                  <a:pos x="9" y="242"/>
                </a:cxn>
                <a:cxn ang="0">
                  <a:pos x="11" y="227"/>
                </a:cxn>
                <a:cxn ang="0">
                  <a:pos x="14" y="214"/>
                </a:cxn>
                <a:cxn ang="0">
                  <a:pos x="17" y="199"/>
                </a:cxn>
                <a:cxn ang="0">
                  <a:pos x="18" y="193"/>
                </a:cxn>
                <a:cxn ang="0">
                  <a:pos x="18" y="186"/>
                </a:cxn>
                <a:cxn ang="0">
                  <a:pos x="18" y="186"/>
                </a:cxn>
                <a:cxn ang="0">
                  <a:pos x="19" y="177"/>
                </a:cxn>
                <a:cxn ang="0">
                  <a:pos x="20" y="169"/>
                </a:cxn>
                <a:cxn ang="0">
                  <a:pos x="24" y="152"/>
                </a:cxn>
                <a:cxn ang="0">
                  <a:pos x="28" y="135"/>
                </a:cxn>
                <a:cxn ang="0">
                  <a:pos x="32" y="119"/>
                </a:cxn>
                <a:cxn ang="0">
                  <a:pos x="32" y="119"/>
                </a:cxn>
                <a:cxn ang="0">
                  <a:pos x="37" y="90"/>
                </a:cxn>
                <a:cxn ang="0">
                  <a:pos x="40" y="62"/>
                </a:cxn>
                <a:cxn ang="0">
                  <a:pos x="42" y="33"/>
                </a:cxn>
                <a:cxn ang="0">
                  <a:pos x="42" y="4"/>
                </a:cxn>
                <a:cxn ang="0">
                  <a:pos x="42" y="4"/>
                </a:cxn>
                <a:cxn ang="0">
                  <a:pos x="42" y="2"/>
                </a:cxn>
                <a:cxn ang="0">
                  <a:pos x="41" y="1"/>
                </a:cxn>
                <a:cxn ang="0">
                  <a:pos x="39" y="0"/>
                </a:cxn>
                <a:cxn ang="0">
                  <a:pos x="38" y="0"/>
                </a:cxn>
                <a:cxn ang="0">
                  <a:pos x="36" y="0"/>
                </a:cxn>
                <a:cxn ang="0">
                  <a:pos x="35" y="1"/>
                </a:cxn>
                <a:cxn ang="0">
                  <a:pos x="34" y="2"/>
                </a:cxn>
                <a:cxn ang="0">
                  <a:pos x="33" y="4"/>
                </a:cxn>
                <a:cxn ang="0">
                  <a:pos x="33" y="4"/>
                </a:cxn>
              </a:cxnLst>
              <a:rect l="0" t="0" r="r" b="b"/>
              <a:pathLst>
                <a:path w="42" h="246">
                  <a:moveTo>
                    <a:pt x="33" y="4"/>
                  </a:moveTo>
                  <a:lnTo>
                    <a:pt x="33" y="4"/>
                  </a:lnTo>
                  <a:lnTo>
                    <a:pt x="33" y="37"/>
                  </a:lnTo>
                  <a:lnTo>
                    <a:pt x="29" y="69"/>
                  </a:lnTo>
                  <a:lnTo>
                    <a:pt x="25" y="101"/>
                  </a:lnTo>
                  <a:lnTo>
                    <a:pt x="23" y="117"/>
                  </a:lnTo>
                  <a:lnTo>
                    <a:pt x="19" y="133"/>
                  </a:lnTo>
                  <a:lnTo>
                    <a:pt x="19" y="133"/>
                  </a:lnTo>
                  <a:lnTo>
                    <a:pt x="13" y="156"/>
                  </a:lnTo>
                  <a:lnTo>
                    <a:pt x="11" y="167"/>
                  </a:lnTo>
                  <a:lnTo>
                    <a:pt x="10" y="179"/>
                  </a:lnTo>
                  <a:lnTo>
                    <a:pt x="10" y="179"/>
                  </a:lnTo>
                  <a:lnTo>
                    <a:pt x="8" y="194"/>
                  </a:lnTo>
                  <a:lnTo>
                    <a:pt x="5" y="210"/>
                  </a:lnTo>
                  <a:lnTo>
                    <a:pt x="2" y="225"/>
                  </a:lnTo>
                  <a:lnTo>
                    <a:pt x="0" y="242"/>
                  </a:lnTo>
                  <a:lnTo>
                    <a:pt x="0" y="242"/>
                  </a:lnTo>
                  <a:lnTo>
                    <a:pt x="0" y="244"/>
                  </a:lnTo>
                  <a:lnTo>
                    <a:pt x="1" y="245"/>
                  </a:lnTo>
                  <a:lnTo>
                    <a:pt x="3" y="246"/>
                  </a:lnTo>
                  <a:lnTo>
                    <a:pt x="4" y="246"/>
                  </a:lnTo>
                  <a:lnTo>
                    <a:pt x="6" y="246"/>
                  </a:lnTo>
                  <a:lnTo>
                    <a:pt x="8" y="245"/>
                  </a:lnTo>
                  <a:lnTo>
                    <a:pt x="9" y="244"/>
                  </a:lnTo>
                  <a:lnTo>
                    <a:pt x="9" y="242"/>
                  </a:lnTo>
                  <a:lnTo>
                    <a:pt x="9" y="242"/>
                  </a:lnTo>
                  <a:lnTo>
                    <a:pt x="11" y="227"/>
                  </a:lnTo>
                  <a:lnTo>
                    <a:pt x="14" y="214"/>
                  </a:lnTo>
                  <a:lnTo>
                    <a:pt x="17" y="199"/>
                  </a:lnTo>
                  <a:lnTo>
                    <a:pt x="18" y="193"/>
                  </a:lnTo>
                  <a:lnTo>
                    <a:pt x="18" y="186"/>
                  </a:lnTo>
                  <a:lnTo>
                    <a:pt x="18" y="186"/>
                  </a:lnTo>
                  <a:lnTo>
                    <a:pt x="19" y="177"/>
                  </a:lnTo>
                  <a:lnTo>
                    <a:pt x="20" y="169"/>
                  </a:lnTo>
                  <a:lnTo>
                    <a:pt x="24" y="152"/>
                  </a:lnTo>
                  <a:lnTo>
                    <a:pt x="28" y="135"/>
                  </a:lnTo>
                  <a:lnTo>
                    <a:pt x="32" y="119"/>
                  </a:lnTo>
                  <a:lnTo>
                    <a:pt x="32" y="119"/>
                  </a:lnTo>
                  <a:lnTo>
                    <a:pt x="37" y="90"/>
                  </a:lnTo>
                  <a:lnTo>
                    <a:pt x="40" y="62"/>
                  </a:lnTo>
                  <a:lnTo>
                    <a:pt x="42" y="33"/>
                  </a:lnTo>
                  <a:lnTo>
                    <a:pt x="42" y="4"/>
                  </a:lnTo>
                  <a:lnTo>
                    <a:pt x="42" y="4"/>
                  </a:lnTo>
                  <a:lnTo>
                    <a:pt x="42" y="2"/>
                  </a:lnTo>
                  <a:lnTo>
                    <a:pt x="41" y="1"/>
                  </a:lnTo>
                  <a:lnTo>
                    <a:pt x="39" y="0"/>
                  </a:lnTo>
                  <a:lnTo>
                    <a:pt x="38" y="0"/>
                  </a:lnTo>
                  <a:lnTo>
                    <a:pt x="36" y="0"/>
                  </a:lnTo>
                  <a:lnTo>
                    <a:pt x="35" y="1"/>
                  </a:lnTo>
                  <a:lnTo>
                    <a:pt x="34" y="2"/>
                  </a:lnTo>
                  <a:lnTo>
                    <a:pt x="33" y="4"/>
                  </a:lnTo>
                  <a:lnTo>
                    <a:pt x="33" y="4"/>
                  </a:lnTo>
                  <a:close/>
                </a:path>
              </a:pathLst>
            </a:custGeom>
            <a:grpFill/>
            <a:ln>
              <a:solidFill>
                <a:schemeClr val="accent1">
                  <a:lumMod val="75000"/>
                  <a:alpha val="0"/>
                </a:schemeClr>
              </a:solidFill>
            </a:ln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306" name="Freeform 922"/>
            <p:cNvSpPr/>
            <p:nvPr>
              <p:custDataLst>
                <p:tags r:id="rId22"/>
              </p:custDataLst>
            </p:nvPr>
          </p:nvSpPr>
          <p:spPr bwMode="auto">
            <a:xfrm>
              <a:off x="3454400" y="1239838"/>
              <a:ext cx="25400" cy="65088"/>
            </a:xfrm>
            <a:custGeom>
              <a:avLst/>
              <a:gdLst/>
              <a:ahLst/>
              <a:cxnLst>
                <a:cxn ang="0">
                  <a:pos x="38" y="4"/>
                </a:cxn>
                <a:cxn ang="0">
                  <a:pos x="38" y="4"/>
                </a:cxn>
                <a:cxn ang="0">
                  <a:pos x="37" y="12"/>
                </a:cxn>
                <a:cxn ang="0">
                  <a:pos x="36" y="19"/>
                </a:cxn>
                <a:cxn ang="0">
                  <a:pos x="31" y="34"/>
                </a:cxn>
                <a:cxn ang="0">
                  <a:pos x="26" y="47"/>
                </a:cxn>
                <a:cxn ang="0">
                  <a:pos x="18" y="62"/>
                </a:cxn>
                <a:cxn ang="0">
                  <a:pos x="12" y="75"/>
                </a:cxn>
                <a:cxn ang="0">
                  <a:pos x="6" y="89"/>
                </a:cxn>
                <a:cxn ang="0">
                  <a:pos x="2" y="103"/>
                </a:cxn>
                <a:cxn ang="0">
                  <a:pos x="1" y="110"/>
                </a:cxn>
                <a:cxn ang="0">
                  <a:pos x="0" y="117"/>
                </a:cxn>
                <a:cxn ang="0">
                  <a:pos x="0" y="117"/>
                </a:cxn>
                <a:cxn ang="0">
                  <a:pos x="0" y="120"/>
                </a:cxn>
                <a:cxn ang="0">
                  <a:pos x="1" y="122"/>
                </a:cxn>
                <a:cxn ang="0">
                  <a:pos x="3" y="123"/>
                </a:cxn>
                <a:cxn ang="0">
                  <a:pos x="4" y="123"/>
                </a:cxn>
                <a:cxn ang="0">
                  <a:pos x="6" y="123"/>
                </a:cxn>
                <a:cxn ang="0">
                  <a:pos x="8" y="122"/>
                </a:cxn>
                <a:cxn ang="0">
                  <a:pos x="9" y="120"/>
                </a:cxn>
                <a:cxn ang="0">
                  <a:pos x="9" y="117"/>
                </a:cxn>
                <a:cxn ang="0">
                  <a:pos x="9" y="117"/>
                </a:cxn>
                <a:cxn ang="0">
                  <a:pos x="10" y="109"/>
                </a:cxn>
                <a:cxn ang="0">
                  <a:pos x="12" y="101"/>
                </a:cxn>
                <a:cxn ang="0">
                  <a:pos x="15" y="94"/>
                </a:cxn>
                <a:cxn ang="0">
                  <a:pos x="19" y="86"/>
                </a:cxn>
                <a:cxn ang="0">
                  <a:pos x="27" y="73"/>
                </a:cxn>
                <a:cxn ang="0">
                  <a:pos x="30" y="65"/>
                </a:cxn>
                <a:cxn ang="0">
                  <a:pos x="33" y="58"/>
                </a:cxn>
                <a:cxn ang="0">
                  <a:pos x="33" y="58"/>
                </a:cxn>
                <a:cxn ang="0">
                  <a:pos x="42" y="32"/>
                </a:cxn>
                <a:cxn ang="0">
                  <a:pos x="45" y="18"/>
                </a:cxn>
                <a:cxn ang="0">
                  <a:pos x="47" y="4"/>
                </a:cxn>
                <a:cxn ang="0">
                  <a:pos x="47" y="4"/>
                </a:cxn>
                <a:cxn ang="0">
                  <a:pos x="47" y="2"/>
                </a:cxn>
                <a:cxn ang="0">
                  <a:pos x="46" y="1"/>
                </a:cxn>
                <a:cxn ang="0">
                  <a:pos x="44" y="0"/>
                </a:cxn>
                <a:cxn ang="0">
                  <a:pos x="43" y="0"/>
                </a:cxn>
                <a:cxn ang="0">
                  <a:pos x="41" y="0"/>
                </a:cxn>
                <a:cxn ang="0">
                  <a:pos x="39" y="1"/>
                </a:cxn>
                <a:cxn ang="0">
                  <a:pos x="38" y="2"/>
                </a:cxn>
                <a:cxn ang="0">
                  <a:pos x="38" y="4"/>
                </a:cxn>
                <a:cxn ang="0">
                  <a:pos x="38" y="4"/>
                </a:cxn>
              </a:cxnLst>
              <a:rect l="0" t="0" r="r" b="b"/>
              <a:pathLst>
                <a:path w="47" h="123">
                  <a:moveTo>
                    <a:pt x="38" y="4"/>
                  </a:moveTo>
                  <a:lnTo>
                    <a:pt x="38" y="4"/>
                  </a:lnTo>
                  <a:lnTo>
                    <a:pt x="37" y="12"/>
                  </a:lnTo>
                  <a:lnTo>
                    <a:pt x="36" y="19"/>
                  </a:lnTo>
                  <a:lnTo>
                    <a:pt x="31" y="34"/>
                  </a:lnTo>
                  <a:lnTo>
                    <a:pt x="26" y="47"/>
                  </a:lnTo>
                  <a:lnTo>
                    <a:pt x="18" y="62"/>
                  </a:lnTo>
                  <a:lnTo>
                    <a:pt x="12" y="75"/>
                  </a:lnTo>
                  <a:lnTo>
                    <a:pt x="6" y="89"/>
                  </a:lnTo>
                  <a:lnTo>
                    <a:pt x="2" y="103"/>
                  </a:lnTo>
                  <a:lnTo>
                    <a:pt x="1" y="110"/>
                  </a:lnTo>
                  <a:lnTo>
                    <a:pt x="0" y="117"/>
                  </a:lnTo>
                  <a:lnTo>
                    <a:pt x="0" y="117"/>
                  </a:lnTo>
                  <a:lnTo>
                    <a:pt x="0" y="120"/>
                  </a:lnTo>
                  <a:lnTo>
                    <a:pt x="1" y="122"/>
                  </a:lnTo>
                  <a:lnTo>
                    <a:pt x="3" y="123"/>
                  </a:lnTo>
                  <a:lnTo>
                    <a:pt x="4" y="123"/>
                  </a:lnTo>
                  <a:lnTo>
                    <a:pt x="6" y="123"/>
                  </a:lnTo>
                  <a:lnTo>
                    <a:pt x="8" y="122"/>
                  </a:lnTo>
                  <a:lnTo>
                    <a:pt x="9" y="120"/>
                  </a:lnTo>
                  <a:lnTo>
                    <a:pt x="9" y="117"/>
                  </a:lnTo>
                  <a:lnTo>
                    <a:pt x="9" y="117"/>
                  </a:lnTo>
                  <a:lnTo>
                    <a:pt x="10" y="109"/>
                  </a:lnTo>
                  <a:lnTo>
                    <a:pt x="12" y="101"/>
                  </a:lnTo>
                  <a:lnTo>
                    <a:pt x="15" y="94"/>
                  </a:lnTo>
                  <a:lnTo>
                    <a:pt x="19" y="86"/>
                  </a:lnTo>
                  <a:lnTo>
                    <a:pt x="27" y="73"/>
                  </a:lnTo>
                  <a:lnTo>
                    <a:pt x="30" y="65"/>
                  </a:lnTo>
                  <a:lnTo>
                    <a:pt x="33" y="58"/>
                  </a:lnTo>
                  <a:lnTo>
                    <a:pt x="33" y="58"/>
                  </a:lnTo>
                  <a:lnTo>
                    <a:pt x="42" y="32"/>
                  </a:lnTo>
                  <a:lnTo>
                    <a:pt x="45" y="18"/>
                  </a:lnTo>
                  <a:lnTo>
                    <a:pt x="47" y="4"/>
                  </a:lnTo>
                  <a:lnTo>
                    <a:pt x="47" y="4"/>
                  </a:lnTo>
                  <a:lnTo>
                    <a:pt x="47" y="2"/>
                  </a:lnTo>
                  <a:lnTo>
                    <a:pt x="46" y="1"/>
                  </a:lnTo>
                  <a:lnTo>
                    <a:pt x="44" y="0"/>
                  </a:lnTo>
                  <a:lnTo>
                    <a:pt x="43" y="0"/>
                  </a:lnTo>
                  <a:lnTo>
                    <a:pt x="41" y="0"/>
                  </a:lnTo>
                  <a:lnTo>
                    <a:pt x="39" y="1"/>
                  </a:lnTo>
                  <a:lnTo>
                    <a:pt x="38" y="2"/>
                  </a:lnTo>
                  <a:lnTo>
                    <a:pt x="38" y="4"/>
                  </a:lnTo>
                  <a:lnTo>
                    <a:pt x="38" y="4"/>
                  </a:lnTo>
                  <a:close/>
                </a:path>
              </a:pathLst>
            </a:custGeom>
            <a:grpFill/>
            <a:ln>
              <a:solidFill>
                <a:schemeClr val="accent1">
                  <a:lumMod val="75000"/>
                  <a:alpha val="0"/>
                </a:schemeClr>
              </a:solidFill>
            </a:ln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307" name="Freeform 923"/>
            <p:cNvSpPr/>
            <p:nvPr>
              <p:custDataLst>
                <p:tags r:id="rId23"/>
              </p:custDataLst>
            </p:nvPr>
          </p:nvSpPr>
          <p:spPr bwMode="auto">
            <a:xfrm>
              <a:off x="3471863" y="1241425"/>
              <a:ext cx="26988" cy="77788"/>
            </a:xfrm>
            <a:custGeom>
              <a:avLst/>
              <a:gdLst/>
              <a:ahLst/>
              <a:cxnLst>
                <a:cxn ang="0">
                  <a:pos x="43" y="5"/>
                </a:cxn>
                <a:cxn ang="0">
                  <a:pos x="43" y="5"/>
                </a:cxn>
                <a:cxn ang="0">
                  <a:pos x="42" y="13"/>
                </a:cxn>
                <a:cxn ang="0">
                  <a:pos x="40" y="23"/>
                </a:cxn>
                <a:cxn ang="0">
                  <a:pos x="35" y="40"/>
                </a:cxn>
                <a:cxn ang="0">
                  <a:pos x="29" y="57"/>
                </a:cxn>
                <a:cxn ang="0">
                  <a:pos x="21" y="73"/>
                </a:cxn>
                <a:cxn ang="0">
                  <a:pos x="14" y="91"/>
                </a:cxn>
                <a:cxn ang="0">
                  <a:pos x="7" y="107"/>
                </a:cxn>
                <a:cxn ang="0">
                  <a:pos x="3" y="125"/>
                </a:cxn>
                <a:cxn ang="0">
                  <a:pos x="1" y="133"/>
                </a:cxn>
                <a:cxn ang="0">
                  <a:pos x="0" y="142"/>
                </a:cxn>
                <a:cxn ang="0">
                  <a:pos x="0" y="142"/>
                </a:cxn>
                <a:cxn ang="0">
                  <a:pos x="1" y="144"/>
                </a:cxn>
                <a:cxn ang="0">
                  <a:pos x="1" y="145"/>
                </a:cxn>
                <a:cxn ang="0">
                  <a:pos x="3" y="146"/>
                </a:cxn>
                <a:cxn ang="0">
                  <a:pos x="5" y="146"/>
                </a:cxn>
                <a:cxn ang="0">
                  <a:pos x="6" y="146"/>
                </a:cxn>
                <a:cxn ang="0">
                  <a:pos x="8" y="145"/>
                </a:cxn>
                <a:cxn ang="0">
                  <a:pos x="9" y="144"/>
                </a:cxn>
                <a:cxn ang="0">
                  <a:pos x="9" y="142"/>
                </a:cxn>
                <a:cxn ang="0">
                  <a:pos x="9" y="142"/>
                </a:cxn>
                <a:cxn ang="0">
                  <a:pos x="10" y="133"/>
                </a:cxn>
                <a:cxn ang="0">
                  <a:pos x="12" y="125"/>
                </a:cxn>
                <a:cxn ang="0">
                  <a:pos x="17" y="107"/>
                </a:cxn>
                <a:cxn ang="0">
                  <a:pos x="24" y="91"/>
                </a:cxn>
                <a:cxn ang="0">
                  <a:pos x="31" y="73"/>
                </a:cxn>
                <a:cxn ang="0">
                  <a:pos x="38" y="57"/>
                </a:cxn>
                <a:cxn ang="0">
                  <a:pos x="44" y="40"/>
                </a:cxn>
                <a:cxn ang="0">
                  <a:pos x="49" y="23"/>
                </a:cxn>
                <a:cxn ang="0">
                  <a:pos x="51" y="13"/>
                </a:cxn>
                <a:cxn ang="0">
                  <a:pos x="52" y="5"/>
                </a:cxn>
                <a:cxn ang="0">
                  <a:pos x="52" y="5"/>
                </a:cxn>
                <a:cxn ang="0">
                  <a:pos x="51" y="3"/>
                </a:cxn>
                <a:cxn ang="0">
                  <a:pos x="51" y="2"/>
                </a:cxn>
                <a:cxn ang="0">
                  <a:pos x="49" y="1"/>
                </a:cxn>
                <a:cxn ang="0">
                  <a:pos x="47" y="0"/>
                </a:cxn>
                <a:cxn ang="0">
                  <a:pos x="44" y="2"/>
                </a:cxn>
                <a:cxn ang="0">
                  <a:pos x="43" y="3"/>
                </a:cxn>
                <a:cxn ang="0">
                  <a:pos x="43" y="5"/>
                </a:cxn>
                <a:cxn ang="0">
                  <a:pos x="43" y="5"/>
                </a:cxn>
              </a:cxnLst>
              <a:rect l="0" t="0" r="r" b="b"/>
              <a:pathLst>
                <a:path w="52" h="146">
                  <a:moveTo>
                    <a:pt x="43" y="5"/>
                  </a:moveTo>
                  <a:lnTo>
                    <a:pt x="43" y="5"/>
                  </a:lnTo>
                  <a:lnTo>
                    <a:pt x="42" y="13"/>
                  </a:lnTo>
                  <a:lnTo>
                    <a:pt x="40" y="23"/>
                  </a:lnTo>
                  <a:lnTo>
                    <a:pt x="35" y="40"/>
                  </a:lnTo>
                  <a:lnTo>
                    <a:pt x="29" y="57"/>
                  </a:lnTo>
                  <a:lnTo>
                    <a:pt x="21" y="73"/>
                  </a:lnTo>
                  <a:lnTo>
                    <a:pt x="14" y="91"/>
                  </a:lnTo>
                  <a:lnTo>
                    <a:pt x="7" y="107"/>
                  </a:lnTo>
                  <a:lnTo>
                    <a:pt x="3" y="125"/>
                  </a:lnTo>
                  <a:lnTo>
                    <a:pt x="1" y="133"/>
                  </a:lnTo>
                  <a:lnTo>
                    <a:pt x="0" y="142"/>
                  </a:lnTo>
                  <a:lnTo>
                    <a:pt x="0" y="142"/>
                  </a:lnTo>
                  <a:lnTo>
                    <a:pt x="1" y="144"/>
                  </a:lnTo>
                  <a:lnTo>
                    <a:pt x="1" y="145"/>
                  </a:lnTo>
                  <a:lnTo>
                    <a:pt x="3" y="146"/>
                  </a:lnTo>
                  <a:lnTo>
                    <a:pt x="5" y="146"/>
                  </a:lnTo>
                  <a:lnTo>
                    <a:pt x="6" y="146"/>
                  </a:lnTo>
                  <a:lnTo>
                    <a:pt x="8" y="145"/>
                  </a:lnTo>
                  <a:lnTo>
                    <a:pt x="9" y="144"/>
                  </a:lnTo>
                  <a:lnTo>
                    <a:pt x="9" y="142"/>
                  </a:lnTo>
                  <a:lnTo>
                    <a:pt x="9" y="142"/>
                  </a:lnTo>
                  <a:lnTo>
                    <a:pt x="10" y="133"/>
                  </a:lnTo>
                  <a:lnTo>
                    <a:pt x="12" y="125"/>
                  </a:lnTo>
                  <a:lnTo>
                    <a:pt x="17" y="107"/>
                  </a:lnTo>
                  <a:lnTo>
                    <a:pt x="24" y="91"/>
                  </a:lnTo>
                  <a:lnTo>
                    <a:pt x="31" y="73"/>
                  </a:lnTo>
                  <a:lnTo>
                    <a:pt x="38" y="57"/>
                  </a:lnTo>
                  <a:lnTo>
                    <a:pt x="44" y="40"/>
                  </a:lnTo>
                  <a:lnTo>
                    <a:pt x="49" y="23"/>
                  </a:lnTo>
                  <a:lnTo>
                    <a:pt x="51" y="13"/>
                  </a:lnTo>
                  <a:lnTo>
                    <a:pt x="52" y="5"/>
                  </a:lnTo>
                  <a:lnTo>
                    <a:pt x="52" y="5"/>
                  </a:lnTo>
                  <a:lnTo>
                    <a:pt x="51" y="3"/>
                  </a:lnTo>
                  <a:lnTo>
                    <a:pt x="51" y="2"/>
                  </a:lnTo>
                  <a:lnTo>
                    <a:pt x="49" y="1"/>
                  </a:lnTo>
                  <a:lnTo>
                    <a:pt x="47" y="0"/>
                  </a:lnTo>
                  <a:lnTo>
                    <a:pt x="44" y="2"/>
                  </a:lnTo>
                  <a:lnTo>
                    <a:pt x="43" y="3"/>
                  </a:lnTo>
                  <a:lnTo>
                    <a:pt x="43" y="5"/>
                  </a:lnTo>
                  <a:lnTo>
                    <a:pt x="43" y="5"/>
                  </a:lnTo>
                  <a:close/>
                </a:path>
              </a:pathLst>
            </a:custGeom>
            <a:grpFill/>
            <a:ln>
              <a:solidFill>
                <a:schemeClr val="accent1">
                  <a:lumMod val="75000"/>
                  <a:alpha val="0"/>
                </a:schemeClr>
              </a:solidFill>
            </a:ln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308" name="Freeform 924"/>
            <p:cNvSpPr/>
            <p:nvPr>
              <p:custDataLst>
                <p:tags r:id="rId24"/>
              </p:custDataLst>
            </p:nvPr>
          </p:nvSpPr>
          <p:spPr bwMode="auto">
            <a:xfrm>
              <a:off x="3497263" y="1241425"/>
              <a:ext cx="34925" cy="100013"/>
            </a:xfrm>
            <a:custGeom>
              <a:avLst/>
              <a:gdLst/>
              <a:ahLst/>
              <a:cxnLst>
                <a:cxn ang="0">
                  <a:pos x="57" y="4"/>
                </a:cxn>
                <a:cxn ang="0">
                  <a:pos x="54" y="12"/>
                </a:cxn>
                <a:cxn ang="0">
                  <a:pos x="50" y="20"/>
                </a:cxn>
                <a:cxn ang="0">
                  <a:pos x="47" y="31"/>
                </a:cxn>
                <a:cxn ang="0">
                  <a:pos x="45" y="42"/>
                </a:cxn>
                <a:cxn ang="0">
                  <a:pos x="30" y="86"/>
                </a:cxn>
                <a:cxn ang="0">
                  <a:pos x="24" y="99"/>
                </a:cxn>
                <a:cxn ang="0">
                  <a:pos x="12" y="128"/>
                </a:cxn>
                <a:cxn ang="0">
                  <a:pos x="9" y="138"/>
                </a:cxn>
                <a:cxn ang="0">
                  <a:pos x="7" y="149"/>
                </a:cxn>
                <a:cxn ang="0">
                  <a:pos x="6" y="167"/>
                </a:cxn>
                <a:cxn ang="0">
                  <a:pos x="4" y="179"/>
                </a:cxn>
                <a:cxn ang="0">
                  <a:pos x="1" y="182"/>
                </a:cxn>
                <a:cxn ang="0">
                  <a:pos x="0" y="185"/>
                </a:cxn>
                <a:cxn ang="0">
                  <a:pos x="1" y="188"/>
                </a:cxn>
                <a:cxn ang="0">
                  <a:pos x="6" y="189"/>
                </a:cxn>
                <a:cxn ang="0">
                  <a:pos x="9" y="189"/>
                </a:cxn>
                <a:cxn ang="0">
                  <a:pos x="15" y="179"/>
                </a:cxn>
                <a:cxn ang="0">
                  <a:pos x="16" y="167"/>
                </a:cxn>
                <a:cxn ang="0">
                  <a:pos x="15" y="159"/>
                </a:cxn>
                <a:cxn ang="0">
                  <a:pos x="17" y="142"/>
                </a:cxn>
                <a:cxn ang="0">
                  <a:pos x="25" y="119"/>
                </a:cxn>
                <a:cxn ang="0">
                  <a:pos x="32" y="103"/>
                </a:cxn>
                <a:cxn ang="0">
                  <a:pos x="42" y="80"/>
                </a:cxn>
                <a:cxn ang="0">
                  <a:pos x="49" y="58"/>
                </a:cxn>
                <a:cxn ang="0">
                  <a:pos x="57" y="30"/>
                </a:cxn>
                <a:cxn ang="0">
                  <a:pos x="59" y="24"/>
                </a:cxn>
                <a:cxn ang="0">
                  <a:pos x="64" y="12"/>
                </a:cxn>
                <a:cxn ang="0">
                  <a:pos x="66" y="6"/>
                </a:cxn>
                <a:cxn ang="0">
                  <a:pos x="65" y="2"/>
                </a:cxn>
                <a:cxn ang="0">
                  <a:pos x="61" y="0"/>
                </a:cxn>
                <a:cxn ang="0">
                  <a:pos x="58" y="2"/>
                </a:cxn>
                <a:cxn ang="0">
                  <a:pos x="57" y="4"/>
                </a:cxn>
              </a:cxnLst>
              <a:rect l="0" t="0" r="r" b="b"/>
              <a:pathLst>
                <a:path w="66" h="190">
                  <a:moveTo>
                    <a:pt x="57" y="4"/>
                  </a:moveTo>
                  <a:lnTo>
                    <a:pt x="57" y="4"/>
                  </a:lnTo>
                  <a:lnTo>
                    <a:pt x="56" y="8"/>
                  </a:lnTo>
                  <a:lnTo>
                    <a:pt x="54" y="12"/>
                  </a:lnTo>
                  <a:lnTo>
                    <a:pt x="50" y="20"/>
                  </a:lnTo>
                  <a:lnTo>
                    <a:pt x="50" y="20"/>
                  </a:lnTo>
                  <a:lnTo>
                    <a:pt x="48" y="26"/>
                  </a:lnTo>
                  <a:lnTo>
                    <a:pt x="47" y="31"/>
                  </a:lnTo>
                  <a:lnTo>
                    <a:pt x="45" y="42"/>
                  </a:lnTo>
                  <a:lnTo>
                    <a:pt x="45" y="42"/>
                  </a:lnTo>
                  <a:lnTo>
                    <a:pt x="35" y="71"/>
                  </a:lnTo>
                  <a:lnTo>
                    <a:pt x="30" y="86"/>
                  </a:lnTo>
                  <a:lnTo>
                    <a:pt x="24" y="99"/>
                  </a:lnTo>
                  <a:lnTo>
                    <a:pt x="24" y="99"/>
                  </a:lnTo>
                  <a:lnTo>
                    <a:pt x="15" y="118"/>
                  </a:lnTo>
                  <a:lnTo>
                    <a:pt x="12" y="128"/>
                  </a:lnTo>
                  <a:lnTo>
                    <a:pt x="9" y="138"/>
                  </a:lnTo>
                  <a:lnTo>
                    <a:pt x="9" y="138"/>
                  </a:lnTo>
                  <a:lnTo>
                    <a:pt x="7" y="142"/>
                  </a:lnTo>
                  <a:lnTo>
                    <a:pt x="7" y="149"/>
                  </a:lnTo>
                  <a:lnTo>
                    <a:pt x="6" y="161"/>
                  </a:lnTo>
                  <a:lnTo>
                    <a:pt x="6" y="167"/>
                  </a:lnTo>
                  <a:lnTo>
                    <a:pt x="5" y="173"/>
                  </a:lnTo>
                  <a:lnTo>
                    <a:pt x="4" y="179"/>
                  </a:lnTo>
                  <a:lnTo>
                    <a:pt x="1" y="182"/>
                  </a:lnTo>
                  <a:lnTo>
                    <a:pt x="1" y="182"/>
                  </a:lnTo>
                  <a:lnTo>
                    <a:pt x="0" y="184"/>
                  </a:lnTo>
                  <a:lnTo>
                    <a:pt x="0" y="185"/>
                  </a:lnTo>
                  <a:lnTo>
                    <a:pt x="0" y="187"/>
                  </a:lnTo>
                  <a:lnTo>
                    <a:pt x="1" y="188"/>
                  </a:lnTo>
                  <a:lnTo>
                    <a:pt x="4" y="190"/>
                  </a:lnTo>
                  <a:lnTo>
                    <a:pt x="6" y="189"/>
                  </a:lnTo>
                  <a:lnTo>
                    <a:pt x="9" y="189"/>
                  </a:lnTo>
                  <a:lnTo>
                    <a:pt x="9" y="189"/>
                  </a:lnTo>
                  <a:lnTo>
                    <a:pt x="13" y="184"/>
                  </a:lnTo>
                  <a:lnTo>
                    <a:pt x="15" y="179"/>
                  </a:lnTo>
                  <a:lnTo>
                    <a:pt x="16" y="173"/>
                  </a:lnTo>
                  <a:lnTo>
                    <a:pt x="16" y="167"/>
                  </a:lnTo>
                  <a:lnTo>
                    <a:pt x="16" y="167"/>
                  </a:lnTo>
                  <a:lnTo>
                    <a:pt x="15" y="159"/>
                  </a:lnTo>
                  <a:lnTo>
                    <a:pt x="16" y="151"/>
                  </a:lnTo>
                  <a:lnTo>
                    <a:pt x="17" y="142"/>
                  </a:lnTo>
                  <a:lnTo>
                    <a:pt x="19" y="134"/>
                  </a:lnTo>
                  <a:lnTo>
                    <a:pt x="25" y="119"/>
                  </a:lnTo>
                  <a:lnTo>
                    <a:pt x="32" y="103"/>
                  </a:lnTo>
                  <a:lnTo>
                    <a:pt x="32" y="103"/>
                  </a:lnTo>
                  <a:lnTo>
                    <a:pt x="37" y="92"/>
                  </a:lnTo>
                  <a:lnTo>
                    <a:pt x="42" y="80"/>
                  </a:lnTo>
                  <a:lnTo>
                    <a:pt x="49" y="58"/>
                  </a:lnTo>
                  <a:lnTo>
                    <a:pt x="49" y="58"/>
                  </a:lnTo>
                  <a:lnTo>
                    <a:pt x="53" y="44"/>
                  </a:lnTo>
                  <a:lnTo>
                    <a:pt x="57" y="30"/>
                  </a:lnTo>
                  <a:lnTo>
                    <a:pt x="57" y="30"/>
                  </a:lnTo>
                  <a:lnTo>
                    <a:pt x="59" y="24"/>
                  </a:lnTo>
                  <a:lnTo>
                    <a:pt x="62" y="18"/>
                  </a:lnTo>
                  <a:lnTo>
                    <a:pt x="64" y="12"/>
                  </a:lnTo>
                  <a:lnTo>
                    <a:pt x="66" y="6"/>
                  </a:lnTo>
                  <a:lnTo>
                    <a:pt x="66" y="6"/>
                  </a:lnTo>
                  <a:lnTo>
                    <a:pt x="66" y="4"/>
                  </a:lnTo>
                  <a:lnTo>
                    <a:pt x="65" y="2"/>
                  </a:lnTo>
                  <a:lnTo>
                    <a:pt x="63" y="1"/>
                  </a:lnTo>
                  <a:lnTo>
                    <a:pt x="61" y="0"/>
                  </a:lnTo>
                  <a:lnTo>
                    <a:pt x="59" y="1"/>
                  </a:lnTo>
                  <a:lnTo>
                    <a:pt x="58" y="2"/>
                  </a:lnTo>
                  <a:lnTo>
                    <a:pt x="57" y="4"/>
                  </a:lnTo>
                  <a:lnTo>
                    <a:pt x="57" y="4"/>
                  </a:lnTo>
                  <a:close/>
                </a:path>
              </a:pathLst>
            </a:custGeom>
            <a:grpFill/>
            <a:ln>
              <a:solidFill>
                <a:schemeClr val="accent1">
                  <a:lumMod val="75000"/>
                  <a:alpha val="0"/>
                </a:schemeClr>
              </a:solidFill>
            </a:ln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309" name="Freeform 925"/>
            <p:cNvSpPr>
              <a:spLocks noEditPoints="1"/>
            </p:cNvSpPr>
            <p:nvPr>
              <p:custDataLst>
                <p:tags r:id="rId25"/>
              </p:custDataLst>
            </p:nvPr>
          </p:nvSpPr>
          <p:spPr bwMode="auto">
            <a:xfrm>
              <a:off x="3362325" y="1298575"/>
              <a:ext cx="142875" cy="146050"/>
            </a:xfrm>
            <a:custGeom>
              <a:avLst/>
              <a:gdLst/>
              <a:ahLst/>
              <a:cxnLst>
                <a:cxn ang="0">
                  <a:pos x="131" y="277"/>
                </a:cxn>
                <a:cxn ang="0">
                  <a:pos x="96" y="271"/>
                </a:cxn>
                <a:cxn ang="0">
                  <a:pos x="62" y="257"/>
                </a:cxn>
                <a:cxn ang="0">
                  <a:pos x="34" y="236"/>
                </a:cxn>
                <a:cxn ang="0">
                  <a:pos x="13" y="206"/>
                </a:cxn>
                <a:cxn ang="0">
                  <a:pos x="1" y="168"/>
                </a:cxn>
                <a:cxn ang="0">
                  <a:pos x="0" y="139"/>
                </a:cxn>
                <a:cxn ang="0">
                  <a:pos x="8" y="98"/>
                </a:cxn>
                <a:cxn ang="0">
                  <a:pos x="27" y="61"/>
                </a:cxn>
                <a:cxn ang="0">
                  <a:pos x="55" y="31"/>
                </a:cxn>
                <a:cxn ang="0">
                  <a:pos x="91" y="10"/>
                </a:cxn>
                <a:cxn ang="0">
                  <a:pos x="118" y="0"/>
                </a:cxn>
                <a:cxn ang="0">
                  <a:pos x="128" y="1"/>
                </a:cxn>
                <a:cxn ang="0">
                  <a:pos x="138" y="9"/>
                </a:cxn>
                <a:cxn ang="0">
                  <a:pos x="146" y="14"/>
                </a:cxn>
                <a:cxn ang="0">
                  <a:pos x="183" y="24"/>
                </a:cxn>
                <a:cxn ang="0">
                  <a:pos x="214" y="41"/>
                </a:cxn>
                <a:cxn ang="0">
                  <a:pos x="239" y="63"/>
                </a:cxn>
                <a:cxn ang="0">
                  <a:pos x="257" y="90"/>
                </a:cxn>
                <a:cxn ang="0">
                  <a:pos x="268" y="122"/>
                </a:cxn>
                <a:cxn ang="0">
                  <a:pos x="271" y="145"/>
                </a:cxn>
                <a:cxn ang="0">
                  <a:pos x="268" y="179"/>
                </a:cxn>
                <a:cxn ang="0">
                  <a:pos x="255" y="212"/>
                </a:cxn>
                <a:cxn ang="0">
                  <a:pos x="236" y="241"/>
                </a:cxn>
                <a:cxn ang="0">
                  <a:pos x="209" y="263"/>
                </a:cxn>
                <a:cxn ang="0">
                  <a:pos x="174" y="275"/>
                </a:cxn>
                <a:cxn ang="0">
                  <a:pos x="144" y="277"/>
                </a:cxn>
                <a:cxn ang="0">
                  <a:pos x="101" y="48"/>
                </a:cxn>
                <a:cxn ang="0">
                  <a:pos x="62" y="79"/>
                </a:cxn>
                <a:cxn ang="0">
                  <a:pos x="48" y="100"/>
                </a:cxn>
                <a:cxn ang="0">
                  <a:pos x="38" y="126"/>
                </a:cxn>
                <a:cxn ang="0">
                  <a:pos x="37" y="153"/>
                </a:cxn>
                <a:cxn ang="0">
                  <a:pos x="41" y="172"/>
                </a:cxn>
                <a:cxn ang="0">
                  <a:pos x="52" y="194"/>
                </a:cxn>
                <a:cxn ang="0">
                  <a:pos x="67" y="214"/>
                </a:cxn>
                <a:cxn ang="0">
                  <a:pos x="88" y="229"/>
                </a:cxn>
                <a:cxn ang="0">
                  <a:pos x="112" y="238"/>
                </a:cxn>
                <a:cxn ang="0">
                  <a:pos x="139" y="241"/>
                </a:cxn>
                <a:cxn ang="0">
                  <a:pos x="155" y="240"/>
                </a:cxn>
                <a:cxn ang="0">
                  <a:pos x="171" y="236"/>
                </a:cxn>
                <a:cxn ang="0">
                  <a:pos x="194" y="224"/>
                </a:cxn>
                <a:cxn ang="0">
                  <a:pos x="213" y="208"/>
                </a:cxn>
                <a:cxn ang="0">
                  <a:pos x="225" y="187"/>
                </a:cxn>
                <a:cxn ang="0">
                  <a:pos x="233" y="163"/>
                </a:cxn>
                <a:cxn ang="0">
                  <a:pos x="233" y="139"/>
                </a:cxn>
                <a:cxn ang="0">
                  <a:pos x="228" y="121"/>
                </a:cxn>
                <a:cxn ang="0">
                  <a:pos x="216" y="97"/>
                </a:cxn>
                <a:cxn ang="0">
                  <a:pos x="199" y="78"/>
                </a:cxn>
                <a:cxn ang="0">
                  <a:pos x="177" y="63"/>
                </a:cxn>
                <a:cxn ang="0">
                  <a:pos x="150" y="53"/>
                </a:cxn>
                <a:cxn ang="0">
                  <a:pos x="119" y="49"/>
                </a:cxn>
                <a:cxn ang="0">
                  <a:pos x="112" y="47"/>
                </a:cxn>
              </a:cxnLst>
              <a:rect l="0" t="0" r="r" b="b"/>
              <a:pathLst>
                <a:path w="271" h="277">
                  <a:moveTo>
                    <a:pt x="144" y="277"/>
                  </a:moveTo>
                  <a:lnTo>
                    <a:pt x="144" y="277"/>
                  </a:lnTo>
                  <a:lnTo>
                    <a:pt x="131" y="277"/>
                  </a:lnTo>
                  <a:lnTo>
                    <a:pt x="120" y="276"/>
                  </a:lnTo>
                  <a:lnTo>
                    <a:pt x="108" y="274"/>
                  </a:lnTo>
                  <a:lnTo>
                    <a:pt x="96" y="271"/>
                  </a:lnTo>
                  <a:lnTo>
                    <a:pt x="85" y="267"/>
                  </a:lnTo>
                  <a:lnTo>
                    <a:pt x="73" y="263"/>
                  </a:lnTo>
                  <a:lnTo>
                    <a:pt x="62" y="257"/>
                  </a:lnTo>
                  <a:lnTo>
                    <a:pt x="53" y="251"/>
                  </a:lnTo>
                  <a:lnTo>
                    <a:pt x="42" y="244"/>
                  </a:lnTo>
                  <a:lnTo>
                    <a:pt x="34" y="236"/>
                  </a:lnTo>
                  <a:lnTo>
                    <a:pt x="26" y="226"/>
                  </a:lnTo>
                  <a:lnTo>
                    <a:pt x="19" y="217"/>
                  </a:lnTo>
                  <a:lnTo>
                    <a:pt x="13" y="206"/>
                  </a:lnTo>
                  <a:lnTo>
                    <a:pt x="7" y="194"/>
                  </a:lnTo>
                  <a:lnTo>
                    <a:pt x="3" y="181"/>
                  </a:lnTo>
                  <a:lnTo>
                    <a:pt x="1" y="168"/>
                  </a:lnTo>
                  <a:lnTo>
                    <a:pt x="1" y="168"/>
                  </a:lnTo>
                  <a:lnTo>
                    <a:pt x="0" y="153"/>
                  </a:lnTo>
                  <a:lnTo>
                    <a:pt x="0" y="139"/>
                  </a:lnTo>
                  <a:lnTo>
                    <a:pt x="1" y="125"/>
                  </a:lnTo>
                  <a:lnTo>
                    <a:pt x="4" y="112"/>
                  </a:lnTo>
                  <a:lnTo>
                    <a:pt x="8" y="98"/>
                  </a:lnTo>
                  <a:lnTo>
                    <a:pt x="14" y="86"/>
                  </a:lnTo>
                  <a:lnTo>
                    <a:pt x="20" y="74"/>
                  </a:lnTo>
                  <a:lnTo>
                    <a:pt x="27" y="61"/>
                  </a:lnTo>
                  <a:lnTo>
                    <a:pt x="35" y="51"/>
                  </a:lnTo>
                  <a:lnTo>
                    <a:pt x="45" y="41"/>
                  </a:lnTo>
                  <a:lnTo>
                    <a:pt x="55" y="31"/>
                  </a:lnTo>
                  <a:lnTo>
                    <a:pt x="66" y="23"/>
                  </a:lnTo>
                  <a:lnTo>
                    <a:pt x="78" y="16"/>
                  </a:lnTo>
                  <a:lnTo>
                    <a:pt x="91" y="10"/>
                  </a:lnTo>
                  <a:lnTo>
                    <a:pt x="103" y="4"/>
                  </a:lnTo>
                  <a:lnTo>
                    <a:pt x="118" y="0"/>
                  </a:lnTo>
                  <a:lnTo>
                    <a:pt x="118" y="0"/>
                  </a:lnTo>
                  <a:lnTo>
                    <a:pt x="122" y="0"/>
                  </a:lnTo>
                  <a:lnTo>
                    <a:pt x="122" y="0"/>
                  </a:lnTo>
                  <a:lnTo>
                    <a:pt x="128" y="1"/>
                  </a:lnTo>
                  <a:lnTo>
                    <a:pt x="132" y="2"/>
                  </a:lnTo>
                  <a:lnTo>
                    <a:pt x="135" y="5"/>
                  </a:lnTo>
                  <a:lnTo>
                    <a:pt x="138" y="9"/>
                  </a:lnTo>
                  <a:lnTo>
                    <a:pt x="141" y="13"/>
                  </a:lnTo>
                  <a:lnTo>
                    <a:pt x="146" y="14"/>
                  </a:lnTo>
                  <a:lnTo>
                    <a:pt x="146" y="14"/>
                  </a:lnTo>
                  <a:lnTo>
                    <a:pt x="158" y="17"/>
                  </a:lnTo>
                  <a:lnTo>
                    <a:pt x="171" y="20"/>
                  </a:lnTo>
                  <a:lnTo>
                    <a:pt x="183" y="24"/>
                  </a:lnTo>
                  <a:lnTo>
                    <a:pt x="193" y="29"/>
                  </a:lnTo>
                  <a:lnTo>
                    <a:pt x="204" y="34"/>
                  </a:lnTo>
                  <a:lnTo>
                    <a:pt x="214" y="41"/>
                  </a:lnTo>
                  <a:lnTo>
                    <a:pt x="223" y="48"/>
                  </a:lnTo>
                  <a:lnTo>
                    <a:pt x="232" y="55"/>
                  </a:lnTo>
                  <a:lnTo>
                    <a:pt x="239" y="63"/>
                  </a:lnTo>
                  <a:lnTo>
                    <a:pt x="246" y="72"/>
                  </a:lnTo>
                  <a:lnTo>
                    <a:pt x="252" y="81"/>
                  </a:lnTo>
                  <a:lnTo>
                    <a:pt x="257" y="90"/>
                  </a:lnTo>
                  <a:lnTo>
                    <a:pt x="261" y="100"/>
                  </a:lnTo>
                  <a:lnTo>
                    <a:pt x="266" y="111"/>
                  </a:lnTo>
                  <a:lnTo>
                    <a:pt x="268" y="122"/>
                  </a:lnTo>
                  <a:lnTo>
                    <a:pt x="270" y="134"/>
                  </a:lnTo>
                  <a:lnTo>
                    <a:pt x="270" y="134"/>
                  </a:lnTo>
                  <a:lnTo>
                    <a:pt x="271" y="145"/>
                  </a:lnTo>
                  <a:lnTo>
                    <a:pt x="271" y="156"/>
                  </a:lnTo>
                  <a:lnTo>
                    <a:pt x="270" y="168"/>
                  </a:lnTo>
                  <a:lnTo>
                    <a:pt x="268" y="179"/>
                  </a:lnTo>
                  <a:lnTo>
                    <a:pt x="265" y="190"/>
                  </a:lnTo>
                  <a:lnTo>
                    <a:pt x="260" y="202"/>
                  </a:lnTo>
                  <a:lnTo>
                    <a:pt x="255" y="212"/>
                  </a:lnTo>
                  <a:lnTo>
                    <a:pt x="250" y="222"/>
                  </a:lnTo>
                  <a:lnTo>
                    <a:pt x="243" y="232"/>
                  </a:lnTo>
                  <a:lnTo>
                    <a:pt x="236" y="241"/>
                  </a:lnTo>
                  <a:lnTo>
                    <a:pt x="227" y="249"/>
                  </a:lnTo>
                  <a:lnTo>
                    <a:pt x="218" y="256"/>
                  </a:lnTo>
                  <a:lnTo>
                    <a:pt x="209" y="263"/>
                  </a:lnTo>
                  <a:lnTo>
                    <a:pt x="197" y="268"/>
                  </a:lnTo>
                  <a:lnTo>
                    <a:pt x="186" y="272"/>
                  </a:lnTo>
                  <a:lnTo>
                    <a:pt x="174" y="275"/>
                  </a:lnTo>
                  <a:lnTo>
                    <a:pt x="174" y="275"/>
                  </a:lnTo>
                  <a:lnTo>
                    <a:pt x="159" y="277"/>
                  </a:lnTo>
                  <a:lnTo>
                    <a:pt x="144" y="277"/>
                  </a:lnTo>
                  <a:lnTo>
                    <a:pt x="144" y="277"/>
                  </a:lnTo>
                  <a:close/>
                  <a:moveTo>
                    <a:pt x="101" y="48"/>
                  </a:moveTo>
                  <a:lnTo>
                    <a:pt x="101" y="48"/>
                  </a:lnTo>
                  <a:lnTo>
                    <a:pt x="87" y="56"/>
                  </a:lnTo>
                  <a:lnTo>
                    <a:pt x="73" y="66"/>
                  </a:lnTo>
                  <a:lnTo>
                    <a:pt x="62" y="79"/>
                  </a:lnTo>
                  <a:lnTo>
                    <a:pt x="57" y="86"/>
                  </a:lnTo>
                  <a:lnTo>
                    <a:pt x="52" y="93"/>
                  </a:lnTo>
                  <a:lnTo>
                    <a:pt x="48" y="100"/>
                  </a:lnTo>
                  <a:lnTo>
                    <a:pt x="44" y="109"/>
                  </a:lnTo>
                  <a:lnTo>
                    <a:pt x="40" y="117"/>
                  </a:lnTo>
                  <a:lnTo>
                    <a:pt x="38" y="126"/>
                  </a:lnTo>
                  <a:lnTo>
                    <a:pt x="37" y="135"/>
                  </a:lnTo>
                  <a:lnTo>
                    <a:pt x="36" y="144"/>
                  </a:lnTo>
                  <a:lnTo>
                    <a:pt x="37" y="153"/>
                  </a:lnTo>
                  <a:lnTo>
                    <a:pt x="38" y="163"/>
                  </a:lnTo>
                  <a:lnTo>
                    <a:pt x="38" y="163"/>
                  </a:lnTo>
                  <a:lnTo>
                    <a:pt x="41" y="172"/>
                  </a:lnTo>
                  <a:lnTo>
                    <a:pt x="44" y="180"/>
                  </a:lnTo>
                  <a:lnTo>
                    <a:pt x="48" y="187"/>
                  </a:lnTo>
                  <a:lnTo>
                    <a:pt x="52" y="194"/>
                  </a:lnTo>
                  <a:lnTo>
                    <a:pt x="56" y="202"/>
                  </a:lnTo>
                  <a:lnTo>
                    <a:pt x="62" y="208"/>
                  </a:lnTo>
                  <a:lnTo>
                    <a:pt x="67" y="214"/>
                  </a:lnTo>
                  <a:lnTo>
                    <a:pt x="73" y="219"/>
                  </a:lnTo>
                  <a:lnTo>
                    <a:pt x="81" y="224"/>
                  </a:lnTo>
                  <a:lnTo>
                    <a:pt x="88" y="229"/>
                  </a:lnTo>
                  <a:lnTo>
                    <a:pt x="95" y="232"/>
                  </a:lnTo>
                  <a:lnTo>
                    <a:pt x="103" y="235"/>
                  </a:lnTo>
                  <a:lnTo>
                    <a:pt x="112" y="238"/>
                  </a:lnTo>
                  <a:lnTo>
                    <a:pt x="121" y="239"/>
                  </a:lnTo>
                  <a:lnTo>
                    <a:pt x="129" y="241"/>
                  </a:lnTo>
                  <a:lnTo>
                    <a:pt x="139" y="241"/>
                  </a:lnTo>
                  <a:lnTo>
                    <a:pt x="139" y="241"/>
                  </a:lnTo>
                  <a:lnTo>
                    <a:pt x="147" y="241"/>
                  </a:lnTo>
                  <a:lnTo>
                    <a:pt x="155" y="240"/>
                  </a:lnTo>
                  <a:lnTo>
                    <a:pt x="163" y="238"/>
                  </a:lnTo>
                  <a:lnTo>
                    <a:pt x="171" y="236"/>
                  </a:lnTo>
                  <a:lnTo>
                    <a:pt x="171" y="236"/>
                  </a:lnTo>
                  <a:lnTo>
                    <a:pt x="179" y="233"/>
                  </a:lnTo>
                  <a:lnTo>
                    <a:pt x="187" y="229"/>
                  </a:lnTo>
                  <a:lnTo>
                    <a:pt x="194" y="224"/>
                  </a:lnTo>
                  <a:lnTo>
                    <a:pt x="201" y="219"/>
                  </a:lnTo>
                  <a:lnTo>
                    <a:pt x="207" y="214"/>
                  </a:lnTo>
                  <a:lnTo>
                    <a:pt x="213" y="208"/>
                  </a:lnTo>
                  <a:lnTo>
                    <a:pt x="217" y="202"/>
                  </a:lnTo>
                  <a:lnTo>
                    <a:pt x="222" y="194"/>
                  </a:lnTo>
                  <a:lnTo>
                    <a:pt x="225" y="187"/>
                  </a:lnTo>
                  <a:lnTo>
                    <a:pt x="228" y="180"/>
                  </a:lnTo>
                  <a:lnTo>
                    <a:pt x="230" y="172"/>
                  </a:lnTo>
                  <a:lnTo>
                    <a:pt x="233" y="163"/>
                  </a:lnTo>
                  <a:lnTo>
                    <a:pt x="234" y="155"/>
                  </a:lnTo>
                  <a:lnTo>
                    <a:pt x="234" y="147"/>
                  </a:lnTo>
                  <a:lnTo>
                    <a:pt x="233" y="139"/>
                  </a:lnTo>
                  <a:lnTo>
                    <a:pt x="230" y="130"/>
                  </a:lnTo>
                  <a:lnTo>
                    <a:pt x="230" y="130"/>
                  </a:lnTo>
                  <a:lnTo>
                    <a:pt x="228" y="121"/>
                  </a:lnTo>
                  <a:lnTo>
                    <a:pt x="225" y="113"/>
                  </a:lnTo>
                  <a:lnTo>
                    <a:pt x="221" y="105"/>
                  </a:lnTo>
                  <a:lnTo>
                    <a:pt x="216" y="97"/>
                  </a:lnTo>
                  <a:lnTo>
                    <a:pt x="212" y="90"/>
                  </a:lnTo>
                  <a:lnTo>
                    <a:pt x="206" y="84"/>
                  </a:lnTo>
                  <a:lnTo>
                    <a:pt x="199" y="78"/>
                  </a:lnTo>
                  <a:lnTo>
                    <a:pt x="192" y="73"/>
                  </a:lnTo>
                  <a:lnTo>
                    <a:pt x="185" y="67"/>
                  </a:lnTo>
                  <a:lnTo>
                    <a:pt x="177" y="63"/>
                  </a:lnTo>
                  <a:lnTo>
                    <a:pt x="168" y="59"/>
                  </a:lnTo>
                  <a:lnTo>
                    <a:pt x="160" y="56"/>
                  </a:lnTo>
                  <a:lnTo>
                    <a:pt x="150" y="53"/>
                  </a:lnTo>
                  <a:lnTo>
                    <a:pt x="141" y="51"/>
                  </a:lnTo>
                  <a:lnTo>
                    <a:pt x="129" y="50"/>
                  </a:lnTo>
                  <a:lnTo>
                    <a:pt x="119" y="49"/>
                  </a:lnTo>
                  <a:lnTo>
                    <a:pt x="119" y="49"/>
                  </a:lnTo>
                  <a:lnTo>
                    <a:pt x="115" y="49"/>
                  </a:lnTo>
                  <a:lnTo>
                    <a:pt x="112" y="47"/>
                  </a:lnTo>
                  <a:lnTo>
                    <a:pt x="107" y="45"/>
                  </a:lnTo>
                  <a:lnTo>
                    <a:pt x="101" y="48"/>
                  </a:lnTo>
                  <a:close/>
                </a:path>
              </a:pathLst>
            </a:custGeom>
            <a:grpFill/>
            <a:ln>
              <a:solidFill>
                <a:schemeClr val="accent1">
                  <a:lumMod val="75000"/>
                  <a:alpha val="0"/>
                </a:schemeClr>
              </a:solidFill>
            </a:ln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310" name="Freeform 926"/>
            <p:cNvSpPr>
              <a:spLocks noEditPoints="1"/>
            </p:cNvSpPr>
            <p:nvPr>
              <p:custDataLst>
                <p:tags r:id="rId26"/>
              </p:custDataLst>
            </p:nvPr>
          </p:nvSpPr>
          <p:spPr bwMode="auto">
            <a:xfrm>
              <a:off x="3282950" y="1227138"/>
              <a:ext cx="644525" cy="642938"/>
            </a:xfrm>
            <a:custGeom>
              <a:avLst/>
              <a:gdLst/>
              <a:ahLst/>
              <a:cxnLst>
                <a:cxn ang="0">
                  <a:pos x="653" y="1206"/>
                </a:cxn>
                <a:cxn ang="0">
                  <a:pos x="563" y="1160"/>
                </a:cxn>
                <a:cxn ang="0">
                  <a:pos x="550" y="1153"/>
                </a:cxn>
                <a:cxn ang="0">
                  <a:pos x="236" y="832"/>
                </a:cxn>
                <a:cxn ang="0">
                  <a:pos x="143" y="731"/>
                </a:cxn>
                <a:cxn ang="0">
                  <a:pos x="77" y="679"/>
                </a:cxn>
                <a:cxn ang="0">
                  <a:pos x="72" y="657"/>
                </a:cxn>
                <a:cxn ang="0">
                  <a:pos x="40" y="570"/>
                </a:cxn>
                <a:cxn ang="0">
                  <a:pos x="11" y="425"/>
                </a:cxn>
                <a:cxn ang="0">
                  <a:pos x="1" y="212"/>
                </a:cxn>
                <a:cxn ang="0">
                  <a:pos x="10" y="196"/>
                </a:cxn>
                <a:cxn ang="0">
                  <a:pos x="19" y="182"/>
                </a:cxn>
                <a:cxn ang="0">
                  <a:pos x="110" y="81"/>
                </a:cxn>
                <a:cxn ang="0">
                  <a:pos x="210" y="10"/>
                </a:cxn>
                <a:cxn ang="0">
                  <a:pos x="228" y="8"/>
                </a:cxn>
                <a:cxn ang="0">
                  <a:pos x="242" y="2"/>
                </a:cxn>
                <a:cxn ang="0">
                  <a:pos x="419" y="2"/>
                </a:cxn>
                <a:cxn ang="0">
                  <a:pos x="599" y="26"/>
                </a:cxn>
                <a:cxn ang="0">
                  <a:pos x="638" y="36"/>
                </a:cxn>
                <a:cxn ang="0">
                  <a:pos x="656" y="46"/>
                </a:cxn>
                <a:cxn ang="0">
                  <a:pos x="887" y="256"/>
                </a:cxn>
                <a:cxn ang="0">
                  <a:pos x="1107" y="475"/>
                </a:cxn>
                <a:cxn ang="0">
                  <a:pos x="1167" y="525"/>
                </a:cxn>
                <a:cxn ang="0">
                  <a:pos x="1185" y="553"/>
                </a:cxn>
                <a:cxn ang="0">
                  <a:pos x="1215" y="644"/>
                </a:cxn>
                <a:cxn ang="0">
                  <a:pos x="1218" y="725"/>
                </a:cxn>
                <a:cxn ang="0">
                  <a:pos x="1194" y="798"/>
                </a:cxn>
                <a:cxn ang="0">
                  <a:pos x="1193" y="817"/>
                </a:cxn>
                <a:cxn ang="0">
                  <a:pos x="1109" y="909"/>
                </a:cxn>
                <a:cxn ang="0">
                  <a:pos x="862" y="1146"/>
                </a:cxn>
                <a:cxn ang="0">
                  <a:pos x="853" y="1157"/>
                </a:cxn>
                <a:cxn ang="0">
                  <a:pos x="761" y="1206"/>
                </a:cxn>
                <a:cxn ang="0">
                  <a:pos x="231" y="43"/>
                </a:cxn>
                <a:cxn ang="0">
                  <a:pos x="137" y="108"/>
                </a:cxn>
                <a:cxn ang="0">
                  <a:pos x="54" y="198"/>
                </a:cxn>
                <a:cxn ang="0">
                  <a:pos x="40" y="216"/>
                </a:cxn>
                <a:cxn ang="0">
                  <a:pos x="45" y="400"/>
                </a:cxn>
                <a:cxn ang="0">
                  <a:pos x="68" y="529"/>
                </a:cxn>
                <a:cxn ang="0">
                  <a:pos x="105" y="637"/>
                </a:cxn>
                <a:cxn ang="0">
                  <a:pos x="112" y="658"/>
                </a:cxn>
                <a:cxn ang="0">
                  <a:pos x="181" y="718"/>
                </a:cxn>
                <a:cxn ang="0">
                  <a:pos x="294" y="841"/>
                </a:cxn>
                <a:cxn ang="0">
                  <a:pos x="585" y="1129"/>
                </a:cxn>
                <a:cxn ang="0">
                  <a:pos x="633" y="1159"/>
                </a:cxn>
                <a:cxn ang="0">
                  <a:pos x="706" y="1177"/>
                </a:cxn>
                <a:cxn ang="0">
                  <a:pos x="765" y="1165"/>
                </a:cxn>
                <a:cxn ang="0">
                  <a:pos x="823" y="1131"/>
                </a:cxn>
                <a:cxn ang="0">
                  <a:pos x="865" y="1090"/>
                </a:cxn>
                <a:cxn ang="0">
                  <a:pos x="1140" y="817"/>
                </a:cxn>
                <a:cxn ang="0">
                  <a:pos x="1147" y="803"/>
                </a:cxn>
                <a:cxn ang="0">
                  <a:pos x="1177" y="736"/>
                </a:cxn>
                <a:cxn ang="0">
                  <a:pos x="1179" y="657"/>
                </a:cxn>
                <a:cxn ang="0">
                  <a:pos x="1148" y="564"/>
                </a:cxn>
                <a:cxn ang="0">
                  <a:pos x="1140" y="556"/>
                </a:cxn>
                <a:cxn ang="0">
                  <a:pos x="894" y="335"/>
                </a:cxn>
                <a:cxn ang="0">
                  <a:pos x="627" y="72"/>
                </a:cxn>
                <a:cxn ang="0">
                  <a:pos x="558" y="57"/>
                </a:cxn>
                <a:cxn ang="0">
                  <a:pos x="377" y="39"/>
                </a:cxn>
                <a:cxn ang="0">
                  <a:pos x="236" y="40"/>
                </a:cxn>
              </a:cxnLst>
              <a:rect l="0" t="0" r="r" b="b"/>
              <a:pathLst>
                <a:path w="1220" h="1215">
                  <a:moveTo>
                    <a:pt x="706" y="1215"/>
                  </a:moveTo>
                  <a:lnTo>
                    <a:pt x="706" y="1215"/>
                  </a:lnTo>
                  <a:lnTo>
                    <a:pt x="688" y="1214"/>
                  </a:lnTo>
                  <a:lnTo>
                    <a:pt x="671" y="1211"/>
                  </a:lnTo>
                  <a:lnTo>
                    <a:pt x="653" y="1206"/>
                  </a:lnTo>
                  <a:lnTo>
                    <a:pt x="636" y="1200"/>
                  </a:lnTo>
                  <a:lnTo>
                    <a:pt x="617" y="1193"/>
                  </a:lnTo>
                  <a:lnTo>
                    <a:pt x="599" y="1184"/>
                  </a:lnTo>
                  <a:lnTo>
                    <a:pt x="581" y="1172"/>
                  </a:lnTo>
                  <a:lnTo>
                    <a:pt x="563" y="1160"/>
                  </a:lnTo>
                  <a:lnTo>
                    <a:pt x="561" y="1158"/>
                  </a:lnTo>
                  <a:lnTo>
                    <a:pt x="558" y="1158"/>
                  </a:lnTo>
                  <a:lnTo>
                    <a:pt x="558" y="1158"/>
                  </a:lnTo>
                  <a:lnTo>
                    <a:pt x="554" y="1156"/>
                  </a:lnTo>
                  <a:lnTo>
                    <a:pt x="550" y="1153"/>
                  </a:lnTo>
                  <a:lnTo>
                    <a:pt x="307" y="910"/>
                  </a:lnTo>
                  <a:lnTo>
                    <a:pt x="307" y="910"/>
                  </a:lnTo>
                  <a:lnTo>
                    <a:pt x="290" y="891"/>
                  </a:lnTo>
                  <a:lnTo>
                    <a:pt x="271" y="872"/>
                  </a:lnTo>
                  <a:lnTo>
                    <a:pt x="236" y="832"/>
                  </a:lnTo>
                  <a:lnTo>
                    <a:pt x="236" y="832"/>
                  </a:lnTo>
                  <a:lnTo>
                    <a:pt x="200" y="790"/>
                  </a:lnTo>
                  <a:lnTo>
                    <a:pt x="181" y="771"/>
                  </a:lnTo>
                  <a:lnTo>
                    <a:pt x="163" y="751"/>
                  </a:lnTo>
                  <a:lnTo>
                    <a:pt x="143" y="731"/>
                  </a:lnTo>
                  <a:lnTo>
                    <a:pt x="123" y="714"/>
                  </a:lnTo>
                  <a:lnTo>
                    <a:pt x="102" y="697"/>
                  </a:lnTo>
                  <a:lnTo>
                    <a:pt x="80" y="682"/>
                  </a:lnTo>
                  <a:lnTo>
                    <a:pt x="80" y="682"/>
                  </a:lnTo>
                  <a:lnTo>
                    <a:pt x="77" y="679"/>
                  </a:lnTo>
                  <a:lnTo>
                    <a:pt x="74" y="677"/>
                  </a:lnTo>
                  <a:lnTo>
                    <a:pt x="72" y="670"/>
                  </a:lnTo>
                  <a:lnTo>
                    <a:pt x="71" y="665"/>
                  </a:lnTo>
                  <a:lnTo>
                    <a:pt x="71" y="661"/>
                  </a:lnTo>
                  <a:lnTo>
                    <a:pt x="72" y="657"/>
                  </a:lnTo>
                  <a:lnTo>
                    <a:pt x="71" y="654"/>
                  </a:lnTo>
                  <a:lnTo>
                    <a:pt x="71" y="654"/>
                  </a:lnTo>
                  <a:lnTo>
                    <a:pt x="59" y="626"/>
                  </a:lnTo>
                  <a:lnTo>
                    <a:pt x="49" y="598"/>
                  </a:lnTo>
                  <a:lnTo>
                    <a:pt x="40" y="570"/>
                  </a:lnTo>
                  <a:lnTo>
                    <a:pt x="32" y="541"/>
                  </a:lnTo>
                  <a:lnTo>
                    <a:pt x="25" y="512"/>
                  </a:lnTo>
                  <a:lnTo>
                    <a:pt x="19" y="483"/>
                  </a:lnTo>
                  <a:lnTo>
                    <a:pt x="15" y="453"/>
                  </a:lnTo>
                  <a:lnTo>
                    <a:pt x="11" y="425"/>
                  </a:lnTo>
                  <a:lnTo>
                    <a:pt x="7" y="396"/>
                  </a:lnTo>
                  <a:lnTo>
                    <a:pt x="4" y="368"/>
                  </a:lnTo>
                  <a:lnTo>
                    <a:pt x="1" y="312"/>
                  </a:lnTo>
                  <a:lnTo>
                    <a:pt x="0" y="259"/>
                  </a:lnTo>
                  <a:lnTo>
                    <a:pt x="1" y="212"/>
                  </a:lnTo>
                  <a:lnTo>
                    <a:pt x="1" y="212"/>
                  </a:lnTo>
                  <a:lnTo>
                    <a:pt x="1" y="207"/>
                  </a:lnTo>
                  <a:lnTo>
                    <a:pt x="3" y="202"/>
                  </a:lnTo>
                  <a:lnTo>
                    <a:pt x="6" y="198"/>
                  </a:lnTo>
                  <a:lnTo>
                    <a:pt x="10" y="196"/>
                  </a:lnTo>
                  <a:lnTo>
                    <a:pt x="14" y="193"/>
                  </a:lnTo>
                  <a:lnTo>
                    <a:pt x="16" y="188"/>
                  </a:lnTo>
                  <a:lnTo>
                    <a:pt x="16" y="188"/>
                  </a:lnTo>
                  <a:lnTo>
                    <a:pt x="17" y="185"/>
                  </a:lnTo>
                  <a:lnTo>
                    <a:pt x="19" y="182"/>
                  </a:lnTo>
                  <a:lnTo>
                    <a:pt x="19" y="182"/>
                  </a:lnTo>
                  <a:lnTo>
                    <a:pt x="41" y="154"/>
                  </a:lnTo>
                  <a:lnTo>
                    <a:pt x="63" y="127"/>
                  </a:lnTo>
                  <a:lnTo>
                    <a:pt x="86" y="103"/>
                  </a:lnTo>
                  <a:lnTo>
                    <a:pt x="110" y="81"/>
                  </a:lnTo>
                  <a:lnTo>
                    <a:pt x="135" y="60"/>
                  </a:lnTo>
                  <a:lnTo>
                    <a:pt x="159" y="41"/>
                  </a:lnTo>
                  <a:lnTo>
                    <a:pt x="185" y="25"/>
                  </a:lnTo>
                  <a:lnTo>
                    <a:pt x="210" y="10"/>
                  </a:lnTo>
                  <a:lnTo>
                    <a:pt x="210" y="10"/>
                  </a:lnTo>
                  <a:lnTo>
                    <a:pt x="215" y="8"/>
                  </a:lnTo>
                  <a:lnTo>
                    <a:pt x="219" y="7"/>
                  </a:lnTo>
                  <a:lnTo>
                    <a:pt x="219" y="7"/>
                  </a:lnTo>
                  <a:lnTo>
                    <a:pt x="222" y="8"/>
                  </a:lnTo>
                  <a:lnTo>
                    <a:pt x="228" y="8"/>
                  </a:lnTo>
                  <a:lnTo>
                    <a:pt x="232" y="5"/>
                  </a:lnTo>
                  <a:lnTo>
                    <a:pt x="232" y="5"/>
                  </a:lnTo>
                  <a:lnTo>
                    <a:pt x="236" y="3"/>
                  </a:lnTo>
                  <a:lnTo>
                    <a:pt x="242" y="2"/>
                  </a:lnTo>
                  <a:lnTo>
                    <a:pt x="242" y="2"/>
                  </a:lnTo>
                  <a:lnTo>
                    <a:pt x="291" y="0"/>
                  </a:lnTo>
                  <a:lnTo>
                    <a:pt x="335" y="0"/>
                  </a:lnTo>
                  <a:lnTo>
                    <a:pt x="335" y="0"/>
                  </a:lnTo>
                  <a:lnTo>
                    <a:pt x="377" y="0"/>
                  </a:lnTo>
                  <a:lnTo>
                    <a:pt x="419" y="2"/>
                  </a:lnTo>
                  <a:lnTo>
                    <a:pt x="458" y="5"/>
                  </a:lnTo>
                  <a:lnTo>
                    <a:pt x="495" y="8"/>
                  </a:lnTo>
                  <a:lnTo>
                    <a:pt x="531" y="13"/>
                  </a:lnTo>
                  <a:lnTo>
                    <a:pt x="566" y="20"/>
                  </a:lnTo>
                  <a:lnTo>
                    <a:pt x="599" y="26"/>
                  </a:lnTo>
                  <a:lnTo>
                    <a:pt x="631" y="34"/>
                  </a:lnTo>
                  <a:lnTo>
                    <a:pt x="631" y="34"/>
                  </a:lnTo>
                  <a:lnTo>
                    <a:pt x="634" y="35"/>
                  </a:lnTo>
                  <a:lnTo>
                    <a:pt x="636" y="36"/>
                  </a:lnTo>
                  <a:lnTo>
                    <a:pt x="638" y="36"/>
                  </a:lnTo>
                  <a:lnTo>
                    <a:pt x="638" y="36"/>
                  </a:lnTo>
                  <a:lnTo>
                    <a:pt x="642" y="36"/>
                  </a:lnTo>
                  <a:lnTo>
                    <a:pt x="646" y="38"/>
                  </a:lnTo>
                  <a:lnTo>
                    <a:pt x="656" y="46"/>
                  </a:lnTo>
                  <a:lnTo>
                    <a:pt x="656" y="46"/>
                  </a:lnTo>
                  <a:lnTo>
                    <a:pt x="697" y="80"/>
                  </a:lnTo>
                  <a:lnTo>
                    <a:pt x="736" y="114"/>
                  </a:lnTo>
                  <a:lnTo>
                    <a:pt x="775" y="149"/>
                  </a:lnTo>
                  <a:lnTo>
                    <a:pt x="812" y="184"/>
                  </a:lnTo>
                  <a:lnTo>
                    <a:pt x="887" y="256"/>
                  </a:lnTo>
                  <a:lnTo>
                    <a:pt x="958" y="328"/>
                  </a:lnTo>
                  <a:lnTo>
                    <a:pt x="958" y="328"/>
                  </a:lnTo>
                  <a:lnTo>
                    <a:pt x="1008" y="379"/>
                  </a:lnTo>
                  <a:lnTo>
                    <a:pt x="1057" y="428"/>
                  </a:lnTo>
                  <a:lnTo>
                    <a:pt x="1107" y="475"/>
                  </a:lnTo>
                  <a:lnTo>
                    <a:pt x="1156" y="521"/>
                  </a:lnTo>
                  <a:lnTo>
                    <a:pt x="1159" y="524"/>
                  </a:lnTo>
                  <a:lnTo>
                    <a:pt x="1163" y="524"/>
                  </a:lnTo>
                  <a:lnTo>
                    <a:pt x="1163" y="524"/>
                  </a:lnTo>
                  <a:lnTo>
                    <a:pt x="1167" y="525"/>
                  </a:lnTo>
                  <a:lnTo>
                    <a:pt x="1171" y="527"/>
                  </a:lnTo>
                  <a:lnTo>
                    <a:pt x="1173" y="529"/>
                  </a:lnTo>
                  <a:lnTo>
                    <a:pt x="1175" y="533"/>
                  </a:lnTo>
                  <a:lnTo>
                    <a:pt x="1175" y="533"/>
                  </a:lnTo>
                  <a:lnTo>
                    <a:pt x="1185" y="553"/>
                  </a:lnTo>
                  <a:lnTo>
                    <a:pt x="1193" y="571"/>
                  </a:lnTo>
                  <a:lnTo>
                    <a:pt x="1201" y="590"/>
                  </a:lnTo>
                  <a:lnTo>
                    <a:pt x="1207" y="607"/>
                  </a:lnTo>
                  <a:lnTo>
                    <a:pt x="1211" y="626"/>
                  </a:lnTo>
                  <a:lnTo>
                    <a:pt x="1215" y="644"/>
                  </a:lnTo>
                  <a:lnTo>
                    <a:pt x="1218" y="660"/>
                  </a:lnTo>
                  <a:lnTo>
                    <a:pt x="1220" y="677"/>
                  </a:lnTo>
                  <a:lnTo>
                    <a:pt x="1220" y="693"/>
                  </a:lnTo>
                  <a:lnTo>
                    <a:pt x="1220" y="710"/>
                  </a:lnTo>
                  <a:lnTo>
                    <a:pt x="1218" y="725"/>
                  </a:lnTo>
                  <a:lnTo>
                    <a:pt x="1216" y="741"/>
                  </a:lnTo>
                  <a:lnTo>
                    <a:pt x="1212" y="755"/>
                  </a:lnTo>
                  <a:lnTo>
                    <a:pt x="1208" y="771"/>
                  </a:lnTo>
                  <a:lnTo>
                    <a:pt x="1202" y="785"/>
                  </a:lnTo>
                  <a:lnTo>
                    <a:pt x="1194" y="798"/>
                  </a:lnTo>
                  <a:lnTo>
                    <a:pt x="1192" y="804"/>
                  </a:lnTo>
                  <a:lnTo>
                    <a:pt x="1193" y="809"/>
                  </a:lnTo>
                  <a:lnTo>
                    <a:pt x="1193" y="809"/>
                  </a:lnTo>
                  <a:lnTo>
                    <a:pt x="1194" y="813"/>
                  </a:lnTo>
                  <a:lnTo>
                    <a:pt x="1193" y="817"/>
                  </a:lnTo>
                  <a:lnTo>
                    <a:pt x="1191" y="821"/>
                  </a:lnTo>
                  <a:lnTo>
                    <a:pt x="1188" y="826"/>
                  </a:lnTo>
                  <a:lnTo>
                    <a:pt x="1188" y="826"/>
                  </a:lnTo>
                  <a:lnTo>
                    <a:pt x="1147" y="869"/>
                  </a:lnTo>
                  <a:lnTo>
                    <a:pt x="1109" y="909"/>
                  </a:lnTo>
                  <a:lnTo>
                    <a:pt x="1070" y="948"/>
                  </a:lnTo>
                  <a:lnTo>
                    <a:pt x="1031" y="985"/>
                  </a:lnTo>
                  <a:lnTo>
                    <a:pt x="952" y="1062"/>
                  </a:lnTo>
                  <a:lnTo>
                    <a:pt x="862" y="1146"/>
                  </a:lnTo>
                  <a:lnTo>
                    <a:pt x="862" y="1146"/>
                  </a:lnTo>
                  <a:lnTo>
                    <a:pt x="858" y="1151"/>
                  </a:lnTo>
                  <a:lnTo>
                    <a:pt x="857" y="1152"/>
                  </a:lnTo>
                  <a:lnTo>
                    <a:pt x="857" y="1152"/>
                  </a:lnTo>
                  <a:lnTo>
                    <a:pt x="853" y="1157"/>
                  </a:lnTo>
                  <a:lnTo>
                    <a:pt x="853" y="1157"/>
                  </a:lnTo>
                  <a:lnTo>
                    <a:pt x="834" y="1170"/>
                  </a:lnTo>
                  <a:lnTo>
                    <a:pt x="815" y="1182"/>
                  </a:lnTo>
                  <a:lnTo>
                    <a:pt x="798" y="1192"/>
                  </a:lnTo>
                  <a:lnTo>
                    <a:pt x="779" y="1200"/>
                  </a:lnTo>
                  <a:lnTo>
                    <a:pt x="761" y="1206"/>
                  </a:lnTo>
                  <a:lnTo>
                    <a:pt x="743" y="1211"/>
                  </a:lnTo>
                  <a:lnTo>
                    <a:pt x="724" y="1214"/>
                  </a:lnTo>
                  <a:lnTo>
                    <a:pt x="706" y="1215"/>
                  </a:lnTo>
                  <a:lnTo>
                    <a:pt x="706" y="1215"/>
                  </a:lnTo>
                  <a:close/>
                  <a:moveTo>
                    <a:pt x="231" y="43"/>
                  </a:moveTo>
                  <a:lnTo>
                    <a:pt x="231" y="43"/>
                  </a:lnTo>
                  <a:lnTo>
                    <a:pt x="206" y="57"/>
                  </a:lnTo>
                  <a:lnTo>
                    <a:pt x="182" y="72"/>
                  </a:lnTo>
                  <a:lnTo>
                    <a:pt x="159" y="90"/>
                  </a:lnTo>
                  <a:lnTo>
                    <a:pt x="137" y="108"/>
                  </a:lnTo>
                  <a:lnTo>
                    <a:pt x="114" y="129"/>
                  </a:lnTo>
                  <a:lnTo>
                    <a:pt x="93" y="151"/>
                  </a:lnTo>
                  <a:lnTo>
                    <a:pt x="73" y="175"/>
                  </a:lnTo>
                  <a:lnTo>
                    <a:pt x="54" y="198"/>
                  </a:lnTo>
                  <a:lnTo>
                    <a:pt x="54" y="198"/>
                  </a:lnTo>
                  <a:lnTo>
                    <a:pt x="50" y="202"/>
                  </a:lnTo>
                  <a:lnTo>
                    <a:pt x="46" y="205"/>
                  </a:lnTo>
                  <a:lnTo>
                    <a:pt x="40" y="208"/>
                  </a:lnTo>
                  <a:lnTo>
                    <a:pt x="40" y="216"/>
                  </a:lnTo>
                  <a:lnTo>
                    <a:pt x="40" y="216"/>
                  </a:lnTo>
                  <a:lnTo>
                    <a:pt x="39" y="280"/>
                  </a:lnTo>
                  <a:lnTo>
                    <a:pt x="40" y="311"/>
                  </a:lnTo>
                  <a:lnTo>
                    <a:pt x="41" y="342"/>
                  </a:lnTo>
                  <a:lnTo>
                    <a:pt x="43" y="371"/>
                  </a:lnTo>
                  <a:lnTo>
                    <a:pt x="45" y="400"/>
                  </a:lnTo>
                  <a:lnTo>
                    <a:pt x="49" y="427"/>
                  </a:lnTo>
                  <a:lnTo>
                    <a:pt x="52" y="453"/>
                  </a:lnTo>
                  <a:lnTo>
                    <a:pt x="56" y="479"/>
                  </a:lnTo>
                  <a:lnTo>
                    <a:pt x="61" y="504"/>
                  </a:lnTo>
                  <a:lnTo>
                    <a:pt x="68" y="529"/>
                  </a:lnTo>
                  <a:lnTo>
                    <a:pt x="74" y="552"/>
                  </a:lnTo>
                  <a:lnTo>
                    <a:pt x="80" y="574"/>
                  </a:lnTo>
                  <a:lnTo>
                    <a:pt x="88" y="596"/>
                  </a:lnTo>
                  <a:lnTo>
                    <a:pt x="96" y="618"/>
                  </a:lnTo>
                  <a:lnTo>
                    <a:pt x="105" y="637"/>
                  </a:lnTo>
                  <a:lnTo>
                    <a:pt x="105" y="637"/>
                  </a:lnTo>
                  <a:lnTo>
                    <a:pt x="107" y="642"/>
                  </a:lnTo>
                  <a:lnTo>
                    <a:pt x="107" y="648"/>
                  </a:lnTo>
                  <a:lnTo>
                    <a:pt x="107" y="654"/>
                  </a:lnTo>
                  <a:lnTo>
                    <a:pt x="112" y="658"/>
                  </a:lnTo>
                  <a:lnTo>
                    <a:pt x="112" y="658"/>
                  </a:lnTo>
                  <a:lnTo>
                    <a:pt x="131" y="671"/>
                  </a:lnTo>
                  <a:lnTo>
                    <a:pt x="148" y="686"/>
                  </a:lnTo>
                  <a:lnTo>
                    <a:pt x="165" y="701"/>
                  </a:lnTo>
                  <a:lnTo>
                    <a:pt x="181" y="718"/>
                  </a:lnTo>
                  <a:lnTo>
                    <a:pt x="213" y="751"/>
                  </a:lnTo>
                  <a:lnTo>
                    <a:pt x="243" y="785"/>
                  </a:lnTo>
                  <a:lnTo>
                    <a:pt x="243" y="785"/>
                  </a:lnTo>
                  <a:lnTo>
                    <a:pt x="276" y="822"/>
                  </a:lnTo>
                  <a:lnTo>
                    <a:pt x="294" y="841"/>
                  </a:lnTo>
                  <a:lnTo>
                    <a:pt x="311" y="859"/>
                  </a:lnTo>
                  <a:lnTo>
                    <a:pt x="579" y="1127"/>
                  </a:lnTo>
                  <a:lnTo>
                    <a:pt x="582" y="1128"/>
                  </a:lnTo>
                  <a:lnTo>
                    <a:pt x="582" y="1128"/>
                  </a:lnTo>
                  <a:lnTo>
                    <a:pt x="585" y="1129"/>
                  </a:lnTo>
                  <a:lnTo>
                    <a:pt x="588" y="1131"/>
                  </a:lnTo>
                  <a:lnTo>
                    <a:pt x="588" y="1131"/>
                  </a:lnTo>
                  <a:lnTo>
                    <a:pt x="604" y="1142"/>
                  </a:lnTo>
                  <a:lnTo>
                    <a:pt x="618" y="1152"/>
                  </a:lnTo>
                  <a:lnTo>
                    <a:pt x="633" y="1159"/>
                  </a:lnTo>
                  <a:lnTo>
                    <a:pt x="647" y="1165"/>
                  </a:lnTo>
                  <a:lnTo>
                    <a:pt x="662" y="1170"/>
                  </a:lnTo>
                  <a:lnTo>
                    <a:pt x="677" y="1174"/>
                  </a:lnTo>
                  <a:lnTo>
                    <a:pt x="691" y="1177"/>
                  </a:lnTo>
                  <a:lnTo>
                    <a:pt x="706" y="1177"/>
                  </a:lnTo>
                  <a:lnTo>
                    <a:pt x="706" y="1177"/>
                  </a:lnTo>
                  <a:lnTo>
                    <a:pt x="720" y="1177"/>
                  </a:lnTo>
                  <a:lnTo>
                    <a:pt x="735" y="1174"/>
                  </a:lnTo>
                  <a:lnTo>
                    <a:pt x="750" y="1170"/>
                  </a:lnTo>
                  <a:lnTo>
                    <a:pt x="765" y="1165"/>
                  </a:lnTo>
                  <a:lnTo>
                    <a:pt x="779" y="1159"/>
                  </a:lnTo>
                  <a:lnTo>
                    <a:pt x="794" y="1152"/>
                  </a:lnTo>
                  <a:lnTo>
                    <a:pt x="808" y="1142"/>
                  </a:lnTo>
                  <a:lnTo>
                    <a:pt x="823" y="1131"/>
                  </a:lnTo>
                  <a:lnTo>
                    <a:pt x="823" y="1131"/>
                  </a:lnTo>
                  <a:lnTo>
                    <a:pt x="824" y="1130"/>
                  </a:lnTo>
                  <a:lnTo>
                    <a:pt x="825" y="1130"/>
                  </a:lnTo>
                  <a:lnTo>
                    <a:pt x="826" y="1129"/>
                  </a:lnTo>
                  <a:lnTo>
                    <a:pt x="865" y="1090"/>
                  </a:lnTo>
                  <a:lnTo>
                    <a:pt x="865" y="1090"/>
                  </a:lnTo>
                  <a:lnTo>
                    <a:pt x="934" y="1017"/>
                  </a:lnTo>
                  <a:lnTo>
                    <a:pt x="1002" y="949"/>
                  </a:lnTo>
                  <a:lnTo>
                    <a:pt x="1069" y="883"/>
                  </a:lnTo>
                  <a:lnTo>
                    <a:pt x="1105" y="850"/>
                  </a:lnTo>
                  <a:lnTo>
                    <a:pt x="1140" y="817"/>
                  </a:lnTo>
                  <a:lnTo>
                    <a:pt x="1143" y="815"/>
                  </a:lnTo>
                  <a:lnTo>
                    <a:pt x="1144" y="811"/>
                  </a:lnTo>
                  <a:lnTo>
                    <a:pt x="1144" y="811"/>
                  </a:lnTo>
                  <a:lnTo>
                    <a:pt x="1145" y="807"/>
                  </a:lnTo>
                  <a:lnTo>
                    <a:pt x="1147" y="803"/>
                  </a:lnTo>
                  <a:lnTo>
                    <a:pt x="1147" y="803"/>
                  </a:lnTo>
                  <a:lnTo>
                    <a:pt x="1157" y="786"/>
                  </a:lnTo>
                  <a:lnTo>
                    <a:pt x="1165" y="770"/>
                  </a:lnTo>
                  <a:lnTo>
                    <a:pt x="1173" y="753"/>
                  </a:lnTo>
                  <a:lnTo>
                    <a:pt x="1177" y="736"/>
                  </a:lnTo>
                  <a:lnTo>
                    <a:pt x="1180" y="720"/>
                  </a:lnTo>
                  <a:lnTo>
                    <a:pt x="1182" y="703"/>
                  </a:lnTo>
                  <a:lnTo>
                    <a:pt x="1182" y="688"/>
                  </a:lnTo>
                  <a:lnTo>
                    <a:pt x="1181" y="672"/>
                  </a:lnTo>
                  <a:lnTo>
                    <a:pt x="1179" y="657"/>
                  </a:lnTo>
                  <a:lnTo>
                    <a:pt x="1176" y="642"/>
                  </a:lnTo>
                  <a:lnTo>
                    <a:pt x="1173" y="628"/>
                  </a:lnTo>
                  <a:lnTo>
                    <a:pt x="1169" y="614"/>
                  </a:lnTo>
                  <a:lnTo>
                    <a:pt x="1158" y="588"/>
                  </a:lnTo>
                  <a:lnTo>
                    <a:pt x="1148" y="564"/>
                  </a:lnTo>
                  <a:lnTo>
                    <a:pt x="1146" y="560"/>
                  </a:lnTo>
                  <a:lnTo>
                    <a:pt x="1143" y="558"/>
                  </a:lnTo>
                  <a:lnTo>
                    <a:pt x="1143" y="558"/>
                  </a:lnTo>
                  <a:lnTo>
                    <a:pt x="1140" y="556"/>
                  </a:lnTo>
                  <a:lnTo>
                    <a:pt x="1140" y="556"/>
                  </a:lnTo>
                  <a:lnTo>
                    <a:pt x="1089" y="514"/>
                  </a:lnTo>
                  <a:lnTo>
                    <a:pt x="1039" y="471"/>
                  </a:lnTo>
                  <a:lnTo>
                    <a:pt x="991" y="427"/>
                  </a:lnTo>
                  <a:lnTo>
                    <a:pt x="942" y="381"/>
                  </a:lnTo>
                  <a:lnTo>
                    <a:pt x="894" y="335"/>
                  </a:lnTo>
                  <a:lnTo>
                    <a:pt x="846" y="289"/>
                  </a:lnTo>
                  <a:lnTo>
                    <a:pt x="752" y="196"/>
                  </a:lnTo>
                  <a:lnTo>
                    <a:pt x="752" y="196"/>
                  </a:lnTo>
                  <a:lnTo>
                    <a:pt x="629" y="75"/>
                  </a:lnTo>
                  <a:lnTo>
                    <a:pt x="627" y="72"/>
                  </a:lnTo>
                  <a:lnTo>
                    <a:pt x="623" y="72"/>
                  </a:lnTo>
                  <a:lnTo>
                    <a:pt x="622" y="71"/>
                  </a:lnTo>
                  <a:lnTo>
                    <a:pt x="622" y="71"/>
                  </a:lnTo>
                  <a:lnTo>
                    <a:pt x="590" y="64"/>
                  </a:lnTo>
                  <a:lnTo>
                    <a:pt x="558" y="57"/>
                  </a:lnTo>
                  <a:lnTo>
                    <a:pt x="525" y="52"/>
                  </a:lnTo>
                  <a:lnTo>
                    <a:pt x="491" y="46"/>
                  </a:lnTo>
                  <a:lnTo>
                    <a:pt x="455" y="43"/>
                  </a:lnTo>
                  <a:lnTo>
                    <a:pt x="417" y="40"/>
                  </a:lnTo>
                  <a:lnTo>
                    <a:pt x="377" y="39"/>
                  </a:lnTo>
                  <a:lnTo>
                    <a:pt x="336" y="38"/>
                  </a:lnTo>
                  <a:lnTo>
                    <a:pt x="336" y="38"/>
                  </a:lnTo>
                  <a:lnTo>
                    <a:pt x="291" y="39"/>
                  </a:lnTo>
                  <a:lnTo>
                    <a:pt x="241" y="40"/>
                  </a:lnTo>
                  <a:lnTo>
                    <a:pt x="236" y="40"/>
                  </a:lnTo>
                  <a:lnTo>
                    <a:pt x="232" y="42"/>
                  </a:lnTo>
                  <a:lnTo>
                    <a:pt x="232" y="42"/>
                  </a:lnTo>
                  <a:lnTo>
                    <a:pt x="231" y="43"/>
                  </a:lnTo>
                  <a:lnTo>
                    <a:pt x="231" y="43"/>
                  </a:lnTo>
                  <a:close/>
                </a:path>
              </a:pathLst>
            </a:custGeom>
            <a:grpFill/>
            <a:ln>
              <a:solidFill>
                <a:schemeClr val="accent1">
                  <a:lumMod val="75000"/>
                  <a:alpha val="0"/>
                </a:schemeClr>
              </a:solidFill>
            </a:ln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311" name="Freeform 927"/>
            <p:cNvSpPr>
              <a:spLocks noEditPoints="1"/>
            </p:cNvSpPr>
            <p:nvPr>
              <p:custDataLst>
                <p:tags r:id="rId27"/>
              </p:custDataLst>
            </p:nvPr>
          </p:nvSpPr>
          <p:spPr bwMode="auto">
            <a:xfrm>
              <a:off x="3424238" y="1154113"/>
              <a:ext cx="557213" cy="225425"/>
            </a:xfrm>
            <a:custGeom>
              <a:avLst/>
              <a:gdLst/>
              <a:ahLst/>
              <a:cxnLst>
                <a:cxn ang="0">
                  <a:pos x="77" y="421"/>
                </a:cxn>
                <a:cxn ang="0">
                  <a:pos x="65" y="420"/>
                </a:cxn>
                <a:cxn ang="0">
                  <a:pos x="28" y="385"/>
                </a:cxn>
                <a:cxn ang="0">
                  <a:pos x="2" y="324"/>
                </a:cxn>
                <a:cxn ang="0">
                  <a:pos x="1" y="253"/>
                </a:cxn>
                <a:cxn ang="0">
                  <a:pos x="3" y="188"/>
                </a:cxn>
                <a:cxn ang="0">
                  <a:pos x="40" y="100"/>
                </a:cxn>
                <a:cxn ang="0">
                  <a:pos x="87" y="65"/>
                </a:cxn>
                <a:cxn ang="0">
                  <a:pos x="160" y="37"/>
                </a:cxn>
                <a:cxn ang="0">
                  <a:pos x="250" y="24"/>
                </a:cxn>
                <a:cxn ang="0">
                  <a:pos x="311" y="37"/>
                </a:cxn>
                <a:cxn ang="0">
                  <a:pos x="412" y="72"/>
                </a:cxn>
                <a:cxn ang="0">
                  <a:pos x="529" y="127"/>
                </a:cxn>
                <a:cxn ang="0">
                  <a:pos x="587" y="70"/>
                </a:cxn>
                <a:cxn ang="0">
                  <a:pos x="661" y="29"/>
                </a:cxn>
                <a:cxn ang="0">
                  <a:pos x="790" y="1"/>
                </a:cxn>
                <a:cxn ang="0">
                  <a:pos x="894" y="10"/>
                </a:cxn>
                <a:cxn ang="0">
                  <a:pos x="971" y="35"/>
                </a:cxn>
                <a:cxn ang="0">
                  <a:pos x="1030" y="87"/>
                </a:cxn>
                <a:cxn ang="0">
                  <a:pos x="1052" y="163"/>
                </a:cxn>
                <a:cxn ang="0">
                  <a:pos x="1025" y="252"/>
                </a:cxn>
                <a:cxn ang="0">
                  <a:pos x="951" y="306"/>
                </a:cxn>
                <a:cxn ang="0">
                  <a:pos x="871" y="326"/>
                </a:cxn>
                <a:cxn ang="0">
                  <a:pos x="769" y="315"/>
                </a:cxn>
                <a:cxn ang="0">
                  <a:pos x="623" y="246"/>
                </a:cxn>
                <a:cxn ang="0">
                  <a:pos x="524" y="190"/>
                </a:cxn>
                <a:cxn ang="0">
                  <a:pos x="479" y="259"/>
                </a:cxn>
                <a:cxn ang="0">
                  <a:pos x="458" y="261"/>
                </a:cxn>
                <a:cxn ang="0">
                  <a:pos x="451" y="244"/>
                </a:cxn>
                <a:cxn ang="0">
                  <a:pos x="504" y="162"/>
                </a:cxn>
                <a:cxn ang="0">
                  <a:pos x="394" y="95"/>
                </a:cxn>
                <a:cxn ang="0">
                  <a:pos x="310" y="68"/>
                </a:cxn>
                <a:cxn ang="0">
                  <a:pos x="213" y="57"/>
                </a:cxn>
                <a:cxn ang="0">
                  <a:pos x="142" y="76"/>
                </a:cxn>
                <a:cxn ang="0">
                  <a:pos x="89" y="99"/>
                </a:cxn>
                <a:cxn ang="0">
                  <a:pos x="47" y="159"/>
                </a:cxn>
                <a:cxn ang="0">
                  <a:pos x="30" y="231"/>
                </a:cxn>
                <a:cxn ang="0">
                  <a:pos x="41" y="335"/>
                </a:cxn>
                <a:cxn ang="0">
                  <a:pos x="65" y="372"/>
                </a:cxn>
                <a:cxn ang="0">
                  <a:pos x="101" y="397"/>
                </a:cxn>
                <a:cxn ang="0">
                  <a:pos x="117" y="394"/>
                </a:cxn>
                <a:cxn ang="0">
                  <a:pos x="127" y="410"/>
                </a:cxn>
                <a:cxn ang="0">
                  <a:pos x="112" y="425"/>
                </a:cxn>
                <a:cxn ang="0">
                  <a:pos x="819" y="29"/>
                </a:cxn>
                <a:cxn ang="0">
                  <a:pos x="736" y="41"/>
                </a:cxn>
                <a:cxn ang="0">
                  <a:pos x="628" y="80"/>
                </a:cxn>
                <a:cxn ang="0">
                  <a:pos x="550" y="152"/>
                </a:cxn>
                <a:cxn ang="0">
                  <a:pos x="632" y="213"/>
                </a:cxn>
                <a:cxn ang="0">
                  <a:pos x="723" y="264"/>
                </a:cxn>
                <a:cxn ang="0">
                  <a:pos x="808" y="289"/>
                </a:cxn>
                <a:cxn ang="0">
                  <a:pos x="922" y="285"/>
                </a:cxn>
                <a:cxn ang="0">
                  <a:pos x="994" y="243"/>
                </a:cxn>
                <a:cxn ang="0">
                  <a:pos x="1021" y="169"/>
                </a:cxn>
                <a:cxn ang="0">
                  <a:pos x="1014" y="119"/>
                </a:cxn>
                <a:cxn ang="0">
                  <a:pos x="991" y="91"/>
                </a:cxn>
                <a:cxn ang="0">
                  <a:pos x="938" y="55"/>
                </a:cxn>
                <a:cxn ang="0">
                  <a:pos x="849" y="32"/>
                </a:cxn>
              </a:cxnLst>
              <a:rect l="0" t="0" r="r" b="b"/>
              <a:pathLst>
                <a:path w="1052" h="426">
                  <a:moveTo>
                    <a:pt x="96" y="426"/>
                  </a:moveTo>
                  <a:lnTo>
                    <a:pt x="96" y="426"/>
                  </a:lnTo>
                  <a:lnTo>
                    <a:pt x="90" y="425"/>
                  </a:lnTo>
                  <a:lnTo>
                    <a:pt x="85" y="425"/>
                  </a:lnTo>
                  <a:lnTo>
                    <a:pt x="80" y="423"/>
                  </a:lnTo>
                  <a:lnTo>
                    <a:pt x="77" y="421"/>
                  </a:lnTo>
                  <a:lnTo>
                    <a:pt x="74" y="418"/>
                  </a:lnTo>
                  <a:lnTo>
                    <a:pt x="68" y="423"/>
                  </a:lnTo>
                  <a:lnTo>
                    <a:pt x="68" y="421"/>
                  </a:lnTo>
                  <a:lnTo>
                    <a:pt x="68" y="421"/>
                  </a:lnTo>
                  <a:lnTo>
                    <a:pt x="65" y="420"/>
                  </a:lnTo>
                  <a:lnTo>
                    <a:pt x="65" y="420"/>
                  </a:lnTo>
                  <a:lnTo>
                    <a:pt x="59" y="417"/>
                  </a:lnTo>
                  <a:lnTo>
                    <a:pt x="53" y="413"/>
                  </a:lnTo>
                  <a:lnTo>
                    <a:pt x="53" y="413"/>
                  </a:lnTo>
                  <a:lnTo>
                    <a:pt x="44" y="405"/>
                  </a:lnTo>
                  <a:lnTo>
                    <a:pt x="36" y="396"/>
                  </a:lnTo>
                  <a:lnTo>
                    <a:pt x="28" y="385"/>
                  </a:lnTo>
                  <a:lnTo>
                    <a:pt x="21" y="373"/>
                  </a:lnTo>
                  <a:lnTo>
                    <a:pt x="14" y="361"/>
                  </a:lnTo>
                  <a:lnTo>
                    <a:pt x="9" y="349"/>
                  </a:lnTo>
                  <a:lnTo>
                    <a:pt x="5" y="336"/>
                  </a:lnTo>
                  <a:lnTo>
                    <a:pt x="2" y="324"/>
                  </a:lnTo>
                  <a:lnTo>
                    <a:pt x="2" y="324"/>
                  </a:lnTo>
                  <a:lnTo>
                    <a:pt x="0" y="313"/>
                  </a:lnTo>
                  <a:lnTo>
                    <a:pt x="0" y="300"/>
                  </a:lnTo>
                  <a:lnTo>
                    <a:pt x="0" y="275"/>
                  </a:lnTo>
                  <a:lnTo>
                    <a:pt x="0" y="275"/>
                  </a:lnTo>
                  <a:lnTo>
                    <a:pt x="1" y="253"/>
                  </a:lnTo>
                  <a:lnTo>
                    <a:pt x="1" y="253"/>
                  </a:lnTo>
                  <a:lnTo>
                    <a:pt x="1" y="234"/>
                  </a:lnTo>
                  <a:lnTo>
                    <a:pt x="1" y="234"/>
                  </a:lnTo>
                  <a:lnTo>
                    <a:pt x="0" y="210"/>
                  </a:lnTo>
                  <a:lnTo>
                    <a:pt x="1" y="198"/>
                  </a:lnTo>
                  <a:lnTo>
                    <a:pt x="3" y="188"/>
                  </a:lnTo>
                  <a:lnTo>
                    <a:pt x="3" y="188"/>
                  </a:lnTo>
                  <a:lnTo>
                    <a:pt x="8" y="166"/>
                  </a:lnTo>
                  <a:lnTo>
                    <a:pt x="13" y="153"/>
                  </a:lnTo>
                  <a:lnTo>
                    <a:pt x="18" y="139"/>
                  </a:lnTo>
                  <a:lnTo>
                    <a:pt x="25" y="126"/>
                  </a:lnTo>
                  <a:lnTo>
                    <a:pt x="32" y="112"/>
                  </a:lnTo>
                  <a:lnTo>
                    <a:pt x="40" y="100"/>
                  </a:lnTo>
                  <a:lnTo>
                    <a:pt x="44" y="95"/>
                  </a:lnTo>
                  <a:lnTo>
                    <a:pt x="49" y="89"/>
                  </a:lnTo>
                  <a:lnTo>
                    <a:pt x="49" y="89"/>
                  </a:lnTo>
                  <a:lnTo>
                    <a:pt x="62" y="80"/>
                  </a:lnTo>
                  <a:lnTo>
                    <a:pt x="73" y="72"/>
                  </a:lnTo>
                  <a:lnTo>
                    <a:pt x="87" y="65"/>
                  </a:lnTo>
                  <a:lnTo>
                    <a:pt x="100" y="58"/>
                  </a:lnTo>
                  <a:lnTo>
                    <a:pt x="114" y="53"/>
                  </a:lnTo>
                  <a:lnTo>
                    <a:pt x="127" y="47"/>
                  </a:lnTo>
                  <a:lnTo>
                    <a:pt x="156" y="38"/>
                  </a:lnTo>
                  <a:lnTo>
                    <a:pt x="160" y="37"/>
                  </a:lnTo>
                  <a:lnTo>
                    <a:pt x="160" y="37"/>
                  </a:lnTo>
                  <a:lnTo>
                    <a:pt x="180" y="31"/>
                  </a:lnTo>
                  <a:lnTo>
                    <a:pt x="198" y="27"/>
                  </a:lnTo>
                  <a:lnTo>
                    <a:pt x="218" y="24"/>
                  </a:lnTo>
                  <a:lnTo>
                    <a:pt x="236" y="24"/>
                  </a:lnTo>
                  <a:lnTo>
                    <a:pt x="236" y="24"/>
                  </a:lnTo>
                  <a:lnTo>
                    <a:pt x="250" y="24"/>
                  </a:lnTo>
                  <a:lnTo>
                    <a:pt x="262" y="25"/>
                  </a:lnTo>
                  <a:lnTo>
                    <a:pt x="275" y="27"/>
                  </a:lnTo>
                  <a:lnTo>
                    <a:pt x="287" y="31"/>
                  </a:lnTo>
                  <a:lnTo>
                    <a:pt x="287" y="31"/>
                  </a:lnTo>
                  <a:lnTo>
                    <a:pt x="309" y="36"/>
                  </a:lnTo>
                  <a:lnTo>
                    <a:pt x="311" y="37"/>
                  </a:lnTo>
                  <a:lnTo>
                    <a:pt x="311" y="37"/>
                  </a:lnTo>
                  <a:lnTo>
                    <a:pt x="338" y="44"/>
                  </a:lnTo>
                  <a:lnTo>
                    <a:pt x="362" y="51"/>
                  </a:lnTo>
                  <a:lnTo>
                    <a:pt x="387" y="60"/>
                  </a:lnTo>
                  <a:lnTo>
                    <a:pt x="400" y="66"/>
                  </a:lnTo>
                  <a:lnTo>
                    <a:pt x="412" y="72"/>
                  </a:lnTo>
                  <a:lnTo>
                    <a:pt x="412" y="72"/>
                  </a:lnTo>
                  <a:lnTo>
                    <a:pt x="438" y="85"/>
                  </a:lnTo>
                  <a:lnTo>
                    <a:pt x="464" y="100"/>
                  </a:lnTo>
                  <a:lnTo>
                    <a:pt x="513" y="130"/>
                  </a:lnTo>
                  <a:lnTo>
                    <a:pt x="523" y="136"/>
                  </a:lnTo>
                  <a:lnTo>
                    <a:pt x="529" y="127"/>
                  </a:lnTo>
                  <a:lnTo>
                    <a:pt x="529" y="127"/>
                  </a:lnTo>
                  <a:lnTo>
                    <a:pt x="540" y="113"/>
                  </a:lnTo>
                  <a:lnTo>
                    <a:pt x="551" y="101"/>
                  </a:lnTo>
                  <a:lnTo>
                    <a:pt x="563" y="89"/>
                  </a:lnTo>
                  <a:lnTo>
                    <a:pt x="574" y="79"/>
                  </a:lnTo>
                  <a:lnTo>
                    <a:pt x="587" y="70"/>
                  </a:lnTo>
                  <a:lnTo>
                    <a:pt x="599" y="60"/>
                  </a:lnTo>
                  <a:lnTo>
                    <a:pt x="611" y="52"/>
                  </a:lnTo>
                  <a:lnTo>
                    <a:pt x="625" y="45"/>
                  </a:lnTo>
                  <a:lnTo>
                    <a:pt x="625" y="45"/>
                  </a:lnTo>
                  <a:lnTo>
                    <a:pt x="642" y="37"/>
                  </a:lnTo>
                  <a:lnTo>
                    <a:pt x="661" y="29"/>
                  </a:lnTo>
                  <a:lnTo>
                    <a:pt x="680" y="23"/>
                  </a:lnTo>
                  <a:lnTo>
                    <a:pt x="698" y="18"/>
                  </a:lnTo>
                  <a:lnTo>
                    <a:pt x="734" y="10"/>
                  </a:lnTo>
                  <a:lnTo>
                    <a:pt x="767" y="4"/>
                  </a:lnTo>
                  <a:lnTo>
                    <a:pt x="767" y="4"/>
                  </a:lnTo>
                  <a:lnTo>
                    <a:pt x="790" y="1"/>
                  </a:lnTo>
                  <a:lnTo>
                    <a:pt x="813" y="0"/>
                  </a:lnTo>
                  <a:lnTo>
                    <a:pt x="813" y="0"/>
                  </a:lnTo>
                  <a:lnTo>
                    <a:pt x="826" y="0"/>
                  </a:lnTo>
                  <a:lnTo>
                    <a:pt x="841" y="1"/>
                  </a:lnTo>
                  <a:lnTo>
                    <a:pt x="868" y="5"/>
                  </a:lnTo>
                  <a:lnTo>
                    <a:pt x="894" y="10"/>
                  </a:lnTo>
                  <a:lnTo>
                    <a:pt x="922" y="16"/>
                  </a:lnTo>
                  <a:lnTo>
                    <a:pt x="922" y="16"/>
                  </a:lnTo>
                  <a:lnTo>
                    <a:pt x="935" y="19"/>
                  </a:lnTo>
                  <a:lnTo>
                    <a:pt x="947" y="23"/>
                  </a:lnTo>
                  <a:lnTo>
                    <a:pt x="959" y="28"/>
                  </a:lnTo>
                  <a:lnTo>
                    <a:pt x="971" y="35"/>
                  </a:lnTo>
                  <a:lnTo>
                    <a:pt x="982" y="42"/>
                  </a:lnTo>
                  <a:lnTo>
                    <a:pt x="994" y="49"/>
                  </a:lnTo>
                  <a:lnTo>
                    <a:pt x="1004" y="57"/>
                  </a:lnTo>
                  <a:lnTo>
                    <a:pt x="1013" y="67"/>
                  </a:lnTo>
                  <a:lnTo>
                    <a:pt x="1022" y="77"/>
                  </a:lnTo>
                  <a:lnTo>
                    <a:pt x="1030" y="87"/>
                  </a:lnTo>
                  <a:lnTo>
                    <a:pt x="1037" y="99"/>
                  </a:lnTo>
                  <a:lnTo>
                    <a:pt x="1043" y="110"/>
                  </a:lnTo>
                  <a:lnTo>
                    <a:pt x="1047" y="122"/>
                  </a:lnTo>
                  <a:lnTo>
                    <a:pt x="1050" y="135"/>
                  </a:lnTo>
                  <a:lnTo>
                    <a:pt x="1052" y="148"/>
                  </a:lnTo>
                  <a:lnTo>
                    <a:pt x="1052" y="163"/>
                  </a:lnTo>
                  <a:lnTo>
                    <a:pt x="1052" y="163"/>
                  </a:lnTo>
                  <a:lnTo>
                    <a:pt x="1050" y="183"/>
                  </a:lnTo>
                  <a:lnTo>
                    <a:pt x="1047" y="203"/>
                  </a:lnTo>
                  <a:lnTo>
                    <a:pt x="1041" y="221"/>
                  </a:lnTo>
                  <a:lnTo>
                    <a:pt x="1034" y="237"/>
                  </a:lnTo>
                  <a:lnTo>
                    <a:pt x="1025" y="252"/>
                  </a:lnTo>
                  <a:lnTo>
                    <a:pt x="1014" y="264"/>
                  </a:lnTo>
                  <a:lnTo>
                    <a:pt x="1003" y="275"/>
                  </a:lnTo>
                  <a:lnTo>
                    <a:pt x="991" y="285"/>
                  </a:lnTo>
                  <a:lnTo>
                    <a:pt x="978" y="293"/>
                  </a:lnTo>
                  <a:lnTo>
                    <a:pt x="965" y="300"/>
                  </a:lnTo>
                  <a:lnTo>
                    <a:pt x="951" y="306"/>
                  </a:lnTo>
                  <a:lnTo>
                    <a:pt x="938" y="311"/>
                  </a:lnTo>
                  <a:lnTo>
                    <a:pt x="924" y="316"/>
                  </a:lnTo>
                  <a:lnTo>
                    <a:pt x="912" y="320"/>
                  </a:lnTo>
                  <a:lnTo>
                    <a:pt x="887" y="324"/>
                  </a:lnTo>
                  <a:lnTo>
                    <a:pt x="887" y="324"/>
                  </a:lnTo>
                  <a:lnTo>
                    <a:pt x="871" y="326"/>
                  </a:lnTo>
                  <a:lnTo>
                    <a:pt x="854" y="327"/>
                  </a:lnTo>
                  <a:lnTo>
                    <a:pt x="854" y="327"/>
                  </a:lnTo>
                  <a:lnTo>
                    <a:pt x="841" y="326"/>
                  </a:lnTo>
                  <a:lnTo>
                    <a:pt x="827" y="325"/>
                  </a:lnTo>
                  <a:lnTo>
                    <a:pt x="799" y="321"/>
                  </a:lnTo>
                  <a:lnTo>
                    <a:pt x="769" y="315"/>
                  </a:lnTo>
                  <a:lnTo>
                    <a:pt x="740" y="305"/>
                  </a:lnTo>
                  <a:lnTo>
                    <a:pt x="711" y="294"/>
                  </a:lnTo>
                  <a:lnTo>
                    <a:pt x="681" y="281"/>
                  </a:lnTo>
                  <a:lnTo>
                    <a:pt x="652" y="265"/>
                  </a:lnTo>
                  <a:lnTo>
                    <a:pt x="623" y="246"/>
                  </a:lnTo>
                  <a:lnTo>
                    <a:pt x="623" y="246"/>
                  </a:lnTo>
                  <a:lnTo>
                    <a:pt x="597" y="229"/>
                  </a:lnTo>
                  <a:lnTo>
                    <a:pt x="571" y="209"/>
                  </a:lnTo>
                  <a:lnTo>
                    <a:pt x="571" y="209"/>
                  </a:lnTo>
                  <a:lnTo>
                    <a:pt x="541" y="187"/>
                  </a:lnTo>
                  <a:lnTo>
                    <a:pt x="531" y="179"/>
                  </a:lnTo>
                  <a:lnTo>
                    <a:pt x="524" y="190"/>
                  </a:lnTo>
                  <a:lnTo>
                    <a:pt x="524" y="190"/>
                  </a:lnTo>
                  <a:lnTo>
                    <a:pt x="500" y="227"/>
                  </a:lnTo>
                  <a:lnTo>
                    <a:pt x="500" y="227"/>
                  </a:lnTo>
                  <a:lnTo>
                    <a:pt x="482" y="256"/>
                  </a:lnTo>
                  <a:lnTo>
                    <a:pt x="482" y="256"/>
                  </a:lnTo>
                  <a:lnTo>
                    <a:pt x="479" y="259"/>
                  </a:lnTo>
                  <a:lnTo>
                    <a:pt x="476" y="262"/>
                  </a:lnTo>
                  <a:lnTo>
                    <a:pt x="473" y="263"/>
                  </a:lnTo>
                  <a:lnTo>
                    <a:pt x="469" y="263"/>
                  </a:lnTo>
                  <a:lnTo>
                    <a:pt x="469" y="263"/>
                  </a:lnTo>
                  <a:lnTo>
                    <a:pt x="464" y="263"/>
                  </a:lnTo>
                  <a:lnTo>
                    <a:pt x="458" y="261"/>
                  </a:lnTo>
                  <a:lnTo>
                    <a:pt x="455" y="258"/>
                  </a:lnTo>
                  <a:lnTo>
                    <a:pt x="452" y="254"/>
                  </a:lnTo>
                  <a:lnTo>
                    <a:pt x="452" y="254"/>
                  </a:lnTo>
                  <a:lnTo>
                    <a:pt x="451" y="251"/>
                  </a:lnTo>
                  <a:lnTo>
                    <a:pt x="450" y="247"/>
                  </a:lnTo>
                  <a:lnTo>
                    <a:pt x="451" y="244"/>
                  </a:lnTo>
                  <a:lnTo>
                    <a:pt x="453" y="240"/>
                  </a:lnTo>
                  <a:lnTo>
                    <a:pt x="453" y="240"/>
                  </a:lnTo>
                  <a:lnTo>
                    <a:pt x="474" y="208"/>
                  </a:lnTo>
                  <a:lnTo>
                    <a:pt x="474" y="208"/>
                  </a:lnTo>
                  <a:lnTo>
                    <a:pt x="498" y="172"/>
                  </a:lnTo>
                  <a:lnTo>
                    <a:pt x="504" y="162"/>
                  </a:lnTo>
                  <a:lnTo>
                    <a:pt x="477" y="144"/>
                  </a:lnTo>
                  <a:lnTo>
                    <a:pt x="477" y="144"/>
                  </a:lnTo>
                  <a:lnTo>
                    <a:pt x="445" y="123"/>
                  </a:lnTo>
                  <a:lnTo>
                    <a:pt x="429" y="113"/>
                  </a:lnTo>
                  <a:lnTo>
                    <a:pt x="412" y="104"/>
                  </a:lnTo>
                  <a:lnTo>
                    <a:pt x="394" y="95"/>
                  </a:lnTo>
                  <a:lnTo>
                    <a:pt x="377" y="86"/>
                  </a:lnTo>
                  <a:lnTo>
                    <a:pt x="359" y="80"/>
                  </a:lnTo>
                  <a:lnTo>
                    <a:pt x="343" y="75"/>
                  </a:lnTo>
                  <a:lnTo>
                    <a:pt x="335" y="74"/>
                  </a:lnTo>
                  <a:lnTo>
                    <a:pt x="335" y="74"/>
                  </a:lnTo>
                  <a:lnTo>
                    <a:pt x="310" y="68"/>
                  </a:lnTo>
                  <a:lnTo>
                    <a:pt x="284" y="63"/>
                  </a:lnTo>
                  <a:lnTo>
                    <a:pt x="256" y="58"/>
                  </a:lnTo>
                  <a:lnTo>
                    <a:pt x="243" y="57"/>
                  </a:lnTo>
                  <a:lnTo>
                    <a:pt x="229" y="57"/>
                  </a:lnTo>
                  <a:lnTo>
                    <a:pt x="229" y="57"/>
                  </a:lnTo>
                  <a:lnTo>
                    <a:pt x="213" y="57"/>
                  </a:lnTo>
                  <a:lnTo>
                    <a:pt x="196" y="59"/>
                  </a:lnTo>
                  <a:lnTo>
                    <a:pt x="182" y="64"/>
                  </a:lnTo>
                  <a:lnTo>
                    <a:pt x="167" y="68"/>
                  </a:lnTo>
                  <a:lnTo>
                    <a:pt x="167" y="68"/>
                  </a:lnTo>
                  <a:lnTo>
                    <a:pt x="156" y="72"/>
                  </a:lnTo>
                  <a:lnTo>
                    <a:pt x="142" y="76"/>
                  </a:lnTo>
                  <a:lnTo>
                    <a:pt x="142" y="76"/>
                  </a:lnTo>
                  <a:lnTo>
                    <a:pt x="128" y="81"/>
                  </a:lnTo>
                  <a:lnTo>
                    <a:pt x="115" y="86"/>
                  </a:lnTo>
                  <a:lnTo>
                    <a:pt x="101" y="91"/>
                  </a:lnTo>
                  <a:lnTo>
                    <a:pt x="89" y="99"/>
                  </a:lnTo>
                  <a:lnTo>
                    <a:pt x="89" y="99"/>
                  </a:lnTo>
                  <a:lnTo>
                    <a:pt x="81" y="106"/>
                  </a:lnTo>
                  <a:lnTo>
                    <a:pt x="74" y="112"/>
                  </a:lnTo>
                  <a:lnTo>
                    <a:pt x="68" y="119"/>
                  </a:lnTo>
                  <a:lnTo>
                    <a:pt x="63" y="127"/>
                  </a:lnTo>
                  <a:lnTo>
                    <a:pt x="55" y="143"/>
                  </a:lnTo>
                  <a:lnTo>
                    <a:pt x="47" y="159"/>
                  </a:lnTo>
                  <a:lnTo>
                    <a:pt x="44" y="166"/>
                  </a:lnTo>
                  <a:lnTo>
                    <a:pt x="44" y="166"/>
                  </a:lnTo>
                  <a:lnTo>
                    <a:pt x="40" y="175"/>
                  </a:lnTo>
                  <a:lnTo>
                    <a:pt x="37" y="184"/>
                  </a:lnTo>
                  <a:lnTo>
                    <a:pt x="33" y="207"/>
                  </a:lnTo>
                  <a:lnTo>
                    <a:pt x="30" y="231"/>
                  </a:lnTo>
                  <a:lnTo>
                    <a:pt x="29" y="256"/>
                  </a:lnTo>
                  <a:lnTo>
                    <a:pt x="30" y="281"/>
                  </a:lnTo>
                  <a:lnTo>
                    <a:pt x="33" y="304"/>
                  </a:lnTo>
                  <a:lnTo>
                    <a:pt x="35" y="316"/>
                  </a:lnTo>
                  <a:lnTo>
                    <a:pt x="38" y="326"/>
                  </a:lnTo>
                  <a:lnTo>
                    <a:pt x="41" y="335"/>
                  </a:lnTo>
                  <a:lnTo>
                    <a:pt x="45" y="344"/>
                  </a:lnTo>
                  <a:lnTo>
                    <a:pt x="45" y="344"/>
                  </a:lnTo>
                  <a:lnTo>
                    <a:pt x="49" y="353"/>
                  </a:lnTo>
                  <a:lnTo>
                    <a:pt x="55" y="360"/>
                  </a:lnTo>
                  <a:lnTo>
                    <a:pt x="60" y="366"/>
                  </a:lnTo>
                  <a:lnTo>
                    <a:pt x="65" y="372"/>
                  </a:lnTo>
                  <a:lnTo>
                    <a:pt x="71" y="378"/>
                  </a:lnTo>
                  <a:lnTo>
                    <a:pt x="77" y="382"/>
                  </a:lnTo>
                  <a:lnTo>
                    <a:pt x="92" y="391"/>
                  </a:lnTo>
                  <a:lnTo>
                    <a:pt x="92" y="391"/>
                  </a:lnTo>
                  <a:lnTo>
                    <a:pt x="97" y="394"/>
                  </a:lnTo>
                  <a:lnTo>
                    <a:pt x="101" y="397"/>
                  </a:lnTo>
                  <a:lnTo>
                    <a:pt x="108" y="390"/>
                  </a:lnTo>
                  <a:lnTo>
                    <a:pt x="109" y="393"/>
                  </a:lnTo>
                  <a:lnTo>
                    <a:pt x="109" y="393"/>
                  </a:lnTo>
                  <a:lnTo>
                    <a:pt x="112" y="393"/>
                  </a:lnTo>
                  <a:lnTo>
                    <a:pt x="112" y="393"/>
                  </a:lnTo>
                  <a:lnTo>
                    <a:pt x="117" y="394"/>
                  </a:lnTo>
                  <a:lnTo>
                    <a:pt x="121" y="395"/>
                  </a:lnTo>
                  <a:lnTo>
                    <a:pt x="123" y="397"/>
                  </a:lnTo>
                  <a:lnTo>
                    <a:pt x="125" y="400"/>
                  </a:lnTo>
                  <a:lnTo>
                    <a:pt x="127" y="405"/>
                  </a:lnTo>
                  <a:lnTo>
                    <a:pt x="127" y="410"/>
                  </a:lnTo>
                  <a:lnTo>
                    <a:pt x="127" y="410"/>
                  </a:lnTo>
                  <a:lnTo>
                    <a:pt x="127" y="413"/>
                  </a:lnTo>
                  <a:lnTo>
                    <a:pt x="125" y="419"/>
                  </a:lnTo>
                  <a:lnTo>
                    <a:pt x="123" y="421"/>
                  </a:lnTo>
                  <a:lnTo>
                    <a:pt x="121" y="423"/>
                  </a:lnTo>
                  <a:lnTo>
                    <a:pt x="117" y="425"/>
                  </a:lnTo>
                  <a:lnTo>
                    <a:pt x="112" y="425"/>
                  </a:lnTo>
                  <a:lnTo>
                    <a:pt x="112" y="425"/>
                  </a:lnTo>
                  <a:lnTo>
                    <a:pt x="103" y="426"/>
                  </a:lnTo>
                  <a:lnTo>
                    <a:pt x="103" y="426"/>
                  </a:lnTo>
                  <a:lnTo>
                    <a:pt x="96" y="426"/>
                  </a:lnTo>
                  <a:lnTo>
                    <a:pt x="96" y="426"/>
                  </a:lnTo>
                  <a:close/>
                  <a:moveTo>
                    <a:pt x="819" y="29"/>
                  </a:moveTo>
                  <a:lnTo>
                    <a:pt x="819" y="29"/>
                  </a:lnTo>
                  <a:lnTo>
                    <a:pt x="805" y="31"/>
                  </a:lnTo>
                  <a:lnTo>
                    <a:pt x="788" y="32"/>
                  </a:lnTo>
                  <a:lnTo>
                    <a:pt x="771" y="34"/>
                  </a:lnTo>
                  <a:lnTo>
                    <a:pt x="754" y="37"/>
                  </a:lnTo>
                  <a:lnTo>
                    <a:pt x="736" y="41"/>
                  </a:lnTo>
                  <a:lnTo>
                    <a:pt x="717" y="46"/>
                  </a:lnTo>
                  <a:lnTo>
                    <a:pt x="675" y="58"/>
                  </a:lnTo>
                  <a:lnTo>
                    <a:pt x="675" y="58"/>
                  </a:lnTo>
                  <a:lnTo>
                    <a:pt x="659" y="65"/>
                  </a:lnTo>
                  <a:lnTo>
                    <a:pt x="643" y="72"/>
                  </a:lnTo>
                  <a:lnTo>
                    <a:pt x="628" y="80"/>
                  </a:lnTo>
                  <a:lnTo>
                    <a:pt x="613" y="90"/>
                  </a:lnTo>
                  <a:lnTo>
                    <a:pt x="599" y="101"/>
                  </a:lnTo>
                  <a:lnTo>
                    <a:pt x="586" y="113"/>
                  </a:lnTo>
                  <a:lnTo>
                    <a:pt x="572" y="127"/>
                  </a:lnTo>
                  <a:lnTo>
                    <a:pt x="559" y="142"/>
                  </a:lnTo>
                  <a:lnTo>
                    <a:pt x="550" y="152"/>
                  </a:lnTo>
                  <a:lnTo>
                    <a:pt x="562" y="160"/>
                  </a:lnTo>
                  <a:lnTo>
                    <a:pt x="562" y="160"/>
                  </a:lnTo>
                  <a:lnTo>
                    <a:pt x="582" y="174"/>
                  </a:lnTo>
                  <a:lnTo>
                    <a:pt x="602" y="190"/>
                  </a:lnTo>
                  <a:lnTo>
                    <a:pt x="602" y="190"/>
                  </a:lnTo>
                  <a:lnTo>
                    <a:pt x="632" y="213"/>
                  </a:lnTo>
                  <a:lnTo>
                    <a:pt x="648" y="224"/>
                  </a:lnTo>
                  <a:lnTo>
                    <a:pt x="664" y="234"/>
                  </a:lnTo>
                  <a:lnTo>
                    <a:pt x="664" y="234"/>
                  </a:lnTo>
                  <a:lnTo>
                    <a:pt x="688" y="246"/>
                  </a:lnTo>
                  <a:lnTo>
                    <a:pt x="704" y="255"/>
                  </a:lnTo>
                  <a:lnTo>
                    <a:pt x="723" y="264"/>
                  </a:lnTo>
                  <a:lnTo>
                    <a:pt x="744" y="272"/>
                  </a:lnTo>
                  <a:lnTo>
                    <a:pt x="765" y="279"/>
                  </a:lnTo>
                  <a:lnTo>
                    <a:pt x="787" y="286"/>
                  </a:lnTo>
                  <a:lnTo>
                    <a:pt x="797" y="288"/>
                  </a:lnTo>
                  <a:lnTo>
                    <a:pt x="808" y="289"/>
                  </a:lnTo>
                  <a:lnTo>
                    <a:pt x="808" y="289"/>
                  </a:lnTo>
                  <a:lnTo>
                    <a:pt x="834" y="291"/>
                  </a:lnTo>
                  <a:lnTo>
                    <a:pt x="859" y="292"/>
                  </a:lnTo>
                  <a:lnTo>
                    <a:pt x="859" y="292"/>
                  </a:lnTo>
                  <a:lnTo>
                    <a:pt x="882" y="291"/>
                  </a:lnTo>
                  <a:lnTo>
                    <a:pt x="903" y="289"/>
                  </a:lnTo>
                  <a:lnTo>
                    <a:pt x="922" y="285"/>
                  </a:lnTo>
                  <a:lnTo>
                    <a:pt x="940" y="279"/>
                  </a:lnTo>
                  <a:lnTo>
                    <a:pt x="955" y="273"/>
                  </a:lnTo>
                  <a:lnTo>
                    <a:pt x="970" y="265"/>
                  </a:lnTo>
                  <a:lnTo>
                    <a:pt x="983" y="255"/>
                  </a:lnTo>
                  <a:lnTo>
                    <a:pt x="994" y="243"/>
                  </a:lnTo>
                  <a:lnTo>
                    <a:pt x="994" y="243"/>
                  </a:lnTo>
                  <a:lnTo>
                    <a:pt x="1001" y="233"/>
                  </a:lnTo>
                  <a:lnTo>
                    <a:pt x="1007" y="222"/>
                  </a:lnTo>
                  <a:lnTo>
                    <a:pt x="1012" y="209"/>
                  </a:lnTo>
                  <a:lnTo>
                    <a:pt x="1016" y="197"/>
                  </a:lnTo>
                  <a:lnTo>
                    <a:pt x="1019" y="182"/>
                  </a:lnTo>
                  <a:lnTo>
                    <a:pt x="1021" y="169"/>
                  </a:lnTo>
                  <a:lnTo>
                    <a:pt x="1021" y="156"/>
                  </a:lnTo>
                  <a:lnTo>
                    <a:pt x="1020" y="142"/>
                  </a:lnTo>
                  <a:lnTo>
                    <a:pt x="1020" y="142"/>
                  </a:lnTo>
                  <a:lnTo>
                    <a:pt x="1019" y="134"/>
                  </a:lnTo>
                  <a:lnTo>
                    <a:pt x="1016" y="127"/>
                  </a:lnTo>
                  <a:lnTo>
                    <a:pt x="1014" y="119"/>
                  </a:lnTo>
                  <a:lnTo>
                    <a:pt x="1010" y="113"/>
                  </a:lnTo>
                  <a:lnTo>
                    <a:pt x="1007" y="107"/>
                  </a:lnTo>
                  <a:lnTo>
                    <a:pt x="1002" y="101"/>
                  </a:lnTo>
                  <a:lnTo>
                    <a:pt x="997" y="96"/>
                  </a:lnTo>
                  <a:lnTo>
                    <a:pt x="991" y="91"/>
                  </a:lnTo>
                  <a:lnTo>
                    <a:pt x="991" y="91"/>
                  </a:lnTo>
                  <a:lnTo>
                    <a:pt x="973" y="79"/>
                  </a:lnTo>
                  <a:lnTo>
                    <a:pt x="973" y="79"/>
                  </a:lnTo>
                  <a:lnTo>
                    <a:pt x="956" y="67"/>
                  </a:lnTo>
                  <a:lnTo>
                    <a:pt x="947" y="60"/>
                  </a:lnTo>
                  <a:lnTo>
                    <a:pt x="938" y="55"/>
                  </a:lnTo>
                  <a:lnTo>
                    <a:pt x="938" y="55"/>
                  </a:lnTo>
                  <a:lnTo>
                    <a:pt x="926" y="50"/>
                  </a:lnTo>
                  <a:lnTo>
                    <a:pt x="914" y="46"/>
                  </a:lnTo>
                  <a:lnTo>
                    <a:pt x="889" y="39"/>
                  </a:lnTo>
                  <a:lnTo>
                    <a:pt x="865" y="35"/>
                  </a:lnTo>
                  <a:lnTo>
                    <a:pt x="849" y="32"/>
                  </a:lnTo>
                  <a:lnTo>
                    <a:pt x="849" y="32"/>
                  </a:lnTo>
                  <a:lnTo>
                    <a:pt x="834" y="31"/>
                  </a:lnTo>
                  <a:lnTo>
                    <a:pt x="819" y="29"/>
                  </a:lnTo>
                  <a:lnTo>
                    <a:pt x="819" y="29"/>
                  </a:lnTo>
                  <a:close/>
                </a:path>
              </a:pathLst>
            </a:custGeom>
            <a:grpFill/>
            <a:ln>
              <a:solidFill>
                <a:schemeClr val="accent1">
                  <a:lumMod val="75000"/>
                  <a:alpha val="0"/>
                </a:schemeClr>
              </a:solidFill>
            </a:ln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</p:grpSp>
      <p:sp>
        <p:nvSpPr>
          <p:cNvPr id="58371" name="Content Placeholder 2"/>
          <p:cNvSpPr>
            <a:spLocks noGrp="1"/>
          </p:cNvSpPr>
          <p:nvPr>
            <p:ph idx="1"/>
          </p:nvPr>
        </p:nvSpPr>
        <p:spPr>
          <a:xfrm>
            <a:off x="490220" y="2402840"/>
            <a:ext cx="8510270" cy="2827655"/>
          </a:xfrm>
        </p:spPr>
        <p:txBody>
          <a:bodyPr>
            <a:normAutofit/>
          </a:bodyPr>
          <a:lstStyle/>
          <a:p>
            <a:r>
              <a:rPr lang="en-US" altLang="zh-CN" sz="3600" dirty="0"/>
              <a:t>An efficient and tricky implementation</a:t>
            </a:r>
          </a:p>
          <a:p>
            <a:pPr lvl="1"/>
            <a:r>
              <a:rPr lang="en-US" altLang="zh-CN" sz="3200" dirty="0"/>
              <a:t>The queue is still required to be stored in contiguous array positions</a:t>
            </a:r>
          </a:p>
          <a:p>
            <a:pPr lvl="1"/>
            <a:r>
              <a:rPr lang="en-US" altLang="zh-CN" sz="3200" dirty="0"/>
              <a:t>The queue position can </a:t>
            </a:r>
            <a:r>
              <a:rPr lang="en-US" altLang="zh-CN" sz="3200" b="1" dirty="0">
                <a:solidFill>
                  <a:srgbClr val="FF0000"/>
                </a:solidFill>
              </a:rPr>
              <a:t>drift</a:t>
            </a:r>
            <a:r>
              <a:rPr lang="en-US" altLang="zh-CN" sz="3200" dirty="0">
                <a:solidFill>
                  <a:srgbClr val="FF0000"/>
                </a:solidFill>
              </a:rPr>
              <a:t> within the array </a:t>
            </a:r>
          </a:p>
          <a:p>
            <a:pPr lvl="2"/>
            <a:endParaRPr lang="en-US" altLang="zh-CN" sz="3200" dirty="0">
              <a:solidFill>
                <a:srgbClr val="FF0000"/>
              </a:solidFill>
            </a:endParaRPr>
          </a:p>
        </p:txBody>
      </p:sp>
      <p:sp>
        <p:nvSpPr>
          <p:cNvPr id="66564" name="Slide Number Placeholder 3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557530" indent="-21463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857250" indent="-1714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200150" indent="-1714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1543050" indent="-1714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1885950" indent="-1714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228850" indent="-1714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2571750" indent="-1714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2914650" indent="-1714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fld id="{079DA222-C8B1-410F-913B-0BCF748B3C89}" type="slidenum">
              <a:rPr lang="en-US" altLang="zh-CN" sz="465" smtClean="0"/>
              <a:pPr/>
              <a:t>45</a:t>
            </a:fld>
            <a:endParaRPr lang="en-US" altLang="zh-CN" sz="465"/>
          </a:p>
        </p:txBody>
      </p:sp>
      <p:sp>
        <p:nvSpPr>
          <p:cNvPr id="2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fld id="{22CF7DBB-7126-4FF7-A2A3-820154633F42}" type="datetime1">
              <a:rPr lang="zh-CN" altLang="en-US" sz="465" smtClean="0"/>
              <a:pPr>
                <a:defRPr/>
              </a:pPr>
              <a:t>2025/12/16</a:t>
            </a:fld>
            <a:endParaRPr lang="zh-CN" altLang="en-US" sz="465"/>
          </a:p>
        </p:txBody>
      </p:sp>
      <p:sp>
        <p:nvSpPr>
          <p:cNvPr id="3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altLang="zh-CN" sz="465"/>
              <a:t>Stacks and Queues - Lecture 6</a:t>
            </a:r>
            <a:endParaRPr lang="zh-CN" altLang="en-US" sz="465"/>
          </a:p>
        </p:txBody>
      </p:sp>
    </p:spTree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矩形 6"/>
          <p:cNvSpPr/>
          <p:nvPr>
            <p:custDataLst>
              <p:tags r:id="rId1"/>
            </p:custDataLst>
          </p:nvPr>
        </p:nvSpPr>
        <p:spPr>
          <a:xfrm>
            <a:off x="207010" y="708025"/>
            <a:ext cx="4396740" cy="1530350"/>
          </a:xfrm>
          <a:prstGeom prst="rect">
            <a:avLst/>
          </a:prstGeom>
          <a:solidFill>
            <a:srgbClr val="1E7AB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350">
              <a:latin typeface="Noto Serif CJK SC" panose="02020400000000000000" pitchFamily="18" charset="-122"/>
              <a:ea typeface="FZHei-B01S" panose="02010601030101010101" pitchFamily="2" charset="-122"/>
              <a:sym typeface="Noto Serif CJK SC" panose="02020400000000000000" pitchFamily="18" charset="-122"/>
            </a:endParaRPr>
          </a:p>
        </p:txBody>
      </p:sp>
      <p:sp>
        <p:nvSpPr>
          <p:cNvPr id="8" name="矩形 7"/>
          <p:cNvSpPr/>
          <p:nvPr>
            <p:custDataLst>
              <p:tags r:id="rId2"/>
            </p:custDataLst>
          </p:nvPr>
        </p:nvSpPr>
        <p:spPr>
          <a:xfrm>
            <a:off x="207010" y="1406525"/>
            <a:ext cx="8709660" cy="318389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350">
              <a:latin typeface="Noto Serif CJK SC" panose="02020400000000000000" pitchFamily="18" charset="-122"/>
              <a:ea typeface="FZHei-B01S" panose="02010601030101010101" pitchFamily="2" charset="-122"/>
              <a:sym typeface="Noto Serif CJK SC" panose="02020400000000000000" pitchFamily="18" charset="-122"/>
            </a:endParaRPr>
          </a:p>
        </p:txBody>
      </p:sp>
      <p:sp>
        <p:nvSpPr>
          <p:cNvPr id="11" name="Title 1"/>
          <p:cNvSpPr>
            <a:spLocks noGrp="1"/>
          </p:cNvSpPr>
          <p:nvPr>
            <p:custDataLst>
              <p:tags r:id="rId3"/>
            </p:custDataLst>
          </p:nvPr>
        </p:nvSpPr>
        <p:spPr>
          <a:xfrm>
            <a:off x="368935" y="751840"/>
            <a:ext cx="6592570" cy="72136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5335" kern="120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+mj-ea"/>
                <a:cs typeface="Times New Roman" panose="02020603050405020304" pitchFamily="18" charset="0"/>
              </a:defRPr>
            </a:lvl1pPr>
          </a:lstStyle>
          <a:p>
            <a:r>
              <a:rPr lang="en-US" altLang="zh-CN" sz="3600" dirty="0">
                <a:solidFill>
                  <a:schemeClr val="bg1"/>
                </a:solidFill>
              </a:rPr>
              <a:t>Array-Based Queues</a:t>
            </a:r>
          </a:p>
        </p:txBody>
      </p:sp>
      <p:pic>
        <p:nvPicPr>
          <p:cNvPr id="13" name="图片 12" descr="华工标志（透明版"/>
          <p:cNvPicPr>
            <a:picLocks noChangeAspect="1"/>
          </p:cNvPicPr>
          <p:nvPr>
            <p:custDataLst>
              <p:tags r:id="rId4"/>
            </p:custDataLst>
          </p:nvPr>
        </p:nvPicPr>
        <p:blipFill>
          <a:blip r:embed="rId6" cstate="print"/>
          <a:stretch>
            <a:fillRect/>
          </a:stretch>
        </p:blipFill>
        <p:spPr>
          <a:xfrm>
            <a:off x="7740015" y="116205"/>
            <a:ext cx="1230630" cy="1230630"/>
          </a:xfrm>
          <a:prstGeom prst="rect">
            <a:avLst/>
          </a:prstGeom>
        </p:spPr>
      </p:pic>
      <p:sp>
        <p:nvSpPr>
          <p:cNvPr id="58371" name="Content Placeholder 2"/>
          <p:cNvSpPr>
            <a:spLocks noGrp="1"/>
          </p:cNvSpPr>
          <p:nvPr>
            <p:ph idx="1"/>
          </p:nvPr>
        </p:nvSpPr>
        <p:spPr>
          <a:xfrm>
            <a:off x="490220" y="1470025"/>
            <a:ext cx="8034655" cy="2314575"/>
          </a:xfrm>
        </p:spPr>
        <p:txBody>
          <a:bodyPr>
            <a:noAutofit/>
          </a:bodyPr>
          <a:lstStyle/>
          <a:p>
            <a:pPr fontAlgn="auto">
              <a:lnSpc>
                <a:spcPct val="150000"/>
              </a:lnSpc>
              <a:spcBef>
                <a:spcPts val="600"/>
              </a:spcBef>
            </a:pPr>
            <a:r>
              <a:rPr lang="en-US" altLang="zh-CN" sz="2800" dirty="0"/>
              <a:t>Drifting queue</a:t>
            </a:r>
            <a:endParaRPr lang="en-US" altLang="zh-CN" sz="2400" dirty="0">
              <a:solidFill>
                <a:srgbClr val="FF0000"/>
              </a:solidFill>
            </a:endParaRPr>
          </a:p>
          <a:p>
            <a:pPr lvl="1" fontAlgn="auto">
              <a:lnSpc>
                <a:spcPct val="150000"/>
              </a:lnSpc>
              <a:spcBef>
                <a:spcPts val="600"/>
              </a:spcBef>
            </a:pPr>
            <a:r>
              <a:rPr lang="en-US" altLang="zh-CN" sz="2000" dirty="0"/>
              <a:t>The </a:t>
            </a:r>
            <a:r>
              <a:rPr lang="en-US" altLang="zh-CN" sz="2000" b="1" dirty="0">
                <a:solidFill>
                  <a:srgbClr val="008000"/>
                </a:solidFill>
              </a:rPr>
              <a:t>front</a:t>
            </a:r>
            <a:r>
              <a:rPr lang="en-US" altLang="zh-CN" sz="2000" dirty="0">
                <a:solidFill>
                  <a:srgbClr val="008000"/>
                </a:solidFill>
              </a:rPr>
              <a:t> </a:t>
            </a:r>
            <a:r>
              <a:rPr lang="en-US" altLang="zh-CN" sz="2000" dirty="0"/>
              <a:t>of the queue is initially at </a:t>
            </a:r>
            <a:r>
              <a:rPr lang="en-US" altLang="zh-CN" sz="2000" b="1" dirty="0">
                <a:solidFill>
                  <a:srgbClr val="008000"/>
                </a:solidFill>
              </a:rPr>
              <a:t>position 0</a:t>
            </a:r>
            <a:r>
              <a:rPr lang="en-US" altLang="zh-CN" sz="2000" dirty="0"/>
              <a:t> of the array</a:t>
            </a:r>
          </a:p>
          <a:p>
            <a:pPr lvl="1" fontAlgn="auto">
              <a:lnSpc>
                <a:spcPct val="150000"/>
              </a:lnSpc>
              <a:spcBef>
                <a:spcPts val="600"/>
              </a:spcBef>
            </a:pPr>
            <a:r>
              <a:rPr lang="en-US" altLang="zh-CN" sz="2000" dirty="0"/>
              <a:t>The elements are added to successively higher-numbered positions</a:t>
            </a:r>
          </a:p>
          <a:p>
            <a:pPr lvl="1" fontAlgn="auto">
              <a:lnSpc>
                <a:spcPct val="150000"/>
              </a:lnSpc>
              <a:spcBef>
                <a:spcPts val="600"/>
              </a:spcBef>
            </a:pPr>
            <a:r>
              <a:rPr lang="en-US" altLang="zh-CN" sz="2000" dirty="0"/>
              <a:t>When elements are removed, the front index increases</a:t>
            </a:r>
          </a:p>
          <a:p>
            <a:pPr lvl="1" fontAlgn="auto">
              <a:lnSpc>
                <a:spcPct val="150000"/>
              </a:lnSpc>
              <a:spcBef>
                <a:spcPts val="600"/>
              </a:spcBef>
            </a:pPr>
            <a:r>
              <a:rPr lang="en-US" altLang="zh-CN" sz="2000" b="1" dirty="0">
                <a:solidFill>
                  <a:srgbClr val="FF0000"/>
                </a:solidFill>
              </a:rPr>
              <a:t>Both</a:t>
            </a:r>
            <a:r>
              <a:rPr lang="en-US" altLang="zh-CN" sz="2000" dirty="0"/>
              <a:t> enqueuer and dequeuer cost </a:t>
            </a:r>
            <a:r>
              <a:rPr lang="el-GR" altLang="zh-CN" sz="2000" b="1" dirty="0">
                <a:solidFill>
                  <a:srgbClr val="FF0000"/>
                </a:solidFill>
              </a:rPr>
              <a:t>Θ</a:t>
            </a:r>
            <a:r>
              <a:rPr lang="en-US" altLang="zh-CN" sz="2000" b="1" dirty="0">
                <a:solidFill>
                  <a:srgbClr val="FF0000"/>
                </a:solidFill>
              </a:rPr>
              <a:t>(1) </a:t>
            </a:r>
            <a:r>
              <a:rPr lang="en-US" altLang="zh-CN" sz="2000" dirty="0"/>
              <a:t>time</a:t>
            </a:r>
          </a:p>
        </p:txBody>
      </p:sp>
      <p:sp>
        <p:nvSpPr>
          <p:cNvPr id="66564" name="Slide Number Placeholder 3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557530" indent="-21463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857250" indent="-1714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200150" indent="-1714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1543050" indent="-1714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1885950" indent="-1714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228850" indent="-1714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2571750" indent="-1714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2914650" indent="-1714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fld id="{079DA222-C8B1-410F-913B-0BCF748B3C89}" type="slidenum">
              <a:rPr lang="en-US" altLang="zh-CN" sz="465" smtClean="0"/>
              <a:pPr/>
              <a:t>46</a:t>
            </a:fld>
            <a:endParaRPr lang="en-US" altLang="zh-CN" sz="465"/>
          </a:p>
        </p:txBody>
      </p:sp>
      <p:pic>
        <p:nvPicPr>
          <p:cNvPr id="5" name="Picture 4" descr="C:\Shaffer\CS2604\Figs\BadQueue.gif"/>
          <p:cNvPicPr>
            <a:picLocks noChangeAspect="1" noChangeArrowheads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569" t="2628" r="4282" b="64639"/>
          <a:stretch>
            <a:fillRect/>
          </a:stretch>
        </p:blipFill>
        <p:spPr bwMode="auto">
          <a:xfrm>
            <a:off x="2851785" y="4572635"/>
            <a:ext cx="4819015" cy="930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" name="Picture 4" descr="C:\Shaffer\CS2604\Figs\BadQueue.gif"/>
          <p:cNvPicPr>
            <a:picLocks noChangeAspect="1" noChangeArrowheads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569" t="50546" r="4282" b="17261"/>
          <a:stretch>
            <a:fillRect/>
          </a:stretch>
        </p:blipFill>
        <p:spPr bwMode="auto">
          <a:xfrm>
            <a:off x="2820035" y="5464810"/>
            <a:ext cx="4869815" cy="923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矩形 1"/>
          <p:cNvSpPr/>
          <p:nvPr/>
        </p:nvSpPr>
        <p:spPr>
          <a:xfrm>
            <a:off x="1258421" y="5373293"/>
            <a:ext cx="1367790" cy="4603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400" dirty="0">
                <a:solidFill>
                  <a:srgbClr val="FF0000"/>
                </a:solidFill>
              </a:rPr>
              <a:t>Problem?</a:t>
            </a:r>
          </a:p>
        </p:txBody>
      </p:sp>
      <p:sp>
        <p:nvSpPr>
          <p:cNvPr id="3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fld id="{064847F0-0AF8-41A4-BD68-D885875A60C6}" type="datetime1">
              <a:rPr lang="zh-CN" altLang="en-US" sz="465" smtClean="0"/>
              <a:pPr>
                <a:defRPr/>
              </a:pPr>
              <a:t>2025/12/16</a:t>
            </a:fld>
            <a:endParaRPr lang="zh-CN" altLang="en-US" sz="465"/>
          </a:p>
        </p:txBody>
      </p:sp>
      <p:sp>
        <p:nvSpPr>
          <p:cNvPr id="4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altLang="zh-CN" sz="465"/>
              <a:t>Stacks and Queues - Lecture 6</a:t>
            </a:r>
            <a:endParaRPr lang="zh-CN" altLang="en-US" sz="465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</p:bld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矩形 6"/>
          <p:cNvSpPr/>
          <p:nvPr>
            <p:custDataLst>
              <p:tags r:id="rId1"/>
            </p:custDataLst>
          </p:nvPr>
        </p:nvSpPr>
        <p:spPr>
          <a:xfrm>
            <a:off x="207010" y="708025"/>
            <a:ext cx="4396740" cy="1530350"/>
          </a:xfrm>
          <a:prstGeom prst="rect">
            <a:avLst/>
          </a:prstGeom>
          <a:solidFill>
            <a:srgbClr val="1E7AB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350">
              <a:latin typeface="Noto Serif CJK SC" panose="02020400000000000000" pitchFamily="18" charset="-122"/>
              <a:ea typeface="FZHei-B01S" panose="02010601030101010101" pitchFamily="2" charset="-122"/>
              <a:sym typeface="Noto Serif CJK SC" panose="02020400000000000000" pitchFamily="18" charset="-122"/>
            </a:endParaRPr>
          </a:p>
        </p:txBody>
      </p:sp>
      <p:sp>
        <p:nvSpPr>
          <p:cNvPr id="8" name="矩形 7"/>
          <p:cNvSpPr/>
          <p:nvPr>
            <p:custDataLst>
              <p:tags r:id="rId2"/>
            </p:custDataLst>
          </p:nvPr>
        </p:nvSpPr>
        <p:spPr>
          <a:xfrm>
            <a:off x="207010" y="1406525"/>
            <a:ext cx="8709660" cy="486727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350">
              <a:latin typeface="Noto Serif CJK SC" panose="02020400000000000000" pitchFamily="18" charset="-122"/>
              <a:ea typeface="FZHei-B01S" panose="02010601030101010101" pitchFamily="2" charset="-122"/>
              <a:sym typeface="Noto Serif CJK SC" panose="02020400000000000000" pitchFamily="18" charset="-122"/>
            </a:endParaRPr>
          </a:p>
        </p:txBody>
      </p:sp>
      <p:sp>
        <p:nvSpPr>
          <p:cNvPr id="11" name="Title 1"/>
          <p:cNvSpPr>
            <a:spLocks noGrp="1"/>
          </p:cNvSpPr>
          <p:nvPr>
            <p:custDataLst>
              <p:tags r:id="rId3"/>
            </p:custDataLst>
          </p:nvPr>
        </p:nvSpPr>
        <p:spPr>
          <a:xfrm>
            <a:off x="368935" y="751840"/>
            <a:ext cx="6592570" cy="72136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5335" kern="120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+mj-ea"/>
                <a:cs typeface="Times New Roman" panose="02020603050405020304" pitchFamily="18" charset="0"/>
              </a:defRPr>
            </a:lvl1pPr>
          </a:lstStyle>
          <a:p>
            <a:r>
              <a:rPr lang="en-US" altLang="zh-CN" sz="3600" dirty="0">
                <a:solidFill>
                  <a:schemeClr val="bg1"/>
                </a:solidFill>
              </a:rPr>
              <a:t>Array-Based Queues</a:t>
            </a:r>
          </a:p>
        </p:txBody>
      </p:sp>
      <p:pic>
        <p:nvPicPr>
          <p:cNvPr id="13" name="图片 12" descr="华工标志（透明版"/>
          <p:cNvPicPr>
            <a:picLocks noChangeAspect="1"/>
          </p:cNvPicPr>
          <p:nvPr>
            <p:custDataLst>
              <p:tags r:id="rId4"/>
            </p:custDataLst>
          </p:nvPr>
        </p:nvPicPr>
        <p:blipFill>
          <a:blip r:embed="rId6" cstate="print"/>
          <a:stretch>
            <a:fillRect/>
          </a:stretch>
        </p:blipFill>
        <p:spPr>
          <a:xfrm>
            <a:off x="7740015" y="116205"/>
            <a:ext cx="1230630" cy="1230630"/>
          </a:xfrm>
          <a:prstGeom prst="rect">
            <a:avLst/>
          </a:prstGeom>
        </p:spPr>
      </p:pic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633847" y="1685292"/>
            <a:ext cx="7886700" cy="4351337"/>
          </a:xfrm>
        </p:spPr>
        <p:txBody>
          <a:bodyPr vert="horz" lIns="68580" tIns="34290" rIns="68580" bIns="34290" rtlCol="0">
            <a:noAutofit/>
          </a:bodyPr>
          <a:lstStyle/>
          <a:p>
            <a:r>
              <a:rPr lang="en-US" altLang="zh-CN" sz="2400" dirty="0"/>
              <a:t>Circular queue</a:t>
            </a:r>
          </a:p>
          <a:p>
            <a:endParaRPr lang="en-US" altLang="zh-CN" sz="2400" dirty="0"/>
          </a:p>
          <a:p>
            <a:endParaRPr lang="en-US" altLang="zh-CN" sz="2400" dirty="0"/>
          </a:p>
          <a:p>
            <a:endParaRPr lang="en-US" altLang="zh-CN" sz="2400" dirty="0"/>
          </a:p>
          <a:p>
            <a:r>
              <a:rPr lang="en-US" altLang="zh-CN" sz="2400" dirty="0"/>
              <a:t>Easily implemented using the </a:t>
            </a:r>
            <a:r>
              <a:rPr lang="en-US" altLang="zh-CN" sz="2400" dirty="0">
                <a:solidFill>
                  <a:srgbClr val="FF0000"/>
                </a:solidFill>
              </a:rPr>
              <a:t>modulus operator</a:t>
            </a:r>
          </a:p>
          <a:p>
            <a:pPr lvl="1"/>
            <a:r>
              <a:rPr lang="en-US" altLang="zh-CN" sz="1800" dirty="0"/>
              <a:t>Position maxSize-1 immediately precede position 0</a:t>
            </a:r>
          </a:p>
        </p:txBody>
      </p:sp>
      <p:sp>
        <p:nvSpPr>
          <p:cNvPr id="68612" name="Slide Number Placeholder 3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557530" indent="-21463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857250" indent="-1714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200150" indent="-1714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1543050" indent="-1714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1885950" indent="-1714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228850" indent="-1714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2571750" indent="-1714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2914650" indent="-1714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fld id="{9EAE7699-2A84-46CF-91DE-A2419233CE2D}" type="slidenum">
              <a:rPr lang="en-US" altLang="zh-CN" sz="465" smtClean="0"/>
              <a:pPr/>
              <a:t>47</a:t>
            </a:fld>
            <a:endParaRPr lang="en-US" altLang="zh-CN" sz="465"/>
          </a:p>
        </p:txBody>
      </p:sp>
      <p:pic>
        <p:nvPicPr>
          <p:cNvPr id="2" name="图片 1"/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646555" y="2241550"/>
            <a:ext cx="5933440" cy="2679700"/>
          </a:xfrm>
          <a:prstGeom prst="rect">
            <a:avLst/>
          </a:prstGeom>
        </p:spPr>
      </p:pic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fld id="{3B3FE49C-D4F9-4974-8F52-F65A6B96B5EF}" type="datetime1">
              <a:rPr lang="zh-CN" altLang="en-US" sz="465" smtClean="0"/>
              <a:pPr>
                <a:defRPr/>
              </a:pPr>
              <a:t>2025/12/16</a:t>
            </a:fld>
            <a:endParaRPr lang="zh-CN" altLang="en-US" sz="465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altLang="zh-CN" sz="465"/>
              <a:t>Stacks and Queues - Lecture 6</a:t>
            </a:r>
            <a:endParaRPr lang="zh-CN" altLang="en-US" sz="465"/>
          </a:p>
        </p:txBody>
      </p:sp>
      <p:sp>
        <p:nvSpPr>
          <p:cNvPr id="12" name="TextBox 11"/>
          <p:cNvSpPr txBox="1"/>
          <p:nvPr/>
        </p:nvSpPr>
        <p:spPr>
          <a:xfrm>
            <a:off x="3923928" y="3573016"/>
            <a:ext cx="36004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dirty="0">
                <a:solidFill>
                  <a:srgbClr val="FF0000"/>
                </a:solidFill>
              </a:rPr>
              <a:t>0</a:t>
            </a:r>
            <a:endParaRPr lang="zh-CN" altLang="en-US" dirty="0">
              <a:solidFill>
                <a:srgbClr val="FF0000"/>
              </a:solidFill>
            </a:endParaRPr>
          </a:p>
        </p:txBody>
      </p:sp>
      <p:sp>
        <p:nvSpPr>
          <p:cNvPr id="14" name="TextBox 13"/>
          <p:cNvSpPr txBox="1"/>
          <p:nvPr/>
        </p:nvSpPr>
        <p:spPr>
          <a:xfrm>
            <a:off x="3851920" y="2780928"/>
            <a:ext cx="115212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dirty="0">
                <a:solidFill>
                  <a:srgbClr val="FF0000"/>
                </a:solidFill>
              </a:rPr>
              <a:t>maxSize-1</a:t>
            </a:r>
            <a:endParaRPr lang="zh-CN" altLang="en-US" dirty="0">
              <a:solidFill>
                <a:srgbClr val="FF0000"/>
              </a:solidFill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矩形 6"/>
          <p:cNvSpPr/>
          <p:nvPr>
            <p:custDataLst>
              <p:tags r:id="rId1"/>
            </p:custDataLst>
          </p:nvPr>
        </p:nvSpPr>
        <p:spPr>
          <a:xfrm>
            <a:off x="207010" y="708025"/>
            <a:ext cx="4396740" cy="1530350"/>
          </a:xfrm>
          <a:prstGeom prst="rect">
            <a:avLst/>
          </a:prstGeom>
          <a:solidFill>
            <a:srgbClr val="1E7AB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350">
              <a:latin typeface="Noto Serif CJK SC" panose="02020400000000000000" pitchFamily="18" charset="-122"/>
              <a:ea typeface="FZHei-B01S" panose="02010601030101010101" pitchFamily="2" charset="-122"/>
              <a:sym typeface="Noto Serif CJK SC" panose="02020400000000000000" pitchFamily="18" charset="-122"/>
            </a:endParaRPr>
          </a:p>
        </p:txBody>
      </p:sp>
      <p:sp>
        <p:nvSpPr>
          <p:cNvPr id="8" name="矩形 7"/>
          <p:cNvSpPr/>
          <p:nvPr>
            <p:custDataLst>
              <p:tags r:id="rId2"/>
            </p:custDataLst>
          </p:nvPr>
        </p:nvSpPr>
        <p:spPr>
          <a:xfrm>
            <a:off x="207010" y="1406525"/>
            <a:ext cx="8709660" cy="158369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350">
              <a:latin typeface="Noto Serif CJK SC" panose="02020400000000000000" pitchFamily="18" charset="-122"/>
              <a:ea typeface="FZHei-B01S" panose="02010601030101010101" pitchFamily="2" charset="-122"/>
              <a:sym typeface="Noto Serif CJK SC" panose="02020400000000000000" pitchFamily="18" charset="-122"/>
            </a:endParaRPr>
          </a:p>
        </p:txBody>
      </p:sp>
      <p:sp>
        <p:nvSpPr>
          <p:cNvPr id="11" name="Title 1"/>
          <p:cNvSpPr>
            <a:spLocks noGrp="1"/>
          </p:cNvSpPr>
          <p:nvPr>
            <p:custDataLst>
              <p:tags r:id="rId3"/>
            </p:custDataLst>
          </p:nvPr>
        </p:nvSpPr>
        <p:spPr>
          <a:xfrm>
            <a:off x="368935" y="751840"/>
            <a:ext cx="6592570" cy="72136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5335" kern="120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+mj-ea"/>
                <a:cs typeface="Times New Roman" panose="02020603050405020304" pitchFamily="18" charset="0"/>
              </a:defRPr>
            </a:lvl1pPr>
          </a:lstStyle>
          <a:p>
            <a:r>
              <a:rPr lang="en-US" altLang="zh-CN" sz="3600" dirty="0">
                <a:solidFill>
                  <a:schemeClr val="bg1"/>
                </a:solidFill>
              </a:rPr>
              <a:t>Array-Based Queues</a:t>
            </a:r>
          </a:p>
        </p:txBody>
      </p:sp>
      <p:pic>
        <p:nvPicPr>
          <p:cNvPr id="13" name="图片 12" descr="华工标志（透明版"/>
          <p:cNvPicPr>
            <a:picLocks noChangeAspect="1"/>
          </p:cNvPicPr>
          <p:nvPr>
            <p:custDataLst>
              <p:tags r:id="rId4"/>
            </p:custDataLst>
          </p:nvPr>
        </p:nvPicPr>
        <p:blipFill>
          <a:blip r:embed="rId6" cstate="print"/>
          <a:stretch>
            <a:fillRect/>
          </a:stretch>
        </p:blipFill>
        <p:spPr>
          <a:xfrm>
            <a:off x="7740015" y="116205"/>
            <a:ext cx="1230630" cy="1230630"/>
          </a:xfrm>
          <a:prstGeom prst="rect">
            <a:avLst/>
          </a:prstGeom>
        </p:spPr>
      </p:pic>
      <p:sp>
        <p:nvSpPr>
          <p:cNvPr id="69634" name="Slide Number Placeholder 3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557530" indent="-21463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857250" indent="-1714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200150" indent="-1714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1543050" indent="-1714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1885950" indent="-1714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228850" indent="-1714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2571750" indent="-1714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2914650" indent="-1714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fld id="{402E8588-E3A3-4906-BAB1-27377467FCD7}" type="slidenum">
              <a:rPr lang="en-US" altLang="zh-CN" sz="465" smtClean="0"/>
              <a:pPr/>
              <a:t>48</a:t>
            </a:fld>
            <a:endParaRPr lang="en-US" altLang="zh-CN" sz="465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633730" y="1685290"/>
            <a:ext cx="7886700" cy="990600"/>
          </a:xfrm>
        </p:spPr>
        <p:txBody>
          <a:bodyPr>
            <a:noAutofit/>
          </a:bodyPr>
          <a:lstStyle/>
          <a:p>
            <a:r>
              <a:rPr lang="en-US" altLang="zh-CN" sz="2800" dirty="0"/>
              <a:t>Circular queue</a:t>
            </a:r>
          </a:p>
          <a:p>
            <a:pPr lvl="1"/>
            <a:r>
              <a:rPr lang="en-US" altLang="zh-CN" sz="2400" dirty="0"/>
              <a:t>How to recognize whether the queue is empty or full? </a:t>
            </a:r>
          </a:p>
        </p:txBody>
      </p:sp>
      <p:pic>
        <p:nvPicPr>
          <p:cNvPr id="2" name="图片 1"/>
          <p:cNvPicPr>
            <a:picLocks noChangeAspect="1"/>
          </p:cNvPicPr>
          <p:nvPr/>
        </p:nvPicPr>
        <p:blipFill>
          <a:blip r:embed="rId7" cstate="print"/>
          <a:stretch>
            <a:fillRect/>
          </a:stretch>
        </p:blipFill>
        <p:spPr>
          <a:xfrm>
            <a:off x="2987675" y="3256280"/>
            <a:ext cx="3829685" cy="3046095"/>
          </a:xfrm>
          <a:prstGeom prst="rect">
            <a:avLst/>
          </a:prstGeom>
        </p:spPr>
      </p:pic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fld id="{D176B3EC-8BF6-4DC3-A1B9-55176D5F44B4}" type="datetime1">
              <a:rPr lang="zh-CN" altLang="en-US" sz="465" smtClean="0"/>
              <a:pPr>
                <a:defRPr/>
              </a:pPr>
              <a:t>2025/12/16</a:t>
            </a:fld>
            <a:endParaRPr lang="zh-CN" altLang="en-US" sz="465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altLang="zh-CN" sz="465"/>
              <a:t>Stacks and Queues - Lecture 6</a:t>
            </a:r>
            <a:endParaRPr lang="zh-CN" altLang="en-US" sz="465"/>
          </a:p>
        </p:txBody>
      </p:sp>
      <p:sp>
        <p:nvSpPr>
          <p:cNvPr id="12" name="TextBox 11"/>
          <p:cNvSpPr txBox="1"/>
          <p:nvPr/>
        </p:nvSpPr>
        <p:spPr>
          <a:xfrm>
            <a:off x="5436096" y="4869160"/>
            <a:ext cx="36004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dirty="0"/>
              <a:t>5</a:t>
            </a:r>
            <a:endParaRPr lang="zh-CN" altLang="en-US" dirty="0"/>
          </a:p>
        </p:txBody>
      </p:sp>
    </p:spTree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矩形 6"/>
          <p:cNvSpPr/>
          <p:nvPr>
            <p:custDataLst>
              <p:tags r:id="rId1"/>
            </p:custDataLst>
          </p:nvPr>
        </p:nvSpPr>
        <p:spPr>
          <a:xfrm>
            <a:off x="207010" y="708025"/>
            <a:ext cx="4396740" cy="1530350"/>
          </a:xfrm>
          <a:prstGeom prst="rect">
            <a:avLst/>
          </a:prstGeom>
          <a:solidFill>
            <a:srgbClr val="1E7AB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350">
              <a:latin typeface="Noto Serif CJK SC" panose="02020400000000000000" pitchFamily="18" charset="-122"/>
              <a:ea typeface="FZHei-B01S" panose="02010601030101010101" pitchFamily="2" charset="-122"/>
              <a:sym typeface="Noto Serif CJK SC" panose="02020400000000000000" pitchFamily="18" charset="-122"/>
            </a:endParaRPr>
          </a:p>
        </p:txBody>
      </p:sp>
      <p:sp>
        <p:nvSpPr>
          <p:cNvPr id="8" name="矩形 7"/>
          <p:cNvSpPr/>
          <p:nvPr>
            <p:custDataLst>
              <p:tags r:id="rId2"/>
            </p:custDataLst>
          </p:nvPr>
        </p:nvSpPr>
        <p:spPr>
          <a:xfrm>
            <a:off x="207010" y="1406525"/>
            <a:ext cx="8709660" cy="158369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350">
              <a:latin typeface="Noto Serif CJK SC" panose="02020400000000000000" pitchFamily="18" charset="-122"/>
              <a:ea typeface="FZHei-B01S" panose="02010601030101010101" pitchFamily="2" charset="-122"/>
              <a:sym typeface="Noto Serif CJK SC" panose="02020400000000000000" pitchFamily="18" charset="-122"/>
            </a:endParaRPr>
          </a:p>
        </p:txBody>
      </p:sp>
      <p:sp>
        <p:nvSpPr>
          <p:cNvPr id="11" name="Title 1"/>
          <p:cNvSpPr>
            <a:spLocks noGrp="1"/>
          </p:cNvSpPr>
          <p:nvPr>
            <p:custDataLst>
              <p:tags r:id="rId3"/>
            </p:custDataLst>
          </p:nvPr>
        </p:nvSpPr>
        <p:spPr>
          <a:xfrm>
            <a:off x="368935" y="751840"/>
            <a:ext cx="6592570" cy="72136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5335" kern="120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+mj-ea"/>
                <a:cs typeface="Times New Roman" panose="02020603050405020304" pitchFamily="18" charset="0"/>
              </a:defRPr>
            </a:lvl1pPr>
          </a:lstStyle>
          <a:p>
            <a:r>
              <a:rPr lang="en-US" altLang="zh-CN" sz="3600" dirty="0">
                <a:solidFill>
                  <a:schemeClr val="bg1"/>
                </a:solidFill>
              </a:rPr>
              <a:t>Array-Based Queues</a:t>
            </a:r>
          </a:p>
        </p:txBody>
      </p:sp>
      <p:pic>
        <p:nvPicPr>
          <p:cNvPr id="13" name="图片 12" descr="华工标志（透明版"/>
          <p:cNvPicPr>
            <a:picLocks noChangeAspect="1"/>
          </p:cNvPicPr>
          <p:nvPr>
            <p:custDataLst>
              <p:tags r:id="rId4"/>
            </p:custDataLst>
          </p:nvPr>
        </p:nvPicPr>
        <p:blipFill>
          <a:blip r:embed="rId7" cstate="print"/>
          <a:stretch>
            <a:fillRect/>
          </a:stretch>
        </p:blipFill>
        <p:spPr>
          <a:xfrm>
            <a:off x="7740015" y="116205"/>
            <a:ext cx="1230630" cy="1230630"/>
          </a:xfrm>
          <a:prstGeom prst="rect">
            <a:avLst/>
          </a:prstGeom>
        </p:spPr>
      </p:pic>
      <p:sp>
        <p:nvSpPr>
          <p:cNvPr id="5" name="Content Placeholder 2"/>
          <p:cNvSpPr>
            <a:spLocks noGrp="1"/>
          </p:cNvSpPr>
          <p:nvPr>
            <p:custDataLst>
              <p:tags r:id="rId5"/>
            </p:custDataLst>
          </p:nvPr>
        </p:nvSpPr>
        <p:spPr>
          <a:xfrm>
            <a:off x="633730" y="1685290"/>
            <a:ext cx="7886700" cy="990600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170815" indent="-170815" algn="l" defTabSz="685800" rtl="0" eaLnBrk="1" latinLnBrk="0" hangingPunct="1">
              <a:lnSpc>
                <a:spcPct val="90000"/>
              </a:lnSpc>
              <a:spcBef>
                <a:spcPct val="151000"/>
              </a:spcBef>
              <a:buFont typeface="Wingdings 2" panose="05020102010507070707" pitchFamily="18" charset="2"/>
              <a:buChar char=""/>
              <a:defRPr sz="3200" kern="1200">
                <a:solidFill>
                  <a:schemeClr val="tx1"/>
                </a:solidFill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defRPr>
            </a:lvl1pPr>
            <a:lvl2pPr marL="513715" indent="-170815" algn="l" defTabSz="685800" rtl="0" eaLnBrk="1" latinLnBrk="0" hangingPunct="1">
              <a:lnSpc>
                <a:spcPct val="90000"/>
              </a:lnSpc>
              <a:spcBef>
                <a:spcPct val="75000"/>
              </a:spcBef>
              <a:buFont typeface="Wingdings 2" panose="05020102010507070707" pitchFamily="18" charset="2"/>
              <a:buChar char=""/>
              <a:defRPr sz="2665" kern="1200">
                <a:solidFill>
                  <a:schemeClr val="tx1"/>
                </a:solidFill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defRPr>
            </a:lvl2pPr>
            <a:lvl3pPr marL="856615" indent="-170815" algn="l" defTabSz="685800" rtl="0" eaLnBrk="1" latinLnBrk="0" hangingPunct="1">
              <a:lnSpc>
                <a:spcPct val="90000"/>
              </a:lnSpc>
              <a:spcBef>
                <a:spcPct val="75000"/>
              </a:spcBef>
              <a:buFont typeface="Wingdings 2" panose="05020102010507070707" pitchFamily="18" charset="2"/>
              <a:buChar char=""/>
              <a:defRPr sz="2400" kern="1200">
                <a:solidFill>
                  <a:schemeClr val="tx1"/>
                </a:solidFill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defRPr>
            </a:lvl3pPr>
            <a:lvl4pPr marL="1199515" indent="-170815" algn="l" defTabSz="685800" rtl="0" eaLnBrk="1" latinLnBrk="0" hangingPunct="1">
              <a:lnSpc>
                <a:spcPct val="90000"/>
              </a:lnSpc>
              <a:spcBef>
                <a:spcPct val="75000"/>
              </a:spcBef>
              <a:buFont typeface="Wingdings 2" panose="05020102010507070707" pitchFamily="18" charset="2"/>
              <a:buChar char=""/>
              <a:defRPr sz="1865" kern="1200">
                <a:solidFill>
                  <a:schemeClr val="tx1"/>
                </a:solidFill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defRPr>
            </a:lvl4pPr>
            <a:lvl5pPr marL="1542415" indent="-170815" algn="l" defTabSz="685800" rtl="0" eaLnBrk="1" latinLnBrk="0" hangingPunct="1">
              <a:lnSpc>
                <a:spcPct val="90000"/>
              </a:lnSpc>
              <a:spcBef>
                <a:spcPct val="75000"/>
              </a:spcBef>
              <a:buFont typeface="Wingdings 2" panose="05020102010507070707" pitchFamily="18" charset="2"/>
              <a:buChar char=""/>
              <a:defRPr sz="1865" kern="1200">
                <a:solidFill>
                  <a:schemeClr val="tx1"/>
                </a:solidFill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defRPr>
            </a:lvl5pPr>
            <a:lvl6pPr marL="1885315" indent="-170815" algn="l" defTabSz="685800" rtl="0" eaLnBrk="1" latinLnBrk="0" hangingPunct="1">
              <a:spcBef>
                <a:spcPts val="130"/>
              </a:spcBef>
              <a:buFont typeface="Wingdings 2" panose="05020102010507070707" pitchFamily="18" charset="2"/>
              <a:buChar char=""/>
              <a:defRPr sz="1355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228215" indent="-170815" algn="l" defTabSz="685800" rtl="0" eaLnBrk="1" latinLnBrk="0" hangingPunct="1">
              <a:spcBef>
                <a:spcPts val="130"/>
              </a:spcBef>
              <a:buFont typeface="Wingdings 2" panose="05020102010507070707" pitchFamily="18" charset="2"/>
              <a:buChar char=""/>
              <a:defRPr sz="1355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571115" indent="-170815" algn="l" defTabSz="685800" rtl="0" eaLnBrk="1" latinLnBrk="0" hangingPunct="1">
              <a:spcBef>
                <a:spcPts val="130"/>
              </a:spcBef>
              <a:buFont typeface="Wingdings 2" panose="05020102010507070707" pitchFamily="18" charset="2"/>
              <a:buChar char=""/>
              <a:defRPr sz="1355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914015" indent="-170815" algn="l" defTabSz="685800" rtl="0" eaLnBrk="1" latinLnBrk="0" hangingPunct="1">
              <a:spcBef>
                <a:spcPts val="130"/>
              </a:spcBef>
              <a:buFont typeface="Wingdings 2" panose="05020102010507070707" pitchFamily="18" charset="2"/>
              <a:buChar char=""/>
              <a:defRPr sz="1355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CN" sz="2800" dirty="0"/>
              <a:t>Circular queue</a:t>
            </a:r>
          </a:p>
          <a:p>
            <a:pPr lvl="1"/>
            <a:r>
              <a:rPr lang="en-US" altLang="zh-CN" sz="2400" dirty="0"/>
              <a:t>How to recognize whether the queue is empty or full? </a:t>
            </a:r>
          </a:p>
        </p:txBody>
      </p:sp>
      <p:sp>
        <p:nvSpPr>
          <p:cNvPr id="69634" name="Slide Number Placeholder 3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557530" indent="-21463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857250" indent="-1714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200150" indent="-1714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1543050" indent="-1714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1885950" indent="-1714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228850" indent="-1714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2571750" indent="-1714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2914650" indent="-1714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fld id="{402E8588-E3A3-4906-BAB1-27377467FCD7}" type="slidenum">
              <a:rPr lang="en-US" altLang="zh-CN" sz="465" smtClean="0"/>
              <a:pPr/>
              <a:t>49</a:t>
            </a:fld>
            <a:endParaRPr lang="en-US" altLang="zh-CN" sz="465" dirty="0"/>
          </a:p>
        </p:txBody>
      </p:sp>
      <p:pic>
        <p:nvPicPr>
          <p:cNvPr id="6" name="图片 5"/>
          <p:cNvPicPr>
            <a:picLocks noChangeAspect="1"/>
          </p:cNvPicPr>
          <p:nvPr/>
        </p:nvPicPr>
        <p:blipFill>
          <a:blip r:embed="rId8" cstate="print"/>
          <a:stretch>
            <a:fillRect/>
          </a:stretch>
        </p:blipFill>
        <p:spPr>
          <a:xfrm>
            <a:off x="4788024" y="3212976"/>
            <a:ext cx="3920490" cy="3128645"/>
          </a:xfrm>
          <a:prstGeom prst="rect">
            <a:avLst/>
          </a:prstGeom>
        </p:spPr>
      </p:pic>
      <p:sp>
        <p:nvSpPr>
          <p:cNvPr id="2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fld id="{ECD4C098-9CB5-4281-9E29-6896F1B09D31}" type="datetime1">
              <a:rPr lang="zh-CN" altLang="en-US" sz="465" smtClean="0"/>
              <a:pPr>
                <a:defRPr/>
              </a:pPr>
              <a:t>2025/12/16</a:t>
            </a:fld>
            <a:endParaRPr lang="zh-CN" altLang="en-US" sz="465"/>
          </a:p>
        </p:txBody>
      </p:sp>
      <p:sp>
        <p:nvSpPr>
          <p:cNvPr id="4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altLang="zh-CN" sz="465"/>
              <a:t>Stacks and Queues - Lecture 6</a:t>
            </a:r>
            <a:endParaRPr lang="zh-CN" altLang="en-US" sz="465"/>
          </a:p>
        </p:txBody>
      </p:sp>
      <p:pic>
        <p:nvPicPr>
          <p:cNvPr id="12" name="图片 11"/>
          <p:cNvPicPr>
            <a:picLocks noChangeAspect="1"/>
          </p:cNvPicPr>
          <p:nvPr/>
        </p:nvPicPr>
        <p:blipFill>
          <a:blip r:embed="rId9" cstate="print"/>
          <a:stretch>
            <a:fillRect/>
          </a:stretch>
        </p:blipFill>
        <p:spPr>
          <a:xfrm>
            <a:off x="310267" y="3256280"/>
            <a:ext cx="3829685" cy="3046095"/>
          </a:xfrm>
          <a:prstGeom prst="rect">
            <a:avLst/>
          </a:prstGeom>
        </p:spPr>
      </p:pic>
      <p:sp>
        <p:nvSpPr>
          <p:cNvPr id="14" name="TextBox 13"/>
          <p:cNvSpPr txBox="1"/>
          <p:nvPr/>
        </p:nvSpPr>
        <p:spPr>
          <a:xfrm>
            <a:off x="2758688" y="4869160"/>
            <a:ext cx="36004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dirty="0"/>
              <a:t>5</a:t>
            </a:r>
            <a:endParaRPr lang="zh-CN" altLang="en-US" dirty="0"/>
          </a:p>
        </p:txBody>
      </p:sp>
      <p:sp>
        <p:nvSpPr>
          <p:cNvPr id="15" name="TextBox 14"/>
          <p:cNvSpPr txBox="1"/>
          <p:nvPr/>
        </p:nvSpPr>
        <p:spPr>
          <a:xfrm>
            <a:off x="7236296" y="4869160"/>
            <a:ext cx="36004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dirty="0"/>
              <a:t>5</a:t>
            </a:r>
            <a:endParaRPr lang="zh-CN" altLang="en-US" dirty="0"/>
          </a:p>
        </p:txBody>
      </p:sp>
      <p:sp>
        <p:nvSpPr>
          <p:cNvPr id="16" name="TextBox 15"/>
          <p:cNvSpPr txBox="1"/>
          <p:nvPr/>
        </p:nvSpPr>
        <p:spPr>
          <a:xfrm>
            <a:off x="6948264" y="5373216"/>
            <a:ext cx="36004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dirty="0">
                <a:solidFill>
                  <a:srgbClr val="FF0000"/>
                </a:solidFill>
              </a:rPr>
              <a:t>6</a:t>
            </a:r>
            <a:endParaRPr lang="zh-CN" altLang="en-US" dirty="0">
              <a:solidFill>
                <a:srgbClr val="FF0000"/>
              </a:solidFill>
            </a:endParaRPr>
          </a:p>
        </p:txBody>
      </p:sp>
      <p:cxnSp>
        <p:nvCxnSpPr>
          <p:cNvPr id="18" name="直接箭头连接符 17"/>
          <p:cNvCxnSpPr/>
          <p:nvPr/>
        </p:nvCxnSpPr>
        <p:spPr>
          <a:xfrm flipH="1" flipV="1">
            <a:off x="7380312" y="5805264"/>
            <a:ext cx="360040" cy="288032"/>
          </a:xfrm>
          <a:prstGeom prst="straightConnector1">
            <a:avLst/>
          </a:prstGeom>
          <a:ln w="12700">
            <a:solidFill>
              <a:srgbClr val="C00000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" name="TextBox 18"/>
          <p:cNvSpPr txBox="1"/>
          <p:nvPr/>
        </p:nvSpPr>
        <p:spPr>
          <a:xfrm>
            <a:off x="6372200" y="5589240"/>
            <a:ext cx="36004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dirty="0">
                <a:solidFill>
                  <a:srgbClr val="FF0000"/>
                </a:solidFill>
              </a:rPr>
              <a:t>7</a:t>
            </a:r>
            <a:endParaRPr lang="zh-CN" altLang="en-US" dirty="0">
              <a:solidFill>
                <a:srgbClr val="FF0000"/>
              </a:solidFill>
            </a:endParaRPr>
          </a:p>
        </p:txBody>
      </p:sp>
      <p:sp>
        <p:nvSpPr>
          <p:cNvPr id="20" name="TextBox 19"/>
          <p:cNvSpPr txBox="1"/>
          <p:nvPr/>
        </p:nvSpPr>
        <p:spPr>
          <a:xfrm>
            <a:off x="5868144" y="5589240"/>
            <a:ext cx="36004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dirty="0">
                <a:solidFill>
                  <a:srgbClr val="FF0000"/>
                </a:solidFill>
              </a:rPr>
              <a:t>2</a:t>
            </a:r>
            <a:endParaRPr lang="zh-CN" altLang="en-US" dirty="0">
              <a:solidFill>
                <a:srgbClr val="FF0000"/>
              </a:solidFill>
            </a:endParaRPr>
          </a:p>
        </p:txBody>
      </p:sp>
      <p:sp>
        <p:nvSpPr>
          <p:cNvPr id="21" name="TextBox 20"/>
          <p:cNvSpPr txBox="1"/>
          <p:nvPr/>
        </p:nvSpPr>
        <p:spPr>
          <a:xfrm>
            <a:off x="5292080" y="5373216"/>
            <a:ext cx="36004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dirty="0">
                <a:solidFill>
                  <a:srgbClr val="FF0000"/>
                </a:solidFill>
              </a:rPr>
              <a:t>4</a:t>
            </a:r>
            <a:endParaRPr lang="zh-CN" altLang="en-US" dirty="0">
              <a:solidFill>
                <a:srgbClr val="FF0000"/>
              </a:solidFill>
            </a:endParaRPr>
          </a:p>
        </p:txBody>
      </p:sp>
      <p:sp>
        <p:nvSpPr>
          <p:cNvPr id="22" name="TextBox 21"/>
          <p:cNvSpPr txBox="1"/>
          <p:nvPr/>
        </p:nvSpPr>
        <p:spPr>
          <a:xfrm>
            <a:off x="5076056" y="4869160"/>
            <a:ext cx="36004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dirty="0">
                <a:solidFill>
                  <a:srgbClr val="FF0000"/>
                </a:solidFill>
              </a:rPr>
              <a:t>9</a:t>
            </a:r>
            <a:endParaRPr lang="zh-CN" altLang="en-US" dirty="0">
              <a:solidFill>
                <a:srgbClr val="FF0000"/>
              </a:solidFill>
            </a:endParaRPr>
          </a:p>
        </p:txBody>
      </p:sp>
      <p:sp>
        <p:nvSpPr>
          <p:cNvPr id="23" name="TextBox 22"/>
          <p:cNvSpPr txBox="1"/>
          <p:nvPr/>
        </p:nvSpPr>
        <p:spPr>
          <a:xfrm>
            <a:off x="5004048" y="4293096"/>
            <a:ext cx="36004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dirty="0">
                <a:solidFill>
                  <a:srgbClr val="FF0000"/>
                </a:solidFill>
              </a:rPr>
              <a:t>8</a:t>
            </a:r>
            <a:endParaRPr lang="zh-CN" altLang="en-US" dirty="0">
              <a:solidFill>
                <a:srgbClr val="FF0000"/>
              </a:solidFill>
            </a:endParaRPr>
          </a:p>
        </p:txBody>
      </p:sp>
      <p:sp>
        <p:nvSpPr>
          <p:cNvPr id="24" name="TextBox 23"/>
          <p:cNvSpPr txBox="1"/>
          <p:nvPr/>
        </p:nvSpPr>
        <p:spPr>
          <a:xfrm>
            <a:off x="5292080" y="3789040"/>
            <a:ext cx="43204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dirty="0">
                <a:solidFill>
                  <a:srgbClr val="FF0000"/>
                </a:solidFill>
              </a:rPr>
              <a:t>11</a:t>
            </a:r>
            <a:endParaRPr lang="zh-CN" altLang="en-US" dirty="0">
              <a:solidFill>
                <a:srgbClr val="FF0000"/>
              </a:solidFill>
            </a:endParaRPr>
          </a:p>
        </p:txBody>
      </p:sp>
      <p:sp>
        <p:nvSpPr>
          <p:cNvPr id="25" name="TextBox 24"/>
          <p:cNvSpPr txBox="1"/>
          <p:nvPr/>
        </p:nvSpPr>
        <p:spPr>
          <a:xfrm>
            <a:off x="5868144" y="3501008"/>
            <a:ext cx="50405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dirty="0">
                <a:solidFill>
                  <a:srgbClr val="FF0000"/>
                </a:solidFill>
              </a:rPr>
              <a:t>12</a:t>
            </a:r>
            <a:endParaRPr lang="zh-CN" altLang="en-US" dirty="0">
              <a:solidFill>
                <a:srgbClr val="FF0000"/>
              </a:solidFill>
            </a:endParaRPr>
          </a:p>
        </p:txBody>
      </p:sp>
      <p:sp>
        <p:nvSpPr>
          <p:cNvPr id="26" name="TextBox 25"/>
          <p:cNvSpPr txBox="1"/>
          <p:nvPr/>
        </p:nvSpPr>
        <p:spPr>
          <a:xfrm>
            <a:off x="6372200" y="3501008"/>
            <a:ext cx="36004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dirty="0">
                <a:solidFill>
                  <a:srgbClr val="FF0000"/>
                </a:solidFill>
              </a:rPr>
              <a:t>0</a:t>
            </a:r>
            <a:endParaRPr lang="zh-CN" altLang="en-US" dirty="0">
              <a:solidFill>
                <a:srgbClr val="FF0000"/>
              </a:solidFill>
            </a:endParaRPr>
          </a:p>
        </p:txBody>
      </p:sp>
      <p:sp>
        <p:nvSpPr>
          <p:cNvPr id="27" name="TextBox 26"/>
          <p:cNvSpPr txBox="1"/>
          <p:nvPr/>
        </p:nvSpPr>
        <p:spPr>
          <a:xfrm>
            <a:off x="6876256" y="3789040"/>
            <a:ext cx="36004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dirty="0">
                <a:solidFill>
                  <a:srgbClr val="FF0000"/>
                </a:solidFill>
              </a:rPr>
              <a:t>8</a:t>
            </a:r>
            <a:endParaRPr lang="zh-CN" altLang="en-US" dirty="0">
              <a:solidFill>
                <a:srgbClr val="FF0000"/>
              </a:solidFill>
            </a:endParaRPr>
          </a:p>
        </p:txBody>
      </p:sp>
      <p:sp>
        <p:nvSpPr>
          <p:cNvPr id="28" name="TextBox 27"/>
          <p:cNvSpPr txBox="1"/>
          <p:nvPr/>
        </p:nvSpPr>
        <p:spPr>
          <a:xfrm>
            <a:off x="7164288" y="4293096"/>
            <a:ext cx="36004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dirty="0">
                <a:solidFill>
                  <a:srgbClr val="FF0000"/>
                </a:solidFill>
              </a:rPr>
              <a:t>3</a:t>
            </a:r>
            <a:endParaRPr lang="zh-CN" altLang="en-US" dirty="0">
              <a:solidFill>
                <a:srgbClr val="FF0000"/>
              </a:solidFill>
            </a:endParaRPr>
          </a:p>
        </p:txBody>
      </p:sp>
      <p:cxnSp>
        <p:nvCxnSpPr>
          <p:cNvPr id="29" name="直接箭头连接符 28"/>
          <p:cNvCxnSpPr/>
          <p:nvPr/>
        </p:nvCxnSpPr>
        <p:spPr>
          <a:xfrm flipH="1" flipV="1">
            <a:off x="6732240" y="6165304"/>
            <a:ext cx="144016" cy="360040"/>
          </a:xfrm>
          <a:prstGeom prst="straightConnector1">
            <a:avLst/>
          </a:prstGeom>
          <a:ln w="12700">
            <a:solidFill>
              <a:srgbClr val="C00000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" name="直接箭头连接符 29"/>
          <p:cNvCxnSpPr/>
          <p:nvPr/>
        </p:nvCxnSpPr>
        <p:spPr>
          <a:xfrm flipV="1">
            <a:off x="5724128" y="6165304"/>
            <a:ext cx="144016" cy="360040"/>
          </a:xfrm>
          <a:prstGeom prst="straightConnector1">
            <a:avLst/>
          </a:prstGeom>
          <a:ln w="12700">
            <a:solidFill>
              <a:srgbClr val="C00000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直接箭头连接符 32"/>
          <p:cNvCxnSpPr/>
          <p:nvPr/>
        </p:nvCxnSpPr>
        <p:spPr>
          <a:xfrm flipV="1">
            <a:off x="4932040" y="5805264"/>
            <a:ext cx="288032" cy="288032"/>
          </a:xfrm>
          <a:prstGeom prst="straightConnector1">
            <a:avLst/>
          </a:prstGeom>
          <a:ln w="12700">
            <a:solidFill>
              <a:srgbClr val="C00000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4" name="直接箭头连接符 33"/>
          <p:cNvCxnSpPr/>
          <p:nvPr/>
        </p:nvCxnSpPr>
        <p:spPr>
          <a:xfrm flipH="1">
            <a:off x="7380312" y="3284984"/>
            <a:ext cx="288032" cy="360040"/>
          </a:xfrm>
          <a:prstGeom prst="straightConnector1">
            <a:avLst/>
          </a:prstGeom>
          <a:ln w="12700">
            <a:solidFill>
              <a:srgbClr val="C00000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矩形 6"/>
          <p:cNvSpPr/>
          <p:nvPr>
            <p:custDataLst>
              <p:tags r:id="rId1"/>
            </p:custDataLst>
          </p:nvPr>
        </p:nvSpPr>
        <p:spPr>
          <a:xfrm>
            <a:off x="207010" y="708025"/>
            <a:ext cx="4396740" cy="1530350"/>
          </a:xfrm>
          <a:prstGeom prst="rect">
            <a:avLst/>
          </a:prstGeom>
          <a:solidFill>
            <a:srgbClr val="1E7AB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350">
              <a:latin typeface="Noto Serif CJK SC" panose="02020400000000000000" pitchFamily="18" charset="-122"/>
              <a:ea typeface="FZHei-B01S" panose="02010601030101010101" pitchFamily="2" charset="-122"/>
              <a:sym typeface="Noto Serif CJK SC" panose="02020400000000000000" pitchFamily="18" charset="-122"/>
            </a:endParaRPr>
          </a:p>
        </p:txBody>
      </p:sp>
      <p:sp>
        <p:nvSpPr>
          <p:cNvPr id="8" name="矩形 7"/>
          <p:cNvSpPr/>
          <p:nvPr>
            <p:custDataLst>
              <p:tags r:id="rId2"/>
            </p:custDataLst>
          </p:nvPr>
        </p:nvSpPr>
        <p:spPr>
          <a:xfrm>
            <a:off x="207010" y="1406525"/>
            <a:ext cx="8709660" cy="158369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350">
              <a:latin typeface="Noto Serif CJK SC" panose="02020400000000000000" pitchFamily="18" charset="-122"/>
              <a:ea typeface="FZHei-B01S" panose="02010601030101010101" pitchFamily="2" charset="-122"/>
              <a:sym typeface="Noto Serif CJK SC" panose="02020400000000000000" pitchFamily="18" charset="-122"/>
            </a:endParaRPr>
          </a:p>
        </p:txBody>
      </p:sp>
      <p:sp>
        <p:nvSpPr>
          <p:cNvPr id="11" name="Title 1"/>
          <p:cNvSpPr>
            <a:spLocks noGrp="1"/>
          </p:cNvSpPr>
          <p:nvPr>
            <p:custDataLst>
              <p:tags r:id="rId3"/>
            </p:custDataLst>
          </p:nvPr>
        </p:nvSpPr>
        <p:spPr>
          <a:xfrm>
            <a:off x="368935" y="751840"/>
            <a:ext cx="6592570" cy="72136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5335" kern="120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+mj-ea"/>
                <a:cs typeface="Times New Roman" panose="02020603050405020304" pitchFamily="18" charset="0"/>
              </a:defRPr>
            </a:lvl1pPr>
          </a:lstStyle>
          <a:p>
            <a:r>
              <a:rPr lang="en-US" altLang="zh-CN" sz="3600" dirty="0">
                <a:solidFill>
                  <a:schemeClr val="bg1"/>
                </a:solidFill>
              </a:rPr>
              <a:t>Array-Based Queues</a:t>
            </a:r>
          </a:p>
        </p:txBody>
      </p:sp>
      <p:pic>
        <p:nvPicPr>
          <p:cNvPr id="13" name="图片 12" descr="华工标志（透明版"/>
          <p:cNvPicPr>
            <a:picLocks noChangeAspect="1"/>
          </p:cNvPicPr>
          <p:nvPr>
            <p:custDataLst>
              <p:tags r:id="rId4"/>
            </p:custDataLst>
          </p:nvPr>
        </p:nvPicPr>
        <p:blipFill>
          <a:blip r:embed="rId7" cstate="print"/>
          <a:stretch>
            <a:fillRect/>
          </a:stretch>
        </p:blipFill>
        <p:spPr>
          <a:xfrm>
            <a:off x="7740015" y="116205"/>
            <a:ext cx="1230630" cy="1230630"/>
          </a:xfrm>
          <a:prstGeom prst="rect">
            <a:avLst/>
          </a:prstGeom>
        </p:spPr>
      </p:pic>
      <p:sp>
        <p:nvSpPr>
          <p:cNvPr id="5" name="Content Placeholder 2"/>
          <p:cNvSpPr>
            <a:spLocks noGrp="1"/>
          </p:cNvSpPr>
          <p:nvPr>
            <p:custDataLst>
              <p:tags r:id="rId5"/>
            </p:custDataLst>
          </p:nvPr>
        </p:nvSpPr>
        <p:spPr>
          <a:xfrm>
            <a:off x="633730" y="1685290"/>
            <a:ext cx="7886700" cy="990600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170815" indent="-170815" algn="l" defTabSz="685800" rtl="0" eaLnBrk="1" latinLnBrk="0" hangingPunct="1">
              <a:lnSpc>
                <a:spcPct val="90000"/>
              </a:lnSpc>
              <a:spcBef>
                <a:spcPct val="151000"/>
              </a:spcBef>
              <a:buFont typeface="Wingdings 2" panose="05020102010507070707" pitchFamily="18" charset="2"/>
              <a:buChar char=""/>
              <a:defRPr sz="3200" kern="1200">
                <a:solidFill>
                  <a:schemeClr val="tx1"/>
                </a:solidFill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defRPr>
            </a:lvl1pPr>
            <a:lvl2pPr marL="513715" indent="-170815" algn="l" defTabSz="685800" rtl="0" eaLnBrk="1" latinLnBrk="0" hangingPunct="1">
              <a:lnSpc>
                <a:spcPct val="90000"/>
              </a:lnSpc>
              <a:spcBef>
                <a:spcPct val="75000"/>
              </a:spcBef>
              <a:buFont typeface="Wingdings 2" panose="05020102010507070707" pitchFamily="18" charset="2"/>
              <a:buChar char=""/>
              <a:defRPr sz="2665" kern="1200">
                <a:solidFill>
                  <a:schemeClr val="tx1"/>
                </a:solidFill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defRPr>
            </a:lvl2pPr>
            <a:lvl3pPr marL="856615" indent="-170815" algn="l" defTabSz="685800" rtl="0" eaLnBrk="1" latinLnBrk="0" hangingPunct="1">
              <a:lnSpc>
                <a:spcPct val="90000"/>
              </a:lnSpc>
              <a:spcBef>
                <a:spcPct val="75000"/>
              </a:spcBef>
              <a:buFont typeface="Wingdings 2" panose="05020102010507070707" pitchFamily="18" charset="2"/>
              <a:buChar char=""/>
              <a:defRPr sz="2400" kern="1200">
                <a:solidFill>
                  <a:schemeClr val="tx1"/>
                </a:solidFill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defRPr>
            </a:lvl3pPr>
            <a:lvl4pPr marL="1199515" indent="-170815" algn="l" defTabSz="685800" rtl="0" eaLnBrk="1" latinLnBrk="0" hangingPunct="1">
              <a:lnSpc>
                <a:spcPct val="90000"/>
              </a:lnSpc>
              <a:spcBef>
                <a:spcPct val="75000"/>
              </a:spcBef>
              <a:buFont typeface="Wingdings 2" panose="05020102010507070707" pitchFamily="18" charset="2"/>
              <a:buChar char=""/>
              <a:defRPr sz="1865" kern="1200">
                <a:solidFill>
                  <a:schemeClr val="tx1"/>
                </a:solidFill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defRPr>
            </a:lvl4pPr>
            <a:lvl5pPr marL="1542415" indent="-170815" algn="l" defTabSz="685800" rtl="0" eaLnBrk="1" latinLnBrk="0" hangingPunct="1">
              <a:lnSpc>
                <a:spcPct val="90000"/>
              </a:lnSpc>
              <a:spcBef>
                <a:spcPct val="75000"/>
              </a:spcBef>
              <a:buFont typeface="Wingdings 2" panose="05020102010507070707" pitchFamily="18" charset="2"/>
              <a:buChar char=""/>
              <a:defRPr sz="1865" kern="1200">
                <a:solidFill>
                  <a:schemeClr val="tx1"/>
                </a:solidFill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defRPr>
            </a:lvl5pPr>
            <a:lvl6pPr marL="1885315" indent="-170815" algn="l" defTabSz="685800" rtl="0" eaLnBrk="1" latinLnBrk="0" hangingPunct="1">
              <a:spcBef>
                <a:spcPts val="130"/>
              </a:spcBef>
              <a:buFont typeface="Wingdings 2" panose="05020102010507070707" pitchFamily="18" charset="2"/>
              <a:buChar char=""/>
              <a:defRPr sz="1355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228215" indent="-170815" algn="l" defTabSz="685800" rtl="0" eaLnBrk="1" latinLnBrk="0" hangingPunct="1">
              <a:spcBef>
                <a:spcPts val="130"/>
              </a:spcBef>
              <a:buFont typeface="Wingdings 2" panose="05020102010507070707" pitchFamily="18" charset="2"/>
              <a:buChar char=""/>
              <a:defRPr sz="1355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571115" indent="-170815" algn="l" defTabSz="685800" rtl="0" eaLnBrk="1" latinLnBrk="0" hangingPunct="1">
              <a:spcBef>
                <a:spcPts val="130"/>
              </a:spcBef>
              <a:buFont typeface="Wingdings 2" panose="05020102010507070707" pitchFamily="18" charset="2"/>
              <a:buChar char=""/>
              <a:defRPr sz="1355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914015" indent="-170815" algn="l" defTabSz="685800" rtl="0" eaLnBrk="1" latinLnBrk="0" hangingPunct="1">
              <a:spcBef>
                <a:spcPts val="130"/>
              </a:spcBef>
              <a:buFont typeface="Wingdings 2" panose="05020102010507070707" pitchFamily="18" charset="2"/>
              <a:buChar char=""/>
              <a:defRPr sz="1355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CN" sz="2800" dirty="0"/>
              <a:t>Circular queue</a:t>
            </a:r>
          </a:p>
          <a:p>
            <a:pPr lvl="1"/>
            <a:r>
              <a:rPr lang="en-US" altLang="zh-CN" sz="2400" dirty="0"/>
              <a:t>How to recognize whether the queue is empty or full? </a:t>
            </a:r>
          </a:p>
        </p:txBody>
      </p:sp>
      <p:sp>
        <p:nvSpPr>
          <p:cNvPr id="69634" name="Slide Number Placeholder 3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557530" indent="-21463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857250" indent="-1714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200150" indent="-1714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1543050" indent="-1714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1885950" indent="-1714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228850" indent="-1714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2571750" indent="-1714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2914650" indent="-1714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fld id="{402E8588-E3A3-4906-BAB1-27377467FCD7}" type="slidenum">
              <a:rPr lang="en-US" altLang="zh-CN" sz="465" smtClean="0"/>
              <a:pPr/>
              <a:t>50</a:t>
            </a:fld>
            <a:endParaRPr lang="en-US" altLang="zh-CN" sz="465" dirty="0"/>
          </a:p>
        </p:txBody>
      </p:sp>
      <p:pic>
        <p:nvPicPr>
          <p:cNvPr id="6" name="图片 5"/>
          <p:cNvPicPr>
            <a:picLocks noChangeAspect="1"/>
          </p:cNvPicPr>
          <p:nvPr/>
        </p:nvPicPr>
        <p:blipFill>
          <a:blip r:embed="rId8" cstate="print"/>
          <a:stretch>
            <a:fillRect/>
          </a:stretch>
        </p:blipFill>
        <p:spPr>
          <a:xfrm>
            <a:off x="4788024" y="3212976"/>
            <a:ext cx="3920490" cy="3128645"/>
          </a:xfrm>
          <a:prstGeom prst="rect">
            <a:avLst/>
          </a:prstGeom>
        </p:spPr>
      </p:pic>
      <p:sp>
        <p:nvSpPr>
          <p:cNvPr id="2" name="日期占位符 1"/>
          <p:cNvSpPr>
            <a:spLocks noGrp="1"/>
          </p:cNvSpPr>
          <p:nvPr>
            <p:ph type="dt" sz="half" idx="10"/>
          </p:nvPr>
        </p:nvSpPr>
        <p:spPr>
          <a:xfrm>
            <a:off x="628651" y="6448251"/>
            <a:ext cx="2057400" cy="365125"/>
          </a:xfrm>
        </p:spPr>
        <p:txBody>
          <a:bodyPr/>
          <a:lstStyle/>
          <a:p>
            <a:pPr>
              <a:defRPr/>
            </a:pPr>
            <a:fld id="{ECD4C098-9CB5-4281-9E29-6896F1B09D31}" type="datetime1">
              <a:rPr lang="zh-CN" altLang="en-US" sz="465" smtClean="0"/>
              <a:pPr>
                <a:defRPr/>
              </a:pPr>
              <a:t>2025/12/16</a:t>
            </a:fld>
            <a:endParaRPr lang="zh-CN" altLang="en-US" sz="465"/>
          </a:p>
        </p:txBody>
      </p:sp>
      <p:sp>
        <p:nvSpPr>
          <p:cNvPr id="4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altLang="zh-CN" sz="465"/>
              <a:t>Stacks and Queues - Lecture 6</a:t>
            </a:r>
            <a:endParaRPr lang="zh-CN" altLang="en-US" sz="465"/>
          </a:p>
        </p:txBody>
      </p:sp>
      <p:sp>
        <p:nvSpPr>
          <p:cNvPr id="16" name="TextBox 15"/>
          <p:cNvSpPr txBox="1"/>
          <p:nvPr/>
        </p:nvSpPr>
        <p:spPr>
          <a:xfrm>
            <a:off x="6948264" y="5373216"/>
            <a:ext cx="36004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dirty="0">
                <a:solidFill>
                  <a:srgbClr val="FF0000"/>
                </a:solidFill>
              </a:rPr>
              <a:t>6</a:t>
            </a:r>
            <a:endParaRPr lang="zh-CN" altLang="en-US" dirty="0">
              <a:solidFill>
                <a:srgbClr val="FF0000"/>
              </a:solidFill>
            </a:endParaRPr>
          </a:p>
        </p:txBody>
      </p:sp>
      <p:cxnSp>
        <p:nvCxnSpPr>
          <p:cNvPr id="18" name="直接箭头连接符 17"/>
          <p:cNvCxnSpPr/>
          <p:nvPr/>
        </p:nvCxnSpPr>
        <p:spPr>
          <a:xfrm flipH="1" flipV="1">
            <a:off x="7380312" y="5805264"/>
            <a:ext cx="360040" cy="288032"/>
          </a:xfrm>
          <a:prstGeom prst="straightConnector1">
            <a:avLst/>
          </a:prstGeom>
          <a:ln w="12700">
            <a:solidFill>
              <a:srgbClr val="C00000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" name="TextBox 18"/>
          <p:cNvSpPr txBox="1"/>
          <p:nvPr/>
        </p:nvSpPr>
        <p:spPr>
          <a:xfrm>
            <a:off x="6372200" y="5589240"/>
            <a:ext cx="36004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dirty="0">
                <a:solidFill>
                  <a:srgbClr val="FF0000"/>
                </a:solidFill>
              </a:rPr>
              <a:t>7</a:t>
            </a:r>
            <a:endParaRPr lang="zh-CN" altLang="en-US" dirty="0">
              <a:solidFill>
                <a:srgbClr val="FF0000"/>
              </a:solidFill>
            </a:endParaRPr>
          </a:p>
        </p:txBody>
      </p:sp>
      <p:sp>
        <p:nvSpPr>
          <p:cNvPr id="20" name="TextBox 19"/>
          <p:cNvSpPr txBox="1"/>
          <p:nvPr/>
        </p:nvSpPr>
        <p:spPr>
          <a:xfrm>
            <a:off x="5868144" y="5589240"/>
            <a:ext cx="36004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dirty="0">
                <a:solidFill>
                  <a:srgbClr val="FF0000"/>
                </a:solidFill>
              </a:rPr>
              <a:t>2</a:t>
            </a:r>
            <a:endParaRPr lang="zh-CN" altLang="en-US" dirty="0">
              <a:solidFill>
                <a:srgbClr val="FF0000"/>
              </a:solidFill>
            </a:endParaRPr>
          </a:p>
        </p:txBody>
      </p:sp>
      <p:sp>
        <p:nvSpPr>
          <p:cNvPr id="21" name="TextBox 20"/>
          <p:cNvSpPr txBox="1"/>
          <p:nvPr/>
        </p:nvSpPr>
        <p:spPr>
          <a:xfrm>
            <a:off x="5292080" y="5373216"/>
            <a:ext cx="36004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dirty="0">
                <a:solidFill>
                  <a:srgbClr val="FF0000"/>
                </a:solidFill>
              </a:rPr>
              <a:t>4</a:t>
            </a:r>
            <a:endParaRPr lang="zh-CN" altLang="en-US" dirty="0">
              <a:solidFill>
                <a:srgbClr val="FF0000"/>
              </a:solidFill>
            </a:endParaRPr>
          </a:p>
        </p:txBody>
      </p:sp>
      <p:sp>
        <p:nvSpPr>
          <p:cNvPr id="22" name="TextBox 21"/>
          <p:cNvSpPr txBox="1"/>
          <p:nvPr/>
        </p:nvSpPr>
        <p:spPr>
          <a:xfrm>
            <a:off x="5076056" y="4869160"/>
            <a:ext cx="36004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dirty="0">
                <a:solidFill>
                  <a:srgbClr val="FF0000"/>
                </a:solidFill>
              </a:rPr>
              <a:t>9</a:t>
            </a:r>
            <a:endParaRPr lang="zh-CN" altLang="en-US" dirty="0">
              <a:solidFill>
                <a:srgbClr val="FF0000"/>
              </a:solidFill>
            </a:endParaRPr>
          </a:p>
        </p:txBody>
      </p:sp>
      <p:sp>
        <p:nvSpPr>
          <p:cNvPr id="23" name="TextBox 22"/>
          <p:cNvSpPr txBox="1"/>
          <p:nvPr/>
        </p:nvSpPr>
        <p:spPr>
          <a:xfrm>
            <a:off x="5004048" y="4293096"/>
            <a:ext cx="36004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dirty="0">
                <a:solidFill>
                  <a:srgbClr val="FF0000"/>
                </a:solidFill>
              </a:rPr>
              <a:t>8</a:t>
            </a:r>
            <a:endParaRPr lang="zh-CN" altLang="en-US" dirty="0">
              <a:solidFill>
                <a:srgbClr val="FF0000"/>
              </a:solidFill>
            </a:endParaRPr>
          </a:p>
        </p:txBody>
      </p:sp>
      <p:sp>
        <p:nvSpPr>
          <p:cNvPr id="24" name="TextBox 23"/>
          <p:cNvSpPr txBox="1"/>
          <p:nvPr/>
        </p:nvSpPr>
        <p:spPr>
          <a:xfrm>
            <a:off x="5292080" y="3789040"/>
            <a:ext cx="43204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dirty="0">
                <a:solidFill>
                  <a:srgbClr val="FF0000"/>
                </a:solidFill>
              </a:rPr>
              <a:t>11</a:t>
            </a:r>
            <a:endParaRPr lang="zh-CN" altLang="en-US" dirty="0">
              <a:solidFill>
                <a:srgbClr val="FF0000"/>
              </a:solidFill>
            </a:endParaRPr>
          </a:p>
        </p:txBody>
      </p:sp>
      <p:sp>
        <p:nvSpPr>
          <p:cNvPr id="25" name="TextBox 24"/>
          <p:cNvSpPr txBox="1"/>
          <p:nvPr/>
        </p:nvSpPr>
        <p:spPr>
          <a:xfrm>
            <a:off x="5868144" y="3501008"/>
            <a:ext cx="50405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dirty="0">
                <a:solidFill>
                  <a:srgbClr val="FF0000"/>
                </a:solidFill>
              </a:rPr>
              <a:t>12</a:t>
            </a:r>
            <a:endParaRPr lang="zh-CN" altLang="en-US" dirty="0">
              <a:solidFill>
                <a:srgbClr val="FF0000"/>
              </a:solidFill>
            </a:endParaRPr>
          </a:p>
        </p:txBody>
      </p:sp>
      <p:sp>
        <p:nvSpPr>
          <p:cNvPr id="26" name="TextBox 25"/>
          <p:cNvSpPr txBox="1"/>
          <p:nvPr/>
        </p:nvSpPr>
        <p:spPr>
          <a:xfrm>
            <a:off x="6372200" y="3501008"/>
            <a:ext cx="36004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dirty="0">
                <a:solidFill>
                  <a:srgbClr val="FF0000"/>
                </a:solidFill>
              </a:rPr>
              <a:t>0</a:t>
            </a:r>
            <a:endParaRPr lang="zh-CN" altLang="en-US" dirty="0">
              <a:solidFill>
                <a:srgbClr val="FF0000"/>
              </a:solidFill>
            </a:endParaRPr>
          </a:p>
        </p:txBody>
      </p:sp>
      <p:sp>
        <p:nvSpPr>
          <p:cNvPr id="27" name="TextBox 26"/>
          <p:cNvSpPr txBox="1"/>
          <p:nvPr/>
        </p:nvSpPr>
        <p:spPr>
          <a:xfrm>
            <a:off x="6876256" y="3789040"/>
            <a:ext cx="36004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dirty="0">
                <a:solidFill>
                  <a:srgbClr val="FF0000"/>
                </a:solidFill>
              </a:rPr>
              <a:t>8</a:t>
            </a:r>
            <a:endParaRPr lang="zh-CN" altLang="en-US" dirty="0">
              <a:solidFill>
                <a:srgbClr val="FF0000"/>
              </a:solidFill>
            </a:endParaRPr>
          </a:p>
        </p:txBody>
      </p:sp>
      <p:sp>
        <p:nvSpPr>
          <p:cNvPr id="28" name="TextBox 27"/>
          <p:cNvSpPr txBox="1"/>
          <p:nvPr/>
        </p:nvSpPr>
        <p:spPr>
          <a:xfrm>
            <a:off x="7164288" y="4293096"/>
            <a:ext cx="36004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dirty="0">
                <a:solidFill>
                  <a:srgbClr val="FF0000"/>
                </a:solidFill>
              </a:rPr>
              <a:t>3</a:t>
            </a:r>
            <a:endParaRPr lang="zh-CN" altLang="en-US" dirty="0">
              <a:solidFill>
                <a:srgbClr val="FF0000"/>
              </a:solidFill>
            </a:endParaRPr>
          </a:p>
        </p:txBody>
      </p:sp>
      <p:cxnSp>
        <p:nvCxnSpPr>
          <p:cNvPr id="29" name="直接箭头连接符 28"/>
          <p:cNvCxnSpPr/>
          <p:nvPr/>
        </p:nvCxnSpPr>
        <p:spPr>
          <a:xfrm flipH="1" flipV="1">
            <a:off x="6732240" y="6165304"/>
            <a:ext cx="144016" cy="360040"/>
          </a:xfrm>
          <a:prstGeom prst="straightConnector1">
            <a:avLst/>
          </a:prstGeom>
          <a:ln w="12700">
            <a:solidFill>
              <a:srgbClr val="C00000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" name="直接箭头连接符 29"/>
          <p:cNvCxnSpPr/>
          <p:nvPr/>
        </p:nvCxnSpPr>
        <p:spPr>
          <a:xfrm flipV="1">
            <a:off x="5724128" y="6165304"/>
            <a:ext cx="144016" cy="360040"/>
          </a:xfrm>
          <a:prstGeom prst="straightConnector1">
            <a:avLst/>
          </a:prstGeom>
          <a:ln w="12700">
            <a:solidFill>
              <a:srgbClr val="C00000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直接箭头连接符 32"/>
          <p:cNvCxnSpPr/>
          <p:nvPr/>
        </p:nvCxnSpPr>
        <p:spPr>
          <a:xfrm flipV="1">
            <a:off x="4932040" y="5805264"/>
            <a:ext cx="288032" cy="288032"/>
          </a:xfrm>
          <a:prstGeom prst="straightConnector1">
            <a:avLst/>
          </a:prstGeom>
          <a:ln w="12700">
            <a:solidFill>
              <a:srgbClr val="C00000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4" name="直接箭头连接符 33"/>
          <p:cNvCxnSpPr/>
          <p:nvPr/>
        </p:nvCxnSpPr>
        <p:spPr>
          <a:xfrm flipH="1">
            <a:off x="7380312" y="3284984"/>
            <a:ext cx="288032" cy="360040"/>
          </a:xfrm>
          <a:prstGeom prst="straightConnector1">
            <a:avLst/>
          </a:prstGeom>
          <a:ln w="12700">
            <a:solidFill>
              <a:srgbClr val="C00000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31" name="图片 30"/>
          <p:cNvPicPr>
            <a:picLocks noChangeAspect="1"/>
          </p:cNvPicPr>
          <p:nvPr/>
        </p:nvPicPr>
        <p:blipFill>
          <a:blip r:embed="rId8" cstate="print"/>
          <a:stretch>
            <a:fillRect/>
          </a:stretch>
        </p:blipFill>
        <p:spPr>
          <a:xfrm>
            <a:off x="219462" y="3180675"/>
            <a:ext cx="3920490" cy="3128645"/>
          </a:xfrm>
          <a:prstGeom prst="rect">
            <a:avLst/>
          </a:prstGeom>
        </p:spPr>
      </p:pic>
      <p:sp>
        <p:nvSpPr>
          <p:cNvPr id="32" name="TextBox 31"/>
          <p:cNvSpPr txBox="1"/>
          <p:nvPr/>
        </p:nvSpPr>
        <p:spPr>
          <a:xfrm>
            <a:off x="2667734" y="4745034"/>
            <a:ext cx="36004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dirty="0"/>
              <a:t>5</a:t>
            </a:r>
            <a:endParaRPr lang="zh-CN" altLang="en-US" dirty="0"/>
          </a:p>
        </p:txBody>
      </p:sp>
      <p:sp>
        <p:nvSpPr>
          <p:cNvPr id="35" name="TextBox 34"/>
          <p:cNvSpPr txBox="1"/>
          <p:nvPr/>
        </p:nvSpPr>
        <p:spPr>
          <a:xfrm>
            <a:off x="2379702" y="5249090"/>
            <a:ext cx="36004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dirty="0">
                <a:solidFill>
                  <a:srgbClr val="FF0000"/>
                </a:solidFill>
              </a:rPr>
              <a:t>6</a:t>
            </a:r>
            <a:endParaRPr lang="zh-CN" altLang="en-US" dirty="0">
              <a:solidFill>
                <a:srgbClr val="FF0000"/>
              </a:solidFill>
            </a:endParaRPr>
          </a:p>
        </p:txBody>
      </p:sp>
      <p:sp>
        <p:nvSpPr>
          <p:cNvPr id="37" name="TextBox 36"/>
          <p:cNvSpPr txBox="1"/>
          <p:nvPr/>
        </p:nvSpPr>
        <p:spPr>
          <a:xfrm>
            <a:off x="1803638" y="5465114"/>
            <a:ext cx="36004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dirty="0">
                <a:solidFill>
                  <a:srgbClr val="FF0000"/>
                </a:solidFill>
              </a:rPr>
              <a:t>7</a:t>
            </a:r>
            <a:endParaRPr lang="zh-CN" altLang="en-US" dirty="0">
              <a:solidFill>
                <a:srgbClr val="FF0000"/>
              </a:solidFill>
            </a:endParaRPr>
          </a:p>
        </p:txBody>
      </p:sp>
      <p:sp>
        <p:nvSpPr>
          <p:cNvPr id="38" name="TextBox 37"/>
          <p:cNvSpPr txBox="1"/>
          <p:nvPr/>
        </p:nvSpPr>
        <p:spPr>
          <a:xfrm>
            <a:off x="1299582" y="5465114"/>
            <a:ext cx="36004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dirty="0">
                <a:solidFill>
                  <a:srgbClr val="FF0000"/>
                </a:solidFill>
              </a:rPr>
              <a:t>2</a:t>
            </a:r>
            <a:endParaRPr lang="zh-CN" altLang="en-US" dirty="0">
              <a:solidFill>
                <a:srgbClr val="FF0000"/>
              </a:solidFill>
            </a:endParaRPr>
          </a:p>
        </p:txBody>
      </p:sp>
      <p:sp>
        <p:nvSpPr>
          <p:cNvPr id="39" name="TextBox 38"/>
          <p:cNvSpPr txBox="1"/>
          <p:nvPr/>
        </p:nvSpPr>
        <p:spPr>
          <a:xfrm>
            <a:off x="723518" y="5249090"/>
            <a:ext cx="36004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dirty="0">
                <a:solidFill>
                  <a:srgbClr val="FF0000"/>
                </a:solidFill>
              </a:rPr>
              <a:t>4</a:t>
            </a:r>
            <a:endParaRPr lang="zh-CN" altLang="en-US" dirty="0">
              <a:solidFill>
                <a:srgbClr val="FF0000"/>
              </a:solidFill>
            </a:endParaRPr>
          </a:p>
        </p:txBody>
      </p:sp>
      <p:sp>
        <p:nvSpPr>
          <p:cNvPr id="40" name="TextBox 39"/>
          <p:cNvSpPr txBox="1"/>
          <p:nvPr/>
        </p:nvSpPr>
        <p:spPr>
          <a:xfrm>
            <a:off x="507494" y="4745034"/>
            <a:ext cx="36004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dirty="0">
                <a:solidFill>
                  <a:srgbClr val="FF0000"/>
                </a:solidFill>
              </a:rPr>
              <a:t>9</a:t>
            </a:r>
            <a:endParaRPr lang="zh-CN" altLang="en-US" dirty="0">
              <a:solidFill>
                <a:srgbClr val="FF0000"/>
              </a:solidFill>
            </a:endParaRPr>
          </a:p>
        </p:txBody>
      </p:sp>
      <p:sp>
        <p:nvSpPr>
          <p:cNvPr id="41" name="TextBox 40"/>
          <p:cNvSpPr txBox="1"/>
          <p:nvPr/>
        </p:nvSpPr>
        <p:spPr>
          <a:xfrm>
            <a:off x="435486" y="4168970"/>
            <a:ext cx="36004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dirty="0">
                <a:solidFill>
                  <a:srgbClr val="FF0000"/>
                </a:solidFill>
              </a:rPr>
              <a:t>8</a:t>
            </a:r>
            <a:endParaRPr lang="zh-CN" altLang="en-US" dirty="0">
              <a:solidFill>
                <a:srgbClr val="FF0000"/>
              </a:solidFill>
            </a:endParaRPr>
          </a:p>
        </p:txBody>
      </p:sp>
      <p:sp>
        <p:nvSpPr>
          <p:cNvPr id="42" name="TextBox 41"/>
          <p:cNvSpPr txBox="1"/>
          <p:nvPr/>
        </p:nvSpPr>
        <p:spPr>
          <a:xfrm>
            <a:off x="723518" y="3664914"/>
            <a:ext cx="43204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dirty="0">
                <a:solidFill>
                  <a:srgbClr val="FF0000"/>
                </a:solidFill>
              </a:rPr>
              <a:t>11</a:t>
            </a:r>
            <a:endParaRPr lang="zh-CN" altLang="en-US" dirty="0">
              <a:solidFill>
                <a:srgbClr val="FF0000"/>
              </a:solidFill>
            </a:endParaRPr>
          </a:p>
        </p:txBody>
      </p:sp>
      <p:sp>
        <p:nvSpPr>
          <p:cNvPr id="43" name="TextBox 42"/>
          <p:cNvSpPr txBox="1"/>
          <p:nvPr/>
        </p:nvSpPr>
        <p:spPr>
          <a:xfrm>
            <a:off x="1299582" y="3376882"/>
            <a:ext cx="50405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dirty="0">
                <a:solidFill>
                  <a:srgbClr val="FF0000"/>
                </a:solidFill>
              </a:rPr>
              <a:t>12</a:t>
            </a:r>
            <a:endParaRPr lang="zh-CN" altLang="en-US" dirty="0">
              <a:solidFill>
                <a:srgbClr val="FF0000"/>
              </a:solidFill>
            </a:endParaRPr>
          </a:p>
        </p:txBody>
      </p:sp>
      <p:sp>
        <p:nvSpPr>
          <p:cNvPr id="44" name="TextBox 43"/>
          <p:cNvSpPr txBox="1"/>
          <p:nvPr/>
        </p:nvSpPr>
        <p:spPr>
          <a:xfrm>
            <a:off x="1803638" y="3376882"/>
            <a:ext cx="36004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dirty="0">
                <a:solidFill>
                  <a:srgbClr val="FF0000"/>
                </a:solidFill>
              </a:rPr>
              <a:t>0</a:t>
            </a:r>
            <a:endParaRPr lang="zh-CN" altLang="en-US" dirty="0">
              <a:solidFill>
                <a:srgbClr val="FF0000"/>
              </a:solidFill>
            </a:endParaRPr>
          </a:p>
        </p:txBody>
      </p:sp>
      <p:sp>
        <p:nvSpPr>
          <p:cNvPr id="45" name="TextBox 44"/>
          <p:cNvSpPr txBox="1"/>
          <p:nvPr/>
        </p:nvSpPr>
        <p:spPr>
          <a:xfrm>
            <a:off x="2307694" y="3664914"/>
            <a:ext cx="36004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dirty="0">
                <a:solidFill>
                  <a:srgbClr val="FF0000"/>
                </a:solidFill>
              </a:rPr>
              <a:t>8</a:t>
            </a:r>
            <a:endParaRPr lang="zh-CN" altLang="en-US" dirty="0">
              <a:solidFill>
                <a:srgbClr val="FF0000"/>
              </a:solidFill>
            </a:endParaRPr>
          </a:p>
        </p:txBody>
      </p:sp>
      <p:sp>
        <p:nvSpPr>
          <p:cNvPr id="46" name="TextBox 45"/>
          <p:cNvSpPr txBox="1"/>
          <p:nvPr/>
        </p:nvSpPr>
        <p:spPr>
          <a:xfrm>
            <a:off x="2595726" y="4168970"/>
            <a:ext cx="36004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dirty="0">
                <a:solidFill>
                  <a:srgbClr val="FF0000"/>
                </a:solidFill>
              </a:rPr>
              <a:t>3</a:t>
            </a:r>
            <a:endParaRPr lang="zh-CN" altLang="en-US" dirty="0">
              <a:solidFill>
                <a:srgbClr val="FF0000"/>
              </a:solidFill>
            </a:endParaRPr>
          </a:p>
        </p:txBody>
      </p:sp>
    </p:spTree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矩形 6"/>
          <p:cNvSpPr/>
          <p:nvPr>
            <p:custDataLst>
              <p:tags r:id="rId1"/>
            </p:custDataLst>
          </p:nvPr>
        </p:nvSpPr>
        <p:spPr>
          <a:xfrm>
            <a:off x="207010" y="708025"/>
            <a:ext cx="4396740" cy="1530350"/>
          </a:xfrm>
          <a:prstGeom prst="rect">
            <a:avLst/>
          </a:prstGeom>
          <a:solidFill>
            <a:srgbClr val="1E7AB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350">
              <a:latin typeface="Noto Serif CJK SC" panose="02020400000000000000" pitchFamily="18" charset="-122"/>
              <a:ea typeface="FZHei-B01S" panose="02010601030101010101" pitchFamily="2" charset="-122"/>
              <a:sym typeface="Noto Serif CJK SC" panose="02020400000000000000" pitchFamily="18" charset="-122"/>
            </a:endParaRPr>
          </a:p>
        </p:txBody>
      </p:sp>
      <p:sp>
        <p:nvSpPr>
          <p:cNvPr id="8" name="矩形 7"/>
          <p:cNvSpPr/>
          <p:nvPr>
            <p:custDataLst>
              <p:tags r:id="rId2"/>
            </p:custDataLst>
          </p:nvPr>
        </p:nvSpPr>
        <p:spPr>
          <a:xfrm>
            <a:off x="207010" y="1406525"/>
            <a:ext cx="8709660" cy="158369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350">
              <a:latin typeface="Noto Serif CJK SC" panose="02020400000000000000" pitchFamily="18" charset="-122"/>
              <a:ea typeface="FZHei-B01S" panose="02010601030101010101" pitchFamily="2" charset="-122"/>
              <a:sym typeface="Noto Serif CJK SC" panose="02020400000000000000" pitchFamily="18" charset="-122"/>
            </a:endParaRPr>
          </a:p>
        </p:txBody>
      </p:sp>
      <p:sp>
        <p:nvSpPr>
          <p:cNvPr id="11" name="Title 1"/>
          <p:cNvSpPr>
            <a:spLocks noGrp="1"/>
          </p:cNvSpPr>
          <p:nvPr>
            <p:custDataLst>
              <p:tags r:id="rId3"/>
            </p:custDataLst>
          </p:nvPr>
        </p:nvSpPr>
        <p:spPr>
          <a:xfrm>
            <a:off x="368935" y="751840"/>
            <a:ext cx="6592570" cy="72136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5335" kern="120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+mj-ea"/>
                <a:cs typeface="Times New Roman" panose="02020603050405020304" pitchFamily="18" charset="0"/>
              </a:defRPr>
            </a:lvl1pPr>
          </a:lstStyle>
          <a:p>
            <a:r>
              <a:rPr lang="en-US" altLang="zh-CN" sz="3600" dirty="0">
                <a:solidFill>
                  <a:schemeClr val="bg1"/>
                </a:solidFill>
              </a:rPr>
              <a:t>Array-Based Queues</a:t>
            </a:r>
          </a:p>
        </p:txBody>
      </p:sp>
      <p:pic>
        <p:nvPicPr>
          <p:cNvPr id="13" name="图片 12" descr="华工标志（透明版"/>
          <p:cNvPicPr>
            <a:picLocks noChangeAspect="1"/>
          </p:cNvPicPr>
          <p:nvPr>
            <p:custDataLst>
              <p:tags r:id="rId4"/>
            </p:custDataLst>
          </p:nvPr>
        </p:nvPicPr>
        <p:blipFill>
          <a:blip r:embed="rId7" cstate="print"/>
          <a:stretch>
            <a:fillRect/>
          </a:stretch>
        </p:blipFill>
        <p:spPr>
          <a:xfrm>
            <a:off x="7740015" y="116205"/>
            <a:ext cx="1230630" cy="1230630"/>
          </a:xfrm>
          <a:prstGeom prst="rect">
            <a:avLst/>
          </a:prstGeom>
        </p:spPr>
      </p:pic>
      <p:sp>
        <p:nvSpPr>
          <p:cNvPr id="5" name="Content Placeholder 2"/>
          <p:cNvSpPr>
            <a:spLocks noGrp="1"/>
          </p:cNvSpPr>
          <p:nvPr>
            <p:custDataLst>
              <p:tags r:id="rId5"/>
            </p:custDataLst>
          </p:nvPr>
        </p:nvSpPr>
        <p:spPr>
          <a:xfrm>
            <a:off x="633730" y="1685290"/>
            <a:ext cx="7886700" cy="990600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170815" indent="-170815" algn="l" defTabSz="685800" rtl="0" eaLnBrk="1" latinLnBrk="0" hangingPunct="1">
              <a:lnSpc>
                <a:spcPct val="90000"/>
              </a:lnSpc>
              <a:spcBef>
                <a:spcPct val="151000"/>
              </a:spcBef>
              <a:buFont typeface="Wingdings 2" panose="05020102010507070707" pitchFamily="18" charset="2"/>
              <a:buChar char=""/>
              <a:defRPr sz="3200" kern="1200">
                <a:solidFill>
                  <a:schemeClr val="tx1"/>
                </a:solidFill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defRPr>
            </a:lvl1pPr>
            <a:lvl2pPr marL="513715" indent="-170815" algn="l" defTabSz="685800" rtl="0" eaLnBrk="1" latinLnBrk="0" hangingPunct="1">
              <a:lnSpc>
                <a:spcPct val="90000"/>
              </a:lnSpc>
              <a:spcBef>
                <a:spcPct val="75000"/>
              </a:spcBef>
              <a:buFont typeface="Wingdings 2" panose="05020102010507070707" pitchFamily="18" charset="2"/>
              <a:buChar char=""/>
              <a:defRPr sz="2665" kern="1200">
                <a:solidFill>
                  <a:schemeClr val="tx1"/>
                </a:solidFill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defRPr>
            </a:lvl2pPr>
            <a:lvl3pPr marL="856615" indent="-170815" algn="l" defTabSz="685800" rtl="0" eaLnBrk="1" latinLnBrk="0" hangingPunct="1">
              <a:lnSpc>
                <a:spcPct val="90000"/>
              </a:lnSpc>
              <a:spcBef>
                <a:spcPct val="75000"/>
              </a:spcBef>
              <a:buFont typeface="Wingdings 2" panose="05020102010507070707" pitchFamily="18" charset="2"/>
              <a:buChar char=""/>
              <a:defRPr sz="2400" kern="1200">
                <a:solidFill>
                  <a:schemeClr val="tx1"/>
                </a:solidFill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defRPr>
            </a:lvl3pPr>
            <a:lvl4pPr marL="1199515" indent="-170815" algn="l" defTabSz="685800" rtl="0" eaLnBrk="1" latinLnBrk="0" hangingPunct="1">
              <a:lnSpc>
                <a:spcPct val="90000"/>
              </a:lnSpc>
              <a:spcBef>
                <a:spcPct val="75000"/>
              </a:spcBef>
              <a:buFont typeface="Wingdings 2" panose="05020102010507070707" pitchFamily="18" charset="2"/>
              <a:buChar char=""/>
              <a:defRPr sz="1865" kern="1200">
                <a:solidFill>
                  <a:schemeClr val="tx1"/>
                </a:solidFill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defRPr>
            </a:lvl4pPr>
            <a:lvl5pPr marL="1542415" indent="-170815" algn="l" defTabSz="685800" rtl="0" eaLnBrk="1" latinLnBrk="0" hangingPunct="1">
              <a:lnSpc>
                <a:spcPct val="90000"/>
              </a:lnSpc>
              <a:spcBef>
                <a:spcPct val="75000"/>
              </a:spcBef>
              <a:buFont typeface="Wingdings 2" panose="05020102010507070707" pitchFamily="18" charset="2"/>
              <a:buChar char=""/>
              <a:defRPr sz="1865" kern="1200">
                <a:solidFill>
                  <a:schemeClr val="tx1"/>
                </a:solidFill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defRPr>
            </a:lvl5pPr>
            <a:lvl6pPr marL="1885315" indent="-170815" algn="l" defTabSz="685800" rtl="0" eaLnBrk="1" latinLnBrk="0" hangingPunct="1">
              <a:spcBef>
                <a:spcPts val="130"/>
              </a:spcBef>
              <a:buFont typeface="Wingdings 2" panose="05020102010507070707" pitchFamily="18" charset="2"/>
              <a:buChar char=""/>
              <a:defRPr sz="1355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228215" indent="-170815" algn="l" defTabSz="685800" rtl="0" eaLnBrk="1" latinLnBrk="0" hangingPunct="1">
              <a:spcBef>
                <a:spcPts val="130"/>
              </a:spcBef>
              <a:buFont typeface="Wingdings 2" panose="05020102010507070707" pitchFamily="18" charset="2"/>
              <a:buChar char=""/>
              <a:defRPr sz="1355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571115" indent="-170815" algn="l" defTabSz="685800" rtl="0" eaLnBrk="1" latinLnBrk="0" hangingPunct="1">
              <a:spcBef>
                <a:spcPts val="130"/>
              </a:spcBef>
              <a:buFont typeface="Wingdings 2" panose="05020102010507070707" pitchFamily="18" charset="2"/>
              <a:buChar char=""/>
              <a:defRPr sz="1355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914015" indent="-170815" algn="l" defTabSz="685800" rtl="0" eaLnBrk="1" latinLnBrk="0" hangingPunct="1">
              <a:spcBef>
                <a:spcPts val="130"/>
              </a:spcBef>
              <a:buFont typeface="Wingdings 2" panose="05020102010507070707" pitchFamily="18" charset="2"/>
              <a:buChar char=""/>
              <a:defRPr sz="1355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CN" sz="2800" dirty="0"/>
              <a:t>Circular queue</a:t>
            </a:r>
          </a:p>
          <a:p>
            <a:pPr lvl="1"/>
            <a:r>
              <a:rPr lang="en-US" altLang="zh-CN" sz="2400" dirty="0"/>
              <a:t>How to recognize whether the queue is empty or full? </a:t>
            </a:r>
          </a:p>
        </p:txBody>
      </p:sp>
      <p:sp>
        <p:nvSpPr>
          <p:cNvPr id="69634" name="Slide Number Placeholder 3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557530" indent="-21463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857250" indent="-1714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200150" indent="-1714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1543050" indent="-1714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1885950" indent="-1714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228850" indent="-1714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2571750" indent="-1714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2914650" indent="-1714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fld id="{402E8588-E3A3-4906-BAB1-27377467FCD7}" type="slidenum">
              <a:rPr lang="en-US" altLang="zh-CN" sz="465" smtClean="0"/>
              <a:pPr/>
              <a:t>51</a:t>
            </a:fld>
            <a:endParaRPr lang="en-US" altLang="zh-CN" sz="465" dirty="0"/>
          </a:p>
        </p:txBody>
      </p:sp>
      <p:pic>
        <p:nvPicPr>
          <p:cNvPr id="6" name="图片 5"/>
          <p:cNvPicPr>
            <a:picLocks noChangeAspect="1"/>
          </p:cNvPicPr>
          <p:nvPr/>
        </p:nvPicPr>
        <p:blipFill>
          <a:blip r:embed="rId8" cstate="print"/>
          <a:stretch>
            <a:fillRect/>
          </a:stretch>
        </p:blipFill>
        <p:spPr>
          <a:xfrm>
            <a:off x="4788024" y="3212976"/>
            <a:ext cx="3920490" cy="3128645"/>
          </a:xfrm>
          <a:prstGeom prst="rect">
            <a:avLst/>
          </a:prstGeom>
        </p:spPr>
      </p:pic>
      <p:sp>
        <p:nvSpPr>
          <p:cNvPr id="2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fld id="{ECD4C098-9CB5-4281-9E29-6896F1B09D31}" type="datetime1">
              <a:rPr lang="zh-CN" altLang="en-US" sz="465" smtClean="0"/>
              <a:pPr>
                <a:defRPr/>
              </a:pPr>
              <a:t>2025/12/16</a:t>
            </a:fld>
            <a:endParaRPr lang="zh-CN" altLang="en-US" sz="465"/>
          </a:p>
        </p:txBody>
      </p:sp>
      <p:sp>
        <p:nvSpPr>
          <p:cNvPr id="4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altLang="zh-CN" sz="465"/>
              <a:t>Stacks and Queues - Lecture 6</a:t>
            </a:r>
            <a:endParaRPr lang="zh-CN" altLang="en-US" sz="465"/>
          </a:p>
        </p:txBody>
      </p:sp>
      <p:sp>
        <p:nvSpPr>
          <p:cNvPr id="28" name="TextBox 27"/>
          <p:cNvSpPr txBox="1"/>
          <p:nvPr/>
        </p:nvSpPr>
        <p:spPr>
          <a:xfrm>
            <a:off x="7164288" y="4293096"/>
            <a:ext cx="36004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dirty="0">
                <a:solidFill>
                  <a:srgbClr val="FF0000"/>
                </a:solidFill>
              </a:rPr>
              <a:t>3</a:t>
            </a:r>
            <a:endParaRPr lang="zh-CN" altLang="en-US" dirty="0">
              <a:solidFill>
                <a:srgbClr val="FF0000"/>
              </a:solidFill>
            </a:endParaRPr>
          </a:p>
        </p:txBody>
      </p:sp>
      <p:cxnSp>
        <p:nvCxnSpPr>
          <p:cNvPr id="34" name="直接箭头连接符 33"/>
          <p:cNvCxnSpPr/>
          <p:nvPr/>
        </p:nvCxnSpPr>
        <p:spPr>
          <a:xfrm flipH="1">
            <a:off x="7740352" y="3861048"/>
            <a:ext cx="288032" cy="360040"/>
          </a:xfrm>
          <a:prstGeom prst="straightConnector1">
            <a:avLst/>
          </a:prstGeom>
          <a:ln w="12700">
            <a:solidFill>
              <a:srgbClr val="C00000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31" name="图片 30"/>
          <p:cNvPicPr>
            <a:picLocks noChangeAspect="1"/>
          </p:cNvPicPr>
          <p:nvPr/>
        </p:nvPicPr>
        <p:blipFill>
          <a:blip r:embed="rId8" cstate="print"/>
          <a:stretch>
            <a:fillRect/>
          </a:stretch>
        </p:blipFill>
        <p:spPr>
          <a:xfrm>
            <a:off x="219462" y="3180675"/>
            <a:ext cx="3920490" cy="3128645"/>
          </a:xfrm>
          <a:prstGeom prst="rect">
            <a:avLst/>
          </a:prstGeom>
        </p:spPr>
      </p:pic>
      <p:sp>
        <p:nvSpPr>
          <p:cNvPr id="32" name="TextBox 31"/>
          <p:cNvSpPr txBox="1"/>
          <p:nvPr/>
        </p:nvSpPr>
        <p:spPr>
          <a:xfrm>
            <a:off x="2667734" y="4653136"/>
            <a:ext cx="36004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dirty="0"/>
              <a:t>5</a:t>
            </a:r>
            <a:endParaRPr lang="zh-CN" altLang="en-US" dirty="0"/>
          </a:p>
        </p:txBody>
      </p:sp>
      <p:sp>
        <p:nvSpPr>
          <p:cNvPr id="35" name="TextBox 34"/>
          <p:cNvSpPr txBox="1"/>
          <p:nvPr/>
        </p:nvSpPr>
        <p:spPr>
          <a:xfrm>
            <a:off x="2379702" y="5157192"/>
            <a:ext cx="36004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dirty="0">
                <a:solidFill>
                  <a:srgbClr val="FF0000"/>
                </a:solidFill>
              </a:rPr>
              <a:t>6</a:t>
            </a:r>
            <a:endParaRPr lang="zh-CN" altLang="en-US" dirty="0">
              <a:solidFill>
                <a:srgbClr val="FF0000"/>
              </a:solidFill>
            </a:endParaRPr>
          </a:p>
        </p:txBody>
      </p:sp>
      <p:sp>
        <p:nvSpPr>
          <p:cNvPr id="37" name="TextBox 36"/>
          <p:cNvSpPr txBox="1"/>
          <p:nvPr/>
        </p:nvSpPr>
        <p:spPr>
          <a:xfrm>
            <a:off x="1803638" y="5373216"/>
            <a:ext cx="36004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dirty="0">
                <a:solidFill>
                  <a:srgbClr val="FF0000"/>
                </a:solidFill>
              </a:rPr>
              <a:t>7</a:t>
            </a:r>
            <a:endParaRPr lang="zh-CN" altLang="en-US" dirty="0">
              <a:solidFill>
                <a:srgbClr val="FF0000"/>
              </a:solidFill>
            </a:endParaRPr>
          </a:p>
        </p:txBody>
      </p:sp>
      <p:sp>
        <p:nvSpPr>
          <p:cNvPr id="38" name="TextBox 37"/>
          <p:cNvSpPr txBox="1"/>
          <p:nvPr/>
        </p:nvSpPr>
        <p:spPr>
          <a:xfrm>
            <a:off x="1299582" y="5373216"/>
            <a:ext cx="36004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dirty="0">
                <a:solidFill>
                  <a:srgbClr val="FF0000"/>
                </a:solidFill>
              </a:rPr>
              <a:t>2</a:t>
            </a:r>
            <a:endParaRPr lang="zh-CN" altLang="en-US" dirty="0">
              <a:solidFill>
                <a:srgbClr val="FF0000"/>
              </a:solidFill>
            </a:endParaRPr>
          </a:p>
        </p:txBody>
      </p:sp>
      <p:sp>
        <p:nvSpPr>
          <p:cNvPr id="39" name="TextBox 38"/>
          <p:cNvSpPr txBox="1"/>
          <p:nvPr/>
        </p:nvSpPr>
        <p:spPr>
          <a:xfrm>
            <a:off x="723518" y="5157192"/>
            <a:ext cx="36004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dirty="0">
                <a:solidFill>
                  <a:srgbClr val="FF0000"/>
                </a:solidFill>
              </a:rPr>
              <a:t>4</a:t>
            </a:r>
            <a:endParaRPr lang="zh-CN" altLang="en-US" dirty="0">
              <a:solidFill>
                <a:srgbClr val="FF0000"/>
              </a:solidFill>
            </a:endParaRPr>
          </a:p>
        </p:txBody>
      </p:sp>
      <p:sp>
        <p:nvSpPr>
          <p:cNvPr id="40" name="TextBox 39"/>
          <p:cNvSpPr txBox="1"/>
          <p:nvPr/>
        </p:nvSpPr>
        <p:spPr>
          <a:xfrm>
            <a:off x="507494" y="4653136"/>
            <a:ext cx="36004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dirty="0">
                <a:solidFill>
                  <a:srgbClr val="FF0000"/>
                </a:solidFill>
              </a:rPr>
              <a:t>9</a:t>
            </a:r>
            <a:endParaRPr lang="zh-CN" altLang="en-US" dirty="0">
              <a:solidFill>
                <a:srgbClr val="FF0000"/>
              </a:solidFill>
            </a:endParaRPr>
          </a:p>
        </p:txBody>
      </p:sp>
      <p:sp>
        <p:nvSpPr>
          <p:cNvPr id="41" name="TextBox 40"/>
          <p:cNvSpPr txBox="1"/>
          <p:nvPr/>
        </p:nvSpPr>
        <p:spPr>
          <a:xfrm>
            <a:off x="435486" y="4077072"/>
            <a:ext cx="36004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dirty="0">
                <a:solidFill>
                  <a:srgbClr val="FF0000"/>
                </a:solidFill>
              </a:rPr>
              <a:t>8</a:t>
            </a:r>
            <a:endParaRPr lang="zh-CN" altLang="en-US" dirty="0">
              <a:solidFill>
                <a:srgbClr val="FF0000"/>
              </a:solidFill>
            </a:endParaRPr>
          </a:p>
        </p:txBody>
      </p:sp>
      <p:sp>
        <p:nvSpPr>
          <p:cNvPr id="42" name="TextBox 41"/>
          <p:cNvSpPr txBox="1"/>
          <p:nvPr/>
        </p:nvSpPr>
        <p:spPr>
          <a:xfrm>
            <a:off x="723518" y="3573016"/>
            <a:ext cx="43204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dirty="0">
                <a:solidFill>
                  <a:srgbClr val="FF0000"/>
                </a:solidFill>
              </a:rPr>
              <a:t>11</a:t>
            </a:r>
            <a:endParaRPr lang="zh-CN" altLang="en-US" dirty="0">
              <a:solidFill>
                <a:srgbClr val="FF0000"/>
              </a:solidFill>
            </a:endParaRPr>
          </a:p>
        </p:txBody>
      </p:sp>
      <p:sp>
        <p:nvSpPr>
          <p:cNvPr id="43" name="TextBox 42"/>
          <p:cNvSpPr txBox="1"/>
          <p:nvPr/>
        </p:nvSpPr>
        <p:spPr>
          <a:xfrm>
            <a:off x="1299582" y="3284984"/>
            <a:ext cx="50405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dirty="0">
                <a:solidFill>
                  <a:srgbClr val="FF0000"/>
                </a:solidFill>
              </a:rPr>
              <a:t>12</a:t>
            </a:r>
            <a:endParaRPr lang="zh-CN" altLang="en-US" dirty="0">
              <a:solidFill>
                <a:srgbClr val="FF0000"/>
              </a:solidFill>
            </a:endParaRPr>
          </a:p>
        </p:txBody>
      </p:sp>
      <p:sp>
        <p:nvSpPr>
          <p:cNvPr id="44" name="TextBox 43"/>
          <p:cNvSpPr txBox="1"/>
          <p:nvPr/>
        </p:nvSpPr>
        <p:spPr>
          <a:xfrm>
            <a:off x="1803638" y="3284984"/>
            <a:ext cx="36004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dirty="0">
                <a:solidFill>
                  <a:srgbClr val="FF0000"/>
                </a:solidFill>
              </a:rPr>
              <a:t>0</a:t>
            </a:r>
            <a:endParaRPr lang="zh-CN" altLang="en-US" dirty="0">
              <a:solidFill>
                <a:srgbClr val="FF0000"/>
              </a:solidFill>
            </a:endParaRPr>
          </a:p>
        </p:txBody>
      </p:sp>
      <p:sp>
        <p:nvSpPr>
          <p:cNvPr id="45" name="TextBox 44"/>
          <p:cNvSpPr txBox="1"/>
          <p:nvPr/>
        </p:nvSpPr>
        <p:spPr>
          <a:xfrm>
            <a:off x="2307694" y="3573016"/>
            <a:ext cx="36004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dirty="0">
                <a:solidFill>
                  <a:srgbClr val="FF0000"/>
                </a:solidFill>
              </a:rPr>
              <a:t>8</a:t>
            </a:r>
            <a:endParaRPr lang="zh-CN" altLang="en-US" dirty="0">
              <a:solidFill>
                <a:srgbClr val="FF0000"/>
              </a:solidFill>
            </a:endParaRPr>
          </a:p>
        </p:txBody>
      </p:sp>
      <p:sp>
        <p:nvSpPr>
          <p:cNvPr id="46" name="TextBox 45"/>
          <p:cNvSpPr txBox="1"/>
          <p:nvPr/>
        </p:nvSpPr>
        <p:spPr>
          <a:xfrm>
            <a:off x="2595726" y="4077072"/>
            <a:ext cx="36004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dirty="0">
                <a:solidFill>
                  <a:srgbClr val="FF0000"/>
                </a:solidFill>
              </a:rPr>
              <a:t>3</a:t>
            </a:r>
            <a:endParaRPr lang="zh-CN" altLang="en-US" dirty="0">
              <a:solidFill>
                <a:srgbClr val="FF0000"/>
              </a:solidFill>
            </a:endParaRPr>
          </a:p>
        </p:txBody>
      </p:sp>
    </p:spTree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矩形 6"/>
          <p:cNvSpPr/>
          <p:nvPr>
            <p:custDataLst>
              <p:tags r:id="rId1"/>
            </p:custDataLst>
          </p:nvPr>
        </p:nvSpPr>
        <p:spPr>
          <a:xfrm>
            <a:off x="207010" y="708025"/>
            <a:ext cx="4396740" cy="1530350"/>
          </a:xfrm>
          <a:prstGeom prst="rect">
            <a:avLst/>
          </a:prstGeom>
          <a:solidFill>
            <a:srgbClr val="1E7AB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350">
              <a:latin typeface="Noto Serif CJK SC" panose="02020400000000000000" pitchFamily="18" charset="-122"/>
              <a:ea typeface="FZHei-B01S" panose="02010601030101010101" pitchFamily="2" charset="-122"/>
              <a:sym typeface="Noto Serif CJK SC" panose="02020400000000000000" pitchFamily="18" charset="-122"/>
            </a:endParaRPr>
          </a:p>
        </p:txBody>
      </p:sp>
      <p:sp>
        <p:nvSpPr>
          <p:cNvPr id="8" name="矩形 7"/>
          <p:cNvSpPr/>
          <p:nvPr>
            <p:custDataLst>
              <p:tags r:id="rId2"/>
            </p:custDataLst>
          </p:nvPr>
        </p:nvSpPr>
        <p:spPr>
          <a:xfrm>
            <a:off x="207010" y="1406525"/>
            <a:ext cx="8709660" cy="158369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350">
              <a:latin typeface="Noto Serif CJK SC" panose="02020400000000000000" pitchFamily="18" charset="-122"/>
              <a:ea typeface="FZHei-B01S" panose="02010601030101010101" pitchFamily="2" charset="-122"/>
              <a:sym typeface="Noto Serif CJK SC" panose="02020400000000000000" pitchFamily="18" charset="-122"/>
            </a:endParaRPr>
          </a:p>
        </p:txBody>
      </p:sp>
      <p:sp>
        <p:nvSpPr>
          <p:cNvPr id="11" name="Title 1"/>
          <p:cNvSpPr>
            <a:spLocks noGrp="1"/>
          </p:cNvSpPr>
          <p:nvPr>
            <p:custDataLst>
              <p:tags r:id="rId3"/>
            </p:custDataLst>
          </p:nvPr>
        </p:nvSpPr>
        <p:spPr>
          <a:xfrm>
            <a:off x="368935" y="751840"/>
            <a:ext cx="6592570" cy="72136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5335" kern="120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+mj-ea"/>
                <a:cs typeface="Times New Roman" panose="02020603050405020304" pitchFamily="18" charset="0"/>
              </a:defRPr>
            </a:lvl1pPr>
          </a:lstStyle>
          <a:p>
            <a:r>
              <a:rPr lang="en-US" altLang="zh-CN" sz="3600" dirty="0">
                <a:solidFill>
                  <a:schemeClr val="bg1"/>
                </a:solidFill>
              </a:rPr>
              <a:t>Array-Based Queues</a:t>
            </a:r>
          </a:p>
        </p:txBody>
      </p:sp>
      <p:pic>
        <p:nvPicPr>
          <p:cNvPr id="13" name="图片 12" descr="华工标志（透明版"/>
          <p:cNvPicPr>
            <a:picLocks noChangeAspect="1"/>
          </p:cNvPicPr>
          <p:nvPr>
            <p:custDataLst>
              <p:tags r:id="rId4"/>
            </p:custDataLst>
          </p:nvPr>
        </p:nvPicPr>
        <p:blipFill>
          <a:blip r:embed="rId7" cstate="print"/>
          <a:stretch>
            <a:fillRect/>
          </a:stretch>
        </p:blipFill>
        <p:spPr>
          <a:xfrm>
            <a:off x="7740015" y="116205"/>
            <a:ext cx="1230630" cy="1230630"/>
          </a:xfrm>
          <a:prstGeom prst="rect">
            <a:avLst/>
          </a:prstGeom>
        </p:spPr>
      </p:pic>
      <p:sp>
        <p:nvSpPr>
          <p:cNvPr id="5" name="Content Placeholder 2"/>
          <p:cNvSpPr>
            <a:spLocks noGrp="1"/>
          </p:cNvSpPr>
          <p:nvPr>
            <p:custDataLst>
              <p:tags r:id="rId5"/>
            </p:custDataLst>
          </p:nvPr>
        </p:nvSpPr>
        <p:spPr>
          <a:xfrm>
            <a:off x="633730" y="1685290"/>
            <a:ext cx="7886700" cy="990600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170815" indent="-170815" algn="l" defTabSz="685800" rtl="0" eaLnBrk="1" latinLnBrk="0" hangingPunct="1">
              <a:lnSpc>
                <a:spcPct val="90000"/>
              </a:lnSpc>
              <a:spcBef>
                <a:spcPct val="151000"/>
              </a:spcBef>
              <a:buFont typeface="Wingdings 2" panose="05020102010507070707" pitchFamily="18" charset="2"/>
              <a:buChar char=""/>
              <a:defRPr sz="3200" kern="1200">
                <a:solidFill>
                  <a:schemeClr val="tx1"/>
                </a:solidFill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defRPr>
            </a:lvl1pPr>
            <a:lvl2pPr marL="513715" indent="-170815" algn="l" defTabSz="685800" rtl="0" eaLnBrk="1" latinLnBrk="0" hangingPunct="1">
              <a:lnSpc>
                <a:spcPct val="90000"/>
              </a:lnSpc>
              <a:spcBef>
                <a:spcPct val="75000"/>
              </a:spcBef>
              <a:buFont typeface="Wingdings 2" panose="05020102010507070707" pitchFamily="18" charset="2"/>
              <a:buChar char=""/>
              <a:defRPr sz="2665" kern="1200">
                <a:solidFill>
                  <a:schemeClr val="tx1"/>
                </a:solidFill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defRPr>
            </a:lvl2pPr>
            <a:lvl3pPr marL="856615" indent="-170815" algn="l" defTabSz="685800" rtl="0" eaLnBrk="1" latinLnBrk="0" hangingPunct="1">
              <a:lnSpc>
                <a:spcPct val="90000"/>
              </a:lnSpc>
              <a:spcBef>
                <a:spcPct val="75000"/>
              </a:spcBef>
              <a:buFont typeface="Wingdings 2" panose="05020102010507070707" pitchFamily="18" charset="2"/>
              <a:buChar char=""/>
              <a:defRPr sz="2400" kern="1200">
                <a:solidFill>
                  <a:schemeClr val="tx1"/>
                </a:solidFill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defRPr>
            </a:lvl3pPr>
            <a:lvl4pPr marL="1199515" indent="-170815" algn="l" defTabSz="685800" rtl="0" eaLnBrk="1" latinLnBrk="0" hangingPunct="1">
              <a:lnSpc>
                <a:spcPct val="90000"/>
              </a:lnSpc>
              <a:spcBef>
                <a:spcPct val="75000"/>
              </a:spcBef>
              <a:buFont typeface="Wingdings 2" panose="05020102010507070707" pitchFamily="18" charset="2"/>
              <a:buChar char=""/>
              <a:defRPr sz="1865" kern="1200">
                <a:solidFill>
                  <a:schemeClr val="tx1"/>
                </a:solidFill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defRPr>
            </a:lvl4pPr>
            <a:lvl5pPr marL="1542415" indent="-170815" algn="l" defTabSz="685800" rtl="0" eaLnBrk="1" latinLnBrk="0" hangingPunct="1">
              <a:lnSpc>
                <a:spcPct val="90000"/>
              </a:lnSpc>
              <a:spcBef>
                <a:spcPct val="75000"/>
              </a:spcBef>
              <a:buFont typeface="Wingdings 2" panose="05020102010507070707" pitchFamily="18" charset="2"/>
              <a:buChar char=""/>
              <a:defRPr sz="1865" kern="1200">
                <a:solidFill>
                  <a:schemeClr val="tx1"/>
                </a:solidFill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defRPr>
            </a:lvl5pPr>
            <a:lvl6pPr marL="1885315" indent="-170815" algn="l" defTabSz="685800" rtl="0" eaLnBrk="1" latinLnBrk="0" hangingPunct="1">
              <a:spcBef>
                <a:spcPts val="130"/>
              </a:spcBef>
              <a:buFont typeface="Wingdings 2" panose="05020102010507070707" pitchFamily="18" charset="2"/>
              <a:buChar char=""/>
              <a:defRPr sz="1355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228215" indent="-170815" algn="l" defTabSz="685800" rtl="0" eaLnBrk="1" latinLnBrk="0" hangingPunct="1">
              <a:spcBef>
                <a:spcPts val="130"/>
              </a:spcBef>
              <a:buFont typeface="Wingdings 2" panose="05020102010507070707" pitchFamily="18" charset="2"/>
              <a:buChar char=""/>
              <a:defRPr sz="1355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571115" indent="-170815" algn="l" defTabSz="685800" rtl="0" eaLnBrk="1" latinLnBrk="0" hangingPunct="1">
              <a:spcBef>
                <a:spcPts val="130"/>
              </a:spcBef>
              <a:buFont typeface="Wingdings 2" panose="05020102010507070707" pitchFamily="18" charset="2"/>
              <a:buChar char=""/>
              <a:defRPr sz="1355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914015" indent="-170815" algn="l" defTabSz="685800" rtl="0" eaLnBrk="1" latinLnBrk="0" hangingPunct="1">
              <a:spcBef>
                <a:spcPts val="130"/>
              </a:spcBef>
              <a:buFont typeface="Wingdings 2" panose="05020102010507070707" pitchFamily="18" charset="2"/>
              <a:buChar char=""/>
              <a:defRPr sz="1355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CN" sz="2800" dirty="0"/>
              <a:t>Circular queue</a:t>
            </a:r>
          </a:p>
          <a:p>
            <a:pPr lvl="1"/>
            <a:r>
              <a:rPr lang="en-US" altLang="zh-CN" sz="2400" dirty="0"/>
              <a:t>How to recognize whether the queue is empty or full? </a:t>
            </a:r>
          </a:p>
        </p:txBody>
      </p:sp>
      <p:sp>
        <p:nvSpPr>
          <p:cNvPr id="69634" name="Slide Number Placeholder 3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557530" indent="-21463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857250" indent="-1714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200150" indent="-1714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1543050" indent="-1714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1885950" indent="-1714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228850" indent="-1714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2571750" indent="-1714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2914650" indent="-1714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fld id="{402E8588-E3A3-4906-BAB1-27377467FCD7}" type="slidenum">
              <a:rPr lang="en-US" altLang="zh-CN" sz="465" smtClean="0"/>
              <a:pPr/>
              <a:t>52</a:t>
            </a:fld>
            <a:endParaRPr lang="en-US" altLang="zh-CN" sz="465" dirty="0"/>
          </a:p>
        </p:txBody>
      </p:sp>
      <p:pic>
        <p:nvPicPr>
          <p:cNvPr id="6" name="图片 5"/>
          <p:cNvPicPr>
            <a:picLocks noChangeAspect="1"/>
          </p:cNvPicPr>
          <p:nvPr/>
        </p:nvPicPr>
        <p:blipFill>
          <a:blip r:embed="rId8" cstate="print"/>
          <a:stretch>
            <a:fillRect/>
          </a:stretch>
        </p:blipFill>
        <p:spPr>
          <a:xfrm>
            <a:off x="4788024" y="3212976"/>
            <a:ext cx="3920490" cy="3128645"/>
          </a:xfrm>
          <a:prstGeom prst="rect">
            <a:avLst/>
          </a:prstGeom>
        </p:spPr>
      </p:pic>
      <p:sp>
        <p:nvSpPr>
          <p:cNvPr id="2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fld id="{ECD4C098-9CB5-4281-9E29-6896F1B09D31}" type="datetime1">
              <a:rPr lang="zh-CN" altLang="en-US" sz="465" smtClean="0"/>
              <a:pPr>
                <a:defRPr/>
              </a:pPr>
              <a:t>2025/12/16</a:t>
            </a:fld>
            <a:endParaRPr lang="zh-CN" altLang="en-US" sz="465"/>
          </a:p>
        </p:txBody>
      </p:sp>
      <p:sp>
        <p:nvSpPr>
          <p:cNvPr id="4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altLang="zh-CN" sz="465"/>
              <a:t>Stacks and Queues - Lecture 6</a:t>
            </a:r>
            <a:endParaRPr lang="zh-CN" altLang="en-US" sz="465"/>
          </a:p>
        </p:txBody>
      </p:sp>
      <p:pic>
        <p:nvPicPr>
          <p:cNvPr id="31" name="图片 30"/>
          <p:cNvPicPr>
            <a:picLocks noChangeAspect="1"/>
          </p:cNvPicPr>
          <p:nvPr/>
        </p:nvPicPr>
        <p:blipFill>
          <a:blip r:embed="rId8" cstate="print"/>
          <a:stretch>
            <a:fillRect/>
          </a:stretch>
        </p:blipFill>
        <p:spPr>
          <a:xfrm>
            <a:off x="219462" y="3180675"/>
            <a:ext cx="3920490" cy="3128645"/>
          </a:xfrm>
          <a:prstGeom prst="rect">
            <a:avLst/>
          </a:prstGeom>
        </p:spPr>
      </p:pic>
      <p:sp>
        <p:nvSpPr>
          <p:cNvPr id="32" name="TextBox 31"/>
          <p:cNvSpPr txBox="1"/>
          <p:nvPr/>
        </p:nvSpPr>
        <p:spPr>
          <a:xfrm>
            <a:off x="2667734" y="4653136"/>
            <a:ext cx="36004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dirty="0"/>
              <a:t>5</a:t>
            </a:r>
            <a:endParaRPr lang="zh-CN" altLang="en-US" dirty="0"/>
          </a:p>
        </p:txBody>
      </p:sp>
      <p:sp>
        <p:nvSpPr>
          <p:cNvPr id="35" name="TextBox 34"/>
          <p:cNvSpPr txBox="1"/>
          <p:nvPr/>
        </p:nvSpPr>
        <p:spPr>
          <a:xfrm>
            <a:off x="2379702" y="5157192"/>
            <a:ext cx="36004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dirty="0">
                <a:solidFill>
                  <a:srgbClr val="FF0000"/>
                </a:solidFill>
              </a:rPr>
              <a:t>6</a:t>
            </a:r>
            <a:endParaRPr lang="zh-CN" altLang="en-US" dirty="0">
              <a:solidFill>
                <a:srgbClr val="FF0000"/>
              </a:solidFill>
            </a:endParaRPr>
          </a:p>
        </p:txBody>
      </p:sp>
      <p:sp>
        <p:nvSpPr>
          <p:cNvPr id="37" name="TextBox 36"/>
          <p:cNvSpPr txBox="1"/>
          <p:nvPr/>
        </p:nvSpPr>
        <p:spPr>
          <a:xfrm>
            <a:off x="1803638" y="5373216"/>
            <a:ext cx="36004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dirty="0">
                <a:solidFill>
                  <a:srgbClr val="FF0000"/>
                </a:solidFill>
              </a:rPr>
              <a:t>7</a:t>
            </a:r>
            <a:endParaRPr lang="zh-CN" altLang="en-US" dirty="0">
              <a:solidFill>
                <a:srgbClr val="FF0000"/>
              </a:solidFill>
            </a:endParaRPr>
          </a:p>
        </p:txBody>
      </p:sp>
      <p:sp>
        <p:nvSpPr>
          <p:cNvPr id="38" name="TextBox 37"/>
          <p:cNvSpPr txBox="1"/>
          <p:nvPr/>
        </p:nvSpPr>
        <p:spPr>
          <a:xfrm>
            <a:off x="1299582" y="5373216"/>
            <a:ext cx="36004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dirty="0">
                <a:solidFill>
                  <a:srgbClr val="FF0000"/>
                </a:solidFill>
              </a:rPr>
              <a:t>2</a:t>
            </a:r>
            <a:endParaRPr lang="zh-CN" altLang="en-US" dirty="0">
              <a:solidFill>
                <a:srgbClr val="FF0000"/>
              </a:solidFill>
            </a:endParaRPr>
          </a:p>
        </p:txBody>
      </p:sp>
      <p:sp>
        <p:nvSpPr>
          <p:cNvPr id="39" name="TextBox 38"/>
          <p:cNvSpPr txBox="1"/>
          <p:nvPr/>
        </p:nvSpPr>
        <p:spPr>
          <a:xfrm>
            <a:off x="723518" y="5157192"/>
            <a:ext cx="36004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dirty="0">
                <a:solidFill>
                  <a:srgbClr val="FF0000"/>
                </a:solidFill>
              </a:rPr>
              <a:t>4</a:t>
            </a:r>
            <a:endParaRPr lang="zh-CN" altLang="en-US" dirty="0">
              <a:solidFill>
                <a:srgbClr val="FF0000"/>
              </a:solidFill>
            </a:endParaRPr>
          </a:p>
        </p:txBody>
      </p:sp>
      <p:sp>
        <p:nvSpPr>
          <p:cNvPr id="40" name="TextBox 39"/>
          <p:cNvSpPr txBox="1"/>
          <p:nvPr/>
        </p:nvSpPr>
        <p:spPr>
          <a:xfrm>
            <a:off x="507494" y="4653136"/>
            <a:ext cx="36004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dirty="0">
                <a:solidFill>
                  <a:srgbClr val="FF0000"/>
                </a:solidFill>
              </a:rPr>
              <a:t>9</a:t>
            </a:r>
            <a:endParaRPr lang="zh-CN" altLang="en-US" dirty="0">
              <a:solidFill>
                <a:srgbClr val="FF0000"/>
              </a:solidFill>
            </a:endParaRPr>
          </a:p>
        </p:txBody>
      </p:sp>
      <p:sp>
        <p:nvSpPr>
          <p:cNvPr id="41" name="TextBox 40"/>
          <p:cNvSpPr txBox="1"/>
          <p:nvPr/>
        </p:nvSpPr>
        <p:spPr>
          <a:xfrm>
            <a:off x="435486" y="4077072"/>
            <a:ext cx="36004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dirty="0">
                <a:solidFill>
                  <a:srgbClr val="FF0000"/>
                </a:solidFill>
              </a:rPr>
              <a:t>8</a:t>
            </a:r>
            <a:endParaRPr lang="zh-CN" altLang="en-US" dirty="0">
              <a:solidFill>
                <a:srgbClr val="FF0000"/>
              </a:solidFill>
            </a:endParaRPr>
          </a:p>
        </p:txBody>
      </p:sp>
      <p:sp>
        <p:nvSpPr>
          <p:cNvPr id="42" name="TextBox 41"/>
          <p:cNvSpPr txBox="1"/>
          <p:nvPr/>
        </p:nvSpPr>
        <p:spPr>
          <a:xfrm>
            <a:off x="723518" y="3573016"/>
            <a:ext cx="43204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dirty="0">
                <a:solidFill>
                  <a:srgbClr val="FF0000"/>
                </a:solidFill>
              </a:rPr>
              <a:t>11</a:t>
            </a:r>
            <a:endParaRPr lang="zh-CN" altLang="en-US" dirty="0">
              <a:solidFill>
                <a:srgbClr val="FF0000"/>
              </a:solidFill>
            </a:endParaRPr>
          </a:p>
        </p:txBody>
      </p:sp>
      <p:sp>
        <p:nvSpPr>
          <p:cNvPr id="43" name="TextBox 42"/>
          <p:cNvSpPr txBox="1"/>
          <p:nvPr/>
        </p:nvSpPr>
        <p:spPr>
          <a:xfrm>
            <a:off x="1299582" y="3284984"/>
            <a:ext cx="50405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dirty="0">
                <a:solidFill>
                  <a:srgbClr val="FF0000"/>
                </a:solidFill>
              </a:rPr>
              <a:t>12</a:t>
            </a:r>
            <a:endParaRPr lang="zh-CN" altLang="en-US" dirty="0">
              <a:solidFill>
                <a:srgbClr val="FF0000"/>
              </a:solidFill>
            </a:endParaRPr>
          </a:p>
        </p:txBody>
      </p:sp>
      <p:sp>
        <p:nvSpPr>
          <p:cNvPr id="44" name="TextBox 43"/>
          <p:cNvSpPr txBox="1"/>
          <p:nvPr/>
        </p:nvSpPr>
        <p:spPr>
          <a:xfrm>
            <a:off x="1803638" y="3284984"/>
            <a:ext cx="36004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dirty="0">
                <a:solidFill>
                  <a:srgbClr val="FF0000"/>
                </a:solidFill>
              </a:rPr>
              <a:t>0</a:t>
            </a:r>
            <a:endParaRPr lang="zh-CN" altLang="en-US" dirty="0">
              <a:solidFill>
                <a:srgbClr val="FF0000"/>
              </a:solidFill>
            </a:endParaRPr>
          </a:p>
        </p:txBody>
      </p:sp>
      <p:sp>
        <p:nvSpPr>
          <p:cNvPr id="45" name="TextBox 44"/>
          <p:cNvSpPr txBox="1"/>
          <p:nvPr/>
        </p:nvSpPr>
        <p:spPr>
          <a:xfrm>
            <a:off x="2307694" y="3573016"/>
            <a:ext cx="36004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dirty="0">
                <a:solidFill>
                  <a:srgbClr val="FF0000"/>
                </a:solidFill>
              </a:rPr>
              <a:t>8</a:t>
            </a:r>
            <a:endParaRPr lang="zh-CN" altLang="en-US" dirty="0">
              <a:solidFill>
                <a:srgbClr val="FF0000"/>
              </a:solidFill>
            </a:endParaRPr>
          </a:p>
        </p:txBody>
      </p:sp>
      <p:sp>
        <p:nvSpPr>
          <p:cNvPr id="46" name="TextBox 45"/>
          <p:cNvSpPr txBox="1"/>
          <p:nvPr/>
        </p:nvSpPr>
        <p:spPr>
          <a:xfrm>
            <a:off x="2595726" y="4077072"/>
            <a:ext cx="36004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dirty="0">
                <a:solidFill>
                  <a:srgbClr val="FF0000"/>
                </a:solidFill>
              </a:rPr>
              <a:t>3</a:t>
            </a:r>
            <a:endParaRPr lang="zh-CN" altLang="en-US" dirty="0">
              <a:solidFill>
                <a:srgbClr val="FF0000"/>
              </a:solidFill>
            </a:endParaRPr>
          </a:p>
        </p:txBody>
      </p:sp>
    </p:spTree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矩形 4"/>
          <p:cNvSpPr/>
          <p:nvPr>
            <p:custDataLst>
              <p:tags r:id="rId1"/>
            </p:custDataLst>
          </p:nvPr>
        </p:nvSpPr>
        <p:spPr>
          <a:xfrm>
            <a:off x="207010" y="708025"/>
            <a:ext cx="4396740" cy="1530350"/>
          </a:xfrm>
          <a:prstGeom prst="rect">
            <a:avLst/>
          </a:prstGeom>
          <a:solidFill>
            <a:srgbClr val="1E7AB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350">
              <a:latin typeface="Noto Serif CJK SC" panose="02020400000000000000" pitchFamily="18" charset="-122"/>
              <a:ea typeface="FZHei-B01S" panose="02010601030101010101" pitchFamily="2" charset="-122"/>
              <a:sym typeface="Noto Serif CJK SC" panose="02020400000000000000" pitchFamily="18" charset="-122"/>
            </a:endParaRPr>
          </a:p>
        </p:txBody>
      </p:sp>
      <p:sp>
        <p:nvSpPr>
          <p:cNvPr id="7" name="矩形 6"/>
          <p:cNvSpPr/>
          <p:nvPr>
            <p:custDataLst>
              <p:tags r:id="rId2"/>
            </p:custDataLst>
          </p:nvPr>
        </p:nvSpPr>
        <p:spPr>
          <a:xfrm>
            <a:off x="207010" y="1406525"/>
            <a:ext cx="8709660" cy="488569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350">
              <a:latin typeface="Noto Serif CJK SC" panose="02020400000000000000" pitchFamily="18" charset="-122"/>
              <a:ea typeface="FZHei-B01S" panose="02010601030101010101" pitchFamily="2" charset="-122"/>
              <a:sym typeface="Noto Serif CJK SC" panose="02020400000000000000" pitchFamily="18" charset="-122"/>
            </a:endParaRPr>
          </a:p>
        </p:txBody>
      </p:sp>
      <p:sp>
        <p:nvSpPr>
          <p:cNvPr id="11" name="Title 1"/>
          <p:cNvSpPr>
            <a:spLocks noGrp="1"/>
          </p:cNvSpPr>
          <p:nvPr>
            <p:custDataLst>
              <p:tags r:id="rId3"/>
            </p:custDataLst>
          </p:nvPr>
        </p:nvSpPr>
        <p:spPr>
          <a:xfrm>
            <a:off x="368935" y="751840"/>
            <a:ext cx="6592570" cy="72136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5335" kern="120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+mj-ea"/>
                <a:cs typeface="Times New Roman" panose="02020603050405020304" pitchFamily="18" charset="0"/>
              </a:defRPr>
            </a:lvl1pPr>
          </a:lstStyle>
          <a:p>
            <a:r>
              <a:rPr lang="en-US" altLang="zh-CN" sz="3600" dirty="0">
                <a:solidFill>
                  <a:schemeClr val="bg1"/>
                </a:solidFill>
              </a:rPr>
              <a:t>Array-Based Queues</a:t>
            </a:r>
          </a:p>
        </p:txBody>
      </p:sp>
      <p:pic>
        <p:nvPicPr>
          <p:cNvPr id="13" name="图片 12" descr="华工标志（透明版"/>
          <p:cNvPicPr>
            <a:picLocks noChangeAspect="1"/>
          </p:cNvPicPr>
          <p:nvPr>
            <p:custDataLst>
              <p:tags r:id="rId4"/>
            </p:custDataLst>
          </p:nvPr>
        </p:nvPicPr>
        <p:blipFill>
          <a:blip r:embed="rId29" cstate="print"/>
          <a:stretch>
            <a:fillRect/>
          </a:stretch>
        </p:blipFill>
        <p:spPr>
          <a:xfrm>
            <a:off x="7740015" y="116205"/>
            <a:ext cx="1230630" cy="1230630"/>
          </a:xfrm>
          <a:prstGeom prst="rect">
            <a:avLst/>
          </a:prstGeom>
        </p:spPr>
      </p:pic>
      <p:grpSp>
        <p:nvGrpSpPr>
          <p:cNvPr id="951" name="组合 950"/>
          <p:cNvGrpSpPr/>
          <p:nvPr/>
        </p:nvGrpSpPr>
        <p:grpSpPr>
          <a:xfrm rot="3780000">
            <a:off x="7806690" y="5443855"/>
            <a:ext cx="740410" cy="758825"/>
            <a:chOff x="3282950" y="1154113"/>
            <a:chExt cx="698501" cy="715963"/>
          </a:xfrm>
          <a:solidFill>
            <a:schemeClr val="accent1">
              <a:lumMod val="75000"/>
              <a:alpha val="37000"/>
            </a:schemeClr>
          </a:solidFill>
        </p:grpSpPr>
        <p:sp>
          <p:nvSpPr>
            <p:cNvPr id="17289" name="Freeform 905"/>
            <p:cNvSpPr/>
            <p:nvPr>
              <p:custDataLst>
                <p:tags r:id="rId5"/>
              </p:custDataLst>
            </p:nvPr>
          </p:nvSpPr>
          <p:spPr bwMode="auto">
            <a:xfrm>
              <a:off x="3324225" y="1268413"/>
              <a:ext cx="55563" cy="153988"/>
            </a:xfrm>
            <a:custGeom>
              <a:avLst/>
              <a:gdLst/>
              <a:ahLst/>
              <a:cxnLst>
                <a:cxn ang="0">
                  <a:pos x="96" y="3"/>
                </a:cxn>
                <a:cxn ang="0">
                  <a:pos x="96" y="3"/>
                </a:cxn>
                <a:cxn ang="0">
                  <a:pos x="86" y="18"/>
                </a:cxn>
                <a:cxn ang="0">
                  <a:pos x="77" y="35"/>
                </a:cxn>
                <a:cxn ang="0">
                  <a:pos x="70" y="51"/>
                </a:cxn>
                <a:cxn ang="0">
                  <a:pos x="63" y="69"/>
                </a:cxn>
                <a:cxn ang="0">
                  <a:pos x="50" y="104"/>
                </a:cxn>
                <a:cxn ang="0">
                  <a:pos x="39" y="138"/>
                </a:cxn>
                <a:cxn ang="0">
                  <a:pos x="39" y="138"/>
                </a:cxn>
                <a:cxn ang="0">
                  <a:pos x="27" y="174"/>
                </a:cxn>
                <a:cxn ang="0">
                  <a:pos x="15" y="210"/>
                </a:cxn>
                <a:cxn ang="0">
                  <a:pos x="10" y="229"/>
                </a:cxn>
                <a:cxn ang="0">
                  <a:pos x="5" y="247"/>
                </a:cxn>
                <a:cxn ang="0">
                  <a:pos x="2" y="266"/>
                </a:cxn>
                <a:cxn ang="0">
                  <a:pos x="0" y="285"/>
                </a:cxn>
                <a:cxn ang="0">
                  <a:pos x="0" y="285"/>
                </a:cxn>
                <a:cxn ang="0">
                  <a:pos x="1" y="287"/>
                </a:cxn>
                <a:cxn ang="0">
                  <a:pos x="2" y="288"/>
                </a:cxn>
                <a:cxn ang="0">
                  <a:pos x="3" y="289"/>
                </a:cxn>
                <a:cxn ang="0">
                  <a:pos x="5" y="290"/>
                </a:cxn>
                <a:cxn ang="0">
                  <a:pos x="6" y="289"/>
                </a:cxn>
                <a:cxn ang="0">
                  <a:pos x="8" y="288"/>
                </a:cxn>
                <a:cxn ang="0">
                  <a:pos x="9" y="287"/>
                </a:cxn>
                <a:cxn ang="0">
                  <a:pos x="10" y="285"/>
                </a:cxn>
                <a:cxn ang="0">
                  <a:pos x="10" y="285"/>
                </a:cxn>
                <a:cxn ang="0">
                  <a:pos x="11" y="266"/>
                </a:cxn>
                <a:cxn ang="0">
                  <a:pos x="15" y="247"/>
                </a:cxn>
                <a:cxn ang="0">
                  <a:pos x="19" y="230"/>
                </a:cxn>
                <a:cxn ang="0">
                  <a:pos x="25" y="211"/>
                </a:cxn>
                <a:cxn ang="0">
                  <a:pos x="36" y="176"/>
                </a:cxn>
                <a:cxn ang="0">
                  <a:pos x="48" y="141"/>
                </a:cxn>
                <a:cxn ang="0">
                  <a:pos x="48" y="141"/>
                </a:cxn>
                <a:cxn ang="0">
                  <a:pos x="60" y="107"/>
                </a:cxn>
                <a:cxn ang="0">
                  <a:pos x="71" y="72"/>
                </a:cxn>
                <a:cxn ang="0">
                  <a:pos x="78" y="55"/>
                </a:cxn>
                <a:cxn ang="0">
                  <a:pos x="86" y="39"/>
                </a:cxn>
                <a:cxn ang="0">
                  <a:pos x="94" y="22"/>
                </a:cxn>
                <a:cxn ang="0">
                  <a:pos x="104" y="8"/>
                </a:cxn>
                <a:cxn ang="0">
                  <a:pos x="104" y="8"/>
                </a:cxn>
                <a:cxn ang="0">
                  <a:pos x="105" y="6"/>
                </a:cxn>
                <a:cxn ang="0">
                  <a:pos x="104" y="4"/>
                </a:cxn>
                <a:cxn ang="0">
                  <a:pos x="104" y="3"/>
                </a:cxn>
                <a:cxn ang="0">
                  <a:pos x="102" y="2"/>
                </a:cxn>
                <a:cxn ang="0">
                  <a:pos x="99" y="0"/>
                </a:cxn>
                <a:cxn ang="0">
                  <a:pos x="97" y="2"/>
                </a:cxn>
                <a:cxn ang="0">
                  <a:pos x="96" y="3"/>
                </a:cxn>
                <a:cxn ang="0">
                  <a:pos x="96" y="3"/>
                </a:cxn>
              </a:cxnLst>
              <a:rect l="0" t="0" r="r" b="b"/>
              <a:pathLst>
                <a:path w="105" h="290">
                  <a:moveTo>
                    <a:pt x="96" y="3"/>
                  </a:moveTo>
                  <a:lnTo>
                    <a:pt x="96" y="3"/>
                  </a:lnTo>
                  <a:lnTo>
                    <a:pt x="86" y="18"/>
                  </a:lnTo>
                  <a:lnTo>
                    <a:pt x="77" y="35"/>
                  </a:lnTo>
                  <a:lnTo>
                    <a:pt x="70" y="51"/>
                  </a:lnTo>
                  <a:lnTo>
                    <a:pt x="63" y="69"/>
                  </a:lnTo>
                  <a:lnTo>
                    <a:pt x="50" y="104"/>
                  </a:lnTo>
                  <a:lnTo>
                    <a:pt x="39" y="138"/>
                  </a:lnTo>
                  <a:lnTo>
                    <a:pt x="39" y="138"/>
                  </a:lnTo>
                  <a:lnTo>
                    <a:pt x="27" y="174"/>
                  </a:lnTo>
                  <a:lnTo>
                    <a:pt x="15" y="210"/>
                  </a:lnTo>
                  <a:lnTo>
                    <a:pt x="10" y="229"/>
                  </a:lnTo>
                  <a:lnTo>
                    <a:pt x="5" y="247"/>
                  </a:lnTo>
                  <a:lnTo>
                    <a:pt x="2" y="266"/>
                  </a:lnTo>
                  <a:lnTo>
                    <a:pt x="0" y="285"/>
                  </a:lnTo>
                  <a:lnTo>
                    <a:pt x="0" y="285"/>
                  </a:lnTo>
                  <a:lnTo>
                    <a:pt x="1" y="287"/>
                  </a:lnTo>
                  <a:lnTo>
                    <a:pt x="2" y="288"/>
                  </a:lnTo>
                  <a:lnTo>
                    <a:pt x="3" y="289"/>
                  </a:lnTo>
                  <a:lnTo>
                    <a:pt x="5" y="290"/>
                  </a:lnTo>
                  <a:lnTo>
                    <a:pt x="6" y="289"/>
                  </a:lnTo>
                  <a:lnTo>
                    <a:pt x="8" y="288"/>
                  </a:lnTo>
                  <a:lnTo>
                    <a:pt x="9" y="287"/>
                  </a:lnTo>
                  <a:lnTo>
                    <a:pt x="10" y="285"/>
                  </a:lnTo>
                  <a:lnTo>
                    <a:pt x="10" y="285"/>
                  </a:lnTo>
                  <a:lnTo>
                    <a:pt x="11" y="266"/>
                  </a:lnTo>
                  <a:lnTo>
                    <a:pt x="15" y="247"/>
                  </a:lnTo>
                  <a:lnTo>
                    <a:pt x="19" y="230"/>
                  </a:lnTo>
                  <a:lnTo>
                    <a:pt x="25" y="211"/>
                  </a:lnTo>
                  <a:lnTo>
                    <a:pt x="36" y="176"/>
                  </a:lnTo>
                  <a:lnTo>
                    <a:pt x="48" y="141"/>
                  </a:lnTo>
                  <a:lnTo>
                    <a:pt x="48" y="141"/>
                  </a:lnTo>
                  <a:lnTo>
                    <a:pt x="60" y="107"/>
                  </a:lnTo>
                  <a:lnTo>
                    <a:pt x="71" y="72"/>
                  </a:lnTo>
                  <a:lnTo>
                    <a:pt x="78" y="55"/>
                  </a:lnTo>
                  <a:lnTo>
                    <a:pt x="86" y="39"/>
                  </a:lnTo>
                  <a:lnTo>
                    <a:pt x="94" y="22"/>
                  </a:lnTo>
                  <a:lnTo>
                    <a:pt x="104" y="8"/>
                  </a:lnTo>
                  <a:lnTo>
                    <a:pt x="104" y="8"/>
                  </a:lnTo>
                  <a:lnTo>
                    <a:pt x="105" y="6"/>
                  </a:lnTo>
                  <a:lnTo>
                    <a:pt x="104" y="4"/>
                  </a:lnTo>
                  <a:lnTo>
                    <a:pt x="104" y="3"/>
                  </a:lnTo>
                  <a:lnTo>
                    <a:pt x="102" y="2"/>
                  </a:lnTo>
                  <a:lnTo>
                    <a:pt x="99" y="0"/>
                  </a:lnTo>
                  <a:lnTo>
                    <a:pt x="97" y="2"/>
                  </a:lnTo>
                  <a:lnTo>
                    <a:pt x="96" y="3"/>
                  </a:lnTo>
                  <a:lnTo>
                    <a:pt x="96" y="3"/>
                  </a:lnTo>
                  <a:close/>
                </a:path>
              </a:pathLst>
            </a:custGeom>
            <a:grpFill/>
            <a:ln>
              <a:solidFill>
                <a:schemeClr val="accent1">
                  <a:lumMod val="75000"/>
                  <a:alpha val="0"/>
                </a:schemeClr>
              </a:solidFill>
            </a:ln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290" name="Freeform 906"/>
            <p:cNvSpPr/>
            <p:nvPr>
              <p:custDataLst>
                <p:tags r:id="rId6"/>
              </p:custDataLst>
            </p:nvPr>
          </p:nvSpPr>
          <p:spPr bwMode="auto">
            <a:xfrm>
              <a:off x="3325813" y="1239838"/>
              <a:ext cx="88900" cy="280988"/>
            </a:xfrm>
            <a:custGeom>
              <a:avLst/>
              <a:gdLst/>
              <a:ahLst/>
              <a:cxnLst>
                <a:cxn ang="0">
                  <a:pos x="156" y="4"/>
                </a:cxn>
                <a:cxn ang="0">
                  <a:pos x="152" y="37"/>
                </a:cxn>
                <a:cxn ang="0">
                  <a:pos x="143" y="70"/>
                </a:cxn>
                <a:cxn ang="0">
                  <a:pos x="121" y="134"/>
                </a:cxn>
                <a:cxn ang="0">
                  <a:pos x="108" y="168"/>
                </a:cxn>
                <a:cxn ang="0">
                  <a:pos x="82" y="235"/>
                </a:cxn>
                <a:cxn ang="0">
                  <a:pos x="68" y="268"/>
                </a:cxn>
                <a:cxn ang="0">
                  <a:pos x="58" y="301"/>
                </a:cxn>
                <a:cxn ang="0">
                  <a:pos x="38" y="399"/>
                </a:cxn>
                <a:cxn ang="0">
                  <a:pos x="35" y="416"/>
                </a:cxn>
                <a:cxn ang="0">
                  <a:pos x="26" y="446"/>
                </a:cxn>
                <a:cxn ang="0">
                  <a:pos x="20" y="461"/>
                </a:cxn>
                <a:cxn ang="0">
                  <a:pos x="11" y="492"/>
                </a:cxn>
                <a:cxn ang="0">
                  <a:pos x="2" y="522"/>
                </a:cxn>
                <a:cxn ang="0">
                  <a:pos x="0" y="524"/>
                </a:cxn>
                <a:cxn ang="0">
                  <a:pos x="1" y="528"/>
                </a:cxn>
                <a:cxn ang="0">
                  <a:pos x="1" y="529"/>
                </a:cxn>
                <a:cxn ang="0">
                  <a:pos x="3" y="531"/>
                </a:cxn>
                <a:cxn ang="0">
                  <a:pos x="7" y="531"/>
                </a:cxn>
                <a:cxn ang="0">
                  <a:pos x="9" y="529"/>
                </a:cxn>
                <a:cxn ang="0">
                  <a:pos x="18" y="505"/>
                </a:cxn>
                <a:cxn ang="0">
                  <a:pos x="23" y="480"/>
                </a:cxn>
                <a:cxn ang="0">
                  <a:pos x="29" y="462"/>
                </a:cxn>
                <a:cxn ang="0">
                  <a:pos x="41" y="428"/>
                </a:cxn>
                <a:cxn ang="0">
                  <a:pos x="46" y="410"/>
                </a:cxn>
                <a:cxn ang="0">
                  <a:pos x="59" y="341"/>
                </a:cxn>
                <a:cxn ang="0">
                  <a:pos x="71" y="288"/>
                </a:cxn>
                <a:cxn ang="0">
                  <a:pos x="77" y="271"/>
                </a:cxn>
                <a:cxn ang="0">
                  <a:pos x="105" y="200"/>
                </a:cxn>
                <a:cxn ang="0">
                  <a:pos x="132" y="129"/>
                </a:cxn>
                <a:cxn ang="0">
                  <a:pos x="143" y="98"/>
                </a:cxn>
                <a:cxn ang="0">
                  <a:pos x="158" y="51"/>
                </a:cxn>
                <a:cxn ang="0">
                  <a:pos x="164" y="20"/>
                </a:cxn>
                <a:cxn ang="0">
                  <a:pos x="166" y="4"/>
                </a:cxn>
                <a:cxn ang="0">
                  <a:pos x="164" y="1"/>
                </a:cxn>
                <a:cxn ang="0">
                  <a:pos x="161" y="0"/>
                </a:cxn>
                <a:cxn ang="0">
                  <a:pos x="158" y="1"/>
                </a:cxn>
                <a:cxn ang="0">
                  <a:pos x="156" y="4"/>
                </a:cxn>
              </a:cxnLst>
              <a:rect l="0" t="0" r="r" b="b"/>
              <a:pathLst>
                <a:path w="166" h="531">
                  <a:moveTo>
                    <a:pt x="156" y="4"/>
                  </a:moveTo>
                  <a:lnTo>
                    <a:pt x="156" y="4"/>
                  </a:lnTo>
                  <a:lnTo>
                    <a:pt x="155" y="20"/>
                  </a:lnTo>
                  <a:lnTo>
                    <a:pt x="152" y="37"/>
                  </a:lnTo>
                  <a:lnTo>
                    <a:pt x="148" y="53"/>
                  </a:lnTo>
                  <a:lnTo>
                    <a:pt x="143" y="70"/>
                  </a:lnTo>
                  <a:lnTo>
                    <a:pt x="132" y="103"/>
                  </a:lnTo>
                  <a:lnTo>
                    <a:pt x="121" y="134"/>
                  </a:lnTo>
                  <a:lnTo>
                    <a:pt x="121" y="134"/>
                  </a:lnTo>
                  <a:lnTo>
                    <a:pt x="108" y="168"/>
                  </a:lnTo>
                  <a:lnTo>
                    <a:pt x="95" y="202"/>
                  </a:lnTo>
                  <a:lnTo>
                    <a:pt x="82" y="235"/>
                  </a:lnTo>
                  <a:lnTo>
                    <a:pt x="68" y="268"/>
                  </a:lnTo>
                  <a:lnTo>
                    <a:pt x="68" y="268"/>
                  </a:lnTo>
                  <a:lnTo>
                    <a:pt x="63" y="285"/>
                  </a:lnTo>
                  <a:lnTo>
                    <a:pt x="58" y="301"/>
                  </a:lnTo>
                  <a:lnTo>
                    <a:pt x="51" y="333"/>
                  </a:lnTo>
                  <a:lnTo>
                    <a:pt x="38" y="399"/>
                  </a:lnTo>
                  <a:lnTo>
                    <a:pt x="38" y="399"/>
                  </a:lnTo>
                  <a:lnTo>
                    <a:pt x="35" y="416"/>
                  </a:lnTo>
                  <a:lnTo>
                    <a:pt x="31" y="431"/>
                  </a:lnTo>
                  <a:lnTo>
                    <a:pt x="26" y="446"/>
                  </a:lnTo>
                  <a:lnTo>
                    <a:pt x="20" y="461"/>
                  </a:lnTo>
                  <a:lnTo>
                    <a:pt x="20" y="461"/>
                  </a:lnTo>
                  <a:lnTo>
                    <a:pt x="15" y="476"/>
                  </a:lnTo>
                  <a:lnTo>
                    <a:pt x="11" y="492"/>
                  </a:lnTo>
                  <a:lnTo>
                    <a:pt x="7" y="507"/>
                  </a:lnTo>
                  <a:lnTo>
                    <a:pt x="2" y="522"/>
                  </a:lnTo>
                  <a:lnTo>
                    <a:pt x="2" y="522"/>
                  </a:lnTo>
                  <a:lnTo>
                    <a:pt x="0" y="524"/>
                  </a:lnTo>
                  <a:lnTo>
                    <a:pt x="0" y="526"/>
                  </a:lnTo>
                  <a:lnTo>
                    <a:pt x="1" y="528"/>
                  </a:lnTo>
                  <a:lnTo>
                    <a:pt x="1" y="528"/>
                  </a:lnTo>
                  <a:lnTo>
                    <a:pt x="1" y="529"/>
                  </a:lnTo>
                  <a:lnTo>
                    <a:pt x="1" y="529"/>
                  </a:lnTo>
                  <a:lnTo>
                    <a:pt x="3" y="531"/>
                  </a:lnTo>
                  <a:lnTo>
                    <a:pt x="5" y="531"/>
                  </a:lnTo>
                  <a:lnTo>
                    <a:pt x="7" y="531"/>
                  </a:lnTo>
                  <a:lnTo>
                    <a:pt x="9" y="529"/>
                  </a:lnTo>
                  <a:lnTo>
                    <a:pt x="9" y="529"/>
                  </a:lnTo>
                  <a:lnTo>
                    <a:pt x="13" y="517"/>
                  </a:lnTo>
                  <a:lnTo>
                    <a:pt x="18" y="505"/>
                  </a:lnTo>
                  <a:lnTo>
                    <a:pt x="20" y="492"/>
                  </a:lnTo>
                  <a:lnTo>
                    <a:pt x="23" y="480"/>
                  </a:lnTo>
                  <a:lnTo>
                    <a:pt x="23" y="480"/>
                  </a:lnTo>
                  <a:lnTo>
                    <a:pt x="29" y="462"/>
                  </a:lnTo>
                  <a:lnTo>
                    <a:pt x="35" y="446"/>
                  </a:lnTo>
                  <a:lnTo>
                    <a:pt x="41" y="428"/>
                  </a:lnTo>
                  <a:lnTo>
                    <a:pt x="46" y="410"/>
                  </a:lnTo>
                  <a:lnTo>
                    <a:pt x="46" y="410"/>
                  </a:lnTo>
                  <a:lnTo>
                    <a:pt x="53" y="375"/>
                  </a:lnTo>
                  <a:lnTo>
                    <a:pt x="59" y="341"/>
                  </a:lnTo>
                  <a:lnTo>
                    <a:pt x="67" y="305"/>
                  </a:lnTo>
                  <a:lnTo>
                    <a:pt x="71" y="288"/>
                  </a:lnTo>
                  <a:lnTo>
                    <a:pt x="77" y="271"/>
                  </a:lnTo>
                  <a:lnTo>
                    <a:pt x="77" y="271"/>
                  </a:lnTo>
                  <a:lnTo>
                    <a:pt x="91" y="235"/>
                  </a:lnTo>
                  <a:lnTo>
                    <a:pt x="105" y="200"/>
                  </a:lnTo>
                  <a:lnTo>
                    <a:pt x="120" y="165"/>
                  </a:lnTo>
                  <a:lnTo>
                    <a:pt x="132" y="129"/>
                  </a:lnTo>
                  <a:lnTo>
                    <a:pt x="132" y="129"/>
                  </a:lnTo>
                  <a:lnTo>
                    <a:pt x="143" y="98"/>
                  </a:lnTo>
                  <a:lnTo>
                    <a:pt x="154" y="67"/>
                  </a:lnTo>
                  <a:lnTo>
                    <a:pt x="158" y="51"/>
                  </a:lnTo>
                  <a:lnTo>
                    <a:pt x="162" y="36"/>
                  </a:lnTo>
                  <a:lnTo>
                    <a:pt x="164" y="20"/>
                  </a:lnTo>
                  <a:lnTo>
                    <a:pt x="166" y="4"/>
                  </a:lnTo>
                  <a:lnTo>
                    <a:pt x="166" y="4"/>
                  </a:lnTo>
                  <a:lnTo>
                    <a:pt x="165" y="2"/>
                  </a:lnTo>
                  <a:lnTo>
                    <a:pt x="164" y="1"/>
                  </a:lnTo>
                  <a:lnTo>
                    <a:pt x="163" y="0"/>
                  </a:lnTo>
                  <a:lnTo>
                    <a:pt x="161" y="0"/>
                  </a:lnTo>
                  <a:lnTo>
                    <a:pt x="160" y="0"/>
                  </a:lnTo>
                  <a:lnTo>
                    <a:pt x="158" y="1"/>
                  </a:lnTo>
                  <a:lnTo>
                    <a:pt x="157" y="2"/>
                  </a:lnTo>
                  <a:lnTo>
                    <a:pt x="156" y="4"/>
                  </a:lnTo>
                  <a:lnTo>
                    <a:pt x="156" y="4"/>
                  </a:lnTo>
                  <a:close/>
                </a:path>
              </a:pathLst>
            </a:custGeom>
            <a:grpFill/>
            <a:ln>
              <a:solidFill>
                <a:schemeClr val="accent1">
                  <a:lumMod val="75000"/>
                  <a:alpha val="0"/>
                </a:schemeClr>
              </a:solidFill>
            </a:ln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291" name="Freeform 907"/>
            <p:cNvSpPr/>
            <p:nvPr>
              <p:custDataLst>
                <p:tags r:id="rId7"/>
              </p:custDataLst>
            </p:nvPr>
          </p:nvSpPr>
          <p:spPr bwMode="auto">
            <a:xfrm>
              <a:off x="3338513" y="1404938"/>
              <a:ext cx="58738" cy="168275"/>
            </a:xfrm>
            <a:custGeom>
              <a:avLst/>
              <a:gdLst/>
              <a:ahLst/>
              <a:cxnLst>
                <a:cxn ang="0">
                  <a:pos x="99" y="4"/>
                </a:cxn>
                <a:cxn ang="0">
                  <a:pos x="99" y="4"/>
                </a:cxn>
                <a:cxn ang="0">
                  <a:pos x="98" y="14"/>
                </a:cxn>
                <a:cxn ang="0">
                  <a:pos x="97" y="23"/>
                </a:cxn>
                <a:cxn ang="0">
                  <a:pos x="92" y="43"/>
                </a:cxn>
                <a:cxn ang="0">
                  <a:pos x="79" y="81"/>
                </a:cxn>
                <a:cxn ang="0">
                  <a:pos x="79" y="81"/>
                </a:cxn>
                <a:cxn ang="0">
                  <a:pos x="73" y="103"/>
                </a:cxn>
                <a:cxn ang="0">
                  <a:pos x="68" y="125"/>
                </a:cxn>
                <a:cxn ang="0">
                  <a:pos x="57" y="169"/>
                </a:cxn>
                <a:cxn ang="0">
                  <a:pos x="57" y="169"/>
                </a:cxn>
                <a:cxn ang="0">
                  <a:pos x="51" y="188"/>
                </a:cxn>
                <a:cxn ang="0">
                  <a:pos x="43" y="205"/>
                </a:cxn>
                <a:cxn ang="0">
                  <a:pos x="35" y="223"/>
                </a:cxn>
                <a:cxn ang="0">
                  <a:pos x="26" y="239"/>
                </a:cxn>
                <a:cxn ang="0">
                  <a:pos x="17" y="257"/>
                </a:cxn>
                <a:cxn ang="0">
                  <a:pos x="10" y="274"/>
                </a:cxn>
                <a:cxn ang="0">
                  <a:pos x="4" y="293"/>
                </a:cxn>
                <a:cxn ang="0">
                  <a:pos x="1" y="302"/>
                </a:cxn>
                <a:cxn ang="0">
                  <a:pos x="0" y="313"/>
                </a:cxn>
                <a:cxn ang="0">
                  <a:pos x="0" y="313"/>
                </a:cxn>
                <a:cxn ang="0">
                  <a:pos x="0" y="314"/>
                </a:cxn>
                <a:cxn ang="0">
                  <a:pos x="1" y="316"/>
                </a:cxn>
                <a:cxn ang="0">
                  <a:pos x="2" y="317"/>
                </a:cxn>
                <a:cxn ang="0">
                  <a:pos x="4" y="317"/>
                </a:cxn>
                <a:cxn ang="0">
                  <a:pos x="7" y="316"/>
                </a:cxn>
                <a:cxn ang="0">
                  <a:pos x="9" y="314"/>
                </a:cxn>
                <a:cxn ang="0">
                  <a:pos x="9" y="313"/>
                </a:cxn>
                <a:cxn ang="0">
                  <a:pos x="9" y="313"/>
                </a:cxn>
                <a:cxn ang="0">
                  <a:pos x="11" y="302"/>
                </a:cxn>
                <a:cxn ang="0">
                  <a:pos x="13" y="292"/>
                </a:cxn>
                <a:cxn ang="0">
                  <a:pos x="19" y="273"/>
                </a:cxn>
                <a:cxn ang="0">
                  <a:pos x="28" y="255"/>
                </a:cxn>
                <a:cxn ang="0">
                  <a:pos x="36" y="237"/>
                </a:cxn>
                <a:cxn ang="0">
                  <a:pos x="45" y="220"/>
                </a:cxn>
                <a:cxn ang="0">
                  <a:pos x="54" y="201"/>
                </a:cxn>
                <a:cxn ang="0">
                  <a:pos x="62" y="182"/>
                </a:cxn>
                <a:cxn ang="0">
                  <a:pos x="68" y="164"/>
                </a:cxn>
                <a:cxn ang="0">
                  <a:pos x="68" y="164"/>
                </a:cxn>
                <a:cxn ang="0">
                  <a:pos x="79" y="119"/>
                </a:cxn>
                <a:cxn ang="0">
                  <a:pos x="91" y="76"/>
                </a:cxn>
                <a:cxn ang="0">
                  <a:pos x="91" y="76"/>
                </a:cxn>
                <a:cxn ang="0">
                  <a:pos x="102" y="40"/>
                </a:cxn>
                <a:cxn ang="0">
                  <a:pos x="106" y="22"/>
                </a:cxn>
                <a:cxn ang="0">
                  <a:pos x="109" y="4"/>
                </a:cxn>
                <a:cxn ang="0">
                  <a:pos x="109" y="4"/>
                </a:cxn>
                <a:cxn ang="0">
                  <a:pos x="108" y="2"/>
                </a:cxn>
                <a:cxn ang="0">
                  <a:pos x="107" y="1"/>
                </a:cxn>
                <a:cxn ang="0">
                  <a:pos x="106" y="0"/>
                </a:cxn>
                <a:cxn ang="0">
                  <a:pos x="104" y="0"/>
                </a:cxn>
                <a:cxn ang="0">
                  <a:pos x="101" y="1"/>
                </a:cxn>
                <a:cxn ang="0">
                  <a:pos x="100" y="2"/>
                </a:cxn>
                <a:cxn ang="0">
                  <a:pos x="99" y="4"/>
                </a:cxn>
                <a:cxn ang="0">
                  <a:pos x="99" y="4"/>
                </a:cxn>
              </a:cxnLst>
              <a:rect l="0" t="0" r="r" b="b"/>
              <a:pathLst>
                <a:path w="109" h="317">
                  <a:moveTo>
                    <a:pt x="99" y="4"/>
                  </a:moveTo>
                  <a:lnTo>
                    <a:pt x="99" y="4"/>
                  </a:lnTo>
                  <a:lnTo>
                    <a:pt x="98" y="14"/>
                  </a:lnTo>
                  <a:lnTo>
                    <a:pt x="97" y="23"/>
                  </a:lnTo>
                  <a:lnTo>
                    <a:pt x="92" y="43"/>
                  </a:lnTo>
                  <a:lnTo>
                    <a:pt x="79" y="81"/>
                  </a:lnTo>
                  <a:lnTo>
                    <a:pt x="79" y="81"/>
                  </a:lnTo>
                  <a:lnTo>
                    <a:pt x="73" y="103"/>
                  </a:lnTo>
                  <a:lnTo>
                    <a:pt x="68" y="125"/>
                  </a:lnTo>
                  <a:lnTo>
                    <a:pt x="57" y="169"/>
                  </a:lnTo>
                  <a:lnTo>
                    <a:pt x="57" y="169"/>
                  </a:lnTo>
                  <a:lnTo>
                    <a:pt x="51" y="188"/>
                  </a:lnTo>
                  <a:lnTo>
                    <a:pt x="43" y="205"/>
                  </a:lnTo>
                  <a:lnTo>
                    <a:pt x="35" y="223"/>
                  </a:lnTo>
                  <a:lnTo>
                    <a:pt x="26" y="239"/>
                  </a:lnTo>
                  <a:lnTo>
                    <a:pt x="17" y="257"/>
                  </a:lnTo>
                  <a:lnTo>
                    <a:pt x="10" y="274"/>
                  </a:lnTo>
                  <a:lnTo>
                    <a:pt x="4" y="293"/>
                  </a:lnTo>
                  <a:lnTo>
                    <a:pt x="1" y="302"/>
                  </a:lnTo>
                  <a:lnTo>
                    <a:pt x="0" y="313"/>
                  </a:lnTo>
                  <a:lnTo>
                    <a:pt x="0" y="313"/>
                  </a:lnTo>
                  <a:lnTo>
                    <a:pt x="0" y="314"/>
                  </a:lnTo>
                  <a:lnTo>
                    <a:pt x="1" y="316"/>
                  </a:lnTo>
                  <a:lnTo>
                    <a:pt x="2" y="317"/>
                  </a:lnTo>
                  <a:lnTo>
                    <a:pt x="4" y="317"/>
                  </a:lnTo>
                  <a:lnTo>
                    <a:pt x="7" y="316"/>
                  </a:lnTo>
                  <a:lnTo>
                    <a:pt x="9" y="314"/>
                  </a:lnTo>
                  <a:lnTo>
                    <a:pt x="9" y="313"/>
                  </a:lnTo>
                  <a:lnTo>
                    <a:pt x="9" y="313"/>
                  </a:lnTo>
                  <a:lnTo>
                    <a:pt x="11" y="302"/>
                  </a:lnTo>
                  <a:lnTo>
                    <a:pt x="13" y="292"/>
                  </a:lnTo>
                  <a:lnTo>
                    <a:pt x="19" y="273"/>
                  </a:lnTo>
                  <a:lnTo>
                    <a:pt x="28" y="255"/>
                  </a:lnTo>
                  <a:lnTo>
                    <a:pt x="36" y="237"/>
                  </a:lnTo>
                  <a:lnTo>
                    <a:pt x="45" y="220"/>
                  </a:lnTo>
                  <a:lnTo>
                    <a:pt x="54" y="201"/>
                  </a:lnTo>
                  <a:lnTo>
                    <a:pt x="62" y="182"/>
                  </a:lnTo>
                  <a:lnTo>
                    <a:pt x="68" y="164"/>
                  </a:lnTo>
                  <a:lnTo>
                    <a:pt x="68" y="164"/>
                  </a:lnTo>
                  <a:lnTo>
                    <a:pt x="79" y="119"/>
                  </a:lnTo>
                  <a:lnTo>
                    <a:pt x="91" y="76"/>
                  </a:lnTo>
                  <a:lnTo>
                    <a:pt x="91" y="76"/>
                  </a:lnTo>
                  <a:lnTo>
                    <a:pt x="102" y="40"/>
                  </a:lnTo>
                  <a:lnTo>
                    <a:pt x="106" y="22"/>
                  </a:lnTo>
                  <a:lnTo>
                    <a:pt x="109" y="4"/>
                  </a:lnTo>
                  <a:lnTo>
                    <a:pt x="109" y="4"/>
                  </a:lnTo>
                  <a:lnTo>
                    <a:pt x="108" y="2"/>
                  </a:lnTo>
                  <a:lnTo>
                    <a:pt x="107" y="1"/>
                  </a:lnTo>
                  <a:lnTo>
                    <a:pt x="106" y="0"/>
                  </a:lnTo>
                  <a:lnTo>
                    <a:pt x="104" y="0"/>
                  </a:lnTo>
                  <a:lnTo>
                    <a:pt x="101" y="1"/>
                  </a:lnTo>
                  <a:lnTo>
                    <a:pt x="100" y="2"/>
                  </a:lnTo>
                  <a:lnTo>
                    <a:pt x="99" y="4"/>
                  </a:lnTo>
                  <a:lnTo>
                    <a:pt x="99" y="4"/>
                  </a:lnTo>
                  <a:close/>
                </a:path>
              </a:pathLst>
            </a:custGeom>
            <a:grpFill/>
            <a:ln>
              <a:solidFill>
                <a:schemeClr val="accent1">
                  <a:lumMod val="75000"/>
                  <a:alpha val="0"/>
                </a:schemeClr>
              </a:solidFill>
            </a:ln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292" name="Freeform 908"/>
            <p:cNvSpPr/>
            <p:nvPr>
              <p:custDataLst>
                <p:tags r:id="rId8"/>
              </p:custDataLst>
            </p:nvPr>
          </p:nvSpPr>
          <p:spPr bwMode="auto">
            <a:xfrm>
              <a:off x="3365500" y="1427163"/>
              <a:ext cx="58738" cy="169863"/>
            </a:xfrm>
            <a:custGeom>
              <a:avLst/>
              <a:gdLst/>
              <a:ahLst/>
              <a:cxnLst>
                <a:cxn ang="0">
                  <a:pos x="102" y="1"/>
                </a:cxn>
                <a:cxn ang="0">
                  <a:pos x="102" y="1"/>
                </a:cxn>
                <a:cxn ang="0">
                  <a:pos x="97" y="7"/>
                </a:cxn>
                <a:cxn ang="0">
                  <a:pos x="93" y="13"/>
                </a:cxn>
                <a:cxn ang="0">
                  <a:pos x="87" y="26"/>
                </a:cxn>
                <a:cxn ang="0">
                  <a:pos x="82" y="39"/>
                </a:cxn>
                <a:cxn ang="0">
                  <a:pos x="79" y="54"/>
                </a:cxn>
                <a:cxn ang="0">
                  <a:pos x="79" y="54"/>
                </a:cxn>
                <a:cxn ang="0">
                  <a:pos x="72" y="77"/>
                </a:cxn>
                <a:cxn ang="0">
                  <a:pos x="65" y="101"/>
                </a:cxn>
                <a:cxn ang="0">
                  <a:pos x="51" y="148"/>
                </a:cxn>
                <a:cxn ang="0">
                  <a:pos x="51" y="148"/>
                </a:cxn>
                <a:cxn ang="0">
                  <a:pos x="44" y="168"/>
                </a:cxn>
                <a:cxn ang="0">
                  <a:pos x="37" y="190"/>
                </a:cxn>
                <a:cxn ang="0">
                  <a:pos x="20" y="231"/>
                </a:cxn>
                <a:cxn ang="0">
                  <a:pos x="13" y="252"/>
                </a:cxn>
                <a:cxn ang="0">
                  <a:pos x="7" y="274"/>
                </a:cxn>
                <a:cxn ang="0">
                  <a:pos x="2" y="295"/>
                </a:cxn>
                <a:cxn ang="0">
                  <a:pos x="1" y="307"/>
                </a:cxn>
                <a:cxn ang="0">
                  <a:pos x="0" y="317"/>
                </a:cxn>
                <a:cxn ang="0">
                  <a:pos x="0" y="317"/>
                </a:cxn>
                <a:cxn ang="0">
                  <a:pos x="1" y="319"/>
                </a:cxn>
                <a:cxn ang="0">
                  <a:pos x="2" y="321"/>
                </a:cxn>
                <a:cxn ang="0">
                  <a:pos x="3" y="322"/>
                </a:cxn>
                <a:cxn ang="0">
                  <a:pos x="6" y="322"/>
                </a:cxn>
                <a:cxn ang="0">
                  <a:pos x="8" y="322"/>
                </a:cxn>
                <a:cxn ang="0">
                  <a:pos x="9" y="321"/>
                </a:cxn>
                <a:cxn ang="0">
                  <a:pos x="10" y="319"/>
                </a:cxn>
                <a:cxn ang="0">
                  <a:pos x="11" y="317"/>
                </a:cxn>
                <a:cxn ang="0">
                  <a:pos x="11" y="317"/>
                </a:cxn>
                <a:cxn ang="0">
                  <a:pos x="11" y="307"/>
                </a:cxn>
                <a:cxn ang="0">
                  <a:pos x="12" y="296"/>
                </a:cxn>
                <a:cxn ang="0">
                  <a:pos x="16" y="276"/>
                </a:cxn>
                <a:cxn ang="0">
                  <a:pos x="22" y="256"/>
                </a:cxn>
                <a:cxn ang="0">
                  <a:pos x="29" y="237"/>
                </a:cxn>
                <a:cxn ang="0">
                  <a:pos x="44" y="198"/>
                </a:cxn>
                <a:cxn ang="0">
                  <a:pos x="51" y="179"/>
                </a:cxn>
                <a:cxn ang="0">
                  <a:pos x="57" y="159"/>
                </a:cxn>
                <a:cxn ang="0">
                  <a:pos x="57" y="159"/>
                </a:cxn>
                <a:cxn ang="0">
                  <a:pos x="70" y="120"/>
                </a:cxn>
                <a:cxn ang="0">
                  <a:pos x="81" y="81"/>
                </a:cxn>
                <a:cxn ang="0">
                  <a:pos x="81" y="81"/>
                </a:cxn>
                <a:cxn ang="0">
                  <a:pos x="86" y="62"/>
                </a:cxn>
                <a:cxn ang="0">
                  <a:pos x="91" y="42"/>
                </a:cxn>
                <a:cxn ang="0">
                  <a:pos x="94" y="33"/>
                </a:cxn>
                <a:cxn ang="0">
                  <a:pos x="97" y="25"/>
                </a:cxn>
                <a:cxn ang="0">
                  <a:pos x="103" y="16"/>
                </a:cxn>
                <a:cxn ang="0">
                  <a:pos x="109" y="8"/>
                </a:cxn>
                <a:cxn ang="0">
                  <a:pos x="109" y="8"/>
                </a:cxn>
                <a:cxn ang="0">
                  <a:pos x="110" y="6"/>
                </a:cxn>
                <a:cxn ang="0">
                  <a:pos x="110" y="4"/>
                </a:cxn>
                <a:cxn ang="0">
                  <a:pos x="109" y="3"/>
                </a:cxn>
                <a:cxn ang="0">
                  <a:pos x="108" y="1"/>
                </a:cxn>
                <a:cxn ang="0">
                  <a:pos x="107" y="0"/>
                </a:cxn>
                <a:cxn ang="0">
                  <a:pos x="105" y="0"/>
                </a:cxn>
                <a:cxn ang="0">
                  <a:pos x="104" y="0"/>
                </a:cxn>
                <a:cxn ang="0">
                  <a:pos x="102" y="1"/>
                </a:cxn>
                <a:cxn ang="0">
                  <a:pos x="102" y="1"/>
                </a:cxn>
              </a:cxnLst>
              <a:rect l="0" t="0" r="r" b="b"/>
              <a:pathLst>
                <a:path w="110" h="322">
                  <a:moveTo>
                    <a:pt x="102" y="1"/>
                  </a:moveTo>
                  <a:lnTo>
                    <a:pt x="102" y="1"/>
                  </a:lnTo>
                  <a:lnTo>
                    <a:pt x="97" y="7"/>
                  </a:lnTo>
                  <a:lnTo>
                    <a:pt x="93" y="13"/>
                  </a:lnTo>
                  <a:lnTo>
                    <a:pt x="87" y="26"/>
                  </a:lnTo>
                  <a:lnTo>
                    <a:pt x="82" y="39"/>
                  </a:lnTo>
                  <a:lnTo>
                    <a:pt x="79" y="54"/>
                  </a:lnTo>
                  <a:lnTo>
                    <a:pt x="79" y="54"/>
                  </a:lnTo>
                  <a:lnTo>
                    <a:pt x="72" y="77"/>
                  </a:lnTo>
                  <a:lnTo>
                    <a:pt x="65" y="101"/>
                  </a:lnTo>
                  <a:lnTo>
                    <a:pt x="51" y="148"/>
                  </a:lnTo>
                  <a:lnTo>
                    <a:pt x="51" y="148"/>
                  </a:lnTo>
                  <a:lnTo>
                    <a:pt x="44" y="168"/>
                  </a:lnTo>
                  <a:lnTo>
                    <a:pt x="37" y="190"/>
                  </a:lnTo>
                  <a:lnTo>
                    <a:pt x="20" y="231"/>
                  </a:lnTo>
                  <a:lnTo>
                    <a:pt x="13" y="252"/>
                  </a:lnTo>
                  <a:lnTo>
                    <a:pt x="7" y="274"/>
                  </a:lnTo>
                  <a:lnTo>
                    <a:pt x="2" y="295"/>
                  </a:lnTo>
                  <a:lnTo>
                    <a:pt x="1" y="307"/>
                  </a:lnTo>
                  <a:lnTo>
                    <a:pt x="0" y="317"/>
                  </a:lnTo>
                  <a:lnTo>
                    <a:pt x="0" y="317"/>
                  </a:lnTo>
                  <a:lnTo>
                    <a:pt x="1" y="319"/>
                  </a:lnTo>
                  <a:lnTo>
                    <a:pt x="2" y="321"/>
                  </a:lnTo>
                  <a:lnTo>
                    <a:pt x="3" y="322"/>
                  </a:lnTo>
                  <a:lnTo>
                    <a:pt x="6" y="322"/>
                  </a:lnTo>
                  <a:lnTo>
                    <a:pt x="8" y="322"/>
                  </a:lnTo>
                  <a:lnTo>
                    <a:pt x="9" y="321"/>
                  </a:lnTo>
                  <a:lnTo>
                    <a:pt x="10" y="319"/>
                  </a:lnTo>
                  <a:lnTo>
                    <a:pt x="11" y="317"/>
                  </a:lnTo>
                  <a:lnTo>
                    <a:pt x="11" y="317"/>
                  </a:lnTo>
                  <a:lnTo>
                    <a:pt x="11" y="307"/>
                  </a:lnTo>
                  <a:lnTo>
                    <a:pt x="12" y="296"/>
                  </a:lnTo>
                  <a:lnTo>
                    <a:pt x="16" y="276"/>
                  </a:lnTo>
                  <a:lnTo>
                    <a:pt x="22" y="256"/>
                  </a:lnTo>
                  <a:lnTo>
                    <a:pt x="29" y="237"/>
                  </a:lnTo>
                  <a:lnTo>
                    <a:pt x="44" y="198"/>
                  </a:lnTo>
                  <a:lnTo>
                    <a:pt x="51" y="179"/>
                  </a:lnTo>
                  <a:lnTo>
                    <a:pt x="57" y="159"/>
                  </a:lnTo>
                  <a:lnTo>
                    <a:pt x="57" y="159"/>
                  </a:lnTo>
                  <a:lnTo>
                    <a:pt x="70" y="120"/>
                  </a:lnTo>
                  <a:lnTo>
                    <a:pt x="81" y="81"/>
                  </a:lnTo>
                  <a:lnTo>
                    <a:pt x="81" y="81"/>
                  </a:lnTo>
                  <a:lnTo>
                    <a:pt x="86" y="62"/>
                  </a:lnTo>
                  <a:lnTo>
                    <a:pt x="91" y="42"/>
                  </a:lnTo>
                  <a:lnTo>
                    <a:pt x="94" y="33"/>
                  </a:lnTo>
                  <a:lnTo>
                    <a:pt x="97" y="25"/>
                  </a:lnTo>
                  <a:lnTo>
                    <a:pt x="103" y="16"/>
                  </a:lnTo>
                  <a:lnTo>
                    <a:pt x="109" y="8"/>
                  </a:lnTo>
                  <a:lnTo>
                    <a:pt x="109" y="8"/>
                  </a:lnTo>
                  <a:lnTo>
                    <a:pt x="110" y="6"/>
                  </a:lnTo>
                  <a:lnTo>
                    <a:pt x="110" y="4"/>
                  </a:lnTo>
                  <a:lnTo>
                    <a:pt x="109" y="3"/>
                  </a:lnTo>
                  <a:lnTo>
                    <a:pt x="108" y="1"/>
                  </a:lnTo>
                  <a:lnTo>
                    <a:pt x="107" y="0"/>
                  </a:lnTo>
                  <a:lnTo>
                    <a:pt x="105" y="0"/>
                  </a:lnTo>
                  <a:lnTo>
                    <a:pt x="104" y="0"/>
                  </a:lnTo>
                  <a:lnTo>
                    <a:pt x="102" y="1"/>
                  </a:lnTo>
                  <a:lnTo>
                    <a:pt x="102" y="1"/>
                  </a:lnTo>
                  <a:close/>
                </a:path>
              </a:pathLst>
            </a:custGeom>
            <a:grpFill/>
            <a:ln>
              <a:solidFill>
                <a:schemeClr val="accent1">
                  <a:lumMod val="75000"/>
                  <a:alpha val="0"/>
                </a:schemeClr>
              </a:solidFill>
            </a:ln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293" name="Freeform 909"/>
            <p:cNvSpPr/>
            <p:nvPr>
              <p:custDataLst>
                <p:tags r:id="rId9"/>
              </p:custDataLst>
            </p:nvPr>
          </p:nvSpPr>
          <p:spPr bwMode="auto">
            <a:xfrm>
              <a:off x="3403600" y="1430338"/>
              <a:ext cx="41275" cy="182563"/>
            </a:xfrm>
            <a:custGeom>
              <a:avLst/>
              <a:gdLst/>
              <a:ahLst/>
              <a:cxnLst>
                <a:cxn ang="0">
                  <a:pos x="67" y="4"/>
                </a:cxn>
                <a:cxn ang="0">
                  <a:pos x="62" y="52"/>
                </a:cxn>
                <a:cxn ang="0">
                  <a:pos x="53" y="99"/>
                </a:cxn>
                <a:cxn ang="0">
                  <a:pos x="39" y="171"/>
                </a:cxn>
                <a:cxn ang="0">
                  <a:pos x="35" y="193"/>
                </a:cxn>
                <a:cxn ang="0">
                  <a:pos x="30" y="215"/>
                </a:cxn>
                <a:cxn ang="0">
                  <a:pos x="15" y="255"/>
                </a:cxn>
                <a:cxn ang="0">
                  <a:pos x="10" y="277"/>
                </a:cxn>
                <a:cxn ang="0">
                  <a:pos x="7" y="294"/>
                </a:cxn>
                <a:cxn ang="0">
                  <a:pos x="5" y="310"/>
                </a:cxn>
                <a:cxn ang="0">
                  <a:pos x="5" y="325"/>
                </a:cxn>
                <a:cxn ang="0">
                  <a:pos x="4" y="335"/>
                </a:cxn>
                <a:cxn ang="0">
                  <a:pos x="3" y="337"/>
                </a:cxn>
                <a:cxn ang="0">
                  <a:pos x="0" y="340"/>
                </a:cxn>
                <a:cxn ang="0">
                  <a:pos x="1" y="343"/>
                </a:cxn>
                <a:cxn ang="0">
                  <a:pos x="4" y="345"/>
                </a:cxn>
                <a:cxn ang="0">
                  <a:pos x="7" y="345"/>
                </a:cxn>
                <a:cxn ang="0">
                  <a:pos x="10" y="342"/>
                </a:cxn>
                <a:cxn ang="0">
                  <a:pos x="13" y="334"/>
                </a:cxn>
                <a:cxn ang="0">
                  <a:pos x="14" y="318"/>
                </a:cxn>
                <a:cxn ang="0">
                  <a:pos x="14" y="310"/>
                </a:cxn>
                <a:cxn ang="0">
                  <a:pos x="17" y="285"/>
                </a:cxn>
                <a:cxn ang="0">
                  <a:pos x="23" y="260"/>
                </a:cxn>
                <a:cxn ang="0">
                  <a:pos x="40" y="213"/>
                </a:cxn>
                <a:cxn ang="0">
                  <a:pos x="44" y="201"/>
                </a:cxn>
                <a:cxn ang="0">
                  <a:pos x="47" y="176"/>
                </a:cxn>
                <a:cxn ang="0">
                  <a:pos x="49" y="163"/>
                </a:cxn>
                <a:cxn ang="0">
                  <a:pos x="63" y="107"/>
                </a:cxn>
                <a:cxn ang="0">
                  <a:pos x="65" y="93"/>
                </a:cxn>
                <a:cxn ang="0">
                  <a:pos x="70" y="52"/>
                </a:cxn>
                <a:cxn ang="0">
                  <a:pos x="73" y="28"/>
                </a:cxn>
                <a:cxn ang="0">
                  <a:pos x="76" y="4"/>
                </a:cxn>
                <a:cxn ang="0">
                  <a:pos x="75" y="2"/>
                </a:cxn>
                <a:cxn ang="0">
                  <a:pos x="73" y="0"/>
                </a:cxn>
                <a:cxn ang="0">
                  <a:pos x="70" y="0"/>
                </a:cxn>
                <a:cxn ang="0">
                  <a:pos x="67" y="2"/>
                </a:cxn>
                <a:cxn ang="0">
                  <a:pos x="67" y="4"/>
                </a:cxn>
              </a:cxnLst>
              <a:rect l="0" t="0" r="r" b="b"/>
              <a:pathLst>
                <a:path w="76" h="346">
                  <a:moveTo>
                    <a:pt x="67" y="4"/>
                  </a:moveTo>
                  <a:lnTo>
                    <a:pt x="67" y="4"/>
                  </a:lnTo>
                  <a:lnTo>
                    <a:pt x="65" y="28"/>
                  </a:lnTo>
                  <a:lnTo>
                    <a:pt x="62" y="52"/>
                  </a:lnTo>
                  <a:lnTo>
                    <a:pt x="58" y="76"/>
                  </a:lnTo>
                  <a:lnTo>
                    <a:pt x="53" y="99"/>
                  </a:lnTo>
                  <a:lnTo>
                    <a:pt x="43" y="147"/>
                  </a:lnTo>
                  <a:lnTo>
                    <a:pt x="39" y="171"/>
                  </a:lnTo>
                  <a:lnTo>
                    <a:pt x="35" y="193"/>
                  </a:lnTo>
                  <a:lnTo>
                    <a:pt x="35" y="193"/>
                  </a:lnTo>
                  <a:lnTo>
                    <a:pt x="33" y="205"/>
                  </a:lnTo>
                  <a:lnTo>
                    <a:pt x="30" y="215"/>
                  </a:lnTo>
                  <a:lnTo>
                    <a:pt x="22" y="236"/>
                  </a:lnTo>
                  <a:lnTo>
                    <a:pt x="15" y="255"/>
                  </a:lnTo>
                  <a:lnTo>
                    <a:pt x="12" y="267"/>
                  </a:lnTo>
                  <a:lnTo>
                    <a:pt x="10" y="277"/>
                  </a:lnTo>
                  <a:lnTo>
                    <a:pt x="10" y="277"/>
                  </a:lnTo>
                  <a:lnTo>
                    <a:pt x="7" y="294"/>
                  </a:lnTo>
                  <a:lnTo>
                    <a:pt x="6" y="302"/>
                  </a:lnTo>
                  <a:lnTo>
                    <a:pt x="5" y="310"/>
                  </a:lnTo>
                  <a:lnTo>
                    <a:pt x="5" y="310"/>
                  </a:lnTo>
                  <a:lnTo>
                    <a:pt x="5" y="325"/>
                  </a:lnTo>
                  <a:lnTo>
                    <a:pt x="5" y="333"/>
                  </a:lnTo>
                  <a:lnTo>
                    <a:pt x="4" y="335"/>
                  </a:lnTo>
                  <a:lnTo>
                    <a:pt x="3" y="337"/>
                  </a:lnTo>
                  <a:lnTo>
                    <a:pt x="3" y="337"/>
                  </a:lnTo>
                  <a:lnTo>
                    <a:pt x="1" y="338"/>
                  </a:lnTo>
                  <a:lnTo>
                    <a:pt x="0" y="340"/>
                  </a:lnTo>
                  <a:lnTo>
                    <a:pt x="1" y="342"/>
                  </a:lnTo>
                  <a:lnTo>
                    <a:pt x="1" y="343"/>
                  </a:lnTo>
                  <a:lnTo>
                    <a:pt x="2" y="345"/>
                  </a:lnTo>
                  <a:lnTo>
                    <a:pt x="4" y="345"/>
                  </a:lnTo>
                  <a:lnTo>
                    <a:pt x="5" y="346"/>
                  </a:lnTo>
                  <a:lnTo>
                    <a:pt x="7" y="345"/>
                  </a:lnTo>
                  <a:lnTo>
                    <a:pt x="7" y="345"/>
                  </a:lnTo>
                  <a:lnTo>
                    <a:pt x="10" y="342"/>
                  </a:lnTo>
                  <a:lnTo>
                    <a:pt x="12" y="339"/>
                  </a:lnTo>
                  <a:lnTo>
                    <a:pt x="13" y="334"/>
                  </a:lnTo>
                  <a:lnTo>
                    <a:pt x="14" y="329"/>
                  </a:lnTo>
                  <a:lnTo>
                    <a:pt x="14" y="318"/>
                  </a:lnTo>
                  <a:lnTo>
                    <a:pt x="14" y="310"/>
                  </a:lnTo>
                  <a:lnTo>
                    <a:pt x="14" y="310"/>
                  </a:lnTo>
                  <a:lnTo>
                    <a:pt x="15" y="298"/>
                  </a:lnTo>
                  <a:lnTo>
                    <a:pt x="17" y="285"/>
                  </a:lnTo>
                  <a:lnTo>
                    <a:pt x="19" y="273"/>
                  </a:lnTo>
                  <a:lnTo>
                    <a:pt x="23" y="260"/>
                  </a:lnTo>
                  <a:lnTo>
                    <a:pt x="32" y="236"/>
                  </a:lnTo>
                  <a:lnTo>
                    <a:pt x="40" y="213"/>
                  </a:lnTo>
                  <a:lnTo>
                    <a:pt x="40" y="213"/>
                  </a:lnTo>
                  <a:lnTo>
                    <a:pt x="44" y="201"/>
                  </a:lnTo>
                  <a:lnTo>
                    <a:pt x="46" y="188"/>
                  </a:lnTo>
                  <a:lnTo>
                    <a:pt x="47" y="176"/>
                  </a:lnTo>
                  <a:lnTo>
                    <a:pt x="49" y="163"/>
                  </a:lnTo>
                  <a:lnTo>
                    <a:pt x="49" y="163"/>
                  </a:lnTo>
                  <a:lnTo>
                    <a:pt x="56" y="135"/>
                  </a:lnTo>
                  <a:lnTo>
                    <a:pt x="63" y="107"/>
                  </a:lnTo>
                  <a:lnTo>
                    <a:pt x="63" y="107"/>
                  </a:lnTo>
                  <a:lnTo>
                    <a:pt x="65" y="93"/>
                  </a:lnTo>
                  <a:lnTo>
                    <a:pt x="66" y="79"/>
                  </a:lnTo>
                  <a:lnTo>
                    <a:pt x="70" y="52"/>
                  </a:lnTo>
                  <a:lnTo>
                    <a:pt x="70" y="52"/>
                  </a:lnTo>
                  <a:lnTo>
                    <a:pt x="73" y="28"/>
                  </a:lnTo>
                  <a:lnTo>
                    <a:pt x="75" y="17"/>
                  </a:lnTo>
                  <a:lnTo>
                    <a:pt x="76" y="4"/>
                  </a:lnTo>
                  <a:lnTo>
                    <a:pt x="76" y="4"/>
                  </a:lnTo>
                  <a:lnTo>
                    <a:pt x="75" y="2"/>
                  </a:lnTo>
                  <a:lnTo>
                    <a:pt x="74" y="1"/>
                  </a:lnTo>
                  <a:lnTo>
                    <a:pt x="73" y="0"/>
                  </a:lnTo>
                  <a:lnTo>
                    <a:pt x="71" y="0"/>
                  </a:lnTo>
                  <a:lnTo>
                    <a:pt x="70" y="0"/>
                  </a:lnTo>
                  <a:lnTo>
                    <a:pt x="68" y="1"/>
                  </a:lnTo>
                  <a:lnTo>
                    <a:pt x="67" y="2"/>
                  </a:lnTo>
                  <a:lnTo>
                    <a:pt x="67" y="4"/>
                  </a:lnTo>
                  <a:lnTo>
                    <a:pt x="67" y="4"/>
                  </a:lnTo>
                  <a:close/>
                </a:path>
              </a:pathLst>
            </a:custGeom>
            <a:grpFill/>
            <a:ln>
              <a:solidFill>
                <a:schemeClr val="accent1">
                  <a:lumMod val="75000"/>
                  <a:alpha val="0"/>
                </a:schemeClr>
              </a:solidFill>
            </a:ln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294" name="Freeform 910"/>
            <p:cNvSpPr/>
            <p:nvPr>
              <p:custDataLst>
                <p:tags r:id="rId10"/>
              </p:custDataLst>
            </p:nvPr>
          </p:nvSpPr>
          <p:spPr bwMode="auto">
            <a:xfrm>
              <a:off x="3436938" y="1397000"/>
              <a:ext cx="47625" cy="252413"/>
            </a:xfrm>
            <a:custGeom>
              <a:avLst/>
              <a:gdLst/>
              <a:ahLst/>
              <a:cxnLst>
                <a:cxn ang="0">
                  <a:pos x="80" y="4"/>
                </a:cxn>
                <a:cxn ang="0">
                  <a:pos x="80" y="4"/>
                </a:cxn>
                <a:cxn ang="0">
                  <a:pos x="78" y="20"/>
                </a:cxn>
                <a:cxn ang="0">
                  <a:pos x="76" y="34"/>
                </a:cxn>
                <a:cxn ang="0">
                  <a:pos x="69" y="63"/>
                </a:cxn>
                <a:cxn ang="0">
                  <a:pos x="54" y="121"/>
                </a:cxn>
                <a:cxn ang="0">
                  <a:pos x="54" y="121"/>
                </a:cxn>
                <a:cxn ang="0">
                  <a:pos x="40" y="180"/>
                </a:cxn>
                <a:cxn ang="0">
                  <a:pos x="26" y="238"/>
                </a:cxn>
                <a:cxn ang="0">
                  <a:pos x="26" y="238"/>
                </a:cxn>
                <a:cxn ang="0">
                  <a:pos x="23" y="253"/>
                </a:cxn>
                <a:cxn ang="0">
                  <a:pos x="21" y="269"/>
                </a:cxn>
                <a:cxn ang="0">
                  <a:pos x="19" y="301"/>
                </a:cxn>
                <a:cxn ang="0">
                  <a:pos x="16" y="332"/>
                </a:cxn>
                <a:cxn ang="0">
                  <a:pos x="15" y="347"/>
                </a:cxn>
                <a:cxn ang="0">
                  <a:pos x="12" y="363"/>
                </a:cxn>
                <a:cxn ang="0">
                  <a:pos x="12" y="363"/>
                </a:cxn>
                <a:cxn ang="0">
                  <a:pos x="8" y="391"/>
                </a:cxn>
                <a:cxn ang="0">
                  <a:pos x="4" y="419"/>
                </a:cxn>
                <a:cxn ang="0">
                  <a:pos x="2" y="446"/>
                </a:cxn>
                <a:cxn ang="0">
                  <a:pos x="0" y="474"/>
                </a:cxn>
                <a:cxn ang="0">
                  <a:pos x="0" y="474"/>
                </a:cxn>
                <a:cxn ang="0">
                  <a:pos x="0" y="476"/>
                </a:cxn>
                <a:cxn ang="0">
                  <a:pos x="1" y="477"/>
                </a:cxn>
                <a:cxn ang="0">
                  <a:pos x="3" y="478"/>
                </a:cxn>
                <a:cxn ang="0">
                  <a:pos x="4" y="478"/>
                </a:cxn>
                <a:cxn ang="0">
                  <a:pos x="6" y="478"/>
                </a:cxn>
                <a:cxn ang="0">
                  <a:pos x="8" y="477"/>
                </a:cxn>
                <a:cxn ang="0">
                  <a:pos x="9" y="476"/>
                </a:cxn>
                <a:cxn ang="0">
                  <a:pos x="9" y="474"/>
                </a:cxn>
                <a:cxn ang="0">
                  <a:pos x="9" y="474"/>
                </a:cxn>
                <a:cxn ang="0">
                  <a:pos x="11" y="444"/>
                </a:cxn>
                <a:cxn ang="0">
                  <a:pos x="14" y="415"/>
                </a:cxn>
                <a:cxn ang="0">
                  <a:pos x="18" y="385"/>
                </a:cxn>
                <a:cxn ang="0">
                  <a:pos x="23" y="357"/>
                </a:cxn>
                <a:cxn ang="0">
                  <a:pos x="23" y="357"/>
                </a:cxn>
                <a:cxn ang="0">
                  <a:pos x="25" y="341"/>
                </a:cxn>
                <a:cxn ang="0">
                  <a:pos x="28" y="326"/>
                </a:cxn>
                <a:cxn ang="0">
                  <a:pos x="30" y="295"/>
                </a:cxn>
                <a:cxn ang="0">
                  <a:pos x="33" y="263"/>
                </a:cxn>
                <a:cxn ang="0">
                  <a:pos x="35" y="247"/>
                </a:cxn>
                <a:cxn ang="0">
                  <a:pos x="38" y="232"/>
                </a:cxn>
                <a:cxn ang="0">
                  <a:pos x="38" y="232"/>
                </a:cxn>
                <a:cxn ang="0">
                  <a:pos x="51" y="174"/>
                </a:cxn>
                <a:cxn ang="0">
                  <a:pos x="66" y="116"/>
                </a:cxn>
                <a:cxn ang="0">
                  <a:pos x="66" y="116"/>
                </a:cxn>
                <a:cxn ang="0">
                  <a:pos x="79" y="61"/>
                </a:cxn>
                <a:cxn ang="0">
                  <a:pos x="85" y="32"/>
                </a:cxn>
                <a:cxn ang="0">
                  <a:pos x="90" y="4"/>
                </a:cxn>
                <a:cxn ang="0">
                  <a:pos x="90" y="4"/>
                </a:cxn>
                <a:cxn ang="0">
                  <a:pos x="90" y="3"/>
                </a:cxn>
                <a:cxn ang="0">
                  <a:pos x="88" y="1"/>
                </a:cxn>
                <a:cxn ang="0">
                  <a:pos x="87" y="0"/>
                </a:cxn>
                <a:cxn ang="0">
                  <a:pos x="85" y="0"/>
                </a:cxn>
                <a:cxn ang="0">
                  <a:pos x="82" y="1"/>
                </a:cxn>
                <a:cxn ang="0">
                  <a:pos x="81" y="3"/>
                </a:cxn>
                <a:cxn ang="0">
                  <a:pos x="80" y="4"/>
                </a:cxn>
                <a:cxn ang="0">
                  <a:pos x="80" y="4"/>
                </a:cxn>
              </a:cxnLst>
              <a:rect l="0" t="0" r="r" b="b"/>
              <a:pathLst>
                <a:path w="90" h="478">
                  <a:moveTo>
                    <a:pt x="80" y="4"/>
                  </a:moveTo>
                  <a:lnTo>
                    <a:pt x="80" y="4"/>
                  </a:lnTo>
                  <a:lnTo>
                    <a:pt x="78" y="20"/>
                  </a:lnTo>
                  <a:lnTo>
                    <a:pt x="76" y="34"/>
                  </a:lnTo>
                  <a:lnTo>
                    <a:pt x="69" y="63"/>
                  </a:lnTo>
                  <a:lnTo>
                    <a:pt x="54" y="121"/>
                  </a:lnTo>
                  <a:lnTo>
                    <a:pt x="54" y="121"/>
                  </a:lnTo>
                  <a:lnTo>
                    <a:pt x="40" y="180"/>
                  </a:lnTo>
                  <a:lnTo>
                    <a:pt x="26" y="238"/>
                  </a:lnTo>
                  <a:lnTo>
                    <a:pt x="26" y="238"/>
                  </a:lnTo>
                  <a:lnTo>
                    <a:pt x="23" y="253"/>
                  </a:lnTo>
                  <a:lnTo>
                    <a:pt x="21" y="269"/>
                  </a:lnTo>
                  <a:lnTo>
                    <a:pt x="19" y="301"/>
                  </a:lnTo>
                  <a:lnTo>
                    <a:pt x="16" y="332"/>
                  </a:lnTo>
                  <a:lnTo>
                    <a:pt x="15" y="347"/>
                  </a:lnTo>
                  <a:lnTo>
                    <a:pt x="12" y="363"/>
                  </a:lnTo>
                  <a:lnTo>
                    <a:pt x="12" y="363"/>
                  </a:lnTo>
                  <a:lnTo>
                    <a:pt x="8" y="391"/>
                  </a:lnTo>
                  <a:lnTo>
                    <a:pt x="4" y="419"/>
                  </a:lnTo>
                  <a:lnTo>
                    <a:pt x="2" y="446"/>
                  </a:lnTo>
                  <a:lnTo>
                    <a:pt x="0" y="474"/>
                  </a:lnTo>
                  <a:lnTo>
                    <a:pt x="0" y="474"/>
                  </a:lnTo>
                  <a:lnTo>
                    <a:pt x="0" y="476"/>
                  </a:lnTo>
                  <a:lnTo>
                    <a:pt x="1" y="477"/>
                  </a:lnTo>
                  <a:lnTo>
                    <a:pt x="3" y="478"/>
                  </a:lnTo>
                  <a:lnTo>
                    <a:pt x="4" y="478"/>
                  </a:lnTo>
                  <a:lnTo>
                    <a:pt x="6" y="478"/>
                  </a:lnTo>
                  <a:lnTo>
                    <a:pt x="8" y="477"/>
                  </a:lnTo>
                  <a:lnTo>
                    <a:pt x="9" y="476"/>
                  </a:lnTo>
                  <a:lnTo>
                    <a:pt x="9" y="474"/>
                  </a:lnTo>
                  <a:lnTo>
                    <a:pt x="9" y="474"/>
                  </a:lnTo>
                  <a:lnTo>
                    <a:pt x="11" y="444"/>
                  </a:lnTo>
                  <a:lnTo>
                    <a:pt x="14" y="415"/>
                  </a:lnTo>
                  <a:lnTo>
                    <a:pt x="18" y="385"/>
                  </a:lnTo>
                  <a:lnTo>
                    <a:pt x="23" y="357"/>
                  </a:lnTo>
                  <a:lnTo>
                    <a:pt x="23" y="357"/>
                  </a:lnTo>
                  <a:lnTo>
                    <a:pt x="25" y="341"/>
                  </a:lnTo>
                  <a:lnTo>
                    <a:pt x="28" y="326"/>
                  </a:lnTo>
                  <a:lnTo>
                    <a:pt x="30" y="295"/>
                  </a:lnTo>
                  <a:lnTo>
                    <a:pt x="33" y="263"/>
                  </a:lnTo>
                  <a:lnTo>
                    <a:pt x="35" y="247"/>
                  </a:lnTo>
                  <a:lnTo>
                    <a:pt x="38" y="232"/>
                  </a:lnTo>
                  <a:lnTo>
                    <a:pt x="38" y="232"/>
                  </a:lnTo>
                  <a:lnTo>
                    <a:pt x="51" y="174"/>
                  </a:lnTo>
                  <a:lnTo>
                    <a:pt x="66" y="116"/>
                  </a:lnTo>
                  <a:lnTo>
                    <a:pt x="66" y="116"/>
                  </a:lnTo>
                  <a:lnTo>
                    <a:pt x="79" y="61"/>
                  </a:lnTo>
                  <a:lnTo>
                    <a:pt x="85" y="32"/>
                  </a:lnTo>
                  <a:lnTo>
                    <a:pt x="90" y="4"/>
                  </a:lnTo>
                  <a:lnTo>
                    <a:pt x="90" y="4"/>
                  </a:lnTo>
                  <a:lnTo>
                    <a:pt x="90" y="3"/>
                  </a:lnTo>
                  <a:lnTo>
                    <a:pt x="88" y="1"/>
                  </a:lnTo>
                  <a:lnTo>
                    <a:pt x="87" y="0"/>
                  </a:lnTo>
                  <a:lnTo>
                    <a:pt x="85" y="0"/>
                  </a:lnTo>
                  <a:lnTo>
                    <a:pt x="82" y="1"/>
                  </a:lnTo>
                  <a:lnTo>
                    <a:pt x="81" y="3"/>
                  </a:lnTo>
                  <a:lnTo>
                    <a:pt x="80" y="4"/>
                  </a:lnTo>
                  <a:lnTo>
                    <a:pt x="80" y="4"/>
                  </a:lnTo>
                  <a:close/>
                </a:path>
              </a:pathLst>
            </a:custGeom>
            <a:grpFill/>
            <a:ln>
              <a:solidFill>
                <a:schemeClr val="accent1">
                  <a:lumMod val="75000"/>
                  <a:alpha val="0"/>
                </a:schemeClr>
              </a:solidFill>
            </a:ln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295" name="Freeform 911"/>
            <p:cNvSpPr/>
            <p:nvPr>
              <p:custDataLst>
                <p:tags r:id="rId11"/>
              </p:custDataLst>
            </p:nvPr>
          </p:nvSpPr>
          <p:spPr bwMode="auto">
            <a:xfrm>
              <a:off x="3457575" y="1241425"/>
              <a:ext cx="104775" cy="455613"/>
            </a:xfrm>
            <a:custGeom>
              <a:avLst/>
              <a:gdLst/>
              <a:ahLst/>
              <a:cxnLst>
                <a:cxn ang="0">
                  <a:pos x="189" y="5"/>
                </a:cxn>
                <a:cxn ang="0">
                  <a:pos x="187" y="12"/>
                </a:cxn>
                <a:cxn ang="0">
                  <a:pos x="185" y="19"/>
                </a:cxn>
                <a:cxn ang="0">
                  <a:pos x="183" y="34"/>
                </a:cxn>
                <a:cxn ang="0">
                  <a:pos x="181" y="47"/>
                </a:cxn>
                <a:cxn ang="0">
                  <a:pos x="173" y="98"/>
                </a:cxn>
                <a:cxn ang="0">
                  <a:pos x="167" y="127"/>
                </a:cxn>
                <a:cxn ang="0">
                  <a:pos x="152" y="182"/>
                </a:cxn>
                <a:cxn ang="0">
                  <a:pos x="142" y="208"/>
                </a:cxn>
                <a:cxn ang="0">
                  <a:pos x="108" y="307"/>
                </a:cxn>
                <a:cxn ang="0">
                  <a:pos x="101" y="334"/>
                </a:cxn>
                <a:cxn ang="0">
                  <a:pos x="88" y="420"/>
                </a:cxn>
                <a:cxn ang="0">
                  <a:pos x="82" y="448"/>
                </a:cxn>
                <a:cxn ang="0">
                  <a:pos x="66" y="533"/>
                </a:cxn>
                <a:cxn ang="0">
                  <a:pos x="41" y="644"/>
                </a:cxn>
                <a:cxn ang="0">
                  <a:pos x="30" y="698"/>
                </a:cxn>
                <a:cxn ang="0">
                  <a:pos x="7" y="804"/>
                </a:cxn>
                <a:cxn ang="0">
                  <a:pos x="0" y="858"/>
                </a:cxn>
                <a:cxn ang="0">
                  <a:pos x="0" y="860"/>
                </a:cxn>
                <a:cxn ang="0">
                  <a:pos x="2" y="862"/>
                </a:cxn>
                <a:cxn ang="0">
                  <a:pos x="7" y="861"/>
                </a:cxn>
                <a:cxn ang="0">
                  <a:pos x="9" y="858"/>
                </a:cxn>
                <a:cxn ang="0">
                  <a:pos x="12" y="830"/>
                </a:cxn>
                <a:cxn ang="0">
                  <a:pos x="29" y="748"/>
                </a:cxn>
                <a:cxn ang="0">
                  <a:pos x="53" y="638"/>
                </a:cxn>
                <a:cxn ang="0">
                  <a:pos x="64" y="580"/>
                </a:cxn>
                <a:cxn ang="0">
                  <a:pos x="89" y="464"/>
                </a:cxn>
                <a:cxn ang="0">
                  <a:pos x="99" y="405"/>
                </a:cxn>
                <a:cxn ang="0">
                  <a:pos x="103" y="379"/>
                </a:cxn>
                <a:cxn ang="0">
                  <a:pos x="113" y="326"/>
                </a:cxn>
                <a:cxn ang="0">
                  <a:pos x="121" y="301"/>
                </a:cxn>
                <a:cxn ang="0">
                  <a:pos x="158" y="195"/>
                </a:cxn>
                <a:cxn ang="0">
                  <a:pos x="174" y="140"/>
                </a:cxn>
                <a:cxn ang="0">
                  <a:pos x="186" y="83"/>
                </a:cxn>
                <a:cxn ang="0">
                  <a:pos x="189" y="60"/>
                </a:cxn>
                <a:cxn ang="0">
                  <a:pos x="192" y="36"/>
                </a:cxn>
                <a:cxn ang="0">
                  <a:pos x="196" y="20"/>
                </a:cxn>
                <a:cxn ang="0">
                  <a:pos x="198" y="5"/>
                </a:cxn>
                <a:cxn ang="0">
                  <a:pos x="198" y="3"/>
                </a:cxn>
                <a:cxn ang="0">
                  <a:pos x="196" y="1"/>
                </a:cxn>
                <a:cxn ang="0">
                  <a:pos x="192" y="1"/>
                </a:cxn>
                <a:cxn ang="0">
                  <a:pos x="190" y="3"/>
                </a:cxn>
                <a:cxn ang="0">
                  <a:pos x="189" y="5"/>
                </a:cxn>
              </a:cxnLst>
              <a:rect l="0" t="0" r="r" b="b"/>
              <a:pathLst>
                <a:path w="198" h="862">
                  <a:moveTo>
                    <a:pt x="189" y="5"/>
                  </a:moveTo>
                  <a:lnTo>
                    <a:pt x="189" y="5"/>
                  </a:lnTo>
                  <a:lnTo>
                    <a:pt x="189" y="9"/>
                  </a:lnTo>
                  <a:lnTo>
                    <a:pt x="187" y="12"/>
                  </a:lnTo>
                  <a:lnTo>
                    <a:pt x="186" y="15"/>
                  </a:lnTo>
                  <a:lnTo>
                    <a:pt x="185" y="19"/>
                  </a:lnTo>
                  <a:lnTo>
                    <a:pt x="185" y="19"/>
                  </a:lnTo>
                  <a:lnTo>
                    <a:pt x="183" y="34"/>
                  </a:lnTo>
                  <a:lnTo>
                    <a:pt x="181" y="47"/>
                  </a:lnTo>
                  <a:lnTo>
                    <a:pt x="181" y="47"/>
                  </a:lnTo>
                  <a:lnTo>
                    <a:pt x="178" y="73"/>
                  </a:lnTo>
                  <a:lnTo>
                    <a:pt x="173" y="98"/>
                  </a:lnTo>
                  <a:lnTo>
                    <a:pt x="173" y="98"/>
                  </a:lnTo>
                  <a:lnTo>
                    <a:pt x="167" y="127"/>
                  </a:lnTo>
                  <a:lnTo>
                    <a:pt x="160" y="154"/>
                  </a:lnTo>
                  <a:lnTo>
                    <a:pt x="152" y="182"/>
                  </a:lnTo>
                  <a:lnTo>
                    <a:pt x="142" y="208"/>
                  </a:lnTo>
                  <a:lnTo>
                    <a:pt x="142" y="208"/>
                  </a:lnTo>
                  <a:lnTo>
                    <a:pt x="108" y="307"/>
                  </a:lnTo>
                  <a:lnTo>
                    <a:pt x="108" y="307"/>
                  </a:lnTo>
                  <a:lnTo>
                    <a:pt x="104" y="321"/>
                  </a:lnTo>
                  <a:lnTo>
                    <a:pt x="101" y="334"/>
                  </a:lnTo>
                  <a:lnTo>
                    <a:pt x="96" y="363"/>
                  </a:lnTo>
                  <a:lnTo>
                    <a:pt x="88" y="420"/>
                  </a:lnTo>
                  <a:lnTo>
                    <a:pt x="88" y="420"/>
                  </a:lnTo>
                  <a:lnTo>
                    <a:pt x="82" y="448"/>
                  </a:lnTo>
                  <a:lnTo>
                    <a:pt x="77" y="476"/>
                  </a:lnTo>
                  <a:lnTo>
                    <a:pt x="66" y="533"/>
                  </a:lnTo>
                  <a:lnTo>
                    <a:pt x="54" y="589"/>
                  </a:lnTo>
                  <a:lnTo>
                    <a:pt x="41" y="644"/>
                  </a:lnTo>
                  <a:lnTo>
                    <a:pt x="41" y="644"/>
                  </a:lnTo>
                  <a:lnTo>
                    <a:pt x="30" y="698"/>
                  </a:lnTo>
                  <a:lnTo>
                    <a:pt x="18" y="751"/>
                  </a:lnTo>
                  <a:lnTo>
                    <a:pt x="7" y="804"/>
                  </a:lnTo>
                  <a:lnTo>
                    <a:pt x="3" y="831"/>
                  </a:lnTo>
                  <a:lnTo>
                    <a:pt x="0" y="858"/>
                  </a:lnTo>
                  <a:lnTo>
                    <a:pt x="0" y="858"/>
                  </a:lnTo>
                  <a:lnTo>
                    <a:pt x="0" y="860"/>
                  </a:lnTo>
                  <a:lnTo>
                    <a:pt x="1" y="861"/>
                  </a:lnTo>
                  <a:lnTo>
                    <a:pt x="2" y="862"/>
                  </a:lnTo>
                  <a:lnTo>
                    <a:pt x="4" y="862"/>
                  </a:lnTo>
                  <a:lnTo>
                    <a:pt x="7" y="861"/>
                  </a:lnTo>
                  <a:lnTo>
                    <a:pt x="8" y="860"/>
                  </a:lnTo>
                  <a:lnTo>
                    <a:pt x="9" y="858"/>
                  </a:lnTo>
                  <a:lnTo>
                    <a:pt x="9" y="858"/>
                  </a:lnTo>
                  <a:lnTo>
                    <a:pt x="12" y="830"/>
                  </a:lnTo>
                  <a:lnTo>
                    <a:pt x="17" y="803"/>
                  </a:lnTo>
                  <a:lnTo>
                    <a:pt x="29" y="748"/>
                  </a:lnTo>
                  <a:lnTo>
                    <a:pt x="40" y="693"/>
                  </a:lnTo>
                  <a:lnTo>
                    <a:pt x="53" y="638"/>
                  </a:lnTo>
                  <a:lnTo>
                    <a:pt x="53" y="638"/>
                  </a:lnTo>
                  <a:lnTo>
                    <a:pt x="64" y="580"/>
                  </a:lnTo>
                  <a:lnTo>
                    <a:pt x="77" y="522"/>
                  </a:lnTo>
                  <a:lnTo>
                    <a:pt x="89" y="464"/>
                  </a:lnTo>
                  <a:lnTo>
                    <a:pt x="95" y="435"/>
                  </a:lnTo>
                  <a:lnTo>
                    <a:pt x="99" y="405"/>
                  </a:lnTo>
                  <a:lnTo>
                    <a:pt x="99" y="405"/>
                  </a:lnTo>
                  <a:lnTo>
                    <a:pt x="103" y="379"/>
                  </a:lnTo>
                  <a:lnTo>
                    <a:pt x="107" y="353"/>
                  </a:lnTo>
                  <a:lnTo>
                    <a:pt x="113" y="326"/>
                  </a:lnTo>
                  <a:lnTo>
                    <a:pt x="121" y="301"/>
                  </a:lnTo>
                  <a:lnTo>
                    <a:pt x="121" y="301"/>
                  </a:lnTo>
                  <a:lnTo>
                    <a:pt x="158" y="195"/>
                  </a:lnTo>
                  <a:lnTo>
                    <a:pt x="158" y="195"/>
                  </a:lnTo>
                  <a:lnTo>
                    <a:pt x="166" y="167"/>
                  </a:lnTo>
                  <a:lnTo>
                    <a:pt x="174" y="140"/>
                  </a:lnTo>
                  <a:lnTo>
                    <a:pt x="181" y="112"/>
                  </a:lnTo>
                  <a:lnTo>
                    <a:pt x="186" y="83"/>
                  </a:lnTo>
                  <a:lnTo>
                    <a:pt x="186" y="83"/>
                  </a:lnTo>
                  <a:lnTo>
                    <a:pt x="189" y="60"/>
                  </a:lnTo>
                  <a:lnTo>
                    <a:pt x="190" y="47"/>
                  </a:lnTo>
                  <a:lnTo>
                    <a:pt x="192" y="36"/>
                  </a:lnTo>
                  <a:lnTo>
                    <a:pt x="192" y="36"/>
                  </a:lnTo>
                  <a:lnTo>
                    <a:pt x="196" y="20"/>
                  </a:lnTo>
                  <a:lnTo>
                    <a:pt x="198" y="12"/>
                  </a:lnTo>
                  <a:lnTo>
                    <a:pt x="198" y="5"/>
                  </a:lnTo>
                  <a:lnTo>
                    <a:pt x="198" y="5"/>
                  </a:lnTo>
                  <a:lnTo>
                    <a:pt x="198" y="3"/>
                  </a:lnTo>
                  <a:lnTo>
                    <a:pt x="197" y="2"/>
                  </a:lnTo>
                  <a:lnTo>
                    <a:pt x="196" y="1"/>
                  </a:lnTo>
                  <a:lnTo>
                    <a:pt x="194" y="0"/>
                  </a:lnTo>
                  <a:lnTo>
                    <a:pt x="192" y="1"/>
                  </a:lnTo>
                  <a:lnTo>
                    <a:pt x="191" y="2"/>
                  </a:lnTo>
                  <a:lnTo>
                    <a:pt x="190" y="3"/>
                  </a:lnTo>
                  <a:lnTo>
                    <a:pt x="189" y="5"/>
                  </a:lnTo>
                  <a:lnTo>
                    <a:pt x="189" y="5"/>
                  </a:lnTo>
                  <a:close/>
                </a:path>
              </a:pathLst>
            </a:custGeom>
            <a:grpFill/>
            <a:ln>
              <a:solidFill>
                <a:schemeClr val="accent1">
                  <a:lumMod val="75000"/>
                  <a:alpha val="0"/>
                </a:schemeClr>
              </a:solidFill>
            </a:ln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296" name="Freeform 912"/>
            <p:cNvSpPr/>
            <p:nvPr>
              <p:custDataLst>
                <p:tags r:id="rId12"/>
              </p:custDataLst>
            </p:nvPr>
          </p:nvSpPr>
          <p:spPr bwMode="auto">
            <a:xfrm>
              <a:off x="3494088" y="1250950"/>
              <a:ext cx="98425" cy="452438"/>
            </a:xfrm>
            <a:custGeom>
              <a:avLst/>
              <a:gdLst/>
              <a:ahLst/>
              <a:cxnLst>
                <a:cxn ang="0">
                  <a:pos x="175" y="5"/>
                </a:cxn>
                <a:cxn ang="0">
                  <a:pos x="174" y="29"/>
                </a:cxn>
                <a:cxn ang="0">
                  <a:pos x="159" y="100"/>
                </a:cxn>
                <a:cxn ang="0">
                  <a:pos x="150" y="153"/>
                </a:cxn>
                <a:cxn ang="0">
                  <a:pos x="141" y="207"/>
                </a:cxn>
                <a:cxn ang="0">
                  <a:pos x="121" y="315"/>
                </a:cxn>
                <a:cxn ang="0">
                  <a:pos x="104" y="426"/>
                </a:cxn>
                <a:cxn ang="0">
                  <a:pos x="99" y="449"/>
                </a:cxn>
                <a:cxn ang="0">
                  <a:pos x="93" y="472"/>
                </a:cxn>
                <a:cxn ang="0">
                  <a:pos x="91" y="488"/>
                </a:cxn>
                <a:cxn ang="0">
                  <a:pos x="81" y="531"/>
                </a:cxn>
                <a:cxn ang="0">
                  <a:pos x="51" y="644"/>
                </a:cxn>
                <a:cxn ang="0">
                  <a:pos x="44" y="672"/>
                </a:cxn>
                <a:cxn ang="0">
                  <a:pos x="19" y="753"/>
                </a:cxn>
                <a:cxn ang="0">
                  <a:pos x="13" y="780"/>
                </a:cxn>
                <a:cxn ang="0">
                  <a:pos x="7" y="806"/>
                </a:cxn>
                <a:cxn ang="0">
                  <a:pos x="0" y="838"/>
                </a:cxn>
                <a:cxn ang="0">
                  <a:pos x="0" y="848"/>
                </a:cxn>
                <a:cxn ang="0">
                  <a:pos x="1" y="853"/>
                </a:cxn>
                <a:cxn ang="0">
                  <a:pos x="4" y="854"/>
                </a:cxn>
                <a:cxn ang="0">
                  <a:pos x="7" y="853"/>
                </a:cxn>
                <a:cxn ang="0">
                  <a:pos x="9" y="848"/>
                </a:cxn>
                <a:cxn ang="0">
                  <a:pos x="10" y="837"/>
                </a:cxn>
                <a:cxn ang="0">
                  <a:pos x="18" y="800"/>
                </a:cxn>
                <a:cxn ang="0">
                  <a:pos x="23" y="774"/>
                </a:cxn>
                <a:cxn ang="0">
                  <a:pos x="30" y="747"/>
                </a:cxn>
                <a:cxn ang="0">
                  <a:pos x="63" y="638"/>
                </a:cxn>
                <a:cxn ang="0">
                  <a:pos x="92" y="525"/>
                </a:cxn>
                <a:cxn ang="0">
                  <a:pos x="98" y="500"/>
                </a:cxn>
                <a:cxn ang="0">
                  <a:pos x="102" y="476"/>
                </a:cxn>
                <a:cxn ang="0">
                  <a:pos x="109" y="447"/>
                </a:cxn>
                <a:cxn ang="0">
                  <a:pos x="115" y="419"/>
                </a:cxn>
                <a:cxn ang="0">
                  <a:pos x="131" y="309"/>
                </a:cxn>
                <a:cxn ang="0">
                  <a:pos x="151" y="201"/>
                </a:cxn>
                <a:cxn ang="0">
                  <a:pos x="160" y="147"/>
                </a:cxn>
                <a:cxn ang="0">
                  <a:pos x="170" y="93"/>
                </a:cxn>
                <a:cxn ang="0">
                  <a:pos x="183" y="27"/>
                </a:cxn>
                <a:cxn ang="0">
                  <a:pos x="185" y="5"/>
                </a:cxn>
                <a:cxn ang="0">
                  <a:pos x="184" y="3"/>
                </a:cxn>
                <a:cxn ang="0">
                  <a:pos x="182" y="0"/>
                </a:cxn>
                <a:cxn ang="0">
                  <a:pos x="178" y="0"/>
                </a:cxn>
                <a:cxn ang="0">
                  <a:pos x="176" y="3"/>
                </a:cxn>
                <a:cxn ang="0">
                  <a:pos x="175" y="5"/>
                </a:cxn>
              </a:cxnLst>
              <a:rect l="0" t="0" r="r" b="b"/>
              <a:pathLst>
                <a:path w="185" h="854">
                  <a:moveTo>
                    <a:pt x="175" y="5"/>
                  </a:moveTo>
                  <a:lnTo>
                    <a:pt x="175" y="5"/>
                  </a:lnTo>
                  <a:lnTo>
                    <a:pt x="175" y="17"/>
                  </a:lnTo>
                  <a:lnTo>
                    <a:pt x="174" y="29"/>
                  </a:lnTo>
                  <a:lnTo>
                    <a:pt x="170" y="52"/>
                  </a:lnTo>
                  <a:lnTo>
                    <a:pt x="159" y="100"/>
                  </a:lnTo>
                  <a:lnTo>
                    <a:pt x="159" y="100"/>
                  </a:lnTo>
                  <a:lnTo>
                    <a:pt x="150" y="153"/>
                  </a:lnTo>
                  <a:lnTo>
                    <a:pt x="141" y="207"/>
                  </a:lnTo>
                  <a:lnTo>
                    <a:pt x="141" y="207"/>
                  </a:lnTo>
                  <a:lnTo>
                    <a:pt x="130" y="261"/>
                  </a:lnTo>
                  <a:lnTo>
                    <a:pt x="121" y="315"/>
                  </a:lnTo>
                  <a:lnTo>
                    <a:pt x="104" y="426"/>
                  </a:lnTo>
                  <a:lnTo>
                    <a:pt x="104" y="426"/>
                  </a:lnTo>
                  <a:lnTo>
                    <a:pt x="101" y="437"/>
                  </a:lnTo>
                  <a:lnTo>
                    <a:pt x="99" y="449"/>
                  </a:lnTo>
                  <a:lnTo>
                    <a:pt x="96" y="461"/>
                  </a:lnTo>
                  <a:lnTo>
                    <a:pt x="93" y="472"/>
                  </a:lnTo>
                  <a:lnTo>
                    <a:pt x="93" y="472"/>
                  </a:lnTo>
                  <a:lnTo>
                    <a:pt x="91" y="488"/>
                  </a:lnTo>
                  <a:lnTo>
                    <a:pt x="88" y="502"/>
                  </a:lnTo>
                  <a:lnTo>
                    <a:pt x="81" y="531"/>
                  </a:lnTo>
                  <a:lnTo>
                    <a:pt x="81" y="531"/>
                  </a:lnTo>
                  <a:lnTo>
                    <a:pt x="51" y="644"/>
                  </a:lnTo>
                  <a:lnTo>
                    <a:pt x="51" y="644"/>
                  </a:lnTo>
                  <a:lnTo>
                    <a:pt x="44" y="672"/>
                  </a:lnTo>
                  <a:lnTo>
                    <a:pt x="35" y="699"/>
                  </a:lnTo>
                  <a:lnTo>
                    <a:pt x="19" y="753"/>
                  </a:lnTo>
                  <a:lnTo>
                    <a:pt x="19" y="753"/>
                  </a:lnTo>
                  <a:lnTo>
                    <a:pt x="13" y="780"/>
                  </a:lnTo>
                  <a:lnTo>
                    <a:pt x="7" y="806"/>
                  </a:lnTo>
                  <a:lnTo>
                    <a:pt x="7" y="806"/>
                  </a:lnTo>
                  <a:lnTo>
                    <a:pt x="2" y="828"/>
                  </a:lnTo>
                  <a:lnTo>
                    <a:pt x="0" y="838"/>
                  </a:lnTo>
                  <a:lnTo>
                    <a:pt x="0" y="848"/>
                  </a:lnTo>
                  <a:lnTo>
                    <a:pt x="0" y="848"/>
                  </a:lnTo>
                  <a:lnTo>
                    <a:pt x="0" y="851"/>
                  </a:lnTo>
                  <a:lnTo>
                    <a:pt x="1" y="853"/>
                  </a:lnTo>
                  <a:lnTo>
                    <a:pt x="2" y="853"/>
                  </a:lnTo>
                  <a:lnTo>
                    <a:pt x="4" y="854"/>
                  </a:lnTo>
                  <a:lnTo>
                    <a:pt x="6" y="853"/>
                  </a:lnTo>
                  <a:lnTo>
                    <a:pt x="7" y="853"/>
                  </a:lnTo>
                  <a:lnTo>
                    <a:pt x="8" y="851"/>
                  </a:lnTo>
                  <a:lnTo>
                    <a:pt x="9" y="848"/>
                  </a:lnTo>
                  <a:lnTo>
                    <a:pt x="9" y="848"/>
                  </a:lnTo>
                  <a:lnTo>
                    <a:pt x="10" y="837"/>
                  </a:lnTo>
                  <a:lnTo>
                    <a:pt x="13" y="825"/>
                  </a:lnTo>
                  <a:lnTo>
                    <a:pt x="18" y="800"/>
                  </a:lnTo>
                  <a:lnTo>
                    <a:pt x="18" y="800"/>
                  </a:lnTo>
                  <a:lnTo>
                    <a:pt x="23" y="774"/>
                  </a:lnTo>
                  <a:lnTo>
                    <a:pt x="30" y="747"/>
                  </a:lnTo>
                  <a:lnTo>
                    <a:pt x="30" y="747"/>
                  </a:lnTo>
                  <a:lnTo>
                    <a:pt x="47" y="693"/>
                  </a:lnTo>
                  <a:lnTo>
                    <a:pt x="63" y="638"/>
                  </a:lnTo>
                  <a:lnTo>
                    <a:pt x="63" y="638"/>
                  </a:lnTo>
                  <a:lnTo>
                    <a:pt x="92" y="525"/>
                  </a:lnTo>
                  <a:lnTo>
                    <a:pt x="92" y="525"/>
                  </a:lnTo>
                  <a:lnTo>
                    <a:pt x="98" y="500"/>
                  </a:lnTo>
                  <a:lnTo>
                    <a:pt x="102" y="476"/>
                  </a:lnTo>
                  <a:lnTo>
                    <a:pt x="102" y="476"/>
                  </a:lnTo>
                  <a:lnTo>
                    <a:pt x="105" y="461"/>
                  </a:lnTo>
                  <a:lnTo>
                    <a:pt x="109" y="447"/>
                  </a:lnTo>
                  <a:lnTo>
                    <a:pt x="112" y="433"/>
                  </a:lnTo>
                  <a:lnTo>
                    <a:pt x="115" y="419"/>
                  </a:lnTo>
                  <a:lnTo>
                    <a:pt x="115" y="419"/>
                  </a:lnTo>
                  <a:lnTo>
                    <a:pt x="131" y="309"/>
                  </a:lnTo>
                  <a:lnTo>
                    <a:pt x="141" y="255"/>
                  </a:lnTo>
                  <a:lnTo>
                    <a:pt x="151" y="201"/>
                  </a:lnTo>
                  <a:lnTo>
                    <a:pt x="151" y="201"/>
                  </a:lnTo>
                  <a:lnTo>
                    <a:pt x="160" y="147"/>
                  </a:lnTo>
                  <a:lnTo>
                    <a:pt x="170" y="93"/>
                  </a:lnTo>
                  <a:lnTo>
                    <a:pt x="170" y="93"/>
                  </a:lnTo>
                  <a:lnTo>
                    <a:pt x="180" y="50"/>
                  </a:lnTo>
                  <a:lnTo>
                    <a:pt x="183" y="27"/>
                  </a:lnTo>
                  <a:lnTo>
                    <a:pt x="184" y="16"/>
                  </a:lnTo>
                  <a:lnTo>
                    <a:pt x="185" y="5"/>
                  </a:lnTo>
                  <a:lnTo>
                    <a:pt x="185" y="5"/>
                  </a:lnTo>
                  <a:lnTo>
                    <a:pt x="184" y="3"/>
                  </a:lnTo>
                  <a:lnTo>
                    <a:pt x="183" y="1"/>
                  </a:lnTo>
                  <a:lnTo>
                    <a:pt x="182" y="0"/>
                  </a:lnTo>
                  <a:lnTo>
                    <a:pt x="180" y="0"/>
                  </a:lnTo>
                  <a:lnTo>
                    <a:pt x="178" y="0"/>
                  </a:lnTo>
                  <a:lnTo>
                    <a:pt x="177" y="1"/>
                  </a:lnTo>
                  <a:lnTo>
                    <a:pt x="176" y="3"/>
                  </a:lnTo>
                  <a:lnTo>
                    <a:pt x="175" y="5"/>
                  </a:lnTo>
                  <a:lnTo>
                    <a:pt x="175" y="5"/>
                  </a:lnTo>
                  <a:close/>
                </a:path>
              </a:pathLst>
            </a:custGeom>
            <a:grpFill/>
            <a:ln>
              <a:solidFill>
                <a:schemeClr val="accent1">
                  <a:lumMod val="75000"/>
                  <a:alpha val="0"/>
                </a:schemeClr>
              </a:solidFill>
            </a:ln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297" name="Freeform 913"/>
            <p:cNvSpPr/>
            <p:nvPr>
              <p:custDataLst>
                <p:tags r:id="rId13"/>
              </p:custDataLst>
            </p:nvPr>
          </p:nvSpPr>
          <p:spPr bwMode="auto">
            <a:xfrm>
              <a:off x="3532188" y="1266825"/>
              <a:ext cx="103188" cy="504825"/>
            </a:xfrm>
            <a:custGeom>
              <a:avLst/>
              <a:gdLst/>
              <a:ahLst/>
              <a:cxnLst>
                <a:cxn ang="0">
                  <a:pos x="185" y="5"/>
                </a:cxn>
                <a:cxn ang="0">
                  <a:pos x="181" y="67"/>
                </a:cxn>
                <a:cxn ang="0">
                  <a:pos x="169" y="127"/>
                </a:cxn>
                <a:cxn ang="0">
                  <a:pos x="153" y="187"/>
                </a:cxn>
                <a:cxn ang="0">
                  <a:pos x="136" y="246"/>
                </a:cxn>
                <a:cxn ang="0">
                  <a:pos x="129" y="273"/>
                </a:cxn>
                <a:cxn ang="0">
                  <a:pos x="124" y="327"/>
                </a:cxn>
                <a:cxn ang="0">
                  <a:pos x="123" y="355"/>
                </a:cxn>
                <a:cxn ang="0">
                  <a:pos x="118" y="418"/>
                </a:cxn>
                <a:cxn ang="0">
                  <a:pos x="108" y="481"/>
                </a:cxn>
                <a:cxn ang="0">
                  <a:pos x="101" y="511"/>
                </a:cxn>
                <a:cxn ang="0">
                  <a:pos x="74" y="596"/>
                </a:cxn>
                <a:cxn ang="0">
                  <a:pos x="65" y="627"/>
                </a:cxn>
                <a:cxn ang="0">
                  <a:pos x="53" y="691"/>
                </a:cxn>
                <a:cxn ang="0">
                  <a:pos x="47" y="723"/>
                </a:cxn>
                <a:cxn ang="0">
                  <a:pos x="23" y="846"/>
                </a:cxn>
                <a:cxn ang="0">
                  <a:pos x="20" y="863"/>
                </a:cxn>
                <a:cxn ang="0">
                  <a:pos x="14" y="897"/>
                </a:cxn>
                <a:cxn ang="0">
                  <a:pos x="9" y="913"/>
                </a:cxn>
                <a:cxn ang="0">
                  <a:pos x="6" y="922"/>
                </a:cxn>
                <a:cxn ang="0">
                  <a:pos x="1" y="939"/>
                </a:cxn>
                <a:cxn ang="0">
                  <a:pos x="0" y="949"/>
                </a:cxn>
                <a:cxn ang="0">
                  <a:pos x="2" y="952"/>
                </a:cxn>
                <a:cxn ang="0">
                  <a:pos x="6" y="954"/>
                </a:cxn>
                <a:cxn ang="0">
                  <a:pos x="9" y="952"/>
                </a:cxn>
                <a:cxn ang="0">
                  <a:pos x="11" y="949"/>
                </a:cxn>
                <a:cxn ang="0">
                  <a:pos x="12" y="937"/>
                </a:cxn>
                <a:cxn ang="0">
                  <a:pos x="18" y="914"/>
                </a:cxn>
                <a:cxn ang="0">
                  <a:pos x="21" y="903"/>
                </a:cxn>
                <a:cxn ang="0">
                  <a:pos x="33" y="840"/>
                </a:cxn>
                <a:cxn ang="0">
                  <a:pos x="47" y="774"/>
                </a:cxn>
                <a:cxn ang="0">
                  <a:pos x="59" y="709"/>
                </a:cxn>
                <a:cxn ang="0">
                  <a:pos x="71" y="650"/>
                </a:cxn>
                <a:cxn ang="0">
                  <a:pos x="85" y="591"/>
                </a:cxn>
                <a:cxn ang="0">
                  <a:pos x="94" y="563"/>
                </a:cxn>
                <a:cxn ang="0">
                  <a:pos x="105" y="534"/>
                </a:cxn>
                <a:cxn ang="0">
                  <a:pos x="114" y="500"/>
                </a:cxn>
                <a:cxn ang="0">
                  <a:pos x="120" y="465"/>
                </a:cxn>
                <a:cxn ang="0">
                  <a:pos x="128" y="407"/>
                </a:cxn>
                <a:cxn ang="0">
                  <a:pos x="135" y="320"/>
                </a:cxn>
                <a:cxn ang="0">
                  <a:pos x="143" y="262"/>
                </a:cxn>
                <a:cxn ang="0">
                  <a:pos x="150" y="233"/>
                </a:cxn>
                <a:cxn ang="0">
                  <a:pos x="167" y="177"/>
                </a:cxn>
                <a:cxn ang="0">
                  <a:pos x="181" y="120"/>
                </a:cxn>
                <a:cxn ang="0">
                  <a:pos x="191" y="63"/>
                </a:cxn>
                <a:cxn ang="0">
                  <a:pos x="196" y="5"/>
                </a:cxn>
                <a:cxn ang="0">
                  <a:pos x="195" y="3"/>
                </a:cxn>
                <a:cxn ang="0">
                  <a:pos x="192" y="1"/>
                </a:cxn>
                <a:cxn ang="0">
                  <a:pos x="188" y="1"/>
                </a:cxn>
                <a:cxn ang="0">
                  <a:pos x="186" y="3"/>
                </a:cxn>
                <a:cxn ang="0">
                  <a:pos x="185" y="5"/>
                </a:cxn>
              </a:cxnLst>
              <a:rect l="0" t="0" r="r" b="b"/>
              <a:pathLst>
                <a:path w="196" h="954">
                  <a:moveTo>
                    <a:pt x="185" y="5"/>
                  </a:moveTo>
                  <a:lnTo>
                    <a:pt x="185" y="5"/>
                  </a:lnTo>
                  <a:lnTo>
                    <a:pt x="184" y="36"/>
                  </a:lnTo>
                  <a:lnTo>
                    <a:pt x="181" y="67"/>
                  </a:lnTo>
                  <a:lnTo>
                    <a:pt x="176" y="97"/>
                  </a:lnTo>
                  <a:lnTo>
                    <a:pt x="169" y="127"/>
                  </a:lnTo>
                  <a:lnTo>
                    <a:pt x="162" y="157"/>
                  </a:lnTo>
                  <a:lnTo>
                    <a:pt x="153" y="187"/>
                  </a:lnTo>
                  <a:lnTo>
                    <a:pt x="136" y="246"/>
                  </a:lnTo>
                  <a:lnTo>
                    <a:pt x="136" y="246"/>
                  </a:lnTo>
                  <a:lnTo>
                    <a:pt x="133" y="261"/>
                  </a:lnTo>
                  <a:lnTo>
                    <a:pt x="129" y="273"/>
                  </a:lnTo>
                  <a:lnTo>
                    <a:pt x="126" y="300"/>
                  </a:lnTo>
                  <a:lnTo>
                    <a:pt x="124" y="327"/>
                  </a:lnTo>
                  <a:lnTo>
                    <a:pt x="123" y="355"/>
                  </a:lnTo>
                  <a:lnTo>
                    <a:pt x="123" y="355"/>
                  </a:lnTo>
                  <a:lnTo>
                    <a:pt x="121" y="386"/>
                  </a:lnTo>
                  <a:lnTo>
                    <a:pt x="118" y="418"/>
                  </a:lnTo>
                  <a:lnTo>
                    <a:pt x="113" y="449"/>
                  </a:lnTo>
                  <a:lnTo>
                    <a:pt x="108" y="481"/>
                  </a:lnTo>
                  <a:lnTo>
                    <a:pt x="108" y="481"/>
                  </a:lnTo>
                  <a:lnTo>
                    <a:pt x="101" y="511"/>
                  </a:lnTo>
                  <a:lnTo>
                    <a:pt x="92" y="538"/>
                  </a:lnTo>
                  <a:lnTo>
                    <a:pt x="74" y="596"/>
                  </a:lnTo>
                  <a:lnTo>
                    <a:pt x="74" y="596"/>
                  </a:lnTo>
                  <a:lnTo>
                    <a:pt x="65" y="627"/>
                  </a:lnTo>
                  <a:lnTo>
                    <a:pt x="58" y="659"/>
                  </a:lnTo>
                  <a:lnTo>
                    <a:pt x="53" y="691"/>
                  </a:lnTo>
                  <a:lnTo>
                    <a:pt x="47" y="723"/>
                  </a:lnTo>
                  <a:lnTo>
                    <a:pt x="47" y="723"/>
                  </a:lnTo>
                  <a:lnTo>
                    <a:pt x="34" y="784"/>
                  </a:lnTo>
                  <a:lnTo>
                    <a:pt x="23" y="846"/>
                  </a:lnTo>
                  <a:lnTo>
                    <a:pt x="23" y="846"/>
                  </a:lnTo>
                  <a:lnTo>
                    <a:pt x="20" y="863"/>
                  </a:lnTo>
                  <a:lnTo>
                    <a:pt x="18" y="880"/>
                  </a:lnTo>
                  <a:lnTo>
                    <a:pt x="14" y="897"/>
                  </a:lnTo>
                  <a:lnTo>
                    <a:pt x="12" y="905"/>
                  </a:lnTo>
                  <a:lnTo>
                    <a:pt x="9" y="913"/>
                  </a:lnTo>
                  <a:lnTo>
                    <a:pt x="9" y="913"/>
                  </a:lnTo>
                  <a:lnTo>
                    <a:pt x="6" y="922"/>
                  </a:lnTo>
                  <a:lnTo>
                    <a:pt x="3" y="931"/>
                  </a:lnTo>
                  <a:lnTo>
                    <a:pt x="1" y="939"/>
                  </a:lnTo>
                  <a:lnTo>
                    <a:pt x="0" y="949"/>
                  </a:lnTo>
                  <a:lnTo>
                    <a:pt x="0" y="949"/>
                  </a:lnTo>
                  <a:lnTo>
                    <a:pt x="1" y="951"/>
                  </a:lnTo>
                  <a:lnTo>
                    <a:pt x="2" y="952"/>
                  </a:lnTo>
                  <a:lnTo>
                    <a:pt x="3" y="953"/>
                  </a:lnTo>
                  <a:lnTo>
                    <a:pt x="6" y="954"/>
                  </a:lnTo>
                  <a:lnTo>
                    <a:pt x="7" y="953"/>
                  </a:lnTo>
                  <a:lnTo>
                    <a:pt x="9" y="952"/>
                  </a:lnTo>
                  <a:lnTo>
                    <a:pt x="10" y="951"/>
                  </a:lnTo>
                  <a:lnTo>
                    <a:pt x="11" y="949"/>
                  </a:lnTo>
                  <a:lnTo>
                    <a:pt x="11" y="949"/>
                  </a:lnTo>
                  <a:lnTo>
                    <a:pt x="12" y="937"/>
                  </a:lnTo>
                  <a:lnTo>
                    <a:pt x="15" y="926"/>
                  </a:lnTo>
                  <a:lnTo>
                    <a:pt x="18" y="914"/>
                  </a:lnTo>
                  <a:lnTo>
                    <a:pt x="21" y="903"/>
                  </a:lnTo>
                  <a:lnTo>
                    <a:pt x="21" y="903"/>
                  </a:lnTo>
                  <a:lnTo>
                    <a:pt x="27" y="871"/>
                  </a:lnTo>
                  <a:lnTo>
                    <a:pt x="33" y="840"/>
                  </a:lnTo>
                  <a:lnTo>
                    <a:pt x="33" y="840"/>
                  </a:lnTo>
                  <a:lnTo>
                    <a:pt x="47" y="774"/>
                  </a:lnTo>
                  <a:lnTo>
                    <a:pt x="53" y="741"/>
                  </a:lnTo>
                  <a:lnTo>
                    <a:pt x="59" y="709"/>
                  </a:lnTo>
                  <a:lnTo>
                    <a:pt x="59" y="709"/>
                  </a:lnTo>
                  <a:lnTo>
                    <a:pt x="71" y="650"/>
                  </a:lnTo>
                  <a:lnTo>
                    <a:pt x="77" y="620"/>
                  </a:lnTo>
                  <a:lnTo>
                    <a:pt x="85" y="591"/>
                  </a:lnTo>
                  <a:lnTo>
                    <a:pt x="85" y="591"/>
                  </a:lnTo>
                  <a:lnTo>
                    <a:pt x="94" y="563"/>
                  </a:lnTo>
                  <a:lnTo>
                    <a:pt x="105" y="534"/>
                  </a:lnTo>
                  <a:lnTo>
                    <a:pt x="105" y="534"/>
                  </a:lnTo>
                  <a:lnTo>
                    <a:pt x="110" y="518"/>
                  </a:lnTo>
                  <a:lnTo>
                    <a:pt x="114" y="500"/>
                  </a:lnTo>
                  <a:lnTo>
                    <a:pt x="120" y="465"/>
                  </a:lnTo>
                  <a:lnTo>
                    <a:pt x="120" y="465"/>
                  </a:lnTo>
                  <a:lnTo>
                    <a:pt x="125" y="436"/>
                  </a:lnTo>
                  <a:lnTo>
                    <a:pt x="128" y="407"/>
                  </a:lnTo>
                  <a:lnTo>
                    <a:pt x="133" y="348"/>
                  </a:lnTo>
                  <a:lnTo>
                    <a:pt x="135" y="320"/>
                  </a:lnTo>
                  <a:lnTo>
                    <a:pt x="138" y="291"/>
                  </a:lnTo>
                  <a:lnTo>
                    <a:pt x="143" y="262"/>
                  </a:lnTo>
                  <a:lnTo>
                    <a:pt x="146" y="247"/>
                  </a:lnTo>
                  <a:lnTo>
                    <a:pt x="150" y="233"/>
                  </a:lnTo>
                  <a:lnTo>
                    <a:pt x="150" y="233"/>
                  </a:lnTo>
                  <a:lnTo>
                    <a:pt x="167" y="177"/>
                  </a:lnTo>
                  <a:lnTo>
                    <a:pt x="174" y="149"/>
                  </a:lnTo>
                  <a:lnTo>
                    <a:pt x="181" y="120"/>
                  </a:lnTo>
                  <a:lnTo>
                    <a:pt x="186" y="92"/>
                  </a:lnTo>
                  <a:lnTo>
                    <a:pt x="191" y="63"/>
                  </a:lnTo>
                  <a:lnTo>
                    <a:pt x="195" y="34"/>
                  </a:lnTo>
                  <a:lnTo>
                    <a:pt x="196" y="5"/>
                  </a:lnTo>
                  <a:lnTo>
                    <a:pt x="196" y="5"/>
                  </a:lnTo>
                  <a:lnTo>
                    <a:pt x="195" y="3"/>
                  </a:lnTo>
                  <a:lnTo>
                    <a:pt x="194" y="1"/>
                  </a:lnTo>
                  <a:lnTo>
                    <a:pt x="192" y="1"/>
                  </a:lnTo>
                  <a:lnTo>
                    <a:pt x="190" y="0"/>
                  </a:lnTo>
                  <a:lnTo>
                    <a:pt x="188" y="1"/>
                  </a:lnTo>
                  <a:lnTo>
                    <a:pt x="187" y="1"/>
                  </a:lnTo>
                  <a:lnTo>
                    <a:pt x="186" y="3"/>
                  </a:lnTo>
                  <a:lnTo>
                    <a:pt x="185" y="5"/>
                  </a:lnTo>
                  <a:lnTo>
                    <a:pt x="185" y="5"/>
                  </a:lnTo>
                  <a:close/>
                </a:path>
              </a:pathLst>
            </a:custGeom>
            <a:grpFill/>
            <a:ln>
              <a:solidFill>
                <a:schemeClr val="accent1">
                  <a:lumMod val="75000"/>
                  <a:alpha val="0"/>
                </a:schemeClr>
              </a:solidFill>
            </a:ln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298" name="Freeform 914"/>
            <p:cNvSpPr/>
            <p:nvPr>
              <p:custDataLst>
                <p:tags r:id="rId14"/>
              </p:custDataLst>
            </p:nvPr>
          </p:nvSpPr>
          <p:spPr bwMode="auto">
            <a:xfrm>
              <a:off x="3570288" y="1301750"/>
              <a:ext cx="96838" cy="488950"/>
            </a:xfrm>
            <a:custGeom>
              <a:avLst/>
              <a:gdLst/>
              <a:ahLst/>
              <a:cxnLst>
                <a:cxn ang="0">
                  <a:pos x="175" y="5"/>
                </a:cxn>
                <a:cxn ang="0">
                  <a:pos x="172" y="13"/>
                </a:cxn>
                <a:cxn ang="0">
                  <a:pos x="163" y="30"/>
                </a:cxn>
                <a:cxn ang="0">
                  <a:pos x="161" y="39"/>
                </a:cxn>
                <a:cxn ang="0">
                  <a:pos x="161" y="62"/>
                </a:cxn>
                <a:cxn ang="0">
                  <a:pos x="159" y="87"/>
                </a:cxn>
                <a:cxn ang="0">
                  <a:pos x="149" y="148"/>
                </a:cxn>
                <a:cxn ang="0">
                  <a:pos x="146" y="164"/>
                </a:cxn>
                <a:cxn ang="0">
                  <a:pos x="138" y="193"/>
                </a:cxn>
                <a:cxn ang="0">
                  <a:pos x="135" y="207"/>
                </a:cxn>
                <a:cxn ang="0">
                  <a:pos x="128" y="268"/>
                </a:cxn>
                <a:cxn ang="0">
                  <a:pos x="117" y="361"/>
                </a:cxn>
                <a:cxn ang="0">
                  <a:pos x="106" y="422"/>
                </a:cxn>
                <a:cxn ang="0">
                  <a:pos x="99" y="452"/>
                </a:cxn>
                <a:cxn ang="0">
                  <a:pos x="72" y="538"/>
                </a:cxn>
                <a:cxn ang="0">
                  <a:pos x="64" y="568"/>
                </a:cxn>
                <a:cxn ang="0">
                  <a:pos x="50" y="630"/>
                </a:cxn>
                <a:cxn ang="0">
                  <a:pos x="38" y="691"/>
                </a:cxn>
                <a:cxn ang="0">
                  <a:pos x="15" y="809"/>
                </a:cxn>
                <a:cxn ang="0">
                  <a:pos x="6" y="865"/>
                </a:cxn>
                <a:cxn ang="0">
                  <a:pos x="1" y="906"/>
                </a:cxn>
                <a:cxn ang="0">
                  <a:pos x="0" y="921"/>
                </a:cxn>
                <a:cxn ang="0">
                  <a:pos x="2" y="924"/>
                </a:cxn>
                <a:cxn ang="0">
                  <a:pos x="5" y="925"/>
                </a:cxn>
                <a:cxn ang="0">
                  <a:pos x="8" y="924"/>
                </a:cxn>
                <a:cxn ang="0">
                  <a:pos x="9" y="921"/>
                </a:cxn>
                <a:cxn ang="0">
                  <a:pos x="10" y="906"/>
                </a:cxn>
                <a:cxn ang="0">
                  <a:pos x="13" y="875"/>
                </a:cxn>
                <a:cxn ang="0">
                  <a:pos x="16" y="862"/>
                </a:cxn>
                <a:cxn ang="0">
                  <a:pos x="25" y="803"/>
                </a:cxn>
                <a:cxn ang="0">
                  <a:pos x="31" y="774"/>
                </a:cxn>
                <a:cxn ang="0">
                  <a:pos x="48" y="685"/>
                </a:cxn>
                <a:cxn ang="0">
                  <a:pos x="62" y="623"/>
                </a:cxn>
                <a:cxn ang="0">
                  <a:pos x="75" y="560"/>
                </a:cxn>
                <a:cxn ang="0">
                  <a:pos x="83" y="531"/>
                </a:cxn>
                <a:cxn ang="0">
                  <a:pos x="110" y="446"/>
                </a:cxn>
                <a:cxn ang="0">
                  <a:pos x="117" y="417"/>
                </a:cxn>
                <a:cxn ang="0">
                  <a:pos x="129" y="355"/>
                </a:cxn>
                <a:cxn ang="0">
                  <a:pos x="138" y="262"/>
                </a:cxn>
                <a:cxn ang="0">
                  <a:pos x="145" y="201"/>
                </a:cxn>
                <a:cxn ang="0">
                  <a:pos x="148" y="186"/>
                </a:cxn>
                <a:cxn ang="0">
                  <a:pos x="157" y="157"/>
                </a:cxn>
                <a:cxn ang="0">
                  <a:pos x="161" y="143"/>
                </a:cxn>
                <a:cxn ang="0">
                  <a:pos x="167" y="94"/>
                </a:cxn>
                <a:cxn ang="0">
                  <a:pos x="169" y="70"/>
                </a:cxn>
                <a:cxn ang="0">
                  <a:pos x="171" y="45"/>
                </a:cxn>
                <a:cxn ang="0">
                  <a:pos x="172" y="36"/>
                </a:cxn>
                <a:cxn ang="0">
                  <a:pos x="181" y="17"/>
                </a:cxn>
                <a:cxn ang="0">
                  <a:pos x="185" y="7"/>
                </a:cxn>
                <a:cxn ang="0">
                  <a:pos x="185" y="5"/>
                </a:cxn>
                <a:cxn ang="0">
                  <a:pos x="180" y="1"/>
                </a:cxn>
                <a:cxn ang="0">
                  <a:pos x="177" y="1"/>
                </a:cxn>
                <a:cxn ang="0">
                  <a:pos x="175" y="5"/>
                </a:cxn>
              </a:cxnLst>
              <a:rect l="0" t="0" r="r" b="b"/>
              <a:pathLst>
                <a:path w="185" h="925">
                  <a:moveTo>
                    <a:pt x="175" y="5"/>
                  </a:moveTo>
                  <a:lnTo>
                    <a:pt x="175" y="5"/>
                  </a:lnTo>
                  <a:lnTo>
                    <a:pt x="174" y="9"/>
                  </a:lnTo>
                  <a:lnTo>
                    <a:pt x="172" y="13"/>
                  </a:lnTo>
                  <a:lnTo>
                    <a:pt x="168" y="22"/>
                  </a:lnTo>
                  <a:lnTo>
                    <a:pt x="163" y="30"/>
                  </a:lnTo>
                  <a:lnTo>
                    <a:pt x="162" y="35"/>
                  </a:lnTo>
                  <a:lnTo>
                    <a:pt x="161" y="39"/>
                  </a:lnTo>
                  <a:lnTo>
                    <a:pt x="161" y="39"/>
                  </a:lnTo>
                  <a:lnTo>
                    <a:pt x="161" y="62"/>
                  </a:lnTo>
                  <a:lnTo>
                    <a:pt x="159" y="87"/>
                  </a:lnTo>
                  <a:lnTo>
                    <a:pt x="159" y="87"/>
                  </a:lnTo>
                  <a:lnTo>
                    <a:pt x="155" y="118"/>
                  </a:lnTo>
                  <a:lnTo>
                    <a:pt x="149" y="148"/>
                  </a:lnTo>
                  <a:lnTo>
                    <a:pt x="149" y="148"/>
                  </a:lnTo>
                  <a:lnTo>
                    <a:pt x="146" y="164"/>
                  </a:lnTo>
                  <a:lnTo>
                    <a:pt x="142" y="178"/>
                  </a:lnTo>
                  <a:lnTo>
                    <a:pt x="138" y="193"/>
                  </a:lnTo>
                  <a:lnTo>
                    <a:pt x="135" y="207"/>
                  </a:lnTo>
                  <a:lnTo>
                    <a:pt x="135" y="207"/>
                  </a:lnTo>
                  <a:lnTo>
                    <a:pt x="131" y="238"/>
                  </a:lnTo>
                  <a:lnTo>
                    <a:pt x="128" y="268"/>
                  </a:lnTo>
                  <a:lnTo>
                    <a:pt x="122" y="330"/>
                  </a:lnTo>
                  <a:lnTo>
                    <a:pt x="117" y="361"/>
                  </a:lnTo>
                  <a:lnTo>
                    <a:pt x="112" y="392"/>
                  </a:lnTo>
                  <a:lnTo>
                    <a:pt x="106" y="422"/>
                  </a:lnTo>
                  <a:lnTo>
                    <a:pt x="99" y="452"/>
                  </a:lnTo>
                  <a:lnTo>
                    <a:pt x="99" y="452"/>
                  </a:lnTo>
                  <a:lnTo>
                    <a:pt x="80" y="510"/>
                  </a:lnTo>
                  <a:lnTo>
                    <a:pt x="72" y="538"/>
                  </a:lnTo>
                  <a:lnTo>
                    <a:pt x="64" y="568"/>
                  </a:lnTo>
                  <a:lnTo>
                    <a:pt x="64" y="568"/>
                  </a:lnTo>
                  <a:lnTo>
                    <a:pt x="56" y="599"/>
                  </a:lnTo>
                  <a:lnTo>
                    <a:pt x="50" y="630"/>
                  </a:lnTo>
                  <a:lnTo>
                    <a:pt x="38" y="691"/>
                  </a:lnTo>
                  <a:lnTo>
                    <a:pt x="38" y="691"/>
                  </a:lnTo>
                  <a:lnTo>
                    <a:pt x="25" y="750"/>
                  </a:lnTo>
                  <a:lnTo>
                    <a:pt x="15" y="809"/>
                  </a:lnTo>
                  <a:lnTo>
                    <a:pt x="15" y="809"/>
                  </a:lnTo>
                  <a:lnTo>
                    <a:pt x="6" y="865"/>
                  </a:lnTo>
                  <a:lnTo>
                    <a:pt x="2" y="893"/>
                  </a:lnTo>
                  <a:lnTo>
                    <a:pt x="1" y="906"/>
                  </a:lnTo>
                  <a:lnTo>
                    <a:pt x="0" y="921"/>
                  </a:lnTo>
                  <a:lnTo>
                    <a:pt x="0" y="921"/>
                  </a:lnTo>
                  <a:lnTo>
                    <a:pt x="1" y="923"/>
                  </a:lnTo>
                  <a:lnTo>
                    <a:pt x="2" y="924"/>
                  </a:lnTo>
                  <a:lnTo>
                    <a:pt x="3" y="925"/>
                  </a:lnTo>
                  <a:lnTo>
                    <a:pt x="5" y="925"/>
                  </a:lnTo>
                  <a:lnTo>
                    <a:pt x="7" y="925"/>
                  </a:lnTo>
                  <a:lnTo>
                    <a:pt x="8" y="924"/>
                  </a:lnTo>
                  <a:lnTo>
                    <a:pt x="9" y="923"/>
                  </a:lnTo>
                  <a:lnTo>
                    <a:pt x="9" y="921"/>
                  </a:lnTo>
                  <a:lnTo>
                    <a:pt x="9" y="921"/>
                  </a:lnTo>
                  <a:lnTo>
                    <a:pt x="10" y="906"/>
                  </a:lnTo>
                  <a:lnTo>
                    <a:pt x="11" y="891"/>
                  </a:lnTo>
                  <a:lnTo>
                    <a:pt x="13" y="875"/>
                  </a:lnTo>
                  <a:lnTo>
                    <a:pt x="16" y="862"/>
                  </a:lnTo>
                  <a:lnTo>
                    <a:pt x="16" y="862"/>
                  </a:lnTo>
                  <a:lnTo>
                    <a:pt x="21" y="833"/>
                  </a:lnTo>
                  <a:lnTo>
                    <a:pt x="25" y="803"/>
                  </a:lnTo>
                  <a:lnTo>
                    <a:pt x="25" y="803"/>
                  </a:lnTo>
                  <a:lnTo>
                    <a:pt x="31" y="774"/>
                  </a:lnTo>
                  <a:lnTo>
                    <a:pt x="37" y="744"/>
                  </a:lnTo>
                  <a:lnTo>
                    <a:pt x="48" y="685"/>
                  </a:lnTo>
                  <a:lnTo>
                    <a:pt x="48" y="685"/>
                  </a:lnTo>
                  <a:lnTo>
                    <a:pt x="62" y="623"/>
                  </a:lnTo>
                  <a:lnTo>
                    <a:pt x="68" y="592"/>
                  </a:lnTo>
                  <a:lnTo>
                    <a:pt x="75" y="560"/>
                  </a:lnTo>
                  <a:lnTo>
                    <a:pt x="75" y="560"/>
                  </a:lnTo>
                  <a:lnTo>
                    <a:pt x="83" y="531"/>
                  </a:lnTo>
                  <a:lnTo>
                    <a:pt x="93" y="503"/>
                  </a:lnTo>
                  <a:lnTo>
                    <a:pt x="110" y="446"/>
                  </a:lnTo>
                  <a:lnTo>
                    <a:pt x="110" y="446"/>
                  </a:lnTo>
                  <a:lnTo>
                    <a:pt x="117" y="417"/>
                  </a:lnTo>
                  <a:lnTo>
                    <a:pt x="124" y="386"/>
                  </a:lnTo>
                  <a:lnTo>
                    <a:pt x="129" y="355"/>
                  </a:lnTo>
                  <a:lnTo>
                    <a:pt x="132" y="324"/>
                  </a:lnTo>
                  <a:lnTo>
                    <a:pt x="138" y="262"/>
                  </a:lnTo>
                  <a:lnTo>
                    <a:pt x="141" y="231"/>
                  </a:lnTo>
                  <a:lnTo>
                    <a:pt x="145" y="201"/>
                  </a:lnTo>
                  <a:lnTo>
                    <a:pt x="145" y="201"/>
                  </a:lnTo>
                  <a:lnTo>
                    <a:pt x="148" y="186"/>
                  </a:lnTo>
                  <a:lnTo>
                    <a:pt x="153" y="172"/>
                  </a:lnTo>
                  <a:lnTo>
                    <a:pt x="157" y="157"/>
                  </a:lnTo>
                  <a:lnTo>
                    <a:pt x="161" y="143"/>
                  </a:lnTo>
                  <a:lnTo>
                    <a:pt x="161" y="143"/>
                  </a:lnTo>
                  <a:lnTo>
                    <a:pt x="164" y="119"/>
                  </a:lnTo>
                  <a:lnTo>
                    <a:pt x="167" y="94"/>
                  </a:lnTo>
                  <a:lnTo>
                    <a:pt x="167" y="94"/>
                  </a:lnTo>
                  <a:lnTo>
                    <a:pt x="169" y="70"/>
                  </a:lnTo>
                  <a:lnTo>
                    <a:pt x="171" y="45"/>
                  </a:lnTo>
                  <a:lnTo>
                    <a:pt x="171" y="45"/>
                  </a:lnTo>
                  <a:lnTo>
                    <a:pt x="171" y="40"/>
                  </a:lnTo>
                  <a:lnTo>
                    <a:pt x="172" y="36"/>
                  </a:lnTo>
                  <a:lnTo>
                    <a:pt x="177" y="26"/>
                  </a:lnTo>
                  <a:lnTo>
                    <a:pt x="181" y="17"/>
                  </a:lnTo>
                  <a:lnTo>
                    <a:pt x="183" y="12"/>
                  </a:lnTo>
                  <a:lnTo>
                    <a:pt x="185" y="7"/>
                  </a:lnTo>
                  <a:lnTo>
                    <a:pt x="185" y="7"/>
                  </a:lnTo>
                  <a:lnTo>
                    <a:pt x="185" y="5"/>
                  </a:lnTo>
                  <a:lnTo>
                    <a:pt x="183" y="4"/>
                  </a:lnTo>
                  <a:lnTo>
                    <a:pt x="180" y="1"/>
                  </a:lnTo>
                  <a:lnTo>
                    <a:pt x="179" y="0"/>
                  </a:lnTo>
                  <a:lnTo>
                    <a:pt x="177" y="1"/>
                  </a:lnTo>
                  <a:lnTo>
                    <a:pt x="176" y="3"/>
                  </a:lnTo>
                  <a:lnTo>
                    <a:pt x="175" y="5"/>
                  </a:lnTo>
                  <a:lnTo>
                    <a:pt x="175" y="5"/>
                  </a:lnTo>
                  <a:close/>
                </a:path>
              </a:pathLst>
            </a:custGeom>
            <a:grpFill/>
            <a:ln>
              <a:solidFill>
                <a:schemeClr val="accent1">
                  <a:lumMod val="75000"/>
                  <a:alpha val="0"/>
                </a:schemeClr>
              </a:solidFill>
            </a:ln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299" name="Freeform 915"/>
            <p:cNvSpPr/>
            <p:nvPr>
              <p:custDataLst>
                <p:tags r:id="rId15"/>
              </p:custDataLst>
            </p:nvPr>
          </p:nvSpPr>
          <p:spPr bwMode="auto">
            <a:xfrm>
              <a:off x="3605213" y="1336675"/>
              <a:ext cx="98425" cy="500063"/>
            </a:xfrm>
            <a:custGeom>
              <a:avLst/>
              <a:gdLst/>
              <a:ahLst/>
              <a:cxnLst>
                <a:cxn ang="0">
                  <a:pos x="174" y="4"/>
                </a:cxn>
                <a:cxn ang="0">
                  <a:pos x="173" y="62"/>
                </a:cxn>
                <a:cxn ang="0">
                  <a:pos x="167" y="119"/>
                </a:cxn>
                <a:cxn ang="0">
                  <a:pos x="157" y="179"/>
                </a:cxn>
                <a:cxn ang="0">
                  <a:pos x="147" y="239"/>
                </a:cxn>
                <a:cxn ang="0">
                  <a:pos x="136" y="302"/>
                </a:cxn>
                <a:cxn ang="0">
                  <a:pos x="126" y="365"/>
                </a:cxn>
                <a:cxn ang="0">
                  <a:pos x="118" y="428"/>
                </a:cxn>
                <a:cxn ang="0">
                  <a:pos x="107" y="490"/>
                </a:cxn>
                <a:cxn ang="0">
                  <a:pos x="101" y="519"/>
                </a:cxn>
                <a:cxn ang="0">
                  <a:pos x="78" y="605"/>
                </a:cxn>
                <a:cxn ang="0">
                  <a:pos x="47" y="719"/>
                </a:cxn>
                <a:cxn ang="0">
                  <a:pos x="41" y="747"/>
                </a:cxn>
                <a:cxn ang="0">
                  <a:pos x="32" y="806"/>
                </a:cxn>
                <a:cxn ang="0">
                  <a:pos x="27" y="835"/>
                </a:cxn>
                <a:cxn ang="0">
                  <a:pos x="20" y="859"/>
                </a:cxn>
                <a:cxn ang="0">
                  <a:pos x="5" y="907"/>
                </a:cxn>
                <a:cxn ang="0">
                  <a:pos x="0" y="931"/>
                </a:cxn>
                <a:cxn ang="0">
                  <a:pos x="0" y="933"/>
                </a:cxn>
                <a:cxn ang="0">
                  <a:pos x="0" y="939"/>
                </a:cxn>
                <a:cxn ang="0">
                  <a:pos x="1" y="942"/>
                </a:cxn>
                <a:cxn ang="0">
                  <a:pos x="4" y="943"/>
                </a:cxn>
                <a:cxn ang="0">
                  <a:pos x="7" y="942"/>
                </a:cxn>
                <a:cxn ang="0">
                  <a:pos x="9" y="939"/>
                </a:cxn>
                <a:cxn ang="0">
                  <a:pos x="10" y="924"/>
                </a:cxn>
                <a:cxn ang="0">
                  <a:pos x="16" y="897"/>
                </a:cxn>
                <a:cxn ang="0">
                  <a:pos x="30" y="857"/>
                </a:cxn>
                <a:cxn ang="0">
                  <a:pos x="37" y="829"/>
                </a:cxn>
                <a:cxn ang="0">
                  <a:pos x="42" y="800"/>
                </a:cxn>
                <a:cxn ang="0">
                  <a:pos x="52" y="741"/>
                </a:cxn>
                <a:cxn ang="0">
                  <a:pos x="58" y="712"/>
                </a:cxn>
                <a:cxn ang="0">
                  <a:pos x="90" y="595"/>
                </a:cxn>
                <a:cxn ang="0">
                  <a:pos x="113" y="506"/>
                </a:cxn>
                <a:cxn ang="0">
                  <a:pos x="120" y="476"/>
                </a:cxn>
                <a:cxn ang="0">
                  <a:pos x="129" y="417"/>
                </a:cxn>
                <a:cxn ang="0">
                  <a:pos x="136" y="359"/>
                </a:cxn>
                <a:cxn ang="0">
                  <a:pos x="146" y="296"/>
                </a:cxn>
                <a:cxn ang="0">
                  <a:pos x="158" y="233"/>
                </a:cxn>
                <a:cxn ang="0">
                  <a:pos x="168" y="173"/>
                </a:cxn>
                <a:cxn ang="0">
                  <a:pos x="178" y="113"/>
                </a:cxn>
                <a:cxn ang="0">
                  <a:pos x="184" y="58"/>
                </a:cxn>
                <a:cxn ang="0">
                  <a:pos x="185" y="4"/>
                </a:cxn>
                <a:cxn ang="0">
                  <a:pos x="184" y="2"/>
                </a:cxn>
                <a:cxn ang="0">
                  <a:pos x="182" y="0"/>
                </a:cxn>
                <a:cxn ang="0">
                  <a:pos x="177" y="0"/>
                </a:cxn>
                <a:cxn ang="0">
                  <a:pos x="175" y="2"/>
                </a:cxn>
                <a:cxn ang="0">
                  <a:pos x="174" y="4"/>
                </a:cxn>
              </a:cxnLst>
              <a:rect l="0" t="0" r="r" b="b"/>
              <a:pathLst>
                <a:path w="185" h="943">
                  <a:moveTo>
                    <a:pt x="174" y="4"/>
                  </a:moveTo>
                  <a:lnTo>
                    <a:pt x="174" y="4"/>
                  </a:lnTo>
                  <a:lnTo>
                    <a:pt x="174" y="33"/>
                  </a:lnTo>
                  <a:lnTo>
                    <a:pt x="173" y="62"/>
                  </a:lnTo>
                  <a:lnTo>
                    <a:pt x="171" y="90"/>
                  </a:lnTo>
                  <a:lnTo>
                    <a:pt x="167" y="119"/>
                  </a:lnTo>
                  <a:lnTo>
                    <a:pt x="167" y="119"/>
                  </a:lnTo>
                  <a:lnTo>
                    <a:pt x="157" y="179"/>
                  </a:lnTo>
                  <a:lnTo>
                    <a:pt x="147" y="239"/>
                  </a:lnTo>
                  <a:lnTo>
                    <a:pt x="147" y="239"/>
                  </a:lnTo>
                  <a:lnTo>
                    <a:pt x="142" y="271"/>
                  </a:lnTo>
                  <a:lnTo>
                    <a:pt x="136" y="302"/>
                  </a:lnTo>
                  <a:lnTo>
                    <a:pt x="131" y="334"/>
                  </a:lnTo>
                  <a:lnTo>
                    <a:pt x="126" y="365"/>
                  </a:lnTo>
                  <a:lnTo>
                    <a:pt x="126" y="365"/>
                  </a:lnTo>
                  <a:lnTo>
                    <a:pt x="118" y="428"/>
                  </a:lnTo>
                  <a:lnTo>
                    <a:pt x="112" y="459"/>
                  </a:lnTo>
                  <a:lnTo>
                    <a:pt x="107" y="490"/>
                  </a:lnTo>
                  <a:lnTo>
                    <a:pt x="107" y="490"/>
                  </a:lnTo>
                  <a:lnTo>
                    <a:pt x="101" y="519"/>
                  </a:lnTo>
                  <a:lnTo>
                    <a:pt x="94" y="547"/>
                  </a:lnTo>
                  <a:lnTo>
                    <a:pt x="78" y="605"/>
                  </a:lnTo>
                  <a:lnTo>
                    <a:pt x="62" y="662"/>
                  </a:lnTo>
                  <a:lnTo>
                    <a:pt x="47" y="719"/>
                  </a:lnTo>
                  <a:lnTo>
                    <a:pt x="47" y="719"/>
                  </a:lnTo>
                  <a:lnTo>
                    <a:pt x="41" y="747"/>
                  </a:lnTo>
                  <a:lnTo>
                    <a:pt x="36" y="776"/>
                  </a:lnTo>
                  <a:lnTo>
                    <a:pt x="32" y="806"/>
                  </a:lnTo>
                  <a:lnTo>
                    <a:pt x="27" y="835"/>
                  </a:lnTo>
                  <a:lnTo>
                    <a:pt x="27" y="835"/>
                  </a:lnTo>
                  <a:lnTo>
                    <a:pt x="24" y="848"/>
                  </a:lnTo>
                  <a:lnTo>
                    <a:pt x="20" y="859"/>
                  </a:lnTo>
                  <a:lnTo>
                    <a:pt x="12" y="883"/>
                  </a:lnTo>
                  <a:lnTo>
                    <a:pt x="5" y="907"/>
                  </a:lnTo>
                  <a:lnTo>
                    <a:pt x="2" y="919"/>
                  </a:lnTo>
                  <a:lnTo>
                    <a:pt x="0" y="931"/>
                  </a:lnTo>
                  <a:lnTo>
                    <a:pt x="0" y="931"/>
                  </a:lnTo>
                  <a:lnTo>
                    <a:pt x="0" y="933"/>
                  </a:lnTo>
                  <a:lnTo>
                    <a:pt x="0" y="939"/>
                  </a:lnTo>
                  <a:lnTo>
                    <a:pt x="0" y="939"/>
                  </a:lnTo>
                  <a:lnTo>
                    <a:pt x="0" y="940"/>
                  </a:lnTo>
                  <a:lnTo>
                    <a:pt x="1" y="942"/>
                  </a:lnTo>
                  <a:lnTo>
                    <a:pt x="2" y="943"/>
                  </a:lnTo>
                  <a:lnTo>
                    <a:pt x="4" y="943"/>
                  </a:lnTo>
                  <a:lnTo>
                    <a:pt x="6" y="943"/>
                  </a:lnTo>
                  <a:lnTo>
                    <a:pt x="7" y="942"/>
                  </a:lnTo>
                  <a:lnTo>
                    <a:pt x="8" y="940"/>
                  </a:lnTo>
                  <a:lnTo>
                    <a:pt x="9" y="939"/>
                  </a:lnTo>
                  <a:lnTo>
                    <a:pt x="9" y="939"/>
                  </a:lnTo>
                  <a:lnTo>
                    <a:pt x="10" y="924"/>
                  </a:lnTo>
                  <a:lnTo>
                    <a:pt x="13" y="911"/>
                  </a:lnTo>
                  <a:lnTo>
                    <a:pt x="16" y="897"/>
                  </a:lnTo>
                  <a:lnTo>
                    <a:pt x="21" y="884"/>
                  </a:lnTo>
                  <a:lnTo>
                    <a:pt x="30" y="857"/>
                  </a:lnTo>
                  <a:lnTo>
                    <a:pt x="34" y="843"/>
                  </a:lnTo>
                  <a:lnTo>
                    <a:pt x="37" y="829"/>
                  </a:lnTo>
                  <a:lnTo>
                    <a:pt x="37" y="829"/>
                  </a:lnTo>
                  <a:lnTo>
                    <a:pt x="42" y="800"/>
                  </a:lnTo>
                  <a:lnTo>
                    <a:pt x="47" y="771"/>
                  </a:lnTo>
                  <a:lnTo>
                    <a:pt x="52" y="741"/>
                  </a:lnTo>
                  <a:lnTo>
                    <a:pt x="58" y="712"/>
                  </a:lnTo>
                  <a:lnTo>
                    <a:pt x="58" y="712"/>
                  </a:lnTo>
                  <a:lnTo>
                    <a:pt x="73" y="653"/>
                  </a:lnTo>
                  <a:lnTo>
                    <a:pt x="90" y="595"/>
                  </a:lnTo>
                  <a:lnTo>
                    <a:pt x="106" y="535"/>
                  </a:lnTo>
                  <a:lnTo>
                    <a:pt x="113" y="506"/>
                  </a:lnTo>
                  <a:lnTo>
                    <a:pt x="120" y="476"/>
                  </a:lnTo>
                  <a:lnTo>
                    <a:pt x="120" y="476"/>
                  </a:lnTo>
                  <a:lnTo>
                    <a:pt x="125" y="447"/>
                  </a:lnTo>
                  <a:lnTo>
                    <a:pt x="129" y="417"/>
                  </a:lnTo>
                  <a:lnTo>
                    <a:pt x="136" y="359"/>
                  </a:lnTo>
                  <a:lnTo>
                    <a:pt x="136" y="359"/>
                  </a:lnTo>
                  <a:lnTo>
                    <a:pt x="141" y="327"/>
                  </a:lnTo>
                  <a:lnTo>
                    <a:pt x="146" y="296"/>
                  </a:lnTo>
                  <a:lnTo>
                    <a:pt x="153" y="264"/>
                  </a:lnTo>
                  <a:lnTo>
                    <a:pt x="158" y="233"/>
                  </a:lnTo>
                  <a:lnTo>
                    <a:pt x="158" y="233"/>
                  </a:lnTo>
                  <a:lnTo>
                    <a:pt x="168" y="173"/>
                  </a:lnTo>
                  <a:lnTo>
                    <a:pt x="178" y="113"/>
                  </a:lnTo>
                  <a:lnTo>
                    <a:pt x="178" y="113"/>
                  </a:lnTo>
                  <a:lnTo>
                    <a:pt x="182" y="86"/>
                  </a:lnTo>
                  <a:lnTo>
                    <a:pt x="184" y="58"/>
                  </a:lnTo>
                  <a:lnTo>
                    <a:pt x="184" y="32"/>
                  </a:lnTo>
                  <a:lnTo>
                    <a:pt x="185" y="4"/>
                  </a:lnTo>
                  <a:lnTo>
                    <a:pt x="185" y="4"/>
                  </a:lnTo>
                  <a:lnTo>
                    <a:pt x="184" y="2"/>
                  </a:lnTo>
                  <a:lnTo>
                    <a:pt x="183" y="1"/>
                  </a:lnTo>
                  <a:lnTo>
                    <a:pt x="182" y="0"/>
                  </a:lnTo>
                  <a:lnTo>
                    <a:pt x="180" y="0"/>
                  </a:lnTo>
                  <a:lnTo>
                    <a:pt x="177" y="0"/>
                  </a:lnTo>
                  <a:lnTo>
                    <a:pt x="176" y="1"/>
                  </a:lnTo>
                  <a:lnTo>
                    <a:pt x="175" y="2"/>
                  </a:lnTo>
                  <a:lnTo>
                    <a:pt x="174" y="4"/>
                  </a:lnTo>
                  <a:lnTo>
                    <a:pt x="174" y="4"/>
                  </a:lnTo>
                  <a:close/>
                </a:path>
              </a:pathLst>
            </a:custGeom>
            <a:grpFill/>
            <a:ln>
              <a:solidFill>
                <a:schemeClr val="accent1">
                  <a:lumMod val="75000"/>
                  <a:alpha val="0"/>
                </a:schemeClr>
              </a:solidFill>
            </a:ln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300" name="Freeform 916"/>
            <p:cNvSpPr/>
            <p:nvPr>
              <p:custDataLst>
                <p:tags r:id="rId16"/>
              </p:custDataLst>
            </p:nvPr>
          </p:nvSpPr>
          <p:spPr bwMode="auto">
            <a:xfrm>
              <a:off x="3649663" y="1366838"/>
              <a:ext cx="90488" cy="492125"/>
            </a:xfrm>
            <a:custGeom>
              <a:avLst/>
              <a:gdLst/>
              <a:ahLst/>
              <a:cxnLst>
                <a:cxn ang="0">
                  <a:pos x="162" y="5"/>
                </a:cxn>
                <a:cxn ang="0">
                  <a:pos x="161" y="67"/>
                </a:cxn>
                <a:cxn ang="0">
                  <a:pos x="155" y="128"/>
                </a:cxn>
                <a:cxn ang="0">
                  <a:pos x="151" y="156"/>
                </a:cxn>
                <a:cxn ang="0">
                  <a:pos x="141" y="214"/>
                </a:cxn>
                <a:cxn ang="0">
                  <a:pos x="137" y="243"/>
                </a:cxn>
                <a:cxn ang="0">
                  <a:pos x="123" y="335"/>
                </a:cxn>
                <a:cxn ang="0">
                  <a:pos x="111" y="397"/>
                </a:cxn>
                <a:cxn ang="0">
                  <a:pos x="97" y="457"/>
                </a:cxn>
                <a:cxn ang="0">
                  <a:pos x="87" y="487"/>
                </a:cxn>
                <a:cxn ang="0">
                  <a:pos x="69" y="543"/>
                </a:cxn>
                <a:cxn ang="0">
                  <a:pos x="51" y="599"/>
                </a:cxn>
                <a:cxn ang="0">
                  <a:pos x="48" y="614"/>
                </a:cxn>
                <a:cxn ang="0">
                  <a:pos x="44" y="658"/>
                </a:cxn>
                <a:cxn ang="0">
                  <a:pos x="40" y="702"/>
                </a:cxn>
                <a:cxn ang="0">
                  <a:pos x="38" y="717"/>
                </a:cxn>
                <a:cxn ang="0">
                  <a:pos x="23" y="796"/>
                </a:cxn>
                <a:cxn ang="0">
                  <a:pos x="17" y="822"/>
                </a:cxn>
                <a:cxn ang="0">
                  <a:pos x="12" y="846"/>
                </a:cxn>
                <a:cxn ang="0">
                  <a:pos x="6" y="898"/>
                </a:cxn>
                <a:cxn ang="0">
                  <a:pos x="0" y="924"/>
                </a:cxn>
                <a:cxn ang="0">
                  <a:pos x="0" y="926"/>
                </a:cxn>
                <a:cxn ang="0">
                  <a:pos x="3" y="928"/>
                </a:cxn>
                <a:cxn ang="0">
                  <a:pos x="6" y="929"/>
                </a:cxn>
                <a:cxn ang="0">
                  <a:pos x="9" y="928"/>
                </a:cxn>
                <a:cxn ang="0">
                  <a:pos x="10" y="926"/>
                </a:cxn>
                <a:cxn ang="0">
                  <a:pos x="14" y="902"/>
                </a:cxn>
                <a:cxn ang="0">
                  <a:pos x="20" y="855"/>
                </a:cxn>
                <a:cxn ang="0">
                  <a:pos x="25" y="831"/>
                </a:cxn>
                <a:cxn ang="0">
                  <a:pos x="30" y="805"/>
                </a:cxn>
                <a:cxn ang="0">
                  <a:pos x="45" y="727"/>
                </a:cxn>
                <a:cxn ang="0">
                  <a:pos x="49" y="698"/>
                </a:cxn>
                <a:cxn ang="0">
                  <a:pos x="54" y="640"/>
                </a:cxn>
                <a:cxn ang="0">
                  <a:pos x="58" y="610"/>
                </a:cxn>
                <a:cxn ang="0">
                  <a:pos x="66" y="580"/>
                </a:cxn>
                <a:cxn ang="0">
                  <a:pos x="86" y="519"/>
                </a:cxn>
                <a:cxn ang="0">
                  <a:pos x="97" y="490"/>
                </a:cxn>
                <a:cxn ang="0">
                  <a:pos x="113" y="431"/>
                </a:cxn>
                <a:cxn ang="0">
                  <a:pos x="126" y="372"/>
                </a:cxn>
                <a:cxn ang="0">
                  <a:pos x="137" y="312"/>
                </a:cxn>
                <a:cxn ang="0">
                  <a:pos x="145" y="252"/>
                </a:cxn>
                <a:cxn ang="0">
                  <a:pos x="155" y="186"/>
                </a:cxn>
                <a:cxn ang="0">
                  <a:pos x="166" y="121"/>
                </a:cxn>
                <a:cxn ang="0">
                  <a:pos x="169" y="92"/>
                </a:cxn>
                <a:cxn ang="0">
                  <a:pos x="171" y="34"/>
                </a:cxn>
                <a:cxn ang="0">
                  <a:pos x="171" y="5"/>
                </a:cxn>
                <a:cxn ang="0">
                  <a:pos x="170" y="1"/>
                </a:cxn>
                <a:cxn ang="0">
                  <a:pos x="167" y="0"/>
                </a:cxn>
                <a:cxn ang="0">
                  <a:pos x="164" y="1"/>
                </a:cxn>
                <a:cxn ang="0">
                  <a:pos x="162" y="5"/>
                </a:cxn>
              </a:cxnLst>
              <a:rect l="0" t="0" r="r" b="b"/>
              <a:pathLst>
                <a:path w="171" h="929">
                  <a:moveTo>
                    <a:pt x="162" y="5"/>
                  </a:moveTo>
                  <a:lnTo>
                    <a:pt x="162" y="5"/>
                  </a:lnTo>
                  <a:lnTo>
                    <a:pt x="162" y="36"/>
                  </a:lnTo>
                  <a:lnTo>
                    <a:pt x="161" y="67"/>
                  </a:lnTo>
                  <a:lnTo>
                    <a:pt x="160" y="97"/>
                  </a:lnTo>
                  <a:lnTo>
                    <a:pt x="155" y="128"/>
                  </a:lnTo>
                  <a:lnTo>
                    <a:pt x="155" y="128"/>
                  </a:lnTo>
                  <a:lnTo>
                    <a:pt x="151" y="156"/>
                  </a:lnTo>
                  <a:lnTo>
                    <a:pt x="146" y="185"/>
                  </a:lnTo>
                  <a:lnTo>
                    <a:pt x="141" y="214"/>
                  </a:lnTo>
                  <a:lnTo>
                    <a:pt x="137" y="243"/>
                  </a:lnTo>
                  <a:lnTo>
                    <a:pt x="137" y="243"/>
                  </a:lnTo>
                  <a:lnTo>
                    <a:pt x="129" y="305"/>
                  </a:lnTo>
                  <a:lnTo>
                    <a:pt x="123" y="335"/>
                  </a:lnTo>
                  <a:lnTo>
                    <a:pt x="117" y="366"/>
                  </a:lnTo>
                  <a:lnTo>
                    <a:pt x="111" y="397"/>
                  </a:lnTo>
                  <a:lnTo>
                    <a:pt x="104" y="427"/>
                  </a:lnTo>
                  <a:lnTo>
                    <a:pt x="97" y="457"/>
                  </a:lnTo>
                  <a:lnTo>
                    <a:pt x="87" y="487"/>
                  </a:lnTo>
                  <a:lnTo>
                    <a:pt x="87" y="487"/>
                  </a:lnTo>
                  <a:lnTo>
                    <a:pt x="78" y="515"/>
                  </a:lnTo>
                  <a:lnTo>
                    <a:pt x="69" y="543"/>
                  </a:lnTo>
                  <a:lnTo>
                    <a:pt x="59" y="572"/>
                  </a:lnTo>
                  <a:lnTo>
                    <a:pt x="51" y="599"/>
                  </a:lnTo>
                  <a:lnTo>
                    <a:pt x="51" y="599"/>
                  </a:lnTo>
                  <a:lnTo>
                    <a:pt x="48" y="614"/>
                  </a:lnTo>
                  <a:lnTo>
                    <a:pt x="46" y="628"/>
                  </a:lnTo>
                  <a:lnTo>
                    <a:pt x="44" y="658"/>
                  </a:lnTo>
                  <a:lnTo>
                    <a:pt x="42" y="687"/>
                  </a:lnTo>
                  <a:lnTo>
                    <a:pt x="40" y="702"/>
                  </a:lnTo>
                  <a:lnTo>
                    <a:pt x="38" y="717"/>
                  </a:lnTo>
                  <a:lnTo>
                    <a:pt x="38" y="717"/>
                  </a:lnTo>
                  <a:lnTo>
                    <a:pt x="28" y="769"/>
                  </a:lnTo>
                  <a:lnTo>
                    <a:pt x="23" y="796"/>
                  </a:lnTo>
                  <a:lnTo>
                    <a:pt x="17" y="822"/>
                  </a:lnTo>
                  <a:lnTo>
                    <a:pt x="17" y="822"/>
                  </a:lnTo>
                  <a:lnTo>
                    <a:pt x="15" y="834"/>
                  </a:lnTo>
                  <a:lnTo>
                    <a:pt x="12" y="846"/>
                  </a:lnTo>
                  <a:lnTo>
                    <a:pt x="9" y="872"/>
                  </a:lnTo>
                  <a:lnTo>
                    <a:pt x="6" y="898"/>
                  </a:lnTo>
                  <a:lnTo>
                    <a:pt x="4" y="910"/>
                  </a:lnTo>
                  <a:lnTo>
                    <a:pt x="0" y="924"/>
                  </a:lnTo>
                  <a:lnTo>
                    <a:pt x="0" y="924"/>
                  </a:lnTo>
                  <a:lnTo>
                    <a:pt x="0" y="926"/>
                  </a:lnTo>
                  <a:lnTo>
                    <a:pt x="2" y="927"/>
                  </a:lnTo>
                  <a:lnTo>
                    <a:pt x="3" y="928"/>
                  </a:lnTo>
                  <a:lnTo>
                    <a:pt x="5" y="929"/>
                  </a:lnTo>
                  <a:lnTo>
                    <a:pt x="6" y="929"/>
                  </a:lnTo>
                  <a:lnTo>
                    <a:pt x="8" y="929"/>
                  </a:lnTo>
                  <a:lnTo>
                    <a:pt x="9" y="928"/>
                  </a:lnTo>
                  <a:lnTo>
                    <a:pt x="10" y="926"/>
                  </a:lnTo>
                  <a:lnTo>
                    <a:pt x="10" y="926"/>
                  </a:lnTo>
                  <a:lnTo>
                    <a:pt x="13" y="915"/>
                  </a:lnTo>
                  <a:lnTo>
                    <a:pt x="14" y="902"/>
                  </a:lnTo>
                  <a:lnTo>
                    <a:pt x="17" y="878"/>
                  </a:lnTo>
                  <a:lnTo>
                    <a:pt x="20" y="855"/>
                  </a:lnTo>
                  <a:lnTo>
                    <a:pt x="22" y="842"/>
                  </a:lnTo>
                  <a:lnTo>
                    <a:pt x="25" y="831"/>
                  </a:lnTo>
                  <a:lnTo>
                    <a:pt x="25" y="831"/>
                  </a:lnTo>
                  <a:lnTo>
                    <a:pt x="30" y="805"/>
                  </a:lnTo>
                  <a:lnTo>
                    <a:pt x="36" y="778"/>
                  </a:lnTo>
                  <a:lnTo>
                    <a:pt x="45" y="727"/>
                  </a:lnTo>
                  <a:lnTo>
                    <a:pt x="45" y="727"/>
                  </a:lnTo>
                  <a:lnTo>
                    <a:pt x="49" y="698"/>
                  </a:lnTo>
                  <a:lnTo>
                    <a:pt x="52" y="669"/>
                  </a:lnTo>
                  <a:lnTo>
                    <a:pt x="54" y="640"/>
                  </a:lnTo>
                  <a:lnTo>
                    <a:pt x="58" y="610"/>
                  </a:lnTo>
                  <a:lnTo>
                    <a:pt x="58" y="610"/>
                  </a:lnTo>
                  <a:lnTo>
                    <a:pt x="61" y="595"/>
                  </a:lnTo>
                  <a:lnTo>
                    <a:pt x="66" y="580"/>
                  </a:lnTo>
                  <a:lnTo>
                    <a:pt x="76" y="550"/>
                  </a:lnTo>
                  <a:lnTo>
                    <a:pt x="86" y="519"/>
                  </a:lnTo>
                  <a:lnTo>
                    <a:pt x="97" y="490"/>
                  </a:lnTo>
                  <a:lnTo>
                    <a:pt x="97" y="490"/>
                  </a:lnTo>
                  <a:lnTo>
                    <a:pt x="106" y="461"/>
                  </a:lnTo>
                  <a:lnTo>
                    <a:pt x="113" y="431"/>
                  </a:lnTo>
                  <a:lnTo>
                    <a:pt x="120" y="402"/>
                  </a:lnTo>
                  <a:lnTo>
                    <a:pt x="126" y="372"/>
                  </a:lnTo>
                  <a:lnTo>
                    <a:pt x="132" y="342"/>
                  </a:lnTo>
                  <a:lnTo>
                    <a:pt x="137" y="312"/>
                  </a:lnTo>
                  <a:lnTo>
                    <a:pt x="145" y="252"/>
                  </a:lnTo>
                  <a:lnTo>
                    <a:pt x="145" y="252"/>
                  </a:lnTo>
                  <a:lnTo>
                    <a:pt x="149" y="219"/>
                  </a:lnTo>
                  <a:lnTo>
                    <a:pt x="155" y="186"/>
                  </a:lnTo>
                  <a:lnTo>
                    <a:pt x="161" y="154"/>
                  </a:lnTo>
                  <a:lnTo>
                    <a:pt x="166" y="121"/>
                  </a:lnTo>
                  <a:lnTo>
                    <a:pt x="166" y="121"/>
                  </a:lnTo>
                  <a:lnTo>
                    <a:pt x="169" y="92"/>
                  </a:lnTo>
                  <a:lnTo>
                    <a:pt x="171" y="63"/>
                  </a:lnTo>
                  <a:lnTo>
                    <a:pt x="171" y="34"/>
                  </a:lnTo>
                  <a:lnTo>
                    <a:pt x="171" y="5"/>
                  </a:lnTo>
                  <a:lnTo>
                    <a:pt x="171" y="5"/>
                  </a:lnTo>
                  <a:lnTo>
                    <a:pt x="171" y="2"/>
                  </a:lnTo>
                  <a:lnTo>
                    <a:pt x="170" y="1"/>
                  </a:lnTo>
                  <a:lnTo>
                    <a:pt x="168" y="0"/>
                  </a:lnTo>
                  <a:lnTo>
                    <a:pt x="167" y="0"/>
                  </a:lnTo>
                  <a:lnTo>
                    <a:pt x="165" y="0"/>
                  </a:lnTo>
                  <a:lnTo>
                    <a:pt x="164" y="1"/>
                  </a:lnTo>
                  <a:lnTo>
                    <a:pt x="163" y="2"/>
                  </a:lnTo>
                  <a:lnTo>
                    <a:pt x="162" y="5"/>
                  </a:lnTo>
                  <a:lnTo>
                    <a:pt x="162" y="5"/>
                  </a:lnTo>
                  <a:close/>
                </a:path>
              </a:pathLst>
            </a:custGeom>
            <a:grpFill/>
            <a:ln>
              <a:solidFill>
                <a:schemeClr val="accent1">
                  <a:lumMod val="75000"/>
                  <a:alpha val="0"/>
                </a:schemeClr>
              </a:solidFill>
            </a:ln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301" name="Freeform 917"/>
            <p:cNvSpPr/>
            <p:nvPr>
              <p:custDataLst>
                <p:tags r:id="rId17"/>
              </p:custDataLst>
            </p:nvPr>
          </p:nvSpPr>
          <p:spPr bwMode="auto">
            <a:xfrm>
              <a:off x="3692525" y="1401763"/>
              <a:ext cx="90488" cy="436563"/>
            </a:xfrm>
            <a:custGeom>
              <a:avLst/>
              <a:gdLst/>
              <a:ahLst/>
              <a:cxnLst>
                <a:cxn ang="0">
                  <a:pos x="161" y="5"/>
                </a:cxn>
                <a:cxn ang="0">
                  <a:pos x="157" y="61"/>
                </a:cxn>
                <a:cxn ang="0">
                  <a:pos x="148" y="118"/>
                </a:cxn>
                <a:cxn ang="0">
                  <a:pos x="143" y="143"/>
                </a:cxn>
                <a:cxn ang="0">
                  <a:pos x="130" y="192"/>
                </a:cxn>
                <a:cxn ang="0">
                  <a:pos x="126" y="216"/>
                </a:cxn>
                <a:cxn ang="0">
                  <a:pos x="124" y="236"/>
                </a:cxn>
                <a:cxn ang="0">
                  <a:pos x="124" y="257"/>
                </a:cxn>
                <a:cxn ang="0">
                  <a:pos x="120" y="285"/>
                </a:cxn>
                <a:cxn ang="0">
                  <a:pos x="115" y="314"/>
                </a:cxn>
                <a:cxn ang="0">
                  <a:pos x="97" y="395"/>
                </a:cxn>
                <a:cxn ang="0">
                  <a:pos x="93" y="422"/>
                </a:cxn>
                <a:cxn ang="0">
                  <a:pos x="88" y="472"/>
                </a:cxn>
                <a:cxn ang="0">
                  <a:pos x="82" y="520"/>
                </a:cxn>
                <a:cxn ang="0">
                  <a:pos x="74" y="547"/>
                </a:cxn>
                <a:cxn ang="0">
                  <a:pos x="56" y="599"/>
                </a:cxn>
                <a:cxn ang="0">
                  <a:pos x="47" y="624"/>
                </a:cxn>
                <a:cxn ang="0">
                  <a:pos x="24" y="696"/>
                </a:cxn>
                <a:cxn ang="0">
                  <a:pos x="10" y="745"/>
                </a:cxn>
                <a:cxn ang="0">
                  <a:pos x="2" y="795"/>
                </a:cxn>
                <a:cxn ang="0">
                  <a:pos x="0" y="820"/>
                </a:cxn>
                <a:cxn ang="0">
                  <a:pos x="2" y="823"/>
                </a:cxn>
                <a:cxn ang="0">
                  <a:pos x="5" y="825"/>
                </a:cxn>
                <a:cxn ang="0">
                  <a:pos x="8" y="823"/>
                </a:cxn>
                <a:cxn ang="0">
                  <a:pos x="9" y="820"/>
                </a:cxn>
                <a:cxn ang="0">
                  <a:pos x="11" y="794"/>
                </a:cxn>
                <a:cxn ang="0">
                  <a:pos x="21" y="743"/>
                </a:cxn>
                <a:cxn ang="0">
                  <a:pos x="34" y="693"/>
                </a:cxn>
                <a:cxn ang="0">
                  <a:pos x="58" y="618"/>
                </a:cxn>
                <a:cxn ang="0">
                  <a:pos x="66" y="594"/>
                </a:cxn>
                <a:cxn ang="0">
                  <a:pos x="84" y="547"/>
                </a:cxn>
                <a:cxn ang="0">
                  <a:pos x="90" y="522"/>
                </a:cxn>
                <a:cxn ang="0">
                  <a:pos x="95" y="496"/>
                </a:cxn>
                <a:cxn ang="0">
                  <a:pos x="100" y="443"/>
                </a:cxn>
                <a:cxn ang="0">
                  <a:pos x="103" y="416"/>
                </a:cxn>
                <a:cxn ang="0">
                  <a:pos x="113" y="366"/>
                </a:cxn>
                <a:cxn ang="0">
                  <a:pos x="123" y="316"/>
                </a:cxn>
                <a:cxn ang="0">
                  <a:pos x="133" y="266"/>
                </a:cxn>
                <a:cxn ang="0">
                  <a:pos x="134" y="253"/>
                </a:cxn>
                <a:cxn ang="0">
                  <a:pos x="134" y="226"/>
                </a:cxn>
                <a:cxn ang="0">
                  <a:pos x="136" y="212"/>
                </a:cxn>
                <a:cxn ang="0">
                  <a:pos x="147" y="162"/>
                </a:cxn>
                <a:cxn ang="0">
                  <a:pos x="159" y="112"/>
                </a:cxn>
                <a:cxn ang="0">
                  <a:pos x="163" y="85"/>
                </a:cxn>
                <a:cxn ang="0">
                  <a:pos x="169" y="32"/>
                </a:cxn>
                <a:cxn ang="0">
                  <a:pos x="170" y="5"/>
                </a:cxn>
                <a:cxn ang="0">
                  <a:pos x="169" y="1"/>
                </a:cxn>
                <a:cxn ang="0">
                  <a:pos x="166" y="0"/>
                </a:cxn>
                <a:cxn ang="0">
                  <a:pos x="163" y="1"/>
                </a:cxn>
                <a:cxn ang="0">
                  <a:pos x="161" y="5"/>
                </a:cxn>
              </a:cxnLst>
              <a:rect l="0" t="0" r="r" b="b"/>
              <a:pathLst>
                <a:path w="170" h="825">
                  <a:moveTo>
                    <a:pt x="161" y="5"/>
                  </a:moveTo>
                  <a:lnTo>
                    <a:pt x="161" y="5"/>
                  </a:lnTo>
                  <a:lnTo>
                    <a:pt x="160" y="34"/>
                  </a:lnTo>
                  <a:lnTo>
                    <a:pt x="157" y="61"/>
                  </a:lnTo>
                  <a:lnTo>
                    <a:pt x="153" y="90"/>
                  </a:lnTo>
                  <a:lnTo>
                    <a:pt x="148" y="118"/>
                  </a:lnTo>
                  <a:lnTo>
                    <a:pt x="148" y="118"/>
                  </a:lnTo>
                  <a:lnTo>
                    <a:pt x="143" y="143"/>
                  </a:lnTo>
                  <a:lnTo>
                    <a:pt x="136" y="168"/>
                  </a:lnTo>
                  <a:lnTo>
                    <a:pt x="130" y="192"/>
                  </a:lnTo>
                  <a:lnTo>
                    <a:pt x="126" y="216"/>
                  </a:lnTo>
                  <a:lnTo>
                    <a:pt x="126" y="216"/>
                  </a:lnTo>
                  <a:lnTo>
                    <a:pt x="124" y="227"/>
                  </a:lnTo>
                  <a:lnTo>
                    <a:pt x="124" y="236"/>
                  </a:lnTo>
                  <a:lnTo>
                    <a:pt x="124" y="257"/>
                  </a:lnTo>
                  <a:lnTo>
                    <a:pt x="124" y="257"/>
                  </a:lnTo>
                  <a:lnTo>
                    <a:pt x="123" y="271"/>
                  </a:lnTo>
                  <a:lnTo>
                    <a:pt x="120" y="285"/>
                  </a:lnTo>
                  <a:lnTo>
                    <a:pt x="115" y="314"/>
                  </a:lnTo>
                  <a:lnTo>
                    <a:pt x="115" y="314"/>
                  </a:lnTo>
                  <a:lnTo>
                    <a:pt x="102" y="367"/>
                  </a:lnTo>
                  <a:lnTo>
                    <a:pt x="97" y="395"/>
                  </a:lnTo>
                  <a:lnTo>
                    <a:pt x="93" y="422"/>
                  </a:lnTo>
                  <a:lnTo>
                    <a:pt x="93" y="422"/>
                  </a:lnTo>
                  <a:lnTo>
                    <a:pt x="91" y="447"/>
                  </a:lnTo>
                  <a:lnTo>
                    <a:pt x="88" y="472"/>
                  </a:lnTo>
                  <a:lnTo>
                    <a:pt x="86" y="495"/>
                  </a:lnTo>
                  <a:lnTo>
                    <a:pt x="82" y="520"/>
                  </a:lnTo>
                  <a:lnTo>
                    <a:pt x="82" y="520"/>
                  </a:lnTo>
                  <a:lnTo>
                    <a:pt x="74" y="547"/>
                  </a:lnTo>
                  <a:lnTo>
                    <a:pt x="65" y="573"/>
                  </a:lnTo>
                  <a:lnTo>
                    <a:pt x="56" y="599"/>
                  </a:lnTo>
                  <a:lnTo>
                    <a:pt x="47" y="624"/>
                  </a:lnTo>
                  <a:lnTo>
                    <a:pt x="47" y="624"/>
                  </a:lnTo>
                  <a:lnTo>
                    <a:pt x="31" y="672"/>
                  </a:lnTo>
                  <a:lnTo>
                    <a:pt x="24" y="696"/>
                  </a:lnTo>
                  <a:lnTo>
                    <a:pt x="17" y="720"/>
                  </a:lnTo>
                  <a:lnTo>
                    <a:pt x="10" y="745"/>
                  </a:lnTo>
                  <a:lnTo>
                    <a:pt x="5" y="770"/>
                  </a:lnTo>
                  <a:lnTo>
                    <a:pt x="2" y="795"/>
                  </a:lnTo>
                  <a:lnTo>
                    <a:pt x="0" y="820"/>
                  </a:lnTo>
                  <a:lnTo>
                    <a:pt x="0" y="820"/>
                  </a:lnTo>
                  <a:lnTo>
                    <a:pt x="1" y="822"/>
                  </a:lnTo>
                  <a:lnTo>
                    <a:pt x="2" y="823"/>
                  </a:lnTo>
                  <a:lnTo>
                    <a:pt x="3" y="824"/>
                  </a:lnTo>
                  <a:lnTo>
                    <a:pt x="5" y="825"/>
                  </a:lnTo>
                  <a:lnTo>
                    <a:pt x="6" y="824"/>
                  </a:lnTo>
                  <a:lnTo>
                    <a:pt x="8" y="823"/>
                  </a:lnTo>
                  <a:lnTo>
                    <a:pt x="9" y="822"/>
                  </a:lnTo>
                  <a:lnTo>
                    <a:pt x="9" y="820"/>
                  </a:lnTo>
                  <a:lnTo>
                    <a:pt x="9" y="820"/>
                  </a:lnTo>
                  <a:lnTo>
                    <a:pt x="11" y="794"/>
                  </a:lnTo>
                  <a:lnTo>
                    <a:pt x="15" y="769"/>
                  </a:lnTo>
                  <a:lnTo>
                    <a:pt x="21" y="743"/>
                  </a:lnTo>
                  <a:lnTo>
                    <a:pt x="27" y="717"/>
                  </a:lnTo>
                  <a:lnTo>
                    <a:pt x="34" y="693"/>
                  </a:lnTo>
                  <a:lnTo>
                    <a:pt x="42" y="668"/>
                  </a:lnTo>
                  <a:lnTo>
                    <a:pt x="58" y="618"/>
                  </a:lnTo>
                  <a:lnTo>
                    <a:pt x="58" y="618"/>
                  </a:lnTo>
                  <a:lnTo>
                    <a:pt x="66" y="594"/>
                  </a:lnTo>
                  <a:lnTo>
                    <a:pt x="75" y="571"/>
                  </a:lnTo>
                  <a:lnTo>
                    <a:pt x="84" y="547"/>
                  </a:lnTo>
                  <a:lnTo>
                    <a:pt x="90" y="522"/>
                  </a:lnTo>
                  <a:lnTo>
                    <a:pt x="90" y="522"/>
                  </a:lnTo>
                  <a:lnTo>
                    <a:pt x="93" y="510"/>
                  </a:lnTo>
                  <a:lnTo>
                    <a:pt x="95" y="496"/>
                  </a:lnTo>
                  <a:lnTo>
                    <a:pt x="98" y="469"/>
                  </a:lnTo>
                  <a:lnTo>
                    <a:pt x="100" y="443"/>
                  </a:lnTo>
                  <a:lnTo>
                    <a:pt x="103" y="416"/>
                  </a:lnTo>
                  <a:lnTo>
                    <a:pt x="103" y="416"/>
                  </a:lnTo>
                  <a:lnTo>
                    <a:pt x="107" y="391"/>
                  </a:lnTo>
                  <a:lnTo>
                    <a:pt x="113" y="366"/>
                  </a:lnTo>
                  <a:lnTo>
                    <a:pt x="123" y="316"/>
                  </a:lnTo>
                  <a:lnTo>
                    <a:pt x="123" y="316"/>
                  </a:lnTo>
                  <a:lnTo>
                    <a:pt x="128" y="291"/>
                  </a:lnTo>
                  <a:lnTo>
                    <a:pt x="133" y="266"/>
                  </a:lnTo>
                  <a:lnTo>
                    <a:pt x="133" y="266"/>
                  </a:lnTo>
                  <a:lnTo>
                    <a:pt x="134" y="253"/>
                  </a:lnTo>
                  <a:lnTo>
                    <a:pt x="134" y="239"/>
                  </a:lnTo>
                  <a:lnTo>
                    <a:pt x="134" y="226"/>
                  </a:lnTo>
                  <a:lnTo>
                    <a:pt x="136" y="212"/>
                  </a:lnTo>
                  <a:lnTo>
                    <a:pt x="136" y="212"/>
                  </a:lnTo>
                  <a:lnTo>
                    <a:pt x="141" y="186"/>
                  </a:lnTo>
                  <a:lnTo>
                    <a:pt x="147" y="162"/>
                  </a:lnTo>
                  <a:lnTo>
                    <a:pt x="153" y="137"/>
                  </a:lnTo>
                  <a:lnTo>
                    <a:pt x="159" y="112"/>
                  </a:lnTo>
                  <a:lnTo>
                    <a:pt x="159" y="112"/>
                  </a:lnTo>
                  <a:lnTo>
                    <a:pt x="163" y="85"/>
                  </a:lnTo>
                  <a:lnTo>
                    <a:pt x="167" y="58"/>
                  </a:lnTo>
                  <a:lnTo>
                    <a:pt x="169" y="32"/>
                  </a:lnTo>
                  <a:lnTo>
                    <a:pt x="170" y="5"/>
                  </a:lnTo>
                  <a:lnTo>
                    <a:pt x="170" y="5"/>
                  </a:lnTo>
                  <a:lnTo>
                    <a:pt x="170" y="3"/>
                  </a:lnTo>
                  <a:lnTo>
                    <a:pt x="169" y="1"/>
                  </a:lnTo>
                  <a:lnTo>
                    <a:pt x="168" y="0"/>
                  </a:lnTo>
                  <a:lnTo>
                    <a:pt x="166" y="0"/>
                  </a:lnTo>
                  <a:lnTo>
                    <a:pt x="164" y="0"/>
                  </a:lnTo>
                  <a:lnTo>
                    <a:pt x="163" y="1"/>
                  </a:lnTo>
                  <a:lnTo>
                    <a:pt x="162" y="3"/>
                  </a:lnTo>
                  <a:lnTo>
                    <a:pt x="161" y="5"/>
                  </a:lnTo>
                  <a:lnTo>
                    <a:pt x="161" y="5"/>
                  </a:lnTo>
                  <a:close/>
                </a:path>
              </a:pathLst>
            </a:custGeom>
            <a:grpFill/>
            <a:ln>
              <a:solidFill>
                <a:schemeClr val="accent1">
                  <a:lumMod val="75000"/>
                  <a:alpha val="0"/>
                </a:schemeClr>
              </a:solidFill>
            </a:ln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302" name="Freeform 918"/>
            <p:cNvSpPr/>
            <p:nvPr>
              <p:custDataLst>
                <p:tags r:id="rId18"/>
              </p:custDataLst>
            </p:nvPr>
          </p:nvSpPr>
          <p:spPr bwMode="auto">
            <a:xfrm>
              <a:off x="3751263" y="1443038"/>
              <a:ext cx="66675" cy="360363"/>
            </a:xfrm>
            <a:custGeom>
              <a:avLst/>
              <a:gdLst/>
              <a:ahLst/>
              <a:cxnLst>
                <a:cxn ang="0">
                  <a:pos x="117" y="4"/>
                </a:cxn>
                <a:cxn ang="0">
                  <a:pos x="116" y="50"/>
                </a:cxn>
                <a:cxn ang="0">
                  <a:pos x="108" y="139"/>
                </a:cxn>
                <a:cxn ang="0">
                  <a:pos x="94" y="228"/>
                </a:cxn>
                <a:cxn ang="0">
                  <a:pos x="68" y="361"/>
                </a:cxn>
                <a:cxn ang="0">
                  <a:pos x="63" y="383"/>
                </a:cxn>
                <a:cxn ang="0">
                  <a:pos x="57" y="404"/>
                </a:cxn>
                <a:cxn ang="0">
                  <a:pos x="48" y="432"/>
                </a:cxn>
                <a:cxn ang="0">
                  <a:pos x="47" y="440"/>
                </a:cxn>
                <a:cxn ang="0">
                  <a:pos x="44" y="482"/>
                </a:cxn>
                <a:cxn ang="0">
                  <a:pos x="38" y="523"/>
                </a:cxn>
                <a:cxn ang="0">
                  <a:pos x="32" y="542"/>
                </a:cxn>
                <a:cxn ang="0">
                  <a:pos x="10" y="598"/>
                </a:cxn>
                <a:cxn ang="0">
                  <a:pos x="7" y="608"/>
                </a:cxn>
                <a:cxn ang="0">
                  <a:pos x="2" y="637"/>
                </a:cxn>
                <a:cxn ang="0">
                  <a:pos x="0" y="678"/>
                </a:cxn>
                <a:cxn ang="0">
                  <a:pos x="0" y="680"/>
                </a:cxn>
                <a:cxn ang="0">
                  <a:pos x="3" y="682"/>
                </a:cxn>
                <a:cxn ang="0">
                  <a:pos x="6" y="682"/>
                </a:cxn>
                <a:cxn ang="0">
                  <a:pos x="9" y="680"/>
                </a:cxn>
                <a:cxn ang="0">
                  <a:pos x="9" y="678"/>
                </a:cxn>
                <a:cxn ang="0">
                  <a:pos x="12" y="635"/>
                </a:cxn>
                <a:cxn ang="0">
                  <a:pos x="22" y="594"/>
                </a:cxn>
                <a:cxn ang="0">
                  <a:pos x="36" y="556"/>
                </a:cxn>
                <a:cxn ang="0">
                  <a:pos x="48" y="517"/>
                </a:cxn>
                <a:cxn ang="0">
                  <a:pos x="51" y="501"/>
                </a:cxn>
                <a:cxn ang="0">
                  <a:pos x="56" y="448"/>
                </a:cxn>
                <a:cxn ang="0">
                  <a:pos x="57" y="436"/>
                </a:cxn>
                <a:cxn ang="0">
                  <a:pos x="67" y="398"/>
                </a:cxn>
                <a:cxn ang="0">
                  <a:pos x="77" y="359"/>
                </a:cxn>
                <a:cxn ang="0">
                  <a:pos x="80" y="347"/>
                </a:cxn>
                <a:cxn ang="0">
                  <a:pos x="96" y="262"/>
                </a:cxn>
                <a:cxn ang="0">
                  <a:pos x="112" y="178"/>
                </a:cxn>
                <a:cxn ang="0">
                  <a:pos x="119" y="134"/>
                </a:cxn>
                <a:cxn ang="0">
                  <a:pos x="127" y="48"/>
                </a:cxn>
                <a:cxn ang="0">
                  <a:pos x="128" y="4"/>
                </a:cxn>
                <a:cxn ang="0">
                  <a:pos x="126" y="1"/>
                </a:cxn>
                <a:cxn ang="0">
                  <a:pos x="122" y="0"/>
                </a:cxn>
                <a:cxn ang="0">
                  <a:pos x="119" y="1"/>
                </a:cxn>
                <a:cxn ang="0">
                  <a:pos x="117" y="4"/>
                </a:cxn>
              </a:cxnLst>
              <a:rect l="0" t="0" r="r" b="b"/>
              <a:pathLst>
                <a:path w="128" h="682">
                  <a:moveTo>
                    <a:pt x="117" y="4"/>
                  </a:moveTo>
                  <a:lnTo>
                    <a:pt x="117" y="4"/>
                  </a:lnTo>
                  <a:lnTo>
                    <a:pt x="117" y="27"/>
                  </a:lnTo>
                  <a:lnTo>
                    <a:pt x="116" y="50"/>
                  </a:lnTo>
                  <a:lnTo>
                    <a:pt x="113" y="95"/>
                  </a:lnTo>
                  <a:lnTo>
                    <a:pt x="108" y="139"/>
                  </a:lnTo>
                  <a:lnTo>
                    <a:pt x="101" y="184"/>
                  </a:lnTo>
                  <a:lnTo>
                    <a:pt x="94" y="228"/>
                  </a:lnTo>
                  <a:lnTo>
                    <a:pt x="84" y="273"/>
                  </a:lnTo>
                  <a:lnTo>
                    <a:pt x="68" y="361"/>
                  </a:lnTo>
                  <a:lnTo>
                    <a:pt x="68" y="361"/>
                  </a:lnTo>
                  <a:lnTo>
                    <a:pt x="63" y="383"/>
                  </a:lnTo>
                  <a:lnTo>
                    <a:pt x="57" y="404"/>
                  </a:lnTo>
                  <a:lnTo>
                    <a:pt x="57" y="404"/>
                  </a:lnTo>
                  <a:lnTo>
                    <a:pt x="51" y="422"/>
                  </a:lnTo>
                  <a:lnTo>
                    <a:pt x="48" y="432"/>
                  </a:lnTo>
                  <a:lnTo>
                    <a:pt x="47" y="440"/>
                  </a:lnTo>
                  <a:lnTo>
                    <a:pt x="47" y="440"/>
                  </a:lnTo>
                  <a:lnTo>
                    <a:pt x="46" y="461"/>
                  </a:lnTo>
                  <a:lnTo>
                    <a:pt x="44" y="482"/>
                  </a:lnTo>
                  <a:lnTo>
                    <a:pt x="41" y="503"/>
                  </a:lnTo>
                  <a:lnTo>
                    <a:pt x="38" y="523"/>
                  </a:lnTo>
                  <a:lnTo>
                    <a:pt x="38" y="523"/>
                  </a:lnTo>
                  <a:lnTo>
                    <a:pt x="32" y="542"/>
                  </a:lnTo>
                  <a:lnTo>
                    <a:pt x="24" y="561"/>
                  </a:lnTo>
                  <a:lnTo>
                    <a:pt x="10" y="598"/>
                  </a:lnTo>
                  <a:lnTo>
                    <a:pt x="10" y="598"/>
                  </a:lnTo>
                  <a:lnTo>
                    <a:pt x="7" y="608"/>
                  </a:lnTo>
                  <a:lnTo>
                    <a:pt x="5" y="618"/>
                  </a:lnTo>
                  <a:lnTo>
                    <a:pt x="2" y="637"/>
                  </a:lnTo>
                  <a:lnTo>
                    <a:pt x="0" y="657"/>
                  </a:lnTo>
                  <a:lnTo>
                    <a:pt x="0" y="678"/>
                  </a:lnTo>
                  <a:lnTo>
                    <a:pt x="0" y="678"/>
                  </a:lnTo>
                  <a:lnTo>
                    <a:pt x="0" y="680"/>
                  </a:lnTo>
                  <a:lnTo>
                    <a:pt x="1" y="681"/>
                  </a:lnTo>
                  <a:lnTo>
                    <a:pt x="3" y="682"/>
                  </a:lnTo>
                  <a:lnTo>
                    <a:pt x="4" y="682"/>
                  </a:lnTo>
                  <a:lnTo>
                    <a:pt x="6" y="682"/>
                  </a:lnTo>
                  <a:lnTo>
                    <a:pt x="7" y="681"/>
                  </a:lnTo>
                  <a:lnTo>
                    <a:pt x="9" y="680"/>
                  </a:lnTo>
                  <a:lnTo>
                    <a:pt x="9" y="678"/>
                  </a:lnTo>
                  <a:lnTo>
                    <a:pt x="9" y="678"/>
                  </a:lnTo>
                  <a:lnTo>
                    <a:pt x="10" y="656"/>
                  </a:lnTo>
                  <a:lnTo>
                    <a:pt x="12" y="635"/>
                  </a:lnTo>
                  <a:lnTo>
                    <a:pt x="16" y="615"/>
                  </a:lnTo>
                  <a:lnTo>
                    <a:pt x="22" y="594"/>
                  </a:lnTo>
                  <a:lnTo>
                    <a:pt x="22" y="594"/>
                  </a:lnTo>
                  <a:lnTo>
                    <a:pt x="36" y="556"/>
                  </a:lnTo>
                  <a:lnTo>
                    <a:pt x="43" y="537"/>
                  </a:lnTo>
                  <a:lnTo>
                    <a:pt x="48" y="517"/>
                  </a:lnTo>
                  <a:lnTo>
                    <a:pt x="48" y="517"/>
                  </a:lnTo>
                  <a:lnTo>
                    <a:pt x="51" y="501"/>
                  </a:lnTo>
                  <a:lnTo>
                    <a:pt x="53" y="483"/>
                  </a:lnTo>
                  <a:lnTo>
                    <a:pt x="56" y="448"/>
                  </a:lnTo>
                  <a:lnTo>
                    <a:pt x="56" y="448"/>
                  </a:lnTo>
                  <a:lnTo>
                    <a:pt x="57" y="436"/>
                  </a:lnTo>
                  <a:lnTo>
                    <a:pt x="60" y="422"/>
                  </a:lnTo>
                  <a:lnTo>
                    <a:pt x="67" y="398"/>
                  </a:lnTo>
                  <a:lnTo>
                    <a:pt x="74" y="372"/>
                  </a:lnTo>
                  <a:lnTo>
                    <a:pt x="77" y="359"/>
                  </a:lnTo>
                  <a:lnTo>
                    <a:pt x="80" y="347"/>
                  </a:lnTo>
                  <a:lnTo>
                    <a:pt x="80" y="347"/>
                  </a:lnTo>
                  <a:lnTo>
                    <a:pt x="87" y="305"/>
                  </a:lnTo>
                  <a:lnTo>
                    <a:pt x="96" y="262"/>
                  </a:lnTo>
                  <a:lnTo>
                    <a:pt x="104" y="220"/>
                  </a:lnTo>
                  <a:lnTo>
                    <a:pt x="112" y="178"/>
                  </a:lnTo>
                  <a:lnTo>
                    <a:pt x="112" y="178"/>
                  </a:lnTo>
                  <a:lnTo>
                    <a:pt x="119" y="134"/>
                  </a:lnTo>
                  <a:lnTo>
                    <a:pt x="123" y="92"/>
                  </a:lnTo>
                  <a:lnTo>
                    <a:pt x="127" y="48"/>
                  </a:lnTo>
                  <a:lnTo>
                    <a:pt x="128" y="4"/>
                  </a:lnTo>
                  <a:lnTo>
                    <a:pt x="128" y="4"/>
                  </a:lnTo>
                  <a:lnTo>
                    <a:pt x="127" y="2"/>
                  </a:lnTo>
                  <a:lnTo>
                    <a:pt x="126" y="1"/>
                  </a:lnTo>
                  <a:lnTo>
                    <a:pt x="125" y="0"/>
                  </a:lnTo>
                  <a:lnTo>
                    <a:pt x="122" y="0"/>
                  </a:lnTo>
                  <a:lnTo>
                    <a:pt x="120" y="0"/>
                  </a:lnTo>
                  <a:lnTo>
                    <a:pt x="119" y="1"/>
                  </a:lnTo>
                  <a:lnTo>
                    <a:pt x="118" y="2"/>
                  </a:lnTo>
                  <a:lnTo>
                    <a:pt x="117" y="4"/>
                  </a:lnTo>
                  <a:lnTo>
                    <a:pt x="117" y="4"/>
                  </a:lnTo>
                  <a:close/>
                </a:path>
              </a:pathLst>
            </a:custGeom>
            <a:grpFill/>
            <a:ln>
              <a:solidFill>
                <a:schemeClr val="accent1">
                  <a:lumMod val="75000"/>
                  <a:alpha val="0"/>
                </a:schemeClr>
              </a:solidFill>
            </a:ln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303" name="Freeform 919"/>
            <p:cNvSpPr/>
            <p:nvPr>
              <p:custDataLst>
                <p:tags r:id="rId19"/>
              </p:custDataLst>
            </p:nvPr>
          </p:nvSpPr>
          <p:spPr bwMode="auto">
            <a:xfrm>
              <a:off x="3797300" y="1477963"/>
              <a:ext cx="60325" cy="268288"/>
            </a:xfrm>
            <a:custGeom>
              <a:avLst/>
              <a:gdLst/>
              <a:ahLst/>
              <a:cxnLst>
                <a:cxn ang="0">
                  <a:pos x="114" y="4"/>
                </a:cxn>
                <a:cxn ang="0">
                  <a:pos x="113" y="1"/>
                </a:cxn>
                <a:cxn ang="0">
                  <a:pos x="110" y="0"/>
                </a:cxn>
                <a:cxn ang="0">
                  <a:pos x="106" y="1"/>
                </a:cxn>
                <a:cxn ang="0">
                  <a:pos x="105" y="4"/>
                </a:cxn>
                <a:cxn ang="0">
                  <a:pos x="104" y="38"/>
                </a:cxn>
                <a:cxn ang="0">
                  <a:pos x="94" y="104"/>
                </a:cxn>
                <a:cxn ang="0">
                  <a:pos x="81" y="170"/>
                </a:cxn>
                <a:cxn ang="0">
                  <a:pos x="58" y="268"/>
                </a:cxn>
                <a:cxn ang="0">
                  <a:pos x="47" y="324"/>
                </a:cxn>
                <a:cxn ang="0">
                  <a:pos x="37" y="366"/>
                </a:cxn>
                <a:cxn ang="0">
                  <a:pos x="31" y="379"/>
                </a:cxn>
                <a:cxn ang="0">
                  <a:pos x="28" y="393"/>
                </a:cxn>
                <a:cxn ang="0">
                  <a:pos x="25" y="419"/>
                </a:cxn>
                <a:cxn ang="0">
                  <a:pos x="22" y="433"/>
                </a:cxn>
                <a:cxn ang="0">
                  <a:pos x="8" y="483"/>
                </a:cxn>
                <a:cxn ang="0">
                  <a:pos x="1" y="500"/>
                </a:cxn>
                <a:cxn ang="0">
                  <a:pos x="0" y="504"/>
                </a:cxn>
                <a:cxn ang="0">
                  <a:pos x="5" y="507"/>
                </a:cxn>
                <a:cxn ang="0">
                  <a:pos x="8" y="506"/>
                </a:cxn>
                <a:cxn ang="0">
                  <a:pos x="10" y="505"/>
                </a:cxn>
                <a:cxn ang="0">
                  <a:pos x="25" y="465"/>
                </a:cxn>
                <a:cxn ang="0">
                  <a:pos x="32" y="437"/>
                </a:cxn>
                <a:cxn ang="0">
                  <a:pos x="38" y="409"/>
                </a:cxn>
                <a:cxn ang="0">
                  <a:pos x="39" y="396"/>
                </a:cxn>
                <a:cxn ang="0">
                  <a:pos x="41" y="380"/>
                </a:cxn>
                <a:cxn ang="0">
                  <a:pos x="55" y="335"/>
                </a:cxn>
                <a:cxn ang="0">
                  <a:pos x="59" y="319"/>
                </a:cxn>
                <a:cxn ang="0">
                  <a:pos x="64" y="286"/>
                </a:cxn>
                <a:cxn ang="0">
                  <a:pos x="68" y="271"/>
                </a:cxn>
                <a:cxn ang="0">
                  <a:pos x="96" y="142"/>
                </a:cxn>
                <a:cxn ang="0">
                  <a:pos x="109" y="76"/>
                </a:cxn>
                <a:cxn ang="0">
                  <a:pos x="114" y="10"/>
                </a:cxn>
                <a:cxn ang="0">
                  <a:pos x="114" y="9"/>
                </a:cxn>
              </a:cxnLst>
              <a:rect l="0" t="0" r="r" b="b"/>
              <a:pathLst>
                <a:path w="114" h="507">
                  <a:moveTo>
                    <a:pt x="114" y="4"/>
                  </a:moveTo>
                  <a:lnTo>
                    <a:pt x="114" y="4"/>
                  </a:lnTo>
                  <a:lnTo>
                    <a:pt x="114" y="2"/>
                  </a:lnTo>
                  <a:lnTo>
                    <a:pt x="113" y="1"/>
                  </a:lnTo>
                  <a:lnTo>
                    <a:pt x="111" y="0"/>
                  </a:lnTo>
                  <a:lnTo>
                    <a:pt x="110" y="0"/>
                  </a:lnTo>
                  <a:lnTo>
                    <a:pt x="108" y="0"/>
                  </a:lnTo>
                  <a:lnTo>
                    <a:pt x="106" y="1"/>
                  </a:lnTo>
                  <a:lnTo>
                    <a:pt x="105" y="2"/>
                  </a:lnTo>
                  <a:lnTo>
                    <a:pt x="105" y="4"/>
                  </a:lnTo>
                  <a:lnTo>
                    <a:pt x="105" y="4"/>
                  </a:lnTo>
                  <a:lnTo>
                    <a:pt x="104" y="38"/>
                  </a:lnTo>
                  <a:lnTo>
                    <a:pt x="100" y="71"/>
                  </a:lnTo>
                  <a:lnTo>
                    <a:pt x="94" y="104"/>
                  </a:lnTo>
                  <a:lnTo>
                    <a:pt x="88" y="137"/>
                  </a:lnTo>
                  <a:lnTo>
                    <a:pt x="81" y="170"/>
                  </a:lnTo>
                  <a:lnTo>
                    <a:pt x="74" y="203"/>
                  </a:lnTo>
                  <a:lnTo>
                    <a:pt x="58" y="268"/>
                  </a:lnTo>
                  <a:lnTo>
                    <a:pt x="58" y="268"/>
                  </a:lnTo>
                  <a:lnTo>
                    <a:pt x="47" y="324"/>
                  </a:lnTo>
                  <a:lnTo>
                    <a:pt x="40" y="352"/>
                  </a:lnTo>
                  <a:lnTo>
                    <a:pt x="37" y="366"/>
                  </a:lnTo>
                  <a:lnTo>
                    <a:pt x="31" y="379"/>
                  </a:lnTo>
                  <a:lnTo>
                    <a:pt x="31" y="379"/>
                  </a:lnTo>
                  <a:lnTo>
                    <a:pt x="29" y="385"/>
                  </a:lnTo>
                  <a:lnTo>
                    <a:pt x="28" y="393"/>
                  </a:lnTo>
                  <a:lnTo>
                    <a:pt x="26" y="406"/>
                  </a:lnTo>
                  <a:lnTo>
                    <a:pt x="25" y="419"/>
                  </a:lnTo>
                  <a:lnTo>
                    <a:pt x="22" y="433"/>
                  </a:lnTo>
                  <a:lnTo>
                    <a:pt x="22" y="433"/>
                  </a:lnTo>
                  <a:lnTo>
                    <a:pt x="13" y="467"/>
                  </a:lnTo>
                  <a:lnTo>
                    <a:pt x="8" y="483"/>
                  </a:lnTo>
                  <a:lnTo>
                    <a:pt x="1" y="500"/>
                  </a:lnTo>
                  <a:lnTo>
                    <a:pt x="1" y="500"/>
                  </a:lnTo>
                  <a:lnTo>
                    <a:pt x="0" y="502"/>
                  </a:lnTo>
                  <a:lnTo>
                    <a:pt x="0" y="504"/>
                  </a:lnTo>
                  <a:lnTo>
                    <a:pt x="3" y="506"/>
                  </a:lnTo>
                  <a:lnTo>
                    <a:pt x="5" y="507"/>
                  </a:lnTo>
                  <a:lnTo>
                    <a:pt x="7" y="507"/>
                  </a:lnTo>
                  <a:lnTo>
                    <a:pt x="8" y="506"/>
                  </a:lnTo>
                  <a:lnTo>
                    <a:pt x="10" y="505"/>
                  </a:lnTo>
                  <a:lnTo>
                    <a:pt x="10" y="505"/>
                  </a:lnTo>
                  <a:lnTo>
                    <a:pt x="20" y="479"/>
                  </a:lnTo>
                  <a:lnTo>
                    <a:pt x="25" y="465"/>
                  </a:lnTo>
                  <a:lnTo>
                    <a:pt x="29" y="451"/>
                  </a:lnTo>
                  <a:lnTo>
                    <a:pt x="32" y="437"/>
                  </a:lnTo>
                  <a:lnTo>
                    <a:pt x="36" y="424"/>
                  </a:lnTo>
                  <a:lnTo>
                    <a:pt x="38" y="409"/>
                  </a:lnTo>
                  <a:lnTo>
                    <a:pt x="39" y="396"/>
                  </a:lnTo>
                  <a:lnTo>
                    <a:pt x="39" y="396"/>
                  </a:lnTo>
                  <a:lnTo>
                    <a:pt x="40" y="387"/>
                  </a:lnTo>
                  <a:lnTo>
                    <a:pt x="41" y="380"/>
                  </a:lnTo>
                  <a:lnTo>
                    <a:pt x="45" y="365"/>
                  </a:lnTo>
                  <a:lnTo>
                    <a:pt x="55" y="335"/>
                  </a:lnTo>
                  <a:lnTo>
                    <a:pt x="55" y="335"/>
                  </a:lnTo>
                  <a:lnTo>
                    <a:pt x="59" y="319"/>
                  </a:lnTo>
                  <a:lnTo>
                    <a:pt x="62" y="303"/>
                  </a:lnTo>
                  <a:lnTo>
                    <a:pt x="64" y="286"/>
                  </a:lnTo>
                  <a:lnTo>
                    <a:pt x="68" y="271"/>
                  </a:lnTo>
                  <a:lnTo>
                    <a:pt x="68" y="271"/>
                  </a:lnTo>
                  <a:lnTo>
                    <a:pt x="82" y="206"/>
                  </a:lnTo>
                  <a:lnTo>
                    <a:pt x="96" y="142"/>
                  </a:lnTo>
                  <a:lnTo>
                    <a:pt x="103" y="109"/>
                  </a:lnTo>
                  <a:lnTo>
                    <a:pt x="109" y="76"/>
                  </a:lnTo>
                  <a:lnTo>
                    <a:pt x="112" y="43"/>
                  </a:lnTo>
                  <a:lnTo>
                    <a:pt x="114" y="10"/>
                  </a:lnTo>
                  <a:lnTo>
                    <a:pt x="114" y="10"/>
                  </a:lnTo>
                  <a:lnTo>
                    <a:pt x="114" y="9"/>
                  </a:lnTo>
                  <a:lnTo>
                    <a:pt x="114" y="4"/>
                  </a:lnTo>
                  <a:close/>
                </a:path>
              </a:pathLst>
            </a:custGeom>
            <a:grpFill/>
            <a:ln>
              <a:solidFill>
                <a:schemeClr val="accent1">
                  <a:lumMod val="75000"/>
                  <a:alpha val="0"/>
                </a:schemeClr>
              </a:solidFill>
            </a:ln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304" name="Freeform 920"/>
            <p:cNvSpPr/>
            <p:nvPr>
              <p:custDataLst>
                <p:tags r:id="rId20"/>
              </p:custDataLst>
            </p:nvPr>
          </p:nvSpPr>
          <p:spPr bwMode="auto">
            <a:xfrm>
              <a:off x="3857625" y="1504950"/>
              <a:ext cx="33338" cy="190500"/>
            </a:xfrm>
            <a:custGeom>
              <a:avLst/>
              <a:gdLst/>
              <a:ahLst/>
              <a:cxnLst>
                <a:cxn ang="0">
                  <a:pos x="54" y="2"/>
                </a:cxn>
                <a:cxn ang="0">
                  <a:pos x="48" y="11"/>
                </a:cxn>
                <a:cxn ang="0">
                  <a:pos x="45" y="24"/>
                </a:cxn>
                <a:cxn ang="0">
                  <a:pos x="46" y="44"/>
                </a:cxn>
                <a:cxn ang="0">
                  <a:pos x="46" y="50"/>
                </a:cxn>
                <a:cxn ang="0">
                  <a:pos x="42" y="74"/>
                </a:cxn>
                <a:cxn ang="0">
                  <a:pos x="31" y="123"/>
                </a:cxn>
                <a:cxn ang="0">
                  <a:pos x="29" y="147"/>
                </a:cxn>
                <a:cxn ang="0">
                  <a:pos x="28" y="162"/>
                </a:cxn>
                <a:cxn ang="0">
                  <a:pos x="24" y="206"/>
                </a:cxn>
                <a:cxn ang="0">
                  <a:pos x="13" y="265"/>
                </a:cxn>
                <a:cxn ang="0">
                  <a:pos x="11" y="275"/>
                </a:cxn>
                <a:cxn ang="0">
                  <a:pos x="9" y="306"/>
                </a:cxn>
                <a:cxn ang="0">
                  <a:pos x="8" y="319"/>
                </a:cxn>
                <a:cxn ang="0">
                  <a:pos x="0" y="354"/>
                </a:cxn>
                <a:cxn ang="0">
                  <a:pos x="0" y="356"/>
                </a:cxn>
                <a:cxn ang="0">
                  <a:pos x="4" y="360"/>
                </a:cxn>
                <a:cxn ang="0">
                  <a:pos x="7" y="360"/>
                </a:cxn>
                <a:cxn ang="0">
                  <a:pos x="9" y="357"/>
                </a:cxn>
                <a:cxn ang="0">
                  <a:pos x="16" y="325"/>
                </a:cxn>
                <a:cxn ang="0">
                  <a:pos x="19" y="292"/>
                </a:cxn>
                <a:cxn ang="0">
                  <a:pos x="20" y="280"/>
                </a:cxn>
                <a:cxn ang="0">
                  <a:pos x="27" y="240"/>
                </a:cxn>
                <a:cxn ang="0">
                  <a:pos x="35" y="201"/>
                </a:cxn>
                <a:cxn ang="0">
                  <a:pos x="37" y="188"/>
                </a:cxn>
                <a:cxn ang="0">
                  <a:pos x="38" y="161"/>
                </a:cxn>
                <a:cxn ang="0">
                  <a:pos x="40" y="133"/>
                </a:cxn>
                <a:cxn ang="0">
                  <a:pos x="44" y="109"/>
                </a:cxn>
                <a:cxn ang="0">
                  <a:pos x="50" y="85"/>
                </a:cxn>
                <a:cxn ang="0">
                  <a:pos x="57" y="53"/>
                </a:cxn>
                <a:cxn ang="0">
                  <a:pos x="57" y="43"/>
                </a:cxn>
                <a:cxn ang="0">
                  <a:pos x="56" y="24"/>
                </a:cxn>
                <a:cxn ang="0">
                  <a:pos x="56" y="15"/>
                </a:cxn>
                <a:cxn ang="0">
                  <a:pos x="60" y="8"/>
                </a:cxn>
                <a:cxn ang="0">
                  <a:pos x="62" y="7"/>
                </a:cxn>
                <a:cxn ang="0">
                  <a:pos x="62" y="3"/>
                </a:cxn>
                <a:cxn ang="0">
                  <a:pos x="58" y="0"/>
                </a:cxn>
                <a:cxn ang="0">
                  <a:pos x="54" y="2"/>
                </a:cxn>
              </a:cxnLst>
              <a:rect l="0" t="0" r="r" b="b"/>
              <a:pathLst>
                <a:path w="62" h="360">
                  <a:moveTo>
                    <a:pt x="54" y="2"/>
                  </a:moveTo>
                  <a:lnTo>
                    <a:pt x="54" y="2"/>
                  </a:lnTo>
                  <a:lnTo>
                    <a:pt x="50" y="6"/>
                  </a:lnTo>
                  <a:lnTo>
                    <a:pt x="48" y="11"/>
                  </a:lnTo>
                  <a:lnTo>
                    <a:pt x="46" y="17"/>
                  </a:lnTo>
                  <a:lnTo>
                    <a:pt x="45" y="24"/>
                  </a:lnTo>
                  <a:lnTo>
                    <a:pt x="46" y="38"/>
                  </a:lnTo>
                  <a:lnTo>
                    <a:pt x="46" y="44"/>
                  </a:lnTo>
                  <a:lnTo>
                    <a:pt x="46" y="50"/>
                  </a:lnTo>
                  <a:lnTo>
                    <a:pt x="46" y="50"/>
                  </a:lnTo>
                  <a:lnTo>
                    <a:pt x="44" y="62"/>
                  </a:lnTo>
                  <a:lnTo>
                    <a:pt x="42" y="74"/>
                  </a:lnTo>
                  <a:lnTo>
                    <a:pt x="36" y="99"/>
                  </a:lnTo>
                  <a:lnTo>
                    <a:pt x="31" y="123"/>
                  </a:lnTo>
                  <a:lnTo>
                    <a:pt x="29" y="135"/>
                  </a:lnTo>
                  <a:lnTo>
                    <a:pt x="29" y="147"/>
                  </a:lnTo>
                  <a:lnTo>
                    <a:pt x="29" y="147"/>
                  </a:lnTo>
                  <a:lnTo>
                    <a:pt x="28" y="162"/>
                  </a:lnTo>
                  <a:lnTo>
                    <a:pt x="27" y="177"/>
                  </a:lnTo>
                  <a:lnTo>
                    <a:pt x="24" y="206"/>
                  </a:lnTo>
                  <a:lnTo>
                    <a:pt x="19" y="236"/>
                  </a:lnTo>
                  <a:lnTo>
                    <a:pt x="13" y="265"/>
                  </a:lnTo>
                  <a:lnTo>
                    <a:pt x="13" y="265"/>
                  </a:lnTo>
                  <a:lnTo>
                    <a:pt x="11" y="275"/>
                  </a:lnTo>
                  <a:lnTo>
                    <a:pt x="10" y="286"/>
                  </a:lnTo>
                  <a:lnTo>
                    <a:pt x="9" y="306"/>
                  </a:lnTo>
                  <a:lnTo>
                    <a:pt x="9" y="306"/>
                  </a:lnTo>
                  <a:lnTo>
                    <a:pt x="8" y="319"/>
                  </a:lnTo>
                  <a:lnTo>
                    <a:pt x="5" y="331"/>
                  </a:lnTo>
                  <a:lnTo>
                    <a:pt x="0" y="354"/>
                  </a:lnTo>
                  <a:lnTo>
                    <a:pt x="0" y="354"/>
                  </a:lnTo>
                  <a:lnTo>
                    <a:pt x="0" y="356"/>
                  </a:lnTo>
                  <a:lnTo>
                    <a:pt x="1" y="358"/>
                  </a:lnTo>
                  <a:lnTo>
                    <a:pt x="4" y="360"/>
                  </a:lnTo>
                  <a:lnTo>
                    <a:pt x="6" y="360"/>
                  </a:lnTo>
                  <a:lnTo>
                    <a:pt x="7" y="360"/>
                  </a:lnTo>
                  <a:lnTo>
                    <a:pt x="8" y="359"/>
                  </a:lnTo>
                  <a:lnTo>
                    <a:pt x="9" y="357"/>
                  </a:lnTo>
                  <a:lnTo>
                    <a:pt x="9" y="357"/>
                  </a:lnTo>
                  <a:lnTo>
                    <a:pt x="16" y="325"/>
                  </a:lnTo>
                  <a:lnTo>
                    <a:pt x="18" y="309"/>
                  </a:lnTo>
                  <a:lnTo>
                    <a:pt x="19" y="292"/>
                  </a:lnTo>
                  <a:lnTo>
                    <a:pt x="19" y="292"/>
                  </a:lnTo>
                  <a:lnTo>
                    <a:pt x="20" y="280"/>
                  </a:lnTo>
                  <a:lnTo>
                    <a:pt x="22" y="266"/>
                  </a:lnTo>
                  <a:lnTo>
                    <a:pt x="27" y="240"/>
                  </a:lnTo>
                  <a:lnTo>
                    <a:pt x="33" y="215"/>
                  </a:lnTo>
                  <a:lnTo>
                    <a:pt x="35" y="201"/>
                  </a:lnTo>
                  <a:lnTo>
                    <a:pt x="37" y="188"/>
                  </a:lnTo>
                  <a:lnTo>
                    <a:pt x="37" y="188"/>
                  </a:lnTo>
                  <a:lnTo>
                    <a:pt x="38" y="174"/>
                  </a:lnTo>
                  <a:lnTo>
                    <a:pt x="38" y="161"/>
                  </a:lnTo>
                  <a:lnTo>
                    <a:pt x="39" y="146"/>
                  </a:lnTo>
                  <a:lnTo>
                    <a:pt x="40" y="133"/>
                  </a:lnTo>
                  <a:lnTo>
                    <a:pt x="40" y="133"/>
                  </a:lnTo>
                  <a:lnTo>
                    <a:pt x="44" y="109"/>
                  </a:lnTo>
                  <a:lnTo>
                    <a:pt x="50" y="85"/>
                  </a:lnTo>
                  <a:lnTo>
                    <a:pt x="50" y="85"/>
                  </a:lnTo>
                  <a:lnTo>
                    <a:pt x="55" y="65"/>
                  </a:lnTo>
                  <a:lnTo>
                    <a:pt x="57" y="53"/>
                  </a:lnTo>
                  <a:lnTo>
                    <a:pt x="57" y="43"/>
                  </a:lnTo>
                  <a:lnTo>
                    <a:pt x="57" y="43"/>
                  </a:lnTo>
                  <a:lnTo>
                    <a:pt x="56" y="34"/>
                  </a:lnTo>
                  <a:lnTo>
                    <a:pt x="56" y="24"/>
                  </a:lnTo>
                  <a:lnTo>
                    <a:pt x="56" y="19"/>
                  </a:lnTo>
                  <a:lnTo>
                    <a:pt x="56" y="15"/>
                  </a:lnTo>
                  <a:lnTo>
                    <a:pt x="58" y="11"/>
                  </a:lnTo>
                  <a:lnTo>
                    <a:pt x="60" y="8"/>
                  </a:lnTo>
                  <a:lnTo>
                    <a:pt x="60" y="8"/>
                  </a:lnTo>
                  <a:lnTo>
                    <a:pt x="62" y="7"/>
                  </a:lnTo>
                  <a:lnTo>
                    <a:pt x="62" y="5"/>
                  </a:lnTo>
                  <a:lnTo>
                    <a:pt x="62" y="3"/>
                  </a:lnTo>
                  <a:lnTo>
                    <a:pt x="61" y="2"/>
                  </a:lnTo>
                  <a:lnTo>
                    <a:pt x="58" y="0"/>
                  </a:lnTo>
                  <a:lnTo>
                    <a:pt x="56" y="1"/>
                  </a:lnTo>
                  <a:lnTo>
                    <a:pt x="54" y="2"/>
                  </a:lnTo>
                  <a:lnTo>
                    <a:pt x="54" y="2"/>
                  </a:lnTo>
                  <a:close/>
                </a:path>
              </a:pathLst>
            </a:custGeom>
            <a:grpFill/>
            <a:ln>
              <a:solidFill>
                <a:schemeClr val="accent1">
                  <a:lumMod val="75000"/>
                  <a:alpha val="0"/>
                </a:schemeClr>
              </a:solidFill>
            </a:ln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305" name="Freeform 921"/>
            <p:cNvSpPr/>
            <p:nvPr>
              <p:custDataLst>
                <p:tags r:id="rId21"/>
              </p:custDataLst>
            </p:nvPr>
          </p:nvSpPr>
          <p:spPr bwMode="auto">
            <a:xfrm>
              <a:off x="3883025" y="1544638"/>
              <a:ext cx="22225" cy="130175"/>
            </a:xfrm>
            <a:custGeom>
              <a:avLst/>
              <a:gdLst/>
              <a:ahLst/>
              <a:cxnLst>
                <a:cxn ang="0">
                  <a:pos x="33" y="4"/>
                </a:cxn>
                <a:cxn ang="0">
                  <a:pos x="33" y="4"/>
                </a:cxn>
                <a:cxn ang="0">
                  <a:pos x="33" y="37"/>
                </a:cxn>
                <a:cxn ang="0">
                  <a:pos x="29" y="69"/>
                </a:cxn>
                <a:cxn ang="0">
                  <a:pos x="25" y="101"/>
                </a:cxn>
                <a:cxn ang="0">
                  <a:pos x="23" y="117"/>
                </a:cxn>
                <a:cxn ang="0">
                  <a:pos x="19" y="133"/>
                </a:cxn>
                <a:cxn ang="0">
                  <a:pos x="19" y="133"/>
                </a:cxn>
                <a:cxn ang="0">
                  <a:pos x="13" y="156"/>
                </a:cxn>
                <a:cxn ang="0">
                  <a:pos x="11" y="167"/>
                </a:cxn>
                <a:cxn ang="0">
                  <a:pos x="10" y="179"/>
                </a:cxn>
                <a:cxn ang="0">
                  <a:pos x="10" y="179"/>
                </a:cxn>
                <a:cxn ang="0">
                  <a:pos x="8" y="194"/>
                </a:cxn>
                <a:cxn ang="0">
                  <a:pos x="5" y="210"/>
                </a:cxn>
                <a:cxn ang="0">
                  <a:pos x="2" y="225"/>
                </a:cxn>
                <a:cxn ang="0">
                  <a:pos x="0" y="242"/>
                </a:cxn>
                <a:cxn ang="0">
                  <a:pos x="0" y="242"/>
                </a:cxn>
                <a:cxn ang="0">
                  <a:pos x="0" y="244"/>
                </a:cxn>
                <a:cxn ang="0">
                  <a:pos x="1" y="245"/>
                </a:cxn>
                <a:cxn ang="0">
                  <a:pos x="3" y="246"/>
                </a:cxn>
                <a:cxn ang="0">
                  <a:pos x="4" y="246"/>
                </a:cxn>
                <a:cxn ang="0">
                  <a:pos x="6" y="246"/>
                </a:cxn>
                <a:cxn ang="0">
                  <a:pos x="8" y="245"/>
                </a:cxn>
                <a:cxn ang="0">
                  <a:pos x="9" y="244"/>
                </a:cxn>
                <a:cxn ang="0">
                  <a:pos x="9" y="242"/>
                </a:cxn>
                <a:cxn ang="0">
                  <a:pos x="9" y="242"/>
                </a:cxn>
                <a:cxn ang="0">
                  <a:pos x="11" y="227"/>
                </a:cxn>
                <a:cxn ang="0">
                  <a:pos x="14" y="214"/>
                </a:cxn>
                <a:cxn ang="0">
                  <a:pos x="17" y="199"/>
                </a:cxn>
                <a:cxn ang="0">
                  <a:pos x="18" y="193"/>
                </a:cxn>
                <a:cxn ang="0">
                  <a:pos x="18" y="186"/>
                </a:cxn>
                <a:cxn ang="0">
                  <a:pos x="18" y="186"/>
                </a:cxn>
                <a:cxn ang="0">
                  <a:pos x="19" y="177"/>
                </a:cxn>
                <a:cxn ang="0">
                  <a:pos x="20" y="169"/>
                </a:cxn>
                <a:cxn ang="0">
                  <a:pos x="24" y="152"/>
                </a:cxn>
                <a:cxn ang="0">
                  <a:pos x="28" y="135"/>
                </a:cxn>
                <a:cxn ang="0">
                  <a:pos x="32" y="119"/>
                </a:cxn>
                <a:cxn ang="0">
                  <a:pos x="32" y="119"/>
                </a:cxn>
                <a:cxn ang="0">
                  <a:pos x="37" y="90"/>
                </a:cxn>
                <a:cxn ang="0">
                  <a:pos x="40" y="62"/>
                </a:cxn>
                <a:cxn ang="0">
                  <a:pos x="42" y="33"/>
                </a:cxn>
                <a:cxn ang="0">
                  <a:pos x="42" y="4"/>
                </a:cxn>
                <a:cxn ang="0">
                  <a:pos x="42" y="4"/>
                </a:cxn>
                <a:cxn ang="0">
                  <a:pos x="42" y="2"/>
                </a:cxn>
                <a:cxn ang="0">
                  <a:pos x="41" y="1"/>
                </a:cxn>
                <a:cxn ang="0">
                  <a:pos x="39" y="0"/>
                </a:cxn>
                <a:cxn ang="0">
                  <a:pos x="38" y="0"/>
                </a:cxn>
                <a:cxn ang="0">
                  <a:pos x="36" y="0"/>
                </a:cxn>
                <a:cxn ang="0">
                  <a:pos x="35" y="1"/>
                </a:cxn>
                <a:cxn ang="0">
                  <a:pos x="34" y="2"/>
                </a:cxn>
                <a:cxn ang="0">
                  <a:pos x="33" y="4"/>
                </a:cxn>
                <a:cxn ang="0">
                  <a:pos x="33" y="4"/>
                </a:cxn>
              </a:cxnLst>
              <a:rect l="0" t="0" r="r" b="b"/>
              <a:pathLst>
                <a:path w="42" h="246">
                  <a:moveTo>
                    <a:pt x="33" y="4"/>
                  </a:moveTo>
                  <a:lnTo>
                    <a:pt x="33" y="4"/>
                  </a:lnTo>
                  <a:lnTo>
                    <a:pt x="33" y="37"/>
                  </a:lnTo>
                  <a:lnTo>
                    <a:pt x="29" y="69"/>
                  </a:lnTo>
                  <a:lnTo>
                    <a:pt x="25" y="101"/>
                  </a:lnTo>
                  <a:lnTo>
                    <a:pt x="23" y="117"/>
                  </a:lnTo>
                  <a:lnTo>
                    <a:pt x="19" y="133"/>
                  </a:lnTo>
                  <a:lnTo>
                    <a:pt x="19" y="133"/>
                  </a:lnTo>
                  <a:lnTo>
                    <a:pt x="13" y="156"/>
                  </a:lnTo>
                  <a:lnTo>
                    <a:pt x="11" y="167"/>
                  </a:lnTo>
                  <a:lnTo>
                    <a:pt x="10" y="179"/>
                  </a:lnTo>
                  <a:lnTo>
                    <a:pt x="10" y="179"/>
                  </a:lnTo>
                  <a:lnTo>
                    <a:pt x="8" y="194"/>
                  </a:lnTo>
                  <a:lnTo>
                    <a:pt x="5" y="210"/>
                  </a:lnTo>
                  <a:lnTo>
                    <a:pt x="2" y="225"/>
                  </a:lnTo>
                  <a:lnTo>
                    <a:pt x="0" y="242"/>
                  </a:lnTo>
                  <a:lnTo>
                    <a:pt x="0" y="242"/>
                  </a:lnTo>
                  <a:lnTo>
                    <a:pt x="0" y="244"/>
                  </a:lnTo>
                  <a:lnTo>
                    <a:pt x="1" y="245"/>
                  </a:lnTo>
                  <a:lnTo>
                    <a:pt x="3" y="246"/>
                  </a:lnTo>
                  <a:lnTo>
                    <a:pt x="4" y="246"/>
                  </a:lnTo>
                  <a:lnTo>
                    <a:pt x="6" y="246"/>
                  </a:lnTo>
                  <a:lnTo>
                    <a:pt x="8" y="245"/>
                  </a:lnTo>
                  <a:lnTo>
                    <a:pt x="9" y="244"/>
                  </a:lnTo>
                  <a:lnTo>
                    <a:pt x="9" y="242"/>
                  </a:lnTo>
                  <a:lnTo>
                    <a:pt x="9" y="242"/>
                  </a:lnTo>
                  <a:lnTo>
                    <a:pt x="11" y="227"/>
                  </a:lnTo>
                  <a:lnTo>
                    <a:pt x="14" y="214"/>
                  </a:lnTo>
                  <a:lnTo>
                    <a:pt x="17" y="199"/>
                  </a:lnTo>
                  <a:lnTo>
                    <a:pt x="18" y="193"/>
                  </a:lnTo>
                  <a:lnTo>
                    <a:pt x="18" y="186"/>
                  </a:lnTo>
                  <a:lnTo>
                    <a:pt x="18" y="186"/>
                  </a:lnTo>
                  <a:lnTo>
                    <a:pt x="19" y="177"/>
                  </a:lnTo>
                  <a:lnTo>
                    <a:pt x="20" y="169"/>
                  </a:lnTo>
                  <a:lnTo>
                    <a:pt x="24" y="152"/>
                  </a:lnTo>
                  <a:lnTo>
                    <a:pt x="28" y="135"/>
                  </a:lnTo>
                  <a:lnTo>
                    <a:pt x="32" y="119"/>
                  </a:lnTo>
                  <a:lnTo>
                    <a:pt x="32" y="119"/>
                  </a:lnTo>
                  <a:lnTo>
                    <a:pt x="37" y="90"/>
                  </a:lnTo>
                  <a:lnTo>
                    <a:pt x="40" y="62"/>
                  </a:lnTo>
                  <a:lnTo>
                    <a:pt x="42" y="33"/>
                  </a:lnTo>
                  <a:lnTo>
                    <a:pt x="42" y="4"/>
                  </a:lnTo>
                  <a:lnTo>
                    <a:pt x="42" y="4"/>
                  </a:lnTo>
                  <a:lnTo>
                    <a:pt x="42" y="2"/>
                  </a:lnTo>
                  <a:lnTo>
                    <a:pt x="41" y="1"/>
                  </a:lnTo>
                  <a:lnTo>
                    <a:pt x="39" y="0"/>
                  </a:lnTo>
                  <a:lnTo>
                    <a:pt x="38" y="0"/>
                  </a:lnTo>
                  <a:lnTo>
                    <a:pt x="36" y="0"/>
                  </a:lnTo>
                  <a:lnTo>
                    <a:pt x="35" y="1"/>
                  </a:lnTo>
                  <a:lnTo>
                    <a:pt x="34" y="2"/>
                  </a:lnTo>
                  <a:lnTo>
                    <a:pt x="33" y="4"/>
                  </a:lnTo>
                  <a:lnTo>
                    <a:pt x="33" y="4"/>
                  </a:lnTo>
                  <a:close/>
                </a:path>
              </a:pathLst>
            </a:custGeom>
            <a:grpFill/>
            <a:ln>
              <a:solidFill>
                <a:schemeClr val="accent1">
                  <a:lumMod val="75000"/>
                  <a:alpha val="0"/>
                </a:schemeClr>
              </a:solidFill>
            </a:ln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306" name="Freeform 922"/>
            <p:cNvSpPr/>
            <p:nvPr>
              <p:custDataLst>
                <p:tags r:id="rId22"/>
              </p:custDataLst>
            </p:nvPr>
          </p:nvSpPr>
          <p:spPr bwMode="auto">
            <a:xfrm>
              <a:off x="3454400" y="1239838"/>
              <a:ext cx="25400" cy="65088"/>
            </a:xfrm>
            <a:custGeom>
              <a:avLst/>
              <a:gdLst/>
              <a:ahLst/>
              <a:cxnLst>
                <a:cxn ang="0">
                  <a:pos x="38" y="4"/>
                </a:cxn>
                <a:cxn ang="0">
                  <a:pos x="38" y="4"/>
                </a:cxn>
                <a:cxn ang="0">
                  <a:pos x="37" y="12"/>
                </a:cxn>
                <a:cxn ang="0">
                  <a:pos x="36" y="19"/>
                </a:cxn>
                <a:cxn ang="0">
                  <a:pos x="31" y="34"/>
                </a:cxn>
                <a:cxn ang="0">
                  <a:pos x="26" y="47"/>
                </a:cxn>
                <a:cxn ang="0">
                  <a:pos x="18" y="62"/>
                </a:cxn>
                <a:cxn ang="0">
                  <a:pos x="12" y="75"/>
                </a:cxn>
                <a:cxn ang="0">
                  <a:pos x="6" y="89"/>
                </a:cxn>
                <a:cxn ang="0">
                  <a:pos x="2" y="103"/>
                </a:cxn>
                <a:cxn ang="0">
                  <a:pos x="1" y="110"/>
                </a:cxn>
                <a:cxn ang="0">
                  <a:pos x="0" y="117"/>
                </a:cxn>
                <a:cxn ang="0">
                  <a:pos x="0" y="117"/>
                </a:cxn>
                <a:cxn ang="0">
                  <a:pos x="0" y="120"/>
                </a:cxn>
                <a:cxn ang="0">
                  <a:pos x="1" y="122"/>
                </a:cxn>
                <a:cxn ang="0">
                  <a:pos x="3" y="123"/>
                </a:cxn>
                <a:cxn ang="0">
                  <a:pos x="4" y="123"/>
                </a:cxn>
                <a:cxn ang="0">
                  <a:pos x="6" y="123"/>
                </a:cxn>
                <a:cxn ang="0">
                  <a:pos x="8" y="122"/>
                </a:cxn>
                <a:cxn ang="0">
                  <a:pos x="9" y="120"/>
                </a:cxn>
                <a:cxn ang="0">
                  <a:pos x="9" y="117"/>
                </a:cxn>
                <a:cxn ang="0">
                  <a:pos x="9" y="117"/>
                </a:cxn>
                <a:cxn ang="0">
                  <a:pos x="10" y="109"/>
                </a:cxn>
                <a:cxn ang="0">
                  <a:pos x="12" y="101"/>
                </a:cxn>
                <a:cxn ang="0">
                  <a:pos x="15" y="94"/>
                </a:cxn>
                <a:cxn ang="0">
                  <a:pos x="19" y="86"/>
                </a:cxn>
                <a:cxn ang="0">
                  <a:pos x="27" y="73"/>
                </a:cxn>
                <a:cxn ang="0">
                  <a:pos x="30" y="65"/>
                </a:cxn>
                <a:cxn ang="0">
                  <a:pos x="33" y="58"/>
                </a:cxn>
                <a:cxn ang="0">
                  <a:pos x="33" y="58"/>
                </a:cxn>
                <a:cxn ang="0">
                  <a:pos x="42" y="32"/>
                </a:cxn>
                <a:cxn ang="0">
                  <a:pos x="45" y="18"/>
                </a:cxn>
                <a:cxn ang="0">
                  <a:pos x="47" y="4"/>
                </a:cxn>
                <a:cxn ang="0">
                  <a:pos x="47" y="4"/>
                </a:cxn>
                <a:cxn ang="0">
                  <a:pos x="47" y="2"/>
                </a:cxn>
                <a:cxn ang="0">
                  <a:pos x="46" y="1"/>
                </a:cxn>
                <a:cxn ang="0">
                  <a:pos x="44" y="0"/>
                </a:cxn>
                <a:cxn ang="0">
                  <a:pos x="43" y="0"/>
                </a:cxn>
                <a:cxn ang="0">
                  <a:pos x="41" y="0"/>
                </a:cxn>
                <a:cxn ang="0">
                  <a:pos x="39" y="1"/>
                </a:cxn>
                <a:cxn ang="0">
                  <a:pos x="38" y="2"/>
                </a:cxn>
                <a:cxn ang="0">
                  <a:pos x="38" y="4"/>
                </a:cxn>
                <a:cxn ang="0">
                  <a:pos x="38" y="4"/>
                </a:cxn>
              </a:cxnLst>
              <a:rect l="0" t="0" r="r" b="b"/>
              <a:pathLst>
                <a:path w="47" h="123">
                  <a:moveTo>
                    <a:pt x="38" y="4"/>
                  </a:moveTo>
                  <a:lnTo>
                    <a:pt x="38" y="4"/>
                  </a:lnTo>
                  <a:lnTo>
                    <a:pt x="37" y="12"/>
                  </a:lnTo>
                  <a:lnTo>
                    <a:pt x="36" y="19"/>
                  </a:lnTo>
                  <a:lnTo>
                    <a:pt x="31" y="34"/>
                  </a:lnTo>
                  <a:lnTo>
                    <a:pt x="26" y="47"/>
                  </a:lnTo>
                  <a:lnTo>
                    <a:pt x="18" y="62"/>
                  </a:lnTo>
                  <a:lnTo>
                    <a:pt x="12" y="75"/>
                  </a:lnTo>
                  <a:lnTo>
                    <a:pt x="6" y="89"/>
                  </a:lnTo>
                  <a:lnTo>
                    <a:pt x="2" y="103"/>
                  </a:lnTo>
                  <a:lnTo>
                    <a:pt x="1" y="110"/>
                  </a:lnTo>
                  <a:lnTo>
                    <a:pt x="0" y="117"/>
                  </a:lnTo>
                  <a:lnTo>
                    <a:pt x="0" y="117"/>
                  </a:lnTo>
                  <a:lnTo>
                    <a:pt x="0" y="120"/>
                  </a:lnTo>
                  <a:lnTo>
                    <a:pt x="1" y="122"/>
                  </a:lnTo>
                  <a:lnTo>
                    <a:pt x="3" y="123"/>
                  </a:lnTo>
                  <a:lnTo>
                    <a:pt x="4" y="123"/>
                  </a:lnTo>
                  <a:lnTo>
                    <a:pt x="6" y="123"/>
                  </a:lnTo>
                  <a:lnTo>
                    <a:pt x="8" y="122"/>
                  </a:lnTo>
                  <a:lnTo>
                    <a:pt x="9" y="120"/>
                  </a:lnTo>
                  <a:lnTo>
                    <a:pt x="9" y="117"/>
                  </a:lnTo>
                  <a:lnTo>
                    <a:pt x="9" y="117"/>
                  </a:lnTo>
                  <a:lnTo>
                    <a:pt x="10" y="109"/>
                  </a:lnTo>
                  <a:lnTo>
                    <a:pt x="12" y="101"/>
                  </a:lnTo>
                  <a:lnTo>
                    <a:pt x="15" y="94"/>
                  </a:lnTo>
                  <a:lnTo>
                    <a:pt x="19" y="86"/>
                  </a:lnTo>
                  <a:lnTo>
                    <a:pt x="27" y="73"/>
                  </a:lnTo>
                  <a:lnTo>
                    <a:pt x="30" y="65"/>
                  </a:lnTo>
                  <a:lnTo>
                    <a:pt x="33" y="58"/>
                  </a:lnTo>
                  <a:lnTo>
                    <a:pt x="33" y="58"/>
                  </a:lnTo>
                  <a:lnTo>
                    <a:pt x="42" y="32"/>
                  </a:lnTo>
                  <a:lnTo>
                    <a:pt x="45" y="18"/>
                  </a:lnTo>
                  <a:lnTo>
                    <a:pt x="47" y="4"/>
                  </a:lnTo>
                  <a:lnTo>
                    <a:pt x="47" y="4"/>
                  </a:lnTo>
                  <a:lnTo>
                    <a:pt x="47" y="2"/>
                  </a:lnTo>
                  <a:lnTo>
                    <a:pt x="46" y="1"/>
                  </a:lnTo>
                  <a:lnTo>
                    <a:pt x="44" y="0"/>
                  </a:lnTo>
                  <a:lnTo>
                    <a:pt x="43" y="0"/>
                  </a:lnTo>
                  <a:lnTo>
                    <a:pt x="41" y="0"/>
                  </a:lnTo>
                  <a:lnTo>
                    <a:pt x="39" y="1"/>
                  </a:lnTo>
                  <a:lnTo>
                    <a:pt x="38" y="2"/>
                  </a:lnTo>
                  <a:lnTo>
                    <a:pt x="38" y="4"/>
                  </a:lnTo>
                  <a:lnTo>
                    <a:pt x="38" y="4"/>
                  </a:lnTo>
                  <a:close/>
                </a:path>
              </a:pathLst>
            </a:custGeom>
            <a:grpFill/>
            <a:ln>
              <a:solidFill>
                <a:schemeClr val="accent1">
                  <a:lumMod val="75000"/>
                  <a:alpha val="0"/>
                </a:schemeClr>
              </a:solidFill>
            </a:ln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307" name="Freeform 923"/>
            <p:cNvSpPr/>
            <p:nvPr>
              <p:custDataLst>
                <p:tags r:id="rId23"/>
              </p:custDataLst>
            </p:nvPr>
          </p:nvSpPr>
          <p:spPr bwMode="auto">
            <a:xfrm>
              <a:off x="3471863" y="1241425"/>
              <a:ext cx="26988" cy="77788"/>
            </a:xfrm>
            <a:custGeom>
              <a:avLst/>
              <a:gdLst/>
              <a:ahLst/>
              <a:cxnLst>
                <a:cxn ang="0">
                  <a:pos x="43" y="5"/>
                </a:cxn>
                <a:cxn ang="0">
                  <a:pos x="43" y="5"/>
                </a:cxn>
                <a:cxn ang="0">
                  <a:pos x="42" y="13"/>
                </a:cxn>
                <a:cxn ang="0">
                  <a:pos x="40" y="23"/>
                </a:cxn>
                <a:cxn ang="0">
                  <a:pos x="35" y="40"/>
                </a:cxn>
                <a:cxn ang="0">
                  <a:pos x="29" y="57"/>
                </a:cxn>
                <a:cxn ang="0">
                  <a:pos x="21" y="73"/>
                </a:cxn>
                <a:cxn ang="0">
                  <a:pos x="14" y="91"/>
                </a:cxn>
                <a:cxn ang="0">
                  <a:pos x="7" y="107"/>
                </a:cxn>
                <a:cxn ang="0">
                  <a:pos x="3" y="125"/>
                </a:cxn>
                <a:cxn ang="0">
                  <a:pos x="1" y="133"/>
                </a:cxn>
                <a:cxn ang="0">
                  <a:pos x="0" y="142"/>
                </a:cxn>
                <a:cxn ang="0">
                  <a:pos x="0" y="142"/>
                </a:cxn>
                <a:cxn ang="0">
                  <a:pos x="1" y="144"/>
                </a:cxn>
                <a:cxn ang="0">
                  <a:pos x="1" y="145"/>
                </a:cxn>
                <a:cxn ang="0">
                  <a:pos x="3" y="146"/>
                </a:cxn>
                <a:cxn ang="0">
                  <a:pos x="5" y="146"/>
                </a:cxn>
                <a:cxn ang="0">
                  <a:pos x="6" y="146"/>
                </a:cxn>
                <a:cxn ang="0">
                  <a:pos x="8" y="145"/>
                </a:cxn>
                <a:cxn ang="0">
                  <a:pos x="9" y="144"/>
                </a:cxn>
                <a:cxn ang="0">
                  <a:pos x="9" y="142"/>
                </a:cxn>
                <a:cxn ang="0">
                  <a:pos x="9" y="142"/>
                </a:cxn>
                <a:cxn ang="0">
                  <a:pos x="10" y="133"/>
                </a:cxn>
                <a:cxn ang="0">
                  <a:pos x="12" y="125"/>
                </a:cxn>
                <a:cxn ang="0">
                  <a:pos x="17" y="107"/>
                </a:cxn>
                <a:cxn ang="0">
                  <a:pos x="24" y="91"/>
                </a:cxn>
                <a:cxn ang="0">
                  <a:pos x="31" y="73"/>
                </a:cxn>
                <a:cxn ang="0">
                  <a:pos x="38" y="57"/>
                </a:cxn>
                <a:cxn ang="0">
                  <a:pos x="44" y="40"/>
                </a:cxn>
                <a:cxn ang="0">
                  <a:pos x="49" y="23"/>
                </a:cxn>
                <a:cxn ang="0">
                  <a:pos x="51" y="13"/>
                </a:cxn>
                <a:cxn ang="0">
                  <a:pos x="52" y="5"/>
                </a:cxn>
                <a:cxn ang="0">
                  <a:pos x="52" y="5"/>
                </a:cxn>
                <a:cxn ang="0">
                  <a:pos x="51" y="3"/>
                </a:cxn>
                <a:cxn ang="0">
                  <a:pos x="51" y="2"/>
                </a:cxn>
                <a:cxn ang="0">
                  <a:pos x="49" y="1"/>
                </a:cxn>
                <a:cxn ang="0">
                  <a:pos x="47" y="0"/>
                </a:cxn>
                <a:cxn ang="0">
                  <a:pos x="44" y="2"/>
                </a:cxn>
                <a:cxn ang="0">
                  <a:pos x="43" y="3"/>
                </a:cxn>
                <a:cxn ang="0">
                  <a:pos x="43" y="5"/>
                </a:cxn>
                <a:cxn ang="0">
                  <a:pos x="43" y="5"/>
                </a:cxn>
              </a:cxnLst>
              <a:rect l="0" t="0" r="r" b="b"/>
              <a:pathLst>
                <a:path w="52" h="146">
                  <a:moveTo>
                    <a:pt x="43" y="5"/>
                  </a:moveTo>
                  <a:lnTo>
                    <a:pt x="43" y="5"/>
                  </a:lnTo>
                  <a:lnTo>
                    <a:pt x="42" y="13"/>
                  </a:lnTo>
                  <a:lnTo>
                    <a:pt x="40" y="23"/>
                  </a:lnTo>
                  <a:lnTo>
                    <a:pt x="35" y="40"/>
                  </a:lnTo>
                  <a:lnTo>
                    <a:pt x="29" y="57"/>
                  </a:lnTo>
                  <a:lnTo>
                    <a:pt x="21" y="73"/>
                  </a:lnTo>
                  <a:lnTo>
                    <a:pt x="14" y="91"/>
                  </a:lnTo>
                  <a:lnTo>
                    <a:pt x="7" y="107"/>
                  </a:lnTo>
                  <a:lnTo>
                    <a:pt x="3" y="125"/>
                  </a:lnTo>
                  <a:lnTo>
                    <a:pt x="1" y="133"/>
                  </a:lnTo>
                  <a:lnTo>
                    <a:pt x="0" y="142"/>
                  </a:lnTo>
                  <a:lnTo>
                    <a:pt x="0" y="142"/>
                  </a:lnTo>
                  <a:lnTo>
                    <a:pt x="1" y="144"/>
                  </a:lnTo>
                  <a:lnTo>
                    <a:pt x="1" y="145"/>
                  </a:lnTo>
                  <a:lnTo>
                    <a:pt x="3" y="146"/>
                  </a:lnTo>
                  <a:lnTo>
                    <a:pt x="5" y="146"/>
                  </a:lnTo>
                  <a:lnTo>
                    <a:pt x="6" y="146"/>
                  </a:lnTo>
                  <a:lnTo>
                    <a:pt x="8" y="145"/>
                  </a:lnTo>
                  <a:lnTo>
                    <a:pt x="9" y="144"/>
                  </a:lnTo>
                  <a:lnTo>
                    <a:pt x="9" y="142"/>
                  </a:lnTo>
                  <a:lnTo>
                    <a:pt x="9" y="142"/>
                  </a:lnTo>
                  <a:lnTo>
                    <a:pt x="10" y="133"/>
                  </a:lnTo>
                  <a:lnTo>
                    <a:pt x="12" y="125"/>
                  </a:lnTo>
                  <a:lnTo>
                    <a:pt x="17" y="107"/>
                  </a:lnTo>
                  <a:lnTo>
                    <a:pt x="24" y="91"/>
                  </a:lnTo>
                  <a:lnTo>
                    <a:pt x="31" y="73"/>
                  </a:lnTo>
                  <a:lnTo>
                    <a:pt x="38" y="57"/>
                  </a:lnTo>
                  <a:lnTo>
                    <a:pt x="44" y="40"/>
                  </a:lnTo>
                  <a:lnTo>
                    <a:pt x="49" y="23"/>
                  </a:lnTo>
                  <a:lnTo>
                    <a:pt x="51" y="13"/>
                  </a:lnTo>
                  <a:lnTo>
                    <a:pt x="52" y="5"/>
                  </a:lnTo>
                  <a:lnTo>
                    <a:pt x="52" y="5"/>
                  </a:lnTo>
                  <a:lnTo>
                    <a:pt x="51" y="3"/>
                  </a:lnTo>
                  <a:lnTo>
                    <a:pt x="51" y="2"/>
                  </a:lnTo>
                  <a:lnTo>
                    <a:pt x="49" y="1"/>
                  </a:lnTo>
                  <a:lnTo>
                    <a:pt x="47" y="0"/>
                  </a:lnTo>
                  <a:lnTo>
                    <a:pt x="44" y="2"/>
                  </a:lnTo>
                  <a:lnTo>
                    <a:pt x="43" y="3"/>
                  </a:lnTo>
                  <a:lnTo>
                    <a:pt x="43" y="5"/>
                  </a:lnTo>
                  <a:lnTo>
                    <a:pt x="43" y="5"/>
                  </a:lnTo>
                  <a:close/>
                </a:path>
              </a:pathLst>
            </a:custGeom>
            <a:grpFill/>
            <a:ln>
              <a:solidFill>
                <a:schemeClr val="accent1">
                  <a:lumMod val="75000"/>
                  <a:alpha val="0"/>
                </a:schemeClr>
              </a:solidFill>
            </a:ln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308" name="Freeform 924"/>
            <p:cNvSpPr/>
            <p:nvPr>
              <p:custDataLst>
                <p:tags r:id="rId24"/>
              </p:custDataLst>
            </p:nvPr>
          </p:nvSpPr>
          <p:spPr bwMode="auto">
            <a:xfrm>
              <a:off x="3497263" y="1241425"/>
              <a:ext cx="34925" cy="100013"/>
            </a:xfrm>
            <a:custGeom>
              <a:avLst/>
              <a:gdLst/>
              <a:ahLst/>
              <a:cxnLst>
                <a:cxn ang="0">
                  <a:pos x="57" y="4"/>
                </a:cxn>
                <a:cxn ang="0">
                  <a:pos x="54" y="12"/>
                </a:cxn>
                <a:cxn ang="0">
                  <a:pos x="50" y="20"/>
                </a:cxn>
                <a:cxn ang="0">
                  <a:pos x="47" y="31"/>
                </a:cxn>
                <a:cxn ang="0">
                  <a:pos x="45" y="42"/>
                </a:cxn>
                <a:cxn ang="0">
                  <a:pos x="30" y="86"/>
                </a:cxn>
                <a:cxn ang="0">
                  <a:pos x="24" y="99"/>
                </a:cxn>
                <a:cxn ang="0">
                  <a:pos x="12" y="128"/>
                </a:cxn>
                <a:cxn ang="0">
                  <a:pos x="9" y="138"/>
                </a:cxn>
                <a:cxn ang="0">
                  <a:pos x="7" y="149"/>
                </a:cxn>
                <a:cxn ang="0">
                  <a:pos x="6" y="167"/>
                </a:cxn>
                <a:cxn ang="0">
                  <a:pos x="4" y="179"/>
                </a:cxn>
                <a:cxn ang="0">
                  <a:pos x="1" y="182"/>
                </a:cxn>
                <a:cxn ang="0">
                  <a:pos x="0" y="185"/>
                </a:cxn>
                <a:cxn ang="0">
                  <a:pos x="1" y="188"/>
                </a:cxn>
                <a:cxn ang="0">
                  <a:pos x="6" y="189"/>
                </a:cxn>
                <a:cxn ang="0">
                  <a:pos x="9" y="189"/>
                </a:cxn>
                <a:cxn ang="0">
                  <a:pos x="15" y="179"/>
                </a:cxn>
                <a:cxn ang="0">
                  <a:pos x="16" y="167"/>
                </a:cxn>
                <a:cxn ang="0">
                  <a:pos x="15" y="159"/>
                </a:cxn>
                <a:cxn ang="0">
                  <a:pos x="17" y="142"/>
                </a:cxn>
                <a:cxn ang="0">
                  <a:pos x="25" y="119"/>
                </a:cxn>
                <a:cxn ang="0">
                  <a:pos x="32" y="103"/>
                </a:cxn>
                <a:cxn ang="0">
                  <a:pos x="42" y="80"/>
                </a:cxn>
                <a:cxn ang="0">
                  <a:pos x="49" y="58"/>
                </a:cxn>
                <a:cxn ang="0">
                  <a:pos x="57" y="30"/>
                </a:cxn>
                <a:cxn ang="0">
                  <a:pos x="59" y="24"/>
                </a:cxn>
                <a:cxn ang="0">
                  <a:pos x="64" y="12"/>
                </a:cxn>
                <a:cxn ang="0">
                  <a:pos x="66" y="6"/>
                </a:cxn>
                <a:cxn ang="0">
                  <a:pos x="65" y="2"/>
                </a:cxn>
                <a:cxn ang="0">
                  <a:pos x="61" y="0"/>
                </a:cxn>
                <a:cxn ang="0">
                  <a:pos x="58" y="2"/>
                </a:cxn>
                <a:cxn ang="0">
                  <a:pos x="57" y="4"/>
                </a:cxn>
              </a:cxnLst>
              <a:rect l="0" t="0" r="r" b="b"/>
              <a:pathLst>
                <a:path w="66" h="190">
                  <a:moveTo>
                    <a:pt x="57" y="4"/>
                  </a:moveTo>
                  <a:lnTo>
                    <a:pt x="57" y="4"/>
                  </a:lnTo>
                  <a:lnTo>
                    <a:pt x="56" y="8"/>
                  </a:lnTo>
                  <a:lnTo>
                    <a:pt x="54" y="12"/>
                  </a:lnTo>
                  <a:lnTo>
                    <a:pt x="50" y="20"/>
                  </a:lnTo>
                  <a:lnTo>
                    <a:pt x="50" y="20"/>
                  </a:lnTo>
                  <a:lnTo>
                    <a:pt x="48" y="26"/>
                  </a:lnTo>
                  <a:lnTo>
                    <a:pt x="47" y="31"/>
                  </a:lnTo>
                  <a:lnTo>
                    <a:pt x="45" y="42"/>
                  </a:lnTo>
                  <a:lnTo>
                    <a:pt x="45" y="42"/>
                  </a:lnTo>
                  <a:lnTo>
                    <a:pt x="35" y="71"/>
                  </a:lnTo>
                  <a:lnTo>
                    <a:pt x="30" y="86"/>
                  </a:lnTo>
                  <a:lnTo>
                    <a:pt x="24" y="99"/>
                  </a:lnTo>
                  <a:lnTo>
                    <a:pt x="24" y="99"/>
                  </a:lnTo>
                  <a:lnTo>
                    <a:pt x="15" y="118"/>
                  </a:lnTo>
                  <a:lnTo>
                    <a:pt x="12" y="128"/>
                  </a:lnTo>
                  <a:lnTo>
                    <a:pt x="9" y="138"/>
                  </a:lnTo>
                  <a:lnTo>
                    <a:pt x="9" y="138"/>
                  </a:lnTo>
                  <a:lnTo>
                    <a:pt x="7" y="142"/>
                  </a:lnTo>
                  <a:lnTo>
                    <a:pt x="7" y="149"/>
                  </a:lnTo>
                  <a:lnTo>
                    <a:pt x="6" y="161"/>
                  </a:lnTo>
                  <a:lnTo>
                    <a:pt x="6" y="167"/>
                  </a:lnTo>
                  <a:lnTo>
                    <a:pt x="5" y="173"/>
                  </a:lnTo>
                  <a:lnTo>
                    <a:pt x="4" y="179"/>
                  </a:lnTo>
                  <a:lnTo>
                    <a:pt x="1" y="182"/>
                  </a:lnTo>
                  <a:lnTo>
                    <a:pt x="1" y="182"/>
                  </a:lnTo>
                  <a:lnTo>
                    <a:pt x="0" y="184"/>
                  </a:lnTo>
                  <a:lnTo>
                    <a:pt x="0" y="185"/>
                  </a:lnTo>
                  <a:lnTo>
                    <a:pt x="0" y="187"/>
                  </a:lnTo>
                  <a:lnTo>
                    <a:pt x="1" y="188"/>
                  </a:lnTo>
                  <a:lnTo>
                    <a:pt x="4" y="190"/>
                  </a:lnTo>
                  <a:lnTo>
                    <a:pt x="6" y="189"/>
                  </a:lnTo>
                  <a:lnTo>
                    <a:pt x="9" y="189"/>
                  </a:lnTo>
                  <a:lnTo>
                    <a:pt x="9" y="189"/>
                  </a:lnTo>
                  <a:lnTo>
                    <a:pt x="13" y="184"/>
                  </a:lnTo>
                  <a:lnTo>
                    <a:pt x="15" y="179"/>
                  </a:lnTo>
                  <a:lnTo>
                    <a:pt x="16" y="173"/>
                  </a:lnTo>
                  <a:lnTo>
                    <a:pt x="16" y="167"/>
                  </a:lnTo>
                  <a:lnTo>
                    <a:pt x="16" y="167"/>
                  </a:lnTo>
                  <a:lnTo>
                    <a:pt x="15" y="159"/>
                  </a:lnTo>
                  <a:lnTo>
                    <a:pt x="16" y="151"/>
                  </a:lnTo>
                  <a:lnTo>
                    <a:pt x="17" y="142"/>
                  </a:lnTo>
                  <a:lnTo>
                    <a:pt x="19" y="134"/>
                  </a:lnTo>
                  <a:lnTo>
                    <a:pt x="25" y="119"/>
                  </a:lnTo>
                  <a:lnTo>
                    <a:pt x="32" y="103"/>
                  </a:lnTo>
                  <a:lnTo>
                    <a:pt x="32" y="103"/>
                  </a:lnTo>
                  <a:lnTo>
                    <a:pt x="37" y="92"/>
                  </a:lnTo>
                  <a:lnTo>
                    <a:pt x="42" y="80"/>
                  </a:lnTo>
                  <a:lnTo>
                    <a:pt x="49" y="58"/>
                  </a:lnTo>
                  <a:lnTo>
                    <a:pt x="49" y="58"/>
                  </a:lnTo>
                  <a:lnTo>
                    <a:pt x="53" y="44"/>
                  </a:lnTo>
                  <a:lnTo>
                    <a:pt x="57" y="30"/>
                  </a:lnTo>
                  <a:lnTo>
                    <a:pt x="57" y="30"/>
                  </a:lnTo>
                  <a:lnTo>
                    <a:pt x="59" y="24"/>
                  </a:lnTo>
                  <a:lnTo>
                    <a:pt x="62" y="18"/>
                  </a:lnTo>
                  <a:lnTo>
                    <a:pt x="64" y="12"/>
                  </a:lnTo>
                  <a:lnTo>
                    <a:pt x="66" y="6"/>
                  </a:lnTo>
                  <a:lnTo>
                    <a:pt x="66" y="6"/>
                  </a:lnTo>
                  <a:lnTo>
                    <a:pt x="66" y="4"/>
                  </a:lnTo>
                  <a:lnTo>
                    <a:pt x="65" y="2"/>
                  </a:lnTo>
                  <a:lnTo>
                    <a:pt x="63" y="1"/>
                  </a:lnTo>
                  <a:lnTo>
                    <a:pt x="61" y="0"/>
                  </a:lnTo>
                  <a:lnTo>
                    <a:pt x="59" y="1"/>
                  </a:lnTo>
                  <a:lnTo>
                    <a:pt x="58" y="2"/>
                  </a:lnTo>
                  <a:lnTo>
                    <a:pt x="57" y="4"/>
                  </a:lnTo>
                  <a:lnTo>
                    <a:pt x="57" y="4"/>
                  </a:lnTo>
                  <a:close/>
                </a:path>
              </a:pathLst>
            </a:custGeom>
            <a:grpFill/>
            <a:ln>
              <a:solidFill>
                <a:schemeClr val="accent1">
                  <a:lumMod val="75000"/>
                  <a:alpha val="0"/>
                </a:schemeClr>
              </a:solidFill>
            </a:ln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309" name="Freeform 925"/>
            <p:cNvSpPr>
              <a:spLocks noEditPoints="1"/>
            </p:cNvSpPr>
            <p:nvPr>
              <p:custDataLst>
                <p:tags r:id="rId25"/>
              </p:custDataLst>
            </p:nvPr>
          </p:nvSpPr>
          <p:spPr bwMode="auto">
            <a:xfrm>
              <a:off x="3362325" y="1298575"/>
              <a:ext cx="142875" cy="146050"/>
            </a:xfrm>
            <a:custGeom>
              <a:avLst/>
              <a:gdLst/>
              <a:ahLst/>
              <a:cxnLst>
                <a:cxn ang="0">
                  <a:pos x="131" y="277"/>
                </a:cxn>
                <a:cxn ang="0">
                  <a:pos x="96" y="271"/>
                </a:cxn>
                <a:cxn ang="0">
                  <a:pos x="62" y="257"/>
                </a:cxn>
                <a:cxn ang="0">
                  <a:pos x="34" y="236"/>
                </a:cxn>
                <a:cxn ang="0">
                  <a:pos x="13" y="206"/>
                </a:cxn>
                <a:cxn ang="0">
                  <a:pos x="1" y="168"/>
                </a:cxn>
                <a:cxn ang="0">
                  <a:pos x="0" y="139"/>
                </a:cxn>
                <a:cxn ang="0">
                  <a:pos x="8" y="98"/>
                </a:cxn>
                <a:cxn ang="0">
                  <a:pos x="27" y="61"/>
                </a:cxn>
                <a:cxn ang="0">
                  <a:pos x="55" y="31"/>
                </a:cxn>
                <a:cxn ang="0">
                  <a:pos x="91" y="10"/>
                </a:cxn>
                <a:cxn ang="0">
                  <a:pos x="118" y="0"/>
                </a:cxn>
                <a:cxn ang="0">
                  <a:pos x="128" y="1"/>
                </a:cxn>
                <a:cxn ang="0">
                  <a:pos x="138" y="9"/>
                </a:cxn>
                <a:cxn ang="0">
                  <a:pos x="146" y="14"/>
                </a:cxn>
                <a:cxn ang="0">
                  <a:pos x="183" y="24"/>
                </a:cxn>
                <a:cxn ang="0">
                  <a:pos x="214" y="41"/>
                </a:cxn>
                <a:cxn ang="0">
                  <a:pos x="239" y="63"/>
                </a:cxn>
                <a:cxn ang="0">
                  <a:pos x="257" y="90"/>
                </a:cxn>
                <a:cxn ang="0">
                  <a:pos x="268" y="122"/>
                </a:cxn>
                <a:cxn ang="0">
                  <a:pos x="271" y="145"/>
                </a:cxn>
                <a:cxn ang="0">
                  <a:pos x="268" y="179"/>
                </a:cxn>
                <a:cxn ang="0">
                  <a:pos x="255" y="212"/>
                </a:cxn>
                <a:cxn ang="0">
                  <a:pos x="236" y="241"/>
                </a:cxn>
                <a:cxn ang="0">
                  <a:pos x="209" y="263"/>
                </a:cxn>
                <a:cxn ang="0">
                  <a:pos x="174" y="275"/>
                </a:cxn>
                <a:cxn ang="0">
                  <a:pos x="144" y="277"/>
                </a:cxn>
                <a:cxn ang="0">
                  <a:pos x="101" y="48"/>
                </a:cxn>
                <a:cxn ang="0">
                  <a:pos x="62" y="79"/>
                </a:cxn>
                <a:cxn ang="0">
                  <a:pos x="48" y="100"/>
                </a:cxn>
                <a:cxn ang="0">
                  <a:pos x="38" y="126"/>
                </a:cxn>
                <a:cxn ang="0">
                  <a:pos x="37" y="153"/>
                </a:cxn>
                <a:cxn ang="0">
                  <a:pos x="41" y="172"/>
                </a:cxn>
                <a:cxn ang="0">
                  <a:pos x="52" y="194"/>
                </a:cxn>
                <a:cxn ang="0">
                  <a:pos x="67" y="214"/>
                </a:cxn>
                <a:cxn ang="0">
                  <a:pos x="88" y="229"/>
                </a:cxn>
                <a:cxn ang="0">
                  <a:pos x="112" y="238"/>
                </a:cxn>
                <a:cxn ang="0">
                  <a:pos x="139" y="241"/>
                </a:cxn>
                <a:cxn ang="0">
                  <a:pos x="155" y="240"/>
                </a:cxn>
                <a:cxn ang="0">
                  <a:pos x="171" y="236"/>
                </a:cxn>
                <a:cxn ang="0">
                  <a:pos x="194" y="224"/>
                </a:cxn>
                <a:cxn ang="0">
                  <a:pos x="213" y="208"/>
                </a:cxn>
                <a:cxn ang="0">
                  <a:pos x="225" y="187"/>
                </a:cxn>
                <a:cxn ang="0">
                  <a:pos x="233" y="163"/>
                </a:cxn>
                <a:cxn ang="0">
                  <a:pos x="233" y="139"/>
                </a:cxn>
                <a:cxn ang="0">
                  <a:pos x="228" y="121"/>
                </a:cxn>
                <a:cxn ang="0">
                  <a:pos x="216" y="97"/>
                </a:cxn>
                <a:cxn ang="0">
                  <a:pos x="199" y="78"/>
                </a:cxn>
                <a:cxn ang="0">
                  <a:pos x="177" y="63"/>
                </a:cxn>
                <a:cxn ang="0">
                  <a:pos x="150" y="53"/>
                </a:cxn>
                <a:cxn ang="0">
                  <a:pos x="119" y="49"/>
                </a:cxn>
                <a:cxn ang="0">
                  <a:pos x="112" y="47"/>
                </a:cxn>
              </a:cxnLst>
              <a:rect l="0" t="0" r="r" b="b"/>
              <a:pathLst>
                <a:path w="271" h="277">
                  <a:moveTo>
                    <a:pt x="144" y="277"/>
                  </a:moveTo>
                  <a:lnTo>
                    <a:pt x="144" y="277"/>
                  </a:lnTo>
                  <a:lnTo>
                    <a:pt x="131" y="277"/>
                  </a:lnTo>
                  <a:lnTo>
                    <a:pt x="120" y="276"/>
                  </a:lnTo>
                  <a:lnTo>
                    <a:pt x="108" y="274"/>
                  </a:lnTo>
                  <a:lnTo>
                    <a:pt x="96" y="271"/>
                  </a:lnTo>
                  <a:lnTo>
                    <a:pt x="85" y="267"/>
                  </a:lnTo>
                  <a:lnTo>
                    <a:pt x="73" y="263"/>
                  </a:lnTo>
                  <a:lnTo>
                    <a:pt x="62" y="257"/>
                  </a:lnTo>
                  <a:lnTo>
                    <a:pt x="53" y="251"/>
                  </a:lnTo>
                  <a:lnTo>
                    <a:pt x="42" y="244"/>
                  </a:lnTo>
                  <a:lnTo>
                    <a:pt x="34" y="236"/>
                  </a:lnTo>
                  <a:lnTo>
                    <a:pt x="26" y="226"/>
                  </a:lnTo>
                  <a:lnTo>
                    <a:pt x="19" y="217"/>
                  </a:lnTo>
                  <a:lnTo>
                    <a:pt x="13" y="206"/>
                  </a:lnTo>
                  <a:lnTo>
                    <a:pt x="7" y="194"/>
                  </a:lnTo>
                  <a:lnTo>
                    <a:pt x="3" y="181"/>
                  </a:lnTo>
                  <a:lnTo>
                    <a:pt x="1" y="168"/>
                  </a:lnTo>
                  <a:lnTo>
                    <a:pt x="1" y="168"/>
                  </a:lnTo>
                  <a:lnTo>
                    <a:pt x="0" y="153"/>
                  </a:lnTo>
                  <a:lnTo>
                    <a:pt x="0" y="139"/>
                  </a:lnTo>
                  <a:lnTo>
                    <a:pt x="1" y="125"/>
                  </a:lnTo>
                  <a:lnTo>
                    <a:pt x="4" y="112"/>
                  </a:lnTo>
                  <a:lnTo>
                    <a:pt x="8" y="98"/>
                  </a:lnTo>
                  <a:lnTo>
                    <a:pt x="14" y="86"/>
                  </a:lnTo>
                  <a:lnTo>
                    <a:pt x="20" y="74"/>
                  </a:lnTo>
                  <a:lnTo>
                    <a:pt x="27" y="61"/>
                  </a:lnTo>
                  <a:lnTo>
                    <a:pt x="35" y="51"/>
                  </a:lnTo>
                  <a:lnTo>
                    <a:pt x="45" y="41"/>
                  </a:lnTo>
                  <a:lnTo>
                    <a:pt x="55" y="31"/>
                  </a:lnTo>
                  <a:lnTo>
                    <a:pt x="66" y="23"/>
                  </a:lnTo>
                  <a:lnTo>
                    <a:pt x="78" y="16"/>
                  </a:lnTo>
                  <a:lnTo>
                    <a:pt x="91" y="10"/>
                  </a:lnTo>
                  <a:lnTo>
                    <a:pt x="103" y="4"/>
                  </a:lnTo>
                  <a:lnTo>
                    <a:pt x="118" y="0"/>
                  </a:lnTo>
                  <a:lnTo>
                    <a:pt x="118" y="0"/>
                  </a:lnTo>
                  <a:lnTo>
                    <a:pt x="122" y="0"/>
                  </a:lnTo>
                  <a:lnTo>
                    <a:pt x="122" y="0"/>
                  </a:lnTo>
                  <a:lnTo>
                    <a:pt x="128" y="1"/>
                  </a:lnTo>
                  <a:lnTo>
                    <a:pt x="132" y="2"/>
                  </a:lnTo>
                  <a:lnTo>
                    <a:pt x="135" y="5"/>
                  </a:lnTo>
                  <a:lnTo>
                    <a:pt x="138" y="9"/>
                  </a:lnTo>
                  <a:lnTo>
                    <a:pt x="141" y="13"/>
                  </a:lnTo>
                  <a:lnTo>
                    <a:pt x="146" y="14"/>
                  </a:lnTo>
                  <a:lnTo>
                    <a:pt x="146" y="14"/>
                  </a:lnTo>
                  <a:lnTo>
                    <a:pt x="158" y="17"/>
                  </a:lnTo>
                  <a:lnTo>
                    <a:pt x="171" y="20"/>
                  </a:lnTo>
                  <a:lnTo>
                    <a:pt x="183" y="24"/>
                  </a:lnTo>
                  <a:lnTo>
                    <a:pt x="193" y="29"/>
                  </a:lnTo>
                  <a:lnTo>
                    <a:pt x="204" y="34"/>
                  </a:lnTo>
                  <a:lnTo>
                    <a:pt x="214" y="41"/>
                  </a:lnTo>
                  <a:lnTo>
                    <a:pt x="223" y="48"/>
                  </a:lnTo>
                  <a:lnTo>
                    <a:pt x="232" y="55"/>
                  </a:lnTo>
                  <a:lnTo>
                    <a:pt x="239" y="63"/>
                  </a:lnTo>
                  <a:lnTo>
                    <a:pt x="246" y="72"/>
                  </a:lnTo>
                  <a:lnTo>
                    <a:pt x="252" y="81"/>
                  </a:lnTo>
                  <a:lnTo>
                    <a:pt x="257" y="90"/>
                  </a:lnTo>
                  <a:lnTo>
                    <a:pt x="261" y="100"/>
                  </a:lnTo>
                  <a:lnTo>
                    <a:pt x="266" y="111"/>
                  </a:lnTo>
                  <a:lnTo>
                    <a:pt x="268" y="122"/>
                  </a:lnTo>
                  <a:lnTo>
                    <a:pt x="270" y="134"/>
                  </a:lnTo>
                  <a:lnTo>
                    <a:pt x="270" y="134"/>
                  </a:lnTo>
                  <a:lnTo>
                    <a:pt x="271" y="145"/>
                  </a:lnTo>
                  <a:lnTo>
                    <a:pt x="271" y="156"/>
                  </a:lnTo>
                  <a:lnTo>
                    <a:pt x="270" y="168"/>
                  </a:lnTo>
                  <a:lnTo>
                    <a:pt x="268" y="179"/>
                  </a:lnTo>
                  <a:lnTo>
                    <a:pt x="265" y="190"/>
                  </a:lnTo>
                  <a:lnTo>
                    <a:pt x="260" y="202"/>
                  </a:lnTo>
                  <a:lnTo>
                    <a:pt x="255" y="212"/>
                  </a:lnTo>
                  <a:lnTo>
                    <a:pt x="250" y="222"/>
                  </a:lnTo>
                  <a:lnTo>
                    <a:pt x="243" y="232"/>
                  </a:lnTo>
                  <a:lnTo>
                    <a:pt x="236" y="241"/>
                  </a:lnTo>
                  <a:lnTo>
                    <a:pt x="227" y="249"/>
                  </a:lnTo>
                  <a:lnTo>
                    <a:pt x="218" y="256"/>
                  </a:lnTo>
                  <a:lnTo>
                    <a:pt x="209" y="263"/>
                  </a:lnTo>
                  <a:lnTo>
                    <a:pt x="197" y="268"/>
                  </a:lnTo>
                  <a:lnTo>
                    <a:pt x="186" y="272"/>
                  </a:lnTo>
                  <a:lnTo>
                    <a:pt x="174" y="275"/>
                  </a:lnTo>
                  <a:lnTo>
                    <a:pt x="174" y="275"/>
                  </a:lnTo>
                  <a:lnTo>
                    <a:pt x="159" y="277"/>
                  </a:lnTo>
                  <a:lnTo>
                    <a:pt x="144" y="277"/>
                  </a:lnTo>
                  <a:lnTo>
                    <a:pt x="144" y="277"/>
                  </a:lnTo>
                  <a:close/>
                  <a:moveTo>
                    <a:pt x="101" y="48"/>
                  </a:moveTo>
                  <a:lnTo>
                    <a:pt x="101" y="48"/>
                  </a:lnTo>
                  <a:lnTo>
                    <a:pt x="87" y="56"/>
                  </a:lnTo>
                  <a:lnTo>
                    <a:pt x="73" y="66"/>
                  </a:lnTo>
                  <a:lnTo>
                    <a:pt x="62" y="79"/>
                  </a:lnTo>
                  <a:lnTo>
                    <a:pt x="57" y="86"/>
                  </a:lnTo>
                  <a:lnTo>
                    <a:pt x="52" y="93"/>
                  </a:lnTo>
                  <a:lnTo>
                    <a:pt x="48" y="100"/>
                  </a:lnTo>
                  <a:lnTo>
                    <a:pt x="44" y="109"/>
                  </a:lnTo>
                  <a:lnTo>
                    <a:pt x="40" y="117"/>
                  </a:lnTo>
                  <a:lnTo>
                    <a:pt x="38" y="126"/>
                  </a:lnTo>
                  <a:lnTo>
                    <a:pt x="37" y="135"/>
                  </a:lnTo>
                  <a:lnTo>
                    <a:pt x="36" y="144"/>
                  </a:lnTo>
                  <a:lnTo>
                    <a:pt x="37" y="153"/>
                  </a:lnTo>
                  <a:lnTo>
                    <a:pt x="38" y="163"/>
                  </a:lnTo>
                  <a:lnTo>
                    <a:pt x="38" y="163"/>
                  </a:lnTo>
                  <a:lnTo>
                    <a:pt x="41" y="172"/>
                  </a:lnTo>
                  <a:lnTo>
                    <a:pt x="44" y="180"/>
                  </a:lnTo>
                  <a:lnTo>
                    <a:pt x="48" y="187"/>
                  </a:lnTo>
                  <a:lnTo>
                    <a:pt x="52" y="194"/>
                  </a:lnTo>
                  <a:lnTo>
                    <a:pt x="56" y="202"/>
                  </a:lnTo>
                  <a:lnTo>
                    <a:pt x="62" y="208"/>
                  </a:lnTo>
                  <a:lnTo>
                    <a:pt x="67" y="214"/>
                  </a:lnTo>
                  <a:lnTo>
                    <a:pt x="73" y="219"/>
                  </a:lnTo>
                  <a:lnTo>
                    <a:pt x="81" y="224"/>
                  </a:lnTo>
                  <a:lnTo>
                    <a:pt x="88" y="229"/>
                  </a:lnTo>
                  <a:lnTo>
                    <a:pt x="95" y="232"/>
                  </a:lnTo>
                  <a:lnTo>
                    <a:pt x="103" y="235"/>
                  </a:lnTo>
                  <a:lnTo>
                    <a:pt x="112" y="238"/>
                  </a:lnTo>
                  <a:lnTo>
                    <a:pt x="121" y="239"/>
                  </a:lnTo>
                  <a:lnTo>
                    <a:pt x="129" y="241"/>
                  </a:lnTo>
                  <a:lnTo>
                    <a:pt x="139" y="241"/>
                  </a:lnTo>
                  <a:lnTo>
                    <a:pt x="139" y="241"/>
                  </a:lnTo>
                  <a:lnTo>
                    <a:pt x="147" y="241"/>
                  </a:lnTo>
                  <a:lnTo>
                    <a:pt x="155" y="240"/>
                  </a:lnTo>
                  <a:lnTo>
                    <a:pt x="163" y="238"/>
                  </a:lnTo>
                  <a:lnTo>
                    <a:pt x="171" y="236"/>
                  </a:lnTo>
                  <a:lnTo>
                    <a:pt x="171" y="236"/>
                  </a:lnTo>
                  <a:lnTo>
                    <a:pt x="179" y="233"/>
                  </a:lnTo>
                  <a:lnTo>
                    <a:pt x="187" y="229"/>
                  </a:lnTo>
                  <a:lnTo>
                    <a:pt x="194" y="224"/>
                  </a:lnTo>
                  <a:lnTo>
                    <a:pt x="201" y="219"/>
                  </a:lnTo>
                  <a:lnTo>
                    <a:pt x="207" y="214"/>
                  </a:lnTo>
                  <a:lnTo>
                    <a:pt x="213" y="208"/>
                  </a:lnTo>
                  <a:lnTo>
                    <a:pt x="217" y="202"/>
                  </a:lnTo>
                  <a:lnTo>
                    <a:pt x="222" y="194"/>
                  </a:lnTo>
                  <a:lnTo>
                    <a:pt x="225" y="187"/>
                  </a:lnTo>
                  <a:lnTo>
                    <a:pt x="228" y="180"/>
                  </a:lnTo>
                  <a:lnTo>
                    <a:pt x="230" y="172"/>
                  </a:lnTo>
                  <a:lnTo>
                    <a:pt x="233" y="163"/>
                  </a:lnTo>
                  <a:lnTo>
                    <a:pt x="234" y="155"/>
                  </a:lnTo>
                  <a:lnTo>
                    <a:pt x="234" y="147"/>
                  </a:lnTo>
                  <a:lnTo>
                    <a:pt x="233" y="139"/>
                  </a:lnTo>
                  <a:lnTo>
                    <a:pt x="230" y="130"/>
                  </a:lnTo>
                  <a:lnTo>
                    <a:pt x="230" y="130"/>
                  </a:lnTo>
                  <a:lnTo>
                    <a:pt x="228" y="121"/>
                  </a:lnTo>
                  <a:lnTo>
                    <a:pt x="225" y="113"/>
                  </a:lnTo>
                  <a:lnTo>
                    <a:pt x="221" y="105"/>
                  </a:lnTo>
                  <a:lnTo>
                    <a:pt x="216" y="97"/>
                  </a:lnTo>
                  <a:lnTo>
                    <a:pt x="212" y="90"/>
                  </a:lnTo>
                  <a:lnTo>
                    <a:pt x="206" y="84"/>
                  </a:lnTo>
                  <a:lnTo>
                    <a:pt x="199" y="78"/>
                  </a:lnTo>
                  <a:lnTo>
                    <a:pt x="192" y="73"/>
                  </a:lnTo>
                  <a:lnTo>
                    <a:pt x="185" y="67"/>
                  </a:lnTo>
                  <a:lnTo>
                    <a:pt x="177" y="63"/>
                  </a:lnTo>
                  <a:lnTo>
                    <a:pt x="168" y="59"/>
                  </a:lnTo>
                  <a:lnTo>
                    <a:pt x="160" y="56"/>
                  </a:lnTo>
                  <a:lnTo>
                    <a:pt x="150" y="53"/>
                  </a:lnTo>
                  <a:lnTo>
                    <a:pt x="141" y="51"/>
                  </a:lnTo>
                  <a:lnTo>
                    <a:pt x="129" y="50"/>
                  </a:lnTo>
                  <a:lnTo>
                    <a:pt x="119" y="49"/>
                  </a:lnTo>
                  <a:lnTo>
                    <a:pt x="119" y="49"/>
                  </a:lnTo>
                  <a:lnTo>
                    <a:pt x="115" y="49"/>
                  </a:lnTo>
                  <a:lnTo>
                    <a:pt x="112" y="47"/>
                  </a:lnTo>
                  <a:lnTo>
                    <a:pt x="107" y="45"/>
                  </a:lnTo>
                  <a:lnTo>
                    <a:pt x="101" y="48"/>
                  </a:lnTo>
                  <a:close/>
                </a:path>
              </a:pathLst>
            </a:custGeom>
            <a:grpFill/>
            <a:ln>
              <a:solidFill>
                <a:schemeClr val="accent1">
                  <a:lumMod val="75000"/>
                  <a:alpha val="0"/>
                </a:schemeClr>
              </a:solidFill>
            </a:ln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310" name="Freeform 926"/>
            <p:cNvSpPr>
              <a:spLocks noEditPoints="1"/>
            </p:cNvSpPr>
            <p:nvPr>
              <p:custDataLst>
                <p:tags r:id="rId26"/>
              </p:custDataLst>
            </p:nvPr>
          </p:nvSpPr>
          <p:spPr bwMode="auto">
            <a:xfrm>
              <a:off x="3282950" y="1227138"/>
              <a:ext cx="644525" cy="642938"/>
            </a:xfrm>
            <a:custGeom>
              <a:avLst/>
              <a:gdLst/>
              <a:ahLst/>
              <a:cxnLst>
                <a:cxn ang="0">
                  <a:pos x="653" y="1206"/>
                </a:cxn>
                <a:cxn ang="0">
                  <a:pos x="563" y="1160"/>
                </a:cxn>
                <a:cxn ang="0">
                  <a:pos x="550" y="1153"/>
                </a:cxn>
                <a:cxn ang="0">
                  <a:pos x="236" y="832"/>
                </a:cxn>
                <a:cxn ang="0">
                  <a:pos x="143" y="731"/>
                </a:cxn>
                <a:cxn ang="0">
                  <a:pos x="77" y="679"/>
                </a:cxn>
                <a:cxn ang="0">
                  <a:pos x="72" y="657"/>
                </a:cxn>
                <a:cxn ang="0">
                  <a:pos x="40" y="570"/>
                </a:cxn>
                <a:cxn ang="0">
                  <a:pos x="11" y="425"/>
                </a:cxn>
                <a:cxn ang="0">
                  <a:pos x="1" y="212"/>
                </a:cxn>
                <a:cxn ang="0">
                  <a:pos x="10" y="196"/>
                </a:cxn>
                <a:cxn ang="0">
                  <a:pos x="19" y="182"/>
                </a:cxn>
                <a:cxn ang="0">
                  <a:pos x="110" y="81"/>
                </a:cxn>
                <a:cxn ang="0">
                  <a:pos x="210" y="10"/>
                </a:cxn>
                <a:cxn ang="0">
                  <a:pos x="228" y="8"/>
                </a:cxn>
                <a:cxn ang="0">
                  <a:pos x="242" y="2"/>
                </a:cxn>
                <a:cxn ang="0">
                  <a:pos x="419" y="2"/>
                </a:cxn>
                <a:cxn ang="0">
                  <a:pos x="599" y="26"/>
                </a:cxn>
                <a:cxn ang="0">
                  <a:pos x="638" y="36"/>
                </a:cxn>
                <a:cxn ang="0">
                  <a:pos x="656" y="46"/>
                </a:cxn>
                <a:cxn ang="0">
                  <a:pos x="887" y="256"/>
                </a:cxn>
                <a:cxn ang="0">
                  <a:pos x="1107" y="475"/>
                </a:cxn>
                <a:cxn ang="0">
                  <a:pos x="1167" y="525"/>
                </a:cxn>
                <a:cxn ang="0">
                  <a:pos x="1185" y="553"/>
                </a:cxn>
                <a:cxn ang="0">
                  <a:pos x="1215" y="644"/>
                </a:cxn>
                <a:cxn ang="0">
                  <a:pos x="1218" y="725"/>
                </a:cxn>
                <a:cxn ang="0">
                  <a:pos x="1194" y="798"/>
                </a:cxn>
                <a:cxn ang="0">
                  <a:pos x="1193" y="817"/>
                </a:cxn>
                <a:cxn ang="0">
                  <a:pos x="1109" y="909"/>
                </a:cxn>
                <a:cxn ang="0">
                  <a:pos x="862" y="1146"/>
                </a:cxn>
                <a:cxn ang="0">
                  <a:pos x="853" y="1157"/>
                </a:cxn>
                <a:cxn ang="0">
                  <a:pos x="761" y="1206"/>
                </a:cxn>
                <a:cxn ang="0">
                  <a:pos x="231" y="43"/>
                </a:cxn>
                <a:cxn ang="0">
                  <a:pos x="137" y="108"/>
                </a:cxn>
                <a:cxn ang="0">
                  <a:pos x="54" y="198"/>
                </a:cxn>
                <a:cxn ang="0">
                  <a:pos x="40" y="216"/>
                </a:cxn>
                <a:cxn ang="0">
                  <a:pos x="45" y="400"/>
                </a:cxn>
                <a:cxn ang="0">
                  <a:pos x="68" y="529"/>
                </a:cxn>
                <a:cxn ang="0">
                  <a:pos x="105" y="637"/>
                </a:cxn>
                <a:cxn ang="0">
                  <a:pos x="112" y="658"/>
                </a:cxn>
                <a:cxn ang="0">
                  <a:pos x="181" y="718"/>
                </a:cxn>
                <a:cxn ang="0">
                  <a:pos x="294" y="841"/>
                </a:cxn>
                <a:cxn ang="0">
                  <a:pos x="585" y="1129"/>
                </a:cxn>
                <a:cxn ang="0">
                  <a:pos x="633" y="1159"/>
                </a:cxn>
                <a:cxn ang="0">
                  <a:pos x="706" y="1177"/>
                </a:cxn>
                <a:cxn ang="0">
                  <a:pos x="765" y="1165"/>
                </a:cxn>
                <a:cxn ang="0">
                  <a:pos x="823" y="1131"/>
                </a:cxn>
                <a:cxn ang="0">
                  <a:pos x="865" y="1090"/>
                </a:cxn>
                <a:cxn ang="0">
                  <a:pos x="1140" y="817"/>
                </a:cxn>
                <a:cxn ang="0">
                  <a:pos x="1147" y="803"/>
                </a:cxn>
                <a:cxn ang="0">
                  <a:pos x="1177" y="736"/>
                </a:cxn>
                <a:cxn ang="0">
                  <a:pos x="1179" y="657"/>
                </a:cxn>
                <a:cxn ang="0">
                  <a:pos x="1148" y="564"/>
                </a:cxn>
                <a:cxn ang="0">
                  <a:pos x="1140" y="556"/>
                </a:cxn>
                <a:cxn ang="0">
                  <a:pos x="894" y="335"/>
                </a:cxn>
                <a:cxn ang="0">
                  <a:pos x="627" y="72"/>
                </a:cxn>
                <a:cxn ang="0">
                  <a:pos x="558" y="57"/>
                </a:cxn>
                <a:cxn ang="0">
                  <a:pos x="377" y="39"/>
                </a:cxn>
                <a:cxn ang="0">
                  <a:pos x="236" y="40"/>
                </a:cxn>
              </a:cxnLst>
              <a:rect l="0" t="0" r="r" b="b"/>
              <a:pathLst>
                <a:path w="1220" h="1215">
                  <a:moveTo>
                    <a:pt x="706" y="1215"/>
                  </a:moveTo>
                  <a:lnTo>
                    <a:pt x="706" y="1215"/>
                  </a:lnTo>
                  <a:lnTo>
                    <a:pt x="688" y="1214"/>
                  </a:lnTo>
                  <a:lnTo>
                    <a:pt x="671" y="1211"/>
                  </a:lnTo>
                  <a:lnTo>
                    <a:pt x="653" y="1206"/>
                  </a:lnTo>
                  <a:lnTo>
                    <a:pt x="636" y="1200"/>
                  </a:lnTo>
                  <a:lnTo>
                    <a:pt x="617" y="1193"/>
                  </a:lnTo>
                  <a:lnTo>
                    <a:pt x="599" y="1184"/>
                  </a:lnTo>
                  <a:lnTo>
                    <a:pt x="581" y="1172"/>
                  </a:lnTo>
                  <a:lnTo>
                    <a:pt x="563" y="1160"/>
                  </a:lnTo>
                  <a:lnTo>
                    <a:pt x="561" y="1158"/>
                  </a:lnTo>
                  <a:lnTo>
                    <a:pt x="558" y="1158"/>
                  </a:lnTo>
                  <a:lnTo>
                    <a:pt x="558" y="1158"/>
                  </a:lnTo>
                  <a:lnTo>
                    <a:pt x="554" y="1156"/>
                  </a:lnTo>
                  <a:lnTo>
                    <a:pt x="550" y="1153"/>
                  </a:lnTo>
                  <a:lnTo>
                    <a:pt x="307" y="910"/>
                  </a:lnTo>
                  <a:lnTo>
                    <a:pt x="307" y="910"/>
                  </a:lnTo>
                  <a:lnTo>
                    <a:pt x="290" y="891"/>
                  </a:lnTo>
                  <a:lnTo>
                    <a:pt x="271" y="872"/>
                  </a:lnTo>
                  <a:lnTo>
                    <a:pt x="236" y="832"/>
                  </a:lnTo>
                  <a:lnTo>
                    <a:pt x="236" y="832"/>
                  </a:lnTo>
                  <a:lnTo>
                    <a:pt x="200" y="790"/>
                  </a:lnTo>
                  <a:lnTo>
                    <a:pt x="181" y="771"/>
                  </a:lnTo>
                  <a:lnTo>
                    <a:pt x="163" y="751"/>
                  </a:lnTo>
                  <a:lnTo>
                    <a:pt x="143" y="731"/>
                  </a:lnTo>
                  <a:lnTo>
                    <a:pt x="123" y="714"/>
                  </a:lnTo>
                  <a:lnTo>
                    <a:pt x="102" y="697"/>
                  </a:lnTo>
                  <a:lnTo>
                    <a:pt x="80" y="682"/>
                  </a:lnTo>
                  <a:lnTo>
                    <a:pt x="80" y="682"/>
                  </a:lnTo>
                  <a:lnTo>
                    <a:pt x="77" y="679"/>
                  </a:lnTo>
                  <a:lnTo>
                    <a:pt x="74" y="677"/>
                  </a:lnTo>
                  <a:lnTo>
                    <a:pt x="72" y="670"/>
                  </a:lnTo>
                  <a:lnTo>
                    <a:pt x="71" y="665"/>
                  </a:lnTo>
                  <a:lnTo>
                    <a:pt x="71" y="661"/>
                  </a:lnTo>
                  <a:lnTo>
                    <a:pt x="72" y="657"/>
                  </a:lnTo>
                  <a:lnTo>
                    <a:pt x="71" y="654"/>
                  </a:lnTo>
                  <a:lnTo>
                    <a:pt x="71" y="654"/>
                  </a:lnTo>
                  <a:lnTo>
                    <a:pt x="59" y="626"/>
                  </a:lnTo>
                  <a:lnTo>
                    <a:pt x="49" y="598"/>
                  </a:lnTo>
                  <a:lnTo>
                    <a:pt x="40" y="570"/>
                  </a:lnTo>
                  <a:lnTo>
                    <a:pt x="32" y="541"/>
                  </a:lnTo>
                  <a:lnTo>
                    <a:pt x="25" y="512"/>
                  </a:lnTo>
                  <a:lnTo>
                    <a:pt x="19" y="483"/>
                  </a:lnTo>
                  <a:lnTo>
                    <a:pt x="15" y="453"/>
                  </a:lnTo>
                  <a:lnTo>
                    <a:pt x="11" y="425"/>
                  </a:lnTo>
                  <a:lnTo>
                    <a:pt x="7" y="396"/>
                  </a:lnTo>
                  <a:lnTo>
                    <a:pt x="4" y="368"/>
                  </a:lnTo>
                  <a:lnTo>
                    <a:pt x="1" y="312"/>
                  </a:lnTo>
                  <a:lnTo>
                    <a:pt x="0" y="259"/>
                  </a:lnTo>
                  <a:lnTo>
                    <a:pt x="1" y="212"/>
                  </a:lnTo>
                  <a:lnTo>
                    <a:pt x="1" y="212"/>
                  </a:lnTo>
                  <a:lnTo>
                    <a:pt x="1" y="207"/>
                  </a:lnTo>
                  <a:lnTo>
                    <a:pt x="3" y="202"/>
                  </a:lnTo>
                  <a:lnTo>
                    <a:pt x="6" y="198"/>
                  </a:lnTo>
                  <a:lnTo>
                    <a:pt x="10" y="196"/>
                  </a:lnTo>
                  <a:lnTo>
                    <a:pt x="14" y="193"/>
                  </a:lnTo>
                  <a:lnTo>
                    <a:pt x="16" y="188"/>
                  </a:lnTo>
                  <a:lnTo>
                    <a:pt x="16" y="188"/>
                  </a:lnTo>
                  <a:lnTo>
                    <a:pt x="17" y="185"/>
                  </a:lnTo>
                  <a:lnTo>
                    <a:pt x="19" y="182"/>
                  </a:lnTo>
                  <a:lnTo>
                    <a:pt x="19" y="182"/>
                  </a:lnTo>
                  <a:lnTo>
                    <a:pt x="41" y="154"/>
                  </a:lnTo>
                  <a:lnTo>
                    <a:pt x="63" y="127"/>
                  </a:lnTo>
                  <a:lnTo>
                    <a:pt x="86" y="103"/>
                  </a:lnTo>
                  <a:lnTo>
                    <a:pt x="110" y="81"/>
                  </a:lnTo>
                  <a:lnTo>
                    <a:pt x="135" y="60"/>
                  </a:lnTo>
                  <a:lnTo>
                    <a:pt x="159" y="41"/>
                  </a:lnTo>
                  <a:lnTo>
                    <a:pt x="185" y="25"/>
                  </a:lnTo>
                  <a:lnTo>
                    <a:pt x="210" y="10"/>
                  </a:lnTo>
                  <a:lnTo>
                    <a:pt x="210" y="10"/>
                  </a:lnTo>
                  <a:lnTo>
                    <a:pt x="215" y="8"/>
                  </a:lnTo>
                  <a:lnTo>
                    <a:pt x="219" y="7"/>
                  </a:lnTo>
                  <a:lnTo>
                    <a:pt x="219" y="7"/>
                  </a:lnTo>
                  <a:lnTo>
                    <a:pt x="222" y="8"/>
                  </a:lnTo>
                  <a:lnTo>
                    <a:pt x="228" y="8"/>
                  </a:lnTo>
                  <a:lnTo>
                    <a:pt x="232" y="5"/>
                  </a:lnTo>
                  <a:lnTo>
                    <a:pt x="232" y="5"/>
                  </a:lnTo>
                  <a:lnTo>
                    <a:pt x="236" y="3"/>
                  </a:lnTo>
                  <a:lnTo>
                    <a:pt x="242" y="2"/>
                  </a:lnTo>
                  <a:lnTo>
                    <a:pt x="242" y="2"/>
                  </a:lnTo>
                  <a:lnTo>
                    <a:pt x="291" y="0"/>
                  </a:lnTo>
                  <a:lnTo>
                    <a:pt x="335" y="0"/>
                  </a:lnTo>
                  <a:lnTo>
                    <a:pt x="335" y="0"/>
                  </a:lnTo>
                  <a:lnTo>
                    <a:pt x="377" y="0"/>
                  </a:lnTo>
                  <a:lnTo>
                    <a:pt x="419" y="2"/>
                  </a:lnTo>
                  <a:lnTo>
                    <a:pt x="458" y="5"/>
                  </a:lnTo>
                  <a:lnTo>
                    <a:pt x="495" y="8"/>
                  </a:lnTo>
                  <a:lnTo>
                    <a:pt x="531" y="13"/>
                  </a:lnTo>
                  <a:lnTo>
                    <a:pt x="566" y="20"/>
                  </a:lnTo>
                  <a:lnTo>
                    <a:pt x="599" y="26"/>
                  </a:lnTo>
                  <a:lnTo>
                    <a:pt x="631" y="34"/>
                  </a:lnTo>
                  <a:lnTo>
                    <a:pt x="631" y="34"/>
                  </a:lnTo>
                  <a:lnTo>
                    <a:pt x="634" y="35"/>
                  </a:lnTo>
                  <a:lnTo>
                    <a:pt x="636" y="36"/>
                  </a:lnTo>
                  <a:lnTo>
                    <a:pt x="638" y="36"/>
                  </a:lnTo>
                  <a:lnTo>
                    <a:pt x="638" y="36"/>
                  </a:lnTo>
                  <a:lnTo>
                    <a:pt x="642" y="36"/>
                  </a:lnTo>
                  <a:lnTo>
                    <a:pt x="646" y="38"/>
                  </a:lnTo>
                  <a:lnTo>
                    <a:pt x="656" y="46"/>
                  </a:lnTo>
                  <a:lnTo>
                    <a:pt x="656" y="46"/>
                  </a:lnTo>
                  <a:lnTo>
                    <a:pt x="697" y="80"/>
                  </a:lnTo>
                  <a:lnTo>
                    <a:pt x="736" y="114"/>
                  </a:lnTo>
                  <a:lnTo>
                    <a:pt x="775" y="149"/>
                  </a:lnTo>
                  <a:lnTo>
                    <a:pt x="812" y="184"/>
                  </a:lnTo>
                  <a:lnTo>
                    <a:pt x="887" y="256"/>
                  </a:lnTo>
                  <a:lnTo>
                    <a:pt x="958" y="328"/>
                  </a:lnTo>
                  <a:lnTo>
                    <a:pt x="958" y="328"/>
                  </a:lnTo>
                  <a:lnTo>
                    <a:pt x="1008" y="379"/>
                  </a:lnTo>
                  <a:lnTo>
                    <a:pt x="1057" y="428"/>
                  </a:lnTo>
                  <a:lnTo>
                    <a:pt x="1107" y="475"/>
                  </a:lnTo>
                  <a:lnTo>
                    <a:pt x="1156" y="521"/>
                  </a:lnTo>
                  <a:lnTo>
                    <a:pt x="1159" y="524"/>
                  </a:lnTo>
                  <a:lnTo>
                    <a:pt x="1163" y="524"/>
                  </a:lnTo>
                  <a:lnTo>
                    <a:pt x="1163" y="524"/>
                  </a:lnTo>
                  <a:lnTo>
                    <a:pt x="1167" y="525"/>
                  </a:lnTo>
                  <a:lnTo>
                    <a:pt x="1171" y="527"/>
                  </a:lnTo>
                  <a:lnTo>
                    <a:pt x="1173" y="529"/>
                  </a:lnTo>
                  <a:lnTo>
                    <a:pt x="1175" y="533"/>
                  </a:lnTo>
                  <a:lnTo>
                    <a:pt x="1175" y="533"/>
                  </a:lnTo>
                  <a:lnTo>
                    <a:pt x="1185" y="553"/>
                  </a:lnTo>
                  <a:lnTo>
                    <a:pt x="1193" y="571"/>
                  </a:lnTo>
                  <a:lnTo>
                    <a:pt x="1201" y="590"/>
                  </a:lnTo>
                  <a:lnTo>
                    <a:pt x="1207" y="607"/>
                  </a:lnTo>
                  <a:lnTo>
                    <a:pt x="1211" y="626"/>
                  </a:lnTo>
                  <a:lnTo>
                    <a:pt x="1215" y="644"/>
                  </a:lnTo>
                  <a:lnTo>
                    <a:pt x="1218" y="660"/>
                  </a:lnTo>
                  <a:lnTo>
                    <a:pt x="1220" y="677"/>
                  </a:lnTo>
                  <a:lnTo>
                    <a:pt x="1220" y="693"/>
                  </a:lnTo>
                  <a:lnTo>
                    <a:pt x="1220" y="710"/>
                  </a:lnTo>
                  <a:lnTo>
                    <a:pt x="1218" y="725"/>
                  </a:lnTo>
                  <a:lnTo>
                    <a:pt x="1216" y="741"/>
                  </a:lnTo>
                  <a:lnTo>
                    <a:pt x="1212" y="755"/>
                  </a:lnTo>
                  <a:lnTo>
                    <a:pt x="1208" y="771"/>
                  </a:lnTo>
                  <a:lnTo>
                    <a:pt x="1202" y="785"/>
                  </a:lnTo>
                  <a:lnTo>
                    <a:pt x="1194" y="798"/>
                  </a:lnTo>
                  <a:lnTo>
                    <a:pt x="1192" y="804"/>
                  </a:lnTo>
                  <a:lnTo>
                    <a:pt x="1193" y="809"/>
                  </a:lnTo>
                  <a:lnTo>
                    <a:pt x="1193" y="809"/>
                  </a:lnTo>
                  <a:lnTo>
                    <a:pt x="1194" y="813"/>
                  </a:lnTo>
                  <a:lnTo>
                    <a:pt x="1193" y="817"/>
                  </a:lnTo>
                  <a:lnTo>
                    <a:pt x="1191" y="821"/>
                  </a:lnTo>
                  <a:lnTo>
                    <a:pt x="1188" y="826"/>
                  </a:lnTo>
                  <a:lnTo>
                    <a:pt x="1188" y="826"/>
                  </a:lnTo>
                  <a:lnTo>
                    <a:pt x="1147" y="869"/>
                  </a:lnTo>
                  <a:lnTo>
                    <a:pt x="1109" y="909"/>
                  </a:lnTo>
                  <a:lnTo>
                    <a:pt x="1070" y="948"/>
                  </a:lnTo>
                  <a:lnTo>
                    <a:pt x="1031" y="985"/>
                  </a:lnTo>
                  <a:lnTo>
                    <a:pt x="952" y="1062"/>
                  </a:lnTo>
                  <a:lnTo>
                    <a:pt x="862" y="1146"/>
                  </a:lnTo>
                  <a:lnTo>
                    <a:pt x="862" y="1146"/>
                  </a:lnTo>
                  <a:lnTo>
                    <a:pt x="858" y="1151"/>
                  </a:lnTo>
                  <a:lnTo>
                    <a:pt x="857" y="1152"/>
                  </a:lnTo>
                  <a:lnTo>
                    <a:pt x="857" y="1152"/>
                  </a:lnTo>
                  <a:lnTo>
                    <a:pt x="853" y="1157"/>
                  </a:lnTo>
                  <a:lnTo>
                    <a:pt x="853" y="1157"/>
                  </a:lnTo>
                  <a:lnTo>
                    <a:pt x="834" y="1170"/>
                  </a:lnTo>
                  <a:lnTo>
                    <a:pt x="815" y="1182"/>
                  </a:lnTo>
                  <a:lnTo>
                    <a:pt x="798" y="1192"/>
                  </a:lnTo>
                  <a:lnTo>
                    <a:pt x="779" y="1200"/>
                  </a:lnTo>
                  <a:lnTo>
                    <a:pt x="761" y="1206"/>
                  </a:lnTo>
                  <a:lnTo>
                    <a:pt x="743" y="1211"/>
                  </a:lnTo>
                  <a:lnTo>
                    <a:pt x="724" y="1214"/>
                  </a:lnTo>
                  <a:lnTo>
                    <a:pt x="706" y="1215"/>
                  </a:lnTo>
                  <a:lnTo>
                    <a:pt x="706" y="1215"/>
                  </a:lnTo>
                  <a:close/>
                  <a:moveTo>
                    <a:pt x="231" y="43"/>
                  </a:moveTo>
                  <a:lnTo>
                    <a:pt x="231" y="43"/>
                  </a:lnTo>
                  <a:lnTo>
                    <a:pt x="206" y="57"/>
                  </a:lnTo>
                  <a:lnTo>
                    <a:pt x="182" y="72"/>
                  </a:lnTo>
                  <a:lnTo>
                    <a:pt x="159" y="90"/>
                  </a:lnTo>
                  <a:lnTo>
                    <a:pt x="137" y="108"/>
                  </a:lnTo>
                  <a:lnTo>
                    <a:pt x="114" y="129"/>
                  </a:lnTo>
                  <a:lnTo>
                    <a:pt x="93" y="151"/>
                  </a:lnTo>
                  <a:lnTo>
                    <a:pt x="73" y="175"/>
                  </a:lnTo>
                  <a:lnTo>
                    <a:pt x="54" y="198"/>
                  </a:lnTo>
                  <a:lnTo>
                    <a:pt x="54" y="198"/>
                  </a:lnTo>
                  <a:lnTo>
                    <a:pt x="50" y="202"/>
                  </a:lnTo>
                  <a:lnTo>
                    <a:pt x="46" y="205"/>
                  </a:lnTo>
                  <a:lnTo>
                    <a:pt x="40" y="208"/>
                  </a:lnTo>
                  <a:lnTo>
                    <a:pt x="40" y="216"/>
                  </a:lnTo>
                  <a:lnTo>
                    <a:pt x="40" y="216"/>
                  </a:lnTo>
                  <a:lnTo>
                    <a:pt x="39" y="280"/>
                  </a:lnTo>
                  <a:lnTo>
                    <a:pt x="40" y="311"/>
                  </a:lnTo>
                  <a:lnTo>
                    <a:pt x="41" y="342"/>
                  </a:lnTo>
                  <a:lnTo>
                    <a:pt x="43" y="371"/>
                  </a:lnTo>
                  <a:lnTo>
                    <a:pt x="45" y="400"/>
                  </a:lnTo>
                  <a:lnTo>
                    <a:pt x="49" y="427"/>
                  </a:lnTo>
                  <a:lnTo>
                    <a:pt x="52" y="453"/>
                  </a:lnTo>
                  <a:lnTo>
                    <a:pt x="56" y="479"/>
                  </a:lnTo>
                  <a:lnTo>
                    <a:pt x="61" y="504"/>
                  </a:lnTo>
                  <a:lnTo>
                    <a:pt x="68" y="529"/>
                  </a:lnTo>
                  <a:lnTo>
                    <a:pt x="74" y="552"/>
                  </a:lnTo>
                  <a:lnTo>
                    <a:pt x="80" y="574"/>
                  </a:lnTo>
                  <a:lnTo>
                    <a:pt x="88" y="596"/>
                  </a:lnTo>
                  <a:lnTo>
                    <a:pt x="96" y="618"/>
                  </a:lnTo>
                  <a:lnTo>
                    <a:pt x="105" y="637"/>
                  </a:lnTo>
                  <a:lnTo>
                    <a:pt x="105" y="637"/>
                  </a:lnTo>
                  <a:lnTo>
                    <a:pt x="107" y="642"/>
                  </a:lnTo>
                  <a:lnTo>
                    <a:pt x="107" y="648"/>
                  </a:lnTo>
                  <a:lnTo>
                    <a:pt x="107" y="654"/>
                  </a:lnTo>
                  <a:lnTo>
                    <a:pt x="112" y="658"/>
                  </a:lnTo>
                  <a:lnTo>
                    <a:pt x="112" y="658"/>
                  </a:lnTo>
                  <a:lnTo>
                    <a:pt x="131" y="671"/>
                  </a:lnTo>
                  <a:lnTo>
                    <a:pt x="148" y="686"/>
                  </a:lnTo>
                  <a:lnTo>
                    <a:pt x="165" y="701"/>
                  </a:lnTo>
                  <a:lnTo>
                    <a:pt x="181" y="718"/>
                  </a:lnTo>
                  <a:lnTo>
                    <a:pt x="213" y="751"/>
                  </a:lnTo>
                  <a:lnTo>
                    <a:pt x="243" y="785"/>
                  </a:lnTo>
                  <a:lnTo>
                    <a:pt x="243" y="785"/>
                  </a:lnTo>
                  <a:lnTo>
                    <a:pt x="276" y="822"/>
                  </a:lnTo>
                  <a:lnTo>
                    <a:pt x="294" y="841"/>
                  </a:lnTo>
                  <a:lnTo>
                    <a:pt x="311" y="859"/>
                  </a:lnTo>
                  <a:lnTo>
                    <a:pt x="579" y="1127"/>
                  </a:lnTo>
                  <a:lnTo>
                    <a:pt x="582" y="1128"/>
                  </a:lnTo>
                  <a:lnTo>
                    <a:pt x="582" y="1128"/>
                  </a:lnTo>
                  <a:lnTo>
                    <a:pt x="585" y="1129"/>
                  </a:lnTo>
                  <a:lnTo>
                    <a:pt x="588" y="1131"/>
                  </a:lnTo>
                  <a:lnTo>
                    <a:pt x="588" y="1131"/>
                  </a:lnTo>
                  <a:lnTo>
                    <a:pt x="604" y="1142"/>
                  </a:lnTo>
                  <a:lnTo>
                    <a:pt x="618" y="1152"/>
                  </a:lnTo>
                  <a:lnTo>
                    <a:pt x="633" y="1159"/>
                  </a:lnTo>
                  <a:lnTo>
                    <a:pt x="647" y="1165"/>
                  </a:lnTo>
                  <a:lnTo>
                    <a:pt x="662" y="1170"/>
                  </a:lnTo>
                  <a:lnTo>
                    <a:pt x="677" y="1174"/>
                  </a:lnTo>
                  <a:lnTo>
                    <a:pt x="691" y="1177"/>
                  </a:lnTo>
                  <a:lnTo>
                    <a:pt x="706" y="1177"/>
                  </a:lnTo>
                  <a:lnTo>
                    <a:pt x="706" y="1177"/>
                  </a:lnTo>
                  <a:lnTo>
                    <a:pt x="720" y="1177"/>
                  </a:lnTo>
                  <a:lnTo>
                    <a:pt x="735" y="1174"/>
                  </a:lnTo>
                  <a:lnTo>
                    <a:pt x="750" y="1170"/>
                  </a:lnTo>
                  <a:lnTo>
                    <a:pt x="765" y="1165"/>
                  </a:lnTo>
                  <a:lnTo>
                    <a:pt x="779" y="1159"/>
                  </a:lnTo>
                  <a:lnTo>
                    <a:pt x="794" y="1152"/>
                  </a:lnTo>
                  <a:lnTo>
                    <a:pt x="808" y="1142"/>
                  </a:lnTo>
                  <a:lnTo>
                    <a:pt x="823" y="1131"/>
                  </a:lnTo>
                  <a:lnTo>
                    <a:pt x="823" y="1131"/>
                  </a:lnTo>
                  <a:lnTo>
                    <a:pt x="824" y="1130"/>
                  </a:lnTo>
                  <a:lnTo>
                    <a:pt x="825" y="1130"/>
                  </a:lnTo>
                  <a:lnTo>
                    <a:pt x="826" y="1129"/>
                  </a:lnTo>
                  <a:lnTo>
                    <a:pt x="865" y="1090"/>
                  </a:lnTo>
                  <a:lnTo>
                    <a:pt x="865" y="1090"/>
                  </a:lnTo>
                  <a:lnTo>
                    <a:pt x="934" y="1017"/>
                  </a:lnTo>
                  <a:lnTo>
                    <a:pt x="1002" y="949"/>
                  </a:lnTo>
                  <a:lnTo>
                    <a:pt x="1069" y="883"/>
                  </a:lnTo>
                  <a:lnTo>
                    <a:pt x="1105" y="850"/>
                  </a:lnTo>
                  <a:lnTo>
                    <a:pt x="1140" y="817"/>
                  </a:lnTo>
                  <a:lnTo>
                    <a:pt x="1143" y="815"/>
                  </a:lnTo>
                  <a:lnTo>
                    <a:pt x="1144" y="811"/>
                  </a:lnTo>
                  <a:lnTo>
                    <a:pt x="1144" y="811"/>
                  </a:lnTo>
                  <a:lnTo>
                    <a:pt x="1145" y="807"/>
                  </a:lnTo>
                  <a:lnTo>
                    <a:pt x="1147" y="803"/>
                  </a:lnTo>
                  <a:lnTo>
                    <a:pt x="1147" y="803"/>
                  </a:lnTo>
                  <a:lnTo>
                    <a:pt x="1157" y="786"/>
                  </a:lnTo>
                  <a:lnTo>
                    <a:pt x="1165" y="770"/>
                  </a:lnTo>
                  <a:lnTo>
                    <a:pt x="1173" y="753"/>
                  </a:lnTo>
                  <a:lnTo>
                    <a:pt x="1177" y="736"/>
                  </a:lnTo>
                  <a:lnTo>
                    <a:pt x="1180" y="720"/>
                  </a:lnTo>
                  <a:lnTo>
                    <a:pt x="1182" y="703"/>
                  </a:lnTo>
                  <a:lnTo>
                    <a:pt x="1182" y="688"/>
                  </a:lnTo>
                  <a:lnTo>
                    <a:pt x="1181" y="672"/>
                  </a:lnTo>
                  <a:lnTo>
                    <a:pt x="1179" y="657"/>
                  </a:lnTo>
                  <a:lnTo>
                    <a:pt x="1176" y="642"/>
                  </a:lnTo>
                  <a:lnTo>
                    <a:pt x="1173" y="628"/>
                  </a:lnTo>
                  <a:lnTo>
                    <a:pt x="1169" y="614"/>
                  </a:lnTo>
                  <a:lnTo>
                    <a:pt x="1158" y="588"/>
                  </a:lnTo>
                  <a:lnTo>
                    <a:pt x="1148" y="564"/>
                  </a:lnTo>
                  <a:lnTo>
                    <a:pt x="1146" y="560"/>
                  </a:lnTo>
                  <a:lnTo>
                    <a:pt x="1143" y="558"/>
                  </a:lnTo>
                  <a:lnTo>
                    <a:pt x="1143" y="558"/>
                  </a:lnTo>
                  <a:lnTo>
                    <a:pt x="1140" y="556"/>
                  </a:lnTo>
                  <a:lnTo>
                    <a:pt x="1140" y="556"/>
                  </a:lnTo>
                  <a:lnTo>
                    <a:pt x="1089" y="514"/>
                  </a:lnTo>
                  <a:lnTo>
                    <a:pt x="1039" y="471"/>
                  </a:lnTo>
                  <a:lnTo>
                    <a:pt x="991" y="427"/>
                  </a:lnTo>
                  <a:lnTo>
                    <a:pt x="942" y="381"/>
                  </a:lnTo>
                  <a:lnTo>
                    <a:pt x="894" y="335"/>
                  </a:lnTo>
                  <a:lnTo>
                    <a:pt x="846" y="289"/>
                  </a:lnTo>
                  <a:lnTo>
                    <a:pt x="752" y="196"/>
                  </a:lnTo>
                  <a:lnTo>
                    <a:pt x="752" y="196"/>
                  </a:lnTo>
                  <a:lnTo>
                    <a:pt x="629" y="75"/>
                  </a:lnTo>
                  <a:lnTo>
                    <a:pt x="627" y="72"/>
                  </a:lnTo>
                  <a:lnTo>
                    <a:pt x="623" y="72"/>
                  </a:lnTo>
                  <a:lnTo>
                    <a:pt x="622" y="71"/>
                  </a:lnTo>
                  <a:lnTo>
                    <a:pt x="622" y="71"/>
                  </a:lnTo>
                  <a:lnTo>
                    <a:pt x="590" y="64"/>
                  </a:lnTo>
                  <a:lnTo>
                    <a:pt x="558" y="57"/>
                  </a:lnTo>
                  <a:lnTo>
                    <a:pt x="525" y="52"/>
                  </a:lnTo>
                  <a:lnTo>
                    <a:pt x="491" y="46"/>
                  </a:lnTo>
                  <a:lnTo>
                    <a:pt x="455" y="43"/>
                  </a:lnTo>
                  <a:lnTo>
                    <a:pt x="417" y="40"/>
                  </a:lnTo>
                  <a:lnTo>
                    <a:pt x="377" y="39"/>
                  </a:lnTo>
                  <a:lnTo>
                    <a:pt x="336" y="38"/>
                  </a:lnTo>
                  <a:lnTo>
                    <a:pt x="336" y="38"/>
                  </a:lnTo>
                  <a:lnTo>
                    <a:pt x="291" y="39"/>
                  </a:lnTo>
                  <a:lnTo>
                    <a:pt x="241" y="40"/>
                  </a:lnTo>
                  <a:lnTo>
                    <a:pt x="236" y="40"/>
                  </a:lnTo>
                  <a:lnTo>
                    <a:pt x="232" y="42"/>
                  </a:lnTo>
                  <a:lnTo>
                    <a:pt x="232" y="42"/>
                  </a:lnTo>
                  <a:lnTo>
                    <a:pt x="231" y="43"/>
                  </a:lnTo>
                  <a:lnTo>
                    <a:pt x="231" y="43"/>
                  </a:lnTo>
                  <a:close/>
                </a:path>
              </a:pathLst>
            </a:custGeom>
            <a:grpFill/>
            <a:ln>
              <a:solidFill>
                <a:schemeClr val="accent1">
                  <a:lumMod val="75000"/>
                  <a:alpha val="0"/>
                </a:schemeClr>
              </a:solidFill>
            </a:ln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311" name="Freeform 927"/>
            <p:cNvSpPr>
              <a:spLocks noEditPoints="1"/>
            </p:cNvSpPr>
            <p:nvPr>
              <p:custDataLst>
                <p:tags r:id="rId27"/>
              </p:custDataLst>
            </p:nvPr>
          </p:nvSpPr>
          <p:spPr bwMode="auto">
            <a:xfrm>
              <a:off x="3424238" y="1154113"/>
              <a:ext cx="557213" cy="225425"/>
            </a:xfrm>
            <a:custGeom>
              <a:avLst/>
              <a:gdLst/>
              <a:ahLst/>
              <a:cxnLst>
                <a:cxn ang="0">
                  <a:pos x="77" y="421"/>
                </a:cxn>
                <a:cxn ang="0">
                  <a:pos x="65" y="420"/>
                </a:cxn>
                <a:cxn ang="0">
                  <a:pos x="28" y="385"/>
                </a:cxn>
                <a:cxn ang="0">
                  <a:pos x="2" y="324"/>
                </a:cxn>
                <a:cxn ang="0">
                  <a:pos x="1" y="253"/>
                </a:cxn>
                <a:cxn ang="0">
                  <a:pos x="3" y="188"/>
                </a:cxn>
                <a:cxn ang="0">
                  <a:pos x="40" y="100"/>
                </a:cxn>
                <a:cxn ang="0">
                  <a:pos x="87" y="65"/>
                </a:cxn>
                <a:cxn ang="0">
                  <a:pos x="160" y="37"/>
                </a:cxn>
                <a:cxn ang="0">
                  <a:pos x="250" y="24"/>
                </a:cxn>
                <a:cxn ang="0">
                  <a:pos x="311" y="37"/>
                </a:cxn>
                <a:cxn ang="0">
                  <a:pos x="412" y="72"/>
                </a:cxn>
                <a:cxn ang="0">
                  <a:pos x="529" y="127"/>
                </a:cxn>
                <a:cxn ang="0">
                  <a:pos x="587" y="70"/>
                </a:cxn>
                <a:cxn ang="0">
                  <a:pos x="661" y="29"/>
                </a:cxn>
                <a:cxn ang="0">
                  <a:pos x="790" y="1"/>
                </a:cxn>
                <a:cxn ang="0">
                  <a:pos x="894" y="10"/>
                </a:cxn>
                <a:cxn ang="0">
                  <a:pos x="971" y="35"/>
                </a:cxn>
                <a:cxn ang="0">
                  <a:pos x="1030" y="87"/>
                </a:cxn>
                <a:cxn ang="0">
                  <a:pos x="1052" y="163"/>
                </a:cxn>
                <a:cxn ang="0">
                  <a:pos x="1025" y="252"/>
                </a:cxn>
                <a:cxn ang="0">
                  <a:pos x="951" y="306"/>
                </a:cxn>
                <a:cxn ang="0">
                  <a:pos x="871" y="326"/>
                </a:cxn>
                <a:cxn ang="0">
                  <a:pos x="769" y="315"/>
                </a:cxn>
                <a:cxn ang="0">
                  <a:pos x="623" y="246"/>
                </a:cxn>
                <a:cxn ang="0">
                  <a:pos x="524" y="190"/>
                </a:cxn>
                <a:cxn ang="0">
                  <a:pos x="479" y="259"/>
                </a:cxn>
                <a:cxn ang="0">
                  <a:pos x="458" y="261"/>
                </a:cxn>
                <a:cxn ang="0">
                  <a:pos x="451" y="244"/>
                </a:cxn>
                <a:cxn ang="0">
                  <a:pos x="504" y="162"/>
                </a:cxn>
                <a:cxn ang="0">
                  <a:pos x="394" y="95"/>
                </a:cxn>
                <a:cxn ang="0">
                  <a:pos x="310" y="68"/>
                </a:cxn>
                <a:cxn ang="0">
                  <a:pos x="213" y="57"/>
                </a:cxn>
                <a:cxn ang="0">
                  <a:pos x="142" y="76"/>
                </a:cxn>
                <a:cxn ang="0">
                  <a:pos x="89" y="99"/>
                </a:cxn>
                <a:cxn ang="0">
                  <a:pos x="47" y="159"/>
                </a:cxn>
                <a:cxn ang="0">
                  <a:pos x="30" y="231"/>
                </a:cxn>
                <a:cxn ang="0">
                  <a:pos x="41" y="335"/>
                </a:cxn>
                <a:cxn ang="0">
                  <a:pos x="65" y="372"/>
                </a:cxn>
                <a:cxn ang="0">
                  <a:pos x="101" y="397"/>
                </a:cxn>
                <a:cxn ang="0">
                  <a:pos x="117" y="394"/>
                </a:cxn>
                <a:cxn ang="0">
                  <a:pos x="127" y="410"/>
                </a:cxn>
                <a:cxn ang="0">
                  <a:pos x="112" y="425"/>
                </a:cxn>
                <a:cxn ang="0">
                  <a:pos x="819" y="29"/>
                </a:cxn>
                <a:cxn ang="0">
                  <a:pos x="736" y="41"/>
                </a:cxn>
                <a:cxn ang="0">
                  <a:pos x="628" y="80"/>
                </a:cxn>
                <a:cxn ang="0">
                  <a:pos x="550" y="152"/>
                </a:cxn>
                <a:cxn ang="0">
                  <a:pos x="632" y="213"/>
                </a:cxn>
                <a:cxn ang="0">
                  <a:pos x="723" y="264"/>
                </a:cxn>
                <a:cxn ang="0">
                  <a:pos x="808" y="289"/>
                </a:cxn>
                <a:cxn ang="0">
                  <a:pos x="922" y="285"/>
                </a:cxn>
                <a:cxn ang="0">
                  <a:pos x="994" y="243"/>
                </a:cxn>
                <a:cxn ang="0">
                  <a:pos x="1021" y="169"/>
                </a:cxn>
                <a:cxn ang="0">
                  <a:pos x="1014" y="119"/>
                </a:cxn>
                <a:cxn ang="0">
                  <a:pos x="991" y="91"/>
                </a:cxn>
                <a:cxn ang="0">
                  <a:pos x="938" y="55"/>
                </a:cxn>
                <a:cxn ang="0">
                  <a:pos x="849" y="32"/>
                </a:cxn>
              </a:cxnLst>
              <a:rect l="0" t="0" r="r" b="b"/>
              <a:pathLst>
                <a:path w="1052" h="426">
                  <a:moveTo>
                    <a:pt x="96" y="426"/>
                  </a:moveTo>
                  <a:lnTo>
                    <a:pt x="96" y="426"/>
                  </a:lnTo>
                  <a:lnTo>
                    <a:pt x="90" y="425"/>
                  </a:lnTo>
                  <a:lnTo>
                    <a:pt x="85" y="425"/>
                  </a:lnTo>
                  <a:lnTo>
                    <a:pt x="80" y="423"/>
                  </a:lnTo>
                  <a:lnTo>
                    <a:pt x="77" y="421"/>
                  </a:lnTo>
                  <a:lnTo>
                    <a:pt x="74" y="418"/>
                  </a:lnTo>
                  <a:lnTo>
                    <a:pt x="68" y="423"/>
                  </a:lnTo>
                  <a:lnTo>
                    <a:pt x="68" y="421"/>
                  </a:lnTo>
                  <a:lnTo>
                    <a:pt x="68" y="421"/>
                  </a:lnTo>
                  <a:lnTo>
                    <a:pt x="65" y="420"/>
                  </a:lnTo>
                  <a:lnTo>
                    <a:pt x="65" y="420"/>
                  </a:lnTo>
                  <a:lnTo>
                    <a:pt x="59" y="417"/>
                  </a:lnTo>
                  <a:lnTo>
                    <a:pt x="53" y="413"/>
                  </a:lnTo>
                  <a:lnTo>
                    <a:pt x="53" y="413"/>
                  </a:lnTo>
                  <a:lnTo>
                    <a:pt x="44" y="405"/>
                  </a:lnTo>
                  <a:lnTo>
                    <a:pt x="36" y="396"/>
                  </a:lnTo>
                  <a:lnTo>
                    <a:pt x="28" y="385"/>
                  </a:lnTo>
                  <a:lnTo>
                    <a:pt x="21" y="373"/>
                  </a:lnTo>
                  <a:lnTo>
                    <a:pt x="14" y="361"/>
                  </a:lnTo>
                  <a:lnTo>
                    <a:pt x="9" y="349"/>
                  </a:lnTo>
                  <a:lnTo>
                    <a:pt x="5" y="336"/>
                  </a:lnTo>
                  <a:lnTo>
                    <a:pt x="2" y="324"/>
                  </a:lnTo>
                  <a:lnTo>
                    <a:pt x="2" y="324"/>
                  </a:lnTo>
                  <a:lnTo>
                    <a:pt x="0" y="313"/>
                  </a:lnTo>
                  <a:lnTo>
                    <a:pt x="0" y="300"/>
                  </a:lnTo>
                  <a:lnTo>
                    <a:pt x="0" y="275"/>
                  </a:lnTo>
                  <a:lnTo>
                    <a:pt x="0" y="275"/>
                  </a:lnTo>
                  <a:lnTo>
                    <a:pt x="1" y="253"/>
                  </a:lnTo>
                  <a:lnTo>
                    <a:pt x="1" y="253"/>
                  </a:lnTo>
                  <a:lnTo>
                    <a:pt x="1" y="234"/>
                  </a:lnTo>
                  <a:lnTo>
                    <a:pt x="1" y="234"/>
                  </a:lnTo>
                  <a:lnTo>
                    <a:pt x="0" y="210"/>
                  </a:lnTo>
                  <a:lnTo>
                    <a:pt x="1" y="198"/>
                  </a:lnTo>
                  <a:lnTo>
                    <a:pt x="3" y="188"/>
                  </a:lnTo>
                  <a:lnTo>
                    <a:pt x="3" y="188"/>
                  </a:lnTo>
                  <a:lnTo>
                    <a:pt x="8" y="166"/>
                  </a:lnTo>
                  <a:lnTo>
                    <a:pt x="13" y="153"/>
                  </a:lnTo>
                  <a:lnTo>
                    <a:pt x="18" y="139"/>
                  </a:lnTo>
                  <a:lnTo>
                    <a:pt x="25" y="126"/>
                  </a:lnTo>
                  <a:lnTo>
                    <a:pt x="32" y="112"/>
                  </a:lnTo>
                  <a:lnTo>
                    <a:pt x="40" y="100"/>
                  </a:lnTo>
                  <a:lnTo>
                    <a:pt x="44" y="95"/>
                  </a:lnTo>
                  <a:lnTo>
                    <a:pt x="49" y="89"/>
                  </a:lnTo>
                  <a:lnTo>
                    <a:pt x="49" y="89"/>
                  </a:lnTo>
                  <a:lnTo>
                    <a:pt x="62" y="80"/>
                  </a:lnTo>
                  <a:lnTo>
                    <a:pt x="73" y="72"/>
                  </a:lnTo>
                  <a:lnTo>
                    <a:pt x="87" y="65"/>
                  </a:lnTo>
                  <a:lnTo>
                    <a:pt x="100" y="58"/>
                  </a:lnTo>
                  <a:lnTo>
                    <a:pt x="114" y="53"/>
                  </a:lnTo>
                  <a:lnTo>
                    <a:pt x="127" y="47"/>
                  </a:lnTo>
                  <a:lnTo>
                    <a:pt x="156" y="38"/>
                  </a:lnTo>
                  <a:lnTo>
                    <a:pt x="160" y="37"/>
                  </a:lnTo>
                  <a:lnTo>
                    <a:pt x="160" y="37"/>
                  </a:lnTo>
                  <a:lnTo>
                    <a:pt x="180" y="31"/>
                  </a:lnTo>
                  <a:lnTo>
                    <a:pt x="198" y="27"/>
                  </a:lnTo>
                  <a:lnTo>
                    <a:pt x="218" y="24"/>
                  </a:lnTo>
                  <a:lnTo>
                    <a:pt x="236" y="24"/>
                  </a:lnTo>
                  <a:lnTo>
                    <a:pt x="236" y="24"/>
                  </a:lnTo>
                  <a:lnTo>
                    <a:pt x="250" y="24"/>
                  </a:lnTo>
                  <a:lnTo>
                    <a:pt x="262" y="25"/>
                  </a:lnTo>
                  <a:lnTo>
                    <a:pt x="275" y="27"/>
                  </a:lnTo>
                  <a:lnTo>
                    <a:pt x="287" y="31"/>
                  </a:lnTo>
                  <a:lnTo>
                    <a:pt x="287" y="31"/>
                  </a:lnTo>
                  <a:lnTo>
                    <a:pt x="309" y="36"/>
                  </a:lnTo>
                  <a:lnTo>
                    <a:pt x="311" y="37"/>
                  </a:lnTo>
                  <a:lnTo>
                    <a:pt x="311" y="37"/>
                  </a:lnTo>
                  <a:lnTo>
                    <a:pt x="338" y="44"/>
                  </a:lnTo>
                  <a:lnTo>
                    <a:pt x="362" y="51"/>
                  </a:lnTo>
                  <a:lnTo>
                    <a:pt x="387" y="60"/>
                  </a:lnTo>
                  <a:lnTo>
                    <a:pt x="400" y="66"/>
                  </a:lnTo>
                  <a:lnTo>
                    <a:pt x="412" y="72"/>
                  </a:lnTo>
                  <a:lnTo>
                    <a:pt x="412" y="72"/>
                  </a:lnTo>
                  <a:lnTo>
                    <a:pt x="438" y="85"/>
                  </a:lnTo>
                  <a:lnTo>
                    <a:pt x="464" y="100"/>
                  </a:lnTo>
                  <a:lnTo>
                    <a:pt x="513" y="130"/>
                  </a:lnTo>
                  <a:lnTo>
                    <a:pt x="523" y="136"/>
                  </a:lnTo>
                  <a:lnTo>
                    <a:pt x="529" y="127"/>
                  </a:lnTo>
                  <a:lnTo>
                    <a:pt x="529" y="127"/>
                  </a:lnTo>
                  <a:lnTo>
                    <a:pt x="540" y="113"/>
                  </a:lnTo>
                  <a:lnTo>
                    <a:pt x="551" y="101"/>
                  </a:lnTo>
                  <a:lnTo>
                    <a:pt x="563" y="89"/>
                  </a:lnTo>
                  <a:lnTo>
                    <a:pt x="574" y="79"/>
                  </a:lnTo>
                  <a:lnTo>
                    <a:pt x="587" y="70"/>
                  </a:lnTo>
                  <a:lnTo>
                    <a:pt x="599" y="60"/>
                  </a:lnTo>
                  <a:lnTo>
                    <a:pt x="611" y="52"/>
                  </a:lnTo>
                  <a:lnTo>
                    <a:pt x="625" y="45"/>
                  </a:lnTo>
                  <a:lnTo>
                    <a:pt x="625" y="45"/>
                  </a:lnTo>
                  <a:lnTo>
                    <a:pt x="642" y="37"/>
                  </a:lnTo>
                  <a:lnTo>
                    <a:pt x="661" y="29"/>
                  </a:lnTo>
                  <a:lnTo>
                    <a:pt x="680" y="23"/>
                  </a:lnTo>
                  <a:lnTo>
                    <a:pt x="698" y="18"/>
                  </a:lnTo>
                  <a:lnTo>
                    <a:pt x="734" y="10"/>
                  </a:lnTo>
                  <a:lnTo>
                    <a:pt x="767" y="4"/>
                  </a:lnTo>
                  <a:lnTo>
                    <a:pt x="767" y="4"/>
                  </a:lnTo>
                  <a:lnTo>
                    <a:pt x="790" y="1"/>
                  </a:lnTo>
                  <a:lnTo>
                    <a:pt x="813" y="0"/>
                  </a:lnTo>
                  <a:lnTo>
                    <a:pt x="813" y="0"/>
                  </a:lnTo>
                  <a:lnTo>
                    <a:pt x="826" y="0"/>
                  </a:lnTo>
                  <a:lnTo>
                    <a:pt x="841" y="1"/>
                  </a:lnTo>
                  <a:lnTo>
                    <a:pt x="868" y="5"/>
                  </a:lnTo>
                  <a:lnTo>
                    <a:pt x="894" y="10"/>
                  </a:lnTo>
                  <a:lnTo>
                    <a:pt x="922" y="16"/>
                  </a:lnTo>
                  <a:lnTo>
                    <a:pt x="922" y="16"/>
                  </a:lnTo>
                  <a:lnTo>
                    <a:pt x="935" y="19"/>
                  </a:lnTo>
                  <a:lnTo>
                    <a:pt x="947" y="23"/>
                  </a:lnTo>
                  <a:lnTo>
                    <a:pt x="959" y="28"/>
                  </a:lnTo>
                  <a:lnTo>
                    <a:pt x="971" y="35"/>
                  </a:lnTo>
                  <a:lnTo>
                    <a:pt x="982" y="42"/>
                  </a:lnTo>
                  <a:lnTo>
                    <a:pt x="994" y="49"/>
                  </a:lnTo>
                  <a:lnTo>
                    <a:pt x="1004" y="57"/>
                  </a:lnTo>
                  <a:lnTo>
                    <a:pt x="1013" y="67"/>
                  </a:lnTo>
                  <a:lnTo>
                    <a:pt x="1022" y="77"/>
                  </a:lnTo>
                  <a:lnTo>
                    <a:pt x="1030" y="87"/>
                  </a:lnTo>
                  <a:lnTo>
                    <a:pt x="1037" y="99"/>
                  </a:lnTo>
                  <a:lnTo>
                    <a:pt x="1043" y="110"/>
                  </a:lnTo>
                  <a:lnTo>
                    <a:pt x="1047" y="122"/>
                  </a:lnTo>
                  <a:lnTo>
                    <a:pt x="1050" y="135"/>
                  </a:lnTo>
                  <a:lnTo>
                    <a:pt x="1052" y="148"/>
                  </a:lnTo>
                  <a:lnTo>
                    <a:pt x="1052" y="163"/>
                  </a:lnTo>
                  <a:lnTo>
                    <a:pt x="1052" y="163"/>
                  </a:lnTo>
                  <a:lnTo>
                    <a:pt x="1050" y="183"/>
                  </a:lnTo>
                  <a:lnTo>
                    <a:pt x="1047" y="203"/>
                  </a:lnTo>
                  <a:lnTo>
                    <a:pt x="1041" y="221"/>
                  </a:lnTo>
                  <a:lnTo>
                    <a:pt x="1034" y="237"/>
                  </a:lnTo>
                  <a:lnTo>
                    <a:pt x="1025" y="252"/>
                  </a:lnTo>
                  <a:lnTo>
                    <a:pt x="1014" y="264"/>
                  </a:lnTo>
                  <a:lnTo>
                    <a:pt x="1003" y="275"/>
                  </a:lnTo>
                  <a:lnTo>
                    <a:pt x="991" y="285"/>
                  </a:lnTo>
                  <a:lnTo>
                    <a:pt x="978" y="293"/>
                  </a:lnTo>
                  <a:lnTo>
                    <a:pt x="965" y="300"/>
                  </a:lnTo>
                  <a:lnTo>
                    <a:pt x="951" y="306"/>
                  </a:lnTo>
                  <a:lnTo>
                    <a:pt x="938" y="311"/>
                  </a:lnTo>
                  <a:lnTo>
                    <a:pt x="924" y="316"/>
                  </a:lnTo>
                  <a:lnTo>
                    <a:pt x="912" y="320"/>
                  </a:lnTo>
                  <a:lnTo>
                    <a:pt x="887" y="324"/>
                  </a:lnTo>
                  <a:lnTo>
                    <a:pt x="887" y="324"/>
                  </a:lnTo>
                  <a:lnTo>
                    <a:pt x="871" y="326"/>
                  </a:lnTo>
                  <a:lnTo>
                    <a:pt x="854" y="327"/>
                  </a:lnTo>
                  <a:lnTo>
                    <a:pt x="854" y="327"/>
                  </a:lnTo>
                  <a:lnTo>
                    <a:pt x="841" y="326"/>
                  </a:lnTo>
                  <a:lnTo>
                    <a:pt x="827" y="325"/>
                  </a:lnTo>
                  <a:lnTo>
                    <a:pt x="799" y="321"/>
                  </a:lnTo>
                  <a:lnTo>
                    <a:pt x="769" y="315"/>
                  </a:lnTo>
                  <a:lnTo>
                    <a:pt x="740" y="305"/>
                  </a:lnTo>
                  <a:lnTo>
                    <a:pt x="711" y="294"/>
                  </a:lnTo>
                  <a:lnTo>
                    <a:pt x="681" y="281"/>
                  </a:lnTo>
                  <a:lnTo>
                    <a:pt x="652" y="265"/>
                  </a:lnTo>
                  <a:lnTo>
                    <a:pt x="623" y="246"/>
                  </a:lnTo>
                  <a:lnTo>
                    <a:pt x="623" y="246"/>
                  </a:lnTo>
                  <a:lnTo>
                    <a:pt x="597" y="229"/>
                  </a:lnTo>
                  <a:lnTo>
                    <a:pt x="571" y="209"/>
                  </a:lnTo>
                  <a:lnTo>
                    <a:pt x="571" y="209"/>
                  </a:lnTo>
                  <a:lnTo>
                    <a:pt x="541" y="187"/>
                  </a:lnTo>
                  <a:lnTo>
                    <a:pt x="531" y="179"/>
                  </a:lnTo>
                  <a:lnTo>
                    <a:pt x="524" y="190"/>
                  </a:lnTo>
                  <a:lnTo>
                    <a:pt x="524" y="190"/>
                  </a:lnTo>
                  <a:lnTo>
                    <a:pt x="500" y="227"/>
                  </a:lnTo>
                  <a:lnTo>
                    <a:pt x="500" y="227"/>
                  </a:lnTo>
                  <a:lnTo>
                    <a:pt x="482" y="256"/>
                  </a:lnTo>
                  <a:lnTo>
                    <a:pt x="482" y="256"/>
                  </a:lnTo>
                  <a:lnTo>
                    <a:pt x="479" y="259"/>
                  </a:lnTo>
                  <a:lnTo>
                    <a:pt x="476" y="262"/>
                  </a:lnTo>
                  <a:lnTo>
                    <a:pt x="473" y="263"/>
                  </a:lnTo>
                  <a:lnTo>
                    <a:pt x="469" y="263"/>
                  </a:lnTo>
                  <a:lnTo>
                    <a:pt x="469" y="263"/>
                  </a:lnTo>
                  <a:lnTo>
                    <a:pt x="464" y="263"/>
                  </a:lnTo>
                  <a:lnTo>
                    <a:pt x="458" y="261"/>
                  </a:lnTo>
                  <a:lnTo>
                    <a:pt x="455" y="258"/>
                  </a:lnTo>
                  <a:lnTo>
                    <a:pt x="452" y="254"/>
                  </a:lnTo>
                  <a:lnTo>
                    <a:pt x="452" y="254"/>
                  </a:lnTo>
                  <a:lnTo>
                    <a:pt x="451" y="251"/>
                  </a:lnTo>
                  <a:lnTo>
                    <a:pt x="450" y="247"/>
                  </a:lnTo>
                  <a:lnTo>
                    <a:pt x="451" y="244"/>
                  </a:lnTo>
                  <a:lnTo>
                    <a:pt x="453" y="240"/>
                  </a:lnTo>
                  <a:lnTo>
                    <a:pt x="453" y="240"/>
                  </a:lnTo>
                  <a:lnTo>
                    <a:pt x="474" y="208"/>
                  </a:lnTo>
                  <a:lnTo>
                    <a:pt x="474" y="208"/>
                  </a:lnTo>
                  <a:lnTo>
                    <a:pt x="498" y="172"/>
                  </a:lnTo>
                  <a:lnTo>
                    <a:pt x="504" y="162"/>
                  </a:lnTo>
                  <a:lnTo>
                    <a:pt x="477" y="144"/>
                  </a:lnTo>
                  <a:lnTo>
                    <a:pt x="477" y="144"/>
                  </a:lnTo>
                  <a:lnTo>
                    <a:pt x="445" y="123"/>
                  </a:lnTo>
                  <a:lnTo>
                    <a:pt x="429" y="113"/>
                  </a:lnTo>
                  <a:lnTo>
                    <a:pt x="412" y="104"/>
                  </a:lnTo>
                  <a:lnTo>
                    <a:pt x="394" y="95"/>
                  </a:lnTo>
                  <a:lnTo>
                    <a:pt x="377" y="86"/>
                  </a:lnTo>
                  <a:lnTo>
                    <a:pt x="359" y="80"/>
                  </a:lnTo>
                  <a:lnTo>
                    <a:pt x="343" y="75"/>
                  </a:lnTo>
                  <a:lnTo>
                    <a:pt x="335" y="74"/>
                  </a:lnTo>
                  <a:lnTo>
                    <a:pt x="335" y="74"/>
                  </a:lnTo>
                  <a:lnTo>
                    <a:pt x="310" y="68"/>
                  </a:lnTo>
                  <a:lnTo>
                    <a:pt x="284" y="63"/>
                  </a:lnTo>
                  <a:lnTo>
                    <a:pt x="256" y="58"/>
                  </a:lnTo>
                  <a:lnTo>
                    <a:pt x="243" y="57"/>
                  </a:lnTo>
                  <a:lnTo>
                    <a:pt x="229" y="57"/>
                  </a:lnTo>
                  <a:lnTo>
                    <a:pt x="229" y="57"/>
                  </a:lnTo>
                  <a:lnTo>
                    <a:pt x="213" y="57"/>
                  </a:lnTo>
                  <a:lnTo>
                    <a:pt x="196" y="59"/>
                  </a:lnTo>
                  <a:lnTo>
                    <a:pt x="182" y="64"/>
                  </a:lnTo>
                  <a:lnTo>
                    <a:pt x="167" y="68"/>
                  </a:lnTo>
                  <a:lnTo>
                    <a:pt x="167" y="68"/>
                  </a:lnTo>
                  <a:lnTo>
                    <a:pt x="156" y="72"/>
                  </a:lnTo>
                  <a:lnTo>
                    <a:pt x="142" y="76"/>
                  </a:lnTo>
                  <a:lnTo>
                    <a:pt x="142" y="76"/>
                  </a:lnTo>
                  <a:lnTo>
                    <a:pt x="128" y="81"/>
                  </a:lnTo>
                  <a:lnTo>
                    <a:pt x="115" y="86"/>
                  </a:lnTo>
                  <a:lnTo>
                    <a:pt x="101" y="91"/>
                  </a:lnTo>
                  <a:lnTo>
                    <a:pt x="89" y="99"/>
                  </a:lnTo>
                  <a:lnTo>
                    <a:pt x="89" y="99"/>
                  </a:lnTo>
                  <a:lnTo>
                    <a:pt x="81" y="106"/>
                  </a:lnTo>
                  <a:lnTo>
                    <a:pt x="74" y="112"/>
                  </a:lnTo>
                  <a:lnTo>
                    <a:pt x="68" y="119"/>
                  </a:lnTo>
                  <a:lnTo>
                    <a:pt x="63" y="127"/>
                  </a:lnTo>
                  <a:lnTo>
                    <a:pt x="55" y="143"/>
                  </a:lnTo>
                  <a:lnTo>
                    <a:pt x="47" y="159"/>
                  </a:lnTo>
                  <a:lnTo>
                    <a:pt x="44" y="166"/>
                  </a:lnTo>
                  <a:lnTo>
                    <a:pt x="44" y="166"/>
                  </a:lnTo>
                  <a:lnTo>
                    <a:pt x="40" y="175"/>
                  </a:lnTo>
                  <a:lnTo>
                    <a:pt x="37" y="184"/>
                  </a:lnTo>
                  <a:lnTo>
                    <a:pt x="33" y="207"/>
                  </a:lnTo>
                  <a:lnTo>
                    <a:pt x="30" y="231"/>
                  </a:lnTo>
                  <a:lnTo>
                    <a:pt x="29" y="256"/>
                  </a:lnTo>
                  <a:lnTo>
                    <a:pt x="30" y="281"/>
                  </a:lnTo>
                  <a:lnTo>
                    <a:pt x="33" y="304"/>
                  </a:lnTo>
                  <a:lnTo>
                    <a:pt x="35" y="316"/>
                  </a:lnTo>
                  <a:lnTo>
                    <a:pt x="38" y="326"/>
                  </a:lnTo>
                  <a:lnTo>
                    <a:pt x="41" y="335"/>
                  </a:lnTo>
                  <a:lnTo>
                    <a:pt x="45" y="344"/>
                  </a:lnTo>
                  <a:lnTo>
                    <a:pt x="45" y="344"/>
                  </a:lnTo>
                  <a:lnTo>
                    <a:pt x="49" y="353"/>
                  </a:lnTo>
                  <a:lnTo>
                    <a:pt x="55" y="360"/>
                  </a:lnTo>
                  <a:lnTo>
                    <a:pt x="60" y="366"/>
                  </a:lnTo>
                  <a:lnTo>
                    <a:pt x="65" y="372"/>
                  </a:lnTo>
                  <a:lnTo>
                    <a:pt x="71" y="378"/>
                  </a:lnTo>
                  <a:lnTo>
                    <a:pt x="77" y="382"/>
                  </a:lnTo>
                  <a:lnTo>
                    <a:pt x="92" y="391"/>
                  </a:lnTo>
                  <a:lnTo>
                    <a:pt x="92" y="391"/>
                  </a:lnTo>
                  <a:lnTo>
                    <a:pt x="97" y="394"/>
                  </a:lnTo>
                  <a:lnTo>
                    <a:pt x="101" y="397"/>
                  </a:lnTo>
                  <a:lnTo>
                    <a:pt x="108" y="390"/>
                  </a:lnTo>
                  <a:lnTo>
                    <a:pt x="109" y="393"/>
                  </a:lnTo>
                  <a:lnTo>
                    <a:pt x="109" y="393"/>
                  </a:lnTo>
                  <a:lnTo>
                    <a:pt x="112" y="393"/>
                  </a:lnTo>
                  <a:lnTo>
                    <a:pt x="112" y="393"/>
                  </a:lnTo>
                  <a:lnTo>
                    <a:pt x="117" y="394"/>
                  </a:lnTo>
                  <a:lnTo>
                    <a:pt x="121" y="395"/>
                  </a:lnTo>
                  <a:lnTo>
                    <a:pt x="123" y="397"/>
                  </a:lnTo>
                  <a:lnTo>
                    <a:pt x="125" y="400"/>
                  </a:lnTo>
                  <a:lnTo>
                    <a:pt x="127" y="405"/>
                  </a:lnTo>
                  <a:lnTo>
                    <a:pt x="127" y="410"/>
                  </a:lnTo>
                  <a:lnTo>
                    <a:pt x="127" y="410"/>
                  </a:lnTo>
                  <a:lnTo>
                    <a:pt x="127" y="413"/>
                  </a:lnTo>
                  <a:lnTo>
                    <a:pt x="125" y="419"/>
                  </a:lnTo>
                  <a:lnTo>
                    <a:pt x="123" y="421"/>
                  </a:lnTo>
                  <a:lnTo>
                    <a:pt x="121" y="423"/>
                  </a:lnTo>
                  <a:lnTo>
                    <a:pt x="117" y="425"/>
                  </a:lnTo>
                  <a:lnTo>
                    <a:pt x="112" y="425"/>
                  </a:lnTo>
                  <a:lnTo>
                    <a:pt x="112" y="425"/>
                  </a:lnTo>
                  <a:lnTo>
                    <a:pt x="103" y="426"/>
                  </a:lnTo>
                  <a:lnTo>
                    <a:pt x="103" y="426"/>
                  </a:lnTo>
                  <a:lnTo>
                    <a:pt x="96" y="426"/>
                  </a:lnTo>
                  <a:lnTo>
                    <a:pt x="96" y="426"/>
                  </a:lnTo>
                  <a:close/>
                  <a:moveTo>
                    <a:pt x="819" y="29"/>
                  </a:moveTo>
                  <a:lnTo>
                    <a:pt x="819" y="29"/>
                  </a:lnTo>
                  <a:lnTo>
                    <a:pt x="805" y="31"/>
                  </a:lnTo>
                  <a:lnTo>
                    <a:pt x="788" y="32"/>
                  </a:lnTo>
                  <a:lnTo>
                    <a:pt x="771" y="34"/>
                  </a:lnTo>
                  <a:lnTo>
                    <a:pt x="754" y="37"/>
                  </a:lnTo>
                  <a:lnTo>
                    <a:pt x="736" y="41"/>
                  </a:lnTo>
                  <a:lnTo>
                    <a:pt x="717" y="46"/>
                  </a:lnTo>
                  <a:lnTo>
                    <a:pt x="675" y="58"/>
                  </a:lnTo>
                  <a:lnTo>
                    <a:pt x="675" y="58"/>
                  </a:lnTo>
                  <a:lnTo>
                    <a:pt x="659" y="65"/>
                  </a:lnTo>
                  <a:lnTo>
                    <a:pt x="643" y="72"/>
                  </a:lnTo>
                  <a:lnTo>
                    <a:pt x="628" y="80"/>
                  </a:lnTo>
                  <a:lnTo>
                    <a:pt x="613" y="90"/>
                  </a:lnTo>
                  <a:lnTo>
                    <a:pt x="599" y="101"/>
                  </a:lnTo>
                  <a:lnTo>
                    <a:pt x="586" y="113"/>
                  </a:lnTo>
                  <a:lnTo>
                    <a:pt x="572" y="127"/>
                  </a:lnTo>
                  <a:lnTo>
                    <a:pt x="559" y="142"/>
                  </a:lnTo>
                  <a:lnTo>
                    <a:pt x="550" y="152"/>
                  </a:lnTo>
                  <a:lnTo>
                    <a:pt x="562" y="160"/>
                  </a:lnTo>
                  <a:lnTo>
                    <a:pt x="562" y="160"/>
                  </a:lnTo>
                  <a:lnTo>
                    <a:pt x="582" y="174"/>
                  </a:lnTo>
                  <a:lnTo>
                    <a:pt x="602" y="190"/>
                  </a:lnTo>
                  <a:lnTo>
                    <a:pt x="602" y="190"/>
                  </a:lnTo>
                  <a:lnTo>
                    <a:pt x="632" y="213"/>
                  </a:lnTo>
                  <a:lnTo>
                    <a:pt x="648" y="224"/>
                  </a:lnTo>
                  <a:lnTo>
                    <a:pt x="664" y="234"/>
                  </a:lnTo>
                  <a:lnTo>
                    <a:pt x="664" y="234"/>
                  </a:lnTo>
                  <a:lnTo>
                    <a:pt x="688" y="246"/>
                  </a:lnTo>
                  <a:lnTo>
                    <a:pt x="704" y="255"/>
                  </a:lnTo>
                  <a:lnTo>
                    <a:pt x="723" y="264"/>
                  </a:lnTo>
                  <a:lnTo>
                    <a:pt x="744" y="272"/>
                  </a:lnTo>
                  <a:lnTo>
                    <a:pt x="765" y="279"/>
                  </a:lnTo>
                  <a:lnTo>
                    <a:pt x="787" y="286"/>
                  </a:lnTo>
                  <a:lnTo>
                    <a:pt x="797" y="288"/>
                  </a:lnTo>
                  <a:lnTo>
                    <a:pt x="808" y="289"/>
                  </a:lnTo>
                  <a:lnTo>
                    <a:pt x="808" y="289"/>
                  </a:lnTo>
                  <a:lnTo>
                    <a:pt x="834" y="291"/>
                  </a:lnTo>
                  <a:lnTo>
                    <a:pt x="859" y="292"/>
                  </a:lnTo>
                  <a:lnTo>
                    <a:pt x="859" y="292"/>
                  </a:lnTo>
                  <a:lnTo>
                    <a:pt x="882" y="291"/>
                  </a:lnTo>
                  <a:lnTo>
                    <a:pt x="903" y="289"/>
                  </a:lnTo>
                  <a:lnTo>
                    <a:pt x="922" y="285"/>
                  </a:lnTo>
                  <a:lnTo>
                    <a:pt x="940" y="279"/>
                  </a:lnTo>
                  <a:lnTo>
                    <a:pt x="955" y="273"/>
                  </a:lnTo>
                  <a:lnTo>
                    <a:pt x="970" y="265"/>
                  </a:lnTo>
                  <a:lnTo>
                    <a:pt x="983" y="255"/>
                  </a:lnTo>
                  <a:lnTo>
                    <a:pt x="994" y="243"/>
                  </a:lnTo>
                  <a:lnTo>
                    <a:pt x="994" y="243"/>
                  </a:lnTo>
                  <a:lnTo>
                    <a:pt x="1001" y="233"/>
                  </a:lnTo>
                  <a:lnTo>
                    <a:pt x="1007" y="222"/>
                  </a:lnTo>
                  <a:lnTo>
                    <a:pt x="1012" y="209"/>
                  </a:lnTo>
                  <a:lnTo>
                    <a:pt x="1016" y="197"/>
                  </a:lnTo>
                  <a:lnTo>
                    <a:pt x="1019" y="182"/>
                  </a:lnTo>
                  <a:lnTo>
                    <a:pt x="1021" y="169"/>
                  </a:lnTo>
                  <a:lnTo>
                    <a:pt x="1021" y="156"/>
                  </a:lnTo>
                  <a:lnTo>
                    <a:pt x="1020" y="142"/>
                  </a:lnTo>
                  <a:lnTo>
                    <a:pt x="1020" y="142"/>
                  </a:lnTo>
                  <a:lnTo>
                    <a:pt x="1019" y="134"/>
                  </a:lnTo>
                  <a:lnTo>
                    <a:pt x="1016" y="127"/>
                  </a:lnTo>
                  <a:lnTo>
                    <a:pt x="1014" y="119"/>
                  </a:lnTo>
                  <a:lnTo>
                    <a:pt x="1010" y="113"/>
                  </a:lnTo>
                  <a:lnTo>
                    <a:pt x="1007" y="107"/>
                  </a:lnTo>
                  <a:lnTo>
                    <a:pt x="1002" y="101"/>
                  </a:lnTo>
                  <a:lnTo>
                    <a:pt x="997" y="96"/>
                  </a:lnTo>
                  <a:lnTo>
                    <a:pt x="991" y="91"/>
                  </a:lnTo>
                  <a:lnTo>
                    <a:pt x="991" y="91"/>
                  </a:lnTo>
                  <a:lnTo>
                    <a:pt x="973" y="79"/>
                  </a:lnTo>
                  <a:lnTo>
                    <a:pt x="973" y="79"/>
                  </a:lnTo>
                  <a:lnTo>
                    <a:pt x="956" y="67"/>
                  </a:lnTo>
                  <a:lnTo>
                    <a:pt x="947" y="60"/>
                  </a:lnTo>
                  <a:lnTo>
                    <a:pt x="938" y="55"/>
                  </a:lnTo>
                  <a:lnTo>
                    <a:pt x="938" y="55"/>
                  </a:lnTo>
                  <a:lnTo>
                    <a:pt x="926" y="50"/>
                  </a:lnTo>
                  <a:lnTo>
                    <a:pt x="914" y="46"/>
                  </a:lnTo>
                  <a:lnTo>
                    <a:pt x="889" y="39"/>
                  </a:lnTo>
                  <a:lnTo>
                    <a:pt x="865" y="35"/>
                  </a:lnTo>
                  <a:lnTo>
                    <a:pt x="849" y="32"/>
                  </a:lnTo>
                  <a:lnTo>
                    <a:pt x="849" y="32"/>
                  </a:lnTo>
                  <a:lnTo>
                    <a:pt x="834" y="31"/>
                  </a:lnTo>
                  <a:lnTo>
                    <a:pt x="819" y="29"/>
                  </a:lnTo>
                  <a:lnTo>
                    <a:pt x="819" y="29"/>
                  </a:lnTo>
                  <a:close/>
                </a:path>
              </a:pathLst>
            </a:custGeom>
            <a:grpFill/>
            <a:ln>
              <a:solidFill>
                <a:schemeClr val="accent1">
                  <a:lumMod val="75000"/>
                  <a:alpha val="0"/>
                </a:schemeClr>
              </a:solidFill>
            </a:ln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</p:grpSp>
      <p:sp>
        <p:nvSpPr>
          <p:cNvPr id="69634" name="Slide Number Placeholder 3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557530" indent="-21463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857250" indent="-1714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200150" indent="-1714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1543050" indent="-1714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1885950" indent="-1714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228850" indent="-1714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2571750" indent="-1714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2914650" indent="-1714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fld id="{402E8588-E3A3-4906-BAB1-27377467FCD7}" type="slidenum">
              <a:rPr lang="en-US" altLang="zh-CN" sz="465" smtClean="0"/>
              <a:pPr/>
              <a:t>53</a:t>
            </a:fld>
            <a:endParaRPr lang="en-US" altLang="zh-CN" sz="465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46710" y="1757045"/>
            <a:ext cx="8646795" cy="4351020"/>
          </a:xfrm>
        </p:spPr>
        <p:txBody>
          <a:bodyPr>
            <a:normAutofit fontScale="97500"/>
          </a:bodyPr>
          <a:lstStyle/>
          <a:p>
            <a:pPr fontAlgn="auto">
              <a:lnSpc>
                <a:spcPct val="150000"/>
              </a:lnSpc>
              <a:spcBef>
                <a:spcPts val="600"/>
              </a:spcBef>
            </a:pPr>
            <a:r>
              <a:rPr lang="en-US" altLang="zh-CN" sz="2700" dirty="0"/>
              <a:t>When </a:t>
            </a:r>
            <a:r>
              <a:rPr lang="en-US" altLang="zh-CN" sz="2700" b="1" dirty="0">
                <a:solidFill>
                  <a:srgbClr val="008000"/>
                </a:solidFill>
              </a:rPr>
              <a:t>front = rear</a:t>
            </a:r>
            <a:r>
              <a:rPr lang="en-US" altLang="zh-CN" sz="2700" dirty="0"/>
              <a:t>, there has one element in the queue</a:t>
            </a:r>
          </a:p>
          <a:p>
            <a:pPr fontAlgn="auto">
              <a:lnSpc>
                <a:spcPct val="150000"/>
              </a:lnSpc>
              <a:spcBef>
                <a:spcPts val="600"/>
              </a:spcBef>
            </a:pPr>
            <a:r>
              <a:rPr lang="en-US" altLang="zh-CN" sz="2700" dirty="0"/>
              <a:t>When </a:t>
            </a:r>
            <a:r>
              <a:rPr lang="en-US" altLang="zh-CN" sz="2700" b="1" dirty="0"/>
              <a:t>front</a:t>
            </a:r>
            <a:r>
              <a:rPr lang="en-US" altLang="zh-CN" sz="2700" dirty="0"/>
              <a:t> is one larger than </a:t>
            </a:r>
            <a:r>
              <a:rPr lang="en-US" altLang="zh-CN" sz="2700" b="1" dirty="0"/>
              <a:t>rear</a:t>
            </a:r>
            <a:r>
              <a:rPr lang="en-US" altLang="zh-CN" sz="2700" dirty="0"/>
              <a:t>, the queue is empty or full?</a:t>
            </a:r>
          </a:p>
          <a:p>
            <a:pPr lvl="1" fontAlgn="auto">
              <a:lnSpc>
                <a:spcPct val="150000"/>
              </a:lnSpc>
              <a:spcBef>
                <a:spcPts val="600"/>
              </a:spcBef>
            </a:pPr>
            <a:r>
              <a:rPr lang="en-US" altLang="zh-CN" sz="2200" dirty="0"/>
              <a:t>Solution 1: explicitly keep a count of the number of elements in the queue</a:t>
            </a:r>
          </a:p>
          <a:p>
            <a:pPr lvl="1" fontAlgn="auto">
              <a:lnSpc>
                <a:spcPct val="150000"/>
              </a:lnSpc>
              <a:spcBef>
                <a:spcPts val="600"/>
              </a:spcBef>
            </a:pPr>
            <a:r>
              <a:rPr lang="en-US" altLang="zh-CN" sz="2200" dirty="0"/>
              <a:t>Solution 2: make the array be of size n+1 and only allow n elements to be stored.</a:t>
            </a:r>
          </a:p>
          <a:p>
            <a:pPr lvl="2" fontAlgn="auto">
              <a:lnSpc>
                <a:spcPct val="150000"/>
              </a:lnSpc>
              <a:spcBef>
                <a:spcPts val="600"/>
              </a:spcBef>
            </a:pPr>
            <a:r>
              <a:rPr lang="en-US" altLang="zh-CN" sz="2200" b="1" dirty="0">
                <a:solidFill>
                  <a:srgbClr val="FF0000"/>
                </a:solidFill>
              </a:rPr>
              <a:t>front</a:t>
            </a:r>
            <a:r>
              <a:rPr lang="en-US" altLang="zh-CN" sz="2200" dirty="0">
                <a:solidFill>
                  <a:srgbClr val="FF0000"/>
                </a:solidFill>
              </a:rPr>
              <a:t> = </a:t>
            </a:r>
            <a:r>
              <a:rPr lang="en-US" altLang="zh-CN" sz="2200" b="1" dirty="0">
                <a:solidFill>
                  <a:srgbClr val="FF0000"/>
                </a:solidFill>
              </a:rPr>
              <a:t>rear</a:t>
            </a:r>
            <a:r>
              <a:rPr lang="en-US" altLang="zh-CN" sz="2200" dirty="0">
                <a:solidFill>
                  <a:srgbClr val="FF0000"/>
                </a:solidFill>
              </a:rPr>
              <a:t>+1</a:t>
            </a:r>
            <a:r>
              <a:rPr lang="en-US" altLang="zh-CN" sz="2200" dirty="0"/>
              <a:t>, the queue is empty</a:t>
            </a:r>
          </a:p>
          <a:p>
            <a:pPr lvl="2" fontAlgn="auto">
              <a:lnSpc>
                <a:spcPct val="150000"/>
              </a:lnSpc>
              <a:spcBef>
                <a:spcPts val="600"/>
              </a:spcBef>
            </a:pPr>
            <a:r>
              <a:rPr lang="en-US" altLang="zh-CN" sz="2200" b="1" dirty="0">
                <a:solidFill>
                  <a:srgbClr val="FF0000"/>
                </a:solidFill>
              </a:rPr>
              <a:t>front = rear</a:t>
            </a:r>
            <a:r>
              <a:rPr lang="en-US" altLang="zh-CN" sz="2200" dirty="0">
                <a:solidFill>
                  <a:srgbClr val="FF0000"/>
                </a:solidFill>
              </a:rPr>
              <a:t>+2</a:t>
            </a:r>
            <a:r>
              <a:rPr lang="en-US" altLang="zh-CN" sz="2200" dirty="0"/>
              <a:t>, the queue is full.</a:t>
            </a:r>
          </a:p>
        </p:txBody>
      </p:sp>
      <p:sp>
        <p:nvSpPr>
          <p:cNvPr id="2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fld id="{C74B926E-0A70-435B-826A-FD935D42D7B7}" type="datetime1">
              <a:rPr lang="zh-CN" altLang="en-US" sz="465" smtClean="0"/>
              <a:pPr>
                <a:defRPr/>
              </a:pPr>
              <a:t>2025/12/16</a:t>
            </a:fld>
            <a:endParaRPr lang="zh-CN" altLang="en-US" sz="465"/>
          </a:p>
        </p:txBody>
      </p:sp>
      <p:sp>
        <p:nvSpPr>
          <p:cNvPr id="4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altLang="zh-CN" sz="465"/>
              <a:t>Stacks and Queues - Lecture 6</a:t>
            </a:r>
            <a:endParaRPr lang="zh-CN" altLang="en-US" sz="465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矩形 4"/>
          <p:cNvSpPr/>
          <p:nvPr>
            <p:custDataLst>
              <p:tags r:id="rId1"/>
            </p:custDataLst>
          </p:nvPr>
        </p:nvSpPr>
        <p:spPr>
          <a:xfrm>
            <a:off x="207010" y="708025"/>
            <a:ext cx="4396740" cy="1530350"/>
          </a:xfrm>
          <a:prstGeom prst="rect">
            <a:avLst/>
          </a:prstGeom>
          <a:solidFill>
            <a:srgbClr val="1E7AB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350">
              <a:latin typeface="Noto Serif CJK SC" panose="02020400000000000000" pitchFamily="18" charset="-122"/>
              <a:ea typeface="FZHei-B01S" panose="02010601030101010101" pitchFamily="2" charset="-122"/>
              <a:sym typeface="Noto Serif CJK SC" panose="02020400000000000000" pitchFamily="18" charset="-122"/>
            </a:endParaRPr>
          </a:p>
        </p:txBody>
      </p:sp>
      <p:sp>
        <p:nvSpPr>
          <p:cNvPr id="7" name="矩形 6"/>
          <p:cNvSpPr/>
          <p:nvPr>
            <p:custDataLst>
              <p:tags r:id="rId2"/>
            </p:custDataLst>
          </p:nvPr>
        </p:nvSpPr>
        <p:spPr>
          <a:xfrm>
            <a:off x="207010" y="1406525"/>
            <a:ext cx="8709660" cy="488569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350">
              <a:latin typeface="Noto Serif CJK SC" panose="02020400000000000000" pitchFamily="18" charset="-122"/>
              <a:ea typeface="FZHei-B01S" panose="02010601030101010101" pitchFamily="2" charset="-122"/>
              <a:sym typeface="Noto Serif CJK SC" panose="02020400000000000000" pitchFamily="18" charset="-122"/>
            </a:endParaRPr>
          </a:p>
        </p:txBody>
      </p:sp>
      <p:sp>
        <p:nvSpPr>
          <p:cNvPr id="11" name="Title 1"/>
          <p:cNvSpPr>
            <a:spLocks noGrp="1"/>
          </p:cNvSpPr>
          <p:nvPr>
            <p:custDataLst>
              <p:tags r:id="rId3"/>
            </p:custDataLst>
          </p:nvPr>
        </p:nvSpPr>
        <p:spPr>
          <a:xfrm>
            <a:off x="368935" y="751840"/>
            <a:ext cx="6592570" cy="72136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5335" kern="120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+mj-ea"/>
                <a:cs typeface="Times New Roman" panose="02020603050405020304" pitchFamily="18" charset="0"/>
              </a:defRPr>
            </a:lvl1pPr>
          </a:lstStyle>
          <a:p>
            <a:r>
              <a:rPr lang="en-US" altLang="zh-CN" sz="3600" dirty="0">
                <a:solidFill>
                  <a:schemeClr val="bg1"/>
                </a:solidFill>
              </a:rPr>
              <a:t>Array-Based Queues</a:t>
            </a:r>
          </a:p>
        </p:txBody>
      </p:sp>
      <p:pic>
        <p:nvPicPr>
          <p:cNvPr id="13" name="图片 12" descr="华工标志（透明版"/>
          <p:cNvPicPr>
            <a:picLocks noChangeAspect="1"/>
          </p:cNvPicPr>
          <p:nvPr>
            <p:custDataLst>
              <p:tags r:id="rId4"/>
            </p:custDataLst>
          </p:nvPr>
        </p:nvPicPr>
        <p:blipFill>
          <a:blip r:embed="rId29" cstate="print"/>
          <a:stretch>
            <a:fillRect/>
          </a:stretch>
        </p:blipFill>
        <p:spPr>
          <a:xfrm>
            <a:off x="7740015" y="116205"/>
            <a:ext cx="1230630" cy="1230630"/>
          </a:xfrm>
          <a:prstGeom prst="rect">
            <a:avLst/>
          </a:prstGeom>
        </p:spPr>
      </p:pic>
      <p:grpSp>
        <p:nvGrpSpPr>
          <p:cNvPr id="951" name="组合 950"/>
          <p:cNvGrpSpPr/>
          <p:nvPr/>
        </p:nvGrpSpPr>
        <p:grpSpPr>
          <a:xfrm rot="3780000">
            <a:off x="7806690" y="5443855"/>
            <a:ext cx="740410" cy="758825"/>
            <a:chOff x="3282950" y="1154113"/>
            <a:chExt cx="698501" cy="715963"/>
          </a:xfrm>
          <a:solidFill>
            <a:schemeClr val="accent1">
              <a:lumMod val="75000"/>
              <a:alpha val="37000"/>
            </a:schemeClr>
          </a:solidFill>
        </p:grpSpPr>
        <p:sp>
          <p:nvSpPr>
            <p:cNvPr id="17289" name="Freeform 905"/>
            <p:cNvSpPr/>
            <p:nvPr>
              <p:custDataLst>
                <p:tags r:id="rId5"/>
              </p:custDataLst>
            </p:nvPr>
          </p:nvSpPr>
          <p:spPr bwMode="auto">
            <a:xfrm>
              <a:off x="3324225" y="1268413"/>
              <a:ext cx="55563" cy="153988"/>
            </a:xfrm>
            <a:custGeom>
              <a:avLst/>
              <a:gdLst/>
              <a:ahLst/>
              <a:cxnLst>
                <a:cxn ang="0">
                  <a:pos x="96" y="3"/>
                </a:cxn>
                <a:cxn ang="0">
                  <a:pos x="96" y="3"/>
                </a:cxn>
                <a:cxn ang="0">
                  <a:pos x="86" y="18"/>
                </a:cxn>
                <a:cxn ang="0">
                  <a:pos x="77" y="35"/>
                </a:cxn>
                <a:cxn ang="0">
                  <a:pos x="70" y="51"/>
                </a:cxn>
                <a:cxn ang="0">
                  <a:pos x="63" y="69"/>
                </a:cxn>
                <a:cxn ang="0">
                  <a:pos x="50" y="104"/>
                </a:cxn>
                <a:cxn ang="0">
                  <a:pos x="39" y="138"/>
                </a:cxn>
                <a:cxn ang="0">
                  <a:pos x="39" y="138"/>
                </a:cxn>
                <a:cxn ang="0">
                  <a:pos x="27" y="174"/>
                </a:cxn>
                <a:cxn ang="0">
                  <a:pos x="15" y="210"/>
                </a:cxn>
                <a:cxn ang="0">
                  <a:pos x="10" y="229"/>
                </a:cxn>
                <a:cxn ang="0">
                  <a:pos x="5" y="247"/>
                </a:cxn>
                <a:cxn ang="0">
                  <a:pos x="2" y="266"/>
                </a:cxn>
                <a:cxn ang="0">
                  <a:pos x="0" y="285"/>
                </a:cxn>
                <a:cxn ang="0">
                  <a:pos x="0" y="285"/>
                </a:cxn>
                <a:cxn ang="0">
                  <a:pos x="1" y="287"/>
                </a:cxn>
                <a:cxn ang="0">
                  <a:pos x="2" y="288"/>
                </a:cxn>
                <a:cxn ang="0">
                  <a:pos x="3" y="289"/>
                </a:cxn>
                <a:cxn ang="0">
                  <a:pos x="5" y="290"/>
                </a:cxn>
                <a:cxn ang="0">
                  <a:pos x="6" y="289"/>
                </a:cxn>
                <a:cxn ang="0">
                  <a:pos x="8" y="288"/>
                </a:cxn>
                <a:cxn ang="0">
                  <a:pos x="9" y="287"/>
                </a:cxn>
                <a:cxn ang="0">
                  <a:pos x="10" y="285"/>
                </a:cxn>
                <a:cxn ang="0">
                  <a:pos x="10" y="285"/>
                </a:cxn>
                <a:cxn ang="0">
                  <a:pos x="11" y="266"/>
                </a:cxn>
                <a:cxn ang="0">
                  <a:pos x="15" y="247"/>
                </a:cxn>
                <a:cxn ang="0">
                  <a:pos x="19" y="230"/>
                </a:cxn>
                <a:cxn ang="0">
                  <a:pos x="25" y="211"/>
                </a:cxn>
                <a:cxn ang="0">
                  <a:pos x="36" y="176"/>
                </a:cxn>
                <a:cxn ang="0">
                  <a:pos x="48" y="141"/>
                </a:cxn>
                <a:cxn ang="0">
                  <a:pos x="48" y="141"/>
                </a:cxn>
                <a:cxn ang="0">
                  <a:pos x="60" y="107"/>
                </a:cxn>
                <a:cxn ang="0">
                  <a:pos x="71" y="72"/>
                </a:cxn>
                <a:cxn ang="0">
                  <a:pos x="78" y="55"/>
                </a:cxn>
                <a:cxn ang="0">
                  <a:pos x="86" y="39"/>
                </a:cxn>
                <a:cxn ang="0">
                  <a:pos x="94" y="22"/>
                </a:cxn>
                <a:cxn ang="0">
                  <a:pos x="104" y="8"/>
                </a:cxn>
                <a:cxn ang="0">
                  <a:pos x="104" y="8"/>
                </a:cxn>
                <a:cxn ang="0">
                  <a:pos x="105" y="6"/>
                </a:cxn>
                <a:cxn ang="0">
                  <a:pos x="104" y="4"/>
                </a:cxn>
                <a:cxn ang="0">
                  <a:pos x="104" y="3"/>
                </a:cxn>
                <a:cxn ang="0">
                  <a:pos x="102" y="2"/>
                </a:cxn>
                <a:cxn ang="0">
                  <a:pos x="99" y="0"/>
                </a:cxn>
                <a:cxn ang="0">
                  <a:pos x="97" y="2"/>
                </a:cxn>
                <a:cxn ang="0">
                  <a:pos x="96" y="3"/>
                </a:cxn>
                <a:cxn ang="0">
                  <a:pos x="96" y="3"/>
                </a:cxn>
              </a:cxnLst>
              <a:rect l="0" t="0" r="r" b="b"/>
              <a:pathLst>
                <a:path w="105" h="290">
                  <a:moveTo>
                    <a:pt x="96" y="3"/>
                  </a:moveTo>
                  <a:lnTo>
                    <a:pt x="96" y="3"/>
                  </a:lnTo>
                  <a:lnTo>
                    <a:pt x="86" y="18"/>
                  </a:lnTo>
                  <a:lnTo>
                    <a:pt x="77" y="35"/>
                  </a:lnTo>
                  <a:lnTo>
                    <a:pt x="70" y="51"/>
                  </a:lnTo>
                  <a:lnTo>
                    <a:pt x="63" y="69"/>
                  </a:lnTo>
                  <a:lnTo>
                    <a:pt x="50" y="104"/>
                  </a:lnTo>
                  <a:lnTo>
                    <a:pt x="39" y="138"/>
                  </a:lnTo>
                  <a:lnTo>
                    <a:pt x="39" y="138"/>
                  </a:lnTo>
                  <a:lnTo>
                    <a:pt x="27" y="174"/>
                  </a:lnTo>
                  <a:lnTo>
                    <a:pt x="15" y="210"/>
                  </a:lnTo>
                  <a:lnTo>
                    <a:pt x="10" y="229"/>
                  </a:lnTo>
                  <a:lnTo>
                    <a:pt x="5" y="247"/>
                  </a:lnTo>
                  <a:lnTo>
                    <a:pt x="2" y="266"/>
                  </a:lnTo>
                  <a:lnTo>
                    <a:pt x="0" y="285"/>
                  </a:lnTo>
                  <a:lnTo>
                    <a:pt x="0" y="285"/>
                  </a:lnTo>
                  <a:lnTo>
                    <a:pt x="1" y="287"/>
                  </a:lnTo>
                  <a:lnTo>
                    <a:pt x="2" y="288"/>
                  </a:lnTo>
                  <a:lnTo>
                    <a:pt x="3" y="289"/>
                  </a:lnTo>
                  <a:lnTo>
                    <a:pt x="5" y="290"/>
                  </a:lnTo>
                  <a:lnTo>
                    <a:pt x="6" y="289"/>
                  </a:lnTo>
                  <a:lnTo>
                    <a:pt x="8" y="288"/>
                  </a:lnTo>
                  <a:lnTo>
                    <a:pt x="9" y="287"/>
                  </a:lnTo>
                  <a:lnTo>
                    <a:pt x="10" y="285"/>
                  </a:lnTo>
                  <a:lnTo>
                    <a:pt x="10" y="285"/>
                  </a:lnTo>
                  <a:lnTo>
                    <a:pt x="11" y="266"/>
                  </a:lnTo>
                  <a:lnTo>
                    <a:pt x="15" y="247"/>
                  </a:lnTo>
                  <a:lnTo>
                    <a:pt x="19" y="230"/>
                  </a:lnTo>
                  <a:lnTo>
                    <a:pt x="25" y="211"/>
                  </a:lnTo>
                  <a:lnTo>
                    <a:pt x="36" y="176"/>
                  </a:lnTo>
                  <a:lnTo>
                    <a:pt x="48" y="141"/>
                  </a:lnTo>
                  <a:lnTo>
                    <a:pt x="48" y="141"/>
                  </a:lnTo>
                  <a:lnTo>
                    <a:pt x="60" y="107"/>
                  </a:lnTo>
                  <a:lnTo>
                    <a:pt x="71" y="72"/>
                  </a:lnTo>
                  <a:lnTo>
                    <a:pt x="78" y="55"/>
                  </a:lnTo>
                  <a:lnTo>
                    <a:pt x="86" y="39"/>
                  </a:lnTo>
                  <a:lnTo>
                    <a:pt x="94" y="22"/>
                  </a:lnTo>
                  <a:lnTo>
                    <a:pt x="104" y="8"/>
                  </a:lnTo>
                  <a:lnTo>
                    <a:pt x="104" y="8"/>
                  </a:lnTo>
                  <a:lnTo>
                    <a:pt x="105" y="6"/>
                  </a:lnTo>
                  <a:lnTo>
                    <a:pt x="104" y="4"/>
                  </a:lnTo>
                  <a:lnTo>
                    <a:pt x="104" y="3"/>
                  </a:lnTo>
                  <a:lnTo>
                    <a:pt x="102" y="2"/>
                  </a:lnTo>
                  <a:lnTo>
                    <a:pt x="99" y="0"/>
                  </a:lnTo>
                  <a:lnTo>
                    <a:pt x="97" y="2"/>
                  </a:lnTo>
                  <a:lnTo>
                    <a:pt x="96" y="3"/>
                  </a:lnTo>
                  <a:lnTo>
                    <a:pt x="96" y="3"/>
                  </a:lnTo>
                  <a:close/>
                </a:path>
              </a:pathLst>
            </a:custGeom>
            <a:grpFill/>
            <a:ln>
              <a:solidFill>
                <a:schemeClr val="accent1">
                  <a:lumMod val="75000"/>
                  <a:alpha val="0"/>
                </a:schemeClr>
              </a:solidFill>
            </a:ln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290" name="Freeform 906"/>
            <p:cNvSpPr/>
            <p:nvPr>
              <p:custDataLst>
                <p:tags r:id="rId6"/>
              </p:custDataLst>
            </p:nvPr>
          </p:nvSpPr>
          <p:spPr bwMode="auto">
            <a:xfrm>
              <a:off x="3325813" y="1239838"/>
              <a:ext cx="88900" cy="280988"/>
            </a:xfrm>
            <a:custGeom>
              <a:avLst/>
              <a:gdLst/>
              <a:ahLst/>
              <a:cxnLst>
                <a:cxn ang="0">
                  <a:pos x="156" y="4"/>
                </a:cxn>
                <a:cxn ang="0">
                  <a:pos x="152" y="37"/>
                </a:cxn>
                <a:cxn ang="0">
                  <a:pos x="143" y="70"/>
                </a:cxn>
                <a:cxn ang="0">
                  <a:pos x="121" y="134"/>
                </a:cxn>
                <a:cxn ang="0">
                  <a:pos x="108" y="168"/>
                </a:cxn>
                <a:cxn ang="0">
                  <a:pos x="82" y="235"/>
                </a:cxn>
                <a:cxn ang="0">
                  <a:pos x="68" y="268"/>
                </a:cxn>
                <a:cxn ang="0">
                  <a:pos x="58" y="301"/>
                </a:cxn>
                <a:cxn ang="0">
                  <a:pos x="38" y="399"/>
                </a:cxn>
                <a:cxn ang="0">
                  <a:pos x="35" y="416"/>
                </a:cxn>
                <a:cxn ang="0">
                  <a:pos x="26" y="446"/>
                </a:cxn>
                <a:cxn ang="0">
                  <a:pos x="20" y="461"/>
                </a:cxn>
                <a:cxn ang="0">
                  <a:pos x="11" y="492"/>
                </a:cxn>
                <a:cxn ang="0">
                  <a:pos x="2" y="522"/>
                </a:cxn>
                <a:cxn ang="0">
                  <a:pos x="0" y="524"/>
                </a:cxn>
                <a:cxn ang="0">
                  <a:pos x="1" y="528"/>
                </a:cxn>
                <a:cxn ang="0">
                  <a:pos x="1" y="529"/>
                </a:cxn>
                <a:cxn ang="0">
                  <a:pos x="3" y="531"/>
                </a:cxn>
                <a:cxn ang="0">
                  <a:pos x="7" y="531"/>
                </a:cxn>
                <a:cxn ang="0">
                  <a:pos x="9" y="529"/>
                </a:cxn>
                <a:cxn ang="0">
                  <a:pos x="18" y="505"/>
                </a:cxn>
                <a:cxn ang="0">
                  <a:pos x="23" y="480"/>
                </a:cxn>
                <a:cxn ang="0">
                  <a:pos x="29" y="462"/>
                </a:cxn>
                <a:cxn ang="0">
                  <a:pos x="41" y="428"/>
                </a:cxn>
                <a:cxn ang="0">
                  <a:pos x="46" y="410"/>
                </a:cxn>
                <a:cxn ang="0">
                  <a:pos x="59" y="341"/>
                </a:cxn>
                <a:cxn ang="0">
                  <a:pos x="71" y="288"/>
                </a:cxn>
                <a:cxn ang="0">
                  <a:pos x="77" y="271"/>
                </a:cxn>
                <a:cxn ang="0">
                  <a:pos x="105" y="200"/>
                </a:cxn>
                <a:cxn ang="0">
                  <a:pos x="132" y="129"/>
                </a:cxn>
                <a:cxn ang="0">
                  <a:pos x="143" y="98"/>
                </a:cxn>
                <a:cxn ang="0">
                  <a:pos x="158" y="51"/>
                </a:cxn>
                <a:cxn ang="0">
                  <a:pos x="164" y="20"/>
                </a:cxn>
                <a:cxn ang="0">
                  <a:pos x="166" y="4"/>
                </a:cxn>
                <a:cxn ang="0">
                  <a:pos x="164" y="1"/>
                </a:cxn>
                <a:cxn ang="0">
                  <a:pos x="161" y="0"/>
                </a:cxn>
                <a:cxn ang="0">
                  <a:pos x="158" y="1"/>
                </a:cxn>
                <a:cxn ang="0">
                  <a:pos x="156" y="4"/>
                </a:cxn>
              </a:cxnLst>
              <a:rect l="0" t="0" r="r" b="b"/>
              <a:pathLst>
                <a:path w="166" h="531">
                  <a:moveTo>
                    <a:pt x="156" y="4"/>
                  </a:moveTo>
                  <a:lnTo>
                    <a:pt x="156" y="4"/>
                  </a:lnTo>
                  <a:lnTo>
                    <a:pt x="155" y="20"/>
                  </a:lnTo>
                  <a:lnTo>
                    <a:pt x="152" y="37"/>
                  </a:lnTo>
                  <a:lnTo>
                    <a:pt x="148" y="53"/>
                  </a:lnTo>
                  <a:lnTo>
                    <a:pt x="143" y="70"/>
                  </a:lnTo>
                  <a:lnTo>
                    <a:pt x="132" y="103"/>
                  </a:lnTo>
                  <a:lnTo>
                    <a:pt x="121" y="134"/>
                  </a:lnTo>
                  <a:lnTo>
                    <a:pt x="121" y="134"/>
                  </a:lnTo>
                  <a:lnTo>
                    <a:pt x="108" y="168"/>
                  </a:lnTo>
                  <a:lnTo>
                    <a:pt x="95" y="202"/>
                  </a:lnTo>
                  <a:lnTo>
                    <a:pt x="82" y="235"/>
                  </a:lnTo>
                  <a:lnTo>
                    <a:pt x="68" y="268"/>
                  </a:lnTo>
                  <a:lnTo>
                    <a:pt x="68" y="268"/>
                  </a:lnTo>
                  <a:lnTo>
                    <a:pt x="63" y="285"/>
                  </a:lnTo>
                  <a:lnTo>
                    <a:pt x="58" y="301"/>
                  </a:lnTo>
                  <a:lnTo>
                    <a:pt x="51" y="333"/>
                  </a:lnTo>
                  <a:lnTo>
                    <a:pt x="38" y="399"/>
                  </a:lnTo>
                  <a:lnTo>
                    <a:pt x="38" y="399"/>
                  </a:lnTo>
                  <a:lnTo>
                    <a:pt x="35" y="416"/>
                  </a:lnTo>
                  <a:lnTo>
                    <a:pt x="31" y="431"/>
                  </a:lnTo>
                  <a:lnTo>
                    <a:pt x="26" y="446"/>
                  </a:lnTo>
                  <a:lnTo>
                    <a:pt x="20" y="461"/>
                  </a:lnTo>
                  <a:lnTo>
                    <a:pt x="20" y="461"/>
                  </a:lnTo>
                  <a:lnTo>
                    <a:pt x="15" y="476"/>
                  </a:lnTo>
                  <a:lnTo>
                    <a:pt x="11" y="492"/>
                  </a:lnTo>
                  <a:lnTo>
                    <a:pt x="7" y="507"/>
                  </a:lnTo>
                  <a:lnTo>
                    <a:pt x="2" y="522"/>
                  </a:lnTo>
                  <a:lnTo>
                    <a:pt x="2" y="522"/>
                  </a:lnTo>
                  <a:lnTo>
                    <a:pt x="0" y="524"/>
                  </a:lnTo>
                  <a:lnTo>
                    <a:pt x="0" y="526"/>
                  </a:lnTo>
                  <a:lnTo>
                    <a:pt x="1" y="528"/>
                  </a:lnTo>
                  <a:lnTo>
                    <a:pt x="1" y="528"/>
                  </a:lnTo>
                  <a:lnTo>
                    <a:pt x="1" y="529"/>
                  </a:lnTo>
                  <a:lnTo>
                    <a:pt x="1" y="529"/>
                  </a:lnTo>
                  <a:lnTo>
                    <a:pt x="3" y="531"/>
                  </a:lnTo>
                  <a:lnTo>
                    <a:pt x="5" y="531"/>
                  </a:lnTo>
                  <a:lnTo>
                    <a:pt x="7" y="531"/>
                  </a:lnTo>
                  <a:lnTo>
                    <a:pt x="9" y="529"/>
                  </a:lnTo>
                  <a:lnTo>
                    <a:pt x="9" y="529"/>
                  </a:lnTo>
                  <a:lnTo>
                    <a:pt x="13" y="517"/>
                  </a:lnTo>
                  <a:lnTo>
                    <a:pt x="18" y="505"/>
                  </a:lnTo>
                  <a:lnTo>
                    <a:pt x="20" y="492"/>
                  </a:lnTo>
                  <a:lnTo>
                    <a:pt x="23" y="480"/>
                  </a:lnTo>
                  <a:lnTo>
                    <a:pt x="23" y="480"/>
                  </a:lnTo>
                  <a:lnTo>
                    <a:pt x="29" y="462"/>
                  </a:lnTo>
                  <a:lnTo>
                    <a:pt x="35" y="446"/>
                  </a:lnTo>
                  <a:lnTo>
                    <a:pt x="41" y="428"/>
                  </a:lnTo>
                  <a:lnTo>
                    <a:pt x="46" y="410"/>
                  </a:lnTo>
                  <a:lnTo>
                    <a:pt x="46" y="410"/>
                  </a:lnTo>
                  <a:lnTo>
                    <a:pt x="53" y="375"/>
                  </a:lnTo>
                  <a:lnTo>
                    <a:pt x="59" y="341"/>
                  </a:lnTo>
                  <a:lnTo>
                    <a:pt x="67" y="305"/>
                  </a:lnTo>
                  <a:lnTo>
                    <a:pt x="71" y="288"/>
                  </a:lnTo>
                  <a:lnTo>
                    <a:pt x="77" y="271"/>
                  </a:lnTo>
                  <a:lnTo>
                    <a:pt x="77" y="271"/>
                  </a:lnTo>
                  <a:lnTo>
                    <a:pt x="91" y="235"/>
                  </a:lnTo>
                  <a:lnTo>
                    <a:pt x="105" y="200"/>
                  </a:lnTo>
                  <a:lnTo>
                    <a:pt x="120" y="165"/>
                  </a:lnTo>
                  <a:lnTo>
                    <a:pt x="132" y="129"/>
                  </a:lnTo>
                  <a:lnTo>
                    <a:pt x="132" y="129"/>
                  </a:lnTo>
                  <a:lnTo>
                    <a:pt x="143" y="98"/>
                  </a:lnTo>
                  <a:lnTo>
                    <a:pt x="154" y="67"/>
                  </a:lnTo>
                  <a:lnTo>
                    <a:pt x="158" y="51"/>
                  </a:lnTo>
                  <a:lnTo>
                    <a:pt x="162" y="36"/>
                  </a:lnTo>
                  <a:lnTo>
                    <a:pt x="164" y="20"/>
                  </a:lnTo>
                  <a:lnTo>
                    <a:pt x="166" y="4"/>
                  </a:lnTo>
                  <a:lnTo>
                    <a:pt x="166" y="4"/>
                  </a:lnTo>
                  <a:lnTo>
                    <a:pt x="165" y="2"/>
                  </a:lnTo>
                  <a:lnTo>
                    <a:pt x="164" y="1"/>
                  </a:lnTo>
                  <a:lnTo>
                    <a:pt x="163" y="0"/>
                  </a:lnTo>
                  <a:lnTo>
                    <a:pt x="161" y="0"/>
                  </a:lnTo>
                  <a:lnTo>
                    <a:pt x="160" y="0"/>
                  </a:lnTo>
                  <a:lnTo>
                    <a:pt x="158" y="1"/>
                  </a:lnTo>
                  <a:lnTo>
                    <a:pt x="157" y="2"/>
                  </a:lnTo>
                  <a:lnTo>
                    <a:pt x="156" y="4"/>
                  </a:lnTo>
                  <a:lnTo>
                    <a:pt x="156" y="4"/>
                  </a:lnTo>
                  <a:close/>
                </a:path>
              </a:pathLst>
            </a:custGeom>
            <a:grpFill/>
            <a:ln>
              <a:solidFill>
                <a:schemeClr val="accent1">
                  <a:lumMod val="75000"/>
                  <a:alpha val="0"/>
                </a:schemeClr>
              </a:solidFill>
            </a:ln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291" name="Freeform 907"/>
            <p:cNvSpPr/>
            <p:nvPr>
              <p:custDataLst>
                <p:tags r:id="rId7"/>
              </p:custDataLst>
            </p:nvPr>
          </p:nvSpPr>
          <p:spPr bwMode="auto">
            <a:xfrm>
              <a:off x="3338513" y="1404938"/>
              <a:ext cx="58738" cy="168275"/>
            </a:xfrm>
            <a:custGeom>
              <a:avLst/>
              <a:gdLst/>
              <a:ahLst/>
              <a:cxnLst>
                <a:cxn ang="0">
                  <a:pos x="99" y="4"/>
                </a:cxn>
                <a:cxn ang="0">
                  <a:pos x="99" y="4"/>
                </a:cxn>
                <a:cxn ang="0">
                  <a:pos x="98" y="14"/>
                </a:cxn>
                <a:cxn ang="0">
                  <a:pos x="97" y="23"/>
                </a:cxn>
                <a:cxn ang="0">
                  <a:pos x="92" y="43"/>
                </a:cxn>
                <a:cxn ang="0">
                  <a:pos x="79" y="81"/>
                </a:cxn>
                <a:cxn ang="0">
                  <a:pos x="79" y="81"/>
                </a:cxn>
                <a:cxn ang="0">
                  <a:pos x="73" y="103"/>
                </a:cxn>
                <a:cxn ang="0">
                  <a:pos x="68" y="125"/>
                </a:cxn>
                <a:cxn ang="0">
                  <a:pos x="57" y="169"/>
                </a:cxn>
                <a:cxn ang="0">
                  <a:pos x="57" y="169"/>
                </a:cxn>
                <a:cxn ang="0">
                  <a:pos x="51" y="188"/>
                </a:cxn>
                <a:cxn ang="0">
                  <a:pos x="43" y="205"/>
                </a:cxn>
                <a:cxn ang="0">
                  <a:pos x="35" y="223"/>
                </a:cxn>
                <a:cxn ang="0">
                  <a:pos x="26" y="239"/>
                </a:cxn>
                <a:cxn ang="0">
                  <a:pos x="17" y="257"/>
                </a:cxn>
                <a:cxn ang="0">
                  <a:pos x="10" y="274"/>
                </a:cxn>
                <a:cxn ang="0">
                  <a:pos x="4" y="293"/>
                </a:cxn>
                <a:cxn ang="0">
                  <a:pos x="1" y="302"/>
                </a:cxn>
                <a:cxn ang="0">
                  <a:pos x="0" y="313"/>
                </a:cxn>
                <a:cxn ang="0">
                  <a:pos x="0" y="313"/>
                </a:cxn>
                <a:cxn ang="0">
                  <a:pos x="0" y="314"/>
                </a:cxn>
                <a:cxn ang="0">
                  <a:pos x="1" y="316"/>
                </a:cxn>
                <a:cxn ang="0">
                  <a:pos x="2" y="317"/>
                </a:cxn>
                <a:cxn ang="0">
                  <a:pos x="4" y="317"/>
                </a:cxn>
                <a:cxn ang="0">
                  <a:pos x="7" y="316"/>
                </a:cxn>
                <a:cxn ang="0">
                  <a:pos x="9" y="314"/>
                </a:cxn>
                <a:cxn ang="0">
                  <a:pos x="9" y="313"/>
                </a:cxn>
                <a:cxn ang="0">
                  <a:pos x="9" y="313"/>
                </a:cxn>
                <a:cxn ang="0">
                  <a:pos x="11" y="302"/>
                </a:cxn>
                <a:cxn ang="0">
                  <a:pos x="13" y="292"/>
                </a:cxn>
                <a:cxn ang="0">
                  <a:pos x="19" y="273"/>
                </a:cxn>
                <a:cxn ang="0">
                  <a:pos x="28" y="255"/>
                </a:cxn>
                <a:cxn ang="0">
                  <a:pos x="36" y="237"/>
                </a:cxn>
                <a:cxn ang="0">
                  <a:pos x="45" y="220"/>
                </a:cxn>
                <a:cxn ang="0">
                  <a:pos x="54" y="201"/>
                </a:cxn>
                <a:cxn ang="0">
                  <a:pos x="62" y="182"/>
                </a:cxn>
                <a:cxn ang="0">
                  <a:pos x="68" y="164"/>
                </a:cxn>
                <a:cxn ang="0">
                  <a:pos x="68" y="164"/>
                </a:cxn>
                <a:cxn ang="0">
                  <a:pos x="79" y="119"/>
                </a:cxn>
                <a:cxn ang="0">
                  <a:pos x="91" y="76"/>
                </a:cxn>
                <a:cxn ang="0">
                  <a:pos x="91" y="76"/>
                </a:cxn>
                <a:cxn ang="0">
                  <a:pos x="102" y="40"/>
                </a:cxn>
                <a:cxn ang="0">
                  <a:pos x="106" y="22"/>
                </a:cxn>
                <a:cxn ang="0">
                  <a:pos x="109" y="4"/>
                </a:cxn>
                <a:cxn ang="0">
                  <a:pos x="109" y="4"/>
                </a:cxn>
                <a:cxn ang="0">
                  <a:pos x="108" y="2"/>
                </a:cxn>
                <a:cxn ang="0">
                  <a:pos x="107" y="1"/>
                </a:cxn>
                <a:cxn ang="0">
                  <a:pos x="106" y="0"/>
                </a:cxn>
                <a:cxn ang="0">
                  <a:pos x="104" y="0"/>
                </a:cxn>
                <a:cxn ang="0">
                  <a:pos x="101" y="1"/>
                </a:cxn>
                <a:cxn ang="0">
                  <a:pos x="100" y="2"/>
                </a:cxn>
                <a:cxn ang="0">
                  <a:pos x="99" y="4"/>
                </a:cxn>
                <a:cxn ang="0">
                  <a:pos x="99" y="4"/>
                </a:cxn>
              </a:cxnLst>
              <a:rect l="0" t="0" r="r" b="b"/>
              <a:pathLst>
                <a:path w="109" h="317">
                  <a:moveTo>
                    <a:pt x="99" y="4"/>
                  </a:moveTo>
                  <a:lnTo>
                    <a:pt x="99" y="4"/>
                  </a:lnTo>
                  <a:lnTo>
                    <a:pt x="98" y="14"/>
                  </a:lnTo>
                  <a:lnTo>
                    <a:pt x="97" y="23"/>
                  </a:lnTo>
                  <a:lnTo>
                    <a:pt x="92" y="43"/>
                  </a:lnTo>
                  <a:lnTo>
                    <a:pt x="79" y="81"/>
                  </a:lnTo>
                  <a:lnTo>
                    <a:pt x="79" y="81"/>
                  </a:lnTo>
                  <a:lnTo>
                    <a:pt x="73" y="103"/>
                  </a:lnTo>
                  <a:lnTo>
                    <a:pt x="68" y="125"/>
                  </a:lnTo>
                  <a:lnTo>
                    <a:pt x="57" y="169"/>
                  </a:lnTo>
                  <a:lnTo>
                    <a:pt x="57" y="169"/>
                  </a:lnTo>
                  <a:lnTo>
                    <a:pt x="51" y="188"/>
                  </a:lnTo>
                  <a:lnTo>
                    <a:pt x="43" y="205"/>
                  </a:lnTo>
                  <a:lnTo>
                    <a:pt x="35" y="223"/>
                  </a:lnTo>
                  <a:lnTo>
                    <a:pt x="26" y="239"/>
                  </a:lnTo>
                  <a:lnTo>
                    <a:pt x="17" y="257"/>
                  </a:lnTo>
                  <a:lnTo>
                    <a:pt x="10" y="274"/>
                  </a:lnTo>
                  <a:lnTo>
                    <a:pt x="4" y="293"/>
                  </a:lnTo>
                  <a:lnTo>
                    <a:pt x="1" y="302"/>
                  </a:lnTo>
                  <a:lnTo>
                    <a:pt x="0" y="313"/>
                  </a:lnTo>
                  <a:lnTo>
                    <a:pt x="0" y="313"/>
                  </a:lnTo>
                  <a:lnTo>
                    <a:pt x="0" y="314"/>
                  </a:lnTo>
                  <a:lnTo>
                    <a:pt x="1" y="316"/>
                  </a:lnTo>
                  <a:lnTo>
                    <a:pt x="2" y="317"/>
                  </a:lnTo>
                  <a:lnTo>
                    <a:pt x="4" y="317"/>
                  </a:lnTo>
                  <a:lnTo>
                    <a:pt x="7" y="316"/>
                  </a:lnTo>
                  <a:lnTo>
                    <a:pt x="9" y="314"/>
                  </a:lnTo>
                  <a:lnTo>
                    <a:pt x="9" y="313"/>
                  </a:lnTo>
                  <a:lnTo>
                    <a:pt x="9" y="313"/>
                  </a:lnTo>
                  <a:lnTo>
                    <a:pt x="11" y="302"/>
                  </a:lnTo>
                  <a:lnTo>
                    <a:pt x="13" y="292"/>
                  </a:lnTo>
                  <a:lnTo>
                    <a:pt x="19" y="273"/>
                  </a:lnTo>
                  <a:lnTo>
                    <a:pt x="28" y="255"/>
                  </a:lnTo>
                  <a:lnTo>
                    <a:pt x="36" y="237"/>
                  </a:lnTo>
                  <a:lnTo>
                    <a:pt x="45" y="220"/>
                  </a:lnTo>
                  <a:lnTo>
                    <a:pt x="54" y="201"/>
                  </a:lnTo>
                  <a:lnTo>
                    <a:pt x="62" y="182"/>
                  </a:lnTo>
                  <a:lnTo>
                    <a:pt x="68" y="164"/>
                  </a:lnTo>
                  <a:lnTo>
                    <a:pt x="68" y="164"/>
                  </a:lnTo>
                  <a:lnTo>
                    <a:pt x="79" y="119"/>
                  </a:lnTo>
                  <a:lnTo>
                    <a:pt x="91" y="76"/>
                  </a:lnTo>
                  <a:lnTo>
                    <a:pt x="91" y="76"/>
                  </a:lnTo>
                  <a:lnTo>
                    <a:pt x="102" y="40"/>
                  </a:lnTo>
                  <a:lnTo>
                    <a:pt x="106" y="22"/>
                  </a:lnTo>
                  <a:lnTo>
                    <a:pt x="109" y="4"/>
                  </a:lnTo>
                  <a:lnTo>
                    <a:pt x="109" y="4"/>
                  </a:lnTo>
                  <a:lnTo>
                    <a:pt x="108" y="2"/>
                  </a:lnTo>
                  <a:lnTo>
                    <a:pt x="107" y="1"/>
                  </a:lnTo>
                  <a:lnTo>
                    <a:pt x="106" y="0"/>
                  </a:lnTo>
                  <a:lnTo>
                    <a:pt x="104" y="0"/>
                  </a:lnTo>
                  <a:lnTo>
                    <a:pt x="101" y="1"/>
                  </a:lnTo>
                  <a:lnTo>
                    <a:pt x="100" y="2"/>
                  </a:lnTo>
                  <a:lnTo>
                    <a:pt x="99" y="4"/>
                  </a:lnTo>
                  <a:lnTo>
                    <a:pt x="99" y="4"/>
                  </a:lnTo>
                  <a:close/>
                </a:path>
              </a:pathLst>
            </a:custGeom>
            <a:grpFill/>
            <a:ln>
              <a:solidFill>
                <a:schemeClr val="accent1">
                  <a:lumMod val="75000"/>
                  <a:alpha val="0"/>
                </a:schemeClr>
              </a:solidFill>
            </a:ln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292" name="Freeform 908"/>
            <p:cNvSpPr/>
            <p:nvPr>
              <p:custDataLst>
                <p:tags r:id="rId8"/>
              </p:custDataLst>
            </p:nvPr>
          </p:nvSpPr>
          <p:spPr bwMode="auto">
            <a:xfrm>
              <a:off x="3365500" y="1427163"/>
              <a:ext cx="58738" cy="169863"/>
            </a:xfrm>
            <a:custGeom>
              <a:avLst/>
              <a:gdLst/>
              <a:ahLst/>
              <a:cxnLst>
                <a:cxn ang="0">
                  <a:pos x="102" y="1"/>
                </a:cxn>
                <a:cxn ang="0">
                  <a:pos x="102" y="1"/>
                </a:cxn>
                <a:cxn ang="0">
                  <a:pos x="97" y="7"/>
                </a:cxn>
                <a:cxn ang="0">
                  <a:pos x="93" y="13"/>
                </a:cxn>
                <a:cxn ang="0">
                  <a:pos x="87" y="26"/>
                </a:cxn>
                <a:cxn ang="0">
                  <a:pos x="82" y="39"/>
                </a:cxn>
                <a:cxn ang="0">
                  <a:pos x="79" y="54"/>
                </a:cxn>
                <a:cxn ang="0">
                  <a:pos x="79" y="54"/>
                </a:cxn>
                <a:cxn ang="0">
                  <a:pos x="72" y="77"/>
                </a:cxn>
                <a:cxn ang="0">
                  <a:pos x="65" y="101"/>
                </a:cxn>
                <a:cxn ang="0">
                  <a:pos x="51" y="148"/>
                </a:cxn>
                <a:cxn ang="0">
                  <a:pos x="51" y="148"/>
                </a:cxn>
                <a:cxn ang="0">
                  <a:pos x="44" y="168"/>
                </a:cxn>
                <a:cxn ang="0">
                  <a:pos x="37" y="190"/>
                </a:cxn>
                <a:cxn ang="0">
                  <a:pos x="20" y="231"/>
                </a:cxn>
                <a:cxn ang="0">
                  <a:pos x="13" y="252"/>
                </a:cxn>
                <a:cxn ang="0">
                  <a:pos x="7" y="274"/>
                </a:cxn>
                <a:cxn ang="0">
                  <a:pos x="2" y="295"/>
                </a:cxn>
                <a:cxn ang="0">
                  <a:pos x="1" y="307"/>
                </a:cxn>
                <a:cxn ang="0">
                  <a:pos x="0" y="317"/>
                </a:cxn>
                <a:cxn ang="0">
                  <a:pos x="0" y="317"/>
                </a:cxn>
                <a:cxn ang="0">
                  <a:pos x="1" y="319"/>
                </a:cxn>
                <a:cxn ang="0">
                  <a:pos x="2" y="321"/>
                </a:cxn>
                <a:cxn ang="0">
                  <a:pos x="3" y="322"/>
                </a:cxn>
                <a:cxn ang="0">
                  <a:pos x="6" y="322"/>
                </a:cxn>
                <a:cxn ang="0">
                  <a:pos x="8" y="322"/>
                </a:cxn>
                <a:cxn ang="0">
                  <a:pos x="9" y="321"/>
                </a:cxn>
                <a:cxn ang="0">
                  <a:pos x="10" y="319"/>
                </a:cxn>
                <a:cxn ang="0">
                  <a:pos x="11" y="317"/>
                </a:cxn>
                <a:cxn ang="0">
                  <a:pos x="11" y="317"/>
                </a:cxn>
                <a:cxn ang="0">
                  <a:pos x="11" y="307"/>
                </a:cxn>
                <a:cxn ang="0">
                  <a:pos x="12" y="296"/>
                </a:cxn>
                <a:cxn ang="0">
                  <a:pos x="16" y="276"/>
                </a:cxn>
                <a:cxn ang="0">
                  <a:pos x="22" y="256"/>
                </a:cxn>
                <a:cxn ang="0">
                  <a:pos x="29" y="237"/>
                </a:cxn>
                <a:cxn ang="0">
                  <a:pos x="44" y="198"/>
                </a:cxn>
                <a:cxn ang="0">
                  <a:pos x="51" y="179"/>
                </a:cxn>
                <a:cxn ang="0">
                  <a:pos x="57" y="159"/>
                </a:cxn>
                <a:cxn ang="0">
                  <a:pos x="57" y="159"/>
                </a:cxn>
                <a:cxn ang="0">
                  <a:pos x="70" y="120"/>
                </a:cxn>
                <a:cxn ang="0">
                  <a:pos x="81" y="81"/>
                </a:cxn>
                <a:cxn ang="0">
                  <a:pos x="81" y="81"/>
                </a:cxn>
                <a:cxn ang="0">
                  <a:pos x="86" y="62"/>
                </a:cxn>
                <a:cxn ang="0">
                  <a:pos x="91" y="42"/>
                </a:cxn>
                <a:cxn ang="0">
                  <a:pos x="94" y="33"/>
                </a:cxn>
                <a:cxn ang="0">
                  <a:pos x="97" y="25"/>
                </a:cxn>
                <a:cxn ang="0">
                  <a:pos x="103" y="16"/>
                </a:cxn>
                <a:cxn ang="0">
                  <a:pos x="109" y="8"/>
                </a:cxn>
                <a:cxn ang="0">
                  <a:pos x="109" y="8"/>
                </a:cxn>
                <a:cxn ang="0">
                  <a:pos x="110" y="6"/>
                </a:cxn>
                <a:cxn ang="0">
                  <a:pos x="110" y="4"/>
                </a:cxn>
                <a:cxn ang="0">
                  <a:pos x="109" y="3"/>
                </a:cxn>
                <a:cxn ang="0">
                  <a:pos x="108" y="1"/>
                </a:cxn>
                <a:cxn ang="0">
                  <a:pos x="107" y="0"/>
                </a:cxn>
                <a:cxn ang="0">
                  <a:pos x="105" y="0"/>
                </a:cxn>
                <a:cxn ang="0">
                  <a:pos x="104" y="0"/>
                </a:cxn>
                <a:cxn ang="0">
                  <a:pos x="102" y="1"/>
                </a:cxn>
                <a:cxn ang="0">
                  <a:pos x="102" y="1"/>
                </a:cxn>
              </a:cxnLst>
              <a:rect l="0" t="0" r="r" b="b"/>
              <a:pathLst>
                <a:path w="110" h="322">
                  <a:moveTo>
                    <a:pt x="102" y="1"/>
                  </a:moveTo>
                  <a:lnTo>
                    <a:pt x="102" y="1"/>
                  </a:lnTo>
                  <a:lnTo>
                    <a:pt x="97" y="7"/>
                  </a:lnTo>
                  <a:lnTo>
                    <a:pt x="93" y="13"/>
                  </a:lnTo>
                  <a:lnTo>
                    <a:pt x="87" y="26"/>
                  </a:lnTo>
                  <a:lnTo>
                    <a:pt x="82" y="39"/>
                  </a:lnTo>
                  <a:lnTo>
                    <a:pt x="79" y="54"/>
                  </a:lnTo>
                  <a:lnTo>
                    <a:pt x="79" y="54"/>
                  </a:lnTo>
                  <a:lnTo>
                    <a:pt x="72" y="77"/>
                  </a:lnTo>
                  <a:lnTo>
                    <a:pt x="65" y="101"/>
                  </a:lnTo>
                  <a:lnTo>
                    <a:pt x="51" y="148"/>
                  </a:lnTo>
                  <a:lnTo>
                    <a:pt x="51" y="148"/>
                  </a:lnTo>
                  <a:lnTo>
                    <a:pt x="44" y="168"/>
                  </a:lnTo>
                  <a:lnTo>
                    <a:pt x="37" y="190"/>
                  </a:lnTo>
                  <a:lnTo>
                    <a:pt x="20" y="231"/>
                  </a:lnTo>
                  <a:lnTo>
                    <a:pt x="13" y="252"/>
                  </a:lnTo>
                  <a:lnTo>
                    <a:pt x="7" y="274"/>
                  </a:lnTo>
                  <a:lnTo>
                    <a:pt x="2" y="295"/>
                  </a:lnTo>
                  <a:lnTo>
                    <a:pt x="1" y="307"/>
                  </a:lnTo>
                  <a:lnTo>
                    <a:pt x="0" y="317"/>
                  </a:lnTo>
                  <a:lnTo>
                    <a:pt x="0" y="317"/>
                  </a:lnTo>
                  <a:lnTo>
                    <a:pt x="1" y="319"/>
                  </a:lnTo>
                  <a:lnTo>
                    <a:pt x="2" y="321"/>
                  </a:lnTo>
                  <a:lnTo>
                    <a:pt x="3" y="322"/>
                  </a:lnTo>
                  <a:lnTo>
                    <a:pt x="6" y="322"/>
                  </a:lnTo>
                  <a:lnTo>
                    <a:pt x="8" y="322"/>
                  </a:lnTo>
                  <a:lnTo>
                    <a:pt x="9" y="321"/>
                  </a:lnTo>
                  <a:lnTo>
                    <a:pt x="10" y="319"/>
                  </a:lnTo>
                  <a:lnTo>
                    <a:pt x="11" y="317"/>
                  </a:lnTo>
                  <a:lnTo>
                    <a:pt x="11" y="317"/>
                  </a:lnTo>
                  <a:lnTo>
                    <a:pt x="11" y="307"/>
                  </a:lnTo>
                  <a:lnTo>
                    <a:pt x="12" y="296"/>
                  </a:lnTo>
                  <a:lnTo>
                    <a:pt x="16" y="276"/>
                  </a:lnTo>
                  <a:lnTo>
                    <a:pt x="22" y="256"/>
                  </a:lnTo>
                  <a:lnTo>
                    <a:pt x="29" y="237"/>
                  </a:lnTo>
                  <a:lnTo>
                    <a:pt x="44" y="198"/>
                  </a:lnTo>
                  <a:lnTo>
                    <a:pt x="51" y="179"/>
                  </a:lnTo>
                  <a:lnTo>
                    <a:pt x="57" y="159"/>
                  </a:lnTo>
                  <a:lnTo>
                    <a:pt x="57" y="159"/>
                  </a:lnTo>
                  <a:lnTo>
                    <a:pt x="70" y="120"/>
                  </a:lnTo>
                  <a:lnTo>
                    <a:pt x="81" y="81"/>
                  </a:lnTo>
                  <a:lnTo>
                    <a:pt x="81" y="81"/>
                  </a:lnTo>
                  <a:lnTo>
                    <a:pt x="86" y="62"/>
                  </a:lnTo>
                  <a:lnTo>
                    <a:pt x="91" y="42"/>
                  </a:lnTo>
                  <a:lnTo>
                    <a:pt x="94" y="33"/>
                  </a:lnTo>
                  <a:lnTo>
                    <a:pt x="97" y="25"/>
                  </a:lnTo>
                  <a:lnTo>
                    <a:pt x="103" y="16"/>
                  </a:lnTo>
                  <a:lnTo>
                    <a:pt x="109" y="8"/>
                  </a:lnTo>
                  <a:lnTo>
                    <a:pt x="109" y="8"/>
                  </a:lnTo>
                  <a:lnTo>
                    <a:pt x="110" y="6"/>
                  </a:lnTo>
                  <a:lnTo>
                    <a:pt x="110" y="4"/>
                  </a:lnTo>
                  <a:lnTo>
                    <a:pt x="109" y="3"/>
                  </a:lnTo>
                  <a:lnTo>
                    <a:pt x="108" y="1"/>
                  </a:lnTo>
                  <a:lnTo>
                    <a:pt x="107" y="0"/>
                  </a:lnTo>
                  <a:lnTo>
                    <a:pt x="105" y="0"/>
                  </a:lnTo>
                  <a:lnTo>
                    <a:pt x="104" y="0"/>
                  </a:lnTo>
                  <a:lnTo>
                    <a:pt x="102" y="1"/>
                  </a:lnTo>
                  <a:lnTo>
                    <a:pt x="102" y="1"/>
                  </a:lnTo>
                  <a:close/>
                </a:path>
              </a:pathLst>
            </a:custGeom>
            <a:grpFill/>
            <a:ln>
              <a:solidFill>
                <a:schemeClr val="accent1">
                  <a:lumMod val="75000"/>
                  <a:alpha val="0"/>
                </a:schemeClr>
              </a:solidFill>
            </a:ln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293" name="Freeform 909"/>
            <p:cNvSpPr/>
            <p:nvPr>
              <p:custDataLst>
                <p:tags r:id="rId9"/>
              </p:custDataLst>
            </p:nvPr>
          </p:nvSpPr>
          <p:spPr bwMode="auto">
            <a:xfrm>
              <a:off x="3403600" y="1430338"/>
              <a:ext cx="41275" cy="182563"/>
            </a:xfrm>
            <a:custGeom>
              <a:avLst/>
              <a:gdLst/>
              <a:ahLst/>
              <a:cxnLst>
                <a:cxn ang="0">
                  <a:pos x="67" y="4"/>
                </a:cxn>
                <a:cxn ang="0">
                  <a:pos x="62" y="52"/>
                </a:cxn>
                <a:cxn ang="0">
                  <a:pos x="53" y="99"/>
                </a:cxn>
                <a:cxn ang="0">
                  <a:pos x="39" y="171"/>
                </a:cxn>
                <a:cxn ang="0">
                  <a:pos x="35" y="193"/>
                </a:cxn>
                <a:cxn ang="0">
                  <a:pos x="30" y="215"/>
                </a:cxn>
                <a:cxn ang="0">
                  <a:pos x="15" y="255"/>
                </a:cxn>
                <a:cxn ang="0">
                  <a:pos x="10" y="277"/>
                </a:cxn>
                <a:cxn ang="0">
                  <a:pos x="7" y="294"/>
                </a:cxn>
                <a:cxn ang="0">
                  <a:pos x="5" y="310"/>
                </a:cxn>
                <a:cxn ang="0">
                  <a:pos x="5" y="325"/>
                </a:cxn>
                <a:cxn ang="0">
                  <a:pos x="4" y="335"/>
                </a:cxn>
                <a:cxn ang="0">
                  <a:pos x="3" y="337"/>
                </a:cxn>
                <a:cxn ang="0">
                  <a:pos x="0" y="340"/>
                </a:cxn>
                <a:cxn ang="0">
                  <a:pos x="1" y="343"/>
                </a:cxn>
                <a:cxn ang="0">
                  <a:pos x="4" y="345"/>
                </a:cxn>
                <a:cxn ang="0">
                  <a:pos x="7" y="345"/>
                </a:cxn>
                <a:cxn ang="0">
                  <a:pos x="10" y="342"/>
                </a:cxn>
                <a:cxn ang="0">
                  <a:pos x="13" y="334"/>
                </a:cxn>
                <a:cxn ang="0">
                  <a:pos x="14" y="318"/>
                </a:cxn>
                <a:cxn ang="0">
                  <a:pos x="14" y="310"/>
                </a:cxn>
                <a:cxn ang="0">
                  <a:pos x="17" y="285"/>
                </a:cxn>
                <a:cxn ang="0">
                  <a:pos x="23" y="260"/>
                </a:cxn>
                <a:cxn ang="0">
                  <a:pos x="40" y="213"/>
                </a:cxn>
                <a:cxn ang="0">
                  <a:pos x="44" y="201"/>
                </a:cxn>
                <a:cxn ang="0">
                  <a:pos x="47" y="176"/>
                </a:cxn>
                <a:cxn ang="0">
                  <a:pos x="49" y="163"/>
                </a:cxn>
                <a:cxn ang="0">
                  <a:pos x="63" y="107"/>
                </a:cxn>
                <a:cxn ang="0">
                  <a:pos x="65" y="93"/>
                </a:cxn>
                <a:cxn ang="0">
                  <a:pos x="70" y="52"/>
                </a:cxn>
                <a:cxn ang="0">
                  <a:pos x="73" y="28"/>
                </a:cxn>
                <a:cxn ang="0">
                  <a:pos x="76" y="4"/>
                </a:cxn>
                <a:cxn ang="0">
                  <a:pos x="75" y="2"/>
                </a:cxn>
                <a:cxn ang="0">
                  <a:pos x="73" y="0"/>
                </a:cxn>
                <a:cxn ang="0">
                  <a:pos x="70" y="0"/>
                </a:cxn>
                <a:cxn ang="0">
                  <a:pos x="67" y="2"/>
                </a:cxn>
                <a:cxn ang="0">
                  <a:pos x="67" y="4"/>
                </a:cxn>
              </a:cxnLst>
              <a:rect l="0" t="0" r="r" b="b"/>
              <a:pathLst>
                <a:path w="76" h="346">
                  <a:moveTo>
                    <a:pt x="67" y="4"/>
                  </a:moveTo>
                  <a:lnTo>
                    <a:pt x="67" y="4"/>
                  </a:lnTo>
                  <a:lnTo>
                    <a:pt x="65" y="28"/>
                  </a:lnTo>
                  <a:lnTo>
                    <a:pt x="62" y="52"/>
                  </a:lnTo>
                  <a:lnTo>
                    <a:pt x="58" y="76"/>
                  </a:lnTo>
                  <a:lnTo>
                    <a:pt x="53" y="99"/>
                  </a:lnTo>
                  <a:lnTo>
                    <a:pt x="43" y="147"/>
                  </a:lnTo>
                  <a:lnTo>
                    <a:pt x="39" y="171"/>
                  </a:lnTo>
                  <a:lnTo>
                    <a:pt x="35" y="193"/>
                  </a:lnTo>
                  <a:lnTo>
                    <a:pt x="35" y="193"/>
                  </a:lnTo>
                  <a:lnTo>
                    <a:pt x="33" y="205"/>
                  </a:lnTo>
                  <a:lnTo>
                    <a:pt x="30" y="215"/>
                  </a:lnTo>
                  <a:lnTo>
                    <a:pt x="22" y="236"/>
                  </a:lnTo>
                  <a:lnTo>
                    <a:pt x="15" y="255"/>
                  </a:lnTo>
                  <a:lnTo>
                    <a:pt x="12" y="267"/>
                  </a:lnTo>
                  <a:lnTo>
                    <a:pt x="10" y="277"/>
                  </a:lnTo>
                  <a:lnTo>
                    <a:pt x="10" y="277"/>
                  </a:lnTo>
                  <a:lnTo>
                    <a:pt x="7" y="294"/>
                  </a:lnTo>
                  <a:lnTo>
                    <a:pt x="6" y="302"/>
                  </a:lnTo>
                  <a:lnTo>
                    <a:pt x="5" y="310"/>
                  </a:lnTo>
                  <a:lnTo>
                    <a:pt x="5" y="310"/>
                  </a:lnTo>
                  <a:lnTo>
                    <a:pt x="5" y="325"/>
                  </a:lnTo>
                  <a:lnTo>
                    <a:pt x="5" y="333"/>
                  </a:lnTo>
                  <a:lnTo>
                    <a:pt x="4" y="335"/>
                  </a:lnTo>
                  <a:lnTo>
                    <a:pt x="3" y="337"/>
                  </a:lnTo>
                  <a:lnTo>
                    <a:pt x="3" y="337"/>
                  </a:lnTo>
                  <a:lnTo>
                    <a:pt x="1" y="338"/>
                  </a:lnTo>
                  <a:lnTo>
                    <a:pt x="0" y="340"/>
                  </a:lnTo>
                  <a:lnTo>
                    <a:pt x="1" y="342"/>
                  </a:lnTo>
                  <a:lnTo>
                    <a:pt x="1" y="343"/>
                  </a:lnTo>
                  <a:lnTo>
                    <a:pt x="2" y="345"/>
                  </a:lnTo>
                  <a:lnTo>
                    <a:pt x="4" y="345"/>
                  </a:lnTo>
                  <a:lnTo>
                    <a:pt x="5" y="346"/>
                  </a:lnTo>
                  <a:lnTo>
                    <a:pt x="7" y="345"/>
                  </a:lnTo>
                  <a:lnTo>
                    <a:pt x="7" y="345"/>
                  </a:lnTo>
                  <a:lnTo>
                    <a:pt x="10" y="342"/>
                  </a:lnTo>
                  <a:lnTo>
                    <a:pt x="12" y="339"/>
                  </a:lnTo>
                  <a:lnTo>
                    <a:pt x="13" y="334"/>
                  </a:lnTo>
                  <a:lnTo>
                    <a:pt x="14" y="329"/>
                  </a:lnTo>
                  <a:lnTo>
                    <a:pt x="14" y="318"/>
                  </a:lnTo>
                  <a:lnTo>
                    <a:pt x="14" y="310"/>
                  </a:lnTo>
                  <a:lnTo>
                    <a:pt x="14" y="310"/>
                  </a:lnTo>
                  <a:lnTo>
                    <a:pt x="15" y="298"/>
                  </a:lnTo>
                  <a:lnTo>
                    <a:pt x="17" y="285"/>
                  </a:lnTo>
                  <a:lnTo>
                    <a:pt x="19" y="273"/>
                  </a:lnTo>
                  <a:lnTo>
                    <a:pt x="23" y="260"/>
                  </a:lnTo>
                  <a:lnTo>
                    <a:pt x="32" y="236"/>
                  </a:lnTo>
                  <a:lnTo>
                    <a:pt x="40" y="213"/>
                  </a:lnTo>
                  <a:lnTo>
                    <a:pt x="40" y="213"/>
                  </a:lnTo>
                  <a:lnTo>
                    <a:pt x="44" y="201"/>
                  </a:lnTo>
                  <a:lnTo>
                    <a:pt x="46" y="188"/>
                  </a:lnTo>
                  <a:lnTo>
                    <a:pt x="47" y="176"/>
                  </a:lnTo>
                  <a:lnTo>
                    <a:pt x="49" y="163"/>
                  </a:lnTo>
                  <a:lnTo>
                    <a:pt x="49" y="163"/>
                  </a:lnTo>
                  <a:lnTo>
                    <a:pt x="56" y="135"/>
                  </a:lnTo>
                  <a:lnTo>
                    <a:pt x="63" y="107"/>
                  </a:lnTo>
                  <a:lnTo>
                    <a:pt x="63" y="107"/>
                  </a:lnTo>
                  <a:lnTo>
                    <a:pt x="65" y="93"/>
                  </a:lnTo>
                  <a:lnTo>
                    <a:pt x="66" y="79"/>
                  </a:lnTo>
                  <a:lnTo>
                    <a:pt x="70" y="52"/>
                  </a:lnTo>
                  <a:lnTo>
                    <a:pt x="70" y="52"/>
                  </a:lnTo>
                  <a:lnTo>
                    <a:pt x="73" y="28"/>
                  </a:lnTo>
                  <a:lnTo>
                    <a:pt x="75" y="17"/>
                  </a:lnTo>
                  <a:lnTo>
                    <a:pt x="76" y="4"/>
                  </a:lnTo>
                  <a:lnTo>
                    <a:pt x="76" y="4"/>
                  </a:lnTo>
                  <a:lnTo>
                    <a:pt x="75" y="2"/>
                  </a:lnTo>
                  <a:lnTo>
                    <a:pt x="74" y="1"/>
                  </a:lnTo>
                  <a:lnTo>
                    <a:pt x="73" y="0"/>
                  </a:lnTo>
                  <a:lnTo>
                    <a:pt x="71" y="0"/>
                  </a:lnTo>
                  <a:lnTo>
                    <a:pt x="70" y="0"/>
                  </a:lnTo>
                  <a:lnTo>
                    <a:pt x="68" y="1"/>
                  </a:lnTo>
                  <a:lnTo>
                    <a:pt x="67" y="2"/>
                  </a:lnTo>
                  <a:lnTo>
                    <a:pt x="67" y="4"/>
                  </a:lnTo>
                  <a:lnTo>
                    <a:pt x="67" y="4"/>
                  </a:lnTo>
                  <a:close/>
                </a:path>
              </a:pathLst>
            </a:custGeom>
            <a:grpFill/>
            <a:ln>
              <a:solidFill>
                <a:schemeClr val="accent1">
                  <a:lumMod val="75000"/>
                  <a:alpha val="0"/>
                </a:schemeClr>
              </a:solidFill>
            </a:ln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294" name="Freeform 910"/>
            <p:cNvSpPr/>
            <p:nvPr>
              <p:custDataLst>
                <p:tags r:id="rId10"/>
              </p:custDataLst>
            </p:nvPr>
          </p:nvSpPr>
          <p:spPr bwMode="auto">
            <a:xfrm>
              <a:off x="3436938" y="1397000"/>
              <a:ext cx="47625" cy="252413"/>
            </a:xfrm>
            <a:custGeom>
              <a:avLst/>
              <a:gdLst/>
              <a:ahLst/>
              <a:cxnLst>
                <a:cxn ang="0">
                  <a:pos x="80" y="4"/>
                </a:cxn>
                <a:cxn ang="0">
                  <a:pos x="80" y="4"/>
                </a:cxn>
                <a:cxn ang="0">
                  <a:pos x="78" y="20"/>
                </a:cxn>
                <a:cxn ang="0">
                  <a:pos x="76" y="34"/>
                </a:cxn>
                <a:cxn ang="0">
                  <a:pos x="69" y="63"/>
                </a:cxn>
                <a:cxn ang="0">
                  <a:pos x="54" y="121"/>
                </a:cxn>
                <a:cxn ang="0">
                  <a:pos x="54" y="121"/>
                </a:cxn>
                <a:cxn ang="0">
                  <a:pos x="40" y="180"/>
                </a:cxn>
                <a:cxn ang="0">
                  <a:pos x="26" y="238"/>
                </a:cxn>
                <a:cxn ang="0">
                  <a:pos x="26" y="238"/>
                </a:cxn>
                <a:cxn ang="0">
                  <a:pos x="23" y="253"/>
                </a:cxn>
                <a:cxn ang="0">
                  <a:pos x="21" y="269"/>
                </a:cxn>
                <a:cxn ang="0">
                  <a:pos x="19" y="301"/>
                </a:cxn>
                <a:cxn ang="0">
                  <a:pos x="16" y="332"/>
                </a:cxn>
                <a:cxn ang="0">
                  <a:pos x="15" y="347"/>
                </a:cxn>
                <a:cxn ang="0">
                  <a:pos x="12" y="363"/>
                </a:cxn>
                <a:cxn ang="0">
                  <a:pos x="12" y="363"/>
                </a:cxn>
                <a:cxn ang="0">
                  <a:pos x="8" y="391"/>
                </a:cxn>
                <a:cxn ang="0">
                  <a:pos x="4" y="419"/>
                </a:cxn>
                <a:cxn ang="0">
                  <a:pos x="2" y="446"/>
                </a:cxn>
                <a:cxn ang="0">
                  <a:pos x="0" y="474"/>
                </a:cxn>
                <a:cxn ang="0">
                  <a:pos x="0" y="474"/>
                </a:cxn>
                <a:cxn ang="0">
                  <a:pos x="0" y="476"/>
                </a:cxn>
                <a:cxn ang="0">
                  <a:pos x="1" y="477"/>
                </a:cxn>
                <a:cxn ang="0">
                  <a:pos x="3" y="478"/>
                </a:cxn>
                <a:cxn ang="0">
                  <a:pos x="4" y="478"/>
                </a:cxn>
                <a:cxn ang="0">
                  <a:pos x="6" y="478"/>
                </a:cxn>
                <a:cxn ang="0">
                  <a:pos x="8" y="477"/>
                </a:cxn>
                <a:cxn ang="0">
                  <a:pos x="9" y="476"/>
                </a:cxn>
                <a:cxn ang="0">
                  <a:pos x="9" y="474"/>
                </a:cxn>
                <a:cxn ang="0">
                  <a:pos x="9" y="474"/>
                </a:cxn>
                <a:cxn ang="0">
                  <a:pos x="11" y="444"/>
                </a:cxn>
                <a:cxn ang="0">
                  <a:pos x="14" y="415"/>
                </a:cxn>
                <a:cxn ang="0">
                  <a:pos x="18" y="385"/>
                </a:cxn>
                <a:cxn ang="0">
                  <a:pos x="23" y="357"/>
                </a:cxn>
                <a:cxn ang="0">
                  <a:pos x="23" y="357"/>
                </a:cxn>
                <a:cxn ang="0">
                  <a:pos x="25" y="341"/>
                </a:cxn>
                <a:cxn ang="0">
                  <a:pos x="28" y="326"/>
                </a:cxn>
                <a:cxn ang="0">
                  <a:pos x="30" y="295"/>
                </a:cxn>
                <a:cxn ang="0">
                  <a:pos x="33" y="263"/>
                </a:cxn>
                <a:cxn ang="0">
                  <a:pos x="35" y="247"/>
                </a:cxn>
                <a:cxn ang="0">
                  <a:pos x="38" y="232"/>
                </a:cxn>
                <a:cxn ang="0">
                  <a:pos x="38" y="232"/>
                </a:cxn>
                <a:cxn ang="0">
                  <a:pos x="51" y="174"/>
                </a:cxn>
                <a:cxn ang="0">
                  <a:pos x="66" y="116"/>
                </a:cxn>
                <a:cxn ang="0">
                  <a:pos x="66" y="116"/>
                </a:cxn>
                <a:cxn ang="0">
                  <a:pos x="79" y="61"/>
                </a:cxn>
                <a:cxn ang="0">
                  <a:pos x="85" y="32"/>
                </a:cxn>
                <a:cxn ang="0">
                  <a:pos x="90" y="4"/>
                </a:cxn>
                <a:cxn ang="0">
                  <a:pos x="90" y="4"/>
                </a:cxn>
                <a:cxn ang="0">
                  <a:pos x="90" y="3"/>
                </a:cxn>
                <a:cxn ang="0">
                  <a:pos x="88" y="1"/>
                </a:cxn>
                <a:cxn ang="0">
                  <a:pos x="87" y="0"/>
                </a:cxn>
                <a:cxn ang="0">
                  <a:pos x="85" y="0"/>
                </a:cxn>
                <a:cxn ang="0">
                  <a:pos x="82" y="1"/>
                </a:cxn>
                <a:cxn ang="0">
                  <a:pos x="81" y="3"/>
                </a:cxn>
                <a:cxn ang="0">
                  <a:pos x="80" y="4"/>
                </a:cxn>
                <a:cxn ang="0">
                  <a:pos x="80" y="4"/>
                </a:cxn>
              </a:cxnLst>
              <a:rect l="0" t="0" r="r" b="b"/>
              <a:pathLst>
                <a:path w="90" h="478">
                  <a:moveTo>
                    <a:pt x="80" y="4"/>
                  </a:moveTo>
                  <a:lnTo>
                    <a:pt x="80" y="4"/>
                  </a:lnTo>
                  <a:lnTo>
                    <a:pt x="78" y="20"/>
                  </a:lnTo>
                  <a:lnTo>
                    <a:pt x="76" y="34"/>
                  </a:lnTo>
                  <a:lnTo>
                    <a:pt x="69" y="63"/>
                  </a:lnTo>
                  <a:lnTo>
                    <a:pt x="54" y="121"/>
                  </a:lnTo>
                  <a:lnTo>
                    <a:pt x="54" y="121"/>
                  </a:lnTo>
                  <a:lnTo>
                    <a:pt x="40" y="180"/>
                  </a:lnTo>
                  <a:lnTo>
                    <a:pt x="26" y="238"/>
                  </a:lnTo>
                  <a:lnTo>
                    <a:pt x="26" y="238"/>
                  </a:lnTo>
                  <a:lnTo>
                    <a:pt x="23" y="253"/>
                  </a:lnTo>
                  <a:lnTo>
                    <a:pt x="21" y="269"/>
                  </a:lnTo>
                  <a:lnTo>
                    <a:pt x="19" y="301"/>
                  </a:lnTo>
                  <a:lnTo>
                    <a:pt x="16" y="332"/>
                  </a:lnTo>
                  <a:lnTo>
                    <a:pt x="15" y="347"/>
                  </a:lnTo>
                  <a:lnTo>
                    <a:pt x="12" y="363"/>
                  </a:lnTo>
                  <a:lnTo>
                    <a:pt x="12" y="363"/>
                  </a:lnTo>
                  <a:lnTo>
                    <a:pt x="8" y="391"/>
                  </a:lnTo>
                  <a:lnTo>
                    <a:pt x="4" y="419"/>
                  </a:lnTo>
                  <a:lnTo>
                    <a:pt x="2" y="446"/>
                  </a:lnTo>
                  <a:lnTo>
                    <a:pt x="0" y="474"/>
                  </a:lnTo>
                  <a:lnTo>
                    <a:pt x="0" y="474"/>
                  </a:lnTo>
                  <a:lnTo>
                    <a:pt x="0" y="476"/>
                  </a:lnTo>
                  <a:lnTo>
                    <a:pt x="1" y="477"/>
                  </a:lnTo>
                  <a:lnTo>
                    <a:pt x="3" y="478"/>
                  </a:lnTo>
                  <a:lnTo>
                    <a:pt x="4" y="478"/>
                  </a:lnTo>
                  <a:lnTo>
                    <a:pt x="6" y="478"/>
                  </a:lnTo>
                  <a:lnTo>
                    <a:pt x="8" y="477"/>
                  </a:lnTo>
                  <a:lnTo>
                    <a:pt x="9" y="476"/>
                  </a:lnTo>
                  <a:lnTo>
                    <a:pt x="9" y="474"/>
                  </a:lnTo>
                  <a:lnTo>
                    <a:pt x="9" y="474"/>
                  </a:lnTo>
                  <a:lnTo>
                    <a:pt x="11" y="444"/>
                  </a:lnTo>
                  <a:lnTo>
                    <a:pt x="14" y="415"/>
                  </a:lnTo>
                  <a:lnTo>
                    <a:pt x="18" y="385"/>
                  </a:lnTo>
                  <a:lnTo>
                    <a:pt x="23" y="357"/>
                  </a:lnTo>
                  <a:lnTo>
                    <a:pt x="23" y="357"/>
                  </a:lnTo>
                  <a:lnTo>
                    <a:pt x="25" y="341"/>
                  </a:lnTo>
                  <a:lnTo>
                    <a:pt x="28" y="326"/>
                  </a:lnTo>
                  <a:lnTo>
                    <a:pt x="30" y="295"/>
                  </a:lnTo>
                  <a:lnTo>
                    <a:pt x="33" y="263"/>
                  </a:lnTo>
                  <a:lnTo>
                    <a:pt x="35" y="247"/>
                  </a:lnTo>
                  <a:lnTo>
                    <a:pt x="38" y="232"/>
                  </a:lnTo>
                  <a:lnTo>
                    <a:pt x="38" y="232"/>
                  </a:lnTo>
                  <a:lnTo>
                    <a:pt x="51" y="174"/>
                  </a:lnTo>
                  <a:lnTo>
                    <a:pt x="66" y="116"/>
                  </a:lnTo>
                  <a:lnTo>
                    <a:pt x="66" y="116"/>
                  </a:lnTo>
                  <a:lnTo>
                    <a:pt x="79" y="61"/>
                  </a:lnTo>
                  <a:lnTo>
                    <a:pt x="85" y="32"/>
                  </a:lnTo>
                  <a:lnTo>
                    <a:pt x="90" y="4"/>
                  </a:lnTo>
                  <a:lnTo>
                    <a:pt x="90" y="4"/>
                  </a:lnTo>
                  <a:lnTo>
                    <a:pt x="90" y="3"/>
                  </a:lnTo>
                  <a:lnTo>
                    <a:pt x="88" y="1"/>
                  </a:lnTo>
                  <a:lnTo>
                    <a:pt x="87" y="0"/>
                  </a:lnTo>
                  <a:lnTo>
                    <a:pt x="85" y="0"/>
                  </a:lnTo>
                  <a:lnTo>
                    <a:pt x="82" y="1"/>
                  </a:lnTo>
                  <a:lnTo>
                    <a:pt x="81" y="3"/>
                  </a:lnTo>
                  <a:lnTo>
                    <a:pt x="80" y="4"/>
                  </a:lnTo>
                  <a:lnTo>
                    <a:pt x="80" y="4"/>
                  </a:lnTo>
                  <a:close/>
                </a:path>
              </a:pathLst>
            </a:custGeom>
            <a:grpFill/>
            <a:ln>
              <a:solidFill>
                <a:schemeClr val="accent1">
                  <a:lumMod val="75000"/>
                  <a:alpha val="0"/>
                </a:schemeClr>
              </a:solidFill>
            </a:ln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295" name="Freeform 911"/>
            <p:cNvSpPr/>
            <p:nvPr>
              <p:custDataLst>
                <p:tags r:id="rId11"/>
              </p:custDataLst>
            </p:nvPr>
          </p:nvSpPr>
          <p:spPr bwMode="auto">
            <a:xfrm>
              <a:off x="3457575" y="1241425"/>
              <a:ext cx="104775" cy="455613"/>
            </a:xfrm>
            <a:custGeom>
              <a:avLst/>
              <a:gdLst/>
              <a:ahLst/>
              <a:cxnLst>
                <a:cxn ang="0">
                  <a:pos x="189" y="5"/>
                </a:cxn>
                <a:cxn ang="0">
                  <a:pos x="187" y="12"/>
                </a:cxn>
                <a:cxn ang="0">
                  <a:pos x="185" y="19"/>
                </a:cxn>
                <a:cxn ang="0">
                  <a:pos x="183" y="34"/>
                </a:cxn>
                <a:cxn ang="0">
                  <a:pos x="181" y="47"/>
                </a:cxn>
                <a:cxn ang="0">
                  <a:pos x="173" y="98"/>
                </a:cxn>
                <a:cxn ang="0">
                  <a:pos x="167" y="127"/>
                </a:cxn>
                <a:cxn ang="0">
                  <a:pos x="152" y="182"/>
                </a:cxn>
                <a:cxn ang="0">
                  <a:pos x="142" y="208"/>
                </a:cxn>
                <a:cxn ang="0">
                  <a:pos x="108" y="307"/>
                </a:cxn>
                <a:cxn ang="0">
                  <a:pos x="101" y="334"/>
                </a:cxn>
                <a:cxn ang="0">
                  <a:pos x="88" y="420"/>
                </a:cxn>
                <a:cxn ang="0">
                  <a:pos x="82" y="448"/>
                </a:cxn>
                <a:cxn ang="0">
                  <a:pos x="66" y="533"/>
                </a:cxn>
                <a:cxn ang="0">
                  <a:pos x="41" y="644"/>
                </a:cxn>
                <a:cxn ang="0">
                  <a:pos x="30" y="698"/>
                </a:cxn>
                <a:cxn ang="0">
                  <a:pos x="7" y="804"/>
                </a:cxn>
                <a:cxn ang="0">
                  <a:pos x="0" y="858"/>
                </a:cxn>
                <a:cxn ang="0">
                  <a:pos x="0" y="860"/>
                </a:cxn>
                <a:cxn ang="0">
                  <a:pos x="2" y="862"/>
                </a:cxn>
                <a:cxn ang="0">
                  <a:pos x="7" y="861"/>
                </a:cxn>
                <a:cxn ang="0">
                  <a:pos x="9" y="858"/>
                </a:cxn>
                <a:cxn ang="0">
                  <a:pos x="12" y="830"/>
                </a:cxn>
                <a:cxn ang="0">
                  <a:pos x="29" y="748"/>
                </a:cxn>
                <a:cxn ang="0">
                  <a:pos x="53" y="638"/>
                </a:cxn>
                <a:cxn ang="0">
                  <a:pos x="64" y="580"/>
                </a:cxn>
                <a:cxn ang="0">
                  <a:pos x="89" y="464"/>
                </a:cxn>
                <a:cxn ang="0">
                  <a:pos x="99" y="405"/>
                </a:cxn>
                <a:cxn ang="0">
                  <a:pos x="103" y="379"/>
                </a:cxn>
                <a:cxn ang="0">
                  <a:pos x="113" y="326"/>
                </a:cxn>
                <a:cxn ang="0">
                  <a:pos x="121" y="301"/>
                </a:cxn>
                <a:cxn ang="0">
                  <a:pos x="158" y="195"/>
                </a:cxn>
                <a:cxn ang="0">
                  <a:pos x="174" y="140"/>
                </a:cxn>
                <a:cxn ang="0">
                  <a:pos x="186" y="83"/>
                </a:cxn>
                <a:cxn ang="0">
                  <a:pos x="189" y="60"/>
                </a:cxn>
                <a:cxn ang="0">
                  <a:pos x="192" y="36"/>
                </a:cxn>
                <a:cxn ang="0">
                  <a:pos x="196" y="20"/>
                </a:cxn>
                <a:cxn ang="0">
                  <a:pos x="198" y="5"/>
                </a:cxn>
                <a:cxn ang="0">
                  <a:pos x="198" y="3"/>
                </a:cxn>
                <a:cxn ang="0">
                  <a:pos x="196" y="1"/>
                </a:cxn>
                <a:cxn ang="0">
                  <a:pos x="192" y="1"/>
                </a:cxn>
                <a:cxn ang="0">
                  <a:pos x="190" y="3"/>
                </a:cxn>
                <a:cxn ang="0">
                  <a:pos x="189" y="5"/>
                </a:cxn>
              </a:cxnLst>
              <a:rect l="0" t="0" r="r" b="b"/>
              <a:pathLst>
                <a:path w="198" h="862">
                  <a:moveTo>
                    <a:pt x="189" y="5"/>
                  </a:moveTo>
                  <a:lnTo>
                    <a:pt x="189" y="5"/>
                  </a:lnTo>
                  <a:lnTo>
                    <a:pt x="189" y="9"/>
                  </a:lnTo>
                  <a:lnTo>
                    <a:pt x="187" y="12"/>
                  </a:lnTo>
                  <a:lnTo>
                    <a:pt x="186" y="15"/>
                  </a:lnTo>
                  <a:lnTo>
                    <a:pt x="185" y="19"/>
                  </a:lnTo>
                  <a:lnTo>
                    <a:pt x="185" y="19"/>
                  </a:lnTo>
                  <a:lnTo>
                    <a:pt x="183" y="34"/>
                  </a:lnTo>
                  <a:lnTo>
                    <a:pt x="181" y="47"/>
                  </a:lnTo>
                  <a:lnTo>
                    <a:pt x="181" y="47"/>
                  </a:lnTo>
                  <a:lnTo>
                    <a:pt x="178" y="73"/>
                  </a:lnTo>
                  <a:lnTo>
                    <a:pt x="173" y="98"/>
                  </a:lnTo>
                  <a:lnTo>
                    <a:pt x="173" y="98"/>
                  </a:lnTo>
                  <a:lnTo>
                    <a:pt x="167" y="127"/>
                  </a:lnTo>
                  <a:lnTo>
                    <a:pt x="160" y="154"/>
                  </a:lnTo>
                  <a:lnTo>
                    <a:pt x="152" y="182"/>
                  </a:lnTo>
                  <a:lnTo>
                    <a:pt x="142" y="208"/>
                  </a:lnTo>
                  <a:lnTo>
                    <a:pt x="142" y="208"/>
                  </a:lnTo>
                  <a:lnTo>
                    <a:pt x="108" y="307"/>
                  </a:lnTo>
                  <a:lnTo>
                    <a:pt x="108" y="307"/>
                  </a:lnTo>
                  <a:lnTo>
                    <a:pt x="104" y="321"/>
                  </a:lnTo>
                  <a:lnTo>
                    <a:pt x="101" y="334"/>
                  </a:lnTo>
                  <a:lnTo>
                    <a:pt x="96" y="363"/>
                  </a:lnTo>
                  <a:lnTo>
                    <a:pt x="88" y="420"/>
                  </a:lnTo>
                  <a:lnTo>
                    <a:pt x="88" y="420"/>
                  </a:lnTo>
                  <a:lnTo>
                    <a:pt x="82" y="448"/>
                  </a:lnTo>
                  <a:lnTo>
                    <a:pt x="77" y="476"/>
                  </a:lnTo>
                  <a:lnTo>
                    <a:pt x="66" y="533"/>
                  </a:lnTo>
                  <a:lnTo>
                    <a:pt x="54" y="589"/>
                  </a:lnTo>
                  <a:lnTo>
                    <a:pt x="41" y="644"/>
                  </a:lnTo>
                  <a:lnTo>
                    <a:pt x="41" y="644"/>
                  </a:lnTo>
                  <a:lnTo>
                    <a:pt x="30" y="698"/>
                  </a:lnTo>
                  <a:lnTo>
                    <a:pt x="18" y="751"/>
                  </a:lnTo>
                  <a:lnTo>
                    <a:pt x="7" y="804"/>
                  </a:lnTo>
                  <a:lnTo>
                    <a:pt x="3" y="831"/>
                  </a:lnTo>
                  <a:lnTo>
                    <a:pt x="0" y="858"/>
                  </a:lnTo>
                  <a:lnTo>
                    <a:pt x="0" y="858"/>
                  </a:lnTo>
                  <a:lnTo>
                    <a:pt x="0" y="860"/>
                  </a:lnTo>
                  <a:lnTo>
                    <a:pt x="1" y="861"/>
                  </a:lnTo>
                  <a:lnTo>
                    <a:pt x="2" y="862"/>
                  </a:lnTo>
                  <a:lnTo>
                    <a:pt x="4" y="862"/>
                  </a:lnTo>
                  <a:lnTo>
                    <a:pt x="7" y="861"/>
                  </a:lnTo>
                  <a:lnTo>
                    <a:pt x="8" y="860"/>
                  </a:lnTo>
                  <a:lnTo>
                    <a:pt x="9" y="858"/>
                  </a:lnTo>
                  <a:lnTo>
                    <a:pt x="9" y="858"/>
                  </a:lnTo>
                  <a:lnTo>
                    <a:pt x="12" y="830"/>
                  </a:lnTo>
                  <a:lnTo>
                    <a:pt x="17" y="803"/>
                  </a:lnTo>
                  <a:lnTo>
                    <a:pt x="29" y="748"/>
                  </a:lnTo>
                  <a:lnTo>
                    <a:pt x="40" y="693"/>
                  </a:lnTo>
                  <a:lnTo>
                    <a:pt x="53" y="638"/>
                  </a:lnTo>
                  <a:lnTo>
                    <a:pt x="53" y="638"/>
                  </a:lnTo>
                  <a:lnTo>
                    <a:pt x="64" y="580"/>
                  </a:lnTo>
                  <a:lnTo>
                    <a:pt x="77" y="522"/>
                  </a:lnTo>
                  <a:lnTo>
                    <a:pt x="89" y="464"/>
                  </a:lnTo>
                  <a:lnTo>
                    <a:pt x="95" y="435"/>
                  </a:lnTo>
                  <a:lnTo>
                    <a:pt x="99" y="405"/>
                  </a:lnTo>
                  <a:lnTo>
                    <a:pt x="99" y="405"/>
                  </a:lnTo>
                  <a:lnTo>
                    <a:pt x="103" y="379"/>
                  </a:lnTo>
                  <a:lnTo>
                    <a:pt x="107" y="353"/>
                  </a:lnTo>
                  <a:lnTo>
                    <a:pt x="113" y="326"/>
                  </a:lnTo>
                  <a:lnTo>
                    <a:pt x="121" y="301"/>
                  </a:lnTo>
                  <a:lnTo>
                    <a:pt x="121" y="301"/>
                  </a:lnTo>
                  <a:lnTo>
                    <a:pt x="158" y="195"/>
                  </a:lnTo>
                  <a:lnTo>
                    <a:pt x="158" y="195"/>
                  </a:lnTo>
                  <a:lnTo>
                    <a:pt x="166" y="167"/>
                  </a:lnTo>
                  <a:lnTo>
                    <a:pt x="174" y="140"/>
                  </a:lnTo>
                  <a:lnTo>
                    <a:pt x="181" y="112"/>
                  </a:lnTo>
                  <a:lnTo>
                    <a:pt x="186" y="83"/>
                  </a:lnTo>
                  <a:lnTo>
                    <a:pt x="186" y="83"/>
                  </a:lnTo>
                  <a:lnTo>
                    <a:pt x="189" y="60"/>
                  </a:lnTo>
                  <a:lnTo>
                    <a:pt x="190" y="47"/>
                  </a:lnTo>
                  <a:lnTo>
                    <a:pt x="192" y="36"/>
                  </a:lnTo>
                  <a:lnTo>
                    <a:pt x="192" y="36"/>
                  </a:lnTo>
                  <a:lnTo>
                    <a:pt x="196" y="20"/>
                  </a:lnTo>
                  <a:lnTo>
                    <a:pt x="198" y="12"/>
                  </a:lnTo>
                  <a:lnTo>
                    <a:pt x="198" y="5"/>
                  </a:lnTo>
                  <a:lnTo>
                    <a:pt x="198" y="5"/>
                  </a:lnTo>
                  <a:lnTo>
                    <a:pt x="198" y="3"/>
                  </a:lnTo>
                  <a:lnTo>
                    <a:pt x="197" y="2"/>
                  </a:lnTo>
                  <a:lnTo>
                    <a:pt x="196" y="1"/>
                  </a:lnTo>
                  <a:lnTo>
                    <a:pt x="194" y="0"/>
                  </a:lnTo>
                  <a:lnTo>
                    <a:pt x="192" y="1"/>
                  </a:lnTo>
                  <a:lnTo>
                    <a:pt x="191" y="2"/>
                  </a:lnTo>
                  <a:lnTo>
                    <a:pt x="190" y="3"/>
                  </a:lnTo>
                  <a:lnTo>
                    <a:pt x="189" y="5"/>
                  </a:lnTo>
                  <a:lnTo>
                    <a:pt x="189" y="5"/>
                  </a:lnTo>
                  <a:close/>
                </a:path>
              </a:pathLst>
            </a:custGeom>
            <a:grpFill/>
            <a:ln>
              <a:solidFill>
                <a:schemeClr val="accent1">
                  <a:lumMod val="75000"/>
                  <a:alpha val="0"/>
                </a:schemeClr>
              </a:solidFill>
            </a:ln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296" name="Freeform 912"/>
            <p:cNvSpPr/>
            <p:nvPr>
              <p:custDataLst>
                <p:tags r:id="rId12"/>
              </p:custDataLst>
            </p:nvPr>
          </p:nvSpPr>
          <p:spPr bwMode="auto">
            <a:xfrm>
              <a:off x="3494088" y="1250950"/>
              <a:ext cx="98425" cy="452438"/>
            </a:xfrm>
            <a:custGeom>
              <a:avLst/>
              <a:gdLst/>
              <a:ahLst/>
              <a:cxnLst>
                <a:cxn ang="0">
                  <a:pos x="175" y="5"/>
                </a:cxn>
                <a:cxn ang="0">
                  <a:pos x="174" y="29"/>
                </a:cxn>
                <a:cxn ang="0">
                  <a:pos x="159" y="100"/>
                </a:cxn>
                <a:cxn ang="0">
                  <a:pos x="150" y="153"/>
                </a:cxn>
                <a:cxn ang="0">
                  <a:pos x="141" y="207"/>
                </a:cxn>
                <a:cxn ang="0">
                  <a:pos x="121" y="315"/>
                </a:cxn>
                <a:cxn ang="0">
                  <a:pos x="104" y="426"/>
                </a:cxn>
                <a:cxn ang="0">
                  <a:pos x="99" y="449"/>
                </a:cxn>
                <a:cxn ang="0">
                  <a:pos x="93" y="472"/>
                </a:cxn>
                <a:cxn ang="0">
                  <a:pos x="91" y="488"/>
                </a:cxn>
                <a:cxn ang="0">
                  <a:pos x="81" y="531"/>
                </a:cxn>
                <a:cxn ang="0">
                  <a:pos x="51" y="644"/>
                </a:cxn>
                <a:cxn ang="0">
                  <a:pos x="44" y="672"/>
                </a:cxn>
                <a:cxn ang="0">
                  <a:pos x="19" y="753"/>
                </a:cxn>
                <a:cxn ang="0">
                  <a:pos x="13" y="780"/>
                </a:cxn>
                <a:cxn ang="0">
                  <a:pos x="7" y="806"/>
                </a:cxn>
                <a:cxn ang="0">
                  <a:pos x="0" y="838"/>
                </a:cxn>
                <a:cxn ang="0">
                  <a:pos x="0" y="848"/>
                </a:cxn>
                <a:cxn ang="0">
                  <a:pos x="1" y="853"/>
                </a:cxn>
                <a:cxn ang="0">
                  <a:pos x="4" y="854"/>
                </a:cxn>
                <a:cxn ang="0">
                  <a:pos x="7" y="853"/>
                </a:cxn>
                <a:cxn ang="0">
                  <a:pos x="9" y="848"/>
                </a:cxn>
                <a:cxn ang="0">
                  <a:pos x="10" y="837"/>
                </a:cxn>
                <a:cxn ang="0">
                  <a:pos x="18" y="800"/>
                </a:cxn>
                <a:cxn ang="0">
                  <a:pos x="23" y="774"/>
                </a:cxn>
                <a:cxn ang="0">
                  <a:pos x="30" y="747"/>
                </a:cxn>
                <a:cxn ang="0">
                  <a:pos x="63" y="638"/>
                </a:cxn>
                <a:cxn ang="0">
                  <a:pos x="92" y="525"/>
                </a:cxn>
                <a:cxn ang="0">
                  <a:pos x="98" y="500"/>
                </a:cxn>
                <a:cxn ang="0">
                  <a:pos x="102" y="476"/>
                </a:cxn>
                <a:cxn ang="0">
                  <a:pos x="109" y="447"/>
                </a:cxn>
                <a:cxn ang="0">
                  <a:pos x="115" y="419"/>
                </a:cxn>
                <a:cxn ang="0">
                  <a:pos x="131" y="309"/>
                </a:cxn>
                <a:cxn ang="0">
                  <a:pos x="151" y="201"/>
                </a:cxn>
                <a:cxn ang="0">
                  <a:pos x="160" y="147"/>
                </a:cxn>
                <a:cxn ang="0">
                  <a:pos x="170" y="93"/>
                </a:cxn>
                <a:cxn ang="0">
                  <a:pos x="183" y="27"/>
                </a:cxn>
                <a:cxn ang="0">
                  <a:pos x="185" y="5"/>
                </a:cxn>
                <a:cxn ang="0">
                  <a:pos x="184" y="3"/>
                </a:cxn>
                <a:cxn ang="0">
                  <a:pos x="182" y="0"/>
                </a:cxn>
                <a:cxn ang="0">
                  <a:pos x="178" y="0"/>
                </a:cxn>
                <a:cxn ang="0">
                  <a:pos x="176" y="3"/>
                </a:cxn>
                <a:cxn ang="0">
                  <a:pos x="175" y="5"/>
                </a:cxn>
              </a:cxnLst>
              <a:rect l="0" t="0" r="r" b="b"/>
              <a:pathLst>
                <a:path w="185" h="854">
                  <a:moveTo>
                    <a:pt x="175" y="5"/>
                  </a:moveTo>
                  <a:lnTo>
                    <a:pt x="175" y="5"/>
                  </a:lnTo>
                  <a:lnTo>
                    <a:pt x="175" y="17"/>
                  </a:lnTo>
                  <a:lnTo>
                    <a:pt x="174" y="29"/>
                  </a:lnTo>
                  <a:lnTo>
                    <a:pt x="170" y="52"/>
                  </a:lnTo>
                  <a:lnTo>
                    <a:pt x="159" y="100"/>
                  </a:lnTo>
                  <a:lnTo>
                    <a:pt x="159" y="100"/>
                  </a:lnTo>
                  <a:lnTo>
                    <a:pt x="150" y="153"/>
                  </a:lnTo>
                  <a:lnTo>
                    <a:pt x="141" y="207"/>
                  </a:lnTo>
                  <a:lnTo>
                    <a:pt x="141" y="207"/>
                  </a:lnTo>
                  <a:lnTo>
                    <a:pt x="130" y="261"/>
                  </a:lnTo>
                  <a:lnTo>
                    <a:pt x="121" y="315"/>
                  </a:lnTo>
                  <a:lnTo>
                    <a:pt x="104" y="426"/>
                  </a:lnTo>
                  <a:lnTo>
                    <a:pt x="104" y="426"/>
                  </a:lnTo>
                  <a:lnTo>
                    <a:pt x="101" y="437"/>
                  </a:lnTo>
                  <a:lnTo>
                    <a:pt x="99" y="449"/>
                  </a:lnTo>
                  <a:lnTo>
                    <a:pt x="96" y="461"/>
                  </a:lnTo>
                  <a:lnTo>
                    <a:pt x="93" y="472"/>
                  </a:lnTo>
                  <a:lnTo>
                    <a:pt x="93" y="472"/>
                  </a:lnTo>
                  <a:lnTo>
                    <a:pt x="91" y="488"/>
                  </a:lnTo>
                  <a:lnTo>
                    <a:pt x="88" y="502"/>
                  </a:lnTo>
                  <a:lnTo>
                    <a:pt x="81" y="531"/>
                  </a:lnTo>
                  <a:lnTo>
                    <a:pt x="81" y="531"/>
                  </a:lnTo>
                  <a:lnTo>
                    <a:pt x="51" y="644"/>
                  </a:lnTo>
                  <a:lnTo>
                    <a:pt x="51" y="644"/>
                  </a:lnTo>
                  <a:lnTo>
                    <a:pt x="44" y="672"/>
                  </a:lnTo>
                  <a:lnTo>
                    <a:pt x="35" y="699"/>
                  </a:lnTo>
                  <a:lnTo>
                    <a:pt x="19" y="753"/>
                  </a:lnTo>
                  <a:lnTo>
                    <a:pt x="19" y="753"/>
                  </a:lnTo>
                  <a:lnTo>
                    <a:pt x="13" y="780"/>
                  </a:lnTo>
                  <a:lnTo>
                    <a:pt x="7" y="806"/>
                  </a:lnTo>
                  <a:lnTo>
                    <a:pt x="7" y="806"/>
                  </a:lnTo>
                  <a:lnTo>
                    <a:pt x="2" y="828"/>
                  </a:lnTo>
                  <a:lnTo>
                    <a:pt x="0" y="838"/>
                  </a:lnTo>
                  <a:lnTo>
                    <a:pt x="0" y="848"/>
                  </a:lnTo>
                  <a:lnTo>
                    <a:pt x="0" y="848"/>
                  </a:lnTo>
                  <a:lnTo>
                    <a:pt x="0" y="851"/>
                  </a:lnTo>
                  <a:lnTo>
                    <a:pt x="1" y="853"/>
                  </a:lnTo>
                  <a:lnTo>
                    <a:pt x="2" y="853"/>
                  </a:lnTo>
                  <a:lnTo>
                    <a:pt x="4" y="854"/>
                  </a:lnTo>
                  <a:lnTo>
                    <a:pt x="6" y="853"/>
                  </a:lnTo>
                  <a:lnTo>
                    <a:pt x="7" y="853"/>
                  </a:lnTo>
                  <a:lnTo>
                    <a:pt x="8" y="851"/>
                  </a:lnTo>
                  <a:lnTo>
                    <a:pt x="9" y="848"/>
                  </a:lnTo>
                  <a:lnTo>
                    <a:pt x="9" y="848"/>
                  </a:lnTo>
                  <a:lnTo>
                    <a:pt x="10" y="837"/>
                  </a:lnTo>
                  <a:lnTo>
                    <a:pt x="13" y="825"/>
                  </a:lnTo>
                  <a:lnTo>
                    <a:pt x="18" y="800"/>
                  </a:lnTo>
                  <a:lnTo>
                    <a:pt x="18" y="800"/>
                  </a:lnTo>
                  <a:lnTo>
                    <a:pt x="23" y="774"/>
                  </a:lnTo>
                  <a:lnTo>
                    <a:pt x="30" y="747"/>
                  </a:lnTo>
                  <a:lnTo>
                    <a:pt x="30" y="747"/>
                  </a:lnTo>
                  <a:lnTo>
                    <a:pt x="47" y="693"/>
                  </a:lnTo>
                  <a:lnTo>
                    <a:pt x="63" y="638"/>
                  </a:lnTo>
                  <a:lnTo>
                    <a:pt x="63" y="638"/>
                  </a:lnTo>
                  <a:lnTo>
                    <a:pt x="92" y="525"/>
                  </a:lnTo>
                  <a:lnTo>
                    <a:pt x="92" y="525"/>
                  </a:lnTo>
                  <a:lnTo>
                    <a:pt x="98" y="500"/>
                  </a:lnTo>
                  <a:lnTo>
                    <a:pt x="102" y="476"/>
                  </a:lnTo>
                  <a:lnTo>
                    <a:pt x="102" y="476"/>
                  </a:lnTo>
                  <a:lnTo>
                    <a:pt x="105" y="461"/>
                  </a:lnTo>
                  <a:lnTo>
                    <a:pt x="109" y="447"/>
                  </a:lnTo>
                  <a:lnTo>
                    <a:pt x="112" y="433"/>
                  </a:lnTo>
                  <a:lnTo>
                    <a:pt x="115" y="419"/>
                  </a:lnTo>
                  <a:lnTo>
                    <a:pt x="115" y="419"/>
                  </a:lnTo>
                  <a:lnTo>
                    <a:pt x="131" y="309"/>
                  </a:lnTo>
                  <a:lnTo>
                    <a:pt x="141" y="255"/>
                  </a:lnTo>
                  <a:lnTo>
                    <a:pt x="151" y="201"/>
                  </a:lnTo>
                  <a:lnTo>
                    <a:pt x="151" y="201"/>
                  </a:lnTo>
                  <a:lnTo>
                    <a:pt x="160" y="147"/>
                  </a:lnTo>
                  <a:lnTo>
                    <a:pt x="170" y="93"/>
                  </a:lnTo>
                  <a:lnTo>
                    <a:pt x="170" y="93"/>
                  </a:lnTo>
                  <a:lnTo>
                    <a:pt x="180" y="50"/>
                  </a:lnTo>
                  <a:lnTo>
                    <a:pt x="183" y="27"/>
                  </a:lnTo>
                  <a:lnTo>
                    <a:pt x="184" y="16"/>
                  </a:lnTo>
                  <a:lnTo>
                    <a:pt x="185" y="5"/>
                  </a:lnTo>
                  <a:lnTo>
                    <a:pt x="185" y="5"/>
                  </a:lnTo>
                  <a:lnTo>
                    <a:pt x="184" y="3"/>
                  </a:lnTo>
                  <a:lnTo>
                    <a:pt x="183" y="1"/>
                  </a:lnTo>
                  <a:lnTo>
                    <a:pt x="182" y="0"/>
                  </a:lnTo>
                  <a:lnTo>
                    <a:pt x="180" y="0"/>
                  </a:lnTo>
                  <a:lnTo>
                    <a:pt x="178" y="0"/>
                  </a:lnTo>
                  <a:lnTo>
                    <a:pt x="177" y="1"/>
                  </a:lnTo>
                  <a:lnTo>
                    <a:pt x="176" y="3"/>
                  </a:lnTo>
                  <a:lnTo>
                    <a:pt x="175" y="5"/>
                  </a:lnTo>
                  <a:lnTo>
                    <a:pt x="175" y="5"/>
                  </a:lnTo>
                  <a:close/>
                </a:path>
              </a:pathLst>
            </a:custGeom>
            <a:grpFill/>
            <a:ln>
              <a:solidFill>
                <a:schemeClr val="accent1">
                  <a:lumMod val="75000"/>
                  <a:alpha val="0"/>
                </a:schemeClr>
              </a:solidFill>
            </a:ln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297" name="Freeform 913"/>
            <p:cNvSpPr/>
            <p:nvPr>
              <p:custDataLst>
                <p:tags r:id="rId13"/>
              </p:custDataLst>
            </p:nvPr>
          </p:nvSpPr>
          <p:spPr bwMode="auto">
            <a:xfrm>
              <a:off x="3532188" y="1266825"/>
              <a:ext cx="103188" cy="504825"/>
            </a:xfrm>
            <a:custGeom>
              <a:avLst/>
              <a:gdLst/>
              <a:ahLst/>
              <a:cxnLst>
                <a:cxn ang="0">
                  <a:pos x="185" y="5"/>
                </a:cxn>
                <a:cxn ang="0">
                  <a:pos x="181" y="67"/>
                </a:cxn>
                <a:cxn ang="0">
                  <a:pos x="169" y="127"/>
                </a:cxn>
                <a:cxn ang="0">
                  <a:pos x="153" y="187"/>
                </a:cxn>
                <a:cxn ang="0">
                  <a:pos x="136" y="246"/>
                </a:cxn>
                <a:cxn ang="0">
                  <a:pos x="129" y="273"/>
                </a:cxn>
                <a:cxn ang="0">
                  <a:pos x="124" y="327"/>
                </a:cxn>
                <a:cxn ang="0">
                  <a:pos x="123" y="355"/>
                </a:cxn>
                <a:cxn ang="0">
                  <a:pos x="118" y="418"/>
                </a:cxn>
                <a:cxn ang="0">
                  <a:pos x="108" y="481"/>
                </a:cxn>
                <a:cxn ang="0">
                  <a:pos x="101" y="511"/>
                </a:cxn>
                <a:cxn ang="0">
                  <a:pos x="74" y="596"/>
                </a:cxn>
                <a:cxn ang="0">
                  <a:pos x="65" y="627"/>
                </a:cxn>
                <a:cxn ang="0">
                  <a:pos x="53" y="691"/>
                </a:cxn>
                <a:cxn ang="0">
                  <a:pos x="47" y="723"/>
                </a:cxn>
                <a:cxn ang="0">
                  <a:pos x="23" y="846"/>
                </a:cxn>
                <a:cxn ang="0">
                  <a:pos x="20" y="863"/>
                </a:cxn>
                <a:cxn ang="0">
                  <a:pos x="14" y="897"/>
                </a:cxn>
                <a:cxn ang="0">
                  <a:pos x="9" y="913"/>
                </a:cxn>
                <a:cxn ang="0">
                  <a:pos x="6" y="922"/>
                </a:cxn>
                <a:cxn ang="0">
                  <a:pos x="1" y="939"/>
                </a:cxn>
                <a:cxn ang="0">
                  <a:pos x="0" y="949"/>
                </a:cxn>
                <a:cxn ang="0">
                  <a:pos x="2" y="952"/>
                </a:cxn>
                <a:cxn ang="0">
                  <a:pos x="6" y="954"/>
                </a:cxn>
                <a:cxn ang="0">
                  <a:pos x="9" y="952"/>
                </a:cxn>
                <a:cxn ang="0">
                  <a:pos x="11" y="949"/>
                </a:cxn>
                <a:cxn ang="0">
                  <a:pos x="12" y="937"/>
                </a:cxn>
                <a:cxn ang="0">
                  <a:pos x="18" y="914"/>
                </a:cxn>
                <a:cxn ang="0">
                  <a:pos x="21" y="903"/>
                </a:cxn>
                <a:cxn ang="0">
                  <a:pos x="33" y="840"/>
                </a:cxn>
                <a:cxn ang="0">
                  <a:pos x="47" y="774"/>
                </a:cxn>
                <a:cxn ang="0">
                  <a:pos x="59" y="709"/>
                </a:cxn>
                <a:cxn ang="0">
                  <a:pos x="71" y="650"/>
                </a:cxn>
                <a:cxn ang="0">
                  <a:pos x="85" y="591"/>
                </a:cxn>
                <a:cxn ang="0">
                  <a:pos x="94" y="563"/>
                </a:cxn>
                <a:cxn ang="0">
                  <a:pos x="105" y="534"/>
                </a:cxn>
                <a:cxn ang="0">
                  <a:pos x="114" y="500"/>
                </a:cxn>
                <a:cxn ang="0">
                  <a:pos x="120" y="465"/>
                </a:cxn>
                <a:cxn ang="0">
                  <a:pos x="128" y="407"/>
                </a:cxn>
                <a:cxn ang="0">
                  <a:pos x="135" y="320"/>
                </a:cxn>
                <a:cxn ang="0">
                  <a:pos x="143" y="262"/>
                </a:cxn>
                <a:cxn ang="0">
                  <a:pos x="150" y="233"/>
                </a:cxn>
                <a:cxn ang="0">
                  <a:pos x="167" y="177"/>
                </a:cxn>
                <a:cxn ang="0">
                  <a:pos x="181" y="120"/>
                </a:cxn>
                <a:cxn ang="0">
                  <a:pos x="191" y="63"/>
                </a:cxn>
                <a:cxn ang="0">
                  <a:pos x="196" y="5"/>
                </a:cxn>
                <a:cxn ang="0">
                  <a:pos x="195" y="3"/>
                </a:cxn>
                <a:cxn ang="0">
                  <a:pos x="192" y="1"/>
                </a:cxn>
                <a:cxn ang="0">
                  <a:pos x="188" y="1"/>
                </a:cxn>
                <a:cxn ang="0">
                  <a:pos x="186" y="3"/>
                </a:cxn>
                <a:cxn ang="0">
                  <a:pos x="185" y="5"/>
                </a:cxn>
              </a:cxnLst>
              <a:rect l="0" t="0" r="r" b="b"/>
              <a:pathLst>
                <a:path w="196" h="954">
                  <a:moveTo>
                    <a:pt x="185" y="5"/>
                  </a:moveTo>
                  <a:lnTo>
                    <a:pt x="185" y="5"/>
                  </a:lnTo>
                  <a:lnTo>
                    <a:pt x="184" y="36"/>
                  </a:lnTo>
                  <a:lnTo>
                    <a:pt x="181" y="67"/>
                  </a:lnTo>
                  <a:lnTo>
                    <a:pt x="176" y="97"/>
                  </a:lnTo>
                  <a:lnTo>
                    <a:pt x="169" y="127"/>
                  </a:lnTo>
                  <a:lnTo>
                    <a:pt x="162" y="157"/>
                  </a:lnTo>
                  <a:lnTo>
                    <a:pt x="153" y="187"/>
                  </a:lnTo>
                  <a:lnTo>
                    <a:pt x="136" y="246"/>
                  </a:lnTo>
                  <a:lnTo>
                    <a:pt x="136" y="246"/>
                  </a:lnTo>
                  <a:lnTo>
                    <a:pt x="133" y="261"/>
                  </a:lnTo>
                  <a:lnTo>
                    <a:pt x="129" y="273"/>
                  </a:lnTo>
                  <a:lnTo>
                    <a:pt x="126" y="300"/>
                  </a:lnTo>
                  <a:lnTo>
                    <a:pt x="124" y="327"/>
                  </a:lnTo>
                  <a:lnTo>
                    <a:pt x="123" y="355"/>
                  </a:lnTo>
                  <a:lnTo>
                    <a:pt x="123" y="355"/>
                  </a:lnTo>
                  <a:lnTo>
                    <a:pt x="121" y="386"/>
                  </a:lnTo>
                  <a:lnTo>
                    <a:pt x="118" y="418"/>
                  </a:lnTo>
                  <a:lnTo>
                    <a:pt x="113" y="449"/>
                  </a:lnTo>
                  <a:lnTo>
                    <a:pt x="108" y="481"/>
                  </a:lnTo>
                  <a:lnTo>
                    <a:pt x="108" y="481"/>
                  </a:lnTo>
                  <a:lnTo>
                    <a:pt x="101" y="511"/>
                  </a:lnTo>
                  <a:lnTo>
                    <a:pt x="92" y="538"/>
                  </a:lnTo>
                  <a:lnTo>
                    <a:pt x="74" y="596"/>
                  </a:lnTo>
                  <a:lnTo>
                    <a:pt x="74" y="596"/>
                  </a:lnTo>
                  <a:lnTo>
                    <a:pt x="65" y="627"/>
                  </a:lnTo>
                  <a:lnTo>
                    <a:pt x="58" y="659"/>
                  </a:lnTo>
                  <a:lnTo>
                    <a:pt x="53" y="691"/>
                  </a:lnTo>
                  <a:lnTo>
                    <a:pt x="47" y="723"/>
                  </a:lnTo>
                  <a:lnTo>
                    <a:pt x="47" y="723"/>
                  </a:lnTo>
                  <a:lnTo>
                    <a:pt x="34" y="784"/>
                  </a:lnTo>
                  <a:lnTo>
                    <a:pt x="23" y="846"/>
                  </a:lnTo>
                  <a:lnTo>
                    <a:pt x="23" y="846"/>
                  </a:lnTo>
                  <a:lnTo>
                    <a:pt x="20" y="863"/>
                  </a:lnTo>
                  <a:lnTo>
                    <a:pt x="18" y="880"/>
                  </a:lnTo>
                  <a:lnTo>
                    <a:pt x="14" y="897"/>
                  </a:lnTo>
                  <a:lnTo>
                    <a:pt x="12" y="905"/>
                  </a:lnTo>
                  <a:lnTo>
                    <a:pt x="9" y="913"/>
                  </a:lnTo>
                  <a:lnTo>
                    <a:pt x="9" y="913"/>
                  </a:lnTo>
                  <a:lnTo>
                    <a:pt x="6" y="922"/>
                  </a:lnTo>
                  <a:lnTo>
                    <a:pt x="3" y="931"/>
                  </a:lnTo>
                  <a:lnTo>
                    <a:pt x="1" y="939"/>
                  </a:lnTo>
                  <a:lnTo>
                    <a:pt x="0" y="949"/>
                  </a:lnTo>
                  <a:lnTo>
                    <a:pt x="0" y="949"/>
                  </a:lnTo>
                  <a:lnTo>
                    <a:pt x="1" y="951"/>
                  </a:lnTo>
                  <a:lnTo>
                    <a:pt x="2" y="952"/>
                  </a:lnTo>
                  <a:lnTo>
                    <a:pt x="3" y="953"/>
                  </a:lnTo>
                  <a:lnTo>
                    <a:pt x="6" y="954"/>
                  </a:lnTo>
                  <a:lnTo>
                    <a:pt x="7" y="953"/>
                  </a:lnTo>
                  <a:lnTo>
                    <a:pt x="9" y="952"/>
                  </a:lnTo>
                  <a:lnTo>
                    <a:pt x="10" y="951"/>
                  </a:lnTo>
                  <a:lnTo>
                    <a:pt x="11" y="949"/>
                  </a:lnTo>
                  <a:lnTo>
                    <a:pt x="11" y="949"/>
                  </a:lnTo>
                  <a:lnTo>
                    <a:pt x="12" y="937"/>
                  </a:lnTo>
                  <a:lnTo>
                    <a:pt x="15" y="926"/>
                  </a:lnTo>
                  <a:lnTo>
                    <a:pt x="18" y="914"/>
                  </a:lnTo>
                  <a:lnTo>
                    <a:pt x="21" y="903"/>
                  </a:lnTo>
                  <a:lnTo>
                    <a:pt x="21" y="903"/>
                  </a:lnTo>
                  <a:lnTo>
                    <a:pt x="27" y="871"/>
                  </a:lnTo>
                  <a:lnTo>
                    <a:pt x="33" y="840"/>
                  </a:lnTo>
                  <a:lnTo>
                    <a:pt x="33" y="840"/>
                  </a:lnTo>
                  <a:lnTo>
                    <a:pt x="47" y="774"/>
                  </a:lnTo>
                  <a:lnTo>
                    <a:pt x="53" y="741"/>
                  </a:lnTo>
                  <a:lnTo>
                    <a:pt x="59" y="709"/>
                  </a:lnTo>
                  <a:lnTo>
                    <a:pt x="59" y="709"/>
                  </a:lnTo>
                  <a:lnTo>
                    <a:pt x="71" y="650"/>
                  </a:lnTo>
                  <a:lnTo>
                    <a:pt x="77" y="620"/>
                  </a:lnTo>
                  <a:lnTo>
                    <a:pt x="85" y="591"/>
                  </a:lnTo>
                  <a:lnTo>
                    <a:pt x="85" y="591"/>
                  </a:lnTo>
                  <a:lnTo>
                    <a:pt x="94" y="563"/>
                  </a:lnTo>
                  <a:lnTo>
                    <a:pt x="105" y="534"/>
                  </a:lnTo>
                  <a:lnTo>
                    <a:pt x="105" y="534"/>
                  </a:lnTo>
                  <a:lnTo>
                    <a:pt x="110" y="518"/>
                  </a:lnTo>
                  <a:lnTo>
                    <a:pt x="114" y="500"/>
                  </a:lnTo>
                  <a:lnTo>
                    <a:pt x="120" y="465"/>
                  </a:lnTo>
                  <a:lnTo>
                    <a:pt x="120" y="465"/>
                  </a:lnTo>
                  <a:lnTo>
                    <a:pt x="125" y="436"/>
                  </a:lnTo>
                  <a:lnTo>
                    <a:pt x="128" y="407"/>
                  </a:lnTo>
                  <a:lnTo>
                    <a:pt x="133" y="348"/>
                  </a:lnTo>
                  <a:lnTo>
                    <a:pt x="135" y="320"/>
                  </a:lnTo>
                  <a:lnTo>
                    <a:pt x="138" y="291"/>
                  </a:lnTo>
                  <a:lnTo>
                    <a:pt x="143" y="262"/>
                  </a:lnTo>
                  <a:lnTo>
                    <a:pt x="146" y="247"/>
                  </a:lnTo>
                  <a:lnTo>
                    <a:pt x="150" y="233"/>
                  </a:lnTo>
                  <a:lnTo>
                    <a:pt x="150" y="233"/>
                  </a:lnTo>
                  <a:lnTo>
                    <a:pt x="167" y="177"/>
                  </a:lnTo>
                  <a:lnTo>
                    <a:pt x="174" y="149"/>
                  </a:lnTo>
                  <a:lnTo>
                    <a:pt x="181" y="120"/>
                  </a:lnTo>
                  <a:lnTo>
                    <a:pt x="186" y="92"/>
                  </a:lnTo>
                  <a:lnTo>
                    <a:pt x="191" y="63"/>
                  </a:lnTo>
                  <a:lnTo>
                    <a:pt x="195" y="34"/>
                  </a:lnTo>
                  <a:lnTo>
                    <a:pt x="196" y="5"/>
                  </a:lnTo>
                  <a:lnTo>
                    <a:pt x="196" y="5"/>
                  </a:lnTo>
                  <a:lnTo>
                    <a:pt x="195" y="3"/>
                  </a:lnTo>
                  <a:lnTo>
                    <a:pt x="194" y="1"/>
                  </a:lnTo>
                  <a:lnTo>
                    <a:pt x="192" y="1"/>
                  </a:lnTo>
                  <a:lnTo>
                    <a:pt x="190" y="0"/>
                  </a:lnTo>
                  <a:lnTo>
                    <a:pt x="188" y="1"/>
                  </a:lnTo>
                  <a:lnTo>
                    <a:pt x="187" y="1"/>
                  </a:lnTo>
                  <a:lnTo>
                    <a:pt x="186" y="3"/>
                  </a:lnTo>
                  <a:lnTo>
                    <a:pt x="185" y="5"/>
                  </a:lnTo>
                  <a:lnTo>
                    <a:pt x="185" y="5"/>
                  </a:lnTo>
                  <a:close/>
                </a:path>
              </a:pathLst>
            </a:custGeom>
            <a:grpFill/>
            <a:ln>
              <a:solidFill>
                <a:schemeClr val="accent1">
                  <a:lumMod val="75000"/>
                  <a:alpha val="0"/>
                </a:schemeClr>
              </a:solidFill>
            </a:ln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298" name="Freeform 914"/>
            <p:cNvSpPr/>
            <p:nvPr>
              <p:custDataLst>
                <p:tags r:id="rId14"/>
              </p:custDataLst>
            </p:nvPr>
          </p:nvSpPr>
          <p:spPr bwMode="auto">
            <a:xfrm>
              <a:off x="3570288" y="1301750"/>
              <a:ext cx="96838" cy="488950"/>
            </a:xfrm>
            <a:custGeom>
              <a:avLst/>
              <a:gdLst/>
              <a:ahLst/>
              <a:cxnLst>
                <a:cxn ang="0">
                  <a:pos x="175" y="5"/>
                </a:cxn>
                <a:cxn ang="0">
                  <a:pos x="172" y="13"/>
                </a:cxn>
                <a:cxn ang="0">
                  <a:pos x="163" y="30"/>
                </a:cxn>
                <a:cxn ang="0">
                  <a:pos x="161" y="39"/>
                </a:cxn>
                <a:cxn ang="0">
                  <a:pos x="161" y="62"/>
                </a:cxn>
                <a:cxn ang="0">
                  <a:pos x="159" y="87"/>
                </a:cxn>
                <a:cxn ang="0">
                  <a:pos x="149" y="148"/>
                </a:cxn>
                <a:cxn ang="0">
                  <a:pos x="146" y="164"/>
                </a:cxn>
                <a:cxn ang="0">
                  <a:pos x="138" y="193"/>
                </a:cxn>
                <a:cxn ang="0">
                  <a:pos x="135" y="207"/>
                </a:cxn>
                <a:cxn ang="0">
                  <a:pos x="128" y="268"/>
                </a:cxn>
                <a:cxn ang="0">
                  <a:pos x="117" y="361"/>
                </a:cxn>
                <a:cxn ang="0">
                  <a:pos x="106" y="422"/>
                </a:cxn>
                <a:cxn ang="0">
                  <a:pos x="99" y="452"/>
                </a:cxn>
                <a:cxn ang="0">
                  <a:pos x="72" y="538"/>
                </a:cxn>
                <a:cxn ang="0">
                  <a:pos x="64" y="568"/>
                </a:cxn>
                <a:cxn ang="0">
                  <a:pos x="50" y="630"/>
                </a:cxn>
                <a:cxn ang="0">
                  <a:pos x="38" y="691"/>
                </a:cxn>
                <a:cxn ang="0">
                  <a:pos x="15" y="809"/>
                </a:cxn>
                <a:cxn ang="0">
                  <a:pos x="6" y="865"/>
                </a:cxn>
                <a:cxn ang="0">
                  <a:pos x="1" y="906"/>
                </a:cxn>
                <a:cxn ang="0">
                  <a:pos x="0" y="921"/>
                </a:cxn>
                <a:cxn ang="0">
                  <a:pos x="2" y="924"/>
                </a:cxn>
                <a:cxn ang="0">
                  <a:pos x="5" y="925"/>
                </a:cxn>
                <a:cxn ang="0">
                  <a:pos x="8" y="924"/>
                </a:cxn>
                <a:cxn ang="0">
                  <a:pos x="9" y="921"/>
                </a:cxn>
                <a:cxn ang="0">
                  <a:pos x="10" y="906"/>
                </a:cxn>
                <a:cxn ang="0">
                  <a:pos x="13" y="875"/>
                </a:cxn>
                <a:cxn ang="0">
                  <a:pos x="16" y="862"/>
                </a:cxn>
                <a:cxn ang="0">
                  <a:pos x="25" y="803"/>
                </a:cxn>
                <a:cxn ang="0">
                  <a:pos x="31" y="774"/>
                </a:cxn>
                <a:cxn ang="0">
                  <a:pos x="48" y="685"/>
                </a:cxn>
                <a:cxn ang="0">
                  <a:pos x="62" y="623"/>
                </a:cxn>
                <a:cxn ang="0">
                  <a:pos x="75" y="560"/>
                </a:cxn>
                <a:cxn ang="0">
                  <a:pos x="83" y="531"/>
                </a:cxn>
                <a:cxn ang="0">
                  <a:pos x="110" y="446"/>
                </a:cxn>
                <a:cxn ang="0">
                  <a:pos x="117" y="417"/>
                </a:cxn>
                <a:cxn ang="0">
                  <a:pos x="129" y="355"/>
                </a:cxn>
                <a:cxn ang="0">
                  <a:pos x="138" y="262"/>
                </a:cxn>
                <a:cxn ang="0">
                  <a:pos x="145" y="201"/>
                </a:cxn>
                <a:cxn ang="0">
                  <a:pos x="148" y="186"/>
                </a:cxn>
                <a:cxn ang="0">
                  <a:pos x="157" y="157"/>
                </a:cxn>
                <a:cxn ang="0">
                  <a:pos x="161" y="143"/>
                </a:cxn>
                <a:cxn ang="0">
                  <a:pos x="167" y="94"/>
                </a:cxn>
                <a:cxn ang="0">
                  <a:pos x="169" y="70"/>
                </a:cxn>
                <a:cxn ang="0">
                  <a:pos x="171" y="45"/>
                </a:cxn>
                <a:cxn ang="0">
                  <a:pos x="172" y="36"/>
                </a:cxn>
                <a:cxn ang="0">
                  <a:pos x="181" y="17"/>
                </a:cxn>
                <a:cxn ang="0">
                  <a:pos x="185" y="7"/>
                </a:cxn>
                <a:cxn ang="0">
                  <a:pos x="185" y="5"/>
                </a:cxn>
                <a:cxn ang="0">
                  <a:pos x="180" y="1"/>
                </a:cxn>
                <a:cxn ang="0">
                  <a:pos x="177" y="1"/>
                </a:cxn>
                <a:cxn ang="0">
                  <a:pos x="175" y="5"/>
                </a:cxn>
              </a:cxnLst>
              <a:rect l="0" t="0" r="r" b="b"/>
              <a:pathLst>
                <a:path w="185" h="925">
                  <a:moveTo>
                    <a:pt x="175" y="5"/>
                  </a:moveTo>
                  <a:lnTo>
                    <a:pt x="175" y="5"/>
                  </a:lnTo>
                  <a:lnTo>
                    <a:pt x="174" y="9"/>
                  </a:lnTo>
                  <a:lnTo>
                    <a:pt x="172" y="13"/>
                  </a:lnTo>
                  <a:lnTo>
                    <a:pt x="168" y="22"/>
                  </a:lnTo>
                  <a:lnTo>
                    <a:pt x="163" y="30"/>
                  </a:lnTo>
                  <a:lnTo>
                    <a:pt x="162" y="35"/>
                  </a:lnTo>
                  <a:lnTo>
                    <a:pt x="161" y="39"/>
                  </a:lnTo>
                  <a:lnTo>
                    <a:pt x="161" y="39"/>
                  </a:lnTo>
                  <a:lnTo>
                    <a:pt x="161" y="62"/>
                  </a:lnTo>
                  <a:lnTo>
                    <a:pt x="159" y="87"/>
                  </a:lnTo>
                  <a:lnTo>
                    <a:pt x="159" y="87"/>
                  </a:lnTo>
                  <a:lnTo>
                    <a:pt x="155" y="118"/>
                  </a:lnTo>
                  <a:lnTo>
                    <a:pt x="149" y="148"/>
                  </a:lnTo>
                  <a:lnTo>
                    <a:pt x="149" y="148"/>
                  </a:lnTo>
                  <a:lnTo>
                    <a:pt x="146" y="164"/>
                  </a:lnTo>
                  <a:lnTo>
                    <a:pt x="142" y="178"/>
                  </a:lnTo>
                  <a:lnTo>
                    <a:pt x="138" y="193"/>
                  </a:lnTo>
                  <a:lnTo>
                    <a:pt x="135" y="207"/>
                  </a:lnTo>
                  <a:lnTo>
                    <a:pt x="135" y="207"/>
                  </a:lnTo>
                  <a:lnTo>
                    <a:pt x="131" y="238"/>
                  </a:lnTo>
                  <a:lnTo>
                    <a:pt x="128" y="268"/>
                  </a:lnTo>
                  <a:lnTo>
                    <a:pt x="122" y="330"/>
                  </a:lnTo>
                  <a:lnTo>
                    <a:pt x="117" y="361"/>
                  </a:lnTo>
                  <a:lnTo>
                    <a:pt x="112" y="392"/>
                  </a:lnTo>
                  <a:lnTo>
                    <a:pt x="106" y="422"/>
                  </a:lnTo>
                  <a:lnTo>
                    <a:pt x="99" y="452"/>
                  </a:lnTo>
                  <a:lnTo>
                    <a:pt x="99" y="452"/>
                  </a:lnTo>
                  <a:lnTo>
                    <a:pt x="80" y="510"/>
                  </a:lnTo>
                  <a:lnTo>
                    <a:pt x="72" y="538"/>
                  </a:lnTo>
                  <a:lnTo>
                    <a:pt x="64" y="568"/>
                  </a:lnTo>
                  <a:lnTo>
                    <a:pt x="64" y="568"/>
                  </a:lnTo>
                  <a:lnTo>
                    <a:pt x="56" y="599"/>
                  </a:lnTo>
                  <a:lnTo>
                    <a:pt x="50" y="630"/>
                  </a:lnTo>
                  <a:lnTo>
                    <a:pt x="38" y="691"/>
                  </a:lnTo>
                  <a:lnTo>
                    <a:pt x="38" y="691"/>
                  </a:lnTo>
                  <a:lnTo>
                    <a:pt x="25" y="750"/>
                  </a:lnTo>
                  <a:lnTo>
                    <a:pt x="15" y="809"/>
                  </a:lnTo>
                  <a:lnTo>
                    <a:pt x="15" y="809"/>
                  </a:lnTo>
                  <a:lnTo>
                    <a:pt x="6" y="865"/>
                  </a:lnTo>
                  <a:lnTo>
                    <a:pt x="2" y="893"/>
                  </a:lnTo>
                  <a:lnTo>
                    <a:pt x="1" y="906"/>
                  </a:lnTo>
                  <a:lnTo>
                    <a:pt x="0" y="921"/>
                  </a:lnTo>
                  <a:lnTo>
                    <a:pt x="0" y="921"/>
                  </a:lnTo>
                  <a:lnTo>
                    <a:pt x="1" y="923"/>
                  </a:lnTo>
                  <a:lnTo>
                    <a:pt x="2" y="924"/>
                  </a:lnTo>
                  <a:lnTo>
                    <a:pt x="3" y="925"/>
                  </a:lnTo>
                  <a:lnTo>
                    <a:pt x="5" y="925"/>
                  </a:lnTo>
                  <a:lnTo>
                    <a:pt x="7" y="925"/>
                  </a:lnTo>
                  <a:lnTo>
                    <a:pt x="8" y="924"/>
                  </a:lnTo>
                  <a:lnTo>
                    <a:pt x="9" y="923"/>
                  </a:lnTo>
                  <a:lnTo>
                    <a:pt x="9" y="921"/>
                  </a:lnTo>
                  <a:lnTo>
                    <a:pt x="9" y="921"/>
                  </a:lnTo>
                  <a:lnTo>
                    <a:pt x="10" y="906"/>
                  </a:lnTo>
                  <a:lnTo>
                    <a:pt x="11" y="891"/>
                  </a:lnTo>
                  <a:lnTo>
                    <a:pt x="13" y="875"/>
                  </a:lnTo>
                  <a:lnTo>
                    <a:pt x="16" y="862"/>
                  </a:lnTo>
                  <a:lnTo>
                    <a:pt x="16" y="862"/>
                  </a:lnTo>
                  <a:lnTo>
                    <a:pt x="21" y="833"/>
                  </a:lnTo>
                  <a:lnTo>
                    <a:pt x="25" y="803"/>
                  </a:lnTo>
                  <a:lnTo>
                    <a:pt x="25" y="803"/>
                  </a:lnTo>
                  <a:lnTo>
                    <a:pt x="31" y="774"/>
                  </a:lnTo>
                  <a:lnTo>
                    <a:pt x="37" y="744"/>
                  </a:lnTo>
                  <a:lnTo>
                    <a:pt x="48" y="685"/>
                  </a:lnTo>
                  <a:lnTo>
                    <a:pt x="48" y="685"/>
                  </a:lnTo>
                  <a:lnTo>
                    <a:pt x="62" y="623"/>
                  </a:lnTo>
                  <a:lnTo>
                    <a:pt x="68" y="592"/>
                  </a:lnTo>
                  <a:lnTo>
                    <a:pt x="75" y="560"/>
                  </a:lnTo>
                  <a:lnTo>
                    <a:pt x="75" y="560"/>
                  </a:lnTo>
                  <a:lnTo>
                    <a:pt x="83" y="531"/>
                  </a:lnTo>
                  <a:lnTo>
                    <a:pt x="93" y="503"/>
                  </a:lnTo>
                  <a:lnTo>
                    <a:pt x="110" y="446"/>
                  </a:lnTo>
                  <a:lnTo>
                    <a:pt x="110" y="446"/>
                  </a:lnTo>
                  <a:lnTo>
                    <a:pt x="117" y="417"/>
                  </a:lnTo>
                  <a:lnTo>
                    <a:pt x="124" y="386"/>
                  </a:lnTo>
                  <a:lnTo>
                    <a:pt x="129" y="355"/>
                  </a:lnTo>
                  <a:lnTo>
                    <a:pt x="132" y="324"/>
                  </a:lnTo>
                  <a:lnTo>
                    <a:pt x="138" y="262"/>
                  </a:lnTo>
                  <a:lnTo>
                    <a:pt x="141" y="231"/>
                  </a:lnTo>
                  <a:lnTo>
                    <a:pt x="145" y="201"/>
                  </a:lnTo>
                  <a:lnTo>
                    <a:pt x="145" y="201"/>
                  </a:lnTo>
                  <a:lnTo>
                    <a:pt x="148" y="186"/>
                  </a:lnTo>
                  <a:lnTo>
                    <a:pt x="153" y="172"/>
                  </a:lnTo>
                  <a:lnTo>
                    <a:pt x="157" y="157"/>
                  </a:lnTo>
                  <a:lnTo>
                    <a:pt x="161" y="143"/>
                  </a:lnTo>
                  <a:lnTo>
                    <a:pt x="161" y="143"/>
                  </a:lnTo>
                  <a:lnTo>
                    <a:pt x="164" y="119"/>
                  </a:lnTo>
                  <a:lnTo>
                    <a:pt x="167" y="94"/>
                  </a:lnTo>
                  <a:lnTo>
                    <a:pt x="167" y="94"/>
                  </a:lnTo>
                  <a:lnTo>
                    <a:pt x="169" y="70"/>
                  </a:lnTo>
                  <a:lnTo>
                    <a:pt x="171" y="45"/>
                  </a:lnTo>
                  <a:lnTo>
                    <a:pt x="171" y="45"/>
                  </a:lnTo>
                  <a:lnTo>
                    <a:pt x="171" y="40"/>
                  </a:lnTo>
                  <a:lnTo>
                    <a:pt x="172" y="36"/>
                  </a:lnTo>
                  <a:lnTo>
                    <a:pt x="177" y="26"/>
                  </a:lnTo>
                  <a:lnTo>
                    <a:pt x="181" y="17"/>
                  </a:lnTo>
                  <a:lnTo>
                    <a:pt x="183" y="12"/>
                  </a:lnTo>
                  <a:lnTo>
                    <a:pt x="185" y="7"/>
                  </a:lnTo>
                  <a:lnTo>
                    <a:pt x="185" y="7"/>
                  </a:lnTo>
                  <a:lnTo>
                    <a:pt x="185" y="5"/>
                  </a:lnTo>
                  <a:lnTo>
                    <a:pt x="183" y="4"/>
                  </a:lnTo>
                  <a:lnTo>
                    <a:pt x="180" y="1"/>
                  </a:lnTo>
                  <a:lnTo>
                    <a:pt x="179" y="0"/>
                  </a:lnTo>
                  <a:lnTo>
                    <a:pt x="177" y="1"/>
                  </a:lnTo>
                  <a:lnTo>
                    <a:pt x="176" y="3"/>
                  </a:lnTo>
                  <a:lnTo>
                    <a:pt x="175" y="5"/>
                  </a:lnTo>
                  <a:lnTo>
                    <a:pt x="175" y="5"/>
                  </a:lnTo>
                  <a:close/>
                </a:path>
              </a:pathLst>
            </a:custGeom>
            <a:grpFill/>
            <a:ln>
              <a:solidFill>
                <a:schemeClr val="accent1">
                  <a:lumMod val="75000"/>
                  <a:alpha val="0"/>
                </a:schemeClr>
              </a:solidFill>
            </a:ln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299" name="Freeform 915"/>
            <p:cNvSpPr/>
            <p:nvPr>
              <p:custDataLst>
                <p:tags r:id="rId15"/>
              </p:custDataLst>
            </p:nvPr>
          </p:nvSpPr>
          <p:spPr bwMode="auto">
            <a:xfrm>
              <a:off x="3605213" y="1336675"/>
              <a:ext cx="98425" cy="500063"/>
            </a:xfrm>
            <a:custGeom>
              <a:avLst/>
              <a:gdLst/>
              <a:ahLst/>
              <a:cxnLst>
                <a:cxn ang="0">
                  <a:pos x="174" y="4"/>
                </a:cxn>
                <a:cxn ang="0">
                  <a:pos x="173" y="62"/>
                </a:cxn>
                <a:cxn ang="0">
                  <a:pos x="167" y="119"/>
                </a:cxn>
                <a:cxn ang="0">
                  <a:pos x="157" y="179"/>
                </a:cxn>
                <a:cxn ang="0">
                  <a:pos x="147" y="239"/>
                </a:cxn>
                <a:cxn ang="0">
                  <a:pos x="136" y="302"/>
                </a:cxn>
                <a:cxn ang="0">
                  <a:pos x="126" y="365"/>
                </a:cxn>
                <a:cxn ang="0">
                  <a:pos x="118" y="428"/>
                </a:cxn>
                <a:cxn ang="0">
                  <a:pos x="107" y="490"/>
                </a:cxn>
                <a:cxn ang="0">
                  <a:pos x="101" y="519"/>
                </a:cxn>
                <a:cxn ang="0">
                  <a:pos x="78" y="605"/>
                </a:cxn>
                <a:cxn ang="0">
                  <a:pos x="47" y="719"/>
                </a:cxn>
                <a:cxn ang="0">
                  <a:pos x="41" y="747"/>
                </a:cxn>
                <a:cxn ang="0">
                  <a:pos x="32" y="806"/>
                </a:cxn>
                <a:cxn ang="0">
                  <a:pos x="27" y="835"/>
                </a:cxn>
                <a:cxn ang="0">
                  <a:pos x="20" y="859"/>
                </a:cxn>
                <a:cxn ang="0">
                  <a:pos x="5" y="907"/>
                </a:cxn>
                <a:cxn ang="0">
                  <a:pos x="0" y="931"/>
                </a:cxn>
                <a:cxn ang="0">
                  <a:pos x="0" y="933"/>
                </a:cxn>
                <a:cxn ang="0">
                  <a:pos x="0" y="939"/>
                </a:cxn>
                <a:cxn ang="0">
                  <a:pos x="1" y="942"/>
                </a:cxn>
                <a:cxn ang="0">
                  <a:pos x="4" y="943"/>
                </a:cxn>
                <a:cxn ang="0">
                  <a:pos x="7" y="942"/>
                </a:cxn>
                <a:cxn ang="0">
                  <a:pos x="9" y="939"/>
                </a:cxn>
                <a:cxn ang="0">
                  <a:pos x="10" y="924"/>
                </a:cxn>
                <a:cxn ang="0">
                  <a:pos x="16" y="897"/>
                </a:cxn>
                <a:cxn ang="0">
                  <a:pos x="30" y="857"/>
                </a:cxn>
                <a:cxn ang="0">
                  <a:pos x="37" y="829"/>
                </a:cxn>
                <a:cxn ang="0">
                  <a:pos x="42" y="800"/>
                </a:cxn>
                <a:cxn ang="0">
                  <a:pos x="52" y="741"/>
                </a:cxn>
                <a:cxn ang="0">
                  <a:pos x="58" y="712"/>
                </a:cxn>
                <a:cxn ang="0">
                  <a:pos x="90" y="595"/>
                </a:cxn>
                <a:cxn ang="0">
                  <a:pos x="113" y="506"/>
                </a:cxn>
                <a:cxn ang="0">
                  <a:pos x="120" y="476"/>
                </a:cxn>
                <a:cxn ang="0">
                  <a:pos x="129" y="417"/>
                </a:cxn>
                <a:cxn ang="0">
                  <a:pos x="136" y="359"/>
                </a:cxn>
                <a:cxn ang="0">
                  <a:pos x="146" y="296"/>
                </a:cxn>
                <a:cxn ang="0">
                  <a:pos x="158" y="233"/>
                </a:cxn>
                <a:cxn ang="0">
                  <a:pos x="168" y="173"/>
                </a:cxn>
                <a:cxn ang="0">
                  <a:pos x="178" y="113"/>
                </a:cxn>
                <a:cxn ang="0">
                  <a:pos x="184" y="58"/>
                </a:cxn>
                <a:cxn ang="0">
                  <a:pos x="185" y="4"/>
                </a:cxn>
                <a:cxn ang="0">
                  <a:pos x="184" y="2"/>
                </a:cxn>
                <a:cxn ang="0">
                  <a:pos x="182" y="0"/>
                </a:cxn>
                <a:cxn ang="0">
                  <a:pos x="177" y="0"/>
                </a:cxn>
                <a:cxn ang="0">
                  <a:pos x="175" y="2"/>
                </a:cxn>
                <a:cxn ang="0">
                  <a:pos x="174" y="4"/>
                </a:cxn>
              </a:cxnLst>
              <a:rect l="0" t="0" r="r" b="b"/>
              <a:pathLst>
                <a:path w="185" h="943">
                  <a:moveTo>
                    <a:pt x="174" y="4"/>
                  </a:moveTo>
                  <a:lnTo>
                    <a:pt x="174" y="4"/>
                  </a:lnTo>
                  <a:lnTo>
                    <a:pt x="174" y="33"/>
                  </a:lnTo>
                  <a:lnTo>
                    <a:pt x="173" y="62"/>
                  </a:lnTo>
                  <a:lnTo>
                    <a:pt x="171" y="90"/>
                  </a:lnTo>
                  <a:lnTo>
                    <a:pt x="167" y="119"/>
                  </a:lnTo>
                  <a:lnTo>
                    <a:pt x="167" y="119"/>
                  </a:lnTo>
                  <a:lnTo>
                    <a:pt x="157" y="179"/>
                  </a:lnTo>
                  <a:lnTo>
                    <a:pt x="147" y="239"/>
                  </a:lnTo>
                  <a:lnTo>
                    <a:pt x="147" y="239"/>
                  </a:lnTo>
                  <a:lnTo>
                    <a:pt x="142" y="271"/>
                  </a:lnTo>
                  <a:lnTo>
                    <a:pt x="136" y="302"/>
                  </a:lnTo>
                  <a:lnTo>
                    <a:pt x="131" y="334"/>
                  </a:lnTo>
                  <a:lnTo>
                    <a:pt x="126" y="365"/>
                  </a:lnTo>
                  <a:lnTo>
                    <a:pt x="126" y="365"/>
                  </a:lnTo>
                  <a:lnTo>
                    <a:pt x="118" y="428"/>
                  </a:lnTo>
                  <a:lnTo>
                    <a:pt x="112" y="459"/>
                  </a:lnTo>
                  <a:lnTo>
                    <a:pt x="107" y="490"/>
                  </a:lnTo>
                  <a:lnTo>
                    <a:pt x="107" y="490"/>
                  </a:lnTo>
                  <a:lnTo>
                    <a:pt x="101" y="519"/>
                  </a:lnTo>
                  <a:lnTo>
                    <a:pt x="94" y="547"/>
                  </a:lnTo>
                  <a:lnTo>
                    <a:pt x="78" y="605"/>
                  </a:lnTo>
                  <a:lnTo>
                    <a:pt x="62" y="662"/>
                  </a:lnTo>
                  <a:lnTo>
                    <a:pt x="47" y="719"/>
                  </a:lnTo>
                  <a:lnTo>
                    <a:pt x="47" y="719"/>
                  </a:lnTo>
                  <a:lnTo>
                    <a:pt x="41" y="747"/>
                  </a:lnTo>
                  <a:lnTo>
                    <a:pt x="36" y="776"/>
                  </a:lnTo>
                  <a:lnTo>
                    <a:pt x="32" y="806"/>
                  </a:lnTo>
                  <a:lnTo>
                    <a:pt x="27" y="835"/>
                  </a:lnTo>
                  <a:lnTo>
                    <a:pt x="27" y="835"/>
                  </a:lnTo>
                  <a:lnTo>
                    <a:pt x="24" y="848"/>
                  </a:lnTo>
                  <a:lnTo>
                    <a:pt x="20" y="859"/>
                  </a:lnTo>
                  <a:lnTo>
                    <a:pt x="12" y="883"/>
                  </a:lnTo>
                  <a:lnTo>
                    <a:pt x="5" y="907"/>
                  </a:lnTo>
                  <a:lnTo>
                    <a:pt x="2" y="919"/>
                  </a:lnTo>
                  <a:lnTo>
                    <a:pt x="0" y="931"/>
                  </a:lnTo>
                  <a:lnTo>
                    <a:pt x="0" y="931"/>
                  </a:lnTo>
                  <a:lnTo>
                    <a:pt x="0" y="933"/>
                  </a:lnTo>
                  <a:lnTo>
                    <a:pt x="0" y="939"/>
                  </a:lnTo>
                  <a:lnTo>
                    <a:pt x="0" y="939"/>
                  </a:lnTo>
                  <a:lnTo>
                    <a:pt x="0" y="940"/>
                  </a:lnTo>
                  <a:lnTo>
                    <a:pt x="1" y="942"/>
                  </a:lnTo>
                  <a:lnTo>
                    <a:pt x="2" y="943"/>
                  </a:lnTo>
                  <a:lnTo>
                    <a:pt x="4" y="943"/>
                  </a:lnTo>
                  <a:lnTo>
                    <a:pt x="6" y="943"/>
                  </a:lnTo>
                  <a:lnTo>
                    <a:pt x="7" y="942"/>
                  </a:lnTo>
                  <a:lnTo>
                    <a:pt x="8" y="940"/>
                  </a:lnTo>
                  <a:lnTo>
                    <a:pt x="9" y="939"/>
                  </a:lnTo>
                  <a:lnTo>
                    <a:pt x="9" y="939"/>
                  </a:lnTo>
                  <a:lnTo>
                    <a:pt x="10" y="924"/>
                  </a:lnTo>
                  <a:lnTo>
                    <a:pt x="13" y="911"/>
                  </a:lnTo>
                  <a:lnTo>
                    <a:pt x="16" y="897"/>
                  </a:lnTo>
                  <a:lnTo>
                    <a:pt x="21" y="884"/>
                  </a:lnTo>
                  <a:lnTo>
                    <a:pt x="30" y="857"/>
                  </a:lnTo>
                  <a:lnTo>
                    <a:pt x="34" y="843"/>
                  </a:lnTo>
                  <a:lnTo>
                    <a:pt x="37" y="829"/>
                  </a:lnTo>
                  <a:lnTo>
                    <a:pt x="37" y="829"/>
                  </a:lnTo>
                  <a:lnTo>
                    <a:pt x="42" y="800"/>
                  </a:lnTo>
                  <a:lnTo>
                    <a:pt x="47" y="771"/>
                  </a:lnTo>
                  <a:lnTo>
                    <a:pt x="52" y="741"/>
                  </a:lnTo>
                  <a:lnTo>
                    <a:pt x="58" y="712"/>
                  </a:lnTo>
                  <a:lnTo>
                    <a:pt x="58" y="712"/>
                  </a:lnTo>
                  <a:lnTo>
                    <a:pt x="73" y="653"/>
                  </a:lnTo>
                  <a:lnTo>
                    <a:pt x="90" y="595"/>
                  </a:lnTo>
                  <a:lnTo>
                    <a:pt x="106" y="535"/>
                  </a:lnTo>
                  <a:lnTo>
                    <a:pt x="113" y="506"/>
                  </a:lnTo>
                  <a:lnTo>
                    <a:pt x="120" y="476"/>
                  </a:lnTo>
                  <a:lnTo>
                    <a:pt x="120" y="476"/>
                  </a:lnTo>
                  <a:lnTo>
                    <a:pt x="125" y="447"/>
                  </a:lnTo>
                  <a:lnTo>
                    <a:pt x="129" y="417"/>
                  </a:lnTo>
                  <a:lnTo>
                    <a:pt x="136" y="359"/>
                  </a:lnTo>
                  <a:lnTo>
                    <a:pt x="136" y="359"/>
                  </a:lnTo>
                  <a:lnTo>
                    <a:pt x="141" y="327"/>
                  </a:lnTo>
                  <a:lnTo>
                    <a:pt x="146" y="296"/>
                  </a:lnTo>
                  <a:lnTo>
                    <a:pt x="153" y="264"/>
                  </a:lnTo>
                  <a:lnTo>
                    <a:pt x="158" y="233"/>
                  </a:lnTo>
                  <a:lnTo>
                    <a:pt x="158" y="233"/>
                  </a:lnTo>
                  <a:lnTo>
                    <a:pt x="168" y="173"/>
                  </a:lnTo>
                  <a:lnTo>
                    <a:pt x="178" y="113"/>
                  </a:lnTo>
                  <a:lnTo>
                    <a:pt x="178" y="113"/>
                  </a:lnTo>
                  <a:lnTo>
                    <a:pt x="182" y="86"/>
                  </a:lnTo>
                  <a:lnTo>
                    <a:pt x="184" y="58"/>
                  </a:lnTo>
                  <a:lnTo>
                    <a:pt x="184" y="32"/>
                  </a:lnTo>
                  <a:lnTo>
                    <a:pt x="185" y="4"/>
                  </a:lnTo>
                  <a:lnTo>
                    <a:pt x="185" y="4"/>
                  </a:lnTo>
                  <a:lnTo>
                    <a:pt x="184" y="2"/>
                  </a:lnTo>
                  <a:lnTo>
                    <a:pt x="183" y="1"/>
                  </a:lnTo>
                  <a:lnTo>
                    <a:pt x="182" y="0"/>
                  </a:lnTo>
                  <a:lnTo>
                    <a:pt x="180" y="0"/>
                  </a:lnTo>
                  <a:lnTo>
                    <a:pt x="177" y="0"/>
                  </a:lnTo>
                  <a:lnTo>
                    <a:pt x="176" y="1"/>
                  </a:lnTo>
                  <a:lnTo>
                    <a:pt x="175" y="2"/>
                  </a:lnTo>
                  <a:lnTo>
                    <a:pt x="174" y="4"/>
                  </a:lnTo>
                  <a:lnTo>
                    <a:pt x="174" y="4"/>
                  </a:lnTo>
                  <a:close/>
                </a:path>
              </a:pathLst>
            </a:custGeom>
            <a:grpFill/>
            <a:ln>
              <a:solidFill>
                <a:schemeClr val="accent1">
                  <a:lumMod val="75000"/>
                  <a:alpha val="0"/>
                </a:schemeClr>
              </a:solidFill>
            </a:ln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300" name="Freeform 916"/>
            <p:cNvSpPr/>
            <p:nvPr>
              <p:custDataLst>
                <p:tags r:id="rId16"/>
              </p:custDataLst>
            </p:nvPr>
          </p:nvSpPr>
          <p:spPr bwMode="auto">
            <a:xfrm>
              <a:off x="3649663" y="1366838"/>
              <a:ext cx="90488" cy="492125"/>
            </a:xfrm>
            <a:custGeom>
              <a:avLst/>
              <a:gdLst/>
              <a:ahLst/>
              <a:cxnLst>
                <a:cxn ang="0">
                  <a:pos x="162" y="5"/>
                </a:cxn>
                <a:cxn ang="0">
                  <a:pos x="161" y="67"/>
                </a:cxn>
                <a:cxn ang="0">
                  <a:pos x="155" y="128"/>
                </a:cxn>
                <a:cxn ang="0">
                  <a:pos x="151" y="156"/>
                </a:cxn>
                <a:cxn ang="0">
                  <a:pos x="141" y="214"/>
                </a:cxn>
                <a:cxn ang="0">
                  <a:pos x="137" y="243"/>
                </a:cxn>
                <a:cxn ang="0">
                  <a:pos x="123" y="335"/>
                </a:cxn>
                <a:cxn ang="0">
                  <a:pos x="111" y="397"/>
                </a:cxn>
                <a:cxn ang="0">
                  <a:pos x="97" y="457"/>
                </a:cxn>
                <a:cxn ang="0">
                  <a:pos x="87" y="487"/>
                </a:cxn>
                <a:cxn ang="0">
                  <a:pos x="69" y="543"/>
                </a:cxn>
                <a:cxn ang="0">
                  <a:pos x="51" y="599"/>
                </a:cxn>
                <a:cxn ang="0">
                  <a:pos x="48" y="614"/>
                </a:cxn>
                <a:cxn ang="0">
                  <a:pos x="44" y="658"/>
                </a:cxn>
                <a:cxn ang="0">
                  <a:pos x="40" y="702"/>
                </a:cxn>
                <a:cxn ang="0">
                  <a:pos x="38" y="717"/>
                </a:cxn>
                <a:cxn ang="0">
                  <a:pos x="23" y="796"/>
                </a:cxn>
                <a:cxn ang="0">
                  <a:pos x="17" y="822"/>
                </a:cxn>
                <a:cxn ang="0">
                  <a:pos x="12" y="846"/>
                </a:cxn>
                <a:cxn ang="0">
                  <a:pos x="6" y="898"/>
                </a:cxn>
                <a:cxn ang="0">
                  <a:pos x="0" y="924"/>
                </a:cxn>
                <a:cxn ang="0">
                  <a:pos x="0" y="926"/>
                </a:cxn>
                <a:cxn ang="0">
                  <a:pos x="3" y="928"/>
                </a:cxn>
                <a:cxn ang="0">
                  <a:pos x="6" y="929"/>
                </a:cxn>
                <a:cxn ang="0">
                  <a:pos x="9" y="928"/>
                </a:cxn>
                <a:cxn ang="0">
                  <a:pos x="10" y="926"/>
                </a:cxn>
                <a:cxn ang="0">
                  <a:pos x="14" y="902"/>
                </a:cxn>
                <a:cxn ang="0">
                  <a:pos x="20" y="855"/>
                </a:cxn>
                <a:cxn ang="0">
                  <a:pos x="25" y="831"/>
                </a:cxn>
                <a:cxn ang="0">
                  <a:pos x="30" y="805"/>
                </a:cxn>
                <a:cxn ang="0">
                  <a:pos x="45" y="727"/>
                </a:cxn>
                <a:cxn ang="0">
                  <a:pos x="49" y="698"/>
                </a:cxn>
                <a:cxn ang="0">
                  <a:pos x="54" y="640"/>
                </a:cxn>
                <a:cxn ang="0">
                  <a:pos x="58" y="610"/>
                </a:cxn>
                <a:cxn ang="0">
                  <a:pos x="66" y="580"/>
                </a:cxn>
                <a:cxn ang="0">
                  <a:pos x="86" y="519"/>
                </a:cxn>
                <a:cxn ang="0">
                  <a:pos x="97" y="490"/>
                </a:cxn>
                <a:cxn ang="0">
                  <a:pos x="113" y="431"/>
                </a:cxn>
                <a:cxn ang="0">
                  <a:pos x="126" y="372"/>
                </a:cxn>
                <a:cxn ang="0">
                  <a:pos x="137" y="312"/>
                </a:cxn>
                <a:cxn ang="0">
                  <a:pos x="145" y="252"/>
                </a:cxn>
                <a:cxn ang="0">
                  <a:pos x="155" y="186"/>
                </a:cxn>
                <a:cxn ang="0">
                  <a:pos x="166" y="121"/>
                </a:cxn>
                <a:cxn ang="0">
                  <a:pos x="169" y="92"/>
                </a:cxn>
                <a:cxn ang="0">
                  <a:pos x="171" y="34"/>
                </a:cxn>
                <a:cxn ang="0">
                  <a:pos x="171" y="5"/>
                </a:cxn>
                <a:cxn ang="0">
                  <a:pos x="170" y="1"/>
                </a:cxn>
                <a:cxn ang="0">
                  <a:pos x="167" y="0"/>
                </a:cxn>
                <a:cxn ang="0">
                  <a:pos x="164" y="1"/>
                </a:cxn>
                <a:cxn ang="0">
                  <a:pos x="162" y="5"/>
                </a:cxn>
              </a:cxnLst>
              <a:rect l="0" t="0" r="r" b="b"/>
              <a:pathLst>
                <a:path w="171" h="929">
                  <a:moveTo>
                    <a:pt x="162" y="5"/>
                  </a:moveTo>
                  <a:lnTo>
                    <a:pt x="162" y="5"/>
                  </a:lnTo>
                  <a:lnTo>
                    <a:pt x="162" y="36"/>
                  </a:lnTo>
                  <a:lnTo>
                    <a:pt x="161" y="67"/>
                  </a:lnTo>
                  <a:lnTo>
                    <a:pt x="160" y="97"/>
                  </a:lnTo>
                  <a:lnTo>
                    <a:pt x="155" y="128"/>
                  </a:lnTo>
                  <a:lnTo>
                    <a:pt x="155" y="128"/>
                  </a:lnTo>
                  <a:lnTo>
                    <a:pt x="151" y="156"/>
                  </a:lnTo>
                  <a:lnTo>
                    <a:pt x="146" y="185"/>
                  </a:lnTo>
                  <a:lnTo>
                    <a:pt x="141" y="214"/>
                  </a:lnTo>
                  <a:lnTo>
                    <a:pt x="137" y="243"/>
                  </a:lnTo>
                  <a:lnTo>
                    <a:pt x="137" y="243"/>
                  </a:lnTo>
                  <a:lnTo>
                    <a:pt x="129" y="305"/>
                  </a:lnTo>
                  <a:lnTo>
                    <a:pt x="123" y="335"/>
                  </a:lnTo>
                  <a:lnTo>
                    <a:pt x="117" y="366"/>
                  </a:lnTo>
                  <a:lnTo>
                    <a:pt x="111" y="397"/>
                  </a:lnTo>
                  <a:lnTo>
                    <a:pt x="104" y="427"/>
                  </a:lnTo>
                  <a:lnTo>
                    <a:pt x="97" y="457"/>
                  </a:lnTo>
                  <a:lnTo>
                    <a:pt x="87" y="487"/>
                  </a:lnTo>
                  <a:lnTo>
                    <a:pt x="87" y="487"/>
                  </a:lnTo>
                  <a:lnTo>
                    <a:pt x="78" y="515"/>
                  </a:lnTo>
                  <a:lnTo>
                    <a:pt x="69" y="543"/>
                  </a:lnTo>
                  <a:lnTo>
                    <a:pt x="59" y="572"/>
                  </a:lnTo>
                  <a:lnTo>
                    <a:pt x="51" y="599"/>
                  </a:lnTo>
                  <a:lnTo>
                    <a:pt x="51" y="599"/>
                  </a:lnTo>
                  <a:lnTo>
                    <a:pt x="48" y="614"/>
                  </a:lnTo>
                  <a:lnTo>
                    <a:pt x="46" y="628"/>
                  </a:lnTo>
                  <a:lnTo>
                    <a:pt x="44" y="658"/>
                  </a:lnTo>
                  <a:lnTo>
                    <a:pt x="42" y="687"/>
                  </a:lnTo>
                  <a:lnTo>
                    <a:pt x="40" y="702"/>
                  </a:lnTo>
                  <a:lnTo>
                    <a:pt x="38" y="717"/>
                  </a:lnTo>
                  <a:lnTo>
                    <a:pt x="38" y="717"/>
                  </a:lnTo>
                  <a:lnTo>
                    <a:pt x="28" y="769"/>
                  </a:lnTo>
                  <a:lnTo>
                    <a:pt x="23" y="796"/>
                  </a:lnTo>
                  <a:lnTo>
                    <a:pt x="17" y="822"/>
                  </a:lnTo>
                  <a:lnTo>
                    <a:pt x="17" y="822"/>
                  </a:lnTo>
                  <a:lnTo>
                    <a:pt x="15" y="834"/>
                  </a:lnTo>
                  <a:lnTo>
                    <a:pt x="12" y="846"/>
                  </a:lnTo>
                  <a:lnTo>
                    <a:pt x="9" y="872"/>
                  </a:lnTo>
                  <a:lnTo>
                    <a:pt x="6" y="898"/>
                  </a:lnTo>
                  <a:lnTo>
                    <a:pt x="4" y="910"/>
                  </a:lnTo>
                  <a:lnTo>
                    <a:pt x="0" y="924"/>
                  </a:lnTo>
                  <a:lnTo>
                    <a:pt x="0" y="924"/>
                  </a:lnTo>
                  <a:lnTo>
                    <a:pt x="0" y="926"/>
                  </a:lnTo>
                  <a:lnTo>
                    <a:pt x="2" y="927"/>
                  </a:lnTo>
                  <a:lnTo>
                    <a:pt x="3" y="928"/>
                  </a:lnTo>
                  <a:lnTo>
                    <a:pt x="5" y="929"/>
                  </a:lnTo>
                  <a:lnTo>
                    <a:pt x="6" y="929"/>
                  </a:lnTo>
                  <a:lnTo>
                    <a:pt x="8" y="929"/>
                  </a:lnTo>
                  <a:lnTo>
                    <a:pt x="9" y="928"/>
                  </a:lnTo>
                  <a:lnTo>
                    <a:pt x="10" y="926"/>
                  </a:lnTo>
                  <a:lnTo>
                    <a:pt x="10" y="926"/>
                  </a:lnTo>
                  <a:lnTo>
                    <a:pt x="13" y="915"/>
                  </a:lnTo>
                  <a:lnTo>
                    <a:pt x="14" y="902"/>
                  </a:lnTo>
                  <a:lnTo>
                    <a:pt x="17" y="878"/>
                  </a:lnTo>
                  <a:lnTo>
                    <a:pt x="20" y="855"/>
                  </a:lnTo>
                  <a:lnTo>
                    <a:pt x="22" y="842"/>
                  </a:lnTo>
                  <a:lnTo>
                    <a:pt x="25" y="831"/>
                  </a:lnTo>
                  <a:lnTo>
                    <a:pt x="25" y="831"/>
                  </a:lnTo>
                  <a:lnTo>
                    <a:pt x="30" y="805"/>
                  </a:lnTo>
                  <a:lnTo>
                    <a:pt x="36" y="778"/>
                  </a:lnTo>
                  <a:lnTo>
                    <a:pt x="45" y="727"/>
                  </a:lnTo>
                  <a:lnTo>
                    <a:pt x="45" y="727"/>
                  </a:lnTo>
                  <a:lnTo>
                    <a:pt x="49" y="698"/>
                  </a:lnTo>
                  <a:lnTo>
                    <a:pt x="52" y="669"/>
                  </a:lnTo>
                  <a:lnTo>
                    <a:pt x="54" y="640"/>
                  </a:lnTo>
                  <a:lnTo>
                    <a:pt x="58" y="610"/>
                  </a:lnTo>
                  <a:lnTo>
                    <a:pt x="58" y="610"/>
                  </a:lnTo>
                  <a:lnTo>
                    <a:pt x="61" y="595"/>
                  </a:lnTo>
                  <a:lnTo>
                    <a:pt x="66" y="580"/>
                  </a:lnTo>
                  <a:lnTo>
                    <a:pt x="76" y="550"/>
                  </a:lnTo>
                  <a:lnTo>
                    <a:pt x="86" y="519"/>
                  </a:lnTo>
                  <a:lnTo>
                    <a:pt x="97" y="490"/>
                  </a:lnTo>
                  <a:lnTo>
                    <a:pt x="97" y="490"/>
                  </a:lnTo>
                  <a:lnTo>
                    <a:pt x="106" y="461"/>
                  </a:lnTo>
                  <a:lnTo>
                    <a:pt x="113" y="431"/>
                  </a:lnTo>
                  <a:lnTo>
                    <a:pt x="120" y="402"/>
                  </a:lnTo>
                  <a:lnTo>
                    <a:pt x="126" y="372"/>
                  </a:lnTo>
                  <a:lnTo>
                    <a:pt x="132" y="342"/>
                  </a:lnTo>
                  <a:lnTo>
                    <a:pt x="137" y="312"/>
                  </a:lnTo>
                  <a:lnTo>
                    <a:pt x="145" y="252"/>
                  </a:lnTo>
                  <a:lnTo>
                    <a:pt x="145" y="252"/>
                  </a:lnTo>
                  <a:lnTo>
                    <a:pt x="149" y="219"/>
                  </a:lnTo>
                  <a:lnTo>
                    <a:pt x="155" y="186"/>
                  </a:lnTo>
                  <a:lnTo>
                    <a:pt x="161" y="154"/>
                  </a:lnTo>
                  <a:lnTo>
                    <a:pt x="166" y="121"/>
                  </a:lnTo>
                  <a:lnTo>
                    <a:pt x="166" y="121"/>
                  </a:lnTo>
                  <a:lnTo>
                    <a:pt x="169" y="92"/>
                  </a:lnTo>
                  <a:lnTo>
                    <a:pt x="171" y="63"/>
                  </a:lnTo>
                  <a:lnTo>
                    <a:pt x="171" y="34"/>
                  </a:lnTo>
                  <a:lnTo>
                    <a:pt x="171" y="5"/>
                  </a:lnTo>
                  <a:lnTo>
                    <a:pt x="171" y="5"/>
                  </a:lnTo>
                  <a:lnTo>
                    <a:pt x="171" y="2"/>
                  </a:lnTo>
                  <a:lnTo>
                    <a:pt x="170" y="1"/>
                  </a:lnTo>
                  <a:lnTo>
                    <a:pt x="168" y="0"/>
                  </a:lnTo>
                  <a:lnTo>
                    <a:pt x="167" y="0"/>
                  </a:lnTo>
                  <a:lnTo>
                    <a:pt x="165" y="0"/>
                  </a:lnTo>
                  <a:lnTo>
                    <a:pt x="164" y="1"/>
                  </a:lnTo>
                  <a:lnTo>
                    <a:pt x="163" y="2"/>
                  </a:lnTo>
                  <a:lnTo>
                    <a:pt x="162" y="5"/>
                  </a:lnTo>
                  <a:lnTo>
                    <a:pt x="162" y="5"/>
                  </a:lnTo>
                  <a:close/>
                </a:path>
              </a:pathLst>
            </a:custGeom>
            <a:grpFill/>
            <a:ln>
              <a:solidFill>
                <a:schemeClr val="accent1">
                  <a:lumMod val="75000"/>
                  <a:alpha val="0"/>
                </a:schemeClr>
              </a:solidFill>
            </a:ln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301" name="Freeform 917"/>
            <p:cNvSpPr/>
            <p:nvPr>
              <p:custDataLst>
                <p:tags r:id="rId17"/>
              </p:custDataLst>
            </p:nvPr>
          </p:nvSpPr>
          <p:spPr bwMode="auto">
            <a:xfrm>
              <a:off x="3692525" y="1401763"/>
              <a:ext cx="90488" cy="436563"/>
            </a:xfrm>
            <a:custGeom>
              <a:avLst/>
              <a:gdLst/>
              <a:ahLst/>
              <a:cxnLst>
                <a:cxn ang="0">
                  <a:pos x="161" y="5"/>
                </a:cxn>
                <a:cxn ang="0">
                  <a:pos x="157" y="61"/>
                </a:cxn>
                <a:cxn ang="0">
                  <a:pos x="148" y="118"/>
                </a:cxn>
                <a:cxn ang="0">
                  <a:pos x="143" y="143"/>
                </a:cxn>
                <a:cxn ang="0">
                  <a:pos x="130" y="192"/>
                </a:cxn>
                <a:cxn ang="0">
                  <a:pos x="126" y="216"/>
                </a:cxn>
                <a:cxn ang="0">
                  <a:pos x="124" y="236"/>
                </a:cxn>
                <a:cxn ang="0">
                  <a:pos x="124" y="257"/>
                </a:cxn>
                <a:cxn ang="0">
                  <a:pos x="120" y="285"/>
                </a:cxn>
                <a:cxn ang="0">
                  <a:pos x="115" y="314"/>
                </a:cxn>
                <a:cxn ang="0">
                  <a:pos x="97" y="395"/>
                </a:cxn>
                <a:cxn ang="0">
                  <a:pos x="93" y="422"/>
                </a:cxn>
                <a:cxn ang="0">
                  <a:pos x="88" y="472"/>
                </a:cxn>
                <a:cxn ang="0">
                  <a:pos x="82" y="520"/>
                </a:cxn>
                <a:cxn ang="0">
                  <a:pos x="74" y="547"/>
                </a:cxn>
                <a:cxn ang="0">
                  <a:pos x="56" y="599"/>
                </a:cxn>
                <a:cxn ang="0">
                  <a:pos x="47" y="624"/>
                </a:cxn>
                <a:cxn ang="0">
                  <a:pos x="24" y="696"/>
                </a:cxn>
                <a:cxn ang="0">
                  <a:pos x="10" y="745"/>
                </a:cxn>
                <a:cxn ang="0">
                  <a:pos x="2" y="795"/>
                </a:cxn>
                <a:cxn ang="0">
                  <a:pos x="0" y="820"/>
                </a:cxn>
                <a:cxn ang="0">
                  <a:pos x="2" y="823"/>
                </a:cxn>
                <a:cxn ang="0">
                  <a:pos x="5" y="825"/>
                </a:cxn>
                <a:cxn ang="0">
                  <a:pos x="8" y="823"/>
                </a:cxn>
                <a:cxn ang="0">
                  <a:pos x="9" y="820"/>
                </a:cxn>
                <a:cxn ang="0">
                  <a:pos x="11" y="794"/>
                </a:cxn>
                <a:cxn ang="0">
                  <a:pos x="21" y="743"/>
                </a:cxn>
                <a:cxn ang="0">
                  <a:pos x="34" y="693"/>
                </a:cxn>
                <a:cxn ang="0">
                  <a:pos x="58" y="618"/>
                </a:cxn>
                <a:cxn ang="0">
                  <a:pos x="66" y="594"/>
                </a:cxn>
                <a:cxn ang="0">
                  <a:pos x="84" y="547"/>
                </a:cxn>
                <a:cxn ang="0">
                  <a:pos x="90" y="522"/>
                </a:cxn>
                <a:cxn ang="0">
                  <a:pos x="95" y="496"/>
                </a:cxn>
                <a:cxn ang="0">
                  <a:pos x="100" y="443"/>
                </a:cxn>
                <a:cxn ang="0">
                  <a:pos x="103" y="416"/>
                </a:cxn>
                <a:cxn ang="0">
                  <a:pos x="113" y="366"/>
                </a:cxn>
                <a:cxn ang="0">
                  <a:pos x="123" y="316"/>
                </a:cxn>
                <a:cxn ang="0">
                  <a:pos x="133" y="266"/>
                </a:cxn>
                <a:cxn ang="0">
                  <a:pos x="134" y="253"/>
                </a:cxn>
                <a:cxn ang="0">
                  <a:pos x="134" y="226"/>
                </a:cxn>
                <a:cxn ang="0">
                  <a:pos x="136" y="212"/>
                </a:cxn>
                <a:cxn ang="0">
                  <a:pos x="147" y="162"/>
                </a:cxn>
                <a:cxn ang="0">
                  <a:pos x="159" y="112"/>
                </a:cxn>
                <a:cxn ang="0">
                  <a:pos x="163" y="85"/>
                </a:cxn>
                <a:cxn ang="0">
                  <a:pos x="169" y="32"/>
                </a:cxn>
                <a:cxn ang="0">
                  <a:pos x="170" y="5"/>
                </a:cxn>
                <a:cxn ang="0">
                  <a:pos x="169" y="1"/>
                </a:cxn>
                <a:cxn ang="0">
                  <a:pos x="166" y="0"/>
                </a:cxn>
                <a:cxn ang="0">
                  <a:pos x="163" y="1"/>
                </a:cxn>
                <a:cxn ang="0">
                  <a:pos x="161" y="5"/>
                </a:cxn>
              </a:cxnLst>
              <a:rect l="0" t="0" r="r" b="b"/>
              <a:pathLst>
                <a:path w="170" h="825">
                  <a:moveTo>
                    <a:pt x="161" y="5"/>
                  </a:moveTo>
                  <a:lnTo>
                    <a:pt x="161" y="5"/>
                  </a:lnTo>
                  <a:lnTo>
                    <a:pt x="160" y="34"/>
                  </a:lnTo>
                  <a:lnTo>
                    <a:pt x="157" y="61"/>
                  </a:lnTo>
                  <a:lnTo>
                    <a:pt x="153" y="90"/>
                  </a:lnTo>
                  <a:lnTo>
                    <a:pt x="148" y="118"/>
                  </a:lnTo>
                  <a:lnTo>
                    <a:pt x="148" y="118"/>
                  </a:lnTo>
                  <a:lnTo>
                    <a:pt x="143" y="143"/>
                  </a:lnTo>
                  <a:lnTo>
                    <a:pt x="136" y="168"/>
                  </a:lnTo>
                  <a:lnTo>
                    <a:pt x="130" y="192"/>
                  </a:lnTo>
                  <a:lnTo>
                    <a:pt x="126" y="216"/>
                  </a:lnTo>
                  <a:lnTo>
                    <a:pt x="126" y="216"/>
                  </a:lnTo>
                  <a:lnTo>
                    <a:pt x="124" y="227"/>
                  </a:lnTo>
                  <a:lnTo>
                    <a:pt x="124" y="236"/>
                  </a:lnTo>
                  <a:lnTo>
                    <a:pt x="124" y="257"/>
                  </a:lnTo>
                  <a:lnTo>
                    <a:pt x="124" y="257"/>
                  </a:lnTo>
                  <a:lnTo>
                    <a:pt x="123" y="271"/>
                  </a:lnTo>
                  <a:lnTo>
                    <a:pt x="120" y="285"/>
                  </a:lnTo>
                  <a:lnTo>
                    <a:pt x="115" y="314"/>
                  </a:lnTo>
                  <a:lnTo>
                    <a:pt x="115" y="314"/>
                  </a:lnTo>
                  <a:lnTo>
                    <a:pt x="102" y="367"/>
                  </a:lnTo>
                  <a:lnTo>
                    <a:pt x="97" y="395"/>
                  </a:lnTo>
                  <a:lnTo>
                    <a:pt x="93" y="422"/>
                  </a:lnTo>
                  <a:lnTo>
                    <a:pt x="93" y="422"/>
                  </a:lnTo>
                  <a:lnTo>
                    <a:pt x="91" y="447"/>
                  </a:lnTo>
                  <a:lnTo>
                    <a:pt x="88" y="472"/>
                  </a:lnTo>
                  <a:lnTo>
                    <a:pt x="86" y="495"/>
                  </a:lnTo>
                  <a:lnTo>
                    <a:pt x="82" y="520"/>
                  </a:lnTo>
                  <a:lnTo>
                    <a:pt x="82" y="520"/>
                  </a:lnTo>
                  <a:lnTo>
                    <a:pt x="74" y="547"/>
                  </a:lnTo>
                  <a:lnTo>
                    <a:pt x="65" y="573"/>
                  </a:lnTo>
                  <a:lnTo>
                    <a:pt x="56" y="599"/>
                  </a:lnTo>
                  <a:lnTo>
                    <a:pt x="47" y="624"/>
                  </a:lnTo>
                  <a:lnTo>
                    <a:pt x="47" y="624"/>
                  </a:lnTo>
                  <a:lnTo>
                    <a:pt x="31" y="672"/>
                  </a:lnTo>
                  <a:lnTo>
                    <a:pt x="24" y="696"/>
                  </a:lnTo>
                  <a:lnTo>
                    <a:pt x="17" y="720"/>
                  </a:lnTo>
                  <a:lnTo>
                    <a:pt x="10" y="745"/>
                  </a:lnTo>
                  <a:lnTo>
                    <a:pt x="5" y="770"/>
                  </a:lnTo>
                  <a:lnTo>
                    <a:pt x="2" y="795"/>
                  </a:lnTo>
                  <a:lnTo>
                    <a:pt x="0" y="820"/>
                  </a:lnTo>
                  <a:lnTo>
                    <a:pt x="0" y="820"/>
                  </a:lnTo>
                  <a:lnTo>
                    <a:pt x="1" y="822"/>
                  </a:lnTo>
                  <a:lnTo>
                    <a:pt x="2" y="823"/>
                  </a:lnTo>
                  <a:lnTo>
                    <a:pt x="3" y="824"/>
                  </a:lnTo>
                  <a:lnTo>
                    <a:pt x="5" y="825"/>
                  </a:lnTo>
                  <a:lnTo>
                    <a:pt x="6" y="824"/>
                  </a:lnTo>
                  <a:lnTo>
                    <a:pt x="8" y="823"/>
                  </a:lnTo>
                  <a:lnTo>
                    <a:pt x="9" y="822"/>
                  </a:lnTo>
                  <a:lnTo>
                    <a:pt x="9" y="820"/>
                  </a:lnTo>
                  <a:lnTo>
                    <a:pt x="9" y="820"/>
                  </a:lnTo>
                  <a:lnTo>
                    <a:pt x="11" y="794"/>
                  </a:lnTo>
                  <a:lnTo>
                    <a:pt x="15" y="769"/>
                  </a:lnTo>
                  <a:lnTo>
                    <a:pt x="21" y="743"/>
                  </a:lnTo>
                  <a:lnTo>
                    <a:pt x="27" y="717"/>
                  </a:lnTo>
                  <a:lnTo>
                    <a:pt x="34" y="693"/>
                  </a:lnTo>
                  <a:lnTo>
                    <a:pt x="42" y="668"/>
                  </a:lnTo>
                  <a:lnTo>
                    <a:pt x="58" y="618"/>
                  </a:lnTo>
                  <a:lnTo>
                    <a:pt x="58" y="618"/>
                  </a:lnTo>
                  <a:lnTo>
                    <a:pt x="66" y="594"/>
                  </a:lnTo>
                  <a:lnTo>
                    <a:pt x="75" y="571"/>
                  </a:lnTo>
                  <a:lnTo>
                    <a:pt x="84" y="547"/>
                  </a:lnTo>
                  <a:lnTo>
                    <a:pt x="90" y="522"/>
                  </a:lnTo>
                  <a:lnTo>
                    <a:pt x="90" y="522"/>
                  </a:lnTo>
                  <a:lnTo>
                    <a:pt x="93" y="510"/>
                  </a:lnTo>
                  <a:lnTo>
                    <a:pt x="95" y="496"/>
                  </a:lnTo>
                  <a:lnTo>
                    <a:pt x="98" y="469"/>
                  </a:lnTo>
                  <a:lnTo>
                    <a:pt x="100" y="443"/>
                  </a:lnTo>
                  <a:lnTo>
                    <a:pt x="103" y="416"/>
                  </a:lnTo>
                  <a:lnTo>
                    <a:pt x="103" y="416"/>
                  </a:lnTo>
                  <a:lnTo>
                    <a:pt x="107" y="391"/>
                  </a:lnTo>
                  <a:lnTo>
                    <a:pt x="113" y="366"/>
                  </a:lnTo>
                  <a:lnTo>
                    <a:pt x="123" y="316"/>
                  </a:lnTo>
                  <a:lnTo>
                    <a:pt x="123" y="316"/>
                  </a:lnTo>
                  <a:lnTo>
                    <a:pt x="128" y="291"/>
                  </a:lnTo>
                  <a:lnTo>
                    <a:pt x="133" y="266"/>
                  </a:lnTo>
                  <a:lnTo>
                    <a:pt x="133" y="266"/>
                  </a:lnTo>
                  <a:lnTo>
                    <a:pt x="134" y="253"/>
                  </a:lnTo>
                  <a:lnTo>
                    <a:pt x="134" y="239"/>
                  </a:lnTo>
                  <a:lnTo>
                    <a:pt x="134" y="226"/>
                  </a:lnTo>
                  <a:lnTo>
                    <a:pt x="136" y="212"/>
                  </a:lnTo>
                  <a:lnTo>
                    <a:pt x="136" y="212"/>
                  </a:lnTo>
                  <a:lnTo>
                    <a:pt x="141" y="186"/>
                  </a:lnTo>
                  <a:lnTo>
                    <a:pt x="147" y="162"/>
                  </a:lnTo>
                  <a:lnTo>
                    <a:pt x="153" y="137"/>
                  </a:lnTo>
                  <a:lnTo>
                    <a:pt x="159" y="112"/>
                  </a:lnTo>
                  <a:lnTo>
                    <a:pt x="159" y="112"/>
                  </a:lnTo>
                  <a:lnTo>
                    <a:pt x="163" y="85"/>
                  </a:lnTo>
                  <a:lnTo>
                    <a:pt x="167" y="58"/>
                  </a:lnTo>
                  <a:lnTo>
                    <a:pt x="169" y="32"/>
                  </a:lnTo>
                  <a:lnTo>
                    <a:pt x="170" y="5"/>
                  </a:lnTo>
                  <a:lnTo>
                    <a:pt x="170" y="5"/>
                  </a:lnTo>
                  <a:lnTo>
                    <a:pt x="170" y="3"/>
                  </a:lnTo>
                  <a:lnTo>
                    <a:pt x="169" y="1"/>
                  </a:lnTo>
                  <a:lnTo>
                    <a:pt x="168" y="0"/>
                  </a:lnTo>
                  <a:lnTo>
                    <a:pt x="166" y="0"/>
                  </a:lnTo>
                  <a:lnTo>
                    <a:pt x="164" y="0"/>
                  </a:lnTo>
                  <a:lnTo>
                    <a:pt x="163" y="1"/>
                  </a:lnTo>
                  <a:lnTo>
                    <a:pt x="162" y="3"/>
                  </a:lnTo>
                  <a:lnTo>
                    <a:pt x="161" y="5"/>
                  </a:lnTo>
                  <a:lnTo>
                    <a:pt x="161" y="5"/>
                  </a:lnTo>
                  <a:close/>
                </a:path>
              </a:pathLst>
            </a:custGeom>
            <a:grpFill/>
            <a:ln>
              <a:solidFill>
                <a:schemeClr val="accent1">
                  <a:lumMod val="75000"/>
                  <a:alpha val="0"/>
                </a:schemeClr>
              </a:solidFill>
            </a:ln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302" name="Freeform 918"/>
            <p:cNvSpPr/>
            <p:nvPr>
              <p:custDataLst>
                <p:tags r:id="rId18"/>
              </p:custDataLst>
            </p:nvPr>
          </p:nvSpPr>
          <p:spPr bwMode="auto">
            <a:xfrm>
              <a:off x="3751263" y="1443038"/>
              <a:ext cx="66675" cy="360363"/>
            </a:xfrm>
            <a:custGeom>
              <a:avLst/>
              <a:gdLst/>
              <a:ahLst/>
              <a:cxnLst>
                <a:cxn ang="0">
                  <a:pos x="117" y="4"/>
                </a:cxn>
                <a:cxn ang="0">
                  <a:pos x="116" y="50"/>
                </a:cxn>
                <a:cxn ang="0">
                  <a:pos x="108" y="139"/>
                </a:cxn>
                <a:cxn ang="0">
                  <a:pos x="94" y="228"/>
                </a:cxn>
                <a:cxn ang="0">
                  <a:pos x="68" y="361"/>
                </a:cxn>
                <a:cxn ang="0">
                  <a:pos x="63" y="383"/>
                </a:cxn>
                <a:cxn ang="0">
                  <a:pos x="57" y="404"/>
                </a:cxn>
                <a:cxn ang="0">
                  <a:pos x="48" y="432"/>
                </a:cxn>
                <a:cxn ang="0">
                  <a:pos x="47" y="440"/>
                </a:cxn>
                <a:cxn ang="0">
                  <a:pos x="44" y="482"/>
                </a:cxn>
                <a:cxn ang="0">
                  <a:pos x="38" y="523"/>
                </a:cxn>
                <a:cxn ang="0">
                  <a:pos x="32" y="542"/>
                </a:cxn>
                <a:cxn ang="0">
                  <a:pos x="10" y="598"/>
                </a:cxn>
                <a:cxn ang="0">
                  <a:pos x="7" y="608"/>
                </a:cxn>
                <a:cxn ang="0">
                  <a:pos x="2" y="637"/>
                </a:cxn>
                <a:cxn ang="0">
                  <a:pos x="0" y="678"/>
                </a:cxn>
                <a:cxn ang="0">
                  <a:pos x="0" y="680"/>
                </a:cxn>
                <a:cxn ang="0">
                  <a:pos x="3" y="682"/>
                </a:cxn>
                <a:cxn ang="0">
                  <a:pos x="6" y="682"/>
                </a:cxn>
                <a:cxn ang="0">
                  <a:pos x="9" y="680"/>
                </a:cxn>
                <a:cxn ang="0">
                  <a:pos x="9" y="678"/>
                </a:cxn>
                <a:cxn ang="0">
                  <a:pos x="12" y="635"/>
                </a:cxn>
                <a:cxn ang="0">
                  <a:pos x="22" y="594"/>
                </a:cxn>
                <a:cxn ang="0">
                  <a:pos x="36" y="556"/>
                </a:cxn>
                <a:cxn ang="0">
                  <a:pos x="48" y="517"/>
                </a:cxn>
                <a:cxn ang="0">
                  <a:pos x="51" y="501"/>
                </a:cxn>
                <a:cxn ang="0">
                  <a:pos x="56" y="448"/>
                </a:cxn>
                <a:cxn ang="0">
                  <a:pos x="57" y="436"/>
                </a:cxn>
                <a:cxn ang="0">
                  <a:pos x="67" y="398"/>
                </a:cxn>
                <a:cxn ang="0">
                  <a:pos x="77" y="359"/>
                </a:cxn>
                <a:cxn ang="0">
                  <a:pos x="80" y="347"/>
                </a:cxn>
                <a:cxn ang="0">
                  <a:pos x="96" y="262"/>
                </a:cxn>
                <a:cxn ang="0">
                  <a:pos x="112" y="178"/>
                </a:cxn>
                <a:cxn ang="0">
                  <a:pos x="119" y="134"/>
                </a:cxn>
                <a:cxn ang="0">
                  <a:pos x="127" y="48"/>
                </a:cxn>
                <a:cxn ang="0">
                  <a:pos x="128" y="4"/>
                </a:cxn>
                <a:cxn ang="0">
                  <a:pos x="126" y="1"/>
                </a:cxn>
                <a:cxn ang="0">
                  <a:pos x="122" y="0"/>
                </a:cxn>
                <a:cxn ang="0">
                  <a:pos x="119" y="1"/>
                </a:cxn>
                <a:cxn ang="0">
                  <a:pos x="117" y="4"/>
                </a:cxn>
              </a:cxnLst>
              <a:rect l="0" t="0" r="r" b="b"/>
              <a:pathLst>
                <a:path w="128" h="682">
                  <a:moveTo>
                    <a:pt x="117" y="4"/>
                  </a:moveTo>
                  <a:lnTo>
                    <a:pt x="117" y="4"/>
                  </a:lnTo>
                  <a:lnTo>
                    <a:pt x="117" y="27"/>
                  </a:lnTo>
                  <a:lnTo>
                    <a:pt x="116" y="50"/>
                  </a:lnTo>
                  <a:lnTo>
                    <a:pt x="113" y="95"/>
                  </a:lnTo>
                  <a:lnTo>
                    <a:pt x="108" y="139"/>
                  </a:lnTo>
                  <a:lnTo>
                    <a:pt x="101" y="184"/>
                  </a:lnTo>
                  <a:lnTo>
                    <a:pt x="94" y="228"/>
                  </a:lnTo>
                  <a:lnTo>
                    <a:pt x="84" y="273"/>
                  </a:lnTo>
                  <a:lnTo>
                    <a:pt x="68" y="361"/>
                  </a:lnTo>
                  <a:lnTo>
                    <a:pt x="68" y="361"/>
                  </a:lnTo>
                  <a:lnTo>
                    <a:pt x="63" y="383"/>
                  </a:lnTo>
                  <a:lnTo>
                    <a:pt x="57" y="404"/>
                  </a:lnTo>
                  <a:lnTo>
                    <a:pt x="57" y="404"/>
                  </a:lnTo>
                  <a:lnTo>
                    <a:pt x="51" y="422"/>
                  </a:lnTo>
                  <a:lnTo>
                    <a:pt x="48" y="432"/>
                  </a:lnTo>
                  <a:lnTo>
                    <a:pt x="47" y="440"/>
                  </a:lnTo>
                  <a:lnTo>
                    <a:pt x="47" y="440"/>
                  </a:lnTo>
                  <a:lnTo>
                    <a:pt x="46" y="461"/>
                  </a:lnTo>
                  <a:lnTo>
                    <a:pt x="44" y="482"/>
                  </a:lnTo>
                  <a:lnTo>
                    <a:pt x="41" y="503"/>
                  </a:lnTo>
                  <a:lnTo>
                    <a:pt x="38" y="523"/>
                  </a:lnTo>
                  <a:lnTo>
                    <a:pt x="38" y="523"/>
                  </a:lnTo>
                  <a:lnTo>
                    <a:pt x="32" y="542"/>
                  </a:lnTo>
                  <a:lnTo>
                    <a:pt x="24" y="561"/>
                  </a:lnTo>
                  <a:lnTo>
                    <a:pt x="10" y="598"/>
                  </a:lnTo>
                  <a:lnTo>
                    <a:pt x="10" y="598"/>
                  </a:lnTo>
                  <a:lnTo>
                    <a:pt x="7" y="608"/>
                  </a:lnTo>
                  <a:lnTo>
                    <a:pt x="5" y="618"/>
                  </a:lnTo>
                  <a:lnTo>
                    <a:pt x="2" y="637"/>
                  </a:lnTo>
                  <a:lnTo>
                    <a:pt x="0" y="657"/>
                  </a:lnTo>
                  <a:lnTo>
                    <a:pt x="0" y="678"/>
                  </a:lnTo>
                  <a:lnTo>
                    <a:pt x="0" y="678"/>
                  </a:lnTo>
                  <a:lnTo>
                    <a:pt x="0" y="680"/>
                  </a:lnTo>
                  <a:lnTo>
                    <a:pt x="1" y="681"/>
                  </a:lnTo>
                  <a:lnTo>
                    <a:pt x="3" y="682"/>
                  </a:lnTo>
                  <a:lnTo>
                    <a:pt x="4" y="682"/>
                  </a:lnTo>
                  <a:lnTo>
                    <a:pt x="6" y="682"/>
                  </a:lnTo>
                  <a:lnTo>
                    <a:pt x="7" y="681"/>
                  </a:lnTo>
                  <a:lnTo>
                    <a:pt x="9" y="680"/>
                  </a:lnTo>
                  <a:lnTo>
                    <a:pt x="9" y="678"/>
                  </a:lnTo>
                  <a:lnTo>
                    <a:pt x="9" y="678"/>
                  </a:lnTo>
                  <a:lnTo>
                    <a:pt x="10" y="656"/>
                  </a:lnTo>
                  <a:lnTo>
                    <a:pt x="12" y="635"/>
                  </a:lnTo>
                  <a:lnTo>
                    <a:pt x="16" y="615"/>
                  </a:lnTo>
                  <a:lnTo>
                    <a:pt x="22" y="594"/>
                  </a:lnTo>
                  <a:lnTo>
                    <a:pt x="22" y="594"/>
                  </a:lnTo>
                  <a:lnTo>
                    <a:pt x="36" y="556"/>
                  </a:lnTo>
                  <a:lnTo>
                    <a:pt x="43" y="537"/>
                  </a:lnTo>
                  <a:lnTo>
                    <a:pt x="48" y="517"/>
                  </a:lnTo>
                  <a:lnTo>
                    <a:pt x="48" y="517"/>
                  </a:lnTo>
                  <a:lnTo>
                    <a:pt x="51" y="501"/>
                  </a:lnTo>
                  <a:lnTo>
                    <a:pt x="53" y="483"/>
                  </a:lnTo>
                  <a:lnTo>
                    <a:pt x="56" y="448"/>
                  </a:lnTo>
                  <a:lnTo>
                    <a:pt x="56" y="448"/>
                  </a:lnTo>
                  <a:lnTo>
                    <a:pt x="57" y="436"/>
                  </a:lnTo>
                  <a:lnTo>
                    <a:pt x="60" y="422"/>
                  </a:lnTo>
                  <a:lnTo>
                    <a:pt x="67" y="398"/>
                  </a:lnTo>
                  <a:lnTo>
                    <a:pt x="74" y="372"/>
                  </a:lnTo>
                  <a:lnTo>
                    <a:pt x="77" y="359"/>
                  </a:lnTo>
                  <a:lnTo>
                    <a:pt x="80" y="347"/>
                  </a:lnTo>
                  <a:lnTo>
                    <a:pt x="80" y="347"/>
                  </a:lnTo>
                  <a:lnTo>
                    <a:pt x="87" y="305"/>
                  </a:lnTo>
                  <a:lnTo>
                    <a:pt x="96" y="262"/>
                  </a:lnTo>
                  <a:lnTo>
                    <a:pt x="104" y="220"/>
                  </a:lnTo>
                  <a:lnTo>
                    <a:pt x="112" y="178"/>
                  </a:lnTo>
                  <a:lnTo>
                    <a:pt x="112" y="178"/>
                  </a:lnTo>
                  <a:lnTo>
                    <a:pt x="119" y="134"/>
                  </a:lnTo>
                  <a:lnTo>
                    <a:pt x="123" y="92"/>
                  </a:lnTo>
                  <a:lnTo>
                    <a:pt x="127" y="48"/>
                  </a:lnTo>
                  <a:lnTo>
                    <a:pt x="128" y="4"/>
                  </a:lnTo>
                  <a:lnTo>
                    <a:pt x="128" y="4"/>
                  </a:lnTo>
                  <a:lnTo>
                    <a:pt x="127" y="2"/>
                  </a:lnTo>
                  <a:lnTo>
                    <a:pt x="126" y="1"/>
                  </a:lnTo>
                  <a:lnTo>
                    <a:pt x="125" y="0"/>
                  </a:lnTo>
                  <a:lnTo>
                    <a:pt x="122" y="0"/>
                  </a:lnTo>
                  <a:lnTo>
                    <a:pt x="120" y="0"/>
                  </a:lnTo>
                  <a:lnTo>
                    <a:pt x="119" y="1"/>
                  </a:lnTo>
                  <a:lnTo>
                    <a:pt x="118" y="2"/>
                  </a:lnTo>
                  <a:lnTo>
                    <a:pt x="117" y="4"/>
                  </a:lnTo>
                  <a:lnTo>
                    <a:pt x="117" y="4"/>
                  </a:lnTo>
                  <a:close/>
                </a:path>
              </a:pathLst>
            </a:custGeom>
            <a:grpFill/>
            <a:ln>
              <a:solidFill>
                <a:schemeClr val="accent1">
                  <a:lumMod val="75000"/>
                  <a:alpha val="0"/>
                </a:schemeClr>
              </a:solidFill>
            </a:ln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303" name="Freeform 919"/>
            <p:cNvSpPr/>
            <p:nvPr>
              <p:custDataLst>
                <p:tags r:id="rId19"/>
              </p:custDataLst>
            </p:nvPr>
          </p:nvSpPr>
          <p:spPr bwMode="auto">
            <a:xfrm>
              <a:off x="3797300" y="1477963"/>
              <a:ext cx="60325" cy="268288"/>
            </a:xfrm>
            <a:custGeom>
              <a:avLst/>
              <a:gdLst/>
              <a:ahLst/>
              <a:cxnLst>
                <a:cxn ang="0">
                  <a:pos x="114" y="4"/>
                </a:cxn>
                <a:cxn ang="0">
                  <a:pos x="113" y="1"/>
                </a:cxn>
                <a:cxn ang="0">
                  <a:pos x="110" y="0"/>
                </a:cxn>
                <a:cxn ang="0">
                  <a:pos x="106" y="1"/>
                </a:cxn>
                <a:cxn ang="0">
                  <a:pos x="105" y="4"/>
                </a:cxn>
                <a:cxn ang="0">
                  <a:pos x="104" y="38"/>
                </a:cxn>
                <a:cxn ang="0">
                  <a:pos x="94" y="104"/>
                </a:cxn>
                <a:cxn ang="0">
                  <a:pos x="81" y="170"/>
                </a:cxn>
                <a:cxn ang="0">
                  <a:pos x="58" y="268"/>
                </a:cxn>
                <a:cxn ang="0">
                  <a:pos x="47" y="324"/>
                </a:cxn>
                <a:cxn ang="0">
                  <a:pos x="37" y="366"/>
                </a:cxn>
                <a:cxn ang="0">
                  <a:pos x="31" y="379"/>
                </a:cxn>
                <a:cxn ang="0">
                  <a:pos x="28" y="393"/>
                </a:cxn>
                <a:cxn ang="0">
                  <a:pos x="25" y="419"/>
                </a:cxn>
                <a:cxn ang="0">
                  <a:pos x="22" y="433"/>
                </a:cxn>
                <a:cxn ang="0">
                  <a:pos x="8" y="483"/>
                </a:cxn>
                <a:cxn ang="0">
                  <a:pos x="1" y="500"/>
                </a:cxn>
                <a:cxn ang="0">
                  <a:pos x="0" y="504"/>
                </a:cxn>
                <a:cxn ang="0">
                  <a:pos x="5" y="507"/>
                </a:cxn>
                <a:cxn ang="0">
                  <a:pos x="8" y="506"/>
                </a:cxn>
                <a:cxn ang="0">
                  <a:pos x="10" y="505"/>
                </a:cxn>
                <a:cxn ang="0">
                  <a:pos x="25" y="465"/>
                </a:cxn>
                <a:cxn ang="0">
                  <a:pos x="32" y="437"/>
                </a:cxn>
                <a:cxn ang="0">
                  <a:pos x="38" y="409"/>
                </a:cxn>
                <a:cxn ang="0">
                  <a:pos x="39" y="396"/>
                </a:cxn>
                <a:cxn ang="0">
                  <a:pos x="41" y="380"/>
                </a:cxn>
                <a:cxn ang="0">
                  <a:pos x="55" y="335"/>
                </a:cxn>
                <a:cxn ang="0">
                  <a:pos x="59" y="319"/>
                </a:cxn>
                <a:cxn ang="0">
                  <a:pos x="64" y="286"/>
                </a:cxn>
                <a:cxn ang="0">
                  <a:pos x="68" y="271"/>
                </a:cxn>
                <a:cxn ang="0">
                  <a:pos x="96" y="142"/>
                </a:cxn>
                <a:cxn ang="0">
                  <a:pos x="109" y="76"/>
                </a:cxn>
                <a:cxn ang="0">
                  <a:pos x="114" y="10"/>
                </a:cxn>
                <a:cxn ang="0">
                  <a:pos x="114" y="9"/>
                </a:cxn>
              </a:cxnLst>
              <a:rect l="0" t="0" r="r" b="b"/>
              <a:pathLst>
                <a:path w="114" h="507">
                  <a:moveTo>
                    <a:pt x="114" y="4"/>
                  </a:moveTo>
                  <a:lnTo>
                    <a:pt x="114" y="4"/>
                  </a:lnTo>
                  <a:lnTo>
                    <a:pt x="114" y="2"/>
                  </a:lnTo>
                  <a:lnTo>
                    <a:pt x="113" y="1"/>
                  </a:lnTo>
                  <a:lnTo>
                    <a:pt x="111" y="0"/>
                  </a:lnTo>
                  <a:lnTo>
                    <a:pt x="110" y="0"/>
                  </a:lnTo>
                  <a:lnTo>
                    <a:pt x="108" y="0"/>
                  </a:lnTo>
                  <a:lnTo>
                    <a:pt x="106" y="1"/>
                  </a:lnTo>
                  <a:lnTo>
                    <a:pt x="105" y="2"/>
                  </a:lnTo>
                  <a:lnTo>
                    <a:pt x="105" y="4"/>
                  </a:lnTo>
                  <a:lnTo>
                    <a:pt x="105" y="4"/>
                  </a:lnTo>
                  <a:lnTo>
                    <a:pt x="104" y="38"/>
                  </a:lnTo>
                  <a:lnTo>
                    <a:pt x="100" y="71"/>
                  </a:lnTo>
                  <a:lnTo>
                    <a:pt x="94" y="104"/>
                  </a:lnTo>
                  <a:lnTo>
                    <a:pt x="88" y="137"/>
                  </a:lnTo>
                  <a:lnTo>
                    <a:pt x="81" y="170"/>
                  </a:lnTo>
                  <a:lnTo>
                    <a:pt x="74" y="203"/>
                  </a:lnTo>
                  <a:lnTo>
                    <a:pt x="58" y="268"/>
                  </a:lnTo>
                  <a:lnTo>
                    <a:pt x="58" y="268"/>
                  </a:lnTo>
                  <a:lnTo>
                    <a:pt x="47" y="324"/>
                  </a:lnTo>
                  <a:lnTo>
                    <a:pt x="40" y="352"/>
                  </a:lnTo>
                  <a:lnTo>
                    <a:pt x="37" y="366"/>
                  </a:lnTo>
                  <a:lnTo>
                    <a:pt x="31" y="379"/>
                  </a:lnTo>
                  <a:lnTo>
                    <a:pt x="31" y="379"/>
                  </a:lnTo>
                  <a:lnTo>
                    <a:pt x="29" y="385"/>
                  </a:lnTo>
                  <a:lnTo>
                    <a:pt x="28" y="393"/>
                  </a:lnTo>
                  <a:lnTo>
                    <a:pt x="26" y="406"/>
                  </a:lnTo>
                  <a:lnTo>
                    <a:pt x="25" y="419"/>
                  </a:lnTo>
                  <a:lnTo>
                    <a:pt x="22" y="433"/>
                  </a:lnTo>
                  <a:lnTo>
                    <a:pt x="22" y="433"/>
                  </a:lnTo>
                  <a:lnTo>
                    <a:pt x="13" y="467"/>
                  </a:lnTo>
                  <a:lnTo>
                    <a:pt x="8" y="483"/>
                  </a:lnTo>
                  <a:lnTo>
                    <a:pt x="1" y="500"/>
                  </a:lnTo>
                  <a:lnTo>
                    <a:pt x="1" y="500"/>
                  </a:lnTo>
                  <a:lnTo>
                    <a:pt x="0" y="502"/>
                  </a:lnTo>
                  <a:lnTo>
                    <a:pt x="0" y="504"/>
                  </a:lnTo>
                  <a:lnTo>
                    <a:pt x="3" y="506"/>
                  </a:lnTo>
                  <a:lnTo>
                    <a:pt x="5" y="507"/>
                  </a:lnTo>
                  <a:lnTo>
                    <a:pt x="7" y="507"/>
                  </a:lnTo>
                  <a:lnTo>
                    <a:pt x="8" y="506"/>
                  </a:lnTo>
                  <a:lnTo>
                    <a:pt x="10" y="505"/>
                  </a:lnTo>
                  <a:lnTo>
                    <a:pt x="10" y="505"/>
                  </a:lnTo>
                  <a:lnTo>
                    <a:pt x="20" y="479"/>
                  </a:lnTo>
                  <a:lnTo>
                    <a:pt x="25" y="465"/>
                  </a:lnTo>
                  <a:lnTo>
                    <a:pt x="29" y="451"/>
                  </a:lnTo>
                  <a:lnTo>
                    <a:pt x="32" y="437"/>
                  </a:lnTo>
                  <a:lnTo>
                    <a:pt x="36" y="424"/>
                  </a:lnTo>
                  <a:lnTo>
                    <a:pt x="38" y="409"/>
                  </a:lnTo>
                  <a:lnTo>
                    <a:pt x="39" y="396"/>
                  </a:lnTo>
                  <a:lnTo>
                    <a:pt x="39" y="396"/>
                  </a:lnTo>
                  <a:lnTo>
                    <a:pt x="40" y="387"/>
                  </a:lnTo>
                  <a:lnTo>
                    <a:pt x="41" y="380"/>
                  </a:lnTo>
                  <a:lnTo>
                    <a:pt x="45" y="365"/>
                  </a:lnTo>
                  <a:lnTo>
                    <a:pt x="55" y="335"/>
                  </a:lnTo>
                  <a:lnTo>
                    <a:pt x="55" y="335"/>
                  </a:lnTo>
                  <a:lnTo>
                    <a:pt x="59" y="319"/>
                  </a:lnTo>
                  <a:lnTo>
                    <a:pt x="62" y="303"/>
                  </a:lnTo>
                  <a:lnTo>
                    <a:pt x="64" y="286"/>
                  </a:lnTo>
                  <a:lnTo>
                    <a:pt x="68" y="271"/>
                  </a:lnTo>
                  <a:lnTo>
                    <a:pt x="68" y="271"/>
                  </a:lnTo>
                  <a:lnTo>
                    <a:pt x="82" y="206"/>
                  </a:lnTo>
                  <a:lnTo>
                    <a:pt x="96" y="142"/>
                  </a:lnTo>
                  <a:lnTo>
                    <a:pt x="103" y="109"/>
                  </a:lnTo>
                  <a:lnTo>
                    <a:pt x="109" y="76"/>
                  </a:lnTo>
                  <a:lnTo>
                    <a:pt x="112" y="43"/>
                  </a:lnTo>
                  <a:lnTo>
                    <a:pt x="114" y="10"/>
                  </a:lnTo>
                  <a:lnTo>
                    <a:pt x="114" y="10"/>
                  </a:lnTo>
                  <a:lnTo>
                    <a:pt x="114" y="9"/>
                  </a:lnTo>
                  <a:lnTo>
                    <a:pt x="114" y="4"/>
                  </a:lnTo>
                  <a:close/>
                </a:path>
              </a:pathLst>
            </a:custGeom>
            <a:grpFill/>
            <a:ln>
              <a:solidFill>
                <a:schemeClr val="accent1">
                  <a:lumMod val="75000"/>
                  <a:alpha val="0"/>
                </a:schemeClr>
              </a:solidFill>
            </a:ln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304" name="Freeform 920"/>
            <p:cNvSpPr/>
            <p:nvPr>
              <p:custDataLst>
                <p:tags r:id="rId20"/>
              </p:custDataLst>
            </p:nvPr>
          </p:nvSpPr>
          <p:spPr bwMode="auto">
            <a:xfrm>
              <a:off x="3857625" y="1504950"/>
              <a:ext cx="33338" cy="190500"/>
            </a:xfrm>
            <a:custGeom>
              <a:avLst/>
              <a:gdLst/>
              <a:ahLst/>
              <a:cxnLst>
                <a:cxn ang="0">
                  <a:pos x="54" y="2"/>
                </a:cxn>
                <a:cxn ang="0">
                  <a:pos x="48" y="11"/>
                </a:cxn>
                <a:cxn ang="0">
                  <a:pos x="45" y="24"/>
                </a:cxn>
                <a:cxn ang="0">
                  <a:pos x="46" y="44"/>
                </a:cxn>
                <a:cxn ang="0">
                  <a:pos x="46" y="50"/>
                </a:cxn>
                <a:cxn ang="0">
                  <a:pos x="42" y="74"/>
                </a:cxn>
                <a:cxn ang="0">
                  <a:pos x="31" y="123"/>
                </a:cxn>
                <a:cxn ang="0">
                  <a:pos x="29" y="147"/>
                </a:cxn>
                <a:cxn ang="0">
                  <a:pos x="28" y="162"/>
                </a:cxn>
                <a:cxn ang="0">
                  <a:pos x="24" y="206"/>
                </a:cxn>
                <a:cxn ang="0">
                  <a:pos x="13" y="265"/>
                </a:cxn>
                <a:cxn ang="0">
                  <a:pos x="11" y="275"/>
                </a:cxn>
                <a:cxn ang="0">
                  <a:pos x="9" y="306"/>
                </a:cxn>
                <a:cxn ang="0">
                  <a:pos x="8" y="319"/>
                </a:cxn>
                <a:cxn ang="0">
                  <a:pos x="0" y="354"/>
                </a:cxn>
                <a:cxn ang="0">
                  <a:pos x="0" y="356"/>
                </a:cxn>
                <a:cxn ang="0">
                  <a:pos x="4" y="360"/>
                </a:cxn>
                <a:cxn ang="0">
                  <a:pos x="7" y="360"/>
                </a:cxn>
                <a:cxn ang="0">
                  <a:pos x="9" y="357"/>
                </a:cxn>
                <a:cxn ang="0">
                  <a:pos x="16" y="325"/>
                </a:cxn>
                <a:cxn ang="0">
                  <a:pos x="19" y="292"/>
                </a:cxn>
                <a:cxn ang="0">
                  <a:pos x="20" y="280"/>
                </a:cxn>
                <a:cxn ang="0">
                  <a:pos x="27" y="240"/>
                </a:cxn>
                <a:cxn ang="0">
                  <a:pos x="35" y="201"/>
                </a:cxn>
                <a:cxn ang="0">
                  <a:pos x="37" y="188"/>
                </a:cxn>
                <a:cxn ang="0">
                  <a:pos x="38" y="161"/>
                </a:cxn>
                <a:cxn ang="0">
                  <a:pos x="40" y="133"/>
                </a:cxn>
                <a:cxn ang="0">
                  <a:pos x="44" y="109"/>
                </a:cxn>
                <a:cxn ang="0">
                  <a:pos x="50" y="85"/>
                </a:cxn>
                <a:cxn ang="0">
                  <a:pos x="57" y="53"/>
                </a:cxn>
                <a:cxn ang="0">
                  <a:pos x="57" y="43"/>
                </a:cxn>
                <a:cxn ang="0">
                  <a:pos x="56" y="24"/>
                </a:cxn>
                <a:cxn ang="0">
                  <a:pos x="56" y="15"/>
                </a:cxn>
                <a:cxn ang="0">
                  <a:pos x="60" y="8"/>
                </a:cxn>
                <a:cxn ang="0">
                  <a:pos x="62" y="7"/>
                </a:cxn>
                <a:cxn ang="0">
                  <a:pos x="62" y="3"/>
                </a:cxn>
                <a:cxn ang="0">
                  <a:pos x="58" y="0"/>
                </a:cxn>
                <a:cxn ang="0">
                  <a:pos x="54" y="2"/>
                </a:cxn>
              </a:cxnLst>
              <a:rect l="0" t="0" r="r" b="b"/>
              <a:pathLst>
                <a:path w="62" h="360">
                  <a:moveTo>
                    <a:pt x="54" y="2"/>
                  </a:moveTo>
                  <a:lnTo>
                    <a:pt x="54" y="2"/>
                  </a:lnTo>
                  <a:lnTo>
                    <a:pt x="50" y="6"/>
                  </a:lnTo>
                  <a:lnTo>
                    <a:pt x="48" y="11"/>
                  </a:lnTo>
                  <a:lnTo>
                    <a:pt x="46" y="17"/>
                  </a:lnTo>
                  <a:lnTo>
                    <a:pt x="45" y="24"/>
                  </a:lnTo>
                  <a:lnTo>
                    <a:pt x="46" y="38"/>
                  </a:lnTo>
                  <a:lnTo>
                    <a:pt x="46" y="44"/>
                  </a:lnTo>
                  <a:lnTo>
                    <a:pt x="46" y="50"/>
                  </a:lnTo>
                  <a:lnTo>
                    <a:pt x="46" y="50"/>
                  </a:lnTo>
                  <a:lnTo>
                    <a:pt x="44" y="62"/>
                  </a:lnTo>
                  <a:lnTo>
                    <a:pt x="42" y="74"/>
                  </a:lnTo>
                  <a:lnTo>
                    <a:pt x="36" y="99"/>
                  </a:lnTo>
                  <a:lnTo>
                    <a:pt x="31" y="123"/>
                  </a:lnTo>
                  <a:lnTo>
                    <a:pt x="29" y="135"/>
                  </a:lnTo>
                  <a:lnTo>
                    <a:pt x="29" y="147"/>
                  </a:lnTo>
                  <a:lnTo>
                    <a:pt x="29" y="147"/>
                  </a:lnTo>
                  <a:lnTo>
                    <a:pt x="28" y="162"/>
                  </a:lnTo>
                  <a:lnTo>
                    <a:pt x="27" y="177"/>
                  </a:lnTo>
                  <a:lnTo>
                    <a:pt x="24" y="206"/>
                  </a:lnTo>
                  <a:lnTo>
                    <a:pt x="19" y="236"/>
                  </a:lnTo>
                  <a:lnTo>
                    <a:pt x="13" y="265"/>
                  </a:lnTo>
                  <a:lnTo>
                    <a:pt x="13" y="265"/>
                  </a:lnTo>
                  <a:lnTo>
                    <a:pt x="11" y="275"/>
                  </a:lnTo>
                  <a:lnTo>
                    <a:pt x="10" y="286"/>
                  </a:lnTo>
                  <a:lnTo>
                    <a:pt x="9" y="306"/>
                  </a:lnTo>
                  <a:lnTo>
                    <a:pt x="9" y="306"/>
                  </a:lnTo>
                  <a:lnTo>
                    <a:pt x="8" y="319"/>
                  </a:lnTo>
                  <a:lnTo>
                    <a:pt x="5" y="331"/>
                  </a:lnTo>
                  <a:lnTo>
                    <a:pt x="0" y="354"/>
                  </a:lnTo>
                  <a:lnTo>
                    <a:pt x="0" y="354"/>
                  </a:lnTo>
                  <a:lnTo>
                    <a:pt x="0" y="356"/>
                  </a:lnTo>
                  <a:lnTo>
                    <a:pt x="1" y="358"/>
                  </a:lnTo>
                  <a:lnTo>
                    <a:pt x="4" y="360"/>
                  </a:lnTo>
                  <a:lnTo>
                    <a:pt x="6" y="360"/>
                  </a:lnTo>
                  <a:lnTo>
                    <a:pt x="7" y="360"/>
                  </a:lnTo>
                  <a:lnTo>
                    <a:pt x="8" y="359"/>
                  </a:lnTo>
                  <a:lnTo>
                    <a:pt x="9" y="357"/>
                  </a:lnTo>
                  <a:lnTo>
                    <a:pt x="9" y="357"/>
                  </a:lnTo>
                  <a:lnTo>
                    <a:pt x="16" y="325"/>
                  </a:lnTo>
                  <a:lnTo>
                    <a:pt x="18" y="309"/>
                  </a:lnTo>
                  <a:lnTo>
                    <a:pt x="19" y="292"/>
                  </a:lnTo>
                  <a:lnTo>
                    <a:pt x="19" y="292"/>
                  </a:lnTo>
                  <a:lnTo>
                    <a:pt x="20" y="280"/>
                  </a:lnTo>
                  <a:lnTo>
                    <a:pt x="22" y="266"/>
                  </a:lnTo>
                  <a:lnTo>
                    <a:pt x="27" y="240"/>
                  </a:lnTo>
                  <a:lnTo>
                    <a:pt x="33" y="215"/>
                  </a:lnTo>
                  <a:lnTo>
                    <a:pt x="35" y="201"/>
                  </a:lnTo>
                  <a:lnTo>
                    <a:pt x="37" y="188"/>
                  </a:lnTo>
                  <a:lnTo>
                    <a:pt x="37" y="188"/>
                  </a:lnTo>
                  <a:lnTo>
                    <a:pt x="38" y="174"/>
                  </a:lnTo>
                  <a:lnTo>
                    <a:pt x="38" y="161"/>
                  </a:lnTo>
                  <a:lnTo>
                    <a:pt x="39" y="146"/>
                  </a:lnTo>
                  <a:lnTo>
                    <a:pt x="40" y="133"/>
                  </a:lnTo>
                  <a:lnTo>
                    <a:pt x="40" y="133"/>
                  </a:lnTo>
                  <a:lnTo>
                    <a:pt x="44" y="109"/>
                  </a:lnTo>
                  <a:lnTo>
                    <a:pt x="50" y="85"/>
                  </a:lnTo>
                  <a:lnTo>
                    <a:pt x="50" y="85"/>
                  </a:lnTo>
                  <a:lnTo>
                    <a:pt x="55" y="65"/>
                  </a:lnTo>
                  <a:lnTo>
                    <a:pt x="57" y="53"/>
                  </a:lnTo>
                  <a:lnTo>
                    <a:pt x="57" y="43"/>
                  </a:lnTo>
                  <a:lnTo>
                    <a:pt x="57" y="43"/>
                  </a:lnTo>
                  <a:lnTo>
                    <a:pt x="56" y="34"/>
                  </a:lnTo>
                  <a:lnTo>
                    <a:pt x="56" y="24"/>
                  </a:lnTo>
                  <a:lnTo>
                    <a:pt x="56" y="19"/>
                  </a:lnTo>
                  <a:lnTo>
                    <a:pt x="56" y="15"/>
                  </a:lnTo>
                  <a:lnTo>
                    <a:pt x="58" y="11"/>
                  </a:lnTo>
                  <a:lnTo>
                    <a:pt x="60" y="8"/>
                  </a:lnTo>
                  <a:lnTo>
                    <a:pt x="60" y="8"/>
                  </a:lnTo>
                  <a:lnTo>
                    <a:pt x="62" y="7"/>
                  </a:lnTo>
                  <a:lnTo>
                    <a:pt x="62" y="5"/>
                  </a:lnTo>
                  <a:lnTo>
                    <a:pt x="62" y="3"/>
                  </a:lnTo>
                  <a:lnTo>
                    <a:pt x="61" y="2"/>
                  </a:lnTo>
                  <a:lnTo>
                    <a:pt x="58" y="0"/>
                  </a:lnTo>
                  <a:lnTo>
                    <a:pt x="56" y="1"/>
                  </a:lnTo>
                  <a:lnTo>
                    <a:pt x="54" y="2"/>
                  </a:lnTo>
                  <a:lnTo>
                    <a:pt x="54" y="2"/>
                  </a:lnTo>
                  <a:close/>
                </a:path>
              </a:pathLst>
            </a:custGeom>
            <a:grpFill/>
            <a:ln>
              <a:solidFill>
                <a:schemeClr val="accent1">
                  <a:lumMod val="75000"/>
                  <a:alpha val="0"/>
                </a:schemeClr>
              </a:solidFill>
            </a:ln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305" name="Freeform 921"/>
            <p:cNvSpPr/>
            <p:nvPr>
              <p:custDataLst>
                <p:tags r:id="rId21"/>
              </p:custDataLst>
            </p:nvPr>
          </p:nvSpPr>
          <p:spPr bwMode="auto">
            <a:xfrm>
              <a:off x="3883025" y="1544638"/>
              <a:ext cx="22225" cy="130175"/>
            </a:xfrm>
            <a:custGeom>
              <a:avLst/>
              <a:gdLst/>
              <a:ahLst/>
              <a:cxnLst>
                <a:cxn ang="0">
                  <a:pos x="33" y="4"/>
                </a:cxn>
                <a:cxn ang="0">
                  <a:pos x="33" y="4"/>
                </a:cxn>
                <a:cxn ang="0">
                  <a:pos x="33" y="37"/>
                </a:cxn>
                <a:cxn ang="0">
                  <a:pos x="29" y="69"/>
                </a:cxn>
                <a:cxn ang="0">
                  <a:pos x="25" y="101"/>
                </a:cxn>
                <a:cxn ang="0">
                  <a:pos x="23" y="117"/>
                </a:cxn>
                <a:cxn ang="0">
                  <a:pos x="19" y="133"/>
                </a:cxn>
                <a:cxn ang="0">
                  <a:pos x="19" y="133"/>
                </a:cxn>
                <a:cxn ang="0">
                  <a:pos x="13" y="156"/>
                </a:cxn>
                <a:cxn ang="0">
                  <a:pos x="11" y="167"/>
                </a:cxn>
                <a:cxn ang="0">
                  <a:pos x="10" y="179"/>
                </a:cxn>
                <a:cxn ang="0">
                  <a:pos x="10" y="179"/>
                </a:cxn>
                <a:cxn ang="0">
                  <a:pos x="8" y="194"/>
                </a:cxn>
                <a:cxn ang="0">
                  <a:pos x="5" y="210"/>
                </a:cxn>
                <a:cxn ang="0">
                  <a:pos x="2" y="225"/>
                </a:cxn>
                <a:cxn ang="0">
                  <a:pos x="0" y="242"/>
                </a:cxn>
                <a:cxn ang="0">
                  <a:pos x="0" y="242"/>
                </a:cxn>
                <a:cxn ang="0">
                  <a:pos x="0" y="244"/>
                </a:cxn>
                <a:cxn ang="0">
                  <a:pos x="1" y="245"/>
                </a:cxn>
                <a:cxn ang="0">
                  <a:pos x="3" y="246"/>
                </a:cxn>
                <a:cxn ang="0">
                  <a:pos x="4" y="246"/>
                </a:cxn>
                <a:cxn ang="0">
                  <a:pos x="6" y="246"/>
                </a:cxn>
                <a:cxn ang="0">
                  <a:pos x="8" y="245"/>
                </a:cxn>
                <a:cxn ang="0">
                  <a:pos x="9" y="244"/>
                </a:cxn>
                <a:cxn ang="0">
                  <a:pos x="9" y="242"/>
                </a:cxn>
                <a:cxn ang="0">
                  <a:pos x="9" y="242"/>
                </a:cxn>
                <a:cxn ang="0">
                  <a:pos x="11" y="227"/>
                </a:cxn>
                <a:cxn ang="0">
                  <a:pos x="14" y="214"/>
                </a:cxn>
                <a:cxn ang="0">
                  <a:pos x="17" y="199"/>
                </a:cxn>
                <a:cxn ang="0">
                  <a:pos x="18" y="193"/>
                </a:cxn>
                <a:cxn ang="0">
                  <a:pos x="18" y="186"/>
                </a:cxn>
                <a:cxn ang="0">
                  <a:pos x="18" y="186"/>
                </a:cxn>
                <a:cxn ang="0">
                  <a:pos x="19" y="177"/>
                </a:cxn>
                <a:cxn ang="0">
                  <a:pos x="20" y="169"/>
                </a:cxn>
                <a:cxn ang="0">
                  <a:pos x="24" y="152"/>
                </a:cxn>
                <a:cxn ang="0">
                  <a:pos x="28" y="135"/>
                </a:cxn>
                <a:cxn ang="0">
                  <a:pos x="32" y="119"/>
                </a:cxn>
                <a:cxn ang="0">
                  <a:pos x="32" y="119"/>
                </a:cxn>
                <a:cxn ang="0">
                  <a:pos x="37" y="90"/>
                </a:cxn>
                <a:cxn ang="0">
                  <a:pos x="40" y="62"/>
                </a:cxn>
                <a:cxn ang="0">
                  <a:pos x="42" y="33"/>
                </a:cxn>
                <a:cxn ang="0">
                  <a:pos x="42" y="4"/>
                </a:cxn>
                <a:cxn ang="0">
                  <a:pos x="42" y="4"/>
                </a:cxn>
                <a:cxn ang="0">
                  <a:pos x="42" y="2"/>
                </a:cxn>
                <a:cxn ang="0">
                  <a:pos x="41" y="1"/>
                </a:cxn>
                <a:cxn ang="0">
                  <a:pos x="39" y="0"/>
                </a:cxn>
                <a:cxn ang="0">
                  <a:pos x="38" y="0"/>
                </a:cxn>
                <a:cxn ang="0">
                  <a:pos x="36" y="0"/>
                </a:cxn>
                <a:cxn ang="0">
                  <a:pos x="35" y="1"/>
                </a:cxn>
                <a:cxn ang="0">
                  <a:pos x="34" y="2"/>
                </a:cxn>
                <a:cxn ang="0">
                  <a:pos x="33" y="4"/>
                </a:cxn>
                <a:cxn ang="0">
                  <a:pos x="33" y="4"/>
                </a:cxn>
              </a:cxnLst>
              <a:rect l="0" t="0" r="r" b="b"/>
              <a:pathLst>
                <a:path w="42" h="246">
                  <a:moveTo>
                    <a:pt x="33" y="4"/>
                  </a:moveTo>
                  <a:lnTo>
                    <a:pt x="33" y="4"/>
                  </a:lnTo>
                  <a:lnTo>
                    <a:pt x="33" y="37"/>
                  </a:lnTo>
                  <a:lnTo>
                    <a:pt x="29" y="69"/>
                  </a:lnTo>
                  <a:lnTo>
                    <a:pt x="25" y="101"/>
                  </a:lnTo>
                  <a:lnTo>
                    <a:pt x="23" y="117"/>
                  </a:lnTo>
                  <a:lnTo>
                    <a:pt x="19" y="133"/>
                  </a:lnTo>
                  <a:lnTo>
                    <a:pt x="19" y="133"/>
                  </a:lnTo>
                  <a:lnTo>
                    <a:pt x="13" y="156"/>
                  </a:lnTo>
                  <a:lnTo>
                    <a:pt x="11" y="167"/>
                  </a:lnTo>
                  <a:lnTo>
                    <a:pt x="10" y="179"/>
                  </a:lnTo>
                  <a:lnTo>
                    <a:pt x="10" y="179"/>
                  </a:lnTo>
                  <a:lnTo>
                    <a:pt x="8" y="194"/>
                  </a:lnTo>
                  <a:lnTo>
                    <a:pt x="5" y="210"/>
                  </a:lnTo>
                  <a:lnTo>
                    <a:pt x="2" y="225"/>
                  </a:lnTo>
                  <a:lnTo>
                    <a:pt x="0" y="242"/>
                  </a:lnTo>
                  <a:lnTo>
                    <a:pt x="0" y="242"/>
                  </a:lnTo>
                  <a:lnTo>
                    <a:pt x="0" y="244"/>
                  </a:lnTo>
                  <a:lnTo>
                    <a:pt x="1" y="245"/>
                  </a:lnTo>
                  <a:lnTo>
                    <a:pt x="3" y="246"/>
                  </a:lnTo>
                  <a:lnTo>
                    <a:pt x="4" y="246"/>
                  </a:lnTo>
                  <a:lnTo>
                    <a:pt x="6" y="246"/>
                  </a:lnTo>
                  <a:lnTo>
                    <a:pt x="8" y="245"/>
                  </a:lnTo>
                  <a:lnTo>
                    <a:pt x="9" y="244"/>
                  </a:lnTo>
                  <a:lnTo>
                    <a:pt x="9" y="242"/>
                  </a:lnTo>
                  <a:lnTo>
                    <a:pt x="9" y="242"/>
                  </a:lnTo>
                  <a:lnTo>
                    <a:pt x="11" y="227"/>
                  </a:lnTo>
                  <a:lnTo>
                    <a:pt x="14" y="214"/>
                  </a:lnTo>
                  <a:lnTo>
                    <a:pt x="17" y="199"/>
                  </a:lnTo>
                  <a:lnTo>
                    <a:pt x="18" y="193"/>
                  </a:lnTo>
                  <a:lnTo>
                    <a:pt x="18" y="186"/>
                  </a:lnTo>
                  <a:lnTo>
                    <a:pt x="18" y="186"/>
                  </a:lnTo>
                  <a:lnTo>
                    <a:pt x="19" y="177"/>
                  </a:lnTo>
                  <a:lnTo>
                    <a:pt x="20" y="169"/>
                  </a:lnTo>
                  <a:lnTo>
                    <a:pt x="24" y="152"/>
                  </a:lnTo>
                  <a:lnTo>
                    <a:pt x="28" y="135"/>
                  </a:lnTo>
                  <a:lnTo>
                    <a:pt x="32" y="119"/>
                  </a:lnTo>
                  <a:lnTo>
                    <a:pt x="32" y="119"/>
                  </a:lnTo>
                  <a:lnTo>
                    <a:pt x="37" y="90"/>
                  </a:lnTo>
                  <a:lnTo>
                    <a:pt x="40" y="62"/>
                  </a:lnTo>
                  <a:lnTo>
                    <a:pt x="42" y="33"/>
                  </a:lnTo>
                  <a:lnTo>
                    <a:pt x="42" y="4"/>
                  </a:lnTo>
                  <a:lnTo>
                    <a:pt x="42" y="4"/>
                  </a:lnTo>
                  <a:lnTo>
                    <a:pt x="42" y="2"/>
                  </a:lnTo>
                  <a:lnTo>
                    <a:pt x="41" y="1"/>
                  </a:lnTo>
                  <a:lnTo>
                    <a:pt x="39" y="0"/>
                  </a:lnTo>
                  <a:lnTo>
                    <a:pt x="38" y="0"/>
                  </a:lnTo>
                  <a:lnTo>
                    <a:pt x="36" y="0"/>
                  </a:lnTo>
                  <a:lnTo>
                    <a:pt x="35" y="1"/>
                  </a:lnTo>
                  <a:lnTo>
                    <a:pt x="34" y="2"/>
                  </a:lnTo>
                  <a:lnTo>
                    <a:pt x="33" y="4"/>
                  </a:lnTo>
                  <a:lnTo>
                    <a:pt x="33" y="4"/>
                  </a:lnTo>
                  <a:close/>
                </a:path>
              </a:pathLst>
            </a:custGeom>
            <a:grpFill/>
            <a:ln>
              <a:solidFill>
                <a:schemeClr val="accent1">
                  <a:lumMod val="75000"/>
                  <a:alpha val="0"/>
                </a:schemeClr>
              </a:solidFill>
            </a:ln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306" name="Freeform 922"/>
            <p:cNvSpPr/>
            <p:nvPr>
              <p:custDataLst>
                <p:tags r:id="rId22"/>
              </p:custDataLst>
            </p:nvPr>
          </p:nvSpPr>
          <p:spPr bwMode="auto">
            <a:xfrm>
              <a:off x="3454400" y="1239838"/>
              <a:ext cx="25400" cy="65088"/>
            </a:xfrm>
            <a:custGeom>
              <a:avLst/>
              <a:gdLst/>
              <a:ahLst/>
              <a:cxnLst>
                <a:cxn ang="0">
                  <a:pos x="38" y="4"/>
                </a:cxn>
                <a:cxn ang="0">
                  <a:pos x="38" y="4"/>
                </a:cxn>
                <a:cxn ang="0">
                  <a:pos x="37" y="12"/>
                </a:cxn>
                <a:cxn ang="0">
                  <a:pos x="36" y="19"/>
                </a:cxn>
                <a:cxn ang="0">
                  <a:pos x="31" y="34"/>
                </a:cxn>
                <a:cxn ang="0">
                  <a:pos x="26" y="47"/>
                </a:cxn>
                <a:cxn ang="0">
                  <a:pos x="18" y="62"/>
                </a:cxn>
                <a:cxn ang="0">
                  <a:pos x="12" y="75"/>
                </a:cxn>
                <a:cxn ang="0">
                  <a:pos x="6" y="89"/>
                </a:cxn>
                <a:cxn ang="0">
                  <a:pos x="2" y="103"/>
                </a:cxn>
                <a:cxn ang="0">
                  <a:pos x="1" y="110"/>
                </a:cxn>
                <a:cxn ang="0">
                  <a:pos x="0" y="117"/>
                </a:cxn>
                <a:cxn ang="0">
                  <a:pos x="0" y="117"/>
                </a:cxn>
                <a:cxn ang="0">
                  <a:pos x="0" y="120"/>
                </a:cxn>
                <a:cxn ang="0">
                  <a:pos x="1" y="122"/>
                </a:cxn>
                <a:cxn ang="0">
                  <a:pos x="3" y="123"/>
                </a:cxn>
                <a:cxn ang="0">
                  <a:pos x="4" y="123"/>
                </a:cxn>
                <a:cxn ang="0">
                  <a:pos x="6" y="123"/>
                </a:cxn>
                <a:cxn ang="0">
                  <a:pos x="8" y="122"/>
                </a:cxn>
                <a:cxn ang="0">
                  <a:pos x="9" y="120"/>
                </a:cxn>
                <a:cxn ang="0">
                  <a:pos x="9" y="117"/>
                </a:cxn>
                <a:cxn ang="0">
                  <a:pos x="9" y="117"/>
                </a:cxn>
                <a:cxn ang="0">
                  <a:pos x="10" y="109"/>
                </a:cxn>
                <a:cxn ang="0">
                  <a:pos x="12" y="101"/>
                </a:cxn>
                <a:cxn ang="0">
                  <a:pos x="15" y="94"/>
                </a:cxn>
                <a:cxn ang="0">
                  <a:pos x="19" y="86"/>
                </a:cxn>
                <a:cxn ang="0">
                  <a:pos x="27" y="73"/>
                </a:cxn>
                <a:cxn ang="0">
                  <a:pos x="30" y="65"/>
                </a:cxn>
                <a:cxn ang="0">
                  <a:pos x="33" y="58"/>
                </a:cxn>
                <a:cxn ang="0">
                  <a:pos x="33" y="58"/>
                </a:cxn>
                <a:cxn ang="0">
                  <a:pos x="42" y="32"/>
                </a:cxn>
                <a:cxn ang="0">
                  <a:pos x="45" y="18"/>
                </a:cxn>
                <a:cxn ang="0">
                  <a:pos x="47" y="4"/>
                </a:cxn>
                <a:cxn ang="0">
                  <a:pos x="47" y="4"/>
                </a:cxn>
                <a:cxn ang="0">
                  <a:pos x="47" y="2"/>
                </a:cxn>
                <a:cxn ang="0">
                  <a:pos x="46" y="1"/>
                </a:cxn>
                <a:cxn ang="0">
                  <a:pos x="44" y="0"/>
                </a:cxn>
                <a:cxn ang="0">
                  <a:pos x="43" y="0"/>
                </a:cxn>
                <a:cxn ang="0">
                  <a:pos x="41" y="0"/>
                </a:cxn>
                <a:cxn ang="0">
                  <a:pos x="39" y="1"/>
                </a:cxn>
                <a:cxn ang="0">
                  <a:pos x="38" y="2"/>
                </a:cxn>
                <a:cxn ang="0">
                  <a:pos x="38" y="4"/>
                </a:cxn>
                <a:cxn ang="0">
                  <a:pos x="38" y="4"/>
                </a:cxn>
              </a:cxnLst>
              <a:rect l="0" t="0" r="r" b="b"/>
              <a:pathLst>
                <a:path w="47" h="123">
                  <a:moveTo>
                    <a:pt x="38" y="4"/>
                  </a:moveTo>
                  <a:lnTo>
                    <a:pt x="38" y="4"/>
                  </a:lnTo>
                  <a:lnTo>
                    <a:pt x="37" y="12"/>
                  </a:lnTo>
                  <a:lnTo>
                    <a:pt x="36" y="19"/>
                  </a:lnTo>
                  <a:lnTo>
                    <a:pt x="31" y="34"/>
                  </a:lnTo>
                  <a:lnTo>
                    <a:pt x="26" y="47"/>
                  </a:lnTo>
                  <a:lnTo>
                    <a:pt x="18" y="62"/>
                  </a:lnTo>
                  <a:lnTo>
                    <a:pt x="12" y="75"/>
                  </a:lnTo>
                  <a:lnTo>
                    <a:pt x="6" y="89"/>
                  </a:lnTo>
                  <a:lnTo>
                    <a:pt x="2" y="103"/>
                  </a:lnTo>
                  <a:lnTo>
                    <a:pt x="1" y="110"/>
                  </a:lnTo>
                  <a:lnTo>
                    <a:pt x="0" y="117"/>
                  </a:lnTo>
                  <a:lnTo>
                    <a:pt x="0" y="117"/>
                  </a:lnTo>
                  <a:lnTo>
                    <a:pt x="0" y="120"/>
                  </a:lnTo>
                  <a:lnTo>
                    <a:pt x="1" y="122"/>
                  </a:lnTo>
                  <a:lnTo>
                    <a:pt x="3" y="123"/>
                  </a:lnTo>
                  <a:lnTo>
                    <a:pt x="4" y="123"/>
                  </a:lnTo>
                  <a:lnTo>
                    <a:pt x="6" y="123"/>
                  </a:lnTo>
                  <a:lnTo>
                    <a:pt x="8" y="122"/>
                  </a:lnTo>
                  <a:lnTo>
                    <a:pt x="9" y="120"/>
                  </a:lnTo>
                  <a:lnTo>
                    <a:pt x="9" y="117"/>
                  </a:lnTo>
                  <a:lnTo>
                    <a:pt x="9" y="117"/>
                  </a:lnTo>
                  <a:lnTo>
                    <a:pt x="10" y="109"/>
                  </a:lnTo>
                  <a:lnTo>
                    <a:pt x="12" y="101"/>
                  </a:lnTo>
                  <a:lnTo>
                    <a:pt x="15" y="94"/>
                  </a:lnTo>
                  <a:lnTo>
                    <a:pt x="19" y="86"/>
                  </a:lnTo>
                  <a:lnTo>
                    <a:pt x="27" y="73"/>
                  </a:lnTo>
                  <a:lnTo>
                    <a:pt x="30" y="65"/>
                  </a:lnTo>
                  <a:lnTo>
                    <a:pt x="33" y="58"/>
                  </a:lnTo>
                  <a:lnTo>
                    <a:pt x="33" y="58"/>
                  </a:lnTo>
                  <a:lnTo>
                    <a:pt x="42" y="32"/>
                  </a:lnTo>
                  <a:lnTo>
                    <a:pt x="45" y="18"/>
                  </a:lnTo>
                  <a:lnTo>
                    <a:pt x="47" y="4"/>
                  </a:lnTo>
                  <a:lnTo>
                    <a:pt x="47" y="4"/>
                  </a:lnTo>
                  <a:lnTo>
                    <a:pt x="47" y="2"/>
                  </a:lnTo>
                  <a:lnTo>
                    <a:pt x="46" y="1"/>
                  </a:lnTo>
                  <a:lnTo>
                    <a:pt x="44" y="0"/>
                  </a:lnTo>
                  <a:lnTo>
                    <a:pt x="43" y="0"/>
                  </a:lnTo>
                  <a:lnTo>
                    <a:pt x="41" y="0"/>
                  </a:lnTo>
                  <a:lnTo>
                    <a:pt x="39" y="1"/>
                  </a:lnTo>
                  <a:lnTo>
                    <a:pt x="38" y="2"/>
                  </a:lnTo>
                  <a:lnTo>
                    <a:pt x="38" y="4"/>
                  </a:lnTo>
                  <a:lnTo>
                    <a:pt x="38" y="4"/>
                  </a:lnTo>
                  <a:close/>
                </a:path>
              </a:pathLst>
            </a:custGeom>
            <a:grpFill/>
            <a:ln>
              <a:solidFill>
                <a:schemeClr val="accent1">
                  <a:lumMod val="75000"/>
                  <a:alpha val="0"/>
                </a:schemeClr>
              </a:solidFill>
            </a:ln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307" name="Freeform 923"/>
            <p:cNvSpPr/>
            <p:nvPr>
              <p:custDataLst>
                <p:tags r:id="rId23"/>
              </p:custDataLst>
            </p:nvPr>
          </p:nvSpPr>
          <p:spPr bwMode="auto">
            <a:xfrm>
              <a:off x="3471863" y="1241425"/>
              <a:ext cx="26988" cy="77788"/>
            </a:xfrm>
            <a:custGeom>
              <a:avLst/>
              <a:gdLst/>
              <a:ahLst/>
              <a:cxnLst>
                <a:cxn ang="0">
                  <a:pos x="43" y="5"/>
                </a:cxn>
                <a:cxn ang="0">
                  <a:pos x="43" y="5"/>
                </a:cxn>
                <a:cxn ang="0">
                  <a:pos x="42" y="13"/>
                </a:cxn>
                <a:cxn ang="0">
                  <a:pos x="40" y="23"/>
                </a:cxn>
                <a:cxn ang="0">
                  <a:pos x="35" y="40"/>
                </a:cxn>
                <a:cxn ang="0">
                  <a:pos x="29" y="57"/>
                </a:cxn>
                <a:cxn ang="0">
                  <a:pos x="21" y="73"/>
                </a:cxn>
                <a:cxn ang="0">
                  <a:pos x="14" y="91"/>
                </a:cxn>
                <a:cxn ang="0">
                  <a:pos x="7" y="107"/>
                </a:cxn>
                <a:cxn ang="0">
                  <a:pos x="3" y="125"/>
                </a:cxn>
                <a:cxn ang="0">
                  <a:pos x="1" y="133"/>
                </a:cxn>
                <a:cxn ang="0">
                  <a:pos x="0" y="142"/>
                </a:cxn>
                <a:cxn ang="0">
                  <a:pos x="0" y="142"/>
                </a:cxn>
                <a:cxn ang="0">
                  <a:pos x="1" y="144"/>
                </a:cxn>
                <a:cxn ang="0">
                  <a:pos x="1" y="145"/>
                </a:cxn>
                <a:cxn ang="0">
                  <a:pos x="3" y="146"/>
                </a:cxn>
                <a:cxn ang="0">
                  <a:pos x="5" y="146"/>
                </a:cxn>
                <a:cxn ang="0">
                  <a:pos x="6" y="146"/>
                </a:cxn>
                <a:cxn ang="0">
                  <a:pos x="8" y="145"/>
                </a:cxn>
                <a:cxn ang="0">
                  <a:pos x="9" y="144"/>
                </a:cxn>
                <a:cxn ang="0">
                  <a:pos x="9" y="142"/>
                </a:cxn>
                <a:cxn ang="0">
                  <a:pos x="9" y="142"/>
                </a:cxn>
                <a:cxn ang="0">
                  <a:pos x="10" y="133"/>
                </a:cxn>
                <a:cxn ang="0">
                  <a:pos x="12" y="125"/>
                </a:cxn>
                <a:cxn ang="0">
                  <a:pos x="17" y="107"/>
                </a:cxn>
                <a:cxn ang="0">
                  <a:pos x="24" y="91"/>
                </a:cxn>
                <a:cxn ang="0">
                  <a:pos x="31" y="73"/>
                </a:cxn>
                <a:cxn ang="0">
                  <a:pos x="38" y="57"/>
                </a:cxn>
                <a:cxn ang="0">
                  <a:pos x="44" y="40"/>
                </a:cxn>
                <a:cxn ang="0">
                  <a:pos x="49" y="23"/>
                </a:cxn>
                <a:cxn ang="0">
                  <a:pos x="51" y="13"/>
                </a:cxn>
                <a:cxn ang="0">
                  <a:pos x="52" y="5"/>
                </a:cxn>
                <a:cxn ang="0">
                  <a:pos x="52" y="5"/>
                </a:cxn>
                <a:cxn ang="0">
                  <a:pos x="51" y="3"/>
                </a:cxn>
                <a:cxn ang="0">
                  <a:pos x="51" y="2"/>
                </a:cxn>
                <a:cxn ang="0">
                  <a:pos x="49" y="1"/>
                </a:cxn>
                <a:cxn ang="0">
                  <a:pos x="47" y="0"/>
                </a:cxn>
                <a:cxn ang="0">
                  <a:pos x="44" y="2"/>
                </a:cxn>
                <a:cxn ang="0">
                  <a:pos x="43" y="3"/>
                </a:cxn>
                <a:cxn ang="0">
                  <a:pos x="43" y="5"/>
                </a:cxn>
                <a:cxn ang="0">
                  <a:pos x="43" y="5"/>
                </a:cxn>
              </a:cxnLst>
              <a:rect l="0" t="0" r="r" b="b"/>
              <a:pathLst>
                <a:path w="52" h="146">
                  <a:moveTo>
                    <a:pt x="43" y="5"/>
                  </a:moveTo>
                  <a:lnTo>
                    <a:pt x="43" y="5"/>
                  </a:lnTo>
                  <a:lnTo>
                    <a:pt x="42" y="13"/>
                  </a:lnTo>
                  <a:lnTo>
                    <a:pt x="40" y="23"/>
                  </a:lnTo>
                  <a:lnTo>
                    <a:pt x="35" y="40"/>
                  </a:lnTo>
                  <a:lnTo>
                    <a:pt x="29" y="57"/>
                  </a:lnTo>
                  <a:lnTo>
                    <a:pt x="21" y="73"/>
                  </a:lnTo>
                  <a:lnTo>
                    <a:pt x="14" y="91"/>
                  </a:lnTo>
                  <a:lnTo>
                    <a:pt x="7" y="107"/>
                  </a:lnTo>
                  <a:lnTo>
                    <a:pt x="3" y="125"/>
                  </a:lnTo>
                  <a:lnTo>
                    <a:pt x="1" y="133"/>
                  </a:lnTo>
                  <a:lnTo>
                    <a:pt x="0" y="142"/>
                  </a:lnTo>
                  <a:lnTo>
                    <a:pt x="0" y="142"/>
                  </a:lnTo>
                  <a:lnTo>
                    <a:pt x="1" y="144"/>
                  </a:lnTo>
                  <a:lnTo>
                    <a:pt x="1" y="145"/>
                  </a:lnTo>
                  <a:lnTo>
                    <a:pt x="3" y="146"/>
                  </a:lnTo>
                  <a:lnTo>
                    <a:pt x="5" y="146"/>
                  </a:lnTo>
                  <a:lnTo>
                    <a:pt x="6" y="146"/>
                  </a:lnTo>
                  <a:lnTo>
                    <a:pt x="8" y="145"/>
                  </a:lnTo>
                  <a:lnTo>
                    <a:pt x="9" y="144"/>
                  </a:lnTo>
                  <a:lnTo>
                    <a:pt x="9" y="142"/>
                  </a:lnTo>
                  <a:lnTo>
                    <a:pt x="9" y="142"/>
                  </a:lnTo>
                  <a:lnTo>
                    <a:pt x="10" y="133"/>
                  </a:lnTo>
                  <a:lnTo>
                    <a:pt x="12" y="125"/>
                  </a:lnTo>
                  <a:lnTo>
                    <a:pt x="17" y="107"/>
                  </a:lnTo>
                  <a:lnTo>
                    <a:pt x="24" y="91"/>
                  </a:lnTo>
                  <a:lnTo>
                    <a:pt x="31" y="73"/>
                  </a:lnTo>
                  <a:lnTo>
                    <a:pt x="38" y="57"/>
                  </a:lnTo>
                  <a:lnTo>
                    <a:pt x="44" y="40"/>
                  </a:lnTo>
                  <a:lnTo>
                    <a:pt x="49" y="23"/>
                  </a:lnTo>
                  <a:lnTo>
                    <a:pt x="51" y="13"/>
                  </a:lnTo>
                  <a:lnTo>
                    <a:pt x="52" y="5"/>
                  </a:lnTo>
                  <a:lnTo>
                    <a:pt x="52" y="5"/>
                  </a:lnTo>
                  <a:lnTo>
                    <a:pt x="51" y="3"/>
                  </a:lnTo>
                  <a:lnTo>
                    <a:pt x="51" y="2"/>
                  </a:lnTo>
                  <a:lnTo>
                    <a:pt x="49" y="1"/>
                  </a:lnTo>
                  <a:lnTo>
                    <a:pt x="47" y="0"/>
                  </a:lnTo>
                  <a:lnTo>
                    <a:pt x="44" y="2"/>
                  </a:lnTo>
                  <a:lnTo>
                    <a:pt x="43" y="3"/>
                  </a:lnTo>
                  <a:lnTo>
                    <a:pt x="43" y="5"/>
                  </a:lnTo>
                  <a:lnTo>
                    <a:pt x="43" y="5"/>
                  </a:lnTo>
                  <a:close/>
                </a:path>
              </a:pathLst>
            </a:custGeom>
            <a:grpFill/>
            <a:ln>
              <a:solidFill>
                <a:schemeClr val="accent1">
                  <a:lumMod val="75000"/>
                  <a:alpha val="0"/>
                </a:schemeClr>
              </a:solidFill>
            </a:ln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308" name="Freeform 924"/>
            <p:cNvSpPr/>
            <p:nvPr>
              <p:custDataLst>
                <p:tags r:id="rId24"/>
              </p:custDataLst>
            </p:nvPr>
          </p:nvSpPr>
          <p:spPr bwMode="auto">
            <a:xfrm>
              <a:off x="3497263" y="1241425"/>
              <a:ext cx="34925" cy="100013"/>
            </a:xfrm>
            <a:custGeom>
              <a:avLst/>
              <a:gdLst/>
              <a:ahLst/>
              <a:cxnLst>
                <a:cxn ang="0">
                  <a:pos x="57" y="4"/>
                </a:cxn>
                <a:cxn ang="0">
                  <a:pos x="54" y="12"/>
                </a:cxn>
                <a:cxn ang="0">
                  <a:pos x="50" y="20"/>
                </a:cxn>
                <a:cxn ang="0">
                  <a:pos x="47" y="31"/>
                </a:cxn>
                <a:cxn ang="0">
                  <a:pos x="45" y="42"/>
                </a:cxn>
                <a:cxn ang="0">
                  <a:pos x="30" y="86"/>
                </a:cxn>
                <a:cxn ang="0">
                  <a:pos x="24" y="99"/>
                </a:cxn>
                <a:cxn ang="0">
                  <a:pos x="12" y="128"/>
                </a:cxn>
                <a:cxn ang="0">
                  <a:pos x="9" y="138"/>
                </a:cxn>
                <a:cxn ang="0">
                  <a:pos x="7" y="149"/>
                </a:cxn>
                <a:cxn ang="0">
                  <a:pos x="6" y="167"/>
                </a:cxn>
                <a:cxn ang="0">
                  <a:pos x="4" y="179"/>
                </a:cxn>
                <a:cxn ang="0">
                  <a:pos x="1" y="182"/>
                </a:cxn>
                <a:cxn ang="0">
                  <a:pos x="0" y="185"/>
                </a:cxn>
                <a:cxn ang="0">
                  <a:pos x="1" y="188"/>
                </a:cxn>
                <a:cxn ang="0">
                  <a:pos x="6" y="189"/>
                </a:cxn>
                <a:cxn ang="0">
                  <a:pos x="9" y="189"/>
                </a:cxn>
                <a:cxn ang="0">
                  <a:pos x="15" y="179"/>
                </a:cxn>
                <a:cxn ang="0">
                  <a:pos x="16" y="167"/>
                </a:cxn>
                <a:cxn ang="0">
                  <a:pos x="15" y="159"/>
                </a:cxn>
                <a:cxn ang="0">
                  <a:pos x="17" y="142"/>
                </a:cxn>
                <a:cxn ang="0">
                  <a:pos x="25" y="119"/>
                </a:cxn>
                <a:cxn ang="0">
                  <a:pos x="32" y="103"/>
                </a:cxn>
                <a:cxn ang="0">
                  <a:pos x="42" y="80"/>
                </a:cxn>
                <a:cxn ang="0">
                  <a:pos x="49" y="58"/>
                </a:cxn>
                <a:cxn ang="0">
                  <a:pos x="57" y="30"/>
                </a:cxn>
                <a:cxn ang="0">
                  <a:pos x="59" y="24"/>
                </a:cxn>
                <a:cxn ang="0">
                  <a:pos x="64" y="12"/>
                </a:cxn>
                <a:cxn ang="0">
                  <a:pos x="66" y="6"/>
                </a:cxn>
                <a:cxn ang="0">
                  <a:pos x="65" y="2"/>
                </a:cxn>
                <a:cxn ang="0">
                  <a:pos x="61" y="0"/>
                </a:cxn>
                <a:cxn ang="0">
                  <a:pos x="58" y="2"/>
                </a:cxn>
                <a:cxn ang="0">
                  <a:pos x="57" y="4"/>
                </a:cxn>
              </a:cxnLst>
              <a:rect l="0" t="0" r="r" b="b"/>
              <a:pathLst>
                <a:path w="66" h="190">
                  <a:moveTo>
                    <a:pt x="57" y="4"/>
                  </a:moveTo>
                  <a:lnTo>
                    <a:pt x="57" y="4"/>
                  </a:lnTo>
                  <a:lnTo>
                    <a:pt x="56" y="8"/>
                  </a:lnTo>
                  <a:lnTo>
                    <a:pt x="54" y="12"/>
                  </a:lnTo>
                  <a:lnTo>
                    <a:pt x="50" y="20"/>
                  </a:lnTo>
                  <a:lnTo>
                    <a:pt x="50" y="20"/>
                  </a:lnTo>
                  <a:lnTo>
                    <a:pt x="48" y="26"/>
                  </a:lnTo>
                  <a:lnTo>
                    <a:pt x="47" y="31"/>
                  </a:lnTo>
                  <a:lnTo>
                    <a:pt x="45" y="42"/>
                  </a:lnTo>
                  <a:lnTo>
                    <a:pt x="45" y="42"/>
                  </a:lnTo>
                  <a:lnTo>
                    <a:pt x="35" y="71"/>
                  </a:lnTo>
                  <a:lnTo>
                    <a:pt x="30" y="86"/>
                  </a:lnTo>
                  <a:lnTo>
                    <a:pt x="24" y="99"/>
                  </a:lnTo>
                  <a:lnTo>
                    <a:pt x="24" y="99"/>
                  </a:lnTo>
                  <a:lnTo>
                    <a:pt x="15" y="118"/>
                  </a:lnTo>
                  <a:lnTo>
                    <a:pt x="12" y="128"/>
                  </a:lnTo>
                  <a:lnTo>
                    <a:pt x="9" y="138"/>
                  </a:lnTo>
                  <a:lnTo>
                    <a:pt x="9" y="138"/>
                  </a:lnTo>
                  <a:lnTo>
                    <a:pt x="7" y="142"/>
                  </a:lnTo>
                  <a:lnTo>
                    <a:pt x="7" y="149"/>
                  </a:lnTo>
                  <a:lnTo>
                    <a:pt x="6" y="161"/>
                  </a:lnTo>
                  <a:lnTo>
                    <a:pt x="6" y="167"/>
                  </a:lnTo>
                  <a:lnTo>
                    <a:pt x="5" y="173"/>
                  </a:lnTo>
                  <a:lnTo>
                    <a:pt x="4" y="179"/>
                  </a:lnTo>
                  <a:lnTo>
                    <a:pt x="1" y="182"/>
                  </a:lnTo>
                  <a:lnTo>
                    <a:pt x="1" y="182"/>
                  </a:lnTo>
                  <a:lnTo>
                    <a:pt x="0" y="184"/>
                  </a:lnTo>
                  <a:lnTo>
                    <a:pt x="0" y="185"/>
                  </a:lnTo>
                  <a:lnTo>
                    <a:pt x="0" y="187"/>
                  </a:lnTo>
                  <a:lnTo>
                    <a:pt x="1" y="188"/>
                  </a:lnTo>
                  <a:lnTo>
                    <a:pt x="4" y="190"/>
                  </a:lnTo>
                  <a:lnTo>
                    <a:pt x="6" y="189"/>
                  </a:lnTo>
                  <a:lnTo>
                    <a:pt x="9" y="189"/>
                  </a:lnTo>
                  <a:lnTo>
                    <a:pt x="9" y="189"/>
                  </a:lnTo>
                  <a:lnTo>
                    <a:pt x="13" y="184"/>
                  </a:lnTo>
                  <a:lnTo>
                    <a:pt x="15" y="179"/>
                  </a:lnTo>
                  <a:lnTo>
                    <a:pt x="16" y="173"/>
                  </a:lnTo>
                  <a:lnTo>
                    <a:pt x="16" y="167"/>
                  </a:lnTo>
                  <a:lnTo>
                    <a:pt x="16" y="167"/>
                  </a:lnTo>
                  <a:lnTo>
                    <a:pt x="15" y="159"/>
                  </a:lnTo>
                  <a:lnTo>
                    <a:pt x="16" y="151"/>
                  </a:lnTo>
                  <a:lnTo>
                    <a:pt x="17" y="142"/>
                  </a:lnTo>
                  <a:lnTo>
                    <a:pt x="19" y="134"/>
                  </a:lnTo>
                  <a:lnTo>
                    <a:pt x="25" y="119"/>
                  </a:lnTo>
                  <a:lnTo>
                    <a:pt x="32" y="103"/>
                  </a:lnTo>
                  <a:lnTo>
                    <a:pt x="32" y="103"/>
                  </a:lnTo>
                  <a:lnTo>
                    <a:pt x="37" y="92"/>
                  </a:lnTo>
                  <a:lnTo>
                    <a:pt x="42" y="80"/>
                  </a:lnTo>
                  <a:lnTo>
                    <a:pt x="49" y="58"/>
                  </a:lnTo>
                  <a:lnTo>
                    <a:pt x="49" y="58"/>
                  </a:lnTo>
                  <a:lnTo>
                    <a:pt x="53" y="44"/>
                  </a:lnTo>
                  <a:lnTo>
                    <a:pt x="57" y="30"/>
                  </a:lnTo>
                  <a:lnTo>
                    <a:pt x="57" y="30"/>
                  </a:lnTo>
                  <a:lnTo>
                    <a:pt x="59" y="24"/>
                  </a:lnTo>
                  <a:lnTo>
                    <a:pt x="62" y="18"/>
                  </a:lnTo>
                  <a:lnTo>
                    <a:pt x="64" y="12"/>
                  </a:lnTo>
                  <a:lnTo>
                    <a:pt x="66" y="6"/>
                  </a:lnTo>
                  <a:lnTo>
                    <a:pt x="66" y="6"/>
                  </a:lnTo>
                  <a:lnTo>
                    <a:pt x="66" y="4"/>
                  </a:lnTo>
                  <a:lnTo>
                    <a:pt x="65" y="2"/>
                  </a:lnTo>
                  <a:lnTo>
                    <a:pt x="63" y="1"/>
                  </a:lnTo>
                  <a:lnTo>
                    <a:pt x="61" y="0"/>
                  </a:lnTo>
                  <a:lnTo>
                    <a:pt x="59" y="1"/>
                  </a:lnTo>
                  <a:lnTo>
                    <a:pt x="58" y="2"/>
                  </a:lnTo>
                  <a:lnTo>
                    <a:pt x="57" y="4"/>
                  </a:lnTo>
                  <a:lnTo>
                    <a:pt x="57" y="4"/>
                  </a:lnTo>
                  <a:close/>
                </a:path>
              </a:pathLst>
            </a:custGeom>
            <a:grpFill/>
            <a:ln>
              <a:solidFill>
                <a:schemeClr val="accent1">
                  <a:lumMod val="75000"/>
                  <a:alpha val="0"/>
                </a:schemeClr>
              </a:solidFill>
            </a:ln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309" name="Freeform 925"/>
            <p:cNvSpPr>
              <a:spLocks noEditPoints="1"/>
            </p:cNvSpPr>
            <p:nvPr>
              <p:custDataLst>
                <p:tags r:id="rId25"/>
              </p:custDataLst>
            </p:nvPr>
          </p:nvSpPr>
          <p:spPr bwMode="auto">
            <a:xfrm>
              <a:off x="3362325" y="1298575"/>
              <a:ext cx="142875" cy="146050"/>
            </a:xfrm>
            <a:custGeom>
              <a:avLst/>
              <a:gdLst/>
              <a:ahLst/>
              <a:cxnLst>
                <a:cxn ang="0">
                  <a:pos x="131" y="277"/>
                </a:cxn>
                <a:cxn ang="0">
                  <a:pos x="96" y="271"/>
                </a:cxn>
                <a:cxn ang="0">
                  <a:pos x="62" y="257"/>
                </a:cxn>
                <a:cxn ang="0">
                  <a:pos x="34" y="236"/>
                </a:cxn>
                <a:cxn ang="0">
                  <a:pos x="13" y="206"/>
                </a:cxn>
                <a:cxn ang="0">
                  <a:pos x="1" y="168"/>
                </a:cxn>
                <a:cxn ang="0">
                  <a:pos x="0" y="139"/>
                </a:cxn>
                <a:cxn ang="0">
                  <a:pos x="8" y="98"/>
                </a:cxn>
                <a:cxn ang="0">
                  <a:pos x="27" y="61"/>
                </a:cxn>
                <a:cxn ang="0">
                  <a:pos x="55" y="31"/>
                </a:cxn>
                <a:cxn ang="0">
                  <a:pos x="91" y="10"/>
                </a:cxn>
                <a:cxn ang="0">
                  <a:pos x="118" y="0"/>
                </a:cxn>
                <a:cxn ang="0">
                  <a:pos x="128" y="1"/>
                </a:cxn>
                <a:cxn ang="0">
                  <a:pos x="138" y="9"/>
                </a:cxn>
                <a:cxn ang="0">
                  <a:pos x="146" y="14"/>
                </a:cxn>
                <a:cxn ang="0">
                  <a:pos x="183" y="24"/>
                </a:cxn>
                <a:cxn ang="0">
                  <a:pos x="214" y="41"/>
                </a:cxn>
                <a:cxn ang="0">
                  <a:pos x="239" y="63"/>
                </a:cxn>
                <a:cxn ang="0">
                  <a:pos x="257" y="90"/>
                </a:cxn>
                <a:cxn ang="0">
                  <a:pos x="268" y="122"/>
                </a:cxn>
                <a:cxn ang="0">
                  <a:pos x="271" y="145"/>
                </a:cxn>
                <a:cxn ang="0">
                  <a:pos x="268" y="179"/>
                </a:cxn>
                <a:cxn ang="0">
                  <a:pos x="255" y="212"/>
                </a:cxn>
                <a:cxn ang="0">
                  <a:pos x="236" y="241"/>
                </a:cxn>
                <a:cxn ang="0">
                  <a:pos x="209" y="263"/>
                </a:cxn>
                <a:cxn ang="0">
                  <a:pos x="174" y="275"/>
                </a:cxn>
                <a:cxn ang="0">
                  <a:pos x="144" y="277"/>
                </a:cxn>
                <a:cxn ang="0">
                  <a:pos x="101" y="48"/>
                </a:cxn>
                <a:cxn ang="0">
                  <a:pos x="62" y="79"/>
                </a:cxn>
                <a:cxn ang="0">
                  <a:pos x="48" y="100"/>
                </a:cxn>
                <a:cxn ang="0">
                  <a:pos x="38" y="126"/>
                </a:cxn>
                <a:cxn ang="0">
                  <a:pos x="37" y="153"/>
                </a:cxn>
                <a:cxn ang="0">
                  <a:pos x="41" y="172"/>
                </a:cxn>
                <a:cxn ang="0">
                  <a:pos x="52" y="194"/>
                </a:cxn>
                <a:cxn ang="0">
                  <a:pos x="67" y="214"/>
                </a:cxn>
                <a:cxn ang="0">
                  <a:pos x="88" y="229"/>
                </a:cxn>
                <a:cxn ang="0">
                  <a:pos x="112" y="238"/>
                </a:cxn>
                <a:cxn ang="0">
                  <a:pos x="139" y="241"/>
                </a:cxn>
                <a:cxn ang="0">
                  <a:pos x="155" y="240"/>
                </a:cxn>
                <a:cxn ang="0">
                  <a:pos x="171" y="236"/>
                </a:cxn>
                <a:cxn ang="0">
                  <a:pos x="194" y="224"/>
                </a:cxn>
                <a:cxn ang="0">
                  <a:pos x="213" y="208"/>
                </a:cxn>
                <a:cxn ang="0">
                  <a:pos x="225" y="187"/>
                </a:cxn>
                <a:cxn ang="0">
                  <a:pos x="233" y="163"/>
                </a:cxn>
                <a:cxn ang="0">
                  <a:pos x="233" y="139"/>
                </a:cxn>
                <a:cxn ang="0">
                  <a:pos x="228" y="121"/>
                </a:cxn>
                <a:cxn ang="0">
                  <a:pos x="216" y="97"/>
                </a:cxn>
                <a:cxn ang="0">
                  <a:pos x="199" y="78"/>
                </a:cxn>
                <a:cxn ang="0">
                  <a:pos x="177" y="63"/>
                </a:cxn>
                <a:cxn ang="0">
                  <a:pos x="150" y="53"/>
                </a:cxn>
                <a:cxn ang="0">
                  <a:pos x="119" y="49"/>
                </a:cxn>
                <a:cxn ang="0">
                  <a:pos x="112" y="47"/>
                </a:cxn>
              </a:cxnLst>
              <a:rect l="0" t="0" r="r" b="b"/>
              <a:pathLst>
                <a:path w="271" h="277">
                  <a:moveTo>
                    <a:pt x="144" y="277"/>
                  </a:moveTo>
                  <a:lnTo>
                    <a:pt x="144" y="277"/>
                  </a:lnTo>
                  <a:lnTo>
                    <a:pt x="131" y="277"/>
                  </a:lnTo>
                  <a:lnTo>
                    <a:pt x="120" y="276"/>
                  </a:lnTo>
                  <a:lnTo>
                    <a:pt x="108" y="274"/>
                  </a:lnTo>
                  <a:lnTo>
                    <a:pt x="96" y="271"/>
                  </a:lnTo>
                  <a:lnTo>
                    <a:pt x="85" y="267"/>
                  </a:lnTo>
                  <a:lnTo>
                    <a:pt x="73" y="263"/>
                  </a:lnTo>
                  <a:lnTo>
                    <a:pt x="62" y="257"/>
                  </a:lnTo>
                  <a:lnTo>
                    <a:pt x="53" y="251"/>
                  </a:lnTo>
                  <a:lnTo>
                    <a:pt x="42" y="244"/>
                  </a:lnTo>
                  <a:lnTo>
                    <a:pt x="34" y="236"/>
                  </a:lnTo>
                  <a:lnTo>
                    <a:pt x="26" y="226"/>
                  </a:lnTo>
                  <a:lnTo>
                    <a:pt x="19" y="217"/>
                  </a:lnTo>
                  <a:lnTo>
                    <a:pt x="13" y="206"/>
                  </a:lnTo>
                  <a:lnTo>
                    <a:pt x="7" y="194"/>
                  </a:lnTo>
                  <a:lnTo>
                    <a:pt x="3" y="181"/>
                  </a:lnTo>
                  <a:lnTo>
                    <a:pt x="1" y="168"/>
                  </a:lnTo>
                  <a:lnTo>
                    <a:pt x="1" y="168"/>
                  </a:lnTo>
                  <a:lnTo>
                    <a:pt x="0" y="153"/>
                  </a:lnTo>
                  <a:lnTo>
                    <a:pt x="0" y="139"/>
                  </a:lnTo>
                  <a:lnTo>
                    <a:pt x="1" y="125"/>
                  </a:lnTo>
                  <a:lnTo>
                    <a:pt x="4" y="112"/>
                  </a:lnTo>
                  <a:lnTo>
                    <a:pt x="8" y="98"/>
                  </a:lnTo>
                  <a:lnTo>
                    <a:pt x="14" y="86"/>
                  </a:lnTo>
                  <a:lnTo>
                    <a:pt x="20" y="74"/>
                  </a:lnTo>
                  <a:lnTo>
                    <a:pt x="27" y="61"/>
                  </a:lnTo>
                  <a:lnTo>
                    <a:pt x="35" y="51"/>
                  </a:lnTo>
                  <a:lnTo>
                    <a:pt x="45" y="41"/>
                  </a:lnTo>
                  <a:lnTo>
                    <a:pt x="55" y="31"/>
                  </a:lnTo>
                  <a:lnTo>
                    <a:pt x="66" y="23"/>
                  </a:lnTo>
                  <a:lnTo>
                    <a:pt x="78" y="16"/>
                  </a:lnTo>
                  <a:lnTo>
                    <a:pt x="91" y="10"/>
                  </a:lnTo>
                  <a:lnTo>
                    <a:pt x="103" y="4"/>
                  </a:lnTo>
                  <a:lnTo>
                    <a:pt x="118" y="0"/>
                  </a:lnTo>
                  <a:lnTo>
                    <a:pt x="118" y="0"/>
                  </a:lnTo>
                  <a:lnTo>
                    <a:pt x="122" y="0"/>
                  </a:lnTo>
                  <a:lnTo>
                    <a:pt x="122" y="0"/>
                  </a:lnTo>
                  <a:lnTo>
                    <a:pt x="128" y="1"/>
                  </a:lnTo>
                  <a:lnTo>
                    <a:pt x="132" y="2"/>
                  </a:lnTo>
                  <a:lnTo>
                    <a:pt x="135" y="5"/>
                  </a:lnTo>
                  <a:lnTo>
                    <a:pt x="138" y="9"/>
                  </a:lnTo>
                  <a:lnTo>
                    <a:pt x="141" y="13"/>
                  </a:lnTo>
                  <a:lnTo>
                    <a:pt x="146" y="14"/>
                  </a:lnTo>
                  <a:lnTo>
                    <a:pt x="146" y="14"/>
                  </a:lnTo>
                  <a:lnTo>
                    <a:pt x="158" y="17"/>
                  </a:lnTo>
                  <a:lnTo>
                    <a:pt x="171" y="20"/>
                  </a:lnTo>
                  <a:lnTo>
                    <a:pt x="183" y="24"/>
                  </a:lnTo>
                  <a:lnTo>
                    <a:pt x="193" y="29"/>
                  </a:lnTo>
                  <a:lnTo>
                    <a:pt x="204" y="34"/>
                  </a:lnTo>
                  <a:lnTo>
                    <a:pt x="214" y="41"/>
                  </a:lnTo>
                  <a:lnTo>
                    <a:pt x="223" y="48"/>
                  </a:lnTo>
                  <a:lnTo>
                    <a:pt x="232" y="55"/>
                  </a:lnTo>
                  <a:lnTo>
                    <a:pt x="239" y="63"/>
                  </a:lnTo>
                  <a:lnTo>
                    <a:pt x="246" y="72"/>
                  </a:lnTo>
                  <a:lnTo>
                    <a:pt x="252" y="81"/>
                  </a:lnTo>
                  <a:lnTo>
                    <a:pt x="257" y="90"/>
                  </a:lnTo>
                  <a:lnTo>
                    <a:pt x="261" y="100"/>
                  </a:lnTo>
                  <a:lnTo>
                    <a:pt x="266" y="111"/>
                  </a:lnTo>
                  <a:lnTo>
                    <a:pt x="268" y="122"/>
                  </a:lnTo>
                  <a:lnTo>
                    <a:pt x="270" y="134"/>
                  </a:lnTo>
                  <a:lnTo>
                    <a:pt x="270" y="134"/>
                  </a:lnTo>
                  <a:lnTo>
                    <a:pt x="271" y="145"/>
                  </a:lnTo>
                  <a:lnTo>
                    <a:pt x="271" y="156"/>
                  </a:lnTo>
                  <a:lnTo>
                    <a:pt x="270" y="168"/>
                  </a:lnTo>
                  <a:lnTo>
                    <a:pt x="268" y="179"/>
                  </a:lnTo>
                  <a:lnTo>
                    <a:pt x="265" y="190"/>
                  </a:lnTo>
                  <a:lnTo>
                    <a:pt x="260" y="202"/>
                  </a:lnTo>
                  <a:lnTo>
                    <a:pt x="255" y="212"/>
                  </a:lnTo>
                  <a:lnTo>
                    <a:pt x="250" y="222"/>
                  </a:lnTo>
                  <a:lnTo>
                    <a:pt x="243" y="232"/>
                  </a:lnTo>
                  <a:lnTo>
                    <a:pt x="236" y="241"/>
                  </a:lnTo>
                  <a:lnTo>
                    <a:pt x="227" y="249"/>
                  </a:lnTo>
                  <a:lnTo>
                    <a:pt x="218" y="256"/>
                  </a:lnTo>
                  <a:lnTo>
                    <a:pt x="209" y="263"/>
                  </a:lnTo>
                  <a:lnTo>
                    <a:pt x="197" y="268"/>
                  </a:lnTo>
                  <a:lnTo>
                    <a:pt x="186" y="272"/>
                  </a:lnTo>
                  <a:lnTo>
                    <a:pt x="174" y="275"/>
                  </a:lnTo>
                  <a:lnTo>
                    <a:pt x="174" y="275"/>
                  </a:lnTo>
                  <a:lnTo>
                    <a:pt x="159" y="277"/>
                  </a:lnTo>
                  <a:lnTo>
                    <a:pt x="144" y="277"/>
                  </a:lnTo>
                  <a:lnTo>
                    <a:pt x="144" y="277"/>
                  </a:lnTo>
                  <a:close/>
                  <a:moveTo>
                    <a:pt x="101" y="48"/>
                  </a:moveTo>
                  <a:lnTo>
                    <a:pt x="101" y="48"/>
                  </a:lnTo>
                  <a:lnTo>
                    <a:pt x="87" y="56"/>
                  </a:lnTo>
                  <a:lnTo>
                    <a:pt x="73" y="66"/>
                  </a:lnTo>
                  <a:lnTo>
                    <a:pt x="62" y="79"/>
                  </a:lnTo>
                  <a:lnTo>
                    <a:pt x="57" y="86"/>
                  </a:lnTo>
                  <a:lnTo>
                    <a:pt x="52" y="93"/>
                  </a:lnTo>
                  <a:lnTo>
                    <a:pt x="48" y="100"/>
                  </a:lnTo>
                  <a:lnTo>
                    <a:pt x="44" y="109"/>
                  </a:lnTo>
                  <a:lnTo>
                    <a:pt x="40" y="117"/>
                  </a:lnTo>
                  <a:lnTo>
                    <a:pt x="38" y="126"/>
                  </a:lnTo>
                  <a:lnTo>
                    <a:pt x="37" y="135"/>
                  </a:lnTo>
                  <a:lnTo>
                    <a:pt x="36" y="144"/>
                  </a:lnTo>
                  <a:lnTo>
                    <a:pt x="37" y="153"/>
                  </a:lnTo>
                  <a:lnTo>
                    <a:pt x="38" y="163"/>
                  </a:lnTo>
                  <a:lnTo>
                    <a:pt x="38" y="163"/>
                  </a:lnTo>
                  <a:lnTo>
                    <a:pt x="41" y="172"/>
                  </a:lnTo>
                  <a:lnTo>
                    <a:pt x="44" y="180"/>
                  </a:lnTo>
                  <a:lnTo>
                    <a:pt x="48" y="187"/>
                  </a:lnTo>
                  <a:lnTo>
                    <a:pt x="52" y="194"/>
                  </a:lnTo>
                  <a:lnTo>
                    <a:pt x="56" y="202"/>
                  </a:lnTo>
                  <a:lnTo>
                    <a:pt x="62" y="208"/>
                  </a:lnTo>
                  <a:lnTo>
                    <a:pt x="67" y="214"/>
                  </a:lnTo>
                  <a:lnTo>
                    <a:pt x="73" y="219"/>
                  </a:lnTo>
                  <a:lnTo>
                    <a:pt x="81" y="224"/>
                  </a:lnTo>
                  <a:lnTo>
                    <a:pt x="88" y="229"/>
                  </a:lnTo>
                  <a:lnTo>
                    <a:pt x="95" y="232"/>
                  </a:lnTo>
                  <a:lnTo>
                    <a:pt x="103" y="235"/>
                  </a:lnTo>
                  <a:lnTo>
                    <a:pt x="112" y="238"/>
                  </a:lnTo>
                  <a:lnTo>
                    <a:pt x="121" y="239"/>
                  </a:lnTo>
                  <a:lnTo>
                    <a:pt x="129" y="241"/>
                  </a:lnTo>
                  <a:lnTo>
                    <a:pt x="139" y="241"/>
                  </a:lnTo>
                  <a:lnTo>
                    <a:pt x="139" y="241"/>
                  </a:lnTo>
                  <a:lnTo>
                    <a:pt x="147" y="241"/>
                  </a:lnTo>
                  <a:lnTo>
                    <a:pt x="155" y="240"/>
                  </a:lnTo>
                  <a:lnTo>
                    <a:pt x="163" y="238"/>
                  </a:lnTo>
                  <a:lnTo>
                    <a:pt x="171" y="236"/>
                  </a:lnTo>
                  <a:lnTo>
                    <a:pt x="171" y="236"/>
                  </a:lnTo>
                  <a:lnTo>
                    <a:pt x="179" y="233"/>
                  </a:lnTo>
                  <a:lnTo>
                    <a:pt x="187" y="229"/>
                  </a:lnTo>
                  <a:lnTo>
                    <a:pt x="194" y="224"/>
                  </a:lnTo>
                  <a:lnTo>
                    <a:pt x="201" y="219"/>
                  </a:lnTo>
                  <a:lnTo>
                    <a:pt x="207" y="214"/>
                  </a:lnTo>
                  <a:lnTo>
                    <a:pt x="213" y="208"/>
                  </a:lnTo>
                  <a:lnTo>
                    <a:pt x="217" y="202"/>
                  </a:lnTo>
                  <a:lnTo>
                    <a:pt x="222" y="194"/>
                  </a:lnTo>
                  <a:lnTo>
                    <a:pt x="225" y="187"/>
                  </a:lnTo>
                  <a:lnTo>
                    <a:pt x="228" y="180"/>
                  </a:lnTo>
                  <a:lnTo>
                    <a:pt x="230" y="172"/>
                  </a:lnTo>
                  <a:lnTo>
                    <a:pt x="233" y="163"/>
                  </a:lnTo>
                  <a:lnTo>
                    <a:pt x="234" y="155"/>
                  </a:lnTo>
                  <a:lnTo>
                    <a:pt x="234" y="147"/>
                  </a:lnTo>
                  <a:lnTo>
                    <a:pt x="233" y="139"/>
                  </a:lnTo>
                  <a:lnTo>
                    <a:pt x="230" y="130"/>
                  </a:lnTo>
                  <a:lnTo>
                    <a:pt x="230" y="130"/>
                  </a:lnTo>
                  <a:lnTo>
                    <a:pt x="228" y="121"/>
                  </a:lnTo>
                  <a:lnTo>
                    <a:pt x="225" y="113"/>
                  </a:lnTo>
                  <a:lnTo>
                    <a:pt x="221" y="105"/>
                  </a:lnTo>
                  <a:lnTo>
                    <a:pt x="216" y="97"/>
                  </a:lnTo>
                  <a:lnTo>
                    <a:pt x="212" y="90"/>
                  </a:lnTo>
                  <a:lnTo>
                    <a:pt x="206" y="84"/>
                  </a:lnTo>
                  <a:lnTo>
                    <a:pt x="199" y="78"/>
                  </a:lnTo>
                  <a:lnTo>
                    <a:pt x="192" y="73"/>
                  </a:lnTo>
                  <a:lnTo>
                    <a:pt x="185" y="67"/>
                  </a:lnTo>
                  <a:lnTo>
                    <a:pt x="177" y="63"/>
                  </a:lnTo>
                  <a:lnTo>
                    <a:pt x="168" y="59"/>
                  </a:lnTo>
                  <a:lnTo>
                    <a:pt x="160" y="56"/>
                  </a:lnTo>
                  <a:lnTo>
                    <a:pt x="150" y="53"/>
                  </a:lnTo>
                  <a:lnTo>
                    <a:pt x="141" y="51"/>
                  </a:lnTo>
                  <a:lnTo>
                    <a:pt x="129" y="50"/>
                  </a:lnTo>
                  <a:lnTo>
                    <a:pt x="119" y="49"/>
                  </a:lnTo>
                  <a:lnTo>
                    <a:pt x="119" y="49"/>
                  </a:lnTo>
                  <a:lnTo>
                    <a:pt x="115" y="49"/>
                  </a:lnTo>
                  <a:lnTo>
                    <a:pt x="112" y="47"/>
                  </a:lnTo>
                  <a:lnTo>
                    <a:pt x="107" y="45"/>
                  </a:lnTo>
                  <a:lnTo>
                    <a:pt x="101" y="48"/>
                  </a:lnTo>
                  <a:close/>
                </a:path>
              </a:pathLst>
            </a:custGeom>
            <a:grpFill/>
            <a:ln>
              <a:solidFill>
                <a:schemeClr val="accent1">
                  <a:lumMod val="75000"/>
                  <a:alpha val="0"/>
                </a:schemeClr>
              </a:solidFill>
            </a:ln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310" name="Freeform 926"/>
            <p:cNvSpPr>
              <a:spLocks noEditPoints="1"/>
            </p:cNvSpPr>
            <p:nvPr>
              <p:custDataLst>
                <p:tags r:id="rId26"/>
              </p:custDataLst>
            </p:nvPr>
          </p:nvSpPr>
          <p:spPr bwMode="auto">
            <a:xfrm>
              <a:off x="3282950" y="1227138"/>
              <a:ext cx="644525" cy="642938"/>
            </a:xfrm>
            <a:custGeom>
              <a:avLst/>
              <a:gdLst/>
              <a:ahLst/>
              <a:cxnLst>
                <a:cxn ang="0">
                  <a:pos x="653" y="1206"/>
                </a:cxn>
                <a:cxn ang="0">
                  <a:pos x="563" y="1160"/>
                </a:cxn>
                <a:cxn ang="0">
                  <a:pos x="550" y="1153"/>
                </a:cxn>
                <a:cxn ang="0">
                  <a:pos x="236" y="832"/>
                </a:cxn>
                <a:cxn ang="0">
                  <a:pos x="143" y="731"/>
                </a:cxn>
                <a:cxn ang="0">
                  <a:pos x="77" y="679"/>
                </a:cxn>
                <a:cxn ang="0">
                  <a:pos x="72" y="657"/>
                </a:cxn>
                <a:cxn ang="0">
                  <a:pos x="40" y="570"/>
                </a:cxn>
                <a:cxn ang="0">
                  <a:pos x="11" y="425"/>
                </a:cxn>
                <a:cxn ang="0">
                  <a:pos x="1" y="212"/>
                </a:cxn>
                <a:cxn ang="0">
                  <a:pos x="10" y="196"/>
                </a:cxn>
                <a:cxn ang="0">
                  <a:pos x="19" y="182"/>
                </a:cxn>
                <a:cxn ang="0">
                  <a:pos x="110" y="81"/>
                </a:cxn>
                <a:cxn ang="0">
                  <a:pos x="210" y="10"/>
                </a:cxn>
                <a:cxn ang="0">
                  <a:pos x="228" y="8"/>
                </a:cxn>
                <a:cxn ang="0">
                  <a:pos x="242" y="2"/>
                </a:cxn>
                <a:cxn ang="0">
                  <a:pos x="419" y="2"/>
                </a:cxn>
                <a:cxn ang="0">
                  <a:pos x="599" y="26"/>
                </a:cxn>
                <a:cxn ang="0">
                  <a:pos x="638" y="36"/>
                </a:cxn>
                <a:cxn ang="0">
                  <a:pos x="656" y="46"/>
                </a:cxn>
                <a:cxn ang="0">
                  <a:pos x="887" y="256"/>
                </a:cxn>
                <a:cxn ang="0">
                  <a:pos x="1107" y="475"/>
                </a:cxn>
                <a:cxn ang="0">
                  <a:pos x="1167" y="525"/>
                </a:cxn>
                <a:cxn ang="0">
                  <a:pos x="1185" y="553"/>
                </a:cxn>
                <a:cxn ang="0">
                  <a:pos x="1215" y="644"/>
                </a:cxn>
                <a:cxn ang="0">
                  <a:pos x="1218" y="725"/>
                </a:cxn>
                <a:cxn ang="0">
                  <a:pos x="1194" y="798"/>
                </a:cxn>
                <a:cxn ang="0">
                  <a:pos x="1193" y="817"/>
                </a:cxn>
                <a:cxn ang="0">
                  <a:pos x="1109" y="909"/>
                </a:cxn>
                <a:cxn ang="0">
                  <a:pos x="862" y="1146"/>
                </a:cxn>
                <a:cxn ang="0">
                  <a:pos x="853" y="1157"/>
                </a:cxn>
                <a:cxn ang="0">
                  <a:pos x="761" y="1206"/>
                </a:cxn>
                <a:cxn ang="0">
                  <a:pos x="231" y="43"/>
                </a:cxn>
                <a:cxn ang="0">
                  <a:pos x="137" y="108"/>
                </a:cxn>
                <a:cxn ang="0">
                  <a:pos x="54" y="198"/>
                </a:cxn>
                <a:cxn ang="0">
                  <a:pos x="40" y="216"/>
                </a:cxn>
                <a:cxn ang="0">
                  <a:pos x="45" y="400"/>
                </a:cxn>
                <a:cxn ang="0">
                  <a:pos x="68" y="529"/>
                </a:cxn>
                <a:cxn ang="0">
                  <a:pos x="105" y="637"/>
                </a:cxn>
                <a:cxn ang="0">
                  <a:pos x="112" y="658"/>
                </a:cxn>
                <a:cxn ang="0">
                  <a:pos x="181" y="718"/>
                </a:cxn>
                <a:cxn ang="0">
                  <a:pos x="294" y="841"/>
                </a:cxn>
                <a:cxn ang="0">
                  <a:pos x="585" y="1129"/>
                </a:cxn>
                <a:cxn ang="0">
                  <a:pos x="633" y="1159"/>
                </a:cxn>
                <a:cxn ang="0">
                  <a:pos x="706" y="1177"/>
                </a:cxn>
                <a:cxn ang="0">
                  <a:pos x="765" y="1165"/>
                </a:cxn>
                <a:cxn ang="0">
                  <a:pos x="823" y="1131"/>
                </a:cxn>
                <a:cxn ang="0">
                  <a:pos x="865" y="1090"/>
                </a:cxn>
                <a:cxn ang="0">
                  <a:pos x="1140" y="817"/>
                </a:cxn>
                <a:cxn ang="0">
                  <a:pos x="1147" y="803"/>
                </a:cxn>
                <a:cxn ang="0">
                  <a:pos x="1177" y="736"/>
                </a:cxn>
                <a:cxn ang="0">
                  <a:pos x="1179" y="657"/>
                </a:cxn>
                <a:cxn ang="0">
                  <a:pos x="1148" y="564"/>
                </a:cxn>
                <a:cxn ang="0">
                  <a:pos x="1140" y="556"/>
                </a:cxn>
                <a:cxn ang="0">
                  <a:pos x="894" y="335"/>
                </a:cxn>
                <a:cxn ang="0">
                  <a:pos x="627" y="72"/>
                </a:cxn>
                <a:cxn ang="0">
                  <a:pos x="558" y="57"/>
                </a:cxn>
                <a:cxn ang="0">
                  <a:pos x="377" y="39"/>
                </a:cxn>
                <a:cxn ang="0">
                  <a:pos x="236" y="40"/>
                </a:cxn>
              </a:cxnLst>
              <a:rect l="0" t="0" r="r" b="b"/>
              <a:pathLst>
                <a:path w="1220" h="1215">
                  <a:moveTo>
                    <a:pt x="706" y="1215"/>
                  </a:moveTo>
                  <a:lnTo>
                    <a:pt x="706" y="1215"/>
                  </a:lnTo>
                  <a:lnTo>
                    <a:pt x="688" y="1214"/>
                  </a:lnTo>
                  <a:lnTo>
                    <a:pt x="671" y="1211"/>
                  </a:lnTo>
                  <a:lnTo>
                    <a:pt x="653" y="1206"/>
                  </a:lnTo>
                  <a:lnTo>
                    <a:pt x="636" y="1200"/>
                  </a:lnTo>
                  <a:lnTo>
                    <a:pt x="617" y="1193"/>
                  </a:lnTo>
                  <a:lnTo>
                    <a:pt x="599" y="1184"/>
                  </a:lnTo>
                  <a:lnTo>
                    <a:pt x="581" y="1172"/>
                  </a:lnTo>
                  <a:lnTo>
                    <a:pt x="563" y="1160"/>
                  </a:lnTo>
                  <a:lnTo>
                    <a:pt x="561" y="1158"/>
                  </a:lnTo>
                  <a:lnTo>
                    <a:pt x="558" y="1158"/>
                  </a:lnTo>
                  <a:lnTo>
                    <a:pt x="558" y="1158"/>
                  </a:lnTo>
                  <a:lnTo>
                    <a:pt x="554" y="1156"/>
                  </a:lnTo>
                  <a:lnTo>
                    <a:pt x="550" y="1153"/>
                  </a:lnTo>
                  <a:lnTo>
                    <a:pt x="307" y="910"/>
                  </a:lnTo>
                  <a:lnTo>
                    <a:pt x="307" y="910"/>
                  </a:lnTo>
                  <a:lnTo>
                    <a:pt x="290" y="891"/>
                  </a:lnTo>
                  <a:lnTo>
                    <a:pt x="271" y="872"/>
                  </a:lnTo>
                  <a:lnTo>
                    <a:pt x="236" y="832"/>
                  </a:lnTo>
                  <a:lnTo>
                    <a:pt x="236" y="832"/>
                  </a:lnTo>
                  <a:lnTo>
                    <a:pt x="200" y="790"/>
                  </a:lnTo>
                  <a:lnTo>
                    <a:pt x="181" y="771"/>
                  </a:lnTo>
                  <a:lnTo>
                    <a:pt x="163" y="751"/>
                  </a:lnTo>
                  <a:lnTo>
                    <a:pt x="143" y="731"/>
                  </a:lnTo>
                  <a:lnTo>
                    <a:pt x="123" y="714"/>
                  </a:lnTo>
                  <a:lnTo>
                    <a:pt x="102" y="697"/>
                  </a:lnTo>
                  <a:lnTo>
                    <a:pt x="80" y="682"/>
                  </a:lnTo>
                  <a:lnTo>
                    <a:pt x="80" y="682"/>
                  </a:lnTo>
                  <a:lnTo>
                    <a:pt x="77" y="679"/>
                  </a:lnTo>
                  <a:lnTo>
                    <a:pt x="74" y="677"/>
                  </a:lnTo>
                  <a:lnTo>
                    <a:pt x="72" y="670"/>
                  </a:lnTo>
                  <a:lnTo>
                    <a:pt x="71" y="665"/>
                  </a:lnTo>
                  <a:lnTo>
                    <a:pt x="71" y="661"/>
                  </a:lnTo>
                  <a:lnTo>
                    <a:pt x="72" y="657"/>
                  </a:lnTo>
                  <a:lnTo>
                    <a:pt x="71" y="654"/>
                  </a:lnTo>
                  <a:lnTo>
                    <a:pt x="71" y="654"/>
                  </a:lnTo>
                  <a:lnTo>
                    <a:pt x="59" y="626"/>
                  </a:lnTo>
                  <a:lnTo>
                    <a:pt x="49" y="598"/>
                  </a:lnTo>
                  <a:lnTo>
                    <a:pt x="40" y="570"/>
                  </a:lnTo>
                  <a:lnTo>
                    <a:pt x="32" y="541"/>
                  </a:lnTo>
                  <a:lnTo>
                    <a:pt x="25" y="512"/>
                  </a:lnTo>
                  <a:lnTo>
                    <a:pt x="19" y="483"/>
                  </a:lnTo>
                  <a:lnTo>
                    <a:pt x="15" y="453"/>
                  </a:lnTo>
                  <a:lnTo>
                    <a:pt x="11" y="425"/>
                  </a:lnTo>
                  <a:lnTo>
                    <a:pt x="7" y="396"/>
                  </a:lnTo>
                  <a:lnTo>
                    <a:pt x="4" y="368"/>
                  </a:lnTo>
                  <a:lnTo>
                    <a:pt x="1" y="312"/>
                  </a:lnTo>
                  <a:lnTo>
                    <a:pt x="0" y="259"/>
                  </a:lnTo>
                  <a:lnTo>
                    <a:pt x="1" y="212"/>
                  </a:lnTo>
                  <a:lnTo>
                    <a:pt x="1" y="212"/>
                  </a:lnTo>
                  <a:lnTo>
                    <a:pt x="1" y="207"/>
                  </a:lnTo>
                  <a:lnTo>
                    <a:pt x="3" y="202"/>
                  </a:lnTo>
                  <a:lnTo>
                    <a:pt x="6" y="198"/>
                  </a:lnTo>
                  <a:lnTo>
                    <a:pt x="10" y="196"/>
                  </a:lnTo>
                  <a:lnTo>
                    <a:pt x="14" y="193"/>
                  </a:lnTo>
                  <a:lnTo>
                    <a:pt x="16" y="188"/>
                  </a:lnTo>
                  <a:lnTo>
                    <a:pt x="16" y="188"/>
                  </a:lnTo>
                  <a:lnTo>
                    <a:pt x="17" y="185"/>
                  </a:lnTo>
                  <a:lnTo>
                    <a:pt x="19" y="182"/>
                  </a:lnTo>
                  <a:lnTo>
                    <a:pt x="19" y="182"/>
                  </a:lnTo>
                  <a:lnTo>
                    <a:pt x="41" y="154"/>
                  </a:lnTo>
                  <a:lnTo>
                    <a:pt x="63" y="127"/>
                  </a:lnTo>
                  <a:lnTo>
                    <a:pt x="86" y="103"/>
                  </a:lnTo>
                  <a:lnTo>
                    <a:pt x="110" y="81"/>
                  </a:lnTo>
                  <a:lnTo>
                    <a:pt x="135" y="60"/>
                  </a:lnTo>
                  <a:lnTo>
                    <a:pt x="159" y="41"/>
                  </a:lnTo>
                  <a:lnTo>
                    <a:pt x="185" y="25"/>
                  </a:lnTo>
                  <a:lnTo>
                    <a:pt x="210" y="10"/>
                  </a:lnTo>
                  <a:lnTo>
                    <a:pt x="210" y="10"/>
                  </a:lnTo>
                  <a:lnTo>
                    <a:pt x="215" y="8"/>
                  </a:lnTo>
                  <a:lnTo>
                    <a:pt x="219" y="7"/>
                  </a:lnTo>
                  <a:lnTo>
                    <a:pt x="219" y="7"/>
                  </a:lnTo>
                  <a:lnTo>
                    <a:pt x="222" y="8"/>
                  </a:lnTo>
                  <a:lnTo>
                    <a:pt x="228" y="8"/>
                  </a:lnTo>
                  <a:lnTo>
                    <a:pt x="232" y="5"/>
                  </a:lnTo>
                  <a:lnTo>
                    <a:pt x="232" y="5"/>
                  </a:lnTo>
                  <a:lnTo>
                    <a:pt x="236" y="3"/>
                  </a:lnTo>
                  <a:lnTo>
                    <a:pt x="242" y="2"/>
                  </a:lnTo>
                  <a:lnTo>
                    <a:pt x="242" y="2"/>
                  </a:lnTo>
                  <a:lnTo>
                    <a:pt x="291" y="0"/>
                  </a:lnTo>
                  <a:lnTo>
                    <a:pt x="335" y="0"/>
                  </a:lnTo>
                  <a:lnTo>
                    <a:pt x="335" y="0"/>
                  </a:lnTo>
                  <a:lnTo>
                    <a:pt x="377" y="0"/>
                  </a:lnTo>
                  <a:lnTo>
                    <a:pt x="419" y="2"/>
                  </a:lnTo>
                  <a:lnTo>
                    <a:pt x="458" y="5"/>
                  </a:lnTo>
                  <a:lnTo>
                    <a:pt x="495" y="8"/>
                  </a:lnTo>
                  <a:lnTo>
                    <a:pt x="531" y="13"/>
                  </a:lnTo>
                  <a:lnTo>
                    <a:pt x="566" y="20"/>
                  </a:lnTo>
                  <a:lnTo>
                    <a:pt x="599" y="26"/>
                  </a:lnTo>
                  <a:lnTo>
                    <a:pt x="631" y="34"/>
                  </a:lnTo>
                  <a:lnTo>
                    <a:pt x="631" y="34"/>
                  </a:lnTo>
                  <a:lnTo>
                    <a:pt x="634" y="35"/>
                  </a:lnTo>
                  <a:lnTo>
                    <a:pt x="636" y="36"/>
                  </a:lnTo>
                  <a:lnTo>
                    <a:pt x="638" y="36"/>
                  </a:lnTo>
                  <a:lnTo>
                    <a:pt x="638" y="36"/>
                  </a:lnTo>
                  <a:lnTo>
                    <a:pt x="642" y="36"/>
                  </a:lnTo>
                  <a:lnTo>
                    <a:pt x="646" y="38"/>
                  </a:lnTo>
                  <a:lnTo>
                    <a:pt x="656" y="46"/>
                  </a:lnTo>
                  <a:lnTo>
                    <a:pt x="656" y="46"/>
                  </a:lnTo>
                  <a:lnTo>
                    <a:pt x="697" y="80"/>
                  </a:lnTo>
                  <a:lnTo>
                    <a:pt x="736" y="114"/>
                  </a:lnTo>
                  <a:lnTo>
                    <a:pt x="775" y="149"/>
                  </a:lnTo>
                  <a:lnTo>
                    <a:pt x="812" y="184"/>
                  </a:lnTo>
                  <a:lnTo>
                    <a:pt x="887" y="256"/>
                  </a:lnTo>
                  <a:lnTo>
                    <a:pt x="958" y="328"/>
                  </a:lnTo>
                  <a:lnTo>
                    <a:pt x="958" y="328"/>
                  </a:lnTo>
                  <a:lnTo>
                    <a:pt x="1008" y="379"/>
                  </a:lnTo>
                  <a:lnTo>
                    <a:pt x="1057" y="428"/>
                  </a:lnTo>
                  <a:lnTo>
                    <a:pt x="1107" y="475"/>
                  </a:lnTo>
                  <a:lnTo>
                    <a:pt x="1156" y="521"/>
                  </a:lnTo>
                  <a:lnTo>
                    <a:pt x="1159" y="524"/>
                  </a:lnTo>
                  <a:lnTo>
                    <a:pt x="1163" y="524"/>
                  </a:lnTo>
                  <a:lnTo>
                    <a:pt x="1163" y="524"/>
                  </a:lnTo>
                  <a:lnTo>
                    <a:pt x="1167" y="525"/>
                  </a:lnTo>
                  <a:lnTo>
                    <a:pt x="1171" y="527"/>
                  </a:lnTo>
                  <a:lnTo>
                    <a:pt x="1173" y="529"/>
                  </a:lnTo>
                  <a:lnTo>
                    <a:pt x="1175" y="533"/>
                  </a:lnTo>
                  <a:lnTo>
                    <a:pt x="1175" y="533"/>
                  </a:lnTo>
                  <a:lnTo>
                    <a:pt x="1185" y="553"/>
                  </a:lnTo>
                  <a:lnTo>
                    <a:pt x="1193" y="571"/>
                  </a:lnTo>
                  <a:lnTo>
                    <a:pt x="1201" y="590"/>
                  </a:lnTo>
                  <a:lnTo>
                    <a:pt x="1207" y="607"/>
                  </a:lnTo>
                  <a:lnTo>
                    <a:pt x="1211" y="626"/>
                  </a:lnTo>
                  <a:lnTo>
                    <a:pt x="1215" y="644"/>
                  </a:lnTo>
                  <a:lnTo>
                    <a:pt x="1218" y="660"/>
                  </a:lnTo>
                  <a:lnTo>
                    <a:pt x="1220" y="677"/>
                  </a:lnTo>
                  <a:lnTo>
                    <a:pt x="1220" y="693"/>
                  </a:lnTo>
                  <a:lnTo>
                    <a:pt x="1220" y="710"/>
                  </a:lnTo>
                  <a:lnTo>
                    <a:pt x="1218" y="725"/>
                  </a:lnTo>
                  <a:lnTo>
                    <a:pt x="1216" y="741"/>
                  </a:lnTo>
                  <a:lnTo>
                    <a:pt x="1212" y="755"/>
                  </a:lnTo>
                  <a:lnTo>
                    <a:pt x="1208" y="771"/>
                  </a:lnTo>
                  <a:lnTo>
                    <a:pt x="1202" y="785"/>
                  </a:lnTo>
                  <a:lnTo>
                    <a:pt x="1194" y="798"/>
                  </a:lnTo>
                  <a:lnTo>
                    <a:pt x="1192" y="804"/>
                  </a:lnTo>
                  <a:lnTo>
                    <a:pt x="1193" y="809"/>
                  </a:lnTo>
                  <a:lnTo>
                    <a:pt x="1193" y="809"/>
                  </a:lnTo>
                  <a:lnTo>
                    <a:pt x="1194" y="813"/>
                  </a:lnTo>
                  <a:lnTo>
                    <a:pt x="1193" y="817"/>
                  </a:lnTo>
                  <a:lnTo>
                    <a:pt x="1191" y="821"/>
                  </a:lnTo>
                  <a:lnTo>
                    <a:pt x="1188" y="826"/>
                  </a:lnTo>
                  <a:lnTo>
                    <a:pt x="1188" y="826"/>
                  </a:lnTo>
                  <a:lnTo>
                    <a:pt x="1147" y="869"/>
                  </a:lnTo>
                  <a:lnTo>
                    <a:pt x="1109" y="909"/>
                  </a:lnTo>
                  <a:lnTo>
                    <a:pt x="1070" y="948"/>
                  </a:lnTo>
                  <a:lnTo>
                    <a:pt x="1031" y="985"/>
                  </a:lnTo>
                  <a:lnTo>
                    <a:pt x="952" y="1062"/>
                  </a:lnTo>
                  <a:lnTo>
                    <a:pt x="862" y="1146"/>
                  </a:lnTo>
                  <a:lnTo>
                    <a:pt x="862" y="1146"/>
                  </a:lnTo>
                  <a:lnTo>
                    <a:pt x="858" y="1151"/>
                  </a:lnTo>
                  <a:lnTo>
                    <a:pt x="857" y="1152"/>
                  </a:lnTo>
                  <a:lnTo>
                    <a:pt x="857" y="1152"/>
                  </a:lnTo>
                  <a:lnTo>
                    <a:pt x="853" y="1157"/>
                  </a:lnTo>
                  <a:lnTo>
                    <a:pt x="853" y="1157"/>
                  </a:lnTo>
                  <a:lnTo>
                    <a:pt x="834" y="1170"/>
                  </a:lnTo>
                  <a:lnTo>
                    <a:pt x="815" y="1182"/>
                  </a:lnTo>
                  <a:lnTo>
                    <a:pt x="798" y="1192"/>
                  </a:lnTo>
                  <a:lnTo>
                    <a:pt x="779" y="1200"/>
                  </a:lnTo>
                  <a:lnTo>
                    <a:pt x="761" y="1206"/>
                  </a:lnTo>
                  <a:lnTo>
                    <a:pt x="743" y="1211"/>
                  </a:lnTo>
                  <a:lnTo>
                    <a:pt x="724" y="1214"/>
                  </a:lnTo>
                  <a:lnTo>
                    <a:pt x="706" y="1215"/>
                  </a:lnTo>
                  <a:lnTo>
                    <a:pt x="706" y="1215"/>
                  </a:lnTo>
                  <a:close/>
                  <a:moveTo>
                    <a:pt x="231" y="43"/>
                  </a:moveTo>
                  <a:lnTo>
                    <a:pt x="231" y="43"/>
                  </a:lnTo>
                  <a:lnTo>
                    <a:pt x="206" y="57"/>
                  </a:lnTo>
                  <a:lnTo>
                    <a:pt x="182" y="72"/>
                  </a:lnTo>
                  <a:lnTo>
                    <a:pt x="159" y="90"/>
                  </a:lnTo>
                  <a:lnTo>
                    <a:pt x="137" y="108"/>
                  </a:lnTo>
                  <a:lnTo>
                    <a:pt x="114" y="129"/>
                  </a:lnTo>
                  <a:lnTo>
                    <a:pt x="93" y="151"/>
                  </a:lnTo>
                  <a:lnTo>
                    <a:pt x="73" y="175"/>
                  </a:lnTo>
                  <a:lnTo>
                    <a:pt x="54" y="198"/>
                  </a:lnTo>
                  <a:lnTo>
                    <a:pt x="54" y="198"/>
                  </a:lnTo>
                  <a:lnTo>
                    <a:pt x="50" y="202"/>
                  </a:lnTo>
                  <a:lnTo>
                    <a:pt x="46" y="205"/>
                  </a:lnTo>
                  <a:lnTo>
                    <a:pt x="40" y="208"/>
                  </a:lnTo>
                  <a:lnTo>
                    <a:pt x="40" y="216"/>
                  </a:lnTo>
                  <a:lnTo>
                    <a:pt x="40" y="216"/>
                  </a:lnTo>
                  <a:lnTo>
                    <a:pt x="39" y="280"/>
                  </a:lnTo>
                  <a:lnTo>
                    <a:pt x="40" y="311"/>
                  </a:lnTo>
                  <a:lnTo>
                    <a:pt x="41" y="342"/>
                  </a:lnTo>
                  <a:lnTo>
                    <a:pt x="43" y="371"/>
                  </a:lnTo>
                  <a:lnTo>
                    <a:pt x="45" y="400"/>
                  </a:lnTo>
                  <a:lnTo>
                    <a:pt x="49" y="427"/>
                  </a:lnTo>
                  <a:lnTo>
                    <a:pt x="52" y="453"/>
                  </a:lnTo>
                  <a:lnTo>
                    <a:pt x="56" y="479"/>
                  </a:lnTo>
                  <a:lnTo>
                    <a:pt x="61" y="504"/>
                  </a:lnTo>
                  <a:lnTo>
                    <a:pt x="68" y="529"/>
                  </a:lnTo>
                  <a:lnTo>
                    <a:pt x="74" y="552"/>
                  </a:lnTo>
                  <a:lnTo>
                    <a:pt x="80" y="574"/>
                  </a:lnTo>
                  <a:lnTo>
                    <a:pt x="88" y="596"/>
                  </a:lnTo>
                  <a:lnTo>
                    <a:pt x="96" y="618"/>
                  </a:lnTo>
                  <a:lnTo>
                    <a:pt x="105" y="637"/>
                  </a:lnTo>
                  <a:lnTo>
                    <a:pt x="105" y="637"/>
                  </a:lnTo>
                  <a:lnTo>
                    <a:pt x="107" y="642"/>
                  </a:lnTo>
                  <a:lnTo>
                    <a:pt x="107" y="648"/>
                  </a:lnTo>
                  <a:lnTo>
                    <a:pt x="107" y="654"/>
                  </a:lnTo>
                  <a:lnTo>
                    <a:pt x="112" y="658"/>
                  </a:lnTo>
                  <a:lnTo>
                    <a:pt x="112" y="658"/>
                  </a:lnTo>
                  <a:lnTo>
                    <a:pt x="131" y="671"/>
                  </a:lnTo>
                  <a:lnTo>
                    <a:pt x="148" y="686"/>
                  </a:lnTo>
                  <a:lnTo>
                    <a:pt x="165" y="701"/>
                  </a:lnTo>
                  <a:lnTo>
                    <a:pt x="181" y="718"/>
                  </a:lnTo>
                  <a:lnTo>
                    <a:pt x="213" y="751"/>
                  </a:lnTo>
                  <a:lnTo>
                    <a:pt x="243" y="785"/>
                  </a:lnTo>
                  <a:lnTo>
                    <a:pt x="243" y="785"/>
                  </a:lnTo>
                  <a:lnTo>
                    <a:pt x="276" y="822"/>
                  </a:lnTo>
                  <a:lnTo>
                    <a:pt x="294" y="841"/>
                  </a:lnTo>
                  <a:lnTo>
                    <a:pt x="311" y="859"/>
                  </a:lnTo>
                  <a:lnTo>
                    <a:pt x="579" y="1127"/>
                  </a:lnTo>
                  <a:lnTo>
                    <a:pt x="582" y="1128"/>
                  </a:lnTo>
                  <a:lnTo>
                    <a:pt x="582" y="1128"/>
                  </a:lnTo>
                  <a:lnTo>
                    <a:pt x="585" y="1129"/>
                  </a:lnTo>
                  <a:lnTo>
                    <a:pt x="588" y="1131"/>
                  </a:lnTo>
                  <a:lnTo>
                    <a:pt x="588" y="1131"/>
                  </a:lnTo>
                  <a:lnTo>
                    <a:pt x="604" y="1142"/>
                  </a:lnTo>
                  <a:lnTo>
                    <a:pt x="618" y="1152"/>
                  </a:lnTo>
                  <a:lnTo>
                    <a:pt x="633" y="1159"/>
                  </a:lnTo>
                  <a:lnTo>
                    <a:pt x="647" y="1165"/>
                  </a:lnTo>
                  <a:lnTo>
                    <a:pt x="662" y="1170"/>
                  </a:lnTo>
                  <a:lnTo>
                    <a:pt x="677" y="1174"/>
                  </a:lnTo>
                  <a:lnTo>
                    <a:pt x="691" y="1177"/>
                  </a:lnTo>
                  <a:lnTo>
                    <a:pt x="706" y="1177"/>
                  </a:lnTo>
                  <a:lnTo>
                    <a:pt x="706" y="1177"/>
                  </a:lnTo>
                  <a:lnTo>
                    <a:pt x="720" y="1177"/>
                  </a:lnTo>
                  <a:lnTo>
                    <a:pt x="735" y="1174"/>
                  </a:lnTo>
                  <a:lnTo>
                    <a:pt x="750" y="1170"/>
                  </a:lnTo>
                  <a:lnTo>
                    <a:pt x="765" y="1165"/>
                  </a:lnTo>
                  <a:lnTo>
                    <a:pt x="779" y="1159"/>
                  </a:lnTo>
                  <a:lnTo>
                    <a:pt x="794" y="1152"/>
                  </a:lnTo>
                  <a:lnTo>
                    <a:pt x="808" y="1142"/>
                  </a:lnTo>
                  <a:lnTo>
                    <a:pt x="823" y="1131"/>
                  </a:lnTo>
                  <a:lnTo>
                    <a:pt x="823" y="1131"/>
                  </a:lnTo>
                  <a:lnTo>
                    <a:pt x="824" y="1130"/>
                  </a:lnTo>
                  <a:lnTo>
                    <a:pt x="825" y="1130"/>
                  </a:lnTo>
                  <a:lnTo>
                    <a:pt x="826" y="1129"/>
                  </a:lnTo>
                  <a:lnTo>
                    <a:pt x="865" y="1090"/>
                  </a:lnTo>
                  <a:lnTo>
                    <a:pt x="865" y="1090"/>
                  </a:lnTo>
                  <a:lnTo>
                    <a:pt x="934" y="1017"/>
                  </a:lnTo>
                  <a:lnTo>
                    <a:pt x="1002" y="949"/>
                  </a:lnTo>
                  <a:lnTo>
                    <a:pt x="1069" y="883"/>
                  </a:lnTo>
                  <a:lnTo>
                    <a:pt x="1105" y="850"/>
                  </a:lnTo>
                  <a:lnTo>
                    <a:pt x="1140" y="817"/>
                  </a:lnTo>
                  <a:lnTo>
                    <a:pt x="1143" y="815"/>
                  </a:lnTo>
                  <a:lnTo>
                    <a:pt x="1144" y="811"/>
                  </a:lnTo>
                  <a:lnTo>
                    <a:pt x="1144" y="811"/>
                  </a:lnTo>
                  <a:lnTo>
                    <a:pt x="1145" y="807"/>
                  </a:lnTo>
                  <a:lnTo>
                    <a:pt x="1147" y="803"/>
                  </a:lnTo>
                  <a:lnTo>
                    <a:pt x="1147" y="803"/>
                  </a:lnTo>
                  <a:lnTo>
                    <a:pt x="1157" y="786"/>
                  </a:lnTo>
                  <a:lnTo>
                    <a:pt x="1165" y="770"/>
                  </a:lnTo>
                  <a:lnTo>
                    <a:pt x="1173" y="753"/>
                  </a:lnTo>
                  <a:lnTo>
                    <a:pt x="1177" y="736"/>
                  </a:lnTo>
                  <a:lnTo>
                    <a:pt x="1180" y="720"/>
                  </a:lnTo>
                  <a:lnTo>
                    <a:pt x="1182" y="703"/>
                  </a:lnTo>
                  <a:lnTo>
                    <a:pt x="1182" y="688"/>
                  </a:lnTo>
                  <a:lnTo>
                    <a:pt x="1181" y="672"/>
                  </a:lnTo>
                  <a:lnTo>
                    <a:pt x="1179" y="657"/>
                  </a:lnTo>
                  <a:lnTo>
                    <a:pt x="1176" y="642"/>
                  </a:lnTo>
                  <a:lnTo>
                    <a:pt x="1173" y="628"/>
                  </a:lnTo>
                  <a:lnTo>
                    <a:pt x="1169" y="614"/>
                  </a:lnTo>
                  <a:lnTo>
                    <a:pt x="1158" y="588"/>
                  </a:lnTo>
                  <a:lnTo>
                    <a:pt x="1148" y="564"/>
                  </a:lnTo>
                  <a:lnTo>
                    <a:pt x="1146" y="560"/>
                  </a:lnTo>
                  <a:lnTo>
                    <a:pt x="1143" y="558"/>
                  </a:lnTo>
                  <a:lnTo>
                    <a:pt x="1143" y="558"/>
                  </a:lnTo>
                  <a:lnTo>
                    <a:pt x="1140" y="556"/>
                  </a:lnTo>
                  <a:lnTo>
                    <a:pt x="1140" y="556"/>
                  </a:lnTo>
                  <a:lnTo>
                    <a:pt x="1089" y="514"/>
                  </a:lnTo>
                  <a:lnTo>
                    <a:pt x="1039" y="471"/>
                  </a:lnTo>
                  <a:lnTo>
                    <a:pt x="991" y="427"/>
                  </a:lnTo>
                  <a:lnTo>
                    <a:pt x="942" y="381"/>
                  </a:lnTo>
                  <a:lnTo>
                    <a:pt x="894" y="335"/>
                  </a:lnTo>
                  <a:lnTo>
                    <a:pt x="846" y="289"/>
                  </a:lnTo>
                  <a:lnTo>
                    <a:pt x="752" y="196"/>
                  </a:lnTo>
                  <a:lnTo>
                    <a:pt x="752" y="196"/>
                  </a:lnTo>
                  <a:lnTo>
                    <a:pt x="629" y="75"/>
                  </a:lnTo>
                  <a:lnTo>
                    <a:pt x="627" y="72"/>
                  </a:lnTo>
                  <a:lnTo>
                    <a:pt x="623" y="72"/>
                  </a:lnTo>
                  <a:lnTo>
                    <a:pt x="622" y="71"/>
                  </a:lnTo>
                  <a:lnTo>
                    <a:pt x="622" y="71"/>
                  </a:lnTo>
                  <a:lnTo>
                    <a:pt x="590" y="64"/>
                  </a:lnTo>
                  <a:lnTo>
                    <a:pt x="558" y="57"/>
                  </a:lnTo>
                  <a:lnTo>
                    <a:pt x="525" y="52"/>
                  </a:lnTo>
                  <a:lnTo>
                    <a:pt x="491" y="46"/>
                  </a:lnTo>
                  <a:lnTo>
                    <a:pt x="455" y="43"/>
                  </a:lnTo>
                  <a:lnTo>
                    <a:pt x="417" y="40"/>
                  </a:lnTo>
                  <a:lnTo>
                    <a:pt x="377" y="39"/>
                  </a:lnTo>
                  <a:lnTo>
                    <a:pt x="336" y="38"/>
                  </a:lnTo>
                  <a:lnTo>
                    <a:pt x="336" y="38"/>
                  </a:lnTo>
                  <a:lnTo>
                    <a:pt x="291" y="39"/>
                  </a:lnTo>
                  <a:lnTo>
                    <a:pt x="241" y="40"/>
                  </a:lnTo>
                  <a:lnTo>
                    <a:pt x="236" y="40"/>
                  </a:lnTo>
                  <a:lnTo>
                    <a:pt x="232" y="42"/>
                  </a:lnTo>
                  <a:lnTo>
                    <a:pt x="232" y="42"/>
                  </a:lnTo>
                  <a:lnTo>
                    <a:pt x="231" y="43"/>
                  </a:lnTo>
                  <a:lnTo>
                    <a:pt x="231" y="43"/>
                  </a:lnTo>
                  <a:close/>
                </a:path>
              </a:pathLst>
            </a:custGeom>
            <a:grpFill/>
            <a:ln>
              <a:solidFill>
                <a:schemeClr val="accent1">
                  <a:lumMod val="75000"/>
                  <a:alpha val="0"/>
                </a:schemeClr>
              </a:solidFill>
            </a:ln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311" name="Freeform 927"/>
            <p:cNvSpPr>
              <a:spLocks noEditPoints="1"/>
            </p:cNvSpPr>
            <p:nvPr>
              <p:custDataLst>
                <p:tags r:id="rId27"/>
              </p:custDataLst>
            </p:nvPr>
          </p:nvSpPr>
          <p:spPr bwMode="auto">
            <a:xfrm>
              <a:off x="3424238" y="1154113"/>
              <a:ext cx="557213" cy="225425"/>
            </a:xfrm>
            <a:custGeom>
              <a:avLst/>
              <a:gdLst/>
              <a:ahLst/>
              <a:cxnLst>
                <a:cxn ang="0">
                  <a:pos x="77" y="421"/>
                </a:cxn>
                <a:cxn ang="0">
                  <a:pos x="65" y="420"/>
                </a:cxn>
                <a:cxn ang="0">
                  <a:pos x="28" y="385"/>
                </a:cxn>
                <a:cxn ang="0">
                  <a:pos x="2" y="324"/>
                </a:cxn>
                <a:cxn ang="0">
                  <a:pos x="1" y="253"/>
                </a:cxn>
                <a:cxn ang="0">
                  <a:pos x="3" y="188"/>
                </a:cxn>
                <a:cxn ang="0">
                  <a:pos x="40" y="100"/>
                </a:cxn>
                <a:cxn ang="0">
                  <a:pos x="87" y="65"/>
                </a:cxn>
                <a:cxn ang="0">
                  <a:pos x="160" y="37"/>
                </a:cxn>
                <a:cxn ang="0">
                  <a:pos x="250" y="24"/>
                </a:cxn>
                <a:cxn ang="0">
                  <a:pos x="311" y="37"/>
                </a:cxn>
                <a:cxn ang="0">
                  <a:pos x="412" y="72"/>
                </a:cxn>
                <a:cxn ang="0">
                  <a:pos x="529" y="127"/>
                </a:cxn>
                <a:cxn ang="0">
                  <a:pos x="587" y="70"/>
                </a:cxn>
                <a:cxn ang="0">
                  <a:pos x="661" y="29"/>
                </a:cxn>
                <a:cxn ang="0">
                  <a:pos x="790" y="1"/>
                </a:cxn>
                <a:cxn ang="0">
                  <a:pos x="894" y="10"/>
                </a:cxn>
                <a:cxn ang="0">
                  <a:pos x="971" y="35"/>
                </a:cxn>
                <a:cxn ang="0">
                  <a:pos x="1030" y="87"/>
                </a:cxn>
                <a:cxn ang="0">
                  <a:pos x="1052" y="163"/>
                </a:cxn>
                <a:cxn ang="0">
                  <a:pos x="1025" y="252"/>
                </a:cxn>
                <a:cxn ang="0">
                  <a:pos x="951" y="306"/>
                </a:cxn>
                <a:cxn ang="0">
                  <a:pos x="871" y="326"/>
                </a:cxn>
                <a:cxn ang="0">
                  <a:pos x="769" y="315"/>
                </a:cxn>
                <a:cxn ang="0">
                  <a:pos x="623" y="246"/>
                </a:cxn>
                <a:cxn ang="0">
                  <a:pos x="524" y="190"/>
                </a:cxn>
                <a:cxn ang="0">
                  <a:pos x="479" y="259"/>
                </a:cxn>
                <a:cxn ang="0">
                  <a:pos x="458" y="261"/>
                </a:cxn>
                <a:cxn ang="0">
                  <a:pos x="451" y="244"/>
                </a:cxn>
                <a:cxn ang="0">
                  <a:pos x="504" y="162"/>
                </a:cxn>
                <a:cxn ang="0">
                  <a:pos x="394" y="95"/>
                </a:cxn>
                <a:cxn ang="0">
                  <a:pos x="310" y="68"/>
                </a:cxn>
                <a:cxn ang="0">
                  <a:pos x="213" y="57"/>
                </a:cxn>
                <a:cxn ang="0">
                  <a:pos x="142" y="76"/>
                </a:cxn>
                <a:cxn ang="0">
                  <a:pos x="89" y="99"/>
                </a:cxn>
                <a:cxn ang="0">
                  <a:pos x="47" y="159"/>
                </a:cxn>
                <a:cxn ang="0">
                  <a:pos x="30" y="231"/>
                </a:cxn>
                <a:cxn ang="0">
                  <a:pos x="41" y="335"/>
                </a:cxn>
                <a:cxn ang="0">
                  <a:pos x="65" y="372"/>
                </a:cxn>
                <a:cxn ang="0">
                  <a:pos x="101" y="397"/>
                </a:cxn>
                <a:cxn ang="0">
                  <a:pos x="117" y="394"/>
                </a:cxn>
                <a:cxn ang="0">
                  <a:pos x="127" y="410"/>
                </a:cxn>
                <a:cxn ang="0">
                  <a:pos x="112" y="425"/>
                </a:cxn>
                <a:cxn ang="0">
                  <a:pos x="819" y="29"/>
                </a:cxn>
                <a:cxn ang="0">
                  <a:pos x="736" y="41"/>
                </a:cxn>
                <a:cxn ang="0">
                  <a:pos x="628" y="80"/>
                </a:cxn>
                <a:cxn ang="0">
                  <a:pos x="550" y="152"/>
                </a:cxn>
                <a:cxn ang="0">
                  <a:pos x="632" y="213"/>
                </a:cxn>
                <a:cxn ang="0">
                  <a:pos x="723" y="264"/>
                </a:cxn>
                <a:cxn ang="0">
                  <a:pos x="808" y="289"/>
                </a:cxn>
                <a:cxn ang="0">
                  <a:pos x="922" y="285"/>
                </a:cxn>
                <a:cxn ang="0">
                  <a:pos x="994" y="243"/>
                </a:cxn>
                <a:cxn ang="0">
                  <a:pos x="1021" y="169"/>
                </a:cxn>
                <a:cxn ang="0">
                  <a:pos x="1014" y="119"/>
                </a:cxn>
                <a:cxn ang="0">
                  <a:pos x="991" y="91"/>
                </a:cxn>
                <a:cxn ang="0">
                  <a:pos x="938" y="55"/>
                </a:cxn>
                <a:cxn ang="0">
                  <a:pos x="849" y="32"/>
                </a:cxn>
              </a:cxnLst>
              <a:rect l="0" t="0" r="r" b="b"/>
              <a:pathLst>
                <a:path w="1052" h="426">
                  <a:moveTo>
                    <a:pt x="96" y="426"/>
                  </a:moveTo>
                  <a:lnTo>
                    <a:pt x="96" y="426"/>
                  </a:lnTo>
                  <a:lnTo>
                    <a:pt x="90" y="425"/>
                  </a:lnTo>
                  <a:lnTo>
                    <a:pt x="85" y="425"/>
                  </a:lnTo>
                  <a:lnTo>
                    <a:pt x="80" y="423"/>
                  </a:lnTo>
                  <a:lnTo>
                    <a:pt x="77" y="421"/>
                  </a:lnTo>
                  <a:lnTo>
                    <a:pt x="74" y="418"/>
                  </a:lnTo>
                  <a:lnTo>
                    <a:pt x="68" y="423"/>
                  </a:lnTo>
                  <a:lnTo>
                    <a:pt x="68" y="421"/>
                  </a:lnTo>
                  <a:lnTo>
                    <a:pt x="68" y="421"/>
                  </a:lnTo>
                  <a:lnTo>
                    <a:pt x="65" y="420"/>
                  </a:lnTo>
                  <a:lnTo>
                    <a:pt x="65" y="420"/>
                  </a:lnTo>
                  <a:lnTo>
                    <a:pt x="59" y="417"/>
                  </a:lnTo>
                  <a:lnTo>
                    <a:pt x="53" y="413"/>
                  </a:lnTo>
                  <a:lnTo>
                    <a:pt x="53" y="413"/>
                  </a:lnTo>
                  <a:lnTo>
                    <a:pt x="44" y="405"/>
                  </a:lnTo>
                  <a:lnTo>
                    <a:pt x="36" y="396"/>
                  </a:lnTo>
                  <a:lnTo>
                    <a:pt x="28" y="385"/>
                  </a:lnTo>
                  <a:lnTo>
                    <a:pt x="21" y="373"/>
                  </a:lnTo>
                  <a:lnTo>
                    <a:pt x="14" y="361"/>
                  </a:lnTo>
                  <a:lnTo>
                    <a:pt x="9" y="349"/>
                  </a:lnTo>
                  <a:lnTo>
                    <a:pt x="5" y="336"/>
                  </a:lnTo>
                  <a:lnTo>
                    <a:pt x="2" y="324"/>
                  </a:lnTo>
                  <a:lnTo>
                    <a:pt x="2" y="324"/>
                  </a:lnTo>
                  <a:lnTo>
                    <a:pt x="0" y="313"/>
                  </a:lnTo>
                  <a:lnTo>
                    <a:pt x="0" y="300"/>
                  </a:lnTo>
                  <a:lnTo>
                    <a:pt x="0" y="275"/>
                  </a:lnTo>
                  <a:lnTo>
                    <a:pt x="0" y="275"/>
                  </a:lnTo>
                  <a:lnTo>
                    <a:pt x="1" y="253"/>
                  </a:lnTo>
                  <a:lnTo>
                    <a:pt x="1" y="253"/>
                  </a:lnTo>
                  <a:lnTo>
                    <a:pt x="1" y="234"/>
                  </a:lnTo>
                  <a:lnTo>
                    <a:pt x="1" y="234"/>
                  </a:lnTo>
                  <a:lnTo>
                    <a:pt x="0" y="210"/>
                  </a:lnTo>
                  <a:lnTo>
                    <a:pt x="1" y="198"/>
                  </a:lnTo>
                  <a:lnTo>
                    <a:pt x="3" y="188"/>
                  </a:lnTo>
                  <a:lnTo>
                    <a:pt x="3" y="188"/>
                  </a:lnTo>
                  <a:lnTo>
                    <a:pt x="8" y="166"/>
                  </a:lnTo>
                  <a:lnTo>
                    <a:pt x="13" y="153"/>
                  </a:lnTo>
                  <a:lnTo>
                    <a:pt x="18" y="139"/>
                  </a:lnTo>
                  <a:lnTo>
                    <a:pt x="25" y="126"/>
                  </a:lnTo>
                  <a:lnTo>
                    <a:pt x="32" y="112"/>
                  </a:lnTo>
                  <a:lnTo>
                    <a:pt x="40" y="100"/>
                  </a:lnTo>
                  <a:lnTo>
                    <a:pt x="44" y="95"/>
                  </a:lnTo>
                  <a:lnTo>
                    <a:pt x="49" y="89"/>
                  </a:lnTo>
                  <a:lnTo>
                    <a:pt x="49" y="89"/>
                  </a:lnTo>
                  <a:lnTo>
                    <a:pt x="62" y="80"/>
                  </a:lnTo>
                  <a:lnTo>
                    <a:pt x="73" y="72"/>
                  </a:lnTo>
                  <a:lnTo>
                    <a:pt x="87" y="65"/>
                  </a:lnTo>
                  <a:lnTo>
                    <a:pt x="100" y="58"/>
                  </a:lnTo>
                  <a:lnTo>
                    <a:pt x="114" y="53"/>
                  </a:lnTo>
                  <a:lnTo>
                    <a:pt x="127" y="47"/>
                  </a:lnTo>
                  <a:lnTo>
                    <a:pt x="156" y="38"/>
                  </a:lnTo>
                  <a:lnTo>
                    <a:pt x="160" y="37"/>
                  </a:lnTo>
                  <a:lnTo>
                    <a:pt x="160" y="37"/>
                  </a:lnTo>
                  <a:lnTo>
                    <a:pt x="180" y="31"/>
                  </a:lnTo>
                  <a:lnTo>
                    <a:pt x="198" y="27"/>
                  </a:lnTo>
                  <a:lnTo>
                    <a:pt x="218" y="24"/>
                  </a:lnTo>
                  <a:lnTo>
                    <a:pt x="236" y="24"/>
                  </a:lnTo>
                  <a:lnTo>
                    <a:pt x="236" y="24"/>
                  </a:lnTo>
                  <a:lnTo>
                    <a:pt x="250" y="24"/>
                  </a:lnTo>
                  <a:lnTo>
                    <a:pt x="262" y="25"/>
                  </a:lnTo>
                  <a:lnTo>
                    <a:pt x="275" y="27"/>
                  </a:lnTo>
                  <a:lnTo>
                    <a:pt x="287" y="31"/>
                  </a:lnTo>
                  <a:lnTo>
                    <a:pt x="287" y="31"/>
                  </a:lnTo>
                  <a:lnTo>
                    <a:pt x="309" y="36"/>
                  </a:lnTo>
                  <a:lnTo>
                    <a:pt x="311" y="37"/>
                  </a:lnTo>
                  <a:lnTo>
                    <a:pt x="311" y="37"/>
                  </a:lnTo>
                  <a:lnTo>
                    <a:pt x="338" y="44"/>
                  </a:lnTo>
                  <a:lnTo>
                    <a:pt x="362" y="51"/>
                  </a:lnTo>
                  <a:lnTo>
                    <a:pt x="387" y="60"/>
                  </a:lnTo>
                  <a:lnTo>
                    <a:pt x="400" y="66"/>
                  </a:lnTo>
                  <a:lnTo>
                    <a:pt x="412" y="72"/>
                  </a:lnTo>
                  <a:lnTo>
                    <a:pt x="412" y="72"/>
                  </a:lnTo>
                  <a:lnTo>
                    <a:pt x="438" y="85"/>
                  </a:lnTo>
                  <a:lnTo>
                    <a:pt x="464" y="100"/>
                  </a:lnTo>
                  <a:lnTo>
                    <a:pt x="513" y="130"/>
                  </a:lnTo>
                  <a:lnTo>
                    <a:pt x="523" y="136"/>
                  </a:lnTo>
                  <a:lnTo>
                    <a:pt x="529" y="127"/>
                  </a:lnTo>
                  <a:lnTo>
                    <a:pt x="529" y="127"/>
                  </a:lnTo>
                  <a:lnTo>
                    <a:pt x="540" y="113"/>
                  </a:lnTo>
                  <a:lnTo>
                    <a:pt x="551" y="101"/>
                  </a:lnTo>
                  <a:lnTo>
                    <a:pt x="563" y="89"/>
                  </a:lnTo>
                  <a:lnTo>
                    <a:pt x="574" y="79"/>
                  </a:lnTo>
                  <a:lnTo>
                    <a:pt x="587" y="70"/>
                  </a:lnTo>
                  <a:lnTo>
                    <a:pt x="599" y="60"/>
                  </a:lnTo>
                  <a:lnTo>
                    <a:pt x="611" y="52"/>
                  </a:lnTo>
                  <a:lnTo>
                    <a:pt x="625" y="45"/>
                  </a:lnTo>
                  <a:lnTo>
                    <a:pt x="625" y="45"/>
                  </a:lnTo>
                  <a:lnTo>
                    <a:pt x="642" y="37"/>
                  </a:lnTo>
                  <a:lnTo>
                    <a:pt x="661" y="29"/>
                  </a:lnTo>
                  <a:lnTo>
                    <a:pt x="680" y="23"/>
                  </a:lnTo>
                  <a:lnTo>
                    <a:pt x="698" y="18"/>
                  </a:lnTo>
                  <a:lnTo>
                    <a:pt x="734" y="10"/>
                  </a:lnTo>
                  <a:lnTo>
                    <a:pt x="767" y="4"/>
                  </a:lnTo>
                  <a:lnTo>
                    <a:pt x="767" y="4"/>
                  </a:lnTo>
                  <a:lnTo>
                    <a:pt x="790" y="1"/>
                  </a:lnTo>
                  <a:lnTo>
                    <a:pt x="813" y="0"/>
                  </a:lnTo>
                  <a:lnTo>
                    <a:pt x="813" y="0"/>
                  </a:lnTo>
                  <a:lnTo>
                    <a:pt x="826" y="0"/>
                  </a:lnTo>
                  <a:lnTo>
                    <a:pt x="841" y="1"/>
                  </a:lnTo>
                  <a:lnTo>
                    <a:pt x="868" y="5"/>
                  </a:lnTo>
                  <a:lnTo>
                    <a:pt x="894" y="10"/>
                  </a:lnTo>
                  <a:lnTo>
                    <a:pt x="922" y="16"/>
                  </a:lnTo>
                  <a:lnTo>
                    <a:pt x="922" y="16"/>
                  </a:lnTo>
                  <a:lnTo>
                    <a:pt x="935" y="19"/>
                  </a:lnTo>
                  <a:lnTo>
                    <a:pt x="947" y="23"/>
                  </a:lnTo>
                  <a:lnTo>
                    <a:pt x="959" y="28"/>
                  </a:lnTo>
                  <a:lnTo>
                    <a:pt x="971" y="35"/>
                  </a:lnTo>
                  <a:lnTo>
                    <a:pt x="982" y="42"/>
                  </a:lnTo>
                  <a:lnTo>
                    <a:pt x="994" y="49"/>
                  </a:lnTo>
                  <a:lnTo>
                    <a:pt x="1004" y="57"/>
                  </a:lnTo>
                  <a:lnTo>
                    <a:pt x="1013" y="67"/>
                  </a:lnTo>
                  <a:lnTo>
                    <a:pt x="1022" y="77"/>
                  </a:lnTo>
                  <a:lnTo>
                    <a:pt x="1030" y="87"/>
                  </a:lnTo>
                  <a:lnTo>
                    <a:pt x="1037" y="99"/>
                  </a:lnTo>
                  <a:lnTo>
                    <a:pt x="1043" y="110"/>
                  </a:lnTo>
                  <a:lnTo>
                    <a:pt x="1047" y="122"/>
                  </a:lnTo>
                  <a:lnTo>
                    <a:pt x="1050" y="135"/>
                  </a:lnTo>
                  <a:lnTo>
                    <a:pt x="1052" y="148"/>
                  </a:lnTo>
                  <a:lnTo>
                    <a:pt x="1052" y="163"/>
                  </a:lnTo>
                  <a:lnTo>
                    <a:pt x="1052" y="163"/>
                  </a:lnTo>
                  <a:lnTo>
                    <a:pt x="1050" y="183"/>
                  </a:lnTo>
                  <a:lnTo>
                    <a:pt x="1047" y="203"/>
                  </a:lnTo>
                  <a:lnTo>
                    <a:pt x="1041" y="221"/>
                  </a:lnTo>
                  <a:lnTo>
                    <a:pt x="1034" y="237"/>
                  </a:lnTo>
                  <a:lnTo>
                    <a:pt x="1025" y="252"/>
                  </a:lnTo>
                  <a:lnTo>
                    <a:pt x="1014" y="264"/>
                  </a:lnTo>
                  <a:lnTo>
                    <a:pt x="1003" y="275"/>
                  </a:lnTo>
                  <a:lnTo>
                    <a:pt x="991" y="285"/>
                  </a:lnTo>
                  <a:lnTo>
                    <a:pt x="978" y="293"/>
                  </a:lnTo>
                  <a:lnTo>
                    <a:pt x="965" y="300"/>
                  </a:lnTo>
                  <a:lnTo>
                    <a:pt x="951" y="306"/>
                  </a:lnTo>
                  <a:lnTo>
                    <a:pt x="938" y="311"/>
                  </a:lnTo>
                  <a:lnTo>
                    <a:pt x="924" y="316"/>
                  </a:lnTo>
                  <a:lnTo>
                    <a:pt x="912" y="320"/>
                  </a:lnTo>
                  <a:lnTo>
                    <a:pt x="887" y="324"/>
                  </a:lnTo>
                  <a:lnTo>
                    <a:pt x="887" y="324"/>
                  </a:lnTo>
                  <a:lnTo>
                    <a:pt x="871" y="326"/>
                  </a:lnTo>
                  <a:lnTo>
                    <a:pt x="854" y="327"/>
                  </a:lnTo>
                  <a:lnTo>
                    <a:pt x="854" y="327"/>
                  </a:lnTo>
                  <a:lnTo>
                    <a:pt x="841" y="326"/>
                  </a:lnTo>
                  <a:lnTo>
                    <a:pt x="827" y="325"/>
                  </a:lnTo>
                  <a:lnTo>
                    <a:pt x="799" y="321"/>
                  </a:lnTo>
                  <a:lnTo>
                    <a:pt x="769" y="315"/>
                  </a:lnTo>
                  <a:lnTo>
                    <a:pt x="740" y="305"/>
                  </a:lnTo>
                  <a:lnTo>
                    <a:pt x="711" y="294"/>
                  </a:lnTo>
                  <a:lnTo>
                    <a:pt x="681" y="281"/>
                  </a:lnTo>
                  <a:lnTo>
                    <a:pt x="652" y="265"/>
                  </a:lnTo>
                  <a:lnTo>
                    <a:pt x="623" y="246"/>
                  </a:lnTo>
                  <a:lnTo>
                    <a:pt x="623" y="246"/>
                  </a:lnTo>
                  <a:lnTo>
                    <a:pt x="597" y="229"/>
                  </a:lnTo>
                  <a:lnTo>
                    <a:pt x="571" y="209"/>
                  </a:lnTo>
                  <a:lnTo>
                    <a:pt x="571" y="209"/>
                  </a:lnTo>
                  <a:lnTo>
                    <a:pt x="541" y="187"/>
                  </a:lnTo>
                  <a:lnTo>
                    <a:pt x="531" y="179"/>
                  </a:lnTo>
                  <a:lnTo>
                    <a:pt x="524" y="190"/>
                  </a:lnTo>
                  <a:lnTo>
                    <a:pt x="524" y="190"/>
                  </a:lnTo>
                  <a:lnTo>
                    <a:pt x="500" y="227"/>
                  </a:lnTo>
                  <a:lnTo>
                    <a:pt x="500" y="227"/>
                  </a:lnTo>
                  <a:lnTo>
                    <a:pt x="482" y="256"/>
                  </a:lnTo>
                  <a:lnTo>
                    <a:pt x="482" y="256"/>
                  </a:lnTo>
                  <a:lnTo>
                    <a:pt x="479" y="259"/>
                  </a:lnTo>
                  <a:lnTo>
                    <a:pt x="476" y="262"/>
                  </a:lnTo>
                  <a:lnTo>
                    <a:pt x="473" y="263"/>
                  </a:lnTo>
                  <a:lnTo>
                    <a:pt x="469" y="263"/>
                  </a:lnTo>
                  <a:lnTo>
                    <a:pt x="469" y="263"/>
                  </a:lnTo>
                  <a:lnTo>
                    <a:pt x="464" y="263"/>
                  </a:lnTo>
                  <a:lnTo>
                    <a:pt x="458" y="261"/>
                  </a:lnTo>
                  <a:lnTo>
                    <a:pt x="455" y="258"/>
                  </a:lnTo>
                  <a:lnTo>
                    <a:pt x="452" y="254"/>
                  </a:lnTo>
                  <a:lnTo>
                    <a:pt x="452" y="254"/>
                  </a:lnTo>
                  <a:lnTo>
                    <a:pt x="451" y="251"/>
                  </a:lnTo>
                  <a:lnTo>
                    <a:pt x="450" y="247"/>
                  </a:lnTo>
                  <a:lnTo>
                    <a:pt x="451" y="244"/>
                  </a:lnTo>
                  <a:lnTo>
                    <a:pt x="453" y="240"/>
                  </a:lnTo>
                  <a:lnTo>
                    <a:pt x="453" y="240"/>
                  </a:lnTo>
                  <a:lnTo>
                    <a:pt x="474" y="208"/>
                  </a:lnTo>
                  <a:lnTo>
                    <a:pt x="474" y="208"/>
                  </a:lnTo>
                  <a:lnTo>
                    <a:pt x="498" y="172"/>
                  </a:lnTo>
                  <a:lnTo>
                    <a:pt x="504" y="162"/>
                  </a:lnTo>
                  <a:lnTo>
                    <a:pt x="477" y="144"/>
                  </a:lnTo>
                  <a:lnTo>
                    <a:pt x="477" y="144"/>
                  </a:lnTo>
                  <a:lnTo>
                    <a:pt x="445" y="123"/>
                  </a:lnTo>
                  <a:lnTo>
                    <a:pt x="429" y="113"/>
                  </a:lnTo>
                  <a:lnTo>
                    <a:pt x="412" y="104"/>
                  </a:lnTo>
                  <a:lnTo>
                    <a:pt x="394" y="95"/>
                  </a:lnTo>
                  <a:lnTo>
                    <a:pt x="377" y="86"/>
                  </a:lnTo>
                  <a:lnTo>
                    <a:pt x="359" y="80"/>
                  </a:lnTo>
                  <a:lnTo>
                    <a:pt x="343" y="75"/>
                  </a:lnTo>
                  <a:lnTo>
                    <a:pt x="335" y="74"/>
                  </a:lnTo>
                  <a:lnTo>
                    <a:pt x="335" y="74"/>
                  </a:lnTo>
                  <a:lnTo>
                    <a:pt x="310" y="68"/>
                  </a:lnTo>
                  <a:lnTo>
                    <a:pt x="284" y="63"/>
                  </a:lnTo>
                  <a:lnTo>
                    <a:pt x="256" y="58"/>
                  </a:lnTo>
                  <a:lnTo>
                    <a:pt x="243" y="57"/>
                  </a:lnTo>
                  <a:lnTo>
                    <a:pt x="229" y="57"/>
                  </a:lnTo>
                  <a:lnTo>
                    <a:pt x="229" y="57"/>
                  </a:lnTo>
                  <a:lnTo>
                    <a:pt x="213" y="57"/>
                  </a:lnTo>
                  <a:lnTo>
                    <a:pt x="196" y="59"/>
                  </a:lnTo>
                  <a:lnTo>
                    <a:pt x="182" y="64"/>
                  </a:lnTo>
                  <a:lnTo>
                    <a:pt x="167" y="68"/>
                  </a:lnTo>
                  <a:lnTo>
                    <a:pt x="167" y="68"/>
                  </a:lnTo>
                  <a:lnTo>
                    <a:pt x="156" y="72"/>
                  </a:lnTo>
                  <a:lnTo>
                    <a:pt x="142" y="76"/>
                  </a:lnTo>
                  <a:lnTo>
                    <a:pt x="142" y="76"/>
                  </a:lnTo>
                  <a:lnTo>
                    <a:pt x="128" y="81"/>
                  </a:lnTo>
                  <a:lnTo>
                    <a:pt x="115" y="86"/>
                  </a:lnTo>
                  <a:lnTo>
                    <a:pt x="101" y="91"/>
                  </a:lnTo>
                  <a:lnTo>
                    <a:pt x="89" y="99"/>
                  </a:lnTo>
                  <a:lnTo>
                    <a:pt x="89" y="99"/>
                  </a:lnTo>
                  <a:lnTo>
                    <a:pt x="81" y="106"/>
                  </a:lnTo>
                  <a:lnTo>
                    <a:pt x="74" y="112"/>
                  </a:lnTo>
                  <a:lnTo>
                    <a:pt x="68" y="119"/>
                  </a:lnTo>
                  <a:lnTo>
                    <a:pt x="63" y="127"/>
                  </a:lnTo>
                  <a:lnTo>
                    <a:pt x="55" y="143"/>
                  </a:lnTo>
                  <a:lnTo>
                    <a:pt x="47" y="159"/>
                  </a:lnTo>
                  <a:lnTo>
                    <a:pt x="44" y="166"/>
                  </a:lnTo>
                  <a:lnTo>
                    <a:pt x="44" y="166"/>
                  </a:lnTo>
                  <a:lnTo>
                    <a:pt x="40" y="175"/>
                  </a:lnTo>
                  <a:lnTo>
                    <a:pt x="37" y="184"/>
                  </a:lnTo>
                  <a:lnTo>
                    <a:pt x="33" y="207"/>
                  </a:lnTo>
                  <a:lnTo>
                    <a:pt x="30" y="231"/>
                  </a:lnTo>
                  <a:lnTo>
                    <a:pt x="29" y="256"/>
                  </a:lnTo>
                  <a:lnTo>
                    <a:pt x="30" y="281"/>
                  </a:lnTo>
                  <a:lnTo>
                    <a:pt x="33" y="304"/>
                  </a:lnTo>
                  <a:lnTo>
                    <a:pt x="35" y="316"/>
                  </a:lnTo>
                  <a:lnTo>
                    <a:pt x="38" y="326"/>
                  </a:lnTo>
                  <a:lnTo>
                    <a:pt x="41" y="335"/>
                  </a:lnTo>
                  <a:lnTo>
                    <a:pt x="45" y="344"/>
                  </a:lnTo>
                  <a:lnTo>
                    <a:pt x="45" y="344"/>
                  </a:lnTo>
                  <a:lnTo>
                    <a:pt x="49" y="353"/>
                  </a:lnTo>
                  <a:lnTo>
                    <a:pt x="55" y="360"/>
                  </a:lnTo>
                  <a:lnTo>
                    <a:pt x="60" y="366"/>
                  </a:lnTo>
                  <a:lnTo>
                    <a:pt x="65" y="372"/>
                  </a:lnTo>
                  <a:lnTo>
                    <a:pt x="71" y="378"/>
                  </a:lnTo>
                  <a:lnTo>
                    <a:pt x="77" y="382"/>
                  </a:lnTo>
                  <a:lnTo>
                    <a:pt x="92" y="391"/>
                  </a:lnTo>
                  <a:lnTo>
                    <a:pt x="92" y="391"/>
                  </a:lnTo>
                  <a:lnTo>
                    <a:pt x="97" y="394"/>
                  </a:lnTo>
                  <a:lnTo>
                    <a:pt x="101" y="397"/>
                  </a:lnTo>
                  <a:lnTo>
                    <a:pt x="108" y="390"/>
                  </a:lnTo>
                  <a:lnTo>
                    <a:pt x="109" y="393"/>
                  </a:lnTo>
                  <a:lnTo>
                    <a:pt x="109" y="393"/>
                  </a:lnTo>
                  <a:lnTo>
                    <a:pt x="112" y="393"/>
                  </a:lnTo>
                  <a:lnTo>
                    <a:pt x="112" y="393"/>
                  </a:lnTo>
                  <a:lnTo>
                    <a:pt x="117" y="394"/>
                  </a:lnTo>
                  <a:lnTo>
                    <a:pt x="121" y="395"/>
                  </a:lnTo>
                  <a:lnTo>
                    <a:pt x="123" y="397"/>
                  </a:lnTo>
                  <a:lnTo>
                    <a:pt x="125" y="400"/>
                  </a:lnTo>
                  <a:lnTo>
                    <a:pt x="127" y="405"/>
                  </a:lnTo>
                  <a:lnTo>
                    <a:pt x="127" y="410"/>
                  </a:lnTo>
                  <a:lnTo>
                    <a:pt x="127" y="410"/>
                  </a:lnTo>
                  <a:lnTo>
                    <a:pt x="127" y="413"/>
                  </a:lnTo>
                  <a:lnTo>
                    <a:pt x="125" y="419"/>
                  </a:lnTo>
                  <a:lnTo>
                    <a:pt x="123" y="421"/>
                  </a:lnTo>
                  <a:lnTo>
                    <a:pt x="121" y="423"/>
                  </a:lnTo>
                  <a:lnTo>
                    <a:pt x="117" y="425"/>
                  </a:lnTo>
                  <a:lnTo>
                    <a:pt x="112" y="425"/>
                  </a:lnTo>
                  <a:lnTo>
                    <a:pt x="112" y="425"/>
                  </a:lnTo>
                  <a:lnTo>
                    <a:pt x="103" y="426"/>
                  </a:lnTo>
                  <a:lnTo>
                    <a:pt x="103" y="426"/>
                  </a:lnTo>
                  <a:lnTo>
                    <a:pt x="96" y="426"/>
                  </a:lnTo>
                  <a:lnTo>
                    <a:pt x="96" y="426"/>
                  </a:lnTo>
                  <a:close/>
                  <a:moveTo>
                    <a:pt x="819" y="29"/>
                  </a:moveTo>
                  <a:lnTo>
                    <a:pt x="819" y="29"/>
                  </a:lnTo>
                  <a:lnTo>
                    <a:pt x="805" y="31"/>
                  </a:lnTo>
                  <a:lnTo>
                    <a:pt x="788" y="32"/>
                  </a:lnTo>
                  <a:lnTo>
                    <a:pt x="771" y="34"/>
                  </a:lnTo>
                  <a:lnTo>
                    <a:pt x="754" y="37"/>
                  </a:lnTo>
                  <a:lnTo>
                    <a:pt x="736" y="41"/>
                  </a:lnTo>
                  <a:lnTo>
                    <a:pt x="717" y="46"/>
                  </a:lnTo>
                  <a:lnTo>
                    <a:pt x="675" y="58"/>
                  </a:lnTo>
                  <a:lnTo>
                    <a:pt x="675" y="58"/>
                  </a:lnTo>
                  <a:lnTo>
                    <a:pt x="659" y="65"/>
                  </a:lnTo>
                  <a:lnTo>
                    <a:pt x="643" y="72"/>
                  </a:lnTo>
                  <a:lnTo>
                    <a:pt x="628" y="80"/>
                  </a:lnTo>
                  <a:lnTo>
                    <a:pt x="613" y="90"/>
                  </a:lnTo>
                  <a:lnTo>
                    <a:pt x="599" y="101"/>
                  </a:lnTo>
                  <a:lnTo>
                    <a:pt x="586" y="113"/>
                  </a:lnTo>
                  <a:lnTo>
                    <a:pt x="572" y="127"/>
                  </a:lnTo>
                  <a:lnTo>
                    <a:pt x="559" y="142"/>
                  </a:lnTo>
                  <a:lnTo>
                    <a:pt x="550" y="152"/>
                  </a:lnTo>
                  <a:lnTo>
                    <a:pt x="562" y="160"/>
                  </a:lnTo>
                  <a:lnTo>
                    <a:pt x="562" y="160"/>
                  </a:lnTo>
                  <a:lnTo>
                    <a:pt x="582" y="174"/>
                  </a:lnTo>
                  <a:lnTo>
                    <a:pt x="602" y="190"/>
                  </a:lnTo>
                  <a:lnTo>
                    <a:pt x="602" y="190"/>
                  </a:lnTo>
                  <a:lnTo>
                    <a:pt x="632" y="213"/>
                  </a:lnTo>
                  <a:lnTo>
                    <a:pt x="648" y="224"/>
                  </a:lnTo>
                  <a:lnTo>
                    <a:pt x="664" y="234"/>
                  </a:lnTo>
                  <a:lnTo>
                    <a:pt x="664" y="234"/>
                  </a:lnTo>
                  <a:lnTo>
                    <a:pt x="688" y="246"/>
                  </a:lnTo>
                  <a:lnTo>
                    <a:pt x="704" y="255"/>
                  </a:lnTo>
                  <a:lnTo>
                    <a:pt x="723" y="264"/>
                  </a:lnTo>
                  <a:lnTo>
                    <a:pt x="744" y="272"/>
                  </a:lnTo>
                  <a:lnTo>
                    <a:pt x="765" y="279"/>
                  </a:lnTo>
                  <a:lnTo>
                    <a:pt x="787" y="286"/>
                  </a:lnTo>
                  <a:lnTo>
                    <a:pt x="797" y="288"/>
                  </a:lnTo>
                  <a:lnTo>
                    <a:pt x="808" y="289"/>
                  </a:lnTo>
                  <a:lnTo>
                    <a:pt x="808" y="289"/>
                  </a:lnTo>
                  <a:lnTo>
                    <a:pt x="834" y="291"/>
                  </a:lnTo>
                  <a:lnTo>
                    <a:pt x="859" y="292"/>
                  </a:lnTo>
                  <a:lnTo>
                    <a:pt x="859" y="292"/>
                  </a:lnTo>
                  <a:lnTo>
                    <a:pt x="882" y="291"/>
                  </a:lnTo>
                  <a:lnTo>
                    <a:pt x="903" y="289"/>
                  </a:lnTo>
                  <a:lnTo>
                    <a:pt x="922" y="285"/>
                  </a:lnTo>
                  <a:lnTo>
                    <a:pt x="940" y="279"/>
                  </a:lnTo>
                  <a:lnTo>
                    <a:pt x="955" y="273"/>
                  </a:lnTo>
                  <a:lnTo>
                    <a:pt x="970" y="265"/>
                  </a:lnTo>
                  <a:lnTo>
                    <a:pt x="983" y="255"/>
                  </a:lnTo>
                  <a:lnTo>
                    <a:pt x="994" y="243"/>
                  </a:lnTo>
                  <a:lnTo>
                    <a:pt x="994" y="243"/>
                  </a:lnTo>
                  <a:lnTo>
                    <a:pt x="1001" y="233"/>
                  </a:lnTo>
                  <a:lnTo>
                    <a:pt x="1007" y="222"/>
                  </a:lnTo>
                  <a:lnTo>
                    <a:pt x="1012" y="209"/>
                  </a:lnTo>
                  <a:lnTo>
                    <a:pt x="1016" y="197"/>
                  </a:lnTo>
                  <a:lnTo>
                    <a:pt x="1019" y="182"/>
                  </a:lnTo>
                  <a:lnTo>
                    <a:pt x="1021" y="169"/>
                  </a:lnTo>
                  <a:lnTo>
                    <a:pt x="1021" y="156"/>
                  </a:lnTo>
                  <a:lnTo>
                    <a:pt x="1020" y="142"/>
                  </a:lnTo>
                  <a:lnTo>
                    <a:pt x="1020" y="142"/>
                  </a:lnTo>
                  <a:lnTo>
                    <a:pt x="1019" y="134"/>
                  </a:lnTo>
                  <a:lnTo>
                    <a:pt x="1016" y="127"/>
                  </a:lnTo>
                  <a:lnTo>
                    <a:pt x="1014" y="119"/>
                  </a:lnTo>
                  <a:lnTo>
                    <a:pt x="1010" y="113"/>
                  </a:lnTo>
                  <a:lnTo>
                    <a:pt x="1007" y="107"/>
                  </a:lnTo>
                  <a:lnTo>
                    <a:pt x="1002" y="101"/>
                  </a:lnTo>
                  <a:lnTo>
                    <a:pt x="997" y="96"/>
                  </a:lnTo>
                  <a:lnTo>
                    <a:pt x="991" y="91"/>
                  </a:lnTo>
                  <a:lnTo>
                    <a:pt x="991" y="91"/>
                  </a:lnTo>
                  <a:lnTo>
                    <a:pt x="973" y="79"/>
                  </a:lnTo>
                  <a:lnTo>
                    <a:pt x="973" y="79"/>
                  </a:lnTo>
                  <a:lnTo>
                    <a:pt x="956" y="67"/>
                  </a:lnTo>
                  <a:lnTo>
                    <a:pt x="947" y="60"/>
                  </a:lnTo>
                  <a:lnTo>
                    <a:pt x="938" y="55"/>
                  </a:lnTo>
                  <a:lnTo>
                    <a:pt x="938" y="55"/>
                  </a:lnTo>
                  <a:lnTo>
                    <a:pt x="926" y="50"/>
                  </a:lnTo>
                  <a:lnTo>
                    <a:pt x="914" y="46"/>
                  </a:lnTo>
                  <a:lnTo>
                    <a:pt x="889" y="39"/>
                  </a:lnTo>
                  <a:lnTo>
                    <a:pt x="865" y="35"/>
                  </a:lnTo>
                  <a:lnTo>
                    <a:pt x="849" y="32"/>
                  </a:lnTo>
                  <a:lnTo>
                    <a:pt x="849" y="32"/>
                  </a:lnTo>
                  <a:lnTo>
                    <a:pt x="834" y="31"/>
                  </a:lnTo>
                  <a:lnTo>
                    <a:pt x="819" y="29"/>
                  </a:lnTo>
                  <a:lnTo>
                    <a:pt x="819" y="29"/>
                  </a:lnTo>
                  <a:close/>
                </a:path>
              </a:pathLst>
            </a:custGeom>
            <a:grpFill/>
            <a:ln>
              <a:solidFill>
                <a:schemeClr val="accent1">
                  <a:lumMod val="75000"/>
                  <a:alpha val="0"/>
                </a:schemeClr>
              </a:solidFill>
            </a:ln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</p:grpSp>
      <p:sp>
        <p:nvSpPr>
          <p:cNvPr id="70659" name="Content Placeholder 2"/>
          <p:cNvSpPr>
            <a:spLocks noGrp="1"/>
          </p:cNvSpPr>
          <p:nvPr>
            <p:ph idx="1"/>
          </p:nvPr>
        </p:nvSpPr>
        <p:spPr>
          <a:xfrm>
            <a:off x="683260" y="1628775"/>
            <a:ext cx="7980045" cy="4659630"/>
          </a:xfrm>
        </p:spPr>
        <p:txBody>
          <a:bodyPr>
            <a:noAutofit/>
          </a:bodyPr>
          <a:lstStyle/>
          <a:p>
            <a:pPr marL="0" indent="0" fontAlgn="auto">
              <a:spcBef>
                <a:spcPts val="0"/>
              </a:spcBef>
              <a:buNone/>
            </a:pPr>
            <a:r>
              <a:rPr lang="pt-BR" altLang="zh-CN" sz="2000" dirty="0">
                <a:solidFill>
                  <a:srgbClr val="008000"/>
                </a:solidFill>
              </a:rPr>
              <a:t>//Array-based </a:t>
            </a:r>
            <a:r>
              <a:rPr lang="en-US" altLang="zh-CN" sz="2000" dirty="0">
                <a:solidFill>
                  <a:srgbClr val="008000"/>
                </a:solidFill>
              </a:rPr>
              <a:t>Implementation (solution 2)</a:t>
            </a:r>
          </a:p>
          <a:p>
            <a:pPr marL="0" indent="0" fontAlgn="auto">
              <a:spcBef>
                <a:spcPts val="0"/>
              </a:spcBef>
              <a:buNone/>
            </a:pPr>
            <a:r>
              <a:rPr lang="pt-BR" altLang="zh-CN" sz="2000" dirty="0"/>
              <a:t>template &lt;typename E&gt; class AQueue: public Queue&lt;E&gt; {</a:t>
            </a:r>
          </a:p>
          <a:p>
            <a:pPr marL="262255" lvl="1" indent="0" fontAlgn="auto">
              <a:spcBef>
                <a:spcPts val="0"/>
              </a:spcBef>
              <a:buNone/>
            </a:pPr>
            <a:r>
              <a:rPr lang="en-US" altLang="zh-CN" sz="2000" dirty="0"/>
              <a:t>private:</a:t>
            </a:r>
          </a:p>
          <a:p>
            <a:pPr marL="262255" lvl="1" indent="0" fontAlgn="auto">
              <a:spcBef>
                <a:spcPts val="0"/>
              </a:spcBef>
              <a:buNone/>
            </a:pPr>
            <a:r>
              <a:rPr lang="en-US" altLang="zh-CN" sz="2000" dirty="0" err="1"/>
              <a:t>int</a:t>
            </a:r>
            <a:r>
              <a:rPr lang="en-US" altLang="zh-CN" sz="2000" dirty="0"/>
              <a:t> </a:t>
            </a:r>
            <a:r>
              <a:rPr lang="en-US" altLang="zh-CN" sz="2000" dirty="0" err="1"/>
              <a:t>maxSize</a:t>
            </a:r>
            <a:r>
              <a:rPr lang="en-US" altLang="zh-CN" sz="2000" dirty="0"/>
              <a:t>; </a:t>
            </a:r>
            <a:r>
              <a:rPr lang="en-US" altLang="zh-CN" sz="2000" dirty="0">
                <a:solidFill>
                  <a:srgbClr val="00B050"/>
                </a:solidFill>
              </a:rPr>
              <a:t>// Maximum size of queue</a:t>
            </a:r>
          </a:p>
          <a:p>
            <a:pPr marL="262255" lvl="1" indent="0" fontAlgn="auto">
              <a:spcBef>
                <a:spcPts val="0"/>
              </a:spcBef>
              <a:buNone/>
            </a:pPr>
            <a:r>
              <a:rPr lang="en-US" altLang="zh-CN" sz="2000" dirty="0" err="1"/>
              <a:t>int</a:t>
            </a:r>
            <a:r>
              <a:rPr lang="en-US" altLang="zh-CN" sz="2000" dirty="0"/>
              <a:t> front; </a:t>
            </a:r>
            <a:r>
              <a:rPr lang="en-US" altLang="zh-CN" sz="2000" dirty="0">
                <a:solidFill>
                  <a:srgbClr val="00B050"/>
                </a:solidFill>
              </a:rPr>
              <a:t>// Index of front element</a:t>
            </a:r>
          </a:p>
          <a:p>
            <a:pPr marL="262255" lvl="1" indent="0" fontAlgn="auto">
              <a:spcBef>
                <a:spcPts val="0"/>
              </a:spcBef>
              <a:buNone/>
            </a:pPr>
            <a:r>
              <a:rPr lang="en-US" altLang="zh-CN" sz="2000" dirty="0" err="1"/>
              <a:t>int</a:t>
            </a:r>
            <a:r>
              <a:rPr lang="en-US" altLang="zh-CN" sz="2000" dirty="0"/>
              <a:t> rear; </a:t>
            </a:r>
            <a:r>
              <a:rPr lang="en-US" altLang="zh-CN" sz="2000" dirty="0">
                <a:solidFill>
                  <a:srgbClr val="00B050"/>
                </a:solidFill>
              </a:rPr>
              <a:t>// Index of rear element</a:t>
            </a:r>
          </a:p>
          <a:p>
            <a:pPr marL="262255" lvl="1" indent="0" fontAlgn="auto">
              <a:spcBef>
                <a:spcPts val="0"/>
              </a:spcBef>
              <a:buNone/>
            </a:pPr>
            <a:r>
              <a:rPr lang="en-US" altLang="zh-CN" sz="2000" dirty="0"/>
              <a:t>E *</a:t>
            </a:r>
            <a:r>
              <a:rPr lang="en-US" altLang="zh-CN" sz="2000" dirty="0" err="1"/>
              <a:t>listArray</a:t>
            </a:r>
            <a:r>
              <a:rPr lang="en-US" altLang="zh-CN" sz="2000" dirty="0"/>
              <a:t>; </a:t>
            </a:r>
            <a:r>
              <a:rPr lang="en-US" altLang="zh-CN" sz="2000" dirty="0">
                <a:solidFill>
                  <a:srgbClr val="00B050"/>
                </a:solidFill>
              </a:rPr>
              <a:t>//</a:t>
            </a:r>
            <a:r>
              <a:rPr lang="en-US" altLang="zh-CN" sz="2000" dirty="0">
                <a:solidFill>
                  <a:srgbClr val="008000"/>
                </a:solidFill>
              </a:rPr>
              <a:t>Array</a:t>
            </a:r>
            <a:r>
              <a:rPr lang="en-US" altLang="zh-CN" sz="2000" dirty="0">
                <a:solidFill>
                  <a:srgbClr val="00B050"/>
                </a:solidFill>
              </a:rPr>
              <a:t> holding queue elements</a:t>
            </a:r>
          </a:p>
          <a:p>
            <a:pPr marL="262255" lvl="1" indent="0" fontAlgn="auto">
              <a:spcBef>
                <a:spcPts val="0"/>
              </a:spcBef>
              <a:buNone/>
            </a:pPr>
            <a:r>
              <a:rPr lang="en-US" altLang="zh-CN" sz="2000" dirty="0"/>
              <a:t>public:</a:t>
            </a:r>
          </a:p>
          <a:p>
            <a:pPr marL="262255" lvl="1" indent="0" fontAlgn="auto">
              <a:spcBef>
                <a:spcPts val="0"/>
              </a:spcBef>
              <a:buNone/>
            </a:pPr>
            <a:r>
              <a:rPr lang="en-US" altLang="zh-CN" sz="2000" dirty="0" err="1"/>
              <a:t>AQueue</a:t>
            </a:r>
            <a:r>
              <a:rPr lang="en-US" altLang="zh-CN" sz="2000" dirty="0"/>
              <a:t>(</a:t>
            </a:r>
            <a:r>
              <a:rPr lang="en-US" altLang="zh-CN" sz="2000" dirty="0" err="1"/>
              <a:t>int</a:t>
            </a:r>
            <a:r>
              <a:rPr lang="en-US" altLang="zh-CN" sz="2000" dirty="0"/>
              <a:t> size =</a:t>
            </a:r>
            <a:r>
              <a:rPr lang="en-US" altLang="zh-CN" sz="2000" dirty="0" err="1"/>
              <a:t>defaultSize</a:t>
            </a:r>
            <a:r>
              <a:rPr lang="en-US" altLang="zh-CN" sz="2000" dirty="0"/>
              <a:t>) {</a:t>
            </a:r>
            <a:r>
              <a:rPr lang="en-US" altLang="zh-CN" sz="2000" dirty="0">
                <a:solidFill>
                  <a:srgbClr val="00B050"/>
                </a:solidFill>
              </a:rPr>
              <a:t> </a:t>
            </a:r>
          </a:p>
          <a:p>
            <a:pPr marL="262255" lvl="1" indent="0" fontAlgn="auto">
              <a:spcBef>
                <a:spcPts val="0"/>
              </a:spcBef>
              <a:buNone/>
            </a:pPr>
            <a:r>
              <a:rPr lang="en-US" altLang="zh-CN" sz="2000" dirty="0">
                <a:solidFill>
                  <a:srgbClr val="00B050"/>
                </a:solidFill>
              </a:rPr>
              <a:t>// Constructor- Make list array one position</a:t>
            </a:r>
          </a:p>
          <a:p>
            <a:pPr marL="262255" lvl="1" indent="0" fontAlgn="auto">
              <a:spcBef>
                <a:spcPts val="0"/>
              </a:spcBef>
              <a:buNone/>
            </a:pPr>
            <a:r>
              <a:rPr lang="en-US" altLang="zh-CN" sz="2000" dirty="0">
                <a:solidFill>
                  <a:srgbClr val="00B050"/>
                </a:solidFill>
              </a:rPr>
              <a:t>// larger for empty slot</a:t>
            </a:r>
          </a:p>
          <a:p>
            <a:pPr marL="262255" lvl="1" indent="0" fontAlgn="auto">
              <a:spcBef>
                <a:spcPts val="0"/>
              </a:spcBef>
              <a:buNone/>
            </a:pPr>
            <a:r>
              <a:rPr lang="en-US" altLang="zh-CN" sz="2000" dirty="0">
                <a:solidFill>
                  <a:srgbClr val="00B050"/>
                </a:solidFill>
              </a:rPr>
              <a:t>	</a:t>
            </a:r>
            <a:r>
              <a:rPr lang="en-US" altLang="zh-CN" sz="2000" dirty="0" err="1"/>
              <a:t>maxSize</a:t>
            </a:r>
            <a:r>
              <a:rPr lang="en-US" altLang="zh-CN" sz="2000" dirty="0"/>
              <a:t> = size+1;</a:t>
            </a:r>
          </a:p>
          <a:p>
            <a:pPr marL="262255" lvl="1" indent="0" fontAlgn="auto">
              <a:spcBef>
                <a:spcPts val="0"/>
              </a:spcBef>
              <a:buNone/>
            </a:pPr>
            <a:r>
              <a:rPr lang="en-US" altLang="zh-CN" sz="2000" dirty="0"/>
              <a:t>	rear = 0; front = 1;</a:t>
            </a:r>
          </a:p>
          <a:p>
            <a:pPr marL="262255" lvl="1" indent="0" fontAlgn="auto">
              <a:spcBef>
                <a:spcPts val="0"/>
              </a:spcBef>
              <a:buNone/>
            </a:pPr>
            <a:r>
              <a:rPr lang="en-US" altLang="zh-CN" sz="2000" dirty="0"/>
              <a:t>	</a:t>
            </a:r>
            <a:r>
              <a:rPr lang="en-US" altLang="zh-CN" sz="2000" dirty="0" err="1"/>
              <a:t>listArray</a:t>
            </a:r>
            <a:r>
              <a:rPr lang="en-US" altLang="zh-CN" sz="2000" dirty="0"/>
              <a:t> = new E[</a:t>
            </a:r>
            <a:r>
              <a:rPr lang="en-US" altLang="zh-CN" sz="2000" dirty="0" err="1"/>
              <a:t>maxSize</a:t>
            </a:r>
            <a:r>
              <a:rPr lang="en-US" altLang="zh-CN" sz="2000" dirty="0"/>
              <a:t>];</a:t>
            </a:r>
          </a:p>
          <a:p>
            <a:pPr marL="262255" lvl="1" indent="0" fontAlgn="auto">
              <a:spcBef>
                <a:spcPts val="0"/>
              </a:spcBef>
              <a:buNone/>
            </a:pPr>
            <a:r>
              <a:rPr lang="en-US" altLang="zh-CN" sz="2000" dirty="0"/>
              <a:t>}</a:t>
            </a:r>
          </a:p>
          <a:p>
            <a:pPr marL="262255" lvl="1" indent="0" fontAlgn="auto">
              <a:spcBef>
                <a:spcPts val="0"/>
              </a:spcBef>
              <a:buNone/>
            </a:pPr>
            <a:r>
              <a:rPr lang="en-US" altLang="zh-CN" sz="2000" dirty="0"/>
              <a:t>˜ </a:t>
            </a:r>
            <a:r>
              <a:rPr lang="en-US" altLang="zh-CN" sz="2000" dirty="0" err="1"/>
              <a:t>AQueue</a:t>
            </a:r>
            <a:r>
              <a:rPr lang="en-US" altLang="zh-CN" sz="2000" dirty="0"/>
              <a:t>() { delete [] </a:t>
            </a:r>
            <a:r>
              <a:rPr lang="en-US" altLang="zh-CN" sz="2000" dirty="0" err="1"/>
              <a:t>listArray</a:t>
            </a:r>
            <a:r>
              <a:rPr lang="en-US" altLang="zh-CN" sz="2000" dirty="0"/>
              <a:t>; }</a:t>
            </a:r>
            <a:endParaRPr lang="en-US" altLang="zh-CN" sz="2000" dirty="0">
              <a:solidFill>
                <a:srgbClr val="00B050"/>
              </a:solidFill>
            </a:endParaRPr>
          </a:p>
        </p:txBody>
      </p:sp>
      <p:sp>
        <p:nvSpPr>
          <p:cNvPr id="70660" name="Slide Number Placeholder 3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557530" indent="-21463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857250" indent="-1714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200150" indent="-1714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1543050" indent="-1714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1885950" indent="-1714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228850" indent="-1714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2571750" indent="-1714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2914650" indent="-1714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fld id="{2A6734E7-FC48-4A79-A118-561E3C7F09F2}" type="slidenum">
              <a:rPr lang="en-US" altLang="zh-CN" sz="465" smtClean="0"/>
              <a:pPr/>
              <a:t>54</a:t>
            </a:fld>
            <a:endParaRPr lang="en-US" altLang="zh-CN" sz="465" dirty="0"/>
          </a:p>
        </p:txBody>
      </p:sp>
      <p:sp>
        <p:nvSpPr>
          <p:cNvPr id="2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fld id="{76DDDB17-4FBC-4816-8170-2A88C7506898}" type="datetime1">
              <a:rPr lang="zh-CN" altLang="en-US" sz="465" smtClean="0"/>
              <a:pPr>
                <a:defRPr/>
              </a:pPr>
              <a:t>2025/12/16</a:t>
            </a:fld>
            <a:endParaRPr lang="zh-CN" altLang="en-US" sz="465"/>
          </a:p>
        </p:txBody>
      </p:sp>
      <p:sp>
        <p:nvSpPr>
          <p:cNvPr id="3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altLang="zh-CN" sz="465"/>
              <a:t>Stacks and Queues - Lecture 6</a:t>
            </a:r>
            <a:endParaRPr lang="zh-CN" altLang="en-US" sz="465"/>
          </a:p>
        </p:txBody>
      </p:sp>
    </p:spTree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矩形 4"/>
          <p:cNvSpPr/>
          <p:nvPr>
            <p:custDataLst>
              <p:tags r:id="rId1"/>
            </p:custDataLst>
          </p:nvPr>
        </p:nvSpPr>
        <p:spPr>
          <a:xfrm>
            <a:off x="207010" y="708025"/>
            <a:ext cx="4396740" cy="1530350"/>
          </a:xfrm>
          <a:prstGeom prst="rect">
            <a:avLst/>
          </a:prstGeom>
          <a:solidFill>
            <a:srgbClr val="1E7AB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350">
              <a:latin typeface="Noto Serif CJK SC" panose="02020400000000000000" pitchFamily="18" charset="-122"/>
              <a:ea typeface="FZHei-B01S" panose="02010601030101010101" pitchFamily="2" charset="-122"/>
              <a:sym typeface="Noto Serif CJK SC" panose="02020400000000000000" pitchFamily="18" charset="-122"/>
            </a:endParaRPr>
          </a:p>
        </p:txBody>
      </p:sp>
      <p:sp>
        <p:nvSpPr>
          <p:cNvPr id="7" name="矩形 6"/>
          <p:cNvSpPr/>
          <p:nvPr>
            <p:custDataLst>
              <p:tags r:id="rId2"/>
            </p:custDataLst>
          </p:nvPr>
        </p:nvSpPr>
        <p:spPr>
          <a:xfrm>
            <a:off x="207010" y="1406525"/>
            <a:ext cx="8709660" cy="488569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350">
              <a:latin typeface="Noto Serif CJK SC" panose="02020400000000000000" pitchFamily="18" charset="-122"/>
              <a:ea typeface="FZHei-B01S" panose="02010601030101010101" pitchFamily="2" charset="-122"/>
              <a:sym typeface="Noto Serif CJK SC" panose="02020400000000000000" pitchFamily="18" charset="-122"/>
            </a:endParaRPr>
          </a:p>
        </p:txBody>
      </p:sp>
      <p:sp>
        <p:nvSpPr>
          <p:cNvPr id="11" name="Title 1"/>
          <p:cNvSpPr>
            <a:spLocks noGrp="1"/>
          </p:cNvSpPr>
          <p:nvPr>
            <p:custDataLst>
              <p:tags r:id="rId3"/>
            </p:custDataLst>
          </p:nvPr>
        </p:nvSpPr>
        <p:spPr>
          <a:xfrm>
            <a:off x="368935" y="751840"/>
            <a:ext cx="6592570" cy="721360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5335" kern="120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+mj-ea"/>
                <a:cs typeface="Times New Roman" panose="02020603050405020304" pitchFamily="18" charset="0"/>
              </a:defRPr>
            </a:lvl1pPr>
          </a:lstStyle>
          <a:p>
            <a:pPr lvl="0" algn="l">
              <a:buClrTx/>
              <a:buSzTx/>
              <a:buFontTx/>
            </a:pPr>
            <a:r>
              <a:rPr lang="en-US" altLang="zh-CN" sz="3600" dirty="0">
                <a:solidFill>
                  <a:schemeClr val="bg1"/>
                </a:solidFill>
                <a:sym typeface="+mn-ea"/>
              </a:rPr>
              <a:t>Array-Based Queues</a:t>
            </a:r>
          </a:p>
        </p:txBody>
      </p:sp>
      <p:pic>
        <p:nvPicPr>
          <p:cNvPr id="13" name="图片 12" descr="华工标志（透明版"/>
          <p:cNvPicPr>
            <a:picLocks noChangeAspect="1"/>
          </p:cNvPicPr>
          <p:nvPr>
            <p:custDataLst>
              <p:tags r:id="rId4"/>
            </p:custDataLst>
          </p:nvPr>
        </p:nvPicPr>
        <p:blipFill>
          <a:blip r:embed="rId29" cstate="print"/>
          <a:stretch>
            <a:fillRect/>
          </a:stretch>
        </p:blipFill>
        <p:spPr>
          <a:xfrm>
            <a:off x="7740015" y="116205"/>
            <a:ext cx="1230630" cy="1230630"/>
          </a:xfrm>
          <a:prstGeom prst="rect">
            <a:avLst/>
          </a:prstGeom>
        </p:spPr>
      </p:pic>
      <p:grpSp>
        <p:nvGrpSpPr>
          <p:cNvPr id="951" name="组合 950"/>
          <p:cNvGrpSpPr/>
          <p:nvPr/>
        </p:nvGrpSpPr>
        <p:grpSpPr>
          <a:xfrm rot="3780000">
            <a:off x="7806690" y="5443855"/>
            <a:ext cx="740410" cy="758825"/>
            <a:chOff x="3282950" y="1154113"/>
            <a:chExt cx="698501" cy="715963"/>
          </a:xfrm>
          <a:solidFill>
            <a:schemeClr val="accent1">
              <a:lumMod val="75000"/>
              <a:alpha val="37000"/>
            </a:schemeClr>
          </a:solidFill>
        </p:grpSpPr>
        <p:sp>
          <p:nvSpPr>
            <p:cNvPr id="17289" name="Freeform 905"/>
            <p:cNvSpPr/>
            <p:nvPr>
              <p:custDataLst>
                <p:tags r:id="rId5"/>
              </p:custDataLst>
            </p:nvPr>
          </p:nvSpPr>
          <p:spPr bwMode="auto">
            <a:xfrm>
              <a:off x="3324225" y="1268413"/>
              <a:ext cx="55563" cy="153988"/>
            </a:xfrm>
            <a:custGeom>
              <a:avLst/>
              <a:gdLst/>
              <a:ahLst/>
              <a:cxnLst>
                <a:cxn ang="0">
                  <a:pos x="96" y="3"/>
                </a:cxn>
                <a:cxn ang="0">
                  <a:pos x="96" y="3"/>
                </a:cxn>
                <a:cxn ang="0">
                  <a:pos x="86" y="18"/>
                </a:cxn>
                <a:cxn ang="0">
                  <a:pos x="77" y="35"/>
                </a:cxn>
                <a:cxn ang="0">
                  <a:pos x="70" y="51"/>
                </a:cxn>
                <a:cxn ang="0">
                  <a:pos x="63" y="69"/>
                </a:cxn>
                <a:cxn ang="0">
                  <a:pos x="50" y="104"/>
                </a:cxn>
                <a:cxn ang="0">
                  <a:pos x="39" y="138"/>
                </a:cxn>
                <a:cxn ang="0">
                  <a:pos x="39" y="138"/>
                </a:cxn>
                <a:cxn ang="0">
                  <a:pos x="27" y="174"/>
                </a:cxn>
                <a:cxn ang="0">
                  <a:pos x="15" y="210"/>
                </a:cxn>
                <a:cxn ang="0">
                  <a:pos x="10" y="229"/>
                </a:cxn>
                <a:cxn ang="0">
                  <a:pos x="5" y="247"/>
                </a:cxn>
                <a:cxn ang="0">
                  <a:pos x="2" y="266"/>
                </a:cxn>
                <a:cxn ang="0">
                  <a:pos x="0" y="285"/>
                </a:cxn>
                <a:cxn ang="0">
                  <a:pos x="0" y="285"/>
                </a:cxn>
                <a:cxn ang="0">
                  <a:pos x="1" y="287"/>
                </a:cxn>
                <a:cxn ang="0">
                  <a:pos x="2" y="288"/>
                </a:cxn>
                <a:cxn ang="0">
                  <a:pos x="3" y="289"/>
                </a:cxn>
                <a:cxn ang="0">
                  <a:pos x="5" y="290"/>
                </a:cxn>
                <a:cxn ang="0">
                  <a:pos x="6" y="289"/>
                </a:cxn>
                <a:cxn ang="0">
                  <a:pos x="8" y="288"/>
                </a:cxn>
                <a:cxn ang="0">
                  <a:pos x="9" y="287"/>
                </a:cxn>
                <a:cxn ang="0">
                  <a:pos x="10" y="285"/>
                </a:cxn>
                <a:cxn ang="0">
                  <a:pos x="10" y="285"/>
                </a:cxn>
                <a:cxn ang="0">
                  <a:pos x="11" y="266"/>
                </a:cxn>
                <a:cxn ang="0">
                  <a:pos x="15" y="247"/>
                </a:cxn>
                <a:cxn ang="0">
                  <a:pos x="19" y="230"/>
                </a:cxn>
                <a:cxn ang="0">
                  <a:pos x="25" y="211"/>
                </a:cxn>
                <a:cxn ang="0">
                  <a:pos x="36" y="176"/>
                </a:cxn>
                <a:cxn ang="0">
                  <a:pos x="48" y="141"/>
                </a:cxn>
                <a:cxn ang="0">
                  <a:pos x="48" y="141"/>
                </a:cxn>
                <a:cxn ang="0">
                  <a:pos x="60" y="107"/>
                </a:cxn>
                <a:cxn ang="0">
                  <a:pos x="71" y="72"/>
                </a:cxn>
                <a:cxn ang="0">
                  <a:pos x="78" y="55"/>
                </a:cxn>
                <a:cxn ang="0">
                  <a:pos x="86" y="39"/>
                </a:cxn>
                <a:cxn ang="0">
                  <a:pos x="94" y="22"/>
                </a:cxn>
                <a:cxn ang="0">
                  <a:pos x="104" y="8"/>
                </a:cxn>
                <a:cxn ang="0">
                  <a:pos x="104" y="8"/>
                </a:cxn>
                <a:cxn ang="0">
                  <a:pos x="105" y="6"/>
                </a:cxn>
                <a:cxn ang="0">
                  <a:pos x="104" y="4"/>
                </a:cxn>
                <a:cxn ang="0">
                  <a:pos x="104" y="3"/>
                </a:cxn>
                <a:cxn ang="0">
                  <a:pos x="102" y="2"/>
                </a:cxn>
                <a:cxn ang="0">
                  <a:pos x="99" y="0"/>
                </a:cxn>
                <a:cxn ang="0">
                  <a:pos x="97" y="2"/>
                </a:cxn>
                <a:cxn ang="0">
                  <a:pos x="96" y="3"/>
                </a:cxn>
                <a:cxn ang="0">
                  <a:pos x="96" y="3"/>
                </a:cxn>
              </a:cxnLst>
              <a:rect l="0" t="0" r="r" b="b"/>
              <a:pathLst>
                <a:path w="105" h="290">
                  <a:moveTo>
                    <a:pt x="96" y="3"/>
                  </a:moveTo>
                  <a:lnTo>
                    <a:pt x="96" y="3"/>
                  </a:lnTo>
                  <a:lnTo>
                    <a:pt x="86" y="18"/>
                  </a:lnTo>
                  <a:lnTo>
                    <a:pt x="77" y="35"/>
                  </a:lnTo>
                  <a:lnTo>
                    <a:pt x="70" y="51"/>
                  </a:lnTo>
                  <a:lnTo>
                    <a:pt x="63" y="69"/>
                  </a:lnTo>
                  <a:lnTo>
                    <a:pt x="50" y="104"/>
                  </a:lnTo>
                  <a:lnTo>
                    <a:pt x="39" y="138"/>
                  </a:lnTo>
                  <a:lnTo>
                    <a:pt x="39" y="138"/>
                  </a:lnTo>
                  <a:lnTo>
                    <a:pt x="27" y="174"/>
                  </a:lnTo>
                  <a:lnTo>
                    <a:pt x="15" y="210"/>
                  </a:lnTo>
                  <a:lnTo>
                    <a:pt x="10" y="229"/>
                  </a:lnTo>
                  <a:lnTo>
                    <a:pt x="5" y="247"/>
                  </a:lnTo>
                  <a:lnTo>
                    <a:pt x="2" y="266"/>
                  </a:lnTo>
                  <a:lnTo>
                    <a:pt x="0" y="285"/>
                  </a:lnTo>
                  <a:lnTo>
                    <a:pt x="0" y="285"/>
                  </a:lnTo>
                  <a:lnTo>
                    <a:pt x="1" y="287"/>
                  </a:lnTo>
                  <a:lnTo>
                    <a:pt x="2" y="288"/>
                  </a:lnTo>
                  <a:lnTo>
                    <a:pt x="3" y="289"/>
                  </a:lnTo>
                  <a:lnTo>
                    <a:pt x="5" y="290"/>
                  </a:lnTo>
                  <a:lnTo>
                    <a:pt x="6" y="289"/>
                  </a:lnTo>
                  <a:lnTo>
                    <a:pt x="8" y="288"/>
                  </a:lnTo>
                  <a:lnTo>
                    <a:pt x="9" y="287"/>
                  </a:lnTo>
                  <a:lnTo>
                    <a:pt x="10" y="285"/>
                  </a:lnTo>
                  <a:lnTo>
                    <a:pt x="10" y="285"/>
                  </a:lnTo>
                  <a:lnTo>
                    <a:pt x="11" y="266"/>
                  </a:lnTo>
                  <a:lnTo>
                    <a:pt x="15" y="247"/>
                  </a:lnTo>
                  <a:lnTo>
                    <a:pt x="19" y="230"/>
                  </a:lnTo>
                  <a:lnTo>
                    <a:pt x="25" y="211"/>
                  </a:lnTo>
                  <a:lnTo>
                    <a:pt x="36" y="176"/>
                  </a:lnTo>
                  <a:lnTo>
                    <a:pt x="48" y="141"/>
                  </a:lnTo>
                  <a:lnTo>
                    <a:pt x="48" y="141"/>
                  </a:lnTo>
                  <a:lnTo>
                    <a:pt x="60" y="107"/>
                  </a:lnTo>
                  <a:lnTo>
                    <a:pt x="71" y="72"/>
                  </a:lnTo>
                  <a:lnTo>
                    <a:pt x="78" y="55"/>
                  </a:lnTo>
                  <a:lnTo>
                    <a:pt x="86" y="39"/>
                  </a:lnTo>
                  <a:lnTo>
                    <a:pt x="94" y="22"/>
                  </a:lnTo>
                  <a:lnTo>
                    <a:pt x="104" y="8"/>
                  </a:lnTo>
                  <a:lnTo>
                    <a:pt x="104" y="8"/>
                  </a:lnTo>
                  <a:lnTo>
                    <a:pt x="105" y="6"/>
                  </a:lnTo>
                  <a:lnTo>
                    <a:pt x="104" y="4"/>
                  </a:lnTo>
                  <a:lnTo>
                    <a:pt x="104" y="3"/>
                  </a:lnTo>
                  <a:lnTo>
                    <a:pt x="102" y="2"/>
                  </a:lnTo>
                  <a:lnTo>
                    <a:pt x="99" y="0"/>
                  </a:lnTo>
                  <a:lnTo>
                    <a:pt x="97" y="2"/>
                  </a:lnTo>
                  <a:lnTo>
                    <a:pt x="96" y="3"/>
                  </a:lnTo>
                  <a:lnTo>
                    <a:pt x="96" y="3"/>
                  </a:lnTo>
                  <a:close/>
                </a:path>
              </a:pathLst>
            </a:custGeom>
            <a:grpFill/>
            <a:ln>
              <a:solidFill>
                <a:schemeClr val="accent1">
                  <a:lumMod val="75000"/>
                  <a:alpha val="0"/>
                </a:schemeClr>
              </a:solidFill>
            </a:ln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290" name="Freeform 906"/>
            <p:cNvSpPr/>
            <p:nvPr>
              <p:custDataLst>
                <p:tags r:id="rId6"/>
              </p:custDataLst>
            </p:nvPr>
          </p:nvSpPr>
          <p:spPr bwMode="auto">
            <a:xfrm>
              <a:off x="3325813" y="1239838"/>
              <a:ext cx="88900" cy="280988"/>
            </a:xfrm>
            <a:custGeom>
              <a:avLst/>
              <a:gdLst/>
              <a:ahLst/>
              <a:cxnLst>
                <a:cxn ang="0">
                  <a:pos x="156" y="4"/>
                </a:cxn>
                <a:cxn ang="0">
                  <a:pos x="152" y="37"/>
                </a:cxn>
                <a:cxn ang="0">
                  <a:pos x="143" y="70"/>
                </a:cxn>
                <a:cxn ang="0">
                  <a:pos x="121" y="134"/>
                </a:cxn>
                <a:cxn ang="0">
                  <a:pos x="108" y="168"/>
                </a:cxn>
                <a:cxn ang="0">
                  <a:pos x="82" y="235"/>
                </a:cxn>
                <a:cxn ang="0">
                  <a:pos x="68" y="268"/>
                </a:cxn>
                <a:cxn ang="0">
                  <a:pos x="58" y="301"/>
                </a:cxn>
                <a:cxn ang="0">
                  <a:pos x="38" y="399"/>
                </a:cxn>
                <a:cxn ang="0">
                  <a:pos x="35" y="416"/>
                </a:cxn>
                <a:cxn ang="0">
                  <a:pos x="26" y="446"/>
                </a:cxn>
                <a:cxn ang="0">
                  <a:pos x="20" y="461"/>
                </a:cxn>
                <a:cxn ang="0">
                  <a:pos x="11" y="492"/>
                </a:cxn>
                <a:cxn ang="0">
                  <a:pos x="2" y="522"/>
                </a:cxn>
                <a:cxn ang="0">
                  <a:pos x="0" y="524"/>
                </a:cxn>
                <a:cxn ang="0">
                  <a:pos x="1" y="528"/>
                </a:cxn>
                <a:cxn ang="0">
                  <a:pos x="1" y="529"/>
                </a:cxn>
                <a:cxn ang="0">
                  <a:pos x="3" y="531"/>
                </a:cxn>
                <a:cxn ang="0">
                  <a:pos x="7" y="531"/>
                </a:cxn>
                <a:cxn ang="0">
                  <a:pos x="9" y="529"/>
                </a:cxn>
                <a:cxn ang="0">
                  <a:pos x="18" y="505"/>
                </a:cxn>
                <a:cxn ang="0">
                  <a:pos x="23" y="480"/>
                </a:cxn>
                <a:cxn ang="0">
                  <a:pos x="29" y="462"/>
                </a:cxn>
                <a:cxn ang="0">
                  <a:pos x="41" y="428"/>
                </a:cxn>
                <a:cxn ang="0">
                  <a:pos x="46" y="410"/>
                </a:cxn>
                <a:cxn ang="0">
                  <a:pos x="59" y="341"/>
                </a:cxn>
                <a:cxn ang="0">
                  <a:pos x="71" y="288"/>
                </a:cxn>
                <a:cxn ang="0">
                  <a:pos x="77" y="271"/>
                </a:cxn>
                <a:cxn ang="0">
                  <a:pos x="105" y="200"/>
                </a:cxn>
                <a:cxn ang="0">
                  <a:pos x="132" y="129"/>
                </a:cxn>
                <a:cxn ang="0">
                  <a:pos x="143" y="98"/>
                </a:cxn>
                <a:cxn ang="0">
                  <a:pos x="158" y="51"/>
                </a:cxn>
                <a:cxn ang="0">
                  <a:pos x="164" y="20"/>
                </a:cxn>
                <a:cxn ang="0">
                  <a:pos x="166" y="4"/>
                </a:cxn>
                <a:cxn ang="0">
                  <a:pos x="164" y="1"/>
                </a:cxn>
                <a:cxn ang="0">
                  <a:pos x="161" y="0"/>
                </a:cxn>
                <a:cxn ang="0">
                  <a:pos x="158" y="1"/>
                </a:cxn>
                <a:cxn ang="0">
                  <a:pos x="156" y="4"/>
                </a:cxn>
              </a:cxnLst>
              <a:rect l="0" t="0" r="r" b="b"/>
              <a:pathLst>
                <a:path w="166" h="531">
                  <a:moveTo>
                    <a:pt x="156" y="4"/>
                  </a:moveTo>
                  <a:lnTo>
                    <a:pt x="156" y="4"/>
                  </a:lnTo>
                  <a:lnTo>
                    <a:pt x="155" y="20"/>
                  </a:lnTo>
                  <a:lnTo>
                    <a:pt x="152" y="37"/>
                  </a:lnTo>
                  <a:lnTo>
                    <a:pt x="148" y="53"/>
                  </a:lnTo>
                  <a:lnTo>
                    <a:pt x="143" y="70"/>
                  </a:lnTo>
                  <a:lnTo>
                    <a:pt x="132" y="103"/>
                  </a:lnTo>
                  <a:lnTo>
                    <a:pt x="121" y="134"/>
                  </a:lnTo>
                  <a:lnTo>
                    <a:pt x="121" y="134"/>
                  </a:lnTo>
                  <a:lnTo>
                    <a:pt x="108" y="168"/>
                  </a:lnTo>
                  <a:lnTo>
                    <a:pt x="95" y="202"/>
                  </a:lnTo>
                  <a:lnTo>
                    <a:pt x="82" y="235"/>
                  </a:lnTo>
                  <a:lnTo>
                    <a:pt x="68" y="268"/>
                  </a:lnTo>
                  <a:lnTo>
                    <a:pt x="68" y="268"/>
                  </a:lnTo>
                  <a:lnTo>
                    <a:pt x="63" y="285"/>
                  </a:lnTo>
                  <a:lnTo>
                    <a:pt x="58" y="301"/>
                  </a:lnTo>
                  <a:lnTo>
                    <a:pt x="51" y="333"/>
                  </a:lnTo>
                  <a:lnTo>
                    <a:pt x="38" y="399"/>
                  </a:lnTo>
                  <a:lnTo>
                    <a:pt x="38" y="399"/>
                  </a:lnTo>
                  <a:lnTo>
                    <a:pt x="35" y="416"/>
                  </a:lnTo>
                  <a:lnTo>
                    <a:pt x="31" y="431"/>
                  </a:lnTo>
                  <a:lnTo>
                    <a:pt x="26" y="446"/>
                  </a:lnTo>
                  <a:lnTo>
                    <a:pt x="20" y="461"/>
                  </a:lnTo>
                  <a:lnTo>
                    <a:pt x="20" y="461"/>
                  </a:lnTo>
                  <a:lnTo>
                    <a:pt x="15" y="476"/>
                  </a:lnTo>
                  <a:lnTo>
                    <a:pt x="11" y="492"/>
                  </a:lnTo>
                  <a:lnTo>
                    <a:pt x="7" y="507"/>
                  </a:lnTo>
                  <a:lnTo>
                    <a:pt x="2" y="522"/>
                  </a:lnTo>
                  <a:lnTo>
                    <a:pt x="2" y="522"/>
                  </a:lnTo>
                  <a:lnTo>
                    <a:pt x="0" y="524"/>
                  </a:lnTo>
                  <a:lnTo>
                    <a:pt x="0" y="526"/>
                  </a:lnTo>
                  <a:lnTo>
                    <a:pt x="1" y="528"/>
                  </a:lnTo>
                  <a:lnTo>
                    <a:pt x="1" y="528"/>
                  </a:lnTo>
                  <a:lnTo>
                    <a:pt x="1" y="529"/>
                  </a:lnTo>
                  <a:lnTo>
                    <a:pt x="1" y="529"/>
                  </a:lnTo>
                  <a:lnTo>
                    <a:pt x="3" y="531"/>
                  </a:lnTo>
                  <a:lnTo>
                    <a:pt x="5" y="531"/>
                  </a:lnTo>
                  <a:lnTo>
                    <a:pt x="7" y="531"/>
                  </a:lnTo>
                  <a:lnTo>
                    <a:pt x="9" y="529"/>
                  </a:lnTo>
                  <a:lnTo>
                    <a:pt x="9" y="529"/>
                  </a:lnTo>
                  <a:lnTo>
                    <a:pt x="13" y="517"/>
                  </a:lnTo>
                  <a:lnTo>
                    <a:pt x="18" y="505"/>
                  </a:lnTo>
                  <a:lnTo>
                    <a:pt x="20" y="492"/>
                  </a:lnTo>
                  <a:lnTo>
                    <a:pt x="23" y="480"/>
                  </a:lnTo>
                  <a:lnTo>
                    <a:pt x="23" y="480"/>
                  </a:lnTo>
                  <a:lnTo>
                    <a:pt x="29" y="462"/>
                  </a:lnTo>
                  <a:lnTo>
                    <a:pt x="35" y="446"/>
                  </a:lnTo>
                  <a:lnTo>
                    <a:pt x="41" y="428"/>
                  </a:lnTo>
                  <a:lnTo>
                    <a:pt x="46" y="410"/>
                  </a:lnTo>
                  <a:lnTo>
                    <a:pt x="46" y="410"/>
                  </a:lnTo>
                  <a:lnTo>
                    <a:pt x="53" y="375"/>
                  </a:lnTo>
                  <a:lnTo>
                    <a:pt x="59" y="341"/>
                  </a:lnTo>
                  <a:lnTo>
                    <a:pt x="67" y="305"/>
                  </a:lnTo>
                  <a:lnTo>
                    <a:pt x="71" y="288"/>
                  </a:lnTo>
                  <a:lnTo>
                    <a:pt x="77" y="271"/>
                  </a:lnTo>
                  <a:lnTo>
                    <a:pt x="77" y="271"/>
                  </a:lnTo>
                  <a:lnTo>
                    <a:pt x="91" y="235"/>
                  </a:lnTo>
                  <a:lnTo>
                    <a:pt x="105" y="200"/>
                  </a:lnTo>
                  <a:lnTo>
                    <a:pt x="120" y="165"/>
                  </a:lnTo>
                  <a:lnTo>
                    <a:pt x="132" y="129"/>
                  </a:lnTo>
                  <a:lnTo>
                    <a:pt x="132" y="129"/>
                  </a:lnTo>
                  <a:lnTo>
                    <a:pt x="143" y="98"/>
                  </a:lnTo>
                  <a:lnTo>
                    <a:pt x="154" y="67"/>
                  </a:lnTo>
                  <a:lnTo>
                    <a:pt x="158" y="51"/>
                  </a:lnTo>
                  <a:lnTo>
                    <a:pt x="162" y="36"/>
                  </a:lnTo>
                  <a:lnTo>
                    <a:pt x="164" y="20"/>
                  </a:lnTo>
                  <a:lnTo>
                    <a:pt x="166" y="4"/>
                  </a:lnTo>
                  <a:lnTo>
                    <a:pt x="166" y="4"/>
                  </a:lnTo>
                  <a:lnTo>
                    <a:pt x="165" y="2"/>
                  </a:lnTo>
                  <a:lnTo>
                    <a:pt x="164" y="1"/>
                  </a:lnTo>
                  <a:lnTo>
                    <a:pt x="163" y="0"/>
                  </a:lnTo>
                  <a:lnTo>
                    <a:pt x="161" y="0"/>
                  </a:lnTo>
                  <a:lnTo>
                    <a:pt x="160" y="0"/>
                  </a:lnTo>
                  <a:lnTo>
                    <a:pt x="158" y="1"/>
                  </a:lnTo>
                  <a:lnTo>
                    <a:pt x="157" y="2"/>
                  </a:lnTo>
                  <a:lnTo>
                    <a:pt x="156" y="4"/>
                  </a:lnTo>
                  <a:lnTo>
                    <a:pt x="156" y="4"/>
                  </a:lnTo>
                  <a:close/>
                </a:path>
              </a:pathLst>
            </a:custGeom>
            <a:grpFill/>
            <a:ln>
              <a:solidFill>
                <a:schemeClr val="accent1">
                  <a:lumMod val="75000"/>
                  <a:alpha val="0"/>
                </a:schemeClr>
              </a:solidFill>
            </a:ln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291" name="Freeform 907"/>
            <p:cNvSpPr/>
            <p:nvPr>
              <p:custDataLst>
                <p:tags r:id="rId7"/>
              </p:custDataLst>
            </p:nvPr>
          </p:nvSpPr>
          <p:spPr bwMode="auto">
            <a:xfrm>
              <a:off x="3338513" y="1404938"/>
              <a:ext cx="58738" cy="168275"/>
            </a:xfrm>
            <a:custGeom>
              <a:avLst/>
              <a:gdLst/>
              <a:ahLst/>
              <a:cxnLst>
                <a:cxn ang="0">
                  <a:pos x="99" y="4"/>
                </a:cxn>
                <a:cxn ang="0">
                  <a:pos x="99" y="4"/>
                </a:cxn>
                <a:cxn ang="0">
                  <a:pos x="98" y="14"/>
                </a:cxn>
                <a:cxn ang="0">
                  <a:pos x="97" y="23"/>
                </a:cxn>
                <a:cxn ang="0">
                  <a:pos x="92" y="43"/>
                </a:cxn>
                <a:cxn ang="0">
                  <a:pos x="79" y="81"/>
                </a:cxn>
                <a:cxn ang="0">
                  <a:pos x="79" y="81"/>
                </a:cxn>
                <a:cxn ang="0">
                  <a:pos x="73" y="103"/>
                </a:cxn>
                <a:cxn ang="0">
                  <a:pos x="68" y="125"/>
                </a:cxn>
                <a:cxn ang="0">
                  <a:pos x="57" y="169"/>
                </a:cxn>
                <a:cxn ang="0">
                  <a:pos x="57" y="169"/>
                </a:cxn>
                <a:cxn ang="0">
                  <a:pos x="51" y="188"/>
                </a:cxn>
                <a:cxn ang="0">
                  <a:pos x="43" y="205"/>
                </a:cxn>
                <a:cxn ang="0">
                  <a:pos x="35" y="223"/>
                </a:cxn>
                <a:cxn ang="0">
                  <a:pos x="26" y="239"/>
                </a:cxn>
                <a:cxn ang="0">
                  <a:pos x="17" y="257"/>
                </a:cxn>
                <a:cxn ang="0">
                  <a:pos x="10" y="274"/>
                </a:cxn>
                <a:cxn ang="0">
                  <a:pos x="4" y="293"/>
                </a:cxn>
                <a:cxn ang="0">
                  <a:pos x="1" y="302"/>
                </a:cxn>
                <a:cxn ang="0">
                  <a:pos x="0" y="313"/>
                </a:cxn>
                <a:cxn ang="0">
                  <a:pos x="0" y="313"/>
                </a:cxn>
                <a:cxn ang="0">
                  <a:pos x="0" y="314"/>
                </a:cxn>
                <a:cxn ang="0">
                  <a:pos x="1" y="316"/>
                </a:cxn>
                <a:cxn ang="0">
                  <a:pos x="2" y="317"/>
                </a:cxn>
                <a:cxn ang="0">
                  <a:pos x="4" y="317"/>
                </a:cxn>
                <a:cxn ang="0">
                  <a:pos x="7" y="316"/>
                </a:cxn>
                <a:cxn ang="0">
                  <a:pos x="9" y="314"/>
                </a:cxn>
                <a:cxn ang="0">
                  <a:pos x="9" y="313"/>
                </a:cxn>
                <a:cxn ang="0">
                  <a:pos x="9" y="313"/>
                </a:cxn>
                <a:cxn ang="0">
                  <a:pos x="11" y="302"/>
                </a:cxn>
                <a:cxn ang="0">
                  <a:pos x="13" y="292"/>
                </a:cxn>
                <a:cxn ang="0">
                  <a:pos x="19" y="273"/>
                </a:cxn>
                <a:cxn ang="0">
                  <a:pos x="28" y="255"/>
                </a:cxn>
                <a:cxn ang="0">
                  <a:pos x="36" y="237"/>
                </a:cxn>
                <a:cxn ang="0">
                  <a:pos x="45" y="220"/>
                </a:cxn>
                <a:cxn ang="0">
                  <a:pos x="54" y="201"/>
                </a:cxn>
                <a:cxn ang="0">
                  <a:pos x="62" y="182"/>
                </a:cxn>
                <a:cxn ang="0">
                  <a:pos x="68" y="164"/>
                </a:cxn>
                <a:cxn ang="0">
                  <a:pos x="68" y="164"/>
                </a:cxn>
                <a:cxn ang="0">
                  <a:pos x="79" y="119"/>
                </a:cxn>
                <a:cxn ang="0">
                  <a:pos x="91" y="76"/>
                </a:cxn>
                <a:cxn ang="0">
                  <a:pos x="91" y="76"/>
                </a:cxn>
                <a:cxn ang="0">
                  <a:pos x="102" y="40"/>
                </a:cxn>
                <a:cxn ang="0">
                  <a:pos x="106" y="22"/>
                </a:cxn>
                <a:cxn ang="0">
                  <a:pos x="109" y="4"/>
                </a:cxn>
                <a:cxn ang="0">
                  <a:pos x="109" y="4"/>
                </a:cxn>
                <a:cxn ang="0">
                  <a:pos x="108" y="2"/>
                </a:cxn>
                <a:cxn ang="0">
                  <a:pos x="107" y="1"/>
                </a:cxn>
                <a:cxn ang="0">
                  <a:pos x="106" y="0"/>
                </a:cxn>
                <a:cxn ang="0">
                  <a:pos x="104" y="0"/>
                </a:cxn>
                <a:cxn ang="0">
                  <a:pos x="101" y="1"/>
                </a:cxn>
                <a:cxn ang="0">
                  <a:pos x="100" y="2"/>
                </a:cxn>
                <a:cxn ang="0">
                  <a:pos x="99" y="4"/>
                </a:cxn>
                <a:cxn ang="0">
                  <a:pos x="99" y="4"/>
                </a:cxn>
              </a:cxnLst>
              <a:rect l="0" t="0" r="r" b="b"/>
              <a:pathLst>
                <a:path w="109" h="317">
                  <a:moveTo>
                    <a:pt x="99" y="4"/>
                  </a:moveTo>
                  <a:lnTo>
                    <a:pt x="99" y="4"/>
                  </a:lnTo>
                  <a:lnTo>
                    <a:pt x="98" y="14"/>
                  </a:lnTo>
                  <a:lnTo>
                    <a:pt x="97" y="23"/>
                  </a:lnTo>
                  <a:lnTo>
                    <a:pt x="92" y="43"/>
                  </a:lnTo>
                  <a:lnTo>
                    <a:pt x="79" y="81"/>
                  </a:lnTo>
                  <a:lnTo>
                    <a:pt x="79" y="81"/>
                  </a:lnTo>
                  <a:lnTo>
                    <a:pt x="73" y="103"/>
                  </a:lnTo>
                  <a:lnTo>
                    <a:pt x="68" y="125"/>
                  </a:lnTo>
                  <a:lnTo>
                    <a:pt x="57" y="169"/>
                  </a:lnTo>
                  <a:lnTo>
                    <a:pt x="57" y="169"/>
                  </a:lnTo>
                  <a:lnTo>
                    <a:pt x="51" y="188"/>
                  </a:lnTo>
                  <a:lnTo>
                    <a:pt x="43" y="205"/>
                  </a:lnTo>
                  <a:lnTo>
                    <a:pt x="35" y="223"/>
                  </a:lnTo>
                  <a:lnTo>
                    <a:pt x="26" y="239"/>
                  </a:lnTo>
                  <a:lnTo>
                    <a:pt x="17" y="257"/>
                  </a:lnTo>
                  <a:lnTo>
                    <a:pt x="10" y="274"/>
                  </a:lnTo>
                  <a:lnTo>
                    <a:pt x="4" y="293"/>
                  </a:lnTo>
                  <a:lnTo>
                    <a:pt x="1" y="302"/>
                  </a:lnTo>
                  <a:lnTo>
                    <a:pt x="0" y="313"/>
                  </a:lnTo>
                  <a:lnTo>
                    <a:pt x="0" y="313"/>
                  </a:lnTo>
                  <a:lnTo>
                    <a:pt x="0" y="314"/>
                  </a:lnTo>
                  <a:lnTo>
                    <a:pt x="1" y="316"/>
                  </a:lnTo>
                  <a:lnTo>
                    <a:pt x="2" y="317"/>
                  </a:lnTo>
                  <a:lnTo>
                    <a:pt x="4" y="317"/>
                  </a:lnTo>
                  <a:lnTo>
                    <a:pt x="7" y="316"/>
                  </a:lnTo>
                  <a:lnTo>
                    <a:pt x="9" y="314"/>
                  </a:lnTo>
                  <a:lnTo>
                    <a:pt x="9" y="313"/>
                  </a:lnTo>
                  <a:lnTo>
                    <a:pt x="9" y="313"/>
                  </a:lnTo>
                  <a:lnTo>
                    <a:pt x="11" y="302"/>
                  </a:lnTo>
                  <a:lnTo>
                    <a:pt x="13" y="292"/>
                  </a:lnTo>
                  <a:lnTo>
                    <a:pt x="19" y="273"/>
                  </a:lnTo>
                  <a:lnTo>
                    <a:pt x="28" y="255"/>
                  </a:lnTo>
                  <a:lnTo>
                    <a:pt x="36" y="237"/>
                  </a:lnTo>
                  <a:lnTo>
                    <a:pt x="45" y="220"/>
                  </a:lnTo>
                  <a:lnTo>
                    <a:pt x="54" y="201"/>
                  </a:lnTo>
                  <a:lnTo>
                    <a:pt x="62" y="182"/>
                  </a:lnTo>
                  <a:lnTo>
                    <a:pt x="68" y="164"/>
                  </a:lnTo>
                  <a:lnTo>
                    <a:pt x="68" y="164"/>
                  </a:lnTo>
                  <a:lnTo>
                    <a:pt x="79" y="119"/>
                  </a:lnTo>
                  <a:lnTo>
                    <a:pt x="91" y="76"/>
                  </a:lnTo>
                  <a:lnTo>
                    <a:pt x="91" y="76"/>
                  </a:lnTo>
                  <a:lnTo>
                    <a:pt x="102" y="40"/>
                  </a:lnTo>
                  <a:lnTo>
                    <a:pt x="106" y="22"/>
                  </a:lnTo>
                  <a:lnTo>
                    <a:pt x="109" y="4"/>
                  </a:lnTo>
                  <a:lnTo>
                    <a:pt x="109" y="4"/>
                  </a:lnTo>
                  <a:lnTo>
                    <a:pt x="108" y="2"/>
                  </a:lnTo>
                  <a:lnTo>
                    <a:pt x="107" y="1"/>
                  </a:lnTo>
                  <a:lnTo>
                    <a:pt x="106" y="0"/>
                  </a:lnTo>
                  <a:lnTo>
                    <a:pt x="104" y="0"/>
                  </a:lnTo>
                  <a:lnTo>
                    <a:pt x="101" y="1"/>
                  </a:lnTo>
                  <a:lnTo>
                    <a:pt x="100" y="2"/>
                  </a:lnTo>
                  <a:lnTo>
                    <a:pt x="99" y="4"/>
                  </a:lnTo>
                  <a:lnTo>
                    <a:pt x="99" y="4"/>
                  </a:lnTo>
                  <a:close/>
                </a:path>
              </a:pathLst>
            </a:custGeom>
            <a:grpFill/>
            <a:ln>
              <a:solidFill>
                <a:schemeClr val="accent1">
                  <a:lumMod val="75000"/>
                  <a:alpha val="0"/>
                </a:schemeClr>
              </a:solidFill>
            </a:ln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292" name="Freeform 908"/>
            <p:cNvSpPr/>
            <p:nvPr>
              <p:custDataLst>
                <p:tags r:id="rId8"/>
              </p:custDataLst>
            </p:nvPr>
          </p:nvSpPr>
          <p:spPr bwMode="auto">
            <a:xfrm>
              <a:off x="3365500" y="1427163"/>
              <a:ext cx="58738" cy="169863"/>
            </a:xfrm>
            <a:custGeom>
              <a:avLst/>
              <a:gdLst/>
              <a:ahLst/>
              <a:cxnLst>
                <a:cxn ang="0">
                  <a:pos x="102" y="1"/>
                </a:cxn>
                <a:cxn ang="0">
                  <a:pos x="102" y="1"/>
                </a:cxn>
                <a:cxn ang="0">
                  <a:pos x="97" y="7"/>
                </a:cxn>
                <a:cxn ang="0">
                  <a:pos x="93" y="13"/>
                </a:cxn>
                <a:cxn ang="0">
                  <a:pos x="87" y="26"/>
                </a:cxn>
                <a:cxn ang="0">
                  <a:pos x="82" y="39"/>
                </a:cxn>
                <a:cxn ang="0">
                  <a:pos x="79" y="54"/>
                </a:cxn>
                <a:cxn ang="0">
                  <a:pos x="79" y="54"/>
                </a:cxn>
                <a:cxn ang="0">
                  <a:pos x="72" y="77"/>
                </a:cxn>
                <a:cxn ang="0">
                  <a:pos x="65" y="101"/>
                </a:cxn>
                <a:cxn ang="0">
                  <a:pos x="51" y="148"/>
                </a:cxn>
                <a:cxn ang="0">
                  <a:pos x="51" y="148"/>
                </a:cxn>
                <a:cxn ang="0">
                  <a:pos x="44" y="168"/>
                </a:cxn>
                <a:cxn ang="0">
                  <a:pos x="37" y="190"/>
                </a:cxn>
                <a:cxn ang="0">
                  <a:pos x="20" y="231"/>
                </a:cxn>
                <a:cxn ang="0">
                  <a:pos x="13" y="252"/>
                </a:cxn>
                <a:cxn ang="0">
                  <a:pos x="7" y="274"/>
                </a:cxn>
                <a:cxn ang="0">
                  <a:pos x="2" y="295"/>
                </a:cxn>
                <a:cxn ang="0">
                  <a:pos x="1" y="307"/>
                </a:cxn>
                <a:cxn ang="0">
                  <a:pos x="0" y="317"/>
                </a:cxn>
                <a:cxn ang="0">
                  <a:pos x="0" y="317"/>
                </a:cxn>
                <a:cxn ang="0">
                  <a:pos x="1" y="319"/>
                </a:cxn>
                <a:cxn ang="0">
                  <a:pos x="2" y="321"/>
                </a:cxn>
                <a:cxn ang="0">
                  <a:pos x="3" y="322"/>
                </a:cxn>
                <a:cxn ang="0">
                  <a:pos x="6" y="322"/>
                </a:cxn>
                <a:cxn ang="0">
                  <a:pos x="8" y="322"/>
                </a:cxn>
                <a:cxn ang="0">
                  <a:pos x="9" y="321"/>
                </a:cxn>
                <a:cxn ang="0">
                  <a:pos x="10" y="319"/>
                </a:cxn>
                <a:cxn ang="0">
                  <a:pos x="11" y="317"/>
                </a:cxn>
                <a:cxn ang="0">
                  <a:pos x="11" y="317"/>
                </a:cxn>
                <a:cxn ang="0">
                  <a:pos x="11" y="307"/>
                </a:cxn>
                <a:cxn ang="0">
                  <a:pos x="12" y="296"/>
                </a:cxn>
                <a:cxn ang="0">
                  <a:pos x="16" y="276"/>
                </a:cxn>
                <a:cxn ang="0">
                  <a:pos x="22" y="256"/>
                </a:cxn>
                <a:cxn ang="0">
                  <a:pos x="29" y="237"/>
                </a:cxn>
                <a:cxn ang="0">
                  <a:pos x="44" y="198"/>
                </a:cxn>
                <a:cxn ang="0">
                  <a:pos x="51" y="179"/>
                </a:cxn>
                <a:cxn ang="0">
                  <a:pos x="57" y="159"/>
                </a:cxn>
                <a:cxn ang="0">
                  <a:pos x="57" y="159"/>
                </a:cxn>
                <a:cxn ang="0">
                  <a:pos x="70" y="120"/>
                </a:cxn>
                <a:cxn ang="0">
                  <a:pos x="81" y="81"/>
                </a:cxn>
                <a:cxn ang="0">
                  <a:pos x="81" y="81"/>
                </a:cxn>
                <a:cxn ang="0">
                  <a:pos x="86" y="62"/>
                </a:cxn>
                <a:cxn ang="0">
                  <a:pos x="91" y="42"/>
                </a:cxn>
                <a:cxn ang="0">
                  <a:pos x="94" y="33"/>
                </a:cxn>
                <a:cxn ang="0">
                  <a:pos x="97" y="25"/>
                </a:cxn>
                <a:cxn ang="0">
                  <a:pos x="103" y="16"/>
                </a:cxn>
                <a:cxn ang="0">
                  <a:pos x="109" y="8"/>
                </a:cxn>
                <a:cxn ang="0">
                  <a:pos x="109" y="8"/>
                </a:cxn>
                <a:cxn ang="0">
                  <a:pos x="110" y="6"/>
                </a:cxn>
                <a:cxn ang="0">
                  <a:pos x="110" y="4"/>
                </a:cxn>
                <a:cxn ang="0">
                  <a:pos x="109" y="3"/>
                </a:cxn>
                <a:cxn ang="0">
                  <a:pos x="108" y="1"/>
                </a:cxn>
                <a:cxn ang="0">
                  <a:pos x="107" y="0"/>
                </a:cxn>
                <a:cxn ang="0">
                  <a:pos x="105" y="0"/>
                </a:cxn>
                <a:cxn ang="0">
                  <a:pos x="104" y="0"/>
                </a:cxn>
                <a:cxn ang="0">
                  <a:pos x="102" y="1"/>
                </a:cxn>
                <a:cxn ang="0">
                  <a:pos x="102" y="1"/>
                </a:cxn>
              </a:cxnLst>
              <a:rect l="0" t="0" r="r" b="b"/>
              <a:pathLst>
                <a:path w="110" h="322">
                  <a:moveTo>
                    <a:pt x="102" y="1"/>
                  </a:moveTo>
                  <a:lnTo>
                    <a:pt x="102" y="1"/>
                  </a:lnTo>
                  <a:lnTo>
                    <a:pt x="97" y="7"/>
                  </a:lnTo>
                  <a:lnTo>
                    <a:pt x="93" y="13"/>
                  </a:lnTo>
                  <a:lnTo>
                    <a:pt x="87" y="26"/>
                  </a:lnTo>
                  <a:lnTo>
                    <a:pt x="82" y="39"/>
                  </a:lnTo>
                  <a:lnTo>
                    <a:pt x="79" y="54"/>
                  </a:lnTo>
                  <a:lnTo>
                    <a:pt x="79" y="54"/>
                  </a:lnTo>
                  <a:lnTo>
                    <a:pt x="72" y="77"/>
                  </a:lnTo>
                  <a:lnTo>
                    <a:pt x="65" y="101"/>
                  </a:lnTo>
                  <a:lnTo>
                    <a:pt x="51" y="148"/>
                  </a:lnTo>
                  <a:lnTo>
                    <a:pt x="51" y="148"/>
                  </a:lnTo>
                  <a:lnTo>
                    <a:pt x="44" y="168"/>
                  </a:lnTo>
                  <a:lnTo>
                    <a:pt x="37" y="190"/>
                  </a:lnTo>
                  <a:lnTo>
                    <a:pt x="20" y="231"/>
                  </a:lnTo>
                  <a:lnTo>
                    <a:pt x="13" y="252"/>
                  </a:lnTo>
                  <a:lnTo>
                    <a:pt x="7" y="274"/>
                  </a:lnTo>
                  <a:lnTo>
                    <a:pt x="2" y="295"/>
                  </a:lnTo>
                  <a:lnTo>
                    <a:pt x="1" y="307"/>
                  </a:lnTo>
                  <a:lnTo>
                    <a:pt x="0" y="317"/>
                  </a:lnTo>
                  <a:lnTo>
                    <a:pt x="0" y="317"/>
                  </a:lnTo>
                  <a:lnTo>
                    <a:pt x="1" y="319"/>
                  </a:lnTo>
                  <a:lnTo>
                    <a:pt x="2" y="321"/>
                  </a:lnTo>
                  <a:lnTo>
                    <a:pt x="3" y="322"/>
                  </a:lnTo>
                  <a:lnTo>
                    <a:pt x="6" y="322"/>
                  </a:lnTo>
                  <a:lnTo>
                    <a:pt x="8" y="322"/>
                  </a:lnTo>
                  <a:lnTo>
                    <a:pt x="9" y="321"/>
                  </a:lnTo>
                  <a:lnTo>
                    <a:pt x="10" y="319"/>
                  </a:lnTo>
                  <a:lnTo>
                    <a:pt x="11" y="317"/>
                  </a:lnTo>
                  <a:lnTo>
                    <a:pt x="11" y="317"/>
                  </a:lnTo>
                  <a:lnTo>
                    <a:pt x="11" y="307"/>
                  </a:lnTo>
                  <a:lnTo>
                    <a:pt x="12" y="296"/>
                  </a:lnTo>
                  <a:lnTo>
                    <a:pt x="16" y="276"/>
                  </a:lnTo>
                  <a:lnTo>
                    <a:pt x="22" y="256"/>
                  </a:lnTo>
                  <a:lnTo>
                    <a:pt x="29" y="237"/>
                  </a:lnTo>
                  <a:lnTo>
                    <a:pt x="44" y="198"/>
                  </a:lnTo>
                  <a:lnTo>
                    <a:pt x="51" y="179"/>
                  </a:lnTo>
                  <a:lnTo>
                    <a:pt x="57" y="159"/>
                  </a:lnTo>
                  <a:lnTo>
                    <a:pt x="57" y="159"/>
                  </a:lnTo>
                  <a:lnTo>
                    <a:pt x="70" y="120"/>
                  </a:lnTo>
                  <a:lnTo>
                    <a:pt x="81" y="81"/>
                  </a:lnTo>
                  <a:lnTo>
                    <a:pt x="81" y="81"/>
                  </a:lnTo>
                  <a:lnTo>
                    <a:pt x="86" y="62"/>
                  </a:lnTo>
                  <a:lnTo>
                    <a:pt x="91" y="42"/>
                  </a:lnTo>
                  <a:lnTo>
                    <a:pt x="94" y="33"/>
                  </a:lnTo>
                  <a:lnTo>
                    <a:pt x="97" y="25"/>
                  </a:lnTo>
                  <a:lnTo>
                    <a:pt x="103" y="16"/>
                  </a:lnTo>
                  <a:lnTo>
                    <a:pt x="109" y="8"/>
                  </a:lnTo>
                  <a:lnTo>
                    <a:pt x="109" y="8"/>
                  </a:lnTo>
                  <a:lnTo>
                    <a:pt x="110" y="6"/>
                  </a:lnTo>
                  <a:lnTo>
                    <a:pt x="110" y="4"/>
                  </a:lnTo>
                  <a:lnTo>
                    <a:pt x="109" y="3"/>
                  </a:lnTo>
                  <a:lnTo>
                    <a:pt x="108" y="1"/>
                  </a:lnTo>
                  <a:lnTo>
                    <a:pt x="107" y="0"/>
                  </a:lnTo>
                  <a:lnTo>
                    <a:pt x="105" y="0"/>
                  </a:lnTo>
                  <a:lnTo>
                    <a:pt x="104" y="0"/>
                  </a:lnTo>
                  <a:lnTo>
                    <a:pt x="102" y="1"/>
                  </a:lnTo>
                  <a:lnTo>
                    <a:pt x="102" y="1"/>
                  </a:lnTo>
                  <a:close/>
                </a:path>
              </a:pathLst>
            </a:custGeom>
            <a:grpFill/>
            <a:ln>
              <a:solidFill>
                <a:schemeClr val="accent1">
                  <a:lumMod val="75000"/>
                  <a:alpha val="0"/>
                </a:schemeClr>
              </a:solidFill>
            </a:ln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293" name="Freeform 909"/>
            <p:cNvSpPr/>
            <p:nvPr>
              <p:custDataLst>
                <p:tags r:id="rId9"/>
              </p:custDataLst>
            </p:nvPr>
          </p:nvSpPr>
          <p:spPr bwMode="auto">
            <a:xfrm>
              <a:off x="3403600" y="1430338"/>
              <a:ext cx="41275" cy="182563"/>
            </a:xfrm>
            <a:custGeom>
              <a:avLst/>
              <a:gdLst/>
              <a:ahLst/>
              <a:cxnLst>
                <a:cxn ang="0">
                  <a:pos x="67" y="4"/>
                </a:cxn>
                <a:cxn ang="0">
                  <a:pos x="62" y="52"/>
                </a:cxn>
                <a:cxn ang="0">
                  <a:pos x="53" y="99"/>
                </a:cxn>
                <a:cxn ang="0">
                  <a:pos x="39" y="171"/>
                </a:cxn>
                <a:cxn ang="0">
                  <a:pos x="35" y="193"/>
                </a:cxn>
                <a:cxn ang="0">
                  <a:pos x="30" y="215"/>
                </a:cxn>
                <a:cxn ang="0">
                  <a:pos x="15" y="255"/>
                </a:cxn>
                <a:cxn ang="0">
                  <a:pos x="10" y="277"/>
                </a:cxn>
                <a:cxn ang="0">
                  <a:pos x="7" y="294"/>
                </a:cxn>
                <a:cxn ang="0">
                  <a:pos x="5" y="310"/>
                </a:cxn>
                <a:cxn ang="0">
                  <a:pos x="5" y="325"/>
                </a:cxn>
                <a:cxn ang="0">
                  <a:pos x="4" y="335"/>
                </a:cxn>
                <a:cxn ang="0">
                  <a:pos x="3" y="337"/>
                </a:cxn>
                <a:cxn ang="0">
                  <a:pos x="0" y="340"/>
                </a:cxn>
                <a:cxn ang="0">
                  <a:pos x="1" y="343"/>
                </a:cxn>
                <a:cxn ang="0">
                  <a:pos x="4" y="345"/>
                </a:cxn>
                <a:cxn ang="0">
                  <a:pos x="7" y="345"/>
                </a:cxn>
                <a:cxn ang="0">
                  <a:pos x="10" y="342"/>
                </a:cxn>
                <a:cxn ang="0">
                  <a:pos x="13" y="334"/>
                </a:cxn>
                <a:cxn ang="0">
                  <a:pos x="14" y="318"/>
                </a:cxn>
                <a:cxn ang="0">
                  <a:pos x="14" y="310"/>
                </a:cxn>
                <a:cxn ang="0">
                  <a:pos x="17" y="285"/>
                </a:cxn>
                <a:cxn ang="0">
                  <a:pos x="23" y="260"/>
                </a:cxn>
                <a:cxn ang="0">
                  <a:pos x="40" y="213"/>
                </a:cxn>
                <a:cxn ang="0">
                  <a:pos x="44" y="201"/>
                </a:cxn>
                <a:cxn ang="0">
                  <a:pos x="47" y="176"/>
                </a:cxn>
                <a:cxn ang="0">
                  <a:pos x="49" y="163"/>
                </a:cxn>
                <a:cxn ang="0">
                  <a:pos x="63" y="107"/>
                </a:cxn>
                <a:cxn ang="0">
                  <a:pos x="65" y="93"/>
                </a:cxn>
                <a:cxn ang="0">
                  <a:pos x="70" y="52"/>
                </a:cxn>
                <a:cxn ang="0">
                  <a:pos x="73" y="28"/>
                </a:cxn>
                <a:cxn ang="0">
                  <a:pos x="76" y="4"/>
                </a:cxn>
                <a:cxn ang="0">
                  <a:pos x="75" y="2"/>
                </a:cxn>
                <a:cxn ang="0">
                  <a:pos x="73" y="0"/>
                </a:cxn>
                <a:cxn ang="0">
                  <a:pos x="70" y="0"/>
                </a:cxn>
                <a:cxn ang="0">
                  <a:pos x="67" y="2"/>
                </a:cxn>
                <a:cxn ang="0">
                  <a:pos x="67" y="4"/>
                </a:cxn>
              </a:cxnLst>
              <a:rect l="0" t="0" r="r" b="b"/>
              <a:pathLst>
                <a:path w="76" h="346">
                  <a:moveTo>
                    <a:pt x="67" y="4"/>
                  </a:moveTo>
                  <a:lnTo>
                    <a:pt x="67" y="4"/>
                  </a:lnTo>
                  <a:lnTo>
                    <a:pt x="65" y="28"/>
                  </a:lnTo>
                  <a:lnTo>
                    <a:pt x="62" y="52"/>
                  </a:lnTo>
                  <a:lnTo>
                    <a:pt x="58" y="76"/>
                  </a:lnTo>
                  <a:lnTo>
                    <a:pt x="53" y="99"/>
                  </a:lnTo>
                  <a:lnTo>
                    <a:pt x="43" y="147"/>
                  </a:lnTo>
                  <a:lnTo>
                    <a:pt x="39" y="171"/>
                  </a:lnTo>
                  <a:lnTo>
                    <a:pt x="35" y="193"/>
                  </a:lnTo>
                  <a:lnTo>
                    <a:pt x="35" y="193"/>
                  </a:lnTo>
                  <a:lnTo>
                    <a:pt x="33" y="205"/>
                  </a:lnTo>
                  <a:lnTo>
                    <a:pt x="30" y="215"/>
                  </a:lnTo>
                  <a:lnTo>
                    <a:pt x="22" y="236"/>
                  </a:lnTo>
                  <a:lnTo>
                    <a:pt x="15" y="255"/>
                  </a:lnTo>
                  <a:lnTo>
                    <a:pt x="12" y="267"/>
                  </a:lnTo>
                  <a:lnTo>
                    <a:pt x="10" y="277"/>
                  </a:lnTo>
                  <a:lnTo>
                    <a:pt x="10" y="277"/>
                  </a:lnTo>
                  <a:lnTo>
                    <a:pt x="7" y="294"/>
                  </a:lnTo>
                  <a:lnTo>
                    <a:pt x="6" y="302"/>
                  </a:lnTo>
                  <a:lnTo>
                    <a:pt x="5" y="310"/>
                  </a:lnTo>
                  <a:lnTo>
                    <a:pt x="5" y="310"/>
                  </a:lnTo>
                  <a:lnTo>
                    <a:pt x="5" y="325"/>
                  </a:lnTo>
                  <a:lnTo>
                    <a:pt x="5" y="333"/>
                  </a:lnTo>
                  <a:lnTo>
                    <a:pt x="4" y="335"/>
                  </a:lnTo>
                  <a:lnTo>
                    <a:pt x="3" y="337"/>
                  </a:lnTo>
                  <a:lnTo>
                    <a:pt x="3" y="337"/>
                  </a:lnTo>
                  <a:lnTo>
                    <a:pt x="1" y="338"/>
                  </a:lnTo>
                  <a:lnTo>
                    <a:pt x="0" y="340"/>
                  </a:lnTo>
                  <a:lnTo>
                    <a:pt x="1" y="342"/>
                  </a:lnTo>
                  <a:lnTo>
                    <a:pt x="1" y="343"/>
                  </a:lnTo>
                  <a:lnTo>
                    <a:pt x="2" y="345"/>
                  </a:lnTo>
                  <a:lnTo>
                    <a:pt x="4" y="345"/>
                  </a:lnTo>
                  <a:lnTo>
                    <a:pt x="5" y="346"/>
                  </a:lnTo>
                  <a:lnTo>
                    <a:pt x="7" y="345"/>
                  </a:lnTo>
                  <a:lnTo>
                    <a:pt x="7" y="345"/>
                  </a:lnTo>
                  <a:lnTo>
                    <a:pt x="10" y="342"/>
                  </a:lnTo>
                  <a:lnTo>
                    <a:pt x="12" y="339"/>
                  </a:lnTo>
                  <a:lnTo>
                    <a:pt x="13" y="334"/>
                  </a:lnTo>
                  <a:lnTo>
                    <a:pt x="14" y="329"/>
                  </a:lnTo>
                  <a:lnTo>
                    <a:pt x="14" y="318"/>
                  </a:lnTo>
                  <a:lnTo>
                    <a:pt x="14" y="310"/>
                  </a:lnTo>
                  <a:lnTo>
                    <a:pt x="14" y="310"/>
                  </a:lnTo>
                  <a:lnTo>
                    <a:pt x="15" y="298"/>
                  </a:lnTo>
                  <a:lnTo>
                    <a:pt x="17" y="285"/>
                  </a:lnTo>
                  <a:lnTo>
                    <a:pt x="19" y="273"/>
                  </a:lnTo>
                  <a:lnTo>
                    <a:pt x="23" y="260"/>
                  </a:lnTo>
                  <a:lnTo>
                    <a:pt x="32" y="236"/>
                  </a:lnTo>
                  <a:lnTo>
                    <a:pt x="40" y="213"/>
                  </a:lnTo>
                  <a:lnTo>
                    <a:pt x="40" y="213"/>
                  </a:lnTo>
                  <a:lnTo>
                    <a:pt x="44" y="201"/>
                  </a:lnTo>
                  <a:lnTo>
                    <a:pt x="46" y="188"/>
                  </a:lnTo>
                  <a:lnTo>
                    <a:pt x="47" y="176"/>
                  </a:lnTo>
                  <a:lnTo>
                    <a:pt x="49" y="163"/>
                  </a:lnTo>
                  <a:lnTo>
                    <a:pt x="49" y="163"/>
                  </a:lnTo>
                  <a:lnTo>
                    <a:pt x="56" y="135"/>
                  </a:lnTo>
                  <a:lnTo>
                    <a:pt x="63" y="107"/>
                  </a:lnTo>
                  <a:lnTo>
                    <a:pt x="63" y="107"/>
                  </a:lnTo>
                  <a:lnTo>
                    <a:pt x="65" y="93"/>
                  </a:lnTo>
                  <a:lnTo>
                    <a:pt x="66" y="79"/>
                  </a:lnTo>
                  <a:lnTo>
                    <a:pt x="70" y="52"/>
                  </a:lnTo>
                  <a:lnTo>
                    <a:pt x="70" y="52"/>
                  </a:lnTo>
                  <a:lnTo>
                    <a:pt x="73" y="28"/>
                  </a:lnTo>
                  <a:lnTo>
                    <a:pt x="75" y="17"/>
                  </a:lnTo>
                  <a:lnTo>
                    <a:pt x="76" y="4"/>
                  </a:lnTo>
                  <a:lnTo>
                    <a:pt x="76" y="4"/>
                  </a:lnTo>
                  <a:lnTo>
                    <a:pt x="75" y="2"/>
                  </a:lnTo>
                  <a:lnTo>
                    <a:pt x="74" y="1"/>
                  </a:lnTo>
                  <a:lnTo>
                    <a:pt x="73" y="0"/>
                  </a:lnTo>
                  <a:lnTo>
                    <a:pt x="71" y="0"/>
                  </a:lnTo>
                  <a:lnTo>
                    <a:pt x="70" y="0"/>
                  </a:lnTo>
                  <a:lnTo>
                    <a:pt x="68" y="1"/>
                  </a:lnTo>
                  <a:lnTo>
                    <a:pt x="67" y="2"/>
                  </a:lnTo>
                  <a:lnTo>
                    <a:pt x="67" y="4"/>
                  </a:lnTo>
                  <a:lnTo>
                    <a:pt x="67" y="4"/>
                  </a:lnTo>
                  <a:close/>
                </a:path>
              </a:pathLst>
            </a:custGeom>
            <a:grpFill/>
            <a:ln>
              <a:solidFill>
                <a:schemeClr val="accent1">
                  <a:lumMod val="75000"/>
                  <a:alpha val="0"/>
                </a:schemeClr>
              </a:solidFill>
            </a:ln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294" name="Freeform 910"/>
            <p:cNvSpPr/>
            <p:nvPr>
              <p:custDataLst>
                <p:tags r:id="rId10"/>
              </p:custDataLst>
            </p:nvPr>
          </p:nvSpPr>
          <p:spPr bwMode="auto">
            <a:xfrm>
              <a:off x="3436938" y="1397000"/>
              <a:ext cx="47625" cy="252413"/>
            </a:xfrm>
            <a:custGeom>
              <a:avLst/>
              <a:gdLst/>
              <a:ahLst/>
              <a:cxnLst>
                <a:cxn ang="0">
                  <a:pos x="80" y="4"/>
                </a:cxn>
                <a:cxn ang="0">
                  <a:pos x="80" y="4"/>
                </a:cxn>
                <a:cxn ang="0">
                  <a:pos x="78" y="20"/>
                </a:cxn>
                <a:cxn ang="0">
                  <a:pos x="76" y="34"/>
                </a:cxn>
                <a:cxn ang="0">
                  <a:pos x="69" y="63"/>
                </a:cxn>
                <a:cxn ang="0">
                  <a:pos x="54" y="121"/>
                </a:cxn>
                <a:cxn ang="0">
                  <a:pos x="54" y="121"/>
                </a:cxn>
                <a:cxn ang="0">
                  <a:pos x="40" y="180"/>
                </a:cxn>
                <a:cxn ang="0">
                  <a:pos x="26" y="238"/>
                </a:cxn>
                <a:cxn ang="0">
                  <a:pos x="26" y="238"/>
                </a:cxn>
                <a:cxn ang="0">
                  <a:pos x="23" y="253"/>
                </a:cxn>
                <a:cxn ang="0">
                  <a:pos x="21" y="269"/>
                </a:cxn>
                <a:cxn ang="0">
                  <a:pos x="19" y="301"/>
                </a:cxn>
                <a:cxn ang="0">
                  <a:pos x="16" y="332"/>
                </a:cxn>
                <a:cxn ang="0">
                  <a:pos x="15" y="347"/>
                </a:cxn>
                <a:cxn ang="0">
                  <a:pos x="12" y="363"/>
                </a:cxn>
                <a:cxn ang="0">
                  <a:pos x="12" y="363"/>
                </a:cxn>
                <a:cxn ang="0">
                  <a:pos x="8" y="391"/>
                </a:cxn>
                <a:cxn ang="0">
                  <a:pos x="4" y="419"/>
                </a:cxn>
                <a:cxn ang="0">
                  <a:pos x="2" y="446"/>
                </a:cxn>
                <a:cxn ang="0">
                  <a:pos x="0" y="474"/>
                </a:cxn>
                <a:cxn ang="0">
                  <a:pos x="0" y="474"/>
                </a:cxn>
                <a:cxn ang="0">
                  <a:pos x="0" y="476"/>
                </a:cxn>
                <a:cxn ang="0">
                  <a:pos x="1" y="477"/>
                </a:cxn>
                <a:cxn ang="0">
                  <a:pos x="3" y="478"/>
                </a:cxn>
                <a:cxn ang="0">
                  <a:pos x="4" y="478"/>
                </a:cxn>
                <a:cxn ang="0">
                  <a:pos x="6" y="478"/>
                </a:cxn>
                <a:cxn ang="0">
                  <a:pos x="8" y="477"/>
                </a:cxn>
                <a:cxn ang="0">
                  <a:pos x="9" y="476"/>
                </a:cxn>
                <a:cxn ang="0">
                  <a:pos x="9" y="474"/>
                </a:cxn>
                <a:cxn ang="0">
                  <a:pos x="9" y="474"/>
                </a:cxn>
                <a:cxn ang="0">
                  <a:pos x="11" y="444"/>
                </a:cxn>
                <a:cxn ang="0">
                  <a:pos x="14" y="415"/>
                </a:cxn>
                <a:cxn ang="0">
                  <a:pos x="18" y="385"/>
                </a:cxn>
                <a:cxn ang="0">
                  <a:pos x="23" y="357"/>
                </a:cxn>
                <a:cxn ang="0">
                  <a:pos x="23" y="357"/>
                </a:cxn>
                <a:cxn ang="0">
                  <a:pos x="25" y="341"/>
                </a:cxn>
                <a:cxn ang="0">
                  <a:pos x="28" y="326"/>
                </a:cxn>
                <a:cxn ang="0">
                  <a:pos x="30" y="295"/>
                </a:cxn>
                <a:cxn ang="0">
                  <a:pos x="33" y="263"/>
                </a:cxn>
                <a:cxn ang="0">
                  <a:pos x="35" y="247"/>
                </a:cxn>
                <a:cxn ang="0">
                  <a:pos x="38" y="232"/>
                </a:cxn>
                <a:cxn ang="0">
                  <a:pos x="38" y="232"/>
                </a:cxn>
                <a:cxn ang="0">
                  <a:pos x="51" y="174"/>
                </a:cxn>
                <a:cxn ang="0">
                  <a:pos x="66" y="116"/>
                </a:cxn>
                <a:cxn ang="0">
                  <a:pos x="66" y="116"/>
                </a:cxn>
                <a:cxn ang="0">
                  <a:pos x="79" y="61"/>
                </a:cxn>
                <a:cxn ang="0">
                  <a:pos x="85" y="32"/>
                </a:cxn>
                <a:cxn ang="0">
                  <a:pos x="90" y="4"/>
                </a:cxn>
                <a:cxn ang="0">
                  <a:pos x="90" y="4"/>
                </a:cxn>
                <a:cxn ang="0">
                  <a:pos x="90" y="3"/>
                </a:cxn>
                <a:cxn ang="0">
                  <a:pos x="88" y="1"/>
                </a:cxn>
                <a:cxn ang="0">
                  <a:pos x="87" y="0"/>
                </a:cxn>
                <a:cxn ang="0">
                  <a:pos x="85" y="0"/>
                </a:cxn>
                <a:cxn ang="0">
                  <a:pos x="82" y="1"/>
                </a:cxn>
                <a:cxn ang="0">
                  <a:pos x="81" y="3"/>
                </a:cxn>
                <a:cxn ang="0">
                  <a:pos x="80" y="4"/>
                </a:cxn>
                <a:cxn ang="0">
                  <a:pos x="80" y="4"/>
                </a:cxn>
              </a:cxnLst>
              <a:rect l="0" t="0" r="r" b="b"/>
              <a:pathLst>
                <a:path w="90" h="478">
                  <a:moveTo>
                    <a:pt x="80" y="4"/>
                  </a:moveTo>
                  <a:lnTo>
                    <a:pt x="80" y="4"/>
                  </a:lnTo>
                  <a:lnTo>
                    <a:pt x="78" y="20"/>
                  </a:lnTo>
                  <a:lnTo>
                    <a:pt x="76" y="34"/>
                  </a:lnTo>
                  <a:lnTo>
                    <a:pt x="69" y="63"/>
                  </a:lnTo>
                  <a:lnTo>
                    <a:pt x="54" y="121"/>
                  </a:lnTo>
                  <a:lnTo>
                    <a:pt x="54" y="121"/>
                  </a:lnTo>
                  <a:lnTo>
                    <a:pt x="40" y="180"/>
                  </a:lnTo>
                  <a:lnTo>
                    <a:pt x="26" y="238"/>
                  </a:lnTo>
                  <a:lnTo>
                    <a:pt x="26" y="238"/>
                  </a:lnTo>
                  <a:lnTo>
                    <a:pt x="23" y="253"/>
                  </a:lnTo>
                  <a:lnTo>
                    <a:pt x="21" y="269"/>
                  </a:lnTo>
                  <a:lnTo>
                    <a:pt x="19" y="301"/>
                  </a:lnTo>
                  <a:lnTo>
                    <a:pt x="16" y="332"/>
                  </a:lnTo>
                  <a:lnTo>
                    <a:pt x="15" y="347"/>
                  </a:lnTo>
                  <a:lnTo>
                    <a:pt x="12" y="363"/>
                  </a:lnTo>
                  <a:lnTo>
                    <a:pt x="12" y="363"/>
                  </a:lnTo>
                  <a:lnTo>
                    <a:pt x="8" y="391"/>
                  </a:lnTo>
                  <a:lnTo>
                    <a:pt x="4" y="419"/>
                  </a:lnTo>
                  <a:lnTo>
                    <a:pt x="2" y="446"/>
                  </a:lnTo>
                  <a:lnTo>
                    <a:pt x="0" y="474"/>
                  </a:lnTo>
                  <a:lnTo>
                    <a:pt x="0" y="474"/>
                  </a:lnTo>
                  <a:lnTo>
                    <a:pt x="0" y="476"/>
                  </a:lnTo>
                  <a:lnTo>
                    <a:pt x="1" y="477"/>
                  </a:lnTo>
                  <a:lnTo>
                    <a:pt x="3" y="478"/>
                  </a:lnTo>
                  <a:lnTo>
                    <a:pt x="4" y="478"/>
                  </a:lnTo>
                  <a:lnTo>
                    <a:pt x="6" y="478"/>
                  </a:lnTo>
                  <a:lnTo>
                    <a:pt x="8" y="477"/>
                  </a:lnTo>
                  <a:lnTo>
                    <a:pt x="9" y="476"/>
                  </a:lnTo>
                  <a:lnTo>
                    <a:pt x="9" y="474"/>
                  </a:lnTo>
                  <a:lnTo>
                    <a:pt x="9" y="474"/>
                  </a:lnTo>
                  <a:lnTo>
                    <a:pt x="11" y="444"/>
                  </a:lnTo>
                  <a:lnTo>
                    <a:pt x="14" y="415"/>
                  </a:lnTo>
                  <a:lnTo>
                    <a:pt x="18" y="385"/>
                  </a:lnTo>
                  <a:lnTo>
                    <a:pt x="23" y="357"/>
                  </a:lnTo>
                  <a:lnTo>
                    <a:pt x="23" y="357"/>
                  </a:lnTo>
                  <a:lnTo>
                    <a:pt x="25" y="341"/>
                  </a:lnTo>
                  <a:lnTo>
                    <a:pt x="28" y="326"/>
                  </a:lnTo>
                  <a:lnTo>
                    <a:pt x="30" y="295"/>
                  </a:lnTo>
                  <a:lnTo>
                    <a:pt x="33" y="263"/>
                  </a:lnTo>
                  <a:lnTo>
                    <a:pt x="35" y="247"/>
                  </a:lnTo>
                  <a:lnTo>
                    <a:pt x="38" y="232"/>
                  </a:lnTo>
                  <a:lnTo>
                    <a:pt x="38" y="232"/>
                  </a:lnTo>
                  <a:lnTo>
                    <a:pt x="51" y="174"/>
                  </a:lnTo>
                  <a:lnTo>
                    <a:pt x="66" y="116"/>
                  </a:lnTo>
                  <a:lnTo>
                    <a:pt x="66" y="116"/>
                  </a:lnTo>
                  <a:lnTo>
                    <a:pt x="79" y="61"/>
                  </a:lnTo>
                  <a:lnTo>
                    <a:pt x="85" y="32"/>
                  </a:lnTo>
                  <a:lnTo>
                    <a:pt x="90" y="4"/>
                  </a:lnTo>
                  <a:lnTo>
                    <a:pt x="90" y="4"/>
                  </a:lnTo>
                  <a:lnTo>
                    <a:pt x="90" y="3"/>
                  </a:lnTo>
                  <a:lnTo>
                    <a:pt x="88" y="1"/>
                  </a:lnTo>
                  <a:lnTo>
                    <a:pt x="87" y="0"/>
                  </a:lnTo>
                  <a:lnTo>
                    <a:pt x="85" y="0"/>
                  </a:lnTo>
                  <a:lnTo>
                    <a:pt x="82" y="1"/>
                  </a:lnTo>
                  <a:lnTo>
                    <a:pt x="81" y="3"/>
                  </a:lnTo>
                  <a:lnTo>
                    <a:pt x="80" y="4"/>
                  </a:lnTo>
                  <a:lnTo>
                    <a:pt x="80" y="4"/>
                  </a:lnTo>
                  <a:close/>
                </a:path>
              </a:pathLst>
            </a:custGeom>
            <a:grpFill/>
            <a:ln>
              <a:solidFill>
                <a:schemeClr val="accent1">
                  <a:lumMod val="75000"/>
                  <a:alpha val="0"/>
                </a:schemeClr>
              </a:solidFill>
            </a:ln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295" name="Freeform 911"/>
            <p:cNvSpPr/>
            <p:nvPr>
              <p:custDataLst>
                <p:tags r:id="rId11"/>
              </p:custDataLst>
            </p:nvPr>
          </p:nvSpPr>
          <p:spPr bwMode="auto">
            <a:xfrm>
              <a:off x="3457575" y="1241425"/>
              <a:ext cx="104775" cy="455613"/>
            </a:xfrm>
            <a:custGeom>
              <a:avLst/>
              <a:gdLst/>
              <a:ahLst/>
              <a:cxnLst>
                <a:cxn ang="0">
                  <a:pos x="189" y="5"/>
                </a:cxn>
                <a:cxn ang="0">
                  <a:pos x="187" y="12"/>
                </a:cxn>
                <a:cxn ang="0">
                  <a:pos x="185" y="19"/>
                </a:cxn>
                <a:cxn ang="0">
                  <a:pos x="183" y="34"/>
                </a:cxn>
                <a:cxn ang="0">
                  <a:pos x="181" y="47"/>
                </a:cxn>
                <a:cxn ang="0">
                  <a:pos x="173" y="98"/>
                </a:cxn>
                <a:cxn ang="0">
                  <a:pos x="167" y="127"/>
                </a:cxn>
                <a:cxn ang="0">
                  <a:pos x="152" y="182"/>
                </a:cxn>
                <a:cxn ang="0">
                  <a:pos x="142" y="208"/>
                </a:cxn>
                <a:cxn ang="0">
                  <a:pos x="108" y="307"/>
                </a:cxn>
                <a:cxn ang="0">
                  <a:pos x="101" y="334"/>
                </a:cxn>
                <a:cxn ang="0">
                  <a:pos x="88" y="420"/>
                </a:cxn>
                <a:cxn ang="0">
                  <a:pos x="82" y="448"/>
                </a:cxn>
                <a:cxn ang="0">
                  <a:pos x="66" y="533"/>
                </a:cxn>
                <a:cxn ang="0">
                  <a:pos x="41" y="644"/>
                </a:cxn>
                <a:cxn ang="0">
                  <a:pos x="30" y="698"/>
                </a:cxn>
                <a:cxn ang="0">
                  <a:pos x="7" y="804"/>
                </a:cxn>
                <a:cxn ang="0">
                  <a:pos x="0" y="858"/>
                </a:cxn>
                <a:cxn ang="0">
                  <a:pos x="0" y="860"/>
                </a:cxn>
                <a:cxn ang="0">
                  <a:pos x="2" y="862"/>
                </a:cxn>
                <a:cxn ang="0">
                  <a:pos x="7" y="861"/>
                </a:cxn>
                <a:cxn ang="0">
                  <a:pos x="9" y="858"/>
                </a:cxn>
                <a:cxn ang="0">
                  <a:pos x="12" y="830"/>
                </a:cxn>
                <a:cxn ang="0">
                  <a:pos x="29" y="748"/>
                </a:cxn>
                <a:cxn ang="0">
                  <a:pos x="53" y="638"/>
                </a:cxn>
                <a:cxn ang="0">
                  <a:pos x="64" y="580"/>
                </a:cxn>
                <a:cxn ang="0">
                  <a:pos x="89" y="464"/>
                </a:cxn>
                <a:cxn ang="0">
                  <a:pos x="99" y="405"/>
                </a:cxn>
                <a:cxn ang="0">
                  <a:pos x="103" y="379"/>
                </a:cxn>
                <a:cxn ang="0">
                  <a:pos x="113" y="326"/>
                </a:cxn>
                <a:cxn ang="0">
                  <a:pos x="121" y="301"/>
                </a:cxn>
                <a:cxn ang="0">
                  <a:pos x="158" y="195"/>
                </a:cxn>
                <a:cxn ang="0">
                  <a:pos x="174" y="140"/>
                </a:cxn>
                <a:cxn ang="0">
                  <a:pos x="186" y="83"/>
                </a:cxn>
                <a:cxn ang="0">
                  <a:pos x="189" y="60"/>
                </a:cxn>
                <a:cxn ang="0">
                  <a:pos x="192" y="36"/>
                </a:cxn>
                <a:cxn ang="0">
                  <a:pos x="196" y="20"/>
                </a:cxn>
                <a:cxn ang="0">
                  <a:pos x="198" y="5"/>
                </a:cxn>
                <a:cxn ang="0">
                  <a:pos x="198" y="3"/>
                </a:cxn>
                <a:cxn ang="0">
                  <a:pos x="196" y="1"/>
                </a:cxn>
                <a:cxn ang="0">
                  <a:pos x="192" y="1"/>
                </a:cxn>
                <a:cxn ang="0">
                  <a:pos x="190" y="3"/>
                </a:cxn>
                <a:cxn ang="0">
                  <a:pos x="189" y="5"/>
                </a:cxn>
              </a:cxnLst>
              <a:rect l="0" t="0" r="r" b="b"/>
              <a:pathLst>
                <a:path w="198" h="862">
                  <a:moveTo>
                    <a:pt x="189" y="5"/>
                  </a:moveTo>
                  <a:lnTo>
                    <a:pt x="189" y="5"/>
                  </a:lnTo>
                  <a:lnTo>
                    <a:pt x="189" y="9"/>
                  </a:lnTo>
                  <a:lnTo>
                    <a:pt x="187" y="12"/>
                  </a:lnTo>
                  <a:lnTo>
                    <a:pt x="186" y="15"/>
                  </a:lnTo>
                  <a:lnTo>
                    <a:pt x="185" y="19"/>
                  </a:lnTo>
                  <a:lnTo>
                    <a:pt x="185" y="19"/>
                  </a:lnTo>
                  <a:lnTo>
                    <a:pt x="183" y="34"/>
                  </a:lnTo>
                  <a:lnTo>
                    <a:pt x="181" y="47"/>
                  </a:lnTo>
                  <a:lnTo>
                    <a:pt x="181" y="47"/>
                  </a:lnTo>
                  <a:lnTo>
                    <a:pt x="178" y="73"/>
                  </a:lnTo>
                  <a:lnTo>
                    <a:pt x="173" y="98"/>
                  </a:lnTo>
                  <a:lnTo>
                    <a:pt x="173" y="98"/>
                  </a:lnTo>
                  <a:lnTo>
                    <a:pt x="167" y="127"/>
                  </a:lnTo>
                  <a:lnTo>
                    <a:pt x="160" y="154"/>
                  </a:lnTo>
                  <a:lnTo>
                    <a:pt x="152" y="182"/>
                  </a:lnTo>
                  <a:lnTo>
                    <a:pt x="142" y="208"/>
                  </a:lnTo>
                  <a:lnTo>
                    <a:pt x="142" y="208"/>
                  </a:lnTo>
                  <a:lnTo>
                    <a:pt x="108" y="307"/>
                  </a:lnTo>
                  <a:lnTo>
                    <a:pt x="108" y="307"/>
                  </a:lnTo>
                  <a:lnTo>
                    <a:pt x="104" y="321"/>
                  </a:lnTo>
                  <a:lnTo>
                    <a:pt x="101" y="334"/>
                  </a:lnTo>
                  <a:lnTo>
                    <a:pt x="96" y="363"/>
                  </a:lnTo>
                  <a:lnTo>
                    <a:pt x="88" y="420"/>
                  </a:lnTo>
                  <a:lnTo>
                    <a:pt x="88" y="420"/>
                  </a:lnTo>
                  <a:lnTo>
                    <a:pt x="82" y="448"/>
                  </a:lnTo>
                  <a:lnTo>
                    <a:pt x="77" y="476"/>
                  </a:lnTo>
                  <a:lnTo>
                    <a:pt x="66" y="533"/>
                  </a:lnTo>
                  <a:lnTo>
                    <a:pt x="54" y="589"/>
                  </a:lnTo>
                  <a:lnTo>
                    <a:pt x="41" y="644"/>
                  </a:lnTo>
                  <a:lnTo>
                    <a:pt x="41" y="644"/>
                  </a:lnTo>
                  <a:lnTo>
                    <a:pt x="30" y="698"/>
                  </a:lnTo>
                  <a:lnTo>
                    <a:pt x="18" y="751"/>
                  </a:lnTo>
                  <a:lnTo>
                    <a:pt x="7" y="804"/>
                  </a:lnTo>
                  <a:lnTo>
                    <a:pt x="3" y="831"/>
                  </a:lnTo>
                  <a:lnTo>
                    <a:pt x="0" y="858"/>
                  </a:lnTo>
                  <a:lnTo>
                    <a:pt x="0" y="858"/>
                  </a:lnTo>
                  <a:lnTo>
                    <a:pt x="0" y="860"/>
                  </a:lnTo>
                  <a:lnTo>
                    <a:pt x="1" y="861"/>
                  </a:lnTo>
                  <a:lnTo>
                    <a:pt x="2" y="862"/>
                  </a:lnTo>
                  <a:lnTo>
                    <a:pt x="4" y="862"/>
                  </a:lnTo>
                  <a:lnTo>
                    <a:pt x="7" y="861"/>
                  </a:lnTo>
                  <a:lnTo>
                    <a:pt x="8" y="860"/>
                  </a:lnTo>
                  <a:lnTo>
                    <a:pt x="9" y="858"/>
                  </a:lnTo>
                  <a:lnTo>
                    <a:pt x="9" y="858"/>
                  </a:lnTo>
                  <a:lnTo>
                    <a:pt x="12" y="830"/>
                  </a:lnTo>
                  <a:lnTo>
                    <a:pt x="17" y="803"/>
                  </a:lnTo>
                  <a:lnTo>
                    <a:pt x="29" y="748"/>
                  </a:lnTo>
                  <a:lnTo>
                    <a:pt x="40" y="693"/>
                  </a:lnTo>
                  <a:lnTo>
                    <a:pt x="53" y="638"/>
                  </a:lnTo>
                  <a:lnTo>
                    <a:pt x="53" y="638"/>
                  </a:lnTo>
                  <a:lnTo>
                    <a:pt x="64" y="580"/>
                  </a:lnTo>
                  <a:lnTo>
                    <a:pt x="77" y="522"/>
                  </a:lnTo>
                  <a:lnTo>
                    <a:pt x="89" y="464"/>
                  </a:lnTo>
                  <a:lnTo>
                    <a:pt x="95" y="435"/>
                  </a:lnTo>
                  <a:lnTo>
                    <a:pt x="99" y="405"/>
                  </a:lnTo>
                  <a:lnTo>
                    <a:pt x="99" y="405"/>
                  </a:lnTo>
                  <a:lnTo>
                    <a:pt x="103" y="379"/>
                  </a:lnTo>
                  <a:lnTo>
                    <a:pt x="107" y="353"/>
                  </a:lnTo>
                  <a:lnTo>
                    <a:pt x="113" y="326"/>
                  </a:lnTo>
                  <a:lnTo>
                    <a:pt x="121" y="301"/>
                  </a:lnTo>
                  <a:lnTo>
                    <a:pt x="121" y="301"/>
                  </a:lnTo>
                  <a:lnTo>
                    <a:pt x="158" y="195"/>
                  </a:lnTo>
                  <a:lnTo>
                    <a:pt x="158" y="195"/>
                  </a:lnTo>
                  <a:lnTo>
                    <a:pt x="166" y="167"/>
                  </a:lnTo>
                  <a:lnTo>
                    <a:pt x="174" y="140"/>
                  </a:lnTo>
                  <a:lnTo>
                    <a:pt x="181" y="112"/>
                  </a:lnTo>
                  <a:lnTo>
                    <a:pt x="186" y="83"/>
                  </a:lnTo>
                  <a:lnTo>
                    <a:pt x="186" y="83"/>
                  </a:lnTo>
                  <a:lnTo>
                    <a:pt x="189" y="60"/>
                  </a:lnTo>
                  <a:lnTo>
                    <a:pt x="190" y="47"/>
                  </a:lnTo>
                  <a:lnTo>
                    <a:pt x="192" y="36"/>
                  </a:lnTo>
                  <a:lnTo>
                    <a:pt x="192" y="36"/>
                  </a:lnTo>
                  <a:lnTo>
                    <a:pt x="196" y="20"/>
                  </a:lnTo>
                  <a:lnTo>
                    <a:pt x="198" y="12"/>
                  </a:lnTo>
                  <a:lnTo>
                    <a:pt x="198" y="5"/>
                  </a:lnTo>
                  <a:lnTo>
                    <a:pt x="198" y="5"/>
                  </a:lnTo>
                  <a:lnTo>
                    <a:pt x="198" y="3"/>
                  </a:lnTo>
                  <a:lnTo>
                    <a:pt x="197" y="2"/>
                  </a:lnTo>
                  <a:lnTo>
                    <a:pt x="196" y="1"/>
                  </a:lnTo>
                  <a:lnTo>
                    <a:pt x="194" y="0"/>
                  </a:lnTo>
                  <a:lnTo>
                    <a:pt x="192" y="1"/>
                  </a:lnTo>
                  <a:lnTo>
                    <a:pt x="191" y="2"/>
                  </a:lnTo>
                  <a:lnTo>
                    <a:pt x="190" y="3"/>
                  </a:lnTo>
                  <a:lnTo>
                    <a:pt x="189" y="5"/>
                  </a:lnTo>
                  <a:lnTo>
                    <a:pt x="189" y="5"/>
                  </a:lnTo>
                  <a:close/>
                </a:path>
              </a:pathLst>
            </a:custGeom>
            <a:grpFill/>
            <a:ln>
              <a:solidFill>
                <a:schemeClr val="accent1">
                  <a:lumMod val="75000"/>
                  <a:alpha val="0"/>
                </a:schemeClr>
              </a:solidFill>
            </a:ln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296" name="Freeform 912"/>
            <p:cNvSpPr/>
            <p:nvPr>
              <p:custDataLst>
                <p:tags r:id="rId12"/>
              </p:custDataLst>
            </p:nvPr>
          </p:nvSpPr>
          <p:spPr bwMode="auto">
            <a:xfrm>
              <a:off x="3494088" y="1250950"/>
              <a:ext cx="98425" cy="452438"/>
            </a:xfrm>
            <a:custGeom>
              <a:avLst/>
              <a:gdLst/>
              <a:ahLst/>
              <a:cxnLst>
                <a:cxn ang="0">
                  <a:pos x="175" y="5"/>
                </a:cxn>
                <a:cxn ang="0">
                  <a:pos x="174" y="29"/>
                </a:cxn>
                <a:cxn ang="0">
                  <a:pos x="159" y="100"/>
                </a:cxn>
                <a:cxn ang="0">
                  <a:pos x="150" y="153"/>
                </a:cxn>
                <a:cxn ang="0">
                  <a:pos x="141" y="207"/>
                </a:cxn>
                <a:cxn ang="0">
                  <a:pos x="121" y="315"/>
                </a:cxn>
                <a:cxn ang="0">
                  <a:pos x="104" y="426"/>
                </a:cxn>
                <a:cxn ang="0">
                  <a:pos x="99" y="449"/>
                </a:cxn>
                <a:cxn ang="0">
                  <a:pos x="93" y="472"/>
                </a:cxn>
                <a:cxn ang="0">
                  <a:pos x="91" y="488"/>
                </a:cxn>
                <a:cxn ang="0">
                  <a:pos x="81" y="531"/>
                </a:cxn>
                <a:cxn ang="0">
                  <a:pos x="51" y="644"/>
                </a:cxn>
                <a:cxn ang="0">
                  <a:pos x="44" y="672"/>
                </a:cxn>
                <a:cxn ang="0">
                  <a:pos x="19" y="753"/>
                </a:cxn>
                <a:cxn ang="0">
                  <a:pos x="13" y="780"/>
                </a:cxn>
                <a:cxn ang="0">
                  <a:pos x="7" y="806"/>
                </a:cxn>
                <a:cxn ang="0">
                  <a:pos x="0" y="838"/>
                </a:cxn>
                <a:cxn ang="0">
                  <a:pos x="0" y="848"/>
                </a:cxn>
                <a:cxn ang="0">
                  <a:pos x="1" y="853"/>
                </a:cxn>
                <a:cxn ang="0">
                  <a:pos x="4" y="854"/>
                </a:cxn>
                <a:cxn ang="0">
                  <a:pos x="7" y="853"/>
                </a:cxn>
                <a:cxn ang="0">
                  <a:pos x="9" y="848"/>
                </a:cxn>
                <a:cxn ang="0">
                  <a:pos x="10" y="837"/>
                </a:cxn>
                <a:cxn ang="0">
                  <a:pos x="18" y="800"/>
                </a:cxn>
                <a:cxn ang="0">
                  <a:pos x="23" y="774"/>
                </a:cxn>
                <a:cxn ang="0">
                  <a:pos x="30" y="747"/>
                </a:cxn>
                <a:cxn ang="0">
                  <a:pos x="63" y="638"/>
                </a:cxn>
                <a:cxn ang="0">
                  <a:pos x="92" y="525"/>
                </a:cxn>
                <a:cxn ang="0">
                  <a:pos x="98" y="500"/>
                </a:cxn>
                <a:cxn ang="0">
                  <a:pos x="102" y="476"/>
                </a:cxn>
                <a:cxn ang="0">
                  <a:pos x="109" y="447"/>
                </a:cxn>
                <a:cxn ang="0">
                  <a:pos x="115" y="419"/>
                </a:cxn>
                <a:cxn ang="0">
                  <a:pos x="131" y="309"/>
                </a:cxn>
                <a:cxn ang="0">
                  <a:pos x="151" y="201"/>
                </a:cxn>
                <a:cxn ang="0">
                  <a:pos x="160" y="147"/>
                </a:cxn>
                <a:cxn ang="0">
                  <a:pos x="170" y="93"/>
                </a:cxn>
                <a:cxn ang="0">
                  <a:pos x="183" y="27"/>
                </a:cxn>
                <a:cxn ang="0">
                  <a:pos x="185" y="5"/>
                </a:cxn>
                <a:cxn ang="0">
                  <a:pos x="184" y="3"/>
                </a:cxn>
                <a:cxn ang="0">
                  <a:pos x="182" y="0"/>
                </a:cxn>
                <a:cxn ang="0">
                  <a:pos x="178" y="0"/>
                </a:cxn>
                <a:cxn ang="0">
                  <a:pos x="176" y="3"/>
                </a:cxn>
                <a:cxn ang="0">
                  <a:pos x="175" y="5"/>
                </a:cxn>
              </a:cxnLst>
              <a:rect l="0" t="0" r="r" b="b"/>
              <a:pathLst>
                <a:path w="185" h="854">
                  <a:moveTo>
                    <a:pt x="175" y="5"/>
                  </a:moveTo>
                  <a:lnTo>
                    <a:pt x="175" y="5"/>
                  </a:lnTo>
                  <a:lnTo>
                    <a:pt x="175" y="17"/>
                  </a:lnTo>
                  <a:lnTo>
                    <a:pt x="174" y="29"/>
                  </a:lnTo>
                  <a:lnTo>
                    <a:pt x="170" y="52"/>
                  </a:lnTo>
                  <a:lnTo>
                    <a:pt x="159" y="100"/>
                  </a:lnTo>
                  <a:lnTo>
                    <a:pt x="159" y="100"/>
                  </a:lnTo>
                  <a:lnTo>
                    <a:pt x="150" y="153"/>
                  </a:lnTo>
                  <a:lnTo>
                    <a:pt x="141" y="207"/>
                  </a:lnTo>
                  <a:lnTo>
                    <a:pt x="141" y="207"/>
                  </a:lnTo>
                  <a:lnTo>
                    <a:pt x="130" y="261"/>
                  </a:lnTo>
                  <a:lnTo>
                    <a:pt x="121" y="315"/>
                  </a:lnTo>
                  <a:lnTo>
                    <a:pt x="104" y="426"/>
                  </a:lnTo>
                  <a:lnTo>
                    <a:pt x="104" y="426"/>
                  </a:lnTo>
                  <a:lnTo>
                    <a:pt x="101" y="437"/>
                  </a:lnTo>
                  <a:lnTo>
                    <a:pt x="99" y="449"/>
                  </a:lnTo>
                  <a:lnTo>
                    <a:pt x="96" y="461"/>
                  </a:lnTo>
                  <a:lnTo>
                    <a:pt x="93" y="472"/>
                  </a:lnTo>
                  <a:lnTo>
                    <a:pt x="93" y="472"/>
                  </a:lnTo>
                  <a:lnTo>
                    <a:pt x="91" y="488"/>
                  </a:lnTo>
                  <a:lnTo>
                    <a:pt x="88" y="502"/>
                  </a:lnTo>
                  <a:lnTo>
                    <a:pt x="81" y="531"/>
                  </a:lnTo>
                  <a:lnTo>
                    <a:pt x="81" y="531"/>
                  </a:lnTo>
                  <a:lnTo>
                    <a:pt x="51" y="644"/>
                  </a:lnTo>
                  <a:lnTo>
                    <a:pt x="51" y="644"/>
                  </a:lnTo>
                  <a:lnTo>
                    <a:pt x="44" y="672"/>
                  </a:lnTo>
                  <a:lnTo>
                    <a:pt x="35" y="699"/>
                  </a:lnTo>
                  <a:lnTo>
                    <a:pt x="19" y="753"/>
                  </a:lnTo>
                  <a:lnTo>
                    <a:pt x="19" y="753"/>
                  </a:lnTo>
                  <a:lnTo>
                    <a:pt x="13" y="780"/>
                  </a:lnTo>
                  <a:lnTo>
                    <a:pt x="7" y="806"/>
                  </a:lnTo>
                  <a:lnTo>
                    <a:pt x="7" y="806"/>
                  </a:lnTo>
                  <a:lnTo>
                    <a:pt x="2" y="828"/>
                  </a:lnTo>
                  <a:lnTo>
                    <a:pt x="0" y="838"/>
                  </a:lnTo>
                  <a:lnTo>
                    <a:pt x="0" y="848"/>
                  </a:lnTo>
                  <a:lnTo>
                    <a:pt x="0" y="848"/>
                  </a:lnTo>
                  <a:lnTo>
                    <a:pt x="0" y="851"/>
                  </a:lnTo>
                  <a:lnTo>
                    <a:pt x="1" y="853"/>
                  </a:lnTo>
                  <a:lnTo>
                    <a:pt x="2" y="853"/>
                  </a:lnTo>
                  <a:lnTo>
                    <a:pt x="4" y="854"/>
                  </a:lnTo>
                  <a:lnTo>
                    <a:pt x="6" y="853"/>
                  </a:lnTo>
                  <a:lnTo>
                    <a:pt x="7" y="853"/>
                  </a:lnTo>
                  <a:lnTo>
                    <a:pt x="8" y="851"/>
                  </a:lnTo>
                  <a:lnTo>
                    <a:pt x="9" y="848"/>
                  </a:lnTo>
                  <a:lnTo>
                    <a:pt x="9" y="848"/>
                  </a:lnTo>
                  <a:lnTo>
                    <a:pt x="10" y="837"/>
                  </a:lnTo>
                  <a:lnTo>
                    <a:pt x="13" y="825"/>
                  </a:lnTo>
                  <a:lnTo>
                    <a:pt x="18" y="800"/>
                  </a:lnTo>
                  <a:lnTo>
                    <a:pt x="18" y="800"/>
                  </a:lnTo>
                  <a:lnTo>
                    <a:pt x="23" y="774"/>
                  </a:lnTo>
                  <a:lnTo>
                    <a:pt x="30" y="747"/>
                  </a:lnTo>
                  <a:lnTo>
                    <a:pt x="30" y="747"/>
                  </a:lnTo>
                  <a:lnTo>
                    <a:pt x="47" y="693"/>
                  </a:lnTo>
                  <a:lnTo>
                    <a:pt x="63" y="638"/>
                  </a:lnTo>
                  <a:lnTo>
                    <a:pt x="63" y="638"/>
                  </a:lnTo>
                  <a:lnTo>
                    <a:pt x="92" y="525"/>
                  </a:lnTo>
                  <a:lnTo>
                    <a:pt x="92" y="525"/>
                  </a:lnTo>
                  <a:lnTo>
                    <a:pt x="98" y="500"/>
                  </a:lnTo>
                  <a:lnTo>
                    <a:pt x="102" y="476"/>
                  </a:lnTo>
                  <a:lnTo>
                    <a:pt x="102" y="476"/>
                  </a:lnTo>
                  <a:lnTo>
                    <a:pt x="105" y="461"/>
                  </a:lnTo>
                  <a:lnTo>
                    <a:pt x="109" y="447"/>
                  </a:lnTo>
                  <a:lnTo>
                    <a:pt x="112" y="433"/>
                  </a:lnTo>
                  <a:lnTo>
                    <a:pt x="115" y="419"/>
                  </a:lnTo>
                  <a:lnTo>
                    <a:pt x="115" y="419"/>
                  </a:lnTo>
                  <a:lnTo>
                    <a:pt x="131" y="309"/>
                  </a:lnTo>
                  <a:lnTo>
                    <a:pt x="141" y="255"/>
                  </a:lnTo>
                  <a:lnTo>
                    <a:pt x="151" y="201"/>
                  </a:lnTo>
                  <a:lnTo>
                    <a:pt x="151" y="201"/>
                  </a:lnTo>
                  <a:lnTo>
                    <a:pt x="160" y="147"/>
                  </a:lnTo>
                  <a:lnTo>
                    <a:pt x="170" y="93"/>
                  </a:lnTo>
                  <a:lnTo>
                    <a:pt x="170" y="93"/>
                  </a:lnTo>
                  <a:lnTo>
                    <a:pt x="180" y="50"/>
                  </a:lnTo>
                  <a:lnTo>
                    <a:pt x="183" y="27"/>
                  </a:lnTo>
                  <a:lnTo>
                    <a:pt x="184" y="16"/>
                  </a:lnTo>
                  <a:lnTo>
                    <a:pt x="185" y="5"/>
                  </a:lnTo>
                  <a:lnTo>
                    <a:pt x="185" y="5"/>
                  </a:lnTo>
                  <a:lnTo>
                    <a:pt x="184" y="3"/>
                  </a:lnTo>
                  <a:lnTo>
                    <a:pt x="183" y="1"/>
                  </a:lnTo>
                  <a:lnTo>
                    <a:pt x="182" y="0"/>
                  </a:lnTo>
                  <a:lnTo>
                    <a:pt x="180" y="0"/>
                  </a:lnTo>
                  <a:lnTo>
                    <a:pt x="178" y="0"/>
                  </a:lnTo>
                  <a:lnTo>
                    <a:pt x="177" y="1"/>
                  </a:lnTo>
                  <a:lnTo>
                    <a:pt x="176" y="3"/>
                  </a:lnTo>
                  <a:lnTo>
                    <a:pt x="175" y="5"/>
                  </a:lnTo>
                  <a:lnTo>
                    <a:pt x="175" y="5"/>
                  </a:lnTo>
                  <a:close/>
                </a:path>
              </a:pathLst>
            </a:custGeom>
            <a:grpFill/>
            <a:ln>
              <a:solidFill>
                <a:schemeClr val="accent1">
                  <a:lumMod val="75000"/>
                  <a:alpha val="0"/>
                </a:schemeClr>
              </a:solidFill>
            </a:ln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297" name="Freeform 913"/>
            <p:cNvSpPr/>
            <p:nvPr>
              <p:custDataLst>
                <p:tags r:id="rId13"/>
              </p:custDataLst>
            </p:nvPr>
          </p:nvSpPr>
          <p:spPr bwMode="auto">
            <a:xfrm>
              <a:off x="3532188" y="1266825"/>
              <a:ext cx="103188" cy="504825"/>
            </a:xfrm>
            <a:custGeom>
              <a:avLst/>
              <a:gdLst/>
              <a:ahLst/>
              <a:cxnLst>
                <a:cxn ang="0">
                  <a:pos x="185" y="5"/>
                </a:cxn>
                <a:cxn ang="0">
                  <a:pos x="181" y="67"/>
                </a:cxn>
                <a:cxn ang="0">
                  <a:pos x="169" y="127"/>
                </a:cxn>
                <a:cxn ang="0">
                  <a:pos x="153" y="187"/>
                </a:cxn>
                <a:cxn ang="0">
                  <a:pos x="136" y="246"/>
                </a:cxn>
                <a:cxn ang="0">
                  <a:pos x="129" y="273"/>
                </a:cxn>
                <a:cxn ang="0">
                  <a:pos x="124" y="327"/>
                </a:cxn>
                <a:cxn ang="0">
                  <a:pos x="123" y="355"/>
                </a:cxn>
                <a:cxn ang="0">
                  <a:pos x="118" y="418"/>
                </a:cxn>
                <a:cxn ang="0">
                  <a:pos x="108" y="481"/>
                </a:cxn>
                <a:cxn ang="0">
                  <a:pos x="101" y="511"/>
                </a:cxn>
                <a:cxn ang="0">
                  <a:pos x="74" y="596"/>
                </a:cxn>
                <a:cxn ang="0">
                  <a:pos x="65" y="627"/>
                </a:cxn>
                <a:cxn ang="0">
                  <a:pos x="53" y="691"/>
                </a:cxn>
                <a:cxn ang="0">
                  <a:pos x="47" y="723"/>
                </a:cxn>
                <a:cxn ang="0">
                  <a:pos x="23" y="846"/>
                </a:cxn>
                <a:cxn ang="0">
                  <a:pos x="20" y="863"/>
                </a:cxn>
                <a:cxn ang="0">
                  <a:pos x="14" y="897"/>
                </a:cxn>
                <a:cxn ang="0">
                  <a:pos x="9" y="913"/>
                </a:cxn>
                <a:cxn ang="0">
                  <a:pos x="6" y="922"/>
                </a:cxn>
                <a:cxn ang="0">
                  <a:pos x="1" y="939"/>
                </a:cxn>
                <a:cxn ang="0">
                  <a:pos x="0" y="949"/>
                </a:cxn>
                <a:cxn ang="0">
                  <a:pos x="2" y="952"/>
                </a:cxn>
                <a:cxn ang="0">
                  <a:pos x="6" y="954"/>
                </a:cxn>
                <a:cxn ang="0">
                  <a:pos x="9" y="952"/>
                </a:cxn>
                <a:cxn ang="0">
                  <a:pos x="11" y="949"/>
                </a:cxn>
                <a:cxn ang="0">
                  <a:pos x="12" y="937"/>
                </a:cxn>
                <a:cxn ang="0">
                  <a:pos x="18" y="914"/>
                </a:cxn>
                <a:cxn ang="0">
                  <a:pos x="21" y="903"/>
                </a:cxn>
                <a:cxn ang="0">
                  <a:pos x="33" y="840"/>
                </a:cxn>
                <a:cxn ang="0">
                  <a:pos x="47" y="774"/>
                </a:cxn>
                <a:cxn ang="0">
                  <a:pos x="59" y="709"/>
                </a:cxn>
                <a:cxn ang="0">
                  <a:pos x="71" y="650"/>
                </a:cxn>
                <a:cxn ang="0">
                  <a:pos x="85" y="591"/>
                </a:cxn>
                <a:cxn ang="0">
                  <a:pos x="94" y="563"/>
                </a:cxn>
                <a:cxn ang="0">
                  <a:pos x="105" y="534"/>
                </a:cxn>
                <a:cxn ang="0">
                  <a:pos x="114" y="500"/>
                </a:cxn>
                <a:cxn ang="0">
                  <a:pos x="120" y="465"/>
                </a:cxn>
                <a:cxn ang="0">
                  <a:pos x="128" y="407"/>
                </a:cxn>
                <a:cxn ang="0">
                  <a:pos x="135" y="320"/>
                </a:cxn>
                <a:cxn ang="0">
                  <a:pos x="143" y="262"/>
                </a:cxn>
                <a:cxn ang="0">
                  <a:pos x="150" y="233"/>
                </a:cxn>
                <a:cxn ang="0">
                  <a:pos x="167" y="177"/>
                </a:cxn>
                <a:cxn ang="0">
                  <a:pos x="181" y="120"/>
                </a:cxn>
                <a:cxn ang="0">
                  <a:pos x="191" y="63"/>
                </a:cxn>
                <a:cxn ang="0">
                  <a:pos x="196" y="5"/>
                </a:cxn>
                <a:cxn ang="0">
                  <a:pos x="195" y="3"/>
                </a:cxn>
                <a:cxn ang="0">
                  <a:pos x="192" y="1"/>
                </a:cxn>
                <a:cxn ang="0">
                  <a:pos x="188" y="1"/>
                </a:cxn>
                <a:cxn ang="0">
                  <a:pos x="186" y="3"/>
                </a:cxn>
                <a:cxn ang="0">
                  <a:pos x="185" y="5"/>
                </a:cxn>
              </a:cxnLst>
              <a:rect l="0" t="0" r="r" b="b"/>
              <a:pathLst>
                <a:path w="196" h="954">
                  <a:moveTo>
                    <a:pt x="185" y="5"/>
                  </a:moveTo>
                  <a:lnTo>
                    <a:pt x="185" y="5"/>
                  </a:lnTo>
                  <a:lnTo>
                    <a:pt x="184" y="36"/>
                  </a:lnTo>
                  <a:lnTo>
                    <a:pt x="181" y="67"/>
                  </a:lnTo>
                  <a:lnTo>
                    <a:pt x="176" y="97"/>
                  </a:lnTo>
                  <a:lnTo>
                    <a:pt x="169" y="127"/>
                  </a:lnTo>
                  <a:lnTo>
                    <a:pt x="162" y="157"/>
                  </a:lnTo>
                  <a:lnTo>
                    <a:pt x="153" y="187"/>
                  </a:lnTo>
                  <a:lnTo>
                    <a:pt x="136" y="246"/>
                  </a:lnTo>
                  <a:lnTo>
                    <a:pt x="136" y="246"/>
                  </a:lnTo>
                  <a:lnTo>
                    <a:pt x="133" y="261"/>
                  </a:lnTo>
                  <a:lnTo>
                    <a:pt x="129" y="273"/>
                  </a:lnTo>
                  <a:lnTo>
                    <a:pt x="126" y="300"/>
                  </a:lnTo>
                  <a:lnTo>
                    <a:pt x="124" y="327"/>
                  </a:lnTo>
                  <a:lnTo>
                    <a:pt x="123" y="355"/>
                  </a:lnTo>
                  <a:lnTo>
                    <a:pt x="123" y="355"/>
                  </a:lnTo>
                  <a:lnTo>
                    <a:pt x="121" y="386"/>
                  </a:lnTo>
                  <a:lnTo>
                    <a:pt x="118" y="418"/>
                  </a:lnTo>
                  <a:lnTo>
                    <a:pt x="113" y="449"/>
                  </a:lnTo>
                  <a:lnTo>
                    <a:pt x="108" y="481"/>
                  </a:lnTo>
                  <a:lnTo>
                    <a:pt x="108" y="481"/>
                  </a:lnTo>
                  <a:lnTo>
                    <a:pt x="101" y="511"/>
                  </a:lnTo>
                  <a:lnTo>
                    <a:pt x="92" y="538"/>
                  </a:lnTo>
                  <a:lnTo>
                    <a:pt x="74" y="596"/>
                  </a:lnTo>
                  <a:lnTo>
                    <a:pt x="74" y="596"/>
                  </a:lnTo>
                  <a:lnTo>
                    <a:pt x="65" y="627"/>
                  </a:lnTo>
                  <a:lnTo>
                    <a:pt x="58" y="659"/>
                  </a:lnTo>
                  <a:lnTo>
                    <a:pt x="53" y="691"/>
                  </a:lnTo>
                  <a:lnTo>
                    <a:pt x="47" y="723"/>
                  </a:lnTo>
                  <a:lnTo>
                    <a:pt x="47" y="723"/>
                  </a:lnTo>
                  <a:lnTo>
                    <a:pt x="34" y="784"/>
                  </a:lnTo>
                  <a:lnTo>
                    <a:pt x="23" y="846"/>
                  </a:lnTo>
                  <a:lnTo>
                    <a:pt x="23" y="846"/>
                  </a:lnTo>
                  <a:lnTo>
                    <a:pt x="20" y="863"/>
                  </a:lnTo>
                  <a:lnTo>
                    <a:pt x="18" y="880"/>
                  </a:lnTo>
                  <a:lnTo>
                    <a:pt x="14" y="897"/>
                  </a:lnTo>
                  <a:lnTo>
                    <a:pt x="12" y="905"/>
                  </a:lnTo>
                  <a:lnTo>
                    <a:pt x="9" y="913"/>
                  </a:lnTo>
                  <a:lnTo>
                    <a:pt x="9" y="913"/>
                  </a:lnTo>
                  <a:lnTo>
                    <a:pt x="6" y="922"/>
                  </a:lnTo>
                  <a:lnTo>
                    <a:pt x="3" y="931"/>
                  </a:lnTo>
                  <a:lnTo>
                    <a:pt x="1" y="939"/>
                  </a:lnTo>
                  <a:lnTo>
                    <a:pt x="0" y="949"/>
                  </a:lnTo>
                  <a:lnTo>
                    <a:pt x="0" y="949"/>
                  </a:lnTo>
                  <a:lnTo>
                    <a:pt x="1" y="951"/>
                  </a:lnTo>
                  <a:lnTo>
                    <a:pt x="2" y="952"/>
                  </a:lnTo>
                  <a:lnTo>
                    <a:pt x="3" y="953"/>
                  </a:lnTo>
                  <a:lnTo>
                    <a:pt x="6" y="954"/>
                  </a:lnTo>
                  <a:lnTo>
                    <a:pt x="7" y="953"/>
                  </a:lnTo>
                  <a:lnTo>
                    <a:pt x="9" y="952"/>
                  </a:lnTo>
                  <a:lnTo>
                    <a:pt x="10" y="951"/>
                  </a:lnTo>
                  <a:lnTo>
                    <a:pt x="11" y="949"/>
                  </a:lnTo>
                  <a:lnTo>
                    <a:pt x="11" y="949"/>
                  </a:lnTo>
                  <a:lnTo>
                    <a:pt x="12" y="937"/>
                  </a:lnTo>
                  <a:lnTo>
                    <a:pt x="15" y="926"/>
                  </a:lnTo>
                  <a:lnTo>
                    <a:pt x="18" y="914"/>
                  </a:lnTo>
                  <a:lnTo>
                    <a:pt x="21" y="903"/>
                  </a:lnTo>
                  <a:lnTo>
                    <a:pt x="21" y="903"/>
                  </a:lnTo>
                  <a:lnTo>
                    <a:pt x="27" y="871"/>
                  </a:lnTo>
                  <a:lnTo>
                    <a:pt x="33" y="840"/>
                  </a:lnTo>
                  <a:lnTo>
                    <a:pt x="33" y="840"/>
                  </a:lnTo>
                  <a:lnTo>
                    <a:pt x="47" y="774"/>
                  </a:lnTo>
                  <a:lnTo>
                    <a:pt x="53" y="741"/>
                  </a:lnTo>
                  <a:lnTo>
                    <a:pt x="59" y="709"/>
                  </a:lnTo>
                  <a:lnTo>
                    <a:pt x="59" y="709"/>
                  </a:lnTo>
                  <a:lnTo>
                    <a:pt x="71" y="650"/>
                  </a:lnTo>
                  <a:lnTo>
                    <a:pt x="77" y="620"/>
                  </a:lnTo>
                  <a:lnTo>
                    <a:pt x="85" y="591"/>
                  </a:lnTo>
                  <a:lnTo>
                    <a:pt x="85" y="591"/>
                  </a:lnTo>
                  <a:lnTo>
                    <a:pt x="94" y="563"/>
                  </a:lnTo>
                  <a:lnTo>
                    <a:pt x="105" y="534"/>
                  </a:lnTo>
                  <a:lnTo>
                    <a:pt x="105" y="534"/>
                  </a:lnTo>
                  <a:lnTo>
                    <a:pt x="110" y="518"/>
                  </a:lnTo>
                  <a:lnTo>
                    <a:pt x="114" y="500"/>
                  </a:lnTo>
                  <a:lnTo>
                    <a:pt x="120" y="465"/>
                  </a:lnTo>
                  <a:lnTo>
                    <a:pt x="120" y="465"/>
                  </a:lnTo>
                  <a:lnTo>
                    <a:pt x="125" y="436"/>
                  </a:lnTo>
                  <a:lnTo>
                    <a:pt x="128" y="407"/>
                  </a:lnTo>
                  <a:lnTo>
                    <a:pt x="133" y="348"/>
                  </a:lnTo>
                  <a:lnTo>
                    <a:pt x="135" y="320"/>
                  </a:lnTo>
                  <a:lnTo>
                    <a:pt x="138" y="291"/>
                  </a:lnTo>
                  <a:lnTo>
                    <a:pt x="143" y="262"/>
                  </a:lnTo>
                  <a:lnTo>
                    <a:pt x="146" y="247"/>
                  </a:lnTo>
                  <a:lnTo>
                    <a:pt x="150" y="233"/>
                  </a:lnTo>
                  <a:lnTo>
                    <a:pt x="150" y="233"/>
                  </a:lnTo>
                  <a:lnTo>
                    <a:pt x="167" y="177"/>
                  </a:lnTo>
                  <a:lnTo>
                    <a:pt x="174" y="149"/>
                  </a:lnTo>
                  <a:lnTo>
                    <a:pt x="181" y="120"/>
                  </a:lnTo>
                  <a:lnTo>
                    <a:pt x="186" y="92"/>
                  </a:lnTo>
                  <a:lnTo>
                    <a:pt x="191" y="63"/>
                  </a:lnTo>
                  <a:lnTo>
                    <a:pt x="195" y="34"/>
                  </a:lnTo>
                  <a:lnTo>
                    <a:pt x="196" y="5"/>
                  </a:lnTo>
                  <a:lnTo>
                    <a:pt x="196" y="5"/>
                  </a:lnTo>
                  <a:lnTo>
                    <a:pt x="195" y="3"/>
                  </a:lnTo>
                  <a:lnTo>
                    <a:pt x="194" y="1"/>
                  </a:lnTo>
                  <a:lnTo>
                    <a:pt x="192" y="1"/>
                  </a:lnTo>
                  <a:lnTo>
                    <a:pt x="190" y="0"/>
                  </a:lnTo>
                  <a:lnTo>
                    <a:pt x="188" y="1"/>
                  </a:lnTo>
                  <a:lnTo>
                    <a:pt x="187" y="1"/>
                  </a:lnTo>
                  <a:lnTo>
                    <a:pt x="186" y="3"/>
                  </a:lnTo>
                  <a:lnTo>
                    <a:pt x="185" y="5"/>
                  </a:lnTo>
                  <a:lnTo>
                    <a:pt x="185" y="5"/>
                  </a:lnTo>
                  <a:close/>
                </a:path>
              </a:pathLst>
            </a:custGeom>
            <a:grpFill/>
            <a:ln>
              <a:solidFill>
                <a:schemeClr val="accent1">
                  <a:lumMod val="75000"/>
                  <a:alpha val="0"/>
                </a:schemeClr>
              </a:solidFill>
            </a:ln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298" name="Freeform 914"/>
            <p:cNvSpPr/>
            <p:nvPr>
              <p:custDataLst>
                <p:tags r:id="rId14"/>
              </p:custDataLst>
            </p:nvPr>
          </p:nvSpPr>
          <p:spPr bwMode="auto">
            <a:xfrm>
              <a:off x="3570288" y="1301750"/>
              <a:ext cx="96838" cy="488950"/>
            </a:xfrm>
            <a:custGeom>
              <a:avLst/>
              <a:gdLst/>
              <a:ahLst/>
              <a:cxnLst>
                <a:cxn ang="0">
                  <a:pos x="175" y="5"/>
                </a:cxn>
                <a:cxn ang="0">
                  <a:pos x="172" y="13"/>
                </a:cxn>
                <a:cxn ang="0">
                  <a:pos x="163" y="30"/>
                </a:cxn>
                <a:cxn ang="0">
                  <a:pos x="161" y="39"/>
                </a:cxn>
                <a:cxn ang="0">
                  <a:pos x="161" y="62"/>
                </a:cxn>
                <a:cxn ang="0">
                  <a:pos x="159" y="87"/>
                </a:cxn>
                <a:cxn ang="0">
                  <a:pos x="149" y="148"/>
                </a:cxn>
                <a:cxn ang="0">
                  <a:pos x="146" y="164"/>
                </a:cxn>
                <a:cxn ang="0">
                  <a:pos x="138" y="193"/>
                </a:cxn>
                <a:cxn ang="0">
                  <a:pos x="135" y="207"/>
                </a:cxn>
                <a:cxn ang="0">
                  <a:pos x="128" y="268"/>
                </a:cxn>
                <a:cxn ang="0">
                  <a:pos x="117" y="361"/>
                </a:cxn>
                <a:cxn ang="0">
                  <a:pos x="106" y="422"/>
                </a:cxn>
                <a:cxn ang="0">
                  <a:pos x="99" y="452"/>
                </a:cxn>
                <a:cxn ang="0">
                  <a:pos x="72" y="538"/>
                </a:cxn>
                <a:cxn ang="0">
                  <a:pos x="64" y="568"/>
                </a:cxn>
                <a:cxn ang="0">
                  <a:pos x="50" y="630"/>
                </a:cxn>
                <a:cxn ang="0">
                  <a:pos x="38" y="691"/>
                </a:cxn>
                <a:cxn ang="0">
                  <a:pos x="15" y="809"/>
                </a:cxn>
                <a:cxn ang="0">
                  <a:pos x="6" y="865"/>
                </a:cxn>
                <a:cxn ang="0">
                  <a:pos x="1" y="906"/>
                </a:cxn>
                <a:cxn ang="0">
                  <a:pos x="0" y="921"/>
                </a:cxn>
                <a:cxn ang="0">
                  <a:pos x="2" y="924"/>
                </a:cxn>
                <a:cxn ang="0">
                  <a:pos x="5" y="925"/>
                </a:cxn>
                <a:cxn ang="0">
                  <a:pos x="8" y="924"/>
                </a:cxn>
                <a:cxn ang="0">
                  <a:pos x="9" y="921"/>
                </a:cxn>
                <a:cxn ang="0">
                  <a:pos x="10" y="906"/>
                </a:cxn>
                <a:cxn ang="0">
                  <a:pos x="13" y="875"/>
                </a:cxn>
                <a:cxn ang="0">
                  <a:pos x="16" y="862"/>
                </a:cxn>
                <a:cxn ang="0">
                  <a:pos x="25" y="803"/>
                </a:cxn>
                <a:cxn ang="0">
                  <a:pos x="31" y="774"/>
                </a:cxn>
                <a:cxn ang="0">
                  <a:pos x="48" y="685"/>
                </a:cxn>
                <a:cxn ang="0">
                  <a:pos x="62" y="623"/>
                </a:cxn>
                <a:cxn ang="0">
                  <a:pos x="75" y="560"/>
                </a:cxn>
                <a:cxn ang="0">
                  <a:pos x="83" y="531"/>
                </a:cxn>
                <a:cxn ang="0">
                  <a:pos x="110" y="446"/>
                </a:cxn>
                <a:cxn ang="0">
                  <a:pos x="117" y="417"/>
                </a:cxn>
                <a:cxn ang="0">
                  <a:pos x="129" y="355"/>
                </a:cxn>
                <a:cxn ang="0">
                  <a:pos x="138" y="262"/>
                </a:cxn>
                <a:cxn ang="0">
                  <a:pos x="145" y="201"/>
                </a:cxn>
                <a:cxn ang="0">
                  <a:pos x="148" y="186"/>
                </a:cxn>
                <a:cxn ang="0">
                  <a:pos x="157" y="157"/>
                </a:cxn>
                <a:cxn ang="0">
                  <a:pos x="161" y="143"/>
                </a:cxn>
                <a:cxn ang="0">
                  <a:pos x="167" y="94"/>
                </a:cxn>
                <a:cxn ang="0">
                  <a:pos x="169" y="70"/>
                </a:cxn>
                <a:cxn ang="0">
                  <a:pos x="171" y="45"/>
                </a:cxn>
                <a:cxn ang="0">
                  <a:pos x="172" y="36"/>
                </a:cxn>
                <a:cxn ang="0">
                  <a:pos x="181" y="17"/>
                </a:cxn>
                <a:cxn ang="0">
                  <a:pos x="185" y="7"/>
                </a:cxn>
                <a:cxn ang="0">
                  <a:pos x="185" y="5"/>
                </a:cxn>
                <a:cxn ang="0">
                  <a:pos x="180" y="1"/>
                </a:cxn>
                <a:cxn ang="0">
                  <a:pos x="177" y="1"/>
                </a:cxn>
                <a:cxn ang="0">
                  <a:pos x="175" y="5"/>
                </a:cxn>
              </a:cxnLst>
              <a:rect l="0" t="0" r="r" b="b"/>
              <a:pathLst>
                <a:path w="185" h="925">
                  <a:moveTo>
                    <a:pt x="175" y="5"/>
                  </a:moveTo>
                  <a:lnTo>
                    <a:pt x="175" y="5"/>
                  </a:lnTo>
                  <a:lnTo>
                    <a:pt x="174" y="9"/>
                  </a:lnTo>
                  <a:lnTo>
                    <a:pt x="172" y="13"/>
                  </a:lnTo>
                  <a:lnTo>
                    <a:pt x="168" y="22"/>
                  </a:lnTo>
                  <a:lnTo>
                    <a:pt x="163" y="30"/>
                  </a:lnTo>
                  <a:lnTo>
                    <a:pt x="162" y="35"/>
                  </a:lnTo>
                  <a:lnTo>
                    <a:pt x="161" y="39"/>
                  </a:lnTo>
                  <a:lnTo>
                    <a:pt x="161" y="39"/>
                  </a:lnTo>
                  <a:lnTo>
                    <a:pt x="161" y="62"/>
                  </a:lnTo>
                  <a:lnTo>
                    <a:pt x="159" y="87"/>
                  </a:lnTo>
                  <a:lnTo>
                    <a:pt x="159" y="87"/>
                  </a:lnTo>
                  <a:lnTo>
                    <a:pt x="155" y="118"/>
                  </a:lnTo>
                  <a:lnTo>
                    <a:pt x="149" y="148"/>
                  </a:lnTo>
                  <a:lnTo>
                    <a:pt x="149" y="148"/>
                  </a:lnTo>
                  <a:lnTo>
                    <a:pt x="146" y="164"/>
                  </a:lnTo>
                  <a:lnTo>
                    <a:pt x="142" y="178"/>
                  </a:lnTo>
                  <a:lnTo>
                    <a:pt x="138" y="193"/>
                  </a:lnTo>
                  <a:lnTo>
                    <a:pt x="135" y="207"/>
                  </a:lnTo>
                  <a:lnTo>
                    <a:pt x="135" y="207"/>
                  </a:lnTo>
                  <a:lnTo>
                    <a:pt x="131" y="238"/>
                  </a:lnTo>
                  <a:lnTo>
                    <a:pt x="128" y="268"/>
                  </a:lnTo>
                  <a:lnTo>
                    <a:pt x="122" y="330"/>
                  </a:lnTo>
                  <a:lnTo>
                    <a:pt x="117" y="361"/>
                  </a:lnTo>
                  <a:lnTo>
                    <a:pt x="112" y="392"/>
                  </a:lnTo>
                  <a:lnTo>
                    <a:pt x="106" y="422"/>
                  </a:lnTo>
                  <a:lnTo>
                    <a:pt x="99" y="452"/>
                  </a:lnTo>
                  <a:lnTo>
                    <a:pt x="99" y="452"/>
                  </a:lnTo>
                  <a:lnTo>
                    <a:pt x="80" y="510"/>
                  </a:lnTo>
                  <a:lnTo>
                    <a:pt x="72" y="538"/>
                  </a:lnTo>
                  <a:lnTo>
                    <a:pt x="64" y="568"/>
                  </a:lnTo>
                  <a:lnTo>
                    <a:pt x="64" y="568"/>
                  </a:lnTo>
                  <a:lnTo>
                    <a:pt x="56" y="599"/>
                  </a:lnTo>
                  <a:lnTo>
                    <a:pt x="50" y="630"/>
                  </a:lnTo>
                  <a:lnTo>
                    <a:pt x="38" y="691"/>
                  </a:lnTo>
                  <a:lnTo>
                    <a:pt x="38" y="691"/>
                  </a:lnTo>
                  <a:lnTo>
                    <a:pt x="25" y="750"/>
                  </a:lnTo>
                  <a:lnTo>
                    <a:pt x="15" y="809"/>
                  </a:lnTo>
                  <a:lnTo>
                    <a:pt x="15" y="809"/>
                  </a:lnTo>
                  <a:lnTo>
                    <a:pt x="6" y="865"/>
                  </a:lnTo>
                  <a:lnTo>
                    <a:pt x="2" y="893"/>
                  </a:lnTo>
                  <a:lnTo>
                    <a:pt x="1" y="906"/>
                  </a:lnTo>
                  <a:lnTo>
                    <a:pt x="0" y="921"/>
                  </a:lnTo>
                  <a:lnTo>
                    <a:pt x="0" y="921"/>
                  </a:lnTo>
                  <a:lnTo>
                    <a:pt x="1" y="923"/>
                  </a:lnTo>
                  <a:lnTo>
                    <a:pt x="2" y="924"/>
                  </a:lnTo>
                  <a:lnTo>
                    <a:pt x="3" y="925"/>
                  </a:lnTo>
                  <a:lnTo>
                    <a:pt x="5" y="925"/>
                  </a:lnTo>
                  <a:lnTo>
                    <a:pt x="7" y="925"/>
                  </a:lnTo>
                  <a:lnTo>
                    <a:pt x="8" y="924"/>
                  </a:lnTo>
                  <a:lnTo>
                    <a:pt x="9" y="923"/>
                  </a:lnTo>
                  <a:lnTo>
                    <a:pt x="9" y="921"/>
                  </a:lnTo>
                  <a:lnTo>
                    <a:pt x="9" y="921"/>
                  </a:lnTo>
                  <a:lnTo>
                    <a:pt x="10" y="906"/>
                  </a:lnTo>
                  <a:lnTo>
                    <a:pt x="11" y="891"/>
                  </a:lnTo>
                  <a:lnTo>
                    <a:pt x="13" y="875"/>
                  </a:lnTo>
                  <a:lnTo>
                    <a:pt x="16" y="862"/>
                  </a:lnTo>
                  <a:lnTo>
                    <a:pt x="16" y="862"/>
                  </a:lnTo>
                  <a:lnTo>
                    <a:pt x="21" y="833"/>
                  </a:lnTo>
                  <a:lnTo>
                    <a:pt x="25" y="803"/>
                  </a:lnTo>
                  <a:lnTo>
                    <a:pt x="25" y="803"/>
                  </a:lnTo>
                  <a:lnTo>
                    <a:pt x="31" y="774"/>
                  </a:lnTo>
                  <a:lnTo>
                    <a:pt x="37" y="744"/>
                  </a:lnTo>
                  <a:lnTo>
                    <a:pt x="48" y="685"/>
                  </a:lnTo>
                  <a:lnTo>
                    <a:pt x="48" y="685"/>
                  </a:lnTo>
                  <a:lnTo>
                    <a:pt x="62" y="623"/>
                  </a:lnTo>
                  <a:lnTo>
                    <a:pt x="68" y="592"/>
                  </a:lnTo>
                  <a:lnTo>
                    <a:pt x="75" y="560"/>
                  </a:lnTo>
                  <a:lnTo>
                    <a:pt x="75" y="560"/>
                  </a:lnTo>
                  <a:lnTo>
                    <a:pt x="83" y="531"/>
                  </a:lnTo>
                  <a:lnTo>
                    <a:pt x="93" y="503"/>
                  </a:lnTo>
                  <a:lnTo>
                    <a:pt x="110" y="446"/>
                  </a:lnTo>
                  <a:lnTo>
                    <a:pt x="110" y="446"/>
                  </a:lnTo>
                  <a:lnTo>
                    <a:pt x="117" y="417"/>
                  </a:lnTo>
                  <a:lnTo>
                    <a:pt x="124" y="386"/>
                  </a:lnTo>
                  <a:lnTo>
                    <a:pt x="129" y="355"/>
                  </a:lnTo>
                  <a:lnTo>
                    <a:pt x="132" y="324"/>
                  </a:lnTo>
                  <a:lnTo>
                    <a:pt x="138" y="262"/>
                  </a:lnTo>
                  <a:lnTo>
                    <a:pt x="141" y="231"/>
                  </a:lnTo>
                  <a:lnTo>
                    <a:pt x="145" y="201"/>
                  </a:lnTo>
                  <a:lnTo>
                    <a:pt x="145" y="201"/>
                  </a:lnTo>
                  <a:lnTo>
                    <a:pt x="148" y="186"/>
                  </a:lnTo>
                  <a:lnTo>
                    <a:pt x="153" y="172"/>
                  </a:lnTo>
                  <a:lnTo>
                    <a:pt x="157" y="157"/>
                  </a:lnTo>
                  <a:lnTo>
                    <a:pt x="161" y="143"/>
                  </a:lnTo>
                  <a:lnTo>
                    <a:pt x="161" y="143"/>
                  </a:lnTo>
                  <a:lnTo>
                    <a:pt x="164" y="119"/>
                  </a:lnTo>
                  <a:lnTo>
                    <a:pt x="167" y="94"/>
                  </a:lnTo>
                  <a:lnTo>
                    <a:pt x="167" y="94"/>
                  </a:lnTo>
                  <a:lnTo>
                    <a:pt x="169" y="70"/>
                  </a:lnTo>
                  <a:lnTo>
                    <a:pt x="171" y="45"/>
                  </a:lnTo>
                  <a:lnTo>
                    <a:pt x="171" y="45"/>
                  </a:lnTo>
                  <a:lnTo>
                    <a:pt x="171" y="40"/>
                  </a:lnTo>
                  <a:lnTo>
                    <a:pt x="172" y="36"/>
                  </a:lnTo>
                  <a:lnTo>
                    <a:pt x="177" y="26"/>
                  </a:lnTo>
                  <a:lnTo>
                    <a:pt x="181" y="17"/>
                  </a:lnTo>
                  <a:lnTo>
                    <a:pt x="183" y="12"/>
                  </a:lnTo>
                  <a:lnTo>
                    <a:pt x="185" y="7"/>
                  </a:lnTo>
                  <a:lnTo>
                    <a:pt x="185" y="7"/>
                  </a:lnTo>
                  <a:lnTo>
                    <a:pt x="185" y="5"/>
                  </a:lnTo>
                  <a:lnTo>
                    <a:pt x="183" y="4"/>
                  </a:lnTo>
                  <a:lnTo>
                    <a:pt x="180" y="1"/>
                  </a:lnTo>
                  <a:lnTo>
                    <a:pt x="179" y="0"/>
                  </a:lnTo>
                  <a:lnTo>
                    <a:pt x="177" y="1"/>
                  </a:lnTo>
                  <a:lnTo>
                    <a:pt x="176" y="3"/>
                  </a:lnTo>
                  <a:lnTo>
                    <a:pt x="175" y="5"/>
                  </a:lnTo>
                  <a:lnTo>
                    <a:pt x="175" y="5"/>
                  </a:lnTo>
                  <a:close/>
                </a:path>
              </a:pathLst>
            </a:custGeom>
            <a:grpFill/>
            <a:ln>
              <a:solidFill>
                <a:schemeClr val="accent1">
                  <a:lumMod val="75000"/>
                  <a:alpha val="0"/>
                </a:schemeClr>
              </a:solidFill>
            </a:ln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299" name="Freeform 915"/>
            <p:cNvSpPr/>
            <p:nvPr>
              <p:custDataLst>
                <p:tags r:id="rId15"/>
              </p:custDataLst>
            </p:nvPr>
          </p:nvSpPr>
          <p:spPr bwMode="auto">
            <a:xfrm>
              <a:off x="3605213" y="1336675"/>
              <a:ext cx="98425" cy="500063"/>
            </a:xfrm>
            <a:custGeom>
              <a:avLst/>
              <a:gdLst/>
              <a:ahLst/>
              <a:cxnLst>
                <a:cxn ang="0">
                  <a:pos x="174" y="4"/>
                </a:cxn>
                <a:cxn ang="0">
                  <a:pos x="173" y="62"/>
                </a:cxn>
                <a:cxn ang="0">
                  <a:pos x="167" y="119"/>
                </a:cxn>
                <a:cxn ang="0">
                  <a:pos x="157" y="179"/>
                </a:cxn>
                <a:cxn ang="0">
                  <a:pos x="147" y="239"/>
                </a:cxn>
                <a:cxn ang="0">
                  <a:pos x="136" y="302"/>
                </a:cxn>
                <a:cxn ang="0">
                  <a:pos x="126" y="365"/>
                </a:cxn>
                <a:cxn ang="0">
                  <a:pos x="118" y="428"/>
                </a:cxn>
                <a:cxn ang="0">
                  <a:pos x="107" y="490"/>
                </a:cxn>
                <a:cxn ang="0">
                  <a:pos x="101" y="519"/>
                </a:cxn>
                <a:cxn ang="0">
                  <a:pos x="78" y="605"/>
                </a:cxn>
                <a:cxn ang="0">
                  <a:pos x="47" y="719"/>
                </a:cxn>
                <a:cxn ang="0">
                  <a:pos x="41" y="747"/>
                </a:cxn>
                <a:cxn ang="0">
                  <a:pos x="32" y="806"/>
                </a:cxn>
                <a:cxn ang="0">
                  <a:pos x="27" y="835"/>
                </a:cxn>
                <a:cxn ang="0">
                  <a:pos x="20" y="859"/>
                </a:cxn>
                <a:cxn ang="0">
                  <a:pos x="5" y="907"/>
                </a:cxn>
                <a:cxn ang="0">
                  <a:pos x="0" y="931"/>
                </a:cxn>
                <a:cxn ang="0">
                  <a:pos x="0" y="933"/>
                </a:cxn>
                <a:cxn ang="0">
                  <a:pos x="0" y="939"/>
                </a:cxn>
                <a:cxn ang="0">
                  <a:pos x="1" y="942"/>
                </a:cxn>
                <a:cxn ang="0">
                  <a:pos x="4" y="943"/>
                </a:cxn>
                <a:cxn ang="0">
                  <a:pos x="7" y="942"/>
                </a:cxn>
                <a:cxn ang="0">
                  <a:pos x="9" y="939"/>
                </a:cxn>
                <a:cxn ang="0">
                  <a:pos x="10" y="924"/>
                </a:cxn>
                <a:cxn ang="0">
                  <a:pos x="16" y="897"/>
                </a:cxn>
                <a:cxn ang="0">
                  <a:pos x="30" y="857"/>
                </a:cxn>
                <a:cxn ang="0">
                  <a:pos x="37" y="829"/>
                </a:cxn>
                <a:cxn ang="0">
                  <a:pos x="42" y="800"/>
                </a:cxn>
                <a:cxn ang="0">
                  <a:pos x="52" y="741"/>
                </a:cxn>
                <a:cxn ang="0">
                  <a:pos x="58" y="712"/>
                </a:cxn>
                <a:cxn ang="0">
                  <a:pos x="90" y="595"/>
                </a:cxn>
                <a:cxn ang="0">
                  <a:pos x="113" y="506"/>
                </a:cxn>
                <a:cxn ang="0">
                  <a:pos x="120" y="476"/>
                </a:cxn>
                <a:cxn ang="0">
                  <a:pos x="129" y="417"/>
                </a:cxn>
                <a:cxn ang="0">
                  <a:pos x="136" y="359"/>
                </a:cxn>
                <a:cxn ang="0">
                  <a:pos x="146" y="296"/>
                </a:cxn>
                <a:cxn ang="0">
                  <a:pos x="158" y="233"/>
                </a:cxn>
                <a:cxn ang="0">
                  <a:pos x="168" y="173"/>
                </a:cxn>
                <a:cxn ang="0">
                  <a:pos x="178" y="113"/>
                </a:cxn>
                <a:cxn ang="0">
                  <a:pos x="184" y="58"/>
                </a:cxn>
                <a:cxn ang="0">
                  <a:pos x="185" y="4"/>
                </a:cxn>
                <a:cxn ang="0">
                  <a:pos x="184" y="2"/>
                </a:cxn>
                <a:cxn ang="0">
                  <a:pos x="182" y="0"/>
                </a:cxn>
                <a:cxn ang="0">
                  <a:pos x="177" y="0"/>
                </a:cxn>
                <a:cxn ang="0">
                  <a:pos x="175" y="2"/>
                </a:cxn>
                <a:cxn ang="0">
                  <a:pos x="174" y="4"/>
                </a:cxn>
              </a:cxnLst>
              <a:rect l="0" t="0" r="r" b="b"/>
              <a:pathLst>
                <a:path w="185" h="943">
                  <a:moveTo>
                    <a:pt x="174" y="4"/>
                  </a:moveTo>
                  <a:lnTo>
                    <a:pt x="174" y="4"/>
                  </a:lnTo>
                  <a:lnTo>
                    <a:pt x="174" y="33"/>
                  </a:lnTo>
                  <a:lnTo>
                    <a:pt x="173" y="62"/>
                  </a:lnTo>
                  <a:lnTo>
                    <a:pt x="171" y="90"/>
                  </a:lnTo>
                  <a:lnTo>
                    <a:pt x="167" y="119"/>
                  </a:lnTo>
                  <a:lnTo>
                    <a:pt x="167" y="119"/>
                  </a:lnTo>
                  <a:lnTo>
                    <a:pt x="157" y="179"/>
                  </a:lnTo>
                  <a:lnTo>
                    <a:pt x="147" y="239"/>
                  </a:lnTo>
                  <a:lnTo>
                    <a:pt x="147" y="239"/>
                  </a:lnTo>
                  <a:lnTo>
                    <a:pt x="142" y="271"/>
                  </a:lnTo>
                  <a:lnTo>
                    <a:pt x="136" y="302"/>
                  </a:lnTo>
                  <a:lnTo>
                    <a:pt x="131" y="334"/>
                  </a:lnTo>
                  <a:lnTo>
                    <a:pt x="126" y="365"/>
                  </a:lnTo>
                  <a:lnTo>
                    <a:pt x="126" y="365"/>
                  </a:lnTo>
                  <a:lnTo>
                    <a:pt x="118" y="428"/>
                  </a:lnTo>
                  <a:lnTo>
                    <a:pt x="112" y="459"/>
                  </a:lnTo>
                  <a:lnTo>
                    <a:pt x="107" y="490"/>
                  </a:lnTo>
                  <a:lnTo>
                    <a:pt x="107" y="490"/>
                  </a:lnTo>
                  <a:lnTo>
                    <a:pt x="101" y="519"/>
                  </a:lnTo>
                  <a:lnTo>
                    <a:pt x="94" y="547"/>
                  </a:lnTo>
                  <a:lnTo>
                    <a:pt x="78" y="605"/>
                  </a:lnTo>
                  <a:lnTo>
                    <a:pt x="62" y="662"/>
                  </a:lnTo>
                  <a:lnTo>
                    <a:pt x="47" y="719"/>
                  </a:lnTo>
                  <a:lnTo>
                    <a:pt x="47" y="719"/>
                  </a:lnTo>
                  <a:lnTo>
                    <a:pt x="41" y="747"/>
                  </a:lnTo>
                  <a:lnTo>
                    <a:pt x="36" y="776"/>
                  </a:lnTo>
                  <a:lnTo>
                    <a:pt x="32" y="806"/>
                  </a:lnTo>
                  <a:lnTo>
                    <a:pt x="27" y="835"/>
                  </a:lnTo>
                  <a:lnTo>
                    <a:pt x="27" y="835"/>
                  </a:lnTo>
                  <a:lnTo>
                    <a:pt x="24" y="848"/>
                  </a:lnTo>
                  <a:lnTo>
                    <a:pt x="20" y="859"/>
                  </a:lnTo>
                  <a:lnTo>
                    <a:pt x="12" y="883"/>
                  </a:lnTo>
                  <a:lnTo>
                    <a:pt x="5" y="907"/>
                  </a:lnTo>
                  <a:lnTo>
                    <a:pt x="2" y="919"/>
                  </a:lnTo>
                  <a:lnTo>
                    <a:pt x="0" y="931"/>
                  </a:lnTo>
                  <a:lnTo>
                    <a:pt x="0" y="931"/>
                  </a:lnTo>
                  <a:lnTo>
                    <a:pt x="0" y="933"/>
                  </a:lnTo>
                  <a:lnTo>
                    <a:pt x="0" y="939"/>
                  </a:lnTo>
                  <a:lnTo>
                    <a:pt x="0" y="939"/>
                  </a:lnTo>
                  <a:lnTo>
                    <a:pt x="0" y="940"/>
                  </a:lnTo>
                  <a:lnTo>
                    <a:pt x="1" y="942"/>
                  </a:lnTo>
                  <a:lnTo>
                    <a:pt x="2" y="943"/>
                  </a:lnTo>
                  <a:lnTo>
                    <a:pt x="4" y="943"/>
                  </a:lnTo>
                  <a:lnTo>
                    <a:pt x="6" y="943"/>
                  </a:lnTo>
                  <a:lnTo>
                    <a:pt x="7" y="942"/>
                  </a:lnTo>
                  <a:lnTo>
                    <a:pt x="8" y="940"/>
                  </a:lnTo>
                  <a:lnTo>
                    <a:pt x="9" y="939"/>
                  </a:lnTo>
                  <a:lnTo>
                    <a:pt x="9" y="939"/>
                  </a:lnTo>
                  <a:lnTo>
                    <a:pt x="10" y="924"/>
                  </a:lnTo>
                  <a:lnTo>
                    <a:pt x="13" y="911"/>
                  </a:lnTo>
                  <a:lnTo>
                    <a:pt x="16" y="897"/>
                  </a:lnTo>
                  <a:lnTo>
                    <a:pt x="21" y="884"/>
                  </a:lnTo>
                  <a:lnTo>
                    <a:pt x="30" y="857"/>
                  </a:lnTo>
                  <a:lnTo>
                    <a:pt x="34" y="843"/>
                  </a:lnTo>
                  <a:lnTo>
                    <a:pt x="37" y="829"/>
                  </a:lnTo>
                  <a:lnTo>
                    <a:pt x="37" y="829"/>
                  </a:lnTo>
                  <a:lnTo>
                    <a:pt x="42" y="800"/>
                  </a:lnTo>
                  <a:lnTo>
                    <a:pt x="47" y="771"/>
                  </a:lnTo>
                  <a:lnTo>
                    <a:pt x="52" y="741"/>
                  </a:lnTo>
                  <a:lnTo>
                    <a:pt x="58" y="712"/>
                  </a:lnTo>
                  <a:lnTo>
                    <a:pt x="58" y="712"/>
                  </a:lnTo>
                  <a:lnTo>
                    <a:pt x="73" y="653"/>
                  </a:lnTo>
                  <a:lnTo>
                    <a:pt x="90" y="595"/>
                  </a:lnTo>
                  <a:lnTo>
                    <a:pt x="106" y="535"/>
                  </a:lnTo>
                  <a:lnTo>
                    <a:pt x="113" y="506"/>
                  </a:lnTo>
                  <a:lnTo>
                    <a:pt x="120" y="476"/>
                  </a:lnTo>
                  <a:lnTo>
                    <a:pt x="120" y="476"/>
                  </a:lnTo>
                  <a:lnTo>
                    <a:pt x="125" y="447"/>
                  </a:lnTo>
                  <a:lnTo>
                    <a:pt x="129" y="417"/>
                  </a:lnTo>
                  <a:lnTo>
                    <a:pt x="136" y="359"/>
                  </a:lnTo>
                  <a:lnTo>
                    <a:pt x="136" y="359"/>
                  </a:lnTo>
                  <a:lnTo>
                    <a:pt x="141" y="327"/>
                  </a:lnTo>
                  <a:lnTo>
                    <a:pt x="146" y="296"/>
                  </a:lnTo>
                  <a:lnTo>
                    <a:pt x="153" y="264"/>
                  </a:lnTo>
                  <a:lnTo>
                    <a:pt x="158" y="233"/>
                  </a:lnTo>
                  <a:lnTo>
                    <a:pt x="158" y="233"/>
                  </a:lnTo>
                  <a:lnTo>
                    <a:pt x="168" y="173"/>
                  </a:lnTo>
                  <a:lnTo>
                    <a:pt x="178" y="113"/>
                  </a:lnTo>
                  <a:lnTo>
                    <a:pt x="178" y="113"/>
                  </a:lnTo>
                  <a:lnTo>
                    <a:pt x="182" y="86"/>
                  </a:lnTo>
                  <a:lnTo>
                    <a:pt x="184" y="58"/>
                  </a:lnTo>
                  <a:lnTo>
                    <a:pt x="184" y="32"/>
                  </a:lnTo>
                  <a:lnTo>
                    <a:pt x="185" y="4"/>
                  </a:lnTo>
                  <a:lnTo>
                    <a:pt x="185" y="4"/>
                  </a:lnTo>
                  <a:lnTo>
                    <a:pt x="184" y="2"/>
                  </a:lnTo>
                  <a:lnTo>
                    <a:pt x="183" y="1"/>
                  </a:lnTo>
                  <a:lnTo>
                    <a:pt x="182" y="0"/>
                  </a:lnTo>
                  <a:lnTo>
                    <a:pt x="180" y="0"/>
                  </a:lnTo>
                  <a:lnTo>
                    <a:pt x="177" y="0"/>
                  </a:lnTo>
                  <a:lnTo>
                    <a:pt x="176" y="1"/>
                  </a:lnTo>
                  <a:lnTo>
                    <a:pt x="175" y="2"/>
                  </a:lnTo>
                  <a:lnTo>
                    <a:pt x="174" y="4"/>
                  </a:lnTo>
                  <a:lnTo>
                    <a:pt x="174" y="4"/>
                  </a:lnTo>
                  <a:close/>
                </a:path>
              </a:pathLst>
            </a:custGeom>
            <a:grpFill/>
            <a:ln>
              <a:solidFill>
                <a:schemeClr val="accent1">
                  <a:lumMod val="75000"/>
                  <a:alpha val="0"/>
                </a:schemeClr>
              </a:solidFill>
            </a:ln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300" name="Freeform 916"/>
            <p:cNvSpPr/>
            <p:nvPr>
              <p:custDataLst>
                <p:tags r:id="rId16"/>
              </p:custDataLst>
            </p:nvPr>
          </p:nvSpPr>
          <p:spPr bwMode="auto">
            <a:xfrm>
              <a:off x="3649663" y="1366838"/>
              <a:ext cx="90488" cy="492125"/>
            </a:xfrm>
            <a:custGeom>
              <a:avLst/>
              <a:gdLst/>
              <a:ahLst/>
              <a:cxnLst>
                <a:cxn ang="0">
                  <a:pos x="162" y="5"/>
                </a:cxn>
                <a:cxn ang="0">
                  <a:pos x="161" y="67"/>
                </a:cxn>
                <a:cxn ang="0">
                  <a:pos x="155" y="128"/>
                </a:cxn>
                <a:cxn ang="0">
                  <a:pos x="151" y="156"/>
                </a:cxn>
                <a:cxn ang="0">
                  <a:pos x="141" y="214"/>
                </a:cxn>
                <a:cxn ang="0">
                  <a:pos x="137" y="243"/>
                </a:cxn>
                <a:cxn ang="0">
                  <a:pos x="123" y="335"/>
                </a:cxn>
                <a:cxn ang="0">
                  <a:pos x="111" y="397"/>
                </a:cxn>
                <a:cxn ang="0">
                  <a:pos x="97" y="457"/>
                </a:cxn>
                <a:cxn ang="0">
                  <a:pos x="87" y="487"/>
                </a:cxn>
                <a:cxn ang="0">
                  <a:pos x="69" y="543"/>
                </a:cxn>
                <a:cxn ang="0">
                  <a:pos x="51" y="599"/>
                </a:cxn>
                <a:cxn ang="0">
                  <a:pos x="48" y="614"/>
                </a:cxn>
                <a:cxn ang="0">
                  <a:pos x="44" y="658"/>
                </a:cxn>
                <a:cxn ang="0">
                  <a:pos x="40" y="702"/>
                </a:cxn>
                <a:cxn ang="0">
                  <a:pos x="38" y="717"/>
                </a:cxn>
                <a:cxn ang="0">
                  <a:pos x="23" y="796"/>
                </a:cxn>
                <a:cxn ang="0">
                  <a:pos x="17" y="822"/>
                </a:cxn>
                <a:cxn ang="0">
                  <a:pos x="12" y="846"/>
                </a:cxn>
                <a:cxn ang="0">
                  <a:pos x="6" y="898"/>
                </a:cxn>
                <a:cxn ang="0">
                  <a:pos x="0" y="924"/>
                </a:cxn>
                <a:cxn ang="0">
                  <a:pos x="0" y="926"/>
                </a:cxn>
                <a:cxn ang="0">
                  <a:pos x="3" y="928"/>
                </a:cxn>
                <a:cxn ang="0">
                  <a:pos x="6" y="929"/>
                </a:cxn>
                <a:cxn ang="0">
                  <a:pos x="9" y="928"/>
                </a:cxn>
                <a:cxn ang="0">
                  <a:pos x="10" y="926"/>
                </a:cxn>
                <a:cxn ang="0">
                  <a:pos x="14" y="902"/>
                </a:cxn>
                <a:cxn ang="0">
                  <a:pos x="20" y="855"/>
                </a:cxn>
                <a:cxn ang="0">
                  <a:pos x="25" y="831"/>
                </a:cxn>
                <a:cxn ang="0">
                  <a:pos x="30" y="805"/>
                </a:cxn>
                <a:cxn ang="0">
                  <a:pos x="45" y="727"/>
                </a:cxn>
                <a:cxn ang="0">
                  <a:pos x="49" y="698"/>
                </a:cxn>
                <a:cxn ang="0">
                  <a:pos x="54" y="640"/>
                </a:cxn>
                <a:cxn ang="0">
                  <a:pos x="58" y="610"/>
                </a:cxn>
                <a:cxn ang="0">
                  <a:pos x="66" y="580"/>
                </a:cxn>
                <a:cxn ang="0">
                  <a:pos x="86" y="519"/>
                </a:cxn>
                <a:cxn ang="0">
                  <a:pos x="97" y="490"/>
                </a:cxn>
                <a:cxn ang="0">
                  <a:pos x="113" y="431"/>
                </a:cxn>
                <a:cxn ang="0">
                  <a:pos x="126" y="372"/>
                </a:cxn>
                <a:cxn ang="0">
                  <a:pos x="137" y="312"/>
                </a:cxn>
                <a:cxn ang="0">
                  <a:pos x="145" y="252"/>
                </a:cxn>
                <a:cxn ang="0">
                  <a:pos x="155" y="186"/>
                </a:cxn>
                <a:cxn ang="0">
                  <a:pos x="166" y="121"/>
                </a:cxn>
                <a:cxn ang="0">
                  <a:pos x="169" y="92"/>
                </a:cxn>
                <a:cxn ang="0">
                  <a:pos x="171" y="34"/>
                </a:cxn>
                <a:cxn ang="0">
                  <a:pos x="171" y="5"/>
                </a:cxn>
                <a:cxn ang="0">
                  <a:pos x="170" y="1"/>
                </a:cxn>
                <a:cxn ang="0">
                  <a:pos x="167" y="0"/>
                </a:cxn>
                <a:cxn ang="0">
                  <a:pos x="164" y="1"/>
                </a:cxn>
                <a:cxn ang="0">
                  <a:pos x="162" y="5"/>
                </a:cxn>
              </a:cxnLst>
              <a:rect l="0" t="0" r="r" b="b"/>
              <a:pathLst>
                <a:path w="171" h="929">
                  <a:moveTo>
                    <a:pt x="162" y="5"/>
                  </a:moveTo>
                  <a:lnTo>
                    <a:pt x="162" y="5"/>
                  </a:lnTo>
                  <a:lnTo>
                    <a:pt x="162" y="36"/>
                  </a:lnTo>
                  <a:lnTo>
                    <a:pt x="161" y="67"/>
                  </a:lnTo>
                  <a:lnTo>
                    <a:pt x="160" y="97"/>
                  </a:lnTo>
                  <a:lnTo>
                    <a:pt x="155" y="128"/>
                  </a:lnTo>
                  <a:lnTo>
                    <a:pt x="155" y="128"/>
                  </a:lnTo>
                  <a:lnTo>
                    <a:pt x="151" y="156"/>
                  </a:lnTo>
                  <a:lnTo>
                    <a:pt x="146" y="185"/>
                  </a:lnTo>
                  <a:lnTo>
                    <a:pt x="141" y="214"/>
                  </a:lnTo>
                  <a:lnTo>
                    <a:pt x="137" y="243"/>
                  </a:lnTo>
                  <a:lnTo>
                    <a:pt x="137" y="243"/>
                  </a:lnTo>
                  <a:lnTo>
                    <a:pt x="129" y="305"/>
                  </a:lnTo>
                  <a:lnTo>
                    <a:pt x="123" y="335"/>
                  </a:lnTo>
                  <a:lnTo>
                    <a:pt x="117" y="366"/>
                  </a:lnTo>
                  <a:lnTo>
                    <a:pt x="111" y="397"/>
                  </a:lnTo>
                  <a:lnTo>
                    <a:pt x="104" y="427"/>
                  </a:lnTo>
                  <a:lnTo>
                    <a:pt x="97" y="457"/>
                  </a:lnTo>
                  <a:lnTo>
                    <a:pt x="87" y="487"/>
                  </a:lnTo>
                  <a:lnTo>
                    <a:pt x="87" y="487"/>
                  </a:lnTo>
                  <a:lnTo>
                    <a:pt x="78" y="515"/>
                  </a:lnTo>
                  <a:lnTo>
                    <a:pt x="69" y="543"/>
                  </a:lnTo>
                  <a:lnTo>
                    <a:pt x="59" y="572"/>
                  </a:lnTo>
                  <a:lnTo>
                    <a:pt x="51" y="599"/>
                  </a:lnTo>
                  <a:lnTo>
                    <a:pt x="51" y="599"/>
                  </a:lnTo>
                  <a:lnTo>
                    <a:pt x="48" y="614"/>
                  </a:lnTo>
                  <a:lnTo>
                    <a:pt x="46" y="628"/>
                  </a:lnTo>
                  <a:lnTo>
                    <a:pt x="44" y="658"/>
                  </a:lnTo>
                  <a:lnTo>
                    <a:pt x="42" y="687"/>
                  </a:lnTo>
                  <a:lnTo>
                    <a:pt x="40" y="702"/>
                  </a:lnTo>
                  <a:lnTo>
                    <a:pt x="38" y="717"/>
                  </a:lnTo>
                  <a:lnTo>
                    <a:pt x="38" y="717"/>
                  </a:lnTo>
                  <a:lnTo>
                    <a:pt x="28" y="769"/>
                  </a:lnTo>
                  <a:lnTo>
                    <a:pt x="23" y="796"/>
                  </a:lnTo>
                  <a:lnTo>
                    <a:pt x="17" y="822"/>
                  </a:lnTo>
                  <a:lnTo>
                    <a:pt x="17" y="822"/>
                  </a:lnTo>
                  <a:lnTo>
                    <a:pt x="15" y="834"/>
                  </a:lnTo>
                  <a:lnTo>
                    <a:pt x="12" y="846"/>
                  </a:lnTo>
                  <a:lnTo>
                    <a:pt x="9" y="872"/>
                  </a:lnTo>
                  <a:lnTo>
                    <a:pt x="6" y="898"/>
                  </a:lnTo>
                  <a:lnTo>
                    <a:pt x="4" y="910"/>
                  </a:lnTo>
                  <a:lnTo>
                    <a:pt x="0" y="924"/>
                  </a:lnTo>
                  <a:lnTo>
                    <a:pt x="0" y="924"/>
                  </a:lnTo>
                  <a:lnTo>
                    <a:pt x="0" y="926"/>
                  </a:lnTo>
                  <a:lnTo>
                    <a:pt x="2" y="927"/>
                  </a:lnTo>
                  <a:lnTo>
                    <a:pt x="3" y="928"/>
                  </a:lnTo>
                  <a:lnTo>
                    <a:pt x="5" y="929"/>
                  </a:lnTo>
                  <a:lnTo>
                    <a:pt x="6" y="929"/>
                  </a:lnTo>
                  <a:lnTo>
                    <a:pt x="8" y="929"/>
                  </a:lnTo>
                  <a:lnTo>
                    <a:pt x="9" y="928"/>
                  </a:lnTo>
                  <a:lnTo>
                    <a:pt x="10" y="926"/>
                  </a:lnTo>
                  <a:lnTo>
                    <a:pt x="10" y="926"/>
                  </a:lnTo>
                  <a:lnTo>
                    <a:pt x="13" y="915"/>
                  </a:lnTo>
                  <a:lnTo>
                    <a:pt x="14" y="902"/>
                  </a:lnTo>
                  <a:lnTo>
                    <a:pt x="17" y="878"/>
                  </a:lnTo>
                  <a:lnTo>
                    <a:pt x="20" y="855"/>
                  </a:lnTo>
                  <a:lnTo>
                    <a:pt x="22" y="842"/>
                  </a:lnTo>
                  <a:lnTo>
                    <a:pt x="25" y="831"/>
                  </a:lnTo>
                  <a:lnTo>
                    <a:pt x="25" y="831"/>
                  </a:lnTo>
                  <a:lnTo>
                    <a:pt x="30" y="805"/>
                  </a:lnTo>
                  <a:lnTo>
                    <a:pt x="36" y="778"/>
                  </a:lnTo>
                  <a:lnTo>
                    <a:pt x="45" y="727"/>
                  </a:lnTo>
                  <a:lnTo>
                    <a:pt x="45" y="727"/>
                  </a:lnTo>
                  <a:lnTo>
                    <a:pt x="49" y="698"/>
                  </a:lnTo>
                  <a:lnTo>
                    <a:pt x="52" y="669"/>
                  </a:lnTo>
                  <a:lnTo>
                    <a:pt x="54" y="640"/>
                  </a:lnTo>
                  <a:lnTo>
                    <a:pt x="58" y="610"/>
                  </a:lnTo>
                  <a:lnTo>
                    <a:pt x="58" y="610"/>
                  </a:lnTo>
                  <a:lnTo>
                    <a:pt x="61" y="595"/>
                  </a:lnTo>
                  <a:lnTo>
                    <a:pt x="66" y="580"/>
                  </a:lnTo>
                  <a:lnTo>
                    <a:pt x="76" y="550"/>
                  </a:lnTo>
                  <a:lnTo>
                    <a:pt x="86" y="519"/>
                  </a:lnTo>
                  <a:lnTo>
                    <a:pt x="97" y="490"/>
                  </a:lnTo>
                  <a:lnTo>
                    <a:pt x="97" y="490"/>
                  </a:lnTo>
                  <a:lnTo>
                    <a:pt x="106" y="461"/>
                  </a:lnTo>
                  <a:lnTo>
                    <a:pt x="113" y="431"/>
                  </a:lnTo>
                  <a:lnTo>
                    <a:pt x="120" y="402"/>
                  </a:lnTo>
                  <a:lnTo>
                    <a:pt x="126" y="372"/>
                  </a:lnTo>
                  <a:lnTo>
                    <a:pt x="132" y="342"/>
                  </a:lnTo>
                  <a:lnTo>
                    <a:pt x="137" y="312"/>
                  </a:lnTo>
                  <a:lnTo>
                    <a:pt x="145" y="252"/>
                  </a:lnTo>
                  <a:lnTo>
                    <a:pt x="145" y="252"/>
                  </a:lnTo>
                  <a:lnTo>
                    <a:pt x="149" y="219"/>
                  </a:lnTo>
                  <a:lnTo>
                    <a:pt x="155" y="186"/>
                  </a:lnTo>
                  <a:lnTo>
                    <a:pt x="161" y="154"/>
                  </a:lnTo>
                  <a:lnTo>
                    <a:pt x="166" y="121"/>
                  </a:lnTo>
                  <a:lnTo>
                    <a:pt x="166" y="121"/>
                  </a:lnTo>
                  <a:lnTo>
                    <a:pt x="169" y="92"/>
                  </a:lnTo>
                  <a:lnTo>
                    <a:pt x="171" y="63"/>
                  </a:lnTo>
                  <a:lnTo>
                    <a:pt x="171" y="34"/>
                  </a:lnTo>
                  <a:lnTo>
                    <a:pt x="171" y="5"/>
                  </a:lnTo>
                  <a:lnTo>
                    <a:pt x="171" y="5"/>
                  </a:lnTo>
                  <a:lnTo>
                    <a:pt x="171" y="2"/>
                  </a:lnTo>
                  <a:lnTo>
                    <a:pt x="170" y="1"/>
                  </a:lnTo>
                  <a:lnTo>
                    <a:pt x="168" y="0"/>
                  </a:lnTo>
                  <a:lnTo>
                    <a:pt x="167" y="0"/>
                  </a:lnTo>
                  <a:lnTo>
                    <a:pt x="165" y="0"/>
                  </a:lnTo>
                  <a:lnTo>
                    <a:pt x="164" y="1"/>
                  </a:lnTo>
                  <a:lnTo>
                    <a:pt x="163" y="2"/>
                  </a:lnTo>
                  <a:lnTo>
                    <a:pt x="162" y="5"/>
                  </a:lnTo>
                  <a:lnTo>
                    <a:pt x="162" y="5"/>
                  </a:lnTo>
                  <a:close/>
                </a:path>
              </a:pathLst>
            </a:custGeom>
            <a:grpFill/>
            <a:ln>
              <a:solidFill>
                <a:schemeClr val="accent1">
                  <a:lumMod val="75000"/>
                  <a:alpha val="0"/>
                </a:schemeClr>
              </a:solidFill>
            </a:ln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301" name="Freeform 917"/>
            <p:cNvSpPr/>
            <p:nvPr>
              <p:custDataLst>
                <p:tags r:id="rId17"/>
              </p:custDataLst>
            </p:nvPr>
          </p:nvSpPr>
          <p:spPr bwMode="auto">
            <a:xfrm>
              <a:off x="3692525" y="1401763"/>
              <a:ext cx="90488" cy="436563"/>
            </a:xfrm>
            <a:custGeom>
              <a:avLst/>
              <a:gdLst/>
              <a:ahLst/>
              <a:cxnLst>
                <a:cxn ang="0">
                  <a:pos x="161" y="5"/>
                </a:cxn>
                <a:cxn ang="0">
                  <a:pos x="157" y="61"/>
                </a:cxn>
                <a:cxn ang="0">
                  <a:pos x="148" y="118"/>
                </a:cxn>
                <a:cxn ang="0">
                  <a:pos x="143" y="143"/>
                </a:cxn>
                <a:cxn ang="0">
                  <a:pos x="130" y="192"/>
                </a:cxn>
                <a:cxn ang="0">
                  <a:pos x="126" y="216"/>
                </a:cxn>
                <a:cxn ang="0">
                  <a:pos x="124" y="236"/>
                </a:cxn>
                <a:cxn ang="0">
                  <a:pos x="124" y="257"/>
                </a:cxn>
                <a:cxn ang="0">
                  <a:pos x="120" y="285"/>
                </a:cxn>
                <a:cxn ang="0">
                  <a:pos x="115" y="314"/>
                </a:cxn>
                <a:cxn ang="0">
                  <a:pos x="97" y="395"/>
                </a:cxn>
                <a:cxn ang="0">
                  <a:pos x="93" y="422"/>
                </a:cxn>
                <a:cxn ang="0">
                  <a:pos x="88" y="472"/>
                </a:cxn>
                <a:cxn ang="0">
                  <a:pos x="82" y="520"/>
                </a:cxn>
                <a:cxn ang="0">
                  <a:pos x="74" y="547"/>
                </a:cxn>
                <a:cxn ang="0">
                  <a:pos x="56" y="599"/>
                </a:cxn>
                <a:cxn ang="0">
                  <a:pos x="47" y="624"/>
                </a:cxn>
                <a:cxn ang="0">
                  <a:pos x="24" y="696"/>
                </a:cxn>
                <a:cxn ang="0">
                  <a:pos x="10" y="745"/>
                </a:cxn>
                <a:cxn ang="0">
                  <a:pos x="2" y="795"/>
                </a:cxn>
                <a:cxn ang="0">
                  <a:pos x="0" y="820"/>
                </a:cxn>
                <a:cxn ang="0">
                  <a:pos x="2" y="823"/>
                </a:cxn>
                <a:cxn ang="0">
                  <a:pos x="5" y="825"/>
                </a:cxn>
                <a:cxn ang="0">
                  <a:pos x="8" y="823"/>
                </a:cxn>
                <a:cxn ang="0">
                  <a:pos x="9" y="820"/>
                </a:cxn>
                <a:cxn ang="0">
                  <a:pos x="11" y="794"/>
                </a:cxn>
                <a:cxn ang="0">
                  <a:pos x="21" y="743"/>
                </a:cxn>
                <a:cxn ang="0">
                  <a:pos x="34" y="693"/>
                </a:cxn>
                <a:cxn ang="0">
                  <a:pos x="58" y="618"/>
                </a:cxn>
                <a:cxn ang="0">
                  <a:pos x="66" y="594"/>
                </a:cxn>
                <a:cxn ang="0">
                  <a:pos x="84" y="547"/>
                </a:cxn>
                <a:cxn ang="0">
                  <a:pos x="90" y="522"/>
                </a:cxn>
                <a:cxn ang="0">
                  <a:pos x="95" y="496"/>
                </a:cxn>
                <a:cxn ang="0">
                  <a:pos x="100" y="443"/>
                </a:cxn>
                <a:cxn ang="0">
                  <a:pos x="103" y="416"/>
                </a:cxn>
                <a:cxn ang="0">
                  <a:pos x="113" y="366"/>
                </a:cxn>
                <a:cxn ang="0">
                  <a:pos x="123" y="316"/>
                </a:cxn>
                <a:cxn ang="0">
                  <a:pos x="133" y="266"/>
                </a:cxn>
                <a:cxn ang="0">
                  <a:pos x="134" y="253"/>
                </a:cxn>
                <a:cxn ang="0">
                  <a:pos x="134" y="226"/>
                </a:cxn>
                <a:cxn ang="0">
                  <a:pos x="136" y="212"/>
                </a:cxn>
                <a:cxn ang="0">
                  <a:pos x="147" y="162"/>
                </a:cxn>
                <a:cxn ang="0">
                  <a:pos x="159" y="112"/>
                </a:cxn>
                <a:cxn ang="0">
                  <a:pos x="163" y="85"/>
                </a:cxn>
                <a:cxn ang="0">
                  <a:pos x="169" y="32"/>
                </a:cxn>
                <a:cxn ang="0">
                  <a:pos x="170" y="5"/>
                </a:cxn>
                <a:cxn ang="0">
                  <a:pos x="169" y="1"/>
                </a:cxn>
                <a:cxn ang="0">
                  <a:pos x="166" y="0"/>
                </a:cxn>
                <a:cxn ang="0">
                  <a:pos x="163" y="1"/>
                </a:cxn>
                <a:cxn ang="0">
                  <a:pos x="161" y="5"/>
                </a:cxn>
              </a:cxnLst>
              <a:rect l="0" t="0" r="r" b="b"/>
              <a:pathLst>
                <a:path w="170" h="825">
                  <a:moveTo>
                    <a:pt x="161" y="5"/>
                  </a:moveTo>
                  <a:lnTo>
                    <a:pt x="161" y="5"/>
                  </a:lnTo>
                  <a:lnTo>
                    <a:pt x="160" y="34"/>
                  </a:lnTo>
                  <a:lnTo>
                    <a:pt x="157" y="61"/>
                  </a:lnTo>
                  <a:lnTo>
                    <a:pt x="153" y="90"/>
                  </a:lnTo>
                  <a:lnTo>
                    <a:pt x="148" y="118"/>
                  </a:lnTo>
                  <a:lnTo>
                    <a:pt x="148" y="118"/>
                  </a:lnTo>
                  <a:lnTo>
                    <a:pt x="143" y="143"/>
                  </a:lnTo>
                  <a:lnTo>
                    <a:pt x="136" y="168"/>
                  </a:lnTo>
                  <a:lnTo>
                    <a:pt x="130" y="192"/>
                  </a:lnTo>
                  <a:lnTo>
                    <a:pt x="126" y="216"/>
                  </a:lnTo>
                  <a:lnTo>
                    <a:pt x="126" y="216"/>
                  </a:lnTo>
                  <a:lnTo>
                    <a:pt x="124" y="227"/>
                  </a:lnTo>
                  <a:lnTo>
                    <a:pt x="124" y="236"/>
                  </a:lnTo>
                  <a:lnTo>
                    <a:pt x="124" y="257"/>
                  </a:lnTo>
                  <a:lnTo>
                    <a:pt x="124" y="257"/>
                  </a:lnTo>
                  <a:lnTo>
                    <a:pt x="123" y="271"/>
                  </a:lnTo>
                  <a:lnTo>
                    <a:pt x="120" y="285"/>
                  </a:lnTo>
                  <a:lnTo>
                    <a:pt x="115" y="314"/>
                  </a:lnTo>
                  <a:lnTo>
                    <a:pt x="115" y="314"/>
                  </a:lnTo>
                  <a:lnTo>
                    <a:pt x="102" y="367"/>
                  </a:lnTo>
                  <a:lnTo>
                    <a:pt x="97" y="395"/>
                  </a:lnTo>
                  <a:lnTo>
                    <a:pt x="93" y="422"/>
                  </a:lnTo>
                  <a:lnTo>
                    <a:pt x="93" y="422"/>
                  </a:lnTo>
                  <a:lnTo>
                    <a:pt x="91" y="447"/>
                  </a:lnTo>
                  <a:lnTo>
                    <a:pt x="88" y="472"/>
                  </a:lnTo>
                  <a:lnTo>
                    <a:pt x="86" y="495"/>
                  </a:lnTo>
                  <a:lnTo>
                    <a:pt x="82" y="520"/>
                  </a:lnTo>
                  <a:lnTo>
                    <a:pt x="82" y="520"/>
                  </a:lnTo>
                  <a:lnTo>
                    <a:pt x="74" y="547"/>
                  </a:lnTo>
                  <a:lnTo>
                    <a:pt x="65" y="573"/>
                  </a:lnTo>
                  <a:lnTo>
                    <a:pt x="56" y="599"/>
                  </a:lnTo>
                  <a:lnTo>
                    <a:pt x="47" y="624"/>
                  </a:lnTo>
                  <a:lnTo>
                    <a:pt x="47" y="624"/>
                  </a:lnTo>
                  <a:lnTo>
                    <a:pt x="31" y="672"/>
                  </a:lnTo>
                  <a:lnTo>
                    <a:pt x="24" y="696"/>
                  </a:lnTo>
                  <a:lnTo>
                    <a:pt x="17" y="720"/>
                  </a:lnTo>
                  <a:lnTo>
                    <a:pt x="10" y="745"/>
                  </a:lnTo>
                  <a:lnTo>
                    <a:pt x="5" y="770"/>
                  </a:lnTo>
                  <a:lnTo>
                    <a:pt x="2" y="795"/>
                  </a:lnTo>
                  <a:lnTo>
                    <a:pt x="0" y="820"/>
                  </a:lnTo>
                  <a:lnTo>
                    <a:pt x="0" y="820"/>
                  </a:lnTo>
                  <a:lnTo>
                    <a:pt x="1" y="822"/>
                  </a:lnTo>
                  <a:lnTo>
                    <a:pt x="2" y="823"/>
                  </a:lnTo>
                  <a:lnTo>
                    <a:pt x="3" y="824"/>
                  </a:lnTo>
                  <a:lnTo>
                    <a:pt x="5" y="825"/>
                  </a:lnTo>
                  <a:lnTo>
                    <a:pt x="6" y="824"/>
                  </a:lnTo>
                  <a:lnTo>
                    <a:pt x="8" y="823"/>
                  </a:lnTo>
                  <a:lnTo>
                    <a:pt x="9" y="822"/>
                  </a:lnTo>
                  <a:lnTo>
                    <a:pt x="9" y="820"/>
                  </a:lnTo>
                  <a:lnTo>
                    <a:pt x="9" y="820"/>
                  </a:lnTo>
                  <a:lnTo>
                    <a:pt x="11" y="794"/>
                  </a:lnTo>
                  <a:lnTo>
                    <a:pt x="15" y="769"/>
                  </a:lnTo>
                  <a:lnTo>
                    <a:pt x="21" y="743"/>
                  </a:lnTo>
                  <a:lnTo>
                    <a:pt x="27" y="717"/>
                  </a:lnTo>
                  <a:lnTo>
                    <a:pt x="34" y="693"/>
                  </a:lnTo>
                  <a:lnTo>
                    <a:pt x="42" y="668"/>
                  </a:lnTo>
                  <a:lnTo>
                    <a:pt x="58" y="618"/>
                  </a:lnTo>
                  <a:lnTo>
                    <a:pt x="58" y="618"/>
                  </a:lnTo>
                  <a:lnTo>
                    <a:pt x="66" y="594"/>
                  </a:lnTo>
                  <a:lnTo>
                    <a:pt x="75" y="571"/>
                  </a:lnTo>
                  <a:lnTo>
                    <a:pt x="84" y="547"/>
                  </a:lnTo>
                  <a:lnTo>
                    <a:pt x="90" y="522"/>
                  </a:lnTo>
                  <a:lnTo>
                    <a:pt x="90" y="522"/>
                  </a:lnTo>
                  <a:lnTo>
                    <a:pt x="93" y="510"/>
                  </a:lnTo>
                  <a:lnTo>
                    <a:pt x="95" y="496"/>
                  </a:lnTo>
                  <a:lnTo>
                    <a:pt x="98" y="469"/>
                  </a:lnTo>
                  <a:lnTo>
                    <a:pt x="100" y="443"/>
                  </a:lnTo>
                  <a:lnTo>
                    <a:pt x="103" y="416"/>
                  </a:lnTo>
                  <a:lnTo>
                    <a:pt x="103" y="416"/>
                  </a:lnTo>
                  <a:lnTo>
                    <a:pt x="107" y="391"/>
                  </a:lnTo>
                  <a:lnTo>
                    <a:pt x="113" y="366"/>
                  </a:lnTo>
                  <a:lnTo>
                    <a:pt x="123" y="316"/>
                  </a:lnTo>
                  <a:lnTo>
                    <a:pt x="123" y="316"/>
                  </a:lnTo>
                  <a:lnTo>
                    <a:pt x="128" y="291"/>
                  </a:lnTo>
                  <a:lnTo>
                    <a:pt x="133" y="266"/>
                  </a:lnTo>
                  <a:lnTo>
                    <a:pt x="133" y="266"/>
                  </a:lnTo>
                  <a:lnTo>
                    <a:pt x="134" y="253"/>
                  </a:lnTo>
                  <a:lnTo>
                    <a:pt x="134" y="239"/>
                  </a:lnTo>
                  <a:lnTo>
                    <a:pt x="134" y="226"/>
                  </a:lnTo>
                  <a:lnTo>
                    <a:pt x="136" y="212"/>
                  </a:lnTo>
                  <a:lnTo>
                    <a:pt x="136" y="212"/>
                  </a:lnTo>
                  <a:lnTo>
                    <a:pt x="141" y="186"/>
                  </a:lnTo>
                  <a:lnTo>
                    <a:pt x="147" y="162"/>
                  </a:lnTo>
                  <a:lnTo>
                    <a:pt x="153" y="137"/>
                  </a:lnTo>
                  <a:lnTo>
                    <a:pt x="159" y="112"/>
                  </a:lnTo>
                  <a:lnTo>
                    <a:pt x="159" y="112"/>
                  </a:lnTo>
                  <a:lnTo>
                    <a:pt x="163" y="85"/>
                  </a:lnTo>
                  <a:lnTo>
                    <a:pt x="167" y="58"/>
                  </a:lnTo>
                  <a:lnTo>
                    <a:pt x="169" y="32"/>
                  </a:lnTo>
                  <a:lnTo>
                    <a:pt x="170" y="5"/>
                  </a:lnTo>
                  <a:lnTo>
                    <a:pt x="170" y="5"/>
                  </a:lnTo>
                  <a:lnTo>
                    <a:pt x="170" y="3"/>
                  </a:lnTo>
                  <a:lnTo>
                    <a:pt x="169" y="1"/>
                  </a:lnTo>
                  <a:lnTo>
                    <a:pt x="168" y="0"/>
                  </a:lnTo>
                  <a:lnTo>
                    <a:pt x="166" y="0"/>
                  </a:lnTo>
                  <a:lnTo>
                    <a:pt x="164" y="0"/>
                  </a:lnTo>
                  <a:lnTo>
                    <a:pt x="163" y="1"/>
                  </a:lnTo>
                  <a:lnTo>
                    <a:pt x="162" y="3"/>
                  </a:lnTo>
                  <a:lnTo>
                    <a:pt x="161" y="5"/>
                  </a:lnTo>
                  <a:lnTo>
                    <a:pt x="161" y="5"/>
                  </a:lnTo>
                  <a:close/>
                </a:path>
              </a:pathLst>
            </a:custGeom>
            <a:grpFill/>
            <a:ln>
              <a:solidFill>
                <a:schemeClr val="accent1">
                  <a:lumMod val="75000"/>
                  <a:alpha val="0"/>
                </a:schemeClr>
              </a:solidFill>
            </a:ln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302" name="Freeform 918"/>
            <p:cNvSpPr/>
            <p:nvPr>
              <p:custDataLst>
                <p:tags r:id="rId18"/>
              </p:custDataLst>
            </p:nvPr>
          </p:nvSpPr>
          <p:spPr bwMode="auto">
            <a:xfrm>
              <a:off x="3751263" y="1443038"/>
              <a:ext cx="66675" cy="360363"/>
            </a:xfrm>
            <a:custGeom>
              <a:avLst/>
              <a:gdLst/>
              <a:ahLst/>
              <a:cxnLst>
                <a:cxn ang="0">
                  <a:pos x="117" y="4"/>
                </a:cxn>
                <a:cxn ang="0">
                  <a:pos x="116" y="50"/>
                </a:cxn>
                <a:cxn ang="0">
                  <a:pos x="108" y="139"/>
                </a:cxn>
                <a:cxn ang="0">
                  <a:pos x="94" y="228"/>
                </a:cxn>
                <a:cxn ang="0">
                  <a:pos x="68" y="361"/>
                </a:cxn>
                <a:cxn ang="0">
                  <a:pos x="63" y="383"/>
                </a:cxn>
                <a:cxn ang="0">
                  <a:pos x="57" y="404"/>
                </a:cxn>
                <a:cxn ang="0">
                  <a:pos x="48" y="432"/>
                </a:cxn>
                <a:cxn ang="0">
                  <a:pos x="47" y="440"/>
                </a:cxn>
                <a:cxn ang="0">
                  <a:pos x="44" y="482"/>
                </a:cxn>
                <a:cxn ang="0">
                  <a:pos x="38" y="523"/>
                </a:cxn>
                <a:cxn ang="0">
                  <a:pos x="32" y="542"/>
                </a:cxn>
                <a:cxn ang="0">
                  <a:pos x="10" y="598"/>
                </a:cxn>
                <a:cxn ang="0">
                  <a:pos x="7" y="608"/>
                </a:cxn>
                <a:cxn ang="0">
                  <a:pos x="2" y="637"/>
                </a:cxn>
                <a:cxn ang="0">
                  <a:pos x="0" y="678"/>
                </a:cxn>
                <a:cxn ang="0">
                  <a:pos x="0" y="680"/>
                </a:cxn>
                <a:cxn ang="0">
                  <a:pos x="3" y="682"/>
                </a:cxn>
                <a:cxn ang="0">
                  <a:pos x="6" y="682"/>
                </a:cxn>
                <a:cxn ang="0">
                  <a:pos x="9" y="680"/>
                </a:cxn>
                <a:cxn ang="0">
                  <a:pos x="9" y="678"/>
                </a:cxn>
                <a:cxn ang="0">
                  <a:pos x="12" y="635"/>
                </a:cxn>
                <a:cxn ang="0">
                  <a:pos x="22" y="594"/>
                </a:cxn>
                <a:cxn ang="0">
                  <a:pos x="36" y="556"/>
                </a:cxn>
                <a:cxn ang="0">
                  <a:pos x="48" y="517"/>
                </a:cxn>
                <a:cxn ang="0">
                  <a:pos x="51" y="501"/>
                </a:cxn>
                <a:cxn ang="0">
                  <a:pos x="56" y="448"/>
                </a:cxn>
                <a:cxn ang="0">
                  <a:pos x="57" y="436"/>
                </a:cxn>
                <a:cxn ang="0">
                  <a:pos x="67" y="398"/>
                </a:cxn>
                <a:cxn ang="0">
                  <a:pos x="77" y="359"/>
                </a:cxn>
                <a:cxn ang="0">
                  <a:pos x="80" y="347"/>
                </a:cxn>
                <a:cxn ang="0">
                  <a:pos x="96" y="262"/>
                </a:cxn>
                <a:cxn ang="0">
                  <a:pos x="112" y="178"/>
                </a:cxn>
                <a:cxn ang="0">
                  <a:pos x="119" y="134"/>
                </a:cxn>
                <a:cxn ang="0">
                  <a:pos x="127" y="48"/>
                </a:cxn>
                <a:cxn ang="0">
                  <a:pos x="128" y="4"/>
                </a:cxn>
                <a:cxn ang="0">
                  <a:pos x="126" y="1"/>
                </a:cxn>
                <a:cxn ang="0">
                  <a:pos x="122" y="0"/>
                </a:cxn>
                <a:cxn ang="0">
                  <a:pos x="119" y="1"/>
                </a:cxn>
                <a:cxn ang="0">
                  <a:pos x="117" y="4"/>
                </a:cxn>
              </a:cxnLst>
              <a:rect l="0" t="0" r="r" b="b"/>
              <a:pathLst>
                <a:path w="128" h="682">
                  <a:moveTo>
                    <a:pt x="117" y="4"/>
                  </a:moveTo>
                  <a:lnTo>
                    <a:pt x="117" y="4"/>
                  </a:lnTo>
                  <a:lnTo>
                    <a:pt x="117" y="27"/>
                  </a:lnTo>
                  <a:lnTo>
                    <a:pt x="116" y="50"/>
                  </a:lnTo>
                  <a:lnTo>
                    <a:pt x="113" y="95"/>
                  </a:lnTo>
                  <a:lnTo>
                    <a:pt x="108" y="139"/>
                  </a:lnTo>
                  <a:lnTo>
                    <a:pt x="101" y="184"/>
                  </a:lnTo>
                  <a:lnTo>
                    <a:pt x="94" y="228"/>
                  </a:lnTo>
                  <a:lnTo>
                    <a:pt x="84" y="273"/>
                  </a:lnTo>
                  <a:lnTo>
                    <a:pt x="68" y="361"/>
                  </a:lnTo>
                  <a:lnTo>
                    <a:pt x="68" y="361"/>
                  </a:lnTo>
                  <a:lnTo>
                    <a:pt x="63" y="383"/>
                  </a:lnTo>
                  <a:lnTo>
                    <a:pt x="57" y="404"/>
                  </a:lnTo>
                  <a:lnTo>
                    <a:pt x="57" y="404"/>
                  </a:lnTo>
                  <a:lnTo>
                    <a:pt x="51" y="422"/>
                  </a:lnTo>
                  <a:lnTo>
                    <a:pt x="48" y="432"/>
                  </a:lnTo>
                  <a:lnTo>
                    <a:pt x="47" y="440"/>
                  </a:lnTo>
                  <a:lnTo>
                    <a:pt x="47" y="440"/>
                  </a:lnTo>
                  <a:lnTo>
                    <a:pt x="46" y="461"/>
                  </a:lnTo>
                  <a:lnTo>
                    <a:pt x="44" y="482"/>
                  </a:lnTo>
                  <a:lnTo>
                    <a:pt x="41" y="503"/>
                  </a:lnTo>
                  <a:lnTo>
                    <a:pt x="38" y="523"/>
                  </a:lnTo>
                  <a:lnTo>
                    <a:pt x="38" y="523"/>
                  </a:lnTo>
                  <a:lnTo>
                    <a:pt x="32" y="542"/>
                  </a:lnTo>
                  <a:lnTo>
                    <a:pt x="24" y="561"/>
                  </a:lnTo>
                  <a:lnTo>
                    <a:pt x="10" y="598"/>
                  </a:lnTo>
                  <a:lnTo>
                    <a:pt x="10" y="598"/>
                  </a:lnTo>
                  <a:lnTo>
                    <a:pt x="7" y="608"/>
                  </a:lnTo>
                  <a:lnTo>
                    <a:pt x="5" y="618"/>
                  </a:lnTo>
                  <a:lnTo>
                    <a:pt x="2" y="637"/>
                  </a:lnTo>
                  <a:lnTo>
                    <a:pt x="0" y="657"/>
                  </a:lnTo>
                  <a:lnTo>
                    <a:pt x="0" y="678"/>
                  </a:lnTo>
                  <a:lnTo>
                    <a:pt x="0" y="678"/>
                  </a:lnTo>
                  <a:lnTo>
                    <a:pt x="0" y="680"/>
                  </a:lnTo>
                  <a:lnTo>
                    <a:pt x="1" y="681"/>
                  </a:lnTo>
                  <a:lnTo>
                    <a:pt x="3" y="682"/>
                  </a:lnTo>
                  <a:lnTo>
                    <a:pt x="4" y="682"/>
                  </a:lnTo>
                  <a:lnTo>
                    <a:pt x="6" y="682"/>
                  </a:lnTo>
                  <a:lnTo>
                    <a:pt x="7" y="681"/>
                  </a:lnTo>
                  <a:lnTo>
                    <a:pt x="9" y="680"/>
                  </a:lnTo>
                  <a:lnTo>
                    <a:pt x="9" y="678"/>
                  </a:lnTo>
                  <a:lnTo>
                    <a:pt x="9" y="678"/>
                  </a:lnTo>
                  <a:lnTo>
                    <a:pt x="10" y="656"/>
                  </a:lnTo>
                  <a:lnTo>
                    <a:pt x="12" y="635"/>
                  </a:lnTo>
                  <a:lnTo>
                    <a:pt x="16" y="615"/>
                  </a:lnTo>
                  <a:lnTo>
                    <a:pt x="22" y="594"/>
                  </a:lnTo>
                  <a:lnTo>
                    <a:pt x="22" y="594"/>
                  </a:lnTo>
                  <a:lnTo>
                    <a:pt x="36" y="556"/>
                  </a:lnTo>
                  <a:lnTo>
                    <a:pt x="43" y="537"/>
                  </a:lnTo>
                  <a:lnTo>
                    <a:pt x="48" y="517"/>
                  </a:lnTo>
                  <a:lnTo>
                    <a:pt x="48" y="517"/>
                  </a:lnTo>
                  <a:lnTo>
                    <a:pt x="51" y="501"/>
                  </a:lnTo>
                  <a:lnTo>
                    <a:pt x="53" y="483"/>
                  </a:lnTo>
                  <a:lnTo>
                    <a:pt x="56" y="448"/>
                  </a:lnTo>
                  <a:lnTo>
                    <a:pt x="56" y="448"/>
                  </a:lnTo>
                  <a:lnTo>
                    <a:pt x="57" y="436"/>
                  </a:lnTo>
                  <a:lnTo>
                    <a:pt x="60" y="422"/>
                  </a:lnTo>
                  <a:lnTo>
                    <a:pt x="67" y="398"/>
                  </a:lnTo>
                  <a:lnTo>
                    <a:pt x="74" y="372"/>
                  </a:lnTo>
                  <a:lnTo>
                    <a:pt x="77" y="359"/>
                  </a:lnTo>
                  <a:lnTo>
                    <a:pt x="80" y="347"/>
                  </a:lnTo>
                  <a:lnTo>
                    <a:pt x="80" y="347"/>
                  </a:lnTo>
                  <a:lnTo>
                    <a:pt x="87" y="305"/>
                  </a:lnTo>
                  <a:lnTo>
                    <a:pt x="96" y="262"/>
                  </a:lnTo>
                  <a:lnTo>
                    <a:pt x="104" y="220"/>
                  </a:lnTo>
                  <a:lnTo>
                    <a:pt x="112" y="178"/>
                  </a:lnTo>
                  <a:lnTo>
                    <a:pt x="112" y="178"/>
                  </a:lnTo>
                  <a:lnTo>
                    <a:pt x="119" y="134"/>
                  </a:lnTo>
                  <a:lnTo>
                    <a:pt x="123" y="92"/>
                  </a:lnTo>
                  <a:lnTo>
                    <a:pt x="127" y="48"/>
                  </a:lnTo>
                  <a:lnTo>
                    <a:pt x="128" y="4"/>
                  </a:lnTo>
                  <a:lnTo>
                    <a:pt x="128" y="4"/>
                  </a:lnTo>
                  <a:lnTo>
                    <a:pt x="127" y="2"/>
                  </a:lnTo>
                  <a:lnTo>
                    <a:pt x="126" y="1"/>
                  </a:lnTo>
                  <a:lnTo>
                    <a:pt x="125" y="0"/>
                  </a:lnTo>
                  <a:lnTo>
                    <a:pt x="122" y="0"/>
                  </a:lnTo>
                  <a:lnTo>
                    <a:pt x="120" y="0"/>
                  </a:lnTo>
                  <a:lnTo>
                    <a:pt x="119" y="1"/>
                  </a:lnTo>
                  <a:lnTo>
                    <a:pt x="118" y="2"/>
                  </a:lnTo>
                  <a:lnTo>
                    <a:pt x="117" y="4"/>
                  </a:lnTo>
                  <a:lnTo>
                    <a:pt x="117" y="4"/>
                  </a:lnTo>
                  <a:close/>
                </a:path>
              </a:pathLst>
            </a:custGeom>
            <a:grpFill/>
            <a:ln>
              <a:solidFill>
                <a:schemeClr val="accent1">
                  <a:lumMod val="75000"/>
                  <a:alpha val="0"/>
                </a:schemeClr>
              </a:solidFill>
            </a:ln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303" name="Freeform 919"/>
            <p:cNvSpPr/>
            <p:nvPr>
              <p:custDataLst>
                <p:tags r:id="rId19"/>
              </p:custDataLst>
            </p:nvPr>
          </p:nvSpPr>
          <p:spPr bwMode="auto">
            <a:xfrm>
              <a:off x="3797300" y="1477963"/>
              <a:ext cx="60325" cy="268288"/>
            </a:xfrm>
            <a:custGeom>
              <a:avLst/>
              <a:gdLst/>
              <a:ahLst/>
              <a:cxnLst>
                <a:cxn ang="0">
                  <a:pos x="114" y="4"/>
                </a:cxn>
                <a:cxn ang="0">
                  <a:pos x="113" y="1"/>
                </a:cxn>
                <a:cxn ang="0">
                  <a:pos x="110" y="0"/>
                </a:cxn>
                <a:cxn ang="0">
                  <a:pos x="106" y="1"/>
                </a:cxn>
                <a:cxn ang="0">
                  <a:pos x="105" y="4"/>
                </a:cxn>
                <a:cxn ang="0">
                  <a:pos x="104" y="38"/>
                </a:cxn>
                <a:cxn ang="0">
                  <a:pos x="94" y="104"/>
                </a:cxn>
                <a:cxn ang="0">
                  <a:pos x="81" y="170"/>
                </a:cxn>
                <a:cxn ang="0">
                  <a:pos x="58" y="268"/>
                </a:cxn>
                <a:cxn ang="0">
                  <a:pos x="47" y="324"/>
                </a:cxn>
                <a:cxn ang="0">
                  <a:pos x="37" y="366"/>
                </a:cxn>
                <a:cxn ang="0">
                  <a:pos x="31" y="379"/>
                </a:cxn>
                <a:cxn ang="0">
                  <a:pos x="28" y="393"/>
                </a:cxn>
                <a:cxn ang="0">
                  <a:pos x="25" y="419"/>
                </a:cxn>
                <a:cxn ang="0">
                  <a:pos x="22" y="433"/>
                </a:cxn>
                <a:cxn ang="0">
                  <a:pos x="8" y="483"/>
                </a:cxn>
                <a:cxn ang="0">
                  <a:pos x="1" y="500"/>
                </a:cxn>
                <a:cxn ang="0">
                  <a:pos x="0" y="504"/>
                </a:cxn>
                <a:cxn ang="0">
                  <a:pos x="5" y="507"/>
                </a:cxn>
                <a:cxn ang="0">
                  <a:pos x="8" y="506"/>
                </a:cxn>
                <a:cxn ang="0">
                  <a:pos x="10" y="505"/>
                </a:cxn>
                <a:cxn ang="0">
                  <a:pos x="25" y="465"/>
                </a:cxn>
                <a:cxn ang="0">
                  <a:pos x="32" y="437"/>
                </a:cxn>
                <a:cxn ang="0">
                  <a:pos x="38" y="409"/>
                </a:cxn>
                <a:cxn ang="0">
                  <a:pos x="39" y="396"/>
                </a:cxn>
                <a:cxn ang="0">
                  <a:pos x="41" y="380"/>
                </a:cxn>
                <a:cxn ang="0">
                  <a:pos x="55" y="335"/>
                </a:cxn>
                <a:cxn ang="0">
                  <a:pos x="59" y="319"/>
                </a:cxn>
                <a:cxn ang="0">
                  <a:pos x="64" y="286"/>
                </a:cxn>
                <a:cxn ang="0">
                  <a:pos x="68" y="271"/>
                </a:cxn>
                <a:cxn ang="0">
                  <a:pos x="96" y="142"/>
                </a:cxn>
                <a:cxn ang="0">
                  <a:pos x="109" y="76"/>
                </a:cxn>
                <a:cxn ang="0">
                  <a:pos x="114" y="10"/>
                </a:cxn>
                <a:cxn ang="0">
                  <a:pos x="114" y="9"/>
                </a:cxn>
              </a:cxnLst>
              <a:rect l="0" t="0" r="r" b="b"/>
              <a:pathLst>
                <a:path w="114" h="507">
                  <a:moveTo>
                    <a:pt x="114" y="4"/>
                  </a:moveTo>
                  <a:lnTo>
                    <a:pt x="114" y="4"/>
                  </a:lnTo>
                  <a:lnTo>
                    <a:pt x="114" y="2"/>
                  </a:lnTo>
                  <a:lnTo>
                    <a:pt x="113" y="1"/>
                  </a:lnTo>
                  <a:lnTo>
                    <a:pt x="111" y="0"/>
                  </a:lnTo>
                  <a:lnTo>
                    <a:pt x="110" y="0"/>
                  </a:lnTo>
                  <a:lnTo>
                    <a:pt x="108" y="0"/>
                  </a:lnTo>
                  <a:lnTo>
                    <a:pt x="106" y="1"/>
                  </a:lnTo>
                  <a:lnTo>
                    <a:pt x="105" y="2"/>
                  </a:lnTo>
                  <a:lnTo>
                    <a:pt x="105" y="4"/>
                  </a:lnTo>
                  <a:lnTo>
                    <a:pt x="105" y="4"/>
                  </a:lnTo>
                  <a:lnTo>
                    <a:pt x="104" y="38"/>
                  </a:lnTo>
                  <a:lnTo>
                    <a:pt x="100" y="71"/>
                  </a:lnTo>
                  <a:lnTo>
                    <a:pt x="94" y="104"/>
                  </a:lnTo>
                  <a:lnTo>
                    <a:pt x="88" y="137"/>
                  </a:lnTo>
                  <a:lnTo>
                    <a:pt x="81" y="170"/>
                  </a:lnTo>
                  <a:lnTo>
                    <a:pt x="74" y="203"/>
                  </a:lnTo>
                  <a:lnTo>
                    <a:pt x="58" y="268"/>
                  </a:lnTo>
                  <a:lnTo>
                    <a:pt x="58" y="268"/>
                  </a:lnTo>
                  <a:lnTo>
                    <a:pt x="47" y="324"/>
                  </a:lnTo>
                  <a:lnTo>
                    <a:pt x="40" y="352"/>
                  </a:lnTo>
                  <a:lnTo>
                    <a:pt x="37" y="366"/>
                  </a:lnTo>
                  <a:lnTo>
                    <a:pt x="31" y="379"/>
                  </a:lnTo>
                  <a:lnTo>
                    <a:pt x="31" y="379"/>
                  </a:lnTo>
                  <a:lnTo>
                    <a:pt x="29" y="385"/>
                  </a:lnTo>
                  <a:lnTo>
                    <a:pt x="28" y="393"/>
                  </a:lnTo>
                  <a:lnTo>
                    <a:pt x="26" y="406"/>
                  </a:lnTo>
                  <a:lnTo>
                    <a:pt x="25" y="419"/>
                  </a:lnTo>
                  <a:lnTo>
                    <a:pt x="22" y="433"/>
                  </a:lnTo>
                  <a:lnTo>
                    <a:pt x="22" y="433"/>
                  </a:lnTo>
                  <a:lnTo>
                    <a:pt x="13" y="467"/>
                  </a:lnTo>
                  <a:lnTo>
                    <a:pt x="8" y="483"/>
                  </a:lnTo>
                  <a:lnTo>
                    <a:pt x="1" y="500"/>
                  </a:lnTo>
                  <a:lnTo>
                    <a:pt x="1" y="500"/>
                  </a:lnTo>
                  <a:lnTo>
                    <a:pt x="0" y="502"/>
                  </a:lnTo>
                  <a:lnTo>
                    <a:pt x="0" y="504"/>
                  </a:lnTo>
                  <a:lnTo>
                    <a:pt x="3" y="506"/>
                  </a:lnTo>
                  <a:lnTo>
                    <a:pt x="5" y="507"/>
                  </a:lnTo>
                  <a:lnTo>
                    <a:pt x="7" y="507"/>
                  </a:lnTo>
                  <a:lnTo>
                    <a:pt x="8" y="506"/>
                  </a:lnTo>
                  <a:lnTo>
                    <a:pt x="10" y="505"/>
                  </a:lnTo>
                  <a:lnTo>
                    <a:pt x="10" y="505"/>
                  </a:lnTo>
                  <a:lnTo>
                    <a:pt x="20" y="479"/>
                  </a:lnTo>
                  <a:lnTo>
                    <a:pt x="25" y="465"/>
                  </a:lnTo>
                  <a:lnTo>
                    <a:pt x="29" y="451"/>
                  </a:lnTo>
                  <a:lnTo>
                    <a:pt x="32" y="437"/>
                  </a:lnTo>
                  <a:lnTo>
                    <a:pt x="36" y="424"/>
                  </a:lnTo>
                  <a:lnTo>
                    <a:pt x="38" y="409"/>
                  </a:lnTo>
                  <a:lnTo>
                    <a:pt x="39" y="396"/>
                  </a:lnTo>
                  <a:lnTo>
                    <a:pt x="39" y="396"/>
                  </a:lnTo>
                  <a:lnTo>
                    <a:pt x="40" y="387"/>
                  </a:lnTo>
                  <a:lnTo>
                    <a:pt x="41" y="380"/>
                  </a:lnTo>
                  <a:lnTo>
                    <a:pt x="45" y="365"/>
                  </a:lnTo>
                  <a:lnTo>
                    <a:pt x="55" y="335"/>
                  </a:lnTo>
                  <a:lnTo>
                    <a:pt x="55" y="335"/>
                  </a:lnTo>
                  <a:lnTo>
                    <a:pt x="59" y="319"/>
                  </a:lnTo>
                  <a:lnTo>
                    <a:pt x="62" y="303"/>
                  </a:lnTo>
                  <a:lnTo>
                    <a:pt x="64" y="286"/>
                  </a:lnTo>
                  <a:lnTo>
                    <a:pt x="68" y="271"/>
                  </a:lnTo>
                  <a:lnTo>
                    <a:pt x="68" y="271"/>
                  </a:lnTo>
                  <a:lnTo>
                    <a:pt x="82" y="206"/>
                  </a:lnTo>
                  <a:lnTo>
                    <a:pt x="96" y="142"/>
                  </a:lnTo>
                  <a:lnTo>
                    <a:pt x="103" y="109"/>
                  </a:lnTo>
                  <a:lnTo>
                    <a:pt x="109" y="76"/>
                  </a:lnTo>
                  <a:lnTo>
                    <a:pt x="112" y="43"/>
                  </a:lnTo>
                  <a:lnTo>
                    <a:pt x="114" y="10"/>
                  </a:lnTo>
                  <a:lnTo>
                    <a:pt x="114" y="10"/>
                  </a:lnTo>
                  <a:lnTo>
                    <a:pt x="114" y="9"/>
                  </a:lnTo>
                  <a:lnTo>
                    <a:pt x="114" y="4"/>
                  </a:lnTo>
                  <a:close/>
                </a:path>
              </a:pathLst>
            </a:custGeom>
            <a:grpFill/>
            <a:ln>
              <a:solidFill>
                <a:schemeClr val="accent1">
                  <a:lumMod val="75000"/>
                  <a:alpha val="0"/>
                </a:schemeClr>
              </a:solidFill>
            </a:ln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304" name="Freeform 920"/>
            <p:cNvSpPr/>
            <p:nvPr>
              <p:custDataLst>
                <p:tags r:id="rId20"/>
              </p:custDataLst>
            </p:nvPr>
          </p:nvSpPr>
          <p:spPr bwMode="auto">
            <a:xfrm>
              <a:off x="3857625" y="1504950"/>
              <a:ext cx="33338" cy="190500"/>
            </a:xfrm>
            <a:custGeom>
              <a:avLst/>
              <a:gdLst/>
              <a:ahLst/>
              <a:cxnLst>
                <a:cxn ang="0">
                  <a:pos x="54" y="2"/>
                </a:cxn>
                <a:cxn ang="0">
                  <a:pos x="48" y="11"/>
                </a:cxn>
                <a:cxn ang="0">
                  <a:pos x="45" y="24"/>
                </a:cxn>
                <a:cxn ang="0">
                  <a:pos x="46" y="44"/>
                </a:cxn>
                <a:cxn ang="0">
                  <a:pos x="46" y="50"/>
                </a:cxn>
                <a:cxn ang="0">
                  <a:pos x="42" y="74"/>
                </a:cxn>
                <a:cxn ang="0">
                  <a:pos x="31" y="123"/>
                </a:cxn>
                <a:cxn ang="0">
                  <a:pos x="29" y="147"/>
                </a:cxn>
                <a:cxn ang="0">
                  <a:pos x="28" y="162"/>
                </a:cxn>
                <a:cxn ang="0">
                  <a:pos x="24" y="206"/>
                </a:cxn>
                <a:cxn ang="0">
                  <a:pos x="13" y="265"/>
                </a:cxn>
                <a:cxn ang="0">
                  <a:pos x="11" y="275"/>
                </a:cxn>
                <a:cxn ang="0">
                  <a:pos x="9" y="306"/>
                </a:cxn>
                <a:cxn ang="0">
                  <a:pos x="8" y="319"/>
                </a:cxn>
                <a:cxn ang="0">
                  <a:pos x="0" y="354"/>
                </a:cxn>
                <a:cxn ang="0">
                  <a:pos x="0" y="356"/>
                </a:cxn>
                <a:cxn ang="0">
                  <a:pos x="4" y="360"/>
                </a:cxn>
                <a:cxn ang="0">
                  <a:pos x="7" y="360"/>
                </a:cxn>
                <a:cxn ang="0">
                  <a:pos x="9" y="357"/>
                </a:cxn>
                <a:cxn ang="0">
                  <a:pos x="16" y="325"/>
                </a:cxn>
                <a:cxn ang="0">
                  <a:pos x="19" y="292"/>
                </a:cxn>
                <a:cxn ang="0">
                  <a:pos x="20" y="280"/>
                </a:cxn>
                <a:cxn ang="0">
                  <a:pos x="27" y="240"/>
                </a:cxn>
                <a:cxn ang="0">
                  <a:pos x="35" y="201"/>
                </a:cxn>
                <a:cxn ang="0">
                  <a:pos x="37" y="188"/>
                </a:cxn>
                <a:cxn ang="0">
                  <a:pos x="38" y="161"/>
                </a:cxn>
                <a:cxn ang="0">
                  <a:pos x="40" y="133"/>
                </a:cxn>
                <a:cxn ang="0">
                  <a:pos x="44" y="109"/>
                </a:cxn>
                <a:cxn ang="0">
                  <a:pos x="50" y="85"/>
                </a:cxn>
                <a:cxn ang="0">
                  <a:pos x="57" y="53"/>
                </a:cxn>
                <a:cxn ang="0">
                  <a:pos x="57" y="43"/>
                </a:cxn>
                <a:cxn ang="0">
                  <a:pos x="56" y="24"/>
                </a:cxn>
                <a:cxn ang="0">
                  <a:pos x="56" y="15"/>
                </a:cxn>
                <a:cxn ang="0">
                  <a:pos x="60" y="8"/>
                </a:cxn>
                <a:cxn ang="0">
                  <a:pos x="62" y="7"/>
                </a:cxn>
                <a:cxn ang="0">
                  <a:pos x="62" y="3"/>
                </a:cxn>
                <a:cxn ang="0">
                  <a:pos x="58" y="0"/>
                </a:cxn>
                <a:cxn ang="0">
                  <a:pos x="54" y="2"/>
                </a:cxn>
              </a:cxnLst>
              <a:rect l="0" t="0" r="r" b="b"/>
              <a:pathLst>
                <a:path w="62" h="360">
                  <a:moveTo>
                    <a:pt x="54" y="2"/>
                  </a:moveTo>
                  <a:lnTo>
                    <a:pt x="54" y="2"/>
                  </a:lnTo>
                  <a:lnTo>
                    <a:pt x="50" y="6"/>
                  </a:lnTo>
                  <a:lnTo>
                    <a:pt x="48" y="11"/>
                  </a:lnTo>
                  <a:lnTo>
                    <a:pt x="46" y="17"/>
                  </a:lnTo>
                  <a:lnTo>
                    <a:pt x="45" y="24"/>
                  </a:lnTo>
                  <a:lnTo>
                    <a:pt x="46" y="38"/>
                  </a:lnTo>
                  <a:lnTo>
                    <a:pt x="46" y="44"/>
                  </a:lnTo>
                  <a:lnTo>
                    <a:pt x="46" y="50"/>
                  </a:lnTo>
                  <a:lnTo>
                    <a:pt x="46" y="50"/>
                  </a:lnTo>
                  <a:lnTo>
                    <a:pt x="44" y="62"/>
                  </a:lnTo>
                  <a:lnTo>
                    <a:pt x="42" y="74"/>
                  </a:lnTo>
                  <a:lnTo>
                    <a:pt x="36" y="99"/>
                  </a:lnTo>
                  <a:lnTo>
                    <a:pt x="31" y="123"/>
                  </a:lnTo>
                  <a:lnTo>
                    <a:pt x="29" y="135"/>
                  </a:lnTo>
                  <a:lnTo>
                    <a:pt x="29" y="147"/>
                  </a:lnTo>
                  <a:lnTo>
                    <a:pt x="29" y="147"/>
                  </a:lnTo>
                  <a:lnTo>
                    <a:pt x="28" y="162"/>
                  </a:lnTo>
                  <a:lnTo>
                    <a:pt x="27" y="177"/>
                  </a:lnTo>
                  <a:lnTo>
                    <a:pt x="24" y="206"/>
                  </a:lnTo>
                  <a:lnTo>
                    <a:pt x="19" y="236"/>
                  </a:lnTo>
                  <a:lnTo>
                    <a:pt x="13" y="265"/>
                  </a:lnTo>
                  <a:lnTo>
                    <a:pt x="13" y="265"/>
                  </a:lnTo>
                  <a:lnTo>
                    <a:pt x="11" y="275"/>
                  </a:lnTo>
                  <a:lnTo>
                    <a:pt x="10" y="286"/>
                  </a:lnTo>
                  <a:lnTo>
                    <a:pt x="9" y="306"/>
                  </a:lnTo>
                  <a:lnTo>
                    <a:pt x="9" y="306"/>
                  </a:lnTo>
                  <a:lnTo>
                    <a:pt x="8" y="319"/>
                  </a:lnTo>
                  <a:lnTo>
                    <a:pt x="5" y="331"/>
                  </a:lnTo>
                  <a:lnTo>
                    <a:pt x="0" y="354"/>
                  </a:lnTo>
                  <a:lnTo>
                    <a:pt x="0" y="354"/>
                  </a:lnTo>
                  <a:lnTo>
                    <a:pt x="0" y="356"/>
                  </a:lnTo>
                  <a:lnTo>
                    <a:pt x="1" y="358"/>
                  </a:lnTo>
                  <a:lnTo>
                    <a:pt x="4" y="360"/>
                  </a:lnTo>
                  <a:lnTo>
                    <a:pt x="6" y="360"/>
                  </a:lnTo>
                  <a:lnTo>
                    <a:pt x="7" y="360"/>
                  </a:lnTo>
                  <a:lnTo>
                    <a:pt x="8" y="359"/>
                  </a:lnTo>
                  <a:lnTo>
                    <a:pt x="9" y="357"/>
                  </a:lnTo>
                  <a:lnTo>
                    <a:pt x="9" y="357"/>
                  </a:lnTo>
                  <a:lnTo>
                    <a:pt x="16" y="325"/>
                  </a:lnTo>
                  <a:lnTo>
                    <a:pt x="18" y="309"/>
                  </a:lnTo>
                  <a:lnTo>
                    <a:pt x="19" y="292"/>
                  </a:lnTo>
                  <a:lnTo>
                    <a:pt x="19" y="292"/>
                  </a:lnTo>
                  <a:lnTo>
                    <a:pt x="20" y="280"/>
                  </a:lnTo>
                  <a:lnTo>
                    <a:pt x="22" y="266"/>
                  </a:lnTo>
                  <a:lnTo>
                    <a:pt x="27" y="240"/>
                  </a:lnTo>
                  <a:lnTo>
                    <a:pt x="33" y="215"/>
                  </a:lnTo>
                  <a:lnTo>
                    <a:pt x="35" y="201"/>
                  </a:lnTo>
                  <a:lnTo>
                    <a:pt x="37" y="188"/>
                  </a:lnTo>
                  <a:lnTo>
                    <a:pt x="37" y="188"/>
                  </a:lnTo>
                  <a:lnTo>
                    <a:pt x="38" y="174"/>
                  </a:lnTo>
                  <a:lnTo>
                    <a:pt x="38" y="161"/>
                  </a:lnTo>
                  <a:lnTo>
                    <a:pt x="39" y="146"/>
                  </a:lnTo>
                  <a:lnTo>
                    <a:pt x="40" y="133"/>
                  </a:lnTo>
                  <a:lnTo>
                    <a:pt x="40" y="133"/>
                  </a:lnTo>
                  <a:lnTo>
                    <a:pt x="44" y="109"/>
                  </a:lnTo>
                  <a:lnTo>
                    <a:pt x="50" y="85"/>
                  </a:lnTo>
                  <a:lnTo>
                    <a:pt x="50" y="85"/>
                  </a:lnTo>
                  <a:lnTo>
                    <a:pt x="55" y="65"/>
                  </a:lnTo>
                  <a:lnTo>
                    <a:pt x="57" y="53"/>
                  </a:lnTo>
                  <a:lnTo>
                    <a:pt x="57" y="43"/>
                  </a:lnTo>
                  <a:lnTo>
                    <a:pt x="57" y="43"/>
                  </a:lnTo>
                  <a:lnTo>
                    <a:pt x="56" y="34"/>
                  </a:lnTo>
                  <a:lnTo>
                    <a:pt x="56" y="24"/>
                  </a:lnTo>
                  <a:lnTo>
                    <a:pt x="56" y="19"/>
                  </a:lnTo>
                  <a:lnTo>
                    <a:pt x="56" y="15"/>
                  </a:lnTo>
                  <a:lnTo>
                    <a:pt x="58" y="11"/>
                  </a:lnTo>
                  <a:lnTo>
                    <a:pt x="60" y="8"/>
                  </a:lnTo>
                  <a:lnTo>
                    <a:pt x="60" y="8"/>
                  </a:lnTo>
                  <a:lnTo>
                    <a:pt x="62" y="7"/>
                  </a:lnTo>
                  <a:lnTo>
                    <a:pt x="62" y="5"/>
                  </a:lnTo>
                  <a:lnTo>
                    <a:pt x="62" y="3"/>
                  </a:lnTo>
                  <a:lnTo>
                    <a:pt x="61" y="2"/>
                  </a:lnTo>
                  <a:lnTo>
                    <a:pt x="58" y="0"/>
                  </a:lnTo>
                  <a:lnTo>
                    <a:pt x="56" y="1"/>
                  </a:lnTo>
                  <a:lnTo>
                    <a:pt x="54" y="2"/>
                  </a:lnTo>
                  <a:lnTo>
                    <a:pt x="54" y="2"/>
                  </a:lnTo>
                  <a:close/>
                </a:path>
              </a:pathLst>
            </a:custGeom>
            <a:grpFill/>
            <a:ln>
              <a:solidFill>
                <a:schemeClr val="accent1">
                  <a:lumMod val="75000"/>
                  <a:alpha val="0"/>
                </a:schemeClr>
              </a:solidFill>
            </a:ln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305" name="Freeform 921"/>
            <p:cNvSpPr/>
            <p:nvPr>
              <p:custDataLst>
                <p:tags r:id="rId21"/>
              </p:custDataLst>
            </p:nvPr>
          </p:nvSpPr>
          <p:spPr bwMode="auto">
            <a:xfrm>
              <a:off x="3883025" y="1544638"/>
              <a:ext cx="22225" cy="130175"/>
            </a:xfrm>
            <a:custGeom>
              <a:avLst/>
              <a:gdLst/>
              <a:ahLst/>
              <a:cxnLst>
                <a:cxn ang="0">
                  <a:pos x="33" y="4"/>
                </a:cxn>
                <a:cxn ang="0">
                  <a:pos x="33" y="4"/>
                </a:cxn>
                <a:cxn ang="0">
                  <a:pos x="33" y="37"/>
                </a:cxn>
                <a:cxn ang="0">
                  <a:pos x="29" y="69"/>
                </a:cxn>
                <a:cxn ang="0">
                  <a:pos x="25" y="101"/>
                </a:cxn>
                <a:cxn ang="0">
                  <a:pos x="23" y="117"/>
                </a:cxn>
                <a:cxn ang="0">
                  <a:pos x="19" y="133"/>
                </a:cxn>
                <a:cxn ang="0">
                  <a:pos x="19" y="133"/>
                </a:cxn>
                <a:cxn ang="0">
                  <a:pos x="13" y="156"/>
                </a:cxn>
                <a:cxn ang="0">
                  <a:pos x="11" y="167"/>
                </a:cxn>
                <a:cxn ang="0">
                  <a:pos x="10" y="179"/>
                </a:cxn>
                <a:cxn ang="0">
                  <a:pos x="10" y="179"/>
                </a:cxn>
                <a:cxn ang="0">
                  <a:pos x="8" y="194"/>
                </a:cxn>
                <a:cxn ang="0">
                  <a:pos x="5" y="210"/>
                </a:cxn>
                <a:cxn ang="0">
                  <a:pos x="2" y="225"/>
                </a:cxn>
                <a:cxn ang="0">
                  <a:pos x="0" y="242"/>
                </a:cxn>
                <a:cxn ang="0">
                  <a:pos x="0" y="242"/>
                </a:cxn>
                <a:cxn ang="0">
                  <a:pos x="0" y="244"/>
                </a:cxn>
                <a:cxn ang="0">
                  <a:pos x="1" y="245"/>
                </a:cxn>
                <a:cxn ang="0">
                  <a:pos x="3" y="246"/>
                </a:cxn>
                <a:cxn ang="0">
                  <a:pos x="4" y="246"/>
                </a:cxn>
                <a:cxn ang="0">
                  <a:pos x="6" y="246"/>
                </a:cxn>
                <a:cxn ang="0">
                  <a:pos x="8" y="245"/>
                </a:cxn>
                <a:cxn ang="0">
                  <a:pos x="9" y="244"/>
                </a:cxn>
                <a:cxn ang="0">
                  <a:pos x="9" y="242"/>
                </a:cxn>
                <a:cxn ang="0">
                  <a:pos x="9" y="242"/>
                </a:cxn>
                <a:cxn ang="0">
                  <a:pos x="11" y="227"/>
                </a:cxn>
                <a:cxn ang="0">
                  <a:pos x="14" y="214"/>
                </a:cxn>
                <a:cxn ang="0">
                  <a:pos x="17" y="199"/>
                </a:cxn>
                <a:cxn ang="0">
                  <a:pos x="18" y="193"/>
                </a:cxn>
                <a:cxn ang="0">
                  <a:pos x="18" y="186"/>
                </a:cxn>
                <a:cxn ang="0">
                  <a:pos x="18" y="186"/>
                </a:cxn>
                <a:cxn ang="0">
                  <a:pos x="19" y="177"/>
                </a:cxn>
                <a:cxn ang="0">
                  <a:pos x="20" y="169"/>
                </a:cxn>
                <a:cxn ang="0">
                  <a:pos x="24" y="152"/>
                </a:cxn>
                <a:cxn ang="0">
                  <a:pos x="28" y="135"/>
                </a:cxn>
                <a:cxn ang="0">
                  <a:pos x="32" y="119"/>
                </a:cxn>
                <a:cxn ang="0">
                  <a:pos x="32" y="119"/>
                </a:cxn>
                <a:cxn ang="0">
                  <a:pos x="37" y="90"/>
                </a:cxn>
                <a:cxn ang="0">
                  <a:pos x="40" y="62"/>
                </a:cxn>
                <a:cxn ang="0">
                  <a:pos x="42" y="33"/>
                </a:cxn>
                <a:cxn ang="0">
                  <a:pos x="42" y="4"/>
                </a:cxn>
                <a:cxn ang="0">
                  <a:pos x="42" y="4"/>
                </a:cxn>
                <a:cxn ang="0">
                  <a:pos x="42" y="2"/>
                </a:cxn>
                <a:cxn ang="0">
                  <a:pos x="41" y="1"/>
                </a:cxn>
                <a:cxn ang="0">
                  <a:pos x="39" y="0"/>
                </a:cxn>
                <a:cxn ang="0">
                  <a:pos x="38" y="0"/>
                </a:cxn>
                <a:cxn ang="0">
                  <a:pos x="36" y="0"/>
                </a:cxn>
                <a:cxn ang="0">
                  <a:pos x="35" y="1"/>
                </a:cxn>
                <a:cxn ang="0">
                  <a:pos x="34" y="2"/>
                </a:cxn>
                <a:cxn ang="0">
                  <a:pos x="33" y="4"/>
                </a:cxn>
                <a:cxn ang="0">
                  <a:pos x="33" y="4"/>
                </a:cxn>
              </a:cxnLst>
              <a:rect l="0" t="0" r="r" b="b"/>
              <a:pathLst>
                <a:path w="42" h="246">
                  <a:moveTo>
                    <a:pt x="33" y="4"/>
                  </a:moveTo>
                  <a:lnTo>
                    <a:pt x="33" y="4"/>
                  </a:lnTo>
                  <a:lnTo>
                    <a:pt x="33" y="37"/>
                  </a:lnTo>
                  <a:lnTo>
                    <a:pt x="29" y="69"/>
                  </a:lnTo>
                  <a:lnTo>
                    <a:pt x="25" y="101"/>
                  </a:lnTo>
                  <a:lnTo>
                    <a:pt x="23" y="117"/>
                  </a:lnTo>
                  <a:lnTo>
                    <a:pt x="19" y="133"/>
                  </a:lnTo>
                  <a:lnTo>
                    <a:pt x="19" y="133"/>
                  </a:lnTo>
                  <a:lnTo>
                    <a:pt x="13" y="156"/>
                  </a:lnTo>
                  <a:lnTo>
                    <a:pt x="11" y="167"/>
                  </a:lnTo>
                  <a:lnTo>
                    <a:pt x="10" y="179"/>
                  </a:lnTo>
                  <a:lnTo>
                    <a:pt x="10" y="179"/>
                  </a:lnTo>
                  <a:lnTo>
                    <a:pt x="8" y="194"/>
                  </a:lnTo>
                  <a:lnTo>
                    <a:pt x="5" y="210"/>
                  </a:lnTo>
                  <a:lnTo>
                    <a:pt x="2" y="225"/>
                  </a:lnTo>
                  <a:lnTo>
                    <a:pt x="0" y="242"/>
                  </a:lnTo>
                  <a:lnTo>
                    <a:pt x="0" y="242"/>
                  </a:lnTo>
                  <a:lnTo>
                    <a:pt x="0" y="244"/>
                  </a:lnTo>
                  <a:lnTo>
                    <a:pt x="1" y="245"/>
                  </a:lnTo>
                  <a:lnTo>
                    <a:pt x="3" y="246"/>
                  </a:lnTo>
                  <a:lnTo>
                    <a:pt x="4" y="246"/>
                  </a:lnTo>
                  <a:lnTo>
                    <a:pt x="6" y="246"/>
                  </a:lnTo>
                  <a:lnTo>
                    <a:pt x="8" y="245"/>
                  </a:lnTo>
                  <a:lnTo>
                    <a:pt x="9" y="244"/>
                  </a:lnTo>
                  <a:lnTo>
                    <a:pt x="9" y="242"/>
                  </a:lnTo>
                  <a:lnTo>
                    <a:pt x="9" y="242"/>
                  </a:lnTo>
                  <a:lnTo>
                    <a:pt x="11" y="227"/>
                  </a:lnTo>
                  <a:lnTo>
                    <a:pt x="14" y="214"/>
                  </a:lnTo>
                  <a:lnTo>
                    <a:pt x="17" y="199"/>
                  </a:lnTo>
                  <a:lnTo>
                    <a:pt x="18" y="193"/>
                  </a:lnTo>
                  <a:lnTo>
                    <a:pt x="18" y="186"/>
                  </a:lnTo>
                  <a:lnTo>
                    <a:pt x="18" y="186"/>
                  </a:lnTo>
                  <a:lnTo>
                    <a:pt x="19" y="177"/>
                  </a:lnTo>
                  <a:lnTo>
                    <a:pt x="20" y="169"/>
                  </a:lnTo>
                  <a:lnTo>
                    <a:pt x="24" y="152"/>
                  </a:lnTo>
                  <a:lnTo>
                    <a:pt x="28" y="135"/>
                  </a:lnTo>
                  <a:lnTo>
                    <a:pt x="32" y="119"/>
                  </a:lnTo>
                  <a:lnTo>
                    <a:pt x="32" y="119"/>
                  </a:lnTo>
                  <a:lnTo>
                    <a:pt x="37" y="90"/>
                  </a:lnTo>
                  <a:lnTo>
                    <a:pt x="40" y="62"/>
                  </a:lnTo>
                  <a:lnTo>
                    <a:pt x="42" y="33"/>
                  </a:lnTo>
                  <a:lnTo>
                    <a:pt x="42" y="4"/>
                  </a:lnTo>
                  <a:lnTo>
                    <a:pt x="42" y="4"/>
                  </a:lnTo>
                  <a:lnTo>
                    <a:pt x="42" y="2"/>
                  </a:lnTo>
                  <a:lnTo>
                    <a:pt x="41" y="1"/>
                  </a:lnTo>
                  <a:lnTo>
                    <a:pt x="39" y="0"/>
                  </a:lnTo>
                  <a:lnTo>
                    <a:pt x="38" y="0"/>
                  </a:lnTo>
                  <a:lnTo>
                    <a:pt x="36" y="0"/>
                  </a:lnTo>
                  <a:lnTo>
                    <a:pt x="35" y="1"/>
                  </a:lnTo>
                  <a:lnTo>
                    <a:pt x="34" y="2"/>
                  </a:lnTo>
                  <a:lnTo>
                    <a:pt x="33" y="4"/>
                  </a:lnTo>
                  <a:lnTo>
                    <a:pt x="33" y="4"/>
                  </a:lnTo>
                  <a:close/>
                </a:path>
              </a:pathLst>
            </a:custGeom>
            <a:grpFill/>
            <a:ln>
              <a:solidFill>
                <a:schemeClr val="accent1">
                  <a:lumMod val="75000"/>
                  <a:alpha val="0"/>
                </a:schemeClr>
              </a:solidFill>
            </a:ln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306" name="Freeform 922"/>
            <p:cNvSpPr/>
            <p:nvPr>
              <p:custDataLst>
                <p:tags r:id="rId22"/>
              </p:custDataLst>
            </p:nvPr>
          </p:nvSpPr>
          <p:spPr bwMode="auto">
            <a:xfrm>
              <a:off x="3454400" y="1239838"/>
              <a:ext cx="25400" cy="65088"/>
            </a:xfrm>
            <a:custGeom>
              <a:avLst/>
              <a:gdLst/>
              <a:ahLst/>
              <a:cxnLst>
                <a:cxn ang="0">
                  <a:pos x="38" y="4"/>
                </a:cxn>
                <a:cxn ang="0">
                  <a:pos x="38" y="4"/>
                </a:cxn>
                <a:cxn ang="0">
                  <a:pos x="37" y="12"/>
                </a:cxn>
                <a:cxn ang="0">
                  <a:pos x="36" y="19"/>
                </a:cxn>
                <a:cxn ang="0">
                  <a:pos x="31" y="34"/>
                </a:cxn>
                <a:cxn ang="0">
                  <a:pos x="26" y="47"/>
                </a:cxn>
                <a:cxn ang="0">
                  <a:pos x="18" y="62"/>
                </a:cxn>
                <a:cxn ang="0">
                  <a:pos x="12" y="75"/>
                </a:cxn>
                <a:cxn ang="0">
                  <a:pos x="6" y="89"/>
                </a:cxn>
                <a:cxn ang="0">
                  <a:pos x="2" y="103"/>
                </a:cxn>
                <a:cxn ang="0">
                  <a:pos x="1" y="110"/>
                </a:cxn>
                <a:cxn ang="0">
                  <a:pos x="0" y="117"/>
                </a:cxn>
                <a:cxn ang="0">
                  <a:pos x="0" y="117"/>
                </a:cxn>
                <a:cxn ang="0">
                  <a:pos x="0" y="120"/>
                </a:cxn>
                <a:cxn ang="0">
                  <a:pos x="1" y="122"/>
                </a:cxn>
                <a:cxn ang="0">
                  <a:pos x="3" y="123"/>
                </a:cxn>
                <a:cxn ang="0">
                  <a:pos x="4" y="123"/>
                </a:cxn>
                <a:cxn ang="0">
                  <a:pos x="6" y="123"/>
                </a:cxn>
                <a:cxn ang="0">
                  <a:pos x="8" y="122"/>
                </a:cxn>
                <a:cxn ang="0">
                  <a:pos x="9" y="120"/>
                </a:cxn>
                <a:cxn ang="0">
                  <a:pos x="9" y="117"/>
                </a:cxn>
                <a:cxn ang="0">
                  <a:pos x="9" y="117"/>
                </a:cxn>
                <a:cxn ang="0">
                  <a:pos x="10" y="109"/>
                </a:cxn>
                <a:cxn ang="0">
                  <a:pos x="12" y="101"/>
                </a:cxn>
                <a:cxn ang="0">
                  <a:pos x="15" y="94"/>
                </a:cxn>
                <a:cxn ang="0">
                  <a:pos x="19" y="86"/>
                </a:cxn>
                <a:cxn ang="0">
                  <a:pos x="27" y="73"/>
                </a:cxn>
                <a:cxn ang="0">
                  <a:pos x="30" y="65"/>
                </a:cxn>
                <a:cxn ang="0">
                  <a:pos x="33" y="58"/>
                </a:cxn>
                <a:cxn ang="0">
                  <a:pos x="33" y="58"/>
                </a:cxn>
                <a:cxn ang="0">
                  <a:pos x="42" y="32"/>
                </a:cxn>
                <a:cxn ang="0">
                  <a:pos x="45" y="18"/>
                </a:cxn>
                <a:cxn ang="0">
                  <a:pos x="47" y="4"/>
                </a:cxn>
                <a:cxn ang="0">
                  <a:pos x="47" y="4"/>
                </a:cxn>
                <a:cxn ang="0">
                  <a:pos x="47" y="2"/>
                </a:cxn>
                <a:cxn ang="0">
                  <a:pos x="46" y="1"/>
                </a:cxn>
                <a:cxn ang="0">
                  <a:pos x="44" y="0"/>
                </a:cxn>
                <a:cxn ang="0">
                  <a:pos x="43" y="0"/>
                </a:cxn>
                <a:cxn ang="0">
                  <a:pos x="41" y="0"/>
                </a:cxn>
                <a:cxn ang="0">
                  <a:pos x="39" y="1"/>
                </a:cxn>
                <a:cxn ang="0">
                  <a:pos x="38" y="2"/>
                </a:cxn>
                <a:cxn ang="0">
                  <a:pos x="38" y="4"/>
                </a:cxn>
                <a:cxn ang="0">
                  <a:pos x="38" y="4"/>
                </a:cxn>
              </a:cxnLst>
              <a:rect l="0" t="0" r="r" b="b"/>
              <a:pathLst>
                <a:path w="47" h="123">
                  <a:moveTo>
                    <a:pt x="38" y="4"/>
                  </a:moveTo>
                  <a:lnTo>
                    <a:pt x="38" y="4"/>
                  </a:lnTo>
                  <a:lnTo>
                    <a:pt x="37" y="12"/>
                  </a:lnTo>
                  <a:lnTo>
                    <a:pt x="36" y="19"/>
                  </a:lnTo>
                  <a:lnTo>
                    <a:pt x="31" y="34"/>
                  </a:lnTo>
                  <a:lnTo>
                    <a:pt x="26" y="47"/>
                  </a:lnTo>
                  <a:lnTo>
                    <a:pt x="18" y="62"/>
                  </a:lnTo>
                  <a:lnTo>
                    <a:pt x="12" y="75"/>
                  </a:lnTo>
                  <a:lnTo>
                    <a:pt x="6" y="89"/>
                  </a:lnTo>
                  <a:lnTo>
                    <a:pt x="2" y="103"/>
                  </a:lnTo>
                  <a:lnTo>
                    <a:pt x="1" y="110"/>
                  </a:lnTo>
                  <a:lnTo>
                    <a:pt x="0" y="117"/>
                  </a:lnTo>
                  <a:lnTo>
                    <a:pt x="0" y="117"/>
                  </a:lnTo>
                  <a:lnTo>
                    <a:pt x="0" y="120"/>
                  </a:lnTo>
                  <a:lnTo>
                    <a:pt x="1" y="122"/>
                  </a:lnTo>
                  <a:lnTo>
                    <a:pt x="3" y="123"/>
                  </a:lnTo>
                  <a:lnTo>
                    <a:pt x="4" y="123"/>
                  </a:lnTo>
                  <a:lnTo>
                    <a:pt x="6" y="123"/>
                  </a:lnTo>
                  <a:lnTo>
                    <a:pt x="8" y="122"/>
                  </a:lnTo>
                  <a:lnTo>
                    <a:pt x="9" y="120"/>
                  </a:lnTo>
                  <a:lnTo>
                    <a:pt x="9" y="117"/>
                  </a:lnTo>
                  <a:lnTo>
                    <a:pt x="9" y="117"/>
                  </a:lnTo>
                  <a:lnTo>
                    <a:pt x="10" y="109"/>
                  </a:lnTo>
                  <a:lnTo>
                    <a:pt x="12" y="101"/>
                  </a:lnTo>
                  <a:lnTo>
                    <a:pt x="15" y="94"/>
                  </a:lnTo>
                  <a:lnTo>
                    <a:pt x="19" y="86"/>
                  </a:lnTo>
                  <a:lnTo>
                    <a:pt x="27" y="73"/>
                  </a:lnTo>
                  <a:lnTo>
                    <a:pt x="30" y="65"/>
                  </a:lnTo>
                  <a:lnTo>
                    <a:pt x="33" y="58"/>
                  </a:lnTo>
                  <a:lnTo>
                    <a:pt x="33" y="58"/>
                  </a:lnTo>
                  <a:lnTo>
                    <a:pt x="42" y="32"/>
                  </a:lnTo>
                  <a:lnTo>
                    <a:pt x="45" y="18"/>
                  </a:lnTo>
                  <a:lnTo>
                    <a:pt x="47" y="4"/>
                  </a:lnTo>
                  <a:lnTo>
                    <a:pt x="47" y="4"/>
                  </a:lnTo>
                  <a:lnTo>
                    <a:pt x="47" y="2"/>
                  </a:lnTo>
                  <a:lnTo>
                    <a:pt x="46" y="1"/>
                  </a:lnTo>
                  <a:lnTo>
                    <a:pt x="44" y="0"/>
                  </a:lnTo>
                  <a:lnTo>
                    <a:pt x="43" y="0"/>
                  </a:lnTo>
                  <a:lnTo>
                    <a:pt x="41" y="0"/>
                  </a:lnTo>
                  <a:lnTo>
                    <a:pt x="39" y="1"/>
                  </a:lnTo>
                  <a:lnTo>
                    <a:pt x="38" y="2"/>
                  </a:lnTo>
                  <a:lnTo>
                    <a:pt x="38" y="4"/>
                  </a:lnTo>
                  <a:lnTo>
                    <a:pt x="38" y="4"/>
                  </a:lnTo>
                  <a:close/>
                </a:path>
              </a:pathLst>
            </a:custGeom>
            <a:grpFill/>
            <a:ln>
              <a:solidFill>
                <a:schemeClr val="accent1">
                  <a:lumMod val="75000"/>
                  <a:alpha val="0"/>
                </a:schemeClr>
              </a:solidFill>
            </a:ln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307" name="Freeform 923"/>
            <p:cNvSpPr/>
            <p:nvPr>
              <p:custDataLst>
                <p:tags r:id="rId23"/>
              </p:custDataLst>
            </p:nvPr>
          </p:nvSpPr>
          <p:spPr bwMode="auto">
            <a:xfrm>
              <a:off x="3471863" y="1241425"/>
              <a:ext cx="26988" cy="77788"/>
            </a:xfrm>
            <a:custGeom>
              <a:avLst/>
              <a:gdLst/>
              <a:ahLst/>
              <a:cxnLst>
                <a:cxn ang="0">
                  <a:pos x="43" y="5"/>
                </a:cxn>
                <a:cxn ang="0">
                  <a:pos x="43" y="5"/>
                </a:cxn>
                <a:cxn ang="0">
                  <a:pos x="42" y="13"/>
                </a:cxn>
                <a:cxn ang="0">
                  <a:pos x="40" y="23"/>
                </a:cxn>
                <a:cxn ang="0">
                  <a:pos x="35" y="40"/>
                </a:cxn>
                <a:cxn ang="0">
                  <a:pos x="29" y="57"/>
                </a:cxn>
                <a:cxn ang="0">
                  <a:pos x="21" y="73"/>
                </a:cxn>
                <a:cxn ang="0">
                  <a:pos x="14" y="91"/>
                </a:cxn>
                <a:cxn ang="0">
                  <a:pos x="7" y="107"/>
                </a:cxn>
                <a:cxn ang="0">
                  <a:pos x="3" y="125"/>
                </a:cxn>
                <a:cxn ang="0">
                  <a:pos x="1" y="133"/>
                </a:cxn>
                <a:cxn ang="0">
                  <a:pos x="0" y="142"/>
                </a:cxn>
                <a:cxn ang="0">
                  <a:pos x="0" y="142"/>
                </a:cxn>
                <a:cxn ang="0">
                  <a:pos x="1" y="144"/>
                </a:cxn>
                <a:cxn ang="0">
                  <a:pos x="1" y="145"/>
                </a:cxn>
                <a:cxn ang="0">
                  <a:pos x="3" y="146"/>
                </a:cxn>
                <a:cxn ang="0">
                  <a:pos x="5" y="146"/>
                </a:cxn>
                <a:cxn ang="0">
                  <a:pos x="6" y="146"/>
                </a:cxn>
                <a:cxn ang="0">
                  <a:pos x="8" y="145"/>
                </a:cxn>
                <a:cxn ang="0">
                  <a:pos x="9" y="144"/>
                </a:cxn>
                <a:cxn ang="0">
                  <a:pos x="9" y="142"/>
                </a:cxn>
                <a:cxn ang="0">
                  <a:pos x="9" y="142"/>
                </a:cxn>
                <a:cxn ang="0">
                  <a:pos x="10" y="133"/>
                </a:cxn>
                <a:cxn ang="0">
                  <a:pos x="12" y="125"/>
                </a:cxn>
                <a:cxn ang="0">
                  <a:pos x="17" y="107"/>
                </a:cxn>
                <a:cxn ang="0">
                  <a:pos x="24" y="91"/>
                </a:cxn>
                <a:cxn ang="0">
                  <a:pos x="31" y="73"/>
                </a:cxn>
                <a:cxn ang="0">
                  <a:pos x="38" y="57"/>
                </a:cxn>
                <a:cxn ang="0">
                  <a:pos x="44" y="40"/>
                </a:cxn>
                <a:cxn ang="0">
                  <a:pos x="49" y="23"/>
                </a:cxn>
                <a:cxn ang="0">
                  <a:pos x="51" y="13"/>
                </a:cxn>
                <a:cxn ang="0">
                  <a:pos x="52" y="5"/>
                </a:cxn>
                <a:cxn ang="0">
                  <a:pos x="52" y="5"/>
                </a:cxn>
                <a:cxn ang="0">
                  <a:pos x="51" y="3"/>
                </a:cxn>
                <a:cxn ang="0">
                  <a:pos x="51" y="2"/>
                </a:cxn>
                <a:cxn ang="0">
                  <a:pos x="49" y="1"/>
                </a:cxn>
                <a:cxn ang="0">
                  <a:pos x="47" y="0"/>
                </a:cxn>
                <a:cxn ang="0">
                  <a:pos x="44" y="2"/>
                </a:cxn>
                <a:cxn ang="0">
                  <a:pos x="43" y="3"/>
                </a:cxn>
                <a:cxn ang="0">
                  <a:pos x="43" y="5"/>
                </a:cxn>
                <a:cxn ang="0">
                  <a:pos x="43" y="5"/>
                </a:cxn>
              </a:cxnLst>
              <a:rect l="0" t="0" r="r" b="b"/>
              <a:pathLst>
                <a:path w="52" h="146">
                  <a:moveTo>
                    <a:pt x="43" y="5"/>
                  </a:moveTo>
                  <a:lnTo>
                    <a:pt x="43" y="5"/>
                  </a:lnTo>
                  <a:lnTo>
                    <a:pt x="42" y="13"/>
                  </a:lnTo>
                  <a:lnTo>
                    <a:pt x="40" y="23"/>
                  </a:lnTo>
                  <a:lnTo>
                    <a:pt x="35" y="40"/>
                  </a:lnTo>
                  <a:lnTo>
                    <a:pt x="29" y="57"/>
                  </a:lnTo>
                  <a:lnTo>
                    <a:pt x="21" y="73"/>
                  </a:lnTo>
                  <a:lnTo>
                    <a:pt x="14" y="91"/>
                  </a:lnTo>
                  <a:lnTo>
                    <a:pt x="7" y="107"/>
                  </a:lnTo>
                  <a:lnTo>
                    <a:pt x="3" y="125"/>
                  </a:lnTo>
                  <a:lnTo>
                    <a:pt x="1" y="133"/>
                  </a:lnTo>
                  <a:lnTo>
                    <a:pt x="0" y="142"/>
                  </a:lnTo>
                  <a:lnTo>
                    <a:pt x="0" y="142"/>
                  </a:lnTo>
                  <a:lnTo>
                    <a:pt x="1" y="144"/>
                  </a:lnTo>
                  <a:lnTo>
                    <a:pt x="1" y="145"/>
                  </a:lnTo>
                  <a:lnTo>
                    <a:pt x="3" y="146"/>
                  </a:lnTo>
                  <a:lnTo>
                    <a:pt x="5" y="146"/>
                  </a:lnTo>
                  <a:lnTo>
                    <a:pt x="6" y="146"/>
                  </a:lnTo>
                  <a:lnTo>
                    <a:pt x="8" y="145"/>
                  </a:lnTo>
                  <a:lnTo>
                    <a:pt x="9" y="144"/>
                  </a:lnTo>
                  <a:lnTo>
                    <a:pt x="9" y="142"/>
                  </a:lnTo>
                  <a:lnTo>
                    <a:pt x="9" y="142"/>
                  </a:lnTo>
                  <a:lnTo>
                    <a:pt x="10" y="133"/>
                  </a:lnTo>
                  <a:lnTo>
                    <a:pt x="12" y="125"/>
                  </a:lnTo>
                  <a:lnTo>
                    <a:pt x="17" y="107"/>
                  </a:lnTo>
                  <a:lnTo>
                    <a:pt x="24" y="91"/>
                  </a:lnTo>
                  <a:lnTo>
                    <a:pt x="31" y="73"/>
                  </a:lnTo>
                  <a:lnTo>
                    <a:pt x="38" y="57"/>
                  </a:lnTo>
                  <a:lnTo>
                    <a:pt x="44" y="40"/>
                  </a:lnTo>
                  <a:lnTo>
                    <a:pt x="49" y="23"/>
                  </a:lnTo>
                  <a:lnTo>
                    <a:pt x="51" y="13"/>
                  </a:lnTo>
                  <a:lnTo>
                    <a:pt x="52" y="5"/>
                  </a:lnTo>
                  <a:lnTo>
                    <a:pt x="52" y="5"/>
                  </a:lnTo>
                  <a:lnTo>
                    <a:pt x="51" y="3"/>
                  </a:lnTo>
                  <a:lnTo>
                    <a:pt x="51" y="2"/>
                  </a:lnTo>
                  <a:lnTo>
                    <a:pt x="49" y="1"/>
                  </a:lnTo>
                  <a:lnTo>
                    <a:pt x="47" y="0"/>
                  </a:lnTo>
                  <a:lnTo>
                    <a:pt x="44" y="2"/>
                  </a:lnTo>
                  <a:lnTo>
                    <a:pt x="43" y="3"/>
                  </a:lnTo>
                  <a:lnTo>
                    <a:pt x="43" y="5"/>
                  </a:lnTo>
                  <a:lnTo>
                    <a:pt x="43" y="5"/>
                  </a:lnTo>
                  <a:close/>
                </a:path>
              </a:pathLst>
            </a:custGeom>
            <a:grpFill/>
            <a:ln>
              <a:solidFill>
                <a:schemeClr val="accent1">
                  <a:lumMod val="75000"/>
                  <a:alpha val="0"/>
                </a:schemeClr>
              </a:solidFill>
            </a:ln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308" name="Freeform 924"/>
            <p:cNvSpPr/>
            <p:nvPr>
              <p:custDataLst>
                <p:tags r:id="rId24"/>
              </p:custDataLst>
            </p:nvPr>
          </p:nvSpPr>
          <p:spPr bwMode="auto">
            <a:xfrm>
              <a:off x="3497263" y="1241425"/>
              <a:ext cx="34925" cy="100013"/>
            </a:xfrm>
            <a:custGeom>
              <a:avLst/>
              <a:gdLst/>
              <a:ahLst/>
              <a:cxnLst>
                <a:cxn ang="0">
                  <a:pos x="57" y="4"/>
                </a:cxn>
                <a:cxn ang="0">
                  <a:pos x="54" y="12"/>
                </a:cxn>
                <a:cxn ang="0">
                  <a:pos x="50" y="20"/>
                </a:cxn>
                <a:cxn ang="0">
                  <a:pos x="47" y="31"/>
                </a:cxn>
                <a:cxn ang="0">
                  <a:pos x="45" y="42"/>
                </a:cxn>
                <a:cxn ang="0">
                  <a:pos x="30" y="86"/>
                </a:cxn>
                <a:cxn ang="0">
                  <a:pos x="24" y="99"/>
                </a:cxn>
                <a:cxn ang="0">
                  <a:pos x="12" y="128"/>
                </a:cxn>
                <a:cxn ang="0">
                  <a:pos x="9" y="138"/>
                </a:cxn>
                <a:cxn ang="0">
                  <a:pos x="7" y="149"/>
                </a:cxn>
                <a:cxn ang="0">
                  <a:pos x="6" y="167"/>
                </a:cxn>
                <a:cxn ang="0">
                  <a:pos x="4" y="179"/>
                </a:cxn>
                <a:cxn ang="0">
                  <a:pos x="1" y="182"/>
                </a:cxn>
                <a:cxn ang="0">
                  <a:pos x="0" y="185"/>
                </a:cxn>
                <a:cxn ang="0">
                  <a:pos x="1" y="188"/>
                </a:cxn>
                <a:cxn ang="0">
                  <a:pos x="6" y="189"/>
                </a:cxn>
                <a:cxn ang="0">
                  <a:pos x="9" y="189"/>
                </a:cxn>
                <a:cxn ang="0">
                  <a:pos x="15" y="179"/>
                </a:cxn>
                <a:cxn ang="0">
                  <a:pos x="16" y="167"/>
                </a:cxn>
                <a:cxn ang="0">
                  <a:pos x="15" y="159"/>
                </a:cxn>
                <a:cxn ang="0">
                  <a:pos x="17" y="142"/>
                </a:cxn>
                <a:cxn ang="0">
                  <a:pos x="25" y="119"/>
                </a:cxn>
                <a:cxn ang="0">
                  <a:pos x="32" y="103"/>
                </a:cxn>
                <a:cxn ang="0">
                  <a:pos x="42" y="80"/>
                </a:cxn>
                <a:cxn ang="0">
                  <a:pos x="49" y="58"/>
                </a:cxn>
                <a:cxn ang="0">
                  <a:pos x="57" y="30"/>
                </a:cxn>
                <a:cxn ang="0">
                  <a:pos x="59" y="24"/>
                </a:cxn>
                <a:cxn ang="0">
                  <a:pos x="64" y="12"/>
                </a:cxn>
                <a:cxn ang="0">
                  <a:pos x="66" y="6"/>
                </a:cxn>
                <a:cxn ang="0">
                  <a:pos x="65" y="2"/>
                </a:cxn>
                <a:cxn ang="0">
                  <a:pos x="61" y="0"/>
                </a:cxn>
                <a:cxn ang="0">
                  <a:pos x="58" y="2"/>
                </a:cxn>
                <a:cxn ang="0">
                  <a:pos x="57" y="4"/>
                </a:cxn>
              </a:cxnLst>
              <a:rect l="0" t="0" r="r" b="b"/>
              <a:pathLst>
                <a:path w="66" h="190">
                  <a:moveTo>
                    <a:pt x="57" y="4"/>
                  </a:moveTo>
                  <a:lnTo>
                    <a:pt x="57" y="4"/>
                  </a:lnTo>
                  <a:lnTo>
                    <a:pt x="56" y="8"/>
                  </a:lnTo>
                  <a:lnTo>
                    <a:pt x="54" y="12"/>
                  </a:lnTo>
                  <a:lnTo>
                    <a:pt x="50" y="20"/>
                  </a:lnTo>
                  <a:lnTo>
                    <a:pt x="50" y="20"/>
                  </a:lnTo>
                  <a:lnTo>
                    <a:pt x="48" y="26"/>
                  </a:lnTo>
                  <a:lnTo>
                    <a:pt x="47" y="31"/>
                  </a:lnTo>
                  <a:lnTo>
                    <a:pt x="45" y="42"/>
                  </a:lnTo>
                  <a:lnTo>
                    <a:pt x="45" y="42"/>
                  </a:lnTo>
                  <a:lnTo>
                    <a:pt x="35" y="71"/>
                  </a:lnTo>
                  <a:lnTo>
                    <a:pt x="30" y="86"/>
                  </a:lnTo>
                  <a:lnTo>
                    <a:pt x="24" y="99"/>
                  </a:lnTo>
                  <a:lnTo>
                    <a:pt x="24" y="99"/>
                  </a:lnTo>
                  <a:lnTo>
                    <a:pt x="15" y="118"/>
                  </a:lnTo>
                  <a:lnTo>
                    <a:pt x="12" y="128"/>
                  </a:lnTo>
                  <a:lnTo>
                    <a:pt x="9" y="138"/>
                  </a:lnTo>
                  <a:lnTo>
                    <a:pt x="9" y="138"/>
                  </a:lnTo>
                  <a:lnTo>
                    <a:pt x="7" y="142"/>
                  </a:lnTo>
                  <a:lnTo>
                    <a:pt x="7" y="149"/>
                  </a:lnTo>
                  <a:lnTo>
                    <a:pt x="6" y="161"/>
                  </a:lnTo>
                  <a:lnTo>
                    <a:pt x="6" y="167"/>
                  </a:lnTo>
                  <a:lnTo>
                    <a:pt x="5" y="173"/>
                  </a:lnTo>
                  <a:lnTo>
                    <a:pt x="4" y="179"/>
                  </a:lnTo>
                  <a:lnTo>
                    <a:pt x="1" y="182"/>
                  </a:lnTo>
                  <a:lnTo>
                    <a:pt x="1" y="182"/>
                  </a:lnTo>
                  <a:lnTo>
                    <a:pt x="0" y="184"/>
                  </a:lnTo>
                  <a:lnTo>
                    <a:pt x="0" y="185"/>
                  </a:lnTo>
                  <a:lnTo>
                    <a:pt x="0" y="187"/>
                  </a:lnTo>
                  <a:lnTo>
                    <a:pt x="1" y="188"/>
                  </a:lnTo>
                  <a:lnTo>
                    <a:pt x="4" y="190"/>
                  </a:lnTo>
                  <a:lnTo>
                    <a:pt x="6" y="189"/>
                  </a:lnTo>
                  <a:lnTo>
                    <a:pt x="9" y="189"/>
                  </a:lnTo>
                  <a:lnTo>
                    <a:pt x="9" y="189"/>
                  </a:lnTo>
                  <a:lnTo>
                    <a:pt x="13" y="184"/>
                  </a:lnTo>
                  <a:lnTo>
                    <a:pt x="15" y="179"/>
                  </a:lnTo>
                  <a:lnTo>
                    <a:pt x="16" y="173"/>
                  </a:lnTo>
                  <a:lnTo>
                    <a:pt x="16" y="167"/>
                  </a:lnTo>
                  <a:lnTo>
                    <a:pt x="16" y="167"/>
                  </a:lnTo>
                  <a:lnTo>
                    <a:pt x="15" y="159"/>
                  </a:lnTo>
                  <a:lnTo>
                    <a:pt x="16" y="151"/>
                  </a:lnTo>
                  <a:lnTo>
                    <a:pt x="17" y="142"/>
                  </a:lnTo>
                  <a:lnTo>
                    <a:pt x="19" y="134"/>
                  </a:lnTo>
                  <a:lnTo>
                    <a:pt x="25" y="119"/>
                  </a:lnTo>
                  <a:lnTo>
                    <a:pt x="32" y="103"/>
                  </a:lnTo>
                  <a:lnTo>
                    <a:pt x="32" y="103"/>
                  </a:lnTo>
                  <a:lnTo>
                    <a:pt x="37" y="92"/>
                  </a:lnTo>
                  <a:lnTo>
                    <a:pt x="42" y="80"/>
                  </a:lnTo>
                  <a:lnTo>
                    <a:pt x="49" y="58"/>
                  </a:lnTo>
                  <a:lnTo>
                    <a:pt x="49" y="58"/>
                  </a:lnTo>
                  <a:lnTo>
                    <a:pt x="53" y="44"/>
                  </a:lnTo>
                  <a:lnTo>
                    <a:pt x="57" y="30"/>
                  </a:lnTo>
                  <a:lnTo>
                    <a:pt x="57" y="30"/>
                  </a:lnTo>
                  <a:lnTo>
                    <a:pt x="59" y="24"/>
                  </a:lnTo>
                  <a:lnTo>
                    <a:pt x="62" y="18"/>
                  </a:lnTo>
                  <a:lnTo>
                    <a:pt x="64" y="12"/>
                  </a:lnTo>
                  <a:lnTo>
                    <a:pt x="66" y="6"/>
                  </a:lnTo>
                  <a:lnTo>
                    <a:pt x="66" y="6"/>
                  </a:lnTo>
                  <a:lnTo>
                    <a:pt x="66" y="4"/>
                  </a:lnTo>
                  <a:lnTo>
                    <a:pt x="65" y="2"/>
                  </a:lnTo>
                  <a:lnTo>
                    <a:pt x="63" y="1"/>
                  </a:lnTo>
                  <a:lnTo>
                    <a:pt x="61" y="0"/>
                  </a:lnTo>
                  <a:lnTo>
                    <a:pt x="59" y="1"/>
                  </a:lnTo>
                  <a:lnTo>
                    <a:pt x="58" y="2"/>
                  </a:lnTo>
                  <a:lnTo>
                    <a:pt x="57" y="4"/>
                  </a:lnTo>
                  <a:lnTo>
                    <a:pt x="57" y="4"/>
                  </a:lnTo>
                  <a:close/>
                </a:path>
              </a:pathLst>
            </a:custGeom>
            <a:grpFill/>
            <a:ln>
              <a:solidFill>
                <a:schemeClr val="accent1">
                  <a:lumMod val="75000"/>
                  <a:alpha val="0"/>
                </a:schemeClr>
              </a:solidFill>
            </a:ln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309" name="Freeform 925"/>
            <p:cNvSpPr>
              <a:spLocks noEditPoints="1"/>
            </p:cNvSpPr>
            <p:nvPr>
              <p:custDataLst>
                <p:tags r:id="rId25"/>
              </p:custDataLst>
            </p:nvPr>
          </p:nvSpPr>
          <p:spPr bwMode="auto">
            <a:xfrm>
              <a:off x="3362325" y="1298575"/>
              <a:ext cx="142875" cy="146050"/>
            </a:xfrm>
            <a:custGeom>
              <a:avLst/>
              <a:gdLst/>
              <a:ahLst/>
              <a:cxnLst>
                <a:cxn ang="0">
                  <a:pos x="131" y="277"/>
                </a:cxn>
                <a:cxn ang="0">
                  <a:pos x="96" y="271"/>
                </a:cxn>
                <a:cxn ang="0">
                  <a:pos x="62" y="257"/>
                </a:cxn>
                <a:cxn ang="0">
                  <a:pos x="34" y="236"/>
                </a:cxn>
                <a:cxn ang="0">
                  <a:pos x="13" y="206"/>
                </a:cxn>
                <a:cxn ang="0">
                  <a:pos x="1" y="168"/>
                </a:cxn>
                <a:cxn ang="0">
                  <a:pos x="0" y="139"/>
                </a:cxn>
                <a:cxn ang="0">
                  <a:pos x="8" y="98"/>
                </a:cxn>
                <a:cxn ang="0">
                  <a:pos x="27" y="61"/>
                </a:cxn>
                <a:cxn ang="0">
                  <a:pos x="55" y="31"/>
                </a:cxn>
                <a:cxn ang="0">
                  <a:pos x="91" y="10"/>
                </a:cxn>
                <a:cxn ang="0">
                  <a:pos x="118" y="0"/>
                </a:cxn>
                <a:cxn ang="0">
                  <a:pos x="128" y="1"/>
                </a:cxn>
                <a:cxn ang="0">
                  <a:pos x="138" y="9"/>
                </a:cxn>
                <a:cxn ang="0">
                  <a:pos x="146" y="14"/>
                </a:cxn>
                <a:cxn ang="0">
                  <a:pos x="183" y="24"/>
                </a:cxn>
                <a:cxn ang="0">
                  <a:pos x="214" y="41"/>
                </a:cxn>
                <a:cxn ang="0">
                  <a:pos x="239" y="63"/>
                </a:cxn>
                <a:cxn ang="0">
                  <a:pos x="257" y="90"/>
                </a:cxn>
                <a:cxn ang="0">
                  <a:pos x="268" y="122"/>
                </a:cxn>
                <a:cxn ang="0">
                  <a:pos x="271" y="145"/>
                </a:cxn>
                <a:cxn ang="0">
                  <a:pos x="268" y="179"/>
                </a:cxn>
                <a:cxn ang="0">
                  <a:pos x="255" y="212"/>
                </a:cxn>
                <a:cxn ang="0">
                  <a:pos x="236" y="241"/>
                </a:cxn>
                <a:cxn ang="0">
                  <a:pos x="209" y="263"/>
                </a:cxn>
                <a:cxn ang="0">
                  <a:pos x="174" y="275"/>
                </a:cxn>
                <a:cxn ang="0">
                  <a:pos x="144" y="277"/>
                </a:cxn>
                <a:cxn ang="0">
                  <a:pos x="101" y="48"/>
                </a:cxn>
                <a:cxn ang="0">
                  <a:pos x="62" y="79"/>
                </a:cxn>
                <a:cxn ang="0">
                  <a:pos x="48" y="100"/>
                </a:cxn>
                <a:cxn ang="0">
                  <a:pos x="38" y="126"/>
                </a:cxn>
                <a:cxn ang="0">
                  <a:pos x="37" y="153"/>
                </a:cxn>
                <a:cxn ang="0">
                  <a:pos x="41" y="172"/>
                </a:cxn>
                <a:cxn ang="0">
                  <a:pos x="52" y="194"/>
                </a:cxn>
                <a:cxn ang="0">
                  <a:pos x="67" y="214"/>
                </a:cxn>
                <a:cxn ang="0">
                  <a:pos x="88" y="229"/>
                </a:cxn>
                <a:cxn ang="0">
                  <a:pos x="112" y="238"/>
                </a:cxn>
                <a:cxn ang="0">
                  <a:pos x="139" y="241"/>
                </a:cxn>
                <a:cxn ang="0">
                  <a:pos x="155" y="240"/>
                </a:cxn>
                <a:cxn ang="0">
                  <a:pos x="171" y="236"/>
                </a:cxn>
                <a:cxn ang="0">
                  <a:pos x="194" y="224"/>
                </a:cxn>
                <a:cxn ang="0">
                  <a:pos x="213" y="208"/>
                </a:cxn>
                <a:cxn ang="0">
                  <a:pos x="225" y="187"/>
                </a:cxn>
                <a:cxn ang="0">
                  <a:pos x="233" y="163"/>
                </a:cxn>
                <a:cxn ang="0">
                  <a:pos x="233" y="139"/>
                </a:cxn>
                <a:cxn ang="0">
                  <a:pos x="228" y="121"/>
                </a:cxn>
                <a:cxn ang="0">
                  <a:pos x="216" y="97"/>
                </a:cxn>
                <a:cxn ang="0">
                  <a:pos x="199" y="78"/>
                </a:cxn>
                <a:cxn ang="0">
                  <a:pos x="177" y="63"/>
                </a:cxn>
                <a:cxn ang="0">
                  <a:pos x="150" y="53"/>
                </a:cxn>
                <a:cxn ang="0">
                  <a:pos x="119" y="49"/>
                </a:cxn>
                <a:cxn ang="0">
                  <a:pos x="112" y="47"/>
                </a:cxn>
              </a:cxnLst>
              <a:rect l="0" t="0" r="r" b="b"/>
              <a:pathLst>
                <a:path w="271" h="277">
                  <a:moveTo>
                    <a:pt x="144" y="277"/>
                  </a:moveTo>
                  <a:lnTo>
                    <a:pt x="144" y="277"/>
                  </a:lnTo>
                  <a:lnTo>
                    <a:pt x="131" y="277"/>
                  </a:lnTo>
                  <a:lnTo>
                    <a:pt x="120" y="276"/>
                  </a:lnTo>
                  <a:lnTo>
                    <a:pt x="108" y="274"/>
                  </a:lnTo>
                  <a:lnTo>
                    <a:pt x="96" y="271"/>
                  </a:lnTo>
                  <a:lnTo>
                    <a:pt x="85" y="267"/>
                  </a:lnTo>
                  <a:lnTo>
                    <a:pt x="73" y="263"/>
                  </a:lnTo>
                  <a:lnTo>
                    <a:pt x="62" y="257"/>
                  </a:lnTo>
                  <a:lnTo>
                    <a:pt x="53" y="251"/>
                  </a:lnTo>
                  <a:lnTo>
                    <a:pt x="42" y="244"/>
                  </a:lnTo>
                  <a:lnTo>
                    <a:pt x="34" y="236"/>
                  </a:lnTo>
                  <a:lnTo>
                    <a:pt x="26" y="226"/>
                  </a:lnTo>
                  <a:lnTo>
                    <a:pt x="19" y="217"/>
                  </a:lnTo>
                  <a:lnTo>
                    <a:pt x="13" y="206"/>
                  </a:lnTo>
                  <a:lnTo>
                    <a:pt x="7" y="194"/>
                  </a:lnTo>
                  <a:lnTo>
                    <a:pt x="3" y="181"/>
                  </a:lnTo>
                  <a:lnTo>
                    <a:pt x="1" y="168"/>
                  </a:lnTo>
                  <a:lnTo>
                    <a:pt x="1" y="168"/>
                  </a:lnTo>
                  <a:lnTo>
                    <a:pt x="0" y="153"/>
                  </a:lnTo>
                  <a:lnTo>
                    <a:pt x="0" y="139"/>
                  </a:lnTo>
                  <a:lnTo>
                    <a:pt x="1" y="125"/>
                  </a:lnTo>
                  <a:lnTo>
                    <a:pt x="4" y="112"/>
                  </a:lnTo>
                  <a:lnTo>
                    <a:pt x="8" y="98"/>
                  </a:lnTo>
                  <a:lnTo>
                    <a:pt x="14" y="86"/>
                  </a:lnTo>
                  <a:lnTo>
                    <a:pt x="20" y="74"/>
                  </a:lnTo>
                  <a:lnTo>
                    <a:pt x="27" y="61"/>
                  </a:lnTo>
                  <a:lnTo>
                    <a:pt x="35" y="51"/>
                  </a:lnTo>
                  <a:lnTo>
                    <a:pt x="45" y="41"/>
                  </a:lnTo>
                  <a:lnTo>
                    <a:pt x="55" y="31"/>
                  </a:lnTo>
                  <a:lnTo>
                    <a:pt x="66" y="23"/>
                  </a:lnTo>
                  <a:lnTo>
                    <a:pt x="78" y="16"/>
                  </a:lnTo>
                  <a:lnTo>
                    <a:pt x="91" y="10"/>
                  </a:lnTo>
                  <a:lnTo>
                    <a:pt x="103" y="4"/>
                  </a:lnTo>
                  <a:lnTo>
                    <a:pt x="118" y="0"/>
                  </a:lnTo>
                  <a:lnTo>
                    <a:pt x="118" y="0"/>
                  </a:lnTo>
                  <a:lnTo>
                    <a:pt x="122" y="0"/>
                  </a:lnTo>
                  <a:lnTo>
                    <a:pt x="122" y="0"/>
                  </a:lnTo>
                  <a:lnTo>
                    <a:pt x="128" y="1"/>
                  </a:lnTo>
                  <a:lnTo>
                    <a:pt x="132" y="2"/>
                  </a:lnTo>
                  <a:lnTo>
                    <a:pt x="135" y="5"/>
                  </a:lnTo>
                  <a:lnTo>
                    <a:pt x="138" y="9"/>
                  </a:lnTo>
                  <a:lnTo>
                    <a:pt x="141" y="13"/>
                  </a:lnTo>
                  <a:lnTo>
                    <a:pt x="146" y="14"/>
                  </a:lnTo>
                  <a:lnTo>
                    <a:pt x="146" y="14"/>
                  </a:lnTo>
                  <a:lnTo>
                    <a:pt x="158" y="17"/>
                  </a:lnTo>
                  <a:lnTo>
                    <a:pt x="171" y="20"/>
                  </a:lnTo>
                  <a:lnTo>
                    <a:pt x="183" y="24"/>
                  </a:lnTo>
                  <a:lnTo>
                    <a:pt x="193" y="29"/>
                  </a:lnTo>
                  <a:lnTo>
                    <a:pt x="204" y="34"/>
                  </a:lnTo>
                  <a:lnTo>
                    <a:pt x="214" y="41"/>
                  </a:lnTo>
                  <a:lnTo>
                    <a:pt x="223" y="48"/>
                  </a:lnTo>
                  <a:lnTo>
                    <a:pt x="232" y="55"/>
                  </a:lnTo>
                  <a:lnTo>
                    <a:pt x="239" y="63"/>
                  </a:lnTo>
                  <a:lnTo>
                    <a:pt x="246" y="72"/>
                  </a:lnTo>
                  <a:lnTo>
                    <a:pt x="252" y="81"/>
                  </a:lnTo>
                  <a:lnTo>
                    <a:pt x="257" y="90"/>
                  </a:lnTo>
                  <a:lnTo>
                    <a:pt x="261" y="100"/>
                  </a:lnTo>
                  <a:lnTo>
                    <a:pt x="266" y="111"/>
                  </a:lnTo>
                  <a:lnTo>
                    <a:pt x="268" y="122"/>
                  </a:lnTo>
                  <a:lnTo>
                    <a:pt x="270" y="134"/>
                  </a:lnTo>
                  <a:lnTo>
                    <a:pt x="270" y="134"/>
                  </a:lnTo>
                  <a:lnTo>
                    <a:pt x="271" y="145"/>
                  </a:lnTo>
                  <a:lnTo>
                    <a:pt x="271" y="156"/>
                  </a:lnTo>
                  <a:lnTo>
                    <a:pt x="270" y="168"/>
                  </a:lnTo>
                  <a:lnTo>
                    <a:pt x="268" y="179"/>
                  </a:lnTo>
                  <a:lnTo>
                    <a:pt x="265" y="190"/>
                  </a:lnTo>
                  <a:lnTo>
                    <a:pt x="260" y="202"/>
                  </a:lnTo>
                  <a:lnTo>
                    <a:pt x="255" y="212"/>
                  </a:lnTo>
                  <a:lnTo>
                    <a:pt x="250" y="222"/>
                  </a:lnTo>
                  <a:lnTo>
                    <a:pt x="243" y="232"/>
                  </a:lnTo>
                  <a:lnTo>
                    <a:pt x="236" y="241"/>
                  </a:lnTo>
                  <a:lnTo>
                    <a:pt x="227" y="249"/>
                  </a:lnTo>
                  <a:lnTo>
                    <a:pt x="218" y="256"/>
                  </a:lnTo>
                  <a:lnTo>
                    <a:pt x="209" y="263"/>
                  </a:lnTo>
                  <a:lnTo>
                    <a:pt x="197" y="268"/>
                  </a:lnTo>
                  <a:lnTo>
                    <a:pt x="186" y="272"/>
                  </a:lnTo>
                  <a:lnTo>
                    <a:pt x="174" y="275"/>
                  </a:lnTo>
                  <a:lnTo>
                    <a:pt x="174" y="275"/>
                  </a:lnTo>
                  <a:lnTo>
                    <a:pt x="159" y="277"/>
                  </a:lnTo>
                  <a:lnTo>
                    <a:pt x="144" y="277"/>
                  </a:lnTo>
                  <a:lnTo>
                    <a:pt x="144" y="277"/>
                  </a:lnTo>
                  <a:close/>
                  <a:moveTo>
                    <a:pt x="101" y="48"/>
                  </a:moveTo>
                  <a:lnTo>
                    <a:pt x="101" y="48"/>
                  </a:lnTo>
                  <a:lnTo>
                    <a:pt x="87" y="56"/>
                  </a:lnTo>
                  <a:lnTo>
                    <a:pt x="73" y="66"/>
                  </a:lnTo>
                  <a:lnTo>
                    <a:pt x="62" y="79"/>
                  </a:lnTo>
                  <a:lnTo>
                    <a:pt x="57" y="86"/>
                  </a:lnTo>
                  <a:lnTo>
                    <a:pt x="52" y="93"/>
                  </a:lnTo>
                  <a:lnTo>
                    <a:pt x="48" y="100"/>
                  </a:lnTo>
                  <a:lnTo>
                    <a:pt x="44" y="109"/>
                  </a:lnTo>
                  <a:lnTo>
                    <a:pt x="40" y="117"/>
                  </a:lnTo>
                  <a:lnTo>
                    <a:pt x="38" y="126"/>
                  </a:lnTo>
                  <a:lnTo>
                    <a:pt x="37" y="135"/>
                  </a:lnTo>
                  <a:lnTo>
                    <a:pt x="36" y="144"/>
                  </a:lnTo>
                  <a:lnTo>
                    <a:pt x="37" y="153"/>
                  </a:lnTo>
                  <a:lnTo>
                    <a:pt x="38" y="163"/>
                  </a:lnTo>
                  <a:lnTo>
                    <a:pt x="38" y="163"/>
                  </a:lnTo>
                  <a:lnTo>
                    <a:pt x="41" y="172"/>
                  </a:lnTo>
                  <a:lnTo>
                    <a:pt x="44" y="180"/>
                  </a:lnTo>
                  <a:lnTo>
                    <a:pt x="48" y="187"/>
                  </a:lnTo>
                  <a:lnTo>
                    <a:pt x="52" y="194"/>
                  </a:lnTo>
                  <a:lnTo>
                    <a:pt x="56" y="202"/>
                  </a:lnTo>
                  <a:lnTo>
                    <a:pt x="62" y="208"/>
                  </a:lnTo>
                  <a:lnTo>
                    <a:pt x="67" y="214"/>
                  </a:lnTo>
                  <a:lnTo>
                    <a:pt x="73" y="219"/>
                  </a:lnTo>
                  <a:lnTo>
                    <a:pt x="81" y="224"/>
                  </a:lnTo>
                  <a:lnTo>
                    <a:pt x="88" y="229"/>
                  </a:lnTo>
                  <a:lnTo>
                    <a:pt x="95" y="232"/>
                  </a:lnTo>
                  <a:lnTo>
                    <a:pt x="103" y="235"/>
                  </a:lnTo>
                  <a:lnTo>
                    <a:pt x="112" y="238"/>
                  </a:lnTo>
                  <a:lnTo>
                    <a:pt x="121" y="239"/>
                  </a:lnTo>
                  <a:lnTo>
                    <a:pt x="129" y="241"/>
                  </a:lnTo>
                  <a:lnTo>
                    <a:pt x="139" y="241"/>
                  </a:lnTo>
                  <a:lnTo>
                    <a:pt x="139" y="241"/>
                  </a:lnTo>
                  <a:lnTo>
                    <a:pt x="147" y="241"/>
                  </a:lnTo>
                  <a:lnTo>
                    <a:pt x="155" y="240"/>
                  </a:lnTo>
                  <a:lnTo>
                    <a:pt x="163" y="238"/>
                  </a:lnTo>
                  <a:lnTo>
                    <a:pt x="171" y="236"/>
                  </a:lnTo>
                  <a:lnTo>
                    <a:pt x="171" y="236"/>
                  </a:lnTo>
                  <a:lnTo>
                    <a:pt x="179" y="233"/>
                  </a:lnTo>
                  <a:lnTo>
                    <a:pt x="187" y="229"/>
                  </a:lnTo>
                  <a:lnTo>
                    <a:pt x="194" y="224"/>
                  </a:lnTo>
                  <a:lnTo>
                    <a:pt x="201" y="219"/>
                  </a:lnTo>
                  <a:lnTo>
                    <a:pt x="207" y="214"/>
                  </a:lnTo>
                  <a:lnTo>
                    <a:pt x="213" y="208"/>
                  </a:lnTo>
                  <a:lnTo>
                    <a:pt x="217" y="202"/>
                  </a:lnTo>
                  <a:lnTo>
                    <a:pt x="222" y="194"/>
                  </a:lnTo>
                  <a:lnTo>
                    <a:pt x="225" y="187"/>
                  </a:lnTo>
                  <a:lnTo>
                    <a:pt x="228" y="180"/>
                  </a:lnTo>
                  <a:lnTo>
                    <a:pt x="230" y="172"/>
                  </a:lnTo>
                  <a:lnTo>
                    <a:pt x="233" y="163"/>
                  </a:lnTo>
                  <a:lnTo>
                    <a:pt x="234" y="155"/>
                  </a:lnTo>
                  <a:lnTo>
                    <a:pt x="234" y="147"/>
                  </a:lnTo>
                  <a:lnTo>
                    <a:pt x="233" y="139"/>
                  </a:lnTo>
                  <a:lnTo>
                    <a:pt x="230" y="130"/>
                  </a:lnTo>
                  <a:lnTo>
                    <a:pt x="230" y="130"/>
                  </a:lnTo>
                  <a:lnTo>
                    <a:pt x="228" y="121"/>
                  </a:lnTo>
                  <a:lnTo>
                    <a:pt x="225" y="113"/>
                  </a:lnTo>
                  <a:lnTo>
                    <a:pt x="221" y="105"/>
                  </a:lnTo>
                  <a:lnTo>
                    <a:pt x="216" y="97"/>
                  </a:lnTo>
                  <a:lnTo>
                    <a:pt x="212" y="90"/>
                  </a:lnTo>
                  <a:lnTo>
                    <a:pt x="206" y="84"/>
                  </a:lnTo>
                  <a:lnTo>
                    <a:pt x="199" y="78"/>
                  </a:lnTo>
                  <a:lnTo>
                    <a:pt x="192" y="73"/>
                  </a:lnTo>
                  <a:lnTo>
                    <a:pt x="185" y="67"/>
                  </a:lnTo>
                  <a:lnTo>
                    <a:pt x="177" y="63"/>
                  </a:lnTo>
                  <a:lnTo>
                    <a:pt x="168" y="59"/>
                  </a:lnTo>
                  <a:lnTo>
                    <a:pt x="160" y="56"/>
                  </a:lnTo>
                  <a:lnTo>
                    <a:pt x="150" y="53"/>
                  </a:lnTo>
                  <a:lnTo>
                    <a:pt x="141" y="51"/>
                  </a:lnTo>
                  <a:lnTo>
                    <a:pt x="129" y="50"/>
                  </a:lnTo>
                  <a:lnTo>
                    <a:pt x="119" y="49"/>
                  </a:lnTo>
                  <a:lnTo>
                    <a:pt x="119" y="49"/>
                  </a:lnTo>
                  <a:lnTo>
                    <a:pt x="115" y="49"/>
                  </a:lnTo>
                  <a:lnTo>
                    <a:pt x="112" y="47"/>
                  </a:lnTo>
                  <a:lnTo>
                    <a:pt x="107" y="45"/>
                  </a:lnTo>
                  <a:lnTo>
                    <a:pt x="101" y="48"/>
                  </a:lnTo>
                  <a:close/>
                </a:path>
              </a:pathLst>
            </a:custGeom>
            <a:grpFill/>
            <a:ln>
              <a:solidFill>
                <a:schemeClr val="accent1">
                  <a:lumMod val="75000"/>
                  <a:alpha val="0"/>
                </a:schemeClr>
              </a:solidFill>
            </a:ln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310" name="Freeform 926"/>
            <p:cNvSpPr>
              <a:spLocks noEditPoints="1"/>
            </p:cNvSpPr>
            <p:nvPr>
              <p:custDataLst>
                <p:tags r:id="rId26"/>
              </p:custDataLst>
            </p:nvPr>
          </p:nvSpPr>
          <p:spPr bwMode="auto">
            <a:xfrm>
              <a:off x="3282950" y="1227138"/>
              <a:ext cx="644525" cy="642938"/>
            </a:xfrm>
            <a:custGeom>
              <a:avLst/>
              <a:gdLst/>
              <a:ahLst/>
              <a:cxnLst>
                <a:cxn ang="0">
                  <a:pos x="653" y="1206"/>
                </a:cxn>
                <a:cxn ang="0">
                  <a:pos x="563" y="1160"/>
                </a:cxn>
                <a:cxn ang="0">
                  <a:pos x="550" y="1153"/>
                </a:cxn>
                <a:cxn ang="0">
                  <a:pos x="236" y="832"/>
                </a:cxn>
                <a:cxn ang="0">
                  <a:pos x="143" y="731"/>
                </a:cxn>
                <a:cxn ang="0">
                  <a:pos x="77" y="679"/>
                </a:cxn>
                <a:cxn ang="0">
                  <a:pos x="72" y="657"/>
                </a:cxn>
                <a:cxn ang="0">
                  <a:pos x="40" y="570"/>
                </a:cxn>
                <a:cxn ang="0">
                  <a:pos x="11" y="425"/>
                </a:cxn>
                <a:cxn ang="0">
                  <a:pos x="1" y="212"/>
                </a:cxn>
                <a:cxn ang="0">
                  <a:pos x="10" y="196"/>
                </a:cxn>
                <a:cxn ang="0">
                  <a:pos x="19" y="182"/>
                </a:cxn>
                <a:cxn ang="0">
                  <a:pos x="110" y="81"/>
                </a:cxn>
                <a:cxn ang="0">
                  <a:pos x="210" y="10"/>
                </a:cxn>
                <a:cxn ang="0">
                  <a:pos x="228" y="8"/>
                </a:cxn>
                <a:cxn ang="0">
                  <a:pos x="242" y="2"/>
                </a:cxn>
                <a:cxn ang="0">
                  <a:pos x="419" y="2"/>
                </a:cxn>
                <a:cxn ang="0">
                  <a:pos x="599" y="26"/>
                </a:cxn>
                <a:cxn ang="0">
                  <a:pos x="638" y="36"/>
                </a:cxn>
                <a:cxn ang="0">
                  <a:pos x="656" y="46"/>
                </a:cxn>
                <a:cxn ang="0">
                  <a:pos x="887" y="256"/>
                </a:cxn>
                <a:cxn ang="0">
                  <a:pos x="1107" y="475"/>
                </a:cxn>
                <a:cxn ang="0">
                  <a:pos x="1167" y="525"/>
                </a:cxn>
                <a:cxn ang="0">
                  <a:pos x="1185" y="553"/>
                </a:cxn>
                <a:cxn ang="0">
                  <a:pos x="1215" y="644"/>
                </a:cxn>
                <a:cxn ang="0">
                  <a:pos x="1218" y="725"/>
                </a:cxn>
                <a:cxn ang="0">
                  <a:pos x="1194" y="798"/>
                </a:cxn>
                <a:cxn ang="0">
                  <a:pos x="1193" y="817"/>
                </a:cxn>
                <a:cxn ang="0">
                  <a:pos x="1109" y="909"/>
                </a:cxn>
                <a:cxn ang="0">
                  <a:pos x="862" y="1146"/>
                </a:cxn>
                <a:cxn ang="0">
                  <a:pos x="853" y="1157"/>
                </a:cxn>
                <a:cxn ang="0">
                  <a:pos x="761" y="1206"/>
                </a:cxn>
                <a:cxn ang="0">
                  <a:pos x="231" y="43"/>
                </a:cxn>
                <a:cxn ang="0">
                  <a:pos x="137" y="108"/>
                </a:cxn>
                <a:cxn ang="0">
                  <a:pos x="54" y="198"/>
                </a:cxn>
                <a:cxn ang="0">
                  <a:pos x="40" y="216"/>
                </a:cxn>
                <a:cxn ang="0">
                  <a:pos x="45" y="400"/>
                </a:cxn>
                <a:cxn ang="0">
                  <a:pos x="68" y="529"/>
                </a:cxn>
                <a:cxn ang="0">
                  <a:pos x="105" y="637"/>
                </a:cxn>
                <a:cxn ang="0">
                  <a:pos x="112" y="658"/>
                </a:cxn>
                <a:cxn ang="0">
                  <a:pos x="181" y="718"/>
                </a:cxn>
                <a:cxn ang="0">
                  <a:pos x="294" y="841"/>
                </a:cxn>
                <a:cxn ang="0">
                  <a:pos x="585" y="1129"/>
                </a:cxn>
                <a:cxn ang="0">
                  <a:pos x="633" y="1159"/>
                </a:cxn>
                <a:cxn ang="0">
                  <a:pos x="706" y="1177"/>
                </a:cxn>
                <a:cxn ang="0">
                  <a:pos x="765" y="1165"/>
                </a:cxn>
                <a:cxn ang="0">
                  <a:pos x="823" y="1131"/>
                </a:cxn>
                <a:cxn ang="0">
                  <a:pos x="865" y="1090"/>
                </a:cxn>
                <a:cxn ang="0">
                  <a:pos x="1140" y="817"/>
                </a:cxn>
                <a:cxn ang="0">
                  <a:pos x="1147" y="803"/>
                </a:cxn>
                <a:cxn ang="0">
                  <a:pos x="1177" y="736"/>
                </a:cxn>
                <a:cxn ang="0">
                  <a:pos x="1179" y="657"/>
                </a:cxn>
                <a:cxn ang="0">
                  <a:pos x="1148" y="564"/>
                </a:cxn>
                <a:cxn ang="0">
                  <a:pos x="1140" y="556"/>
                </a:cxn>
                <a:cxn ang="0">
                  <a:pos x="894" y="335"/>
                </a:cxn>
                <a:cxn ang="0">
                  <a:pos x="627" y="72"/>
                </a:cxn>
                <a:cxn ang="0">
                  <a:pos x="558" y="57"/>
                </a:cxn>
                <a:cxn ang="0">
                  <a:pos x="377" y="39"/>
                </a:cxn>
                <a:cxn ang="0">
                  <a:pos x="236" y="40"/>
                </a:cxn>
              </a:cxnLst>
              <a:rect l="0" t="0" r="r" b="b"/>
              <a:pathLst>
                <a:path w="1220" h="1215">
                  <a:moveTo>
                    <a:pt x="706" y="1215"/>
                  </a:moveTo>
                  <a:lnTo>
                    <a:pt x="706" y="1215"/>
                  </a:lnTo>
                  <a:lnTo>
                    <a:pt x="688" y="1214"/>
                  </a:lnTo>
                  <a:lnTo>
                    <a:pt x="671" y="1211"/>
                  </a:lnTo>
                  <a:lnTo>
                    <a:pt x="653" y="1206"/>
                  </a:lnTo>
                  <a:lnTo>
                    <a:pt x="636" y="1200"/>
                  </a:lnTo>
                  <a:lnTo>
                    <a:pt x="617" y="1193"/>
                  </a:lnTo>
                  <a:lnTo>
                    <a:pt x="599" y="1184"/>
                  </a:lnTo>
                  <a:lnTo>
                    <a:pt x="581" y="1172"/>
                  </a:lnTo>
                  <a:lnTo>
                    <a:pt x="563" y="1160"/>
                  </a:lnTo>
                  <a:lnTo>
                    <a:pt x="561" y="1158"/>
                  </a:lnTo>
                  <a:lnTo>
                    <a:pt x="558" y="1158"/>
                  </a:lnTo>
                  <a:lnTo>
                    <a:pt x="558" y="1158"/>
                  </a:lnTo>
                  <a:lnTo>
                    <a:pt x="554" y="1156"/>
                  </a:lnTo>
                  <a:lnTo>
                    <a:pt x="550" y="1153"/>
                  </a:lnTo>
                  <a:lnTo>
                    <a:pt x="307" y="910"/>
                  </a:lnTo>
                  <a:lnTo>
                    <a:pt x="307" y="910"/>
                  </a:lnTo>
                  <a:lnTo>
                    <a:pt x="290" y="891"/>
                  </a:lnTo>
                  <a:lnTo>
                    <a:pt x="271" y="872"/>
                  </a:lnTo>
                  <a:lnTo>
                    <a:pt x="236" y="832"/>
                  </a:lnTo>
                  <a:lnTo>
                    <a:pt x="236" y="832"/>
                  </a:lnTo>
                  <a:lnTo>
                    <a:pt x="200" y="790"/>
                  </a:lnTo>
                  <a:lnTo>
                    <a:pt x="181" y="771"/>
                  </a:lnTo>
                  <a:lnTo>
                    <a:pt x="163" y="751"/>
                  </a:lnTo>
                  <a:lnTo>
                    <a:pt x="143" y="731"/>
                  </a:lnTo>
                  <a:lnTo>
                    <a:pt x="123" y="714"/>
                  </a:lnTo>
                  <a:lnTo>
                    <a:pt x="102" y="697"/>
                  </a:lnTo>
                  <a:lnTo>
                    <a:pt x="80" y="682"/>
                  </a:lnTo>
                  <a:lnTo>
                    <a:pt x="80" y="682"/>
                  </a:lnTo>
                  <a:lnTo>
                    <a:pt x="77" y="679"/>
                  </a:lnTo>
                  <a:lnTo>
                    <a:pt x="74" y="677"/>
                  </a:lnTo>
                  <a:lnTo>
                    <a:pt x="72" y="670"/>
                  </a:lnTo>
                  <a:lnTo>
                    <a:pt x="71" y="665"/>
                  </a:lnTo>
                  <a:lnTo>
                    <a:pt x="71" y="661"/>
                  </a:lnTo>
                  <a:lnTo>
                    <a:pt x="72" y="657"/>
                  </a:lnTo>
                  <a:lnTo>
                    <a:pt x="71" y="654"/>
                  </a:lnTo>
                  <a:lnTo>
                    <a:pt x="71" y="654"/>
                  </a:lnTo>
                  <a:lnTo>
                    <a:pt x="59" y="626"/>
                  </a:lnTo>
                  <a:lnTo>
                    <a:pt x="49" y="598"/>
                  </a:lnTo>
                  <a:lnTo>
                    <a:pt x="40" y="570"/>
                  </a:lnTo>
                  <a:lnTo>
                    <a:pt x="32" y="541"/>
                  </a:lnTo>
                  <a:lnTo>
                    <a:pt x="25" y="512"/>
                  </a:lnTo>
                  <a:lnTo>
                    <a:pt x="19" y="483"/>
                  </a:lnTo>
                  <a:lnTo>
                    <a:pt x="15" y="453"/>
                  </a:lnTo>
                  <a:lnTo>
                    <a:pt x="11" y="425"/>
                  </a:lnTo>
                  <a:lnTo>
                    <a:pt x="7" y="396"/>
                  </a:lnTo>
                  <a:lnTo>
                    <a:pt x="4" y="368"/>
                  </a:lnTo>
                  <a:lnTo>
                    <a:pt x="1" y="312"/>
                  </a:lnTo>
                  <a:lnTo>
                    <a:pt x="0" y="259"/>
                  </a:lnTo>
                  <a:lnTo>
                    <a:pt x="1" y="212"/>
                  </a:lnTo>
                  <a:lnTo>
                    <a:pt x="1" y="212"/>
                  </a:lnTo>
                  <a:lnTo>
                    <a:pt x="1" y="207"/>
                  </a:lnTo>
                  <a:lnTo>
                    <a:pt x="3" y="202"/>
                  </a:lnTo>
                  <a:lnTo>
                    <a:pt x="6" y="198"/>
                  </a:lnTo>
                  <a:lnTo>
                    <a:pt x="10" y="196"/>
                  </a:lnTo>
                  <a:lnTo>
                    <a:pt x="14" y="193"/>
                  </a:lnTo>
                  <a:lnTo>
                    <a:pt x="16" y="188"/>
                  </a:lnTo>
                  <a:lnTo>
                    <a:pt x="16" y="188"/>
                  </a:lnTo>
                  <a:lnTo>
                    <a:pt x="17" y="185"/>
                  </a:lnTo>
                  <a:lnTo>
                    <a:pt x="19" y="182"/>
                  </a:lnTo>
                  <a:lnTo>
                    <a:pt x="19" y="182"/>
                  </a:lnTo>
                  <a:lnTo>
                    <a:pt x="41" y="154"/>
                  </a:lnTo>
                  <a:lnTo>
                    <a:pt x="63" y="127"/>
                  </a:lnTo>
                  <a:lnTo>
                    <a:pt x="86" y="103"/>
                  </a:lnTo>
                  <a:lnTo>
                    <a:pt x="110" y="81"/>
                  </a:lnTo>
                  <a:lnTo>
                    <a:pt x="135" y="60"/>
                  </a:lnTo>
                  <a:lnTo>
                    <a:pt x="159" y="41"/>
                  </a:lnTo>
                  <a:lnTo>
                    <a:pt x="185" y="25"/>
                  </a:lnTo>
                  <a:lnTo>
                    <a:pt x="210" y="10"/>
                  </a:lnTo>
                  <a:lnTo>
                    <a:pt x="210" y="10"/>
                  </a:lnTo>
                  <a:lnTo>
                    <a:pt x="215" y="8"/>
                  </a:lnTo>
                  <a:lnTo>
                    <a:pt x="219" y="7"/>
                  </a:lnTo>
                  <a:lnTo>
                    <a:pt x="219" y="7"/>
                  </a:lnTo>
                  <a:lnTo>
                    <a:pt x="222" y="8"/>
                  </a:lnTo>
                  <a:lnTo>
                    <a:pt x="228" y="8"/>
                  </a:lnTo>
                  <a:lnTo>
                    <a:pt x="232" y="5"/>
                  </a:lnTo>
                  <a:lnTo>
                    <a:pt x="232" y="5"/>
                  </a:lnTo>
                  <a:lnTo>
                    <a:pt x="236" y="3"/>
                  </a:lnTo>
                  <a:lnTo>
                    <a:pt x="242" y="2"/>
                  </a:lnTo>
                  <a:lnTo>
                    <a:pt x="242" y="2"/>
                  </a:lnTo>
                  <a:lnTo>
                    <a:pt x="291" y="0"/>
                  </a:lnTo>
                  <a:lnTo>
                    <a:pt x="335" y="0"/>
                  </a:lnTo>
                  <a:lnTo>
                    <a:pt x="335" y="0"/>
                  </a:lnTo>
                  <a:lnTo>
                    <a:pt x="377" y="0"/>
                  </a:lnTo>
                  <a:lnTo>
                    <a:pt x="419" y="2"/>
                  </a:lnTo>
                  <a:lnTo>
                    <a:pt x="458" y="5"/>
                  </a:lnTo>
                  <a:lnTo>
                    <a:pt x="495" y="8"/>
                  </a:lnTo>
                  <a:lnTo>
                    <a:pt x="531" y="13"/>
                  </a:lnTo>
                  <a:lnTo>
                    <a:pt x="566" y="20"/>
                  </a:lnTo>
                  <a:lnTo>
                    <a:pt x="599" y="26"/>
                  </a:lnTo>
                  <a:lnTo>
                    <a:pt x="631" y="34"/>
                  </a:lnTo>
                  <a:lnTo>
                    <a:pt x="631" y="34"/>
                  </a:lnTo>
                  <a:lnTo>
                    <a:pt x="634" y="35"/>
                  </a:lnTo>
                  <a:lnTo>
                    <a:pt x="636" y="36"/>
                  </a:lnTo>
                  <a:lnTo>
                    <a:pt x="638" y="36"/>
                  </a:lnTo>
                  <a:lnTo>
                    <a:pt x="638" y="36"/>
                  </a:lnTo>
                  <a:lnTo>
                    <a:pt x="642" y="36"/>
                  </a:lnTo>
                  <a:lnTo>
                    <a:pt x="646" y="38"/>
                  </a:lnTo>
                  <a:lnTo>
                    <a:pt x="656" y="46"/>
                  </a:lnTo>
                  <a:lnTo>
                    <a:pt x="656" y="46"/>
                  </a:lnTo>
                  <a:lnTo>
                    <a:pt x="697" y="80"/>
                  </a:lnTo>
                  <a:lnTo>
                    <a:pt x="736" y="114"/>
                  </a:lnTo>
                  <a:lnTo>
                    <a:pt x="775" y="149"/>
                  </a:lnTo>
                  <a:lnTo>
                    <a:pt x="812" y="184"/>
                  </a:lnTo>
                  <a:lnTo>
                    <a:pt x="887" y="256"/>
                  </a:lnTo>
                  <a:lnTo>
                    <a:pt x="958" y="328"/>
                  </a:lnTo>
                  <a:lnTo>
                    <a:pt x="958" y="328"/>
                  </a:lnTo>
                  <a:lnTo>
                    <a:pt x="1008" y="379"/>
                  </a:lnTo>
                  <a:lnTo>
                    <a:pt x="1057" y="428"/>
                  </a:lnTo>
                  <a:lnTo>
                    <a:pt x="1107" y="475"/>
                  </a:lnTo>
                  <a:lnTo>
                    <a:pt x="1156" y="521"/>
                  </a:lnTo>
                  <a:lnTo>
                    <a:pt x="1159" y="524"/>
                  </a:lnTo>
                  <a:lnTo>
                    <a:pt x="1163" y="524"/>
                  </a:lnTo>
                  <a:lnTo>
                    <a:pt x="1163" y="524"/>
                  </a:lnTo>
                  <a:lnTo>
                    <a:pt x="1167" y="525"/>
                  </a:lnTo>
                  <a:lnTo>
                    <a:pt x="1171" y="527"/>
                  </a:lnTo>
                  <a:lnTo>
                    <a:pt x="1173" y="529"/>
                  </a:lnTo>
                  <a:lnTo>
                    <a:pt x="1175" y="533"/>
                  </a:lnTo>
                  <a:lnTo>
                    <a:pt x="1175" y="533"/>
                  </a:lnTo>
                  <a:lnTo>
                    <a:pt x="1185" y="553"/>
                  </a:lnTo>
                  <a:lnTo>
                    <a:pt x="1193" y="571"/>
                  </a:lnTo>
                  <a:lnTo>
                    <a:pt x="1201" y="590"/>
                  </a:lnTo>
                  <a:lnTo>
                    <a:pt x="1207" y="607"/>
                  </a:lnTo>
                  <a:lnTo>
                    <a:pt x="1211" y="626"/>
                  </a:lnTo>
                  <a:lnTo>
                    <a:pt x="1215" y="644"/>
                  </a:lnTo>
                  <a:lnTo>
                    <a:pt x="1218" y="660"/>
                  </a:lnTo>
                  <a:lnTo>
                    <a:pt x="1220" y="677"/>
                  </a:lnTo>
                  <a:lnTo>
                    <a:pt x="1220" y="693"/>
                  </a:lnTo>
                  <a:lnTo>
                    <a:pt x="1220" y="710"/>
                  </a:lnTo>
                  <a:lnTo>
                    <a:pt x="1218" y="725"/>
                  </a:lnTo>
                  <a:lnTo>
                    <a:pt x="1216" y="741"/>
                  </a:lnTo>
                  <a:lnTo>
                    <a:pt x="1212" y="755"/>
                  </a:lnTo>
                  <a:lnTo>
                    <a:pt x="1208" y="771"/>
                  </a:lnTo>
                  <a:lnTo>
                    <a:pt x="1202" y="785"/>
                  </a:lnTo>
                  <a:lnTo>
                    <a:pt x="1194" y="798"/>
                  </a:lnTo>
                  <a:lnTo>
                    <a:pt x="1192" y="804"/>
                  </a:lnTo>
                  <a:lnTo>
                    <a:pt x="1193" y="809"/>
                  </a:lnTo>
                  <a:lnTo>
                    <a:pt x="1193" y="809"/>
                  </a:lnTo>
                  <a:lnTo>
                    <a:pt x="1194" y="813"/>
                  </a:lnTo>
                  <a:lnTo>
                    <a:pt x="1193" y="817"/>
                  </a:lnTo>
                  <a:lnTo>
                    <a:pt x="1191" y="821"/>
                  </a:lnTo>
                  <a:lnTo>
                    <a:pt x="1188" y="826"/>
                  </a:lnTo>
                  <a:lnTo>
                    <a:pt x="1188" y="826"/>
                  </a:lnTo>
                  <a:lnTo>
                    <a:pt x="1147" y="869"/>
                  </a:lnTo>
                  <a:lnTo>
                    <a:pt x="1109" y="909"/>
                  </a:lnTo>
                  <a:lnTo>
                    <a:pt x="1070" y="948"/>
                  </a:lnTo>
                  <a:lnTo>
                    <a:pt x="1031" y="985"/>
                  </a:lnTo>
                  <a:lnTo>
                    <a:pt x="952" y="1062"/>
                  </a:lnTo>
                  <a:lnTo>
                    <a:pt x="862" y="1146"/>
                  </a:lnTo>
                  <a:lnTo>
                    <a:pt x="862" y="1146"/>
                  </a:lnTo>
                  <a:lnTo>
                    <a:pt x="858" y="1151"/>
                  </a:lnTo>
                  <a:lnTo>
                    <a:pt x="857" y="1152"/>
                  </a:lnTo>
                  <a:lnTo>
                    <a:pt x="857" y="1152"/>
                  </a:lnTo>
                  <a:lnTo>
                    <a:pt x="853" y="1157"/>
                  </a:lnTo>
                  <a:lnTo>
                    <a:pt x="853" y="1157"/>
                  </a:lnTo>
                  <a:lnTo>
                    <a:pt x="834" y="1170"/>
                  </a:lnTo>
                  <a:lnTo>
                    <a:pt x="815" y="1182"/>
                  </a:lnTo>
                  <a:lnTo>
                    <a:pt x="798" y="1192"/>
                  </a:lnTo>
                  <a:lnTo>
                    <a:pt x="779" y="1200"/>
                  </a:lnTo>
                  <a:lnTo>
                    <a:pt x="761" y="1206"/>
                  </a:lnTo>
                  <a:lnTo>
                    <a:pt x="743" y="1211"/>
                  </a:lnTo>
                  <a:lnTo>
                    <a:pt x="724" y="1214"/>
                  </a:lnTo>
                  <a:lnTo>
                    <a:pt x="706" y="1215"/>
                  </a:lnTo>
                  <a:lnTo>
                    <a:pt x="706" y="1215"/>
                  </a:lnTo>
                  <a:close/>
                  <a:moveTo>
                    <a:pt x="231" y="43"/>
                  </a:moveTo>
                  <a:lnTo>
                    <a:pt x="231" y="43"/>
                  </a:lnTo>
                  <a:lnTo>
                    <a:pt x="206" y="57"/>
                  </a:lnTo>
                  <a:lnTo>
                    <a:pt x="182" y="72"/>
                  </a:lnTo>
                  <a:lnTo>
                    <a:pt x="159" y="90"/>
                  </a:lnTo>
                  <a:lnTo>
                    <a:pt x="137" y="108"/>
                  </a:lnTo>
                  <a:lnTo>
                    <a:pt x="114" y="129"/>
                  </a:lnTo>
                  <a:lnTo>
                    <a:pt x="93" y="151"/>
                  </a:lnTo>
                  <a:lnTo>
                    <a:pt x="73" y="175"/>
                  </a:lnTo>
                  <a:lnTo>
                    <a:pt x="54" y="198"/>
                  </a:lnTo>
                  <a:lnTo>
                    <a:pt x="54" y="198"/>
                  </a:lnTo>
                  <a:lnTo>
                    <a:pt x="50" y="202"/>
                  </a:lnTo>
                  <a:lnTo>
                    <a:pt x="46" y="205"/>
                  </a:lnTo>
                  <a:lnTo>
                    <a:pt x="40" y="208"/>
                  </a:lnTo>
                  <a:lnTo>
                    <a:pt x="40" y="216"/>
                  </a:lnTo>
                  <a:lnTo>
                    <a:pt x="40" y="216"/>
                  </a:lnTo>
                  <a:lnTo>
                    <a:pt x="39" y="280"/>
                  </a:lnTo>
                  <a:lnTo>
                    <a:pt x="40" y="311"/>
                  </a:lnTo>
                  <a:lnTo>
                    <a:pt x="41" y="342"/>
                  </a:lnTo>
                  <a:lnTo>
                    <a:pt x="43" y="371"/>
                  </a:lnTo>
                  <a:lnTo>
                    <a:pt x="45" y="400"/>
                  </a:lnTo>
                  <a:lnTo>
                    <a:pt x="49" y="427"/>
                  </a:lnTo>
                  <a:lnTo>
                    <a:pt x="52" y="453"/>
                  </a:lnTo>
                  <a:lnTo>
                    <a:pt x="56" y="479"/>
                  </a:lnTo>
                  <a:lnTo>
                    <a:pt x="61" y="504"/>
                  </a:lnTo>
                  <a:lnTo>
                    <a:pt x="68" y="529"/>
                  </a:lnTo>
                  <a:lnTo>
                    <a:pt x="74" y="552"/>
                  </a:lnTo>
                  <a:lnTo>
                    <a:pt x="80" y="574"/>
                  </a:lnTo>
                  <a:lnTo>
                    <a:pt x="88" y="596"/>
                  </a:lnTo>
                  <a:lnTo>
                    <a:pt x="96" y="618"/>
                  </a:lnTo>
                  <a:lnTo>
                    <a:pt x="105" y="637"/>
                  </a:lnTo>
                  <a:lnTo>
                    <a:pt x="105" y="637"/>
                  </a:lnTo>
                  <a:lnTo>
                    <a:pt x="107" y="642"/>
                  </a:lnTo>
                  <a:lnTo>
                    <a:pt x="107" y="648"/>
                  </a:lnTo>
                  <a:lnTo>
                    <a:pt x="107" y="654"/>
                  </a:lnTo>
                  <a:lnTo>
                    <a:pt x="112" y="658"/>
                  </a:lnTo>
                  <a:lnTo>
                    <a:pt x="112" y="658"/>
                  </a:lnTo>
                  <a:lnTo>
                    <a:pt x="131" y="671"/>
                  </a:lnTo>
                  <a:lnTo>
                    <a:pt x="148" y="686"/>
                  </a:lnTo>
                  <a:lnTo>
                    <a:pt x="165" y="701"/>
                  </a:lnTo>
                  <a:lnTo>
                    <a:pt x="181" y="718"/>
                  </a:lnTo>
                  <a:lnTo>
                    <a:pt x="213" y="751"/>
                  </a:lnTo>
                  <a:lnTo>
                    <a:pt x="243" y="785"/>
                  </a:lnTo>
                  <a:lnTo>
                    <a:pt x="243" y="785"/>
                  </a:lnTo>
                  <a:lnTo>
                    <a:pt x="276" y="822"/>
                  </a:lnTo>
                  <a:lnTo>
                    <a:pt x="294" y="841"/>
                  </a:lnTo>
                  <a:lnTo>
                    <a:pt x="311" y="859"/>
                  </a:lnTo>
                  <a:lnTo>
                    <a:pt x="579" y="1127"/>
                  </a:lnTo>
                  <a:lnTo>
                    <a:pt x="582" y="1128"/>
                  </a:lnTo>
                  <a:lnTo>
                    <a:pt x="582" y="1128"/>
                  </a:lnTo>
                  <a:lnTo>
                    <a:pt x="585" y="1129"/>
                  </a:lnTo>
                  <a:lnTo>
                    <a:pt x="588" y="1131"/>
                  </a:lnTo>
                  <a:lnTo>
                    <a:pt x="588" y="1131"/>
                  </a:lnTo>
                  <a:lnTo>
                    <a:pt x="604" y="1142"/>
                  </a:lnTo>
                  <a:lnTo>
                    <a:pt x="618" y="1152"/>
                  </a:lnTo>
                  <a:lnTo>
                    <a:pt x="633" y="1159"/>
                  </a:lnTo>
                  <a:lnTo>
                    <a:pt x="647" y="1165"/>
                  </a:lnTo>
                  <a:lnTo>
                    <a:pt x="662" y="1170"/>
                  </a:lnTo>
                  <a:lnTo>
                    <a:pt x="677" y="1174"/>
                  </a:lnTo>
                  <a:lnTo>
                    <a:pt x="691" y="1177"/>
                  </a:lnTo>
                  <a:lnTo>
                    <a:pt x="706" y="1177"/>
                  </a:lnTo>
                  <a:lnTo>
                    <a:pt x="706" y="1177"/>
                  </a:lnTo>
                  <a:lnTo>
                    <a:pt x="720" y="1177"/>
                  </a:lnTo>
                  <a:lnTo>
                    <a:pt x="735" y="1174"/>
                  </a:lnTo>
                  <a:lnTo>
                    <a:pt x="750" y="1170"/>
                  </a:lnTo>
                  <a:lnTo>
                    <a:pt x="765" y="1165"/>
                  </a:lnTo>
                  <a:lnTo>
                    <a:pt x="779" y="1159"/>
                  </a:lnTo>
                  <a:lnTo>
                    <a:pt x="794" y="1152"/>
                  </a:lnTo>
                  <a:lnTo>
                    <a:pt x="808" y="1142"/>
                  </a:lnTo>
                  <a:lnTo>
                    <a:pt x="823" y="1131"/>
                  </a:lnTo>
                  <a:lnTo>
                    <a:pt x="823" y="1131"/>
                  </a:lnTo>
                  <a:lnTo>
                    <a:pt x="824" y="1130"/>
                  </a:lnTo>
                  <a:lnTo>
                    <a:pt x="825" y="1130"/>
                  </a:lnTo>
                  <a:lnTo>
                    <a:pt x="826" y="1129"/>
                  </a:lnTo>
                  <a:lnTo>
                    <a:pt x="865" y="1090"/>
                  </a:lnTo>
                  <a:lnTo>
                    <a:pt x="865" y="1090"/>
                  </a:lnTo>
                  <a:lnTo>
                    <a:pt x="934" y="1017"/>
                  </a:lnTo>
                  <a:lnTo>
                    <a:pt x="1002" y="949"/>
                  </a:lnTo>
                  <a:lnTo>
                    <a:pt x="1069" y="883"/>
                  </a:lnTo>
                  <a:lnTo>
                    <a:pt x="1105" y="850"/>
                  </a:lnTo>
                  <a:lnTo>
                    <a:pt x="1140" y="817"/>
                  </a:lnTo>
                  <a:lnTo>
                    <a:pt x="1143" y="815"/>
                  </a:lnTo>
                  <a:lnTo>
                    <a:pt x="1144" y="811"/>
                  </a:lnTo>
                  <a:lnTo>
                    <a:pt x="1144" y="811"/>
                  </a:lnTo>
                  <a:lnTo>
                    <a:pt x="1145" y="807"/>
                  </a:lnTo>
                  <a:lnTo>
                    <a:pt x="1147" y="803"/>
                  </a:lnTo>
                  <a:lnTo>
                    <a:pt x="1147" y="803"/>
                  </a:lnTo>
                  <a:lnTo>
                    <a:pt x="1157" y="786"/>
                  </a:lnTo>
                  <a:lnTo>
                    <a:pt x="1165" y="770"/>
                  </a:lnTo>
                  <a:lnTo>
                    <a:pt x="1173" y="753"/>
                  </a:lnTo>
                  <a:lnTo>
                    <a:pt x="1177" y="736"/>
                  </a:lnTo>
                  <a:lnTo>
                    <a:pt x="1180" y="720"/>
                  </a:lnTo>
                  <a:lnTo>
                    <a:pt x="1182" y="703"/>
                  </a:lnTo>
                  <a:lnTo>
                    <a:pt x="1182" y="688"/>
                  </a:lnTo>
                  <a:lnTo>
                    <a:pt x="1181" y="672"/>
                  </a:lnTo>
                  <a:lnTo>
                    <a:pt x="1179" y="657"/>
                  </a:lnTo>
                  <a:lnTo>
                    <a:pt x="1176" y="642"/>
                  </a:lnTo>
                  <a:lnTo>
                    <a:pt x="1173" y="628"/>
                  </a:lnTo>
                  <a:lnTo>
                    <a:pt x="1169" y="614"/>
                  </a:lnTo>
                  <a:lnTo>
                    <a:pt x="1158" y="588"/>
                  </a:lnTo>
                  <a:lnTo>
                    <a:pt x="1148" y="564"/>
                  </a:lnTo>
                  <a:lnTo>
                    <a:pt x="1146" y="560"/>
                  </a:lnTo>
                  <a:lnTo>
                    <a:pt x="1143" y="558"/>
                  </a:lnTo>
                  <a:lnTo>
                    <a:pt x="1143" y="558"/>
                  </a:lnTo>
                  <a:lnTo>
                    <a:pt x="1140" y="556"/>
                  </a:lnTo>
                  <a:lnTo>
                    <a:pt x="1140" y="556"/>
                  </a:lnTo>
                  <a:lnTo>
                    <a:pt x="1089" y="514"/>
                  </a:lnTo>
                  <a:lnTo>
                    <a:pt x="1039" y="471"/>
                  </a:lnTo>
                  <a:lnTo>
                    <a:pt x="991" y="427"/>
                  </a:lnTo>
                  <a:lnTo>
                    <a:pt x="942" y="381"/>
                  </a:lnTo>
                  <a:lnTo>
                    <a:pt x="894" y="335"/>
                  </a:lnTo>
                  <a:lnTo>
                    <a:pt x="846" y="289"/>
                  </a:lnTo>
                  <a:lnTo>
                    <a:pt x="752" y="196"/>
                  </a:lnTo>
                  <a:lnTo>
                    <a:pt x="752" y="196"/>
                  </a:lnTo>
                  <a:lnTo>
                    <a:pt x="629" y="75"/>
                  </a:lnTo>
                  <a:lnTo>
                    <a:pt x="627" y="72"/>
                  </a:lnTo>
                  <a:lnTo>
                    <a:pt x="623" y="72"/>
                  </a:lnTo>
                  <a:lnTo>
                    <a:pt x="622" y="71"/>
                  </a:lnTo>
                  <a:lnTo>
                    <a:pt x="622" y="71"/>
                  </a:lnTo>
                  <a:lnTo>
                    <a:pt x="590" y="64"/>
                  </a:lnTo>
                  <a:lnTo>
                    <a:pt x="558" y="57"/>
                  </a:lnTo>
                  <a:lnTo>
                    <a:pt x="525" y="52"/>
                  </a:lnTo>
                  <a:lnTo>
                    <a:pt x="491" y="46"/>
                  </a:lnTo>
                  <a:lnTo>
                    <a:pt x="455" y="43"/>
                  </a:lnTo>
                  <a:lnTo>
                    <a:pt x="417" y="40"/>
                  </a:lnTo>
                  <a:lnTo>
                    <a:pt x="377" y="39"/>
                  </a:lnTo>
                  <a:lnTo>
                    <a:pt x="336" y="38"/>
                  </a:lnTo>
                  <a:lnTo>
                    <a:pt x="336" y="38"/>
                  </a:lnTo>
                  <a:lnTo>
                    <a:pt x="291" y="39"/>
                  </a:lnTo>
                  <a:lnTo>
                    <a:pt x="241" y="40"/>
                  </a:lnTo>
                  <a:lnTo>
                    <a:pt x="236" y="40"/>
                  </a:lnTo>
                  <a:lnTo>
                    <a:pt x="232" y="42"/>
                  </a:lnTo>
                  <a:lnTo>
                    <a:pt x="232" y="42"/>
                  </a:lnTo>
                  <a:lnTo>
                    <a:pt x="231" y="43"/>
                  </a:lnTo>
                  <a:lnTo>
                    <a:pt x="231" y="43"/>
                  </a:lnTo>
                  <a:close/>
                </a:path>
              </a:pathLst>
            </a:custGeom>
            <a:grpFill/>
            <a:ln>
              <a:solidFill>
                <a:schemeClr val="accent1">
                  <a:lumMod val="75000"/>
                  <a:alpha val="0"/>
                </a:schemeClr>
              </a:solidFill>
            </a:ln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311" name="Freeform 927"/>
            <p:cNvSpPr>
              <a:spLocks noEditPoints="1"/>
            </p:cNvSpPr>
            <p:nvPr>
              <p:custDataLst>
                <p:tags r:id="rId27"/>
              </p:custDataLst>
            </p:nvPr>
          </p:nvSpPr>
          <p:spPr bwMode="auto">
            <a:xfrm>
              <a:off x="3424238" y="1154113"/>
              <a:ext cx="557213" cy="225425"/>
            </a:xfrm>
            <a:custGeom>
              <a:avLst/>
              <a:gdLst/>
              <a:ahLst/>
              <a:cxnLst>
                <a:cxn ang="0">
                  <a:pos x="77" y="421"/>
                </a:cxn>
                <a:cxn ang="0">
                  <a:pos x="65" y="420"/>
                </a:cxn>
                <a:cxn ang="0">
                  <a:pos x="28" y="385"/>
                </a:cxn>
                <a:cxn ang="0">
                  <a:pos x="2" y="324"/>
                </a:cxn>
                <a:cxn ang="0">
                  <a:pos x="1" y="253"/>
                </a:cxn>
                <a:cxn ang="0">
                  <a:pos x="3" y="188"/>
                </a:cxn>
                <a:cxn ang="0">
                  <a:pos x="40" y="100"/>
                </a:cxn>
                <a:cxn ang="0">
                  <a:pos x="87" y="65"/>
                </a:cxn>
                <a:cxn ang="0">
                  <a:pos x="160" y="37"/>
                </a:cxn>
                <a:cxn ang="0">
                  <a:pos x="250" y="24"/>
                </a:cxn>
                <a:cxn ang="0">
                  <a:pos x="311" y="37"/>
                </a:cxn>
                <a:cxn ang="0">
                  <a:pos x="412" y="72"/>
                </a:cxn>
                <a:cxn ang="0">
                  <a:pos x="529" y="127"/>
                </a:cxn>
                <a:cxn ang="0">
                  <a:pos x="587" y="70"/>
                </a:cxn>
                <a:cxn ang="0">
                  <a:pos x="661" y="29"/>
                </a:cxn>
                <a:cxn ang="0">
                  <a:pos x="790" y="1"/>
                </a:cxn>
                <a:cxn ang="0">
                  <a:pos x="894" y="10"/>
                </a:cxn>
                <a:cxn ang="0">
                  <a:pos x="971" y="35"/>
                </a:cxn>
                <a:cxn ang="0">
                  <a:pos x="1030" y="87"/>
                </a:cxn>
                <a:cxn ang="0">
                  <a:pos x="1052" y="163"/>
                </a:cxn>
                <a:cxn ang="0">
                  <a:pos x="1025" y="252"/>
                </a:cxn>
                <a:cxn ang="0">
                  <a:pos x="951" y="306"/>
                </a:cxn>
                <a:cxn ang="0">
                  <a:pos x="871" y="326"/>
                </a:cxn>
                <a:cxn ang="0">
                  <a:pos x="769" y="315"/>
                </a:cxn>
                <a:cxn ang="0">
                  <a:pos x="623" y="246"/>
                </a:cxn>
                <a:cxn ang="0">
                  <a:pos x="524" y="190"/>
                </a:cxn>
                <a:cxn ang="0">
                  <a:pos x="479" y="259"/>
                </a:cxn>
                <a:cxn ang="0">
                  <a:pos x="458" y="261"/>
                </a:cxn>
                <a:cxn ang="0">
                  <a:pos x="451" y="244"/>
                </a:cxn>
                <a:cxn ang="0">
                  <a:pos x="504" y="162"/>
                </a:cxn>
                <a:cxn ang="0">
                  <a:pos x="394" y="95"/>
                </a:cxn>
                <a:cxn ang="0">
                  <a:pos x="310" y="68"/>
                </a:cxn>
                <a:cxn ang="0">
                  <a:pos x="213" y="57"/>
                </a:cxn>
                <a:cxn ang="0">
                  <a:pos x="142" y="76"/>
                </a:cxn>
                <a:cxn ang="0">
                  <a:pos x="89" y="99"/>
                </a:cxn>
                <a:cxn ang="0">
                  <a:pos x="47" y="159"/>
                </a:cxn>
                <a:cxn ang="0">
                  <a:pos x="30" y="231"/>
                </a:cxn>
                <a:cxn ang="0">
                  <a:pos x="41" y="335"/>
                </a:cxn>
                <a:cxn ang="0">
                  <a:pos x="65" y="372"/>
                </a:cxn>
                <a:cxn ang="0">
                  <a:pos x="101" y="397"/>
                </a:cxn>
                <a:cxn ang="0">
                  <a:pos x="117" y="394"/>
                </a:cxn>
                <a:cxn ang="0">
                  <a:pos x="127" y="410"/>
                </a:cxn>
                <a:cxn ang="0">
                  <a:pos x="112" y="425"/>
                </a:cxn>
                <a:cxn ang="0">
                  <a:pos x="819" y="29"/>
                </a:cxn>
                <a:cxn ang="0">
                  <a:pos x="736" y="41"/>
                </a:cxn>
                <a:cxn ang="0">
                  <a:pos x="628" y="80"/>
                </a:cxn>
                <a:cxn ang="0">
                  <a:pos x="550" y="152"/>
                </a:cxn>
                <a:cxn ang="0">
                  <a:pos x="632" y="213"/>
                </a:cxn>
                <a:cxn ang="0">
                  <a:pos x="723" y="264"/>
                </a:cxn>
                <a:cxn ang="0">
                  <a:pos x="808" y="289"/>
                </a:cxn>
                <a:cxn ang="0">
                  <a:pos x="922" y="285"/>
                </a:cxn>
                <a:cxn ang="0">
                  <a:pos x="994" y="243"/>
                </a:cxn>
                <a:cxn ang="0">
                  <a:pos x="1021" y="169"/>
                </a:cxn>
                <a:cxn ang="0">
                  <a:pos x="1014" y="119"/>
                </a:cxn>
                <a:cxn ang="0">
                  <a:pos x="991" y="91"/>
                </a:cxn>
                <a:cxn ang="0">
                  <a:pos x="938" y="55"/>
                </a:cxn>
                <a:cxn ang="0">
                  <a:pos x="849" y="32"/>
                </a:cxn>
              </a:cxnLst>
              <a:rect l="0" t="0" r="r" b="b"/>
              <a:pathLst>
                <a:path w="1052" h="426">
                  <a:moveTo>
                    <a:pt x="96" y="426"/>
                  </a:moveTo>
                  <a:lnTo>
                    <a:pt x="96" y="426"/>
                  </a:lnTo>
                  <a:lnTo>
                    <a:pt x="90" y="425"/>
                  </a:lnTo>
                  <a:lnTo>
                    <a:pt x="85" y="425"/>
                  </a:lnTo>
                  <a:lnTo>
                    <a:pt x="80" y="423"/>
                  </a:lnTo>
                  <a:lnTo>
                    <a:pt x="77" y="421"/>
                  </a:lnTo>
                  <a:lnTo>
                    <a:pt x="74" y="418"/>
                  </a:lnTo>
                  <a:lnTo>
                    <a:pt x="68" y="423"/>
                  </a:lnTo>
                  <a:lnTo>
                    <a:pt x="68" y="421"/>
                  </a:lnTo>
                  <a:lnTo>
                    <a:pt x="68" y="421"/>
                  </a:lnTo>
                  <a:lnTo>
                    <a:pt x="65" y="420"/>
                  </a:lnTo>
                  <a:lnTo>
                    <a:pt x="65" y="420"/>
                  </a:lnTo>
                  <a:lnTo>
                    <a:pt x="59" y="417"/>
                  </a:lnTo>
                  <a:lnTo>
                    <a:pt x="53" y="413"/>
                  </a:lnTo>
                  <a:lnTo>
                    <a:pt x="53" y="413"/>
                  </a:lnTo>
                  <a:lnTo>
                    <a:pt x="44" y="405"/>
                  </a:lnTo>
                  <a:lnTo>
                    <a:pt x="36" y="396"/>
                  </a:lnTo>
                  <a:lnTo>
                    <a:pt x="28" y="385"/>
                  </a:lnTo>
                  <a:lnTo>
                    <a:pt x="21" y="373"/>
                  </a:lnTo>
                  <a:lnTo>
                    <a:pt x="14" y="361"/>
                  </a:lnTo>
                  <a:lnTo>
                    <a:pt x="9" y="349"/>
                  </a:lnTo>
                  <a:lnTo>
                    <a:pt x="5" y="336"/>
                  </a:lnTo>
                  <a:lnTo>
                    <a:pt x="2" y="324"/>
                  </a:lnTo>
                  <a:lnTo>
                    <a:pt x="2" y="324"/>
                  </a:lnTo>
                  <a:lnTo>
                    <a:pt x="0" y="313"/>
                  </a:lnTo>
                  <a:lnTo>
                    <a:pt x="0" y="300"/>
                  </a:lnTo>
                  <a:lnTo>
                    <a:pt x="0" y="275"/>
                  </a:lnTo>
                  <a:lnTo>
                    <a:pt x="0" y="275"/>
                  </a:lnTo>
                  <a:lnTo>
                    <a:pt x="1" y="253"/>
                  </a:lnTo>
                  <a:lnTo>
                    <a:pt x="1" y="253"/>
                  </a:lnTo>
                  <a:lnTo>
                    <a:pt x="1" y="234"/>
                  </a:lnTo>
                  <a:lnTo>
                    <a:pt x="1" y="234"/>
                  </a:lnTo>
                  <a:lnTo>
                    <a:pt x="0" y="210"/>
                  </a:lnTo>
                  <a:lnTo>
                    <a:pt x="1" y="198"/>
                  </a:lnTo>
                  <a:lnTo>
                    <a:pt x="3" y="188"/>
                  </a:lnTo>
                  <a:lnTo>
                    <a:pt x="3" y="188"/>
                  </a:lnTo>
                  <a:lnTo>
                    <a:pt x="8" y="166"/>
                  </a:lnTo>
                  <a:lnTo>
                    <a:pt x="13" y="153"/>
                  </a:lnTo>
                  <a:lnTo>
                    <a:pt x="18" y="139"/>
                  </a:lnTo>
                  <a:lnTo>
                    <a:pt x="25" y="126"/>
                  </a:lnTo>
                  <a:lnTo>
                    <a:pt x="32" y="112"/>
                  </a:lnTo>
                  <a:lnTo>
                    <a:pt x="40" y="100"/>
                  </a:lnTo>
                  <a:lnTo>
                    <a:pt x="44" y="95"/>
                  </a:lnTo>
                  <a:lnTo>
                    <a:pt x="49" y="89"/>
                  </a:lnTo>
                  <a:lnTo>
                    <a:pt x="49" y="89"/>
                  </a:lnTo>
                  <a:lnTo>
                    <a:pt x="62" y="80"/>
                  </a:lnTo>
                  <a:lnTo>
                    <a:pt x="73" y="72"/>
                  </a:lnTo>
                  <a:lnTo>
                    <a:pt x="87" y="65"/>
                  </a:lnTo>
                  <a:lnTo>
                    <a:pt x="100" y="58"/>
                  </a:lnTo>
                  <a:lnTo>
                    <a:pt x="114" y="53"/>
                  </a:lnTo>
                  <a:lnTo>
                    <a:pt x="127" y="47"/>
                  </a:lnTo>
                  <a:lnTo>
                    <a:pt x="156" y="38"/>
                  </a:lnTo>
                  <a:lnTo>
                    <a:pt x="160" y="37"/>
                  </a:lnTo>
                  <a:lnTo>
                    <a:pt x="160" y="37"/>
                  </a:lnTo>
                  <a:lnTo>
                    <a:pt x="180" y="31"/>
                  </a:lnTo>
                  <a:lnTo>
                    <a:pt x="198" y="27"/>
                  </a:lnTo>
                  <a:lnTo>
                    <a:pt x="218" y="24"/>
                  </a:lnTo>
                  <a:lnTo>
                    <a:pt x="236" y="24"/>
                  </a:lnTo>
                  <a:lnTo>
                    <a:pt x="236" y="24"/>
                  </a:lnTo>
                  <a:lnTo>
                    <a:pt x="250" y="24"/>
                  </a:lnTo>
                  <a:lnTo>
                    <a:pt x="262" y="25"/>
                  </a:lnTo>
                  <a:lnTo>
                    <a:pt x="275" y="27"/>
                  </a:lnTo>
                  <a:lnTo>
                    <a:pt x="287" y="31"/>
                  </a:lnTo>
                  <a:lnTo>
                    <a:pt x="287" y="31"/>
                  </a:lnTo>
                  <a:lnTo>
                    <a:pt x="309" y="36"/>
                  </a:lnTo>
                  <a:lnTo>
                    <a:pt x="311" y="37"/>
                  </a:lnTo>
                  <a:lnTo>
                    <a:pt x="311" y="37"/>
                  </a:lnTo>
                  <a:lnTo>
                    <a:pt x="338" y="44"/>
                  </a:lnTo>
                  <a:lnTo>
                    <a:pt x="362" y="51"/>
                  </a:lnTo>
                  <a:lnTo>
                    <a:pt x="387" y="60"/>
                  </a:lnTo>
                  <a:lnTo>
                    <a:pt x="400" y="66"/>
                  </a:lnTo>
                  <a:lnTo>
                    <a:pt x="412" y="72"/>
                  </a:lnTo>
                  <a:lnTo>
                    <a:pt x="412" y="72"/>
                  </a:lnTo>
                  <a:lnTo>
                    <a:pt x="438" y="85"/>
                  </a:lnTo>
                  <a:lnTo>
                    <a:pt x="464" y="100"/>
                  </a:lnTo>
                  <a:lnTo>
                    <a:pt x="513" y="130"/>
                  </a:lnTo>
                  <a:lnTo>
                    <a:pt x="523" y="136"/>
                  </a:lnTo>
                  <a:lnTo>
                    <a:pt x="529" y="127"/>
                  </a:lnTo>
                  <a:lnTo>
                    <a:pt x="529" y="127"/>
                  </a:lnTo>
                  <a:lnTo>
                    <a:pt x="540" y="113"/>
                  </a:lnTo>
                  <a:lnTo>
                    <a:pt x="551" y="101"/>
                  </a:lnTo>
                  <a:lnTo>
                    <a:pt x="563" y="89"/>
                  </a:lnTo>
                  <a:lnTo>
                    <a:pt x="574" y="79"/>
                  </a:lnTo>
                  <a:lnTo>
                    <a:pt x="587" y="70"/>
                  </a:lnTo>
                  <a:lnTo>
                    <a:pt x="599" y="60"/>
                  </a:lnTo>
                  <a:lnTo>
                    <a:pt x="611" y="52"/>
                  </a:lnTo>
                  <a:lnTo>
                    <a:pt x="625" y="45"/>
                  </a:lnTo>
                  <a:lnTo>
                    <a:pt x="625" y="45"/>
                  </a:lnTo>
                  <a:lnTo>
                    <a:pt x="642" y="37"/>
                  </a:lnTo>
                  <a:lnTo>
                    <a:pt x="661" y="29"/>
                  </a:lnTo>
                  <a:lnTo>
                    <a:pt x="680" y="23"/>
                  </a:lnTo>
                  <a:lnTo>
                    <a:pt x="698" y="18"/>
                  </a:lnTo>
                  <a:lnTo>
                    <a:pt x="734" y="10"/>
                  </a:lnTo>
                  <a:lnTo>
                    <a:pt x="767" y="4"/>
                  </a:lnTo>
                  <a:lnTo>
                    <a:pt x="767" y="4"/>
                  </a:lnTo>
                  <a:lnTo>
                    <a:pt x="790" y="1"/>
                  </a:lnTo>
                  <a:lnTo>
                    <a:pt x="813" y="0"/>
                  </a:lnTo>
                  <a:lnTo>
                    <a:pt x="813" y="0"/>
                  </a:lnTo>
                  <a:lnTo>
                    <a:pt x="826" y="0"/>
                  </a:lnTo>
                  <a:lnTo>
                    <a:pt x="841" y="1"/>
                  </a:lnTo>
                  <a:lnTo>
                    <a:pt x="868" y="5"/>
                  </a:lnTo>
                  <a:lnTo>
                    <a:pt x="894" y="10"/>
                  </a:lnTo>
                  <a:lnTo>
                    <a:pt x="922" y="16"/>
                  </a:lnTo>
                  <a:lnTo>
                    <a:pt x="922" y="16"/>
                  </a:lnTo>
                  <a:lnTo>
                    <a:pt x="935" y="19"/>
                  </a:lnTo>
                  <a:lnTo>
                    <a:pt x="947" y="23"/>
                  </a:lnTo>
                  <a:lnTo>
                    <a:pt x="959" y="28"/>
                  </a:lnTo>
                  <a:lnTo>
                    <a:pt x="971" y="35"/>
                  </a:lnTo>
                  <a:lnTo>
                    <a:pt x="982" y="42"/>
                  </a:lnTo>
                  <a:lnTo>
                    <a:pt x="994" y="49"/>
                  </a:lnTo>
                  <a:lnTo>
                    <a:pt x="1004" y="57"/>
                  </a:lnTo>
                  <a:lnTo>
                    <a:pt x="1013" y="67"/>
                  </a:lnTo>
                  <a:lnTo>
                    <a:pt x="1022" y="77"/>
                  </a:lnTo>
                  <a:lnTo>
                    <a:pt x="1030" y="87"/>
                  </a:lnTo>
                  <a:lnTo>
                    <a:pt x="1037" y="99"/>
                  </a:lnTo>
                  <a:lnTo>
                    <a:pt x="1043" y="110"/>
                  </a:lnTo>
                  <a:lnTo>
                    <a:pt x="1047" y="122"/>
                  </a:lnTo>
                  <a:lnTo>
                    <a:pt x="1050" y="135"/>
                  </a:lnTo>
                  <a:lnTo>
                    <a:pt x="1052" y="148"/>
                  </a:lnTo>
                  <a:lnTo>
                    <a:pt x="1052" y="163"/>
                  </a:lnTo>
                  <a:lnTo>
                    <a:pt x="1052" y="163"/>
                  </a:lnTo>
                  <a:lnTo>
                    <a:pt x="1050" y="183"/>
                  </a:lnTo>
                  <a:lnTo>
                    <a:pt x="1047" y="203"/>
                  </a:lnTo>
                  <a:lnTo>
                    <a:pt x="1041" y="221"/>
                  </a:lnTo>
                  <a:lnTo>
                    <a:pt x="1034" y="237"/>
                  </a:lnTo>
                  <a:lnTo>
                    <a:pt x="1025" y="252"/>
                  </a:lnTo>
                  <a:lnTo>
                    <a:pt x="1014" y="264"/>
                  </a:lnTo>
                  <a:lnTo>
                    <a:pt x="1003" y="275"/>
                  </a:lnTo>
                  <a:lnTo>
                    <a:pt x="991" y="285"/>
                  </a:lnTo>
                  <a:lnTo>
                    <a:pt x="978" y="293"/>
                  </a:lnTo>
                  <a:lnTo>
                    <a:pt x="965" y="300"/>
                  </a:lnTo>
                  <a:lnTo>
                    <a:pt x="951" y="306"/>
                  </a:lnTo>
                  <a:lnTo>
                    <a:pt x="938" y="311"/>
                  </a:lnTo>
                  <a:lnTo>
                    <a:pt x="924" y="316"/>
                  </a:lnTo>
                  <a:lnTo>
                    <a:pt x="912" y="320"/>
                  </a:lnTo>
                  <a:lnTo>
                    <a:pt x="887" y="324"/>
                  </a:lnTo>
                  <a:lnTo>
                    <a:pt x="887" y="324"/>
                  </a:lnTo>
                  <a:lnTo>
                    <a:pt x="871" y="326"/>
                  </a:lnTo>
                  <a:lnTo>
                    <a:pt x="854" y="327"/>
                  </a:lnTo>
                  <a:lnTo>
                    <a:pt x="854" y="327"/>
                  </a:lnTo>
                  <a:lnTo>
                    <a:pt x="841" y="326"/>
                  </a:lnTo>
                  <a:lnTo>
                    <a:pt x="827" y="325"/>
                  </a:lnTo>
                  <a:lnTo>
                    <a:pt x="799" y="321"/>
                  </a:lnTo>
                  <a:lnTo>
                    <a:pt x="769" y="315"/>
                  </a:lnTo>
                  <a:lnTo>
                    <a:pt x="740" y="305"/>
                  </a:lnTo>
                  <a:lnTo>
                    <a:pt x="711" y="294"/>
                  </a:lnTo>
                  <a:lnTo>
                    <a:pt x="681" y="281"/>
                  </a:lnTo>
                  <a:lnTo>
                    <a:pt x="652" y="265"/>
                  </a:lnTo>
                  <a:lnTo>
                    <a:pt x="623" y="246"/>
                  </a:lnTo>
                  <a:lnTo>
                    <a:pt x="623" y="246"/>
                  </a:lnTo>
                  <a:lnTo>
                    <a:pt x="597" y="229"/>
                  </a:lnTo>
                  <a:lnTo>
                    <a:pt x="571" y="209"/>
                  </a:lnTo>
                  <a:lnTo>
                    <a:pt x="571" y="209"/>
                  </a:lnTo>
                  <a:lnTo>
                    <a:pt x="541" y="187"/>
                  </a:lnTo>
                  <a:lnTo>
                    <a:pt x="531" y="179"/>
                  </a:lnTo>
                  <a:lnTo>
                    <a:pt x="524" y="190"/>
                  </a:lnTo>
                  <a:lnTo>
                    <a:pt x="524" y="190"/>
                  </a:lnTo>
                  <a:lnTo>
                    <a:pt x="500" y="227"/>
                  </a:lnTo>
                  <a:lnTo>
                    <a:pt x="500" y="227"/>
                  </a:lnTo>
                  <a:lnTo>
                    <a:pt x="482" y="256"/>
                  </a:lnTo>
                  <a:lnTo>
                    <a:pt x="482" y="256"/>
                  </a:lnTo>
                  <a:lnTo>
                    <a:pt x="479" y="259"/>
                  </a:lnTo>
                  <a:lnTo>
                    <a:pt x="476" y="262"/>
                  </a:lnTo>
                  <a:lnTo>
                    <a:pt x="473" y="263"/>
                  </a:lnTo>
                  <a:lnTo>
                    <a:pt x="469" y="263"/>
                  </a:lnTo>
                  <a:lnTo>
                    <a:pt x="469" y="263"/>
                  </a:lnTo>
                  <a:lnTo>
                    <a:pt x="464" y="263"/>
                  </a:lnTo>
                  <a:lnTo>
                    <a:pt x="458" y="261"/>
                  </a:lnTo>
                  <a:lnTo>
                    <a:pt x="455" y="258"/>
                  </a:lnTo>
                  <a:lnTo>
                    <a:pt x="452" y="254"/>
                  </a:lnTo>
                  <a:lnTo>
                    <a:pt x="452" y="254"/>
                  </a:lnTo>
                  <a:lnTo>
                    <a:pt x="451" y="251"/>
                  </a:lnTo>
                  <a:lnTo>
                    <a:pt x="450" y="247"/>
                  </a:lnTo>
                  <a:lnTo>
                    <a:pt x="451" y="244"/>
                  </a:lnTo>
                  <a:lnTo>
                    <a:pt x="453" y="240"/>
                  </a:lnTo>
                  <a:lnTo>
                    <a:pt x="453" y="240"/>
                  </a:lnTo>
                  <a:lnTo>
                    <a:pt x="474" y="208"/>
                  </a:lnTo>
                  <a:lnTo>
                    <a:pt x="474" y="208"/>
                  </a:lnTo>
                  <a:lnTo>
                    <a:pt x="498" y="172"/>
                  </a:lnTo>
                  <a:lnTo>
                    <a:pt x="504" y="162"/>
                  </a:lnTo>
                  <a:lnTo>
                    <a:pt x="477" y="144"/>
                  </a:lnTo>
                  <a:lnTo>
                    <a:pt x="477" y="144"/>
                  </a:lnTo>
                  <a:lnTo>
                    <a:pt x="445" y="123"/>
                  </a:lnTo>
                  <a:lnTo>
                    <a:pt x="429" y="113"/>
                  </a:lnTo>
                  <a:lnTo>
                    <a:pt x="412" y="104"/>
                  </a:lnTo>
                  <a:lnTo>
                    <a:pt x="394" y="95"/>
                  </a:lnTo>
                  <a:lnTo>
                    <a:pt x="377" y="86"/>
                  </a:lnTo>
                  <a:lnTo>
                    <a:pt x="359" y="80"/>
                  </a:lnTo>
                  <a:lnTo>
                    <a:pt x="343" y="75"/>
                  </a:lnTo>
                  <a:lnTo>
                    <a:pt x="335" y="74"/>
                  </a:lnTo>
                  <a:lnTo>
                    <a:pt x="335" y="74"/>
                  </a:lnTo>
                  <a:lnTo>
                    <a:pt x="310" y="68"/>
                  </a:lnTo>
                  <a:lnTo>
                    <a:pt x="284" y="63"/>
                  </a:lnTo>
                  <a:lnTo>
                    <a:pt x="256" y="58"/>
                  </a:lnTo>
                  <a:lnTo>
                    <a:pt x="243" y="57"/>
                  </a:lnTo>
                  <a:lnTo>
                    <a:pt x="229" y="57"/>
                  </a:lnTo>
                  <a:lnTo>
                    <a:pt x="229" y="57"/>
                  </a:lnTo>
                  <a:lnTo>
                    <a:pt x="213" y="57"/>
                  </a:lnTo>
                  <a:lnTo>
                    <a:pt x="196" y="59"/>
                  </a:lnTo>
                  <a:lnTo>
                    <a:pt x="182" y="64"/>
                  </a:lnTo>
                  <a:lnTo>
                    <a:pt x="167" y="68"/>
                  </a:lnTo>
                  <a:lnTo>
                    <a:pt x="167" y="68"/>
                  </a:lnTo>
                  <a:lnTo>
                    <a:pt x="156" y="72"/>
                  </a:lnTo>
                  <a:lnTo>
                    <a:pt x="142" y="76"/>
                  </a:lnTo>
                  <a:lnTo>
                    <a:pt x="142" y="76"/>
                  </a:lnTo>
                  <a:lnTo>
                    <a:pt x="128" y="81"/>
                  </a:lnTo>
                  <a:lnTo>
                    <a:pt x="115" y="86"/>
                  </a:lnTo>
                  <a:lnTo>
                    <a:pt x="101" y="91"/>
                  </a:lnTo>
                  <a:lnTo>
                    <a:pt x="89" y="99"/>
                  </a:lnTo>
                  <a:lnTo>
                    <a:pt x="89" y="99"/>
                  </a:lnTo>
                  <a:lnTo>
                    <a:pt x="81" y="106"/>
                  </a:lnTo>
                  <a:lnTo>
                    <a:pt x="74" y="112"/>
                  </a:lnTo>
                  <a:lnTo>
                    <a:pt x="68" y="119"/>
                  </a:lnTo>
                  <a:lnTo>
                    <a:pt x="63" y="127"/>
                  </a:lnTo>
                  <a:lnTo>
                    <a:pt x="55" y="143"/>
                  </a:lnTo>
                  <a:lnTo>
                    <a:pt x="47" y="159"/>
                  </a:lnTo>
                  <a:lnTo>
                    <a:pt x="44" y="166"/>
                  </a:lnTo>
                  <a:lnTo>
                    <a:pt x="44" y="166"/>
                  </a:lnTo>
                  <a:lnTo>
                    <a:pt x="40" y="175"/>
                  </a:lnTo>
                  <a:lnTo>
                    <a:pt x="37" y="184"/>
                  </a:lnTo>
                  <a:lnTo>
                    <a:pt x="33" y="207"/>
                  </a:lnTo>
                  <a:lnTo>
                    <a:pt x="30" y="231"/>
                  </a:lnTo>
                  <a:lnTo>
                    <a:pt x="29" y="256"/>
                  </a:lnTo>
                  <a:lnTo>
                    <a:pt x="30" y="281"/>
                  </a:lnTo>
                  <a:lnTo>
                    <a:pt x="33" y="304"/>
                  </a:lnTo>
                  <a:lnTo>
                    <a:pt x="35" y="316"/>
                  </a:lnTo>
                  <a:lnTo>
                    <a:pt x="38" y="326"/>
                  </a:lnTo>
                  <a:lnTo>
                    <a:pt x="41" y="335"/>
                  </a:lnTo>
                  <a:lnTo>
                    <a:pt x="45" y="344"/>
                  </a:lnTo>
                  <a:lnTo>
                    <a:pt x="45" y="344"/>
                  </a:lnTo>
                  <a:lnTo>
                    <a:pt x="49" y="353"/>
                  </a:lnTo>
                  <a:lnTo>
                    <a:pt x="55" y="360"/>
                  </a:lnTo>
                  <a:lnTo>
                    <a:pt x="60" y="366"/>
                  </a:lnTo>
                  <a:lnTo>
                    <a:pt x="65" y="372"/>
                  </a:lnTo>
                  <a:lnTo>
                    <a:pt x="71" y="378"/>
                  </a:lnTo>
                  <a:lnTo>
                    <a:pt x="77" y="382"/>
                  </a:lnTo>
                  <a:lnTo>
                    <a:pt x="92" y="391"/>
                  </a:lnTo>
                  <a:lnTo>
                    <a:pt x="92" y="391"/>
                  </a:lnTo>
                  <a:lnTo>
                    <a:pt x="97" y="394"/>
                  </a:lnTo>
                  <a:lnTo>
                    <a:pt x="101" y="397"/>
                  </a:lnTo>
                  <a:lnTo>
                    <a:pt x="108" y="390"/>
                  </a:lnTo>
                  <a:lnTo>
                    <a:pt x="109" y="393"/>
                  </a:lnTo>
                  <a:lnTo>
                    <a:pt x="109" y="393"/>
                  </a:lnTo>
                  <a:lnTo>
                    <a:pt x="112" y="393"/>
                  </a:lnTo>
                  <a:lnTo>
                    <a:pt x="112" y="393"/>
                  </a:lnTo>
                  <a:lnTo>
                    <a:pt x="117" y="394"/>
                  </a:lnTo>
                  <a:lnTo>
                    <a:pt x="121" y="395"/>
                  </a:lnTo>
                  <a:lnTo>
                    <a:pt x="123" y="397"/>
                  </a:lnTo>
                  <a:lnTo>
                    <a:pt x="125" y="400"/>
                  </a:lnTo>
                  <a:lnTo>
                    <a:pt x="127" y="405"/>
                  </a:lnTo>
                  <a:lnTo>
                    <a:pt x="127" y="410"/>
                  </a:lnTo>
                  <a:lnTo>
                    <a:pt x="127" y="410"/>
                  </a:lnTo>
                  <a:lnTo>
                    <a:pt x="127" y="413"/>
                  </a:lnTo>
                  <a:lnTo>
                    <a:pt x="125" y="419"/>
                  </a:lnTo>
                  <a:lnTo>
                    <a:pt x="123" y="421"/>
                  </a:lnTo>
                  <a:lnTo>
                    <a:pt x="121" y="423"/>
                  </a:lnTo>
                  <a:lnTo>
                    <a:pt x="117" y="425"/>
                  </a:lnTo>
                  <a:lnTo>
                    <a:pt x="112" y="425"/>
                  </a:lnTo>
                  <a:lnTo>
                    <a:pt x="112" y="425"/>
                  </a:lnTo>
                  <a:lnTo>
                    <a:pt x="103" y="426"/>
                  </a:lnTo>
                  <a:lnTo>
                    <a:pt x="103" y="426"/>
                  </a:lnTo>
                  <a:lnTo>
                    <a:pt x="96" y="426"/>
                  </a:lnTo>
                  <a:lnTo>
                    <a:pt x="96" y="426"/>
                  </a:lnTo>
                  <a:close/>
                  <a:moveTo>
                    <a:pt x="819" y="29"/>
                  </a:moveTo>
                  <a:lnTo>
                    <a:pt x="819" y="29"/>
                  </a:lnTo>
                  <a:lnTo>
                    <a:pt x="805" y="31"/>
                  </a:lnTo>
                  <a:lnTo>
                    <a:pt x="788" y="32"/>
                  </a:lnTo>
                  <a:lnTo>
                    <a:pt x="771" y="34"/>
                  </a:lnTo>
                  <a:lnTo>
                    <a:pt x="754" y="37"/>
                  </a:lnTo>
                  <a:lnTo>
                    <a:pt x="736" y="41"/>
                  </a:lnTo>
                  <a:lnTo>
                    <a:pt x="717" y="46"/>
                  </a:lnTo>
                  <a:lnTo>
                    <a:pt x="675" y="58"/>
                  </a:lnTo>
                  <a:lnTo>
                    <a:pt x="675" y="58"/>
                  </a:lnTo>
                  <a:lnTo>
                    <a:pt x="659" y="65"/>
                  </a:lnTo>
                  <a:lnTo>
                    <a:pt x="643" y="72"/>
                  </a:lnTo>
                  <a:lnTo>
                    <a:pt x="628" y="80"/>
                  </a:lnTo>
                  <a:lnTo>
                    <a:pt x="613" y="90"/>
                  </a:lnTo>
                  <a:lnTo>
                    <a:pt x="599" y="101"/>
                  </a:lnTo>
                  <a:lnTo>
                    <a:pt x="586" y="113"/>
                  </a:lnTo>
                  <a:lnTo>
                    <a:pt x="572" y="127"/>
                  </a:lnTo>
                  <a:lnTo>
                    <a:pt x="559" y="142"/>
                  </a:lnTo>
                  <a:lnTo>
                    <a:pt x="550" y="152"/>
                  </a:lnTo>
                  <a:lnTo>
                    <a:pt x="562" y="160"/>
                  </a:lnTo>
                  <a:lnTo>
                    <a:pt x="562" y="160"/>
                  </a:lnTo>
                  <a:lnTo>
                    <a:pt x="582" y="174"/>
                  </a:lnTo>
                  <a:lnTo>
                    <a:pt x="602" y="190"/>
                  </a:lnTo>
                  <a:lnTo>
                    <a:pt x="602" y="190"/>
                  </a:lnTo>
                  <a:lnTo>
                    <a:pt x="632" y="213"/>
                  </a:lnTo>
                  <a:lnTo>
                    <a:pt x="648" y="224"/>
                  </a:lnTo>
                  <a:lnTo>
                    <a:pt x="664" y="234"/>
                  </a:lnTo>
                  <a:lnTo>
                    <a:pt x="664" y="234"/>
                  </a:lnTo>
                  <a:lnTo>
                    <a:pt x="688" y="246"/>
                  </a:lnTo>
                  <a:lnTo>
                    <a:pt x="704" y="255"/>
                  </a:lnTo>
                  <a:lnTo>
                    <a:pt x="723" y="264"/>
                  </a:lnTo>
                  <a:lnTo>
                    <a:pt x="744" y="272"/>
                  </a:lnTo>
                  <a:lnTo>
                    <a:pt x="765" y="279"/>
                  </a:lnTo>
                  <a:lnTo>
                    <a:pt x="787" y="286"/>
                  </a:lnTo>
                  <a:lnTo>
                    <a:pt x="797" y="288"/>
                  </a:lnTo>
                  <a:lnTo>
                    <a:pt x="808" y="289"/>
                  </a:lnTo>
                  <a:lnTo>
                    <a:pt x="808" y="289"/>
                  </a:lnTo>
                  <a:lnTo>
                    <a:pt x="834" y="291"/>
                  </a:lnTo>
                  <a:lnTo>
                    <a:pt x="859" y="292"/>
                  </a:lnTo>
                  <a:lnTo>
                    <a:pt x="859" y="292"/>
                  </a:lnTo>
                  <a:lnTo>
                    <a:pt x="882" y="291"/>
                  </a:lnTo>
                  <a:lnTo>
                    <a:pt x="903" y="289"/>
                  </a:lnTo>
                  <a:lnTo>
                    <a:pt x="922" y="285"/>
                  </a:lnTo>
                  <a:lnTo>
                    <a:pt x="940" y="279"/>
                  </a:lnTo>
                  <a:lnTo>
                    <a:pt x="955" y="273"/>
                  </a:lnTo>
                  <a:lnTo>
                    <a:pt x="970" y="265"/>
                  </a:lnTo>
                  <a:lnTo>
                    <a:pt x="983" y="255"/>
                  </a:lnTo>
                  <a:lnTo>
                    <a:pt x="994" y="243"/>
                  </a:lnTo>
                  <a:lnTo>
                    <a:pt x="994" y="243"/>
                  </a:lnTo>
                  <a:lnTo>
                    <a:pt x="1001" y="233"/>
                  </a:lnTo>
                  <a:lnTo>
                    <a:pt x="1007" y="222"/>
                  </a:lnTo>
                  <a:lnTo>
                    <a:pt x="1012" y="209"/>
                  </a:lnTo>
                  <a:lnTo>
                    <a:pt x="1016" y="197"/>
                  </a:lnTo>
                  <a:lnTo>
                    <a:pt x="1019" y="182"/>
                  </a:lnTo>
                  <a:lnTo>
                    <a:pt x="1021" y="169"/>
                  </a:lnTo>
                  <a:lnTo>
                    <a:pt x="1021" y="156"/>
                  </a:lnTo>
                  <a:lnTo>
                    <a:pt x="1020" y="142"/>
                  </a:lnTo>
                  <a:lnTo>
                    <a:pt x="1020" y="142"/>
                  </a:lnTo>
                  <a:lnTo>
                    <a:pt x="1019" y="134"/>
                  </a:lnTo>
                  <a:lnTo>
                    <a:pt x="1016" y="127"/>
                  </a:lnTo>
                  <a:lnTo>
                    <a:pt x="1014" y="119"/>
                  </a:lnTo>
                  <a:lnTo>
                    <a:pt x="1010" y="113"/>
                  </a:lnTo>
                  <a:lnTo>
                    <a:pt x="1007" y="107"/>
                  </a:lnTo>
                  <a:lnTo>
                    <a:pt x="1002" y="101"/>
                  </a:lnTo>
                  <a:lnTo>
                    <a:pt x="997" y="96"/>
                  </a:lnTo>
                  <a:lnTo>
                    <a:pt x="991" y="91"/>
                  </a:lnTo>
                  <a:lnTo>
                    <a:pt x="991" y="91"/>
                  </a:lnTo>
                  <a:lnTo>
                    <a:pt x="973" y="79"/>
                  </a:lnTo>
                  <a:lnTo>
                    <a:pt x="973" y="79"/>
                  </a:lnTo>
                  <a:lnTo>
                    <a:pt x="956" y="67"/>
                  </a:lnTo>
                  <a:lnTo>
                    <a:pt x="947" y="60"/>
                  </a:lnTo>
                  <a:lnTo>
                    <a:pt x="938" y="55"/>
                  </a:lnTo>
                  <a:lnTo>
                    <a:pt x="938" y="55"/>
                  </a:lnTo>
                  <a:lnTo>
                    <a:pt x="926" y="50"/>
                  </a:lnTo>
                  <a:lnTo>
                    <a:pt x="914" y="46"/>
                  </a:lnTo>
                  <a:lnTo>
                    <a:pt x="889" y="39"/>
                  </a:lnTo>
                  <a:lnTo>
                    <a:pt x="865" y="35"/>
                  </a:lnTo>
                  <a:lnTo>
                    <a:pt x="849" y="32"/>
                  </a:lnTo>
                  <a:lnTo>
                    <a:pt x="849" y="32"/>
                  </a:lnTo>
                  <a:lnTo>
                    <a:pt x="834" y="31"/>
                  </a:lnTo>
                  <a:lnTo>
                    <a:pt x="819" y="29"/>
                  </a:lnTo>
                  <a:lnTo>
                    <a:pt x="819" y="29"/>
                  </a:lnTo>
                  <a:close/>
                </a:path>
              </a:pathLst>
            </a:custGeom>
            <a:grpFill/>
            <a:ln>
              <a:solidFill>
                <a:schemeClr val="accent1">
                  <a:lumMod val="75000"/>
                  <a:alpha val="0"/>
                </a:schemeClr>
              </a:solidFill>
            </a:ln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</p:grp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611505" y="1485265"/>
            <a:ext cx="8203565" cy="4749165"/>
          </a:xfrm>
        </p:spPr>
        <p:txBody>
          <a:bodyPr>
            <a:noAutofit/>
          </a:bodyPr>
          <a:lstStyle/>
          <a:p>
            <a:pPr marL="0" indent="0" fontAlgn="auto">
              <a:spcBef>
                <a:spcPts val="0"/>
              </a:spcBef>
              <a:buNone/>
              <a:defRPr/>
            </a:pPr>
            <a:r>
              <a:rPr lang="en-US" altLang="zh-CN" sz="2400" dirty="0">
                <a:solidFill>
                  <a:srgbClr val="008000"/>
                </a:solidFill>
              </a:rPr>
              <a:t>//reinitialize</a:t>
            </a:r>
          </a:p>
          <a:p>
            <a:pPr marL="0" indent="0" fontAlgn="auto">
              <a:spcBef>
                <a:spcPts val="0"/>
              </a:spcBef>
              <a:buNone/>
              <a:defRPr/>
            </a:pPr>
            <a:r>
              <a:rPr lang="en-US" altLang="zh-CN" sz="2400" dirty="0"/>
              <a:t>void </a:t>
            </a:r>
            <a:r>
              <a:rPr lang="en-US" altLang="zh-CN" sz="2400" dirty="0">
                <a:solidFill>
                  <a:srgbClr val="FF0000"/>
                </a:solidFill>
              </a:rPr>
              <a:t>clear</a:t>
            </a:r>
            <a:r>
              <a:rPr lang="en-US" altLang="zh-CN" sz="2400" dirty="0"/>
              <a:t>() {rear = 0;  front = 1;} </a:t>
            </a:r>
          </a:p>
          <a:p>
            <a:pPr marL="0" indent="0" fontAlgn="auto">
              <a:spcBef>
                <a:spcPts val="0"/>
              </a:spcBef>
              <a:buNone/>
              <a:defRPr/>
            </a:pPr>
            <a:r>
              <a:rPr lang="en-US" altLang="zh-CN" sz="2400" dirty="0"/>
              <a:t>void </a:t>
            </a:r>
            <a:r>
              <a:rPr lang="en-US" altLang="zh-CN" sz="2400" dirty="0" err="1">
                <a:solidFill>
                  <a:srgbClr val="FF0000"/>
                </a:solidFill>
              </a:rPr>
              <a:t>enqueue</a:t>
            </a:r>
            <a:r>
              <a:rPr lang="en-US" altLang="zh-CN" sz="2400" dirty="0"/>
              <a:t>(</a:t>
            </a:r>
            <a:r>
              <a:rPr lang="en-US" altLang="zh-CN" sz="2400" dirty="0" err="1"/>
              <a:t>const</a:t>
            </a:r>
            <a:r>
              <a:rPr lang="en-US" altLang="zh-CN" sz="2400" dirty="0"/>
              <a:t> E&amp; it) {//put “it” in queue</a:t>
            </a:r>
          </a:p>
          <a:p>
            <a:pPr marL="0" indent="0" fontAlgn="auto">
              <a:spcBef>
                <a:spcPts val="0"/>
              </a:spcBef>
              <a:buNone/>
              <a:defRPr/>
            </a:pPr>
            <a:r>
              <a:rPr lang="en-US" altLang="zh-CN" sz="2400" dirty="0"/>
              <a:t>  Assert(((</a:t>
            </a:r>
            <a:r>
              <a:rPr lang="en-US" altLang="zh-CN" sz="2400" b="1" dirty="0">
                <a:solidFill>
                  <a:srgbClr val="FF0000"/>
                </a:solidFill>
              </a:rPr>
              <a:t>rear+2</a:t>
            </a:r>
            <a:r>
              <a:rPr lang="en-US" altLang="zh-CN" sz="2400" dirty="0"/>
              <a:t>) % </a:t>
            </a:r>
            <a:r>
              <a:rPr lang="en-US" altLang="zh-CN" sz="2400" dirty="0" err="1"/>
              <a:t>maxSize</a:t>
            </a:r>
            <a:r>
              <a:rPr lang="en-US" altLang="zh-CN" sz="2400" dirty="0"/>
              <a:t>) != front, </a:t>
            </a:r>
            <a:br>
              <a:rPr lang="en-US" altLang="zh-CN" sz="2400" dirty="0"/>
            </a:br>
            <a:r>
              <a:rPr lang="en-US" altLang="zh-CN" sz="2400" dirty="0"/>
              <a:t>		“Queue is full”);</a:t>
            </a:r>
          </a:p>
          <a:p>
            <a:pPr marL="0" indent="0" fontAlgn="auto">
              <a:spcBef>
                <a:spcPts val="0"/>
              </a:spcBef>
              <a:buNone/>
              <a:defRPr/>
            </a:pPr>
            <a:r>
              <a:rPr lang="en-US" altLang="zh-CN" sz="2400" dirty="0"/>
              <a:t>  rear = (rear+1)%</a:t>
            </a:r>
            <a:r>
              <a:rPr lang="en-US" altLang="zh-CN" sz="2400" dirty="0" err="1"/>
              <a:t>maxSize</a:t>
            </a:r>
            <a:r>
              <a:rPr lang="en-US" altLang="zh-CN" sz="2400" dirty="0"/>
              <a:t>;</a:t>
            </a:r>
            <a:endParaRPr lang="en-US" altLang="zh-CN" sz="2400" dirty="0">
              <a:solidFill>
                <a:srgbClr val="008000"/>
              </a:solidFill>
            </a:endParaRPr>
          </a:p>
          <a:p>
            <a:pPr marL="0" indent="0" fontAlgn="auto">
              <a:spcBef>
                <a:spcPts val="0"/>
              </a:spcBef>
              <a:buNone/>
              <a:defRPr/>
            </a:pPr>
            <a:r>
              <a:rPr lang="en-US" altLang="zh-CN" sz="2400" dirty="0"/>
              <a:t>  </a:t>
            </a:r>
            <a:r>
              <a:rPr lang="en-US" altLang="zh-CN" sz="2400" dirty="0" err="1"/>
              <a:t>listArray</a:t>
            </a:r>
            <a:r>
              <a:rPr lang="en-US" altLang="zh-CN" sz="2400" dirty="0"/>
              <a:t>[rear] = it;</a:t>
            </a:r>
          </a:p>
          <a:p>
            <a:pPr marL="0" indent="0" fontAlgn="auto">
              <a:spcBef>
                <a:spcPts val="0"/>
              </a:spcBef>
              <a:buNone/>
              <a:defRPr/>
            </a:pPr>
            <a:r>
              <a:rPr lang="en-US" altLang="zh-CN" sz="2400" dirty="0"/>
              <a:t>}</a:t>
            </a:r>
          </a:p>
          <a:p>
            <a:pPr marL="0" indent="0" fontAlgn="auto">
              <a:spcBef>
                <a:spcPts val="0"/>
              </a:spcBef>
              <a:buNone/>
              <a:defRPr/>
            </a:pPr>
            <a:r>
              <a:rPr lang="en-US" altLang="zh-CN" sz="2400" dirty="0"/>
              <a:t>E </a:t>
            </a:r>
            <a:r>
              <a:rPr lang="en-US" altLang="zh-CN" sz="2400" dirty="0" err="1">
                <a:solidFill>
                  <a:srgbClr val="FF0000"/>
                </a:solidFill>
              </a:rPr>
              <a:t>dequeue</a:t>
            </a:r>
            <a:r>
              <a:rPr lang="en-US" altLang="zh-CN" sz="2400" dirty="0"/>
              <a:t>() {</a:t>
            </a:r>
            <a:r>
              <a:rPr lang="en-US" altLang="zh-CN" sz="2400" dirty="0">
                <a:solidFill>
                  <a:srgbClr val="008000"/>
                </a:solidFill>
              </a:rPr>
              <a:t>//take element out</a:t>
            </a:r>
          </a:p>
          <a:p>
            <a:pPr marL="0" indent="0" fontAlgn="auto">
              <a:spcBef>
                <a:spcPts val="0"/>
              </a:spcBef>
              <a:buNone/>
              <a:defRPr/>
            </a:pPr>
            <a:r>
              <a:rPr lang="en-US" altLang="zh-CN" sz="2400" dirty="0"/>
              <a:t>  Assert(length() != 0, “Queue is empty”);</a:t>
            </a:r>
          </a:p>
          <a:p>
            <a:pPr marL="0" indent="0" fontAlgn="auto">
              <a:spcBef>
                <a:spcPts val="0"/>
              </a:spcBef>
              <a:buNone/>
              <a:defRPr/>
            </a:pPr>
            <a:r>
              <a:rPr lang="en-US" altLang="zh-CN" sz="2400" dirty="0"/>
              <a:t>  E it = </a:t>
            </a:r>
            <a:r>
              <a:rPr lang="en-US" altLang="zh-CN" sz="2400" dirty="0" err="1"/>
              <a:t>listArray</a:t>
            </a:r>
            <a:r>
              <a:rPr lang="en-US" altLang="zh-CN" sz="2400" dirty="0"/>
              <a:t>[front];</a:t>
            </a:r>
          </a:p>
          <a:p>
            <a:pPr marL="0" indent="0" fontAlgn="auto">
              <a:spcBef>
                <a:spcPts val="0"/>
              </a:spcBef>
              <a:buNone/>
              <a:defRPr/>
            </a:pPr>
            <a:r>
              <a:rPr lang="en-US" altLang="zh-CN" sz="2400" dirty="0"/>
              <a:t>  front =(front+1)%</a:t>
            </a:r>
            <a:r>
              <a:rPr lang="en-US" altLang="zh-CN" sz="2400" dirty="0" err="1"/>
              <a:t>maxSize</a:t>
            </a:r>
            <a:r>
              <a:rPr lang="en-US" altLang="zh-CN" sz="2400" dirty="0"/>
              <a:t>; </a:t>
            </a:r>
          </a:p>
          <a:p>
            <a:pPr marL="0" indent="0" fontAlgn="auto">
              <a:spcBef>
                <a:spcPts val="0"/>
              </a:spcBef>
              <a:buNone/>
              <a:defRPr/>
            </a:pPr>
            <a:r>
              <a:rPr lang="en-US" altLang="zh-CN" sz="2400" dirty="0"/>
              <a:t>  return it;</a:t>
            </a:r>
          </a:p>
          <a:p>
            <a:pPr marL="0" indent="0" fontAlgn="auto">
              <a:spcBef>
                <a:spcPts val="0"/>
              </a:spcBef>
              <a:buNone/>
              <a:defRPr/>
            </a:pPr>
            <a:r>
              <a:rPr lang="en-US" altLang="zh-CN" sz="2400" dirty="0"/>
              <a:t>}</a:t>
            </a:r>
          </a:p>
        </p:txBody>
      </p:sp>
      <p:sp>
        <p:nvSpPr>
          <p:cNvPr id="72708" name="Slide Number Placeholder 3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557530" indent="-21463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857250" indent="-1714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200150" indent="-1714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1543050" indent="-1714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1885950" indent="-1714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228850" indent="-1714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2571750" indent="-1714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2914650" indent="-1714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fld id="{FFDACCF3-A2CE-436D-9989-2CB69EC7E933}" type="slidenum">
              <a:rPr lang="en-US" altLang="zh-CN" sz="465" smtClean="0"/>
              <a:pPr/>
              <a:t>55</a:t>
            </a:fld>
            <a:endParaRPr lang="en-US" altLang="zh-CN" sz="465"/>
          </a:p>
        </p:txBody>
      </p:sp>
      <p:sp>
        <p:nvSpPr>
          <p:cNvPr id="2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fld id="{C0706B3C-A4E8-49A6-AF86-598AE368BEB2}" type="datetime1">
              <a:rPr lang="zh-CN" altLang="en-US" sz="465" smtClean="0"/>
              <a:pPr>
                <a:defRPr/>
              </a:pPr>
              <a:t>2025/12/16</a:t>
            </a:fld>
            <a:endParaRPr lang="zh-CN" altLang="en-US" sz="465"/>
          </a:p>
        </p:txBody>
      </p:sp>
      <p:sp>
        <p:nvSpPr>
          <p:cNvPr id="4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altLang="zh-CN" sz="465"/>
              <a:t>Stacks and Queues - Lecture 6</a:t>
            </a:r>
            <a:endParaRPr lang="zh-CN" altLang="en-US" sz="465"/>
          </a:p>
        </p:txBody>
      </p:sp>
    </p:spTree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矩形 4"/>
          <p:cNvSpPr/>
          <p:nvPr>
            <p:custDataLst>
              <p:tags r:id="rId1"/>
            </p:custDataLst>
          </p:nvPr>
        </p:nvSpPr>
        <p:spPr>
          <a:xfrm>
            <a:off x="207010" y="708025"/>
            <a:ext cx="4396740" cy="1530350"/>
          </a:xfrm>
          <a:prstGeom prst="rect">
            <a:avLst/>
          </a:prstGeom>
          <a:solidFill>
            <a:srgbClr val="1E7AB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350">
              <a:latin typeface="Noto Serif CJK SC" panose="02020400000000000000" pitchFamily="18" charset="-122"/>
              <a:ea typeface="FZHei-B01S" panose="02010601030101010101" pitchFamily="2" charset="-122"/>
              <a:sym typeface="Noto Serif CJK SC" panose="02020400000000000000" pitchFamily="18" charset="-122"/>
            </a:endParaRPr>
          </a:p>
        </p:txBody>
      </p:sp>
      <p:sp>
        <p:nvSpPr>
          <p:cNvPr id="7" name="矩形 6"/>
          <p:cNvSpPr/>
          <p:nvPr>
            <p:custDataLst>
              <p:tags r:id="rId2"/>
            </p:custDataLst>
          </p:nvPr>
        </p:nvSpPr>
        <p:spPr>
          <a:xfrm>
            <a:off x="207010" y="1406525"/>
            <a:ext cx="8709660" cy="488569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350">
              <a:latin typeface="Noto Serif CJK SC" panose="02020400000000000000" pitchFamily="18" charset="-122"/>
              <a:ea typeface="FZHei-B01S" panose="02010601030101010101" pitchFamily="2" charset="-122"/>
              <a:sym typeface="Noto Serif CJK SC" panose="02020400000000000000" pitchFamily="18" charset="-122"/>
            </a:endParaRPr>
          </a:p>
        </p:txBody>
      </p:sp>
      <p:sp>
        <p:nvSpPr>
          <p:cNvPr id="11" name="Title 1"/>
          <p:cNvSpPr>
            <a:spLocks noGrp="1"/>
          </p:cNvSpPr>
          <p:nvPr>
            <p:custDataLst>
              <p:tags r:id="rId3"/>
            </p:custDataLst>
          </p:nvPr>
        </p:nvSpPr>
        <p:spPr>
          <a:xfrm>
            <a:off x="368935" y="751840"/>
            <a:ext cx="6592570" cy="72136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5335" kern="120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+mj-ea"/>
                <a:cs typeface="Times New Roman" panose="02020603050405020304" pitchFamily="18" charset="0"/>
              </a:defRPr>
            </a:lvl1pPr>
          </a:lstStyle>
          <a:p>
            <a:r>
              <a:rPr lang="en-US" altLang="zh-CN" sz="3600" dirty="0">
                <a:solidFill>
                  <a:schemeClr val="bg1"/>
                </a:solidFill>
              </a:rPr>
              <a:t>Array-Based Queues</a:t>
            </a:r>
          </a:p>
        </p:txBody>
      </p:sp>
      <p:pic>
        <p:nvPicPr>
          <p:cNvPr id="13" name="图片 12" descr="华工标志（透明版"/>
          <p:cNvPicPr>
            <a:picLocks noChangeAspect="1"/>
          </p:cNvPicPr>
          <p:nvPr>
            <p:custDataLst>
              <p:tags r:id="rId4"/>
            </p:custDataLst>
          </p:nvPr>
        </p:nvPicPr>
        <p:blipFill>
          <a:blip r:embed="rId29" cstate="print"/>
          <a:stretch>
            <a:fillRect/>
          </a:stretch>
        </p:blipFill>
        <p:spPr>
          <a:xfrm>
            <a:off x="7740015" y="116205"/>
            <a:ext cx="1230630" cy="1230630"/>
          </a:xfrm>
          <a:prstGeom prst="rect">
            <a:avLst/>
          </a:prstGeom>
        </p:spPr>
      </p:pic>
      <p:grpSp>
        <p:nvGrpSpPr>
          <p:cNvPr id="951" name="组合 950"/>
          <p:cNvGrpSpPr/>
          <p:nvPr/>
        </p:nvGrpSpPr>
        <p:grpSpPr>
          <a:xfrm rot="3780000">
            <a:off x="7806690" y="5443855"/>
            <a:ext cx="740410" cy="758825"/>
            <a:chOff x="3282950" y="1154113"/>
            <a:chExt cx="698501" cy="715963"/>
          </a:xfrm>
          <a:solidFill>
            <a:schemeClr val="accent1">
              <a:lumMod val="75000"/>
              <a:alpha val="37000"/>
            </a:schemeClr>
          </a:solidFill>
        </p:grpSpPr>
        <p:sp>
          <p:nvSpPr>
            <p:cNvPr id="17289" name="Freeform 905"/>
            <p:cNvSpPr/>
            <p:nvPr>
              <p:custDataLst>
                <p:tags r:id="rId5"/>
              </p:custDataLst>
            </p:nvPr>
          </p:nvSpPr>
          <p:spPr bwMode="auto">
            <a:xfrm>
              <a:off x="3324225" y="1268413"/>
              <a:ext cx="55563" cy="153988"/>
            </a:xfrm>
            <a:custGeom>
              <a:avLst/>
              <a:gdLst/>
              <a:ahLst/>
              <a:cxnLst>
                <a:cxn ang="0">
                  <a:pos x="96" y="3"/>
                </a:cxn>
                <a:cxn ang="0">
                  <a:pos x="96" y="3"/>
                </a:cxn>
                <a:cxn ang="0">
                  <a:pos x="86" y="18"/>
                </a:cxn>
                <a:cxn ang="0">
                  <a:pos x="77" y="35"/>
                </a:cxn>
                <a:cxn ang="0">
                  <a:pos x="70" y="51"/>
                </a:cxn>
                <a:cxn ang="0">
                  <a:pos x="63" y="69"/>
                </a:cxn>
                <a:cxn ang="0">
                  <a:pos x="50" y="104"/>
                </a:cxn>
                <a:cxn ang="0">
                  <a:pos x="39" y="138"/>
                </a:cxn>
                <a:cxn ang="0">
                  <a:pos x="39" y="138"/>
                </a:cxn>
                <a:cxn ang="0">
                  <a:pos x="27" y="174"/>
                </a:cxn>
                <a:cxn ang="0">
                  <a:pos x="15" y="210"/>
                </a:cxn>
                <a:cxn ang="0">
                  <a:pos x="10" y="229"/>
                </a:cxn>
                <a:cxn ang="0">
                  <a:pos x="5" y="247"/>
                </a:cxn>
                <a:cxn ang="0">
                  <a:pos x="2" y="266"/>
                </a:cxn>
                <a:cxn ang="0">
                  <a:pos x="0" y="285"/>
                </a:cxn>
                <a:cxn ang="0">
                  <a:pos x="0" y="285"/>
                </a:cxn>
                <a:cxn ang="0">
                  <a:pos x="1" y="287"/>
                </a:cxn>
                <a:cxn ang="0">
                  <a:pos x="2" y="288"/>
                </a:cxn>
                <a:cxn ang="0">
                  <a:pos x="3" y="289"/>
                </a:cxn>
                <a:cxn ang="0">
                  <a:pos x="5" y="290"/>
                </a:cxn>
                <a:cxn ang="0">
                  <a:pos x="6" y="289"/>
                </a:cxn>
                <a:cxn ang="0">
                  <a:pos x="8" y="288"/>
                </a:cxn>
                <a:cxn ang="0">
                  <a:pos x="9" y="287"/>
                </a:cxn>
                <a:cxn ang="0">
                  <a:pos x="10" y="285"/>
                </a:cxn>
                <a:cxn ang="0">
                  <a:pos x="10" y="285"/>
                </a:cxn>
                <a:cxn ang="0">
                  <a:pos x="11" y="266"/>
                </a:cxn>
                <a:cxn ang="0">
                  <a:pos x="15" y="247"/>
                </a:cxn>
                <a:cxn ang="0">
                  <a:pos x="19" y="230"/>
                </a:cxn>
                <a:cxn ang="0">
                  <a:pos x="25" y="211"/>
                </a:cxn>
                <a:cxn ang="0">
                  <a:pos x="36" y="176"/>
                </a:cxn>
                <a:cxn ang="0">
                  <a:pos x="48" y="141"/>
                </a:cxn>
                <a:cxn ang="0">
                  <a:pos x="48" y="141"/>
                </a:cxn>
                <a:cxn ang="0">
                  <a:pos x="60" y="107"/>
                </a:cxn>
                <a:cxn ang="0">
                  <a:pos x="71" y="72"/>
                </a:cxn>
                <a:cxn ang="0">
                  <a:pos x="78" y="55"/>
                </a:cxn>
                <a:cxn ang="0">
                  <a:pos x="86" y="39"/>
                </a:cxn>
                <a:cxn ang="0">
                  <a:pos x="94" y="22"/>
                </a:cxn>
                <a:cxn ang="0">
                  <a:pos x="104" y="8"/>
                </a:cxn>
                <a:cxn ang="0">
                  <a:pos x="104" y="8"/>
                </a:cxn>
                <a:cxn ang="0">
                  <a:pos x="105" y="6"/>
                </a:cxn>
                <a:cxn ang="0">
                  <a:pos x="104" y="4"/>
                </a:cxn>
                <a:cxn ang="0">
                  <a:pos x="104" y="3"/>
                </a:cxn>
                <a:cxn ang="0">
                  <a:pos x="102" y="2"/>
                </a:cxn>
                <a:cxn ang="0">
                  <a:pos x="99" y="0"/>
                </a:cxn>
                <a:cxn ang="0">
                  <a:pos x="97" y="2"/>
                </a:cxn>
                <a:cxn ang="0">
                  <a:pos x="96" y="3"/>
                </a:cxn>
                <a:cxn ang="0">
                  <a:pos x="96" y="3"/>
                </a:cxn>
              </a:cxnLst>
              <a:rect l="0" t="0" r="r" b="b"/>
              <a:pathLst>
                <a:path w="105" h="290">
                  <a:moveTo>
                    <a:pt x="96" y="3"/>
                  </a:moveTo>
                  <a:lnTo>
                    <a:pt x="96" y="3"/>
                  </a:lnTo>
                  <a:lnTo>
                    <a:pt x="86" y="18"/>
                  </a:lnTo>
                  <a:lnTo>
                    <a:pt x="77" y="35"/>
                  </a:lnTo>
                  <a:lnTo>
                    <a:pt x="70" y="51"/>
                  </a:lnTo>
                  <a:lnTo>
                    <a:pt x="63" y="69"/>
                  </a:lnTo>
                  <a:lnTo>
                    <a:pt x="50" y="104"/>
                  </a:lnTo>
                  <a:lnTo>
                    <a:pt x="39" y="138"/>
                  </a:lnTo>
                  <a:lnTo>
                    <a:pt x="39" y="138"/>
                  </a:lnTo>
                  <a:lnTo>
                    <a:pt x="27" y="174"/>
                  </a:lnTo>
                  <a:lnTo>
                    <a:pt x="15" y="210"/>
                  </a:lnTo>
                  <a:lnTo>
                    <a:pt x="10" y="229"/>
                  </a:lnTo>
                  <a:lnTo>
                    <a:pt x="5" y="247"/>
                  </a:lnTo>
                  <a:lnTo>
                    <a:pt x="2" y="266"/>
                  </a:lnTo>
                  <a:lnTo>
                    <a:pt x="0" y="285"/>
                  </a:lnTo>
                  <a:lnTo>
                    <a:pt x="0" y="285"/>
                  </a:lnTo>
                  <a:lnTo>
                    <a:pt x="1" y="287"/>
                  </a:lnTo>
                  <a:lnTo>
                    <a:pt x="2" y="288"/>
                  </a:lnTo>
                  <a:lnTo>
                    <a:pt x="3" y="289"/>
                  </a:lnTo>
                  <a:lnTo>
                    <a:pt x="5" y="290"/>
                  </a:lnTo>
                  <a:lnTo>
                    <a:pt x="6" y="289"/>
                  </a:lnTo>
                  <a:lnTo>
                    <a:pt x="8" y="288"/>
                  </a:lnTo>
                  <a:lnTo>
                    <a:pt x="9" y="287"/>
                  </a:lnTo>
                  <a:lnTo>
                    <a:pt x="10" y="285"/>
                  </a:lnTo>
                  <a:lnTo>
                    <a:pt x="10" y="285"/>
                  </a:lnTo>
                  <a:lnTo>
                    <a:pt x="11" y="266"/>
                  </a:lnTo>
                  <a:lnTo>
                    <a:pt x="15" y="247"/>
                  </a:lnTo>
                  <a:lnTo>
                    <a:pt x="19" y="230"/>
                  </a:lnTo>
                  <a:lnTo>
                    <a:pt x="25" y="211"/>
                  </a:lnTo>
                  <a:lnTo>
                    <a:pt x="36" y="176"/>
                  </a:lnTo>
                  <a:lnTo>
                    <a:pt x="48" y="141"/>
                  </a:lnTo>
                  <a:lnTo>
                    <a:pt x="48" y="141"/>
                  </a:lnTo>
                  <a:lnTo>
                    <a:pt x="60" y="107"/>
                  </a:lnTo>
                  <a:lnTo>
                    <a:pt x="71" y="72"/>
                  </a:lnTo>
                  <a:lnTo>
                    <a:pt x="78" y="55"/>
                  </a:lnTo>
                  <a:lnTo>
                    <a:pt x="86" y="39"/>
                  </a:lnTo>
                  <a:lnTo>
                    <a:pt x="94" y="22"/>
                  </a:lnTo>
                  <a:lnTo>
                    <a:pt x="104" y="8"/>
                  </a:lnTo>
                  <a:lnTo>
                    <a:pt x="104" y="8"/>
                  </a:lnTo>
                  <a:lnTo>
                    <a:pt x="105" y="6"/>
                  </a:lnTo>
                  <a:lnTo>
                    <a:pt x="104" y="4"/>
                  </a:lnTo>
                  <a:lnTo>
                    <a:pt x="104" y="3"/>
                  </a:lnTo>
                  <a:lnTo>
                    <a:pt x="102" y="2"/>
                  </a:lnTo>
                  <a:lnTo>
                    <a:pt x="99" y="0"/>
                  </a:lnTo>
                  <a:lnTo>
                    <a:pt x="97" y="2"/>
                  </a:lnTo>
                  <a:lnTo>
                    <a:pt x="96" y="3"/>
                  </a:lnTo>
                  <a:lnTo>
                    <a:pt x="96" y="3"/>
                  </a:lnTo>
                  <a:close/>
                </a:path>
              </a:pathLst>
            </a:custGeom>
            <a:grpFill/>
            <a:ln>
              <a:solidFill>
                <a:schemeClr val="accent1">
                  <a:lumMod val="75000"/>
                  <a:alpha val="0"/>
                </a:schemeClr>
              </a:solidFill>
            </a:ln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290" name="Freeform 906"/>
            <p:cNvSpPr/>
            <p:nvPr>
              <p:custDataLst>
                <p:tags r:id="rId6"/>
              </p:custDataLst>
            </p:nvPr>
          </p:nvSpPr>
          <p:spPr bwMode="auto">
            <a:xfrm>
              <a:off x="3325813" y="1239838"/>
              <a:ext cx="88900" cy="280988"/>
            </a:xfrm>
            <a:custGeom>
              <a:avLst/>
              <a:gdLst/>
              <a:ahLst/>
              <a:cxnLst>
                <a:cxn ang="0">
                  <a:pos x="156" y="4"/>
                </a:cxn>
                <a:cxn ang="0">
                  <a:pos x="152" y="37"/>
                </a:cxn>
                <a:cxn ang="0">
                  <a:pos x="143" y="70"/>
                </a:cxn>
                <a:cxn ang="0">
                  <a:pos x="121" y="134"/>
                </a:cxn>
                <a:cxn ang="0">
                  <a:pos x="108" y="168"/>
                </a:cxn>
                <a:cxn ang="0">
                  <a:pos x="82" y="235"/>
                </a:cxn>
                <a:cxn ang="0">
                  <a:pos x="68" y="268"/>
                </a:cxn>
                <a:cxn ang="0">
                  <a:pos x="58" y="301"/>
                </a:cxn>
                <a:cxn ang="0">
                  <a:pos x="38" y="399"/>
                </a:cxn>
                <a:cxn ang="0">
                  <a:pos x="35" y="416"/>
                </a:cxn>
                <a:cxn ang="0">
                  <a:pos x="26" y="446"/>
                </a:cxn>
                <a:cxn ang="0">
                  <a:pos x="20" y="461"/>
                </a:cxn>
                <a:cxn ang="0">
                  <a:pos x="11" y="492"/>
                </a:cxn>
                <a:cxn ang="0">
                  <a:pos x="2" y="522"/>
                </a:cxn>
                <a:cxn ang="0">
                  <a:pos x="0" y="524"/>
                </a:cxn>
                <a:cxn ang="0">
                  <a:pos x="1" y="528"/>
                </a:cxn>
                <a:cxn ang="0">
                  <a:pos x="1" y="529"/>
                </a:cxn>
                <a:cxn ang="0">
                  <a:pos x="3" y="531"/>
                </a:cxn>
                <a:cxn ang="0">
                  <a:pos x="7" y="531"/>
                </a:cxn>
                <a:cxn ang="0">
                  <a:pos x="9" y="529"/>
                </a:cxn>
                <a:cxn ang="0">
                  <a:pos x="18" y="505"/>
                </a:cxn>
                <a:cxn ang="0">
                  <a:pos x="23" y="480"/>
                </a:cxn>
                <a:cxn ang="0">
                  <a:pos x="29" y="462"/>
                </a:cxn>
                <a:cxn ang="0">
                  <a:pos x="41" y="428"/>
                </a:cxn>
                <a:cxn ang="0">
                  <a:pos x="46" y="410"/>
                </a:cxn>
                <a:cxn ang="0">
                  <a:pos x="59" y="341"/>
                </a:cxn>
                <a:cxn ang="0">
                  <a:pos x="71" y="288"/>
                </a:cxn>
                <a:cxn ang="0">
                  <a:pos x="77" y="271"/>
                </a:cxn>
                <a:cxn ang="0">
                  <a:pos x="105" y="200"/>
                </a:cxn>
                <a:cxn ang="0">
                  <a:pos x="132" y="129"/>
                </a:cxn>
                <a:cxn ang="0">
                  <a:pos x="143" y="98"/>
                </a:cxn>
                <a:cxn ang="0">
                  <a:pos x="158" y="51"/>
                </a:cxn>
                <a:cxn ang="0">
                  <a:pos x="164" y="20"/>
                </a:cxn>
                <a:cxn ang="0">
                  <a:pos x="166" y="4"/>
                </a:cxn>
                <a:cxn ang="0">
                  <a:pos x="164" y="1"/>
                </a:cxn>
                <a:cxn ang="0">
                  <a:pos x="161" y="0"/>
                </a:cxn>
                <a:cxn ang="0">
                  <a:pos x="158" y="1"/>
                </a:cxn>
                <a:cxn ang="0">
                  <a:pos x="156" y="4"/>
                </a:cxn>
              </a:cxnLst>
              <a:rect l="0" t="0" r="r" b="b"/>
              <a:pathLst>
                <a:path w="166" h="531">
                  <a:moveTo>
                    <a:pt x="156" y="4"/>
                  </a:moveTo>
                  <a:lnTo>
                    <a:pt x="156" y="4"/>
                  </a:lnTo>
                  <a:lnTo>
                    <a:pt x="155" y="20"/>
                  </a:lnTo>
                  <a:lnTo>
                    <a:pt x="152" y="37"/>
                  </a:lnTo>
                  <a:lnTo>
                    <a:pt x="148" y="53"/>
                  </a:lnTo>
                  <a:lnTo>
                    <a:pt x="143" y="70"/>
                  </a:lnTo>
                  <a:lnTo>
                    <a:pt x="132" y="103"/>
                  </a:lnTo>
                  <a:lnTo>
                    <a:pt x="121" y="134"/>
                  </a:lnTo>
                  <a:lnTo>
                    <a:pt x="121" y="134"/>
                  </a:lnTo>
                  <a:lnTo>
                    <a:pt x="108" y="168"/>
                  </a:lnTo>
                  <a:lnTo>
                    <a:pt x="95" y="202"/>
                  </a:lnTo>
                  <a:lnTo>
                    <a:pt x="82" y="235"/>
                  </a:lnTo>
                  <a:lnTo>
                    <a:pt x="68" y="268"/>
                  </a:lnTo>
                  <a:lnTo>
                    <a:pt x="68" y="268"/>
                  </a:lnTo>
                  <a:lnTo>
                    <a:pt x="63" y="285"/>
                  </a:lnTo>
                  <a:lnTo>
                    <a:pt x="58" y="301"/>
                  </a:lnTo>
                  <a:lnTo>
                    <a:pt x="51" y="333"/>
                  </a:lnTo>
                  <a:lnTo>
                    <a:pt x="38" y="399"/>
                  </a:lnTo>
                  <a:lnTo>
                    <a:pt x="38" y="399"/>
                  </a:lnTo>
                  <a:lnTo>
                    <a:pt x="35" y="416"/>
                  </a:lnTo>
                  <a:lnTo>
                    <a:pt x="31" y="431"/>
                  </a:lnTo>
                  <a:lnTo>
                    <a:pt x="26" y="446"/>
                  </a:lnTo>
                  <a:lnTo>
                    <a:pt x="20" y="461"/>
                  </a:lnTo>
                  <a:lnTo>
                    <a:pt x="20" y="461"/>
                  </a:lnTo>
                  <a:lnTo>
                    <a:pt x="15" y="476"/>
                  </a:lnTo>
                  <a:lnTo>
                    <a:pt x="11" y="492"/>
                  </a:lnTo>
                  <a:lnTo>
                    <a:pt x="7" y="507"/>
                  </a:lnTo>
                  <a:lnTo>
                    <a:pt x="2" y="522"/>
                  </a:lnTo>
                  <a:lnTo>
                    <a:pt x="2" y="522"/>
                  </a:lnTo>
                  <a:lnTo>
                    <a:pt x="0" y="524"/>
                  </a:lnTo>
                  <a:lnTo>
                    <a:pt x="0" y="526"/>
                  </a:lnTo>
                  <a:lnTo>
                    <a:pt x="1" y="528"/>
                  </a:lnTo>
                  <a:lnTo>
                    <a:pt x="1" y="528"/>
                  </a:lnTo>
                  <a:lnTo>
                    <a:pt x="1" y="529"/>
                  </a:lnTo>
                  <a:lnTo>
                    <a:pt x="1" y="529"/>
                  </a:lnTo>
                  <a:lnTo>
                    <a:pt x="3" y="531"/>
                  </a:lnTo>
                  <a:lnTo>
                    <a:pt x="5" y="531"/>
                  </a:lnTo>
                  <a:lnTo>
                    <a:pt x="7" y="531"/>
                  </a:lnTo>
                  <a:lnTo>
                    <a:pt x="9" y="529"/>
                  </a:lnTo>
                  <a:lnTo>
                    <a:pt x="9" y="529"/>
                  </a:lnTo>
                  <a:lnTo>
                    <a:pt x="13" y="517"/>
                  </a:lnTo>
                  <a:lnTo>
                    <a:pt x="18" y="505"/>
                  </a:lnTo>
                  <a:lnTo>
                    <a:pt x="20" y="492"/>
                  </a:lnTo>
                  <a:lnTo>
                    <a:pt x="23" y="480"/>
                  </a:lnTo>
                  <a:lnTo>
                    <a:pt x="23" y="480"/>
                  </a:lnTo>
                  <a:lnTo>
                    <a:pt x="29" y="462"/>
                  </a:lnTo>
                  <a:lnTo>
                    <a:pt x="35" y="446"/>
                  </a:lnTo>
                  <a:lnTo>
                    <a:pt x="41" y="428"/>
                  </a:lnTo>
                  <a:lnTo>
                    <a:pt x="46" y="410"/>
                  </a:lnTo>
                  <a:lnTo>
                    <a:pt x="46" y="410"/>
                  </a:lnTo>
                  <a:lnTo>
                    <a:pt x="53" y="375"/>
                  </a:lnTo>
                  <a:lnTo>
                    <a:pt x="59" y="341"/>
                  </a:lnTo>
                  <a:lnTo>
                    <a:pt x="67" y="305"/>
                  </a:lnTo>
                  <a:lnTo>
                    <a:pt x="71" y="288"/>
                  </a:lnTo>
                  <a:lnTo>
                    <a:pt x="77" y="271"/>
                  </a:lnTo>
                  <a:lnTo>
                    <a:pt x="77" y="271"/>
                  </a:lnTo>
                  <a:lnTo>
                    <a:pt x="91" y="235"/>
                  </a:lnTo>
                  <a:lnTo>
                    <a:pt x="105" y="200"/>
                  </a:lnTo>
                  <a:lnTo>
                    <a:pt x="120" y="165"/>
                  </a:lnTo>
                  <a:lnTo>
                    <a:pt x="132" y="129"/>
                  </a:lnTo>
                  <a:lnTo>
                    <a:pt x="132" y="129"/>
                  </a:lnTo>
                  <a:lnTo>
                    <a:pt x="143" y="98"/>
                  </a:lnTo>
                  <a:lnTo>
                    <a:pt x="154" y="67"/>
                  </a:lnTo>
                  <a:lnTo>
                    <a:pt x="158" y="51"/>
                  </a:lnTo>
                  <a:lnTo>
                    <a:pt x="162" y="36"/>
                  </a:lnTo>
                  <a:lnTo>
                    <a:pt x="164" y="20"/>
                  </a:lnTo>
                  <a:lnTo>
                    <a:pt x="166" y="4"/>
                  </a:lnTo>
                  <a:lnTo>
                    <a:pt x="166" y="4"/>
                  </a:lnTo>
                  <a:lnTo>
                    <a:pt x="165" y="2"/>
                  </a:lnTo>
                  <a:lnTo>
                    <a:pt x="164" y="1"/>
                  </a:lnTo>
                  <a:lnTo>
                    <a:pt x="163" y="0"/>
                  </a:lnTo>
                  <a:lnTo>
                    <a:pt x="161" y="0"/>
                  </a:lnTo>
                  <a:lnTo>
                    <a:pt x="160" y="0"/>
                  </a:lnTo>
                  <a:lnTo>
                    <a:pt x="158" y="1"/>
                  </a:lnTo>
                  <a:lnTo>
                    <a:pt x="157" y="2"/>
                  </a:lnTo>
                  <a:lnTo>
                    <a:pt x="156" y="4"/>
                  </a:lnTo>
                  <a:lnTo>
                    <a:pt x="156" y="4"/>
                  </a:lnTo>
                  <a:close/>
                </a:path>
              </a:pathLst>
            </a:custGeom>
            <a:grpFill/>
            <a:ln>
              <a:solidFill>
                <a:schemeClr val="accent1">
                  <a:lumMod val="75000"/>
                  <a:alpha val="0"/>
                </a:schemeClr>
              </a:solidFill>
            </a:ln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291" name="Freeform 907"/>
            <p:cNvSpPr/>
            <p:nvPr>
              <p:custDataLst>
                <p:tags r:id="rId7"/>
              </p:custDataLst>
            </p:nvPr>
          </p:nvSpPr>
          <p:spPr bwMode="auto">
            <a:xfrm>
              <a:off x="3338513" y="1404938"/>
              <a:ext cx="58738" cy="168275"/>
            </a:xfrm>
            <a:custGeom>
              <a:avLst/>
              <a:gdLst/>
              <a:ahLst/>
              <a:cxnLst>
                <a:cxn ang="0">
                  <a:pos x="99" y="4"/>
                </a:cxn>
                <a:cxn ang="0">
                  <a:pos x="99" y="4"/>
                </a:cxn>
                <a:cxn ang="0">
                  <a:pos x="98" y="14"/>
                </a:cxn>
                <a:cxn ang="0">
                  <a:pos x="97" y="23"/>
                </a:cxn>
                <a:cxn ang="0">
                  <a:pos x="92" y="43"/>
                </a:cxn>
                <a:cxn ang="0">
                  <a:pos x="79" y="81"/>
                </a:cxn>
                <a:cxn ang="0">
                  <a:pos x="79" y="81"/>
                </a:cxn>
                <a:cxn ang="0">
                  <a:pos x="73" y="103"/>
                </a:cxn>
                <a:cxn ang="0">
                  <a:pos x="68" y="125"/>
                </a:cxn>
                <a:cxn ang="0">
                  <a:pos x="57" y="169"/>
                </a:cxn>
                <a:cxn ang="0">
                  <a:pos x="57" y="169"/>
                </a:cxn>
                <a:cxn ang="0">
                  <a:pos x="51" y="188"/>
                </a:cxn>
                <a:cxn ang="0">
                  <a:pos x="43" y="205"/>
                </a:cxn>
                <a:cxn ang="0">
                  <a:pos x="35" y="223"/>
                </a:cxn>
                <a:cxn ang="0">
                  <a:pos x="26" y="239"/>
                </a:cxn>
                <a:cxn ang="0">
                  <a:pos x="17" y="257"/>
                </a:cxn>
                <a:cxn ang="0">
                  <a:pos x="10" y="274"/>
                </a:cxn>
                <a:cxn ang="0">
                  <a:pos x="4" y="293"/>
                </a:cxn>
                <a:cxn ang="0">
                  <a:pos x="1" y="302"/>
                </a:cxn>
                <a:cxn ang="0">
                  <a:pos x="0" y="313"/>
                </a:cxn>
                <a:cxn ang="0">
                  <a:pos x="0" y="313"/>
                </a:cxn>
                <a:cxn ang="0">
                  <a:pos x="0" y="314"/>
                </a:cxn>
                <a:cxn ang="0">
                  <a:pos x="1" y="316"/>
                </a:cxn>
                <a:cxn ang="0">
                  <a:pos x="2" y="317"/>
                </a:cxn>
                <a:cxn ang="0">
                  <a:pos x="4" y="317"/>
                </a:cxn>
                <a:cxn ang="0">
                  <a:pos x="7" y="316"/>
                </a:cxn>
                <a:cxn ang="0">
                  <a:pos x="9" y="314"/>
                </a:cxn>
                <a:cxn ang="0">
                  <a:pos x="9" y="313"/>
                </a:cxn>
                <a:cxn ang="0">
                  <a:pos x="9" y="313"/>
                </a:cxn>
                <a:cxn ang="0">
                  <a:pos x="11" y="302"/>
                </a:cxn>
                <a:cxn ang="0">
                  <a:pos x="13" y="292"/>
                </a:cxn>
                <a:cxn ang="0">
                  <a:pos x="19" y="273"/>
                </a:cxn>
                <a:cxn ang="0">
                  <a:pos x="28" y="255"/>
                </a:cxn>
                <a:cxn ang="0">
                  <a:pos x="36" y="237"/>
                </a:cxn>
                <a:cxn ang="0">
                  <a:pos x="45" y="220"/>
                </a:cxn>
                <a:cxn ang="0">
                  <a:pos x="54" y="201"/>
                </a:cxn>
                <a:cxn ang="0">
                  <a:pos x="62" y="182"/>
                </a:cxn>
                <a:cxn ang="0">
                  <a:pos x="68" y="164"/>
                </a:cxn>
                <a:cxn ang="0">
                  <a:pos x="68" y="164"/>
                </a:cxn>
                <a:cxn ang="0">
                  <a:pos x="79" y="119"/>
                </a:cxn>
                <a:cxn ang="0">
                  <a:pos x="91" y="76"/>
                </a:cxn>
                <a:cxn ang="0">
                  <a:pos x="91" y="76"/>
                </a:cxn>
                <a:cxn ang="0">
                  <a:pos x="102" y="40"/>
                </a:cxn>
                <a:cxn ang="0">
                  <a:pos x="106" y="22"/>
                </a:cxn>
                <a:cxn ang="0">
                  <a:pos x="109" y="4"/>
                </a:cxn>
                <a:cxn ang="0">
                  <a:pos x="109" y="4"/>
                </a:cxn>
                <a:cxn ang="0">
                  <a:pos x="108" y="2"/>
                </a:cxn>
                <a:cxn ang="0">
                  <a:pos x="107" y="1"/>
                </a:cxn>
                <a:cxn ang="0">
                  <a:pos x="106" y="0"/>
                </a:cxn>
                <a:cxn ang="0">
                  <a:pos x="104" y="0"/>
                </a:cxn>
                <a:cxn ang="0">
                  <a:pos x="101" y="1"/>
                </a:cxn>
                <a:cxn ang="0">
                  <a:pos x="100" y="2"/>
                </a:cxn>
                <a:cxn ang="0">
                  <a:pos x="99" y="4"/>
                </a:cxn>
                <a:cxn ang="0">
                  <a:pos x="99" y="4"/>
                </a:cxn>
              </a:cxnLst>
              <a:rect l="0" t="0" r="r" b="b"/>
              <a:pathLst>
                <a:path w="109" h="317">
                  <a:moveTo>
                    <a:pt x="99" y="4"/>
                  </a:moveTo>
                  <a:lnTo>
                    <a:pt x="99" y="4"/>
                  </a:lnTo>
                  <a:lnTo>
                    <a:pt x="98" y="14"/>
                  </a:lnTo>
                  <a:lnTo>
                    <a:pt x="97" y="23"/>
                  </a:lnTo>
                  <a:lnTo>
                    <a:pt x="92" y="43"/>
                  </a:lnTo>
                  <a:lnTo>
                    <a:pt x="79" y="81"/>
                  </a:lnTo>
                  <a:lnTo>
                    <a:pt x="79" y="81"/>
                  </a:lnTo>
                  <a:lnTo>
                    <a:pt x="73" y="103"/>
                  </a:lnTo>
                  <a:lnTo>
                    <a:pt x="68" y="125"/>
                  </a:lnTo>
                  <a:lnTo>
                    <a:pt x="57" y="169"/>
                  </a:lnTo>
                  <a:lnTo>
                    <a:pt x="57" y="169"/>
                  </a:lnTo>
                  <a:lnTo>
                    <a:pt x="51" y="188"/>
                  </a:lnTo>
                  <a:lnTo>
                    <a:pt x="43" y="205"/>
                  </a:lnTo>
                  <a:lnTo>
                    <a:pt x="35" y="223"/>
                  </a:lnTo>
                  <a:lnTo>
                    <a:pt x="26" y="239"/>
                  </a:lnTo>
                  <a:lnTo>
                    <a:pt x="17" y="257"/>
                  </a:lnTo>
                  <a:lnTo>
                    <a:pt x="10" y="274"/>
                  </a:lnTo>
                  <a:lnTo>
                    <a:pt x="4" y="293"/>
                  </a:lnTo>
                  <a:lnTo>
                    <a:pt x="1" y="302"/>
                  </a:lnTo>
                  <a:lnTo>
                    <a:pt x="0" y="313"/>
                  </a:lnTo>
                  <a:lnTo>
                    <a:pt x="0" y="313"/>
                  </a:lnTo>
                  <a:lnTo>
                    <a:pt x="0" y="314"/>
                  </a:lnTo>
                  <a:lnTo>
                    <a:pt x="1" y="316"/>
                  </a:lnTo>
                  <a:lnTo>
                    <a:pt x="2" y="317"/>
                  </a:lnTo>
                  <a:lnTo>
                    <a:pt x="4" y="317"/>
                  </a:lnTo>
                  <a:lnTo>
                    <a:pt x="7" y="316"/>
                  </a:lnTo>
                  <a:lnTo>
                    <a:pt x="9" y="314"/>
                  </a:lnTo>
                  <a:lnTo>
                    <a:pt x="9" y="313"/>
                  </a:lnTo>
                  <a:lnTo>
                    <a:pt x="9" y="313"/>
                  </a:lnTo>
                  <a:lnTo>
                    <a:pt x="11" y="302"/>
                  </a:lnTo>
                  <a:lnTo>
                    <a:pt x="13" y="292"/>
                  </a:lnTo>
                  <a:lnTo>
                    <a:pt x="19" y="273"/>
                  </a:lnTo>
                  <a:lnTo>
                    <a:pt x="28" y="255"/>
                  </a:lnTo>
                  <a:lnTo>
                    <a:pt x="36" y="237"/>
                  </a:lnTo>
                  <a:lnTo>
                    <a:pt x="45" y="220"/>
                  </a:lnTo>
                  <a:lnTo>
                    <a:pt x="54" y="201"/>
                  </a:lnTo>
                  <a:lnTo>
                    <a:pt x="62" y="182"/>
                  </a:lnTo>
                  <a:lnTo>
                    <a:pt x="68" y="164"/>
                  </a:lnTo>
                  <a:lnTo>
                    <a:pt x="68" y="164"/>
                  </a:lnTo>
                  <a:lnTo>
                    <a:pt x="79" y="119"/>
                  </a:lnTo>
                  <a:lnTo>
                    <a:pt x="91" y="76"/>
                  </a:lnTo>
                  <a:lnTo>
                    <a:pt x="91" y="76"/>
                  </a:lnTo>
                  <a:lnTo>
                    <a:pt x="102" y="40"/>
                  </a:lnTo>
                  <a:lnTo>
                    <a:pt x="106" y="22"/>
                  </a:lnTo>
                  <a:lnTo>
                    <a:pt x="109" y="4"/>
                  </a:lnTo>
                  <a:lnTo>
                    <a:pt x="109" y="4"/>
                  </a:lnTo>
                  <a:lnTo>
                    <a:pt x="108" y="2"/>
                  </a:lnTo>
                  <a:lnTo>
                    <a:pt x="107" y="1"/>
                  </a:lnTo>
                  <a:lnTo>
                    <a:pt x="106" y="0"/>
                  </a:lnTo>
                  <a:lnTo>
                    <a:pt x="104" y="0"/>
                  </a:lnTo>
                  <a:lnTo>
                    <a:pt x="101" y="1"/>
                  </a:lnTo>
                  <a:lnTo>
                    <a:pt x="100" y="2"/>
                  </a:lnTo>
                  <a:lnTo>
                    <a:pt x="99" y="4"/>
                  </a:lnTo>
                  <a:lnTo>
                    <a:pt x="99" y="4"/>
                  </a:lnTo>
                  <a:close/>
                </a:path>
              </a:pathLst>
            </a:custGeom>
            <a:grpFill/>
            <a:ln>
              <a:solidFill>
                <a:schemeClr val="accent1">
                  <a:lumMod val="75000"/>
                  <a:alpha val="0"/>
                </a:schemeClr>
              </a:solidFill>
            </a:ln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292" name="Freeform 908"/>
            <p:cNvSpPr/>
            <p:nvPr>
              <p:custDataLst>
                <p:tags r:id="rId8"/>
              </p:custDataLst>
            </p:nvPr>
          </p:nvSpPr>
          <p:spPr bwMode="auto">
            <a:xfrm>
              <a:off x="3365500" y="1427163"/>
              <a:ext cx="58738" cy="169863"/>
            </a:xfrm>
            <a:custGeom>
              <a:avLst/>
              <a:gdLst/>
              <a:ahLst/>
              <a:cxnLst>
                <a:cxn ang="0">
                  <a:pos x="102" y="1"/>
                </a:cxn>
                <a:cxn ang="0">
                  <a:pos x="102" y="1"/>
                </a:cxn>
                <a:cxn ang="0">
                  <a:pos x="97" y="7"/>
                </a:cxn>
                <a:cxn ang="0">
                  <a:pos x="93" y="13"/>
                </a:cxn>
                <a:cxn ang="0">
                  <a:pos x="87" y="26"/>
                </a:cxn>
                <a:cxn ang="0">
                  <a:pos x="82" y="39"/>
                </a:cxn>
                <a:cxn ang="0">
                  <a:pos x="79" y="54"/>
                </a:cxn>
                <a:cxn ang="0">
                  <a:pos x="79" y="54"/>
                </a:cxn>
                <a:cxn ang="0">
                  <a:pos x="72" y="77"/>
                </a:cxn>
                <a:cxn ang="0">
                  <a:pos x="65" y="101"/>
                </a:cxn>
                <a:cxn ang="0">
                  <a:pos x="51" y="148"/>
                </a:cxn>
                <a:cxn ang="0">
                  <a:pos x="51" y="148"/>
                </a:cxn>
                <a:cxn ang="0">
                  <a:pos x="44" y="168"/>
                </a:cxn>
                <a:cxn ang="0">
                  <a:pos x="37" y="190"/>
                </a:cxn>
                <a:cxn ang="0">
                  <a:pos x="20" y="231"/>
                </a:cxn>
                <a:cxn ang="0">
                  <a:pos x="13" y="252"/>
                </a:cxn>
                <a:cxn ang="0">
                  <a:pos x="7" y="274"/>
                </a:cxn>
                <a:cxn ang="0">
                  <a:pos x="2" y="295"/>
                </a:cxn>
                <a:cxn ang="0">
                  <a:pos x="1" y="307"/>
                </a:cxn>
                <a:cxn ang="0">
                  <a:pos x="0" y="317"/>
                </a:cxn>
                <a:cxn ang="0">
                  <a:pos x="0" y="317"/>
                </a:cxn>
                <a:cxn ang="0">
                  <a:pos x="1" y="319"/>
                </a:cxn>
                <a:cxn ang="0">
                  <a:pos x="2" y="321"/>
                </a:cxn>
                <a:cxn ang="0">
                  <a:pos x="3" y="322"/>
                </a:cxn>
                <a:cxn ang="0">
                  <a:pos x="6" y="322"/>
                </a:cxn>
                <a:cxn ang="0">
                  <a:pos x="8" y="322"/>
                </a:cxn>
                <a:cxn ang="0">
                  <a:pos x="9" y="321"/>
                </a:cxn>
                <a:cxn ang="0">
                  <a:pos x="10" y="319"/>
                </a:cxn>
                <a:cxn ang="0">
                  <a:pos x="11" y="317"/>
                </a:cxn>
                <a:cxn ang="0">
                  <a:pos x="11" y="317"/>
                </a:cxn>
                <a:cxn ang="0">
                  <a:pos x="11" y="307"/>
                </a:cxn>
                <a:cxn ang="0">
                  <a:pos x="12" y="296"/>
                </a:cxn>
                <a:cxn ang="0">
                  <a:pos x="16" y="276"/>
                </a:cxn>
                <a:cxn ang="0">
                  <a:pos x="22" y="256"/>
                </a:cxn>
                <a:cxn ang="0">
                  <a:pos x="29" y="237"/>
                </a:cxn>
                <a:cxn ang="0">
                  <a:pos x="44" y="198"/>
                </a:cxn>
                <a:cxn ang="0">
                  <a:pos x="51" y="179"/>
                </a:cxn>
                <a:cxn ang="0">
                  <a:pos x="57" y="159"/>
                </a:cxn>
                <a:cxn ang="0">
                  <a:pos x="57" y="159"/>
                </a:cxn>
                <a:cxn ang="0">
                  <a:pos x="70" y="120"/>
                </a:cxn>
                <a:cxn ang="0">
                  <a:pos x="81" y="81"/>
                </a:cxn>
                <a:cxn ang="0">
                  <a:pos x="81" y="81"/>
                </a:cxn>
                <a:cxn ang="0">
                  <a:pos x="86" y="62"/>
                </a:cxn>
                <a:cxn ang="0">
                  <a:pos x="91" y="42"/>
                </a:cxn>
                <a:cxn ang="0">
                  <a:pos x="94" y="33"/>
                </a:cxn>
                <a:cxn ang="0">
                  <a:pos x="97" y="25"/>
                </a:cxn>
                <a:cxn ang="0">
                  <a:pos x="103" y="16"/>
                </a:cxn>
                <a:cxn ang="0">
                  <a:pos x="109" y="8"/>
                </a:cxn>
                <a:cxn ang="0">
                  <a:pos x="109" y="8"/>
                </a:cxn>
                <a:cxn ang="0">
                  <a:pos x="110" y="6"/>
                </a:cxn>
                <a:cxn ang="0">
                  <a:pos x="110" y="4"/>
                </a:cxn>
                <a:cxn ang="0">
                  <a:pos x="109" y="3"/>
                </a:cxn>
                <a:cxn ang="0">
                  <a:pos x="108" y="1"/>
                </a:cxn>
                <a:cxn ang="0">
                  <a:pos x="107" y="0"/>
                </a:cxn>
                <a:cxn ang="0">
                  <a:pos x="105" y="0"/>
                </a:cxn>
                <a:cxn ang="0">
                  <a:pos x="104" y="0"/>
                </a:cxn>
                <a:cxn ang="0">
                  <a:pos x="102" y="1"/>
                </a:cxn>
                <a:cxn ang="0">
                  <a:pos x="102" y="1"/>
                </a:cxn>
              </a:cxnLst>
              <a:rect l="0" t="0" r="r" b="b"/>
              <a:pathLst>
                <a:path w="110" h="322">
                  <a:moveTo>
                    <a:pt x="102" y="1"/>
                  </a:moveTo>
                  <a:lnTo>
                    <a:pt x="102" y="1"/>
                  </a:lnTo>
                  <a:lnTo>
                    <a:pt x="97" y="7"/>
                  </a:lnTo>
                  <a:lnTo>
                    <a:pt x="93" y="13"/>
                  </a:lnTo>
                  <a:lnTo>
                    <a:pt x="87" y="26"/>
                  </a:lnTo>
                  <a:lnTo>
                    <a:pt x="82" y="39"/>
                  </a:lnTo>
                  <a:lnTo>
                    <a:pt x="79" y="54"/>
                  </a:lnTo>
                  <a:lnTo>
                    <a:pt x="79" y="54"/>
                  </a:lnTo>
                  <a:lnTo>
                    <a:pt x="72" y="77"/>
                  </a:lnTo>
                  <a:lnTo>
                    <a:pt x="65" y="101"/>
                  </a:lnTo>
                  <a:lnTo>
                    <a:pt x="51" y="148"/>
                  </a:lnTo>
                  <a:lnTo>
                    <a:pt x="51" y="148"/>
                  </a:lnTo>
                  <a:lnTo>
                    <a:pt x="44" y="168"/>
                  </a:lnTo>
                  <a:lnTo>
                    <a:pt x="37" y="190"/>
                  </a:lnTo>
                  <a:lnTo>
                    <a:pt x="20" y="231"/>
                  </a:lnTo>
                  <a:lnTo>
                    <a:pt x="13" y="252"/>
                  </a:lnTo>
                  <a:lnTo>
                    <a:pt x="7" y="274"/>
                  </a:lnTo>
                  <a:lnTo>
                    <a:pt x="2" y="295"/>
                  </a:lnTo>
                  <a:lnTo>
                    <a:pt x="1" y="307"/>
                  </a:lnTo>
                  <a:lnTo>
                    <a:pt x="0" y="317"/>
                  </a:lnTo>
                  <a:lnTo>
                    <a:pt x="0" y="317"/>
                  </a:lnTo>
                  <a:lnTo>
                    <a:pt x="1" y="319"/>
                  </a:lnTo>
                  <a:lnTo>
                    <a:pt x="2" y="321"/>
                  </a:lnTo>
                  <a:lnTo>
                    <a:pt x="3" y="322"/>
                  </a:lnTo>
                  <a:lnTo>
                    <a:pt x="6" y="322"/>
                  </a:lnTo>
                  <a:lnTo>
                    <a:pt x="8" y="322"/>
                  </a:lnTo>
                  <a:lnTo>
                    <a:pt x="9" y="321"/>
                  </a:lnTo>
                  <a:lnTo>
                    <a:pt x="10" y="319"/>
                  </a:lnTo>
                  <a:lnTo>
                    <a:pt x="11" y="317"/>
                  </a:lnTo>
                  <a:lnTo>
                    <a:pt x="11" y="317"/>
                  </a:lnTo>
                  <a:lnTo>
                    <a:pt x="11" y="307"/>
                  </a:lnTo>
                  <a:lnTo>
                    <a:pt x="12" y="296"/>
                  </a:lnTo>
                  <a:lnTo>
                    <a:pt x="16" y="276"/>
                  </a:lnTo>
                  <a:lnTo>
                    <a:pt x="22" y="256"/>
                  </a:lnTo>
                  <a:lnTo>
                    <a:pt x="29" y="237"/>
                  </a:lnTo>
                  <a:lnTo>
                    <a:pt x="44" y="198"/>
                  </a:lnTo>
                  <a:lnTo>
                    <a:pt x="51" y="179"/>
                  </a:lnTo>
                  <a:lnTo>
                    <a:pt x="57" y="159"/>
                  </a:lnTo>
                  <a:lnTo>
                    <a:pt x="57" y="159"/>
                  </a:lnTo>
                  <a:lnTo>
                    <a:pt x="70" y="120"/>
                  </a:lnTo>
                  <a:lnTo>
                    <a:pt x="81" y="81"/>
                  </a:lnTo>
                  <a:lnTo>
                    <a:pt x="81" y="81"/>
                  </a:lnTo>
                  <a:lnTo>
                    <a:pt x="86" y="62"/>
                  </a:lnTo>
                  <a:lnTo>
                    <a:pt x="91" y="42"/>
                  </a:lnTo>
                  <a:lnTo>
                    <a:pt x="94" y="33"/>
                  </a:lnTo>
                  <a:lnTo>
                    <a:pt x="97" y="25"/>
                  </a:lnTo>
                  <a:lnTo>
                    <a:pt x="103" y="16"/>
                  </a:lnTo>
                  <a:lnTo>
                    <a:pt x="109" y="8"/>
                  </a:lnTo>
                  <a:lnTo>
                    <a:pt x="109" y="8"/>
                  </a:lnTo>
                  <a:lnTo>
                    <a:pt x="110" y="6"/>
                  </a:lnTo>
                  <a:lnTo>
                    <a:pt x="110" y="4"/>
                  </a:lnTo>
                  <a:lnTo>
                    <a:pt x="109" y="3"/>
                  </a:lnTo>
                  <a:lnTo>
                    <a:pt x="108" y="1"/>
                  </a:lnTo>
                  <a:lnTo>
                    <a:pt x="107" y="0"/>
                  </a:lnTo>
                  <a:lnTo>
                    <a:pt x="105" y="0"/>
                  </a:lnTo>
                  <a:lnTo>
                    <a:pt x="104" y="0"/>
                  </a:lnTo>
                  <a:lnTo>
                    <a:pt x="102" y="1"/>
                  </a:lnTo>
                  <a:lnTo>
                    <a:pt x="102" y="1"/>
                  </a:lnTo>
                  <a:close/>
                </a:path>
              </a:pathLst>
            </a:custGeom>
            <a:grpFill/>
            <a:ln>
              <a:solidFill>
                <a:schemeClr val="accent1">
                  <a:lumMod val="75000"/>
                  <a:alpha val="0"/>
                </a:schemeClr>
              </a:solidFill>
            </a:ln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293" name="Freeform 909"/>
            <p:cNvSpPr/>
            <p:nvPr>
              <p:custDataLst>
                <p:tags r:id="rId9"/>
              </p:custDataLst>
            </p:nvPr>
          </p:nvSpPr>
          <p:spPr bwMode="auto">
            <a:xfrm>
              <a:off x="3403600" y="1430338"/>
              <a:ext cx="41275" cy="182563"/>
            </a:xfrm>
            <a:custGeom>
              <a:avLst/>
              <a:gdLst/>
              <a:ahLst/>
              <a:cxnLst>
                <a:cxn ang="0">
                  <a:pos x="67" y="4"/>
                </a:cxn>
                <a:cxn ang="0">
                  <a:pos x="62" y="52"/>
                </a:cxn>
                <a:cxn ang="0">
                  <a:pos x="53" y="99"/>
                </a:cxn>
                <a:cxn ang="0">
                  <a:pos x="39" y="171"/>
                </a:cxn>
                <a:cxn ang="0">
                  <a:pos x="35" y="193"/>
                </a:cxn>
                <a:cxn ang="0">
                  <a:pos x="30" y="215"/>
                </a:cxn>
                <a:cxn ang="0">
                  <a:pos x="15" y="255"/>
                </a:cxn>
                <a:cxn ang="0">
                  <a:pos x="10" y="277"/>
                </a:cxn>
                <a:cxn ang="0">
                  <a:pos x="7" y="294"/>
                </a:cxn>
                <a:cxn ang="0">
                  <a:pos x="5" y="310"/>
                </a:cxn>
                <a:cxn ang="0">
                  <a:pos x="5" y="325"/>
                </a:cxn>
                <a:cxn ang="0">
                  <a:pos x="4" y="335"/>
                </a:cxn>
                <a:cxn ang="0">
                  <a:pos x="3" y="337"/>
                </a:cxn>
                <a:cxn ang="0">
                  <a:pos x="0" y="340"/>
                </a:cxn>
                <a:cxn ang="0">
                  <a:pos x="1" y="343"/>
                </a:cxn>
                <a:cxn ang="0">
                  <a:pos x="4" y="345"/>
                </a:cxn>
                <a:cxn ang="0">
                  <a:pos x="7" y="345"/>
                </a:cxn>
                <a:cxn ang="0">
                  <a:pos x="10" y="342"/>
                </a:cxn>
                <a:cxn ang="0">
                  <a:pos x="13" y="334"/>
                </a:cxn>
                <a:cxn ang="0">
                  <a:pos x="14" y="318"/>
                </a:cxn>
                <a:cxn ang="0">
                  <a:pos x="14" y="310"/>
                </a:cxn>
                <a:cxn ang="0">
                  <a:pos x="17" y="285"/>
                </a:cxn>
                <a:cxn ang="0">
                  <a:pos x="23" y="260"/>
                </a:cxn>
                <a:cxn ang="0">
                  <a:pos x="40" y="213"/>
                </a:cxn>
                <a:cxn ang="0">
                  <a:pos x="44" y="201"/>
                </a:cxn>
                <a:cxn ang="0">
                  <a:pos x="47" y="176"/>
                </a:cxn>
                <a:cxn ang="0">
                  <a:pos x="49" y="163"/>
                </a:cxn>
                <a:cxn ang="0">
                  <a:pos x="63" y="107"/>
                </a:cxn>
                <a:cxn ang="0">
                  <a:pos x="65" y="93"/>
                </a:cxn>
                <a:cxn ang="0">
                  <a:pos x="70" y="52"/>
                </a:cxn>
                <a:cxn ang="0">
                  <a:pos x="73" y="28"/>
                </a:cxn>
                <a:cxn ang="0">
                  <a:pos x="76" y="4"/>
                </a:cxn>
                <a:cxn ang="0">
                  <a:pos x="75" y="2"/>
                </a:cxn>
                <a:cxn ang="0">
                  <a:pos x="73" y="0"/>
                </a:cxn>
                <a:cxn ang="0">
                  <a:pos x="70" y="0"/>
                </a:cxn>
                <a:cxn ang="0">
                  <a:pos x="67" y="2"/>
                </a:cxn>
                <a:cxn ang="0">
                  <a:pos x="67" y="4"/>
                </a:cxn>
              </a:cxnLst>
              <a:rect l="0" t="0" r="r" b="b"/>
              <a:pathLst>
                <a:path w="76" h="346">
                  <a:moveTo>
                    <a:pt x="67" y="4"/>
                  </a:moveTo>
                  <a:lnTo>
                    <a:pt x="67" y="4"/>
                  </a:lnTo>
                  <a:lnTo>
                    <a:pt x="65" y="28"/>
                  </a:lnTo>
                  <a:lnTo>
                    <a:pt x="62" y="52"/>
                  </a:lnTo>
                  <a:lnTo>
                    <a:pt x="58" y="76"/>
                  </a:lnTo>
                  <a:lnTo>
                    <a:pt x="53" y="99"/>
                  </a:lnTo>
                  <a:lnTo>
                    <a:pt x="43" y="147"/>
                  </a:lnTo>
                  <a:lnTo>
                    <a:pt x="39" y="171"/>
                  </a:lnTo>
                  <a:lnTo>
                    <a:pt x="35" y="193"/>
                  </a:lnTo>
                  <a:lnTo>
                    <a:pt x="35" y="193"/>
                  </a:lnTo>
                  <a:lnTo>
                    <a:pt x="33" y="205"/>
                  </a:lnTo>
                  <a:lnTo>
                    <a:pt x="30" y="215"/>
                  </a:lnTo>
                  <a:lnTo>
                    <a:pt x="22" y="236"/>
                  </a:lnTo>
                  <a:lnTo>
                    <a:pt x="15" y="255"/>
                  </a:lnTo>
                  <a:lnTo>
                    <a:pt x="12" y="267"/>
                  </a:lnTo>
                  <a:lnTo>
                    <a:pt x="10" y="277"/>
                  </a:lnTo>
                  <a:lnTo>
                    <a:pt x="10" y="277"/>
                  </a:lnTo>
                  <a:lnTo>
                    <a:pt x="7" y="294"/>
                  </a:lnTo>
                  <a:lnTo>
                    <a:pt x="6" y="302"/>
                  </a:lnTo>
                  <a:lnTo>
                    <a:pt x="5" y="310"/>
                  </a:lnTo>
                  <a:lnTo>
                    <a:pt x="5" y="310"/>
                  </a:lnTo>
                  <a:lnTo>
                    <a:pt x="5" y="325"/>
                  </a:lnTo>
                  <a:lnTo>
                    <a:pt x="5" y="333"/>
                  </a:lnTo>
                  <a:lnTo>
                    <a:pt x="4" y="335"/>
                  </a:lnTo>
                  <a:lnTo>
                    <a:pt x="3" y="337"/>
                  </a:lnTo>
                  <a:lnTo>
                    <a:pt x="3" y="337"/>
                  </a:lnTo>
                  <a:lnTo>
                    <a:pt x="1" y="338"/>
                  </a:lnTo>
                  <a:lnTo>
                    <a:pt x="0" y="340"/>
                  </a:lnTo>
                  <a:lnTo>
                    <a:pt x="1" y="342"/>
                  </a:lnTo>
                  <a:lnTo>
                    <a:pt x="1" y="343"/>
                  </a:lnTo>
                  <a:lnTo>
                    <a:pt x="2" y="345"/>
                  </a:lnTo>
                  <a:lnTo>
                    <a:pt x="4" y="345"/>
                  </a:lnTo>
                  <a:lnTo>
                    <a:pt x="5" y="346"/>
                  </a:lnTo>
                  <a:lnTo>
                    <a:pt x="7" y="345"/>
                  </a:lnTo>
                  <a:lnTo>
                    <a:pt x="7" y="345"/>
                  </a:lnTo>
                  <a:lnTo>
                    <a:pt x="10" y="342"/>
                  </a:lnTo>
                  <a:lnTo>
                    <a:pt x="12" y="339"/>
                  </a:lnTo>
                  <a:lnTo>
                    <a:pt x="13" y="334"/>
                  </a:lnTo>
                  <a:lnTo>
                    <a:pt x="14" y="329"/>
                  </a:lnTo>
                  <a:lnTo>
                    <a:pt x="14" y="318"/>
                  </a:lnTo>
                  <a:lnTo>
                    <a:pt x="14" y="310"/>
                  </a:lnTo>
                  <a:lnTo>
                    <a:pt x="14" y="310"/>
                  </a:lnTo>
                  <a:lnTo>
                    <a:pt x="15" y="298"/>
                  </a:lnTo>
                  <a:lnTo>
                    <a:pt x="17" y="285"/>
                  </a:lnTo>
                  <a:lnTo>
                    <a:pt x="19" y="273"/>
                  </a:lnTo>
                  <a:lnTo>
                    <a:pt x="23" y="260"/>
                  </a:lnTo>
                  <a:lnTo>
                    <a:pt x="32" y="236"/>
                  </a:lnTo>
                  <a:lnTo>
                    <a:pt x="40" y="213"/>
                  </a:lnTo>
                  <a:lnTo>
                    <a:pt x="40" y="213"/>
                  </a:lnTo>
                  <a:lnTo>
                    <a:pt x="44" y="201"/>
                  </a:lnTo>
                  <a:lnTo>
                    <a:pt x="46" y="188"/>
                  </a:lnTo>
                  <a:lnTo>
                    <a:pt x="47" y="176"/>
                  </a:lnTo>
                  <a:lnTo>
                    <a:pt x="49" y="163"/>
                  </a:lnTo>
                  <a:lnTo>
                    <a:pt x="49" y="163"/>
                  </a:lnTo>
                  <a:lnTo>
                    <a:pt x="56" y="135"/>
                  </a:lnTo>
                  <a:lnTo>
                    <a:pt x="63" y="107"/>
                  </a:lnTo>
                  <a:lnTo>
                    <a:pt x="63" y="107"/>
                  </a:lnTo>
                  <a:lnTo>
                    <a:pt x="65" y="93"/>
                  </a:lnTo>
                  <a:lnTo>
                    <a:pt x="66" y="79"/>
                  </a:lnTo>
                  <a:lnTo>
                    <a:pt x="70" y="52"/>
                  </a:lnTo>
                  <a:lnTo>
                    <a:pt x="70" y="52"/>
                  </a:lnTo>
                  <a:lnTo>
                    <a:pt x="73" y="28"/>
                  </a:lnTo>
                  <a:lnTo>
                    <a:pt x="75" y="17"/>
                  </a:lnTo>
                  <a:lnTo>
                    <a:pt x="76" y="4"/>
                  </a:lnTo>
                  <a:lnTo>
                    <a:pt x="76" y="4"/>
                  </a:lnTo>
                  <a:lnTo>
                    <a:pt x="75" y="2"/>
                  </a:lnTo>
                  <a:lnTo>
                    <a:pt x="74" y="1"/>
                  </a:lnTo>
                  <a:lnTo>
                    <a:pt x="73" y="0"/>
                  </a:lnTo>
                  <a:lnTo>
                    <a:pt x="71" y="0"/>
                  </a:lnTo>
                  <a:lnTo>
                    <a:pt x="70" y="0"/>
                  </a:lnTo>
                  <a:lnTo>
                    <a:pt x="68" y="1"/>
                  </a:lnTo>
                  <a:lnTo>
                    <a:pt x="67" y="2"/>
                  </a:lnTo>
                  <a:lnTo>
                    <a:pt x="67" y="4"/>
                  </a:lnTo>
                  <a:lnTo>
                    <a:pt x="67" y="4"/>
                  </a:lnTo>
                  <a:close/>
                </a:path>
              </a:pathLst>
            </a:custGeom>
            <a:grpFill/>
            <a:ln>
              <a:solidFill>
                <a:schemeClr val="accent1">
                  <a:lumMod val="75000"/>
                  <a:alpha val="0"/>
                </a:schemeClr>
              </a:solidFill>
            </a:ln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294" name="Freeform 910"/>
            <p:cNvSpPr/>
            <p:nvPr>
              <p:custDataLst>
                <p:tags r:id="rId10"/>
              </p:custDataLst>
            </p:nvPr>
          </p:nvSpPr>
          <p:spPr bwMode="auto">
            <a:xfrm>
              <a:off x="3436938" y="1397000"/>
              <a:ext cx="47625" cy="252413"/>
            </a:xfrm>
            <a:custGeom>
              <a:avLst/>
              <a:gdLst/>
              <a:ahLst/>
              <a:cxnLst>
                <a:cxn ang="0">
                  <a:pos x="80" y="4"/>
                </a:cxn>
                <a:cxn ang="0">
                  <a:pos x="80" y="4"/>
                </a:cxn>
                <a:cxn ang="0">
                  <a:pos x="78" y="20"/>
                </a:cxn>
                <a:cxn ang="0">
                  <a:pos x="76" y="34"/>
                </a:cxn>
                <a:cxn ang="0">
                  <a:pos x="69" y="63"/>
                </a:cxn>
                <a:cxn ang="0">
                  <a:pos x="54" y="121"/>
                </a:cxn>
                <a:cxn ang="0">
                  <a:pos x="54" y="121"/>
                </a:cxn>
                <a:cxn ang="0">
                  <a:pos x="40" y="180"/>
                </a:cxn>
                <a:cxn ang="0">
                  <a:pos x="26" y="238"/>
                </a:cxn>
                <a:cxn ang="0">
                  <a:pos x="26" y="238"/>
                </a:cxn>
                <a:cxn ang="0">
                  <a:pos x="23" y="253"/>
                </a:cxn>
                <a:cxn ang="0">
                  <a:pos x="21" y="269"/>
                </a:cxn>
                <a:cxn ang="0">
                  <a:pos x="19" y="301"/>
                </a:cxn>
                <a:cxn ang="0">
                  <a:pos x="16" y="332"/>
                </a:cxn>
                <a:cxn ang="0">
                  <a:pos x="15" y="347"/>
                </a:cxn>
                <a:cxn ang="0">
                  <a:pos x="12" y="363"/>
                </a:cxn>
                <a:cxn ang="0">
                  <a:pos x="12" y="363"/>
                </a:cxn>
                <a:cxn ang="0">
                  <a:pos x="8" y="391"/>
                </a:cxn>
                <a:cxn ang="0">
                  <a:pos x="4" y="419"/>
                </a:cxn>
                <a:cxn ang="0">
                  <a:pos x="2" y="446"/>
                </a:cxn>
                <a:cxn ang="0">
                  <a:pos x="0" y="474"/>
                </a:cxn>
                <a:cxn ang="0">
                  <a:pos x="0" y="474"/>
                </a:cxn>
                <a:cxn ang="0">
                  <a:pos x="0" y="476"/>
                </a:cxn>
                <a:cxn ang="0">
                  <a:pos x="1" y="477"/>
                </a:cxn>
                <a:cxn ang="0">
                  <a:pos x="3" y="478"/>
                </a:cxn>
                <a:cxn ang="0">
                  <a:pos x="4" y="478"/>
                </a:cxn>
                <a:cxn ang="0">
                  <a:pos x="6" y="478"/>
                </a:cxn>
                <a:cxn ang="0">
                  <a:pos x="8" y="477"/>
                </a:cxn>
                <a:cxn ang="0">
                  <a:pos x="9" y="476"/>
                </a:cxn>
                <a:cxn ang="0">
                  <a:pos x="9" y="474"/>
                </a:cxn>
                <a:cxn ang="0">
                  <a:pos x="9" y="474"/>
                </a:cxn>
                <a:cxn ang="0">
                  <a:pos x="11" y="444"/>
                </a:cxn>
                <a:cxn ang="0">
                  <a:pos x="14" y="415"/>
                </a:cxn>
                <a:cxn ang="0">
                  <a:pos x="18" y="385"/>
                </a:cxn>
                <a:cxn ang="0">
                  <a:pos x="23" y="357"/>
                </a:cxn>
                <a:cxn ang="0">
                  <a:pos x="23" y="357"/>
                </a:cxn>
                <a:cxn ang="0">
                  <a:pos x="25" y="341"/>
                </a:cxn>
                <a:cxn ang="0">
                  <a:pos x="28" y="326"/>
                </a:cxn>
                <a:cxn ang="0">
                  <a:pos x="30" y="295"/>
                </a:cxn>
                <a:cxn ang="0">
                  <a:pos x="33" y="263"/>
                </a:cxn>
                <a:cxn ang="0">
                  <a:pos x="35" y="247"/>
                </a:cxn>
                <a:cxn ang="0">
                  <a:pos x="38" y="232"/>
                </a:cxn>
                <a:cxn ang="0">
                  <a:pos x="38" y="232"/>
                </a:cxn>
                <a:cxn ang="0">
                  <a:pos x="51" y="174"/>
                </a:cxn>
                <a:cxn ang="0">
                  <a:pos x="66" y="116"/>
                </a:cxn>
                <a:cxn ang="0">
                  <a:pos x="66" y="116"/>
                </a:cxn>
                <a:cxn ang="0">
                  <a:pos x="79" y="61"/>
                </a:cxn>
                <a:cxn ang="0">
                  <a:pos x="85" y="32"/>
                </a:cxn>
                <a:cxn ang="0">
                  <a:pos x="90" y="4"/>
                </a:cxn>
                <a:cxn ang="0">
                  <a:pos x="90" y="4"/>
                </a:cxn>
                <a:cxn ang="0">
                  <a:pos x="90" y="3"/>
                </a:cxn>
                <a:cxn ang="0">
                  <a:pos x="88" y="1"/>
                </a:cxn>
                <a:cxn ang="0">
                  <a:pos x="87" y="0"/>
                </a:cxn>
                <a:cxn ang="0">
                  <a:pos x="85" y="0"/>
                </a:cxn>
                <a:cxn ang="0">
                  <a:pos x="82" y="1"/>
                </a:cxn>
                <a:cxn ang="0">
                  <a:pos x="81" y="3"/>
                </a:cxn>
                <a:cxn ang="0">
                  <a:pos x="80" y="4"/>
                </a:cxn>
                <a:cxn ang="0">
                  <a:pos x="80" y="4"/>
                </a:cxn>
              </a:cxnLst>
              <a:rect l="0" t="0" r="r" b="b"/>
              <a:pathLst>
                <a:path w="90" h="478">
                  <a:moveTo>
                    <a:pt x="80" y="4"/>
                  </a:moveTo>
                  <a:lnTo>
                    <a:pt x="80" y="4"/>
                  </a:lnTo>
                  <a:lnTo>
                    <a:pt x="78" y="20"/>
                  </a:lnTo>
                  <a:lnTo>
                    <a:pt x="76" y="34"/>
                  </a:lnTo>
                  <a:lnTo>
                    <a:pt x="69" y="63"/>
                  </a:lnTo>
                  <a:lnTo>
                    <a:pt x="54" y="121"/>
                  </a:lnTo>
                  <a:lnTo>
                    <a:pt x="54" y="121"/>
                  </a:lnTo>
                  <a:lnTo>
                    <a:pt x="40" y="180"/>
                  </a:lnTo>
                  <a:lnTo>
                    <a:pt x="26" y="238"/>
                  </a:lnTo>
                  <a:lnTo>
                    <a:pt x="26" y="238"/>
                  </a:lnTo>
                  <a:lnTo>
                    <a:pt x="23" y="253"/>
                  </a:lnTo>
                  <a:lnTo>
                    <a:pt x="21" y="269"/>
                  </a:lnTo>
                  <a:lnTo>
                    <a:pt x="19" y="301"/>
                  </a:lnTo>
                  <a:lnTo>
                    <a:pt x="16" y="332"/>
                  </a:lnTo>
                  <a:lnTo>
                    <a:pt x="15" y="347"/>
                  </a:lnTo>
                  <a:lnTo>
                    <a:pt x="12" y="363"/>
                  </a:lnTo>
                  <a:lnTo>
                    <a:pt x="12" y="363"/>
                  </a:lnTo>
                  <a:lnTo>
                    <a:pt x="8" y="391"/>
                  </a:lnTo>
                  <a:lnTo>
                    <a:pt x="4" y="419"/>
                  </a:lnTo>
                  <a:lnTo>
                    <a:pt x="2" y="446"/>
                  </a:lnTo>
                  <a:lnTo>
                    <a:pt x="0" y="474"/>
                  </a:lnTo>
                  <a:lnTo>
                    <a:pt x="0" y="474"/>
                  </a:lnTo>
                  <a:lnTo>
                    <a:pt x="0" y="476"/>
                  </a:lnTo>
                  <a:lnTo>
                    <a:pt x="1" y="477"/>
                  </a:lnTo>
                  <a:lnTo>
                    <a:pt x="3" y="478"/>
                  </a:lnTo>
                  <a:lnTo>
                    <a:pt x="4" y="478"/>
                  </a:lnTo>
                  <a:lnTo>
                    <a:pt x="6" y="478"/>
                  </a:lnTo>
                  <a:lnTo>
                    <a:pt x="8" y="477"/>
                  </a:lnTo>
                  <a:lnTo>
                    <a:pt x="9" y="476"/>
                  </a:lnTo>
                  <a:lnTo>
                    <a:pt x="9" y="474"/>
                  </a:lnTo>
                  <a:lnTo>
                    <a:pt x="9" y="474"/>
                  </a:lnTo>
                  <a:lnTo>
                    <a:pt x="11" y="444"/>
                  </a:lnTo>
                  <a:lnTo>
                    <a:pt x="14" y="415"/>
                  </a:lnTo>
                  <a:lnTo>
                    <a:pt x="18" y="385"/>
                  </a:lnTo>
                  <a:lnTo>
                    <a:pt x="23" y="357"/>
                  </a:lnTo>
                  <a:lnTo>
                    <a:pt x="23" y="357"/>
                  </a:lnTo>
                  <a:lnTo>
                    <a:pt x="25" y="341"/>
                  </a:lnTo>
                  <a:lnTo>
                    <a:pt x="28" y="326"/>
                  </a:lnTo>
                  <a:lnTo>
                    <a:pt x="30" y="295"/>
                  </a:lnTo>
                  <a:lnTo>
                    <a:pt x="33" y="263"/>
                  </a:lnTo>
                  <a:lnTo>
                    <a:pt x="35" y="247"/>
                  </a:lnTo>
                  <a:lnTo>
                    <a:pt x="38" y="232"/>
                  </a:lnTo>
                  <a:lnTo>
                    <a:pt x="38" y="232"/>
                  </a:lnTo>
                  <a:lnTo>
                    <a:pt x="51" y="174"/>
                  </a:lnTo>
                  <a:lnTo>
                    <a:pt x="66" y="116"/>
                  </a:lnTo>
                  <a:lnTo>
                    <a:pt x="66" y="116"/>
                  </a:lnTo>
                  <a:lnTo>
                    <a:pt x="79" y="61"/>
                  </a:lnTo>
                  <a:lnTo>
                    <a:pt x="85" y="32"/>
                  </a:lnTo>
                  <a:lnTo>
                    <a:pt x="90" y="4"/>
                  </a:lnTo>
                  <a:lnTo>
                    <a:pt x="90" y="4"/>
                  </a:lnTo>
                  <a:lnTo>
                    <a:pt x="90" y="3"/>
                  </a:lnTo>
                  <a:lnTo>
                    <a:pt x="88" y="1"/>
                  </a:lnTo>
                  <a:lnTo>
                    <a:pt x="87" y="0"/>
                  </a:lnTo>
                  <a:lnTo>
                    <a:pt x="85" y="0"/>
                  </a:lnTo>
                  <a:lnTo>
                    <a:pt x="82" y="1"/>
                  </a:lnTo>
                  <a:lnTo>
                    <a:pt x="81" y="3"/>
                  </a:lnTo>
                  <a:lnTo>
                    <a:pt x="80" y="4"/>
                  </a:lnTo>
                  <a:lnTo>
                    <a:pt x="80" y="4"/>
                  </a:lnTo>
                  <a:close/>
                </a:path>
              </a:pathLst>
            </a:custGeom>
            <a:grpFill/>
            <a:ln>
              <a:solidFill>
                <a:schemeClr val="accent1">
                  <a:lumMod val="75000"/>
                  <a:alpha val="0"/>
                </a:schemeClr>
              </a:solidFill>
            </a:ln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295" name="Freeform 911"/>
            <p:cNvSpPr/>
            <p:nvPr>
              <p:custDataLst>
                <p:tags r:id="rId11"/>
              </p:custDataLst>
            </p:nvPr>
          </p:nvSpPr>
          <p:spPr bwMode="auto">
            <a:xfrm>
              <a:off x="3457575" y="1241425"/>
              <a:ext cx="104775" cy="455613"/>
            </a:xfrm>
            <a:custGeom>
              <a:avLst/>
              <a:gdLst/>
              <a:ahLst/>
              <a:cxnLst>
                <a:cxn ang="0">
                  <a:pos x="189" y="5"/>
                </a:cxn>
                <a:cxn ang="0">
                  <a:pos x="187" y="12"/>
                </a:cxn>
                <a:cxn ang="0">
                  <a:pos x="185" y="19"/>
                </a:cxn>
                <a:cxn ang="0">
                  <a:pos x="183" y="34"/>
                </a:cxn>
                <a:cxn ang="0">
                  <a:pos x="181" y="47"/>
                </a:cxn>
                <a:cxn ang="0">
                  <a:pos x="173" y="98"/>
                </a:cxn>
                <a:cxn ang="0">
                  <a:pos x="167" y="127"/>
                </a:cxn>
                <a:cxn ang="0">
                  <a:pos x="152" y="182"/>
                </a:cxn>
                <a:cxn ang="0">
                  <a:pos x="142" y="208"/>
                </a:cxn>
                <a:cxn ang="0">
                  <a:pos x="108" y="307"/>
                </a:cxn>
                <a:cxn ang="0">
                  <a:pos x="101" y="334"/>
                </a:cxn>
                <a:cxn ang="0">
                  <a:pos x="88" y="420"/>
                </a:cxn>
                <a:cxn ang="0">
                  <a:pos x="82" y="448"/>
                </a:cxn>
                <a:cxn ang="0">
                  <a:pos x="66" y="533"/>
                </a:cxn>
                <a:cxn ang="0">
                  <a:pos x="41" y="644"/>
                </a:cxn>
                <a:cxn ang="0">
                  <a:pos x="30" y="698"/>
                </a:cxn>
                <a:cxn ang="0">
                  <a:pos x="7" y="804"/>
                </a:cxn>
                <a:cxn ang="0">
                  <a:pos x="0" y="858"/>
                </a:cxn>
                <a:cxn ang="0">
                  <a:pos x="0" y="860"/>
                </a:cxn>
                <a:cxn ang="0">
                  <a:pos x="2" y="862"/>
                </a:cxn>
                <a:cxn ang="0">
                  <a:pos x="7" y="861"/>
                </a:cxn>
                <a:cxn ang="0">
                  <a:pos x="9" y="858"/>
                </a:cxn>
                <a:cxn ang="0">
                  <a:pos x="12" y="830"/>
                </a:cxn>
                <a:cxn ang="0">
                  <a:pos x="29" y="748"/>
                </a:cxn>
                <a:cxn ang="0">
                  <a:pos x="53" y="638"/>
                </a:cxn>
                <a:cxn ang="0">
                  <a:pos x="64" y="580"/>
                </a:cxn>
                <a:cxn ang="0">
                  <a:pos x="89" y="464"/>
                </a:cxn>
                <a:cxn ang="0">
                  <a:pos x="99" y="405"/>
                </a:cxn>
                <a:cxn ang="0">
                  <a:pos x="103" y="379"/>
                </a:cxn>
                <a:cxn ang="0">
                  <a:pos x="113" y="326"/>
                </a:cxn>
                <a:cxn ang="0">
                  <a:pos x="121" y="301"/>
                </a:cxn>
                <a:cxn ang="0">
                  <a:pos x="158" y="195"/>
                </a:cxn>
                <a:cxn ang="0">
                  <a:pos x="174" y="140"/>
                </a:cxn>
                <a:cxn ang="0">
                  <a:pos x="186" y="83"/>
                </a:cxn>
                <a:cxn ang="0">
                  <a:pos x="189" y="60"/>
                </a:cxn>
                <a:cxn ang="0">
                  <a:pos x="192" y="36"/>
                </a:cxn>
                <a:cxn ang="0">
                  <a:pos x="196" y="20"/>
                </a:cxn>
                <a:cxn ang="0">
                  <a:pos x="198" y="5"/>
                </a:cxn>
                <a:cxn ang="0">
                  <a:pos x="198" y="3"/>
                </a:cxn>
                <a:cxn ang="0">
                  <a:pos x="196" y="1"/>
                </a:cxn>
                <a:cxn ang="0">
                  <a:pos x="192" y="1"/>
                </a:cxn>
                <a:cxn ang="0">
                  <a:pos x="190" y="3"/>
                </a:cxn>
                <a:cxn ang="0">
                  <a:pos x="189" y="5"/>
                </a:cxn>
              </a:cxnLst>
              <a:rect l="0" t="0" r="r" b="b"/>
              <a:pathLst>
                <a:path w="198" h="862">
                  <a:moveTo>
                    <a:pt x="189" y="5"/>
                  </a:moveTo>
                  <a:lnTo>
                    <a:pt x="189" y="5"/>
                  </a:lnTo>
                  <a:lnTo>
                    <a:pt x="189" y="9"/>
                  </a:lnTo>
                  <a:lnTo>
                    <a:pt x="187" y="12"/>
                  </a:lnTo>
                  <a:lnTo>
                    <a:pt x="186" y="15"/>
                  </a:lnTo>
                  <a:lnTo>
                    <a:pt x="185" y="19"/>
                  </a:lnTo>
                  <a:lnTo>
                    <a:pt x="185" y="19"/>
                  </a:lnTo>
                  <a:lnTo>
                    <a:pt x="183" y="34"/>
                  </a:lnTo>
                  <a:lnTo>
                    <a:pt x="181" y="47"/>
                  </a:lnTo>
                  <a:lnTo>
                    <a:pt x="181" y="47"/>
                  </a:lnTo>
                  <a:lnTo>
                    <a:pt x="178" y="73"/>
                  </a:lnTo>
                  <a:lnTo>
                    <a:pt x="173" y="98"/>
                  </a:lnTo>
                  <a:lnTo>
                    <a:pt x="173" y="98"/>
                  </a:lnTo>
                  <a:lnTo>
                    <a:pt x="167" y="127"/>
                  </a:lnTo>
                  <a:lnTo>
                    <a:pt x="160" y="154"/>
                  </a:lnTo>
                  <a:lnTo>
                    <a:pt x="152" y="182"/>
                  </a:lnTo>
                  <a:lnTo>
                    <a:pt x="142" y="208"/>
                  </a:lnTo>
                  <a:lnTo>
                    <a:pt x="142" y="208"/>
                  </a:lnTo>
                  <a:lnTo>
                    <a:pt x="108" y="307"/>
                  </a:lnTo>
                  <a:lnTo>
                    <a:pt x="108" y="307"/>
                  </a:lnTo>
                  <a:lnTo>
                    <a:pt x="104" y="321"/>
                  </a:lnTo>
                  <a:lnTo>
                    <a:pt x="101" y="334"/>
                  </a:lnTo>
                  <a:lnTo>
                    <a:pt x="96" y="363"/>
                  </a:lnTo>
                  <a:lnTo>
                    <a:pt x="88" y="420"/>
                  </a:lnTo>
                  <a:lnTo>
                    <a:pt x="88" y="420"/>
                  </a:lnTo>
                  <a:lnTo>
                    <a:pt x="82" y="448"/>
                  </a:lnTo>
                  <a:lnTo>
                    <a:pt x="77" y="476"/>
                  </a:lnTo>
                  <a:lnTo>
                    <a:pt x="66" y="533"/>
                  </a:lnTo>
                  <a:lnTo>
                    <a:pt x="54" y="589"/>
                  </a:lnTo>
                  <a:lnTo>
                    <a:pt x="41" y="644"/>
                  </a:lnTo>
                  <a:lnTo>
                    <a:pt x="41" y="644"/>
                  </a:lnTo>
                  <a:lnTo>
                    <a:pt x="30" y="698"/>
                  </a:lnTo>
                  <a:lnTo>
                    <a:pt x="18" y="751"/>
                  </a:lnTo>
                  <a:lnTo>
                    <a:pt x="7" y="804"/>
                  </a:lnTo>
                  <a:lnTo>
                    <a:pt x="3" y="831"/>
                  </a:lnTo>
                  <a:lnTo>
                    <a:pt x="0" y="858"/>
                  </a:lnTo>
                  <a:lnTo>
                    <a:pt x="0" y="858"/>
                  </a:lnTo>
                  <a:lnTo>
                    <a:pt x="0" y="860"/>
                  </a:lnTo>
                  <a:lnTo>
                    <a:pt x="1" y="861"/>
                  </a:lnTo>
                  <a:lnTo>
                    <a:pt x="2" y="862"/>
                  </a:lnTo>
                  <a:lnTo>
                    <a:pt x="4" y="862"/>
                  </a:lnTo>
                  <a:lnTo>
                    <a:pt x="7" y="861"/>
                  </a:lnTo>
                  <a:lnTo>
                    <a:pt x="8" y="860"/>
                  </a:lnTo>
                  <a:lnTo>
                    <a:pt x="9" y="858"/>
                  </a:lnTo>
                  <a:lnTo>
                    <a:pt x="9" y="858"/>
                  </a:lnTo>
                  <a:lnTo>
                    <a:pt x="12" y="830"/>
                  </a:lnTo>
                  <a:lnTo>
                    <a:pt x="17" y="803"/>
                  </a:lnTo>
                  <a:lnTo>
                    <a:pt x="29" y="748"/>
                  </a:lnTo>
                  <a:lnTo>
                    <a:pt x="40" y="693"/>
                  </a:lnTo>
                  <a:lnTo>
                    <a:pt x="53" y="638"/>
                  </a:lnTo>
                  <a:lnTo>
                    <a:pt x="53" y="638"/>
                  </a:lnTo>
                  <a:lnTo>
                    <a:pt x="64" y="580"/>
                  </a:lnTo>
                  <a:lnTo>
                    <a:pt x="77" y="522"/>
                  </a:lnTo>
                  <a:lnTo>
                    <a:pt x="89" y="464"/>
                  </a:lnTo>
                  <a:lnTo>
                    <a:pt x="95" y="435"/>
                  </a:lnTo>
                  <a:lnTo>
                    <a:pt x="99" y="405"/>
                  </a:lnTo>
                  <a:lnTo>
                    <a:pt x="99" y="405"/>
                  </a:lnTo>
                  <a:lnTo>
                    <a:pt x="103" y="379"/>
                  </a:lnTo>
                  <a:lnTo>
                    <a:pt x="107" y="353"/>
                  </a:lnTo>
                  <a:lnTo>
                    <a:pt x="113" y="326"/>
                  </a:lnTo>
                  <a:lnTo>
                    <a:pt x="121" y="301"/>
                  </a:lnTo>
                  <a:lnTo>
                    <a:pt x="121" y="301"/>
                  </a:lnTo>
                  <a:lnTo>
                    <a:pt x="158" y="195"/>
                  </a:lnTo>
                  <a:lnTo>
                    <a:pt x="158" y="195"/>
                  </a:lnTo>
                  <a:lnTo>
                    <a:pt x="166" y="167"/>
                  </a:lnTo>
                  <a:lnTo>
                    <a:pt x="174" y="140"/>
                  </a:lnTo>
                  <a:lnTo>
                    <a:pt x="181" y="112"/>
                  </a:lnTo>
                  <a:lnTo>
                    <a:pt x="186" y="83"/>
                  </a:lnTo>
                  <a:lnTo>
                    <a:pt x="186" y="83"/>
                  </a:lnTo>
                  <a:lnTo>
                    <a:pt x="189" y="60"/>
                  </a:lnTo>
                  <a:lnTo>
                    <a:pt x="190" y="47"/>
                  </a:lnTo>
                  <a:lnTo>
                    <a:pt x="192" y="36"/>
                  </a:lnTo>
                  <a:lnTo>
                    <a:pt x="192" y="36"/>
                  </a:lnTo>
                  <a:lnTo>
                    <a:pt x="196" y="20"/>
                  </a:lnTo>
                  <a:lnTo>
                    <a:pt x="198" y="12"/>
                  </a:lnTo>
                  <a:lnTo>
                    <a:pt x="198" y="5"/>
                  </a:lnTo>
                  <a:lnTo>
                    <a:pt x="198" y="5"/>
                  </a:lnTo>
                  <a:lnTo>
                    <a:pt x="198" y="3"/>
                  </a:lnTo>
                  <a:lnTo>
                    <a:pt x="197" y="2"/>
                  </a:lnTo>
                  <a:lnTo>
                    <a:pt x="196" y="1"/>
                  </a:lnTo>
                  <a:lnTo>
                    <a:pt x="194" y="0"/>
                  </a:lnTo>
                  <a:lnTo>
                    <a:pt x="192" y="1"/>
                  </a:lnTo>
                  <a:lnTo>
                    <a:pt x="191" y="2"/>
                  </a:lnTo>
                  <a:lnTo>
                    <a:pt x="190" y="3"/>
                  </a:lnTo>
                  <a:lnTo>
                    <a:pt x="189" y="5"/>
                  </a:lnTo>
                  <a:lnTo>
                    <a:pt x="189" y="5"/>
                  </a:lnTo>
                  <a:close/>
                </a:path>
              </a:pathLst>
            </a:custGeom>
            <a:grpFill/>
            <a:ln>
              <a:solidFill>
                <a:schemeClr val="accent1">
                  <a:lumMod val="75000"/>
                  <a:alpha val="0"/>
                </a:schemeClr>
              </a:solidFill>
            </a:ln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296" name="Freeform 912"/>
            <p:cNvSpPr/>
            <p:nvPr>
              <p:custDataLst>
                <p:tags r:id="rId12"/>
              </p:custDataLst>
            </p:nvPr>
          </p:nvSpPr>
          <p:spPr bwMode="auto">
            <a:xfrm>
              <a:off x="3494088" y="1250950"/>
              <a:ext cx="98425" cy="452438"/>
            </a:xfrm>
            <a:custGeom>
              <a:avLst/>
              <a:gdLst/>
              <a:ahLst/>
              <a:cxnLst>
                <a:cxn ang="0">
                  <a:pos x="175" y="5"/>
                </a:cxn>
                <a:cxn ang="0">
                  <a:pos x="174" y="29"/>
                </a:cxn>
                <a:cxn ang="0">
                  <a:pos x="159" y="100"/>
                </a:cxn>
                <a:cxn ang="0">
                  <a:pos x="150" y="153"/>
                </a:cxn>
                <a:cxn ang="0">
                  <a:pos x="141" y="207"/>
                </a:cxn>
                <a:cxn ang="0">
                  <a:pos x="121" y="315"/>
                </a:cxn>
                <a:cxn ang="0">
                  <a:pos x="104" y="426"/>
                </a:cxn>
                <a:cxn ang="0">
                  <a:pos x="99" y="449"/>
                </a:cxn>
                <a:cxn ang="0">
                  <a:pos x="93" y="472"/>
                </a:cxn>
                <a:cxn ang="0">
                  <a:pos x="91" y="488"/>
                </a:cxn>
                <a:cxn ang="0">
                  <a:pos x="81" y="531"/>
                </a:cxn>
                <a:cxn ang="0">
                  <a:pos x="51" y="644"/>
                </a:cxn>
                <a:cxn ang="0">
                  <a:pos x="44" y="672"/>
                </a:cxn>
                <a:cxn ang="0">
                  <a:pos x="19" y="753"/>
                </a:cxn>
                <a:cxn ang="0">
                  <a:pos x="13" y="780"/>
                </a:cxn>
                <a:cxn ang="0">
                  <a:pos x="7" y="806"/>
                </a:cxn>
                <a:cxn ang="0">
                  <a:pos x="0" y="838"/>
                </a:cxn>
                <a:cxn ang="0">
                  <a:pos x="0" y="848"/>
                </a:cxn>
                <a:cxn ang="0">
                  <a:pos x="1" y="853"/>
                </a:cxn>
                <a:cxn ang="0">
                  <a:pos x="4" y="854"/>
                </a:cxn>
                <a:cxn ang="0">
                  <a:pos x="7" y="853"/>
                </a:cxn>
                <a:cxn ang="0">
                  <a:pos x="9" y="848"/>
                </a:cxn>
                <a:cxn ang="0">
                  <a:pos x="10" y="837"/>
                </a:cxn>
                <a:cxn ang="0">
                  <a:pos x="18" y="800"/>
                </a:cxn>
                <a:cxn ang="0">
                  <a:pos x="23" y="774"/>
                </a:cxn>
                <a:cxn ang="0">
                  <a:pos x="30" y="747"/>
                </a:cxn>
                <a:cxn ang="0">
                  <a:pos x="63" y="638"/>
                </a:cxn>
                <a:cxn ang="0">
                  <a:pos x="92" y="525"/>
                </a:cxn>
                <a:cxn ang="0">
                  <a:pos x="98" y="500"/>
                </a:cxn>
                <a:cxn ang="0">
                  <a:pos x="102" y="476"/>
                </a:cxn>
                <a:cxn ang="0">
                  <a:pos x="109" y="447"/>
                </a:cxn>
                <a:cxn ang="0">
                  <a:pos x="115" y="419"/>
                </a:cxn>
                <a:cxn ang="0">
                  <a:pos x="131" y="309"/>
                </a:cxn>
                <a:cxn ang="0">
                  <a:pos x="151" y="201"/>
                </a:cxn>
                <a:cxn ang="0">
                  <a:pos x="160" y="147"/>
                </a:cxn>
                <a:cxn ang="0">
                  <a:pos x="170" y="93"/>
                </a:cxn>
                <a:cxn ang="0">
                  <a:pos x="183" y="27"/>
                </a:cxn>
                <a:cxn ang="0">
                  <a:pos x="185" y="5"/>
                </a:cxn>
                <a:cxn ang="0">
                  <a:pos x="184" y="3"/>
                </a:cxn>
                <a:cxn ang="0">
                  <a:pos x="182" y="0"/>
                </a:cxn>
                <a:cxn ang="0">
                  <a:pos x="178" y="0"/>
                </a:cxn>
                <a:cxn ang="0">
                  <a:pos x="176" y="3"/>
                </a:cxn>
                <a:cxn ang="0">
                  <a:pos x="175" y="5"/>
                </a:cxn>
              </a:cxnLst>
              <a:rect l="0" t="0" r="r" b="b"/>
              <a:pathLst>
                <a:path w="185" h="854">
                  <a:moveTo>
                    <a:pt x="175" y="5"/>
                  </a:moveTo>
                  <a:lnTo>
                    <a:pt x="175" y="5"/>
                  </a:lnTo>
                  <a:lnTo>
                    <a:pt x="175" y="17"/>
                  </a:lnTo>
                  <a:lnTo>
                    <a:pt x="174" y="29"/>
                  </a:lnTo>
                  <a:lnTo>
                    <a:pt x="170" y="52"/>
                  </a:lnTo>
                  <a:lnTo>
                    <a:pt x="159" y="100"/>
                  </a:lnTo>
                  <a:lnTo>
                    <a:pt x="159" y="100"/>
                  </a:lnTo>
                  <a:lnTo>
                    <a:pt x="150" y="153"/>
                  </a:lnTo>
                  <a:lnTo>
                    <a:pt x="141" y="207"/>
                  </a:lnTo>
                  <a:lnTo>
                    <a:pt x="141" y="207"/>
                  </a:lnTo>
                  <a:lnTo>
                    <a:pt x="130" y="261"/>
                  </a:lnTo>
                  <a:lnTo>
                    <a:pt x="121" y="315"/>
                  </a:lnTo>
                  <a:lnTo>
                    <a:pt x="104" y="426"/>
                  </a:lnTo>
                  <a:lnTo>
                    <a:pt x="104" y="426"/>
                  </a:lnTo>
                  <a:lnTo>
                    <a:pt x="101" y="437"/>
                  </a:lnTo>
                  <a:lnTo>
                    <a:pt x="99" y="449"/>
                  </a:lnTo>
                  <a:lnTo>
                    <a:pt x="96" y="461"/>
                  </a:lnTo>
                  <a:lnTo>
                    <a:pt x="93" y="472"/>
                  </a:lnTo>
                  <a:lnTo>
                    <a:pt x="93" y="472"/>
                  </a:lnTo>
                  <a:lnTo>
                    <a:pt x="91" y="488"/>
                  </a:lnTo>
                  <a:lnTo>
                    <a:pt x="88" y="502"/>
                  </a:lnTo>
                  <a:lnTo>
                    <a:pt x="81" y="531"/>
                  </a:lnTo>
                  <a:lnTo>
                    <a:pt x="81" y="531"/>
                  </a:lnTo>
                  <a:lnTo>
                    <a:pt x="51" y="644"/>
                  </a:lnTo>
                  <a:lnTo>
                    <a:pt x="51" y="644"/>
                  </a:lnTo>
                  <a:lnTo>
                    <a:pt x="44" y="672"/>
                  </a:lnTo>
                  <a:lnTo>
                    <a:pt x="35" y="699"/>
                  </a:lnTo>
                  <a:lnTo>
                    <a:pt x="19" y="753"/>
                  </a:lnTo>
                  <a:lnTo>
                    <a:pt x="19" y="753"/>
                  </a:lnTo>
                  <a:lnTo>
                    <a:pt x="13" y="780"/>
                  </a:lnTo>
                  <a:lnTo>
                    <a:pt x="7" y="806"/>
                  </a:lnTo>
                  <a:lnTo>
                    <a:pt x="7" y="806"/>
                  </a:lnTo>
                  <a:lnTo>
                    <a:pt x="2" y="828"/>
                  </a:lnTo>
                  <a:lnTo>
                    <a:pt x="0" y="838"/>
                  </a:lnTo>
                  <a:lnTo>
                    <a:pt x="0" y="848"/>
                  </a:lnTo>
                  <a:lnTo>
                    <a:pt x="0" y="848"/>
                  </a:lnTo>
                  <a:lnTo>
                    <a:pt x="0" y="851"/>
                  </a:lnTo>
                  <a:lnTo>
                    <a:pt x="1" y="853"/>
                  </a:lnTo>
                  <a:lnTo>
                    <a:pt x="2" y="853"/>
                  </a:lnTo>
                  <a:lnTo>
                    <a:pt x="4" y="854"/>
                  </a:lnTo>
                  <a:lnTo>
                    <a:pt x="6" y="853"/>
                  </a:lnTo>
                  <a:lnTo>
                    <a:pt x="7" y="853"/>
                  </a:lnTo>
                  <a:lnTo>
                    <a:pt x="8" y="851"/>
                  </a:lnTo>
                  <a:lnTo>
                    <a:pt x="9" y="848"/>
                  </a:lnTo>
                  <a:lnTo>
                    <a:pt x="9" y="848"/>
                  </a:lnTo>
                  <a:lnTo>
                    <a:pt x="10" y="837"/>
                  </a:lnTo>
                  <a:lnTo>
                    <a:pt x="13" y="825"/>
                  </a:lnTo>
                  <a:lnTo>
                    <a:pt x="18" y="800"/>
                  </a:lnTo>
                  <a:lnTo>
                    <a:pt x="18" y="800"/>
                  </a:lnTo>
                  <a:lnTo>
                    <a:pt x="23" y="774"/>
                  </a:lnTo>
                  <a:lnTo>
                    <a:pt x="30" y="747"/>
                  </a:lnTo>
                  <a:lnTo>
                    <a:pt x="30" y="747"/>
                  </a:lnTo>
                  <a:lnTo>
                    <a:pt x="47" y="693"/>
                  </a:lnTo>
                  <a:lnTo>
                    <a:pt x="63" y="638"/>
                  </a:lnTo>
                  <a:lnTo>
                    <a:pt x="63" y="638"/>
                  </a:lnTo>
                  <a:lnTo>
                    <a:pt x="92" y="525"/>
                  </a:lnTo>
                  <a:lnTo>
                    <a:pt x="92" y="525"/>
                  </a:lnTo>
                  <a:lnTo>
                    <a:pt x="98" y="500"/>
                  </a:lnTo>
                  <a:lnTo>
                    <a:pt x="102" y="476"/>
                  </a:lnTo>
                  <a:lnTo>
                    <a:pt x="102" y="476"/>
                  </a:lnTo>
                  <a:lnTo>
                    <a:pt x="105" y="461"/>
                  </a:lnTo>
                  <a:lnTo>
                    <a:pt x="109" y="447"/>
                  </a:lnTo>
                  <a:lnTo>
                    <a:pt x="112" y="433"/>
                  </a:lnTo>
                  <a:lnTo>
                    <a:pt x="115" y="419"/>
                  </a:lnTo>
                  <a:lnTo>
                    <a:pt x="115" y="419"/>
                  </a:lnTo>
                  <a:lnTo>
                    <a:pt x="131" y="309"/>
                  </a:lnTo>
                  <a:lnTo>
                    <a:pt x="141" y="255"/>
                  </a:lnTo>
                  <a:lnTo>
                    <a:pt x="151" y="201"/>
                  </a:lnTo>
                  <a:lnTo>
                    <a:pt x="151" y="201"/>
                  </a:lnTo>
                  <a:lnTo>
                    <a:pt x="160" y="147"/>
                  </a:lnTo>
                  <a:lnTo>
                    <a:pt x="170" y="93"/>
                  </a:lnTo>
                  <a:lnTo>
                    <a:pt x="170" y="93"/>
                  </a:lnTo>
                  <a:lnTo>
                    <a:pt x="180" y="50"/>
                  </a:lnTo>
                  <a:lnTo>
                    <a:pt x="183" y="27"/>
                  </a:lnTo>
                  <a:lnTo>
                    <a:pt x="184" y="16"/>
                  </a:lnTo>
                  <a:lnTo>
                    <a:pt x="185" y="5"/>
                  </a:lnTo>
                  <a:lnTo>
                    <a:pt x="185" y="5"/>
                  </a:lnTo>
                  <a:lnTo>
                    <a:pt x="184" y="3"/>
                  </a:lnTo>
                  <a:lnTo>
                    <a:pt x="183" y="1"/>
                  </a:lnTo>
                  <a:lnTo>
                    <a:pt x="182" y="0"/>
                  </a:lnTo>
                  <a:lnTo>
                    <a:pt x="180" y="0"/>
                  </a:lnTo>
                  <a:lnTo>
                    <a:pt x="178" y="0"/>
                  </a:lnTo>
                  <a:lnTo>
                    <a:pt x="177" y="1"/>
                  </a:lnTo>
                  <a:lnTo>
                    <a:pt x="176" y="3"/>
                  </a:lnTo>
                  <a:lnTo>
                    <a:pt x="175" y="5"/>
                  </a:lnTo>
                  <a:lnTo>
                    <a:pt x="175" y="5"/>
                  </a:lnTo>
                  <a:close/>
                </a:path>
              </a:pathLst>
            </a:custGeom>
            <a:grpFill/>
            <a:ln>
              <a:solidFill>
                <a:schemeClr val="accent1">
                  <a:lumMod val="75000"/>
                  <a:alpha val="0"/>
                </a:schemeClr>
              </a:solidFill>
            </a:ln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297" name="Freeform 913"/>
            <p:cNvSpPr/>
            <p:nvPr>
              <p:custDataLst>
                <p:tags r:id="rId13"/>
              </p:custDataLst>
            </p:nvPr>
          </p:nvSpPr>
          <p:spPr bwMode="auto">
            <a:xfrm>
              <a:off x="3532188" y="1266825"/>
              <a:ext cx="103188" cy="504825"/>
            </a:xfrm>
            <a:custGeom>
              <a:avLst/>
              <a:gdLst/>
              <a:ahLst/>
              <a:cxnLst>
                <a:cxn ang="0">
                  <a:pos x="185" y="5"/>
                </a:cxn>
                <a:cxn ang="0">
                  <a:pos x="181" y="67"/>
                </a:cxn>
                <a:cxn ang="0">
                  <a:pos x="169" y="127"/>
                </a:cxn>
                <a:cxn ang="0">
                  <a:pos x="153" y="187"/>
                </a:cxn>
                <a:cxn ang="0">
                  <a:pos x="136" y="246"/>
                </a:cxn>
                <a:cxn ang="0">
                  <a:pos x="129" y="273"/>
                </a:cxn>
                <a:cxn ang="0">
                  <a:pos x="124" y="327"/>
                </a:cxn>
                <a:cxn ang="0">
                  <a:pos x="123" y="355"/>
                </a:cxn>
                <a:cxn ang="0">
                  <a:pos x="118" y="418"/>
                </a:cxn>
                <a:cxn ang="0">
                  <a:pos x="108" y="481"/>
                </a:cxn>
                <a:cxn ang="0">
                  <a:pos x="101" y="511"/>
                </a:cxn>
                <a:cxn ang="0">
                  <a:pos x="74" y="596"/>
                </a:cxn>
                <a:cxn ang="0">
                  <a:pos x="65" y="627"/>
                </a:cxn>
                <a:cxn ang="0">
                  <a:pos x="53" y="691"/>
                </a:cxn>
                <a:cxn ang="0">
                  <a:pos x="47" y="723"/>
                </a:cxn>
                <a:cxn ang="0">
                  <a:pos x="23" y="846"/>
                </a:cxn>
                <a:cxn ang="0">
                  <a:pos x="20" y="863"/>
                </a:cxn>
                <a:cxn ang="0">
                  <a:pos x="14" y="897"/>
                </a:cxn>
                <a:cxn ang="0">
                  <a:pos x="9" y="913"/>
                </a:cxn>
                <a:cxn ang="0">
                  <a:pos x="6" y="922"/>
                </a:cxn>
                <a:cxn ang="0">
                  <a:pos x="1" y="939"/>
                </a:cxn>
                <a:cxn ang="0">
                  <a:pos x="0" y="949"/>
                </a:cxn>
                <a:cxn ang="0">
                  <a:pos x="2" y="952"/>
                </a:cxn>
                <a:cxn ang="0">
                  <a:pos x="6" y="954"/>
                </a:cxn>
                <a:cxn ang="0">
                  <a:pos x="9" y="952"/>
                </a:cxn>
                <a:cxn ang="0">
                  <a:pos x="11" y="949"/>
                </a:cxn>
                <a:cxn ang="0">
                  <a:pos x="12" y="937"/>
                </a:cxn>
                <a:cxn ang="0">
                  <a:pos x="18" y="914"/>
                </a:cxn>
                <a:cxn ang="0">
                  <a:pos x="21" y="903"/>
                </a:cxn>
                <a:cxn ang="0">
                  <a:pos x="33" y="840"/>
                </a:cxn>
                <a:cxn ang="0">
                  <a:pos x="47" y="774"/>
                </a:cxn>
                <a:cxn ang="0">
                  <a:pos x="59" y="709"/>
                </a:cxn>
                <a:cxn ang="0">
                  <a:pos x="71" y="650"/>
                </a:cxn>
                <a:cxn ang="0">
                  <a:pos x="85" y="591"/>
                </a:cxn>
                <a:cxn ang="0">
                  <a:pos x="94" y="563"/>
                </a:cxn>
                <a:cxn ang="0">
                  <a:pos x="105" y="534"/>
                </a:cxn>
                <a:cxn ang="0">
                  <a:pos x="114" y="500"/>
                </a:cxn>
                <a:cxn ang="0">
                  <a:pos x="120" y="465"/>
                </a:cxn>
                <a:cxn ang="0">
                  <a:pos x="128" y="407"/>
                </a:cxn>
                <a:cxn ang="0">
                  <a:pos x="135" y="320"/>
                </a:cxn>
                <a:cxn ang="0">
                  <a:pos x="143" y="262"/>
                </a:cxn>
                <a:cxn ang="0">
                  <a:pos x="150" y="233"/>
                </a:cxn>
                <a:cxn ang="0">
                  <a:pos x="167" y="177"/>
                </a:cxn>
                <a:cxn ang="0">
                  <a:pos x="181" y="120"/>
                </a:cxn>
                <a:cxn ang="0">
                  <a:pos x="191" y="63"/>
                </a:cxn>
                <a:cxn ang="0">
                  <a:pos x="196" y="5"/>
                </a:cxn>
                <a:cxn ang="0">
                  <a:pos x="195" y="3"/>
                </a:cxn>
                <a:cxn ang="0">
                  <a:pos x="192" y="1"/>
                </a:cxn>
                <a:cxn ang="0">
                  <a:pos x="188" y="1"/>
                </a:cxn>
                <a:cxn ang="0">
                  <a:pos x="186" y="3"/>
                </a:cxn>
                <a:cxn ang="0">
                  <a:pos x="185" y="5"/>
                </a:cxn>
              </a:cxnLst>
              <a:rect l="0" t="0" r="r" b="b"/>
              <a:pathLst>
                <a:path w="196" h="954">
                  <a:moveTo>
                    <a:pt x="185" y="5"/>
                  </a:moveTo>
                  <a:lnTo>
                    <a:pt x="185" y="5"/>
                  </a:lnTo>
                  <a:lnTo>
                    <a:pt x="184" y="36"/>
                  </a:lnTo>
                  <a:lnTo>
                    <a:pt x="181" y="67"/>
                  </a:lnTo>
                  <a:lnTo>
                    <a:pt x="176" y="97"/>
                  </a:lnTo>
                  <a:lnTo>
                    <a:pt x="169" y="127"/>
                  </a:lnTo>
                  <a:lnTo>
                    <a:pt x="162" y="157"/>
                  </a:lnTo>
                  <a:lnTo>
                    <a:pt x="153" y="187"/>
                  </a:lnTo>
                  <a:lnTo>
                    <a:pt x="136" y="246"/>
                  </a:lnTo>
                  <a:lnTo>
                    <a:pt x="136" y="246"/>
                  </a:lnTo>
                  <a:lnTo>
                    <a:pt x="133" y="261"/>
                  </a:lnTo>
                  <a:lnTo>
                    <a:pt x="129" y="273"/>
                  </a:lnTo>
                  <a:lnTo>
                    <a:pt x="126" y="300"/>
                  </a:lnTo>
                  <a:lnTo>
                    <a:pt x="124" y="327"/>
                  </a:lnTo>
                  <a:lnTo>
                    <a:pt x="123" y="355"/>
                  </a:lnTo>
                  <a:lnTo>
                    <a:pt x="123" y="355"/>
                  </a:lnTo>
                  <a:lnTo>
                    <a:pt x="121" y="386"/>
                  </a:lnTo>
                  <a:lnTo>
                    <a:pt x="118" y="418"/>
                  </a:lnTo>
                  <a:lnTo>
                    <a:pt x="113" y="449"/>
                  </a:lnTo>
                  <a:lnTo>
                    <a:pt x="108" y="481"/>
                  </a:lnTo>
                  <a:lnTo>
                    <a:pt x="108" y="481"/>
                  </a:lnTo>
                  <a:lnTo>
                    <a:pt x="101" y="511"/>
                  </a:lnTo>
                  <a:lnTo>
                    <a:pt x="92" y="538"/>
                  </a:lnTo>
                  <a:lnTo>
                    <a:pt x="74" y="596"/>
                  </a:lnTo>
                  <a:lnTo>
                    <a:pt x="74" y="596"/>
                  </a:lnTo>
                  <a:lnTo>
                    <a:pt x="65" y="627"/>
                  </a:lnTo>
                  <a:lnTo>
                    <a:pt x="58" y="659"/>
                  </a:lnTo>
                  <a:lnTo>
                    <a:pt x="53" y="691"/>
                  </a:lnTo>
                  <a:lnTo>
                    <a:pt x="47" y="723"/>
                  </a:lnTo>
                  <a:lnTo>
                    <a:pt x="47" y="723"/>
                  </a:lnTo>
                  <a:lnTo>
                    <a:pt x="34" y="784"/>
                  </a:lnTo>
                  <a:lnTo>
                    <a:pt x="23" y="846"/>
                  </a:lnTo>
                  <a:lnTo>
                    <a:pt x="23" y="846"/>
                  </a:lnTo>
                  <a:lnTo>
                    <a:pt x="20" y="863"/>
                  </a:lnTo>
                  <a:lnTo>
                    <a:pt x="18" y="880"/>
                  </a:lnTo>
                  <a:lnTo>
                    <a:pt x="14" y="897"/>
                  </a:lnTo>
                  <a:lnTo>
                    <a:pt x="12" y="905"/>
                  </a:lnTo>
                  <a:lnTo>
                    <a:pt x="9" y="913"/>
                  </a:lnTo>
                  <a:lnTo>
                    <a:pt x="9" y="913"/>
                  </a:lnTo>
                  <a:lnTo>
                    <a:pt x="6" y="922"/>
                  </a:lnTo>
                  <a:lnTo>
                    <a:pt x="3" y="931"/>
                  </a:lnTo>
                  <a:lnTo>
                    <a:pt x="1" y="939"/>
                  </a:lnTo>
                  <a:lnTo>
                    <a:pt x="0" y="949"/>
                  </a:lnTo>
                  <a:lnTo>
                    <a:pt x="0" y="949"/>
                  </a:lnTo>
                  <a:lnTo>
                    <a:pt x="1" y="951"/>
                  </a:lnTo>
                  <a:lnTo>
                    <a:pt x="2" y="952"/>
                  </a:lnTo>
                  <a:lnTo>
                    <a:pt x="3" y="953"/>
                  </a:lnTo>
                  <a:lnTo>
                    <a:pt x="6" y="954"/>
                  </a:lnTo>
                  <a:lnTo>
                    <a:pt x="7" y="953"/>
                  </a:lnTo>
                  <a:lnTo>
                    <a:pt x="9" y="952"/>
                  </a:lnTo>
                  <a:lnTo>
                    <a:pt x="10" y="951"/>
                  </a:lnTo>
                  <a:lnTo>
                    <a:pt x="11" y="949"/>
                  </a:lnTo>
                  <a:lnTo>
                    <a:pt x="11" y="949"/>
                  </a:lnTo>
                  <a:lnTo>
                    <a:pt x="12" y="937"/>
                  </a:lnTo>
                  <a:lnTo>
                    <a:pt x="15" y="926"/>
                  </a:lnTo>
                  <a:lnTo>
                    <a:pt x="18" y="914"/>
                  </a:lnTo>
                  <a:lnTo>
                    <a:pt x="21" y="903"/>
                  </a:lnTo>
                  <a:lnTo>
                    <a:pt x="21" y="903"/>
                  </a:lnTo>
                  <a:lnTo>
                    <a:pt x="27" y="871"/>
                  </a:lnTo>
                  <a:lnTo>
                    <a:pt x="33" y="840"/>
                  </a:lnTo>
                  <a:lnTo>
                    <a:pt x="33" y="840"/>
                  </a:lnTo>
                  <a:lnTo>
                    <a:pt x="47" y="774"/>
                  </a:lnTo>
                  <a:lnTo>
                    <a:pt x="53" y="741"/>
                  </a:lnTo>
                  <a:lnTo>
                    <a:pt x="59" y="709"/>
                  </a:lnTo>
                  <a:lnTo>
                    <a:pt x="59" y="709"/>
                  </a:lnTo>
                  <a:lnTo>
                    <a:pt x="71" y="650"/>
                  </a:lnTo>
                  <a:lnTo>
                    <a:pt x="77" y="620"/>
                  </a:lnTo>
                  <a:lnTo>
                    <a:pt x="85" y="591"/>
                  </a:lnTo>
                  <a:lnTo>
                    <a:pt x="85" y="591"/>
                  </a:lnTo>
                  <a:lnTo>
                    <a:pt x="94" y="563"/>
                  </a:lnTo>
                  <a:lnTo>
                    <a:pt x="105" y="534"/>
                  </a:lnTo>
                  <a:lnTo>
                    <a:pt x="105" y="534"/>
                  </a:lnTo>
                  <a:lnTo>
                    <a:pt x="110" y="518"/>
                  </a:lnTo>
                  <a:lnTo>
                    <a:pt x="114" y="500"/>
                  </a:lnTo>
                  <a:lnTo>
                    <a:pt x="120" y="465"/>
                  </a:lnTo>
                  <a:lnTo>
                    <a:pt x="120" y="465"/>
                  </a:lnTo>
                  <a:lnTo>
                    <a:pt x="125" y="436"/>
                  </a:lnTo>
                  <a:lnTo>
                    <a:pt x="128" y="407"/>
                  </a:lnTo>
                  <a:lnTo>
                    <a:pt x="133" y="348"/>
                  </a:lnTo>
                  <a:lnTo>
                    <a:pt x="135" y="320"/>
                  </a:lnTo>
                  <a:lnTo>
                    <a:pt x="138" y="291"/>
                  </a:lnTo>
                  <a:lnTo>
                    <a:pt x="143" y="262"/>
                  </a:lnTo>
                  <a:lnTo>
                    <a:pt x="146" y="247"/>
                  </a:lnTo>
                  <a:lnTo>
                    <a:pt x="150" y="233"/>
                  </a:lnTo>
                  <a:lnTo>
                    <a:pt x="150" y="233"/>
                  </a:lnTo>
                  <a:lnTo>
                    <a:pt x="167" y="177"/>
                  </a:lnTo>
                  <a:lnTo>
                    <a:pt x="174" y="149"/>
                  </a:lnTo>
                  <a:lnTo>
                    <a:pt x="181" y="120"/>
                  </a:lnTo>
                  <a:lnTo>
                    <a:pt x="186" y="92"/>
                  </a:lnTo>
                  <a:lnTo>
                    <a:pt x="191" y="63"/>
                  </a:lnTo>
                  <a:lnTo>
                    <a:pt x="195" y="34"/>
                  </a:lnTo>
                  <a:lnTo>
                    <a:pt x="196" y="5"/>
                  </a:lnTo>
                  <a:lnTo>
                    <a:pt x="196" y="5"/>
                  </a:lnTo>
                  <a:lnTo>
                    <a:pt x="195" y="3"/>
                  </a:lnTo>
                  <a:lnTo>
                    <a:pt x="194" y="1"/>
                  </a:lnTo>
                  <a:lnTo>
                    <a:pt x="192" y="1"/>
                  </a:lnTo>
                  <a:lnTo>
                    <a:pt x="190" y="0"/>
                  </a:lnTo>
                  <a:lnTo>
                    <a:pt x="188" y="1"/>
                  </a:lnTo>
                  <a:lnTo>
                    <a:pt x="187" y="1"/>
                  </a:lnTo>
                  <a:lnTo>
                    <a:pt x="186" y="3"/>
                  </a:lnTo>
                  <a:lnTo>
                    <a:pt x="185" y="5"/>
                  </a:lnTo>
                  <a:lnTo>
                    <a:pt x="185" y="5"/>
                  </a:lnTo>
                  <a:close/>
                </a:path>
              </a:pathLst>
            </a:custGeom>
            <a:grpFill/>
            <a:ln>
              <a:solidFill>
                <a:schemeClr val="accent1">
                  <a:lumMod val="75000"/>
                  <a:alpha val="0"/>
                </a:schemeClr>
              </a:solidFill>
            </a:ln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298" name="Freeform 914"/>
            <p:cNvSpPr/>
            <p:nvPr>
              <p:custDataLst>
                <p:tags r:id="rId14"/>
              </p:custDataLst>
            </p:nvPr>
          </p:nvSpPr>
          <p:spPr bwMode="auto">
            <a:xfrm>
              <a:off x="3570288" y="1301750"/>
              <a:ext cx="96838" cy="488950"/>
            </a:xfrm>
            <a:custGeom>
              <a:avLst/>
              <a:gdLst/>
              <a:ahLst/>
              <a:cxnLst>
                <a:cxn ang="0">
                  <a:pos x="175" y="5"/>
                </a:cxn>
                <a:cxn ang="0">
                  <a:pos x="172" y="13"/>
                </a:cxn>
                <a:cxn ang="0">
                  <a:pos x="163" y="30"/>
                </a:cxn>
                <a:cxn ang="0">
                  <a:pos x="161" y="39"/>
                </a:cxn>
                <a:cxn ang="0">
                  <a:pos x="161" y="62"/>
                </a:cxn>
                <a:cxn ang="0">
                  <a:pos x="159" y="87"/>
                </a:cxn>
                <a:cxn ang="0">
                  <a:pos x="149" y="148"/>
                </a:cxn>
                <a:cxn ang="0">
                  <a:pos x="146" y="164"/>
                </a:cxn>
                <a:cxn ang="0">
                  <a:pos x="138" y="193"/>
                </a:cxn>
                <a:cxn ang="0">
                  <a:pos x="135" y="207"/>
                </a:cxn>
                <a:cxn ang="0">
                  <a:pos x="128" y="268"/>
                </a:cxn>
                <a:cxn ang="0">
                  <a:pos x="117" y="361"/>
                </a:cxn>
                <a:cxn ang="0">
                  <a:pos x="106" y="422"/>
                </a:cxn>
                <a:cxn ang="0">
                  <a:pos x="99" y="452"/>
                </a:cxn>
                <a:cxn ang="0">
                  <a:pos x="72" y="538"/>
                </a:cxn>
                <a:cxn ang="0">
                  <a:pos x="64" y="568"/>
                </a:cxn>
                <a:cxn ang="0">
                  <a:pos x="50" y="630"/>
                </a:cxn>
                <a:cxn ang="0">
                  <a:pos x="38" y="691"/>
                </a:cxn>
                <a:cxn ang="0">
                  <a:pos x="15" y="809"/>
                </a:cxn>
                <a:cxn ang="0">
                  <a:pos x="6" y="865"/>
                </a:cxn>
                <a:cxn ang="0">
                  <a:pos x="1" y="906"/>
                </a:cxn>
                <a:cxn ang="0">
                  <a:pos x="0" y="921"/>
                </a:cxn>
                <a:cxn ang="0">
                  <a:pos x="2" y="924"/>
                </a:cxn>
                <a:cxn ang="0">
                  <a:pos x="5" y="925"/>
                </a:cxn>
                <a:cxn ang="0">
                  <a:pos x="8" y="924"/>
                </a:cxn>
                <a:cxn ang="0">
                  <a:pos x="9" y="921"/>
                </a:cxn>
                <a:cxn ang="0">
                  <a:pos x="10" y="906"/>
                </a:cxn>
                <a:cxn ang="0">
                  <a:pos x="13" y="875"/>
                </a:cxn>
                <a:cxn ang="0">
                  <a:pos x="16" y="862"/>
                </a:cxn>
                <a:cxn ang="0">
                  <a:pos x="25" y="803"/>
                </a:cxn>
                <a:cxn ang="0">
                  <a:pos x="31" y="774"/>
                </a:cxn>
                <a:cxn ang="0">
                  <a:pos x="48" y="685"/>
                </a:cxn>
                <a:cxn ang="0">
                  <a:pos x="62" y="623"/>
                </a:cxn>
                <a:cxn ang="0">
                  <a:pos x="75" y="560"/>
                </a:cxn>
                <a:cxn ang="0">
                  <a:pos x="83" y="531"/>
                </a:cxn>
                <a:cxn ang="0">
                  <a:pos x="110" y="446"/>
                </a:cxn>
                <a:cxn ang="0">
                  <a:pos x="117" y="417"/>
                </a:cxn>
                <a:cxn ang="0">
                  <a:pos x="129" y="355"/>
                </a:cxn>
                <a:cxn ang="0">
                  <a:pos x="138" y="262"/>
                </a:cxn>
                <a:cxn ang="0">
                  <a:pos x="145" y="201"/>
                </a:cxn>
                <a:cxn ang="0">
                  <a:pos x="148" y="186"/>
                </a:cxn>
                <a:cxn ang="0">
                  <a:pos x="157" y="157"/>
                </a:cxn>
                <a:cxn ang="0">
                  <a:pos x="161" y="143"/>
                </a:cxn>
                <a:cxn ang="0">
                  <a:pos x="167" y="94"/>
                </a:cxn>
                <a:cxn ang="0">
                  <a:pos x="169" y="70"/>
                </a:cxn>
                <a:cxn ang="0">
                  <a:pos x="171" y="45"/>
                </a:cxn>
                <a:cxn ang="0">
                  <a:pos x="172" y="36"/>
                </a:cxn>
                <a:cxn ang="0">
                  <a:pos x="181" y="17"/>
                </a:cxn>
                <a:cxn ang="0">
                  <a:pos x="185" y="7"/>
                </a:cxn>
                <a:cxn ang="0">
                  <a:pos x="185" y="5"/>
                </a:cxn>
                <a:cxn ang="0">
                  <a:pos x="180" y="1"/>
                </a:cxn>
                <a:cxn ang="0">
                  <a:pos x="177" y="1"/>
                </a:cxn>
                <a:cxn ang="0">
                  <a:pos x="175" y="5"/>
                </a:cxn>
              </a:cxnLst>
              <a:rect l="0" t="0" r="r" b="b"/>
              <a:pathLst>
                <a:path w="185" h="925">
                  <a:moveTo>
                    <a:pt x="175" y="5"/>
                  </a:moveTo>
                  <a:lnTo>
                    <a:pt x="175" y="5"/>
                  </a:lnTo>
                  <a:lnTo>
                    <a:pt x="174" y="9"/>
                  </a:lnTo>
                  <a:lnTo>
                    <a:pt x="172" y="13"/>
                  </a:lnTo>
                  <a:lnTo>
                    <a:pt x="168" y="22"/>
                  </a:lnTo>
                  <a:lnTo>
                    <a:pt x="163" y="30"/>
                  </a:lnTo>
                  <a:lnTo>
                    <a:pt x="162" y="35"/>
                  </a:lnTo>
                  <a:lnTo>
                    <a:pt x="161" y="39"/>
                  </a:lnTo>
                  <a:lnTo>
                    <a:pt x="161" y="39"/>
                  </a:lnTo>
                  <a:lnTo>
                    <a:pt x="161" y="62"/>
                  </a:lnTo>
                  <a:lnTo>
                    <a:pt x="159" y="87"/>
                  </a:lnTo>
                  <a:lnTo>
                    <a:pt x="159" y="87"/>
                  </a:lnTo>
                  <a:lnTo>
                    <a:pt x="155" y="118"/>
                  </a:lnTo>
                  <a:lnTo>
                    <a:pt x="149" y="148"/>
                  </a:lnTo>
                  <a:lnTo>
                    <a:pt x="149" y="148"/>
                  </a:lnTo>
                  <a:lnTo>
                    <a:pt x="146" y="164"/>
                  </a:lnTo>
                  <a:lnTo>
                    <a:pt x="142" y="178"/>
                  </a:lnTo>
                  <a:lnTo>
                    <a:pt x="138" y="193"/>
                  </a:lnTo>
                  <a:lnTo>
                    <a:pt x="135" y="207"/>
                  </a:lnTo>
                  <a:lnTo>
                    <a:pt x="135" y="207"/>
                  </a:lnTo>
                  <a:lnTo>
                    <a:pt x="131" y="238"/>
                  </a:lnTo>
                  <a:lnTo>
                    <a:pt x="128" y="268"/>
                  </a:lnTo>
                  <a:lnTo>
                    <a:pt x="122" y="330"/>
                  </a:lnTo>
                  <a:lnTo>
                    <a:pt x="117" y="361"/>
                  </a:lnTo>
                  <a:lnTo>
                    <a:pt x="112" y="392"/>
                  </a:lnTo>
                  <a:lnTo>
                    <a:pt x="106" y="422"/>
                  </a:lnTo>
                  <a:lnTo>
                    <a:pt x="99" y="452"/>
                  </a:lnTo>
                  <a:lnTo>
                    <a:pt x="99" y="452"/>
                  </a:lnTo>
                  <a:lnTo>
                    <a:pt x="80" y="510"/>
                  </a:lnTo>
                  <a:lnTo>
                    <a:pt x="72" y="538"/>
                  </a:lnTo>
                  <a:lnTo>
                    <a:pt x="64" y="568"/>
                  </a:lnTo>
                  <a:lnTo>
                    <a:pt x="64" y="568"/>
                  </a:lnTo>
                  <a:lnTo>
                    <a:pt x="56" y="599"/>
                  </a:lnTo>
                  <a:lnTo>
                    <a:pt x="50" y="630"/>
                  </a:lnTo>
                  <a:lnTo>
                    <a:pt x="38" y="691"/>
                  </a:lnTo>
                  <a:lnTo>
                    <a:pt x="38" y="691"/>
                  </a:lnTo>
                  <a:lnTo>
                    <a:pt x="25" y="750"/>
                  </a:lnTo>
                  <a:lnTo>
                    <a:pt x="15" y="809"/>
                  </a:lnTo>
                  <a:lnTo>
                    <a:pt x="15" y="809"/>
                  </a:lnTo>
                  <a:lnTo>
                    <a:pt x="6" y="865"/>
                  </a:lnTo>
                  <a:lnTo>
                    <a:pt x="2" y="893"/>
                  </a:lnTo>
                  <a:lnTo>
                    <a:pt x="1" y="906"/>
                  </a:lnTo>
                  <a:lnTo>
                    <a:pt x="0" y="921"/>
                  </a:lnTo>
                  <a:lnTo>
                    <a:pt x="0" y="921"/>
                  </a:lnTo>
                  <a:lnTo>
                    <a:pt x="1" y="923"/>
                  </a:lnTo>
                  <a:lnTo>
                    <a:pt x="2" y="924"/>
                  </a:lnTo>
                  <a:lnTo>
                    <a:pt x="3" y="925"/>
                  </a:lnTo>
                  <a:lnTo>
                    <a:pt x="5" y="925"/>
                  </a:lnTo>
                  <a:lnTo>
                    <a:pt x="7" y="925"/>
                  </a:lnTo>
                  <a:lnTo>
                    <a:pt x="8" y="924"/>
                  </a:lnTo>
                  <a:lnTo>
                    <a:pt x="9" y="923"/>
                  </a:lnTo>
                  <a:lnTo>
                    <a:pt x="9" y="921"/>
                  </a:lnTo>
                  <a:lnTo>
                    <a:pt x="9" y="921"/>
                  </a:lnTo>
                  <a:lnTo>
                    <a:pt x="10" y="906"/>
                  </a:lnTo>
                  <a:lnTo>
                    <a:pt x="11" y="891"/>
                  </a:lnTo>
                  <a:lnTo>
                    <a:pt x="13" y="875"/>
                  </a:lnTo>
                  <a:lnTo>
                    <a:pt x="16" y="862"/>
                  </a:lnTo>
                  <a:lnTo>
                    <a:pt x="16" y="862"/>
                  </a:lnTo>
                  <a:lnTo>
                    <a:pt x="21" y="833"/>
                  </a:lnTo>
                  <a:lnTo>
                    <a:pt x="25" y="803"/>
                  </a:lnTo>
                  <a:lnTo>
                    <a:pt x="25" y="803"/>
                  </a:lnTo>
                  <a:lnTo>
                    <a:pt x="31" y="774"/>
                  </a:lnTo>
                  <a:lnTo>
                    <a:pt x="37" y="744"/>
                  </a:lnTo>
                  <a:lnTo>
                    <a:pt x="48" y="685"/>
                  </a:lnTo>
                  <a:lnTo>
                    <a:pt x="48" y="685"/>
                  </a:lnTo>
                  <a:lnTo>
                    <a:pt x="62" y="623"/>
                  </a:lnTo>
                  <a:lnTo>
                    <a:pt x="68" y="592"/>
                  </a:lnTo>
                  <a:lnTo>
                    <a:pt x="75" y="560"/>
                  </a:lnTo>
                  <a:lnTo>
                    <a:pt x="75" y="560"/>
                  </a:lnTo>
                  <a:lnTo>
                    <a:pt x="83" y="531"/>
                  </a:lnTo>
                  <a:lnTo>
                    <a:pt x="93" y="503"/>
                  </a:lnTo>
                  <a:lnTo>
                    <a:pt x="110" y="446"/>
                  </a:lnTo>
                  <a:lnTo>
                    <a:pt x="110" y="446"/>
                  </a:lnTo>
                  <a:lnTo>
                    <a:pt x="117" y="417"/>
                  </a:lnTo>
                  <a:lnTo>
                    <a:pt x="124" y="386"/>
                  </a:lnTo>
                  <a:lnTo>
                    <a:pt x="129" y="355"/>
                  </a:lnTo>
                  <a:lnTo>
                    <a:pt x="132" y="324"/>
                  </a:lnTo>
                  <a:lnTo>
                    <a:pt x="138" y="262"/>
                  </a:lnTo>
                  <a:lnTo>
                    <a:pt x="141" y="231"/>
                  </a:lnTo>
                  <a:lnTo>
                    <a:pt x="145" y="201"/>
                  </a:lnTo>
                  <a:lnTo>
                    <a:pt x="145" y="201"/>
                  </a:lnTo>
                  <a:lnTo>
                    <a:pt x="148" y="186"/>
                  </a:lnTo>
                  <a:lnTo>
                    <a:pt x="153" y="172"/>
                  </a:lnTo>
                  <a:lnTo>
                    <a:pt x="157" y="157"/>
                  </a:lnTo>
                  <a:lnTo>
                    <a:pt x="161" y="143"/>
                  </a:lnTo>
                  <a:lnTo>
                    <a:pt x="161" y="143"/>
                  </a:lnTo>
                  <a:lnTo>
                    <a:pt x="164" y="119"/>
                  </a:lnTo>
                  <a:lnTo>
                    <a:pt x="167" y="94"/>
                  </a:lnTo>
                  <a:lnTo>
                    <a:pt x="167" y="94"/>
                  </a:lnTo>
                  <a:lnTo>
                    <a:pt x="169" y="70"/>
                  </a:lnTo>
                  <a:lnTo>
                    <a:pt x="171" y="45"/>
                  </a:lnTo>
                  <a:lnTo>
                    <a:pt x="171" y="45"/>
                  </a:lnTo>
                  <a:lnTo>
                    <a:pt x="171" y="40"/>
                  </a:lnTo>
                  <a:lnTo>
                    <a:pt x="172" y="36"/>
                  </a:lnTo>
                  <a:lnTo>
                    <a:pt x="177" y="26"/>
                  </a:lnTo>
                  <a:lnTo>
                    <a:pt x="181" y="17"/>
                  </a:lnTo>
                  <a:lnTo>
                    <a:pt x="183" y="12"/>
                  </a:lnTo>
                  <a:lnTo>
                    <a:pt x="185" y="7"/>
                  </a:lnTo>
                  <a:lnTo>
                    <a:pt x="185" y="7"/>
                  </a:lnTo>
                  <a:lnTo>
                    <a:pt x="185" y="5"/>
                  </a:lnTo>
                  <a:lnTo>
                    <a:pt x="183" y="4"/>
                  </a:lnTo>
                  <a:lnTo>
                    <a:pt x="180" y="1"/>
                  </a:lnTo>
                  <a:lnTo>
                    <a:pt x="179" y="0"/>
                  </a:lnTo>
                  <a:lnTo>
                    <a:pt x="177" y="1"/>
                  </a:lnTo>
                  <a:lnTo>
                    <a:pt x="176" y="3"/>
                  </a:lnTo>
                  <a:lnTo>
                    <a:pt x="175" y="5"/>
                  </a:lnTo>
                  <a:lnTo>
                    <a:pt x="175" y="5"/>
                  </a:lnTo>
                  <a:close/>
                </a:path>
              </a:pathLst>
            </a:custGeom>
            <a:grpFill/>
            <a:ln>
              <a:solidFill>
                <a:schemeClr val="accent1">
                  <a:lumMod val="75000"/>
                  <a:alpha val="0"/>
                </a:schemeClr>
              </a:solidFill>
            </a:ln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299" name="Freeform 915"/>
            <p:cNvSpPr/>
            <p:nvPr>
              <p:custDataLst>
                <p:tags r:id="rId15"/>
              </p:custDataLst>
            </p:nvPr>
          </p:nvSpPr>
          <p:spPr bwMode="auto">
            <a:xfrm>
              <a:off x="3605213" y="1336675"/>
              <a:ext cx="98425" cy="500063"/>
            </a:xfrm>
            <a:custGeom>
              <a:avLst/>
              <a:gdLst/>
              <a:ahLst/>
              <a:cxnLst>
                <a:cxn ang="0">
                  <a:pos x="174" y="4"/>
                </a:cxn>
                <a:cxn ang="0">
                  <a:pos x="173" y="62"/>
                </a:cxn>
                <a:cxn ang="0">
                  <a:pos x="167" y="119"/>
                </a:cxn>
                <a:cxn ang="0">
                  <a:pos x="157" y="179"/>
                </a:cxn>
                <a:cxn ang="0">
                  <a:pos x="147" y="239"/>
                </a:cxn>
                <a:cxn ang="0">
                  <a:pos x="136" y="302"/>
                </a:cxn>
                <a:cxn ang="0">
                  <a:pos x="126" y="365"/>
                </a:cxn>
                <a:cxn ang="0">
                  <a:pos x="118" y="428"/>
                </a:cxn>
                <a:cxn ang="0">
                  <a:pos x="107" y="490"/>
                </a:cxn>
                <a:cxn ang="0">
                  <a:pos x="101" y="519"/>
                </a:cxn>
                <a:cxn ang="0">
                  <a:pos x="78" y="605"/>
                </a:cxn>
                <a:cxn ang="0">
                  <a:pos x="47" y="719"/>
                </a:cxn>
                <a:cxn ang="0">
                  <a:pos x="41" y="747"/>
                </a:cxn>
                <a:cxn ang="0">
                  <a:pos x="32" y="806"/>
                </a:cxn>
                <a:cxn ang="0">
                  <a:pos x="27" y="835"/>
                </a:cxn>
                <a:cxn ang="0">
                  <a:pos x="20" y="859"/>
                </a:cxn>
                <a:cxn ang="0">
                  <a:pos x="5" y="907"/>
                </a:cxn>
                <a:cxn ang="0">
                  <a:pos x="0" y="931"/>
                </a:cxn>
                <a:cxn ang="0">
                  <a:pos x="0" y="933"/>
                </a:cxn>
                <a:cxn ang="0">
                  <a:pos x="0" y="939"/>
                </a:cxn>
                <a:cxn ang="0">
                  <a:pos x="1" y="942"/>
                </a:cxn>
                <a:cxn ang="0">
                  <a:pos x="4" y="943"/>
                </a:cxn>
                <a:cxn ang="0">
                  <a:pos x="7" y="942"/>
                </a:cxn>
                <a:cxn ang="0">
                  <a:pos x="9" y="939"/>
                </a:cxn>
                <a:cxn ang="0">
                  <a:pos x="10" y="924"/>
                </a:cxn>
                <a:cxn ang="0">
                  <a:pos x="16" y="897"/>
                </a:cxn>
                <a:cxn ang="0">
                  <a:pos x="30" y="857"/>
                </a:cxn>
                <a:cxn ang="0">
                  <a:pos x="37" y="829"/>
                </a:cxn>
                <a:cxn ang="0">
                  <a:pos x="42" y="800"/>
                </a:cxn>
                <a:cxn ang="0">
                  <a:pos x="52" y="741"/>
                </a:cxn>
                <a:cxn ang="0">
                  <a:pos x="58" y="712"/>
                </a:cxn>
                <a:cxn ang="0">
                  <a:pos x="90" y="595"/>
                </a:cxn>
                <a:cxn ang="0">
                  <a:pos x="113" y="506"/>
                </a:cxn>
                <a:cxn ang="0">
                  <a:pos x="120" y="476"/>
                </a:cxn>
                <a:cxn ang="0">
                  <a:pos x="129" y="417"/>
                </a:cxn>
                <a:cxn ang="0">
                  <a:pos x="136" y="359"/>
                </a:cxn>
                <a:cxn ang="0">
                  <a:pos x="146" y="296"/>
                </a:cxn>
                <a:cxn ang="0">
                  <a:pos x="158" y="233"/>
                </a:cxn>
                <a:cxn ang="0">
                  <a:pos x="168" y="173"/>
                </a:cxn>
                <a:cxn ang="0">
                  <a:pos x="178" y="113"/>
                </a:cxn>
                <a:cxn ang="0">
                  <a:pos x="184" y="58"/>
                </a:cxn>
                <a:cxn ang="0">
                  <a:pos x="185" y="4"/>
                </a:cxn>
                <a:cxn ang="0">
                  <a:pos x="184" y="2"/>
                </a:cxn>
                <a:cxn ang="0">
                  <a:pos x="182" y="0"/>
                </a:cxn>
                <a:cxn ang="0">
                  <a:pos x="177" y="0"/>
                </a:cxn>
                <a:cxn ang="0">
                  <a:pos x="175" y="2"/>
                </a:cxn>
                <a:cxn ang="0">
                  <a:pos x="174" y="4"/>
                </a:cxn>
              </a:cxnLst>
              <a:rect l="0" t="0" r="r" b="b"/>
              <a:pathLst>
                <a:path w="185" h="943">
                  <a:moveTo>
                    <a:pt x="174" y="4"/>
                  </a:moveTo>
                  <a:lnTo>
                    <a:pt x="174" y="4"/>
                  </a:lnTo>
                  <a:lnTo>
                    <a:pt x="174" y="33"/>
                  </a:lnTo>
                  <a:lnTo>
                    <a:pt x="173" y="62"/>
                  </a:lnTo>
                  <a:lnTo>
                    <a:pt x="171" y="90"/>
                  </a:lnTo>
                  <a:lnTo>
                    <a:pt x="167" y="119"/>
                  </a:lnTo>
                  <a:lnTo>
                    <a:pt x="167" y="119"/>
                  </a:lnTo>
                  <a:lnTo>
                    <a:pt x="157" y="179"/>
                  </a:lnTo>
                  <a:lnTo>
                    <a:pt x="147" y="239"/>
                  </a:lnTo>
                  <a:lnTo>
                    <a:pt x="147" y="239"/>
                  </a:lnTo>
                  <a:lnTo>
                    <a:pt x="142" y="271"/>
                  </a:lnTo>
                  <a:lnTo>
                    <a:pt x="136" y="302"/>
                  </a:lnTo>
                  <a:lnTo>
                    <a:pt x="131" y="334"/>
                  </a:lnTo>
                  <a:lnTo>
                    <a:pt x="126" y="365"/>
                  </a:lnTo>
                  <a:lnTo>
                    <a:pt x="126" y="365"/>
                  </a:lnTo>
                  <a:lnTo>
                    <a:pt x="118" y="428"/>
                  </a:lnTo>
                  <a:lnTo>
                    <a:pt x="112" y="459"/>
                  </a:lnTo>
                  <a:lnTo>
                    <a:pt x="107" y="490"/>
                  </a:lnTo>
                  <a:lnTo>
                    <a:pt x="107" y="490"/>
                  </a:lnTo>
                  <a:lnTo>
                    <a:pt x="101" y="519"/>
                  </a:lnTo>
                  <a:lnTo>
                    <a:pt x="94" y="547"/>
                  </a:lnTo>
                  <a:lnTo>
                    <a:pt x="78" y="605"/>
                  </a:lnTo>
                  <a:lnTo>
                    <a:pt x="62" y="662"/>
                  </a:lnTo>
                  <a:lnTo>
                    <a:pt x="47" y="719"/>
                  </a:lnTo>
                  <a:lnTo>
                    <a:pt x="47" y="719"/>
                  </a:lnTo>
                  <a:lnTo>
                    <a:pt x="41" y="747"/>
                  </a:lnTo>
                  <a:lnTo>
                    <a:pt x="36" y="776"/>
                  </a:lnTo>
                  <a:lnTo>
                    <a:pt x="32" y="806"/>
                  </a:lnTo>
                  <a:lnTo>
                    <a:pt x="27" y="835"/>
                  </a:lnTo>
                  <a:lnTo>
                    <a:pt x="27" y="835"/>
                  </a:lnTo>
                  <a:lnTo>
                    <a:pt x="24" y="848"/>
                  </a:lnTo>
                  <a:lnTo>
                    <a:pt x="20" y="859"/>
                  </a:lnTo>
                  <a:lnTo>
                    <a:pt x="12" y="883"/>
                  </a:lnTo>
                  <a:lnTo>
                    <a:pt x="5" y="907"/>
                  </a:lnTo>
                  <a:lnTo>
                    <a:pt x="2" y="919"/>
                  </a:lnTo>
                  <a:lnTo>
                    <a:pt x="0" y="931"/>
                  </a:lnTo>
                  <a:lnTo>
                    <a:pt x="0" y="931"/>
                  </a:lnTo>
                  <a:lnTo>
                    <a:pt x="0" y="933"/>
                  </a:lnTo>
                  <a:lnTo>
                    <a:pt x="0" y="939"/>
                  </a:lnTo>
                  <a:lnTo>
                    <a:pt x="0" y="939"/>
                  </a:lnTo>
                  <a:lnTo>
                    <a:pt x="0" y="940"/>
                  </a:lnTo>
                  <a:lnTo>
                    <a:pt x="1" y="942"/>
                  </a:lnTo>
                  <a:lnTo>
                    <a:pt x="2" y="943"/>
                  </a:lnTo>
                  <a:lnTo>
                    <a:pt x="4" y="943"/>
                  </a:lnTo>
                  <a:lnTo>
                    <a:pt x="6" y="943"/>
                  </a:lnTo>
                  <a:lnTo>
                    <a:pt x="7" y="942"/>
                  </a:lnTo>
                  <a:lnTo>
                    <a:pt x="8" y="940"/>
                  </a:lnTo>
                  <a:lnTo>
                    <a:pt x="9" y="939"/>
                  </a:lnTo>
                  <a:lnTo>
                    <a:pt x="9" y="939"/>
                  </a:lnTo>
                  <a:lnTo>
                    <a:pt x="10" y="924"/>
                  </a:lnTo>
                  <a:lnTo>
                    <a:pt x="13" y="911"/>
                  </a:lnTo>
                  <a:lnTo>
                    <a:pt x="16" y="897"/>
                  </a:lnTo>
                  <a:lnTo>
                    <a:pt x="21" y="884"/>
                  </a:lnTo>
                  <a:lnTo>
                    <a:pt x="30" y="857"/>
                  </a:lnTo>
                  <a:lnTo>
                    <a:pt x="34" y="843"/>
                  </a:lnTo>
                  <a:lnTo>
                    <a:pt x="37" y="829"/>
                  </a:lnTo>
                  <a:lnTo>
                    <a:pt x="37" y="829"/>
                  </a:lnTo>
                  <a:lnTo>
                    <a:pt x="42" y="800"/>
                  </a:lnTo>
                  <a:lnTo>
                    <a:pt x="47" y="771"/>
                  </a:lnTo>
                  <a:lnTo>
                    <a:pt x="52" y="741"/>
                  </a:lnTo>
                  <a:lnTo>
                    <a:pt x="58" y="712"/>
                  </a:lnTo>
                  <a:lnTo>
                    <a:pt x="58" y="712"/>
                  </a:lnTo>
                  <a:lnTo>
                    <a:pt x="73" y="653"/>
                  </a:lnTo>
                  <a:lnTo>
                    <a:pt x="90" y="595"/>
                  </a:lnTo>
                  <a:lnTo>
                    <a:pt x="106" y="535"/>
                  </a:lnTo>
                  <a:lnTo>
                    <a:pt x="113" y="506"/>
                  </a:lnTo>
                  <a:lnTo>
                    <a:pt x="120" y="476"/>
                  </a:lnTo>
                  <a:lnTo>
                    <a:pt x="120" y="476"/>
                  </a:lnTo>
                  <a:lnTo>
                    <a:pt x="125" y="447"/>
                  </a:lnTo>
                  <a:lnTo>
                    <a:pt x="129" y="417"/>
                  </a:lnTo>
                  <a:lnTo>
                    <a:pt x="136" y="359"/>
                  </a:lnTo>
                  <a:lnTo>
                    <a:pt x="136" y="359"/>
                  </a:lnTo>
                  <a:lnTo>
                    <a:pt x="141" y="327"/>
                  </a:lnTo>
                  <a:lnTo>
                    <a:pt x="146" y="296"/>
                  </a:lnTo>
                  <a:lnTo>
                    <a:pt x="153" y="264"/>
                  </a:lnTo>
                  <a:lnTo>
                    <a:pt x="158" y="233"/>
                  </a:lnTo>
                  <a:lnTo>
                    <a:pt x="158" y="233"/>
                  </a:lnTo>
                  <a:lnTo>
                    <a:pt x="168" y="173"/>
                  </a:lnTo>
                  <a:lnTo>
                    <a:pt x="178" y="113"/>
                  </a:lnTo>
                  <a:lnTo>
                    <a:pt x="178" y="113"/>
                  </a:lnTo>
                  <a:lnTo>
                    <a:pt x="182" y="86"/>
                  </a:lnTo>
                  <a:lnTo>
                    <a:pt x="184" y="58"/>
                  </a:lnTo>
                  <a:lnTo>
                    <a:pt x="184" y="32"/>
                  </a:lnTo>
                  <a:lnTo>
                    <a:pt x="185" y="4"/>
                  </a:lnTo>
                  <a:lnTo>
                    <a:pt x="185" y="4"/>
                  </a:lnTo>
                  <a:lnTo>
                    <a:pt x="184" y="2"/>
                  </a:lnTo>
                  <a:lnTo>
                    <a:pt x="183" y="1"/>
                  </a:lnTo>
                  <a:lnTo>
                    <a:pt x="182" y="0"/>
                  </a:lnTo>
                  <a:lnTo>
                    <a:pt x="180" y="0"/>
                  </a:lnTo>
                  <a:lnTo>
                    <a:pt x="177" y="0"/>
                  </a:lnTo>
                  <a:lnTo>
                    <a:pt x="176" y="1"/>
                  </a:lnTo>
                  <a:lnTo>
                    <a:pt x="175" y="2"/>
                  </a:lnTo>
                  <a:lnTo>
                    <a:pt x="174" y="4"/>
                  </a:lnTo>
                  <a:lnTo>
                    <a:pt x="174" y="4"/>
                  </a:lnTo>
                  <a:close/>
                </a:path>
              </a:pathLst>
            </a:custGeom>
            <a:grpFill/>
            <a:ln>
              <a:solidFill>
                <a:schemeClr val="accent1">
                  <a:lumMod val="75000"/>
                  <a:alpha val="0"/>
                </a:schemeClr>
              </a:solidFill>
            </a:ln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300" name="Freeform 916"/>
            <p:cNvSpPr/>
            <p:nvPr>
              <p:custDataLst>
                <p:tags r:id="rId16"/>
              </p:custDataLst>
            </p:nvPr>
          </p:nvSpPr>
          <p:spPr bwMode="auto">
            <a:xfrm>
              <a:off x="3649663" y="1366838"/>
              <a:ext cx="90488" cy="492125"/>
            </a:xfrm>
            <a:custGeom>
              <a:avLst/>
              <a:gdLst/>
              <a:ahLst/>
              <a:cxnLst>
                <a:cxn ang="0">
                  <a:pos x="162" y="5"/>
                </a:cxn>
                <a:cxn ang="0">
                  <a:pos x="161" y="67"/>
                </a:cxn>
                <a:cxn ang="0">
                  <a:pos x="155" y="128"/>
                </a:cxn>
                <a:cxn ang="0">
                  <a:pos x="151" y="156"/>
                </a:cxn>
                <a:cxn ang="0">
                  <a:pos x="141" y="214"/>
                </a:cxn>
                <a:cxn ang="0">
                  <a:pos x="137" y="243"/>
                </a:cxn>
                <a:cxn ang="0">
                  <a:pos x="123" y="335"/>
                </a:cxn>
                <a:cxn ang="0">
                  <a:pos x="111" y="397"/>
                </a:cxn>
                <a:cxn ang="0">
                  <a:pos x="97" y="457"/>
                </a:cxn>
                <a:cxn ang="0">
                  <a:pos x="87" y="487"/>
                </a:cxn>
                <a:cxn ang="0">
                  <a:pos x="69" y="543"/>
                </a:cxn>
                <a:cxn ang="0">
                  <a:pos x="51" y="599"/>
                </a:cxn>
                <a:cxn ang="0">
                  <a:pos x="48" y="614"/>
                </a:cxn>
                <a:cxn ang="0">
                  <a:pos x="44" y="658"/>
                </a:cxn>
                <a:cxn ang="0">
                  <a:pos x="40" y="702"/>
                </a:cxn>
                <a:cxn ang="0">
                  <a:pos x="38" y="717"/>
                </a:cxn>
                <a:cxn ang="0">
                  <a:pos x="23" y="796"/>
                </a:cxn>
                <a:cxn ang="0">
                  <a:pos x="17" y="822"/>
                </a:cxn>
                <a:cxn ang="0">
                  <a:pos x="12" y="846"/>
                </a:cxn>
                <a:cxn ang="0">
                  <a:pos x="6" y="898"/>
                </a:cxn>
                <a:cxn ang="0">
                  <a:pos x="0" y="924"/>
                </a:cxn>
                <a:cxn ang="0">
                  <a:pos x="0" y="926"/>
                </a:cxn>
                <a:cxn ang="0">
                  <a:pos x="3" y="928"/>
                </a:cxn>
                <a:cxn ang="0">
                  <a:pos x="6" y="929"/>
                </a:cxn>
                <a:cxn ang="0">
                  <a:pos x="9" y="928"/>
                </a:cxn>
                <a:cxn ang="0">
                  <a:pos x="10" y="926"/>
                </a:cxn>
                <a:cxn ang="0">
                  <a:pos x="14" y="902"/>
                </a:cxn>
                <a:cxn ang="0">
                  <a:pos x="20" y="855"/>
                </a:cxn>
                <a:cxn ang="0">
                  <a:pos x="25" y="831"/>
                </a:cxn>
                <a:cxn ang="0">
                  <a:pos x="30" y="805"/>
                </a:cxn>
                <a:cxn ang="0">
                  <a:pos x="45" y="727"/>
                </a:cxn>
                <a:cxn ang="0">
                  <a:pos x="49" y="698"/>
                </a:cxn>
                <a:cxn ang="0">
                  <a:pos x="54" y="640"/>
                </a:cxn>
                <a:cxn ang="0">
                  <a:pos x="58" y="610"/>
                </a:cxn>
                <a:cxn ang="0">
                  <a:pos x="66" y="580"/>
                </a:cxn>
                <a:cxn ang="0">
                  <a:pos x="86" y="519"/>
                </a:cxn>
                <a:cxn ang="0">
                  <a:pos x="97" y="490"/>
                </a:cxn>
                <a:cxn ang="0">
                  <a:pos x="113" y="431"/>
                </a:cxn>
                <a:cxn ang="0">
                  <a:pos x="126" y="372"/>
                </a:cxn>
                <a:cxn ang="0">
                  <a:pos x="137" y="312"/>
                </a:cxn>
                <a:cxn ang="0">
                  <a:pos x="145" y="252"/>
                </a:cxn>
                <a:cxn ang="0">
                  <a:pos x="155" y="186"/>
                </a:cxn>
                <a:cxn ang="0">
                  <a:pos x="166" y="121"/>
                </a:cxn>
                <a:cxn ang="0">
                  <a:pos x="169" y="92"/>
                </a:cxn>
                <a:cxn ang="0">
                  <a:pos x="171" y="34"/>
                </a:cxn>
                <a:cxn ang="0">
                  <a:pos x="171" y="5"/>
                </a:cxn>
                <a:cxn ang="0">
                  <a:pos x="170" y="1"/>
                </a:cxn>
                <a:cxn ang="0">
                  <a:pos x="167" y="0"/>
                </a:cxn>
                <a:cxn ang="0">
                  <a:pos x="164" y="1"/>
                </a:cxn>
                <a:cxn ang="0">
                  <a:pos x="162" y="5"/>
                </a:cxn>
              </a:cxnLst>
              <a:rect l="0" t="0" r="r" b="b"/>
              <a:pathLst>
                <a:path w="171" h="929">
                  <a:moveTo>
                    <a:pt x="162" y="5"/>
                  </a:moveTo>
                  <a:lnTo>
                    <a:pt x="162" y="5"/>
                  </a:lnTo>
                  <a:lnTo>
                    <a:pt x="162" y="36"/>
                  </a:lnTo>
                  <a:lnTo>
                    <a:pt x="161" y="67"/>
                  </a:lnTo>
                  <a:lnTo>
                    <a:pt x="160" y="97"/>
                  </a:lnTo>
                  <a:lnTo>
                    <a:pt x="155" y="128"/>
                  </a:lnTo>
                  <a:lnTo>
                    <a:pt x="155" y="128"/>
                  </a:lnTo>
                  <a:lnTo>
                    <a:pt x="151" y="156"/>
                  </a:lnTo>
                  <a:lnTo>
                    <a:pt x="146" y="185"/>
                  </a:lnTo>
                  <a:lnTo>
                    <a:pt x="141" y="214"/>
                  </a:lnTo>
                  <a:lnTo>
                    <a:pt x="137" y="243"/>
                  </a:lnTo>
                  <a:lnTo>
                    <a:pt x="137" y="243"/>
                  </a:lnTo>
                  <a:lnTo>
                    <a:pt x="129" y="305"/>
                  </a:lnTo>
                  <a:lnTo>
                    <a:pt x="123" y="335"/>
                  </a:lnTo>
                  <a:lnTo>
                    <a:pt x="117" y="366"/>
                  </a:lnTo>
                  <a:lnTo>
                    <a:pt x="111" y="397"/>
                  </a:lnTo>
                  <a:lnTo>
                    <a:pt x="104" y="427"/>
                  </a:lnTo>
                  <a:lnTo>
                    <a:pt x="97" y="457"/>
                  </a:lnTo>
                  <a:lnTo>
                    <a:pt x="87" y="487"/>
                  </a:lnTo>
                  <a:lnTo>
                    <a:pt x="87" y="487"/>
                  </a:lnTo>
                  <a:lnTo>
                    <a:pt x="78" y="515"/>
                  </a:lnTo>
                  <a:lnTo>
                    <a:pt x="69" y="543"/>
                  </a:lnTo>
                  <a:lnTo>
                    <a:pt x="59" y="572"/>
                  </a:lnTo>
                  <a:lnTo>
                    <a:pt x="51" y="599"/>
                  </a:lnTo>
                  <a:lnTo>
                    <a:pt x="51" y="599"/>
                  </a:lnTo>
                  <a:lnTo>
                    <a:pt x="48" y="614"/>
                  </a:lnTo>
                  <a:lnTo>
                    <a:pt x="46" y="628"/>
                  </a:lnTo>
                  <a:lnTo>
                    <a:pt x="44" y="658"/>
                  </a:lnTo>
                  <a:lnTo>
                    <a:pt x="42" y="687"/>
                  </a:lnTo>
                  <a:lnTo>
                    <a:pt x="40" y="702"/>
                  </a:lnTo>
                  <a:lnTo>
                    <a:pt x="38" y="717"/>
                  </a:lnTo>
                  <a:lnTo>
                    <a:pt x="38" y="717"/>
                  </a:lnTo>
                  <a:lnTo>
                    <a:pt x="28" y="769"/>
                  </a:lnTo>
                  <a:lnTo>
                    <a:pt x="23" y="796"/>
                  </a:lnTo>
                  <a:lnTo>
                    <a:pt x="17" y="822"/>
                  </a:lnTo>
                  <a:lnTo>
                    <a:pt x="17" y="822"/>
                  </a:lnTo>
                  <a:lnTo>
                    <a:pt x="15" y="834"/>
                  </a:lnTo>
                  <a:lnTo>
                    <a:pt x="12" y="846"/>
                  </a:lnTo>
                  <a:lnTo>
                    <a:pt x="9" y="872"/>
                  </a:lnTo>
                  <a:lnTo>
                    <a:pt x="6" y="898"/>
                  </a:lnTo>
                  <a:lnTo>
                    <a:pt x="4" y="910"/>
                  </a:lnTo>
                  <a:lnTo>
                    <a:pt x="0" y="924"/>
                  </a:lnTo>
                  <a:lnTo>
                    <a:pt x="0" y="924"/>
                  </a:lnTo>
                  <a:lnTo>
                    <a:pt x="0" y="926"/>
                  </a:lnTo>
                  <a:lnTo>
                    <a:pt x="2" y="927"/>
                  </a:lnTo>
                  <a:lnTo>
                    <a:pt x="3" y="928"/>
                  </a:lnTo>
                  <a:lnTo>
                    <a:pt x="5" y="929"/>
                  </a:lnTo>
                  <a:lnTo>
                    <a:pt x="6" y="929"/>
                  </a:lnTo>
                  <a:lnTo>
                    <a:pt x="8" y="929"/>
                  </a:lnTo>
                  <a:lnTo>
                    <a:pt x="9" y="928"/>
                  </a:lnTo>
                  <a:lnTo>
                    <a:pt x="10" y="926"/>
                  </a:lnTo>
                  <a:lnTo>
                    <a:pt x="10" y="926"/>
                  </a:lnTo>
                  <a:lnTo>
                    <a:pt x="13" y="915"/>
                  </a:lnTo>
                  <a:lnTo>
                    <a:pt x="14" y="902"/>
                  </a:lnTo>
                  <a:lnTo>
                    <a:pt x="17" y="878"/>
                  </a:lnTo>
                  <a:lnTo>
                    <a:pt x="20" y="855"/>
                  </a:lnTo>
                  <a:lnTo>
                    <a:pt x="22" y="842"/>
                  </a:lnTo>
                  <a:lnTo>
                    <a:pt x="25" y="831"/>
                  </a:lnTo>
                  <a:lnTo>
                    <a:pt x="25" y="831"/>
                  </a:lnTo>
                  <a:lnTo>
                    <a:pt x="30" y="805"/>
                  </a:lnTo>
                  <a:lnTo>
                    <a:pt x="36" y="778"/>
                  </a:lnTo>
                  <a:lnTo>
                    <a:pt x="45" y="727"/>
                  </a:lnTo>
                  <a:lnTo>
                    <a:pt x="45" y="727"/>
                  </a:lnTo>
                  <a:lnTo>
                    <a:pt x="49" y="698"/>
                  </a:lnTo>
                  <a:lnTo>
                    <a:pt x="52" y="669"/>
                  </a:lnTo>
                  <a:lnTo>
                    <a:pt x="54" y="640"/>
                  </a:lnTo>
                  <a:lnTo>
                    <a:pt x="58" y="610"/>
                  </a:lnTo>
                  <a:lnTo>
                    <a:pt x="58" y="610"/>
                  </a:lnTo>
                  <a:lnTo>
                    <a:pt x="61" y="595"/>
                  </a:lnTo>
                  <a:lnTo>
                    <a:pt x="66" y="580"/>
                  </a:lnTo>
                  <a:lnTo>
                    <a:pt x="76" y="550"/>
                  </a:lnTo>
                  <a:lnTo>
                    <a:pt x="86" y="519"/>
                  </a:lnTo>
                  <a:lnTo>
                    <a:pt x="97" y="490"/>
                  </a:lnTo>
                  <a:lnTo>
                    <a:pt x="97" y="490"/>
                  </a:lnTo>
                  <a:lnTo>
                    <a:pt x="106" y="461"/>
                  </a:lnTo>
                  <a:lnTo>
                    <a:pt x="113" y="431"/>
                  </a:lnTo>
                  <a:lnTo>
                    <a:pt x="120" y="402"/>
                  </a:lnTo>
                  <a:lnTo>
                    <a:pt x="126" y="372"/>
                  </a:lnTo>
                  <a:lnTo>
                    <a:pt x="132" y="342"/>
                  </a:lnTo>
                  <a:lnTo>
                    <a:pt x="137" y="312"/>
                  </a:lnTo>
                  <a:lnTo>
                    <a:pt x="145" y="252"/>
                  </a:lnTo>
                  <a:lnTo>
                    <a:pt x="145" y="252"/>
                  </a:lnTo>
                  <a:lnTo>
                    <a:pt x="149" y="219"/>
                  </a:lnTo>
                  <a:lnTo>
                    <a:pt x="155" y="186"/>
                  </a:lnTo>
                  <a:lnTo>
                    <a:pt x="161" y="154"/>
                  </a:lnTo>
                  <a:lnTo>
                    <a:pt x="166" y="121"/>
                  </a:lnTo>
                  <a:lnTo>
                    <a:pt x="166" y="121"/>
                  </a:lnTo>
                  <a:lnTo>
                    <a:pt x="169" y="92"/>
                  </a:lnTo>
                  <a:lnTo>
                    <a:pt x="171" y="63"/>
                  </a:lnTo>
                  <a:lnTo>
                    <a:pt x="171" y="34"/>
                  </a:lnTo>
                  <a:lnTo>
                    <a:pt x="171" y="5"/>
                  </a:lnTo>
                  <a:lnTo>
                    <a:pt x="171" y="5"/>
                  </a:lnTo>
                  <a:lnTo>
                    <a:pt x="171" y="2"/>
                  </a:lnTo>
                  <a:lnTo>
                    <a:pt x="170" y="1"/>
                  </a:lnTo>
                  <a:lnTo>
                    <a:pt x="168" y="0"/>
                  </a:lnTo>
                  <a:lnTo>
                    <a:pt x="167" y="0"/>
                  </a:lnTo>
                  <a:lnTo>
                    <a:pt x="165" y="0"/>
                  </a:lnTo>
                  <a:lnTo>
                    <a:pt x="164" y="1"/>
                  </a:lnTo>
                  <a:lnTo>
                    <a:pt x="163" y="2"/>
                  </a:lnTo>
                  <a:lnTo>
                    <a:pt x="162" y="5"/>
                  </a:lnTo>
                  <a:lnTo>
                    <a:pt x="162" y="5"/>
                  </a:lnTo>
                  <a:close/>
                </a:path>
              </a:pathLst>
            </a:custGeom>
            <a:grpFill/>
            <a:ln>
              <a:solidFill>
                <a:schemeClr val="accent1">
                  <a:lumMod val="75000"/>
                  <a:alpha val="0"/>
                </a:schemeClr>
              </a:solidFill>
            </a:ln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301" name="Freeform 917"/>
            <p:cNvSpPr/>
            <p:nvPr>
              <p:custDataLst>
                <p:tags r:id="rId17"/>
              </p:custDataLst>
            </p:nvPr>
          </p:nvSpPr>
          <p:spPr bwMode="auto">
            <a:xfrm>
              <a:off x="3692525" y="1401763"/>
              <a:ext cx="90488" cy="436563"/>
            </a:xfrm>
            <a:custGeom>
              <a:avLst/>
              <a:gdLst/>
              <a:ahLst/>
              <a:cxnLst>
                <a:cxn ang="0">
                  <a:pos x="161" y="5"/>
                </a:cxn>
                <a:cxn ang="0">
                  <a:pos x="157" y="61"/>
                </a:cxn>
                <a:cxn ang="0">
                  <a:pos x="148" y="118"/>
                </a:cxn>
                <a:cxn ang="0">
                  <a:pos x="143" y="143"/>
                </a:cxn>
                <a:cxn ang="0">
                  <a:pos x="130" y="192"/>
                </a:cxn>
                <a:cxn ang="0">
                  <a:pos x="126" y="216"/>
                </a:cxn>
                <a:cxn ang="0">
                  <a:pos x="124" y="236"/>
                </a:cxn>
                <a:cxn ang="0">
                  <a:pos x="124" y="257"/>
                </a:cxn>
                <a:cxn ang="0">
                  <a:pos x="120" y="285"/>
                </a:cxn>
                <a:cxn ang="0">
                  <a:pos x="115" y="314"/>
                </a:cxn>
                <a:cxn ang="0">
                  <a:pos x="97" y="395"/>
                </a:cxn>
                <a:cxn ang="0">
                  <a:pos x="93" y="422"/>
                </a:cxn>
                <a:cxn ang="0">
                  <a:pos x="88" y="472"/>
                </a:cxn>
                <a:cxn ang="0">
                  <a:pos x="82" y="520"/>
                </a:cxn>
                <a:cxn ang="0">
                  <a:pos x="74" y="547"/>
                </a:cxn>
                <a:cxn ang="0">
                  <a:pos x="56" y="599"/>
                </a:cxn>
                <a:cxn ang="0">
                  <a:pos x="47" y="624"/>
                </a:cxn>
                <a:cxn ang="0">
                  <a:pos x="24" y="696"/>
                </a:cxn>
                <a:cxn ang="0">
                  <a:pos x="10" y="745"/>
                </a:cxn>
                <a:cxn ang="0">
                  <a:pos x="2" y="795"/>
                </a:cxn>
                <a:cxn ang="0">
                  <a:pos x="0" y="820"/>
                </a:cxn>
                <a:cxn ang="0">
                  <a:pos x="2" y="823"/>
                </a:cxn>
                <a:cxn ang="0">
                  <a:pos x="5" y="825"/>
                </a:cxn>
                <a:cxn ang="0">
                  <a:pos x="8" y="823"/>
                </a:cxn>
                <a:cxn ang="0">
                  <a:pos x="9" y="820"/>
                </a:cxn>
                <a:cxn ang="0">
                  <a:pos x="11" y="794"/>
                </a:cxn>
                <a:cxn ang="0">
                  <a:pos x="21" y="743"/>
                </a:cxn>
                <a:cxn ang="0">
                  <a:pos x="34" y="693"/>
                </a:cxn>
                <a:cxn ang="0">
                  <a:pos x="58" y="618"/>
                </a:cxn>
                <a:cxn ang="0">
                  <a:pos x="66" y="594"/>
                </a:cxn>
                <a:cxn ang="0">
                  <a:pos x="84" y="547"/>
                </a:cxn>
                <a:cxn ang="0">
                  <a:pos x="90" y="522"/>
                </a:cxn>
                <a:cxn ang="0">
                  <a:pos x="95" y="496"/>
                </a:cxn>
                <a:cxn ang="0">
                  <a:pos x="100" y="443"/>
                </a:cxn>
                <a:cxn ang="0">
                  <a:pos x="103" y="416"/>
                </a:cxn>
                <a:cxn ang="0">
                  <a:pos x="113" y="366"/>
                </a:cxn>
                <a:cxn ang="0">
                  <a:pos x="123" y="316"/>
                </a:cxn>
                <a:cxn ang="0">
                  <a:pos x="133" y="266"/>
                </a:cxn>
                <a:cxn ang="0">
                  <a:pos x="134" y="253"/>
                </a:cxn>
                <a:cxn ang="0">
                  <a:pos x="134" y="226"/>
                </a:cxn>
                <a:cxn ang="0">
                  <a:pos x="136" y="212"/>
                </a:cxn>
                <a:cxn ang="0">
                  <a:pos x="147" y="162"/>
                </a:cxn>
                <a:cxn ang="0">
                  <a:pos x="159" y="112"/>
                </a:cxn>
                <a:cxn ang="0">
                  <a:pos x="163" y="85"/>
                </a:cxn>
                <a:cxn ang="0">
                  <a:pos x="169" y="32"/>
                </a:cxn>
                <a:cxn ang="0">
                  <a:pos x="170" y="5"/>
                </a:cxn>
                <a:cxn ang="0">
                  <a:pos x="169" y="1"/>
                </a:cxn>
                <a:cxn ang="0">
                  <a:pos x="166" y="0"/>
                </a:cxn>
                <a:cxn ang="0">
                  <a:pos x="163" y="1"/>
                </a:cxn>
                <a:cxn ang="0">
                  <a:pos x="161" y="5"/>
                </a:cxn>
              </a:cxnLst>
              <a:rect l="0" t="0" r="r" b="b"/>
              <a:pathLst>
                <a:path w="170" h="825">
                  <a:moveTo>
                    <a:pt x="161" y="5"/>
                  </a:moveTo>
                  <a:lnTo>
                    <a:pt x="161" y="5"/>
                  </a:lnTo>
                  <a:lnTo>
                    <a:pt x="160" y="34"/>
                  </a:lnTo>
                  <a:lnTo>
                    <a:pt x="157" y="61"/>
                  </a:lnTo>
                  <a:lnTo>
                    <a:pt x="153" y="90"/>
                  </a:lnTo>
                  <a:lnTo>
                    <a:pt x="148" y="118"/>
                  </a:lnTo>
                  <a:lnTo>
                    <a:pt x="148" y="118"/>
                  </a:lnTo>
                  <a:lnTo>
                    <a:pt x="143" y="143"/>
                  </a:lnTo>
                  <a:lnTo>
                    <a:pt x="136" y="168"/>
                  </a:lnTo>
                  <a:lnTo>
                    <a:pt x="130" y="192"/>
                  </a:lnTo>
                  <a:lnTo>
                    <a:pt x="126" y="216"/>
                  </a:lnTo>
                  <a:lnTo>
                    <a:pt x="126" y="216"/>
                  </a:lnTo>
                  <a:lnTo>
                    <a:pt x="124" y="227"/>
                  </a:lnTo>
                  <a:lnTo>
                    <a:pt x="124" y="236"/>
                  </a:lnTo>
                  <a:lnTo>
                    <a:pt x="124" y="257"/>
                  </a:lnTo>
                  <a:lnTo>
                    <a:pt x="124" y="257"/>
                  </a:lnTo>
                  <a:lnTo>
                    <a:pt x="123" y="271"/>
                  </a:lnTo>
                  <a:lnTo>
                    <a:pt x="120" y="285"/>
                  </a:lnTo>
                  <a:lnTo>
                    <a:pt x="115" y="314"/>
                  </a:lnTo>
                  <a:lnTo>
                    <a:pt x="115" y="314"/>
                  </a:lnTo>
                  <a:lnTo>
                    <a:pt x="102" y="367"/>
                  </a:lnTo>
                  <a:lnTo>
                    <a:pt x="97" y="395"/>
                  </a:lnTo>
                  <a:lnTo>
                    <a:pt x="93" y="422"/>
                  </a:lnTo>
                  <a:lnTo>
                    <a:pt x="93" y="422"/>
                  </a:lnTo>
                  <a:lnTo>
                    <a:pt x="91" y="447"/>
                  </a:lnTo>
                  <a:lnTo>
                    <a:pt x="88" y="472"/>
                  </a:lnTo>
                  <a:lnTo>
                    <a:pt x="86" y="495"/>
                  </a:lnTo>
                  <a:lnTo>
                    <a:pt x="82" y="520"/>
                  </a:lnTo>
                  <a:lnTo>
                    <a:pt x="82" y="520"/>
                  </a:lnTo>
                  <a:lnTo>
                    <a:pt x="74" y="547"/>
                  </a:lnTo>
                  <a:lnTo>
                    <a:pt x="65" y="573"/>
                  </a:lnTo>
                  <a:lnTo>
                    <a:pt x="56" y="599"/>
                  </a:lnTo>
                  <a:lnTo>
                    <a:pt x="47" y="624"/>
                  </a:lnTo>
                  <a:lnTo>
                    <a:pt x="47" y="624"/>
                  </a:lnTo>
                  <a:lnTo>
                    <a:pt x="31" y="672"/>
                  </a:lnTo>
                  <a:lnTo>
                    <a:pt x="24" y="696"/>
                  </a:lnTo>
                  <a:lnTo>
                    <a:pt x="17" y="720"/>
                  </a:lnTo>
                  <a:lnTo>
                    <a:pt x="10" y="745"/>
                  </a:lnTo>
                  <a:lnTo>
                    <a:pt x="5" y="770"/>
                  </a:lnTo>
                  <a:lnTo>
                    <a:pt x="2" y="795"/>
                  </a:lnTo>
                  <a:lnTo>
                    <a:pt x="0" y="820"/>
                  </a:lnTo>
                  <a:lnTo>
                    <a:pt x="0" y="820"/>
                  </a:lnTo>
                  <a:lnTo>
                    <a:pt x="1" y="822"/>
                  </a:lnTo>
                  <a:lnTo>
                    <a:pt x="2" y="823"/>
                  </a:lnTo>
                  <a:lnTo>
                    <a:pt x="3" y="824"/>
                  </a:lnTo>
                  <a:lnTo>
                    <a:pt x="5" y="825"/>
                  </a:lnTo>
                  <a:lnTo>
                    <a:pt x="6" y="824"/>
                  </a:lnTo>
                  <a:lnTo>
                    <a:pt x="8" y="823"/>
                  </a:lnTo>
                  <a:lnTo>
                    <a:pt x="9" y="822"/>
                  </a:lnTo>
                  <a:lnTo>
                    <a:pt x="9" y="820"/>
                  </a:lnTo>
                  <a:lnTo>
                    <a:pt x="9" y="820"/>
                  </a:lnTo>
                  <a:lnTo>
                    <a:pt x="11" y="794"/>
                  </a:lnTo>
                  <a:lnTo>
                    <a:pt x="15" y="769"/>
                  </a:lnTo>
                  <a:lnTo>
                    <a:pt x="21" y="743"/>
                  </a:lnTo>
                  <a:lnTo>
                    <a:pt x="27" y="717"/>
                  </a:lnTo>
                  <a:lnTo>
                    <a:pt x="34" y="693"/>
                  </a:lnTo>
                  <a:lnTo>
                    <a:pt x="42" y="668"/>
                  </a:lnTo>
                  <a:lnTo>
                    <a:pt x="58" y="618"/>
                  </a:lnTo>
                  <a:lnTo>
                    <a:pt x="58" y="618"/>
                  </a:lnTo>
                  <a:lnTo>
                    <a:pt x="66" y="594"/>
                  </a:lnTo>
                  <a:lnTo>
                    <a:pt x="75" y="571"/>
                  </a:lnTo>
                  <a:lnTo>
                    <a:pt x="84" y="547"/>
                  </a:lnTo>
                  <a:lnTo>
                    <a:pt x="90" y="522"/>
                  </a:lnTo>
                  <a:lnTo>
                    <a:pt x="90" y="522"/>
                  </a:lnTo>
                  <a:lnTo>
                    <a:pt x="93" y="510"/>
                  </a:lnTo>
                  <a:lnTo>
                    <a:pt x="95" y="496"/>
                  </a:lnTo>
                  <a:lnTo>
                    <a:pt x="98" y="469"/>
                  </a:lnTo>
                  <a:lnTo>
                    <a:pt x="100" y="443"/>
                  </a:lnTo>
                  <a:lnTo>
                    <a:pt x="103" y="416"/>
                  </a:lnTo>
                  <a:lnTo>
                    <a:pt x="103" y="416"/>
                  </a:lnTo>
                  <a:lnTo>
                    <a:pt x="107" y="391"/>
                  </a:lnTo>
                  <a:lnTo>
                    <a:pt x="113" y="366"/>
                  </a:lnTo>
                  <a:lnTo>
                    <a:pt x="123" y="316"/>
                  </a:lnTo>
                  <a:lnTo>
                    <a:pt x="123" y="316"/>
                  </a:lnTo>
                  <a:lnTo>
                    <a:pt x="128" y="291"/>
                  </a:lnTo>
                  <a:lnTo>
                    <a:pt x="133" y="266"/>
                  </a:lnTo>
                  <a:lnTo>
                    <a:pt x="133" y="266"/>
                  </a:lnTo>
                  <a:lnTo>
                    <a:pt x="134" y="253"/>
                  </a:lnTo>
                  <a:lnTo>
                    <a:pt x="134" y="239"/>
                  </a:lnTo>
                  <a:lnTo>
                    <a:pt x="134" y="226"/>
                  </a:lnTo>
                  <a:lnTo>
                    <a:pt x="136" y="212"/>
                  </a:lnTo>
                  <a:lnTo>
                    <a:pt x="136" y="212"/>
                  </a:lnTo>
                  <a:lnTo>
                    <a:pt x="141" y="186"/>
                  </a:lnTo>
                  <a:lnTo>
                    <a:pt x="147" y="162"/>
                  </a:lnTo>
                  <a:lnTo>
                    <a:pt x="153" y="137"/>
                  </a:lnTo>
                  <a:lnTo>
                    <a:pt x="159" y="112"/>
                  </a:lnTo>
                  <a:lnTo>
                    <a:pt x="159" y="112"/>
                  </a:lnTo>
                  <a:lnTo>
                    <a:pt x="163" y="85"/>
                  </a:lnTo>
                  <a:lnTo>
                    <a:pt x="167" y="58"/>
                  </a:lnTo>
                  <a:lnTo>
                    <a:pt x="169" y="32"/>
                  </a:lnTo>
                  <a:lnTo>
                    <a:pt x="170" y="5"/>
                  </a:lnTo>
                  <a:lnTo>
                    <a:pt x="170" y="5"/>
                  </a:lnTo>
                  <a:lnTo>
                    <a:pt x="170" y="3"/>
                  </a:lnTo>
                  <a:lnTo>
                    <a:pt x="169" y="1"/>
                  </a:lnTo>
                  <a:lnTo>
                    <a:pt x="168" y="0"/>
                  </a:lnTo>
                  <a:lnTo>
                    <a:pt x="166" y="0"/>
                  </a:lnTo>
                  <a:lnTo>
                    <a:pt x="164" y="0"/>
                  </a:lnTo>
                  <a:lnTo>
                    <a:pt x="163" y="1"/>
                  </a:lnTo>
                  <a:lnTo>
                    <a:pt x="162" y="3"/>
                  </a:lnTo>
                  <a:lnTo>
                    <a:pt x="161" y="5"/>
                  </a:lnTo>
                  <a:lnTo>
                    <a:pt x="161" y="5"/>
                  </a:lnTo>
                  <a:close/>
                </a:path>
              </a:pathLst>
            </a:custGeom>
            <a:grpFill/>
            <a:ln>
              <a:solidFill>
                <a:schemeClr val="accent1">
                  <a:lumMod val="75000"/>
                  <a:alpha val="0"/>
                </a:schemeClr>
              </a:solidFill>
            </a:ln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302" name="Freeform 918"/>
            <p:cNvSpPr/>
            <p:nvPr>
              <p:custDataLst>
                <p:tags r:id="rId18"/>
              </p:custDataLst>
            </p:nvPr>
          </p:nvSpPr>
          <p:spPr bwMode="auto">
            <a:xfrm>
              <a:off x="3751263" y="1443038"/>
              <a:ext cx="66675" cy="360363"/>
            </a:xfrm>
            <a:custGeom>
              <a:avLst/>
              <a:gdLst/>
              <a:ahLst/>
              <a:cxnLst>
                <a:cxn ang="0">
                  <a:pos x="117" y="4"/>
                </a:cxn>
                <a:cxn ang="0">
                  <a:pos x="116" y="50"/>
                </a:cxn>
                <a:cxn ang="0">
                  <a:pos x="108" y="139"/>
                </a:cxn>
                <a:cxn ang="0">
                  <a:pos x="94" y="228"/>
                </a:cxn>
                <a:cxn ang="0">
                  <a:pos x="68" y="361"/>
                </a:cxn>
                <a:cxn ang="0">
                  <a:pos x="63" y="383"/>
                </a:cxn>
                <a:cxn ang="0">
                  <a:pos x="57" y="404"/>
                </a:cxn>
                <a:cxn ang="0">
                  <a:pos x="48" y="432"/>
                </a:cxn>
                <a:cxn ang="0">
                  <a:pos x="47" y="440"/>
                </a:cxn>
                <a:cxn ang="0">
                  <a:pos x="44" y="482"/>
                </a:cxn>
                <a:cxn ang="0">
                  <a:pos x="38" y="523"/>
                </a:cxn>
                <a:cxn ang="0">
                  <a:pos x="32" y="542"/>
                </a:cxn>
                <a:cxn ang="0">
                  <a:pos x="10" y="598"/>
                </a:cxn>
                <a:cxn ang="0">
                  <a:pos x="7" y="608"/>
                </a:cxn>
                <a:cxn ang="0">
                  <a:pos x="2" y="637"/>
                </a:cxn>
                <a:cxn ang="0">
                  <a:pos x="0" y="678"/>
                </a:cxn>
                <a:cxn ang="0">
                  <a:pos x="0" y="680"/>
                </a:cxn>
                <a:cxn ang="0">
                  <a:pos x="3" y="682"/>
                </a:cxn>
                <a:cxn ang="0">
                  <a:pos x="6" y="682"/>
                </a:cxn>
                <a:cxn ang="0">
                  <a:pos x="9" y="680"/>
                </a:cxn>
                <a:cxn ang="0">
                  <a:pos x="9" y="678"/>
                </a:cxn>
                <a:cxn ang="0">
                  <a:pos x="12" y="635"/>
                </a:cxn>
                <a:cxn ang="0">
                  <a:pos x="22" y="594"/>
                </a:cxn>
                <a:cxn ang="0">
                  <a:pos x="36" y="556"/>
                </a:cxn>
                <a:cxn ang="0">
                  <a:pos x="48" y="517"/>
                </a:cxn>
                <a:cxn ang="0">
                  <a:pos x="51" y="501"/>
                </a:cxn>
                <a:cxn ang="0">
                  <a:pos x="56" y="448"/>
                </a:cxn>
                <a:cxn ang="0">
                  <a:pos x="57" y="436"/>
                </a:cxn>
                <a:cxn ang="0">
                  <a:pos x="67" y="398"/>
                </a:cxn>
                <a:cxn ang="0">
                  <a:pos x="77" y="359"/>
                </a:cxn>
                <a:cxn ang="0">
                  <a:pos x="80" y="347"/>
                </a:cxn>
                <a:cxn ang="0">
                  <a:pos x="96" y="262"/>
                </a:cxn>
                <a:cxn ang="0">
                  <a:pos x="112" y="178"/>
                </a:cxn>
                <a:cxn ang="0">
                  <a:pos x="119" y="134"/>
                </a:cxn>
                <a:cxn ang="0">
                  <a:pos x="127" y="48"/>
                </a:cxn>
                <a:cxn ang="0">
                  <a:pos x="128" y="4"/>
                </a:cxn>
                <a:cxn ang="0">
                  <a:pos x="126" y="1"/>
                </a:cxn>
                <a:cxn ang="0">
                  <a:pos x="122" y="0"/>
                </a:cxn>
                <a:cxn ang="0">
                  <a:pos x="119" y="1"/>
                </a:cxn>
                <a:cxn ang="0">
                  <a:pos x="117" y="4"/>
                </a:cxn>
              </a:cxnLst>
              <a:rect l="0" t="0" r="r" b="b"/>
              <a:pathLst>
                <a:path w="128" h="682">
                  <a:moveTo>
                    <a:pt x="117" y="4"/>
                  </a:moveTo>
                  <a:lnTo>
                    <a:pt x="117" y="4"/>
                  </a:lnTo>
                  <a:lnTo>
                    <a:pt x="117" y="27"/>
                  </a:lnTo>
                  <a:lnTo>
                    <a:pt x="116" y="50"/>
                  </a:lnTo>
                  <a:lnTo>
                    <a:pt x="113" y="95"/>
                  </a:lnTo>
                  <a:lnTo>
                    <a:pt x="108" y="139"/>
                  </a:lnTo>
                  <a:lnTo>
                    <a:pt x="101" y="184"/>
                  </a:lnTo>
                  <a:lnTo>
                    <a:pt x="94" y="228"/>
                  </a:lnTo>
                  <a:lnTo>
                    <a:pt x="84" y="273"/>
                  </a:lnTo>
                  <a:lnTo>
                    <a:pt x="68" y="361"/>
                  </a:lnTo>
                  <a:lnTo>
                    <a:pt x="68" y="361"/>
                  </a:lnTo>
                  <a:lnTo>
                    <a:pt x="63" y="383"/>
                  </a:lnTo>
                  <a:lnTo>
                    <a:pt x="57" y="404"/>
                  </a:lnTo>
                  <a:lnTo>
                    <a:pt x="57" y="404"/>
                  </a:lnTo>
                  <a:lnTo>
                    <a:pt x="51" y="422"/>
                  </a:lnTo>
                  <a:lnTo>
                    <a:pt x="48" y="432"/>
                  </a:lnTo>
                  <a:lnTo>
                    <a:pt x="47" y="440"/>
                  </a:lnTo>
                  <a:lnTo>
                    <a:pt x="47" y="440"/>
                  </a:lnTo>
                  <a:lnTo>
                    <a:pt x="46" y="461"/>
                  </a:lnTo>
                  <a:lnTo>
                    <a:pt x="44" y="482"/>
                  </a:lnTo>
                  <a:lnTo>
                    <a:pt x="41" y="503"/>
                  </a:lnTo>
                  <a:lnTo>
                    <a:pt x="38" y="523"/>
                  </a:lnTo>
                  <a:lnTo>
                    <a:pt x="38" y="523"/>
                  </a:lnTo>
                  <a:lnTo>
                    <a:pt x="32" y="542"/>
                  </a:lnTo>
                  <a:lnTo>
                    <a:pt x="24" y="561"/>
                  </a:lnTo>
                  <a:lnTo>
                    <a:pt x="10" y="598"/>
                  </a:lnTo>
                  <a:lnTo>
                    <a:pt x="10" y="598"/>
                  </a:lnTo>
                  <a:lnTo>
                    <a:pt x="7" y="608"/>
                  </a:lnTo>
                  <a:lnTo>
                    <a:pt x="5" y="618"/>
                  </a:lnTo>
                  <a:lnTo>
                    <a:pt x="2" y="637"/>
                  </a:lnTo>
                  <a:lnTo>
                    <a:pt x="0" y="657"/>
                  </a:lnTo>
                  <a:lnTo>
                    <a:pt x="0" y="678"/>
                  </a:lnTo>
                  <a:lnTo>
                    <a:pt x="0" y="678"/>
                  </a:lnTo>
                  <a:lnTo>
                    <a:pt x="0" y="680"/>
                  </a:lnTo>
                  <a:lnTo>
                    <a:pt x="1" y="681"/>
                  </a:lnTo>
                  <a:lnTo>
                    <a:pt x="3" y="682"/>
                  </a:lnTo>
                  <a:lnTo>
                    <a:pt x="4" y="682"/>
                  </a:lnTo>
                  <a:lnTo>
                    <a:pt x="6" y="682"/>
                  </a:lnTo>
                  <a:lnTo>
                    <a:pt x="7" y="681"/>
                  </a:lnTo>
                  <a:lnTo>
                    <a:pt x="9" y="680"/>
                  </a:lnTo>
                  <a:lnTo>
                    <a:pt x="9" y="678"/>
                  </a:lnTo>
                  <a:lnTo>
                    <a:pt x="9" y="678"/>
                  </a:lnTo>
                  <a:lnTo>
                    <a:pt x="10" y="656"/>
                  </a:lnTo>
                  <a:lnTo>
                    <a:pt x="12" y="635"/>
                  </a:lnTo>
                  <a:lnTo>
                    <a:pt x="16" y="615"/>
                  </a:lnTo>
                  <a:lnTo>
                    <a:pt x="22" y="594"/>
                  </a:lnTo>
                  <a:lnTo>
                    <a:pt x="22" y="594"/>
                  </a:lnTo>
                  <a:lnTo>
                    <a:pt x="36" y="556"/>
                  </a:lnTo>
                  <a:lnTo>
                    <a:pt x="43" y="537"/>
                  </a:lnTo>
                  <a:lnTo>
                    <a:pt x="48" y="517"/>
                  </a:lnTo>
                  <a:lnTo>
                    <a:pt x="48" y="517"/>
                  </a:lnTo>
                  <a:lnTo>
                    <a:pt x="51" y="501"/>
                  </a:lnTo>
                  <a:lnTo>
                    <a:pt x="53" y="483"/>
                  </a:lnTo>
                  <a:lnTo>
                    <a:pt x="56" y="448"/>
                  </a:lnTo>
                  <a:lnTo>
                    <a:pt x="56" y="448"/>
                  </a:lnTo>
                  <a:lnTo>
                    <a:pt x="57" y="436"/>
                  </a:lnTo>
                  <a:lnTo>
                    <a:pt x="60" y="422"/>
                  </a:lnTo>
                  <a:lnTo>
                    <a:pt x="67" y="398"/>
                  </a:lnTo>
                  <a:lnTo>
                    <a:pt x="74" y="372"/>
                  </a:lnTo>
                  <a:lnTo>
                    <a:pt x="77" y="359"/>
                  </a:lnTo>
                  <a:lnTo>
                    <a:pt x="80" y="347"/>
                  </a:lnTo>
                  <a:lnTo>
                    <a:pt x="80" y="347"/>
                  </a:lnTo>
                  <a:lnTo>
                    <a:pt x="87" y="305"/>
                  </a:lnTo>
                  <a:lnTo>
                    <a:pt x="96" y="262"/>
                  </a:lnTo>
                  <a:lnTo>
                    <a:pt x="104" y="220"/>
                  </a:lnTo>
                  <a:lnTo>
                    <a:pt x="112" y="178"/>
                  </a:lnTo>
                  <a:lnTo>
                    <a:pt x="112" y="178"/>
                  </a:lnTo>
                  <a:lnTo>
                    <a:pt x="119" y="134"/>
                  </a:lnTo>
                  <a:lnTo>
                    <a:pt x="123" y="92"/>
                  </a:lnTo>
                  <a:lnTo>
                    <a:pt x="127" y="48"/>
                  </a:lnTo>
                  <a:lnTo>
                    <a:pt x="128" y="4"/>
                  </a:lnTo>
                  <a:lnTo>
                    <a:pt x="128" y="4"/>
                  </a:lnTo>
                  <a:lnTo>
                    <a:pt x="127" y="2"/>
                  </a:lnTo>
                  <a:lnTo>
                    <a:pt x="126" y="1"/>
                  </a:lnTo>
                  <a:lnTo>
                    <a:pt x="125" y="0"/>
                  </a:lnTo>
                  <a:lnTo>
                    <a:pt x="122" y="0"/>
                  </a:lnTo>
                  <a:lnTo>
                    <a:pt x="120" y="0"/>
                  </a:lnTo>
                  <a:lnTo>
                    <a:pt x="119" y="1"/>
                  </a:lnTo>
                  <a:lnTo>
                    <a:pt x="118" y="2"/>
                  </a:lnTo>
                  <a:lnTo>
                    <a:pt x="117" y="4"/>
                  </a:lnTo>
                  <a:lnTo>
                    <a:pt x="117" y="4"/>
                  </a:lnTo>
                  <a:close/>
                </a:path>
              </a:pathLst>
            </a:custGeom>
            <a:grpFill/>
            <a:ln>
              <a:solidFill>
                <a:schemeClr val="accent1">
                  <a:lumMod val="75000"/>
                  <a:alpha val="0"/>
                </a:schemeClr>
              </a:solidFill>
            </a:ln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303" name="Freeform 919"/>
            <p:cNvSpPr/>
            <p:nvPr>
              <p:custDataLst>
                <p:tags r:id="rId19"/>
              </p:custDataLst>
            </p:nvPr>
          </p:nvSpPr>
          <p:spPr bwMode="auto">
            <a:xfrm>
              <a:off x="3797300" y="1477963"/>
              <a:ext cx="60325" cy="268288"/>
            </a:xfrm>
            <a:custGeom>
              <a:avLst/>
              <a:gdLst/>
              <a:ahLst/>
              <a:cxnLst>
                <a:cxn ang="0">
                  <a:pos x="114" y="4"/>
                </a:cxn>
                <a:cxn ang="0">
                  <a:pos x="113" y="1"/>
                </a:cxn>
                <a:cxn ang="0">
                  <a:pos x="110" y="0"/>
                </a:cxn>
                <a:cxn ang="0">
                  <a:pos x="106" y="1"/>
                </a:cxn>
                <a:cxn ang="0">
                  <a:pos x="105" y="4"/>
                </a:cxn>
                <a:cxn ang="0">
                  <a:pos x="104" y="38"/>
                </a:cxn>
                <a:cxn ang="0">
                  <a:pos x="94" y="104"/>
                </a:cxn>
                <a:cxn ang="0">
                  <a:pos x="81" y="170"/>
                </a:cxn>
                <a:cxn ang="0">
                  <a:pos x="58" y="268"/>
                </a:cxn>
                <a:cxn ang="0">
                  <a:pos x="47" y="324"/>
                </a:cxn>
                <a:cxn ang="0">
                  <a:pos x="37" y="366"/>
                </a:cxn>
                <a:cxn ang="0">
                  <a:pos x="31" y="379"/>
                </a:cxn>
                <a:cxn ang="0">
                  <a:pos x="28" y="393"/>
                </a:cxn>
                <a:cxn ang="0">
                  <a:pos x="25" y="419"/>
                </a:cxn>
                <a:cxn ang="0">
                  <a:pos x="22" y="433"/>
                </a:cxn>
                <a:cxn ang="0">
                  <a:pos x="8" y="483"/>
                </a:cxn>
                <a:cxn ang="0">
                  <a:pos x="1" y="500"/>
                </a:cxn>
                <a:cxn ang="0">
                  <a:pos x="0" y="504"/>
                </a:cxn>
                <a:cxn ang="0">
                  <a:pos x="5" y="507"/>
                </a:cxn>
                <a:cxn ang="0">
                  <a:pos x="8" y="506"/>
                </a:cxn>
                <a:cxn ang="0">
                  <a:pos x="10" y="505"/>
                </a:cxn>
                <a:cxn ang="0">
                  <a:pos x="25" y="465"/>
                </a:cxn>
                <a:cxn ang="0">
                  <a:pos x="32" y="437"/>
                </a:cxn>
                <a:cxn ang="0">
                  <a:pos x="38" y="409"/>
                </a:cxn>
                <a:cxn ang="0">
                  <a:pos x="39" y="396"/>
                </a:cxn>
                <a:cxn ang="0">
                  <a:pos x="41" y="380"/>
                </a:cxn>
                <a:cxn ang="0">
                  <a:pos x="55" y="335"/>
                </a:cxn>
                <a:cxn ang="0">
                  <a:pos x="59" y="319"/>
                </a:cxn>
                <a:cxn ang="0">
                  <a:pos x="64" y="286"/>
                </a:cxn>
                <a:cxn ang="0">
                  <a:pos x="68" y="271"/>
                </a:cxn>
                <a:cxn ang="0">
                  <a:pos x="96" y="142"/>
                </a:cxn>
                <a:cxn ang="0">
                  <a:pos x="109" y="76"/>
                </a:cxn>
                <a:cxn ang="0">
                  <a:pos x="114" y="10"/>
                </a:cxn>
                <a:cxn ang="0">
                  <a:pos x="114" y="9"/>
                </a:cxn>
              </a:cxnLst>
              <a:rect l="0" t="0" r="r" b="b"/>
              <a:pathLst>
                <a:path w="114" h="507">
                  <a:moveTo>
                    <a:pt x="114" y="4"/>
                  </a:moveTo>
                  <a:lnTo>
                    <a:pt x="114" y="4"/>
                  </a:lnTo>
                  <a:lnTo>
                    <a:pt x="114" y="2"/>
                  </a:lnTo>
                  <a:lnTo>
                    <a:pt x="113" y="1"/>
                  </a:lnTo>
                  <a:lnTo>
                    <a:pt x="111" y="0"/>
                  </a:lnTo>
                  <a:lnTo>
                    <a:pt x="110" y="0"/>
                  </a:lnTo>
                  <a:lnTo>
                    <a:pt x="108" y="0"/>
                  </a:lnTo>
                  <a:lnTo>
                    <a:pt x="106" y="1"/>
                  </a:lnTo>
                  <a:lnTo>
                    <a:pt x="105" y="2"/>
                  </a:lnTo>
                  <a:lnTo>
                    <a:pt x="105" y="4"/>
                  </a:lnTo>
                  <a:lnTo>
                    <a:pt x="105" y="4"/>
                  </a:lnTo>
                  <a:lnTo>
                    <a:pt x="104" y="38"/>
                  </a:lnTo>
                  <a:lnTo>
                    <a:pt x="100" y="71"/>
                  </a:lnTo>
                  <a:lnTo>
                    <a:pt x="94" y="104"/>
                  </a:lnTo>
                  <a:lnTo>
                    <a:pt x="88" y="137"/>
                  </a:lnTo>
                  <a:lnTo>
                    <a:pt x="81" y="170"/>
                  </a:lnTo>
                  <a:lnTo>
                    <a:pt x="74" y="203"/>
                  </a:lnTo>
                  <a:lnTo>
                    <a:pt x="58" y="268"/>
                  </a:lnTo>
                  <a:lnTo>
                    <a:pt x="58" y="268"/>
                  </a:lnTo>
                  <a:lnTo>
                    <a:pt x="47" y="324"/>
                  </a:lnTo>
                  <a:lnTo>
                    <a:pt x="40" y="352"/>
                  </a:lnTo>
                  <a:lnTo>
                    <a:pt x="37" y="366"/>
                  </a:lnTo>
                  <a:lnTo>
                    <a:pt x="31" y="379"/>
                  </a:lnTo>
                  <a:lnTo>
                    <a:pt x="31" y="379"/>
                  </a:lnTo>
                  <a:lnTo>
                    <a:pt x="29" y="385"/>
                  </a:lnTo>
                  <a:lnTo>
                    <a:pt x="28" y="393"/>
                  </a:lnTo>
                  <a:lnTo>
                    <a:pt x="26" y="406"/>
                  </a:lnTo>
                  <a:lnTo>
                    <a:pt x="25" y="419"/>
                  </a:lnTo>
                  <a:lnTo>
                    <a:pt x="22" y="433"/>
                  </a:lnTo>
                  <a:lnTo>
                    <a:pt x="22" y="433"/>
                  </a:lnTo>
                  <a:lnTo>
                    <a:pt x="13" y="467"/>
                  </a:lnTo>
                  <a:lnTo>
                    <a:pt x="8" y="483"/>
                  </a:lnTo>
                  <a:lnTo>
                    <a:pt x="1" y="500"/>
                  </a:lnTo>
                  <a:lnTo>
                    <a:pt x="1" y="500"/>
                  </a:lnTo>
                  <a:lnTo>
                    <a:pt x="0" y="502"/>
                  </a:lnTo>
                  <a:lnTo>
                    <a:pt x="0" y="504"/>
                  </a:lnTo>
                  <a:lnTo>
                    <a:pt x="3" y="506"/>
                  </a:lnTo>
                  <a:lnTo>
                    <a:pt x="5" y="507"/>
                  </a:lnTo>
                  <a:lnTo>
                    <a:pt x="7" y="507"/>
                  </a:lnTo>
                  <a:lnTo>
                    <a:pt x="8" y="506"/>
                  </a:lnTo>
                  <a:lnTo>
                    <a:pt x="10" y="505"/>
                  </a:lnTo>
                  <a:lnTo>
                    <a:pt x="10" y="505"/>
                  </a:lnTo>
                  <a:lnTo>
                    <a:pt x="20" y="479"/>
                  </a:lnTo>
                  <a:lnTo>
                    <a:pt x="25" y="465"/>
                  </a:lnTo>
                  <a:lnTo>
                    <a:pt x="29" y="451"/>
                  </a:lnTo>
                  <a:lnTo>
                    <a:pt x="32" y="437"/>
                  </a:lnTo>
                  <a:lnTo>
                    <a:pt x="36" y="424"/>
                  </a:lnTo>
                  <a:lnTo>
                    <a:pt x="38" y="409"/>
                  </a:lnTo>
                  <a:lnTo>
                    <a:pt x="39" y="396"/>
                  </a:lnTo>
                  <a:lnTo>
                    <a:pt x="39" y="396"/>
                  </a:lnTo>
                  <a:lnTo>
                    <a:pt x="40" y="387"/>
                  </a:lnTo>
                  <a:lnTo>
                    <a:pt x="41" y="380"/>
                  </a:lnTo>
                  <a:lnTo>
                    <a:pt x="45" y="365"/>
                  </a:lnTo>
                  <a:lnTo>
                    <a:pt x="55" y="335"/>
                  </a:lnTo>
                  <a:lnTo>
                    <a:pt x="55" y="335"/>
                  </a:lnTo>
                  <a:lnTo>
                    <a:pt x="59" y="319"/>
                  </a:lnTo>
                  <a:lnTo>
                    <a:pt x="62" y="303"/>
                  </a:lnTo>
                  <a:lnTo>
                    <a:pt x="64" y="286"/>
                  </a:lnTo>
                  <a:lnTo>
                    <a:pt x="68" y="271"/>
                  </a:lnTo>
                  <a:lnTo>
                    <a:pt x="68" y="271"/>
                  </a:lnTo>
                  <a:lnTo>
                    <a:pt x="82" y="206"/>
                  </a:lnTo>
                  <a:lnTo>
                    <a:pt x="96" y="142"/>
                  </a:lnTo>
                  <a:lnTo>
                    <a:pt x="103" y="109"/>
                  </a:lnTo>
                  <a:lnTo>
                    <a:pt x="109" y="76"/>
                  </a:lnTo>
                  <a:lnTo>
                    <a:pt x="112" y="43"/>
                  </a:lnTo>
                  <a:lnTo>
                    <a:pt x="114" y="10"/>
                  </a:lnTo>
                  <a:lnTo>
                    <a:pt x="114" y="10"/>
                  </a:lnTo>
                  <a:lnTo>
                    <a:pt x="114" y="9"/>
                  </a:lnTo>
                  <a:lnTo>
                    <a:pt x="114" y="4"/>
                  </a:lnTo>
                  <a:close/>
                </a:path>
              </a:pathLst>
            </a:custGeom>
            <a:grpFill/>
            <a:ln>
              <a:solidFill>
                <a:schemeClr val="accent1">
                  <a:lumMod val="75000"/>
                  <a:alpha val="0"/>
                </a:schemeClr>
              </a:solidFill>
            </a:ln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304" name="Freeform 920"/>
            <p:cNvSpPr/>
            <p:nvPr>
              <p:custDataLst>
                <p:tags r:id="rId20"/>
              </p:custDataLst>
            </p:nvPr>
          </p:nvSpPr>
          <p:spPr bwMode="auto">
            <a:xfrm>
              <a:off x="3857625" y="1504950"/>
              <a:ext cx="33338" cy="190500"/>
            </a:xfrm>
            <a:custGeom>
              <a:avLst/>
              <a:gdLst/>
              <a:ahLst/>
              <a:cxnLst>
                <a:cxn ang="0">
                  <a:pos x="54" y="2"/>
                </a:cxn>
                <a:cxn ang="0">
                  <a:pos x="48" y="11"/>
                </a:cxn>
                <a:cxn ang="0">
                  <a:pos x="45" y="24"/>
                </a:cxn>
                <a:cxn ang="0">
                  <a:pos x="46" y="44"/>
                </a:cxn>
                <a:cxn ang="0">
                  <a:pos x="46" y="50"/>
                </a:cxn>
                <a:cxn ang="0">
                  <a:pos x="42" y="74"/>
                </a:cxn>
                <a:cxn ang="0">
                  <a:pos x="31" y="123"/>
                </a:cxn>
                <a:cxn ang="0">
                  <a:pos x="29" y="147"/>
                </a:cxn>
                <a:cxn ang="0">
                  <a:pos x="28" y="162"/>
                </a:cxn>
                <a:cxn ang="0">
                  <a:pos x="24" y="206"/>
                </a:cxn>
                <a:cxn ang="0">
                  <a:pos x="13" y="265"/>
                </a:cxn>
                <a:cxn ang="0">
                  <a:pos x="11" y="275"/>
                </a:cxn>
                <a:cxn ang="0">
                  <a:pos x="9" y="306"/>
                </a:cxn>
                <a:cxn ang="0">
                  <a:pos x="8" y="319"/>
                </a:cxn>
                <a:cxn ang="0">
                  <a:pos x="0" y="354"/>
                </a:cxn>
                <a:cxn ang="0">
                  <a:pos x="0" y="356"/>
                </a:cxn>
                <a:cxn ang="0">
                  <a:pos x="4" y="360"/>
                </a:cxn>
                <a:cxn ang="0">
                  <a:pos x="7" y="360"/>
                </a:cxn>
                <a:cxn ang="0">
                  <a:pos x="9" y="357"/>
                </a:cxn>
                <a:cxn ang="0">
                  <a:pos x="16" y="325"/>
                </a:cxn>
                <a:cxn ang="0">
                  <a:pos x="19" y="292"/>
                </a:cxn>
                <a:cxn ang="0">
                  <a:pos x="20" y="280"/>
                </a:cxn>
                <a:cxn ang="0">
                  <a:pos x="27" y="240"/>
                </a:cxn>
                <a:cxn ang="0">
                  <a:pos x="35" y="201"/>
                </a:cxn>
                <a:cxn ang="0">
                  <a:pos x="37" y="188"/>
                </a:cxn>
                <a:cxn ang="0">
                  <a:pos x="38" y="161"/>
                </a:cxn>
                <a:cxn ang="0">
                  <a:pos x="40" y="133"/>
                </a:cxn>
                <a:cxn ang="0">
                  <a:pos x="44" y="109"/>
                </a:cxn>
                <a:cxn ang="0">
                  <a:pos x="50" y="85"/>
                </a:cxn>
                <a:cxn ang="0">
                  <a:pos x="57" y="53"/>
                </a:cxn>
                <a:cxn ang="0">
                  <a:pos x="57" y="43"/>
                </a:cxn>
                <a:cxn ang="0">
                  <a:pos x="56" y="24"/>
                </a:cxn>
                <a:cxn ang="0">
                  <a:pos x="56" y="15"/>
                </a:cxn>
                <a:cxn ang="0">
                  <a:pos x="60" y="8"/>
                </a:cxn>
                <a:cxn ang="0">
                  <a:pos x="62" y="7"/>
                </a:cxn>
                <a:cxn ang="0">
                  <a:pos x="62" y="3"/>
                </a:cxn>
                <a:cxn ang="0">
                  <a:pos x="58" y="0"/>
                </a:cxn>
                <a:cxn ang="0">
                  <a:pos x="54" y="2"/>
                </a:cxn>
              </a:cxnLst>
              <a:rect l="0" t="0" r="r" b="b"/>
              <a:pathLst>
                <a:path w="62" h="360">
                  <a:moveTo>
                    <a:pt x="54" y="2"/>
                  </a:moveTo>
                  <a:lnTo>
                    <a:pt x="54" y="2"/>
                  </a:lnTo>
                  <a:lnTo>
                    <a:pt x="50" y="6"/>
                  </a:lnTo>
                  <a:lnTo>
                    <a:pt x="48" y="11"/>
                  </a:lnTo>
                  <a:lnTo>
                    <a:pt x="46" y="17"/>
                  </a:lnTo>
                  <a:lnTo>
                    <a:pt x="45" y="24"/>
                  </a:lnTo>
                  <a:lnTo>
                    <a:pt x="46" y="38"/>
                  </a:lnTo>
                  <a:lnTo>
                    <a:pt x="46" y="44"/>
                  </a:lnTo>
                  <a:lnTo>
                    <a:pt x="46" y="50"/>
                  </a:lnTo>
                  <a:lnTo>
                    <a:pt x="46" y="50"/>
                  </a:lnTo>
                  <a:lnTo>
                    <a:pt x="44" y="62"/>
                  </a:lnTo>
                  <a:lnTo>
                    <a:pt x="42" y="74"/>
                  </a:lnTo>
                  <a:lnTo>
                    <a:pt x="36" y="99"/>
                  </a:lnTo>
                  <a:lnTo>
                    <a:pt x="31" y="123"/>
                  </a:lnTo>
                  <a:lnTo>
                    <a:pt x="29" y="135"/>
                  </a:lnTo>
                  <a:lnTo>
                    <a:pt x="29" y="147"/>
                  </a:lnTo>
                  <a:lnTo>
                    <a:pt x="29" y="147"/>
                  </a:lnTo>
                  <a:lnTo>
                    <a:pt x="28" y="162"/>
                  </a:lnTo>
                  <a:lnTo>
                    <a:pt x="27" y="177"/>
                  </a:lnTo>
                  <a:lnTo>
                    <a:pt x="24" y="206"/>
                  </a:lnTo>
                  <a:lnTo>
                    <a:pt x="19" y="236"/>
                  </a:lnTo>
                  <a:lnTo>
                    <a:pt x="13" y="265"/>
                  </a:lnTo>
                  <a:lnTo>
                    <a:pt x="13" y="265"/>
                  </a:lnTo>
                  <a:lnTo>
                    <a:pt x="11" y="275"/>
                  </a:lnTo>
                  <a:lnTo>
                    <a:pt x="10" y="286"/>
                  </a:lnTo>
                  <a:lnTo>
                    <a:pt x="9" y="306"/>
                  </a:lnTo>
                  <a:lnTo>
                    <a:pt x="9" y="306"/>
                  </a:lnTo>
                  <a:lnTo>
                    <a:pt x="8" y="319"/>
                  </a:lnTo>
                  <a:lnTo>
                    <a:pt x="5" y="331"/>
                  </a:lnTo>
                  <a:lnTo>
                    <a:pt x="0" y="354"/>
                  </a:lnTo>
                  <a:lnTo>
                    <a:pt x="0" y="354"/>
                  </a:lnTo>
                  <a:lnTo>
                    <a:pt x="0" y="356"/>
                  </a:lnTo>
                  <a:lnTo>
                    <a:pt x="1" y="358"/>
                  </a:lnTo>
                  <a:lnTo>
                    <a:pt x="4" y="360"/>
                  </a:lnTo>
                  <a:lnTo>
                    <a:pt x="6" y="360"/>
                  </a:lnTo>
                  <a:lnTo>
                    <a:pt x="7" y="360"/>
                  </a:lnTo>
                  <a:lnTo>
                    <a:pt x="8" y="359"/>
                  </a:lnTo>
                  <a:lnTo>
                    <a:pt x="9" y="357"/>
                  </a:lnTo>
                  <a:lnTo>
                    <a:pt x="9" y="357"/>
                  </a:lnTo>
                  <a:lnTo>
                    <a:pt x="16" y="325"/>
                  </a:lnTo>
                  <a:lnTo>
                    <a:pt x="18" y="309"/>
                  </a:lnTo>
                  <a:lnTo>
                    <a:pt x="19" y="292"/>
                  </a:lnTo>
                  <a:lnTo>
                    <a:pt x="19" y="292"/>
                  </a:lnTo>
                  <a:lnTo>
                    <a:pt x="20" y="280"/>
                  </a:lnTo>
                  <a:lnTo>
                    <a:pt x="22" y="266"/>
                  </a:lnTo>
                  <a:lnTo>
                    <a:pt x="27" y="240"/>
                  </a:lnTo>
                  <a:lnTo>
                    <a:pt x="33" y="215"/>
                  </a:lnTo>
                  <a:lnTo>
                    <a:pt x="35" y="201"/>
                  </a:lnTo>
                  <a:lnTo>
                    <a:pt x="37" y="188"/>
                  </a:lnTo>
                  <a:lnTo>
                    <a:pt x="37" y="188"/>
                  </a:lnTo>
                  <a:lnTo>
                    <a:pt x="38" y="174"/>
                  </a:lnTo>
                  <a:lnTo>
                    <a:pt x="38" y="161"/>
                  </a:lnTo>
                  <a:lnTo>
                    <a:pt x="39" y="146"/>
                  </a:lnTo>
                  <a:lnTo>
                    <a:pt x="40" y="133"/>
                  </a:lnTo>
                  <a:lnTo>
                    <a:pt x="40" y="133"/>
                  </a:lnTo>
                  <a:lnTo>
                    <a:pt x="44" y="109"/>
                  </a:lnTo>
                  <a:lnTo>
                    <a:pt x="50" y="85"/>
                  </a:lnTo>
                  <a:lnTo>
                    <a:pt x="50" y="85"/>
                  </a:lnTo>
                  <a:lnTo>
                    <a:pt x="55" y="65"/>
                  </a:lnTo>
                  <a:lnTo>
                    <a:pt x="57" y="53"/>
                  </a:lnTo>
                  <a:lnTo>
                    <a:pt x="57" y="43"/>
                  </a:lnTo>
                  <a:lnTo>
                    <a:pt x="57" y="43"/>
                  </a:lnTo>
                  <a:lnTo>
                    <a:pt x="56" y="34"/>
                  </a:lnTo>
                  <a:lnTo>
                    <a:pt x="56" y="24"/>
                  </a:lnTo>
                  <a:lnTo>
                    <a:pt x="56" y="19"/>
                  </a:lnTo>
                  <a:lnTo>
                    <a:pt x="56" y="15"/>
                  </a:lnTo>
                  <a:lnTo>
                    <a:pt x="58" y="11"/>
                  </a:lnTo>
                  <a:lnTo>
                    <a:pt x="60" y="8"/>
                  </a:lnTo>
                  <a:lnTo>
                    <a:pt x="60" y="8"/>
                  </a:lnTo>
                  <a:lnTo>
                    <a:pt x="62" y="7"/>
                  </a:lnTo>
                  <a:lnTo>
                    <a:pt x="62" y="5"/>
                  </a:lnTo>
                  <a:lnTo>
                    <a:pt x="62" y="3"/>
                  </a:lnTo>
                  <a:lnTo>
                    <a:pt x="61" y="2"/>
                  </a:lnTo>
                  <a:lnTo>
                    <a:pt x="58" y="0"/>
                  </a:lnTo>
                  <a:lnTo>
                    <a:pt x="56" y="1"/>
                  </a:lnTo>
                  <a:lnTo>
                    <a:pt x="54" y="2"/>
                  </a:lnTo>
                  <a:lnTo>
                    <a:pt x="54" y="2"/>
                  </a:lnTo>
                  <a:close/>
                </a:path>
              </a:pathLst>
            </a:custGeom>
            <a:grpFill/>
            <a:ln>
              <a:solidFill>
                <a:schemeClr val="accent1">
                  <a:lumMod val="75000"/>
                  <a:alpha val="0"/>
                </a:schemeClr>
              </a:solidFill>
            </a:ln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305" name="Freeform 921"/>
            <p:cNvSpPr/>
            <p:nvPr>
              <p:custDataLst>
                <p:tags r:id="rId21"/>
              </p:custDataLst>
            </p:nvPr>
          </p:nvSpPr>
          <p:spPr bwMode="auto">
            <a:xfrm>
              <a:off x="3883025" y="1544638"/>
              <a:ext cx="22225" cy="130175"/>
            </a:xfrm>
            <a:custGeom>
              <a:avLst/>
              <a:gdLst/>
              <a:ahLst/>
              <a:cxnLst>
                <a:cxn ang="0">
                  <a:pos x="33" y="4"/>
                </a:cxn>
                <a:cxn ang="0">
                  <a:pos x="33" y="4"/>
                </a:cxn>
                <a:cxn ang="0">
                  <a:pos x="33" y="37"/>
                </a:cxn>
                <a:cxn ang="0">
                  <a:pos x="29" y="69"/>
                </a:cxn>
                <a:cxn ang="0">
                  <a:pos x="25" y="101"/>
                </a:cxn>
                <a:cxn ang="0">
                  <a:pos x="23" y="117"/>
                </a:cxn>
                <a:cxn ang="0">
                  <a:pos x="19" y="133"/>
                </a:cxn>
                <a:cxn ang="0">
                  <a:pos x="19" y="133"/>
                </a:cxn>
                <a:cxn ang="0">
                  <a:pos x="13" y="156"/>
                </a:cxn>
                <a:cxn ang="0">
                  <a:pos x="11" y="167"/>
                </a:cxn>
                <a:cxn ang="0">
                  <a:pos x="10" y="179"/>
                </a:cxn>
                <a:cxn ang="0">
                  <a:pos x="10" y="179"/>
                </a:cxn>
                <a:cxn ang="0">
                  <a:pos x="8" y="194"/>
                </a:cxn>
                <a:cxn ang="0">
                  <a:pos x="5" y="210"/>
                </a:cxn>
                <a:cxn ang="0">
                  <a:pos x="2" y="225"/>
                </a:cxn>
                <a:cxn ang="0">
                  <a:pos x="0" y="242"/>
                </a:cxn>
                <a:cxn ang="0">
                  <a:pos x="0" y="242"/>
                </a:cxn>
                <a:cxn ang="0">
                  <a:pos x="0" y="244"/>
                </a:cxn>
                <a:cxn ang="0">
                  <a:pos x="1" y="245"/>
                </a:cxn>
                <a:cxn ang="0">
                  <a:pos x="3" y="246"/>
                </a:cxn>
                <a:cxn ang="0">
                  <a:pos x="4" y="246"/>
                </a:cxn>
                <a:cxn ang="0">
                  <a:pos x="6" y="246"/>
                </a:cxn>
                <a:cxn ang="0">
                  <a:pos x="8" y="245"/>
                </a:cxn>
                <a:cxn ang="0">
                  <a:pos x="9" y="244"/>
                </a:cxn>
                <a:cxn ang="0">
                  <a:pos x="9" y="242"/>
                </a:cxn>
                <a:cxn ang="0">
                  <a:pos x="9" y="242"/>
                </a:cxn>
                <a:cxn ang="0">
                  <a:pos x="11" y="227"/>
                </a:cxn>
                <a:cxn ang="0">
                  <a:pos x="14" y="214"/>
                </a:cxn>
                <a:cxn ang="0">
                  <a:pos x="17" y="199"/>
                </a:cxn>
                <a:cxn ang="0">
                  <a:pos x="18" y="193"/>
                </a:cxn>
                <a:cxn ang="0">
                  <a:pos x="18" y="186"/>
                </a:cxn>
                <a:cxn ang="0">
                  <a:pos x="18" y="186"/>
                </a:cxn>
                <a:cxn ang="0">
                  <a:pos x="19" y="177"/>
                </a:cxn>
                <a:cxn ang="0">
                  <a:pos x="20" y="169"/>
                </a:cxn>
                <a:cxn ang="0">
                  <a:pos x="24" y="152"/>
                </a:cxn>
                <a:cxn ang="0">
                  <a:pos x="28" y="135"/>
                </a:cxn>
                <a:cxn ang="0">
                  <a:pos x="32" y="119"/>
                </a:cxn>
                <a:cxn ang="0">
                  <a:pos x="32" y="119"/>
                </a:cxn>
                <a:cxn ang="0">
                  <a:pos x="37" y="90"/>
                </a:cxn>
                <a:cxn ang="0">
                  <a:pos x="40" y="62"/>
                </a:cxn>
                <a:cxn ang="0">
                  <a:pos x="42" y="33"/>
                </a:cxn>
                <a:cxn ang="0">
                  <a:pos x="42" y="4"/>
                </a:cxn>
                <a:cxn ang="0">
                  <a:pos x="42" y="4"/>
                </a:cxn>
                <a:cxn ang="0">
                  <a:pos x="42" y="2"/>
                </a:cxn>
                <a:cxn ang="0">
                  <a:pos x="41" y="1"/>
                </a:cxn>
                <a:cxn ang="0">
                  <a:pos x="39" y="0"/>
                </a:cxn>
                <a:cxn ang="0">
                  <a:pos x="38" y="0"/>
                </a:cxn>
                <a:cxn ang="0">
                  <a:pos x="36" y="0"/>
                </a:cxn>
                <a:cxn ang="0">
                  <a:pos x="35" y="1"/>
                </a:cxn>
                <a:cxn ang="0">
                  <a:pos x="34" y="2"/>
                </a:cxn>
                <a:cxn ang="0">
                  <a:pos x="33" y="4"/>
                </a:cxn>
                <a:cxn ang="0">
                  <a:pos x="33" y="4"/>
                </a:cxn>
              </a:cxnLst>
              <a:rect l="0" t="0" r="r" b="b"/>
              <a:pathLst>
                <a:path w="42" h="246">
                  <a:moveTo>
                    <a:pt x="33" y="4"/>
                  </a:moveTo>
                  <a:lnTo>
                    <a:pt x="33" y="4"/>
                  </a:lnTo>
                  <a:lnTo>
                    <a:pt x="33" y="37"/>
                  </a:lnTo>
                  <a:lnTo>
                    <a:pt x="29" y="69"/>
                  </a:lnTo>
                  <a:lnTo>
                    <a:pt x="25" y="101"/>
                  </a:lnTo>
                  <a:lnTo>
                    <a:pt x="23" y="117"/>
                  </a:lnTo>
                  <a:lnTo>
                    <a:pt x="19" y="133"/>
                  </a:lnTo>
                  <a:lnTo>
                    <a:pt x="19" y="133"/>
                  </a:lnTo>
                  <a:lnTo>
                    <a:pt x="13" y="156"/>
                  </a:lnTo>
                  <a:lnTo>
                    <a:pt x="11" y="167"/>
                  </a:lnTo>
                  <a:lnTo>
                    <a:pt x="10" y="179"/>
                  </a:lnTo>
                  <a:lnTo>
                    <a:pt x="10" y="179"/>
                  </a:lnTo>
                  <a:lnTo>
                    <a:pt x="8" y="194"/>
                  </a:lnTo>
                  <a:lnTo>
                    <a:pt x="5" y="210"/>
                  </a:lnTo>
                  <a:lnTo>
                    <a:pt x="2" y="225"/>
                  </a:lnTo>
                  <a:lnTo>
                    <a:pt x="0" y="242"/>
                  </a:lnTo>
                  <a:lnTo>
                    <a:pt x="0" y="242"/>
                  </a:lnTo>
                  <a:lnTo>
                    <a:pt x="0" y="244"/>
                  </a:lnTo>
                  <a:lnTo>
                    <a:pt x="1" y="245"/>
                  </a:lnTo>
                  <a:lnTo>
                    <a:pt x="3" y="246"/>
                  </a:lnTo>
                  <a:lnTo>
                    <a:pt x="4" y="246"/>
                  </a:lnTo>
                  <a:lnTo>
                    <a:pt x="6" y="246"/>
                  </a:lnTo>
                  <a:lnTo>
                    <a:pt x="8" y="245"/>
                  </a:lnTo>
                  <a:lnTo>
                    <a:pt x="9" y="244"/>
                  </a:lnTo>
                  <a:lnTo>
                    <a:pt x="9" y="242"/>
                  </a:lnTo>
                  <a:lnTo>
                    <a:pt x="9" y="242"/>
                  </a:lnTo>
                  <a:lnTo>
                    <a:pt x="11" y="227"/>
                  </a:lnTo>
                  <a:lnTo>
                    <a:pt x="14" y="214"/>
                  </a:lnTo>
                  <a:lnTo>
                    <a:pt x="17" y="199"/>
                  </a:lnTo>
                  <a:lnTo>
                    <a:pt x="18" y="193"/>
                  </a:lnTo>
                  <a:lnTo>
                    <a:pt x="18" y="186"/>
                  </a:lnTo>
                  <a:lnTo>
                    <a:pt x="18" y="186"/>
                  </a:lnTo>
                  <a:lnTo>
                    <a:pt x="19" y="177"/>
                  </a:lnTo>
                  <a:lnTo>
                    <a:pt x="20" y="169"/>
                  </a:lnTo>
                  <a:lnTo>
                    <a:pt x="24" y="152"/>
                  </a:lnTo>
                  <a:lnTo>
                    <a:pt x="28" y="135"/>
                  </a:lnTo>
                  <a:lnTo>
                    <a:pt x="32" y="119"/>
                  </a:lnTo>
                  <a:lnTo>
                    <a:pt x="32" y="119"/>
                  </a:lnTo>
                  <a:lnTo>
                    <a:pt x="37" y="90"/>
                  </a:lnTo>
                  <a:lnTo>
                    <a:pt x="40" y="62"/>
                  </a:lnTo>
                  <a:lnTo>
                    <a:pt x="42" y="33"/>
                  </a:lnTo>
                  <a:lnTo>
                    <a:pt x="42" y="4"/>
                  </a:lnTo>
                  <a:lnTo>
                    <a:pt x="42" y="4"/>
                  </a:lnTo>
                  <a:lnTo>
                    <a:pt x="42" y="2"/>
                  </a:lnTo>
                  <a:lnTo>
                    <a:pt x="41" y="1"/>
                  </a:lnTo>
                  <a:lnTo>
                    <a:pt x="39" y="0"/>
                  </a:lnTo>
                  <a:lnTo>
                    <a:pt x="38" y="0"/>
                  </a:lnTo>
                  <a:lnTo>
                    <a:pt x="36" y="0"/>
                  </a:lnTo>
                  <a:lnTo>
                    <a:pt x="35" y="1"/>
                  </a:lnTo>
                  <a:lnTo>
                    <a:pt x="34" y="2"/>
                  </a:lnTo>
                  <a:lnTo>
                    <a:pt x="33" y="4"/>
                  </a:lnTo>
                  <a:lnTo>
                    <a:pt x="33" y="4"/>
                  </a:lnTo>
                  <a:close/>
                </a:path>
              </a:pathLst>
            </a:custGeom>
            <a:grpFill/>
            <a:ln>
              <a:solidFill>
                <a:schemeClr val="accent1">
                  <a:lumMod val="75000"/>
                  <a:alpha val="0"/>
                </a:schemeClr>
              </a:solidFill>
            </a:ln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306" name="Freeform 922"/>
            <p:cNvSpPr/>
            <p:nvPr>
              <p:custDataLst>
                <p:tags r:id="rId22"/>
              </p:custDataLst>
            </p:nvPr>
          </p:nvSpPr>
          <p:spPr bwMode="auto">
            <a:xfrm>
              <a:off x="3454400" y="1239838"/>
              <a:ext cx="25400" cy="65088"/>
            </a:xfrm>
            <a:custGeom>
              <a:avLst/>
              <a:gdLst/>
              <a:ahLst/>
              <a:cxnLst>
                <a:cxn ang="0">
                  <a:pos x="38" y="4"/>
                </a:cxn>
                <a:cxn ang="0">
                  <a:pos x="38" y="4"/>
                </a:cxn>
                <a:cxn ang="0">
                  <a:pos x="37" y="12"/>
                </a:cxn>
                <a:cxn ang="0">
                  <a:pos x="36" y="19"/>
                </a:cxn>
                <a:cxn ang="0">
                  <a:pos x="31" y="34"/>
                </a:cxn>
                <a:cxn ang="0">
                  <a:pos x="26" y="47"/>
                </a:cxn>
                <a:cxn ang="0">
                  <a:pos x="18" y="62"/>
                </a:cxn>
                <a:cxn ang="0">
                  <a:pos x="12" y="75"/>
                </a:cxn>
                <a:cxn ang="0">
                  <a:pos x="6" y="89"/>
                </a:cxn>
                <a:cxn ang="0">
                  <a:pos x="2" y="103"/>
                </a:cxn>
                <a:cxn ang="0">
                  <a:pos x="1" y="110"/>
                </a:cxn>
                <a:cxn ang="0">
                  <a:pos x="0" y="117"/>
                </a:cxn>
                <a:cxn ang="0">
                  <a:pos x="0" y="117"/>
                </a:cxn>
                <a:cxn ang="0">
                  <a:pos x="0" y="120"/>
                </a:cxn>
                <a:cxn ang="0">
                  <a:pos x="1" y="122"/>
                </a:cxn>
                <a:cxn ang="0">
                  <a:pos x="3" y="123"/>
                </a:cxn>
                <a:cxn ang="0">
                  <a:pos x="4" y="123"/>
                </a:cxn>
                <a:cxn ang="0">
                  <a:pos x="6" y="123"/>
                </a:cxn>
                <a:cxn ang="0">
                  <a:pos x="8" y="122"/>
                </a:cxn>
                <a:cxn ang="0">
                  <a:pos x="9" y="120"/>
                </a:cxn>
                <a:cxn ang="0">
                  <a:pos x="9" y="117"/>
                </a:cxn>
                <a:cxn ang="0">
                  <a:pos x="9" y="117"/>
                </a:cxn>
                <a:cxn ang="0">
                  <a:pos x="10" y="109"/>
                </a:cxn>
                <a:cxn ang="0">
                  <a:pos x="12" y="101"/>
                </a:cxn>
                <a:cxn ang="0">
                  <a:pos x="15" y="94"/>
                </a:cxn>
                <a:cxn ang="0">
                  <a:pos x="19" y="86"/>
                </a:cxn>
                <a:cxn ang="0">
                  <a:pos x="27" y="73"/>
                </a:cxn>
                <a:cxn ang="0">
                  <a:pos x="30" y="65"/>
                </a:cxn>
                <a:cxn ang="0">
                  <a:pos x="33" y="58"/>
                </a:cxn>
                <a:cxn ang="0">
                  <a:pos x="33" y="58"/>
                </a:cxn>
                <a:cxn ang="0">
                  <a:pos x="42" y="32"/>
                </a:cxn>
                <a:cxn ang="0">
                  <a:pos x="45" y="18"/>
                </a:cxn>
                <a:cxn ang="0">
                  <a:pos x="47" y="4"/>
                </a:cxn>
                <a:cxn ang="0">
                  <a:pos x="47" y="4"/>
                </a:cxn>
                <a:cxn ang="0">
                  <a:pos x="47" y="2"/>
                </a:cxn>
                <a:cxn ang="0">
                  <a:pos x="46" y="1"/>
                </a:cxn>
                <a:cxn ang="0">
                  <a:pos x="44" y="0"/>
                </a:cxn>
                <a:cxn ang="0">
                  <a:pos x="43" y="0"/>
                </a:cxn>
                <a:cxn ang="0">
                  <a:pos x="41" y="0"/>
                </a:cxn>
                <a:cxn ang="0">
                  <a:pos x="39" y="1"/>
                </a:cxn>
                <a:cxn ang="0">
                  <a:pos x="38" y="2"/>
                </a:cxn>
                <a:cxn ang="0">
                  <a:pos x="38" y="4"/>
                </a:cxn>
                <a:cxn ang="0">
                  <a:pos x="38" y="4"/>
                </a:cxn>
              </a:cxnLst>
              <a:rect l="0" t="0" r="r" b="b"/>
              <a:pathLst>
                <a:path w="47" h="123">
                  <a:moveTo>
                    <a:pt x="38" y="4"/>
                  </a:moveTo>
                  <a:lnTo>
                    <a:pt x="38" y="4"/>
                  </a:lnTo>
                  <a:lnTo>
                    <a:pt x="37" y="12"/>
                  </a:lnTo>
                  <a:lnTo>
                    <a:pt x="36" y="19"/>
                  </a:lnTo>
                  <a:lnTo>
                    <a:pt x="31" y="34"/>
                  </a:lnTo>
                  <a:lnTo>
                    <a:pt x="26" y="47"/>
                  </a:lnTo>
                  <a:lnTo>
                    <a:pt x="18" y="62"/>
                  </a:lnTo>
                  <a:lnTo>
                    <a:pt x="12" y="75"/>
                  </a:lnTo>
                  <a:lnTo>
                    <a:pt x="6" y="89"/>
                  </a:lnTo>
                  <a:lnTo>
                    <a:pt x="2" y="103"/>
                  </a:lnTo>
                  <a:lnTo>
                    <a:pt x="1" y="110"/>
                  </a:lnTo>
                  <a:lnTo>
                    <a:pt x="0" y="117"/>
                  </a:lnTo>
                  <a:lnTo>
                    <a:pt x="0" y="117"/>
                  </a:lnTo>
                  <a:lnTo>
                    <a:pt x="0" y="120"/>
                  </a:lnTo>
                  <a:lnTo>
                    <a:pt x="1" y="122"/>
                  </a:lnTo>
                  <a:lnTo>
                    <a:pt x="3" y="123"/>
                  </a:lnTo>
                  <a:lnTo>
                    <a:pt x="4" y="123"/>
                  </a:lnTo>
                  <a:lnTo>
                    <a:pt x="6" y="123"/>
                  </a:lnTo>
                  <a:lnTo>
                    <a:pt x="8" y="122"/>
                  </a:lnTo>
                  <a:lnTo>
                    <a:pt x="9" y="120"/>
                  </a:lnTo>
                  <a:lnTo>
                    <a:pt x="9" y="117"/>
                  </a:lnTo>
                  <a:lnTo>
                    <a:pt x="9" y="117"/>
                  </a:lnTo>
                  <a:lnTo>
                    <a:pt x="10" y="109"/>
                  </a:lnTo>
                  <a:lnTo>
                    <a:pt x="12" y="101"/>
                  </a:lnTo>
                  <a:lnTo>
                    <a:pt x="15" y="94"/>
                  </a:lnTo>
                  <a:lnTo>
                    <a:pt x="19" y="86"/>
                  </a:lnTo>
                  <a:lnTo>
                    <a:pt x="27" y="73"/>
                  </a:lnTo>
                  <a:lnTo>
                    <a:pt x="30" y="65"/>
                  </a:lnTo>
                  <a:lnTo>
                    <a:pt x="33" y="58"/>
                  </a:lnTo>
                  <a:lnTo>
                    <a:pt x="33" y="58"/>
                  </a:lnTo>
                  <a:lnTo>
                    <a:pt x="42" y="32"/>
                  </a:lnTo>
                  <a:lnTo>
                    <a:pt x="45" y="18"/>
                  </a:lnTo>
                  <a:lnTo>
                    <a:pt x="47" y="4"/>
                  </a:lnTo>
                  <a:lnTo>
                    <a:pt x="47" y="4"/>
                  </a:lnTo>
                  <a:lnTo>
                    <a:pt x="47" y="2"/>
                  </a:lnTo>
                  <a:lnTo>
                    <a:pt x="46" y="1"/>
                  </a:lnTo>
                  <a:lnTo>
                    <a:pt x="44" y="0"/>
                  </a:lnTo>
                  <a:lnTo>
                    <a:pt x="43" y="0"/>
                  </a:lnTo>
                  <a:lnTo>
                    <a:pt x="41" y="0"/>
                  </a:lnTo>
                  <a:lnTo>
                    <a:pt x="39" y="1"/>
                  </a:lnTo>
                  <a:lnTo>
                    <a:pt x="38" y="2"/>
                  </a:lnTo>
                  <a:lnTo>
                    <a:pt x="38" y="4"/>
                  </a:lnTo>
                  <a:lnTo>
                    <a:pt x="38" y="4"/>
                  </a:lnTo>
                  <a:close/>
                </a:path>
              </a:pathLst>
            </a:custGeom>
            <a:grpFill/>
            <a:ln>
              <a:solidFill>
                <a:schemeClr val="accent1">
                  <a:lumMod val="75000"/>
                  <a:alpha val="0"/>
                </a:schemeClr>
              </a:solidFill>
            </a:ln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307" name="Freeform 923"/>
            <p:cNvSpPr/>
            <p:nvPr>
              <p:custDataLst>
                <p:tags r:id="rId23"/>
              </p:custDataLst>
            </p:nvPr>
          </p:nvSpPr>
          <p:spPr bwMode="auto">
            <a:xfrm>
              <a:off x="3471863" y="1241425"/>
              <a:ext cx="26988" cy="77788"/>
            </a:xfrm>
            <a:custGeom>
              <a:avLst/>
              <a:gdLst/>
              <a:ahLst/>
              <a:cxnLst>
                <a:cxn ang="0">
                  <a:pos x="43" y="5"/>
                </a:cxn>
                <a:cxn ang="0">
                  <a:pos x="43" y="5"/>
                </a:cxn>
                <a:cxn ang="0">
                  <a:pos x="42" y="13"/>
                </a:cxn>
                <a:cxn ang="0">
                  <a:pos x="40" y="23"/>
                </a:cxn>
                <a:cxn ang="0">
                  <a:pos x="35" y="40"/>
                </a:cxn>
                <a:cxn ang="0">
                  <a:pos x="29" y="57"/>
                </a:cxn>
                <a:cxn ang="0">
                  <a:pos x="21" y="73"/>
                </a:cxn>
                <a:cxn ang="0">
                  <a:pos x="14" y="91"/>
                </a:cxn>
                <a:cxn ang="0">
                  <a:pos x="7" y="107"/>
                </a:cxn>
                <a:cxn ang="0">
                  <a:pos x="3" y="125"/>
                </a:cxn>
                <a:cxn ang="0">
                  <a:pos x="1" y="133"/>
                </a:cxn>
                <a:cxn ang="0">
                  <a:pos x="0" y="142"/>
                </a:cxn>
                <a:cxn ang="0">
                  <a:pos x="0" y="142"/>
                </a:cxn>
                <a:cxn ang="0">
                  <a:pos x="1" y="144"/>
                </a:cxn>
                <a:cxn ang="0">
                  <a:pos x="1" y="145"/>
                </a:cxn>
                <a:cxn ang="0">
                  <a:pos x="3" y="146"/>
                </a:cxn>
                <a:cxn ang="0">
                  <a:pos x="5" y="146"/>
                </a:cxn>
                <a:cxn ang="0">
                  <a:pos x="6" y="146"/>
                </a:cxn>
                <a:cxn ang="0">
                  <a:pos x="8" y="145"/>
                </a:cxn>
                <a:cxn ang="0">
                  <a:pos x="9" y="144"/>
                </a:cxn>
                <a:cxn ang="0">
                  <a:pos x="9" y="142"/>
                </a:cxn>
                <a:cxn ang="0">
                  <a:pos x="9" y="142"/>
                </a:cxn>
                <a:cxn ang="0">
                  <a:pos x="10" y="133"/>
                </a:cxn>
                <a:cxn ang="0">
                  <a:pos x="12" y="125"/>
                </a:cxn>
                <a:cxn ang="0">
                  <a:pos x="17" y="107"/>
                </a:cxn>
                <a:cxn ang="0">
                  <a:pos x="24" y="91"/>
                </a:cxn>
                <a:cxn ang="0">
                  <a:pos x="31" y="73"/>
                </a:cxn>
                <a:cxn ang="0">
                  <a:pos x="38" y="57"/>
                </a:cxn>
                <a:cxn ang="0">
                  <a:pos x="44" y="40"/>
                </a:cxn>
                <a:cxn ang="0">
                  <a:pos x="49" y="23"/>
                </a:cxn>
                <a:cxn ang="0">
                  <a:pos x="51" y="13"/>
                </a:cxn>
                <a:cxn ang="0">
                  <a:pos x="52" y="5"/>
                </a:cxn>
                <a:cxn ang="0">
                  <a:pos x="52" y="5"/>
                </a:cxn>
                <a:cxn ang="0">
                  <a:pos x="51" y="3"/>
                </a:cxn>
                <a:cxn ang="0">
                  <a:pos x="51" y="2"/>
                </a:cxn>
                <a:cxn ang="0">
                  <a:pos x="49" y="1"/>
                </a:cxn>
                <a:cxn ang="0">
                  <a:pos x="47" y="0"/>
                </a:cxn>
                <a:cxn ang="0">
                  <a:pos x="44" y="2"/>
                </a:cxn>
                <a:cxn ang="0">
                  <a:pos x="43" y="3"/>
                </a:cxn>
                <a:cxn ang="0">
                  <a:pos x="43" y="5"/>
                </a:cxn>
                <a:cxn ang="0">
                  <a:pos x="43" y="5"/>
                </a:cxn>
              </a:cxnLst>
              <a:rect l="0" t="0" r="r" b="b"/>
              <a:pathLst>
                <a:path w="52" h="146">
                  <a:moveTo>
                    <a:pt x="43" y="5"/>
                  </a:moveTo>
                  <a:lnTo>
                    <a:pt x="43" y="5"/>
                  </a:lnTo>
                  <a:lnTo>
                    <a:pt x="42" y="13"/>
                  </a:lnTo>
                  <a:lnTo>
                    <a:pt x="40" y="23"/>
                  </a:lnTo>
                  <a:lnTo>
                    <a:pt x="35" y="40"/>
                  </a:lnTo>
                  <a:lnTo>
                    <a:pt x="29" y="57"/>
                  </a:lnTo>
                  <a:lnTo>
                    <a:pt x="21" y="73"/>
                  </a:lnTo>
                  <a:lnTo>
                    <a:pt x="14" y="91"/>
                  </a:lnTo>
                  <a:lnTo>
                    <a:pt x="7" y="107"/>
                  </a:lnTo>
                  <a:lnTo>
                    <a:pt x="3" y="125"/>
                  </a:lnTo>
                  <a:lnTo>
                    <a:pt x="1" y="133"/>
                  </a:lnTo>
                  <a:lnTo>
                    <a:pt x="0" y="142"/>
                  </a:lnTo>
                  <a:lnTo>
                    <a:pt x="0" y="142"/>
                  </a:lnTo>
                  <a:lnTo>
                    <a:pt x="1" y="144"/>
                  </a:lnTo>
                  <a:lnTo>
                    <a:pt x="1" y="145"/>
                  </a:lnTo>
                  <a:lnTo>
                    <a:pt x="3" y="146"/>
                  </a:lnTo>
                  <a:lnTo>
                    <a:pt x="5" y="146"/>
                  </a:lnTo>
                  <a:lnTo>
                    <a:pt x="6" y="146"/>
                  </a:lnTo>
                  <a:lnTo>
                    <a:pt x="8" y="145"/>
                  </a:lnTo>
                  <a:lnTo>
                    <a:pt x="9" y="144"/>
                  </a:lnTo>
                  <a:lnTo>
                    <a:pt x="9" y="142"/>
                  </a:lnTo>
                  <a:lnTo>
                    <a:pt x="9" y="142"/>
                  </a:lnTo>
                  <a:lnTo>
                    <a:pt x="10" y="133"/>
                  </a:lnTo>
                  <a:lnTo>
                    <a:pt x="12" y="125"/>
                  </a:lnTo>
                  <a:lnTo>
                    <a:pt x="17" y="107"/>
                  </a:lnTo>
                  <a:lnTo>
                    <a:pt x="24" y="91"/>
                  </a:lnTo>
                  <a:lnTo>
                    <a:pt x="31" y="73"/>
                  </a:lnTo>
                  <a:lnTo>
                    <a:pt x="38" y="57"/>
                  </a:lnTo>
                  <a:lnTo>
                    <a:pt x="44" y="40"/>
                  </a:lnTo>
                  <a:lnTo>
                    <a:pt x="49" y="23"/>
                  </a:lnTo>
                  <a:lnTo>
                    <a:pt x="51" y="13"/>
                  </a:lnTo>
                  <a:lnTo>
                    <a:pt x="52" y="5"/>
                  </a:lnTo>
                  <a:lnTo>
                    <a:pt x="52" y="5"/>
                  </a:lnTo>
                  <a:lnTo>
                    <a:pt x="51" y="3"/>
                  </a:lnTo>
                  <a:lnTo>
                    <a:pt x="51" y="2"/>
                  </a:lnTo>
                  <a:lnTo>
                    <a:pt x="49" y="1"/>
                  </a:lnTo>
                  <a:lnTo>
                    <a:pt x="47" y="0"/>
                  </a:lnTo>
                  <a:lnTo>
                    <a:pt x="44" y="2"/>
                  </a:lnTo>
                  <a:lnTo>
                    <a:pt x="43" y="3"/>
                  </a:lnTo>
                  <a:lnTo>
                    <a:pt x="43" y="5"/>
                  </a:lnTo>
                  <a:lnTo>
                    <a:pt x="43" y="5"/>
                  </a:lnTo>
                  <a:close/>
                </a:path>
              </a:pathLst>
            </a:custGeom>
            <a:grpFill/>
            <a:ln>
              <a:solidFill>
                <a:schemeClr val="accent1">
                  <a:lumMod val="75000"/>
                  <a:alpha val="0"/>
                </a:schemeClr>
              </a:solidFill>
            </a:ln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308" name="Freeform 924"/>
            <p:cNvSpPr/>
            <p:nvPr>
              <p:custDataLst>
                <p:tags r:id="rId24"/>
              </p:custDataLst>
            </p:nvPr>
          </p:nvSpPr>
          <p:spPr bwMode="auto">
            <a:xfrm>
              <a:off x="3497263" y="1241425"/>
              <a:ext cx="34925" cy="100013"/>
            </a:xfrm>
            <a:custGeom>
              <a:avLst/>
              <a:gdLst/>
              <a:ahLst/>
              <a:cxnLst>
                <a:cxn ang="0">
                  <a:pos x="57" y="4"/>
                </a:cxn>
                <a:cxn ang="0">
                  <a:pos x="54" y="12"/>
                </a:cxn>
                <a:cxn ang="0">
                  <a:pos x="50" y="20"/>
                </a:cxn>
                <a:cxn ang="0">
                  <a:pos x="47" y="31"/>
                </a:cxn>
                <a:cxn ang="0">
                  <a:pos x="45" y="42"/>
                </a:cxn>
                <a:cxn ang="0">
                  <a:pos x="30" y="86"/>
                </a:cxn>
                <a:cxn ang="0">
                  <a:pos x="24" y="99"/>
                </a:cxn>
                <a:cxn ang="0">
                  <a:pos x="12" y="128"/>
                </a:cxn>
                <a:cxn ang="0">
                  <a:pos x="9" y="138"/>
                </a:cxn>
                <a:cxn ang="0">
                  <a:pos x="7" y="149"/>
                </a:cxn>
                <a:cxn ang="0">
                  <a:pos x="6" y="167"/>
                </a:cxn>
                <a:cxn ang="0">
                  <a:pos x="4" y="179"/>
                </a:cxn>
                <a:cxn ang="0">
                  <a:pos x="1" y="182"/>
                </a:cxn>
                <a:cxn ang="0">
                  <a:pos x="0" y="185"/>
                </a:cxn>
                <a:cxn ang="0">
                  <a:pos x="1" y="188"/>
                </a:cxn>
                <a:cxn ang="0">
                  <a:pos x="6" y="189"/>
                </a:cxn>
                <a:cxn ang="0">
                  <a:pos x="9" y="189"/>
                </a:cxn>
                <a:cxn ang="0">
                  <a:pos x="15" y="179"/>
                </a:cxn>
                <a:cxn ang="0">
                  <a:pos x="16" y="167"/>
                </a:cxn>
                <a:cxn ang="0">
                  <a:pos x="15" y="159"/>
                </a:cxn>
                <a:cxn ang="0">
                  <a:pos x="17" y="142"/>
                </a:cxn>
                <a:cxn ang="0">
                  <a:pos x="25" y="119"/>
                </a:cxn>
                <a:cxn ang="0">
                  <a:pos x="32" y="103"/>
                </a:cxn>
                <a:cxn ang="0">
                  <a:pos x="42" y="80"/>
                </a:cxn>
                <a:cxn ang="0">
                  <a:pos x="49" y="58"/>
                </a:cxn>
                <a:cxn ang="0">
                  <a:pos x="57" y="30"/>
                </a:cxn>
                <a:cxn ang="0">
                  <a:pos x="59" y="24"/>
                </a:cxn>
                <a:cxn ang="0">
                  <a:pos x="64" y="12"/>
                </a:cxn>
                <a:cxn ang="0">
                  <a:pos x="66" y="6"/>
                </a:cxn>
                <a:cxn ang="0">
                  <a:pos x="65" y="2"/>
                </a:cxn>
                <a:cxn ang="0">
                  <a:pos x="61" y="0"/>
                </a:cxn>
                <a:cxn ang="0">
                  <a:pos x="58" y="2"/>
                </a:cxn>
                <a:cxn ang="0">
                  <a:pos x="57" y="4"/>
                </a:cxn>
              </a:cxnLst>
              <a:rect l="0" t="0" r="r" b="b"/>
              <a:pathLst>
                <a:path w="66" h="190">
                  <a:moveTo>
                    <a:pt x="57" y="4"/>
                  </a:moveTo>
                  <a:lnTo>
                    <a:pt x="57" y="4"/>
                  </a:lnTo>
                  <a:lnTo>
                    <a:pt x="56" y="8"/>
                  </a:lnTo>
                  <a:lnTo>
                    <a:pt x="54" y="12"/>
                  </a:lnTo>
                  <a:lnTo>
                    <a:pt x="50" y="20"/>
                  </a:lnTo>
                  <a:lnTo>
                    <a:pt x="50" y="20"/>
                  </a:lnTo>
                  <a:lnTo>
                    <a:pt x="48" y="26"/>
                  </a:lnTo>
                  <a:lnTo>
                    <a:pt x="47" y="31"/>
                  </a:lnTo>
                  <a:lnTo>
                    <a:pt x="45" y="42"/>
                  </a:lnTo>
                  <a:lnTo>
                    <a:pt x="45" y="42"/>
                  </a:lnTo>
                  <a:lnTo>
                    <a:pt x="35" y="71"/>
                  </a:lnTo>
                  <a:lnTo>
                    <a:pt x="30" y="86"/>
                  </a:lnTo>
                  <a:lnTo>
                    <a:pt x="24" y="99"/>
                  </a:lnTo>
                  <a:lnTo>
                    <a:pt x="24" y="99"/>
                  </a:lnTo>
                  <a:lnTo>
                    <a:pt x="15" y="118"/>
                  </a:lnTo>
                  <a:lnTo>
                    <a:pt x="12" y="128"/>
                  </a:lnTo>
                  <a:lnTo>
                    <a:pt x="9" y="138"/>
                  </a:lnTo>
                  <a:lnTo>
                    <a:pt x="9" y="138"/>
                  </a:lnTo>
                  <a:lnTo>
                    <a:pt x="7" y="142"/>
                  </a:lnTo>
                  <a:lnTo>
                    <a:pt x="7" y="149"/>
                  </a:lnTo>
                  <a:lnTo>
                    <a:pt x="6" y="161"/>
                  </a:lnTo>
                  <a:lnTo>
                    <a:pt x="6" y="167"/>
                  </a:lnTo>
                  <a:lnTo>
                    <a:pt x="5" y="173"/>
                  </a:lnTo>
                  <a:lnTo>
                    <a:pt x="4" y="179"/>
                  </a:lnTo>
                  <a:lnTo>
                    <a:pt x="1" y="182"/>
                  </a:lnTo>
                  <a:lnTo>
                    <a:pt x="1" y="182"/>
                  </a:lnTo>
                  <a:lnTo>
                    <a:pt x="0" y="184"/>
                  </a:lnTo>
                  <a:lnTo>
                    <a:pt x="0" y="185"/>
                  </a:lnTo>
                  <a:lnTo>
                    <a:pt x="0" y="187"/>
                  </a:lnTo>
                  <a:lnTo>
                    <a:pt x="1" y="188"/>
                  </a:lnTo>
                  <a:lnTo>
                    <a:pt x="4" y="190"/>
                  </a:lnTo>
                  <a:lnTo>
                    <a:pt x="6" y="189"/>
                  </a:lnTo>
                  <a:lnTo>
                    <a:pt x="9" y="189"/>
                  </a:lnTo>
                  <a:lnTo>
                    <a:pt x="9" y="189"/>
                  </a:lnTo>
                  <a:lnTo>
                    <a:pt x="13" y="184"/>
                  </a:lnTo>
                  <a:lnTo>
                    <a:pt x="15" y="179"/>
                  </a:lnTo>
                  <a:lnTo>
                    <a:pt x="16" y="173"/>
                  </a:lnTo>
                  <a:lnTo>
                    <a:pt x="16" y="167"/>
                  </a:lnTo>
                  <a:lnTo>
                    <a:pt x="16" y="167"/>
                  </a:lnTo>
                  <a:lnTo>
                    <a:pt x="15" y="159"/>
                  </a:lnTo>
                  <a:lnTo>
                    <a:pt x="16" y="151"/>
                  </a:lnTo>
                  <a:lnTo>
                    <a:pt x="17" y="142"/>
                  </a:lnTo>
                  <a:lnTo>
                    <a:pt x="19" y="134"/>
                  </a:lnTo>
                  <a:lnTo>
                    <a:pt x="25" y="119"/>
                  </a:lnTo>
                  <a:lnTo>
                    <a:pt x="32" y="103"/>
                  </a:lnTo>
                  <a:lnTo>
                    <a:pt x="32" y="103"/>
                  </a:lnTo>
                  <a:lnTo>
                    <a:pt x="37" y="92"/>
                  </a:lnTo>
                  <a:lnTo>
                    <a:pt x="42" y="80"/>
                  </a:lnTo>
                  <a:lnTo>
                    <a:pt x="49" y="58"/>
                  </a:lnTo>
                  <a:lnTo>
                    <a:pt x="49" y="58"/>
                  </a:lnTo>
                  <a:lnTo>
                    <a:pt x="53" y="44"/>
                  </a:lnTo>
                  <a:lnTo>
                    <a:pt x="57" y="30"/>
                  </a:lnTo>
                  <a:lnTo>
                    <a:pt x="57" y="30"/>
                  </a:lnTo>
                  <a:lnTo>
                    <a:pt x="59" y="24"/>
                  </a:lnTo>
                  <a:lnTo>
                    <a:pt x="62" y="18"/>
                  </a:lnTo>
                  <a:lnTo>
                    <a:pt x="64" y="12"/>
                  </a:lnTo>
                  <a:lnTo>
                    <a:pt x="66" y="6"/>
                  </a:lnTo>
                  <a:lnTo>
                    <a:pt x="66" y="6"/>
                  </a:lnTo>
                  <a:lnTo>
                    <a:pt x="66" y="4"/>
                  </a:lnTo>
                  <a:lnTo>
                    <a:pt x="65" y="2"/>
                  </a:lnTo>
                  <a:lnTo>
                    <a:pt x="63" y="1"/>
                  </a:lnTo>
                  <a:lnTo>
                    <a:pt x="61" y="0"/>
                  </a:lnTo>
                  <a:lnTo>
                    <a:pt x="59" y="1"/>
                  </a:lnTo>
                  <a:lnTo>
                    <a:pt x="58" y="2"/>
                  </a:lnTo>
                  <a:lnTo>
                    <a:pt x="57" y="4"/>
                  </a:lnTo>
                  <a:lnTo>
                    <a:pt x="57" y="4"/>
                  </a:lnTo>
                  <a:close/>
                </a:path>
              </a:pathLst>
            </a:custGeom>
            <a:grpFill/>
            <a:ln>
              <a:solidFill>
                <a:schemeClr val="accent1">
                  <a:lumMod val="75000"/>
                  <a:alpha val="0"/>
                </a:schemeClr>
              </a:solidFill>
            </a:ln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309" name="Freeform 925"/>
            <p:cNvSpPr>
              <a:spLocks noEditPoints="1"/>
            </p:cNvSpPr>
            <p:nvPr>
              <p:custDataLst>
                <p:tags r:id="rId25"/>
              </p:custDataLst>
            </p:nvPr>
          </p:nvSpPr>
          <p:spPr bwMode="auto">
            <a:xfrm>
              <a:off x="3362325" y="1298575"/>
              <a:ext cx="142875" cy="146050"/>
            </a:xfrm>
            <a:custGeom>
              <a:avLst/>
              <a:gdLst/>
              <a:ahLst/>
              <a:cxnLst>
                <a:cxn ang="0">
                  <a:pos x="131" y="277"/>
                </a:cxn>
                <a:cxn ang="0">
                  <a:pos x="96" y="271"/>
                </a:cxn>
                <a:cxn ang="0">
                  <a:pos x="62" y="257"/>
                </a:cxn>
                <a:cxn ang="0">
                  <a:pos x="34" y="236"/>
                </a:cxn>
                <a:cxn ang="0">
                  <a:pos x="13" y="206"/>
                </a:cxn>
                <a:cxn ang="0">
                  <a:pos x="1" y="168"/>
                </a:cxn>
                <a:cxn ang="0">
                  <a:pos x="0" y="139"/>
                </a:cxn>
                <a:cxn ang="0">
                  <a:pos x="8" y="98"/>
                </a:cxn>
                <a:cxn ang="0">
                  <a:pos x="27" y="61"/>
                </a:cxn>
                <a:cxn ang="0">
                  <a:pos x="55" y="31"/>
                </a:cxn>
                <a:cxn ang="0">
                  <a:pos x="91" y="10"/>
                </a:cxn>
                <a:cxn ang="0">
                  <a:pos x="118" y="0"/>
                </a:cxn>
                <a:cxn ang="0">
                  <a:pos x="128" y="1"/>
                </a:cxn>
                <a:cxn ang="0">
                  <a:pos x="138" y="9"/>
                </a:cxn>
                <a:cxn ang="0">
                  <a:pos x="146" y="14"/>
                </a:cxn>
                <a:cxn ang="0">
                  <a:pos x="183" y="24"/>
                </a:cxn>
                <a:cxn ang="0">
                  <a:pos x="214" y="41"/>
                </a:cxn>
                <a:cxn ang="0">
                  <a:pos x="239" y="63"/>
                </a:cxn>
                <a:cxn ang="0">
                  <a:pos x="257" y="90"/>
                </a:cxn>
                <a:cxn ang="0">
                  <a:pos x="268" y="122"/>
                </a:cxn>
                <a:cxn ang="0">
                  <a:pos x="271" y="145"/>
                </a:cxn>
                <a:cxn ang="0">
                  <a:pos x="268" y="179"/>
                </a:cxn>
                <a:cxn ang="0">
                  <a:pos x="255" y="212"/>
                </a:cxn>
                <a:cxn ang="0">
                  <a:pos x="236" y="241"/>
                </a:cxn>
                <a:cxn ang="0">
                  <a:pos x="209" y="263"/>
                </a:cxn>
                <a:cxn ang="0">
                  <a:pos x="174" y="275"/>
                </a:cxn>
                <a:cxn ang="0">
                  <a:pos x="144" y="277"/>
                </a:cxn>
                <a:cxn ang="0">
                  <a:pos x="101" y="48"/>
                </a:cxn>
                <a:cxn ang="0">
                  <a:pos x="62" y="79"/>
                </a:cxn>
                <a:cxn ang="0">
                  <a:pos x="48" y="100"/>
                </a:cxn>
                <a:cxn ang="0">
                  <a:pos x="38" y="126"/>
                </a:cxn>
                <a:cxn ang="0">
                  <a:pos x="37" y="153"/>
                </a:cxn>
                <a:cxn ang="0">
                  <a:pos x="41" y="172"/>
                </a:cxn>
                <a:cxn ang="0">
                  <a:pos x="52" y="194"/>
                </a:cxn>
                <a:cxn ang="0">
                  <a:pos x="67" y="214"/>
                </a:cxn>
                <a:cxn ang="0">
                  <a:pos x="88" y="229"/>
                </a:cxn>
                <a:cxn ang="0">
                  <a:pos x="112" y="238"/>
                </a:cxn>
                <a:cxn ang="0">
                  <a:pos x="139" y="241"/>
                </a:cxn>
                <a:cxn ang="0">
                  <a:pos x="155" y="240"/>
                </a:cxn>
                <a:cxn ang="0">
                  <a:pos x="171" y="236"/>
                </a:cxn>
                <a:cxn ang="0">
                  <a:pos x="194" y="224"/>
                </a:cxn>
                <a:cxn ang="0">
                  <a:pos x="213" y="208"/>
                </a:cxn>
                <a:cxn ang="0">
                  <a:pos x="225" y="187"/>
                </a:cxn>
                <a:cxn ang="0">
                  <a:pos x="233" y="163"/>
                </a:cxn>
                <a:cxn ang="0">
                  <a:pos x="233" y="139"/>
                </a:cxn>
                <a:cxn ang="0">
                  <a:pos x="228" y="121"/>
                </a:cxn>
                <a:cxn ang="0">
                  <a:pos x="216" y="97"/>
                </a:cxn>
                <a:cxn ang="0">
                  <a:pos x="199" y="78"/>
                </a:cxn>
                <a:cxn ang="0">
                  <a:pos x="177" y="63"/>
                </a:cxn>
                <a:cxn ang="0">
                  <a:pos x="150" y="53"/>
                </a:cxn>
                <a:cxn ang="0">
                  <a:pos x="119" y="49"/>
                </a:cxn>
                <a:cxn ang="0">
                  <a:pos x="112" y="47"/>
                </a:cxn>
              </a:cxnLst>
              <a:rect l="0" t="0" r="r" b="b"/>
              <a:pathLst>
                <a:path w="271" h="277">
                  <a:moveTo>
                    <a:pt x="144" y="277"/>
                  </a:moveTo>
                  <a:lnTo>
                    <a:pt x="144" y="277"/>
                  </a:lnTo>
                  <a:lnTo>
                    <a:pt x="131" y="277"/>
                  </a:lnTo>
                  <a:lnTo>
                    <a:pt x="120" y="276"/>
                  </a:lnTo>
                  <a:lnTo>
                    <a:pt x="108" y="274"/>
                  </a:lnTo>
                  <a:lnTo>
                    <a:pt x="96" y="271"/>
                  </a:lnTo>
                  <a:lnTo>
                    <a:pt x="85" y="267"/>
                  </a:lnTo>
                  <a:lnTo>
                    <a:pt x="73" y="263"/>
                  </a:lnTo>
                  <a:lnTo>
                    <a:pt x="62" y="257"/>
                  </a:lnTo>
                  <a:lnTo>
                    <a:pt x="53" y="251"/>
                  </a:lnTo>
                  <a:lnTo>
                    <a:pt x="42" y="244"/>
                  </a:lnTo>
                  <a:lnTo>
                    <a:pt x="34" y="236"/>
                  </a:lnTo>
                  <a:lnTo>
                    <a:pt x="26" y="226"/>
                  </a:lnTo>
                  <a:lnTo>
                    <a:pt x="19" y="217"/>
                  </a:lnTo>
                  <a:lnTo>
                    <a:pt x="13" y="206"/>
                  </a:lnTo>
                  <a:lnTo>
                    <a:pt x="7" y="194"/>
                  </a:lnTo>
                  <a:lnTo>
                    <a:pt x="3" y="181"/>
                  </a:lnTo>
                  <a:lnTo>
                    <a:pt x="1" y="168"/>
                  </a:lnTo>
                  <a:lnTo>
                    <a:pt x="1" y="168"/>
                  </a:lnTo>
                  <a:lnTo>
                    <a:pt x="0" y="153"/>
                  </a:lnTo>
                  <a:lnTo>
                    <a:pt x="0" y="139"/>
                  </a:lnTo>
                  <a:lnTo>
                    <a:pt x="1" y="125"/>
                  </a:lnTo>
                  <a:lnTo>
                    <a:pt x="4" y="112"/>
                  </a:lnTo>
                  <a:lnTo>
                    <a:pt x="8" y="98"/>
                  </a:lnTo>
                  <a:lnTo>
                    <a:pt x="14" y="86"/>
                  </a:lnTo>
                  <a:lnTo>
                    <a:pt x="20" y="74"/>
                  </a:lnTo>
                  <a:lnTo>
                    <a:pt x="27" y="61"/>
                  </a:lnTo>
                  <a:lnTo>
                    <a:pt x="35" y="51"/>
                  </a:lnTo>
                  <a:lnTo>
                    <a:pt x="45" y="41"/>
                  </a:lnTo>
                  <a:lnTo>
                    <a:pt x="55" y="31"/>
                  </a:lnTo>
                  <a:lnTo>
                    <a:pt x="66" y="23"/>
                  </a:lnTo>
                  <a:lnTo>
                    <a:pt x="78" y="16"/>
                  </a:lnTo>
                  <a:lnTo>
                    <a:pt x="91" y="10"/>
                  </a:lnTo>
                  <a:lnTo>
                    <a:pt x="103" y="4"/>
                  </a:lnTo>
                  <a:lnTo>
                    <a:pt x="118" y="0"/>
                  </a:lnTo>
                  <a:lnTo>
                    <a:pt x="118" y="0"/>
                  </a:lnTo>
                  <a:lnTo>
                    <a:pt x="122" y="0"/>
                  </a:lnTo>
                  <a:lnTo>
                    <a:pt x="122" y="0"/>
                  </a:lnTo>
                  <a:lnTo>
                    <a:pt x="128" y="1"/>
                  </a:lnTo>
                  <a:lnTo>
                    <a:pt x="132" y="2"/>
                  </a:lnTo>
                  <a:lnTo>
                    <a:pt x="135" y="5"/>
                  </a:lnTo>
                  <a:lnTo>
                    <a:pt x="138" y="9"/>
                  </a:lnTo>
                  <a:lnTo>
                    <a:pt x="141" y="13"/>
                  </a:lnTo>
                  <a:lnTo>
                    <a:pt x="146" y="14"/>
                  </a:lnTo>
                  <a:lnTo>
                    <a:pt x="146" y="14"/>
                  </a:lnTo>
                  <a:lnTo>
                    <a:pt x="158" y="17"/>
                  </a:lnTo>
                  <a:lnTo>
                    <a:pt x="171" y="20"/>
                  </a:lnTo>
                  <a:lnTo>
                    <a:pt x="183" y="24"/>
                  </a:lnTo>
                  <a:lnTo>
                    <a:pt x="193" y="29"/>
                  </a:lnTo>
                  <a:lnTo>
                    <a:pt x="204" y="34"/>
                  </a:lnTo>
                  <a:lnTo>
                    <a:pt x="214" y="41"/>
                  </a:lnTo>
                  <a:lnTo>
                    <a:pt x="223" y="48"/>
                  </a:lnTo>
                  <a:lnTo>
                    <a:pt x="232" y="55"/>
                  </a:lnTo>
                  <a:lnTo>
                    <a:pt x="239" y="63"/>
                  </a:lnTo>
                  <a:lnTo>
                    <a:pt x="246" y="72"/>
                  </a:lnTo>
                  <a:lnTo>
                    <a:pt x="252" y="81"/>
                  </a:lnTo>
                  <a:lnTo>
                    <a:pt x="257" y="90"/>
                  </a:lnTo>
                  <a:lnTo>
                    <a:pt x="261" y="100"/>
                  </a:lnTo>
                  <a:lnTo>
                    <a:pt x="266" y="111"/>
                  </a:lnTo>
                  <a:lnTo>
                    <a:pt x="268" y="122"/>
                  </a:lnTo>
                  <a:lnTo>
                    <a:pt x="270" y="134"/>
                  </a:lnTo>
                  <a:lnTo>
                    <a:pt x="270" y="134"/>
                  </a:lnTo>
                  <a:lnTo>
                    <a:pt x="271" y="145"/>
                  </a:lnTo>
                  <a:lnTo>
                    <a:pt x="271" y="156"/>
                  </a:lnTo>
                  <a:lnTo>
                    <a:pt x="270" y="168"/>
                  </a:lnTo>
                  <a:lnTo>
                    <a:pt x="268" y="179"/>
                  </a:lnTo>
                  <a:lnTo>
                    <a:pt x="265" y="190"/>
                  </a:lnTo>
                  <a:lnTo>
                    <a:pt x="260" y="202"/>
                  </a:lnTo>
                  <a:lnTo>
                    <a:pt x="255" y="212"/>
                  </a:lnTo>
                  <a:lnTo>
                    <a:pt x="250" y="222"/>
                  </a:lnTo>
                  <a:lnTo>
                    <a:pt x="243" y="232"/>
                  </a:lnTo>
                  <a:lnTo>
                    <a:pt x="236" y="241"/>
                  </a:lnTo>
                  <a:lnTo>
                    <a:pt x="227" y="249"/>
                  </a:lnTo>
                  <a:lnTo>
                    <a:pt x="218" y="256"/>
                  </a:lnTo>
                  <a:lnTo>
                    <a:pt x="209" y="263"/>
                  </a:lnTo>
                  <a:lnTo>
                    <a:pt x="197" y="268"/>
                  </a:lnTo>
                  <a:lnTo>
                    <a:pt x="186" y="272"/>
                  </a:lnTo>
                  <a:lnTo>
                    <a:pt x="174" y="275"/>
                  </a:lnTo>
                  <a:lnTo>
                    <a:pt x="174" y="275"/>
                  </a:lnTo>
                  <a:lnTo>
                    <a:pt x="159" y="277"/>
                  </a:lnTo>
                  <a:lnTo>
                    <a:pt x="144" y="277"/>
                  </a:lnTo>
                  <a:lnTo>
                    <a:pt x="144" y="277"/>
                  </a:lnTo>
                  <a:close/>
                  <a:moveTo>
                    <a:pt x="101" y="48"/>
                  </a:moveTo>
                  <a:lnTo>
                    <a:pt x="101" y="48"/>
                  </a:lnTo>
                  <a:lnTo>
                    <a:pt x="87" y="56"/>
                  </a:lnTo>
                  <a:lnTo>
                    <a:pt x="73" y="66"/>
                  </a:lnTo>
                  <a:lnTo>
                    <a:pt x="62" y="79"/>
                  </a:lnTo>
                  <a:lnTo>
                    <a:pt x="57" y="86"/>
                  </a:lnTo>
                  <a:lnTo>
                    <a:pt x="52" y="93"/>
                  </a:lnTo>
                  <a:lnTo>
                    <a:pt x="48" y="100"/>
                  </a:lnTo>
                  <a:lnTo>
                    <a:pt x="44" y="109"/>
                  </a:lnTo>
                  <a:lnTo>
                    <a:pt x="40" y="117"/>
                  </a:lnTo>
                  <a:lnTo>
                    <a:pt x="38" y="126"/>
                  </a:lnTo>
                  <a:lnTo>
                    <a:pt x="37" y="135"/>
                  </a:lnTo>
                  <a:lnTo>
                    <a:pt x="36" y="144"/>
                  </a:lnTo>
                  <a:lnTo>
                    <a:pt x="37" y="153"/>
                  </a:lnTo>
                  <a:lnTo>
                    <a:pt x="38" y="163"/>
                  </a:lnTo>
                  <a:lnTo>
                    <a:pt x="38" y="163"/>
                  </a:lnTo>
                  <a:lnTo>
                    <a:pt x="41" y="172"/>
                  </a:lnTo>
                  <a:lnTo>
                    <a:pt x="44" y="180"/>
                  </a:lnTo>
                  <a:lnTo>
                    <a:pt x="48" y="187"/>
                  </a:lnTo>
                  <a:lnTo>
                    <a:pt x="52" y="194"/>
                  </a:lnTo>
                  <a:lnTo>
                    <a:pt x="56" y="202"/>
                  </a:lnTo>
                  <a:lnTo>
                    <a:pt x="62" y="208"/>
                  </a:lnTo>
                  <a:lnTo>
                    <a:pt x="67" y="214"/>
                  </a:lnTo>
                  <a:lnTo>
                    <a:pt x="73" y="219"/>
                  </a:lnTo>
                  <a:lnTo>
                    <a:pt x="81" y="224"/>
                  </a:lnTo>
                  <a:lnTo>
                    <a:pt x="88" y="229"/>
                  </a:lnTo>
                  <a:lnTo>
                    <a:pt x="95" y="232"/>
                  </a:lnTo>
                  <a:lnTo>
                    <a:pt x="103" y="235"/>
                  </a:lnTo>
                  <a:lnTo>
                    <a:pt x="112" y="238"/>
                  </a:lnTo>
                  <a:lnTo>
                    <a:pt x="121" y="239"/>
                  </a:lnTo>
                  <a:lnTo>
                    <a:pt x="129" y="241"/>
                  </a:lnTo>
                  <a:lnTo>
                    <a:pt x="139" y="241"/>
                  </a:lnTo>
                  <a:lnTo>
                    <a:pt x="139" y="241"/>
                  </a:lnTo>
                  <a:lnTo>
                    <a:pt x="147" y="241"/>
                  </a:lnTo>
                  <a:lnTo>
                    <a:pt x="155" y="240"/>
                  </a:lnTo>
                  <a:lnTo>
                    <a:pt x="163" y="238"/>
                  </a:lnTo>
                  <a:lnTo>
                    <a:pt x="171" y="236"/>
                  </a:lnTo>
                  <a:lnTo>
                    <a:pt x="171" y="236"/>
                  </a:lnTo>
                  <a:lnTo>
                    <a:pt x="179" y="233"/>
                  </a:lnTo>
                  <a:lnTo>
                    <a:pt x="187" y="229"/>
                  </a:lnTo>
                  <a:lnTo>
                    <a:pt x="194" y="224"/>
                  </a:lnTo>
                  <a:lnTo>
                    <a:pt x="201" y="219"/>
                  </a:lnTo>
                  <a:lnTo>
                    <a:pt x="207" y="214"/>
                  </a:lnTo>
                  <a:lnTo>
                    <a:pt x="213" y="208"/>
                  </a:lnTo>
                  <a:lnTo>
                    <a:pt x="217" y="202"/>
                  </a:lnTo>
                  <a:lnTo>
                    <a:pt x="222" y="194"/>
                  </a:lnTo>
                  <a:lnTo>
                    <a:pt x="225" y="187"/>
                  </a:lnTo>
                  <a:lnTo>
                    <a:pt x="228" y="180"/>
                  </a:lnTo>
                  <a:lnTo>
                    <a:pt x="230" y="172"/>
                  </a:lnTo>
                  <a:lnTo>
                    <a:pt x="233" y="163"/>
                  </a:lnTo>
                  <a:lnTo>
                    <a:pt x="234" y="155"/>
                  </a:lnTo>
                  <a:lnTo>
                    <a:pt x="234" y="147"/>
                  </a:lnTo>
                  <a:lnTo>
                    <a:pt x="233" y="139"/>
                  </a:lnTo>
                  <a:lnTo>
                    <a:pt x="230" y="130"/>
                  </a:lnTo>
                  <a:lnTo>
                    <a:pt x="230" y="130"/>
                  </a:lnTo>
                  <a:lnTo>
                    <a:pt x="228" y="121"/>
                  </a:lnTo>
                  <a:lnTo>
                    <a:pt x="225" y="113"/>
                  </a:lnTo>
                  <a:lnTo>
                    <a:pt x="221" y="105"/>
                  </a:lnTo>
                  <a:lnTo>
                    <a:pt x="216" y="97"/>
                  </a:lnTo>
                  <a:lnTo>
                    <a:pt x="212" y="90"/>
                  </a:lnTo>
                  <a:lnTo>
                    <a:pt x="206" y="84"/>
                  </a:lnTo>
                  <a:lnTo>
                    <a:pt x="199" y="78"/>
                  </a:lnTo>
                  <a:lnTo>
                    <a:pt x="192" y="73"/>
                  </a:lnTo>
                  <a:lnTo>
                    <a:pt x="185" y="67"/>
                  </a:lnTo>
                  <a:lnTo>
                    <a:pt x="177" y="63"/>
                  </a:lnTo>
                  <a:lnTo>
                    <a:pt x="168" y="59"/>
                  </a:lnTo>
                  <a:lnTo>
                    <a:pt x="160" y="56"/>
                  </a:lnTo>
                  <a:lnTo>
                    <a:pt x="150" y="53"/>
                  </a:lnTo>
                  <a:lnTo>
                    <a:pt x="141" y="51"/>
                  </a:lnTo>
                  <a:lnTo>
                    <a:pt x="129" y="50"/>
                  </a:lnTo>
                  <a:lnTo>
                    <a:pt x="119" y="49"/>
                  </a:lnTo>
                  <a:lnTo>
                    <a:pt x="119" y="49"/>
                  </a:lnTo>
                  <a:lnTo>
                    <a:pt x="115" y="49"/>
                  </a:lnTo>
                  <a:lnTo>
                    <a:pt x="112" y="47"/>
                  </a:lnTo>
                  <a:lnTo>
                    <a:pt x="107" y="45"/>
                  </a:lnTo>
                  <a:lnTo>
                    <a:pt x="101" y="48"/>
                  </a:lnTo>
                  <a:close/>
                </a:path>
              </a:pathLst>
            </a:custGeom>
            <a:grpFill/>
            <a:ln>
              <a:solidFill>
                <a:schemeClr val="accent1">
                  <a:lumMod val="75000"/>
                  <a:alpha val="0"/>
                </a:schemeClr>
              </a:solidFill>
            </a:ln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310" name="Freeform 926"/>
            <p:cNvSpPr>
              <a:spLocks noEditPoints="1"/>
            </p:cNvSpPr>
            <p:nvPr>
              <p:custDataLst>
                <p:tags r:id="rId26"/>
              </p:custDataLst>
            </p:nvPr>
          </p:nvSpPr>
          <p:spPr bwMode="auto">
            <a:xfrm>
              <a:off x="3282950" y="1227138"/>
              <a:ext cx="644525" cy="642938"/>
            </a:xfrm>
            <a:custGeom>
              <a:avLst/>
              <a:gdLst/>
              <a:ahLst/>
              <a:cxnLst>
                <a:cxn ang="0">
                  <a:pos x="653" y="1206"/>
                </a:cxn>
                <a:cxn ang="0">
                  <a:pos x="563" y="1160"/>
                </a:cxn>
                <a:cxn ang="0">
                  <a:pos x="550" y="1153"/>
                </a:cxn>
                <a:cxn ang="0">
                  <a:pos x="236" y="832"/>
                </a:cxn>
                <a:cxn ang="0">
                  <a:pos x="143" y="731"/>
                </a:cxn>
                <a:cxn ang="0">
                  <a:pos x="77" y="679"/>
                </a:cxn>
                <a:cxn ang="0">
                  <a:pos x="72" y="657"/>
                </a:cxn>
                <a:cxn ang="0">
                  <a:pos x="40" y="570"/>
                </a:cxn>
                <a:cxn ang="0">
                  <a:pos x="11" y="425"/>
                </a:cxn>
                <a:cxn ang="0">
                  <a:pos x="1" y="212"/>
                </a:cxn>
                <a:cxn ang="0">
                  <a:pos x="10" y="196"/>
                </a:cxn>
                <a:cxn ang="0">
                  <a:pos x="19" y="182"/>
                </a:cxn>
                <a:cxn ang="0">
                  <a:pos x="110" y="81"/>
                </a:cxn>
                <a:cxn ang="0">
                  <a:pos x="210" y="10"/>
                </a:cxn>
                <a:cxn ang="0">
                  <a:pos x="228" y="8"/>
                </a:cxn>
                <a:cxn ang="0">
                  <a:pos x="242" y="2"/>
                </a:cxn>
                <a:cxn ang="0">
                  <a:pos x="419" y="2"/>
                </a:cxn>
                <a:cxn ang="0">
                  <a:pos x="599" y="26"/>
                </a:cxn>
                <a:cxn ang="0">
                  <a:pos x="638" y="36"/>
                </a:cxn>
                <a:cxn ang="0">
                  <a:pos x="656" y="46"/>
                </a:cxn>
                <a:cxn ang="0">
                  <a:pos x="887" y="256"/>
                </a:cxn>
                <a:cxn ang="0">
                  <a:pos x="1107" y="475"/>
                </a:cxn>
                <a:cxn ang="0">
                  <a:pos x="1167" y="525"/>
                </a:cxn>
                <a:cxn ang="0">
                  <a:pos x="1185" y="553"/>
                </a:cxn>
                <a:cxn ang="0">
                  <a:pos x="1215" y="644"/>
                </a:cxn>
                <a:cxn ang="0">
                  <a:pos x="1218" y="725"/>
                </a:cxn>
                <a:cxn ang="0">
                  <a:pos x="1194" y="798"/>
                </a:cxn>
                <a:cxn ang="0">
                  <a:pos x="1193" y="817"/>
                </a:cxn>
                <a:cxn ang="0">
                  <a:pos x="1109" y="909"/>
                </a:cxn>
                <a:cxn ang="0">
                  <a:pos x="862" y="1146"/>
                </a:cxn>
                <a:cxn ang="0">
                  <a:pos x="853" y="1157"/>
                </a:cxn>
                <a:cxn ang="0">
                  <a:pos x="761" y="1206"/>
                </a:cxn>
                <a:cxn ang="0">
                  <a:pos x="231" y="43"/>
                </a:cxn>
                <a:cxn ang="0">
                  <a:pos x="137" y="108"/>
                </a:cxn>
                <a:cxn ang="0">
                  <a:pos x="54" y="198"/>
                </a:cxn>
                <a:cxn ang="0">
                  <a:pos x="40" y="216"/>
                </a:cxn>
                <a:cxn ang="0">
                  <a:pos x="45" y="400"/>
                </a:cxn>
                <a:cxn ang="0">
                  <a:pos x="68" y="529"/>
                </a:cxn>
                <a:cxn ang="0">
                  <a:pos x="105" y="637"/>
                </a:cxn>
                <a:cxn ang="0">
                  <a:pos x="112" y="658"/>
                </a:cxn>
                <a:cxn ang="0">
                  <a:pos x="181" y="718"/>
                </a:cxn>
                <a:cxn ang="0">
                  <a:pos x="294" y="841"/>
                </a:cxn>
                <a:cxn ang="0">
                  <a:pos x="585" y="1129"/>
                </a:cxn>
                <a:cxn ang="0">
                  <a:pos x="633" y="1159"/>
                </a:cxn>
                <a:cxn ang="0">
                  <a:pos x="706" y="1177"/>
                </a:cxn>
                <a:cxn ang="0">
                  <a:pos x="765" y="1165"/>
                </a:cxn>
                <a:cxn ang="0">
                  <a:pos x="823" y="1131"/>
                </a:cxn>
                <a:cxn ang="0">
                  <a:pos x="865" y="1090"/>
                </a:cxn>
                <a:cxn ang="0">
                  <a:pos x="1140" y="817"/>
                </a:cxn>
                <a:cxn ang="0">
                  <a:pos x="1147" y="803"/>
                </a:cxn>
                <a:cxn ang="0">
                  <a:pos x="1177" y="736"/>
                </a:cxn>
                <a:cxn ang="0">
                  <a:pos x="1179" y="657"/>
                </a:cxn>
                <a:cxn ang="0">
                  <a:pos x="1148" y="564"/>
                </a:cxn>
                <a:cxn ang="0">
                  <a:pos x="1140" y="556"/>
                </a:cxn>
                <a:cxn ang="0">
                  <a:pos x="894" y="335"/>
                </a:cxn>
                <a:cxn ang="0">
                  <a:pos x="627" y="72"/>
                </a:cxn>
                <a:cxn ang="0">
                  <a:pos x="558" y="57"/>
                </a:cxn>
                <a:cxn ang="0">
                  <a:pos x="377" y="39"/>
                </a:cxn>
                <a:cxn ang="0">
                  <a:pos x="236" y="40"/>
                </a:cxn>
              </a:cxnLst>
              <a:rect l="0" t="0" r="r" b="b"/>
              <a:pathLst>
                <a:path w="1220" h="1215">
                  <a:moveTo>
                    <a:pt x="706" y="1215"/>
                  </a:moveTo>
                  <a:lnTo>
                    <a:pt x="706" y="1215"/>
                  </a:lnTo>
                  <a:lnTo>
                    <a:pt x="688" y="1214"/>
                  </a:lnTo>
                  <a:lnTo>
                    <a:pt x="671" y="1211"/>
                  </a:lnTo>
                  <a:lnTo>
                    <a:pt x="653" y="1206"/>
                  </a:lnTo>
                  <a:lnTo>
                    <a:pt x="636" y="1200"/>
                  </a:lnTo>
                  <a:lnTo>
                    <a:pt x="617" y="1193"/>
                  </a:lnTo>
                  <a:lnTo>
                    <a:pt x="599" y="1184"/>
                  </a:lnTo>
                  <a:lnTo>
                    <a:pt x="581" y="1172"/>
                  </a:lnTo>
                  <a:lnTo>
                    <a:pt x="563" y="1160"/>
                  </a:lnTo>
                  <a:lnTo>
                    <a:pt x="561" y="1158"/>
                  </a:lnTo>
                  <a:lnTo>
                    <a:pt x="558" y="1158"/>
                  </a:lnTo>
                  <a:lnTo>
                    <a:pt x="558" y="1158"/>
                  </a:lnTo>
                  <a:lnTo>
                    <a:pt x="554" y="1156"/>
                  </a:lnTo>
                  <a:lnTo>
                    <a:pt x="550" y="1153"/>
                  </a:lnTo>
                  <a:lnTo>
                    <a:pt x="307" y="910"/>
                  </a:lnTo>
                  <a:lnTo>
                    <a:pt x="307" y="910"/>
                  </a:lnTo>
                  <a:lnTo>
                    <a:pt x="290" y="891"/>
                  </a:lnTo>
                  <a:lnTo>
                    <a:pt x="271" y="872"/>
                  </a:lnTo>
                  <a:lnTo>
                    <a:pt x="236" y="832"/>
                  </a:lnTo>
                  <a:lnTo>
                    <a:pt x="236" y="832"/>
                  </a:lnTo>
                  <a:lnTo>
                    <a:pt x="200" y="790"/>
                  </a:lnTo>
                  <a:lnTo>
                    <a:pt x="181" y="771"/>
                  </a:lnTo>
                  <a:lnTo>
                    <a:pt x="163" y="751"/>
                  </a:lnTo>
                  <a:lnTo>
                    <a:pt x="143" y="731"/>
                  </a:lnTo>
                  <a:lnTo>
                    <a:pt x="123" y="714"/>
                  </a:lnTo>
                  <a:lnTo>
                    <a:pt x="102" y="697"/>
                  </a:lnTo>
                  <a:lnTo>
                    <a:pt x="80" y="682"/>
                  </a:lnTo>
                  <a:lnTo>
                    <a:pt x="80" y="682"/>
                  </a:lnTo>
                  <a:lnTo>
                    <a:pt x="77" y="679"/>
                  </a:lnTo>
                  <a:lnTo>
                    <a:pt x="74" y="677"/>
                  </a:lnTo>
                  <a:lnTo>
                    <a:pt x="72" y="670"/>
                  </a:lnTo>
                  <a:lnTo>
                    <a:pt x="71" y="665"/>
                  </a:lnTo>
                  <a:lnTo>
                    <a:pt x="71" y="661"/>
                  </a:lnTo>
                  <a:lnTo>
                    <a:pt x="72" y="657"/>
                  </a:lnTo>
                  <a:lnTo>
                    <a:pt x="71" y="654"/>
                  </a:lnTo>
                  <a:lnTo>
                    <a:pt x="71" y="654"/>
                  </a:lnTo>
                  <a:lnTo>
                    <a:pt x="59" y="626"/>
                  </a:lnTo>
                  <a:lnTo>
                    <a:pt x="49" y="598"/>
                  </a:lnTo>
                  <a:lnTo>
                    <a:pt x="40" y="570"/>
                  </a:lnTo>
                  <a:lnTo>
                    <a:pt x="32" y="541"/>
                  </a:lnTo>
                  <a:lnTo>
                    <a:pt x="25" y="512"/>
                  </a:lnTo>
                  <a:lnTo>
                    <a:pt x="19" y="483"/>
                  </a:lnTo>
                  <a:lnTo>
                    <a:pt x="15" y="453"/>
                  </a:lnTo>
                  <a:lnTo>
                    <a:pt x="11" y="425"/>
                  </a:lnTo>
                  <a:lnTo>
                    <a:pt x="7" y="396"/>
                  </a:lnTo>
                  <a:lnTo>
                    <a:pt x="4" y="368"/>
                  </a:lnTo>
                  <a:lnTo>
                    <a:pt x="1" y="312"/>
                  </a:lnTo>
                  <a:lnTo>
                    <a:pt x="0" y="259"/>
                  </a:lnTo>
                  <a:lnTo>
                    <a:pt x="1" y="212"/>
                  </a:lnTo>
                  <a:lnTo>
                    <a:pt x="1" y="212"/>
                  </a:lnTo>
                  <a:lnTo>
                    <a:pt x="1" y="207"/>
                  </a:lnTo>
                  <a:lnTo>
                    <a:pt x="3" y="202"/>
                  </a:lnTo>
                  <a:lnTo>
                    <a:pt x="6" y="198"/>
                  </a:lnTo>
                  <a:lnTo>
                    <a:pt x="10" y="196"/>
                  </a:lnTo>
                  <a:lnTo>
                    <a:pt x="14" y="193"/>
                  </a:lnTo>
                  <a:lnTo>
                    <a:pt x="16" y="188"/>
                  </a:lnTo>
                  <a:lnTo>
                    <a:pt x="16" y="188"/>
                  </a:lnTo>
                  <a:lnTo>
                    <a:pt x="17" y="185"/>
                  </a:lnTo>
                  <a:lnTo>
                    <a:pt x="19" y="182"/>
                  </a:lnTo>
                  <a:lnTo>
                    <a:pt x="19" y="182"/>
                  </a:lnTo>
                  <a:lnTo>
                    <a:pt x="41" y="154"/>
                  </a:lnTo>
                  <a:lnTo>
                    <a:pt x="63" y="127"/>
                  </a:lnTo>
                  <a:lnTo>
                    <a:pt x="86" y="103"/>
                  </a:lnTo>
                  <a:lnTo>
                    <a:pt x="110" y="81"/>
                  </a:lnTo>
                  <a:lnTo>
                    <a:pt x="135" y="60"/>
                  </a:lnTo>
                  <a:lnTo>
                    <a:pt x="159" y="41"/>
                  </a:lnTo>
                  <a:lnTo>
                    <a:pt x="185" y="25"/>
                  </a:lnTo>
                  <a:lnTo>
                    <a:pt x="210" y="10"/>
                  </a:lnTo>
                  <a:lnTo>
                    <a:pt x="210" y="10"/>
                  </a:lnTo>
                  <a:lnTo>
                    <a:pt x="215" y="8"/>
                  </a:lnTo>
                  <a:lnTo>
                    <a:pt x="219" y="7"/>
                  </a:lnTo>
                  <a:lnTo>
                    <a:pt x="219" y="7"/>
                  </a:lnTo>
                  <a:lnTo>
                    <a:pt x="222" y="8"/>
                  </a:lnTo>
                  <a:lnTo>
                    <a:pt x="228" y="8"/>
                  </a:lnTo>
                  <a:lnTo>
                    <a:pt x="232" y="5"/>
                  </a:lnTo>
                  <a:lnTo>
                    <a:pt x="232" y="5"/>
                  </a:lnTo>
                  <a:lnTo>
                    <a:pt x="236" y="3"/>
                  </a:lnTo>
                  <a:lnTo>
                    <a:pt x="242" y="2"/>
                  </a:lnTo>
                  <a:lnTo>
                    <a:pt x="242" y="2"/>
                  </a:lnTo>
                  <a:lnTo>
                    <a:pt x="291" y="0"/>
                  </a:lnTo>
                  <a:lnTo>
                    <a:pt x="335" y="0"/>
                  </a:lnTo>
                  <a:lnTo>
                    <a:pt x="335" y="0"/>
                  </a:lnTo>
                  <a:lnTo>
                    <a:pt x="377" y="0"/>
                  </a:lnTo>
                  <a:lnTo>
                    <a:pt x="419" y="2"/>
                  </a:lnTo>
                  <a:lnTo>
                    <a:pt x="458" y="5"/>
                  </a:lnTo>
                  <a:lnTo>
                    <a:pt x="495" y="8"/>
                  </a:lnTo>
                  <a:lnTo>
                    <a:pt x="531" y="13"/>
                  </a:lnTo>
                  <a:lnTo>
                    <a:pt x="566" y="20"/>
                  </a:lnTo>
                  <a:lnTo>
                    <a:pt x="599" y="26"/>
                  </a:lnTo>
                  <a:lnTo>
                    <a:pt x="631" y="34"/>
                  </a:lnTo>
                  <a:lnTo>
                    <a:pt x="631" y="34"/>
                  </a:lnTo>
                  <a:lnTo>
                    <a:pt x="634" y="35"/>
                  </a:lnTo>
                  <a:lnTo>
                    <a:pt x="636" y="36"/>
                  </a:lnTo>
                  <a:lnTo>
                    <a:pt x="638" y="36"/>
                  </a:lnTo>
                  <a:lnTo>
                    <a:pt x="638" y="36"/>
                  </a:lnTo>
                  <a:lnTo>
                    <a:pt x="642" y="36"/>
                  </a:lnTo>
                  <a:lnTo>
                    <a:pt x="646" y="38"/>
                  </a:lnTo>
                  <a:lnTo>
                    <a:pt x="656" y="46"/>
                  </a:lnTo>
                  <a:lnTo>
                    <a:pt x="656" y="46"/>
                  </a:lnTo>
                  <a:lnTo>
                    <a:pt x="697" y="80"/>
                  </a:lnTo>
                  <a:lnTo>
                    <a:pt x="736" y="114"/>
                  </a:lnTo>
                  <a:lnTo>
                    <a:pt x="775" y="149"/>
                  </a:lnTo>
                  <a:lnTo>
                    <a:pt x="812" y="184"/>
                  </a:lnTo>
                  <a:lnTo>
                    <a:pt x="887" y="256"/>
                  </a:lnTo>
                  <a:lnTo>
                    <a:pt x="958" y="328"/>
                  </a:lnTo>
                  <a:lnTo>
                    <a:pt x="958" y="328"/>
                  </a:lnTo>
                  <a:lnTo>
                    <a:pt x="1008" y="379"/>
                  </a:lnTo>
                  <a:lnTo>
                    <a:pt x="1057" y="428"/>
                  </a:lnTo>
                  <a:lnTo>
                    <a:pt x="1107" y="475"/>
                  </a:lnTo>
                  <a:lnTo>
                    <a:pt x="1156" y="521"/>
                  </a:lnTo>
                  <a:lnTo>
                    <a:pt x="1159" y="524"/>
                  </a:lnTo>
                  <a:lnTo>
                    <a:pt x="1163" y="524"/>
                  </a:lnTo>
                  <a:lnTo>
                    <a:pt x="1163" y="524"/>
                  </a:lnTo>
                  <a:lnTo>
                    <a:pt x="1167" y="525"/>
                  </a:lnTo>
                  <a:lnTo>
                    <a:pt x="1171" y="527"/>
                  </a:lnTo>
                  <a:lnTo>
                    <a:pt x="1173" y="529"/>
                  </a:lnTo>
                  <a:lnTo>
                    <a:pt x="1175" y="533"/>
                  </a:lnTo>
                  <a:lnTo>
                    <a:pt x="1175" y="533"/>
                  </a:lnTo>
                  <a:lnTo>
                    <a:pt x="1185" y="553"/>
                  </a:lnTo>
                  <a:lnTo>
                    <a:pt x="1193" y="571"/>
                  </a:lnTo>
                  <a:lnTo>
                    <a:pt x="1201" y="590"/>
                  </a:lnTo>
                  <a:lnTo>
                    <a:pt x="1207" y="607"/>
                  </a:lnTo>
                  <a:lnTo>
                    <a:pt x="1211" y="626"/>
                  </a:lnTo>
                  <a:lnTo>
                    <a:pt x="1215" y="644"/>
                  </a:lnTo>
                  <a:lnTo>
                    <a:pt x="1218" y="660"/>
                  </a:lnTo>
                  <a:lnTo>
                    <a:pt x="1220" y="677"/>
                  </a:lnTo>
                  <a:lnTo>
                    <a:pt x="1220" y="693"/>
                  </a:lnTo>
                  <a:lnTo>
                    <a:pt x="1220" y="710"/>
                  </a:lnTo>
                  <a:lnTo>
                    <a:pt x="1218" y="725"/>
                  </a:lnTo>
                  <a:lnTo>
                    <a:pt x="1216" y="741"/>
                  </a:lnTo>
                  <a:lnTo>
                    <a:pt x="1212" y="755"/>
                  </a:lnTo>
                  <a:lnTo>
                    <a:pt x="1208" y="771"/>
                  </a:lnTo>
                  <a:lnTo>
                    <a:pt x="1202" y="785"/>
                  </a:lnTo>
                  <a:lnTo>
                    <a:pt x="1194" y="798"/>
                  </a:lnTo>
                  <a:lnTo>
                    <a:pt x="1192" y="804"/>
                  </a:lnTo>
                  <a:lnTo>
                    <a:pt x="1193" y="809"/>
                  </a:lnTo>
                  <a:lnTo>
                    <a:pt x="1193" y="809"/>
                  </a:lnTo>
                  <a:lnTo>
                    <a:pt x="1194" y="813"/>
                  </a:lnTo>
                  <a:lnTo>
                    <a:pt x="1193" y="817"/>
                  </a:lnTo>
                  <a:lnTo>
                    <a:pt x="1191" y="821"/>
                  </a:lnTo>
                  <a:lnTo>
                    <a:pt x="1188" y="826"/>
                  </a:lnTo>
                  <a:lnTo>
                    <a:pt x="1188" y="826"/>
                  </a:lnTo>
                  <a:lnTo>
                    <a:pt x="1147" y="869"/>
                  </a:lnTo>
                  <a:lnTo>
                    <a:pt x="1109" y="909"/>
                  </a:lnTo>
                  <a:lnTo>
                    <a:pt x="1070" y="948"/>
                  </a:lnTo>
                  <a:lnTo>
                    <a:pt x="1031" y="985"/>
                  </a:lnTo>
                  <a:lnTo>
                    <a:pt x="952" y="1062"/>
                  </a:lnTo>
                  <a:lnTo>
                    <a:pt x="862" y="1146"/>
                  </a:lnTo>
                  <a:lnTo>
                    <a:pt x="862" y="1146"/>
                  </a:lnTo>
                  <a:lnTo>
                    <a:pt x="858" y="1151"/>
                  </a:lnTo>
                  <a:lnTo>
                    <a:pt x="857" y="1152"/>
                  </a:lnTo>
                  <a:lnTo>
                    <a:pt x="857" y="1152"/>
                  </a:lnTo>
                  <a:lnTo>
                    <a:pt x="853" y="1157"/>
                  </a:lnTo>
                  <a:lnTo>
                    <a:pt x="853" y="1157"/>
                  </a:lnTo>
                  <a:lnTo>
                    <a:pt x="834" y="1170"/>
                  </a:lnTo>
                  <a:lnTo>
                    <a:pt x="815" y="1182"/>
                  </a:lnTo>
                  <a:lnTo>
                    <a:pt x="798" y="1192"/>
                  </a:lnTo>
                  <a:lnTo>
                    <a:pt x="779" y="1200"/>
                  </a:lnTo>
                  <a:lnTo>
                    <a:pt x="761" y="1206"/>
                  </a:lnTo>
                  <a:lnTo>
                    <a:pt x="743" y="1211"/>
                  </a:lnTo>
                  <a:lnTo>
                    <a:pt x="724" y="1214"/>
                  </a:lnTo>
                  <a:lnTo>
                    <a:pt x="706" y="1215"/>
                  </a:lnTo>
                  <a:lnTo>
                    <a:pt x="706" y="1215"/>
                  </a:lnTo>
                  <a:close/>
                  <a:moveTo>
                    <a:pt x="231" y="43"/>
                  </a:moveTo>
                  <a:lnTo>
                    <a:pt x="231" y="43"/>
                  </a:lnTo>
                  <a:lnTo>
                    <a:pt x="206" y="57"/>
                  </a:lnTo>
                  <a:lnTo>
                    <a:pt x="182" y="72"/>
                  </a:lnTo>
                  <a:lnTo>
                    <a:pt x="159" y="90"/>
                  </a:lnTo>
                  <a:lnTo>
                    <a:pt x="137" y="108"/>
                  </a:lnTo>
                  <a:lnTo>
                    <a:pt x="114" y="129"/>
                  </a:lnTo>
                  <a:lnTo>
                    <a:pt x="93" y="151"/>
                  </a:lnTo>
                  <a:lnTo>
                    <a:pt x="73" y="175"/>
                  </a:lnTo>
                  <a:lnTo>
                    <a:pt x="54" y="198"/>
                  </a:lnTo>
                  <a:lnTo>
                    <a:pt x="54" y="198"/>
                  </a:lnTo>
                  <a:lnTo>
                    <a:pt x="50" y="202"/>
                  </a:lnTo>
                  <a:lnTo>
                    <a:pt x="46" y="205"/>
                  </a:lnTo>
                  <a:lnTo>
                    <a:pt x="40" y="208"/>
                  </a:lnTo>
                  <a:lnTo>
                    <a:pt x="40" y="216"/>
                  </a:lnTo>
                  <a:lnTo>
                    <a:pt x="40" y="216"/>
                  </a:lnTo>
                  <a:lnTo>
                    <a:pt x="39" y="280"/>
                  </a:lnTo>
                  <a:lnTo>
                    <a:pt x="40" y="311"/>
                  </a:lnTo>
                  <a:lnTo>
                    <a:pt x="41" y="342"/>
                  </a:lnTo>
                  <a:lnTo>
                    <a:pt x="43" y="371"/>
                  </a:lnTo>
                  <a:lnTo>
                    <a:pt x="45" y="400"/>
                  </a:lnTo>
                  <a:lnTo>
                    <a:pt x="49" y="427"/>
                  </a:lnTo>
                  <a:lnTo>
                    <a:pt x="52" y="453"/>
                  </a:lnTo>
                  <a:lnTo>
                    <a:pt x="56" y="479"/>
                  </a:lnTo>
                  <a:lnTo>
                    <a:pt x="61" y="504"/>
                  </a:lnTo>
                  <a:lnTo>
                    <a:pt x="68" y="529"/>
                  </a:lnTo>
                  <a:lnTo>
                    <a:pt x="74" y="552"/>
                  </a:lnTo>
                  <a:lnTo>
                    <a:pt x="80" y="574"/>
                  </a:lnTo>
                  <a:lnTo>
                    <a:pt x="88" y="596"/>
                  </a:lnTo>
                  <a:lnTo>
                    <a:pt x="96" y="618"/>
                  </a:lnTo>
                  <a:lnTo>
                    <a:pt x="105" y="637"/>
                  </a:lnTo>
                  <a:lnTo>
                    <a:pt x="105" y="637"/>
                  </a:lnTo>
                  <a:lnTo>
                    <a:pt x="107" y="642"/>
                  </a:lnTo>
                  <a:lnTo>
                    <a:pt x="107" y="648"/>
                  </a:lnTo>
                  <a:lnTo>
                    <a:pt x="107" y="654"/>
                  </a:lnTo>
                  <a:lnTo>
                    <a:pt x="112" y="658"/>
                  </a:lnTo>
                  <a:lnTo>
                    <a:pt x="112" y="658"/>
                  </a:lnTo>
                  <a:lnTo>
                    <a:pt x="131" y="671"/>
                  </a:lnTo>
                  <a:lnTo>
                    <a:pt x="148" y="686"/>
                  </a:lnTo>
                  <a:lnTo>
                    <a:pt x="165" y="701"/>
                  </a:lnTo>
                  <a:lnTo>
                    <a:pt x="181" y="718"/>
                  </a:lnTo>
                  <a:lnTo>
                    <a:pt x="213" y="751"/>
                  </a:lnTo>
                  <a:lnTo>
                    <a:pt x="243" y="785"/>
                  </a:lnTo>
                  <a:lnTo>
                    <a:pt x="243" y="785"/>
                  </a:lnTo>
                  <a:lnTo>
                    <a:pt x="276" y="822"/>
                  </a:lnTo>
                  <a:lnTo>
                    <a:pt x="294" y="841"/>
                  </a:lnTo>
                  <a:lnTo>
                    <a:pt x="311" y="859"/>
                  </a:lnTo>
                  <a:lnTo>
                    <a:pt x="579" y="1127"/>
                  </a:lnTo>
                  <a:lnTo>
                    <a:pt x="582" y="1128"/>
                  </a:lnTo>
                  <a:lnTo>
                    <a:pt x="582" y="1128"/>
                  </a:lnTo>
                  <a:lnTo>
                    <a:pt x="585" y="1129"/>
                  </a:lnTo>
                  <a:lnTo>
                    <a:pt x="588" y="1131"/>
                  </a:lnTo>
                  <a:lnTo>
                    <a:pt x="588" y="1131"/>
                  </a:lnTo>
                  <a:lnTo>
                    <a:pt x="604" y="1142"/>
                  </a:lnTo>
                  <a:lnTo>
                    <a:pt x="618" y="1152"/>
                  </a:lnTo>
                  <a:lnTo>
                    <a:pt x="633" y="1159"/>
                  </a:lnTo>
                  <a:lnTo>
                    <a:pt x="647" y="1165"/>
                  </a:lnTo>
                  <a:lnTo>
                    <a:pt x="662" y="1170"/>
                  </a:lnTo>
                  <a:lnTo>
                    <a:pt x="677" y="1174"/>
                  </a:lnTo>
                  <a:lnTo>
                    <a:pt x="691" y="1177"/>
                  </a:lnTo>
                  <a:lnTo>
                    <a:pt x="706" y="1177"/>
                  </a:lnTo>
                  <a:lnTo>
                    <a:pt x="706" y="1177"/>
                  </a:lnTo>
                  <a:lnTo>
                    <a:pt x="720" y="1177"/>
                  </a:lnTo>
                  <a:lnTo>
                    <a:pt x="735" y="1174"/>
                  </a:lnTo>
                  <a:lnTo>
                    <a:pt x="750" y="1170"/>
                  </a:lnTo>
                  <a:lnTo>
                    <a:pt x="765" y="1165"/>
                  </a:lnTo>
                  <a:lnTo>
                    <a:pt x="779" y="1159"/>
                  </a:lnTo>
                  <a:lnTo>
                    <a:pt x="794" y="1152"/>
                  </a:lnTo>
                  <a:lnTo>
                    <a:pt x="808" y="1142"/>
                  </a:lnTo>
                  <a:lnTo>
                    <a:pt x="823" y="1131"/>
                  </a:lnTo>
                  <a:lnTo>
                    <a:pt x="823" y="1131"/>
                  </a:lnTo>
                  <a:lnTo>
                    <a:pt x="824" y="1130"/>
                  </a:lnTo>
                  <a:lnTo>
                    <a:pt x="825" y="1130"/>
                  </a:lnTo>
                  <a:lnTo>
                    <a:pt x="826" y="1129"/>
                  </a:lnTo>
                  <a:lnTo>
                    <a:pt x="865" y="1090"/>
                  </a:lnTo>
                  <a:lnTo>
                    <a:pt x="865" y="1090"/>
                  </a:lnTo>
                  <a:lnTo>
                    <a:pt x="934" y="1017"/>
                  </a:lnTo>
                  <a:lnTo>
                    <a:pt x="1002" y="949"/>
                  </a:lnTo>
                  <a:lnTo>
                    <a:pt x="1069" y="883"/>
                  </a:lnTo>
                  <a:lnTo>
                    <a:pt x="1105" y="850"/>
                  </a:lnTo>
                  <a:lnTo>
                    <a:pt x="1140" y="817"/>
                  </a:lnTo>
                  <a:lnTo>
                    <a:pt x="1143" y="815"/>
                  </a:lnTo>
                  <a:lnTo>
                    <a:pt x="1144" y="811"/>
                  </a:lnTo>
                  <a:lnTo>
                    <a:pt x="1144" y="811"/>
                  </a:lnTo>
                  <a:lnTo>
                    <a:pt x="1145" y="807"/>
                  </a:lnTo>
                  <a:lnTo>
                    <a:pt x="1147" y="803"/>
                  </a:lnTo>
                  <a:lnTo>
                    <a:pt x="1147" y="803"/>
                  </a:lnTo>
                  <a:lnTo>
                    <a:pt x="1157" y="786"/>
                  </a:lnTo>
                  <a:lnTo>
                    <a:pt x="1165" y="770"/>
                  </a:lnTo>
                  <a:lnTo>
                    <a:pt x="1173" y="753"/>
                  </a:lnTo>
                  <a:lnTo>
                    <a:pt x="1177" y="736"/>
                  </a:lnTo>
                  <a:lnTo>
                    <a:pt x="1180" y="720"/>
                  </a:lnTo>
                  <a:lnTo>
                    <a:pt x="1182" y="703"/>
                  </a:lnTo>
                  <a:lnTo>
                    <a:pt x="1182" y="688"/>
                  </a:lnTo>
                  <a:lnTo>
                    <a:pt x="1181" y="672"/>
                  </a:lnTo>
                  <a:lnTo>
                    <a:pt x="1179" y="657"/>
                  </a:lnTo>
                  <a:lnTo>
                    <a:pt x="1176" y="642"/>
                  </a:lnTo>
                  <a:lnTo>
                    <a:pt x="1173" y="628"/>
                  </a:lnTo>
                  <a:lnTo>
                    <a:pt x="1169" y="614"/>
                  </a:lnTo>
                  <a:lnTo>
                    <a:pt x="1158" y="588"/>
                  </a:lnTo>
                  <a:lnTo>
                    <a:pt x="1148" y="564"/>
                  </a:lnTo>
                  <a:lnTo>
                    <a:pt x="1146" y="560"/>
                  </a:lnTo>
                  <a:lnTo>
                    <a:pt x="1143" y="558"/>
                  </a:lnTo>
                  <a:lnTo>
                    <a:pt x="1143" y="558"/>
                  </a:lnTo>
                  <a:lnTo>
                    <a:pt x="1140" y="556"/>
                  </a:lnTo>
                  <a:lnTo>
                    <a:pt x="1140" y="556"/>
                  </a:lnTo>
                  <a:lnTo>
                    <a:pt x="1089" y="514"/>
                  </a:lnTo>
                  <a:lnTo>
                    <a:pt x="1039" y="471"/>
                  </a:lnTo>
                  <a:lnTo>
                    <a:pt x="991" y="427"/>
                  </a:lnTo>
                  <a:lnTo>
                    <a:pt x="942" y="381"/>
                  </a:lnTo>
                  <a:lnTo>
                    <a:pt x="894" y="335"/>
                  </a:lnTo>
                  <a:lnTo>
                    <a:pt x="846" y="289"/>
                  </a:lnTo>
                  <a:lnTo>
                    <a:pt x="752" y="196"/>
                  </a:lnTo>
                  <a:lnTo>
                    <a:pt x="752" y="196"/>
                  </a:lnTo>
                  <a:lnTo>
                    <a:pt x="629" y="75"/>
                  </a:lnTo>
                  <a:lnTo>
                    <a:pt x="627" y="72"/>
                  </a:lnTo>
                  <a:lnTo>
                    <a:pt x="623" y="72"/>
                  </a:lnTo>
                  <a:lnTo>
                    <a:pt x="622" y="71"/>
                  </a:lnTo>
                  <a:lnTo>
                    <a:pt x="622" y="71"/>
                  </a:lnTo>
                  <a:lnTo>
                    <a:pt x="590" y="64"/>
                  </a:lnTo>
                  <a:lnTo>
                    <a:pt x="558" y="57"/>
                  </a:lnTo>
                  <a:lnTo>
                    <a:pt x="525" y="52"/>
                  </a:lnTo>
                  <a:lnTo>
                    <a:pt x="491" y="46"/>
                  </a:lnTo>
                  <a:lnTo>
                    <a:pt x="455" y="43"/>
                  </a:lnTo>
                  <a:lnTo>
                    <a:pt x="417" y="40"/>
                  </a:lnTo>
                  <a:lnTo>
                    <a:pt x="377" y="39"/>
                  </a:lnTo>
                  <a:lnTo>
                    <a:pt x="336" y="38"/>
                  </a:lnTo>
                  <a:lnTo>
                    <a:pt x="336" y="38"/>
                  </a:lnTo>
                  <a:lnTo>
                    <a:pt x="291" y="39"/>
                  </a:lnTo>
                  <a:lnTo>
                    <a:pt x="241" y="40"/>
                  </a:lnTo>
                  <a:lnTo>
                    <a:pt x="236" y="40"/>
                  </a:lnTo>
                  <a:lnTo>
                    <a:pt x="232" y="42"/>
                  </a:lnTo>
                  <a:lnTo>
                    <a:pt x="232" y="42"/>
                  </a:lnTo>
                  <a:lnTo>
                    <a:pt x="231" y="43"/>
                  </a:lnTo>
                  <a:lnTo>
                    <a:pt x="231" y="43"/>
                  </a:lnTo>
                  <a:close/>
                </a:path>
              </a:pathLst>
            </a:custGeom>
            <a:grpFill/>
            <a:ln>
              <a:solidFill>
                <a:schemeClr val="accent1">
                  <a:lumMod val="75000"/>
                  <a:alpha val="0"/>
                </a:schemeClr>
              </a:solidFill>
            </a:ln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311" name="Freeform 927"/>
            <p:cNvSpPr>
              <a:spLocks noEditPoints="1"/>
            </p:cNvSpPr>
            <p:nvPr>
              <p:custDataLst>
                <p:tags r:id="rId27"/>
              </p:custDataLst>
            </p:nvPr>
          </p:nvSpPr>
          <p:spPr bwMode="auto">
            <a:xfrm>
              <a:off x="3424238" y="1154113"/>
              <a:ext cx="557213" cy="225425"/>
            </a:xfrm>
            <a:custGeom>
              <a:avLst/>
              <a:gdLst/>
              <a:ahLst/>
              <a:cxnLst>
                <a:cxn ang="0">
                  <a:pos x="77" y="421"/>
                </a:cxn>
                <a:cxn ang="0">
                  <a:pos x="65" y="420"/>
                </a:cxn>
                <a:cxn ang="0">
                  <a:pos x="28" y="385"/>
                </a:cxn>
                <a:cxn ang="0">
                  <a:pos x="2" y="324"/>
                </a:cxn>
                <a:cxn ang="0">
                  <a:pos x="1" y="253"/>
                </a:cxn>
                <a:cxn ang="0">
                  <a:pos x="3" y="188"/>
                </a:cxn>
                <a:cxn ang="0">
                  <a:pos x="40" y="100"/>
                </a:cxn>
                <a:cxn ang="0">
                  <a:pos x="87" y="65"/>
                </a:cxn>
                <a:cxn ang="0">
                  <a:pos x="160" y="37"/>
                </a:cxn>
                <a:cxn ang="0">
                  <a:pos x="250" y="24"/>
                </a:cxn>
                <a:cxn ang="0">
                  <a:pos x="311" y="37"/>
                </a:cxn>
                <a:cxn ang="0">
                  <a:pos x="412" y="72"/>
                </a:cxn>
                <a:cxn ang="0">
                  <a:pos x="529" y="127"/>
                </a:cxn>
                <a:cxn ang="0">
                  <a:pos x="587" y="70"/>
                </a:cxn>
                <a:cxn ang="0">
                  <a:pos x="661" y="29"/>
                </a:cxn>
                <a:cxn ang="0">
                  <a:pos x="790" y="1"/>
                </a:cxn>
                <a:cxn ang="0">
                  <a:pos x="894" y="10"/>
                </a:cxn>
                <a:cxn ang="0">
                  <a:pos x="971" y="35"/>
                </a:cxn>
                <a:cxn ang="0">
                  <a:pos x="1030" y="87"/>
                </a:cxn>
                <a:cxn ang="0">
                  <a:pos x="1052" y="163"/>
                </a:cxn>
                <a:cxn ang="0">
                  <a:pos x="1025" y="252"/>
                </a:cxn>
                <a:cxn ang="0">
                  <a:pos x="951" y="306"/>
                </a:cxn>
                <a:cxn ang="0">
                  <a:pos x="871" y="326"/>
                </a:cxn>
                <a:cxn ang="0">
                  <a:pos x="769" y="315"/>
                </a:cxn>
                <a:cxn ang="0">
                  <a:pos x="623" y="246"/>
                </a:cxn>
                <a:cxn ang="0">
                  <a:pos x="524" y="190"/>
                </a:cxn>
                <a:cxn ang="0">
                  <a:pos x="479" y="259"/>
                </a:cxn>
                <a:cxn ang="0">
                  <a:pos x="458" y="261"/>
                </a:cxn>
                <a:cxn ang="0">
                  <a:pos x="451" y="244"/>
                </a:cxn>
                <a:cxn ang="0">
                  <a:pos x="504" y="162"/>
                </a:cxn>
                <a:cxn ang="0">
                  <a:pos x="394" y="95"/>
                </a:cxn>
                <a:cxn ang="0">
                  <a:pos x="310" y="68"/>
                </a:cxn>
                <a:cxn ang="0">
                  <a:pos x="213" y="57"/>
                </a:cxn>
                <a:cxn ang="0">
                  <a:pos x="142" y="76"/>
                </a:cxn>
                <a:cxn ang="0">
                  <a:pos x="89" y="99"/>
                </a:cxn>
                <a:cxn ang="0">
                  <a:pos x="47" y="159"/>
                </a:cxn>
                <a:cxn ang="0">
                  <a:pos x="30" y="231"/>
                </a:cxn>
                <a:cxn ang="0">
                  <a:pos x="41" y="335"/>
                </a:cxn>
                <a:cxn ang="0">
                  <a:pos x="65" y="372"/>
                </a:cxn>
                <a:cxn ang="0">
                  <a:pos x="101" y="397"/>
                </a:cxn>
                <a:cxn ang="0">
                  <a:pos x="117" y="394"/>
                </a:cxn>
                <a:cxn ang="0">
                  <a:pos x="127" y="410"/>
                </a:cxn>
                <a:cxn ang="0">
                  <a:pos x="112" y="425"/>
                </a:cxn>
                <a:cxn ang="0">
                  <a:pos x="819" y="29"/>
                </a:cxn>
                <a:cxn ang="0">
                  <a:pos x="736" y="41"/>
                </a:cxn>
                <a:cxn ang="0">
                  <a:pos x="628" y="80"/>
                </a:cxn>
                <a:cxn ang="0">
                  <a:pos x="550" y="152"/>
                </a:cxn>
                <a:cxn ang="0">
                  <a:pos x="632" y="213"/>
                </a:cxn>
                <a:cxn ang="0">
                  <a:pos x="723" y="264"/>
                </a:cxn>
                <a:cxn ang="0">
                  <a:pos x="808" y="289"/>
                </a:cxn>
                <a:cxn ang="0">
                  <a:pos x="922" y="285"/>
                </a:cxn>
                <a:cxn ang="0">
                  <a:pos x="994" y="243"/>
                </a:cxn>
                <a:cxn ang="0">
                  <a:pos x="1021" y="169"/>
                </a:cxn>
                <a:cxn ang="0">
                  <a:pos x="1014" y="119"/>
                </a:cxn>
                <a:cxn ang="0">
                  <a:pos x="991" y="91"/>
                </a:cxn>
                <a:cxn ang="0">
                  <a:pos x="938" y="55"/>
                </a:cxn>
                <a:cxn ang="0">
                  <a:pos x="849" y="32"/>
                </a:cxn>
              </a:cxnLst>
              <a:rect l="0" t="0" r="r" b="b"/>
              <a:pathLst>
                <a:path w="1052" h="426">
                  <a:moveTo>
                    <a:pt x="96" y="426"/>
                  </a:moveTo>
                  <a:lnTo>
                    <a:pt x="96" y="426"/>
                  </a:lnTo>
                  <a:lnTo>
                    <a:pt x="90" y="425"/>
                  </a:lnTo>
                  <a:lnTo>
                    <a:pt x="85" y="425"/>
                  </a:lnTo>
                  <a:lnTo>
                    <a:pt x="80" y="423"/>
                  </a:lnTo>
                  <a:lnTo>
                    <a:pt x="77" y="421"/>
                  </a:lnTo>
                  <a:lnTo>
                    <a:pt x="74" y="418"/>
                  </a:lnTo>
                  <a:lnTo>
                    <a:pt x="68" y="423"/>
                  </a:lnTo>
                  <a:lnTo>
                    <a:pt x="68" y="421"/>
                  </a:lnTo>
                  <a:lnTo>
                    <a:pt x="68" y="421"/>
                  </a:lnTo>
                  <a:lnTo>
                    <a:pt x="65" y="420"/>
                  </a:lnTo>
                  <a:lnTo>
                    <a:pt x="65" y="420"/>
                  </a:lnTo>
                  <a:lnTo>
                    <a:pt x="59" y="417"/>
                  </a:lnTo>
                  <a:lnTo>
                    <a:pt x="53" y="413"/>
                  </a:lnTo>
                  <a:lnTo>
                    <a:pt x="53" y="413"/>
                  </a:lnTo>
                  <a:lnTo>
                    <a:pt x="44" y="405"/>
                  </a:lnTo>
                  <a:lnTo>
                    <a:pt x="36" y="396"/>
                  </a:lnTo>
                  <a:lnTo>
                    <a:pt x="28" y="385"/>
                  </a:lnTo>
                  <a:lnTo>
                    <a:pt x="21" y="373"/>
                  </a:lnTo>
                  <a:lnTo>
                    <a:pt x="14" y="361"/>
                  </a:lnTo>
                  <a:lnTo>
                    <a:pt x="9" y="349"/>
                  </a:lnTo>
                  <a:lnTo>
                    <a:pt x="5" y="336"/>
                  </a:lnTo>
                  <a:lnTo>
                    <a:pt x="2" y="324"/>
                  </a:lnTo>
                  <a:lnTo>
                    <a:pt x="2" y="324"/>
                  </a:lnTo>
                  <a:lnTo>
                    <a:pt x="0" y="313"/>
                  </a:lnTo>
                  <a:lnTo>
                    <a:pt x="0" y="300"/>
                  </a:lnTo>
                  <a:lnTo>
                    <a:pt x="0" y="275"/>
                  </a:lnTo>
                  <a:lnTo>
                    <a:pt x="0" y="275"/>
                  </a:lnTo>
                  <a:lnTo>
                    <a:pt x="1" y="253"/>
                  </a:lnTo>
                  <a:lnTo>
                    <a:pt x="1" y="253"/>
                  </a:lnTo>
                  <a:lnTo>
                    <a:pt x="1" y="234"/>
                  </a:lnTo>
                  <a:lnTo>
                    <a:pt x="1" y="234"/>
                  </a:lnTo>
                  <a:lnTo>
                    <a:pt x="0" y="210"/>
                  </a:lnTo>
                  <a:lnTo>
                    <a:pt x="1" y="198"/>
                  </a:lnTo>
                  <a:lnTo>
                    <a:pt x="3" y="188"/>
                  </a:lnTo>
                  <a:lnTo>
                    <a:pt x="3" y="188"/>
                  </a:lnTo>
                  <a:lnTo>
                    <a:pt x="8" y="166"/>
                  </a:lnTo>
                  <a:lnTo>
                    <a:pt x="13" y="153"/>
                  </a:lnTo>
                  <a:lnTo>
                    <a:pt x="18" y="139"/>
                  </a:lnTo>
                  <a:lnTo>
                    <a:pt x="25" y="126"/>
                  </a:lnTo>
                  <a:lnTo>
                    <a:pt x="32" y="112"/>
                  </a:lnTo>
                  <a:lnTo>
                    <a:pt x="40" y="100"/>
                  </a:lnTo>
                  <a:lnTo>
                    <a:pt x="44" y="95"/>
                  </a:lnTo>
                  <a:lnTo>
                    <a:pt x="49" y="89"/>
                  </a:lnTo>
                  <a:lnTo>
                    <a:pt x="49" y="89"/>
                  </a:lnTo>
                  <a:lnTo>
                    <a:pt x="62" y="80"/>
                  </a:lnTo>
                  <a:lnTo>
                    <a:pt x="73" y="72"/>
                  </a:lnTo>
                  <a:lnTo>
                    <a:pt x="87" y="65"/>
                  </a:lnTo>
                  <a:lnTo>
                    <a:pt x="100" y="58"/>
                  </a:lnTo>
                  <a:lnTo>
                    <a:pt x="114" y="53"/>
                  </a:lnTo>
                  <a:lnTo>
                    <a:pt x="127" y="47"/>
                  </a:lnTo>
                  <a:lnTo>
                    <a:pt x="156" y="38"/>
                  </a:lnTo>
                  <a:lnTo>
                    <a:pt x="160" y="37"/>
                  </a:lnTo>
                  <a:lnTo>
                    <a:pt x="160" y="37"/>
                  </a:lnTo>
                  <a:lnTo>
                    <a:pt x="180" y="31"/>
                  </a:lnTo>
                  <a:lnTo>
                    <a:pt x="198" y="27"/>
                  </a:lnTo>
                  <a:lnTo>
                    <a:pt x="218" y="24"/>
                  </a:lnTo>
                  <a:lnTo>
                    <a:pt x="236" y="24"/>
                  </a:lnTo>
                  <a:lnTo>
                    <a:pt x="236" y="24"/>
                  </a:lnTo>
                  <a:lnTo>
                    <a:pt x="250" y="24"/>
                  </a:lnTo>
                  <a:lnTo>
                    <a:pt x="262" y="25"/>
                  </a:lnTo>
                  <a:lnTo>
                    <a:pt x="275" y="27"/>
                  </a:lnTo>
                  <a:lnTo>
                    <a:pt x="287" y="31"/>
                  </a:lnTo>
                  <a:lnTo>
                    <a:pt x="287" y="31"/>
                  </a:lnTo>
                  <a:lnTo>
                    <a:pt x="309" y="36"/>
                  </a:lnTo>
                  <a:lnTo>
                    <a:pt x="311" y="37"/>
                  </a:lnTo>
                  <a:lnTo>
                    <a:pt x="311" y="37"/>
                  </a:lnTo>
                  <a:lnTo>
                    <a:pt x="338" y="44"/>
                  </a:lnTo>
                  <a:lnTo>
                    <a:pt x="362" y="51"/>
                  </a:lnTo>
                  <a:lnTo>
                    <a:pt x="387" y="60"/>
                  </a:lnTo>
                  <a:lnTo>
                    <a:pt x="400" y="66"/>
                  </a:lnTo>
                  <a:lnTo>
                    <a:pt x="412" y="72"/>
                  </a:lnTo>
                  <a:lnTo>
                    <a:pt x="412" y="72"/>
                  </a:lnTo>
                  <a:lnTo>
                    <a:pt x="438" y="85"/>
                  </a:lnTo>
                  <a:lnTo>
                    <a:pt x="464" y="100"/>
                  </a:lnTo>
                  <a:lnTo>
                    <a:pt x="513" y="130"/>
                  </a:lnTo>
                  <a:lnTo>
                    <a:pt x="523" y="136"/>
                  </a:lnTo>
                  <a:lnTo>
                    <a:pt x="529" y="127"/>
                  </a:lnTo>
                  <a:lnTo>
                    <a:pt x="529" y="127"/>
                  </a:lnTo>
                  <a:lnTo>
                    <a:pt x="540" y="113"/>
                  </a:lnTo>
                  <a:lnTo>
                    <a:pt x="551" y="101"/>
                  </a:lnTo>
                  <a:lnTo>
                    <a:pt x="563" y="89"/>
                  </a:lnTo>
                  <a:lnTo>
                    <a:pt x="574" y="79"/>
                  </a:lnTo>
                  <a:lnTo>
                    <a:pt x="587" y="70"/>
                  </a:lnTo>
                  <a:lnTo>
                    <a:pt x="599" y="60"/>
                  </a:lnTo>
                  <a:lnTo>
                    <a:pt x="611" y="52"/>
                  </a:lnTo>
                  <a:lnTo>
                    <a:pt x="625" y="45"/>
                  </a:lnTo>
                  <a:lnTo>
                    <a:pt x="625" y="45"/>
                  </a:lnTo>
                  <a:lnTo>
                    <a:pt x="642" y="37"/>
                  </a:lnTo>
                  <a:lnTo>
                    <a:pt x="661" y="29"/>
                  </a:lnTo>
                  <a:lnTo>
                    <a:pt x="680" y="23"/>
                  </a:lnTo>
                  <a:lnTo>
                    <a:pt x="698" y="18"/>
                  </a:lnTo>
                  <a:lnTo>
                    <a:pt x="734" y="10"/>
                  </a:lnTo>
                  <a:lnTo>
                    <a:pt x="767" y="4"/>
                  </a:lnTo>
                  <a:lnTo>
                    <a:pt x="767" y="4"/>
                  </a:lnTo>
                  <a:lnTo>
                    <a:pt x="790" y="1"/>
                  </a:lnTo>
                  <a:lnTo>
                    <a:pt x="813" y="0"/>
                  </a:lnTo>
                  <a:lnTo>
                    <a:pt x="813" y="0"/>
                  </a:lnTo>
                  <a:lnTo>
                    <a:pt x="826" y="0"/>
                  </a:lnTo>
                  <a:lnTo>
                    <a:pt x="841" y="1"/>
                  </a:lnTo>
                  <a:lnTo>
                    <a:pt x="868" y="5"/>
                  </a:lnTo>
                  <a:lnTo>
                    <a:pt x="894" y="10"/>
                  </a:lnTo>
                  <a:lnTo>
                    <a:pt x="922" y="16"/>
                  </a:lnTo>
                  <a:lnTo>
                    <a:pt x="922" y="16"/>
                  </a:lnTo>
                  <a:lnTo>
                    <a:pt x="935" y="19"/>
                  </a:lnTo>
                  <a:lnTo>
                    <a:pt x="947" y="23"/>
                  </a:lnTo>
                  <a:lnTo>
                    <a:pt x="959" y="28"/>
                  </a:lnTo>
                  <a:lnTo>
                    <a:pt x="971" y="35"/>
                  </a:lnTo>
                  <a:lnTo>
                    <a:pt x="982" y="42"/>
                  </a:lnTo>
                  <a:lnTo>
                    <a:pt x="994" y="49"/>
                  </a:lnTo>
                  <a:lnTo>
                    <a:pt x="1004" y="57"/>
                  </a:lnTo>
                  <a:lnTo>
                    <a:pt x="1013" y="67"/>
                  </a:lnTo>
                  <a:lnTo>
                    <a:pt x="1022" y="77"/>
                  </a:lnTo>
                  <a:lnTo>
                    <a:pt x="1030" y="87"/>
                  </a:lnTo>
                  <a:lnTo>
                    <a:pt x="1037" y="99"/>
                  </a:lnTo>
                  <a:lnTo>
                    <a:pt x="1043" y="110"/>
                  </a:lnTo>
                  <a:lnTo>
                    <a:pt x="1047" y="122"/>
                  </a:lnTo>
                  <a:lnTo>
                    <a:pt x="1050" y="135"/>
                  </a:lnTo>
                  <a:lnTo>
                    <a:pt x="1052" y="148"/>
                  </a:lnTo>
                  <a:lnTo>
                    <a:pt x="1052" y="163"/>
                  </a:lnTo>
                  <a:lnTo>
                    <a:pt x="1052" y="163"/>
                  </a:lnTo>
                  <a:lnTo>
                    <a:pt x="1050" y="183"/>
                  </a:lnTo>
                  <a:lnTo>
                    <a:pt x="1047" y="203"/>
                  </a:lnTo>
                  <a:lnTo>
                    <a:pt x="1041" y="221"/>
                  </a:lnTo>
                  <a:lnTo>
                    <a:pt x="1034" y="237"/>
                  </a:lnTo>
                  <a:lnTo>
                    <a:pt x="1025" y="252"/>
                  </a:lnTo>
                  <a:lnTo>
                    <a:pt x="1014" y="264"/>
                  </a:lnTo>
                  <a:lnTo>
                    <a:pt x="1003" y="275"/>
                  </a:lnTo>
                  <a:lnTo>
                    <a:pt x="991" y="285"/>
                  </a:lnTo>
                  <a:lnTo>
                    <a:pt x="978" y="293"/>
                  </a:lnTo>
                  <a:lnTo>
                    <a:pt x="965" y="300"/>
                  </a:lnTo>
                  <a:lnTo>
                    <a:pt x="951" y="306"/>
                  </a:lnTo>
                  <a:lnTo>
                    <a:pt x="938" y="311"/>
                  </a:lnTo>
                  <a:lnTo>
                    <a:pt x="924" y="316"/>
                  </a:lnTo>
                  <a:lnTo>
                    <a:pt x="912" y="320"/>
                  </a:lnTo>
                  <a:lnTo>
                    <a:pt x="887" y="324"/>
                  </a:lnTo>
                  <a:lnTo>
                    <a:pt x="887" y="324"/>
                  </a:lnTo>
                  <a:lnTo>
                    <a:pt x="871" y="326"/>
                  </a:lnTo>
                  <a:lnTo>
                    <a:pt x="854" y="327"/>
                  </a:lnTo>
                  <a:lnTo>
                    <a:pt x="854" y="327"/>
                  </a:lnTo>
                  <a:lnTo>
                    <a:pt x="841" y="326"/>
                  </a:lnTo>
                  <a:lnTo>
                    <a:pt x="827" y="325"/>
                  </a:lnTo>
                  <a:lnTo>
                    <a:pt x="799" y="321"/>
                  </a:lnTo>
                  <a:lnTo>
                    <a:pt x="769" y="315"/>
                  </a:lnTo>
                  <a:lnTo>
                    <a:pt x="740" y="305"/>
                  </a:lnTo>
                  <a:lnTo>
                    <a:pt x="711" y="294"/>
                  </a:lnTo>
                  <a:lnTo>
                    <a:pt x="681" y="281"/>
                  </a:lnTo>
                  <a:lnTo>
                    <a:pt x="652" y="265"/>
                  </a:lnTo>
                  <a:lnTo>
                    <a:pt x="623" y="246"/>
                  </a:lnTo>
                  <a:lnTo>
                    <a:pt x="623" y="246"/>
                  </a:lnTo>
                  <a:lnTo>
                    <a:pt x="597" y="229"/>
                  </a:lnTo>
                  <a:lnTo>
                    <a:pt x="571" y="209"/>
                  </a:lnTo>
                  <a:lnTo>
                    <a:pt x="571" y="209"/>
                  </a:lnTo>
                  <a:lnTo>
                    <a:pt x="541" y="187"/>
                  </a:lnTo>
                  <a:lnTo>
                    <a:pt x="531" y="179"/>
                  </a:lnTo>
                  <a:lnTo>
                    <a:pt x="524" y="190"/>
                  </a:lnTo>
                  <a:lnTo>
                    <a:pt x="524" y="190"/>
                  </a:lnTo>
                  <a:lnTo>
                    <a:pt x="500" y="227"/>
                  </a:lnTo>
                  <a:lnTo>
                    <a:pt x="500" y="227"/>
                  </a:lnTo>
                  <a:lnTo>
                    <a:pt x="482" y="256"/>
                  </a:lnTo>
                  <a:lnTo>
                    <a:pt x="482" y="256"/>
                  </a:lnTo>
                  <a:lnTo>
                    <a:pt x="479" y="259"/>
                  </a:lnTo>
                  <a:lnTo>
                    <a:pt x="476" y="262"/>
                  </a:lnTo>
                  <a:lnTo>
                    <a:pt x="473" y="263"/>
                  </a:lnTo>
                  <a:lnTo>
                    <a:pt x="469" y="263"/>
                  </a:lnTo>
                  <a:lnTo>
                    <a:pt x="469" y="263"/>
                  </a:lnTo>
                  <a:lnTo>
                    <a:pt x="464" y="263"/>
                  </a:lnTo>
                  <a:lnTo>
                    <a:pt x="458" y="261"/>
                  </a:lnTo>
                  <a:lnTo>
                    <a:pt x="455" y="258"/>
                  </a:lnTo>
                  <a:lnTo>
                    <a:pt x="452" y="254"/>
                  </a:lnTo>
                  <a:lnTo>
                    <a:pt x="452" y="254"/>
                  </a:lnTo>
                  <a:lnTo>
                    <a:pt x="451" y="251"/>
                  </a:lnTo>
                  <a:lnTo>
                    <a:pt x="450" y="247"/>
                  </a:lnTo>
                  <a:lnTo>
                    <a:pt x="451" y="244"/>
                  </a:lnTo>
                  <a:lnTo>
                    <a:pt x="453" y="240"/>
                  </a:lnTo>
                  <a:lnTo>
                    <a:pt x="453" y="240"/>
                  </a:lnTo>
                  <a:lnTo>
                    <a:pt x="474" y="208"/>
                  </a:lnTo>
                  <a:lnTo>
                    <a:pt x="474" y="208"/>
                  </a:lnTo>
                  <a:lnTo>
                    <a:pt x="498" y="172"/>
                  </a:lnTo>
                  <a:lnTo>
                    <a:pt x="504" y="162"/>
                  </a:lnTo>
                  <a:lnTo>
                    <a:pt x="477" y="144"/>
                  </a:lnTo>
                  <a:lnTo>
                    <a:pt x="477" y="144"/>
                  </a:lnTo>
                  <a:lnTo>
                    <a:pt x="445" y="123"/>
                  </a:lnTo>
                  <a:lnTo>
                    <a:pt x="429" y="113"/>
                  </a:lnTo>
                  <a:lnTo>
                    <a:pt x="412" y="104"/>
                  </a:lnTo>
                  <a:lnTo>
                    <a:pt x="394" y="95"/>
                  </a:lnTo>
                  <a:lnTo>
                    <a:pt x="377" y="86"/>
                  </a:lnTo>
                  <a:lnTo>
                    <a:pt x="359" y="80"/>
                  </a:lnTo>
                  <a:lnTo>
                    <a:pt x="343" y="75"/>
                  </a:lnTo>
                  <a:lnTo>
                    <a:pt x="335" y="74"/>
                  </a:lnTo>
                  <a:lnTo>
                    <a:pt x="335" y="74"/>
                  </a:lnTo>
                  <a:lnTo>
                    <a:pt x="310" y="68"/>
                  </a:lnTo>
                  <a:lnTo>
                    <a:pt x="284" y="63"/>
                  </a:lnTo>
                  <a:lnTo>
                    <a:pt x="256" y="58"/>
                  </a:lnTo>
                  <a:lnTo>
                    <a:pt x="243" y="57"/>
                  </a:lnTo>
                  <a:lnTo>
                    <a:pt x="229" y="57"/>
                  </a:lnTo>
                  <a:lnTo>
                    <a:pt x="229" y="57"/>
                  </a:lnTo>
                  <a:lnTo>
                    <a:pt x="213" y="57"/>
                  </a:lnTo>
                  <a:lnTo>
                    <a:pt x="196" y="59"/>
                  </a:lnTo>
                  <a:lnTo>
                    <a:pt x="182" y="64"/>
                  </a:lnTo>
                  <a:lnTo>
                    <a:pt x="167" y="68"/>
                  </a:lnTo>
                  <a:lnTo>
                    <a:pt x="167" y="68"/>
                  </a:lnTo>
                  <a:lnTo>
                    <a:pt x="156" y="72"/>
                  </a:lnTo>
                  <a:lnTo>
                    <a:pt x="142" y="76"/>
                  </a:lnTo>
                  <a:lnTo>
                    <a:pt x="142" y="76"/>
                  </a:lnTo>
                  <a:lnTo>
                    <a:pt x="128" y="81"/>
                  </a:lnTo>
                  <a:lnTo>
                    <a:pt x="115" y="86"/>
                  </a:lnTo>
                  <a:lnTo>
                    <a:pt x="101" y="91"/>
                  </a:lnTo>
                  <a:lnTo>
                    <a:pt x="89" y="99"/>
                  </a:lnTo>
                  <a:lnTo>
                    <a:pt x="89" y="99"/>
                  </a:lnTo>
                  <a:lnTo>
                    <a:pt x="81" y="106"/>
                  </a:lnTo>
                  <a:lnTo>
                    <a:pt x="74" y="112"/>
                  </a:lnTo>
                  <a:lnTo>
                    <a:pt x="68" y="119"/>
                  </a:lnTo>
                  <a:lnTo>
                    <a:pt x="63" y="127"/>
                  </a:lnTo>
                  <a:lnTo>
                    <a:pt x="55" y="143"/>
                  </a:lnTo>
                  <a:lnTo>
                    <a:pt x="47" y="159"/>
                  </a:lnTo>
                  <a:lnTo>
                    <a:pt x="44" y="166"/>
                  </a:lnTo>
                  <a:lnTo>
                    <a:pt x="44" y="166"/>
                  </a:lnTo>
                  <a:lnTo>
                    <a:pt x="40" y="175"/>
                  </a:lnTo>
                  <a:lnTo>
                    <a:pt x="37" y="184"/>
                  </a:lnTo>
                  <a:lnTo>
                    <a:pt x="33" y="207"/>
                  </a:lnTo>
                  <a:lnTo>
                    <a:pt x="30" y="231"/>
                  </a:lnTo>
                  <a:lnTo>
                    <a:pt x="29" y="256"/>
                  </a:lnTo>
                  <a:lnTo>
                    <a:pt x="30" y="281"/>
                  </a:lnTo>
                  <a:lnTo>
                    <a:pt x="33" y="304"/>
                  </a:lnTo>
                  <a:lnTo>
                    <a:pt x="35" y="316"/>
                  </a:lnTo>
                  <a:lnTo>
                    <a:pt x="38" y="326"/>
                  </a:lnTo>
                  <a:lnTo>
                    <a:pt x="41" y="335"/>
                  </a:lnTo>
                  <a:lnTo>
                    <a:pt x="45" y="344"/>
                  </a:lnTo>
                  <a:lnTo>
                    <a:pt x="45" y="344"/>
                  </a:lnTo>
                  <a:lnTo>
                    <a:pt x="49" y="353"/>
                  </a:lnTo>
                  <a:lnTo>
                    <a:pt x="55" y="360"/>
                  </a:lnTo>
                  <a:lnTo>
                    <a:pt x="60" y="366"/>
                  </a:lnTo>
                  <a:lnTo>
                    <a:pt x="65" y="372"/>
                  </a:lnTo>
                  <a:lnTo>
                    <a:pt x="71" y="378"/>
                  </a:lnTo>
                  <a:lnTo>
                    <a:pt x="77" y="382"/>
                  </a:lnTo>
                  <a:lnTo>
                    <a:pt x="92" y="391"/>
                  </a:lnTo>
                  <a:lnTo>
                    <a:pt x="92" y="391"/>
                  </a:lnTo>
                  <a:lnTo>
                    <a:pt x="97" y="394"/>
                  </a:lnTo>
                  <a:lnTo>
                    <a:pt x="101" y="397"/>
                  </a:lnTo>
                  <a:lnTo>
                    <a:pt x="108" y="390"/>
                  </a:lnTo>
                  <a:lnTo>
                    <a:pt x="109" y="393"/>
                  </a:lnTo>
                  <a:lnTo>
                    <a:pt x="109" y="393"/>
                  </a:lnTo>
                  <a:lnTo>
                    <a:pt x="112" y="393"/>
                  </a:lnTo>
                  <a:lnTo>
                    <a:pt x="112" y="393"/>
                  </a:lnTo>
                  <a:lnTo>
                    <a:pt x="117" y="394"/>
                  </a:lnTo>
                  <a:lnTo>
                    <a:pt x="121" y="395"/>
                  </a:lnTo>
                  <a:lnTo>
                    <a:pt x="123" y="397"/>
                  </a:lnTo>
                  <a:lnTo>
                    <a:pt x="125" y="400"/>
                  </a:lnTo>
                  <a:lnTo>
                    <a:pt x="127" y="405"/>
                  </a:lnTo>
                  <a:lnTo>
                    <a:pt x="127" y="410"/>
                  </a:lnTo>
                  <a:lnTo>
                    <a:pt x="127" y="410"/>
                  </a:lnTo>
                  <a:lnTo>
                    <a:pt x="127" y="413"/>
                  </a:lnTo>
                  <a:lnTo>
                    <a:pt x="125" y="419"/>
                  </a:lnTo>
                  <a:lnTo>
                    <a:pt x="123" y="421"/>
                  </a:lnTo>
                  <a:lnTo>
                    <a:pt x="121" y="423"/>
                  </a:lnTo>
                  <a:lnTo>
                    <a:pt x="117" y="425"/>
                  </a:lnTo>
                  <a:lnTo>
                    <a:pt x="112" y="425"/>
                  </a:lnTo>
                  <a:lnTo>
                    <a:pt x="112" y="425"/>
                  </a:lnTo>
                  <a:lnTo>
                    <a:pt x="103" y="426"/>
                  </a:lnTo>
                  <a:lnTo>
                    <a:pt x="103" y="426"/>
                  </a:lnTo>
                  <a:lnTo>
                    <a:pt x="96" y="426"/>
                  </a:lnTo>
                  <a:lnTo>
                    <a:pt x="96" y="426"/>
                  </a:lnTo>
                  <a:close/>
                  <a:moveTo>
                    <a:pt x="819" y="29"/>
                  </a:moveTo>
                  <a:lnTo>
                    <a:pt x="819" y="29"/>
                  </a:lnTo>
                  <a:lnTo>
                    <a:pt x="805" y="31"/>
                  </a:lnTo>
                  <a:lnTo>
                    <a:pt x="788" y="32"/>
                  </a:lnTo>
                  <a:lnTo>
                    <a:pt x="771" y="34"/>
                  </a:lnTo>
                  <a:lnTo>
                    <a:pt x="754" y="37"/>
                  </a:lnTo>
                  <a:lnTo>
                    <a:pt x="736" y="41"/>
                  </a:lnTo>
                  <a:lnTo>
                    <a:pt x="717" y="46"/>
                  </a:lnTo>
                  <a:lnTo>
                    <a:pt x="675" y="58"/>
                  </a:lnTo>
                  <a:lnTo>
                    <a:pt x="675" y="58"/>
                  </a:lnTo>
                  <a:lnTo>
                    <a:pt x="659" y="65"/>
                  </a:lnTo>
                  <a:lnTo>
                    <a:pt x="643" y="72"/>
                  </a:lnTo>
                  <a:lnTo>
                    <a:pt x="628" y="80"/>
                  </a:lnTo>
                  <a:lnTo>
                    <a:pt x="613" y="90"/>
                  </a:lnTo>
                  <a:lnTo>
                    <a:pt x="599" y="101"/>
                  </a:lnTo>
                  <a:lnTo>
                    <a:pt x="586" y="113"/>
                  </a:lnTo>
                  <a:lnTo>
                    <a:pt x="572" y="127"/>
                  </a:lnTo>
                  <a:lnTo>
                    <a:pt x="559" y="142"/>
                  </a:lnTo>
                  <a:lnTo>
                    <a:pt x="550" y="152"/>
                  </a:lnTo>
                  <a:lnTo>
                    <a:pt x="562" y="160"/>
                  </a:lnTo>
                  <a:lnTo>
                    <a:pt x="562" y="160"/>
                  </a:lnTo>
                  <a:lnTo>
                    <a:pt x="582" y="174"/>
                  </a:lnTo>
                  <a:lnTo>
                    <a:pt x="602" y="190"/>
                  </a:lnTo>
                  <a:lnTo>
                    <a:pt x="602" y="190"/>
                  </a:lnTo>
                  <a:lnTo>
                    <a:pt x="632" y="213"/>
                  </a:lnTo>
                  <a:lnTo>
                    <a:pt x="648" y="224"/>
                  </a:lnTo>
                  <a:lnTo>
                    <a:pt x="664" y="234"/>
                  </a:lnTo>
                  <a:lnTo>
                    <a:pt x="664" y="234"/>
                  </a:lnTo>
                  <a:lnTo>
                    <a:pt x="688" y="246"/>
                  </a:lnTo>
                  <a:lnTo>
                    <a:pt x="704" y="255"/>
                  </a:lnTo>
                  <a:lnTo>
                    <a:pt x="723" y="264"/>
                  </a:lnTo>
                  <a:lnTo>
                    <a:pt x="744" y="272"/>
                  </a:lnTo>
                  <a:lnTo>
                    <a:pt x="765" y="279"/>
                  </a:lnTo>
                  <a:lnTo>
                    <a:pt x="787" y="286"/>
                  </a:lnTo>
                  <a:lnTo>
                    <a:pt x="797" y="288"/>
                  </a:lnTo>
                  <a:lnTo>
                    <a:pt x="808" y="289"/>
                  </a:lnTo>
                  <a:lnTo>
                    <a:pt x="808" y="289"/>
                  </a:lnTo>
                  <a:lnTo>
                    <a:pt x="834" y="291"/>
                  </a:lnTo>
                  <a:lnTo>
                    <a:pt x="859" y="292"/>
                  </a:lnTo>
                  <a:lnTo>
                    <a:pt x="859" y="292"/>
                  </a:lnTo>
                  <a:lnTo>
                    <a:pt x="882" y="291"/>
                  </a:lnTo>
                  <a:lnTo>
                    <a:pt x="903" y="289"/>
                  </a:lnTo>
                  <a:lnTo>
                    <a:pt x="922" y="285"/>
                  </a:lnTo>
                  <a:lnTo>
                    <a:pt x="940" y="279"/>
                  </a:lnTo>
                  <a:lnTo>
                    <a:pt x="955" y="273"/>
                  </a:lnTo>
                  <a:lnTo>
                    <a:pt x="970" y="265"/>
                  </a:lnTo>
                  <a:lnTo>
                    <a:pt x="983" y="255"/>
                  </a:lnTo>
                  <a:lnTo>
                    <a:pt x="994" y="243"/>
                  </a:lnTo>
                  <a:lnTo>
                    <a:pt x="994" y="243"/>
                  </a:lnTo>
                  <a:lnTo>
                    <a:pt x="1001" y="233"/>
                  </a:lnTo>
                  <a:lnTo>
                    <a:pt x="1007" y="222"/>
                  </a:lnTo>
                  <a:lnTo>
                    <a:pt x="1012" y="209"/>
                  </a:lnTo>
                  <a:lnTo>
                    <a:pt x="1016" y="197"/>
                  </a:lnTo>
                  <a:lnTo>
                    <a:pt x="1019" y="182"/>
                  </a:lnTo>
                  <a:lnTo>
                    <a:pt x="1021" y="169"/>
                  </a:lnTo>
                  <a:lnTo>
                    <a:pt x="1021" y="156"/>
                  </a:lnTo>
                  <a:lnTo>
                    <a:pt x="1020" y="142"/>
                  </a:lnTo>
                  <a:lnTo>
                    <a:pt x="1020" y="142"/>
                  </a:lnTo>
                  <a:lnTo>
                    <a:pt x="1019" y="134"/>
                  </a:lnTo>
                  <a:lnTo>
                    <a:pt x="1016" y="127"/>
                  </a:lnTo>
                  <a:lnTo>
                    <a:pt x="1014" y="119"/>
                  </a:lnTo>
                  <a:lnTo>
                    <a:pt x="1010" y="113"/>
                  </a:lnTo>
                  <a:lnTo>
                    <a:pt x="1007" y="107"/>
                  </a:lnTo>
                  <a:lnTo>
                    <a:pt x="1002" y="101"/>
                  </a:lnTo>
                  <a:lnTo>
                    <a:pt x="997" y="96"/>
                  </a:lnTo>
                  <a:lnTo>
                    <a:pt x="991" y="91"/>
                  </a:lnTo>
                  <a:lnTo>
                    <a:pt x="991" y="91"/>
                  </a:lnTo>
                  <a:lnTo>
                    <a:pt x="973" y="79"/>
                  </a:lnTo>
                  <a:lnTo>
                    <a:pt x="973" y="79"/>
                  </a:lnTo>
                  <a:lnTo>
                    <a:pt x="956" y="67"/>
                  </a:lnTo>
                  <a:lnTo>
                    <a:pt x="947" y="60"/>
                  </a:lnTo>
                  <a:lnTo>
                    <a:pt x="938" y="55"/>
                  </a:lnTo>
                  <a:lnTo>
                    <a:pt x="938" y="55"/>
                  </a:lnTo>
                  <a:lnTo>
                    <a:pt x="926" y="50"/>
                  </a:lnTo>
                  <a:lnTo>
                    <a:pt x="914" y="46"/>
                  </a:lnTo>
                  <a:lnTo>
                    <a:pt x="889" y="39"/>
                  </a:lnTo>
                  <a:lnTo>
                    <a:pt x="865" y="35"/>
                  </a:lnTo>
                  <a:lnTo>
                    <a:pt x="849" y="32"/>
                  </a:lnTo>
                  <a:lnTo>
                    <a:pt x="849" y="32"/>
                  </a:lnTo>
                  <a:lnTo>
                    <a:pt x="834" y="31"/>
                  </a:lnTo>
                  <a:lnTo>
                    <a:pt x="819" y="29"/>
                  </a:lnTo>
                  <a:lnTo>
                    <a:pt x="819" y="29"/>
                  </a:lnTo>
                  <a:close/>
                </a:path>
              </a:pathLst>
            </a:custGeom>
            <a:grpFill/>
            <a:ln>
              <a:solidFill>
                <a:schemeClr val="accent1">
                  <a:lumMod val="75000"/>
                  <a:alpha val="0"/>
                </a:schemeClr>
              </a:solidFill>
            </a:ln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</p:grp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67995" y="1557020"/>
            <a:ext cx="8215630" cy="4500245"/>
          </a:xfrm>
        </p:spPr>
        <p:txBody>
          <a:bodyPr>
            <a:noAutofit/>
          </a:bodyPr>
          <a:lstStyle/>
          <a:p>
            <a:pPr marL="0" indent="0" fontAlgn="auto">
              <a:spcBef>
                <a:spcPts val="0"/>
              </a:spcBef>
              <a:buNone/>
              <a:defRPr/>
            </a:pPr>
            <a:r>
              <a:rPr lang="en-US" altLang="zh-CN" dirty="0">
                <a:solidFill>
                  <a:srgbClr val="008000"/>
                </a:solidFill>
              </a:rPr>
              <a:t>//get front value</a:t>
            </a:r>
          </a:p>
          <a:p>
            <a:pPr marL="0" indent="0" fontAlgn="auto">
              <a:spcBef>
                <a:spcPts val="0"/>
              </a:spcBef>
              <a:buNone/>
              <a:defRPr/>
            </a:pPr>
            <a:r>
              <a:rPr lang="en-US" altLang="zh-CN" dirty="0" err="1"/>
              <a:t>const</a:t>
            </a:r>
            <a:r>
              <a:rPr lang="en-US" altLang="zh-CN" dirty="0"/>
              <a:t> E&amp; </a:t>
            </a:r>
            <a:r>
              <a:rPr lang="en-US" altLang="zh-CN" dirty="0" err="1"/>
              <a:t>frontValue</a:t>
            </a:r>
            <a:r>
              <a:rPr lang="en-US" altLang="zh-CN" dirty="0"/>
              <a:t>() </a:t>
            </a:r>
            <a:r>
              <a:rPr lang="en-US" altLang="zh-CN" dirty="0" err="1"/>
              <a:t>const</a:t>
            </a:r>
            <a:r>
              <a:rPr lang="en-US" altLang="zh-CN" dirty="0"/>
              <a:t> { </a:t>
            </a:r>
          </a:p>
          <a:p>
            <a:pPr marL="0" indent="0" fontAlgn="auto">
              <a:spcBef>
                <a:spcPts val="0"/>
              </a:spcBef>
              <a:buNone/>
              <a:defRPr/>
            </a:pPr>
            <a:r>
              <a:rPr lang="en-US" altLang="zh-CN" dirty="0"/>
              <a:t>  Assert(length()!=0, “Queue is empty”);</a:t>
            </a:r>
          </a:p>
          <a:p>
            <a:pPr marL="0" indent="0" fontAlgn="auto">
              <a:spcBef>
                <a:spcPts val="0"/>
              </a:spcBef>
              <a:buNone/>
              <a:defRPr/>
            </a:pPr>
            <a:r>
              <a:rPr lang="en-US" altLang="zh-CN" dirty="0"/>
              <a:t>  return </a:t>
            </a:r>
            <a:r>
              <a:rPr lang="en-US" altLang="zh-CN" dirty="0" err="1"/>
              <a:t>listArray</a:t>
            </a:r>
            <a:r>
              <a:rPr lang="en-US" altLang="zh-CN" dirty="0"/>
              <a:t>[front];</a:t>
            </a:r>
          </a:p>
          <a:p>
            <a:pPr marL="0" indent="0" fontAlgn="auto">
              <a:spcBef>
                <a:spcPts val="0"/>
              </a:spcBef>
              <a:buNone/>
              <a:defRPr/>
            </a:pPr>
            <a:r>
              <a:rPr lang="en-US" altLang="zh-CN" dirty="0"/>
              <a:t>}</a:t>
            </a:r>
          </a:p>
          <a:p>
            <a:pPr marL="0" indent="0" fontAlgn="auto">
              <a:spcBef>
                <a:spcPts val="0"/>
              </a:spcBef>
              <a:buNone/>
              <a:defRPr/>
            </a:pPr>
            <a:endParaRPr lang="en-US" altLang="zh-CN" dirty="0"/>
          </a:p>
          <a:p>
            <a:pPr marL="0" indent="0" fontAlgn="auto">
              <a:spcBef>
                <a:spcPts val="0"/>
              </a:spcBef>
              <a:buNone/>
              <a:defRPr/>
            </a:pPr>
            <a:r>
              <a:rPr lang="en-US" altLang="zh-CN" dirty="0">
                <a:solidFill>
                  <a:srgbClr val="008000"/>
                </a:solidFill>
              </a:rPr>
              <a:t>//return length</a:t>
            </a:r>
          </a:p>
          <a:p>
            <a:pPr marL="0" indent="0" fontAlgn="auto">
              <a:spcBef>
                <a:spcPts val="0"/>
              </a:spcBef>
              <a:buNone/>
              <a:defRPr/>
            </a:pPr>
            <a:r>
              <a:rPr lang="en-US" altLang="zh-CN" dirty="0"/>
              <a:t>virtual </a:t>
            </a:r>
            <a:r>
              <a:rPr lang="en-US" altLang="zh-CN" dirty="0" err="1"/>
              <a:t>int</a:t>
            </a:r>
            <a:r>
              <a:rPr lang="en-US" altLang="zh-CN" dirty="0"/>
              <a:t> length() </a:t>
            </a:r>
            <a:r>
              <a:rPr lang="en-US" altLang="zh-CN" dirty="0" err="1"/>
              <a:t>const</a:t>
            </a:r>
            <a:r>
              <a:rPr lang="en-US" altLang="zh-CN" dirty="0"/>
              <a:t>  {</a:t>
            </a:r>
          </a:p>
          <a:p>
            <a:pPr marL="0" indent="0" fontAlgn="auto">
              <a:spcBef>
                <a:spcPts val="0"/>
              </a:spcBef>
              <a:buNone/>
              <a:defRPr/>
            </a:pPr>
            <a:r>
              <a:rPr lang="en-US" altLang="zh-CN" dirty="0"/>
              <a:t>  return ((</a:t>
            </a:r>
            <a:r>
              <a:rPr lang="en-US" altLang="zh-CN" dirty="0" err="1"/>
              <a:t>rear+maxSize</a:t>
            </a:r>
            <a:r>
              <a:rPr lang="en-US" altLang="zh-CN" dirty="0"/>
              <a:t>)-front+1)%</a:t>
            </a:r>
            <a:r>
              <a:rPr lang="en-US" altLang="zh-CN" dirty="0" err="1"/>
              <a:t>maxSize</a:t>
            </a:r>
            <a:r>
              <a:rPr lang="en-US" altLang="zh-CN" dirty="0"/>
              <a:t>;</a:t>
            </a:r>
          </a:p>
          <a:p>
            <a:pPr marL="0" indent="0" fontAlgn="auto">
              <a:spcBef>
                <a:spcPts val="0"/>
              </a:spcBef>
              <a:buNone/>
              <a:defRPr/>
            </a:pPr>
            <a:r>
              <a:rPr lang="en-US" altLang="zh-CN" dirty="0"/>
              <a:t>}</a:t>
            </a:r>
          </a:p>
        </p:txBody>
      </p:sp>
      <p:sp>
        <p:nvSpPr>
          <p:cNvPr id="73732" name="Slide Number Placeholder 3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557530" indent="-21463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857250" indent="-1714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200150" indent="-1714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1543050" indent="-1714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1885950" indent="-1714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228850" indent="-1714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2571750" indent="-1714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2914650" indent="-1714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fld id="{9DBDDF67-0A71-4BEE-81AC-B07164093D11}" type="slidenum">
              <a:rPr lang="en-US" altLang="zh-CN" sz="465" smtClean="0"/>
              <a:pPr/>
              <a:t>56</a:t>
            </a:fld>
            <a:endParaRPr lang="en-US" altLang="zh-CN" sz="465"/>
          </a:p>
        </p:txBody>
      </p:sp>
      <p:sp>
        <p:nvSpPr>
          <p:cNvPr id="2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fld id="{FF355D95-C359-463E-B9A5-57E771CBA4FB}" type="datetime1">
              <a:rPr lang="zh-CN" altLang="en-US" sz="465" smtClean="0"/>
              <a:pPr>
                <a:defRPr/>
              </a:pPr>
              <a:t>2025/12/16</a:t>
            </a:fld>
            <a:endParaRPr lang="zh-CN" altLang="en-US" sz="465"/>
          </a:p>
        </p:txBody>
      </p:sp>
      <p:sp>
        <p:nvSpPr>
          <p:cNvPr id="4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altLang="zh-CN" sz="465"/>
              <a:t>Stacks and Queues - Lecture 6</a:t>
            </a:r>
            <a:endParaRPr lang="zh-CN" altLang="en-US" sz="465"/>
          </a:p>
        </p:txBody>
      </p:sp>
    </p:spTree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矩形 4"/>
          <p:cNvSpPr/>
          <p:nvPr>
            <p:custDataLst>
              <p:tags r:id="rId1"/>
            </p:custDataLst>
          </p:nvPr>
        </p:nvSpPr>
        <p:spPr>
          <a:xfrm>
            <a:off x="207010" y="708025"/>
            <a:ext cx="3322320" cy="1530350"/>
          </a:xfrm>
          <a:prstGeom prst="rect">
            <a:avLst/>
          </a:prstGeom>
          <a:solidFill>
            <a:srgbClr val="1E7AB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350">
              <a:latin typeface="Noto Serif CJK SC" panose="02020400000000000000" pitchFamily="18" charset="-122"/>
              <a:ea typeface="FZHei-B01S" panose="02010601030101010101" pitchFamily="2" charset="-122"/>
              <a:sym typeface="Noto Serif CJK SC" panose="02020400000000000000" pitchFamily="18" charset="-122"/>
            </a:endParaRPr>
          </a:p>
        </p:txBody>
      </p:sp>
      <p:sp>
        <p:nvSpPr>
          <p:cNvPr id="7" name="矩形 6"/>
          <p:cNvSpPr/>
          <p:nvPr>
            <p:custDataLst>
              <p:tags r:id="rId2"/>
            </p:custDataLst>
          </p:nvPr>
        </p:nvSpPr>
        <p:spPr>
          <a:xfrm>
            <a:off x="207010" y="1406525"/>
            <a:ext cx="8709660" cy="488569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350">
              <a:latin typeface="Noto Serif CJK SC" panose="02020400000000000000" pitchFamily="18" charset="-122"/>
              <a:ea typeface="FZHei-B01S" panose="02010601030101010101" pitchFamily="2" charset="-122"/>
              <a:sym typeface="Noto Serif CJK SC" panose="02020400000000000000" pitchFamily="18" charset="-122"/>
            </a:endParaRPr>
          </a:p>
        </p:txBody>
      </p:sp>
      <p:sp>
        <p:nvSpPr>
          <p:cNvPr id="11" name="Title 1"/>
          <p:cNvSpPr>
            <a:spLocks noGrp="1"/>
          </p:cNvSpPr>
          <p:nvPr>
            <p:custDataLst>
              <p:tags r:id="rId3"/>
            </p:custDataLst>
          </p:nvPr>
        </p:nvSpPr>
        <p:spPr>
          <a:xfrm>
            <a:off x="368935" y="751840"/>
            <a:ext cx="6592570" cy="72136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5335" kern="120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+mj-ea"/>
                <a:cs typeface="Times New Roman" panose="02020603050405020304" pitchFamily="18" charset="0"/>
              </a:defRPr>
            </a:lvl1pPr>
          </a:lstStyle>
          <a:p>
            <a:r>
              <a:rPr lang="en-US" altLang="zh-CN" sz="3600" dirty="0">
                <a:solidFill>
                  <a:schemeClr val="bg1"/>
                </a:solidFill>
              </a:rPr>
              <a:t>Linked Queues</a:t>
            </a:r>
          </a:p>
        </p:txBody>
      </p:sp>
      <p:pic>
        <p:nvPicPr>
          <p:cNvPr id="13" name="图片 12" descr="华工标志（透明版"/>
          <p:cNvPicPr>
            <a:picLocks noChangeAspect="1"/>
          </p:cNvPicPr>
          <p:nvPr>
            <p:custDataLst>
              <p:tags r:id="rId4"/>
            </p:custDataLst>
          </p:nvPr>
        </p:nvPicPr>
        <p:blipFill>
          <a:blip r:embed="rId8" cstate="print"/>
          <a:stretch>
            <a:fillRect/>
          </a:stretch>
        </p:blipFill>
        <p:spPr>
          <a:xfrm>
            <a:off x="7740015" y="116205"/>
            <a:ext cx="1230630" cy="1230630"/>
          </a:xfrm>
          <a:prstGeom prst="rect">
            <a:avLst/>
          </a:prstGeom>
        </p:spPr>
      </p:pic>
      <p:sp>
        <p:nvSpPr>
          <p:cNvPr id="74755" name="Content Placeholder 2"/>
          <p:cNvSpPr>
            <a:spLocks noGrp="1"/>
          </p:cNvSpPr>
          <p:nvPr>
            <p:ph idx="1"/>
          </p:nvPr>
        </p:nvSpPr>
        <p:spPr>
          <a:xfrm>
            <a:off x="490337" y="1541782"/>
            <a:ext cx="7886700" cy="4351337"/>
          </a:xfrm>
        </p:spPr>
        <p:txBody>
          <a:bodyPr>
            <a:noAutofit/>
          </a:bodyPr>
          <a:lstStyle/>
          <a:p>
            <a:pPr fontAlgn="auto">
              <a:lnSpc>
                <a:spcPct val="100000"/>
              </a:lnSpc>
              <a:spcBef>
                <a:spcPts val="1800"/>
              </a:spcBef>
            </a:pPr>
            <a:r>
              <a:rPr lang="en-US" altLang="zh-CN" sz="2400" dirty="0"/>
              <a:t>A straightforward adaptation of the linked list</a:t>
            </a:r>
          </a:p>
          <a:p>
            <a:pPr fontAlgn="auto">
              <a:lnSpc>
                <a:spcPct val="100000"/>
              </a:lnSpc>
              <a:spcBef>
                <a:spcPts val="1800"/>
              </a:spcBef>
            </a:pPr>
            <a:r>
              <a:rPr lang="en-US" altLang="zh-CN" sz="2400" dirty="0"/>
              <a:t>Structures</a:t>
            </a:r>
          </a:p>
          <a:p>
            <a:pPr lvl="1" fontAlgn="auto">
              <a:lnSpc>
                <a:spcPct val="100000"/>
              </a:lnSpc>
              <a:spcBef>
                <a:spcPts val="1800"/>
              </a:spcBef>
            </a:pPr>
            <a:r>
              <a:rPr lang="en-US" altLang="zh-CN" sz="2000" dirty="0"/>
              <a:t>Use a header node</a:t>
            </a:r>
          </a:p>
          <a:p>
            <a:pPr lvl="1" fontAlgn="auto">
              <a:lnSpc>
                <a:spcPct val="100000"/>
              </a:lnSpc>
              <a:spcBef>
                <a:spcPts val="1800"/>
              </a:spcBef>
            </a:pPr>
            <a:r>
              <a:rPr lang="en-US" altLang="zh-CN" sz="2000" dirty="0"/>
              <a:t>The </a:t>
            </a:r>
            <a:r>
              <a:rPr lang="en-US" altLang="zh-CN" sz="2000" b="1" dirty="0"/>
              <a:t>front</a:t>
            </a:r>
            <a:r>
              <a:rPr lang="en-US" altLang="zh-CN" sz="2000" dirty="0"/>
              <a:t> pointer points always points to the header node</a:t>
            </a:r>
          </a:p>
          <a:p>
            <a:pPr lvl="1" fontAlgn="auto">
              <a:lnSpc>
                <a:spcPct val="100000"/>
              </a:lnSpc>
              <a:spcBef>
                <a:spcPts val="1800"/>
              </a:spcBef>
            </a:pPr>
            <a:r>
              <a:rPr lang="en-US" altLang="zh-CN" sz="2000" dirty="0"/>
              <a:t>The </a:t>
            </a:r>
            <a:r>
              <a:rPr lang="en-US" altLang="zh-CN" sz="2000" b="1" dirty="0"/>
              <a:t>rear</a:t>
            </a:r>
            <a:r>
              <a:rPr lang="en-US" altLang="zh-CN" sz="2000" dirty="0"/>
              <a:t> pointer points to the last link node in the queue</a:t>
            </a:r>
          </a:p>
          <a:p>
            <a:pPr fontAlgn="auto">
              <a:lnSpc>
                <a:spcPct val="100000"/>
              </a:lnSpc>
              <a:spcBef>
                <a:spcPts val="1800"/>
              </a:spcBef>
            </a:pPr>
            <a:r>
              <a:rPr lang="en-US" altLang="zh-CN" sz="2400" dirty="0"/>
              <a:t>Operations </a:t>
            </a:r>
          </a:p>
          <a:p>
            <a:pPr lvl="1" fontAlgn="auto">
              <a:lnSpc>
                <a:spcPct val="100000"/>
              </a:lnSpc>
              <a:spcBef>
                <a:spcPts val="1800"/>
              </a:spcBef>
            </a:pPr>
            <a:r>
              <a:rPr lang="en-US" altLang="zh-CN" sz="2000" b="1" dirty="0" err="1"/>
              <a:t>Enqueue</a:t>
            </a:r>
            <a:r>
              <a:rPr lang="en-US" altLang="zh-CN" sz="2000" dirty="0"/>
              <a:t>: places the new element in a link node at the end of the linked list, advances </a:t>
            </a:r>
            <a:r>
              <a:rPr lang="en-US" altLang="zh-CN" sz="2000" b="1" dirty="0"/>
              <a:t>rear</a:t>
            </a:r>
            <a:r>
              <a:rPr lang="en-US" altLang="zh-CN" sz="2000" dirty="0"/>
              <a:t> to point to the newly-inserted node</a:t>
            </a:r>
          </a:p>
          <a:p>
            <a:pPr lvl="1" fontAlgn="auto">
              <a:lnSpc>
                <a:spcPct val="100000"/>
              </a:lnSpc>
              <a:spcBef>
                <a:spcPts val="1800"/>
              </a:spcBef>
            </a:pPr>
            <a:r>
              <a:rPr lang="en-US" altLang="zh-CN" sz="2000" b="1" dirty="0" err="1"/>
              <a:t>Dequeue</a:t>
            </a:r>
            <a:r>
              <a:rPr lang="en-US" altLang="zh-CN" sz="2000" dirty="0"/>
              <a:t>: removes and returns the first element of the list</a:t>
            </a:r>
          </a:p>
        </p:txBody>
      </p:sp>
      <p:sp>
        <p:nvSpPr>
          <p:cNvPr id="74756" name="Slide Number Placeholder 3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557530" indent="-21463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857250" indent="-1714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200150" indent="-1714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1543050" indent="-1714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1885950" indent="-1714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228850" indent="-1714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2571750" indent="-1714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2914650" indent="-1714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fld id="{BF131EE1-698F-4191-A8F3-3FBD8815A8B2}" type="slidenum">
              <a:rPr lang="en-US" altLang="zh-CN" sz="465" smtClean="0"/>
              <a:pPr/>
              <a:t>57</a:t>
            </a:fld>
            <a:endParaRPr lang="en-US" altLang="zh-CN" sz="465"/>
          </a:p>
        </p:txBody>
      </p:sp>
      <p:sp>
        <p:nvSpPr>
          <p:cNvPr id="2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fld id="{27A0889F-D1F6-4A15-8AEC-9A37DB14929C}" type="datetime1">
              <a:rPr lang="zh-CN" altLang="en-US" sz="465" smtClean="0"/>
              <a:pPr>
                <a:defRPr/>
              </a:pPr>
              <a:t>2025/12/16</a:t>
            </a:fld>
            <a:endParaRPr lang="zh-CN" altLang="en-US" sz="465"/>
          </a:p>
        </p:txBody>
      </p:sp>
      <p:sp>
        <p:nvSpPr>
          <p:cNvPr id="3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altLang="zh-CN" sz="465"/>
              <a:t>Stacks and Queues - Lecture 6</a:t>
            </a:r>
            <a:endParaRPr lang="zh-CN" altLang="en-US" sz="465"/>
          </a:p>
        </p:txBody>
      </p:sp>
      <p:grpSp>
        <p:nvGrpSpPr>
          <p:cNvPr id="58" name="Group 4"/>
          <p:cNvGrpSpPr>
            <a:grpSpLocks noChangeAspect="1"/>
          </p:cNvGrpSpPr>
          <p:nvPr/>
        </p:nvGrpSpPr>
        <p:grpSpPr bwMode="auto">
          <a:xfrm>
            <a:off x="7740015" y="5157470"/>
            <a:ext cx="962660" cy="1040765"/>
            <a:chOff x="3173" y="1433"/>
            <a:chExt cx="1596" cy="1726"/>
          </a:xfrm>
          <a:solidFill>
            <a:srgbClr val="345F86">
              <a:alpha val="37000"/>
            </a:srgbClr>
          </a:solidFill>
        </p:grpSpPr>
        <p:sp>
          <p:nvSpPr>
            <p:cNvPr id="59" name="Freeform 5"/>
            <p:cNvSpPr>
              <a:spLocks noEditPoints="1"/>
            </p:cNvSpPr>
            <p:nvPr>
              <p:custDataLst>
                <p:tags r:id="rId5"/>
              </p:custDataLst>
            </p:nvPr>
          </p:nvSpPr>
          <p:spPr bwMode="auto">
            <a:xfrm>
              <a:off x="3479" y="1728"/>
              <a:ext cx="995" cy="994"/>
            </a:xfrm>
            <a:custGeom>
              <a:avLst/>
              <a:gdLst>
                <a:gd name="T0" fmla="*/ 149 w 182"/>
                <a:gd name="T1" fmla="*/ 161 h 182"/>
                <a:gd name="T2" fmla="*/ 150 w 182"/>
                <a:gd name="T3" fmla="*/ 160 h 182"/>
                <a:gd name="T4" fmla="*/ 159 w 182"/>
                <a:gd name="T5" fmla="*/ 152 h 182"/>
                <a:gd name="T6" fmla="*/ 160 w 182"/>
                <a:gd name="T7" fmla="*/ 150 h 182"/>
                <a:gd name="T8" fmla="*/ 182 w 182"/>
                <a:gd name="T9" fmla="*/ 94 h 182"/>
                <a:gd name="T10" fmla="*/ 88 w 182"/>
                <a:gd name="T11" fmla="*/ 0 h 182"/>
                <a:gd name="T12" fmla="*/ 0 w 182"/>
                <a:gd name="T13" fmla="*/ 88 h 182"/>
                <a:gd name="T14" fmla="*/ 94 w 182"/>
                <a:gd name="T15" fmla="*/ 182 h 182"/>
                <a:gd name="T16" fmla="*/ 7 w 182"/>
                <a:gd name="T17" fmla="*/ 91 h 182"/>
                <a:gd name="T18" fmla="*/ 29 w 182"/>
                <a:gd name="T19" fmla="*/ 58 h 182"/>
                <a:gd name="T20" fmla="*/ 143 w 182"/>
                <a:gd name="T21" fmla="*/ 58 h 182"/>
                <a:gd name="T22" fmla="*/ 172 w 182"/>
                <a:gd name="T23" fmla="*/ 114 h 182"/>
                <a:gd name="T24" fmla="*/ 150 w 182"/>
                <a:gd name="T25" fmla="*/ 151 h 182"/>
                <a:gd name="T26" fmla="*/ 34 w 182"/>
                <a:gd name="T27" fmla="*/ 148 h 182"/>
                <a:gd name="T28" fmla="*/ 11 w 182"/>
                <a:gd name="T29" fmla="*/ 66 h 182"/>
                <a:gd name="T30" fmla="*/ 35 w 182"/>
                <a:gd name="T31" fmla="*/ 28 h 182"/>
                <a:gd name="T32" fmla="*/ 19 w 182"/>
                <a:gd name="T33" fmla="*/ 59 h 182"/>
                <a:gd name="T34" fmla="*/ 10 w 182"/>
                <a:gd name="T35" fmla="*/ 67 h 182"/>
                <a:gd name="T36" fmla="*/ 38 w 182"/>
                <a:gd name="T37" fmla="*/ 41 h 182"/>
                <a:gd name="T38" fmla="*/ 27 w 182"/>
                <a:gd name="T39" fmla="*/ 51 h 182"/>
                <a:gd name="T40" fmla="*/ 59 w 182"/>
                <a:gd name="T41" fmla="*/ 13 h 182"/>
                <a:gd name="T42" fmla="*/ 51 w 182"/>
                <a:gd name="T43" fmla="*/ 33 h 182"/>
                <a:gd name="T44" fmla="*/ 45 w 182"/>
                <a:gd name="T45" fmla="*/ 37 h 182"/>
                <a:gd name="T46" fmla="*/ 70 w 182"/>
                <a:gd name="T47" fmla="*/ 9 h 182"/>
                <a:gd name="T48" fmla="*/ 64 w 182"/>
                <a:gd name="T49" fmla="*/ 30 h 182"/>
                <a:gd name="T50" fmla="*/ 75 w 182"/>
                <a:gd name="T51" fmla="*/ 8 h 182"/>
                <a:gd name="T52" fmla="*/ 88 w 182"/>
                <a:gd name="T53" fmla="*/ 7 h 182"/>
                <a:gd name="T54" fmla="*/ 79 w 182"/>
                <a:gd name="T55" fmla="*/ 27 h 182"/>
                <a:gd name="T56" fmla="*/ 85 w 182"/>
                <a:gd name="T57" fmla="*/ 7 h 182"/>
                <a:gd name="T58" fmla="*/ 104 w 182"/>
                <a:gd name="T59" fmla="*/ 9 h 182"/>
                <a:gd name="T60" fmla="*/ 90 w 182"/>
                <a:gd name="T61" fmla="*/ 27 h 182"/>
                <a:gd name="T62" fmla="*/ 85 w 182"/>
                <a:gd name="T63" fmla="*/ 27 h 182"/>
                <a:gd name="T64" fmla="*/ 98 w 182"/>
                <a:gd name="T65" fmla="*/ 8 h 182"/>
                <a:gd name="T66" fmla="*/ 116 w 182"/>
                <a:gd name="T67" fmla="*/ 13 h 182"/>
                <a:gd name="T68" fmla="*/ 94 w 182"/>
                <a:gd name="T69" fmla="*/ 27 h 182"/>
                <a:gd name="T70" fmla="*/ 108 w 182"/>
                <a:gd name="T71" fmla="*/ 10 h 182"/>
                <a:gd name="T72" fmla="*/ 124 w 182"/>
                <a:gd name="T73" fmla="*/ 16 h 182"/>
                <a:gd name="T74" fmla="*/ 106 w 182"/>
                <a:gd name="T75" fmla="*/ 30 h 182"/>
                <a:gd name="T76" fmla="*/ 124 w 182"/>
                <a:gd name="T77" fmla="*/ 16 h 182"/>
                <a:gd name="T78" fmla="*/ 132 w 182"/>
                <a:gd name="T79" fmla="*/ 41 h 182"/>
                <a:gd name="T80" fmla="*/ 137 w 182"/>
                <a:gd name="T81" fmla="*/ 24 h 182"/>
                <a:gd name="T82" fmla="*/ 148 w 182"/>
                <a:gd name="T83" fmla="*/ 34 h 182"/>
                <a:gd name="T84" fmla="*/ 141 w 182"/>
                <a:gd name="T85" fmla="*/ 47 h 182"/>
                <a:gd name="T86" fmla="*/ 147 w 182"/>
                <a:gd name="T87" fmla="*/ 32 h 182"/>
                <a:gd name="T88" fmla="*/ 158 w 182"/>
                <a:gd name="T89" fmla="*/ 45 h 182"/>
                <a:gd name="T90" fmla="*/ 143 w 182"/>
                <a:gd name="T91" fmla="*/ 49 h 182"/>
                <a:gd name="T92" fmla="*/ 158 w 182"/>
                <a:gd name="T93" fmla="*/ 45 h 182"/>
                <a:gd name="T94" fmla="*/ 152 w 182"/>
                <a:gd name="T95" fmla="*/ 57 h 182"/>
                <a:gd name="T96" fmla="*/ 160 w 182"/>
                <a:gd name="T97" fmla="*/ 47 h 182"/>
                <a:gd name="T98" fmla="*/ 166 w 182"/>
                <a:gd name="T99" fmla="*/ 59 h 182"/>
                <a:gd name="T100" fmla="*/ 155 w 182"/>
                <a:gd name="T101" fmla="*/ 60 h 182"/>
                <a:gd name="T102" fmla="*/ 166 w 182"/>
                <a:gd name="T103" fmla="*/ 59 h 182"/>
                <a:gd name="T104" fmla="*/ 167 w 182"/>
                <a:gd name="T105" fmla="*/ 78 h 182"/>
                <a:gd name="T106" fmla="*/ 171 w 182"/>
                <a:gd name="T107" fmla="*/ 69 h 182"/>
                <a:gd name="T108" fmla="*/ 169 w 182"/>
                <a:gd name="T109" fmla="*/ 66 h 182"/>
                <a:gd name="T110" fmla="*/ 161 w 182"/>
                <a:gd name="T111" fmla="*/ 68 h 182"/>
                <a:gd name="T112" fmla="*/ 169 w 182"/>
                <a:gd name="T113" fmla="*/ 66 h 182"/>
                <a:gd name="T114" fmla="*/ 113 w 182"/>
                <a:gd name="T115" fmla="*/ 32 h 182"/>
                <a:gd name="T116" fmla="*/ 128 w 182"/>
                <a:gd name="T117" fmla="*/ 18 h 182"/>
                <a:gd name="T118" fmla="*/ 120 w 182"/>
                <a:gd name="T119" fmla="*/ 35 h 182"/>
                <a:gd name="T120" fmla="*/ 169 w 182"/>
                <a:gd name="T121" fmla="*/ 81 h 182"/>
                <a:gd name="T122" fmla="*/ 175 w 182"/>
                <a:gd name="T123" fmla="*/ 94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82" h="182">
                  <a:moveTo>
                    <a:pt x="94" y="182"/>
                  </a:moveTo>
                  <a:cubicBezTo>
                    <a:pt x="113" y="182"/>
                    <a:pt x="132" y="175"/>
                    <a:pt x="149" y="161"/>
                  </a:cubicBezTo>
                  <a:cubicBezTo>
                    <a:pt x="150" y="160"/>
                    <a:pt x="150" y="160"/>
                    <a:pt x="150" y="160"/>
                  </a:cubicBezTo>
                  <a:cubicBezTo>
                    <a:pt x="150" y="160"/>
                    <a:pt x="150" y="160"/>
                    <a:pt x="150" y="160"/>
                  </a:cubicBezTo>
                  <a:cubicBezTo>
                    <a:pt x="151" y="159"/>
                    <a:pt x="152" y="158"/>
                    <a:pt x="155" y="155"/>
                  </a:cubicBezTo>
                  <a:cubicBezTo>
                    <a:pt x="157" y="153"/>
                    <a:pt x="158" y="152"/>
                    <a:pt x="159" y="152"/>
                  </a:cubicBezTo>
                  <a:cubicBezTo>
                    <a:pt x="159" y="151"/>
                    <a:pt x="159" y="151"/>
                    <a:pt x="159" y="151"/>
                  </a:cubicBezTo>
                  <a:cubicBezTo>
                    <a:pt x="160" y="150"/>
                    <a:pt x="160" y="150"/>
                    <a:pt x="160" y="150"/>
                  </a:cubicBezTo>
                  <a:cubicBezTo>
                    <a:pt x="160" y="150"/>
                    <a:pt x="160" y="150"/>
                    <a:pt x="160" y="149"/>
                  </a:cubicBezTo>
                  <a:cubicBezTo>
                    <a:pt x="175" y="132"/>
                    <a:pt x="182" y="113"/>
                    <a:pt x="182" y="94"/>
                  </a:cubicBezTo>
                  <a:cubicBezTo>
                    <a:pt x="182" y="70"/>
                    <a:pt x="170" y="46"/>
                    <a:pt x="153" y="29"/>
                  </a:cubicBezTo>
                  <a:cubicBezTo>
                    <a:pt x="136" y="12"/>
                    <a:pt x="112" y="0"/>
                    <a:pt x="88" y="0"/>
                  </a:cubicBezTo>
                  <a:cubicBezTo>
                    <a:pt x="67" y="0"/>
                    <a:pt x="46" y="8"/>
                    <a:pt x="27" y="27"/>
                  </a:cubicBezTo>
                  <a:cubicBezTo>
                    <a:pt x="8" y="46"/>
                    <a:pt x="0" y="67"/>
                    <a:pt x="0" y="88"/>
                  </a:cubicBezTo>
                  <a:cubicBezTo>
                    <a:pt x="0" y="112"/>
                    <a:pt x="12" y="136"/>
                    <a:pt x="29" y="153"/>
                  </a:cubicBezTo>
                  <a:cubicBezTo>
                    <a:pt x="46" y="171"/>
                    <a:pt x="70" y="182"/>
                    <a:pt x="94" y="182"/>
                  </a:cubicBezTo>
                  <a:close/>
                  <a:moveTo>
                    <a:pt x="34" y="148"/>
                  </a:moveTo>
                  <a:cubicBezTo>
                    <a:pt x="18" y="133"/>
                    <a:pt x="8" y="112"/>
                    <a:pt x="7" y="91"/>
                  </a:cubicBezTo>
                  <a:cubicBezTo>
                    <a:pt x="8" y="91"/>
                    <a:pt x="8" y="90"/>
                    <a:pt x="9" y="89"/>
                  </a:cubicBezTo>
                  <a:cubicBezTo>
                    <a:pt x="13" y="79"/>
                    <a:pt x="19" y="68"/>
                    <a:pt x="29" y="58"/>
                  </a:cubicBezTo>
                  <a:cubicBezTo>
                    <a:pt x="47" y="41"/>
                    <a:pt x="66" y="33"/>
                    <a:pt x="85" y="33"/>
                  </a:cubicBezTo>
                  <a:cubicBezTo>
                    <a:pt x="106" y="33"/>
                    <a:pt x="127" y="43"/>
                    <a:pt x="143" y="58"/>
                  </a:cubicBezTo>
                  <a:cubicBezTo>
                    <a:pt x="159" y="72"/>
                    <a:pt x="170" y="93"/>
                    <a:pt x="172" y="114"/>
                  </a:cubicBezTo>
                  <a:cubicBezTo>
                    <a:pt x="172" y="114"/>
                    <a:pt x="172" y="114"/>
                    <a:pt x="172" y="114"/>
                  </a:cubicBezTo>
                  <a:cubicBezTo>
                    <a:pt x="169" y="127"/>
                    <a:pt x="162" y="139"/>
                    <a:pt x="151" y="150"/>
                  </a:cubicBezTo>
                  <a:cubicBezTo>
                    <a:pt x="150" y="150"/>
                    <a:pt x="150" y="150"/>
                    <a:pt x="150" y="151"/>
                  </a:cubicBezTo>
                  <a:cubicBezTo>
                    <a:pt x="132" y="168"/>
                    <a:pt x="113" y="175"/>
                    <a:pt x="94" y="175"/>
                  </a:cubicBezTo>
                  <a:cubicBezTo>
                    <a:pt x="72" y="175"/>
                    <a:pt x="50" y="165"/>
                    <a:pt x="34" y="148"/>
                  </a:cubicBezTo>
                  <a:close/>
                  <a:moveTo>
                    <a:pt x="10" y="67"/>
                  </a:moveTo>
                  <a:cubicBezTo>
                    <a:pt x="10" y="66"/>
                    <a:pt x="11" y="66"/>
                    <a:pt x="11" y="66"/>
                  </a:cubicBezTo>
                  <a:cubicBezTo>
                    <a:pt x="17" y="57"/>
                    <a:pt x="23" y="47"/>
                    <a:pt x="29" y="38"/>
                  </a:cubicBezTo>
                  <a:cubicBezTo>
                    <a:pt x="31" y="35"/>
                    <a:pt x="33" y="32"/>
                    <a:pt x="35" y="28"/>
                  </a:cubicBezTo>
                  <a:cubicBezTo>
                    <a:pt x="37" y="27"/>
                    <a:pt x="38" y="26"/>
                    <a:pt x="39" y="25"/>
                  </a:cubicBezTo>
                  <a:cubicBezTo>
                    <a:pt x="32" y="36"/>
                    <a:pt x="25" y="47"/>
                    <a:pt x="19" y="59"/>
                  </a:cubicBezTo>
                  <a:cubicBezTo>
                    <a:pt x="15" y="64"/>
                    <a:pt x="11" y="69"/>
                    <a:pt x="8" y="74"/>
                  </a:cubicBezTo>
                  <a:cubicBezTo>
                    <a:pt x="9" y="72"/>
                    <a:pt x="9" y="69"/>
                    <a:pt x="10" y="67"/>
                  </a:cubicBezTo>
                  <a:close/>
                  <a:moveTo>
                    <a:pt x="59" y="13"/>
                  </a:moveTo>
                  <a:cubicBezTo>
                    <a:pt x="52" y="22"/>
                    <a:pt x="45" y="32"/>
                    <a:pt x="38" y="41"/>
                  </a:cubicBezTo>
                  <a:cubicBezTo>
                    <a:pt x="38" y="42"/>
                    <a:pt x="38" y="42"/>
                    <a:pt x="38" y="42"/>
                  </a:cubicBezTo>
                  <a:cubicBezTo>
                    <a:pt x="34" y="44"/>
                    <a:pt x="31" y="47"/>
                    <a:pt x="27" y="51"/>
                  </a:cubicBezTo>
                  <a:cubicBezTo>
                    <a:pt x="33" y="40"/>
                    <a:pt x="40" y="29"/>
                    <a:pt x="48" y="19"/>
                  </a:cubicBezTo>
                  <a:cubicBezTo>
                    <a:pt x="51" y="17"/>
                    <a:pt x="55" y="15"/>
                    <a:pt x="59" y="13"/>
                  </a:cubicBezTo>
                  <a:close/>
                  <a:moveTo>
                    <a:pt x="70" y="9"/>
                  </a:moveTo>
                  <a:cubicBezTo>
                    <a:pt x="64" y="17"/>
                    <a:pt x="58" y="25"/>
                    <a:pt x="51" y="33"/>
                  </a:cubicBezTo>
                  <a:cubicBezTo>
                    <a:pt x="51" y="34"/>
                    <a:pt x="51" y="34"/>
                    <a:pt x="51" y="34"/>
                  </a:cubicBezTo>
                  <a:cubicBezTo>
                    <a:pt x="49" y="35"/>
                    <a:pt x="47" y="36"/>
                    <a:pt x="45" y="37"/>
                  </a:cubicBezTo>
                  <a:cubicBezTo>
                    <a:pt x="52" y="29"/>
                    <a:pt x="58" y="20"/>
                    <a:pt x="65" y="11"/>
                  </a:cubicBezTo>
                  <a:cubicBezTo>
                    <a:pt x="66" y="10"/>
                    <a:pt x="68" y="10"/>
                    <a:pt x="70" y="9"/>
                  </a:cubicBezTo>
                  <a:close/>
                  <a:moveTo>
                    <a:pt x="81" y="7"/>
                  </a:moveTo>
                  <a:cubicBezTo>
                    <a:pt x="75" y="15"/>
                    <a:pt x="69" y="22"/>
                    <a:pt x="64" y="30"/>
                  </a:cubicBezTo>
                  <a:cubicBezTo>
                    <a:pt x="62" y="30"/>
                    <a:pt x="59" y="31"/>
                    <a:pt x="57" y="32"/>
                  </a:cubicBezTo>
                  <a:cubicBezTo>
                    <a:pt x="63" y="24"/>
                    <a:pt x="69" y="16"/>
                    <a:pt x="75" y="8"/>
                  </a:cubicBezTo>
                  <a:cubicBezTo>
                    <a:pt x="77" y="8"/>
                    <a:pt x="79" y="8"/>
                    <a:pt x="81" y="7"/>
                  </a:cubicBezTo>
                  <a:close/>
                  <a:moveTo>
                    <a:pt x="88" y="7"/>
                  </a:moveTo>
                  <a:cubicBezTo>
                    <a:pt x="90" y="7"/>
                    <a:pt x="92" y="7"/>
                    <a:pt x="94" y="7"/>
                  </a:cubicBezTo>
                  <a:cubicBezTo>
                    <a:pt x="88" y="14"/>
                    <a:pt x="84" y="20"/>
                    <a:pt x="79" y="27"/>
                  </a:cubicBezTo>
                  <a:cubicBezTo>
                    <a:pt x="76" y="27"/>
                    <a:pt x="73" y="28"/>
                    <a:pt x="69" y="28"/>
                  </a:cubicBezTo>
                  <a:cubicBezTo>
                    <a:pt x="74" y="21"/>
                    <a:pt x="80" y="14"/>
                    <a:pt x="85" y="7"/>
                  </a:cubicBezTo>
                  <a:cubicBezTo>
                    <a:pt x="86" y="7"/>
                    <a:pt x="87" y="7"/>
                    <a:pt x="88" y="7"/>
                  </a:cubicBezTo>
                  <a:close/>
                  <a:moveTo>
                    <a:pt x="104" y="9"/>
                  </a:moveTo>
                  <a:cubicBezTo>
                    <a:pt x="103" y="10"/>
                    <a:pt x="102" y="12"/>
                    <a:pt x="100" y="13"/>
                  </a:cubicBezTo>
                  <a:cubicBezTo>
                    <a:pt x="97" y="17"/>
                    <a:pt x="93" y="21"/>
                    <a:pt x="90" y="27"/>
                  </a:cubicBezTo>
                  <a:cubicBezTo>
                    <a:pt x="90" y="27"/>
                    <a:pt x="90" y="27"/>
                    <a:pt x="90" y="27"/>
                  </a:cubicBezTo>
                  <a:cubicBezTo>
                    <a:pt x="89" y="27"/>
                    <a:pt x="87" y="27"/>
                    <a:pt x="85" y="27"/>
                  </a:cubicBezTo>
                  <a:cubicBezTo>
                    <a:pt x="84" y="27"/>
                    <a:pt x="84" y="27"/>
                    <a:pt x="83" y="27"/>
                  </a:cubicBezTo>
                  <a:cubicBezTo>
                    <a:pt x="88" y="20"/>
                    <a:pt x="93" y="14"/>
                    <a:pt x="98" y="8"/>
                  </a:cubicBezTo>
                  <a:cubicBezTo>
                    <a:pt x="100" y="8"/>
                    <a:pt x="102" y="8"/>
                    <a:pt x="104" y="9"/>
                  </a:cubicBezTo>
                  <a:close/>
                  <a:moveTo>
                    <a:pt x="116" y="13"/>
                  </a:moveTo>
                  <a:cubicBezTo>
                    <a:pt x="111" y="18"/>
                    <a:pt x="107" y="23"/>
                    <a:pt x="102" y="29"/>
                  </a:cubicBezTo>
                  <a:cubicBezTo>
                    <a:pt x="100" y="28"/>
                    <a:pt x="97" y="28"/>
                    <a:pt x="94" y="27"/>
                  </a:cubicBezTo>
                  <a:cubicBezTo>
                    <a:pt x="96" y="23"/>
                    <a:pt x="99" y="19"/>
                    <a:pt x="103" y="15"/>
                  </a:cubicBezTo>
                  <a:cubicBezTo>
                    <a:pt x="105" y="14"/>
                    <a:pt x="106" y="12"/>
                    <a:pt x="108" y="10"/>
                  </a:cubicBezTo>
                  <a:cubicBezTo>
                    <a:pt x="111" y="11"/>
                    <a:pt x="113" y="12"/>
                    <a:pt x="116" y="13"/>
                  </a:cubicBezTo>
                  <a:close/>
                  <a:moveTo>
                    <a:pt x="124" y="16"/>
                  </a:moveTo>
                  <a:cubicBezTo>
                    <a:pt x="119" y="21"/>
                    <a:pt x="115" y="26"/>
                    <a:pt x="110" y="31"/>
                  </a:cubicBezTo>
                  <a:cubicBezTo>
                    <a:pt x="109" y="30"/>
                    <a:pt x="107" y="30"/>
                    <a:pt x="106" y="30"/>
                  </a:cubicBezTo>
                  <a:cubicBezTo>
                    <a:pt x="110" y="24"/>
                    <a:pt x="115" y="19"/>
                    <a:pt x="120" y="14"/>
                  </a:cubicBezTo>
                  <a:cubicBezTo>
                    <a:pt x="121" y="15"/>
                    <a:pt x="123" y="16"/>
                    <a:pt x="124" y="16"/>
                  </a:cubicBezTo>
                  <a:close/>
                  <a:moveTo>
                    <a:pt x="144" y="30"/>
                  </a:moveTo>
                  <a:cubicBezTo>
                    <a:pt x="140" y="33"/>
                    <a:pt x="136" y="37"/>
                    <a:pt x="132" y="41"/>
                  </a:cubicBezTo>
                  <a:cubicBezTo>
                    <a:pt x="129" y="39"/>
                    <a:pt x="127" y="38"/>
                    <a:pt x="124" y="36"/>
                  </a:cubicBezTo>
                  <a:cubicBezTo>
                    <a:pt x="128" y="32"/>
                    <a:pt x="133" y="28"/>
                    <a:pt x="137" y="24"/>
                  </a:cubicBezTo>
                  <a:cubicBezTo>
                    <a:pt x="140" y="26"/>
                    <a:pt x="142" y="28"/>
                    <a:pt x="144" y="30"/>
                  </a:cubicBezTo>
                  <a:close/>
                  <a:moveTo>
                    <a:pt x="148" y="34"/>
                  </a:moveTo>
                  <a:cubicBezTo>
                    <a:pt x="150" y="35"/>
                    <a:pt x="151" y="36"/>
                    <a:pt x="152" y="38"/>
                  </a:cubicBezTo>
                  <a:cubicBezTo>
                    <a:pt x="148" y="41"/>
                    <a:pt x="144" y="44"/>
                    <a:pt x="141" y="47"/>
                  </a:cubicBezTo>
                  <a:cubicBezTo>
                    <a:pt x="139" y="45"/>
                    <a:pt x="137" y="44"/>
                    <a:pt x="135" y="43"/>
                  </a:cubicBezTo>
                  <a:cubicBezTo>
                    <a:pt x="139" y="39"/>
                    <a:pt x="143" y="35"/>
                    <a:pt x="147" y="32"/>
                  </a:cubicBezTo>
                  <a:cubicBezTo>
                    <a:pt x="147" y="33"/>
                    <a:pt x="148" y="33"/>
                    <a:pt x="148" y="34"/>
                  </a:cubicBezTo>
                  <a:close/>
                  <a:moveTo>
                    <a:pt x="158" y="45"/>
                  </a:moveTo>
                  <a:cubicBezTo>
                    <a:pt x="154" y="47"/>
                    <a:pt x="151" y="50"/>
                    <a:pt x="148" y="53"/>
                  </a:cubicBezTo>
                  <a:cubicBezTo>
                    <a:pt x="146" y="51"/>
                    <a:pt x="145" y="50"/>
                    <a:pt x="143" y="49"/>
                  </a:cubicBezTo>
                  <a:cubicBezTo>
                    <a:pt x="147" y="46"/>
                    <a:pt x="151" y="43"/>
                    <a:pt x="154" y="40"/>
                  </a:cubicBezTo>
                  <a:cubicBezTo>
                    <a:pt x="155" y="42"/>
                    <a:pt x="156" y="43"/>
                    <a:pt x="158" y="45"/>
                  </a:cubicBezTo>
                  <a:close/>
                  <a:moveTo>
                    <a:pt x="161" y="50"/>
                  </a:moveTo>
                  <a:cubicBezTo>
                    <a:pt x="158" y="52"/>
                    <a:pt x="155" y="55"/>
                    <a:pt x="152" y="57"/>
                  </a:cubicBezTo>
                  <a:cubicBezTo>
                    <a:pt x="152" y="57"/>
                    <a:pt x="151" y="56"/>
                    <a:pt x="150" y="55"/>
                  </a:cubicBezTo>
                  <a:cubicBezTo>
                    <a:pt x="153" y="52"/>
                    <a:pt x="156" y="50"/>
                    <a:pt x="160" y="47"/>
                  </a:cubicBezTo>
                  <a:cubicBezTo>
                    <a:pt x="160" y="48"/>
                    <a:pt x="161" y="49"/>
                    <a:pt x="161" y="50"/>
                  </a:cubicBezTo>
                  <a:close/>
                  <a:moveTo>
                    <a:pt x="166" y="59"/>
                  </a:moveTo>
                  <a:cubicBezTo>
                    <a:pt x="164" y="61"/>
                    <a:pt x="161" y="63"/>
                    <a:pt x="159" y="65"/>
                  </a:cubicBezTo>
                  <a:cubicBezTo>
                    <a:pt x="158" y="63"/>
                    <a:pt x="156" y="62"/>
                    <a:pt x="155" y="60"/>
                  </a:cubicBezTo>
                  <a:cubicBezTo>
                    <a:pt x="157" y="57"/>
                    <a:pt x="160" y="55"/>
                    <a:pt x="163" y="53"/>
                  </a:cubicBezTo>
                  <a:cubicBezTo>
                    <a:pt x="164" y="55"/>
                    <a:pt x="165" y="57"/>
                    <a:pt x="166" y="59"/>
                  </a:cubicBezTo>
                  <a:close/>
                  <a:moveTo>
                    <a:pt x="172" y="74"/>
                  </a:moveTo>
                  <a:cubicBezTo>
                    <a:pt x="170" y="75"/>
                    <a:pt x="169" y="77"/>
                    <a:pt x="167" y="78"/>
                  </a:cubicBezTo>
                  <a:cubicBezTo>
                    <a:pt x="167" y="76"/>
                    <a:pt x="166" y="75"/>
                    <a:pt x="165" y="74"/>
                  </a:cubicBezTo>
                  <a:cubicBezTo>
                    <a:pt x="167" y="72"/>
                    <a:pt x="169" y="71"/>
                    <a:pt x="171" y="69"/>
                  </a:cubicBezTo>
                  <a:cubicBezTo>
                    <a:pt x="171" y="71"/>
                    <a:pt x="172" y="72"/>
                    <a:pt x="172" y="74"/>
                  </a:cubicBezTo>
                  <a:close/>
                  <a:moveTo>
                    <a:pt x="169" y="66"/>
                  </a:moveTo>
                  <a:cubicBezTo>
                    <a:pt x="167" y="68"/>
                    <a:pt x="165" y="69"/>
                    <a:pt x="163" y="71"/>
                  </a:cubicBezTo>
                  <a:cubicBezTo>
                    <a:pt x="163" y="70"/>
                    <a:pt x="162" y="69"/>
                    <a:pt x="161" y="68"/>
                  </a:cubicBezTo>
                  <a:cubicBezTo>
                    <a:pt x="163" y="66"/>
                    <a:pt x="166" y="64"/>
                    <a:pt x="168" y="62"/>
                  </a:cubicBezTo>
                  <a:cubicBezTo>
                    <a:pt x="168" y="63"/>
                    <a:pt x="169" y="64"/>
                    <a:pt x="169" y="66"/>
                  </a:cubicBezTo>
                  <a:close/>
                  <a:moveTo>
                    <a:pt x="120" y="35"/>
                  </a:moveTo>
                  <a:cubicBezTo>
                    <a:pt x="118" y="34"/>
                    <a:pt x="116" y="33"/>
                    <a:pt x="113" y="32"/>
                  </a:cubicBezTo>
                  <a:cubicBezTo>
                    <a:pt x="118" y="28"/>
                    <a:pt x="122" y="23"/>
                    <a:pt x="127" y="19"/>
                  </a:cubicBezTo>
                  <a:cubicBezTo>
                    <a:pt x="127" y="19"/>
                    <a:pt x="127" y="18"/>
                    <a:pt x="128" y="18"/>
                  </a:cubicBezTo>
                  <a:cubicBezTo>
                    <a:pt x="130" y="19"/>
                    <a:pt x="132" y="21"/>
                    <a:pt x="135" y="22"/>
                  </a:cubicBezTo>
                  <a:cubicBezTo>
                    <a:pt x="130" y="26"/>
                    <a:pt x="125" y="31"/>
                    <a:pt x="120" y="35"/>
                  </a:cubicBezTo>
                  <a:close/>
                  <a:moveTo>
                    <a:pt x="175" y="95"/>
                  </a:moveTo>
                  <a:cubicBezTo>
                    <a:pt x="173" y="90"/>
                    <a:pt x="171" y="85"/>
                    <a:pt x="169" y="81"/>
                  </a:cubicBezTo>
                  <a:cubicBezTo>
                    <a:pt x="173" y="77"/>
                    <a:pt x="173" y="77"/>
                    <a:pt x="173" y="77"/>
                  </a:cubicBezTo>
                  <a:cubicBezTo>
                    <a:pt x="174" y="83"/>
                    <a:pt x="175" y="89"/>
                    <a:pt x="175" y="94"/>
                  </a:cubicBezTo>
                  <a:cubicBezTo>
                    <a:pt x="175" y="95"/>
                    <a:pt x="175" y="95"/>
                    <a:pt x="175" y="9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" name="Freeform 6"/>
            <p:cNvSpPr>
              <a:spLocks noEditPoints="1"/>
            </p:cNvSpPr>
            <p:nvPr>
              <p:custDataLst>
                <p:tags r:id="rId6"/>
              </p:custDataLst>
            </p:nvPr>
          </p:nvSpPr>
          <p:spPr bwMode="auto">
            <a:xfrm>
              <a:off x="3173" y="1433"/>
              <a:ext cx="1596" cy="1726"/>
            </a:xfrm>
            <a:custGeom>
              <a:avLst/>
              <a:gdLst>
                <a:gd name="T0" fmla="*/ 292 w 292"/>
                <a:gd name="T1" fmla="*/ 145 h 316"/>
                <a:gd name="T2" fmla="*/ 265 w 292"/>
                <a:gd name="T3" fmla="*/ 87 h 316"/>
                <a:gd name="T4" fmla="*/ 264 w 292"/>
                <a:gd name="T5" fmla="*/ 60 h 316"/>
                <a:gd name="T6" fmla="*/ 232 w 292"/>
                <a:gd name="T7" fmla="*/ 27 h 316"/>
                <a:gd name="T8" fmla="*/ 174 w 292"/>
                <a:gd name="T9" fmla="*/ 5 h 316"/>
                <a:gd name="T10" fmla="*/ 82 w 292"/>
                <a:gd name="T11" fmla="*/ 42 h 316"/>
                <a:gd name="T12" fmla="*/ 27 w 292"/>
                <a:gd name="T13" fmla="*/ 84 h 316"/>
                <a:gd name="T14" fmla="*/ 35 w 292"/>
                <a:gd name="T15" fmla="*/ 99 h 316"/>
                <a:gd name="T16" fmla="*/ 0 w 292"/>
                <a:gd name="T17" fmla="*/ 167 h 316"/>
                <a:gd name="T18" fmla="*/ 28 w 292"/>
                <a:gd name="T19" fmla="*/ 227 h 316"/>
                <a:gd name="T20" fmla="*/ 58 w 292"/>
                <a:gd name="T21" fmla="*/ 288 h 316"/>
                <a:gd name="T22" fmla="*/ 120 w 292"/>
                <a:gd name="T23" fmla="*/ 314 h 316"/>
                <a:gd name="T24" fmla="*/ 224 w 292"/>
                <a:gd name="T25" fmla="*/ 289 h 316"/>
                <a:gd name="T26" fmla="*/ 266 w 292"/>
                <a:gd name="T27" fmla="*/ 226 h 316"/>
                <a:gd name="T28" fmla="*/ 267 w 292"/>
                <a:gd name="T29" fmla="*/ 192 h 316"/>
                <a:gd name="T30" fmla="*/ 267 w 292"/>
                <a:gd name="T31" fmla="*/ 192 h 316"/>
                <a:gd name="T32" fmla="*/ 274 w 292"/>
                <a:gd name="T33" fmla="*/ 191 h 316"/>
                <a:gd name="T34" fmla="*/ 249 w 292"/>
                <a:gd name="T35" fmla="*/ 80 h 316"/>
                <a:gd name="T36" fmla="*/ 35 w 292"/>
                <a:gd name="T37" fmla="*/ 71 h 316"/>
                <a:gd name="T38" fmla="*/ 40 w 292"/>
                <a:gd name="T39" fmla="*/ 75 h 316"/>
                <a:gd name="T40" fmla="*/ 38 w 292"/>
                <a:gd name="T41" fmla="*/ 92 h 316"/>
                <a:gd name="T42" fmla="*/ 51 w 292"/>
                <a:gd name="T43" fmla="*/ 77 h 316"/>
                <a:gd name="T44" fmla="*/ 127 w 292"/>
                <a:gd name="T45" fmla="*/ 29 h 316"/>
                <a:gd name="T46" fmla="*/ 210 w 292"/>
                <a:gd name="T47" fmla="*/ 49 h 316"/>
                <a:gd name="T48" fmla="*/ 257 w 292"/>
                <a:gd name="T49" fmla="*/ 61 h 316"/>
                <a:gd name="T50" fmla="*/ 284 w 292"/>
                <a:gd name="T51" fmla="*/ 125 h 316"/>
                <a:gd name="T52" fmla="*/ 243 w 292"/>
                <a:gd name="T53" fmla="*/ 208 h 316"/>
                <a:gd name="T54" fmla="*/ 170 w 292"/>
                <a:gd name="T55" fmla="*/ 258 h 316"/>
                <a:gd name="T56" fmla="*/ 124 w 292"/>
                <a:gd name="T57" fmla="*/ 258 h 316"/>
                <a:gd name="T58" fmla="*/ 51 w 292"/>
                <a:gd name="T59" fmla="*/ 208 h 316"/>
                <a:gd name="T60" fmla="*/ 31 w 292"/>
                <a:gd name="T61" fmla="*/ 125 h 316"/>
                <a:gd name="T62" fmla="*/ 257 w 292"/>
                <a:gd name="T63" fmla="*/ 252 h 316"/>
                <a:gd name="T64" fmla="*/ 215 w 292"/>
                <a:gd name="T65" fmla="*/ 270 h 316"/>
                <a:gd name="T66" fmla="*/ 174 w 292"/>
                <a:gd name="T67" fmla="*/ 281 h 316"/>
                <a:gd name="T68" fmla="*/ 164 w 292"/>
                <a:gd name="T69" fmla="*/ 308 h 316"/>
                <a:gd name="T70" fmla="*/ 150 w 292"/>
                <a:gd name="T71" fmla="*/ 309 h 316"/>
                <a:gd name="T72" fmla="*/ 174 w 292"/>
                <a:gd name="T73" fmla="*/ 264 h 316"/>
                <a:gd name="T74" fmla="*/ 203 w 292"/>
                <a:gd name="T75" fmla="*/ 253 h 316"/>
                <a:gd name="T76" fmla="*/ 219 w 292"/>
                <a:gd name="T77" fmla="*/ 254 h 316"/>
                <a:gd name="T78" fmla="*/ 208 w 292"/>
                <a:gd name="T79" fmla="*/ 261 h 316"/>
                <a:gd name="T80" fmla="*/ 239 w 292"/>
                <a:gd name="T81" fmla="*/ 257 h 316"/>
                <a:gd name="T82" fmla="*/ 113 w 292"/>
                <a:gd name="T83" fmla="*/ 262 h 316"/>
                <a:gd name="T84" fmla="*/ 97 w 292"/>
                <a:gd name="T85" fmla="*/ 276 h 316"/>
                <a:gd name="T86" fmla="*/ 89 w 292"/>
                <a:gd name="T87" fmla="*/ 272 h 316"/>
                <a:gd name="T88" fmla="*/ 83 w 292"/>
                <a:gd name="T89" fmla="*/ 268 h 316"/>
                <a:gd name="T90" fmla="*/ 127 w 292"/>
                <a:gd name="T91" fmla="*/ 306 h 316"/>
                <a:gd name="T92" fmla="*/ 129 w 292"/>
                <a:gd name="T93" fmla="*/ 309 h 316"/>
                <a:gd name="T94" fmla="*/ 37 w 292"/>
                <a:gd name="T95" fmla="*/ 258 h 316"/>
                <a:gd name="T96" fmla="*/ 7 w 292"/>
                <a:gd name="T97" fmla="*/ 171 h 316"/>
                <a:gd name="T98" fmla="*/ 23 w 292"/>
                <a:gd name="T99" fmla="*/ 171 h 316"/>
                <a:gd name="T100" fmla="*/ 23 w 292"/>
                <a:gd name="T101" fmla="*/ 191 h 316"/>
                <a:gd name="T102" fmla="*/ 33 w 292"/>
                <a:gd name="T103" fmla="*/ 199 h 316"/>
                <a:gd name="T104" fmla="*/ 37 w 292"/>
                <a:gd name="T105" fmla="*/ 197 h 316"/>
                <a:gd name="T106" fmla="*/ 37 w 292"/>
                <a:gd name="T107" fmla="*/ 239 h 316"/>
                <a:gd name="T108" fmla="*/ 34 w 292"/>
                <a:gd name="T109" fmla="*/ 255 h 316"/>
                <a:gd name="T110" fmla="*/ 41 w 292"/>
                <a:gd name="T111" fmla="*/ 263 h 316"/>
                <a:gd name="T112" fmla="*/ 64 w 292"/>
                <a:gd name="T113" fmla="*/ 279 h 316"/>
                <a:gd name="T114" fmla="*/ 109 w 292"/>
                <a:gd name="T115" fmla="*/ 281 h 316"/>
                <a:gd name="T116" fmla="*/ 118 w 292"/>
                <a:gd name="T117" fmla="*/ 283 h 316"/>
                <a:gd name="T118" fmla="*/ 144 w 292"/>
                <a:gd name="T119" fmla="*/ 310 h 316"/>
                <a:gd name="T120" fmla="*/ 252 w 292"/>
                <a:gd name="T121" fmla="*/ 212 h 3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92" h="316">
                  <a:moveTo>
                    <a:pt x="270" y="198"/>
                  </a:moveTo>
                  <a:cubicBezTo>
                    <a:pt x="271" y="198"/>
                    <a:pt x="273" y="197"/>
                    <a:pt x="276" y="197"/>
                  </a:cubicBezTo>
                  <a:cubicBezTo>
                    <a:pt x="278" y="197"/>
                    <a:pt x="280" y="197"/>
                    <a:pt x="284" y="198"/>
                  </a:cubicBezTo>
                  <a:cubicBezTo>
                    <a:pt x="286" y="198"/>
                    <a:pt x="287" y="197"/>
                    <a:pt x="287" y="195"/>
                  </a:cubicBezTo>
                  <a:cubicBezTo>
                    <a:pt x="289" y="185"/>
                    <a:pt x="289" y="178"/>
                    <a:pt x="290" y="168"/>
                  </a:cubicBezTo>
                  <a:cubicBezTo>
                    <a:pt x="291" y="160"/>
                    <a:pt x="292" y="153"/>
                    <a:pt x="292" y="145"/>
                  </a:cubicBezTo>
                  <a:cubicBezTo>
                    <a:pt x="292" y="137"/>
                    <a:pt x="291" y="129"/>
                    <a:pt x="290" y="121"/>
                  </a:cubicBezTo>
                  <a:cubicBezTo>
                    <a:pt x="290" y="119"/>
                    <a:pt x="288" y="118"/>
                    <a:pt x="287" y="118"/>
                  </a:cubicBezTo>
                  <a:cubicBezTo>
                    <a:pt x="279" y="118"/>
                    <a:pt x="272" y="118"/>
                    <a:pt x="265" y="118"/>
                  </a:cubicBezTo>
                  <a:cubicBezTo>
                    <a:pt x="263" y="110"/>
                    <a:pt x="261" y="102"/>
                    <a:pt x="257" y="94"/>
                  </a:cubicBezTo>
                  <a:cubicBezTo>
                    <a:pt x="259" y="93"/>
                    <a:pt x="260" y="91"/>
                    <a:pt x="262" y="90"/>
                  </a:cubicBezTo>
                  <a:cubicBezTo>
                    <a:pt x="264" y="90"/>
                    <a:pt x="265" y="88"/>
                    <a:pt x="265" y="87"/>
                  </a:cubicBezTo>
                  <a:cubicBezTo>
                    <a:pt x="265" y="84"/>
                    <a:pt x="265" y="81"/>
                    <a:pt x="265" y="79"/>
                  </a:cubicBezTo>
                  <a:cubicBezTo>
                    <a:pt x="265" y="75"/>
                    <a:pt x="265" y="71"/>
                    <a:pt x="265" y="67"/>
                  </a:cubicBezTo>
                  <a:cubicBezTo>
                    <a:pt x="265" y="66"/>
                    <a:pt x="265" y="66"/>
                    <a:pt x="265" y="65"/>
                  </a:cubicBezTo>
                  <a:cubicBezTo>
                    <a:pt x="265" y="64"/>
                    <a:pt x="265" y="64"/>
                    <a:pt x="265" y="64"/>
                  </a:cubicBezTo>
                  <a:cubicBezTo>
                    <a:pt x="266" y="63"/>
                    <a:pt x="265" y="61"/>
                    <a:pt x="264" y="60"/>
                  </a:cubicBezTo>
                  <a:cubicBezTo>
                    <a:pt x="264" y="60"/>
                    <a:pt x="264" y="60"/>
                    <a:pt x="264" y="60"/>
                  </a:cubicBezTo>
                  <a:cubicBezTo>
                    <a:pt x="263" y="59"/>
                    <a:pt x="263" y="58"/>
                    <a:pt x="262" y="57"/>
                  </a:cubicBezTo>
                  <a:cubicBezTo>
                    <a:pt x="261" y="55"/>
                    <a:pt x="259" y="53"/>
                    <a:pt x="257" y="51"/>
                  </a:cubicBezTo>
                  <a:cubicBezTo>
                    <a:pt x="256" y="50"/>
                    <a:pt x="255" y="48"/>
                    <a:pt x="252" y="46"/>
                  </a:cubicBezTo>
                  <a:cubicBezTo>
                    <a:pt x="249" y="42"/>
                    <a:pt x="244" y="38"/>
                    <a:pt x="240" y="34"/>
                  </a:cubicBezTo>
                  <a:cubicBezTo>
                    <a:pt x="238" y="32"/>
                    <a:pt x="236" y="30"/>
                    <a:pt x="235" y="29"/>
                  </a:cubicBezTo>
                  <a:cubicBezTo>
                    <a:pt x="234" y="28"/>
                    <a:pt x="233" y="28"/>
                    <a:pt x="232" y="27"/>
                  </a:cubicBezTo>
                  <a:cubicBezTo>
                    <a:pt x="231" y="27"/>
                    <a:pt x="231" y="27"/>
                    <a:pt x="231" y="27"/>
                  </a:cubicBezTo>
                  <a:cubicBezTo>
                    <a:pt x="231" y="26"/>
                    <a:pt x="230" y="26"/>
                    <a:pt x="229" y="26"/>
                  </a:cubicBezTo>
                  <a:cubicBezTo>
                    <a:pt x="229" y="26"/>
                    <a:pt x="227" y="26"/>
                    <a:pt x="227" y="27"/>
                  </a:cubicBezTo>
                  <a:cubicBezTo>
                    <a:pt x="222" y="32"/>
                    <a:pt x="217" y="37"/>
                    <a:pt x="212" y="42"/>
                  </a:cubicBezTo>
                  <a:cubicBezTo>
                    <a:pt x="200" y="35"/>
                    <a:pt x="187" y="30"/>
                    <a:pt x="174" y="27"/>
                  </a:cubicBezTo>
                  <a:cubicBezTo>
                    <a:pt x="174" y="20"/>
                    <a:pt x="174" y="13"/>
                    <a:pt x="174" y="5"/>
                  </a:cubicBezTo>
                  <a:cubicBezTo>
                    <a:pt x="174" y="4"/>
                    <a:pt x="173" y="2"/>
                    <a:pt x="171" y="2"/>
                  </a:cubicBezTo>
                  <a:cubicBezTo>
                    <a:pt x="163" y="1"/>
                    <a:pt x="155" y="0"/>
                    <a:pt x="147" y="0"/>
                  </a:cubicBezTo>
                  <a:cubicBezTo>
                    <a:pt x="139" y="0"/>
                    <a:pt x="131" y="1"/>
                    <a:pt x="123" y="2"/>
                  </a:cubicBezTo>
                  <a:cubicBezTo>
                    <a:pt x="122" y="2"/>
                    <a:pt x="120" y="4"/>
                    <a:pt x="120" y="5"/>
                  </a:cubicBezTo>
                  <a:cubicBezTo>
                    <a:pt x="120" y="13"/>
                    <a:pt x="120" y="20"/>
                    <a:pt x="120" y="27"/>
                  </a:cubicBezTo>
                  <a:cubicBezTo>
                    <a:pt x="107" y="30"/>
                    <a:pt x="94" y="35"/>
                    <a:pt x="82" y="42"/>
                  </a:cubicBezTo>
                  <a:cubicBezTo>
                    <a:pt x="77" y="37"/>
                    <a:pt x="72" y="32"/>
                    <a:pt x="67" y="27"/>
                  </a:cubicBezTo>
                  <a:cubicBezTo>
                    <a:pt x="66" y="26"/>
                    <a:pt x="64" y="26"/>
                    <a:pt x="63" y="27"/>
                  </a:cubicBezTo>
                  <a:cubicBezTo>
                    <a:pt x="50" y="36"/>
                    <a:pt x="39" y="48"/>
                    <a:pt x="29" y="61"/>
                  </a:cubicBezTo>
                  <a:cubicBezTo>
                    <a:pt x="29" y="62"/>
                    <a:pt x="28" y="63"/>
                    <a:pt x="29" y="64"/>
                  </a:cubicBezTo>
                  <a:cubicBezTo>
                    <a:pt x="28" y="71"/>
                    <a:pt x="28" y="77"/>
                    <a:pt x="27" y="83"/>
                  </a:cubicBezTo>
                  <a:cubicBezTo>
                    <a:pt x="27" y="84"/>
                    <a:pt x="27" y="84"/>
                    <a:pt x="27" y="84"/>
                  </a:cubicBezTo>
                  <a:cubicBezTo>
                    <a:pt x="26" y="84"/>
                    <a:pt x="26" y="84"/>
                    <a:pt x="26" y="84"/>
                  </a:cubicBezTo>
                  <a:cubicBezTo>
                    <a:pt x="26" y="85"/>
                    <a:pt x="26" y="85"/>
                    <a:pt x="26" y="85"/>
                  </a:cubicBezTo>
                  <a:cubicBezTo>
                    <a:pt x="26" y="86"/>
                    <a:pt x="26" y="86"/>
                    <a:pt x="26" y="87"/>
                  </a:cubicBezTo>
                  <a:cubicBezTo>
                    <a:pt x="26" y="87"/>
                    <a:pt x="26" y="88"/>
                    <a:pt x="26" y="88"/>
                  </a:cubicBezTo>
                  <a:cubicBezTo>
                    <a:pt x="26" y="89"/>
                    <a:pt x="26" y="91"/>
                    <a:pt x="27" y="91"/>
                  </a:cubicBezTo>
                  <a:cubicBezTo>
                    <a:pt x="30" y="94"/>
                    <a:pt x="32" y="96"/>
                    <a:pt x="35" y="99"/>
                  </a:cubicBezTo>
                  <a:cubicBezTo>
                    <a:pt x="32" y="105"/>
                    <a:pt x="30" y="111"/>
                    <a:pt x="29" y="118"/>
                  </a:cubicBezTo>
                  <a:cubicBezTo>
                    <a:pt x="22" y="118"/>
                    <a:pt x="15" y="118"/>
                    <a:pt x="7" y="118"/>
                  </a:cubicBezTo>
                  <a:cubicBezTo>
                    <a:pt x="6" y="118"/>
                    <a:pt x="4" y="119"/>
                    <a:pt x="4" y="121"/>
                  </a:cubicBezTo>
                  <a:cubicBezTo>
                    <a:pt x="4" y="122"/>
                    <a:pt x="4" y="123"/>
                    <a:pt x="4" y="125"/>
                  </a:cubicBezTo>
                  <a:cubicBezTo>
                    <a:pt x="3" y="125"/>
                    <a:pt x="2" y="126"/>
                    <a:pt x="2" y="127"/>
                  </a:cubicBezTo>
                  <a:cubicBezTo>
                    <a:pt x="1" y="136"/>
                    <a:pt x="0" y="153"/>
                    <a:pt x="0" y="167"/>
                  </a:cubicBezTo>
                  <a:cubicBezTo>
                    <a:pt x="0" y="178"/>
                    <a:pt x="0" y="188"/>
                    <a:pt x="1" y="195"/>
                  </a:cubicBezTo>
                  <a:cubicBezTo>
                    <a:pt x="2" y="196"/>
                    <a:pt x="3" y="198"/>
                    <a:pt x="5" y="198"/>
                  </a:cubicBezTo>
                  <a:cubicBezTo>
                    <a:pt x="12" y="198"/>
                    <a:pt x="19" y="198"/>
                    <a:pt x="26" y="198"/>
                  </a:cubicBezTo>
                  <a:cubicBezTo>
                    <a:pt x="28" y="206"/>
                    <a:pt x="30" y="213"/>
                    <a:pt x="33" y="221"/>
                  </a:cubicBezTo>
                  <a:cubicBezTo>
                    <a:pt x="32" y="222"/>
                    <a:pt x="31" y="223"/>
                    <a:pt x="30" y="224"/>
                  </a:cubicBezTo>
                  <a:cubicBezTo>
                    <a:pt x="29" y="225"/>
                    <a:pt x="28" y="226"/>
                    <a:pt x="28" y="227"/>
                  </a:cubicBezTo>
                  <a:cubicBezTo>
                    <a:pt x="28" y="228"/>
                    <a:pt x="28" y="228"/>
                    <a:pt x="28" y="228"/>
                  </a:cubicBezTo>
                  <a:cubicBezTo>
                    <a:pt x="28" y="236"/>
                    <a:pt x="27" y="245"/>
                    <a:pt x="26" y="253"/>
                  </a:cubicBezTo>
                  <a:cubicBezTo>
                    <a:pt x="26" y="253"/>
                    <a:pt x="26" y="254"/>
                    <a:pt x="25" y="254"/>
                  </a:cubicBezTo>
                  <a:cubicBezTo>
                    <a:pt x="25" y="256"/>
                    <a:pt x="26" y="258"/>
                    <a:pt x="28" y="258"/>
                  </a:cubicBezTo>
                  <a:cubicBezTo>
                    <a:pt x="28" y="258"/>
                    <a:pt x="28" y="258"/>
                    <a:pt x="28" y="258"/>
                  </a:cubicBezTo>
                  <a:cubicBezTo>
                    <a:pt x="37" y="270"/>
                    <a:pt x="47" y="279"/>
                    <a:pt x="58" y="288"/>
                  </a:cubicBezTo>
                  <a:cubicBezTo>
                    <a:pt x="58" y="289"/>
                    <a:pt x="59" y="289"/>
                    <a:pt x="60" y="289"/>
                  </a:cubicBezTo>
                  <a:cubicBezTo>
                    <a:pt x="62" y="290"/>
                    <a:pt x="63" y="290"/>
                    <a:pt x="64" y="289"/>
                  </a:cubicBezTo>
                  <a:cubicBezTo>
                    <a:pt x="69" y="284"/>
                    <a:pt x="74" y="279"/>
                    <a:pt x="79" y="274"/>
                  </a:cubicBezTo>
                  <a:cubicBezTo>
                    <a:pt x="91" y="281"/>
                    <a:pt x="101" y="286"/>
                    <a:pt x="114" y="289"/>
                  </a:cubicBezTo>
                  <a:cubicBezTo>
                    <a:pt x="115" y="297"/>
                    <a:pt x="116" y="302"/>
                    <a:pt x="118" y="312"/>
                  </a:cubicBezTo>
                  <a:cubicBezTo>
                    <a:pt x="118" y="313"/>
                    <a:pt x="119" y="314"/>
                    <a:pt x="120" y="314"/>
                  </a:cubicBezTo>
                  <a:cubicBezTo>
                    <a:pt x="128" y="316"/>
                    <a:pt x="136" y="316"/>
                    <a:pt x="144" y="316"/>
                  </a:cubicBezTo>
                  <a:cubicBezTo>
                    <a:pt x="152" y="316"/>
                    <a:pt x="160" y="316"/>
                    <a:pt x="168" y="314"/>
                  </a:cubicBezTo>
                  <a:cubicBezTo>
                    <a:pt x="170" y="314"/>
                    <a:pt x="171" y="313"/>
                    <a:pt x="171" y="311"/>
                  </a:cubicBezTo>
                  <a:cubicBezTo>
                    <a:pt x="171" y="305"/>
                    <a:pt x="173" y="297"/>
                    <a:pt x="174" y="288"/>
                  </a:cubicBezTo>
                  <a:cubicBezTo>
                    <a:pt x="187" y="285"/>
                    <a:pt x="198" y="281"/>
                    <a:pt x="210" y="274"/>
                  </a:cubicBezTo>
                  <a:cubicBezTo>
                    <a:pt x="215" y="279"/>
                    <a:pt x="219" y="284"/>
                    <a:pt x="224" y="289"/>
                  </a:cubicBezTo>
                  <a:cubicBezTo>
                    <a:pt x="226" y="290"/>
                    <a:pt x="227" y="290"/>
                    <a:pt x="229" y="289"/>
                  </a:cubicBezTo>
                  <a:cubicBezTo>
                    <a:pt x="242" y="280"/>
                    <a:pt x="253" y="269"/>
                    <a:pt x="262" y="255"/>
                  </a:cubicBezTo>
                  <a:cubicBezTo>
                    <a:pt x="263" y="254"/>
                    <a:pt x="263" y="254"/>
                    <a:pt x="263" y="254"/>
                  </a:cubicBezTo>
                  <a:cubicBezTo>
                    <a:pt x="265" y="245"/>
                    <a:pt x="265" y="239"/>
                    <a:pt x="266" y="227"/>
                  </a:cubicBezTo>
                  <a:cubicBezTo>
                    <a:pt x="266" y="227"/>
                    <a:pt x="266" y="227"/>
                    <a:pt x="266" y="226"/>
                  </a:cubicBezTo>
                  <a:cubicBezTo>
                    <a:pt x="266" y="226"/>
                    <a:pt x="266" y="226"/>
                    <a:pt x="266" y="226"/>
                  </a:cubicBezTo>
                  <a:cubicBezTo>
                    <a:pt x="265" y="226"/>
                    <a:pt x="265" y="225"/>
                    <a:pt x="265" y="225"/>
                  </a:cubicBezTo>
                  <a:cubicBezTo>
                    <a:pt x="265" y="225"/>
                    <a:pt x="265" y="225"/>
                    <a:pt x="265" y="225"/>
                  </a:cubicBezTo>
                  <a:cubicBezTo>
                    <a:pt x="262" y="222"/>
                    <a:pt x="259" y="219"/>
                    <a:pt x="257" y="217"/>
                  </a:cubicBezTo>
                  <a:cubicBezTo>
                    <a:pt x="262" y="208"/>
                    <a:pt x="264" y="203"/>
                    <a:pt x="266" y="200"/>
                  </a:cubicBezTo>
                  <a:cubicBezTo>
                    <a:pt x="268" y="199"/>
                    <a:pt x="268" y="199"/>
                    <a:pt x="270" y="198"/>
                  </a:cubicBezTo>
                  <a:close/>
                  <a:moveTo>
                    <a:pt x="267" y="192"/>
                  </a:moveTo>
                  <a:cubicBezTo>
                    <a:pt x="267" y="192"/>
                    <a:pt x="267" y="192"/>
                    <a:pt x="266" y="192"/>
                  </a:cubicBezTo>
                  <a:cubicBezTo>
                    <a:pt x="267" y="190"/>
                    <a:pt x="267" y="189"/>
                    <a:pt x="267" y="187"/>
                  </a:cubicBezTo>
                  <a:cubicBezTo>
                    <a:pt x="270" y="182"/>
                    <a:pt x="272" y="177"/>
                    <a:pt x="273" y="172"/>
                  </a:cubicBezTo>
                  <a:cubicBezTo>
                    <a:pt x="275" y="172"/>
                    <a:pt x="276" y="171"/>
                    <a:pt x="278" y="171"/>
                  </a:cubicBezTo>
                  <a:cubicBezTo>
                    <a:pt x="275" y="178"/>
                    <a:pt x="272" y="184"/>
                    <a:pt x="270" y="191"/>
                  </a:cubicBezTo>
                  <a:cubicBezTo>
                    <a:pt x="269" y="191"/>
                    <a:pt x="268" y="191"/>
                    <a:pt x="267" y="192"/>
                  </a:cubicBezTo>
                  <a:close/>
                  <a:moveTo>
                    <a:pt x="267" y="175"/>
                  </a:moveTo>
                  <a:cubicBezTo>
                    <a:pt x="267" y="174"/>
                    <a:pt x="268" y="174"/>
                    <a:pt x="268" y="174"/>
                  </a:cubicBezTo>
                  <a:cubicBezTo>
                    <a:pt x="268" y="174"/>
                    <a:pt x="269" y="173"/>
                    <a:pt x="269" y="173"/>
                  </a:cubicBezTo>
                  <a:cubicBezTo>
                    <a:pt x="269" y="175"/>
                    <a:pt x="268" y="177"/>
                    <a:pt x="267" y="179"/>
                  </a:cubicBezTo>
                  <a:cubicBezTo>
                    <a:pt x="267" y="177"/>
                    <a:pt x="267" y="176"/>
                    <a:pt x="267" y="175"/>
                  </a:cubicBezTo>
                  <a:close/>
                  <a:moveTo>
                    <a:pt x="274" y="191"/>
                  </a:moveTo>
                  <a:cubicBezTo>
                    <a:pt x="276" y="184"/>
                    <a:pt x="279" y="177"/>
                    <a:pt x="282" y="171"/>
                  </a:cubicBezTo>
                  <a:cubicBezTo>
                    <a:pt x="282" y="171"/>
                    <a:pt x="283" y="171"/>
                    <a:pt x="283" y="171"/>
                  </a:cubicBezTo>
                  <a:cubicBezTo>
                    <a:pt x="283" y="178"/>
                    <a:pt x="282" y="184"/>
                    <a:pt x="281" y="191"/>
                  </a:cubicBezTo>
                  <a:cubicBezTo>
                    <a:pt x="279" y="191"/>
                    <a:pt x="277" y="191"/>
                    <a:pt x="276" y="191"/>
                  </a:cubicBezTo>
                  <a:cubicBezTo>
                    <a:pt x="275" y="191"/>
                    <a:pt x="274" y="191"/>
                    <a:pt x="274" y="191"/>
                  </a:cubicBezTo>
                  <a:close/>
                  <a:moveTo>
                    <a:pt x="249" y="80"/>
                  </a:moveTo>
                  <a:cubicBezTo>
                    <a:pt x="252" y="77"/>
                    <a:pt x="255" y="74"/>
                    <a:pt x="258" y="71"/>
                  </a:cubicBezTo>
                  <a:cubicBezTo>
                    <a:pt x="258" y="74"/>
                    <a:pt x="258" y="76"/>
                    <a:pt x="258" y="79"/>
                  </a:cubicBezTo>
                  <a:cubicBezTo>
                    <a:pt x="258" y="81"/>
                    <a:pt x="258" y="83"/>
                    <a:pt x="258" y="84"/>
                  </a:cubicBezTo>
                  <a:cubicBezTo>
                    <a:pt x="257" y="85"/>
                    <a:pt x="255" y="87"/>
                    <a:pt x="254" y="88"/>
                  </a:cubicBezTo>
                  <a:cubicBezTo>
                    <a:pt x="253" y="85"/>
                    <a:pt x="251" y="82"/>
                    <a:pt x="249" y="80"/>
                  </a:cubicBezTo>
                  <a:close/>
                  <a:moveTo>
                    <a:pt x="35" y="71"/>
                  </a:moveTo>
                  <a:cubicBezTo>
                    <a:pt x="36" y="71"/>
                    <a:pt x="37" y="72"/>
                    <a:pt x="37" y="73"/>
                  </a:cubicBezTo>
                  <a:cubicBezTo>
                    <a:pt x="36" y="73"/>
                    <a:pt x="36" y="74"/>
                    <a:pt x="35" y="75"/>
                  </a:cubicBezTo>
                  <a:cubicBezTo>
                    <a:pt x="35" y="74"/>
                    <a:pt x="35" y="72"/>
                    <a:pt x="35" y="71"/>
                  </a:cubicBezTo>
                  <a:close/>
                  <a:moveTo>
                    <a:pt x="33" y="86"/>
                  </a:moveTo>
                  <a:cubicBezTo>
                    <a:pt x="34" y="84"/>
                    <a:pt x="34" y="82"/>
                    <a:pt x="34" y="81"/>
                  </a:cubicBezTo>
                  <a:cubicBezTo>
                    <a:pt x="36" y="79"/>
                    <a:pt x="38" y="77"/>
                    <a:pt x="40" y="75"/>
                  </a:cubicBezTo>
                  <a:cubicBezTo>
                    <a:pt x="40" y="75"/>
                    <a:pt x="41" y="76"/>
                    <a:pt x="41" y="76"/>
                  </a:cubicBezTo>
                  <a:cubicBezTo>
                    <a:pt x="39" y="80"/>
                    <a:pt x="36" y="83"/>
                    <a:pt x="33" y="86"/>
                  </a:cubicBezTo>
                  <a:close/>
                  <a:moveTo>
                    <a:pt x="35" y="89"/>
                  </a:moveTo>
                  <a:cubicBezTo>
                    <a:pt x="38" y="86"/>
                    <a:pt x="41" y="82"/>
                    <a:pt x="44" y="79"/>
                  </a:cubicBezTo>
                  <a:cubicBezTo>
                    <a:pt x="44" y="79"/>
                    <a:pt x="44" y="80"/>
                    <a:pt x="45" y="80"/>
                  </a:cubicBezTo>
                  <a:cubicBezTo>
                    <a:pt x="42" y="84"/>
                    <a:pt x="40" y="88"/>
                    <a:pt x="38" y="92"/>
                  </a:cubicBezTo>
                  <a:cubicBezTo>
                    <a:pt x="37" y="91"/>
                    <a:pt x="36" y="90"/>
                    <a:pt x="35" y="89"/>
                  </a:cubicBezTo>
                  <a:close/>
                  <a:moveTo>
                    <a:pt x="35" y="122"/>
                  </a:moveTo>
                  <a:cubicBezTo>
                    <a:pt x="36" y="115"/>
                    <a:pt x="38" y="107"/>
                    <a:pt x="41" y="101"/>
                  </a:cubicBezTo>
                  <a:cubicBezTo>
                    <a:pt x="42" y="100"/>
                    <a:pt x="42" y="100"/>
                    <a:pt x="42" y="99"/>
                  </a:cubicBezTo>
                  <a:cubicBezTo>
                    <a:pt x="45" y="93"/>
                    <a:pt x="48" y="87"/>
                    <a:pt x="52" y="81"/>
                  </a:cubicBezTo>
                  <a:cubicBezTo>
                    <a:pt x="53" y="80"/>
                    <a:pt x="52" y="78"/>
                    <a:pt x="51" y="77"/>
                  </a:cubicBezTo>
                  <a:cubicBezTo>
                    <a:pt x="46" y="72"/>
                    <a:pt x="41" y="67"/>
                    <a:pt x="37" y="62"/>
                  </a:cubicBezTo>
                  <a:cubicBezTo>
                    <a:pt x="45" y="52"/>
                    <a:pt x="54" y="42"/>
                    <a:pt x="65" y="34"/>
                  </a:cubicBezTo>
                  <a:cubicBezTo>
                    <a:pt x="70" y="39"/>
                    <a:pt x="75" y="44"/>
                    <a:pt x="80" y="49"/>
                  </a:cubicBezTo>
                  <a:cubicBezTo>
                    <a:pt x="81" y="50"/>
                    <a:pt x="82" y="50"/>
                    <a:pt x="84" y="49"/>
                  </a:cubicBezTo>
                  <a:cubicBezTo>
                    <a:pt x="96" y="41"/>
                    <a:pt x="110" y="36"/>
                    <a:pt x="124" y="33"/>
                  </a:cubicBezTo>
                  <a:cubicBezTo>
                    <a:pt x="126" y="32"/>
                    <a:pt x="127" y="31"/>
                    <a:pt x="127" y="29"/>
                  </a:cubicBezTo>
                  <a:cubicBezTo>
                    <a:pt x="127" y="22"/>
                    <a:pt x="127" y="15"/>
                    <a:pt x="127" y="8"/>
                  </a:cubicBezTo>
                  <a:cubicBezTo>
                    <a:pt x="134" y="7"/>
                    <a:pt x="140" y="7"/>
                    <a:pt x="147" y="7"/>
                  </a:cubicBezTo>
                  <a:cubicBezTo>
                    <a:pt x="154" y="7"/>
                    <a:pt x="160" y="7"/>
                    <a:pt x="167" y="8"/>
                  </a:cubicBezTo>
                  <a:cubicBezTo>
                    <a:pt x="167" y="15"/>
                    <a:pt x="167" y="22"/>
                    <a:pt x="167" y="29"/>
                  </a:cubicBezTo>
                  <a:cubicBezTo>
                    <a:pt x="167" y="31"/>
                    <a:pt x="168" y="32"/>
                    <a:pt x="170" y="33"/>
                  </a:cubicBezTo>
                  <a:cubicBezTo>
                    <a:pt x="184" y="36"/>
                    <a:pt x="198" y="41"/>
                    <a:pt x="210" y="49"/>
                  </a:cubicBezTo>
                  <a:cubicBezTo>
                    <a:pt x="212" y="50"/>
                    <a:pt x="213" y="50"/>
                    <a:pt x="214" y="49"/>
                  </a:cubicBezTo>
                  <a:cubicBezTo>
                    <a:pt x="220" y="44"/>
                    <a:pt x="225" y="39"/>
                    <a:pt x="230" y="34"/>
                  </a:cubicBezTo>
                  <a:cubicBezTo>
                    <a:pt x="231" y="35"/>
                    <a:pt x="232" y="36"/>
                    <a:pt x="234" y="38"/>
                  </a:cubicBezTo>
                  <a:cubicBezTo>
                    <a:pt x="238" y="41"/>
                    <a:pt x="242" y="45"/>
                    <a:pt x="245" y="48"/>
                  </a:cubicBezTo>
                  <a:cubicBezTo>
                    <a:pt x="248" y="52"/>
                    <a:pt x="251" y="54"/>
                    <a:pt x="252" y="55"/>
                  </a:cubicBezTo>
                  <a:cubicBezTo>
                    <a:pt x="254" y="57"/>
                    <a:pt x="255" y="59"/>
                    <a:pt x="257" y="61"/>
                  </a:cubicBezTo>
                  <a:cubicBezTo>
                    <a:pt x="257" y="62"/>
                    <a:pt x="257" y="62"/>
                    <a:pt x="258" y="62"/>
                  </a:cubicBezTo>
                  <a:cubicBezTo>
                    <a:pt x="253" y="67"/>
                    <a:pt x="248" y="72"/>
                    <a:pt x="243" y="77"/>
                  </a:cubicBezTo>
                  <a:cubicBezTo>
                    <a:pt x="242" y="78"/>
                    <a:pt x="241" y="80"/>
                    <a:pt x="242" y="81"/>
                  </a:cubicBezTo>
                  <a:cubicBezTo>
                    <a:pt x="251" y="94"/>
                    <a:pt x="256" y="107"/>
                    <a:pt x="259" y="122"/>
                  </a:cubicBezTo>
                  <a:cubicBezTo>
                    <a:pt x="260" y="124"/>
                    <a:pt x="261" y="125"/>
                    <a:pt x="263" y="125"/>
                  </a:cubicBezTo>
                  <a:cubicBezTo>
                    <a:pt x="270" y="125"/>
                    <a:pt x="277" y="125"/>
                    <a:pt x="284" y="125"/>
                  </a:cubicBezTo>
                  <a:cubicBezTo>
                    <a:pt x="285" y="131"/>
                    <a:pt x="285" y="138"/>
                    <a:pt x="285" y="145"/>
                  </a:cubicBezTo>
                  <a:cubicBezTo>
                    <a:pt x="285" y="152"/>
                    <a:pt x="285" y="158"/>
                    <a:pt x="284" y="164"/>
                  </a:cubicBezTo>
                  <a:cubicBezTo>
                    <a:pt x="283" y="164"/>
                    <a:pt x="282" y="164"/>
                    <a:pt x="281" y="164"/>
                  </a:cubicBezTo>
                  <a:cubicBezTo>
                    <a:pt x="274" y="164"/>
                    <a:pt x="269" y="166"/>
                    <a:pt x="264" y="168"/>
                  </a:cubicBezTo>
                  <a:cubicBezTo>
                    <a:pt x="261" y="170"/>
                    <a:pt x="259" y="173"/>
                    <a:pt x="257" y="176"/>
                  </a:cubicBezTo>
                  <a:cubicBezTo>
                    <a:pt x="253" y="184"/>
                    <a:pt x="251" y="195"/>
                    <a:pt x="243" y="208"/>
                  </a:cubicBezTo>
                  <a:cubicBezTo>
                    <a:pt x="242" y="210"/>
                    <a:pt x="242" y="211"/>
                    <a:pt x="243" y="213"/>
                  </a:cubicBezTo>
                  <a:cubicBezTo>
                    <a:pt x="248" y="217"/>
                    <a:pt x="253" y="222"/>
                    <a:pt x="258" y="227"/>
                  </a:cubicBezTo>
                  <a:cubicBezTo>
                    <a:pt x="250" y="238"/>
                    <a:pt x="241" y="248"/>
                    <a:pt x="230" y="256"/>
                  </a:cubicBezTo>
                  <a:cubicBezTo>
                    <a:pt x="225" y="251"/>
                    <a:pt x="220" y="246"/>
                    <a:pt x="215" y="241"/>
                  </a:cubicBezTo>
                  <a:cubicBezTo>
                    <a:pt x="214" y="240"/>
                    <a:pt x="212" y="240"/>
                    <a:pt x="211" y="240"/>
                  </a:cubicBezTo>
                  <a:cubicBezTo>
                    <a:pt x="198" y="249"/>
                    <a:pt x="185" y="255"/>
                    <a:pt x="170" y="258"/>
                  </a:cubicBezTo>
                  <a:cubicBezTo>
                    <a:pt x="168" y="258"/>
                    <a:pt x="167" y="259"/>
                    <a:pt x="167" y="261"/>
                  </a:cubicBezTo>
                  <a:cubicBezTo>
                    <a:pt x="167" y="268"/>
                    <a:pt x="167" y="275"/>
                    <a:pt x="167" y="282"/>
                  </a:cubicBezTo>
                  <a:cubicBezTo>
                    <a:pt x="160" y="283"/>
                    <a:pt x="154" y="283"/>
                    <a:pt x="147" y="283"/>
                  </a:cubicBezTo>
                  <a:cubicBezTo>
                    <a:pt x="140" y="283"/>
                    <a:pt x="134" y="283"/>
                    <a:pt x="127" y="282"/>
                  </a:cubicBezTo>
                  <a:cubicBezTo>
                    <a:pt x="127" y="275"/>
                    <a:pt x="127" y="268"/>
                    <a:pt x="127" y="261"/>
                  </a:cubicBezTo>
                  <a:cubicBezTo>
                    <a:pt x="127" y="259"/>
                    <a:pt x="126" y="258"/>
                    <a:pt x="124" y="258"/>
                  </a:cubicBezTo>
                  <a:cubicBezTo>
                    <a:pt x="110" y="255"/>
                    <a:pt x="96" y="249"/>
                    <a:pt x="83" y="240"/>
                  </a:cubicBezTo>
                  <a:cubicBezTo>
                    <a:pt x="82" y="240"/>
                    <a:pt x="80" y="240"/>
                    <a:pt x="79" y="241"/>
                  </a:cubicBezTo>
                  <a:cubicBezTo>
                    <a:pt x="74" y="246"/>
                    <a:pt x="69" y="251"/>
                    <a:pt x="64" y="255"/>
                  </a:cubicBezTo>
                  <a:cubicBezTo>
                    <a:pt x="53" y="247"/>
                    <a:pt x="44" y="238"/>
                    <a:pt x="36" y="227"/>
                  </a:cubicBezTo>
                  <a:cubicBezTo>
                    <a:pt x="41" y="222"/>
                    <a:pt x="46" y="217"/>
                    <a:pt x="51" y="213"/>
                  </a:cubicBezTo>
                  <a:cubicBezTo>
                    <a:pt x="52" y="211"/>
                    <a:pt x="52" y="210"/>
                    <a:pt x="51" y="208"/>
                  </a:cubicBezTo>
                  <a:cubicBezTo>
                    <a:pt x="43" y="196"/>
                    <a:pt x="37" y="182"/>
                    <a:pt x="34" y="167"/>
                  </a:cubicBezTo>
                  <a:cubicBezTo>
                    <a:pt x="34" y="166"/>
                    <a:pt x="33" y="165"/>
                    <a:pt x="31" y="165"/>
                  </a:cubicBezTo>
                  <a:cubicBezTo>
                    <a:pt x="24" y="165"/>
                    <a:pt x="17" y="165"/>
                    <a:pt x="10" y="165"/>
                  </a:cubicBezTo>
                  <a:cubicBezTo>
                    <a:pt x="9" y="158"/>
                    <a:pt x="9" y="152"/>
                    <a:pt x="9" y="145"/>
                  </a:cubicBezTo>
                  <a:cubicBezTo>
                    <a:pt x="9" y="138"/>
                    <a:pt x="9" y="131"/>
                    <a:pt x="10" y="125"/>
                  </a:cubicBezTo>
                  <a:cubicBezTo>
                    <a:pt x="17" y="125"/>
                    <a:pt x="24" y="125"/>
                    <a:pt x="31" y="125"/>
                  </a:cubicBezTo>
                  <a:cubicBezTo>
                    <a:pt x="33" y="125"/>
                    <a:pt x="34" y="124"/>
                    <a:pt x="35" y="122"/>
                  </a:cubicBezTo>
                  <a:close/>
                  <a:moveTo>
                    <a:pt x="257" y="252"/>
                  </a:moveTo>
                  <a:cubicBezTo>
                    <a:pt x="254" y="255"/>
                    <a:pt x="252" y="258"/>
                    <a:pt x="249" y="261"/>
                  </a:cubicBezTo>
                  <a:cubicBezTo>
                    <a:pt x="251" y="255"/>
                    <a:pt x="253" y="248"/>
                    <a:pt x="255" y="241"/>
                  </a:cubicBezTo>
                  <a:cubicBezTo>
                    <a:pt x="256" y="240"/>
                    <a:pt x="257" y="239"/>
                    <a:pt x="258" y="238"/>
                  </a:cubicBezTo>
                  <a:cubicBezTo>
                    <a:pt x="258" y="243"/>
                    <a:pt x="257" y="247"/>
                    <a:pt x="257" y="252"/>
                  </a:cubicBezTo>
                  <a:close/>
                  <a:moveTo>
                    <a:pt x="236" y="274"/>
                  </a:moveTo>
                  <a:cubicBezTo>
                    <a:pt x="239" y="267"/>
                    <a:pt x="241" y="260"/>
                    <a:pt x="244" y="253"/>
                  </a:cubicBezTo>
                  <a:cubicBezTo>
                    <a:pt x="246" y="251"/>
                    <a:pt x="248" y="249"/>
                    <a:pt x="250" y="247"/>
                  </a:cubicBezTo>
                  <a:cubicBezTo>
                    <a:pt x="248" y="254"/>
                    <a:pt x="246" y="260"/>
                    <a:pt x="244" y="267"/>
                  </a:cubicBezTo>
                  <a:cubicBezTo>
                    <a:pt x="242" y="270"/>
                    <a:pt x="239" y="272"/>
                    <a:pt x="236" y="274"/>
                  </a:cubicBezTo>
                  <a:close/>
                  <a:moveTo>
                    <a:pt x="215" y="270"/>
                  </a:moveTo>
                  <a:cubicBezTo>
                    <a:pt x="218" y="266"/>
                    <a:pt x="220" y="262"/>
                    <a:pt x="222" y="257"/>
                  </a:cubicBezTo>
                  <a:cubicBezTo>
                    <a:pt x="222" y="258"/>
                    <a:pt x="223" y="258"/>
                    <a:pt x="224" y="259"/>
                  </a:cubicBezTo>
                  <a:cubicBezTo>
                    <a:pt x="224" y="259"/>
                    <a:pt x="224" y="259"/>
                    <a:pt x="224" y="259"/>
                  </a:cubicBezTo>
                  <a:cubicBezTo>
                    <a:pt x="222" y="264"/>
                    <a:pt x="219" y="268"/>
                    <a:pt x="217" y="272"/>
                  </a:cubicBezTo>
                  <a:cubicBezTo>
                    <a:pt x="217" y="272"/>
                    <a:pt x="216" y="271"/>
                    <a:pt x="215" y="270"/>
                  </a:cubicBezTo>
                  <a:close/>
                  <a:moveTo>
                    <a:pt x="174" y="281"/>
                  </a:moveTo>
                  <a:cubicBezTo>
                    <a:pt x="174" y="279"/>
                    <a:pt x="174" y="277"/>
                    <a:pt x="174" y="275"/>
                  </a:cubicBezTo>
                  <a:cubicBezTo>
                    <a:pt x="177" y="271"/>
                    <a:pt x="180" y="266"/>
                    <a:pt x="182" y="261"/>
                  </a:cubicBezTo>
                  <a:cubicBezTo>
                    <a:pt x="184" y="261"/>
                    <a:pt x="185" y="260"/>
                    <a:pt x="187" y="260"/>
                  </a:cubicBezTo>
                  <a:cubicBezTo>
                    <a:pt x="183" y="267"/>
                    <a:pt x="180" y="274"/>
                    <a:pt x="176" y="281"/>
                  </a:cubicBezTo>
                  <a:cubicBezTo>
                    <a:pt x="175" y="281"/>
                    <a:pt x="175" y="281"/>
                    <a:pt x="174" y="281"/>
                  </a:cubicBezTo>
                  <a:close/>
                  <a:moveTo>
                    <a:pt x="164" y="308"/>
                  </a:moveTo>
                  <a:cubicBezTo>
                    <a:pt x="163" y="308"/>
                    <a:pt x="162" y="308"/>
                    <a:pt x="160" y="309"/>
                  </a:cubicBezTo>
                  <a:cubicBezTo>
                    <a:pt x="162" y="304"/>
                    <a:pt x="164" y="299"/>
                    <a:pt x="166" y="294"/>
                  </a:cubicBezTo>
                  <a:cubicBezTo>
                    <a:pt x="166" y="299"/>
                    <a:pt x="165" y="304"/>
                    <a:pt x="164" y="308"/>
                  </a:cubicBezTo>
                  <a:close/>
                  <a:moveTo>
                    <a:pt x="165" y="289"/>
                  </a:moveTo>
                  <a:cubicBezTo>
                    <a:pt x="162" y="295"/>
                    <a:pt x="159" y="302"/>
                    <a:pt x="156" y="309"/>
                  </a:cubicBezTo>
                  <a:cubicBezTo>
                    <a:pt x="154" y="309"/>
                    <a:pt x="152" y="309"/>
                    <a:pt x="150" y="309"/>
                  </a:cubicBezTo>
                  <a:cubicBezTo>
                    <a:pt x="152" y="303"/>
                    <a:pt x="155" y="296"/>
                    <a:pt x="158" y="290"/>
                  </a:cubicBezTo>
                  <a:cubicBezTo>
                    <a:pt x="160" y="289"/>
                    <a:pt x="163" y="289"/>
                    <a:pt x="165" y="289"/>
                  </a:cubicBezTo>
                  <a:close/>
                  <a:moveTo>
                    <a:pt x="174" y="264"/>
                  </a:moveTo>
                  <a:cubicBezTo>
                    <a:pt x="175" y="263"/>
                    <a:pt x="176" y="263"/>
                    <a:pt x="178" y="263"/>
                  </a:cubicBezTo>
                  <a:cubicBezTo>
                    <a:pt x="176" y="265"/>
                    <a:pt x="175" y="267"/>
                    <a:pt x="174" y="269"/>
                  </a:cubicBezTo>
                  <a:cubicBezTo>
                    <a:pt x="174" y="267"/>
                    <a:pt x="174" y="265"/>
                    <a:pt x="174" y="264"/>
                  </a:cubicBezTo>
                  <a:close/>
                  <a:moveTo>
                    <a:pt x="192" y="258"/>
                  </a:moveTo>
                  <a:cubicBezTo>
                    <a:pt x="194" y="257"/>
                    <a:pt x="197" y="256"/>
                    <a:pt x="199" y="255"/>
                  </a:cubicBezTo>
                  <a:cubicBezTo>
                    <a:pt x="196" y="262"/>
                    <a:pt x="193" y="269"/>
                    <a:pt x="191" y="276"/>
                  </a:cubicBezTo>
                  <a:cubicBezTo>
                    <a:pt x="187" y="278"/>
                    <a:pt x="184" y="279"/>
                    <a:pt x="181" y="280"/>
                  </a:cubicBezTo>
                  <a:cubicBezTo>
                    <a:pt x="184" y="272"/>
                    <a:pt x="188" y="265"/>
                    <a:pt x="192" y="258"/>
                  </a:cubicBezTo>
                  <a:close/>
                  <a:moveTo>
                    <a:pt x="203" y="253"/>
                  </a:moveTo>
                  <a:cubicBezTo>
                    <a:pt x="205" y="252"/>
                    <a:pt x="207" y="251"/>
                    <a:pt x="209" y="250"/>
                  </a:cubicBezTo>
                  <a:cubicBezTo>
                    <a:pt x="206" y="257"/>
                    <a:pt x="203" y="264"/>
                    <a:pt x="200" y="272"/>
                  </a:cubicBezTo>
                  <a:cubicBezTo>
                    <a:pt x="198" y="273"/>
                    <a:pt x="197" y="274"/>
                    <a:pt x="195" y="274"/>
                  </a:cubicBezTo>
                  <a:cubicBezTo>
                    <a:pt x="198" y="267"/>
                    <a:pt x="201" y="260"/>
                    <a:pt x="203" y="253"/>
                  </a:cubicBezTo>
                  <a:close/>
                  <a:moveTo>
                    <a:pt x="215" y="251"/>
                  </a:moveTo>
                  <a:cubicBezTo>
                    <a:pt x="217" y="252"/>
                    <a:pt x="218" y="253"/>
                    <a:pt x="219" y="254"/>
                  </a:cubicBezTo>
                  <a:cubicBezTo>
                    <a:pt x="218" y="258"/>
                    <a:pt x="216" y="262"/>
                    <a:pt x="214" y="266"/>
                  </a:cubicBezTo>
                  <a:cubicBezTo>
                    <a:pt x="214" y="261"/>
                    <a:pt x="215" y="256"/>
                    <a:pt x="215" y="251"/>
                  </a:cubicBezTo>
                  <a:close/>
                  <a:moveTo>
                    <a:pt x="208" y="261"/>
                  </a:moveTo>
                  <a:cubicBezTo>
                    <a:pt x="207" y="263"/>
                    <a:pt x="207" y="265"/>
                    <a:pt x="207" y="267"/>
                  </a:cubicBezTo>
                  <a:cubicBezTo>
                    <a:pt x="206" y="268"/>
                    <a:pt x="205" y="269"/>
                    <a:pt x="205" y="269"/>
                  </a:cubicBezTo>
                  <a:cubicBezTo>
                    <a:pt x="206" y="266"/>
                    <a:pt x="207" y="264"/>
                    <a:pt x="208" y="261"/>
                  </a:cubicBezTo>
                  <a:close/>
                  <a:moveTo>
                    <a:pt x="224" y="266"/>
                  </a:moveTo>
                  <a:cubicBezTo>
                    <a:pt x="224" y="270"/>
                    <a:pt x="223" y="274"/>
                    <a:pt x="223" y="278"/>
                  </a:cubicBezTo>
                  <a:cubicBezTo>
                    <a:pt x="222" y="277"/>
                    <a:pt x="221" y="276"/>
                    <a:pt x="220" y="275"/>
                  </a:cubicBezTo>
                  <a:cubicBezTo>
                    <a:pt x="221" y="272"/>
                    <a:pt x="223" y="269"/>
                    <a:pt x="224" y="266"/>
                  </a:cubicBezTo>
                  <a:close/>
                  <a:moveTo>
                    <a:pt x="232" y="263"/>
                  </a:moveTo>
                  <a:cubicBezTo>
                    <a:pt x="234" y="261"/>
                    <a:pt x="236" y="259"/>
                    <a:pt x="239" y="257"/>
                  </a:cubicBezTo>
                  <a:cubicBezTo>
                    <a:pt x="236" y="264"/>
                    <a:pt x="234" y="271"/>
                    <a:pt x="231" y="279"/>
                  </a:cubicBezTo>
                  <a:cubicBezTo>
                    <a:pt x="231" y="279"/>
                    <a:pt x="230" y="279"/>
                    <a:pt x="230" y="280"/>
                  </a:cubicBezTo>
                  <a:cubicBezTo>
                    <a:pt x="230" y="274"/>
                    <a:pt x="231" y="268"/>
                    <a:pt x="232" y="263"/>
                  </a:cubicBezTo>
                  <a:close/>
                  <a:moveTo>
                    <a:pt x="106" y="280"/>
                  </a:moveTo>
                  <a:cubicBezTo>
                    <a:pt x="104" y="279"/>
                    <a:pt x="102" y="279"/>
                    <a:pt x="100" y="278"/>
                  </a:cubicBezTo>
                  <a:cubicBezTo>
                    <a:pt x="104" y="272"/>
                    <a:pt x="108" y="267"/>
                    <a:pt x="113" y="262"/>
                  </a:cubicBezTo>
                  <a:cubicBezTo>
                    <a:pt x="115" y="262"/>
                    <a:pt x="117" y="263"/>
                    <a:pt x="119" y="263"/>
                  </a:cubicBezTo>
                  <a:cubicBezTo>
                    <a:pt x="115" y="269"/>
                    <a:pt x="110" y="274"/>
                    <a:pt x="106" y="280"/>
                  </a:cubicBezTo>
                  <a:close/>
                  <a:moveTo>
                    <a:pt x="92" y="274"/>
                  </a:moveTo>
                  <a:cubicBezTo>
                    <a:pt x="96" y="269"/>
                    <a:pt x="101" y="264"/>
                    <a:pt x="105" y="259"/>
                  </a:cubicBezTo>
                  <a:cubicBezTo>
                    <a:pt x="107" y="260"/>
                    <a:pt x="108" y="260"/>
                    <a:pt x="110" y="261"/>
                  </a:cubicBezTo>
                  <a:cubicBezTo>
                    <a:pt x="105" y="266"/>
                    <a:pt x="101" y="271"/>
                    <a:pt x="97" y="276"/>
                  </a:cubicBezTo>
                  <a:cubicBezTo>
                    <a:pt x="95" y="276"/>
                    <a:pt x="94" y="275"/>
                    <a:pt x="92" y="274"/>
                  </a:cubicBezTo>
                  <a:close/>
                  <a:moveTo>
                    <a:pt x="86" y="270"/>
                  </a:moveTo>
                  <a:cubicBezTo>
                    <a:pt x="89" y="265"/>
                    <a:pt x="93" y="261"/>
                    <a:pt x="97" y="256"/>
                  </a:cubicBezTo>
                  <a:cubicBezTo>
                    <a:pt x="97" y="256"/>
                    <a:pt x="97" y="256"/>
                    <a:pt x="97" y="256"/>
                  </a:cubicBezTo>
                  <a:cubicBezTo>
                    <a:pt x="98" y="256"/>
                    <a:pt x="100" y="257"/>
                    <a:pt x="102" y="258"/>
                  </a:cubicBezTo>
                  <a:cubicBezTo>
                    <a:pt x="97" y="262"/>
                    <a:pt x="93" y="267"/>
                    <a:pt x="89" y="272"/>
                  </a:cubicBezTo>
                  <a:cubicBezTo>
                    <a:pt x="88" y="272"/>
                    <a:pt x="87" y="271"/>
                    <a:pt x="86" y="270"/>
                  </a:cubicBezTo>
                  <a:close/>
                  <a:moveTo>
                    <a:pt x="87" y="251"/>
                  </a:moveTo>
                  <a:cubicBezTo>
                    <a:pt x="86" y="252"/>
                    <a:pt x="85" y="253"/>
                    <a:pt x="84" y="255"/>
                  </a:cubicBezTo>
                  <a:cubicBezTo>
                    <a:pt x="84" y="253"/>
                    <a:pt x="84" y="251"/>
                    <a:pt x="84" y="249"/>
                  </a:cubicBezTo>
                  <a:cubicBezTo>
                    <a:pt x="85" y="249"/>
                    <a:pt x="86" y="250"/>
                    <a:pt x="87" y="251"/>
                  </a:cubicBezTo>
                  <a:close/>
                  <a:moveTo>
                    <a:pt x="83" y="268"/>
                  </a:moveTo>
                  <a:cubicBezTo>
                    <a:pt x="83" y="266"/>
                    <a:pt x="83" y="263"/>
                    <a:pt x="83" y="261"/>
                  </a:cubicBezTo>
                  <a:cubicBezTo>
                    <a:pt x="85" y="258"/>
                    <a:pt x="88" y="255"/>
                    <a:pt x="90" y="252"/>
                  </a:cubicBezTo>
                  <a:cubicBezTo>
                    <a:pt x="91" y="253"/>
                    <a:pt x="92" y="253"/>
                    <a:pt x="94" y="254"/>
                  </a:cubicBezTo>
                  <a:cubicBezTo>
                    <a:pt x="90" y="259"/>
                    <a:pt x="87" y="264"/>
                    <a:pt x="83" y="268"/>
                  </a:cubicBezTo>
                  <a:close/>
                  <a:moveTo>
                    <a:pt x="134" y="289"/>
                  </a:moveTo>
                  <a:cubicBezTo>
                    <a:pt x="132" y="295"/>
                    <a:pt x="129" y="300"/>
                    <a:pt x="127" y="306"/>
                  </a:cubicBezTo>
                  <a:cubicBezTo>
                    <a:pt x="127" y="300"/>
                    <a:pt x="127" y="295"/>
                    <a:pt x="128" y="289"/>
                  </a:cubicBezTo>
                  <a:cubicBezTo>
                    <a:pt x="130" y="289"/>
                    <a:pt x="132" y="289"/>
                    <a:pt x="134" y="289"/>
                  </a:cubicBezTo>
                  <a:close/>
                  <a:moveTo>
                    <a:pt x="138" y="290"/>
                  </a:moveTo>
                  <a:cubicBezTo>
                    <a:pt x="140" y="290"/>
                    <a:pt x="142" y="290"/>
                    <a:pt x="143" y="290"/>
                  </a:cubicBezTo>
                  <a:cubicBezTo>
                    <a:pt x="141" y="296"/>
                    <a:pt x="138" y="303"/>
                    <a:pt x="136" y="309"/>
                  </a:cubicBezTo>
                  <a:cubicBezTo>
                    <a:pt x="134" y="309"/>
                    <a:pt x="131" y="309"/>
                    <a:pt x="129" y="309"/>
                  </a:cubicBezTo>
                  <a:cubicBezTo>
                    <a:pt x="132" y="302"/>
                    <a:pt x="135" y="296"/>
                    <a:pt x="138" y="290"/>
                  </a:cubicBezTo>
                  <a:close/>
                  <a:moveTo>
                    <a:pt x="60" y="261"/>
                  </a:moveTo>
                  <a:cubicBezTo>
                    <a:pt x="60" y="267"/>
                    <a:pt x="58" y="272"/>
                    <a:pt x="57" y="279"/>
                  </a:cubicBezTo>
                  <a:cubicBezTo>
                    <a:pt x="56" y="277"/>
                    <a:pt x="54" y="276"/>
                    <a:pt x="53" y="275"/>
                  </a:cubicBezTo>
                  <a:cubicBezTo>
                    <a:pt x="55" y="270"/>
                    <a:pt x="58" y="266"/>
                    <a:pt x="60" y="261"/>
                  </a:cubicBezTo>
                  <a:close/>
                  <a:moveTo>
                    <a:pt x="37" y="258"/>
                  </a:moveTo>
                  <a:cubicBezTo>
                    <a:pt x="39" y="254"/>
                    <a:pt x="41" y="250"/>
                    <a:pt x="44" y="247"/>
                  </a:cubicBezTo>
                  <a:cubicBezTo>
                    <a:pt x="45" y="248"/>
                    <a:pt x="46" y="248"/>
                    <a:pt x="46" y="249"/>
                  </a:cubicBezTo>
                  <a:cubicBezTo>
                    <a:pt x="44" y="253"/>
                    <a:pt x="41" y="257"/>
                    <a:pt x="39" y="260"/>
                  </a:cubicBezTo>
                  <a:cubicBezTo>
                    <a:pt x="38" y="260"/>
                    <a:pt x="37" y="259"/>
                    <a:pt x="37" y="258"/>
                  </a:cubicBezTo>
                  <a:close/>
                  <a:moveTo>
                    <a:pt x="7" y="171"/>
                  </a:moveTo>
                  <a:cubicBezTo>
                    <a:pt x="7" y="171"/>
                    <a:pt x="7" y="171"/>
                    <a:pt x="7" y="171"/>
                  </a:cubicBezTo>
                  <a:cubicBezTo>
                    <a:pt x="9" y="171"/>
                    <a:pt x="10" y="171"/>
                    <a:pt x="12" y="171"/>
                  </a:cubicBezTo>
                  <a:cubicBezTo>
                    <a:pt x="10" y="175"/>
                    <a:pt x="9" y="179"/>
                    <a:pt x="7" y="183"/>
                  </a:cubicBezTo>
                  <a:cubicBezTo>
                    <a:pt x="7" y="179"/>
                    <a:pt x="7" y="175"/>
                    <a:pt x="7" y="171"/>
                  </a:cubicBezTo>
                  <a:close/>
                  <a:moveTo>
                    <a:pt x="7" y="190"/>
                  </a:moveTo>
                  <a:cubicBezTo>
                    <a:pt x="10" y="184"/>
                    <a:pt x="13" y="177"/>
                    <a:pt x="15" y="171"/>
                  </a:cubicBezTo>
                  <a:cubicBezTo>
                    <a:pt x="18" y="171"/>
                    <a:pt x="20" y="171"/>
                    <a:pt x="23" y="171"/>
                  </a:cubicBezTo>
                  <a:cubicBezTo>
                    <a:pt x="20" y="178"/>
                    <a:pt x="17" y="184"/>
                    <a:pt x="15" y="191"/>
                  </a:cubicBezTo>
                  <a:cubicBezTo>
                    <a:pt x="12" y="191"/>
                    <a:pt x="10" y="191"/>
                    <a:pt x="8" y="191"/>
                  </a:cubicBezTo>
                  <a:cubicBezTo>
                    <a:pt x="8" y="191"/>
                    <a:pt x="8" y="190"/>
                    <a:pt x="7" y="190"/>
                  </a:cubicBezTo>
                  <a:close/>
                  <a:moveTo>
                    <a:pt x="26" y="172"/>
                  </a:moveTo>
                  <a:cubicBezTo>
                    <a:pt x="26" y="175"/>
                    <a:pt x="26" y="179"/>
                    <a:pt x="26" y="182"/>
                  </a:cubicBezTo>
                  <a:cubicBezTo>
                    <a:pt x="25" y="185"/>
                    <a:pt x="24" y="188"/>
                    <a:pt x="23" y="191"/>
                  </a:cubicBezTo>
                  <a:cubicBezTo>
                    <a:pt x="21" y="191"/>
                    <a:pt x="20" y="191"/>
                    <a:pt x="18" y="191"/>
                  </a:cubicBezTo>
                  <a:cubicBezTo>
                    <a:pt x="21" y="184"/>
                    <a:pt x="23" y="178"/>
                    <a:pt x="26" y="172"/>
                  </a:cubicBezTo>
                  <a:close/>
                  <a:moveTo>
                    <a:pt x="32" y="195"/>
                  </a:moveTo>
                  <a:cubicBezTo>
                    <a:pt x="32" y="192"/>
                    <a:pt x="32" y="189"/>
                    <a:pt x="33" y="185"/>
                  </a:cubicBezTo>
                  <a:cubicBezTo>
                    <a:pt x="33" y="188"/>
                    <a:pt x="34" y="190"/>
                    <a:pt x="35" y="192"/>
                  </a:cubicBezTo>
                  <a:cubicBezTo>
                    <a:pt x="34" y="194"/>
                    <a:pt x="34" y="196"/>
                    <a:pt x="33" y="199"/>
                  </a:cubicBezTo>
                  <a:cubicBezTo>
                    <a:pt x="33" y="198"/>
                    <a:pt x="32" y="196"/>
                    <a:pt x="32" y="195"/>
                  </a:cubicBezTo>
                  <a:close/>
                  <a:moveTo>
                    <a:pt x="37" y="197"/>
                  </a:moveTo>
                  <a:cubicBezTo>
                    <a:pt x="38" y="199"/>
                    <a:pt x="39" y="201"/>
                    <a:pt x="40" y="203"/>
                  </a:cubicBezTo>
                  <a:cubicBezTo>
                    <a:pt x="39" y="206"/>
                    <a:pt x="38" y="209"/>
                    <a:pt x="37" y="212"/>
                  </a:cubicBezTo>
                  <a:cubicBezTo>
                    <a:pt x="36" y="210"/>
                    <a:pt x="35" y="207"/>
                    <a:pt x="35" y="205"/>
                  </a:cubicBezTo>
                  <a:cubicBezTo>
                    <a:pt x="36" y="202"/>
                    <a:pt x="36" y="199"/>
                    <a:pt x="37" y="197"/>
                  </a:cubicBezTo>
                  <a:close/>
                  <a:moveTo>
                    <a:pt x="44" y="210"/>
                  </a:moveTo>
                  <a:cubicBezTo>
                    <a:pt x="43" y="211"/>
                    <a:pt x="42" y="212"/>
                    <a:pt x="41" y="213"/>
                  </a:cubicBezTo>
                  <a:cubicBezTo>
                    <a:pt x="41" y="211"/>
                    <a:pt x="42" y="209"/>
                    <a:pt x="43" y="207"/>
                  </a:cubicBezTo>
                  <a:cubicBezTo>
                    <a:pt x="43" y="208"/>
                    <a:pt x="44" y="209"/>
                    <a:pt x="44" y="210"/>
                  </a:cubicBezTo>
                  <a:close/>
                  <a:moveTo>
                    <a:pt x="34" y="236"/>
                  </a:moveTo>
                  <a:cubicBezTo>
                    <a:pt x="35" y="237"/>
                    <a:pt x="36" y="238"/>
                    <a:pt x="37" y="239"/>
                  </a:cubicBezTo>
                  <a:cubicBezTo>
                    <a:pt x="36" y="241"/>
                    <a:pt x="35" y="243"/>
                    <a:pt x="34" y="245"/>
                  </a:cubicBezTo>
                  <a:cubicBezTo>
                    <a:pt x="34" y="242"/>
                    <a:pt x="34" y="239"/>
                    <a:pt x="34" y="236"/>
                  </a:cubicBezTo>
                  <a:close/>
                  <a:moveTo>
                    <a:pt x="33" y="253"/>
                  </a:moveTo>
                  <a:cubicBezTo>
                    <a:pt x="35" y="249"/>
                    <a:pt x="37" y="246"/>
                    <a:pt x="39" y="242"/>
                  </a:cubicBezTo>
                  <a:cubicBezTo>
                    <a:pt x="40" y="243"/>
                    <a:pt x="41" y="243"/>
                    <a:pt x="41" y="244"/>
                  </a:cubicBezTo>
                  <a:cubicBezTo>
                    <a:pt x="39" y="248"/>
                    <a:pt x="37" y="251"/>
                    <a:pt x="34" y="255"/>
                  </a:cubicBezTo>
                  <a:cubicBezTo>
                    <a:pt x="34" y="254"/>
                    <a:pt x="33" y="254"/>
                    <a:pt x="33" y="253"/>
                  </a:cubicBezTo>
                  <a:close/>
                  <a:moveTo>
                    <a:pt x="41" y="263"/>
                  </a:moveTo>
                  <a:cubicBezTo>
                    <a:pt x="44" y="259"/>
                    <a:pt x="46" y="255"/>
                    <a:pt x="49" y="252"/>
                  </a:cubicBezTo>
                  <a:cubicBezTo>
                    <a:pt x="50" y="252"/>
                    <a:pt x="51" y="253"/>
                    <a:pt x="51" y="254"/>
                  </a:cubicBezTo>
                  <a:cubicBezTo>
                    <a:pt x="49" y="258"/>
                    <a:pt x="46" y="262"/>
                    <a:pt x="44" y="266"/>
                  </a:cubicBezTo>
                  <a:cubicBezTo>
                    <a:pt x="43" y="265"/>
                    <a:pt x="42" y="264"/>
                    <a:pt x="41" y="263"/>
                  </a:cubicBezTo>
                  <a:close/>
                  <a:moveTo>
                    <a:pt x="46" y="269"/>
                  </a:moveTo>
                  <a:cubicBezTo>
                    <a:pt x="49" y="265"/>
                    <a:pt x="51" y="260"/>
                    <a:pt x="54" y="256"/>
                  </a:cubicBezTo>
                  <a:cubicBezTo>
                    <a:pt x="55" y="257"/>
                    <a:pt x="56" y="258"/>
                    <a:pt x="58" y="259"/>
                  </a:cubicBezTo>
                  <a:cubicBezTo>
                    <a:pt x="55" y="263"/>
                    <a:pt x="53" y="268"/>
                    <a:pt x="50" y="272"/>
                  </a:cubicBezTo>
                  <a:cubicBezTo>
                    <a:pt x="49" y="271"/>
                    <a:pt x="48" y="270"/>
                    <a:pt x="46" y="269"/>
                  </a:cubicBezTo>
                  <a:close/>
                  <a:moveTo>
                    <a:pt x="64" y="279"/>
                  </a:moveTo>
                  <a:cubicBezTo>
                    <a:pt x="65" y="274"/>
                    <a:pt x="66" y="269"/>
                    <a:pt x="67" y="262"/>
                  </a:cubicBezTo>
                  <a:cubicBezTo>
                    <a:pt x="70" y="259"/>
                    <a:pt x="74" y="256"/>
                    <a:pt x="77" y="252"/>
                  </a:cubicBezTo>
                  <a:cubicBezTo>
                    <a:pt x="77" y="257"/>
                    <a:pt x="76" y="262"/>
                    <a:pt x="76" y="268"/>
                  </a:cubicBezTo>
                  <a:cubicBezTo>
                    <a:pt x="72" y="272"/>
                    <a:pt x="68" y="275"/>
                    <a:pt x="64" y="279"/>
                  </a:cubicBezTo>
                  <a:close/>
                  <a:moveTo>
                    <a:pt x="118" y="283"/>
                  </a:moveTo>
                  <a:cubicBezTo>
                    <a:pt x="115" y="283"/>
                    <a:pt x="112" y="282"/>
                    <a:pt x="109" y="281"/>
                  </a:cubicBezTo>
                  <a:cubicBezTo>
                    <a:pt x="113" y="276"/>
                    <a:pt x="117" y="272"/>
                    <a:pt x="120" y="267"/>
                  </a:cubicBezTo>
                  <a:cubicBezTo>
                    <a:pt x="120" y="273"/>
                    <a:pt x="120" y="279"/>
                    <a:pt x="120" y="285"/>
                  </a:cubicBezTo>
                  <a:cubicBezTo>
                    <a:pt x="120" y="286"/>
                    <a:pt x="121" y="286"/>
                    <a:pt x="121" y="287"/>
                  </a:cubicBezTo>
                  <a:cubicBezTo>
                    <a:pt x="121" y="288"/>
                    <a:pt x="121" y="289"/>
                    <a:pt x="121" y="289"/>
                  </a:cubicBezTo>
                  <a:cubicBezTo>
                    <a:pt x="121" y="288"/>
                    <a:pt x="121" y="287"/>
                    <a:pt x="121" y="286"/>
                  </a:cubicBezTo>
                  <a:cubicBezTo>
                    <a:pt x="120" y="285"/>
                    <a:pt x="119" y="284"/>
                    <a:pt x="118" y="283"/>
                  </a:cubicBezTo>
                  <a:close/>
                  <a:moveTo>
                    <a:pt x="139" y="309"/>
                  </a:moveTo>
                  <a:cubicBezTo>
                    <a:pt x="142" y="303"/>
                    <a:pt x="144" y="296"/>
                    <a:pt x="147" y="290"/>
                  </a:cubicBezTo>
                  <a:cubicBezTo>
                    <a:pt x="149" y="290"/>
                    <a:pt x="152" y="290"/>
                    <a:pt x="154" y="290"/>
                  </a:cubicBezTo>
                  <a:cubicBezTo>
                    <a:pt x="151" y="296"/>
                    <a:pt x="149" y="303"/>
                    <a:pt x="147" y="309"/>
                  </a:cubicBezTo>
                  <a:cubicBezTo>
                    <a:pt x="147" y="309"/>
                    <a:pt x="146" y="309"/>
                    <a:pt x="146" y="310"/>
                  </a:cubicBezTo>
                  <a:cubicBezTo>
                    <a:pt x="146" y="310"/>
                    <a:pt x="145" y="310"/>
                    <a:pt x="144" y="310"/>
                  </a:cubicBezTo>
                  <a:cubicBezTo>
                    <a:pt x="143" y="310"/>
                    <a:pt x="141" y="310"/>
                    <a:pt x="139" y="309"/>
                  </a:cubicBezTo>
                  <a:close/>
                  <a:moveTo>
                    <a:pt x="250" y="210"/>
                  </a:moveTo>
                  <a:cubicBezTo>
                    <a:pt x="255" y="201"/>
                    <a:pt x="258" y="193"/>
                    <a:pt x="260" y="187"/>
                  </a:cubicBezTo>
                  <a:cubicBezTo>
                    <a:pt x="260" y="190"/>
                    <a:pt x="260" y="194"/>
                    <a:pt x="259" y="197"/>
                  </a:cubicBezTo>
                  <a:cubicBezTo>
                    <a:pt x="259" y="198"/>
                    <a:pt x="259" y="198"/>
                    <a:pt x="260" y="199"/>
                  </a:cubicBezTo>
                  <a:cubicBezTo>
                    <a:pt x="257" y="202"/>
                    <a:pt x="255" y="206"/>
                    <a:pt x="252" y="212"/>
                  </a:cubicBezTo>
                  <a:cubicBezTo>
                    <a:pt x="251" y="211"/>
                    <a:pt x="251" y="210"/>
                    <a:pt x="250" y="21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</p:spTree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矩形 5"/>
          <p:cNvSpPr/>
          <p:nvPr>
            <p:custDataLst>
              <p:tags r:id="rId1"/>
            </p:custDataLst>
          </p:nvPr>
        </p:nvSpPr>
        <p:spPr>
          <a:xfrm>
            <a:off x="207010" y="708025"/>
            <a:ext cx="6497320" cy="1530350"/>
          </a:xfrm>
          <a:prstGeom prst="rect">
            <a:avLst/>
          </a:prstGeom>
          <a:solidFill>
            <a:srgbClr val="1E7AB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350">
              <a:latin typeface="Noto Serif CJK SC" panose="02020400000000000000" pitchFamily="18" charset="-122"/>
              <a:ea typeface="FZHei-B01S" panose="02010601030101010101" pitchFamily="2" charset="-122"/>
              <a:sym typeface="Noto Serif CJK SC" panose="02020400000000000000" pitchFamily="18" charset="-122"/>
            </a:endParaRPr>
          </a:p>
        </p:txBody>
      </p:sp>
      <p:sp>
        <p:nvSpPr>
          <p:cNvPr id="9" name="矩形 8"/>
          <p:cNvSpPr/>
          <p:nvPr>
            <p:custDataLst>
              <p:tags r:id="rId2"/>
            </p:custDataLst>
          </p:nvPr>
        </p:nvSpPr>
        <p:spPr>
          <a:xfrm>
            <a:off x="207010" y="1917065"/>
            <a:ext cx="8709660" cy="411289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350">
              <a:latin typeface="Noto Serif CJK SC" panose="02020400000000000000" pitchFamily="18" charset="-122"/>
              <a:ea typeface="FZHei-B01S" panose="02010601030101010101" pitchFamily="2" charset="-122"/>
              <a:sym typeface="Noto Serif CJK SC" panose="02020400000000000000" pitchFamily="18" charset="-122"/>
            </a:endParaRPr>
          </a:p>
        </p:txBody>
      </p:sp>
      <p:sp>
        <p:nvSpPr>
          <p:cNvPr id="11" name="Title 1"/>
          <p:cNvSpPr>
            <a:spLocks noGrp="1"/>
          </p:cNvSpPr>
          <p:nvPr>
            <p:custDataLst>
              <p:tags r:id="rId3"/>
            </p:custDataLst>
          </p:nvPr>
        </p:nvSpPr>
        <p:spPr>
          <a:xfrm>
            <a:off x="368935" y="967105"/>
            <a:ext cx="6294755" cy="72136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5335" kern="120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+mj-ea"/>
                <a:cs typeface="Times New Roman" panose="02020603050405020304" pitchFamily="18" charset="0"/>
              </a:defRPr>
            </a:lvl1pPr>
          </a:lstStyle>
          <a:p>
            <a:r>
              <a:rPr lang="en-US" altLang="zh-CN" sz="3600" dirty="0">
                <a:solidFill>
                  <a:schemeClr val="bg1"/>
                </a:solidFill>
              </a:rPr>
              <a:t>Comparison of </a:t>
            </a:r>
          </a:p>
          <a:p>
            <a:r>
              <a:rPr lang="en-US" altLang="zh-CN" sz="3600" dirty="0">
                <a:solidFill>
                  <a:schemeClr val="bg1"/>
                </a:solidFill>
              </a:rPr>
              <a:t>Array-Based and Linked Queues</a:t>
            </a:r>
          </a:p>
        </p:txBody>
      </p:sp>
      <p:pic>
        <p:nvPicPr>
          <p:cNvPr id="13" name="图片 12" descr="华工标志（透明版"/>
          <p:cNvPicPr>
            <a:picLocks noChangeAspect="1"/>
          </p:cNvPicPr>
          <p:nvPr>
            <p:custDataLst>
              <p:tags r:id="rId4"/>
            </p:custDataLst>
          </p:nvPr>
        </p:nvPicPr>
        <p:blipFill>
          <a:blip r:embed="rId66" cstate="print"/>
          <a:stretch>
            <a:fillRect/>
          </a:stretch>
        </p:blipFill>
        <p:spPr>
          <a:xfrm>
            <a:off x="7740015" y="116205"/>
            <a:ext cx="1230630" cy="1230630"/>
          </a:xfrm>
          <a:prstGeom prst="rect">
            <a:avLst/>
          </a:prstGeom>
        </p:spPr>
      </p:pic>
      <p:grpSp>
        <p:nvGrpSpPr>
          <p:cNvPr id="1277" name="组合 1276"/>
          <p:cNvGrpSpPr/>
          <p:nvPr/>
        </p:nvGrpSpPr>
        <p:grpSpPr>
          <a:xfrm>
            <a:off x="7872096" y="5500988"/>
            <a:ext cx="971551" cy="901701"/>
            <a:chOff x="3119438" y="984250"/>
            <a:chExt cx="728663" cy="676276"/>
          </a:xfrm>
          <a:solidFill>
            <a:schemeClr val="accent1">
              <a:lumMod val="75000"/>
              <a:alpha val="37000"/>
            </a:schemeClr>
          </a:solidFill>
        </p:grpSpPr>
        <p:sp>
          <p:nvSpPr>
            <p:cNvPr id="12751" name="Freeform 463"/>
            <p:cNvSpPr/>
            <p:nvPr>
              <p:custDataLst>
                <p:tags r:id="rId5"/>
              </p:custDataLst>
            </p:nvPr>
          </p:nvSpPr>
          <p:spPr bwMode="auto">
            <a:xfrm>
              <a:off x="3146426" y="1431925"/>
              <a:ext cx="17463" cy="26988"/>
            </a:xfrm>
            <a:custGeom>
              <a:avLst/>
              <a:gdLst/>
              <a:ahLst/>
              <a:cxnLst>
                <a:cxn ang="0">
                  <a:pos x="35" y="2"/>
                </a:cxn>
                <a:cxn ang="0">
                  <a:pos x="35" y="2"/>
                </a:cxn>
                <a:cxn ang="0">
                  <a:pos x="25" y="15"/>
                </a:cxn>
                <a:cxn ang="0">
                  <a:pos x="14" y="29"/>
                </a:cxn>
                <a:cxn ang="0">
                  <a:pos x="6" y="45"/>
                </a:cxn>
                <a:cxn ang="0">
                  <a:pos x="0" y="62"/>
                </a:cxn>
                <a:cxn ang="0">
                  <a:pos x="0" y="62"/>
                </a:cxn>
                <a:cxn ang="0">
                  <a:pos x="0" y="65"/>
                </a:cxn>
                <a:cxn ang="0">
                  <a:pos x="0" y="66"/>
                </a:cxn>
                <a:cxn ang="0">
                  <a:pos x="2" y="67"/>
                </a:cxn>
                <a:cxn ang="0">
                  <a:pos x="4" y="68"/>
                </a:cxn>
                <a:cxn ang="0">
                  <a:pos x="8" y="68"/>
                </a:cxn>
                <a:cxn ang="0">
                  <a:pos x="10" y="67"/>
                </a:cxn>
                <a:cxn ang="0">
                  <a:pos x="11" y="65"/>
                </a:cxn>
                <a:cxn ang="0">
                  <a:pos x="11" y="65"/>
                </a:cxn>
                <a:cxn ang="0">
                  <a:pos x="17" y="50"/>
                </a:cxn>
                <a:cxn ang="0">
                  <a:pos x="25" y="36"/>
                </a:cxn>
                <a:cxn ang="0">
                  <a:pos x="34" y="23"/>
                </a:cxn>
                <a:cxn ang="0">
                  <a:pos x="44" y="10"/>
                </a:cxn>
                <a:cxn ang="0">
                  <a:pos x="44" y="10"/>
                </a:cxn>
                <a:cxn ang="0">
                  <a:pos x="45" y="8"/>
                </a:cxn>
                <a:cxn ang="0">
                  <a:pos x="45" y="6"/>
                </a:cxn>
                <a:cxn ang="0">
                  <a:pos x="43" y="2"/>
                </a:cxn>
                <a:cxn ang="0">
                  <a:pos x="40" y="0"/>
                </a:cxn>
                <a:cxn ang="0">
                  <a:pos x="38" y="0"/>
                </a:cxn>
                <a:cxn ang="0">
                  <a:pos x="35" y="2"/>
                </a:cxn>
                <a:cxn ang="0">
                  <a:pos x="35" y="2"/>
                </a:cxn>
              </a:cxnLst>
              <a:rect l="0" t="0" r="r" b="b"/>
              <a:pathLst>
                <a:path w="45" h="68">
                  <a:moveTo>
                    <a:pt x="35" y="2"/>
                  </a:moveTo>
                  <a:lnTo>
                    <a:pt x="35" y="2"/>
                  </a:lnTo>
                  <a:lnTo>
                    <a:pt x="25" y="15"/>
                  </a:lnTo>
                  <a:lnTo>
                    <a:pt x="14" y="29"/>
                  </a:lnTo>
                  <a:lnTo>
                    <a:pt x="6" y="45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0" y="65"/>
                  </a:lnTo>
                  <a:lnTo>
                    <a:pt x="0" y="66"/>
                  </a:lnTo>
                  <a:lnTo>
                    <a:pt x="2" y="67"/>
                  </a:lnTo>
                  <a:lnTo>
                    <a:pt x="4" y="68"/>
                  </a:lnTo>
                  <a:lnTo>
                    <a:pt x="8" y="68"/>
                  </a:lnTo>
                  <a:lnTo>
                    <a:pt x="10" y="67"/>
                  </a:lnTo>
                  <a:lnTo>
                    <a:pt x="11" y="65"/>
                  </a:lnTo>
                  <a:lnTo>
                    <a:pt x="11" y="65"/>
                  </a:lnTo>
                  <a:lnTo>
                    <a:pt x="17" y="50"/>
                  </a:lnTo>
                  <a:lnTo>
                    <a:pt x="25" y="36"/>
                  </a:lnTo>
                  <a:lnTo>
                    <a:pt x="34" y="23"/>
                  </a:lnTo>
                  <a:lnTo>
                    <a:pt x="44" y="10"/>
                  </a:lnTo>
                  <a:lnTo>
                    <a:pt x="44" y="10"/>
                  </a:lnTo>
                  <a:lnTo>
                    <a:pt x="45" y="8"/>
                  </a:lnTo>
                  <a:lnTo>
                    <a:pt x="45" y="6"/>
                  </a:lnTo>
                  <a:lnTo>
                    <a:pt x="43" y="2"/>
                  </a:lnTo>
                  <a:lnTo>
                    <a:pt x="40" y="0"/>
                  </a:lnTo>
                  <a:lnTo>
                    <a:pt x="38" y="0"/>
                  </a:lnTo>
                  <a:lnTo>
                    <a:pt x="35" y="2"/>
                  </a:lnTo>
                  <a:lnTo>
                    <a:pt x="35" y="2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52" name="Freeform 464"/>
            <p:cNvSpPr/>
            <p:nvPr>
              <p:custDataLst>
                <p:tags r:id="rId6"/>
              </p:custDataLst>
            </p:nvPr>
          </p:nvSpPr>
          <p:spPr bwMode="auto">
            <a:xfrm>
              <a:off x="3162301" y="1450975"/>
              <a:ext cx="23813" cy="33338"/>
            </a:xfrm>
            <a:custGeom>
              <a:avLst/>
              <a:gdLst/>
              <a:ahLst/>
              <a:cxnLst>
                <a:cxn ang="0">
                  <a:pos x="47" y="3"/>
                </a:cxn>
                <a:cxn ang="0">
                  <a:pos x="47" y="3"/>
                </a:cxn>
                <a:cxn ang="0">
                  <a:pos x="32" y="21"/>
                </a:cxn>
                <a:cxn ang="0">
                  <a:pos x="20" y="39"/>
                </a:cxn>
                <a:cxn ang="0">
                  <a:pos x="9" y="59"/>
                </a:cxn>
                <a:cxn ang="0">
                  <a:pos x="3" y="70"/>
                </a:cxn>
                <a:cxn ang="0">
                  <a:pos x="0" y="80"/>
                </a:cxn>
                <a:cxn ang="0">
                  <a:pos x="0" y="80"/>
                </a:cxn>
                <a:cxn ang="0">
                  <a:pos x="0" y="83"/>
                </a:cxn>
                <a:cxn ang="0">
                  <a:pos x="0" y="84"/>
                </a:cxn>
                <a:cxn ang="0">
                  <a:pos x="2" y="87"/>
                </a:cxn>
                <a:cxn ang="0">
                  <a:pos x="3" y="87"/>
                </a:cxn>
                <a:cxn ang="0">
                  <a:pos x="7" y="87"/>
                </a:cxn>
                <a:cxn ang="0">
                  <a:pos x="10" y="85"/>
                </a:cxn>
                <a:cxn ang="0">
                  <a:pos x="11" y="83"/>
                </a:cxn>
                <a:cxn ang="0">
                  <a:pos x="11" y="83"/>
                </a:cxn>
                <a:cxn ang="0">
                  <a:pos x="15" y="73"/>
                </a:cxn>
                <a:cxn ang="0">
                  <a:pos x="19" y="63"/>
                </a:cxn>
                <a:cxn ang="0">
                  <a:pos x="31" y="45"/>
                </a:cxn>
                <a:cxn ang="0">
                  <a:pos x="43" y="26"/>
                </a:cxn>
                <a:cxn ang="0">
                  <a:pos x="56" y="8"/>
                </a:cxn>
                <a:cxn ang="0">
                  <a:pos x="56" y="8"/>
                </a:cxn>
                <a:cxn ang="0">
                  <a:pos x="57" y="7"/>
                </a:cxn>
                <a:cxn ang="0">
                  <a:pos x="57" y="4"/>
                </a:cxn>
                <a:cxn ang="0">
                  <a:pos x="56" y="3"/>
                </a:cxn>
                <a:cxn ang="0">
                  <a:pos x="54" y="2"/>
                </a:cxn>
                <a:cxn ang="0">
                  <a:pos x="51" y="0"/>
                </a:cxn>
                <a:cxn ang="0">
                  <a:pos x="48" y="2"/>
                </a:cxn>
                <a:cxn ang="0">
                  <a:pos x="47" y="3"/>
                </a:cxn>
                <a:cxn ang="0">
                  <a:pos x="47" y="3"/>
                </a:cxn>
              </a:cxnLst>
              <a:rect l="0" t="0" r="r" b="b"/>
              <a:pathLst>
                <a:path w="57" h="87">
                  <a:moveTo>
                    <a:pt x="47" y="3"/>
                  </a:moveTo>
                  <a:lnTo>
                    <a:pt x="47" y="3"/>
                  </a:lnTo>
                  <a:lnTo>
                    <a:pt x="32" y="21"/>
                  </a:lnTo>
                  <a:lnTo>
                    <a:pt x="20" y="39"/>
                  </a:lnTo>
                  <a:lnTo>
                    <a:pt x="9" y="59"/>
                  </a:lnTo>
                  <a:lnTo>
                    <a:pt x="3" y="70"/>
                  </a:lnTo>
                  <a:lnTo>
                    <a:pt x="0" y="80"/>
                  </a:lnTo>
                  <a:lnTo>
                    <a:pt x="0" y="80"/>
                  </a:lnTo>
                  <a:lnTo>
                    <a:pt x="0" y="83"/>
                  </a:lnTo>
                  <a:lnTo>
                    <a:pt x="0" y="84"/>
                  </a:lnTo>
                  <a:lnTo>
                    <a:pt x="2" y="87"/>
                  </a:lnTo>
                  <a:lnTo>
                    <a:pt x="3" y="87"/>
                  </a:lnTo>
                  <a:lnTo>
                    <a:pt x="7" y="87"/>
                  </a:lnTo>
                  <a:lnTo>
                    <a:pt x="10" y="85"/>
                  </a:lnTo>
                  <a:lnTo>
                    <a:pt x="11" y="83"/>
                  </a:lnTo>
                  <a:lnTo>
                    <a:pt x="11" y="83"/>
                  </a:lnTo>
                  <a:lnTo>
                    <a:pt x="15" y="73"/>
                  </a:lnTo>
                  <a:lnTo>
                    <a:pt x="19" y="63"/>
                  </a:lnTo>
                  <a:lnTo>
                    <a:pt x="31" y="45"/>
                  </a:lnTo>
                  <a:lnTo>
                    <a:pt x="43" y="26"/>
                  </a:lnTo>
                  <a:lnTo>
                    <a:pt x="56" y="8"/>
                  </a:lnTo>
                  <a:lnTo>
                    <a:pt x="56" y="8"/>
                  </a:lnTo>
                  <a:lnTo>
                    <a:pt x="57" y="7"/>
                  </a:lnTo>
                  <a:lnTo>
                    <a:pt x="57" y="4"/>
                  </a:lnTo>
                  <a:lnTo>
                    <a:pt x="56" y="3"/>
                  </a:lnTo>
                  <a:lnTo>
                    <a:pt x="54" y="2"/>
                  </a:lnTo>
                  <a:lnTo>
                    <a:pt x="51" y="0"/>
                  </a:lnTo>
                  <a:lnTo>
                    <a:pt x="48" y="2"/>
                  </a:lnTo>
                  <a:lnTo>
                    <a:pt x="47" y="3"/>
                  </a:lnTo>
                  <a:lnTo>
                    <a:pt x="47" y="3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53" name="Freeform 465"/>
            <p:cNvSpPr/>
            <p:nvPr>
              <p:custDataLst>
                <p:tags r:id="rId7"/>
              </p:custDataLst>
            </p:nvPr>
          </p:nvSpPr>
          <p:spPr bwMode="auto">
            <a:xfrm>
              <a:off x="3192463" y="1466850"/>
              <a:ext cx="22225" cy="31750"/>
            </a:xfrm>
            <a:custGeom>
              <a:avLst/>
              <a:gdLst/>
              <a:ahLst/>
              <a:cxnLst>
                <a:cxn ang="0">
                  <a:pos x="42" y="5"/>
                </a:cxn>
                <a:cxn ang="0">
                  <a:pos x="42" y="5"/>
                </a:cxn>
                <a:cxn ang="0">
                  <a:pos x="40" y="14"/>
                </a:cxn>
                <a:cxn ang="0">
                  <a:pos x="36" y="22"/>
                </a:cxn>
                <a:cxn ang="0">
                  <a:pos x="30" y="30"/>
                </a:cxn>
                <a:cxn ang="0">
                  <a:pos x="25" y="38"/>
                </a:cxn>
                <a:cxn ang="0">
                  <a:pos x="25" y="38"/>
                </a:cxn>
                <a:cxn ang="0">
                  <a:pos x="20" y="46"/>
                </a:cxn>
                <a:cxn ang="0">
                  <a:pos x="13" y="55"/>
                </a:cxn>
                <a:cxn ang="0">
                  <a:pos x="2" y="71"/>
                </a:cxn>
                <a:cxn ang="0">
                  <a:pos x="2" y="71"/>
                </a:cxn>
                <a:cxn ang="0">
                  <a:pos x="0" y="73"/>
                </a:cxn>
                <a:cxn ang="0">
                  <a:pos x="0" y="76"/>
                </a:cxn>
                <a:cxn ang="0">
                  <a:pos x="2" y="77"/>
                </a:cxn>
                <a:cxn ang="0">
                  <a:pos x="3" y="79"/>
                </a:cxn>
                <a:cxn ang="0">
                  <a:pos x="7" y="80"/>
                </a:cxn>
                <a:cxn ang="0">
                  <a:pos x="10" y="79"/>
                </a:cxn>
                <a:cxn ang="0">
                  <a:pos x="11" y="77"/>
                </a:cxn>
                <a:cxn ang="0">
                  <a:pos x="11" y="77"/>
                </a:cxn>
                <a:cxn ang="0">
                  <a:pos x="25" y="58"/>
                </a:cxn>
                <a:cxn ang="0">
                  <a:pos x="38" y="37"/>
                </a:cxn>
                <a:cxn ang="0">
                  <a:pos x="38" y="37"/>
                </a:cxn>
                <a:cxn ang="0">
                  <a:pos x="48" y="22"/>
                </a:cxn>
                <a:cxn ang="0">
                  <a:pos x="51" y="14"/>
                </a:cxn>
                <a:cxn ang="0">
                  <a:pos x="54" y="5"/>
                </a:cxn>
                <a:cxn ang="0">
                  <a:pos x="54" y="5"/>
                </a:cxn>
                <a:cxn ang="0">
                  <a:pos x="54" y="3"/>
                </a:cxn>
                <a:cxn ang="0">
                  <a:pos x="53" y="1"/>
                </a:cxn>
                <a:cxn ang="0">
                  <a:pos x="51" y="0"/>
                </a:cxn>
                <a:cxn ang="0">
                  <a:pos x="49" y="0"/>
                </a:cxn>
                <a:cxn ang="0">
                  <a:pos x="45" y="1"/>
                </a:cxn>
                <a:cxn ang="0">
                  <a:pos x="44" y="3"/>
                </a:cxn>
                <a:cxn ang="0">
                  <a:pos x="42" y="5"/>
                </a:cxn>
                <a:cxn ang="0">
                  <a:pos x="42" y="5"/>
                </a:cxn>
              </a:cxnLst>
              <a:rect l="0" t="0" r="r" b="b"/>
              <a:pathLst>
                <a:path w="54" h="80">
                  <a:moveTo>
                    <a:pt x="42" y="5"/>
                  </a:moveTo>
                  <a:lnTo>
                    <a:pt x="42" y="5"/>
                  </a:lnTo>
                  <a:lnTo>
                    <a:pt x="40" y="14"/>
                  </a:lnTo>
                  <a:lnTo>
                    <a:pt x="36" y="22"/>
                  </a:lnTo>
                  <a:lnTo>
                    <a:pt x="30" y="30"/>
                  </a:lnTo>
                  <a:lnTo>
                    <a:pt x="25" y="38"/>
                  </a:lnTo>
                  <a:lnTo>
                    <a:pt x="25" y="38"/>
                  </a:lnTo>
                  <a:lnTo>
                    <a:pt x="20" y="46"/>
                  </a:lnTo>
                  <a:lnTo>
                    <a:pt x="13" y="55"/>
                  </a:lnTo>
                  <a:lnTo>
                    <a:pt x="2" y="71"/>
                  </a:lnTo>
                  <a:lnTo>
                    <a:pt x="2" y="71"/>
                  </a:lnTo>
                  <a:lnTo>
                    <a:pt x="0" y="73"/>
                  </a:lnTo>
                  <a:lnTo>
                    <a:pt x="0" y="76"/>
                  </a:lnTo>
                  <a:lnTo>
                    <a:pt x="2" y="77"/>
                  </a:lnTo>
                  <a:lnTo>
                    <a:pt x="3" y="79"/>
                  </a:lnTo>
                  <a:lnTo>
                    <a:pt x="7" y="80"/>
                  </a:lnTo>
                  <a:lnTo>
                    <a:pt x="10" y="79"/>
                  </a:lnTo>
                  <a:lnTo>
                    <a:pt x="11" y="77"/>
                  </a:lnTo>
                  <a:lnTo>
                    <a:pt x="11" y="77"/>
                  </a:lnTo>
                  <a:lnTo>
                    <a:pt x="25" y="58"/>
                  </a:lnTo>
                  <a:lnTo>
                    <a:pt x="38" y="37"/>
                  </a:lnTo>
                  <a:lnTo>
                    <a:pt x="38" y="37"/>
                  </a:lnTo>
                  <a:lnTo>
                    <a:pt x="48" y="22"/>
                  </a:lnTo>
                  <a:lnTo>
                    <a:pt x="51" y="14"/>
                  </a:lnTo>
                  <a:lnTo>
                    <a:pt x="54" y="5"/>
                  </a:lnTo>
                  <a:lnTo>
                    <a:pt x="54" y="5"/>
                  </a:lnTo>
                  <a:lnTo>
                    <a:pt x="54" y="3"/>
                  </a:lnTo>
                  <a:lnTo>
                    <a:pt x="53" y="1"/>
                  </a:lnTo>
                  <a:lnTo>
                    <a:pt x="51" y="0"/>
                  </a:lnTo>
                  <a:lnTo>
                    <a:pt x="49" y="0"/>
                  </a:lnTo>
                  <a:lnTo>
                    <a:pt x="45" y="1"/>
                  </a:lnTo>
                  <a:lnTo>
                    <a:pt x="44" y="3"/>
                  </a:lnTo>
                  <a:lnTo>
                    <a:pt x="42" y="5"/>
                  </a:lnTo>
                  <a:lnTo>
                    <a:pt x="42" y="5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54" name="Freeform 466"/>
            <p:cNvSpPr/>
            <p:nvPr>
              <p:custDataLst>
                <p:tags r:id="rId8"/>
              </p:custDataLst>
            </p:nvPr>
          </p:nvSpPr>
          <p:spPr bwMode="auto">
            <a:xfrm>
              <a:off x="3228976" y="1474788"/>
              <a:ext cx="14288" cy="25400"/>
            </a:xfrm>
            <a:custGeom>
              <a:avLst/>
              <a:gdLst/>
              <a:ahLst/>
              <a:cxnLst>
                <a:cxn ang="0">
                  <a:pos x="27" y="4"/>
                </a:cxn>
                <a:cxn ang="0">
                  <a:pos x="27" y="4"/>
                </a:cxn>
                <a:cxn ang="0">
                  <a:pos x="24" y="10"/>
                </a:cxn>
                <a:cxn ang="0">
                  <a:pos x="20" y="17"/>
                </a:cxn>
                <a:cxn ang="0">
                  <a:pos x="16" y="23"/>
                </a:cxn>
                <a:cxn ang="0">
                  <a:pos x="13" y="30"/>
                </a:cxn>
                <a:cxn ang="0">
                  <a:pos x="13" y="30"/>
                </a:cxn>
                <a:cxn ang="0">
                  <a:pos x="9" y="35"/>
                </a:cxn>
                <a:cxn ang="0">
                  <a:pos x="7" y="40"/>
                </a:cxn>
                <a:cxn ang="0">
                  <a:pos x="7" y="40"/>
                </a:cxn>
                <a:cxn ang="0">
                  <a:pos x="4" y="48"/>
                </a:cxn>
                <a:cxn ang="0">
                  <a:pos x="1" y="55"/>
                </a:cxn>
                <a:cxn ang="0">
                  <a:pos x="1" y="55"/>
                </a:cxn>
                <a:cxn ang="0">
                  <a:pos x="0" y="57"/>
                </a:cxn>
                <a:cxn ang="0">
                  <a:pos x="1" y="60"/>
                </a:cxn>
                <a:cxn ang="0">
                  <a:pos x="4" y="62"/>
                </a:cxn>
                <a:cxn ang="0">
                  <a:pos x="5" y="64"/>
                </a:cxn>
                <a:cxn ang="0">
                  <a:pos x="8" y="64"/>
                </a:cxn>
                <a:cxn ang="0">
                  <a:pos x="9" y="62"/>
                </a:cxn>
                <a:cxn ang="0">
                  <a:pos x="10" y="61"/>
                </a:cxn>
                <a:cxn ang="0">
                  <a:pos x="10" y="61"/>
                </a:cxn>
                <a:cxn ang="0">
                  <a:pos x="14" y="51"/>
                </a:cxn>
                <a:cxn ang="0">
                  <a:pos x="14" y="51"/>
                </a:cxn>
                <a:cxn ang="0">
                  <a:pos x="16" y="47"/>
                </a:cxn>
                <a:cxn ang="0">
                  <a:pos x="18" y="43"/>
                </a:cxn>
                <a:cxn ang="0">
                  <a:pos x="22" y="36"/>
                </a:cxn>
                <a:cxn ang="0">
                  <a:pos x="22" y="36"/>
                </a:cxn>
                <a:cxn ang="0">
                  <a:pos x="26" y="28"/>
                </a:cxn>
                <a:cxn ang="0">
                  <a:pos x="30" y="21"/>
                </a:cxn>
                <a:cxn ang="0">
                  <a:pos x="34" y="14"/>
                </a:cxn>
                <a:cxn ang="0">
                  <a:pos x="38" y="6"/>
                </a:cxn>
                <a:cxn ang="0">
                  <a:pos x="38" y="6"/>
                </a:cxn>
                <a:cxn ang="0">
                  <a:pos x="38" y="4"/>
                </a:cxn>
                <a:cxn ang="0">
                  <a:pos x="38" y="2"/>
                </a:cxn>
                <a:cxn ang="0">
                  <a:pos x="37" y="0"/>
                </a:cxn>
                <a:cxn ang="0">
                  <a:pos x="34" y="0"/>
                </a:cxn>
                <a:cxn ang="0">
                  <a:pos x="30" y="0"/>
                </a:cxn>
                <a:cxn ang="0">
                  <a:pos x="29" y="1"/>
                </a:cxn>
                <a:cxn ang="0">
                  <a:pos x="27" y="4"/>
                </a:cxn>
                <a:cxn ang="0">
                  <a:pos x="27" y="4"/>
                </a:cxn>
              </a:cxnLst>
              <a:rect l="0" t="0" r="r" b="b"/>
              <a:pathLst>
                <a:path w="38" h="64">
                  <a:moveTo>
                    <a:pt x="27" y="4"/>
                  </a:moveTo>
                  <a:lnTo>
                    <a:pt x="27" y="4"/>
                  </a:lnTo>
                  <a:lnTo>
                    <a:pt x="24" y="10"/>
                  </a:lnTo>
                  <a:lnTo>
                    <a:pt x="20" y="17"/>
                  </a:lnTo>
                  <a:lnTo>
                    <a:pt x="16" y="23"/>
                  </a:lnTo>
                  <a:lnTo>
                    <a:pt x="13" y="30"/>
                  </a:lnTo>
                  <a:lnTo>
                    <a:pt x="13" y="30"/>
                  </a:lnTo>
                  <a:lnTo>
                    <a:pt x="9" y="35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4" y="48"/>
                  </a:lnTo>
                  <a:lnTo>
                    <a:pt x="1" y="55"/>
                  </a:lnTo>
                  <a:lnTo>
                    <a:pt x="1" y="55"/>
                  </a:lnTo>
                  <a:lnTo>
                    <a:pt x="0" y="57"/>
                  </a:lnTo>
                  <a:lnTo>
                    <a:pt x="1" y="60"/>
                  </a:lnTo>
                  <a:lnTo>
                    <a:pt x="4" y="62"/>
                  </a:lnTo>
                  <a:lnTo>
                    <a:pt x="5" y="64"/>
                  </a:lnTo>
                  <a:lnTo>
                    <a:pt x="8" y="64"/>
                  </a:lnTo>
                  <a:lnTo>
                    <a:pt x="9" y="62"/>
                  </a:lnTo>
                  <a:lnTo>
                    <a:pt x="10" y="61"/>
                  </a:lnTo>
                  <a:lnTo>
                    <a:pt x="10" y="61"/>
                  </a:lnTo>
                  <a:lnTo>
                    <a:pt x="14" y="51"/>
                  </a:lnTo>
                  <a:lnTo>
                    <a:pt x="14" y="51"/>
                  </a:lnTo>
                  <a:lnTo>
                    <a:pt x="16" y="47"/>
                  </a:lnTo>
                  <a:lnTo>
                    <a:pt x="18" y="43"/>
                  </a:lnTo>
                  <a:lnTo>
                    <a:pt x="22" y="36"/>
                  </a:lnTo>
                  <a:lnTo>
                    <a:pt x="22" y="36"/>
                  </a:lnTo>
                  <a:lnTo>
                    <a:pt x="26" y="28"/>
                  </a:lnTo>
                  <a:lnTo>
                    <a:pt x="30" y="21"/>
                  </a:lnTo>
                  <a:lnTo>
                    <a:pt x="34" y="14"/>
                  </a:lnTo>
                  <a:lnTo>
                    <a:pt x="38" y="6"/>
                  </a:lnTo>
                  <a:lnTo>
                    <a:pt x="38" y="6"/>
                  </a:lnTo>
                  <a:lnTo>
                    <a:pt x="38" y="4"/>
                  </a:lnTo>
                  <a:lnTo>
                    <a:pt x="38" y="2"/>
                  </a:lnTo>
                  <a:lnTo>
                    <a:pt x="37" y="0"/>
                  </a:lnTo>
                  <a:lnTo>
                    <a:pt x="34" y="0"/>
                  </a:lnTo>
                  <a:lnTo>
                    <a:pt x="30" y="0"/>
                  </a:lnTo>
                  <a:lnTo>
                    <a:pt x="29" y="1"/>
                  </a:lnTo>
                  <a:lnTo>
                    <a:pt x="27" y="4"/>
                  </a:lnTo>
                  <a:lnTo>
                    <a:pt x="27" y="4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55" name="Freeform 467"/>
            <p:cNvSpPr/>
            <p:nvPr>
              <p:custDataLst>
                <p:tags r:id="rId9"/>
              </p:custDataLst>
            </p:nvPr>
          </p:nvSpPr>
          <p:spPr bwMode="auto">
            <a:xfrm>
              <a:off x="3262313" y="1473200"/>
              <a:ext cx="19050" cy="30163"/>
            </a:xfrm>
            <a:custGeom>
              <a:avLst/>
              <a:gdLst/>
              <a:ahLst/>
              <a:cxnLst>
                <a:cxn ang="0">
                  <a:pos x="39" y="4"/>
                </a:cxn>
                <a:cxn ang="0">
                  <a:pos x="39" y="4"/>
                </a:cxn>
                <a:cxn ang="0">
                  <a:pos x="30" y="20"/>
                </a:cxn>
                <a:cxn ang="0">
                  <a:pos x="19" y="36"/>
                </a:cxn>
                <a:cxn ang="0">
                  <a:pos x="10" y="51"/>
                </a:cxn>
                <a:cxn ang="0">
                  <a:pos x="1" y="68"/>
                </a:cxn>
                <a:cxn ang="0">
                  <a:pos x="1" y="68"/>
                </a:cxn>
                <a:cxn ang="0">
                  <a:pos x="0" y="71"/>
                </a:cxn>
                <a:cxn ang="0">
                  <a:pos x="0" y="74"/>
                </a:cxn>
                <a:cxn ang="0">
                  <a:pos x="2" y="76"/>
                </a:cxn>
                <a:cxn ang="0">
                  <a:pos x="8" y="78"/>
                </a:cxn>
                <a:cxn ang="0">
                  <a:pos x="9" y="76"/>
                </a:cxn>
                <a:cxn ang="0">
                  <a:pos x="10" y="74"/>
                </a:cxn>
                <a:cxn ang="0">
                  <a:pos x="10" y="74"/>
                </a:cxn>
                <a:cxn ang="0">
                  <a:pos x="19" y="58"/>
                </a:cxn>
                <a:cxn ang="0">
                  <a:pos x="30" y="42"/>
                </a:cxn>
                <a:cxn ang="0">
                  <a:pos x="39" y="25"/>
                </a:cxn>
                <a:cxn ang="0">
                  <a:pos x="48" y="10"/>
                </a:cxn>
                <a:cxn ang="0">
                  <a:pos x="48" y="10"/>
                </a:cxn>
                <a:cxn ang="0">
                  <a:pos x="49" y="7"/>
                </a:cxn>
                <a:cxn ang="0">
                  <a:pos x="49" y="4"/>
                </a:cxn>
                <a:cxn ang="0">
                  <a:pos x="45" y="2"/>
                </a:cxn>
                <a:cxn ang="0">
                  <a:pos x="42" y="0"/>
                </a:cxn>
                <a:cxn ang="0">
                  <a:pos x="40" y="2"/>
                </a:cxn>
                <a:cxn ang="0">
                  <a:pos x="39" y="4"/>
                </a:cxn>
                <a:cxn ang="0">
                  <a:pos x="39" y="4"/>
                </a:cxn>
              </a:cxnLst>
              <a:rect l="0" t="0" r="r" b="b"/>
              <a:pathLst>
                <a:path w="49" h="78">
                  <a:moveTo>
                    <a:pt x="39" y="4"/>
                  </a:moveTo>
                  <a:lnTo>
                    <a:pt x="39" y="4"/>
                  </a:lnTo>
                  <a:lnTo>
                    <a:pt x="30" y="20"/>
                  </a:lnTo>
                  <a:lnTo>
                    <a:pt x="19" y="36"/>
                  </a:lnTo>
                  <a:lnTo>
                    <a:pt x="10" y="51"/>
                  </a:lnTo>
                  <a:lnTo>
                    <a:pt x="1" y="68"/>
                  </a:lnTo>
                  <a:lnTo>
                    <a:pt x="1" y="68"/>
                  </a:lnTo>
                  <a:lnTo>
                    <a:pt x="0" y="71"/>
                  </a:lnTo>
                  <a:lnTo>
                    <a:pt x="0" y="74"/>
                  </a:lnTo>
                  <a:lnTo>
                    <a:pt x="2" y="76"/>
                  </a:lnTo>
                  <a:lnTo>
                    <a:pt x="8" y="78"/>
                  </a:lnTo>
                  <a:lnTo>
                    <a:pt x="9" y="76"/>
                  </a:lnTo>
                  <a:lnTo>
                    <a:pt x="10" y="74"/>
                  </a:lnTo>
                  <a:lnTo>
                    <a:pt x="10" y="74"/>
                  </a:lnTo>
                  <a:lnTo>
                    <a:pt x="19" y="58"/>
                  </a:lnTo>
                  <a:lnTo>
                    <a:pt x="30" y="42"/>
                  </a:lnTo>
                  <a:lnTo>
                    <a:pt x="39" y="25"/>
                  </a:lnTo>
                  <a:lnTo>
                    <a:pt x="48" y="10"/>
                  </a:lnTo>
                  <a:lnTo>
                    <a:pt x="48" y="10"/>
                  </a:lnTo>
                  <a:lnTo>
                    <a:pt x="49" y="7"/>
                  </a:lnTo>
                  <a:lnTo>
                    <a:pt x="49" y="4"/>
                  </a:lnTo>
                  <a:lnTo>
                    <a:pt x="45" y="2"/>
                  </a:lnTo>
                  <a:lnTo>
                    <a:pt x="42" y="0"/>
                  </a:lnTo>
                  <a:lnTo>
                    <a:pt x="40" y="2"/>
                  </a:lnTo>
                  <a:lnTo>
                    <a:pt x="39" y="4"/>
                  </a:lnTo>
                  <a:lnTo>
                    <a:pt x="39" y="4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56" name="Freeform 468"/>
            <p:cNvSpPr/>
            <p:nvPr>
              <p:custDataLst>
                <p:tags r:id="rId10"/>
              </p:custDataLst>
            </p:nvPr>
          </p:nvSpPr>
          <p:spPr bwMode="auto">
            <a:xfrm>
              <a:off x="3298826" y="1471613"/>
              <a:ext cx="15875" cy="23813"/>
            </a:xfrm>
            <a:custGeom>
              <a:avLst/>
              <a:gdLst/>
              <a:ahLst/>
              <a:cxnLst>
                <a:cxn ang="0">
                  <a:pos x="32" y="3"/>
                </a:cxn>
                <a:cxn ang="0">
                  <a:pos x="32" y="3"/>
                </a:cxn>
                <a:cxn ang="0">
                  <a:pos x="25" y="17"/>
                </a:cxn>
                <a:cxn ang="0">
                  <a:pos x="17" y="28"/>
                </a:cxn>
                <a:cxn ang="0">
                  <a:pos x="8" y="40"/>
                </a:cxn>
                <a:cxn ang="0">
                  <a:pos x="0" y="52"/>
                </a:cxn>
                <a:cxn ang="0">
                  <a:pos x="0" y="52"/>
                </a:cxn>
                <a:cxn ang="0">
                  <a:pos x="0" y="54"/>
                </a:cxn>
                <a:cxn ang="0">
                  <a:pos x="0" y="57"/>
                </a:cxn>
                <a:cxn ang="0">
                  <a:pos x="3" y="60"/>
                </a:cxn>
                <a:cxn ang="0">
                  <a:pos x="7" y="61"/>
                </a:cxn>
                <a:cxn ang="0">
                  <a:pos x="9" y="60"/>
                </a:cxn>
                <a:cxn ang="0">
                  <a:pos x="11" y="58"/>
                </a:cxn>
                <a:cxn ang="0">
                  <a:pos x="11" y="58"/>
                </a:cxn>
                <a:cxn ang="0">
                  <a:pos x="19" y="45"/>
                </a:cxn>
                <a:cxn ang="0">
                  <a:pos x="26" y="34"/>
                </a:cxn>
                <a:cxn ang="0">
                  <a:pos x="34" y="22"/>
                </a:cxn>
                <a:cxn ang="0">
                  <a:pos x="41" y="9"/>
                </a:cxn>
                <a:cxn ang="0">
                  <a:pos x="41" y="9"/>
                </a:cxn>
                <a:cxn ang="0">
                  <a:pos x="42" y="6"/>
                </a:cxn>
                <a:cxn ang="0">
                  <a:pos x="41" y="3"/>
                </a:cxn>
                <a:cxn ang="0">
                  <a:pos x="38" y="1"/>
                </a:cxn>
                <a:cxn ang="0">
                  <a:pos x="37" y="0"/>
                </a:cxn>
                <a:cxn ang="0">
                  <a:pos x="34" y="0"/>
                </a:cxn>
                <a:cxn ang="0">
                  <a:pos x="33" y="1"/>
                </a:cxn>
                <a:cxn ang="0">
                  <a:pos x="32" y="3"/>
                </a:cxn>
                <a:cxn ang="0">
                  <a:pos x="32" y="3"/>
                </a:cxn>
              </a:cxnLst>
              <a:rect l="0" t="0" r="r" b="b"/>
              <a:pathLst>
                <a:path w="42" h="61">
                  <a:moveTo>
                    <a:pt x="32" y="3"/>
                  </a:moveTo>
                  <a:lnTo>
                    <a:pt x="32" y="3"/>
                  </a:lnTo>
                  <a:lnTo>
                    <a:pt x="25" y="17"/>
                  </a:lnTo>
                  <a:lnTo>
                    <a:pt x="17" y="28"/>
                  </a:lnTo>
                  <a:lnTo>
                    <a:pt x="8" y="40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0" y="54"/>
                  </a:lnTo>
                  <a:lnTo>
                    <a:pt x="0" y="57"/>
                  </a:lnTo>
                  <a:lnTo>
                    <a:pt x="3" y="60"/>
                  </a:lnTo>
                  <a:lnTo>
                    <a:pt x="7" y="61"/>
                  </a:lnTo>
                  <a:lnTo>
                    <a:pt x="9" y="60"/>
                  </a:lnTo>
                  <a:lnTo>
                    <a:pt x="11" y="58"/>
                  </a:lnTo>
                  <a:lnTo>
                    <a:pt x="11" y="58"/>
                  </a:lnTo>
                  <a:lnTo>
                    <a:pt x="19" y="45"/>
                  </a:lnTo>
                  <a:lnTo>
                    <a:pt x="26" y="34"/>
                  </a:lnTo>
                  <a:lnTo>
                    <a:pt x="34" y="22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2" y="6"/>
                  </a:lnTo>
                  <a:lnTo>
                    <a:pt x="41" y="3"/>
                  </a:lnTo>
                  <a:lnTo>
                    <a:pt x="38" y="1"/>
                  </a:lnTo>
                  <a:lnTo>
                    <a:pt x="37" y="0"/>
                  </a:lnTo>
                  <a:lnTo>
                    <a:pt x="34" y="0"/>
                  </a:lnTo>
                  <a:lnTo>
                    <a:pt x="33" y="1"/>
                  </a:lnTo>
                  <a:lnTo>
                    <a:pt x="32" y="3"/>
                  </a:lnTo>
                  <a:lnTo>
                    <a:pt x="32" y="3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57" name="Freeform 469"/>
            <p:cNvSpPr/>
            <p:nvPr>
              <p:custDataLst>
                <p:tags r:id="rId11"/>
              </p:custDataLst>
            </p:nvPr>
          </p:nvSpPr>
          <p:spPr bwMode="auto">
            <a:xfrm>
              <a:off x="3333751" y="1468438"/>
              <a:ext cx="12700" cy="23813"/>
            </a:xfrm>
            <a:custGeom>
              <a:avLst/>
              <a:gdLst/>
              <a:ahLst/>
              <a:cxnLst>
                <a:cxn ang="0">
                  <a:pos x="22" y="5"/>
                </a:cxn>
                <a:cxn ang="0">
                  <a:pos x="22" y="5"/>
                </a:cxn>
                <a:cxn ang="0">
                  <a:pos x="21" y="10"/>
                </a:cxn>
                <a:cxn ang="0">
                  <a:pos x="17" y="16"/>
                </a:cxn>
                <a:cxn ang="0">
                  <a:pos x="14" y="21"/>
                </a:cxn>
                <a:cxn ang="0">
                  <a:pos x="12" y="26"/>
                </a:cxn>
                <a:cxn ang="0">
                  <a:pos x="12" y="26"/>
                </a:cxn>
                <a:cxn ang="0">
                  <a:pos x="8" y="39"/>
                </a:cxn>
                <a:cxn ang="0">
                  <a:pos x="5" y="46"/>
                </a:cxn>
                <a:cxn ang="0">
                  <a:pos x="1" y="51"/>
                </a:cxn>
                <a:cxn ang="0">
                  <a:pos x="1" y="51"/>
                </a:cxn>
                <a:cxn ang="0">
                  <a:pos x="0" y="52"/>
                </a:cxn>
                <a:cxn ang="0">
                  <a:pos x="0" y="55"/>
                </a:cxn>
                <a:cxn ang="0">
                  <a:pos x="1" y="59"/>
                </a:cxn>
                <a:cxn ang="0">
                  <a:pos x="5" y="60"/>
                </a:cxn>
                <a:cxn ang="0">
                  <a:pos x="8" y="60"/>
                </a:cxn>
                <a:cxn ang="0">
                  <a:pos x="9" y="59"/>
                </a:cxn>
                <a:cxn ang="0">
                  <a:pos x="9" y="59"/>
                </a:cxn>
                <a:cxn ang="0">
                  <a:pos x="13" y="54"/>
                </a:cxn>
                <a:cxn ang="0">
                  <a:pos x="17" y="48"/>
                </a:cxn>
                <a:cxn ang="0">
                  <a:pos x="21" y="35"/>
                </a:cxn>
                <a:cxn ang="0">
                  <a:pos x="21" y="35"/>
                </a:cxn>
                <a:cxn ang="0">
                  <a:pos x="23" y="27"/>
                </a:cxn>
                <a:cxn ang="0">
                  <a:pos x="27" y="21"/>
                </a:cxn>
                <a:cxn ang="0">
                  <a:pos x="31" y="13"/>
                </a:cxn>
                <a:cxn ang="0">
                  <a:pos x="34" y="5"/>
                </a:cxn>
                <a:cxn ang="0">
                  <a:pos x="34" y="5"/>
                </a:cxn>
                <a:cxn ang="0">
                  <a:pos x="34" y="3"/>
                </a:cxn>
                <a:cxn ang="0">
                  <a:pos x="33" y="1"/>
                </a:cxn>
                <a:cxn ang="0">
                  <a:pos x="31" y="0"/>
                </a:cxn>
                <a:cxn ang="0">
                  <a:pos x="29" y="0"/>
                </a:cxn>
                <a:cxn ang="0">
                  <a:pos x="25" y="1"/>
                </a:cxn>
                <a:cxn ang="0">
                  <a:pos x="23" y="3"/>
                </a:cxn>
                <a:cxn ang="0">
                  <a:pos x="22" y="5"/>
                </a:cxn>
                <a:cxn ang="0">
                  <a:pos x="22" y="5"/>
                </a:cxn>
              </a:cxnLst>
              <a:rect l="0" t="0" r="r" b="b"/>
              <a:pathLst>
                <a:path w="34" h="60">
                  <a:moveTo>
                    <a:pt x="22" y="5"/>
                  </a:moveTo>
                  <a:lnTo>
                    <a:pt x="22" y="5"/>
                  </a:lnTo>
                  <a:lnTo>
                    <a:pt x="21" y="10"/>
                  </a:lnTo>
                  <a:lnTo>
                    <a:pt x="17" y="16"/>
                  </a:lnTo>
                  <a:lnTo>
                    <a:pt x="14" y="21"/>
                  </a:lnTo>
                  <a:lnTo>
                    <a:pt x="12" y="26"/>
                  </a:lnTo>
                  <a:lnTo>
                    <a:pt x="12" y="26"/>
                  </a:lnTo>
                  <a:lnTo>
                    <a:pt x="8" y="39"/>
                  </a:lnTo>
                  <a:lnTo>
                    <a:pt x="5" y="46"/>
                  </a:lnTo>
                  <a:lnTo>
                    <a:pt x="1" y="51"/>
                  </a:lnTo>
                  <a:lnTo>
                    <a:pt x="1" y="51"/>
                  </a:lnTo>
                  <a:lnTo>
                    <a:pt x="0" y="52"/>
                  </a:lnTo>
                  <a:lnTo>
                    <a:pt x="0" y="55"/>
                  </a:lnTo>
                  <a:lnTo>
                    <a:pt x="1" y="59"/>
                  </a:lnTo>
                  <a:lnTo>
                    <a:pt x="5" y="60"/>
                  </a:lnTo>
                  <a:lnTo>
                    <a:pt x="8" y="60"/>
                  </a:lnTo>
                  <a:lnTo>
                    <a:pt x="9" y="59"/>
                  </a:lnTo>
                  <a:lnTo>
                    <a:pt x="9" y="59"/>
                  </a:lnTo>
                  <a:lnTo>
                    <a:pt x="13" y="54"/>
                  </a:lnTo>
                  <a:lnTo>
                    <a:pt x="17" y="48"/>
                  </a:lnTo>
                  <a:lnTo>
                    <a:pt x="21" y="35"/>
                  </a:lnTo>
                  <a:lnTo>
                    <a:pt x="21" y="35"/>
                  </a:lnTo>
                  <a:lnTo>
                    <a:pt x="23" y="27"/>
                  </a:lnTo>
                  <a:lnTo>
                    <a:pt x="27" y="21"/>
                  </a:lnTo>
                  <a:lnTo>
                    <a:pt x="31" y="13"/>
                  </a:lnTo>
                  <a:lnTo>
                    <a:pt x="34" y="5"/>
                  </a:lnTo>
                  <a:lnTo>
                    <a:pt x="34" y="5"/>
                  </a:lnTo>
                  <a:lnTo>
                    <a:pt x="34" y="3"/>
                  </a:lnTo>
                  <a:lnTo>
                    <a:pt x="33" y="1"/>
                  </a:lnTo>
                  <a:lnTo>
                    <a:pt x="31" y="0"/>
                  </a:lnTo>
                  <a:lnTo>
                    <a:pt x="29" y="0"/>
                  </a:lnTo>
                  <a:lnTo>
                    <a:pt x="25" y="1"/>
                  </a:lnTo>
                  <a:lnTo>
                    <a:pt x="23" y="3"/>
                  </a:lnTo>
                  <a:lnTo>
                    <a:pt x="22" y="5"/>
                  </a:lnTo>
                  <a:lnTo>
                    <a:pt x="22" y="5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58" name="Freeform 470"/>
            <p:cNvSpPr/>
            <p:nvPr>
              <p:custDataLst>
                <p:tags r:id="rId12"/>
              </p:custDataLst>
            </p:nvPr>
          </p:nvSpPr>
          <p:spPr bwMode="auto">
            <a:xfrm>
              <a:off x="3589338" y="1428750"/>
              <a:ext cx="19050" cy="22225"/>
            </a:xfrm>
            <a:custGeom>
              <a:avLst/>
              <a:gdLst/>
              <a:ahLst/>
              <a:cxnLst>
                <a:cxn ang="0">
                  <a:pos x="35" y="2"/>
                </a:cxn>
                <a:cxn ang="0">
                  <a:pos x="35" y="2"/>
                </a:cxn>
                <a:cxn ang="0">
                  <a:pos x="1" y="48"/>
                </a:cxn>
                <a:cxn ang="0">
                  <a:pos x="1" y="48"/>
                </a:cxn>
                <a:cxn ang="0">
                  <a:pos x="0" y="51"/>
                </a:cxn>
                <a:cxn ang="0">
                  <a:pos x="0" y="52"/>
                </a:cxn>
                <a:cxn ang="0">
                  <a:pos x="1" y="55"/>
                </a:cxn>
                <a:cxn ang="0">
                  <a:pos x="3" y="56"/>
                </a:cxn>
                <a:cxn ang="0">
                  <a:pos x="8" y="56"/>
                </a:cxn>
                <a:cxn ang="0">
                  <a:pos x="9" y="56"/>
                </a:cxn>
                <a:cxn ang="0">
                  <a:pos x="12" y="53"/>
                </a:cxn>
                <a:cxn ang="0">
                  <a:pos x="12" y="53"/>
                </a:cxn>
                <a:cxn ang="0">
                  <a:pos x="46" y="9"/>
                </a:cxn>
                <a:cxn ang="0">
                  <a:pos x="46" y="9"/>
                </a:cxn>
                <a:cxn ang="0">
                  <a:pos x="47" y="6"/>
                </a:cxn>
                <a:cxn ang="0">
                  <a:pos x="46" y="4"/>
                </a:cxn>
                <a:cxn ang="0">
                  <a:pos x="46" y="2"/>
                </a:cxn>
                <a:cxn ang="0">
                  <a:pos x="45" y="1"/>
                </a:cxn>
                <a:cxn ang="0">
                  <a:pos x="39" y="0"/>
                </a:cxn>
                <a:cxn ang="0">
                  <a:pos x="38" y="1"/>
                </a:cxn>
                <a:cxn ang="0">
                  <a:pos x="35" y="2"/>
                </a:cxn>
                <a:cxn ang="0">
                  <a:pos x="35" y="2"/>
                </a:cxn>
              </a:cxnLst>
              <a:rect l="0" t="0" r="r" b="b"/>
              <a:pathLst>
                <a:path w="47" h="56">
                  <a:moveTo>
                    <a:pt x="35" y="2"/>
                  </a:moveTo>
                  <a:lnTo>
                    <a:pt x="35" y="2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0" y="51"/>
                  </a:lnTo>
                  <a:lnTo>
                    <a:pt x="0" y="52"/>
                  </a:lnTo>
                  <a:lnTo>
                    <a:pt x="1" y="55"/>
                  </a:lnTo>
                  <a:lnTo>
                    <a:pt x="3" y="56"/>
                  </a:lnTo>
                  <a:lnTo>
                    <a:pt x="8" y="56"/>
                  </a:lnTo>
                  <a:lnTo>
                    <a:pt x="9" y="56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46" y="9"/>
                  </a:lnTo>
                  <a:lnTo>
                    <a:pt x="46" y="9"/>
                  </a:lnTo>
                  <a:lnTo>
                    <a:pt x="47" y="6"/>
                  </a:lnTo>
                  <a:lnTo>
                    <a:pt x="46" y="4"/>
                  </a:lnTo>
                  <a:lnTo>
                    <a:pt x="46" y="2"/>
                  </a:lnTo>
                  <a:lnTo>
                    <a:pt x="45" y="1"/>
                  </a:lnTo>
                  <a:lnTo>
                    <a:pt x="39" y="0"/>
                  </a:lnTo>
                  <a:lnTo>
                    <a:pt x="38" y="1"/>
                  </a:lnTo>
                  <a:lnTo>
                    <a:pt x="35" y="2"/>
                  </a:lnTo>
                  <a:lnTo>
                    <a:pt x="35" y="2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59" name="Freeform 471"/>
            <p:cNvSpPr/>
            <p:nvPr>
              <p:custDataLst>
                <p:tags r:id="rId13"/>
              </p:custDataLst>
            </p:nvPr>
          </p:nvSpPr>
          <p:spPr bwMode="auto">
            <a:xfrm>
              <a:off x="3606801" y="1447800"/>
              <a:ext cx="22225" cy="30163"/>
            </a:xfrm>
            <a:custGeom>
              <a:avLst/>
              <a:gdLst/>
              <a:ahLst/>
              <a:cxnLst>
                <a:cxn ang="0">
                  <a:pos x="47" y="2"/>
                </a:cxn>
                <a:cxn ang="0">
                  <a:pos x="47" y="2"/>
                </a:cxn>
                <a:cxn ang="0">
                  <a:pos x="33" y="17"/>
                </a:cxn>
                <a:cxn ang="0">
                  <a:pos x="21" y="33"/>
                </a:cxn>
                <a:cxn ang="0">
                  <a:pos x="11" y="50"/>
                </a:cxn>
                <a:cxn ang="0">
                  <a:pos x="0" y="68"/>
                </a:cxn>
                <a:cxn ang="0">
                  <a:pos x="0" y="68"/>
                </a:cxn>
                <a:cxn ang="0">
                  <a:pos x="0" y="70"/>
                </a:cxn>
                <a:cxn ang="0">
                  <a:pos x="0" y="72"/>
                </a:cxn>
                <a:cxn ang="0">
                  <a:pos x="3" y="76"/>
                </a:cxn>
                <a:cxn ang="0">
                  <a:pos x="7" y="76"/>
                </a:cxn>
                <a:cxn ang="0">
                  <a:pos x="8" y="75"/>
                </a:cxn>
                <a:cxn ang="0">
                  <a:pos x="11" y="74"/>
                </a:cxn>
                <a:cxn ang="0">
                  <a:pos x="11" y="74"/>
                </a:cxn>
                <a:cxn ang="0">
                  <a:pos x="20" y="57"/>
                </a:cxn>
                <a:cxn ang="0">
                  <a:pos x="30" y="40"/>
                </a:cxn>
                <a:cxn ang="0">
                  <a:pos x="42" y="25"/>
                </a:cxn>
                <a:cxn ang="0">
                  <a:pos x="55" y="10"/>
                </a:cxn>
                <a:cxn ang="0">
                  <a:pos x="55" y="10"/>
                </a:cxn>
                <a:cxn ang="0">
                  <a:pos x="57" y="8"/>
                </a:cxn>
                <a:cxn ang="0">
                  <a:pos x="57" y="6"/>
                </a:cxn>
                <a:cxn ang="0">
                  <a:pos x="55" y="2"/>
                </a:cxn>
                <a:cxn ang="0">
                  <a:pos x="51" y="0"/>
                </a:cxn>
                <a:cxn ang="0">
                  <a:pos x="49" y="0"/>
                </a:cxn>
                <a:cxn ang="0">
                  <a:pos x="47" y="2"/>
                </a:cxn>
                <a:cxn ang="0">
                  <a:pos x="47" y="2"/>
                </a:cxn>
              </a:cxnLst>
              <a:rect l="0" t="0" r="r" b="b"/>
              <a:pathLst>
                <a:path w="57" h="76">
                  <a:moveTo>
                    <a:pt x="47" y="2"/>
                  </a:moveTo>
                  <a:lnTo>
                    <a:pt x="47" y="2"/>
                  </a:lnTo>
                  <a:lnTo>
                    <a:pt x="33" y="17"/>
                  </a:lnTo>
                  <a:lnTo>
                    <a:pt x="21" y="33"/>
                  </a:lnTo>
                  <a:lnTo>
                    <a:pt x="11" y="50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0" y="70"/>
                  </a:lnTo>
                  <a:lnTo>
                    <a:pt x="0" y="72"/>
                  </a:lnTo>
                  <a:lnTo>
                    <a:pt x="3" y="76"/>
                  </a:lnTo>
                  <a:lnTo>
                    <a:pt x="7" y="76"/>
                  </a:lnTo>
                  <a:lnTo>
                    <a:pt x="8" y="75"/>
                  </a:lnTo>
                  <a:lnTo>
                    <a:pt x="11" y="74"/>
                  </a:lnTo>
                  <a:lnTo>
                    <a:pt x="11" y="74"/>
                  </a:lnTo>
                  <a:lnTo>
                    <a:pt x="20" y="57"/>
                  </a:lnTo>
                  <a:lnTo>
                    <a:pt x="30" y="40"/>
                  </a:lnTo>
                  <a:lnTo>
                    <a:pt x="42" y="25"/>
                  </a:lnTo>
                  <a:lnTo>
                    <a:pt x="55" y="10"/>
                  </a:lnTo>
                  <a:lnTo>
                    <a:pt x="55" y="10"/>
                  </a:lnTo>
                  <a:lnTo>
                    <a:pt x="57" y="8"/>
                  </a:lnTo>
                  <a:lnTo>
                    <a:pt x="57" y="6"/>
                  </a:lnTo>
                  <a:lnTo>
                    <a:pt x="55" y="2"/>
                  </a:lnTo>
                  <a:lnTo>
                    <a:pt x="51" y="0"/>
                  </a:lnTo>
                  <a:lnTo>
                    <a:pt x="49" y="0"/>
                  </a:lnTo>
                  <a:lnTo>
                    <a:pt x="47" y="2"/>
                  </a:lnTo>
                  <a:lnTo>
                    <a:pt x="47" y="2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60" name="Freeform 472"/>
            <p:cNvSpPr/>
            <p:nvPr>
              <p:custDataLst>
                <p:tags r:id="rId14"/>
              </p:custDataLst>
            </p:nvPr>
          </p:nvSpPr>
          <p:spPr bwMode="auto">
            <a:xfrm>
              <a:off x="3629026" y="1465263"/>
              <a:ext cx="23813" cy="31750"/>
            </a:xfrm>
            <a:custGeom>
              <a:avLst/>
              <a:gdLst/>
              <a:ahLst/>
              <a:cxnLst>
                <a:cxn ang="0">
                  <a:pos x="47" y="3"/>
                </a:cxn>
                <a:cxn ang="0">
                  <a:pos x="47" y="3"/>
                </a:cxn>
                <a:cxn ang="0">
                  <a:pos x="22" y="37"/>
                </a:cxn>
                <a:cxn ang="0">
                  <a:pos x="11" y="54"/>
                </a:cxn>
                <a:cxn ang="0">
                  <a:pos x="1" y="71"/>
                </a:cxn>
                <a:cxn ang="0">
                  <a:pos x="1" y="71"/>
                </a:cxn>
                <a:cxn ang="0">
                  <a:pos x="0" y="73"/>
                </a:cxn>
                <a:cxn ang="0">
                  <a:pos x="0" y="76"/>
                </a:cxn>
                <a:cxn ang="0">
                  <a:pos x="3" y="79"/>
                </a:cxn>
                <a:cxn ang="0">
                  <a:pos x="7" y="80"/>
                </a:cxn>
                <a:cxn ang="0">
                  <a:pos x="9" y="79"/>
                </a:cxn>
                <a:cxn ang="0">
                  <a:pos x="10" y="77"/>
                </a:cxn>
                <a:cxn ang="0">
                  <a:pos x="10" y="77"/>
                </a:cxn>
                <a:cxn ang="0">
                  <a:pos x="20" y="59"/>
                </a:cxn>
                <a:cxn ang="0">
                  <a:pos x="32" y="42"/>
                </a:cxn>
                <a:cxn ang="0">
                  <a:pos x="56" y="8"/>
                </a:cxn>
                <a:cxn ang="0">
                  <a:pos x="56" y="8"/>
                </a:cxn>
                <a:cxn ang="0">
                  <a:pos x="57" y="7"/>
                </a:cxn>
                <a:cxn ang="0">
                  <a:pos x="57" y="4"/>
                </a:cxn>
                <a:cxn ang="0">
                  <a:pos x="56" y="3"/>
                </a:cxn>
                <a:cxn ang="0">
                  <a:pos x="54" y="1"/>
                </a:cxn>
                <a:cxn ang="0">
                  <a:pos x="51" y="0"/>
                </a:cxn>
                <a:cxn ang="0">
                  <a:pos x="48" y="1"/>
                </a:cxn>
                <a:cxn ang="0">
                  <a:pos x="47" y="3"/>
                </a:cxn>
                <a:cxn ang="0">
                  <a:pos x="47" y="3"/>
                </a:cxn>
              </a:cxnLst>
              <a:rect l="0" t="0" r="r" b="b"/>
              <a:pathLst>
                <a:path w="57" h="80">
                  <a:moveTo>
                    <a:pt x="47" y="3"/>
                  </a:moveTo>
                  <a:lnTo>
                    <a:pt x="47" y="3"/>
                  </a:lnTo>
                  <a:lnTo>
                    <a:pt x="22" y="37"/>
                  </a:lnTo>
                  <a:lnTo>
                    <a:pt x="11" y="54"/>
                  </a:lnTo>
                  <a:lnTo>
                    <a:pt x="1" y="71"/>
                  </a:lnTo>
                  <a:lnTo>
                    <a:pt x="1" y="71"/>
                  </a:lnTo>
                  <a:lnTo>
                    <a:pt x="0" y="73"/>
                  </a:lnTo>
                  <a:lnTo>
                    <a:pt x="0" y="76"/>
                  </a:lnTo>
                  <a:lnTo>
                    <a:pt x="3" y="79"/>
                  </a:lnTo>
                  <a:lnTo>
                    <a:pt x="7" y="80"/>
                  </a:lnTo>
                  <a:lnTo>
                    <a:pt x="9" y="79"/>
                  </a:lnTo>
                  <a:lnTo>
                    <a:pt x="10" y="77"/>
                  </a:lnTo>
                  <a:lnTo>
                    <a:pt x="10" y="77"/>
                  </a:lnTo>
                  <a:lnTo>
                    <a:pt x="20" y="59"/>
                  </a:lnTo>
                  <a:lnTo>
                    <a:pt x="32" y="42"/>
                  </a:lnTo>
                  <a:lnTo>
                    <a:pt x="56" y="8"/>
                  </a:lnTo>
                  <a:lnTo>
                    <a:pt x="56" y="8"/>
                  </a:lnTo>
                  <a:lnTo>
                    <a:pt x="57" y="7"/>
                  </a:lnTo>
                  <a:lnTo>
                    <a:pt x="57" y="4"/>
                  </a:lnTo>
                  <a:lnTo>
                    <a:pt x="56" y="3"/>
                  </a:lnTo>
                  <a:lnTo>
                    <a:pt x="54" y="1"/>
                  </a:lnTo>
                  <a:lnTo>
                    <a:pt x="51" y="0"/>
                  </a:lnTo>
                  <a:lnTo>
                    <a:pt x="48" y="1"/>
                  </a:lnTo>
                  <a:lnTo>
                    <a:pt x="47" y="3"/>
                  </a:lnTo>
                  <a:lnTo>
                    <a:pt x="47" y="3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61" name="Freeform 473"/>
            <p:cNvSpPr/>
            <p:nvPr>
              <p:custDataLst>
                <p:tags r:id="rId15"/>
              </p:custDataLst>
            </p:nvPr>
          </p:nvSpPr>
          <p:spPr bwMode="auto">
            <a:xfrm>
              <a:off x="3656013" y="1474788"/>
              <a:ext cx="20638" cy="28575"/>
            </a:xfrm>
            <a:custGeom>
              <a:avLst/>
              <a:gdLst/>
              <a:ahLst/>
              <a:cxnLst>
                <a:cxn ang="0">
                  <a:pos x="39" y="3"/>
                </a:cxn>
                <a:cxn ang="0">
                  <a:pos x="39" y="3"/>
                </a:cxn>
                <a:cxn ang="0">
                  <a:pos x="30" y="17"/>
                </a:cxn>
                <a:cxn ang="0">
                  <a:pos x="20" y="30"/>
                </a:cxn>
                <a:cxn ang="0">
                  <a:pos x="20" y="30"/>
                </a:cxn>
                <a:cxn ang="0">
                  <a:pos x="15" y="38"/>
                </a:cxn>
                <a:cxn ang="0">
                  <a:pos x="10" y="47"/>
                </a:cxn>
                <a:cxn ang="0">
                  <a:pos x="1" y="64"/>
                </a:cxn>
                <a:cxn ang="0">
                  <a:pos x="1" y="64"/>
                </a:cxn>
                <a:cxn ang="0">
                  <a:pos x="0" y="67"/>
                </a:cxn>
                <a:cxn ang="0">
                  <a:pos x="1" y="68"/>
                </a:cxn>
                <a:cxn ang="0">
                  <a:pos x="3" y="72"/>
                </a:cxn>
                <a:cxn ang="0">
                  <a:pos x="7" y="72"/>
                </a:cxn>
                <a:cxn ang="0">
                  <a:pos x="9" y="72"/>
                </a:cxn>
                <a:cxn ang="0">
                  <a:pos x="11" y="70"/>
                </a:cxn>
                <a:cxn ang="0">
                  <a:pos x="11" y="70"/>
                </a:cxn>
                <a:cxn ang="0">
                  <a:pos x="20" y="53"/>
                </a:cxn>
                <a:cxn ang="0">
                  <a:pos x="30" y="36"/>
                </a:cxn>
                <a:cxn ang="0">
                  <a:pos x="30" y="36"/>
                </a:cxn>
                <a:cxn ang="0">
                  <a:pos x="40" y="23"/>
                </a:cxn>
                <a:cxn ang="0">
                  <a:pos x="44" y="16"/>
                </a:cxn>
                <a:cxn ang="0">
                  <a:pos x="49" y="10"/>
                </a:cxn>
                <a:cxn ang="0">
                  <a:pos x="49" y="10"/>
                </a:cxn>
                <a:cxn ang="0">
                  <a:pos x="49" y="7"/>
                </a:cxn>
                <a:cxn ang="0">
                  <a:pos x="49" y="4"/>
                </a:cxn>
                <a:cxn ang="0">
                  <a:pos x="47" y="2"/>
                </a:cxn>
                <a:cxn ang="0">
                  <a:pos x="43" y="0"/>
                </a:cxn>
                <a:cxn ang="0">
                  <a:pos x="40" y="2"/>
                </a:cxn>
                <a:cxn ang="0">
                  <a:pos x="39" y="3"/>
                </a:cxn>
                <a:cxn ang="0">
                  <a:pos x="39" y="3"/>
                </a:cxn>
              </a:cxnLst>
              <a:rect l="0" t="0" r="r" b="b"/>
              <a:pathLst>
                <a:path w="49" h="72">
                  <a:moveTo>
                    <a:pt x="39" y="3"/>
                  </a:moveTo>
                  <a:lnTo>
                    <a:pt x="39" y="3"/>
                  </a:lnTo>
                  <a:lnTo>
                    <a:pt x="30" y="17"/>
                  </a:lnTo>
                  <a:lnTo>
                    <a:pt x="20" y="30"/>
                  </a:lnTo>
                  <a:lnTo>
                    <a:pt x="20" y="30"/>
                  </a:lnTo>
                  <a:lnTo>
                    <a:pt x="15" y="38"/>
                  </a:lnTo>
                  <a:lnTo>
                    <a:pt x="10" y="47"/>
                  </a:lnTo>
                  <a:lnTo>
                    <a:pt x="1" y="64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1" y="68"/>
                  </a:lnTo>
                  <a:lnTo>
                    <a:pt x="3" y="72"/>
                  </a:lnTo>
                  <a:lnTo>
                    <a:pt x="7" y="72"/>
                  </a:lnTo>
                  <a:lnTo>
                    <a:pt x="9" y="72"/>
                  </a:lnTo>
                  <a:lnTo>
                    <a:pt x="11" y="70"/>
                  </a:lnTo>
                  <a:lnTo>
                    <a:pt x="11" y="70"/>
                  </a:lnTo>
                  <a:lnTo>
                    <a:pt x="20" y="53"/>
                  </a:lnTo>
                  <a:lnTo>
                    <a:pt x="30" y="36"/>
                  </a:lnTo>
                  <a:lnTo>
                    <a:pt x="30" y="36"/>
                  </a:lnTo>
                  <a:lnTo>
                    <a:pt x="40" y="23"/>
                  </a:lnTo>
                  <a:lnTo>
                    <a:pt x="44" y="16"/>
                  </a:lnTo>
                  <a:lnTo>
                    <a:pt x="49" y="10"/>
                  </a:lnTo>
                  <a:lnTo>
                    <a:pt x="49" y="10"/>
                  </a:lnTo>
                  <a:lnTo>
                    <a:pt x="49" y="7"/>
                  </a:lnTo>
                  <a:lnTo>
                    <a:pt x="49" y="4"/>
                  </a:lnTo>
                  <a:lnTo>
                    <a:pt x="47" y="2"/>
                  </a:lnTo>
                  <a:lnTo>
                    <a:pt x="43" y="0"/>
                  </a:lnTo>
                  <a:lnTo>
                    <a:pt x="40" y="2"/>
                  </a:lnTo>
                  <a:lnTo>
                    <a:pt x="39" y="3"/>
                  </a:lnTo>
                  <a:lnTo>
                    <a:pt x="39" y="3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62" name="Freeform 474"/>
            <p:cNvSpPr/>
            <p:nvPr>
              <p:custDataLst>
                <p:tags r:id="rId16"/>
              </p:custDataLst>
            </p:nvPr>
          </p:nvSpPr>
          <p:spPr bwMode="auto">
            <a:xfrm>
              <a:off x="3692526" y="1479550"/>
              <a:ext cx="22225" cy="26988"/>
            </a:xfrm>
            <a:custGeom>
              <a:avLst/>
              <a:gdLst/>
              <a:ahLst/>
              <a:cxnLst>
                <a:cxn ang="0">
                  <a:pos x="48" y="1"/>
                </a:cxn>
                <a:cxn ang="0">
                  <a:pos x="48" y="1"/>
                </a:cxn>
                <a:cxn ang="0">
                  <a:pos x="42" y="9"/>
                </a:cxn>
                <a:cxn ang="0">
                  <a:pos x="38" y="16"/>
                </a:cxn>
                <a:cxn ang="0">
                  <a:pos x="33" y="24"/>
                </a:cxn>
                <a:cxn ang="0">
                  <a:pos x="26" y="30"/>
                </a:cxn>
                <a:cxn ang="0">
                  <a:pos x="26" y="30"/>
                </a:cxn>
                <a:cxn ang="0">
                  <a:pos x="13" y="45"/>
                </a:cxn>
                <a:cxn ang="0">
                  <a:pos x="1" y="60"/>
                </a:cxn>
                <a:cxn ang="0">
                  <a:pos x="1" y="60"/>
                </a:cxn>
                <a:cxn ang="0">
                  <a:pos x="0" y="63"/>
                </a:cxn>
                <a:cxn ang="0">
                  <a:pos x="0" y="64"/>
                </a:cxn>
                <a:cxn ang="0">
                  <a:pos x="1" y="66"/>
                </a:cxn>
                <a:cxn ang="0">
                  <a:pos x="3" y="67"/>
                </a:cxn>
                <a:cxn ang="0">
                  <a:pos x="7" y="68"/>
                </a:cxn>
                <a:cxn ang="0">
                  <a:pos x="9" y="68"/>
                </a:cxn>
                <a:cxn ang="0">
                  <a:pos x="11" y="66"/>
                </a:cxn>
                <a:cxn ang="0">
                  <a:pos x="11" y="66"/>
                </a:cxn>
                <a:cxn ang="0">
                  <a:pos x="24" y="51"/>
                </a:cxn>
                <a:cxn ang="0">
                  <a:pos x="37" y="37"/>
                </a:cxn>
                <a:cxn ang="0">
                  <a:pos x="37" y="37"/>
                </a:cxn>
                <a:cxn ang="0">
                  <a:pos x="42" y="30"/>
                </a:cxn>
                <a:cxn ang="0">
                  <a:pos x="47" y="24"/>
                </a:cxn>
                <a:cxn ang="0">
                  <a:pos x="51" y="16"/>
                </a:cxn>
                <a:cxn ang="0">
                  <a:pos x="56" y="9"/>
                </a:cxn>
                <a:cxn ang="0">
                  <a:pos x="56" y="9"/>
                </a:cxn>
                <a:cxn ang="0">
                  <a:pos x="58" y="8"/>
                </a:cxn>
                <a:cxn ang="0">
                  <a:pos x="58" y="5"/>
                </a:cxn>
                <a:cxn ang="0">
                  <a:pos x="55" y="1"/>
                </a:cxn>
                <a:cxn ang="0">
                  <a:pos x="52" y="0"/>
                </a:cxn>
                <a:cxn ang="0">
                  <a:pos x="50" y="0"/>
                </a:cxn>
                <a:cxn ang="0">
                  <a:pos x="48" y="1"/>
                </a:cxn>
                <a:cxn ang="0">
                  <a:pos x="48" y="1"/>
                </a:cxn>
              </a:cxnLst>
              <a:rect l="0" t="0" r="r" b="b"/>
              <a:pathLst>
                <a:path w="58" h="68">
                  <a:moveTo>
                    <a:pt x="48" y="1"/>
                  </a:moveTo>
                  <a:lnTo>
                    <a:pt x="48" y="1"/>
                  </a:lnTo>
                  <a:lnTo>
                    <a:pt x="42" y="9"/>
                  </a:lnTo>
                  <a:lnTo>
                    <a:pt x="38" y="16"/>
                  </a:lnTo>
                  <a:lnTo>
                    <a:pt x="33" y="24"/>
                  </a:lnTo>
                  <a:lnTo>
                    <a:pt x="26" y="30"/>
                  </a:lnTo>
                  <a:lnTo>
                    <a:pt x="26" y="30"/>
                  </a:lnTo>
                  <a:lnTo>
                    <a:pt x="13" y="45"/>
                  </a:lnTo>
                  <a:lnTo>
                    <a:pt x="1" y="60"/>
                  </a:lnTo>
                  <a:lnTo>
                    <a:pt x="1" y="60"/>
                  </a:lnTo>
                  <a:lnTo>
                    <a:pt x="0" y="63"/>
                  </a:lnTo>
                  <a:lnTo>
                    <a:pt x="0" y="64"/>
                  </a:lnTo>
                  <a:lnTo>
                    <a:pt x="1" y="66"/>
                  </a:lnTo>
                  <a:lnTo>
                    <a:pt x="3" y="67"/>
                  </a:lnTo>
                  <a:lnTo>
                    <a:pt x="7" y="68"/>
                  </a:lnTo>
                  <a:lnTo>
                    <a:pt x="9" y="68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24" y="51"/>
                  </a:lnTo>
                  <a:lnTo>
                    <a:pt x="37" y="37"/>
                  </a:lnTo>
                  <a:lnTo>
                    <a:pt x="37" y="37"/>
                  </a:lnTo>
                  <a:lnTo>
                    <a:pt x="42" y="30"/>
                  </a:lnTo>
                  <a:lnTo>
                    <a:pt x="47" y="24"/>
                  </a:lnTo>
                  <a:lnTo>
                    <a:pt x="51" y="16"/>
                  </a:lnTo>
                  <a:lnTo>
                    <a:pt x="56" y="9"/>
                  </a:lnTo>
                  <a:lnTo>
                    <a:pt x="56" y="9"/>
                  </a:lnTo>
                  <a:lnTo>
                    <a:pt x="58" y="8"/>
                  </a:lnTo>
                  <a:lnTo>
                    <a:pt x="58" y="5"/>
                  </a:lnTo>
                  <a:lnTo>
                    <a:pt x="55" y="1"/>
                  </a:lnTo>
                  <a:lnTo>
                    <a:pt x="52" y="0"/>
                  </a:lnTo>
                  <a:lnTo>
                    <a:pt x="50" y="0"/>
                  </a:lnTo>
                  <a:lnTo>
                    <a:pt x="48" y="1"/>
                  </a:lnTo>
                  <a:lnTo>
                    <a:pt x="48" y="1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63" name="Freeform 475"/>
            <p:cNvSpPr/>
            <p:nvPr>
              <p:custDataLst>
                <p:tags r:id="rId17"/>
              </p:custDataLst>
            </p:nvPr>
          </p:nvSpPr>
          <p:spPr bwMode="auto">
            <a:xfrm>
              <a:off x="3725863" y="1477963"/>
              <a:ext cx="17463" cy="25400"/>
            </a:xfrm>
            <a:custGeom>
              <a:avLst/>
              <a:gdLst/>
              <a:ahLst/>
              <a:cxnLst>
                <a:cxn ang="0">
                  <a:pos x="36" y="2"/>
                </a:cxn>
                <a:cxn ang="0">
                  <a:pos x="36" y="2"/>
                </a:cxn>
                <a:cxn ang="0">
                  <a:pos x="26" y="15"/>
                </a:cxn>
                <a:cxn ang="0">
                  <a:pos x="17" y="28"/>
                </a:cxn>
                <a:cxn ang="0">
                  <a:pos x="9" y="42"/>
                </a:cxn>
                <a:cxn ang="0">
                  <a:pos x="1" y="56"/>
                </a:cxn>
                <a:cxn ang="0">
                  <a:pos x="1" y="56"/>
                </a:cxn>
                <a:cxn ang="0">
                  <a:pos x="0" y="59"/>
                </a:cxn>
                <a:cxn ang="0">
                  <a:pos x="1" y="62"/>
                </a:cxn>
                <a:cxn ang="0">
                  <a:pos x="4" y="64"/>
                </a:cxn>
                <a:cxn ang="0">
                  <a:pos x="8" y="66"/>
                </a:cxn>
                <a:cxn ang="0">
                  <a:pos x="9" y="64"/>
                </a:cxn>
                <a:cxn ang="0">
                  <a:pos x="10" y="62"/>
                </a:cxn>
                <a:cxn ang="0">
                  <a:pos x="10" y="62"/>
                </a:cxn>
                <a:cxn ang="0">
                  <a:pos x="18" y="49"/>
                </a:cxn>
                <a:cxn ang="0">
                  <a:pos x="26" y="34"/>
                </a:cxn>
                <a:cxn ang="0">
                  <a:pos x="34" y="22"/>
                </a:cxn>
                <a:cxn ang="0">
                  <a:pos x="44" y="11"/>
                </a:cxn>
                <a:cxn ang="0">
                  <a:pos x="44" y="11"/>
                </a:cxn>
                <a:cxn ang="0">
                  <a:pos x="46" y="8"/>
                </a:cxn>
                <a:cxn ang="0">
                  <a:pos x="46" y="5"/>
                </a:cxn>
                <a:cxn ang="0">
                  <a:pos x="44" y="2"/>
                </a:cxn>
                <a:cxn ang="0">
                  <a:pos x="40" y="0"/>
                </a:cxn>
                <a:cxn ang="0">
                  <a:pos x="38" y="0"/>
                </a:cxn>
                <a:cxn ang="0">
                  <a:pos x="36" y="2"/>
                </a:cxn>
                <a:cxn ang="0">
                  <a:pos x="36" y="2"/>
                </a:cxn>
              </a:cxnLst>
              <a:rect l="0" t="0" r="r" b="b"/>
              <a:pathLst>
                <a:path w="46" h="66">
                  <a:moveTo>
                    <a:pt x="36" y="2"/>
                  </a:moveTo>
                  <a:lnTo>
                    <a:pt x="36" y="2"/>
                  </a:lnTo>
                  <a:lnTo>
                    <a:pt x="26" y="15"/>
                  </a:lnTo>
                  <a:lnTo>
                    <a:pt x="17" y="28"/>
                  </a:lnTo>
                  <a:lnTo>
                    <a:pt x="9" y="42"/>
                  </a:lnTo>
                  <a:lnTo>
                    <a:pt x="1" y="56"/>
                  </a:lnTo>
                  <a:lnTo>
                    <a:pt x="1" y="56"/>
                  </a:lnTo>
                  <a:lnTo>
                    <a:pt x="0" y="59"/>
                  </a:lnTo>
                  <a:lnTo>
                    <a:pt x="1" y="62"/>
                  </a:lnTo>
                  <a:lnTo>
                    <a:pt x="4" y="64"/>
                  </a:lnTo>
                  <a:lnTo>
                    <a:pt x="8" y="66"/>
                  </a:lnTo>
                  <a:lnTo>
                    <a:pt x="9" y="64"/>
                  </a:lnTo>
                  <a:lnTo>
                    <a:pt x="10" y="62"/>
                  </a:lnTo>
                  <a:lnTo>
                    <a:pt x="10" y="62"/>
                  </a:lnTo>
                  <a:lnTo>
                    <a:pt x="18" y="49"/>
                  </a:lnTo>
                  <a:lnTo>
                    <a:pt x="26" y="34"/>
                  </a:lnTo>
                  <a:lnTo>
                    <a:pt x="34" y="22"/>
                  </a:lnTo>
                  <a:lnTo>
                    <a:pt x="44" y="11"/>
                  </a:lnTo>
                  <a:lnTo>
                    <a:pt x="44" y="11"/>
                  </a:lnTo>
                  <a:lnTo>
                    <a:pt x="46" y="8"/>
                  </a:lnTo>
                  <a:lnTo>
                    <a:pt x="46" y="5"/>
                  </a:lnTo>
                  <a:lnTo>
                    <a:pt x="44" y="2"/>
                  </a:lnTo>
                  <a:lnTo>
                    <a:pt x="40" y="0"/>
                  </a:lnTo>
                  <a:lnTo>
                    <a:pt x="38" y="0"/>
                  </a:lnTo>
                  <a:lnTo>
                    <a:pt x="36" y="2"/>
                  </a:lnTo>
                  <a:lnTo>
                    <a:pt x="36" y="2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64" name="Freeform 476"/>
            <p:cNvSpPr/>
            <p:nvPr>
              <p:custDataLst>
                <p:tags r:id="rId18"/>
              </p:custDataLst>
            </p:nvPr>
          </p:nvSpPr>
          <p:spPr bwMode="auto">
            <a:xfrm>
              <a:off x="3767138" y="1474788"/>
              <a:ext cx="12700" cy="22225"/>
            </a:xfrm>
            <a:custGeom>
              <a:avLst/>
              <a:gdLst/>
              <a:ahLst/>
              <a:cxnLst>
                <a:cxn ang="0">
                  <a:pos x="24" y="3"/>
                </a:cxn>
                <a:cxn ang="0">
                  <a:pos x="24" y="3"/>
                </a:cxn>
                <a:cxn ang="0">
                  <a:pos x="13" y="27"/>
                </a:cxn>
                <a:cxn ang="0">
                  <a:pos x="8" y="38"/>
                </a:cxn>
                <a:cxn ang="0">
                  <a:pos x="0" y="49"/>
                </a:cxn>
                <a:cxn ang="0">
                  <a:pos x="0" y="49"/>
                </a:cxn>
                <a:cxn ang="0">
                  <a:pos x="0" y="51"/>
                </a:cxn>
                <a:cxn ang="0">
                  <a:pos x="0" y="54"/>
                </a:cxn>
                <a:cxn ang="0">
                  <a:pos x="1" y="55"/>
                </a:cxn>
                <a:cxn ang="0">
                  <a:pos x="3" y="57"/>
                </a:cxn>
                <a:cxn ang="0">
                  <a:pos x="7" y="58"/>
                </a:cxn>
                <a:cxn ang="0">
                  <a:pos x="9" y="57"/>
                </a:cxn>
                <a:cxn ang="0">
                  <a:pos x="11" y="55"/>
                </a:cxn>
                <a:cxn ang="0">
                  <a:pos x="11" y="55"/>
                </a:cxn>
                <a:cxn ang="0">
                  <a:pos x="17" y="44"/>
                </a:cxn>
                <a:cxn ang="0">
                  <a:pos x="24" y="33"/>
                </a:cxn>
                <a:cxn ang="0">
                  <a:pos x="33" y="10"/>
                </a:cxn>
                <a:cxn ang="0">
                  <a:pos x="33" y="10"/>
                </a:cxn>
                <a:cxn ang="0">
                  <a:pos x="34" y="7"/>
                </a:cxn>
                <a:cxn ang="0">
                  <a:pos x="34" y="4"/>
                </a:cxn>
                <a:cxn ang="0">
                  <a:pos x="32" y="2"/>
                </a:cxn>
                <a:cxn ang="0">
                  <a:pos x="29" y="0"/>
                </a:cxn>
                <a:cxn ang="0">
                  <a:pos x="28" y="0"/>
                </a:cxn>
                <a:cxn ang="0">
                  <a:pos x="25" y="2"/>
                </a:cxn>
                <a:cxn ang="0">
                  <a:pos x="24" y="3"/>
                </a:cxn>
                <a:cxn ang="0">
                  <a:pos x="24" y="3"/>
                </a:cxn>
              </a:cxnLst>
              <a:rect l="0" t="0" r="r" b="b"/>
              <a:pathLst>
                <a:path w="34" h="58">
                  <a:moveTo>
                    <a:pt x="24" y="3"/>
                  </a:moveTo>
                  <a:lnTo>
                    <a:pt x="24" y="3"/>
                  </a:lnTo>
                  <a:lnTo>
                    <a:pt x="13" y="27"/>
                  </a:lnTo>
                  <a:lnTo>
                    <a:pt x="8" y="38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0" y="51"/>
                  </a:lnTo>
                  <a:lnTo>
                    <a:pt x="0" y="54"/>
                  </a:lnTo>
                  <a:lnTo>
                    <a:pt x="1" y="55"/>
                  </a:lnTo>
                  <a:lnTo>
                    <a:pt x="3" y="57"/>
                  </a:lnTo>
                  <a:lnTo>
                    <a:pt x="7" y="58"/>
                  </a:lnTo>
                  <a:lnTo>
                    <a:pt x="9" y="57"/>
                  </a:lnTo>
                  <a:lnTo>
                    <a:pt x="11" y="55"/>
                  </a:lnTo>
                  <a:lnTo>
                    <a:pt x="11" y="55"/>
                  </a:lnTo>
                  <a:lnTo>
                    <a:pt x="17" y="44"/>
                  </a:lnTo>
                  <a:lnTo>
                    <a:pt x="24" y="33"/>
                  </a:lnTo>
                  <a:lnTo>
                    <a:pt x="33" y="10"/>
                  </a:lnTo>
                  <a:lnTo>
                    <a:pt x="33" y="10"/>
                  </a:lnTo>
                  <a:lnTo>
                    <a:pt x="34" y="7"/>
                  </a:lnTo>
                  <a:lnTo>
                    <a:pt x="34" y="4"/>
                  </a:lnTo>
                  <a:lnTo>
                    <a:pt x="32" y="2"/>
                  </a:lnTo>
                  <a:lnTo>
                    <a:pt x="29" y="0"/>
                  </a:lnTo>
                  <a:lnTo>
                    <a:pt x="28" y="0"/>
                  </a:lnTo>
                  <a:lnTo>
                    <a:pt x="25" y="2"/>
                  </a:lnTo>
                  <a:lnTo>
                    <a:pt x="24" y="3"/>
                  </a:lnTo>
                  <a:lnTo>
                    <a:pt x="24" y="3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65" name="Freeform 477"/>
            <p:cNvSpPr/>
            <p:nvPr>
              <p:custDataLst>
                <p:tags r:id="rId19"/>
              </p:custDataLst>
            </p:nvPr>
          </p:nvSpPr>
          <p:spPr bwMode="auto">
            <a:xfrm>
              <a:off x="3354388" y="1589088"/>
              <a:ext cx="44450" cy="55563"/>
            </a:xfrm>
            <a:custGeom>
              <a:avLst/>
              <a:gdLst/>
              <a:ahLst/>
              <a:cxnLst>
                <a:cxn ang="0">
                  <a:pos x="99" y="3"/>
                </a:cxn>
                <a:cxn ang="0">
                  <a:pos x="99" y="3"/>
                </a:cxn>
                <a:cxn ang="0">
                  <a:pos x="71" y="29"/>
                </a:cxn>
                <a:cxn ang="0">
                  <a:pos x="58" y="44"/>
                </a:cxn>
                <a:cxn ang="0">
                  <a:pos x="47" y="58"/>
                </a:cxn>
                <a:cxn ang="0">
                  <a:pos x="47" y="58"/>
                </a:cxn>
                <a:cxn ang="0">
                  <a:pos x="34" y="76"/>
                </a:cxn>
                <a:cxn ang="0">
                  <a:pos x="22" y="95"/>
                </a:cxn>
                <a:cxn ang="0">
                  <a:pos x="0" y="134"/>
                </a:cxn>
                <a:cxn ang="0">
                  <a:pos x="0" y="134"/>
                </a:cxn>
                <a:cxn ang="0">
                  <a:pos x="0" y="135"/>
                </a:cxn>
                <a:cxn ang="0">
                  <a:pos x="0" y="138"/>
                </a:cxn>
                <a:cxn ang="0">
                  <a:pos x="2" y="140"/>
                </a:cxn>
                <a:cxn ang="0">
                  <a:pos x="6" y="142"/>
                </a:cxn>
                <a:cxn ang="0">
                  <a:pos x="7" y="140"/>
                </a:cxn>
                <a:cxn ang="0">
                  <a:pos x="10" y="139"/>
                </a:cxn>
                <a:cxn ang="0">
                  <a:pos x="10" y="139"/>
                </a:cxn>
                <a:cxn ang="0">
                  <a:pos x="27" y="108"/>
                </a:cxn>
                <a:cxn ang="0">
                  <a:pos x="36" y="92"/>
                </a:cxn>
                <a:cxn ang="0">
                  <a:pos x="47" y="78"/>
                </a:cxn>
                <a:cxn ang="0">
                  <a:pos x="47" y="78"/>
                </a:cxn>
                <a:cxn ang="0">
                  <a:pos x="61" y="59"/>
                </a:cxn>
                <a:cxn ang="0">
                  <a:pos x="75" y="42"/>
                </a:cxn>
                <a:cxn ang="0">
                  <a:pos x="108" y="11"/>
                </a:cxn>
                <a:cxn ang="0">
                  <a:pos x="108" y="11"/>
                </a:cxn>
                <a:cxn ang="0">
                  <a:pos x="109" y="8"/>
                </a:cxn>
                <a:cxn ang="0">
                  <a:pos x="109" y="7"/>
                </a:cxn>
                <a:cxn ang="0">
                  <a:pos x="108" y="3"/>
                </a:cxn>
                <a:cxn ang="0">
                  <a:pos x="104" y="0"/>
                </a:cxn>
                <a:cxn ang="0">
                  <a:pos x="102" y="2"/>
                </a:cxn>
                <a:cxn ang="0">
                  <a:pos x="99" y="3"/>
                </a:cxn>
                <a:cxn ang="0">
                  <a:pos x="99" y="3"/>
                </a:cxn>
              </a:cxnLst>
              <a:rect l="0" t="0" r="r" b="b"/>
              <a:pathLst>
                <a:path w="109" h="142">
                  <a:moveTo>
                    <a:pt x="99" y="3"/>
                  </a:moveTo>
                  <a:lnTo>
                    <a:pt x="99" y="3"/>
                  </a:lnTo>
                  <a:lnTo>
                    <a:pt x="71" y="29"/>
                  </a:lnTo>
                  <a:lnTo>
                    <a:pt x="58" y="44"/>
                  </a:lnTo>
                  <a:lnTo>
                    <a:pt x="47" y="58"/>
                  </a:lnTo>
                  <a:lnTo>
                    <a:pt x="47" y="58"/>
                  </a:lnTo>
                  <a:lnTo>
                    <a:pt x="34" y="76"/>
                  </a:lnTo>
                  <a:lnTo>
                    <a:pt x="22" y="95"/>
                  </a:lnTo>
                  <a:lnTo>
                    <a:pt x="0" y="134"/>
                  </a:lnTo>
                  <a:lnTo>
                    <a:pt x="0" y="134"/>
                  </a:lnTo>
                  <a:lnTo>
                    <a:pt x="0" y="135"/>
                  </a:lnTo>
                  <a:lnTo>
                    <a:pt x="0" y="138"/>
                  </a:lnTo>
                  <a:lnTo>
                    <a:pt x="2" y="140"/>
                  </a:lnTo>
                  <a:lnTo>
                    <a:pt x="6" y="142"/>
                  </a:lnTo>
                  <a:lnTo>
                    <a:pt x="7" y="140"/>
                  </a:lnTo>
                  <a:lnTo>
                    <a:pt x="10" y="139"/>
                  </a:lnTo>
                  <a:lnTo>
                    <a:pt x="10" y="139"/>
                  </a:lnTo>
                  <a:lnTo>
                    <a:pt x="27" y="108"/>
                  </a:lnTo>
                  <a:lnTo>
                    <a:pt x="36" y="92"/>
                  </a:lnTo>
                  <a:lnTo>
                    <a:pt x="47" y="78"/>
                  </a:lnTo>
                  <a:lnTo>
                    <a:pt x="47" y="78"/>
                  </a:lnTo>
                  <a:lnTo>
                    <a:pt x="61" y="59"/>
                  </a:lnTo>
                  <a:lnTo>
                    <a:pt x="75" y="42"/>
                  </a:lnTo>
                  <a:lnTo>
                    <a:pt x="108" y="11"/>
                  </a:lnTo>
                  <a:lnTo>
                    <a:pt x="108" y="11"/>
                  </a:lnTo>
                  <a:lnTo>
                    <a:pt x="109" y="8"/>
                  </a:lnTo>
                  <a:lnTo>
                    <a:pt x="109" y="7"/>
                  </a:lnTo>
                  <a:lnTo>
                    <a:pt x="108" y="3"/>
                  </a:lnTo>
                  <a:lnTo>
                    <a:pt x="104" y="0"/>
                  </a:lnTo>
                  <a:lnTo>
                    <a:pt x="102" y="2"/>
                  </a:lnTo>
                  <a:lnTo>
                    <a:pt x="99" y="3"/>
                  </a:lnTo>
                  <a:lnTo>
                    <a:pt x="99" y="3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66" name="Freeform 478"/>
            <p:cNvSpPr/>
            <p:nvPr>
              <p:custDataLst>
                <p:tags r:id="rId20"/>
              </p:custDataLst>
            </p:nvPr>
          </p:nvSpPr>
          <p:spPr bwMode="auto">
            <a:xfrm>
              <a:off x="3382963" y="1584325"/>
              <a:ext cx="50800" cy="63500"/>
            </a:xfrm>
            <a:custGeom>
              <a:avLst/>
              <a:gdLst/>
              <a:ahLst/>
              <a:cxnLst>
                <a:cxn ang="0">
                  <a:pos x="120" y="3"/>
                </a:cxn>
                <a:cxn ang="0">
                  <a:pos x="120" y="3"/>
                </a:cxn>
                <a:cxn ang="0">
                  <a:pos x="88" y="43"/>
                </a:cxn>
                <a:cxn ang="0">
                  <a:pos x="58" y="82"/>
                </a:cxn>
                <a:cxn ang="0">
                  <a:pos x="58" y="82"/>
                </a:cxn>
                <a:cxn ang="0">
                  <a:pos x="44" y="101"/>
                </a:cxn>
                <a:cxn ang="0">
                  <a:pos x="29" y="119"/>
                </a:cxn>
                <a:cxn ang="0">
                  <a:pos x="15" y="136"/>
                </a:cxn>
                <a:cxn ang="0">
                  <a:pos x="0" y="154"/>
                </a:cxn>
                <a:cxn ang="0">
                  <a:pos x="0" y="154"/>
                </a:cxn>
                <a:cxn ang="0">
                  <a:pos x="0" y="157"/>
                </a:cxn>
                <a:cxn ang="0">
                  <a:pos x="0" y="160"/>
                </a:cxn>
                <a:cxn ang="0">
                  <a:pos x="2" y="161"/>
                </a:cxn>
                <a:cxn ang="0">
                  <a:pos x="3" y="162"/>
                </a:cxn>
                <a:cxn ang="0">
                  <a:pos x="7" y="163"/>
                </a:cxn>
                <a:cxn ang="0">
                  <a:pos x="10" y="162"/>
                </a:cxn>
                <a:cxn ang="0">
                  <a:pos x="11" y="161"/>
                </a:cxn>
                <a:cxn ang="0">
                  <a:pos x="11" y="161"/>
                </a:cxn>
                <a:cxn ang="0">
                  <a:pos x="24" y="144"/>
                </a:cxn>
                <a:cxn ang="0">
                  <a:pos x="37" y="128"/>
                </a:cxn>
                <a:cxn ang="0">
                  <a:pos x="50" y="112"/>
                </a:cxn>
                <a:cxn ang="0">
                  <a:pos x="63" y="97"/>
                </a:cxn>
                <a:cxn ang="0">
                  <a:pos x="63" y="97"/>
                </a:cxn>
                <a:cxn ang="0">
                  <a:pos x="79" y="73"/>
                </a:cxn>
                <a:cxn ang="0">
                  <a:pos x="96" y="52"/>
                </a:cxn>
                <a:cxn ang="0">
                  <a:pos x="129" y="8"/>
                </a:cxn>
                <a:cxn ang="0">
                  <a:pos x="129" y="8"/>
                </a:cxn>
                <a:cxn ang="0">
                  <a:pos x="130" y="7"/>
                </a:cxn>
                <a:cxn ang="0">
                  <a:pos x="130" y="4"/>
                </a:cxn>
                <a:cxn ang="0">
                  <a:pos x="129" y="3"/>
                </a:cxn>
                <a:cxn ang="0">
                  <a:pos x="127" y="1"/>
                </a:cxn>
                <a:cxn ang="0">
                  <a:pos x="123" y="0"/>
                </a:cxn>
                <a:cxn ang="0">
                  <a:pos x="121" y="1"/>
                </a:cxn>
                <a:cxn ang="0">
                  <a:pos x="120" y="3"/>
                </a:cxn>
                <a:cxn ang="0">
                  <a:pos x="120" y="3"/>
                </a:cxn>
              </a:cxnLst>
              <a:rect l="0" t="0" r="r" b="b"/>
              <a:pathLst>
                <a:path w="130" h="163">
                  <a:moveTo>
                    <a:pt x="120" y="3"/>
                  </a:moveTo>
                  <a:lnTo>
                    <a:pt x="120" y="3"/>
                  </a:lnTo>
                  <a:lnTo>
                    <a:pt x="88" y="43"/>
                  </a:lnTo>
                  <a:lnTo>
                    <a:pt x="58" y="82"/>
                  </a:lnTo>
                  <a:lnTo>
                    <a:pt x="58" y="82"/>
                  </a:lnTo>
                  <a:lnTo>
                    <a:pt x="44" y="101"/>
                  </a:lnTo>
                  <a:lnTo>
                    <a:pt x="29" y="119"/>
                  </a:lnTo>
                  <a:lnTo>
                    <a:pt x="15" y="136"/>
                  </a:lnTo>
                  <a:lnTo>
                    <a:pt x="0" y="154"/>
                  </a:lnTo>
                  <a:lnTo>
                    <a:pt x="0" y="154"/>
                  </a:lnTo>
                  <a:lnTo>
                    <a:pt x="0" y="157"/>
                  </a:lnTo>
                  <a:lnTo>
                    <a:pt x="0" y="160"/>
                  </a:lnTo>
                  <a:lnTo>
                    <a:pt x="2" y="161"/>
                  </a:lnTo>
                  <a:lnTo>
                    <a:pt x="3" y="162"/>
                  </a:lnTo>
                  <a:lnTo>
                    <a:pt x="7" y="163"/>
                  </a:lnTo>
                  <a:lnTo>
                    <a:pt x="10" y="162"/>
                  </a:lnTo>
                  <a:lnTo>
                    <a:pt x="11" y="161"/>
                  </a:lnTo>
                  <a:lnTo>
                    <a:pt x="11" y="161"/>
                  </a:lnTo>
                  <a:lnTo>
                    <a:pt x="24" y="144"/>
                  </a:lnTo>
                  <a:lnTo>
                    <a:pt x="37" y="128"/>
                  </a:lnTo>
                  <a:lnTo>
                    <a:pt x="50" y="112"/>
                  </a:lnTo>
                  <a:lnTo>
                    <a:pt x="63" y="97"/>
                  </a:lnTo>
                  <a:lnTo>
                    <a:pt x="63" y="97"/>
                  </a:lnTo>
                  <a:lnTo>
                    <a:pt x="79" y="73"/>
                  </a:lnTo>
                  <a:lnTo>
                    <a:pt x="96" y="52"/>
                  </a:lnTo>
                  <a:lnTo>
                    <a:pt x="129" y="8"/>
                  </a:lnTo>
                  <a:lnTo>
                    <a:pt x="129" y="8"/>
                  </a:lnTo>
                  <a:lnTo>
                    <a:pt x="130" y="7"/>
                  </a:lnTo>
                  <a:lnTo>
                    <a:pt x="130" y="4"/>
                  </a:lnTo>
                  <a:lnTo>
                    <a:pt x="129" y="3"/>
                  </a:lnTo>
                  <a:lnTo>
                    <a:pt x="127" y="1"/>
                  </a:lnTo>
                  <a:lnTo>
                    <a:pt x="123" y="0"/>
                  </a:lnTo>
                  <a:lnTo>
                    <a:pt x="121" y="1"/>
                  </a:lnTo>
                  <a:lnTo>
                    <a:pt x="120" y="3"/>
                  </a:lnTo>
                  <a:lnTo>
                    <a:pt x="120" y="3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67" name="Freeform 479"/>
            <p:cNvSpPr/>
            <p:nvPr>
              <p:custDataLst>
                <p:tags r:id="rId21"/>
              </p:custDataLst>
            </p:nvPr>
          </p:nvSpPr>
          <p:spPr bwMode="auto">
            <a:xfrm>
              <a:off x="3424238" y="1584325"/>
              <a:ext cx="50800" cy="61913"/>
            </a:xfrm>
            <a:custGeom>
              <a:avLst/>
              <a:gdLst/>
              <a:ahLst/>
              <a:cxnLst>
                <a:cxn ang="0">
                  <a:pos x="120" y="1"/>
                </a:cxn>
                <a:cxn ang="0">
                  <a:pos x="120" y="1"/>
                </a:cxn>
                <a:cxn ang="0">
                  <a:pos x="105" y="18"/>
                </a:cxn>
                <a:cxn ang="0">
                  <a:pos x="91" y="35"/>
                </a:cxn>
                <a:cxn ang="0">
                  <a:pos x="66" y="72"/>
                </a:cxn>
                <a:cxn ang="0">
                  <a:pos x="66" y="72"/>
                </a:cxn>
                <a:cxn ang="0">
                  <a:pos x="51" y="92"/>
                </a:cxn>
                <a:cxn ang="0">
                  <a:pos x="34" y="111"/>
                </a:cxn>
                <a:cxn ang="0">
                  <a:pos x="17" y="131"/>
                </a:cxn>
                <a:cxn ang="0">
                  <a:pos x="1" y="150"/>
                </a:cxn>
                <a:cxn ang="0">
                  <a:pos x="1" y="150"/>
                </a:cxn>
                <a:cxn ang="0">
                  <a:pos x="0" y="153"/>
                </a:cxn>
                <a:cxn ang="0">
                  <a:pos x="0" y="156"/>
                </a:cxn>
                <a:cxn ang="0">
                  <a:pos x="1" y="157"/>
                </a:cxn>
                <a:cxn ang="0">
                  <a:pos x="2" y="158"/>
                </a:cxn>
                <a:cxn ang="0">
                  <a:pos x="7" y="160"/>
                </a:cxn>
                <a:cxn ang="0">
                  <a:pos x="9" y="158"/>
                </a:cxn>
                <a:cxn ang="0">
                  <a:pos x="11" y="157"/>
                </a:cxn>
                <a:cxn ang="0">
                  <a:pos x="11" y="157"/>
                </a:cxn>
                <a:cxn ang="0">
                  <a:pos x="24" y="139"/>
                </a:cxn>
                <a:cxn ang="0">
                  <a:pos x="39" y="120"/>
                </a:cxn>
                <a:cxn ang="0">
                  <a:pos x="69" y="86"/>
                </a:cxn>
                <a:cxn ang="0">
                  <a:pos x="69" y="86"/>
                </a:cxn>
                <a:cxn ang="0">
                  <a:pos x="83" y="67"/>
                </a:cxn>
                <a:cxn ang="0">
                  <a:pos x="98" y="47"/>
                </a:cxn>
                <a:cxn ang="0">
                  <a:pos x="112" y="27"/>
                </a:cxn>
                <a:cxn ang="0">
                  <a:pos x="128" y="9"/>
                </a:cxn>
                <a:cxn ang="0">
                  <a:pos x="128" y="9"/>
                </a:cxn>
                <a:cxn ang="0">
                  <a:pos x="129" y="8"/>
                </a:cxn>
                <a:cxn ang="0">
                  <a:pos x="129" y="5"/>
                </a:cxn>
                <a:cxn ang="0">
                  <a:pos x="128" y="1"/>
                </a:cxn>
                <a:cxn ang="0">
                  <a:pos x="124" y="0"/>
                </a:cxn>
                <a:cxn ang="0">
                  <a:pos x="121" y="0"/>
                </a:cxn>
                <a:cxn ang="0">
                  <a:pos x="120" y="1"/>
                </a:cxn>
                <a:cxn ang="0">
                  <a:pos x="120" y="1"/>
                </a:cxn>
              </a:cxnLst>
              <a:rect l="0" t="0" r="r" b="b"/>
              <a:pathLst>
                <a:path w="129" h="160">
                  <a:moveTo>
                    <a:pt x="120" y="1"/>
                  </a:moveTo>
                  <a:lnTo>
                    <a:pt x="120" y="1"/>
                  </a:lnTo>
                  <a:lnTo>
                    <a:pt x="105" y="18"/>
                  </a:lnTo>
                  <a:lnTo>
                    <a:pt x="91" y="35"/>
                  </a:lnTo>
                  <a:lnTo>
                    <a:pt x="66" y="72"/>
                  </a:lnTo>
                  <a:lnTo>
                    <a:pt x="66" y="72"/>
                  </a:lnTo>
                  <a:lnTo>
                    <a:pt x="51" y="92"/>
                  </a:lnTo>
                  <a:lnTo>
                    <a:pt x="34" y="111"/>
                  </a:lnTo>
                  <a:lnTo>
                    <a:pt x="17" y="131"/>
                  </a:lnTo>
                  <a:lnTo>
                    <a:pt x="1" y="150"/>
                  </a:lnTo>
                  <a:lnTo>
                    <a:pt x="1" y="150"/>
                  </a:lnTo>
                  <a:lnTo>
                    <a:pt x="0" y="153"/>
                  </a:lnTo>
                  <a:lnTo>
                    <a:pt x="0" y="156"/>
                  </a:lnTo>
                  <a:lnTo>
                    <a:pt x="1" y="157"/>
                  </a:lnTo>
                  <a:lnTo>
                    <a:pt x="2" y="158"/>
                  </a:lnTo>
                  <a:lnTo>
                    <a:pt x="7" y="160"/>
                  </a:lnTo>
                  <a:lnTo>
                    <a:pt x="9" y="158"/>
                  </a:lnTo>
                  <a:lnTo>
                    <a:pt x="11" y="157"/>
                  </a:lnTo>
                  <a:lnTo>
                    <a:pt x="11" y="157"/>
                  </a:lnTo>
                  <a:lnTo>
                    <a:pt x="24" y="139"/>
                  </a:lnTo>
                  <a:lnTo>
                    <a:pt x="39" y="120"/>
                  </a:lnTo>
                  <a:lnTo>
                    <a:pt x="69" y="86"/>
                  </a:lnTo>
                  <a:lnTo>
                    <a:pt x="69" y="86"/>
                  </a:lnTo>
                  <a:lnTo>
                    <a:pt x="83" y="67"/>
                  </a:lnTo>
                  <a:lnTo>
                    <a:pt x="98" y="47"/>
                  </a:lnTo>
                  <a:lnTo>
                    <a:pt x="112" y="27"/>
                  </a:lnTo>
                  <a:lnTo>
                    <a:pt x="128" y="9"/>
                  </a:lnTo>
                  <a:lnTo>
                    <a:pt x="128" y="9"/>
                  </a:lnTo>
                  <a:lnTo>
                    <a:pt x="129" y="8"/>
                  </a:lnTo>
                  <a:lnTo>
                    <a:pt x="129" y="5"/>
                  </a:lnTo>
                  <a:lnTo>
                    <a:pt x="128" y="1"/>
                  </a:lnTo>
                  <a:lnTo>
                    <a:pt x="124" y="0"/>
                  </a:lnTo>
                  <a:lnTo>
                    <a:pt x="121" y="0"/>
                  </a:lnTo>
                  <a:lnTo>
                    <a:pt x="120" y="1"/>
                  </a:lnTo>
                  <a:lnTo>
                    <a:pt x="120" y="1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68" name="Freeform 480"/>
            <p:cNvSpPr/>
            <p:nvPr>
              <p:custDataLst>
                <p:tags r:id="rId22"/>
              </p:custDataLst>
            </p:nvPr>
          </p:nvSpPr>
          <p:spPr bwMode="auto">
            <a:xfrm>
              <a:off x="3465513" y="1581150"/>
              <a:ext cx="46038" cy="55563"/>
            </a:xfrm>
            <a:custGeom>
              <a:avLst/>
              <a:gdLst/>
              <a:ahLst/>
              <a:cxnLst>
                <a:cxn ang="0">
                  <a:pos x="104" y="1"/>
                </a:cxn>
                <a:cxn ang="0">
                  <a:pos x="104" y="1"/>
                </a:cxn>
                <a:cxn ang="0">
                  <a:pos x="93" y="13"/>
                </a:cxn>
                <a:cxn ang="0">
                  <a:pos x="82" y="26"/>
                </a:cxn>
                <a:cxn ang="0">
                  <a:pos x="63" y="54"/>
                </a:cxn>
                <a:cxn ang="0">
                  <a:pos x="63" y="54"/>
                </a:cxn>
                <a:cxn ang="0">
                  <a:pos x="32" y="93"/>
                </a:cxn>
                <a:cxn ang="0">
                  <a:pos x="1" y="131"/>
                </a:cxn>
                <a:cxn ang="0">
                  <a:pos x="1" y="131"/>
                </a:cxn>
                <a:cxn ang="0">
                  <a:pos x="0" y="134"/>
                </a:cxn>
                <a:cxn ang="0">
                  <a:pos x="0" y="136"/>
                </a:cxn>
                <a:cxn ang="0">
                  <a:pos x="2" y="140"/>
                </a:cxn>
                <a:cxn ang="0">
                  <a:pos x="4" y="140"/>
                </a:cxn>
                <a:cxn ang="0">
                  <a:pos x="5" y="141"/>
                </a:cxn>
                <a:cxn ang="0">
                  <a:pos x="8" y="141"/>
                </a:cxn>
                <a:cxn ang="0">
                  <a:pos x="9" y="139"/>
                </a:cxn>
                <a:cxn ang="0">
                  <a:pos x="9" y="139"/>
                </a:cxn>
                <a:cxn ang="0">
                  <a:pos x="32" y="110"/>
                </a:cxn>
                <a:cxn ang="0">
                  <a:pos x="56" y="81"/>
                </a:cxn>
                <a:cxn ang="0">
                  <a:pos x="56" y="81"/>
                </a:cxn>
                <a:cxn ang="0">
                  <a:pos x="82" y="45"/>
                </a:cxn>
                <a:cxn ang="0">
                  <a:pos x="97" y="26"/>
                </a:cxn>
                <a:cxn ang="0">
                  <a:pos x="104" y="17"/>
                </a:cxn>
                <a:cxn ang="0">
                  <a:pos x="112" y="9"/>
                </a:cxn>
                <a:cxn ang="0">
                  <a:pos x="112" y="9"/>
                </a:cxn>
                <a:cxn ang="0">
                  <a:pos x="114" y="8"/>
                </a:cxn>
                <a:cxn ang="0">
                  <a:pos x="114" y="5"/>
                </a:cxn>
                <a:cxn ang="0">
                  <a:pos x="114" y="4"/>
                </a:cxn>
                <a:cxn ang="0">
                  <a:pos x="112" y="3"/>
                </a:cxn>
                <a:cxn ang="0">
                  <a:pos x="108" y="0"/>
                </a:cxn>
                <a:cxn ang="0">
                  <a:pos x="106" y="0"/>
                </a:cxn>
                <a:cxn ang="0">
                  <a:pos x="104" y="1"/>
                </a:cxn>
                <a:cxn ang="0">
                  <a:pos x="104" y="1"/>
                </a:cxn>
              </a:cxnLst>
              <a:rect l="0" t="0" r="r" b="b"/>
              <a:pathLst>
                <a:path w="114" h="141">
                  <a:moveTo>
                    <a:pt x="104" y="1"/>
                  </a:moveTo>
                  <a:lnTo>
                    <a:pt x="104" y="1"/>
                  </a:lnTo>
                  <a:lnTo>
                    <a:pt x="93" y="13"/>
                  </a:lnTo>
                  <a:lnTo>
                    <a:pt x="82" y="26"/>
                  </a:lnTo>
                  <a:lnTo>
                    <a:pt x="63" y="54"/>
                  </a:lnTo>
                  <a:lnTo>
                    <a:pt x="63" y="54"/>
                  </a:lnTo>
                  <a:lnTo>
                    <a:pt x="32" y="93"/>
                  </a:lnTo>
                  <a:lnTo>
                    <a:pt x="1" y="131"/>
                  </a:lnTo>
                  <a:lnTo>
                    <a:pt x="1" y="131"/>
                  </a:lnTo>
                  <a:lnTo>
                    <a:pt x="0" y="134"/>
                  </a:lnTo>
                  <a:lnTo>
                    <a:pt x="0" y="136"/>
                  </a:lnTo>
                  <a:lnTo>
                    <a:pt x="2" y="140"/>
                  </a:lnTo>
                  <a:lnTo>
                    <a:pt x="4" y="140"/>
                  </a:lnTo>
                  <a:lnTo>
                    <a:pt x="5" y="141"/>
                  </a:lnTo>
                  <a:lnTo>
                    <a:pt x="8" y="141"/>
                  </a:lnTo>
                  <a:lnTo>
                    <a:pt x="9" y="139"/>
                  </a:lnTo>
                  <a:lnTo>
                    <a:pt x="9" y="139"/>
                  </a:lnTo>
                  <a:lnTo>
                    <a:pt x="32" y="110"/>
                  </a:lnTo>
                  <a:lnTo>
                    <a:pt x="56" y="81"/>
                  </a:lnTo>
                  <a:lnTo>
                    <a:pt x="56" y="81"/>
                  </a:lnTo>
                  <a:lnTo>
                    <a:pt x="82" y="45"/>
                  </a:lnTo>
                  <a:lnTo>
                    <a:pt x="97" y="26"/>
                  </a:lnTo>
                  <a:lnTo>
                    <a:pt x="104" y="17"/>
                  </a:lnTo>
                  <a:lnTo>
                    <a:pt x="112" y="9"/>
                  </a:lnTo>
                  <a:lnTo>
                    <a:pt x="112" y="9"/>
                  </a:lnTo>
                  <a:lnTo>
                    <a:pt x="114" y="8"/>
                  </a:lnTo>
                  <a:lnTo>
                    <a:pt x="114" y="5"/>
                  </a:lnTo>
                  <a:lnTo>
                    <a:pt x="114" y="4"/>
                  </a:lnTo>
                  <a:lnTo>
                    <a:pt x="112" y="3"/>
                  </a:lnTo>
                  <a:lnTo>
                    <a:pt x="108" y="0"/>
                  </a:lnTo>
                  <a:lnTo>
                    <a:pt x="106" y="0"/>
                  </a:lnTo>
                  <a:lnTo>
                    <a:pt x="104" y="1"/>
                  </a:lnTo>
                  <a:lnTo>
                    <a:pt x="104" y="1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69" name="Freeform 481"/>
            <p:cNvSpPr/>
            <p:nvPr>
              <p:custDataLst>
                <p:tags r:id="rId23"/>
              </p:custDataLst>
            </p:nvPr>
          </p:nvSpPr>
          <p:spPr bwMode="auto">
            <a:xfrm>
              <a:off x="3509963" y="1582738"/>
              <a:ext cx="38100" cy="63500"/>
            </a:xfrm>
            <a:custGeom>
              <a:avLst/>
              <a:gdLst/>
              <a:ahLst/>
              <a:cxnLst>
                <a:cxn ang="0">
                  <a:pos x="85" y="3"/>
                </a:cxn>
                <a:cxn ang="0">
                  <a:pos x="85" y="3"/>
                </a:cxn>
                <a:cxn ang="0">
                  <a:pos x="44" y="80"/>
                </a:cxn>
                <a:cxn ang="0">
                  <a:pos x="23" y="118"/>
                </a:cxn>
                <a:cxn ang="0">
                  <a:pos x="1" y="154"/>
                </a:cxn>
                <a:cxn ang="0">
                  <a:pos x="1" y="154"/>
                </a:cxn>
                <a:cxn ang="0">
                  <a:pos x="0" y="157"/>
                </a:cxn>
                <a:cxn ang="0">
                  <a:pos x="0" y="160"/>
                </a:cxn>
                <a:cxn ang="0">
                  <a:pos x="2" y="162"/>
                </a:cxn>
                <a:cxn ang="0">
                  <a:pos x="8" y="164"/>
                </a:cxn>
                <a:cxn ang="0">
                  <a:pos x="9" y="162"/>
                </a:cxn>
                <a:cxn ang="0">
                  <a:pos x="10" y="161"/>
                </a:cxn>
                <a:cxn ang="0">
                  <a:pos x="10" y="161"/>
                </a:cxn>
                <a:cxn ang="0">
                  <a:pos x="32" y="123"/>
                </a:cxn>
                <a:cxn ang="0">
                  <a:pos x="53" y="85"/>
                </a:cxn>
                <a:cxn ang="0">
                  <a:pos x="94" y="8"/>
                </a:cxn>
                <a:cxn ang="0">
                  <a:pos x="94" y="8"/>
                </a:cxn>
                <a:cxn ang="0">
                  <a:pos x="95" y="7"/>
                </a:cxn>
                <a:cxn ang="0">
                  <a:pos x="95" y="4"/>
                </a:cxn>
                <a:cxn ang="0">
                  <a:pos x="93" y="1"/>
                </a:cxn>
                <a:cxn ang="0">
                  <a:pos x="89" y="0"/>
                </a:cxn>
                <a:cxn ang="0">
                  <a:pos x="86" y="1"/>
                </a:cxn>
                <a:cxn ang="0">
                  <a:pos x="85" y="3"/>
                </a:cxn>
                <a:cxn ang="0">
                  <a:pos x="85" y="3"/>
                </a:cxn>
              </a:cxnLst>
              <a:rect l="0" t="0" r="r" b="b"/>
              <a:pathLst>
                <a:path w="95" h="164">
                  <a:moveTo>
                    <a:pt x="85" y="3"/>
                  </a:moveTo>
                  <a:lnTo>
                    <a:pt x="85" y="3"/>
                  </a:lnTo>
                  <a:lnTo>
                    <a:pt x="44" y="80"/>
                  </a:lnTo>
                  <a:lnTo>
                    <a:pt x="23" y="118"/>
                  </a:lnTo>
                  <a:lnTo>
                    <a:pt x="1" y="154"/>
                  </a:lnTo>
                  <a:lnTo>
                    <a:pt x="1" y="154"/>
                  </a:lnTo>
                  <a:lnTo>
                    <a:pt x="0" y="157"/>
                  </a:lnTo>
                  <a:lnTo>
                    <a:pt x="0" y="160"/>
                  </a:lnTo>
                  <a:lnTo>
                    <a:pt x="2" y="162"/>
                  </a:lnTo>
                  <a:lnTo>
                    <a:pt x="8" y="164"/>
                  </a:lnTo>
                  <a:lnTo>
                    <a:pt x="9" y="162"/>
                  </a:lnTo>
                  <a:lnTo>
                    <a:pt x="10" y="161"/>
                  </a:lnTo>
                  <a:lnTo>
                    <a:pt x="10" y="161"/>
                  </a:lnTo>
                  <a:lnTo>
                    <a:pt x="32" y="123"/>
                  </a:lnTo>
                  <a:lnTo>
                    <a:pt x="53" y="85"/>
                  </a:lnTo>
                  <a:lnTo>
                    <a:pt x="94" y="8"/>
                  </a:lnTo>
                  <a:lnTo>
                    <a:pt x="94" y="8"/>
                  </a:lnTo>
                  <a:lnTo>
                    <a:pt x="95" y="7"/>
                  </a:lnTo>
                  <a:lnTo>
                    <a:pt x="95" y="4"/>
                  </a:lnTo>
                  <a:lnTo>
                    <a:pt x="93" y="1"/>
                  </a:lnTo>
                  <a:lnTo>
                    <a:pt x="89" y="0"/>
                  </a:lnTo>
                  <a:lnTo>
                    <a:pt x="86" y="1"/>
                  </a:lnTo>
                  <a:lnTo>
                    <a:pt x="85" y="3"/>
                  </a:lnTo>
                  <a:lnTo>
                    <a:pt x="85" y="3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70" name="Freeform 482"/>
            <p:cNvSpPr/>
            <p:nvPr>
              <p:custDataLst>
                <p:tags r:id="rId24"/>
              </p:custDataLst>
            </p:nvPr>
          </p:nvSpPr>
          <p:spPr bwMode="auto">
            <a:xfrm>
              <a:off x="3546476" y="1597025"/>
              <a:ext cx="31750" cy="50800"/>
            </a:xfrm>
            <a:custGeom>
              <a:avLst/>
              <a:gdLst/>
              <a:ahLst/>
              <a:cxnLst>
                <a:cxn ang="0">
                  <a:pos x="71" y="1"/>
                </a:cxn>
                <a:cxn ang="0">
                  <a:pos x="71" y="1"/>
                </a:cxn>
                <a:cxn ang="0">
                  <a:pos x="50" y="30"/>
                </a:cxn>
                <a:cxn ang="0">
                  <a:pos x="33" y="59"/>
                </a:cxn>
                <a:cxn ang="0">
                  <a:pos x="16" y="89"/>
                </a:cxn>
                <a:cxn ang="0">
                  <a:pos x="2" y="120"/>
                </a:cxn>
                <a:cxn ang="0">
                  <a:pos x="2" y="120"/>
                </a:cxn>
                <a:cxn ang="0">
                  <a:pos x="0" y="123"/>
                </a:cxn>
                <a:cxn ang="0">
                  <a:pos x="2" y="126"/>
                </a:cxn>
                <a:cxn ang="0">
                  <a:pos x="4" y="128"/>
                </a:cxn>
                <a:cxn ang="0">
                  <a:pos x="5" y="129"/>
                </a:cxn>
                <a:cxn ang="0">
                  <a:pos x="8" y="129"/>
                </a:cxn>
                <a:cxn ang="0">
                  <a:pos x="9" y="128"/>
                </a:cxn>
                <a:cxn ang="0">
                  <a:pos x="11" y="127"/>
                </a:cxn>
                <a:cxn ang="0">
                  <a:pos x="11" y="127"/>
                </a:cxn>
                <a:cxn ang="0">
                  <a:pos x="25" y="95"/>
                </a:cxn>
                <a:cxn ang="0">
                  <a:pos x="41" y="67"/>
                </a:cxn>
                <a:cxn ang="0">
                  <a:pos x="59" y="38"/>
                </a:cxn>
                <a:cxn ang="0">
                  <a:pos x="79" y="9"/>
                </a:cxn>
                <a:cxn ang="0">
                  <a:pos x="79" y="9"/>
                </a:cxn>
                <a:cxn ang="0">
                  <a:pos x="80" y="8"/>
                </a:cxn>
                <a:cxn ang="0">
                  <a:pos x="80" y="5"/>
                </a:cxn>
                <a:cxn ang="0">
                  <a:pos x="77" y="1"/>
                </a:cxn>
                <a:cxn ang="0">
                  <a:pos x="76" y="0"/>
                </a:cxn>
                <a:cxn ang="0">
                  <a:pos x="75" y="0"/>
                </a:cxn>
                <a:cxn ang="0">
                  <a:pos x="72" y="0"/>
                </a:cxn>
                <a:cxn ang="0">
                  <a:pos x="71" y="1"/>
                </a:cxn>
                <a:cxn ang="0">
                  <a:pos x="71" y="1"/>
                </a:cxn>
              </a:cxnLst>
              <a:rect l="0" t="0" r="r" b="b"/>
              <a:pathLst>
                <a:path w="80" h="129">
                  <a:moveTo>
                    <a:pt x="71" y="1"/>
                  </a:moveTo>
                  <a:lnTo>
                    <a:pt x="71" y="1"/>
                  </a:lnTo>
                  <a:lnTo>
                    <a:pt x="50" y="30"/>
                  </a:lnTo>
                  <a:lnTo>
                    <a:pt x="33" y="59"/>
                  </a:lnTo>
                  <a:lnTo>
                    <a:pt x="16" y="89"/>
                  </a:lnTo>
                  <a:lnTo>
                    <a:pt x="2" y="120"/>
                  </a:lnTo>
                  <a:lnTo>
                    <a:pt x="2" y="120"/>
                  </a:lnTo>
                  <a:lnTo>
                    <a:pt x="0" y="123"/>
                  </a:lnTo>
                  <a:lnTo>
                    <a:pt x="2" y="126"/>
                  </a:lnTo>
                  <a:lnTo>
                    <a:pt x="4" y="128"/>
                  </a:lnTo>
                  <a:lnTo>
                    <a:pt x="5" y="129"/>
                  </a:lnTo>
                  <a:lnTo>
                    <a:pt x="8" y="129"/>
                  </a:lnTo>
                  <a:lnTo>
                    <a:pt x="9" y="128"/>
                  </a:lnTo>
                  <a:lnTo>
                    <a:pt x="11" y="127"/>
                  </a:lnTo>
                  <a:lnTo>
                    <a:pt x="11" y="127"/>
                  </a:lnTo>
                  <a:lnTo>
                    <a:pt x="25" y="95"/>
                  </a:lnTo>
                  <a:lnTo>
                    <a:pt x="41" y="67"/>
                  </a:lnTo>
                  <a:lnTo>
                    <a:pt x="59" y="38"/>
                  </a:lnTo>
                  <a:lnTo>
                    <a:pt x="79" y="9"/>
                  </a:lnTo>
                  <a:lnTo>
                    <a:pt x="79" y="9"/>
                  </a:lnTo>
                  <a:lnTo>
                    <a:pt x="80" y="8"/>
                  </a:lnTo>
                  <a:lnTo>
                    <a:pt x="80" y="5"/>
                  </a:lnTo>
                  <a:lnTo>
                    <a:pt x="77" y="1"/>
                  </a:lnTo>
                  <a:lnTo>
                    <a:pt x="76" y="0"/>
                  </a:lnTo>
                  <a:lnTo>
                    <a:pt x="75" y="0"/>
                  </a:lnTo>
                  <a:lnTo>
                    <a:pt x="72" y="0"/>
                  </a:lnTo>
                  <a:lnTo>
                    <a:pt x="71" y="1"/>
                  </a:lnTo>
                  <a:lnTo>
                    <a:pt x="71" y="1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71" name="Freeform 483"/>
            <p:cNvSpPr/>
            <p:nvPr>
              <p:custDataLst>
                <p:tags r:id="rId25"/>
              </p:custDataLst>
            </p:nvPr>
          </p:nvSpPr>
          <p:spPr bwMode="auto">
            <a:xfrm>
              <a:off x="3581401" y="1608138"/>
              <a:ext cx="15875" cy="39688"/>
            </a:xfrm>
            <a:custGeom>
              <a:avLst/>
              <a:gdLst/>
              <a:ahLst/>
              <a:cxnLst>
                <a:cxn ang="0">
                  <a:pos x="30" y="6"/>
                </a:cxn>
                <a:cxn ang="0">
                  <a:pos x="30" y="6"/>
                </a:cxn>
                <a:cxn ang="0">
                  <a:pos x="29" y="17"/>
                </a:cxn>
                <a:cxn ang="0">
                  <a:pos x="25" y="29"/>
                </a:cxn>
                <a:cxn ang="0">
                  <a:pos x="17" y="53"/>
                </a:cxn>
                <a:cxn ang="0">
                  <a:pos x="17" y="53"/>
                </a:cxn>
                <a:cxn ang="0">
                  <a:pos x="10" y="74"/>
                </a:cxn>
                <a:cxn ang="0">
                  <a:pos x="6" y="84"/>
                </a:cxn>
                <a:cxn ang="0">
                  <a:pos x="1" y="93"/>
                </a:cxn>
                <a:cxn ang="0">
                  <a:pos x="1" y="93"/>
                </a:cxn>
                <a:cxn ang="0">
                  <a:pos x="0" y="96"/>
                </a:cxn>
                <a:cxn ang="0">
                  <a:pos x="0" y="99"/>
                </a:cxn>
                <a:cxn ang="0">
                  <a:pos x="2" y="101"/>
                </a:cxn>
                <a:cxn ang="0">
                  <a:pos x="6" y="102"/>
                </a:cxn>
                <a:cxn ang="0">
                  <a:pos x="9" y="101"/>
                </a:cxn>
                <a:cxn ang="0">
                  <a:pos x="10" y="100"/>
                </a:cxn>
                <a:cxn ang="0">
                  <a:pos x="10" y="100"/>
                </a:cxn>
                <a:cxn ang="0">
                  <a:pos x="16" y="89"/>
                </a:cxn>
                <a:cxn ang="0">
                  <a:pos x="21" y="78"/>
                </a:cxn>
                <a:cxn ang="0">
                  <a:pos x="29" y="55"/>
                </a:cxn>
                <a:cxn ang="0">
                  <a:pos x="29" y="55"/>
                </a:cxn>
                <a:cxn ang="0">
                  <a:pos x="36" y="31"/>
                </a:cxn>
                <a:cxn ang="0">
                  <a:pos x="40" y="19"/>
                </a:cxn>
                <a:cxn ang="0">
                  <a:pos x="42" y="6"/>
                </a:cxn>
                <a:cxn ang="0">
                  <a:pos x="42" y="6"/>
                </a:cxn>
                <a:cxn ang="0">
                  <a:pos x="42" y="3"/>
                </a:cxn>
                <a:cxn ang="0">
                  <a:pos x="40" y="2"/>
                </a:cxn>
                <a:cxn ang="0">
                  <a:pos x="36" y="0"/>
                </a:cxn>
                <a:cxn ang="0">
                  <a:pos x="33" y="2"/>
                </a:cxn>
                <a:cxn ang="0">
                  <a:pos x="31" y="3"/>
                </a:cxn>
                <a:cxn ang="0">
                  <a:pos x="30" y="6"/>
                </a:cxn>
                <a:cxn ang="0">
                  <a:pos x="30" y="6"/>
                </a:cxn>
              </a:cxnLst>
              <a:rect l="0" t="0" r="r" b="b"/>
              <a:pathLst>
                <a:path w="42" h="102">
                  <a:moveTo>
                    <a:pt x="30" y="6"/>
                  </a:moveTo>
                  <a:lnTo>
                    <a:pt x="30" y="6"/>
                  </a:lnTo>
                  <a:lnTo>
                    <a:pt x="29" y="17"/>
                  </a:lnTo>
                  <a:lnTo>
                    <a:pt x="25" y="29"/>
                  </a:lnTo>
                  <a:lnTo>
                    <a:pt x="17" y="53"/>
                  </a:lnTo>
                  <a:lnTo>
                    <a:pt x="17" y="53"/>
                  </a:lnTo>
                  <a:lnTo>
                    <a:pt x="10" y="74"/>
                  </a:lnTo>
                  <a:lnTo>
                    <a:pt x="6" y="84"/>
                  </a:lnTo>
                  <a:lnTo>
                    <a:pt x="1" y="93"/>
                  </a:lnTo>
                  <a:lnTo>
                    <a:pt x="1" y="93"/>
                  </a:lnTo>
                  <a:lnTo>
                    <a:pt x="0" y="96"/>
                  </a:lnTo>
                  <a:lnTo>
                    <a:pt x="0" y="99"/>
                  </a:lnTo>
                  <a:lnTo>
                    <a:pt x="2" y="101"/>
                  </a:lnTo>
                  <a:lnTo>
                    <a:pt x="6" y="102"/>
                  </a:lnTo>
                  <a:lnTo>
                    <a:pt x="9" y="101"/>
                  </a:lnTo>
                  <a:lnTo>
                    <a:pt x="10" y="100"/>
                  </a:lnTo>
                  <a:lnTo>
                    <a:pt x="10" y="100"/>
                  </a:lnTo>
                  <a:lnTo>
                    <a:pt x="16" y="89"/>
                  </a:lnTo>
                  <a:lnTo>
                    <a:pt x="21" y="78"/>
                  </a:lnTo>
                  <a:lnTo>
                    <a:pt x="29" y="55"/>
                  </a:lnTo>
                  <a:lnTo>
                    <a:pt x="29" y="55"/>
                  </a:lnTo>
                  <a:lnTo>
                    <a:pt x="36" y="31"/>
                  </a:lnTo>
                  <a:lnTo>
                    <a:pt x="40" y="19"/>
                  </a:lnTo>
                  <a:lnTo>
                    <a:pt x="42" y="6"/>
                  </a:lnTo>
                  <a:lnTo>
                    <a:pt x="42" y="6"/>
                  </a:lnTo>
                  <a:lnTo>
                    <a:pt x="42" y="3"/>
                  </a:lnTo>
                  <a:lnTo>
                    <a:pt x="40" y="2"/>
                  </a:lnTo>
                  <a:lnTo>
                    <a:pt x="36" y="0"/>
                  </a:lnTo>
                  <a:lnTo>
                    <a:pt x="33" y="2"/>
                  </a:lnTo>
                  <a:lnTo>
                    <a:pt x="31" y="3"/>
                  </a:lnTo>
                  <a:lnTo>
                    <a:pt x="30" y="6"/>
                  </a:lnTo>
                  <a:lnTo>
                    <a:pt x="30" y="6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72" name="Freeform 484"/>
            <p:cNvSpPr/>
            <p:nvPr>
              <p:custDataLst>
                <p:tags r:id="rId26"/>
              </p:custDataLst>
            </p:nvPr>
          </p:nvSpPr>
          <p:spPr bwMode="auto">
            <a:xfrm>
              <a:off x="3214688" y="1146175"/>
              <a:ext cx="12700" cy="30163"/>
            </a:xfrm>
            <a:custGeom>
              <a:avLst/>
              <a:gdLst/>
              <a:ahLst/>
              <a:cxnLst>
                <a:cxn ang="0">
                  <a:pos x="24" y="4"/>
                </a:cxn>
                <a:cxn ang="0">
                  <a:pos x="24" y="4"/>
                </a:cxn>
                <a:cxn ang="0">
                  <a:pos x="11" y="37"/>
                </a:cxn>
                <a:cxn ang="0">
                  <a:pos x="4" y="53"/>
                </a:cxn>
                <a:cxn ang="0">
                  <a:pos x="0" y="70"/>
                </a:cxn>
                <a:cxn ang="0">
                  <a:pos x="0" y="70"/>
                </a:cxn>
                <a:cxn ang="0">
                  <a:pos x="0" y="72"/>
                </a:cxn>
                <a:cxn ang="0">
                  <a:pos x="1" y="73"/>
                </a:cxn>
                <a:cxn ang="0">
                  <a:pos x="5" y="76"/>
                </a:cxn>
                <a:cxn ang="0">
                  <a:pos x="7" y="76"/>
                </a:cxn>
                <a:cxn ang="0">
                  <a:pos x="9" y="76"/>
                </a:cxn>
                <a:cxn ang="0">
                  <a:pos x="11" y="75"/>
                </a:cxn>
                <a:cxn ang="0">
                  <a:pos x="11" y="72"/>
                </a:cxn>
                <a:cxn ang="0">
                  <a:pos x="11" y="72"/>
                </a:cxn>
                <a:cxn ang="0">
                  <a:pos x="16" y="55"/>
                </a:cxn>
                <a:cxn ang="0">
                  <a:pos x="21" y="39"/>
                </a:cxn>
                <a:cxn ang="0">
                  <a:pos x="34" y="7"/>
                </a:cxn>
                <a:cxn ang="0">
                  <a:pos x="34" y="7"/>
                </a:cxn>
                <a:cxn ang="0">
                  <a:pos x="34" y="5"/>
                </a:cxn>
                <a:cxn ang="0">
                  <a:pos x="34" y="3"/>
                </a:cxn>
                <a:cxn ang="0">
                  <a:pos x="33" y="2"/>
                </a:cxn>
                <a:cxn ang="0">
                  <a:pos x="30" y="0"/>
                </a:cxn>
                <a:cxn ang="0">
                  <a:pos x="26" y="2"/>
                </a:cxn>
                <a:cxn ang="0">
                  <a:pos x="25" y="3"/>
                </a:cxn>
                <a:cxn ang="0">
                  <a:pos x="24" y="4"/>
                </a:cxn>
                <a:cxn ang="0">
                  <a:pos x="24" y="4"/>
                </a:cxn>
              </a:cxnLst>
              <a:rect l="0" t="0" r="r" b="b"/>
              <a:pathLst>
                <a:path w="34" h="76">
                  <a:moveTo>
                    <a:pt x="24" y="4"/>
                  </a:moveTo>
                  <a:lnTo>
                    <a:pt x="24" y="4"/>
                  </a:lnTo>
                  <a:lnTo>
                    <a:pt x="11" y="37"/>
                  </a:lnTo>
                  <a:lnTo>
                    <a:pt x="4" y="53"/>
                  </a:lnTo>
                  <a:lnTo>
                    <a:pt x="0" y="70"/>
                  </a:lnTo>
                  <a:lnTo>
                    <a:pt x="0" y="70"/>
                  </a:lnTo>
                  <a:lnTo>
                    <a:pt x="0" y="72"/>
                  </a:lnTo>
                  <a:lnTo>
                    <a:pt x="1" y="73"/>
                  </a:lnTo>
                  <a:lnTo>
                    <a:pt x="5" y="76"/>
                  </a:lnTo>
                  <a:lnTo>
                    <a:pt x="7" y="76"/>
                  </a:lnTo>
                  <a:lnTo>
                    <a:pt x="9" y="76"/>
                  </a:lnTo>
                  <a:lnTo>
                    <a:pt x="11" y="75"/>
                  </a:lnTo>
                  <a:lnTo>
                    <a:pt x="11" y="72"/>
                  </a:lnTo>
                  <a:lnTo>
                    <a:pt x="11" y="72"/>
                  </a:lnTo>
                  <a:lnTo>
                    <a:pt x="16" y="55"/>
                  </a:lnTo>
                  <a:lnTo>
                    <a:pt x="21" y="39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4" y="5"/>
                  </a:lnTo>
                  <a:lnTo>
                    <a:pt x="34" y="3"/>
                  </a:lnTo>
                  <a:lnTo>
                    <a:pt x="33" y="2"/>
                  </a:lnTo>
                  <a:lnTo>
                    <a:pt x="30" y="0"/>
                  </a:lnTo>
                  <a:lnTo>
                    <a:pt x="26" y="2"/>
                  </a:lnTo>
                  <a:lnTo>
                    <a:pt x="25" y="3"/>
                  </a:lnTo>
                  <a:lnTo>
                    <a:pt x="24" y="4"/>
                  </a:lnTo>
                  <a:lnTo>
                    <a:pt x="24" y="4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73" name="Freeform 485"/>
            <p:cNvSpPr/>
            <p:nvPr>
              <p:custDataLst>
                <p:tags r:id="rId27"/>
              </p:custDataLst>
            </p:nvPr>
          </p:nvSpPr>
          <p:spPr bwMode="auto">
            <a:xfrm>
              <a:off x="3240088" y="1150938"/>
              <a:ext cx="20638" cy="28575"/>
            </a:xfrm>
            <a:custGeom>
              <a:avLst/>
              <a:gdLst/>
              <a:ahLst/>
              <a:cxnLst>
                <a:cxn ang="0">
                  <a:pos x="46" y="0"/>
                </a:cxn>
                <a:cxn ang="0">
                  <a:pos x="46" y="0"/>
                </a:cxn>
                <a:cxn ang="0">
                  <a:pos x="39" y="7"/>
                </a:cxn>
                <a:cxn ang="0">
                  <a:pos x="34" y="13"/>
                </a:cxn>
                <a:cxn ang="0">
                  <a:pos x="30" y="21"/>
                </a:cxn>
                <a:cxn ang="0">
                  <a:pos x="26" y="29"/>
                </a:cxn>
                <a:cxn ang="0">
                  <a:pos x="26" y="29"/>
                </a:cxn>
                <a:cxn ang="0">
                  <a:pos x="13" y="47"/>
                </a:cxn>
                <a:cxn ang="0">
                  <a:pos x="1" y="67"/>
                </a:cxn>
                <a:cxn ang="0">
                  <a:pos x="1" y="67"/>
                </a:cxn>
                <a:cxn ang="0">
                  <a:pos x="0" y="69"/>
                </a:cxn>
                <a:cxn ang="0">
                  <a:pos x="1" y="72"/>
                </a:cxn>
                <a:cxn ang="0">
                  <a:pos x="4" y="75"/>
                </a:cxn>
                <a:cxn ang="0">
                  <a:pos x="8" y="76"/>
                </a:cxn>
                <a:cxn ang="0">
                  <a:pos x="9" y="75"/>
                </a:cxn>
                <a:cxn ang="0">
                  <a:pos x="12" y="73"/>
                </a:cxn>
                <a:cxn ang="0">
                  <a:pos x="12" y="73"/>
                </a:cxn>
                <a:cxn ang="0">
                  <a:pos x="21" y="56"/>
                </a:cxn>
                <a:cxn ang="0">
                  <a:pos x="32" y="41"/>
                </a:cxn>
                <a:cxn ang="0">
                  <a:pos x="32" y="41"/>
                </a:cxn>
                <a:cxn ang="0">
                  <a:pos x="35" y="33"/>
                </a:cxn>
                <a:cxn ang="0">
                  <a:pos x="41" y="24"/>
                </a:cxn>
                <a:cxn ang="0">
                  <a:pos x="45" y="16"/>
                </a:cxn>
                <a:cxn ang="0">
                  <a:pos x="47" y="13"/>
                </a:cxn>
                <a:cxn ang="0">
                  <a:pos x="51" y="10"/>
                </a:cxn>
                <a:cxn ang="0">
                  <a:pos x="51" y="10"/>
                </a:cxn>
                <a:cxn ang="0">
                  <a:pos x="52" y="9"/>
                </a:cxn>
                <a:cxn ang="0">
                  <a:pos x="54" y="7"/>
                </a:cxn>
                <a:cxn ang="0">
                  <a:pos x="52" y="3"/>
                </a:cxn>
                <a:cxn ang="0">
                  <a:pos x="50" y="0"/>
                </a:cxn>
                <a:cxn ang="0">
                  <a:pos x="47" y="0"/>
                </a:cxn>
                <a:cxn ang="0">
                  <a:pos x="46" y="0"/>
                </a:cxn>
                <a:cxn ang="0">
                  <a:pos x="46" y="0"/>
                </a:cxn>
              </a:cxnLst>
              <a:rect l="0" t="0" r="r" b="b"/>
              <a:pathLst>
                <a:path w="54" h="76">
                  <a:moveTo>
                    <a:pt x="46" y="0"/>
                  </a:moveTo>
                  <a:lnTo>
                    <a:pt x="46" y="0"/>
                  </a:lnTo>
                  <a:lnTo>
                    <a:pt x="39" y="7"/>
                  </a:lnTo>
                  <a:lnTo>
                    <a:pt x="34" y="13"/>
                  </a:lnTo>
                  <a:lnTo>
                    <a:pt x="30" y="21"/>
                  </a:lnTo>
                  <a:lnTo>
                    <a:pt x="26" y="29"/>
                  </a:lnTo>
                  <a:lnTo>
                    <a:pt x="26" y="29"/>
                  </a:lnTo>
                  <a:lnTo>
                    <a:pt x="13" y="47"/>
                  </a:lnTo>
                  <a:lnTo>
                    <a:pt x="1" y="67"/>
                  </a:lnTo>
                  <a:lnTo>
                    <a:pt x="1" y="67"/>
                  </a:lnTo>
                  <a:lnTo>
                    <a:pt x="0" y="69"/>
                  </a:lnTo>
                  <a:lnTo>
                    <a:pt x="1" y="72"/>
                  </a:lnTo>
                  <a:lnTo>
                    <a:pt x="4" y="75"/>
                  </a:lnTo>
                  <a:lnTo>
                    <a:pt x="8" y="76"/>
                  </a:lnTo>
                  <a:lnTo>
                    <a:pt x="9" y="75"/>
                  </a:lnTo>
                  <a:lnTo>
                    <a:pt x="12" y="73"/>
                  </a:lnTo>
                  <a:lnTo>
                    <a:pt x="12" y="73"/>
                  </a:lnTo>
                  <a:lnTo>
                    <a:pt x="21" y="56"/>
                  </a:lnTo>
                  <a:lnTo>
                    <a:pt x="32" y="41"/>
                  </a:lnTo>
                  <a:lnTo>
                    <a:pt x="32" y="41"/>
                  </a:lnTo>
                  <a:lnTo>
                    <a:pt x="35" y="33"/>
                  </a:lnTo>
                  <a:lnTo>
                    <a:pt x="41" y="24"/>
                  </a:lnTo>
                  <a:lnTo>
                    <a:pt x="45" y="16"/>
                  </a:lnTo>
                  <a:lnTo>
                    <a:pt x="47" y="13"/>
                  </a:lnTo>
                  <a:lnTo>
                    <a:pt x="51" y="10"/>
                  </a:lnTo>
                  <a:lnTo>
                    <a:pt x="51" y="10"/>
                  </a:lnTo>
                  <a:lnTo>
                    <a:pt x="52" y="9"/>
                  </a:lnTo>
                  <a:lnTo>
                    <a:pt x="54" y="7"/>
                  </a:lnTo>
                  <a:lnTo>
                    <a:pt x="52" y="3"/>
                  </a:lnTo>
                  <a:lnTo>
                    <a:pt x="50" y="0"/>
                  </a:lnTo>
                  <a:lnTo>
                    <a:pt x="47" y="0"/>
                  </a:lnTo>
                  <a:lnTo>
                    <a:pt x="46" y="0"/>
                  </a:lnTo>
                  <a:lnTo>
                    <a:pt x="46" y="0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74" name="Freeform 486"/>
            <p:cNvSpPr/>
            <p:nvPr>
              <p:custDataLst>
                <p:tags r:id="rId28"/>
              </p:custDataLst>
            </p:nvPr>
          </p:nvSpPr>
          <p:spPr bwMode="auto">
            <a:xfrm>
              <a:off x="3273426" y="1149350"/>
              <a:ext cx="12700" cy="23813"/>
            </a:xfrm>
            <a:custGeom>
              <a:avLst/>
              <a:gdLst/>
              <a:ahLst/>
              <a:cxnLst>
                <a:cxn ang="0">
                  <a:pos x="22" y="5"/>
                </a:cxn>
                <a:cxn ang="0">
                  <a:pos x="22" y="5"/>
                </a:cxn>
                <a:cxn ang="0">
                  <a:pos x="21" y="13"/>
                </a:cxn>
                <a:cxn ang="0">
                  <a:pos x="18" y="20"/>
                </a:cxn>
                <a:cxn ang="0">
                  <a:pos x="9" y="33"/>
                </a:cxn>
                <a:cxn ang="0">
                  <a:pos x="9" y="33"/>
                </a:cxn>
                <a:cxn ang="0">
                  <a:pos x="4" y="42"/>
                </a:cxn>
                <a:cxn ang="0">
                  <a:pos x="0" y="52"/>
                </a:cxn>
                <a:cxn ang="0">
                  <a:pos x="0" y="52"/>
                </a:cxn>
                <a:cxn ang="0">
                  <a:pos x="0" y="55"/>
                </a:cxn>
                <a:cxn ang="0">
                  <a:pos x="0" y="56"/>
                </a:cxn>
                <a:cxn ang="0">
                  <a:pos x="3" y="60"/>
                </a:cxn>
                <a:cxn ang="0">
                  <a:pos x="4" y="60"/>
                </a:cxn>
                <a:cxn ang="0">
                  <a:pos x="7" y="60"/>
                </a:cxn>
                <a:cxn ang="0">
                  <a:pos x="8" y="60"/>
                </a:cxn>
                <a:cxn ang="0">
                  <a:pos x="11" y="58"/>
                </a:cxn>
                <a:cxn ang="0">
                  <a:pos x="11" y="58"/>
                </a:cxn>
                <a:cxn ang="0">
                  <a:pos x="16" y="45"/>
                </a:cxn>
                <a:cxn ang="0">
                  <a:pos x="20" y="38"/>
                </a:cxn>
                <a:cxn ang="0">
                  <a:pos x="24" y="33"/>
                </a:cxn>
                <a:cxn ang="0">
                  <a:pos x="24" y="33"/>
                </a:cxn>
                <a:cxn ang="0">
                  <a:pos x="28" y="26"/>
                </a:cxn>
                <a:cxn ang="0">
                  <a:pos x="32" y="20"/>
                </a:cxn>
                <a:cxn ang="0">
                  <a:pos x="33" y="12"/>
                </a:cxn>
                <a:cxn ang="0">
                  <a:pos x="34" y="5"/>
                </a:cxn>
                <a:cxn ang="0">
                  <a:pos x="34" y="5"/>
                </a:cxn>
                <a:cxn ang="0">
                  <a:pos x="33" y="3"/>
                </a:cxn>
                <a:cxn ang="0">
                  <a:pos x="32" y="1"/>
                </a:cxn>
                <a:cxn ang="0">
                  <a:pos x="29" y="0"/>
                </a:cxn>
                <a:cxn ang="0">
                  <a:pos x="24" y="1"/>
                </a:cxn>
                <a:cxn ang="0">
                  <a:pos x="22" y="3"/>
                </a:cxn>
                <a:cxn ang="0">
                  <a:pos x="22" y="5"/>
                </a:cxn>
                <a:cxn ang="0">
                  <a:pos x="22" y="5"/>
                </a:cxn>
              </a:cxnLst>
              <a:rect l="0" t="0" r="r" b="b"/>
              <a:pathLst>
                <a:path w="34" h="60">
                  <a:moveTo>
                    <a:pt x="22" y="5"/>
                  </a:moveTo>
                  <a:lnTo>
                    <a:pt x="22" y="5"/>
                  </a:lnTo>
                  <a:lnTo>
                    <a:pt x="21" y="13"/>
                  </a:lnTo>
                  <a:lnTo>
                    <a:pt x="18" y="20"/>
                  </a:lnTo>
                  <a:lnTo>
                    <a:pt x="9" y="33"/>
                  </a:lnTo>
                  <a:lnTo>
                    <a:pt x="9" y="33"/>
                  </a:lnTo>
                  <a:lnTo>
                    <a:pt x="4" y="42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0" y="55"/>
                  </a:lnTo>
                  <a:lnTo>
                    <a:pt x="0" y="56"/>
                  </a:lnTo>
                  <a:lnTo>
                    <a:pt x="3" y="60"/>
                  </a:lnTo>
                  <a:lnTo>
                    <a:pt x="4" y="60"/>
                  </a:lnTo>
                  <a:lnTo>
                    <a:pt x="7" y="60"/>
                  </a:lnTo>
                  <a:lnTo>
                    <a:pt x="8" y="60"/>
                  </a:lnTo>
                  <a:lnTo>
                    <a:pt x="11" y="58"/>
                  </a:lnTo>
                  <a:lnTo>
                    <a:pt x="11" y="58"/>
                  </a:lnTo>
                  <a:lnTo>
                    <a:pt x="16" y="45"/>
                  </a:lnTo>
                  <a:lnTo>
                    <a:pt x="20" y="38"/>
                  </a:lnTo>
                  <a:lnTo>
                    <a:pt x="24" y="33"/>
                  </a:lnTo>
                  <a:lnTo>
                    <a:pt x="24" y="33"/>
                  </a:lnTo>
                  <a:lnTo>
                    <a:pt x="28" y="26"/>
                  </a:lnTo>
                  <a:lnTo>
                    <a:pt x="32" y="20"/>
                  </a:lnTo>
                  <a:lnTo>
                    <a:pt x="33" y="12"/>
                  </a:lnTo>
                  <a:lnTo>
                    <a:pt x="34" y="5"/>
                  </a:lnTo>
                  <a:lnTo>
                    <a:pt x="34" y="5"/>
                  </a:lnTo>
                  <a:lnTo>
                    <a:pt x="33" y="3"/>
                  </a:lnTo>
                  <a:lnTo>
                    <a:pt x="32" y="1"/>
                  </a:lnTo>
                  <a:lnTo>
                    <a:pt x="29" y="0"/>
                  </a:lnTo>
                  <a:lnTo>
                    <a:pt x="24" y="1"/>
                  </a:lnTo>
                  <a:lnTo>
                    <a:pt x="22" y="3"/>
                  </a:lnTo>
                  <a:lnTo>
                    <a:pt x="22" y="5"/>
                  </a:lnTo>
                  <a:lnTo>
                    <a:pt x="22" y="5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75" name="Freeform 487"/>
            <p:cNvSpPr/>
            <p:nvPr>
              <p:custDataLst>
                <p:tags r:id="rId29"/>
              </p:custDataLst>
            </p:nvPr>
          </p:nvSpPr>
          <p:spPr bwMode="auto">
            <a:xfrm>
              <a:off x="3379788" y="1117600"/>
              <a:ext cx="12700" cy="15875"/>
            </a:xfrm>
            <a:custGeom>
              <a:avLst/>
              <a:gdLst/>
              <a:ahLst/>
              <a:cxnLst>
                <a:cxn ang="0">
                  <a:pos x="19" y="6"/>
                </a:cxn>
                <a:cxn ang="0">
                  <a:pos x="19" y="6"/>
                </a:cxn>
                <a:cxn ang="0">
                  <a:pos x="18" y="9"/>
                </a:cxn>
                <a:cxn ang="0">
                  <a:pos x="15" y="12"/>
                </a:cxn>
                <a:cxn ang="0">
                  <a:pos x="11" y="19"/>
                </a:cxn>
                <a:cxn ang="0">
                  <a:pos x="11" y="19"/>
                </a:cxn>
                <a:cxn ang="0">
                  <a:pos x="5" y="25"/>
                </a:cxn>
                <a:cxn ang="0">
                  <a:pos x="1" y="33"/>
                </a:cxn>
                <a:cxn ang="0">
                  <a:pos x="1" y="33"/>
                </a:cxn>
                <a:cxn ang="0">
                  <a:pos x="0" y="36"/>
                </a:cxn>
                <a:cxn ang="0">
                  <a:pos x="0" y="38"/>
                </a:cxn>
                <a:cxn ang="0">
                  <a:pos x="2" y="41"/>
                </a:cxn>
                <a:cxn ang="0">
                  <a:pos x="6" y="42"/>
                </a:cxn>
                <a:cxn ang="0">
                  <a:pos x="9" y="41"/>
                </a:cxn>
                <a:cxn ang="0">
                  <a:pos x="10" y="40"/>
                </a:cxn>
                <a:cxn ang="0">
                  <a:pos x="10" y="40"/>
                </a:cxn>
                <a:cxn ang="0">
                  <a:pos x="15" y="30"/>
                </a:cxn>
                <a:cxn ang="0">
                  <a:pos x="22" y="23"/>
                </a:cxn>
                <a:cxn ang="0">
                  <a:pos x="27" y="15"/>
                </a:cxn>
                <a:cxn ang="0">
                  <a:pos x="30" y="11"/>
                </a:cxn>
                <a:cxn ang="0">
                  <a:pos x="30" y="6"/>
                </a:cxn>
                <a:cxn ang="0">
                  <a:pos x="30" y="6"/>
                </a:cxn>
                <a:cxn ang="0">
                  <a:pos x="30" y="3"/>
                </a:cxn>
                <a:cxn ang="0">
                  <a:pos x="28" y="2"/>
                </a:cxn>
                <a:cxn ang="0">
                  <a:pos x="24" y="0"/>
                </a:cxn>
                <a:cxn ang="0">
                  <a:pos x="21" y="2"/>
                </a:cxn>
                <a:cxn ang="0">
                  <a:pos x="19" y="3"/>
                </a:cxn>
                <a:cxn ang="0">
                  <a:pos x="19" y="6"/>
                </a:cxn>
                <a:cxn ang="0">
                  <a:pos x="19" y="6"/>
                </a:cxn>
              </a:cxnLst>
              <a:rect l="0" t="0" r="r" b="b"/>
              <a:pathLst>
                <a:path w="30" h="42">
                  <a:moveTo>
                    <a:pt x="19" y="6"/>
                  </a:moveTo>
                  <a:lnTo>
                    <a:pt x="19" y="6"/>
                  </a:lnTo>
                  <a:lnTo>
                    <a:pt x="18" y="9"/>
                  </a:lnTo>
                  <a:lnTo>
                    <a:pt x="15" y="12"/>
                  </a:lnTo>
                  <a:lnTo>
                    <a:pt x="11" y="19"/>
                  </a:lnTo>
                  <a:lnTo>
                    <a:pt x="11" y="19"/>
                  </a:lnTo>
                  <a:lnTo>
                    <a:pt x="5" y="25"/>
                  </a:lnTo>
                  <a:lnTo>
                    <a:pt x="1" y="33"/>
                  </a:lnTo>
                  <a:lnTo>
                    <a:pt x="1" y="33"/>
                  </a:lnTo>
                  <a:lnTo>
                    <a:pt x="0" y="36"/>
                  </a:lnTo>
                  <a:lnTo>
                    <a:pt x="0" y="38"/>
                  </a:lnTo>
                  <a:lnTo>
                    <a:pt x="2" y="41"/>
                  </a:lnTo>
                  <a:lnTo>
                    <a:pt x="6" y="42"/>
                  </a:lnTo>
                  <a:lnTo>
                    <a:pt x="9" y="41"/>
                  </a:lnTo>
                  <a:lnTo>
                    <a:pt x="10" y="40"/>
                  </a:lnTo>
                  <a:lnTo>
                    <a:pt x="10" y="40"/>
                  </a:lnTo>
                  <a:lnTo>
                    <a:pt x="15" y="30"/>
                  </a:lnTo>
                  <a:lnTo>
                    <a:pt x="22" y="23"/>
                  </a:lnTo>
                  <a:lnTo>
                    <a:pt x="27" y="15"/>
                  </a:lnTo>
                  <a:lnTo>
                    <a:pt x="30" y="11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3"/>
                  </a:lnTo>
                  <a:lnTo>
                    <a:pt x="28" y="2"/>
                  </a:lnTo>
                  <a:lnTo>
                    <a:pt x="24" y="0"/>
                  </a:lnTo>
                  <a:lnTo>
                    <a:pt x="21" y="2"/>
                  </a:lnTo>
                  <a:lnTo>
                    <a:pt x="19" y="3"/>
                  </a:lnTo>
                  <a:lnTo>
                    <a:pt x="19" y="6"/>
                  </a:lnTo>
                  <a:lnTo>
                    <a:pt x="19" y="6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76" name="Freeform 488"/>
            <p:cNvSpPr/>
            <p:nvPr>
              <p:custDataLst>
                <p:tags r:id="rId30"/>
              </p:custDataLst>
            </p:nvPr>
          </p:nvSpPr>
          <p:spPr bwMode="auto">
            <a:xfrm>
              <a:off x="3406776" y="1123950"/>
              <a:ext cx="14288" cy="19050"/>
            </a:xfrm>
            <a:custGeom>
              <a:avLst/>
              <a:gdLst/>
              <a:ahLst/>
              <a:cxnLst>
                <a:cxn ang="0">
                  <a:pos x="23" y="1"/>
                </a:cxn>
                <a:cxn ang="0">
                  <a:pos x="23" y="1"/>
                </a:cxn>
                <a:cxn ang="0">
                  <a:pos x="17" y="10"/>
                </a:cxn>
                <a:cxn ang="0">
                  <a:pos x="9" y="20"/>
                </a:cxn>
                <a:cxn ang="0">
                  <a:pos x="4" y="29"/>
                </a:cxn>
                <a:cxn ang="0">
                  <a:pos x="1" y="34"/>
                </a:cxn>
                <a:cxn ang="0">
                  <a:pos x="0" y="39"/>
                </a:cxn>
                <a:cxn ang="0">
                  <a:pos x="0" y="39"/>
                </a:cxn>
                <a:cxn ang="0">
                  <a:pos x="1" y="42"/>
                </a:cxn>
                <a:cxn ang="0">
                  <a:pos x="2" y="43"/>
                </a:cxn>
                <a:cxn ang="0">
                  <a:pos x="5" y="44"/>
                </a:cxn>
                <a:cxn ang="0">
                  <a:pos x="10" y="43"/>
                </a:cxn>
                <a:cxn ang="0">
                  <a:pos x="11" y="42"/>
                </a:cxn>
                <a:cxn ang="0">
                  <a:pos x="11" y="39"/>
                </a:cxn>
                <a:cxn ang="0">
                  <a:pos x="11" y="39"/>
                </a:cxn>
                <a:cxn ang="0">
                  <a:pos x="13" y="34"/>
                </a:cxn>
                <a:cxn ang="0">
                  <a:pos x="15" y="30"/>
                </a:cxn>
                <a:cxn ang="0">
                  <a:pos x="21" y="23"/>
                </a:cxn>
                <a:cxn ang="0">
                  <a:pos x="21" y="23"/>
                </a:cxn>
                <a:cxn ang="0">
                  <a:pos x="27" y="16"/>
                </a:cxn>
                <a:cxn ang="0">
                  <a:pos x="34" y="8"/>
                </a:cxn>
                <a:cxn ang="0">
                  <a:pos x="34" y="8"/>
                </a:cxn>
                <a:cxn ang="0">
                  <a:pos x="35" y="5"/>
                </a:cxn>
                <a:cxn ang="0">
                  <a:pos x="35" y="4"/>
                </a:cxn>
                <a:cxn ang="0">
                  <a:pos x="34" y="1"/>
                </a:cxn>
                <a:cxn ang="0">
                  <a:pos x="32" y="0"/>
                </a:cxn>
                <a:cxn ang="0">
                  <a:pos x="27" y="0"/>
                </a:cxn>
                <a:cxn ang="0">
                  <a:pos x="26" y="0"/>
                </a:cxn>
                <a:cxn ang="0">
                  <a:pos x="23" y="1"/>
                </a:cxn>
                <a:cxn ang="0">
                  <a:pos x="23" y="1"/>
                </a:cxn>
              </a:cxnLst>
              <a:rect l="0" t="0" r="r" b="b"/>
              <a:pathLst>
                <a:path w="35" h="44">
                  <a:moveTo>
                    <a:pt x="23" y="1"/>
                  </a:moveTo>
                  <a:lnTo>
                    <a:pt x="23" y="1"/>
                  </a:lnTo>
                  <a:lnTo>
                    <a:pt x="17" y="10"/>
                  </a:lnTo>
                  <a:lnTo>
                    <a:pt x="9" y="20"/>
                  </a:lnTo>
                  <a:lnTo>
                    <a:pt x="4" y="29"/>
                  </a:lnTo>
                  <a:lnTo>
                    <a:pt x="1" y="34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1" y="42"/>
                  </a:lnTo>
                  <a:lnTo>
                    <a:pt x="2" y="43"/>
                  </a:lnTo>
                  <a:lnTo>
                    <a:pt x="5" y="44"/>
                  </a:lnTo>
                  <a:lnTo>
                    <a:pt x="10" y="43"/>
                  </a:lnTo>
                  <a:lnTo>
                    <a:pt x="11" y="42"/>
                  </a:lnTo>
                  <a:lnTo>
                    <a:pt x="11" y="39"/>
                  </a:lnTo>
                  <a:lnTo>
                    <a:pt x="11" y="39"/>
                  </a:lnTo>
                  <a:lnTo>
                    <a:pt x="13" y="34"/>
                  </a:lnTo>
                  <a:lnTo>
                    <a:pt x="15" y="30"/>
                  </a:lnTo>
                  <a:lnTo>
                    <a:pt x="21" y="23"/>
                  </a:lnTo>
                  <a:lnTo>
                    <a:pt x="21" y="23"/>
                  </a:lnTo>
                  <a:lnTo>
                    <a:pt x="27" y="16"/>
                  </a:lnTo>
                  <a:lnTo>
                    <a:pt x="34" y="8"/>
                  </a:lnTo>
                  <a:lnTo>
                    <a:pt x="34" y="8"/>
                  </a:lnTo>
                  <a:lnTo>
                    <a:pt x="35" y="5"/>
                  </a:lnTo>
                  <a:lnTo>
                    <a:pt x="35" y="4"/>
                  </a:lnTo>
                  <a:lnTo>
                    <a:pt x="34" y="1"/>
                  </a:lnTo>
                  <a:lnTo>
                    <a:pt x="32" y="0"/>
                  </a:lnTo>
                  <a:lnTo>
                    <a:pt x="27" y="0"/>
                  </a:lnTo>
                  <a:lnTo>
                    <a:pt x="26" y="0"/>
                  </a:lnTo>
                  <a:lnTo>
                    <a:pt x="23" y="1"/>
                  </a:lnTo>
                  <a:lnTo>
                    <a:pt x="23" y="1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77" name="Freeform 489"/>
            <p:cNvSpPr/>
            <p:nvPr>
              <p:custDataLst>
                <p:tags r:id="rId31"/>
              </p:custDataLst>
            </p:nvPr>
          </p:nvSpPr>
          <p:spPr bwMode="auto">
            <a:xfrm>
              <a:off x="3440113" y="1130300"/>
              <a:ext cx="14288" cy="23813"/>
            </a:xfrm>
            <a:custGeom>
              <a:avLst/>
              <a:gdLst/>
              <a:ahLst/>
              <a:cxnLst>
                <a:cxn ang="0">
                  <a:pos x="24" y="3"/>
                </a:cxn>
                <a:cxn ang="0">
                  <a:pos x="24" y="3"/>
                </a:cxn>
                <a:cxn ang="0">
                  <a:pos x="2" y="53"/>
                </a:cxn>
                <a:cxn ang="0">
                  <a:pos x="2" y="53"/>
                </a:cxn>
                <a:cxn ang="0">
                  <a:pos x="0" y="55"/>
                </a:cxn>
                <a:cxn ang="0">
                  <a:pos x="2" y="57"/>
                </a:cxn>
                <a:cxn ang="0">
                  <a:pos x="4" y="60"/>
                </a:cxn>
                <a:cxn ang="0">
                  <a:pos x="6" y="60"/>
                </a:cxn>
                <a:cxn ang="0">
                  <a:pos x="8" y="60"/>
                </a:cxn>
                <a:cxn ang="0">
                  <a:pos x="10" y="60"/>
                </a:cxn>
                <a:cxn ang="0">
                  <a:pos x="12" y="58"/>
                </a:cxn>
                <a:cxn ang="0">
                  <a:pos x="12" y="58"/>
                </a:cxn>
                <a:cxn ang="0">
                  <a:pos x="34" y="8"/>
                </a:cxn>
                <a:cxn ang="0">
                  <a:pos x="34" y="8"/>
                </a:cxn>
                <a:cxn ang="0">
                  <a:pos x="34" y="7"/>
                </a:cxn>
                <a:cxn ang="0">
                  <a:pos x="34" y="4"/>
                </a:cxn>
                <a:cxn ang="0">
                  <a:pos x="32" y="0"/>
                </a:cxn>
                <a:cxn ang="0">
                  <a:pos x="30" y="0"/>
                </a:cxn>
                <a:cxn ang="0">
                  <a:pos x="28" y="0"/>
                </a:cxn>
                <a:cxn ang="0">
                  <a:pos x="27" y="2"/>
                </a:cxn>
                <a:cxn ang="0">
                  <a:pos x="24" y="3"/>
                </a:cxn>
                <a:cxn ang="0">
                  <a:pos x="24" y="3"/>
                </a:cxn>
              </a:cxnLst>
              <a:rect l="0" t="0" r="r" b="b"/>
              <a:pathLst>
                <a:path w="34" h="60">
                  <a:moveTo>
                    <a:pt x="24" y="3"/>
                  </a:moveTo>
                  <a:lnTo>
                    <a:pt x="24" y="3"/>
                  </a:lnTo>
                  <a:lnTo>
                    <a:pt x="2" y="53"/>
                  </a:lnTo>
                  <a:lnTo>
                    <a:pt x="2" y="53"/>
                  </a:lnTo>
                  <a:lnTo>
                    <a:pt x="0" y="55"/>
                  </a:lnTo>
                  <a:lnTo>
                    <a:pt x="2" y="57"/>
                  </a:lnTo>
                  <a:lnTo>
                    <a:pt x="4" y="60"/>
                  </a:lnTo>
                  <a:lnTo>
                    <a:pt x="6" y="60"/>
                  </a:lnTo>
                  <a:lnTo>
                    <a:pt x="8" y="60"/>
                  </a:lnTo>
                  <a:lnTo>
                    <a:pt x="10" y="60"/>
                  </a:lnTo>
                  <a:lnTo>
                    <a:pt x="12" y="58"/>
                  </a:lnTo>
                  <a:lnTo>
                    <a:pt x="12" y="58"/>
                  </a:lnTo>
                  <a:lnTo>
                    <a:pt x="34" y="8"/>
                  </a:lnTo>
                  <a:lnTo>
                    <a:pt x="34" y="8"/>
                  </a:lnTo>
                  <a:lnTo>
                    <a:pt x="34" y="7"/>
                  </a:lnTo>
                  <a:lnTo>
                    <a:pt x="34" y="4"/>
                  </a:lnTo>
                  <a:lnTo>
                    <a:pt x="32" y="0"/>
                  </a:lnTo>
                  <a:lnTo>
                    <a:pt x="30" y="0"/>
                  </a:lnTo>
                  <a:lnTo>
                    <a:pt x="28" y="0"/>
                  </a:lnTo>
                  <a:lnTo>
                    <a:pt x="27" y="2"/>
                  </a:lnTo>
                  <a:lnTo>
                    <a:pt x="24" y="3"/>
                  </a:lnTo>
                  <a:lnTo>
                    <a:pt x="24" y="3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78" name="Freeform 490"/>
            <p:cNvSpPr/>
            <p:nvPr>
              <p:custDataLst>
                <p:tags r:id="rId32"/>
              </p:custDataLst>
            </p:nvPr>
          </p:nvSpPr>
          <p:spPr bwMode="auto">
            <a:xfrm>
              <a:off x="3463926" y="1141413"/>
              <a:ext cx="15875" cy="26988"/>
            </a:xfrm>
            <a:custGeom>
              <a:avLst/>
              <a:gdLst/>
              <a:ahLst/>
              <a:cxnLst>
                <a:cxn ang="0">
                  <a:pos x="27" y="3"/>
                </a:cxn>
                <a:cxn ang="0">
                  <a:pos x="27" y="3"/>
                </a:cxn>
                <a:cxn ang="0">
                  <a:pos x="23" y="12"/>
                </a:cxn>
                <a:cxn ang="0">
                  <a:pos x="21" y="21"/>
                </a:cxn>
                <a:cxn ang="0">
                  <a:pos x="17" y="31"/>
                </a:cxn>
                <a:cxn ang="0">
                  <a:pos x="12" y="38"/>
                </a:cxn>
                <a:cxn ang="0">
                  <a:pos x="12" y="38"/>
                </a:cxn>
                <a:cxn ang="0">
                  <a:pos x="8" y="44"/>
                </a:cxn>
                <a:cxn ang="0">
                  <a:pos x="4" y="50"/>
                </a:cxn>
                <a:cxn ang="0">
                  <a:pos x="1" y="57"/>
                </a:cxn>
                <a:cxn ang="0">
                  <a:pos x="0" y="63"/>
                </a:cxn>
                <a:cxn ang="0">
                  <a:pos x="0" y="63"/>
                </a:cxn>
                <a:cxn ang="0">
                  <a:pos x="0" y="66"/>
                </a:cxn>
                <a:cxn ang="0">
                  <a:pos x="1" y="67"/>
                </a:cxn>
                <a:cxn ang="0">
                  <a:pos x="2" y="68"/>
                </a:cxn>
                <a:cxn ang="0">
                  <a:pos x="5" y="68"/>
                </a:cxn>
                <a:cxn ang="0">
                  <a:pos x="9" y="67"/>
                </a:cxn>
                <a:cxn ang="0">
                  <a:pos x="10" y="66"/>
                </a:cxn>
                <a:cxn ang="0">
                  <a:pos x="12" y="63"/>
                </a:cxn>
                <a:cxn ang="0">
                  <a:pos x="12" y="63"/>
                </a:cxn>
                <a:cxn ang="0">
                  <a:pos x="13" y="57"/>
                </a:cxn>
                <a:cxn ang="0">
                  <a:pos x="17" y="51"/>
                </a:cxn>
                <a:cxn ang="0">
                  <a:pos x="22" y="45"/>
                </a:cxn>
                <a:cxn ang="0">
                  <a:pos x="26" y="40"/>
                </a:cxn>
                <a:cxn ang="0">
                  <a:pos x="26" y="40"/>
                </a:cxn>
                <a:cxn ang="0">
                  <a:pos x="29" y="33"/>
                </a:cxn>
                <a:cxn ang="0">
                  <a:pos x="31" y="25"/>
                </a:cxn>
                <a:cxn ang="0">
                  <a:pos x="34" y="17"/>
                </a:cxn>
                <a:cxn ang="0">
                  <a:pos x="36" y="10"/>
                </a:cxn>
                <a:cxn ang="0">
                  <a:pos x="36" y="10"/>
                </a:cxn>
                <a:cxn ang="0">
                  <a:pos x="38" y="7"/>
                </a:cxn>
                <a:cxn ang="0">
                  <a:pos x="38" y="4"/>
                </a:cxn>
                <a:cxn ang="0">
                  <a:pos x="34" y="2"/>
                </a:cxn>
                <a:cxn ang="0">
                  <a:pos x="33" y="0"/>
                </a:cxn>
                <a:cxn ang="0">
                  <a:pos x="30" y="0"/>
                </a:cxn>
                <a:cxn ang="0">
                  <a:pos x="29" y="2"/>
                </a:cxn>
                <a:cxn ang="0">
                  <a:pos x="27" y="3"/>
                </a:cxn>
                <a:cxn ang="0">
                  <a:pos x="27" y="3"/>
                </a:cxn>
              </a:cxnLst>
              <a:rect l="0" t="0" r="r" b="b"/>
              <a:pathLst>
                <a:path w="38" h="68">
                  <a:moveTo>
                    <a:pt x="27" y="3"/>
                  </a:moveTo>
                  <a:lnTo>
                    <a:pt x="27" y="3"/>
                  </a:lnTo>
                  <a:lnTo>
                    <a:pt x="23" y="12"/>
                  </a:lnTo>
                  <a:lnTo>
                    <a:pt x="21" y="21"/>
                  </a:lnTo>
                  <a:lnTo>
                    <a:pt x="17" y="31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8" y="44"/>
                  </a:lnTo>
                  <a:lnTo>
                    <a:pt x="4" y="50"/>
                  </a:lnTo>
                  <a:lnTo>
                    <a:pt x="1" y="57"/>
                  </a:lnTo>
                  <a:lnTo>
                    <a:pt x="0" y="63"/>
                  </a:lnTo>
                  <a:lnTo>
                    <a:pt x="0" y="63"/>
                  </a:lnTo>
                  <a:lnTo>
                    <a:pt x="0" y="66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5" y="68"/>
                  </a:lnTo>
                  <a:lnTo>
                    <a:pt x="9" y="67"/>
                  </a:lnTo>
                  <a:lnTo>
                    <a:pt x="10" y="66"/>
                  </a:lnTo>
                  <a:lnTo>
                    <a:pt x="12" y="63"/>
                  </a:lnTo>
                  <a:lnTo>
                    <a:pt x="12" y="63"/>
                  </a:lnTo>
                  <a:lnTo>
                    <a:pt x="13" y="57"/>
                  </a:lnTo>
                  <a:lnTo>
                    <a:pt x="17" y="51"/>
                  </a:lnTo>
                  <a:lnTo>
                    <a:pt x="22" y="45"/>
                  </a:lnTo>
                  <a:lnTo>
                    <a:pt x="26" y="40"/>
                  </a:lnTo>
                  <a:lnTo>
                    <a:pt x="26" y="40"/>
                  </a:lnTo>
                  <a:lnTo>
                    <a:pt x="29" y="33"/>
                  </a:lnTo>
                  <a:lnTo>
                    <a:pt x="31" y="25"/>
                  </a:lnTo>
                  <a:lnTo>
                    <a:pt x="34" y="17"/>
                  </a:lnTo>
                  <a:lnTo>
                    <a:pt x="36" y="10"/>
                  </a:lnTo>
                  <a:lnTo>
                    <a:pt x="36" y="10"/>
                  </a:lnTo>
                  <a:lnTo>
                    <a:pt x="38" y="7"/>
                  </a:lnTo>
                  <a:lnTo>
                    <a:pt x="38" y="4"/>
                  </a:lnTo>
                  <a:lnTo>
                    <a:pt x="34" y="2"/>
                  </a:lnTo>
                  <a:lnTo>
                    <a:pt x="33" y="0"/>
                  </a:lnTo>
                  <a:lnTo>
                    <a:pt x="30" y="0"/>
                  </a:lnTo>
                  <a:lnTo>
                    <a:pt x="29" y="2"/>
                  </a:lnTo>
                  <a:lnTo>
                    <a:pt x="27" y="3"/>
                  </a:lnTo>
                  <a:lnTo>
                    <a:pt x="27" y="3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79" name="Freeform 491"/>
            <p:cNvSpPr/>
            <p:nvPr>
              <p:custDataLst>
                <p:tags r:id="rId33"/>
              </p:custDataLst>
            </p:nvPr>
          </p:nvSpPr>
          <p:spPr bwMode="auto">
            <a:xfrm>
              <a:off x="3489326" y="1144588"/>
              <a:ext cx="14288" cy="22225"/>
            </a:xfrm>
            <a:custGeom>
              <a:avLst/>
              <a:gdLst/>
              <a:ahLst/>
              <a:cxnLst>
                <a:cxn ang="0">
                  <a:pos x="23" y="3"/>
                </a:cxn>
                <a:cxn ang="0">
                  <a:pos x="23" y="3"/>
                </a:cxn>
                <a:cxn ang="0">
                  <a:pos x="17" y="15"/>
                </a:cxn>
                <a:cxn ang="0">
                  <a:pos x="9" y="26"/>
                </a:cxn>
                <a:cxn ang="0">
                  <a:pos x="4" y="38"/>
                </a:cxn>
                <a:cxn ang="0">
                  <a:pos x="1" y="45"/>
                </a:cxn>
                <a:cxn ang="0">
                  <a:pos x="0" y="51"/>
                </a:cxn>
                <a:cxn ang="0">
                  <a:pos x="0" y="51"/>
                </a:cxn>
                <a:cxn ang="0">
                  <a:pos x="1" y="54"/>
                </a:cxn>
                <a:cxn ang="0">
                  <a:pos x="3" y="57"/>
                </a:cxn>
                <a:cxn ang="0">
                  <a:pos x="6" y="58"/>
                </a:cxn>
                <a:cxn ang="0">
                  <a:pos x="10" y="57"/>
                </a:cxn>
                <a:cxn ang="0">
                  <a:pos x="12" y="54"/>
                </a:cxn>
                <a:cxn ang="0">
                  <a:pos x="12" y="51"/>
                </a:cxn>
                <a:cxn ang="0">
                  <a:pos x="12" y="51"/>
                </a:cxn>
                <a:cxn ang="0">
                  <a:pos x="13" y="46"/>
                </a:cxn>
                <a:cxn ang="0">
                  <a:pos x="14" y="41"/>
                </a:cxn>
                <a:cxn ang="0">
                  <a:pos x="21" y="29"/>
                </a:cxn>
                <a:cxn ang="0">
                  <a:pos x="27" y="19"/>
                </a:cxn>
                <a:cxn ang="0">
                  <a:pos x="34" y="9"/>
                </a:cxn>
                <a:cxn ang="0">
                  <a:pos x="34" y="9"/>
                </a:cxn>
                <a:cxn ang="0">
                  <a:pos x="35" y="7"/>
                </a:cxn>
                <a:cxn ang="0">
                  <a:pos x="34" y="4"/>
                </a:cxn>
                <a:cxn ang="0">
                  <a:pos x="31" y="2"/>
                </a:cxn>
                <a:cxn ang="0">
                  <a:pos x="27" y="0"/>
                </a:cxn>
                <a:cxn ang="0">
                  <a:pos x="26" y="2"/>
                </a:cxn>
                <a:cxn ang="0">
                  <a:pos x="23" y="3"/>
                </a:cxn>
                <a:cxn ang="0">
                  <a:pos x="23" y="3"/>
                </a:cxn>
              </a:cxnLst>
              <a:rect l="0" t="0" r="r" b="b"/>
              <a:pathLst>
                <a:path w="35" h="58">
                  <a:moveTo>
                    <a:pt x="23" y="3"/>
                  </a:moveTo>
                  <a:lnTo>
                    <a:pt x="23" y="3"/>
                  </a:lnTo>
                  <a:lnTo>
                    <a:pt x="17" y="15"/>
                  </a:lnTo>
                  <a:lnTo>
                    <a:pt x="9" y="26"/>
                  </a:lnTo>
                  <a:lnTo>
                    <a:pt x="4" y="38"/>
                  </a:lnTo>
                  <a:lnTo>
                    <a:pt x="1" y="45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1" y="54"/>
                  </a:lnTo>
                  <a:lnTo>
                    <a:pt x="3" y="57"/>
                  </a:lnTo>
                  <a:lnTo>
                    <a:pt x="6" y="58"/>
                  </a:lnTo>
                  <a:lnTo>
                    <a:pt x="10" y="57"/>
                  </a:lnTo>
                  <a:lnTo>
                    <a:pt x="12" y="54"/>
                  </a:lnTo>
                  <a:lnTo>
                    <a:pt x="12" y="51"/>
                  </a:lnTo>
                  <a:lnTo>
                    <a:pt x="12" y="51"/>
                  </a:lnTo>
                  <a:lnTo>
                    <a:pt x="13" y="46"/>
                  </a:lnTo>
                  <a:lnTo>
                    <a:pt x="14" y="41"/>
                  </a:lnTo>
                  <a:lnTo>
                    <a:pt x="21" y="29"/>
                  </a:lnTo>
                  <a:lnTo>
                    <a:pt x="27" y="19"/>
                  </a:lnTo>
                  <a:lnTo>
                    <a:pt x="34" y="9"/>
                  </a:lnTo>
                  <a:lnTo>
                    <a:pt x="34" y="9"/>
                  </a:lnTo>
                  <a:lnTo>
                    <a:pt x="35" y="7"/>
                  </a:lnTo>
                  <a:lnTo>
                    <a:pt x="34" y="4"/>
                  </a:lnTo>
                  <a:lnTo>
                    <a:pt x="31" y="2"/>
                  </a:lnTo>
                  <a:lnTo>
                    <a:pt x="27" y="0"/>
                  </a:lnTo>
                  <a:lnTo>
                    <a:pt x="26" y="2"/>
                  </a:lnTo>
                  <a:lnTo>
                    <a:pt x="23" y="3"/>
                  </a:lnTo>
                  <a:lnTo>
                    <a:pt x="23" y="3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80" name="Freeform 492"/>
            <p:cNvSpPr/>
            <p:nvPr>
              <p:custDataLst>
                <p:tags r:id="rId34"/>
              </p:custDataLst>
            </p:nvPr>
          </p:nvSpPr>
          <p:spPr bwMode="auto">
            <a:xfrm>
              <a:off x="3517901" y="1138238"/>
              <a:ext cx="9525" cy="12700"/>
            </a:xfrm>
            <a:custGeom>
              <a:avLst/>
              <a:gdLst/>
              <a:ahLst/>
              <a:cxnLst>
                <a:cxn ang="0">
                  <a:pos x="16" y="4"/>
                </a:cxn>
                <a:cxn ang="0">
                  <a:pos x="16" y="4"/>
                </a:cxn>
                <a:cxn ang="0">
                  <a:pos x="8" y="14"/>
                </a:cxn>
                <a:cxn ang="0">
                  <a:pos x="0" y="26"/>
                </a:cxn>
                <a:cxn ang="0">
                  <a:pos x="0" y="26"/>
                </a:cxn>
                <a:cxn ang="0">
                  <a:pos x="0" y="28"/>
                </a:cxn>
                <a:cxn ang="0">
                  <a:pos x="0" y="31"/>
                </a:cxn>
                <a:cxn ang="0">
                  <a:pos x="3" y="34"/>
                </a:cxn>
                <a:cxn ang="0">
                  <a:pos x="7" y="35"/>
                </a:cxn>
                <a:cxn ang="0">
                  <a:pos x="9" y="34"/>
                </a:cxn>
                <a:cxn ang="0">
                  <a:pos x="11" y="31"/>
                </a:cxn>
                <a:cxn ang="0">
                  <a:pos x="11" y="31"/>
                </a:cxn>
                <a:cxn ang="0">
                  <a:pos x="19" y="21"/>
                </a:cxn>
                <a:cxn ang="0">
                  <a:pos x="26" y="9"/>
                </a:cxn>
                <a:cxn ang="0">
                  <a:pos x="26" y="9"/>
                </a:cxn>
                <a:cxn ang="0">
                  <a:pos x="26" y="6"/>
                </a:cxn>
                <a:cxn ang="0">
                  <a:pos x="26" y="5"/>
                </a:cxn>
                <a:cxn ang="0">
                  <a:pos x="24" y="1"/>
                </a:cxn>
                <a:cxn ang="0">
                  <a:pos x="20" y="0"/>
                </a:cxn>
                <a:cxn ang="0">
                  <a:pos x="17" y="1"/>
                </a:cxn>
                <a:cxn ang="0">
                  <a:pos x="16" y="4"/>
                </a:cxn>
                <a:cxn ang="0">
                  <a:pos x="16" y="4"/>
                </a:cxn>
              </a:cxnLst>
              <a:rect l="0" t="0" r="r" b="b"/>
              <a:pathLst>
                <a:path w="26" h="35">
                  <a:moveTo>
                    <a:pt x="16" y="4"/>
                  </a:moveTo>
                  <a:lnTo>
                    <a:pt x="16" y="4"/>
                  </a:lnTo>
                  <a:lnTo>
                    <a:pt x="8" y="14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3" y="34"/>
                  </a:lnTo>
                  <a:lnTo>
                    <a:pt x="7" y="35"/>
                  </a:lnTo>
                  <a:lnTo>
                    <a:pt x="9" y="34"/>
                  </a:lnTo>
                  <a:lnTo>
                    <a:pt x="11" y="31"/>
                  </a:lnTo>
                  <a:lnTo>
                    <a:pt x="11" y="31"/>
                  </a:lnTo>
                  <a:lnTo>
                    <a:pt x="19" y="21"/>
                  </a:lnTo>
                  <a:lnTo>
                    <a:pt x="26" y="9"/>
                  </a:lnTo>
                  <a:lnTo>
                    <a:pt x="26" y="9"/>
                  </a:lnTo>
                  <a:lnTo>
                    <a:pt x="26" y="6"/>
                  </a:lnTo>
                  <a:lnTo>
                    <a:pt x="26" y="5"/>
                  </a:lnTo>
                  <a:lnTo>
                    <a:pt x="24" y="1"/>
                  </a:lnTo>
                  <a:lnTo>
                    <a:pt x="20" y="0"/>
                  </a:lnTo>
                  <a:lnTo>
                    <a:pt x="17" y="1"/>
                  </a:lnTo>
                  <a:lnTo>
                    <a:pt x="16" y="4"/>
                  </a:lnTo>
                  <a:lnTo>
                    <a:pt x="16" y="4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81" name="Freeform 493"/>
            <p:cNvSpPr/>
            <p:nvPr>
              <p:custDataLst>
                <p:tags r:id="rId35"/>
              </p:custDataLst>
            </p:nvPr>
          </p:nvSpPr>
          <p:spPr bwMode="auto">
            <a:xfrm>
              <a:off x="3608388" y="1120775"/>
              <a:ext cx="14288" cy="17463"/>
            </a:xfrm>
            <a:custGeom>
              <a:avLst/>
              <a:gdLst/>
              <a:ahLst/>
              <a:cxnLst>
                <a:cxn ang="0">
                  <a:pos x="25" y="2"/>
                </a:cxn>
                <a:cxn ang="0">
                  <a:pos x="25" y="2"/>
                </a:cxn>
                <a:cxn ang="0">
                  <a:pos x="18" y="9"/>
                </a:cxn>
                <a:cxn ang="0">
                  <a:pos x="13" y="17"/>
                </a:cxn>
                <a:cxn ang="0">
                  <a:pos x="8" y="25"/>
                </a:cxn>
                <a:cxn ang="0">
                  <a:pos x="2" y="32"/>
                </a:cxn>
                <a:cxn ang="0">
                  <a:pos x="2" y="32"/>
                </a:cxn>
                <a:cxn ang="0">
                  <a:pos x="1" y="35"/>
                </a:cxn>
                <a:cxn ang="0">
                  <a:pos x="0" y="36"/>
                </a:cxn>
                <a:cxn ang="0">
                  <a:pos x="2" y="40"/>
                </a:cxn>
                <a:cxn ang="0">
                  <a:pos x="6" y="42"/>
                </a:cxn>
                <a:cxn ang="0">
                  <a:pos x="8" y="42"/>
                </a:cxn>
                <a:cxn ang="0">
                  <a:pos x="10" y="40"/>
                </a:cxn>
                <a:cxn ang="0">
                  <a:pos x="10" y="40"/>
                </a:cxn>
                <a:cxn ang="0">
                  <a:pos x="16" y="34"/>
                </a:cxn>
                <a:cxn ang="0">
                  <a:pos x="22" y="26"/>
                </a:cxn>
                <a:cxn ang="0">
                  <a:pos x="27" y="17"/>
                </a:cxn>
                <a:cxn ang="0">
                  <a:pos x="33" y="10"/>
                </a:cxn>
                <a:cxn ang="0">
                  <a:pos x="33" y="10"/>
                </a:cxn>
                <a:cxn ang="0">
                  <a:pos x="34" y="8"/>
                </a:cxn>
                <a:cxn ang="0">
                  <a:pos x="35" y="6"/>
                </a:cxn>
                <a:cxn ang="0">
                  <a:pos x="33" y="2"/>
                </a:cxn>
                <a:cxn ang="0">
                  <a:pos x="29" y="0"/>
                </a:cxn>
                <a:cxn ang="0">
                  <a:pos x="27" y="1"/>
                </a:cxn>
                <a:cxn ang="0">
                  <a:pos x="25" y="2"/>
                </a:cxn>
                <a:cxn ang="0">
                  <a:pos x="25" y="2"/>
                </a:cxn>
              </a:cxnLst>
              <a:rect l="0" t="0" r="r" b="b"/>
              <a:pathLst>
                <a:path w="35" h="42">
                  <a:moveTo>
                    <a:pt x="25" y="2"/>
                  </a:moveTo>
                  <a:lnTo>
                    <a:pt x="25" y="2"/>
                  </a:lnTo>
                  <a:lnTo>
                    <a:pt x="18" y="9"/>
                  </a:lnTo>
                  <a:lnTo>
                    <a:pt x="13" y="17"/>
                  </a:lnTo>
                  <a:lnTo>
                    <a:pt x="8" y="25"/>
                  </a:lnTo>
                  <a:lnTo>
                    <a:pt x="2" y="32"/>
                  </a:lnTo>
                  <a:lnTo>
                    <a:pt x="2" y="32"/>
                  </a:lnTo>
                  <a:lnTo>
                    <a:pt x="1" y="35"/>
                  </a:lnTo>
                  <a:lnTo>
                    <a:pt x="0" y="36"/>
                  </a:lnTo>
                  <a:lnTo>
                    <a:pt x="2" y="40"/>
                  </a:lnTo>
                  <a:lnTo>
                    <a:pt x="6" y="42"/>
                  </a:lnTo>
                  <a:lnTo>
                    <a:pt x="8" y="42"/>
                  </a:lnTo>
                  <a:lnTo>
                    <a:pt x="10" y="40"/>
                  </a:lnTo>
                  <a:lnTo>
                    <a:pt x="10" y="40"/>
                  </a:lnTo>
                  <a:lnTo>
                    <a:pt x="16" y="34"/>
                  </a:lnTo>
                  <a:lnTo>
                    <a:pt x="22" y="26"/>
                  </a:lnTo>
                  <a:lnTo>
                    <a:pt x="27" y="17"/>
                  </a:lnTo>
                  <a:lnTo>
                    <a:pt x="33" y="10"/>
                  </a:lnTo>
                  <a:lnTo>
                    <a:pt x="33" y="10"/>
                  </a:lnTo>
                  <a:lnTo>
                    <a:pt x="34" y="8"/>
                  </a:lnTo>
                  <a:lnTo>
                    <a:pt x="35" y="6"/>
                  </a:lnTo>
                  <a:lnTo>
                    <a:pt x="33" y="2"/>
                  </a:lnTo>
                  <a:lnTo>
                    <a:pt x="29" y="0"/>
                  </a:lnTo>
                  <a:lnTo>
                    <a:pt x="27" y="1"/>
                  </a:lnTo>
                  <a:lnTo>
                    <a:pt x="25" y="2"/>
                  </a:lnTo>
                  <a:lnTo>
                    <a:pt x="25" y="2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82" name="Freeform 494"/>
            <p:cNvSpPr/>
            <p:nvPr>
              <p:custDataLst>
                <p:tags r:id="rId36"/>
              </p:custDataLst>
            </p:nvPr>
          </p:nvSpPr>
          <p:spPr bwMode="auto">
            <a:xfrm>
              <a:off x="3640138" y="1130300"/>
              <a:ext cx="9525" cy="17463"/>
            </a:xfrm>
            <a:custGeom>
              <a:avLst/>
              <a:gdLst/>
              <a:ahLst/>
              <a:cxnLst>
                <a:cxn ang="0">
                  <a:pos x="10" y="6"/>
                </a:cxn>
                <a:cxn ang="0">
                  <a:pos x="10" y="6"/>
                </a:cxn>
                <a:cxn ang="0">
                  <a:pos x="9" y="13"/>
                </a:cxn>
                <a:cxn ang="0">
                  <a:pos x="7" y="20"/>
                </a:cxn>
                <a:cxn ang="0">
                  <a:pos x="0" y="33"/>
                </a:cxn>
                <a:cxn ang="0">
                  <a:pos x="0" y="33"/>
                </a:cxn>
                <a:cxn ang="0">
                  <a:pos x="0" y="36"/>
                </a:cxn>
                <a:cxn ang="0">
                  <a:pos x="0" y="38"/>
                </a:cxn>
                <a:cxn ang="0">
                  <a:pos x="3" y="41"/>
                </a:cxn>
                <a:cxn ang="0">
                  <a:pos x="7" y="42"/>
                </a:cxn>
                <a:cxn ang="0">
                  <a:pos x="8" y="41"/>
                </a:cxn>
                <a:cxn ang="0">
                  <a:pos x="10" y="40"/>
                </a:cxn>
                <a:cxn ang="0">
                  <a:pos x="10" y="40"/>
                </a:cxn>
                <a:cxn ang="0">
                  <a:pos x="18" y="23"/>
                </a:cxn>
                <a:cxn ang="0">
                  <a:pos x="21" y="15"/>
                </a:cxn>
                <a:cxn ang="0">
                  <a:pos x="22" y="6"/>
                </a:cxn>
                <a:cxn ang="0">
                  <a:pos x="22" y="6"/>
                </a:cxn>
                <a:cxn ang="0">
                  <a:pos x="22" y="3"/>
                </a:cxn>
                <a:cxn ang="0">
                  <a:pos x="21" y="2"/>
                </a:cxn>
                <a:cxn ang="0">
                  <a:pos x="17" y="0"/>
                </a:cxn>
                <a:cxn ang="0">
                  <a:pos x="13" y="2"/>
                </a:cxn>
                <a:cxn ang="0">
                  <a:pos x="12" y="3"/>
                </a:cxn>
                <a:cxn ang="0">
                  <a:pos x="10" y="6"/>
                </a:cxn>
                <a:cxn ang="0">
                  <a:pos x="10" y="6"/>
                </a:cxn>
              </a:cxnLst>
              <a:rect l="0" t="0" r="r" b="b"/>
              <a:pathLst>
                <a:path w="22" h="42">
                  <a:moveTo>
                    <a:pt x="10" y="6"/>
                  </a:moveTo>
                  <a:lnTo>
                    <a:pt x="10" y="6"/>
                  </a:lnTo>
                  <a:lnTo>
                    <a:pt x="9" y="13"/>
                  </a:lnTo>
                  <a:lnTo>
                    <a:pt x="7" y="20"/>
                  </a:lnTo>
                  <a:lnTo>
                    <a:pt x="0" y="33"/>
                  </a:lnTo>
                  <a:lnTo>
                    <a:pt x="0" y="33"/>
                  </a:lnTo>
                  <a:lnTo>
                    <a:pt x="0" y="36"/>
                  </a:lnTo>
                  <a:lnTo>
                    <a:pt x="0" y="38"/>
                  </a:lnTo>
                  <a:lnTo>
                    <a:pt x="3" y="41"/>
                  </a:lnTo>
                  <a:lnTo>
                    <a:pt x="7" y="42"/>
                  </a:lnTo>
                  <a:lnTo>
                    <a:pt x="8" y="41"/>
                  </a:lnTo>
                  <a:lnTo>
                    <a:pt x="10" y="40"/>
                  </a:lnTo>
                  <a:lnTo>
                    <a:pt x="10" y="40"/>
                  </a:lnTo>
                  <a:lnTo>
                    <a:pt x="18" y="23"/>
                  </a:lnTo>
                  <a:lnTo>
                    <a:pt x="21" y="15"/>
                  </a:lnTo>
                  <a:lnTo>
                    <a:pt x="22" y="6"/>
                  </a:lnTo>
                  <a:lnTo>
                    <a:pt x="22" y="6"/>
                  </a:lnTo>
                  <a:lnTo>
                    <a:pt x="22" y="3"/>
                  </a:lnTo>
                  <a:lnTo>
                    <a:pt x="21" y="2"/>
                  </a:lnTo>
                  <a:lnTo>
                    <a:pt x="17" y="0"/>
                  </a:lnTo>
                  <a:lnTo>
                    <a:pt x="13" y="2"/>
                  </a:lnTo>
                  <a:lnTo>
                    <a:pt x="12" y="3"/>
                  </a:lnTo>
                  <a:lnTo>
                    <a:pt x="10" y="6"/>
                  </a:lnTo>
                  <a:lnTo>
                    <a:pt x="10" y="6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83" name="Freeform 495"/>
            <p:cNvSpPr/>
            <p:nvPr>
              <p:custDataLst>
                <p:tags r:id="rId37"/>
              </p:custDataLst>
            </p:nvPr>
          </p:nvSpPr>
          <p:spPr bwMode="auto">
            <a:xfrm>
              <a:off x="3662363" y="1141413"/>
              <a:ext cx="14288" cy="23813"/>
            </a:xfrm>
            <a:custGeom>
              <a:avLst/>
              <a:gdLst/>
              <a:ahLst/>
              <a:cxnLst>
                <a:cxn ang="0">
                  <a:pos x="24" y="7"/>
                </a:cxn>
                <a:cxn ang="0">
                  <a:pos x="24" y="7"/>
                </a:cxn>
                <a:cxn ang="0">
                  <a:pos x="22" y="14"/>
                </a:cxn>
                <a:cxn ang="0">
                  <a:pos x="19" y="19"/>
                </a:cxn>
                <a:cxn ang="0">
                  <a:pos x="12" y="31"/>
                </a:cxn>
                <a:cxn ang="0">
                  <a:pos x="12" y="31"/>
                </a:cxn>
                <a:cxn ang="0">
                  <a:pos x="5" y="42"/>
                </a:cxn>
                <a:cxn ang="0">
                  <a:pos x="0" y="54"/>
                </a:cxn>
                <a:cxn ang="0">
                  <a:pos x="0" y="54"/>
                </a:cxn>
                <a:cxn ang="0">
                  <a:pos x="0" y="57"/>
                </a:cxn>
                <a:cxn ang="0">
                  <a:pos x="2" y="59"/>
                </a:cxn>
                <a:cxn ang="0">
                  <a:pos x="5" y="62"/>
                </a:cxn>
                <a:cxn ang="0">
                  <a:pos x="9" y="61"/>
                </a:cxn>
                <a:cxn ang="0">
                  <a:pos x="11" y="59"/>
                </a:cxn>
                <a:cxn ang="0">
                  <a:pos x="12" y="58"/>
                </a:cxn>
                <a:cxn ang="0">
                  <a:pos x="12" y="58"/>
                </a:cxn>
                <a:cxn ang="0">
                  <a:pos x="13" y="50"/>
                </a:cxn>
                <a:cxn ang="0">
                  <a:pos x="17" y="45"/>
                </a:cxn>
                <a:cxn ang="0">
                  <a:pos x="24" y="32"/>
                </a:cxn>
                <a:cxn ang="0">
                  <a:pos x="32" y="20"/>
                </a:cxn>
                <a:cxn ang="0">
                  <a:pos x="33" y="14"/>
                </a:cxn>
                <a:cxn ang="0">
                  <a:pos x="34" y="7"/>
                </a:cxn>
                <a:cxn ang="0">
                  <a:pos x="34" y="7"/>
                </a:cxn>
                <a:cxn ang="0">
                  <a:pos x="34" y="4"/>
                </a:cxn>
                <a:cxn ang="0">
                  <a:pos x="33" y="2"/>
                </a:cxn>
                <a:cxn ang="0">
                  <a:pos x="29" y="0"/>
                </a:cxn>
                <a:cxn ang="0">
                  <a:pos x="25" y="2"/>
                </a:cxn>
                <a:cxn ang="0">
                  <a:pos x="24" y="4"/>
                </a:cxn>
                <a:cxn ang="0">
                  <a:pos x="24" y="7"/>
                </a:cxn>
                <a:cxn ang="0">
                  <a:pos x="24" y="7"/>
                </a:cxn>
              </a:cxnLst>
              <a:rect l="0" t="0" r="r" b="b"/>
              <a:pathLst>
                <a:path w="34" h="62">
                  <a:moveTo>
                    <a:pt x="24" y="7"/>
                  </a:moveTo>
                  <a:lnTo>
                    <a:pt x="24" y="7"/>
                  </a:lnTo>
                  <a:lnTo>
                    <a:pt x="22" y="14"/>
                  </a:lnTo>
                  <a:lnTo>
                    <a:pt x="19" y="19"/>
                  </a:lnTo>
                  <a:lnTo>
                    <a:pt x="12" y="31"/>
                  </a:lnTo>
                  <a:lnTo>
                    <a:pt x="12" y="31"/>
                  </a:lnTo>
                  <a:lnTo>
                    <a:pt x="5" y="42"/>
                  </a:lnTo>
                  <a:lnTo>
                    <a:pt x="0" y="54"/>
                  </a:lnTo>
                  <a:lnTo>
                    <a:pt x="0" y="54"/>
                  </a:lnTo>
                  <a:lnTo>
                    <a:pt x="0" y="57"/>
                  </a:lnTo>
                  <a:lnTo>
                    <a:pt x="2" y="59"/>
                  </a:lnTo>
                  <a:lnTo>
                    <a:pt x="5" y="62"/>
                  </a:lnTo>
                  <a:lnTo>
                    <a:pt x="9" y="61"/>
                  </a:lnTo>
                  <a:lnTo>
                    <a:pt x="11" y="59"/>
                  </a:lnTo>
                  <a:lnTo>
                    <a:pt x="12" y="58"/>
                  </a:lnTo>
                  <a:lnTo>
                    <a:pt x="12" y="58"/>
                  </a:lnTo>
                  <a:lnTo>
                    <a:pt x="13" y="50"/>
                  </a:lnTo>
                  <a:lnTo>
                    <a:pt x="17" y="45"/>
                  </a:lnTo>
                  <a:lnTo>
                    <a:pt x="24" y="32"/>
                  </a:lnTo>
                  <a:lnTo>
                    <a:pt x="32" y="20"/>
                  </a:lnTo>
                  <a:lnTo>
                    <a:pt x="33" y="14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4" y="4"/>
                  </a:lnTo>
                  <a:lnTo>
                    <a:pt x="33" y="2"/>
                  </a:lnTo>
                  <a:lnTo>
                    <a:pt x="29" y="0"/>
                  </a:lnTo>
                  <a:lnTo>
                    <a:pt x="25" y="2"/>
                  </a:lnTo>
                  <a:lnTo>
                    <a:pt x="24" y="4"/>
                  </a:lnTo>
                  <a:lnTo>
                    <a:pt x="24" y="7"/>
                  </a:lnTo>
                  <a:lnTo>
                    <a:pt x="24" y="7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84" name="Freeform 496"/>
            <p:cNvSpPr/>
            <p:nvPr>
              <p:custDataLst>
                <p:tags r:id="rId38"/>
              </p:custDataLst>
            </p:nvPr>
          </p:nvSpPr>
          <p:spPr bwMode="auto">
            <a:xfrm>
              <a:off x="3681413" y="1150938"/>
              <a:ext cx="15875" cy="25400"/>
            </a:xfrm>
            <a:custGeom>
              <a:avLst/>
              <a:gdLst/>
              <a:ahLst/>
              <a:cxnLst>
                <a:cxn ang="0">
                  <a:pos x="29" y="1"/>
                </a:cxn>
                <a:cxn ang="0">
                  <a:pos x="29" y="1"/>
                </a:cxn>
                <a:cxn ang="0">
                  <a:pos x="22" y="6"/>
                </a:cxn>
                <a:cxn ang="0">
                  <a:pos x="18" y="12"/>
                </a:cxn>
                <a:cxn ang="0">
                  <a:pos x="12" y="25"/>
                </a:cxn>
                <a:cxn ang="0">
                  <a:pos x="6" y="38"/>
                </a:cxn>
                <a:cxn ang="0">
                  <a:pos x="1" y="52"/>
                </a:cxn>
                <a:cxn ang="0">
                  <a:pos x="1" y="52"/>
                </a:cxn>
                <a:cxn ang="0">
                  <a:pos x="0" y="54"/>
                </a:cxn>
                <a:cxn ang="0">
                  <a:pos x="0" y="56"/>
                </a:cxn>
                <a:cxn ang="0">
                  <a:pos x="3" y="60"/>
                </a:cxn>
                <a:cxn ang="0">
                  <a:pos x="5" y="60"/>
                </a:cxn>
                <a:cxn ang="0">
                  <a:pos x="8" y="60"/>
                </a:cxn>
                <a:cxn ang="0">
                  <a:pos x="9" y="59"/>
                </a:cxn>
                <a:cxn ang="0">
                  <a:pos x="10" y="57"/>
                </a:cxn>
                <a:cxn ang="0">
                  <a:pos x="10" y="57"/>
                </a:cxn>
                <a:cxn ang="0">
                  <a:pos x="16" y="44"/>
                </a:cxn>
                <a:cxn ang="0">
                  <a:pos x="21" y="31"/>
                </a:cxn>
                <a:cxn ang="0">
                  <a:pos x="27" y="20"/>
                </a:cxn>
                <a:cxn ang="0">
                  <a:pos x="31" y="14"/>
                </a:cxn>
                <a:cxn ang="0">
                  <a:pos x="37" y="9"/>
                </a:cxn>
                <a:cxn ang="0">
                  <a:pos x="37" y="9"/>
                </a:cxn>
                <a:cxn ang="0">
                  <a:pos x="38" y="8"/>
                </a:cxn>
                <a:cxn ang="0">
                  <a:pos x="38" y="5"/>
                </a:cxn>
                <a:cxn ang="0">
                  <a:pos x="38" y="4"/>
                </a:cxn>
                <a:cxn ang="0">
                  <a:pos x="37" y="1"/>
                </a:cxn>
                <a:cxn ang="0">
                  <a:pos x="33" y="0"/>
                </a:cxn>
                <a:cxn ang="0">
                  <a:pos x="30" y="0"/>
                </a:cxn>
                <a:cxn ang="0">
                  <a:pos x="29" y="1"/>
                </a:cxn>
                <a:cxn ang="0">
                  <a:pos x="29" y="1"/>
                </a:cxn>
              </a:cxnLst>
              <a:rect l="0" t="0" r="r" b="b"/>
              <a:pathLst>
                <a:path w="38" h="60">
                  <a:moveTo>
                    <a:pt x="29" y="1"/>
                  </a:moveTo>
                  <a:lnTo>
                    <a:pt x="29" y="1"/>
                  </a:lnTo>
                  <a:lnTo>
                    <a:pt x="22" y="6"/>
                  </a:lnTo>
                  <a:lnTo>
                    <a:pt x="18" y="12"/>
                  </a:lnTo>
                  <a:lnTo>
                    <a:pt x="12" y="25"/>
                  </a:lnTo>
                  <a:lnTo>
                    <a:pt x="6" y="38"/>
                  </a:lnTo>
                  <a:lnTo>
                    <a:pt x="1" y="52"/>
                  </a:lnTo>
                  <a:lnTo>
                    <a:pt x="1" y="52"/>
                  </a:lnTo>
                  <a:lnTo>
                    <a:pt x="0" y="54"/>
                  </a:lnTo>
                  <a:lnTo>
                    <a:pt x="0" y="56"/>
                  </a:lnTo>
                  <a:lnTo>
                    <a:pt x="3" y="60"/>
                  </a:lnTo>
                  <a:lnTo>
                    <a:pt x="5" y="60"/>
                  </a:lnTo>
                  <a:lnTo>
                    <a:pt x="8" y="60"/>
                  </a:lnTo>
                  <a:lnTo>
                    <a:pt x="9" y="59"/>
                  </a:lnTo>
                  <a:lnTo>
                    <a:pt x="10" y="57"/>
                  </a:lnTo>
                  <a:lnTo>
                    <a:pt x="10" y="57"/>
                  </a:lnTo>
                  <a:lnTo>
                    <a:pt x="16" y="44"/>
                  </a:lnTo>
                  <a:lnTo>
                    <a:pt x="21" y="31"/>
                  </a:lnTo>
                  <a:lnTo>
                    <a:pt x="27" y="20"/>
                  </a:lnTo>
                  <a:lnTo>
                    <a:pt x="31" y="14"/>
                  </a:lnTo>
                  <a:lnTo>
                    <a:pt x="37" y="9"/>
                  </a:lnTo>
                  <a:lnTo>
                    <a:pt x="37" y="9"/>
                  </a:lnTo>
                  <a:lnTo>
                    <a:pt x="38" y="8"/>
                  </a:lnTo>
                  <a:lnTo>
                    <a:pt x="38" y="5"/>
                  </a:lnTo>
                  <a:lnTo>
                    <a:pt x="38" y="4"/>
                  </a:lnTo>
                  <a:lnTo>
                    <a:pt x="37" y="1"/>
                  </a:lnTo>
                  <a:lnTo>
                    <a:pt x="33" y="0"/>
                  </a:lnTo>
                  <a:lnTo>
                    <a:pt x="30" y="0"/>
                  </a:lnTo>
                  <a:lnTo>
                    <a:pt x="29" y="1"/>
                  </a:lnTo>
                  <a:lnTo>
                    <a:pt x="29" y="1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85" name="Freeform 497"/>
            <p:cNvSpPr/>
            <p:nvPr>
              <p:custDataLst>
                <p:tags r:id="rId39"/>
              </p:custDataLst>
            </p:nvPr>
          </p:nvSpPr>
          <p:spPr bwMode="auto">
            <a:xfrm>
              <a:off x="3708401" y="1157288"/>
              <a:ext cx="9525" cy="19050"/>
            </a:xfrm>
            <a:custGeom>
              <a:avLst/>
              <a:gdLst/>
              <a:ahLst/>
              <a:cxnLst>
                <a:cxn ang="0">
                  <a:pos x="16" y="7"/>
                </a:cxn>
                <a:cxn ang="0">
                  <a:pos x="16" y="7"/>
                </a:cxn>
                <a:cxn ang="0">
                  <a:pos x="14" y="11"/>
                </a:cxn>
                <a:cxn ang="0">
                  <a:pos x="12" y="15"/>
                </a:cxn>
                <a:cxn ang="0">
                  <a:pos x="7" y="23"/>
                </a:cxn>
                <a:cxn ang="0">
                  <a:pos x="7" y="23"/>
                </a:cxn>
                <a:cxn ang="0">
                  <a:pos x="3" y="32"/>
                </a:cxn>
                <a:cxn ang="0">
                  <a:pos x="1" y="36"/>
                </a:cxn>
                <a:cxn ang="0">
                  <a:pos x="0" y="41"/>
                </a:cxn>
                <a:cxn ang="0">
                  <a:pos x="0" y="41"/>
                </a:cxn>
                <a:cxn ang="0">
                  <a:pos x="1" y="43"/>
                </a:cxn>
                <a:cxn ang="0">
                  <a:pos x="3" y="45"/>
                </a:cxn>
                <a:cxn ang="0">
                  <a:pos x="7" y="46"/>
                </a:cxn>
                <a:cxn ang="0">
                  <a:pos x="10" y="45"/>
                </a:cxn>
                <a:cxn ang="0">
                  <a:pos x="12" y="43"/>
                </a:cxn>
                <a:cxn ang="0">
                  <a:pos x="12" y="41"/>
                </a:cxn>
                <a:cxn ang="0">
                  <a:pos x="12" y="41"/>
                </a:cxn>
                <a:cxn ang="0">
                  <a:pos x="13" y="36"/>
                </a:cxn>
                <a:cxn ang="0">
                  <a:pos x="16" y="30"/>
                </a:cxn>
                <a:cxn ang="0">
                  <a:pos x="21" y="23"/>
                </a:cxn>
                <a:cxn ang="0">
                  <a:pos x="21" y="23"/>
                </a:cxn>
                <a:cxn ang="0">
                  <a:pos x="24" y="19"/>
                </a:cxn>
                <a:cxn ang="0">
                  <a:pos x="26" y="15"/>
                </a:cxn>
                <a:cxn ang="0">
                  <a:pos x="28" y="7"/>
                </a:cxn>
                <a:cxn ang="0">
                  <a:pos x="28" y="7"/>
                </a:cxn>
                <a:cxn ang="0">
                  <a:pos x="26" y="4"/>
                </a:cxn>
                <a:cxn ang="0">
                  <a:pos x="26" y="2"/>
                </a:cxn>
                <a:cxn ang="0">
                  <a:pos x="22" y="0"/>
                </a:cxn>
                <a:cxn ang="0">
                  <a:pos x="18" y="2"/>
                </a:cxn>
                <a:cxn ang="0">
                  <a:pos x="17" y="4"/>
                </a:cxn>
                <a:cxn ang="0">
                  <a:pos x="16" y="7"/>
                </a:cxn>
                <a:cxn ang="0">
                  <a:pos x="16" y="7"/>
                </a:cxn>
              </a:cxnLst>
              <a:rect l="0" t="0" r="r" b="b"/>
              <a:pathLst>
                <a:path w="28" h="46">
                  <a:moveTo>
                    <a:pt x="16" y="7"/>
                  </a:moveTo>
                  <a:lnTo>
                    <a:pt x="16" y="7"/>
                  </a:lnTo>
                  <a:lnTo>
                    <a:pt x="14" y="11"/>
                  </a:lnTo>
                  <a:lnTo>
                    <a:pt x="12" y="15"/>
                  </a:lnTo>
                  <a:lnTo>
                    <a:pt x="7" y="23"/>
                  </a:lnTo>
                  <a:lnTo>
                    <a:pt x="7" y="23"/>
                  </a:lnTo>
                  <a:lnTo>
                    <a:pt x="3" y="32"/>
                  </a:lnTo>
                  <a:lnTo>
                    <a:pt x="1" y="36"/>
                  </a:lnTo>
                  <a:lnTo>
                    <a:pt x="0" y="41"/>
                  </a:lnTo>
                  <a:lnTo>
                    <a:pt x="0" y="41"/>
                  </a:lnTo>
                  <a:lnTo>
                    <a:pt x="1" y="43"/>
                  </a:lnTo>
                  <a:lnTo>
                    <a:pt x="3" y="45"/>
                  </a:lnTo>
                  <a:lnTo>
                    <a:pt x="7" y="46"/>
                  </a:lnTo>
                  <a:lnTo>
                    <a:pt x="10" y="45"/>
                  </a:lnTo>
                  <a:lnTo>
                    <a:pt x="12" y="43"/>
                  </a:lnTo>
                  <a:lnTo>
                    <a:pt x="12" y="41"/>
                  </a:lnTo>
                  <a:lnTo>
                    <a:pt x="12" y="41"/>
                  </a:lnTo>
                  <a:lnTo>
                    <a:pt x="13" y="36"/>
                  </a:lnTo>
                  <a:lnTo>
                    <a:pt x="16" y="30"/>
                  </a:lnTo>
                  <a:lnTo>
                    <a:pt x="21" y="23"/>
                  </a:lnTo>
                  <a:lnTo>
                    <a:pt x="21" y="23"/>
                  </a:lnTo>
                  <a:lnTo>
                    <a:pt x="24" y="19"/>
                  </a:lnTo>
                  <a:lnTo>
                    <a:pt x="26" y="15"/>
                  </a:lnTo>
                  <a:lnTo>
                    <a:pt x="28" y="7"/>
                  </a:lnTo>
                  <a:lnTo>
                    <a:pt x="28" y="7"/>
                  </a:lnTo>
                  <a:lnTo>
                    <a:pt x="26" y="4"/>
                  </a:lnTo>
                  <a:lnTo>
                    <a:pt x="26" y="2"/>
                  </a:lnTo>
                  <a:lnTo>
                    <a:pt x="22" y="0"/>
                  </a:lnTo>
                  <a:lnTo>
                    <a:pt x="18" y="2"/>
                  </a:lnTo>
                  <a:lnTo>
                    <a:pt x="17" y="4"/>
                  </a:lnTo>
                  <a:lnTo>
                    <a:pt x="16" y="7"/>
                  </a:lnTo>
                  <a:lnTo>
                    <a:pt x="16" y="7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86" name="Freeform 498"/>
            <p:cNvSpPr/>
            <p:nvPr>
              <p:custDataLst>
                <p:tags r:id="rId40"/>
              </p:custDataLst>
            </p:nvPr>
          </p:nvSpPr>
          <p:spPr bwMode="auto">
            <a:xfrm>
              <a:off x="3736976" y="1157288"/>
              <a:ext cx="7938" cy="17463"/>
            </a:xfrm>
            <a:custGeom>
              <a:avLst/>
              <a:gdLst/>
              <a:ahLst/>
              <a:cxnLst>
                <a:cxn ang="0">
                  <a:pos x="11" y="7"/>
                </a:cxn>
                <a:cxn ang="0">
                  <a:pos x="11" y="7"/>
                </a:cxn>
                <a:cxn ang="0">
                  <a:pos x="9" y="13"/>
                </a:cxn>
                <a:cxn ang="0">
                  <a:pos x="7" y="20"/>
                </a:cxn>
                <a:cxn ang="0">
                  <a:pos x="0" y="34"/>
                </a:cxn>
                <a:cxn ang="0">
                  <a:pos x="0" y="34"/>
                </a:cxn>
                <a:cxn ang="0">
                  <a:pos x="0" y="37"/>
                </a:cxn>
                <a:cxn ang="0">
                  <a:pos x="0" y="38"/>
                </a:cxn>
                <a:cxn ang="0">
                  <a:pos x="3" y="42"/>
                </a:cxn>
                <a:cxn ang="0">
                  <a:pos x="7" y="42"/>
                </a:cxn>
                <a:cxn ang="0">
                  <a:pos x="9" y="42"/>
                </a:cxn>
                <a:cxn ang="0">
                  <a:pos x="11" y="40"/>
                </a:cxn>
                <a:cxn ang="0">
                  <a:pos x="11" y="40"/>
                </a:cxn>
                <a:cxn ang="0">
                  <a:pos x="19" y="24"/>
                </a:cxn>
                <a:cxn ang="0">
                  <a:pos x="21" y="15"/>
                </a:cxn>
                <a:cxn ang="0">
                  <a:pos x="23" y="7"/>
                </a:cxn>
                <a:cxn ang="0">
                  <a:pos x="23" y="7"/>
                </a:cxn>
                <a:cxn ang="0">
                  <a:pos x="23" y="4"/>
                </a:cxn>
                <a:cxn ang="0">
                  <a:pos x="21" y="2"/>
                </a:cxn>
                <a:cxn ang="0">
                  <a:pos x="17" y="0"/>
                </a:cxn>
                <a:cxn ang="0">
                  <a:pos x="13" y="2"/>
                </a:cxn>
                <a:cxn ang="0">
                  <a:pos x="12" y="4"/>
                </a:cxn>
                <a:cxn ang="0">
                  <a:pos x="11" y="7"/>
                </a:cxn>
                <a:cxn ang="0">
                  <a:pos x="11" y="7"/>
                </a:cxn>
              </a:cxnLst>
              <a:rect l="0" t="0" r="r" b="b"/>
              <a:pathLst>
                <a:path w="23" h="42">
                  <a:moveTo>
                    <a:pt x="11" y="7"/>
                  </a:moveTo>
                  <a:lnTo>
                    <a:pt x="11" y="7"/>
                  </a:lnTo>
                  <a:lnTo>
                    <a:pt x="9" y="13"/>
                  </a:lnTo>
                  <a:lnTo>
                    <a:pt x="7" y="20"/>
                  </a:lnTo>
                  <a:lnTo>
                    <a:pt x="0" y="34"/>
                  </a:lnTo>
                  <a:lnTo>
                    <a:pt x="0" y="34"/>
                  </a:lnTo>
                  <a:lnTo>
                    <a:pt x="0" y="37"/>
                  </a:lnTo>
                  <a:lnTo>
                    <a:pt x="0" y="38"/>
                  </a:lnTo>
                  <a:lnTo>
                    <a:pt x="3" y="42"/>
                  </a:lnTo>
                  <a:lnTo>
                    <a:pt x="7" y="42"/>
                  </a:lnTo>
                  <a:lnTo>
                    <a:pt x="9" y="42"/>
                  </a:lnTo>
                  <a:lnTo>
                    <a:pt x="11" y="40"/>
                  </a:lnTo>
                  <a:lnTo>
                    <a:pt x="11" y="40"/>
                  </a:lnTo>
                  <a:lnTo>
                    <a:pt x="19" y="24"/>
                  </a:lnTo>
                  <a:lnTo>
                    <a:pt x="21" y="15"/>
                  </a:lnTo>
                  <a:lnTo>
                    <a:pt x="23" y="7"/>
                  </a:lnTo>
                  <a:lnTo>
                    <a:pt x="23" y="7"/>
                  </a:lnTo>
                  <a:lnTo>
                    <a:pt x="23" y="4"/>
                  </a:lnTo>
                  <a:lnTo>
                    <a:pt x="21" y="2"/>
                  </a:lnTo>
                  <a:lnTo>
                    <a:pt x="17" y="0"/>
                  </a:lnTo>
                  <a:lnTo>
                    <a:pt x="13" y="2"/>
                  </a:lnTo>
                  <a:lnTo>
                    <a:pt x="12" y="4"/>
                  </a:lnTo>
                  <a:lnTo>
                    <a:pt x="11" y="7"/>
                  </a:lnTo>
                  <a:lnTo>
                    <a:pt x="11" y="7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87" name="Freeform 499"/>
            <p:cNvSpPr/>
            <p:nvPr>
              <p:custDataLst>
                <p:tags r:id="rId41"/>
              </p:custDataLst>
            </p:nvPr>
          </p:nvSpPr>
          <p:spPr bwMode="auto">
            <a:xfrm>
              <a:off x="3435351" y="1001713"/>
              <a:ext cx="53975" cy="57150"/>
            </a:xfrm>
            <a:custGeom>
              <a:avLst/>
              <a:gdLst/>
              <a:ahLst/>
              <a:cxnLst>
                <a:cxn ang="0">
                  <a:pos x="122" y="3"/>
                </a:cxn>
                <a:cxn ang="0">
                  <a:pos x="122" y="3"/>
                </a:cxn>
                <a:cxn ang="0">
                  <a:pos x="116" y="11"/>
                </a:cxn>
                <a:cxn ang="0">
                  <a:pos x="108" y="17"/>
                </a:cxn>
                <a:cxn ang="0">
                  <a:pos x="94" y="30"/>
                </a:cxn>
                <a:cxn ang="0">
                  <a:pos x="57" y="67"/>
                </a:cxn>
                <a:cxn ang="0">
                  <a:pos x="57" y="67"/>
                </a:cxn>
                <a:cxn ang="0">
                  <a:pos x="42" y="83"/>
                </a:cxn>
                <a:cxn ang="0">
                  <a:pos x="25" y="100"/>
                </a:cxn>
                <a:cxn ang="0">
                  <a:pos x="17" y="108"/>
                </a:cxn>
                <a:cxn ang="0">
                  <a:pos x="10" y="117"/>
                </a:cxn>
                <a:cxn ang="0">
                  <a:pos x="4" y="127"/>
                </a:cxn>
                <a:cxn ang="0">
                  <a:pos x="0" y="138"/>
                </a:cxn>
                <a:cxn ang="0">
                  <a:pos x="0" y="138"/>
                </a:cxn>
                <a:cxn ang="0">
                  <a:pos x="0" y="139"/>
                </a:cxn>
                <a:cxn ang="0">
                  <a:pos x="0" y="142"/>
                </a:cxn>
                <a:cxn ang="0">
                  <a:pos x="1" y="143"/>
                </a:cxn>
                <a:cxn ang="0">
                  <a:pos x="4" y="144"/>
                </a:cxn>
                <a:cxn ang="0">
                  <a:pos x="8" y="143"/>
                </a:cxn>
                <a:cxn ang="0">
                  <a:pos x="9" y="143"/>
                </a:cxn>
                <a:cxn ang="0">
                  <a:pos x="10" y="140"/>
                </a:cxn>
                <a:cxn ang="0">
                  <a:pos x="10" y="140"/>
                </a:cxn>
                <a:cxn ang="0">
                  <a:pos x="16" y="128"/>
                </a:cxn>
                <a:cxn ang="0">
                  <a:pos x="23" y="118"/>
                </a:cxn>
                <a:cxn ang="0">
                  <a:pos x="31" y="108"/>
                </a:cxn>
                <a:cxn ang="0">
                  <a:pos x="40" y="98"/>
                </a:cxn>
                <a:cxn ang="0">
                  <a:pos x="60" y="79"/>
                </a:cxn>
                <a:cxn ang="0">
                  <a:pos x="78" y="62"/>
                </a:cxn>
                <a:cxn ang="0">
                  <a:pos x="78" y="62"/>
                </a:cxn>
                <a:cxn ang="0">
                  <a:pos x="93" y="49"/>
                </a:cxn>
                <a:cxn ang="0">
                  <a:pos x="107" y="36"/>
                </a:cxn>
                <a:cxn ang="0">
                  <a:pos x="120" y="23"/>
                </a:cxn>
                <a:cxn ang="0">
                  <a:pos x="127" y="16"/>
                </a:cxn>
                <a:cxn ang="0">
                  <a:pos x="132" y="8"/>
                </a:cxn>
                <a:cxn ang="0">
                  <a:pos x="132" y="8"/>
                </a:cxn>
                <a:cxn ang="0">
                  <a:pos x="133" y="6"/>
                </a:cxn>
                <a:cxn ang="0">
                  <a:pos x="132" y="4"/>
                </a:cxn>
                <a:cxn ang="0">
                  <a:pos x="129" y="0"/>
                </a:cxn>
                <a:cxn ang="0">
                  <a:pos x="125" y="0"/>
                </a:cxn>
                <a:cxn ang="0">
                  <a:pos x="124" y="0"/>
                </a:cxn>
                <a:cxn ang="0">
                  <a:pos x="122" y="3"/>
                </a:cxn>
                <a:cxn ang="0">
                  <a:pos x="122" y="3"/>
                </a:cxn>
              </a:cxnLst>
              <a:rect l="0" t="0" r="r" b="b"/>
              <a:pathLst>
                <a:path w="133" h="144">
                  <a:moveTo>
                    <a:pt x="122" y="3"/>
                  </a:moveTo>
                  <a:lnTo>
                    <a:pt x="122" y="3"/>
                  </a:lnTo>
                  <a:lnTo>
                    <a:pt x="116" y="11"/>
                  </a:lnTo>
                  <a:lnTo>
                    <a:pt x="108" y="17"/>
                  </a:lnTo>
                  <a:lnTo>
                    <a:pt x="94" y="30"/>
                  </a:lnTo>
                  <a:lnTo>
                    <a:pt x="57" y="67"/>
                  </a:lnTo>
                  <a:lnTo>
                    <a:pt x="57" y="67"/>
                  </a:lnTo>
                  <a:lnTo>
                    <a:pt x="42" y="83"/>
                  </a:lnTo>
                  <a:lnTo>
                    <a:pt x="25" y="100"/>
                  </a:lnTo>
                  <a:lnTo>
                    <a:pt x="17" y="108"/>
                  </a:lnTo>
                  <a:lnTo>
                    <a:pt x="10" y="117"/>
                  </a:lnTo>
                  <a:lnTo>
                    <a:pt x="4" y="127"/>
                  </a:lnTo>
                  <a:lnTo>
                    <a:pt x="0" y="138"/>
                  </a:lnTo>
                  <a:lnTo>
                    <a:pt x="0" y="138"/>
                  </a:lnTo>
                  <a:lnTo>
                    <a:pt x="0" y="139"/>
                  </a:lnTo>
                  <a:lnTo>
                    <a:pt x="0" y="142"/>
                  </a:lnTo>
                  <a:lnTo>
                    <a:pt x="1" y="143"/>
                  </a:lnTo>
                  <a:lnTo>
                    <a:pt x="4" y="144"/>
                  </a:lnTo>
                  <a:lnTo>
                    <a:pt x="8" y="143"/>
                  </a:lnTo>
                  <a:lnTo>
                    <a:pt x="9" y="143"/>
                  </a:lnTo>
                  <a:lnTo>
                    <a:pt x="10" y="140"/>
                  </a:lnTo>
                  <a:lnTo>
                    <a:pt x="10" y="140"/>
                  </a:lnTo>
                  <a:lnTo>
                    <a:pt x="16" y="128"/>
                  </a:lnTo>
                  <a:lnTo>
                    <a:pt x="23" y="118"/>
                  </a:lnTo>
                  <a:lnTo>
                    <a:pt x="31" y="108"/>
                  </a:lnTo>
                  <a:lnTo>
                    <a:pt x="40" y="98"/>
                  </a:lnTo>
                  <a:lnTo>
                    <a:pt x="60" y="79"/>
                  </a:lnTo>
                  <a:lnTo>
                    <a:pt x="78" y="62"/>
                  </a:lnTo>
                  <a:lnTo>
                    <a:pt x="78" y="62"/>
                  </a:lnTo>
                  <a:lnTo>
                    <a:pt x="93" y="49"/>
                  </a:lnTo>
                  <a:lnTo>
                    <a:pt x="107" y="36"/>
                  </a:lnTo>
                  <a:lnTo>
                    <a:pt x="120" y="23"/>
                  </a:lnTo>
                  <a:lnTo>
                    <a:pt x="127" y="16"/>
                  </a:lnTo>
                  <a:lnTo>
                    <a:pt x="132" y="8"/>
                  </a:lnTo>
                  <a:lnTo>
                    <a:pt x="132" y="8"/>
                  </a:lnTo>
                  <a:lnTo>
                    <a:pt x="133" y="6"/>
                  </a:lnTo>
                  <a:lnTo>
                    <a:pt x="132" y="4"/>
                  </a:lnTo>
                  <a:lnTo>
                    <a:pt x="129" y="0"/>
                  </a:lnTo>
                  <a:lnTo>
                    <a:pt x="125" y="0"/>
                  </a:lnTo>
                  <a:lnTo>
                    <a:pt x="124" y="0"/>
                  </a:lnTo>
                  <a:lnTo>
                    <a:pt x="122" y="3"/>
                  </a:lnTo>
                  <a:lnTo>
                    <a:pt x="122" y="3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88" name="Freeform 500"/>
            <p:cNvSpPr/>
            <p:nvPr>
              <p:custDataLst>
                <p:tags r:id="rId42"/>
              </p:custDataLst>
            </p:nvPr>
          </p:nvSpPr>
          <p:spPr bwMode="auto">
            <a:xfrm>
              <a:off x="3441701" y="1014413"/>
              <a:ext cx="69850" cy="73025"/>
            </a:xfrm>
            <a:custGeom>
              <a:avLst/>
              <a:gdLst/>
              <a:ahLst/>
              <a:cxnLst>
                <a:cxn ang="0">
                  <a:pos x="168" y="0"/>
                </a:cxn>
                <a:cxn ang="0">
                  <a:pos x="168" y="0"/>
                </a:cxn>
                <a:cxn ang="0">
                  <a:pos x="159" y="7"/>
                </a:cxn>
                <a:cxn ang="0">
                  <a:pos x="151" y="13"/>
                </a:cxn>
                <a:cxn ang="0">
                  <a:pos x="136" y="28"/>
                </a:cxn>
                <a:cxn ang="0">
                  <a:pos x="136" y="28"/>
                </a:cxn>
                <a:cxn ang="0">
                  <a:pos x="113" y="53"/>
                </a:cxn>
                <a:cxn ang="0">
                  <a:pos x="91" y="78"/>
                </a:cxn>
                <a:cxn ang="0">
                  <a:pos x="91" y="78"/>
                </a:cxn>
                <a:cxn ang="0">
                  <a:pos x="47" y="129"/>
                </a:cxn>
                <a:cxn ang="0">
                  <a:pos x="25" y="153"/>
                </a:cxn>
                <a:cxn ang="0">
                  <a:pos x="3" y="177"/>
                </a:cxn>
                <a:cxn ang="0">
                  <a:pos x="3" y="177"/>
                </a:cxn>
                <a:cxn ang="0">
                  <a:pos x="2" y="180"/>
                </a:cxn>
                <a:cxn ang="0">
                  <a:pos x="0" y="181"/>
                </a:cxn>
                <a:cxn ang="0">
                  <a:pos x="3" y="185"/>
                </a:cxn>
                <a:cxn ang="0">
                  <a:pos x="7" y="186"/>
                </a:cxn>
                <a:cxn ang="0">
                  <a:pos x="8" y="186"/>
                </a:cxn>
                <a:cxn ang="0">
                  <a:pos x="11" y="185"/>
                </a:cxn>
                <a:cxn ang="0">
                  <a:pos x="11" y="185"/>
                </a:cxn>
                <a:cxn ang="0">
                  <a:pos x="32" y="163"/>
                </a:cxn>
                <a:cxn ang="0">
                  <a:pos x="51" y="140"/>
                </a:cxn>
                <a:cxn ang="0">
                  <a:pos x="91" y="95"/>
                </a:cxn>
                <a:cxn ang="0">
                  <a:pos x="91" y="95"/>
                </a:cxn>
                <a:cxn ang="0">
                  <a:pos x="110" y="72"/>
                </a:cxn>
                <a:cxn ang="0">
                  <a:pos x="130" y="50"/>
                </a:cxn>
                <a:cxn ang="0">
                  <a:pos x="130" y="50"/>
                </a:cxn>
                <a:cxn ang="0">
                  <a:pos x="149" y="29"/>
                </a:cxn>
                <a:cxn ang="0">
                  <a:pos x="161" y="19"/>
                </a:cxn>
                <a:cxn ang="0">
                  <a:pos x="166" y="15"/>
                </a:cxn>
                <a:cxn ang="0">
                  <a:pos x="173" y="11"/>
                </a:cxn>
                <a:cxn ang="0">
                  <a:pos x="173" y="11"/>
                </a:cxn>
                <a:cxn ang="0">
                  <a:pos x="174" y="10"/>
                </a:cxn>
                <a:cxn ang="0">
                  <a:pos x="176" y="7"/>
                </a:cxn>
                <a:cxn ang="0">
                  <a:pos x="176" y="6"/>
                </a:cxn>
                <a:cxn ang="0">
                  <a:pos x="176" y="3"/>
                </a:cxn>
                <a:cxn ang="0">
                  <a:pos x="172" y="0"/>
                </a:cxn>
                <a:cxn ang="0">
                  <a:pos x="169" y="0"/>
                </a:cxn>
                <a:cxn ang="0">
                  <a:pos x="168" y="0"/>
                </a:cxn>
                <a:cxn ang="0">
                  <a:pos x="168" y="0"/>
                </a:cxn>
              </a:cxnLst>
              <a:rect l="0" t="0" r="r" b="b"/>
              <a:pathLst>
                <a:path w="176" h="186">
                  <a:moveTo>
                    <a:pt x="168" y="0"/>
                  </a:moveTo>
                  <a:lnTo>
                    <a:pt x="168" y="0"/>
                  </a:lnTo>
                  <a:lnTo>
                    <a:pt x="159" y="7"/>
                  </a:lnTo>
                  <a:lnTo>
                    <a:pt x="151" y="13"/>
                  </a:lnTo>
                  <a:lnTo>
                    <a:pt x="136" y="28"/>
                  </a:lnTo>
                  <a:lnTo>
                    <a:pt x="136" y="28"/>
                  </a:lnTo>
                  <a:lnTo>
                    <a:pt x="113" y="53"/>
                  </a:lnTo>
                  <a:lnTo>
                    <a:pt x="91" y="78"/>
                  </a:lnTo>
                  <a:lnTo>
                    <a:pt x="91" y="78"/>
                  </a:lnTo>
                  <a:lnTo>
                    <a:pt x="47" y="129"/>
                  </a:lnTo>
                  <a:lnTo>
                    <a:pt x="25" y="153"/>
                  </a:lnTo>
                  <a:lnTo>
                    <a:pt x="3" y="177"/>
                  </a:lnTo>
                  <a:lnTo>
                    <a:pt x="3" y="177"/>
                  </a:lnTo>
                  <a:lnTo>
                    <a:pt x="2" y="180"/>
                  </a:lnTo>
                  <a:lnTo>
                    <a:pt x="0" y="181"/>
                  </a:lnTo>
                  <a:lnTo>
                    <a:pt x="3" y="185"/>
                  </a:lnTo>
                  <a:lnTo>
                    <a:pt x="7" y="186"/>
                  </a:lnTo>
                  <a:lnTo>
                    <a:pt x="8" y="186"/>
                  </a:lnTo>
                  <a:lnTo>
                    <a:pt x="11" y="185"/>
                  </a:lnTo>
                  <a:lnTo>
                    <a:pt x="11" y="185"/>
                  </a:lnTo>
                  <a:lnTo>
                    <a:pt x="32" y="163"/>
                  </a:lnTo>
                  <a:lnTo>
                    <a:pt x="51" y="140"/>
                  </a:lnTo>
                  <a:lnTo>
                    <a:pt x="91" y="95"/>
                  </a:lnTo>
                  <a:lnTo>
                    <a:pt x="91" y="95"/>
                  </a:lnTo>
                  <a:lnTo>
                    <a:pt x="110" y="72"/>
                  </a:lnTo>
                  <a:lnTo>
                    <a:pt x="130" y="50"/>
                  </a:lnTo>
                  <a:lnTo>
                    <a:pt x="130" y="50"/>
                  </a:lnTo>
                  <a:lnTo>
                    <a:pt x="149" y="29"/>
                  </a:lnTo>
                  <a:lnTo>
                    <a:pt x="161" y="19"/>
                  </a:lnTo>
                  <a:lnTo>
                    <a:pt x="166" y="15"/>
                  </a:lnTo>
                  <a:lnTo>
                    <a:pt x="173" y="11"/>
                  </a:lnTo>
                  <a:lnTo>
                    <a:pt x="173" y="11"/>
                  </a:lnTo>
                  <a:lnTo>
                    <a:pt x="174" y="10"/>
                  </a:lnTo>
                  <a:lnTo>
                    <a:pt x="176" y="7"/>
                  </a:lnTo>
                  <a:lnTo>
                    <a:pt x="176" y="6"/>
                  </a:lnTo>
                  <a:lnTo>
                    <a:pt x="176" y="3"/>
                  </a:lnTo>
                  <a:lnTo>
                    <a:pt x="172" y="0"/>
                  </a:lnTo>
                  <a:lnTo>
                    <a:pt x="169" y="0"/>
                  </a:lnTo>
                  <a:lnTo>
                    <a:pt x="168" y="0"/>
                  </a:lnTo>
                  <a:lnTo>
                    <a:pt x="168" y="0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89" name="Freeform 501"/>
            <p:cNvSpPr/>
            <p:nvPr>
              <p:custDataLst>
                <p:tags r:id="rId43"/>
              </p:custDataLst>
            </p:nvPr>
          </p:nvSpPr>
          <p:spPr bwMode="auto">
            <a:xfrm>
              <a:off x="3465513" y="1044575"/>
              <a:ext cx="50800" cy="57150"/>
            </a:xfrm>
            <a:custGeom>
              <a:avLst/>
              <a:gdLst/>
              <a:ahLst/>
              <a:cxnLst>
                <a:cxn ang="0">
                  <a:pos x="115" y="2"/>
                </a:cxn>
                <a:cxn ang="0">
                  <a:pos x="115" y="2"/>
                </a:cxn>
                <a:cxn ang="0">
                  <a:pos x="86" y="34"/>
                </a:cxn>
                <a:cxn ang="0">
                  <a:pos x="57" y="67"/>
                </a:cxn>
                <a:cxn ang="0">
                  <a:pos x="1" y="135"/>
                </a:cxn>
                <a:cxn ang="0">
                  <a:pos x="1" y="135"/>
                </a:cxn>
                <a:cxn ang="0">
                  <a:pos x="0" y="138"/>
                </a:cxn>
                <a:cxn ang="0">
                  <a:pos x="0" y="140"/>
                </a:cxn>
                <a:cxn ang="0">
                  <a:pos x="2" y="143"/>
                </a:cxn>
                <a:cxn ang="0">
                  <a:pos x="4" y="144"/>
                </a:cxn>
                <a:cxn ang="0">
                  <a:pos x="5" y="145"/>
                </a:cxn>
                <a:cxn ang="0">
                  <a:pos x="8" y="144"/>
                </a:cxn>
                <a:cxn ang="0">
                  <a:pos x="9" y="143"/>
                </a:cxn>
                <a:cxn ang="0">
                  <a:pos x="9" y="143"/>
                </a:cxn>
                <a:cxn ang="0">
                  <a:pos x="65" y="75"/>
                </a:cxn>
                <a:cxn ang="0">
                  <a:pos x="94" y="42"/>
                </a:cxn>
                <a:cxn ang="0">
                  <a:pos x="124" y="9"/>
                </a:cxn>
                <a:cxn ang="0">
                  <a:pos x="124" y="9"/>
                </a:cxn>
                <a:cxn ang="0">
                  <a:pos x="125" y="8"/>
                </a:cxn>
                <a:cxn ang="0">
                  <a:pos x="125" y="5"/>
                </a:cxn>
                <a:cxn ang="0">
                  <a:pos x="123" y="2"/>
                </a:cxn>
                <a:cxn ang="0">
                  <a:pos x="120" y="0"/>
                </a:cxn>
                <a:cxn ang="0">
                  <a:pos x="118" y="0"/>
                </a:cxn>
                <a:cxn ang="0">
                  <a:pos x="115" y="2"/>
                </a:cxn>
                <a:cxn ang="0">
                  <a:pos x="115" y="2"/>
                </a:cxn>
              </a:cxnLst>
              <a:rect l="0" t="0" r="r" b="b"/>
              <a:pathLst>
                <a:path w="125" h="145">
                  <a:moveTo>
                    <a:pt x="115" y="2"/>
                  </a:moveTo>
                  <a:lnTo>
                    <a:pt x="115" y="2"/>
                  </a:lnTo>
                  <a:lnTo>
                    <a:pt x="86" y="34"/>
                  </a:lnTo>
                  <a:lnTo>
                    <a:pt x="57" y="67"/>
                  </a:lnTo>
                  <a:lnTo>
                    <a:pt x="1" y="135"/>
                  </a:lnTo>
                  <a:lnTo>
                    <a:pt x="1" y="135"/>
                  </a:lnTo>
                  <a:lnTo>
                    <a:pt x="0" y="138"/>
                  </a:lnTo>
                  <a:lnTo>
                    <a:pt x="0" y="140"/>
                  </a:lnTo>
                  <a:lnTo>
                    <a:pt x="2" y="143"/>
                  </a:lnTo>
                  <a:lnTo>
                    <a:pt x="4" y="144"/>
                  </a:lnTo>
                  <a:lnTo>
                    <a:pt x="5" y="145"/>
                  </a:lnTo>
                  <a:lnTo>
                    <a:pt x="8" y="144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65" y="75"/>
                  </a:lnTo>
                  <a:lnTo>
                    <a:pt x="94" y="42"/>
                  </a:lnTo>
                  <a:lnTo>
                    <a:pt x="124" y="9"/>
                  </a:lnTo>
                  <a:lnTo>
                    <a:pt x="124" y="9"/>
                  </a:lnTo>
                  <a:lnTo>
                    <a:pt x="125" y="8"/>
                  </a:lnTo>
                  <a:lnTo>
                    <a:pt x="125" y="5"/>
                  </a:lnTo>
                  <a:lnTo>
                    <a:pt x="123" y="2"/>
                  </a:lnTo>
                  <a:lnTo>
                    <a:pt x="120" y="0"/>
                  </a:lnTo>
                  <a:lnTo>
                    <a:pt x="118" y="0"/>
                  </a:lnTo>
                  <a:lnTo>
                    <a:pt x="115" y="2"/>
                  </a:lnTo>
                  <a:lnTo>
                    <a:pt x="115" y="2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90" name="Freeform 502"/>
            <p:cNvSpPr/>
            <p:nvPr>
              <p:custDataLst>
                <p:tags r:id="rId44"/>
              </p:custDataLst>
            </p:nvPr>
          </p:nvSpPr>
          <p:spPr bwMode="auto">
            <a:xfrm>
              <a:off x="3430588" y="1176338"/>
              <a:ext cx="38100" cy="52388"/>
            </a:xfrm>
            <a:custGeom>
              <a:avLst/>
              <a:gdLst/>
              <a:ahLst/>
              <a:cxnLst>
                <a:cxn ang="0">
                  <a:pos x="89" y="1"/>
                </a:cxn>
                <a:cxn ang="0">
                  <a:pos x="89" y="1"/>
                </a:cxn>
                <a:cxn ang="0">
                  <a:pos x="64" y="33"/>
                </a:cxn>
                <a:cxn ang="0">
                  <a:pos x="39" y="64"/>
                </a:cxn>
                <a:cxn ang="0">
                  <a:pos x="39" y="64"/>
                </a:cxn>
                <a:cxn ang="0">
                  <a:pos x="17" y="94"/>
                </a:cxn>
                <a:cxn ang="0">
                  <a:pos x="8" y="110"/>
                </a:cxn>
                <a:cxn ang="0">
                  <a:pos x="4" y="118"/>
                </a:cxn>
                <a:cxn ang="0">
                  <a:pos x="0" y="126"/>
                </a:cxn>
                <a:cxn ang="0">
                  <a:pos x="0" y="126"/>
                </a:cxn>
                <a:cxn ang="0">
                  <a:pos x="0" y="128"/>
                </a:cxn>
                <a:cxn ang="0">
                  <a:pos x="2" y="131"/>
                </a:cxn>
                <a:cxn ang="0">
                  <a:pos x="4" y="133"/>
                </a:cxn>
                <a:cxn ang="0">
                  <a:pos x="8" y="132"/>
                </a:cxn>
                <a:cxn ang="0">
                  <a:pos x="11" y="131"/>
                </a:cxn>
                <a:cxn ang="0">
                  <a:pos x="12" y="130"/>
                </a:cxn>
                <a:cxn ang="0">
                  <a:pos x="12" y="130"/>
                </a:cxn>
                <a:cxn ang="0">
                  <a:pos x="15" y="122"/>
                </a:cxn>
                <a:cxn ang="0">
                  <a:pos x="17" y="115"/>
                </a:cxn>
                <a:cxn ang="0">
                  <a:pos x="26" y="102"/>
                </a:cxn>
                <a:cxn ang="0">
                  <a:pos x="36" y="90"/>
                </a:cxn>
                <a:cxn ang="0">
                  <a:pos x="45" y="77"/>
                </a:cxn>
                <a:cxn ang="0">
                  <a:pos x="45" y="77"/>
                </a:cxn>
                <a:cxn ang="0">
                  <a:pos x="58" y="60"/>
                </a:cxn>
                <a:cxn ang="0">
                  <a:pos x="71" y="43"/>
                </a:cxn>
                <a:cxn ang="0">
                  <a:pos x="97" y="11"/>
                </a:cxn>
                <a:cxn ang="0">
                  <a:pos x="97" y="11"/>
                </a:cxn>
                <a:cxn ang="0">
                  <a:pos x="98" y="8"/>
                </a:cxn>
                <a:cxn ang="0">
                  <a:pos x="98" y="5"/>
                </a:cxn>
                <a:cxn ang="0">
                  <a:pos x="97" y="1"/>
                </a:cxn>
                <a:cxn ang="0">
                  <a:pos x="96" y="0"/>
                </a:cxn>
                <a:cxn ang="0">
                  <a:pos x="93" y="0"/>
                </a:cxn>
                <a:cxn ang="0">
                  <a:pos x="92" y="0"/>
                </a:cxn>
                <a:cxn ang="0">
                  <a:pos x="89" y="1"/>
                </a:cxn>
                <a:cxn ang="0">
                  <a:pos x="89" y="1"/>
                </a:cxn>
              </a:cxnLst>
              <a:rect l="0" t="0" r="r" b="b"/>
              <a:pathLst>
                <a:path w="98" h="133">
                  <a:moveTo>
                    <a:pt x="89" y="1"/>
                  </a:moveTo>
                  <a:lnTo>
                    <a:pt x="89" y="1"/>
                  </a:lnTo>
                  <a:lnTo>
                    <a:pt x="64" y="33"/>
                  </a:lnTo>
                  <a:lnTo>
                    <a:pt x="39" y="64"/>
                  </a:lnTo>
                  <a:lnTo>
                    <a:pt x="39" y="64"/>
                  </a:lnTo>
                  <a:lnTo>
                    <a:pt x="17" y="94"/>
                  </a:lnTo>
                  <a:lnTo>
                    <a:pt x="8" y="110"/>
                  </a:lnTo>
                  <a:lnTo>
                    <a:pt x="4" y="118"/>
                  </a:lnTo>
                  <a:lnTo>
                    <a:pt x="0" y="126"/>
                  </a:lnTo>
                  <a:lnTo>
                    <a:pt x="0" y="126"/>
                  </a:lnTo>
                  <a:lnTo>
                    <a:pt x="0" y="128"/>
                  </a:lnTo>
                  <a:lnTo>
                    <a:pt x="2" y="131"/>
                  </a:lnTo>
                  <a:lnTo>
                    <a:pt x="4" y="133"/>
                  </a:lnTo>
                  <a:lnTo>
                    <a:pt x="8" y="132"/>
                  </a:lnTo>
                  <a:lnTo>
                    <a:pt x="11" y="131"/>
                  </a:lnTo>
                  <a:lnTo>
                    <a:pt x="12" y="130"/>
                  </a:lnTo>
                  <a:lnTo>
                    <a:pt x="12" y="130"/>
                  </a:lnTo>
                  <a:lnTo>
                    <a:pt x="15" y="122"/>
                  </a:lnTo>
                  <a:lnTo>
                    <a:pt x="17" y="115"/>
                  </a:lnTo>
                  <a:lnTo>
                    <a:pt x="26" y="102"/>
                  </a:lnTo>
                  <a:lnTo>
                    <a:pt x="36" y="90"/>
                  </a:lnTo>
                  <a:lnTo>
                    <a:pt x="45" y="77"/>
                  </a:lnTo>
                  <a:lnTo>
                    <a:pt x="45" y="77"/>
                  </a:lnTo>
                  <a:lnTo>
                    <a:pt x="58" y="60"/>
                  </a:lnTo>
                  <a:lnTo>
                    <a:pt x="71" y="43"/>
                  </a:lnTo>
                  <a:lnTo>
                    <a:pt x="97" y="11"/>
                  </a:lnTo>
                  <a:lnTo>
                    <a:pt x="97" y="11"/>
                  </a:lnTo>
                  <a:lnTo>
                    <a:pt x="98" y="8"/>
                  </a:lnTo>
                  <a:lnTo>
                    <a:pt x="98" y="5"/>
                  </a:lnTo>
                  <a:lnTo>
                    <a:pt x="97" y="1"/>
                  </a:lnTo>
                  <a:lnTo>
                    <a:pt x="96" y="0"/>
                  </a:lnTo>
                  <a:lnTo>
                    <a:pt x="93" y="0"/>
                  </a:lnTo>
                  <a:lnTo>
                    <a:pt x="92" y="0"/>
                  </a:lnTo>
                  <a:lnTo>
                    <a:pt x="89" y="1"/>
                  </a:lnTo>
                  <a:lnTo>
                    <a:pt x="89" y="1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91" name="Freeform 503"/>
            <p:cNvSpPr/>
            <p:nvPr>
              <p:custDataLst>
                <p:tags r:id="rId45"/>
              </p:custDataLst>
            </p:nvPr>
          </p:nvSpPr>
          <p:spPr bwMode="auto">
            <a:xfrm>
              <a:off x="3443288" y="1169988"/>
              <a:ext cx="65088" cy="79375"/>
            </a:xfrm>
            <a:custGeom>
              <a:avLst/>
              <a:gdLst/>
              <a:ahLst/>
              <a:cxnLst>
                <a:cxn ang="0">
                  <a:pos x="155" y="3"/>
                </a:cxn>
                <a:cxn ang="0">
                  <a:pos x="155" y="3"/>
                </a:cxn>
                <a:cxn ang="0">
                  <a:pos x="135" y="27"/>
                </a:cxn>
                <a:cxn ang="0">
                  <a:pos x="115" y="50"/>
                </a:cxn>
                <a:cxn ang="0">
                  <a:pos x="75" y="96"/>
                </a:cxn>
                <a:cxn ang="0">
                  <a:pos x="55" y="119"/>
                </a:cxn>
                <a:cxn ang="0">
                  <a:pos x="36" y="143"/>
                </a:cxn>
                <a:cxn ang="0">
                  <a:pos x="17" y="168"/>
                </a:cxn>
                <a:cxn ang="0">
                  <a:pos x="2" y="194"/>
                </a:cxn>
                <a:cxn ang="0">
                  <a:pos x="2" y="194"/>
                </a:cxn>
                <a:cxn ang="0">
                  <a:pos x="0" y="197"/>
                </a:cxn>
                <a:cxn ang="0">
                  <a:pos x="0" y="199"/>
                </a:cxn>
                <a:cxn ang="0">
                  <a:pos x="3" y="202"/>
                </a:cxn>
                <a:cxn ang="0">
                  <a:pos x="8" y="203"/>
                </a:cxn>
                <a:cxn ang="0">
                  <a:pos x="9" y="202"/>
                </a:cxn>
                <a:cxn ang="0">
                  <a:pos x="11" y="200"/>
                </a:cxn>
                <a:cxn ang="0">
                  <a:pos x="11" y="200"/>
                </a:cxn>
                <a:cxn ang="0">
                  <a:pos x="28" y="174"/>
                </a:cxn>
                <a:cxn ang="0">
                  <a:pos x="45" y="149"/>
                </a:cxn>
                <a:cxn ang="0">
                  <a:pos x="64" y="126"/>
                </a:cxn>
                <a:cxn ang="0">
                  <a:pos x="84" y="102"/>
                </a:cxn>
                <a:cxn ang="0">
                  <a:pos x="123" y="57"/>
                </a:cxn>
                <a:cxn ang="0">
                  <a:pos x="144" y="34"/>
                </a:cxn>
                <a:cxn ang="0">
                  <a:pos x="162" y="11"/>
                </a:cxn>
                <a:cxn ang="0">
                  <a:pos x="162" y="11"/>
                </a:cxn>
                <a:cxn ang="0">
                  <a:pos x="164" y="8"/>
                </a:cxn>
                <a:cxn ang="0">
                  <a:pos x="164" y="7"/>
                </a:cxn>
                <a:cxn ang="0">
                  <a:pos x="162" y="3"/>
                </a:cxn>
                <a:cxn ang="0">
                  <a:pos x="160" y="2"/>
                </a:cxn>
                <a:cxn ang="0">
                  <a:pos x="158" y="0"/>
                </a:cxn>
                <a:cxn ang="0">
                  <a:pos x="156" y="2"/>
                </a:cxn>
                <a:cxn ang="0">
                  <a:pos x="155" y="3"/>
                </a:cxn>
                <a:cxn ang="0">
                  <a:pos x="155" y="3"/>
                </a:cxn>
              </a:cxnLst>
              <a:rect l="0" t="0" r="r" b="b"/>
              <a:pathLst>
                <a:path w="164" h="203">
                  <a:moveTo>
                    <a:pt x="155" y="3"/>
                  </a:moveTo>
                  <a:lnTo>
                    <a:pt x="155" y="3"/>
                  </a:lnTo>
                  <a:lnTo>
                    <a:pt x="135" y="27"/>
                  </a:lnTo>
                  <a:lnTo>
                    <a:pt x="115" y="50"/>
                  </a:lnTo>
                  <a:lnTo>
                    <a:pt x="75" y="96"/>
                  </a:lnTo>
                  <a:lnTo>
                    <a:pt x="55" y="119"/>
                  </a:lnTo>
                  <a:lnTo>
                    <a:pt x="36" y="143"/>
                  </a:lnTo>
                  <a:lnTo>
                    <a:pt x="17" y="168"/>
                  </a:lnTo>
                  <a:lnTo>
                    <a:pt x="2" y="194"/>
                  </a:lnTo>
                  <a:lnTo>
                    <a:pt x="2" y="194"/>
                  </a:lnTo>
                  <a:lnTo>
                    <a:pt x="0" y="197"/>
                  </a:lnTo>
                  <a:lnTo>
                    <a:pt x="0" y="199"/>
                  </a:lnTo>
                  <a:lnTo>
                    <a:pt x="3" y="202"/>
                  </a:lnTo>
                  <a:lnTo>
                    <a:pt x="8" y="203"/>
                  </a:lnTo>
                  <a:lnTo>
                    <a:pt x="9" y="202"/>
                  </a:lnTo>
                  <a:lnTo>
                    <a:pt x="11" y="200"/>
                  </a:lnTo>
                  <a:lnTo>
                    <a:pt x="11" y="200"/>
                  </a:lnTo>
                  <a:lnTo>
                    <a:pt x="28" y="174"/>
                  </a:lnTo>
                  <a:lnTo>
                    <a:pt x="45" y="149"/>
                  </a:lnTo>
                  <a:lnTo>
                    <a:pt x="64" y="126"/>
                  </a:lnTo>
                  <a:lnTo>
                    <a:pt x="84" y="102"/>
                  </a:lnTo>
                  <a:lnTo>
                    <a:pt x="123" y="57"/>
                  </a:lnTo>
                  <a:lnTo>
                    <a:pt x="144" y="34"/>
                  </a:lnTo>
                  <a:lnTo>
                    <a:pt x="162" y="11"/>
                  </a:lnTo>
                  <a:lnTo>
                    <a:pt x="162" y="11"/>
                  </a:lnTo>
                  <a:lnTo>
                    <a:pt x="164" y="8"/>
                  </a:lnTo>
                  <a:lnTo>
                    <a:pt x="164" y="7"/>
                  </a:lnTo>
                  <a:lnTo>
                    <a:pt x="162" y="3"/>
                  </a:lnTo>
                  <a:lnTo>
                    <a:pt x="160" y="2"/>
                  </a:lnTo>
                  <a:lnTo>
                    <a:pt x="158" y="0"/>
                  </a:lnTo>
                  <a:lnTo>
                    <a:pt x="156" y="2"/>
                  </a:lnTo>
                  <a:lnTo>
                    <a:pt x="155" y="3"/>
                  </a:lnTo>
                  <a:lnTo>
                    <a:pt x="155" y="3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92" name="Freeform 504"/>
            <p:cNvSpPr/>
            <p:nvPr>
              <p:custDataLst>
                <p:tags r:id="rId46"/>
              </p:custDataLst>
            </p:nvPr>
          </p:nvSpPr>
          <p:spPr bwMode="auto">
            <a:xfrm>
              <a:off x="3446463" y="1190625"/>
              <a:ext cx="82550" cy="96838"/>
            </a:xfrm>
            <a:custGeom>
              <a:avLst/>
              <a:gdLst/>
              <a:ahLst/>
              <a:cxnLst>
                <a:cxn ang="0">
                  <a:pos x="202" y="1"/>
                </a:cxn>
                <a:cxn ang="0">
                  <a:pos x="202" y="1"/>
                </a:cxn>
                <a:cxn ang="0">
                  <a:pos x="173" y="24"/>
                </a:cxn>
                <a:cxn ang="0">
                  <a:pos x="145" y="50"/>
                </a:cxn>
                <a:cxn ang="0">
                  <a:pos x="119" y="77"/>
                </a:cxn>
                <a:cxn ang="0">
                  <a:pos x="107" y="92"/>
                </a:cxn>
                <a:cxn ang="0">
                  <a:pos x="96" y="106"/>
                </a:cxn>
                <a:cxn ang="0">
                  <a:pos x="96" y="106"/>
                </a:cxn>
                <a:cxn ang="0">
                  <a:pos x="84" y="122"/>
                </a:cxn>
                <a:cxn ang="0">
                  <a:pos x="71" y="137"/>
                </a:cxn>
                <a:cxn ang="0">
                  <a:pos x="45" y="169"/>
                </a:cxn>
                <a:cxn ang="0">
                  <a:pos x="33" y="184"/>
                </a:cxn>
                <a:cxn ang="0">
                  <a:pos x="21" y="200"/>
                </a:cxn>
                <a:cxn ang="0">
                  <a:pos x="11" y="217"/>
                </a:cxn>
                <a:cxn ang="0">
                  <a:pos x="1" y="235"/>
                </a:cxn>
                <a:cxn ang="0">
                  <a:pos x="1" y="235"/>
                </a:cxn>
                <a:cxn ang="0">
                  <a:pos x="0" y="238"/>
                </a:cxn>
                <a:cxn ang="0">
                  <a:pos x="0" y="239"/>
                </a:cxn>
                <a:cxn ang="0">
                  <a:pos x="4" y="243"/>
                </a:cxn>
                <a:cxn ang="0">
                  <a:pos x="5" y="245"/>
                </a:cxn>
                <a:cxn ang="0">
                  <a:pos x="8" y="245"/>
                </a:cxn>
                <a:cxn ang="0">
                  <a:pos x="9" y="243"/>
                </a:cxn>
                <a:cxn ang="0">
                  <a:pos x="11" y="241"/>
                </a:cxn>
                <a:cxn ang="0">
                  <a:pos x="11" y="241"/>
                </a:cxn>
                <a:cxn ang="0">
                  <a:pos x="18" y="225"/>
                </a:cxn>
                <a:cxn ang="0">
                  <a:pos x="28" y="211"/>
                </a:cxn>
                <a:cxn ang="0">
                  <a:pos x="38" y="196"/>
                </a:cxn>
                <a:cxn ang="0">
                  <a:pos x="50" y="182"/>
                </a:cxn>
                <a:cxn ang="0">
                  <a:pos x="72" y="156"/>
                </a:cxn>
                <a:cxn ang="0">
                  <a:pos x="94" y="128"/>
                </a:cxn>
                <a:cxn ang="0">
                  <a:pos x="94" y="128"/>
                </a:cxn>
                <a:cxn ang="0">
                  <a:pos x="119" y="95"/>
                </a:cxn>
                <a:cxn ang="0">
                  <a:pos x="147" y="65"/>
                </a:cxn>
                <a:cxn ang="0">
                  <a:pos x="175" y="37"/>
                </a:cxn>
                <a:cxn ang="0">
                  <a:pos x="191" y="24"/>
                </a:cxn>
                <a:cxn ang="0">
                  <a:pos x="207" y="10"/>
                </a:cxn>
                <a:cxn ang="0">
                  <a:pos x="207" y="10"/>
                </a:cxn>
                <a:cxn ang="0">
                  <a:pos x="208" y="9"/>
                </a:cxn>
                <a:cxn ang="0">
                  <a:pos x="209" y="7"/>
                </a:cxn>
                <a:cxn ang="0">
                  <a:pos x="208" y="3"/>
                </a:cxn>
                <a:cxn ang="0">
                  <a:pos x="207" y="1"/>
                </a:cxn>
                <a:cxn ang="0">
                  <a:pos x="205" y="0"/>
                </a:cxn>
                <a:cxn ang="0">
                  <a:pos x="203" y="0"/>
                </a:cxn>
                <a:cxn ang="0">
                  <a:pos x="202" y="1"/>
                </a:cxn>
                <a:cxn ang="0">
                  <a:pos x="202" y="1"/>
                </a:cxn>
              </a:cxnLst>
              <a:rect l="0" t="0" r="r" b="b"/>
              <a:pathLst>
                <a:path w="209" h="245">
                  <a:moveTo>
                    <a:pt x="202" y="1"/>
                  </a:moveTo>
                  <a:lnTo>
                    <a:pt x="202" y="1"/>
                  </a:lnTo>
                  <a:lnTo>
                    <a:pt x="173" y="24"/>
                  </a:lnTo>
                  <a:lnTo>
                    <a:pt x="145" y="50"/>
                  </a:lnTo>
                  <a:lnTo>
                    <a:pt x="119" y="77"/>
                  </a:lnTo>
                  <a:lnTo>
                    <a:pt x="107" y="92"/>
                  </a:lnTo>
                  <a:lnTo>
                    <a:pt x="96" y="106"/>
                  </a:lnTo>
                  <a:lnTo>
                    <a:pt x="96" y="106"/>
                  </a:lnTo>
                  <a:lnTo>
                    <a:pt x="84" y="122"/>
                  </a:lnTo>
                  <a:lnTo>
                    <a:pt x="71" y="137"/>
                  </a:lnTo>
                  <a:lnTo>
                    <a:pt x="45" y="169"/>
                  </a:lnTo>
                  <a:lnTo>
                    <a:pt x="33" y="184"/>
                  </a:lnTo>
                  <a:lnTo>
                    <a:pt x="21" y="200"/>
                  </a:lnTo>
                  <a:lnTo>
                    <a:pt x="11" y="217"/>
                  </a:lnTo>
                  <a:lnTo>
                    <a:pt x="1" y="235"/>
                  </a:lnTo>
                  <a:lnTo>
                    <a:pt x="1" y="235"/>
                  </a:lnTo>
                  <a:lnTo>
                    <a:pt x="0" y="238"/>
                  </a:lnTo>
                  <a:lnTo>
                    <a:pt x="0" y="239"/>
                  </a:lnTo>
                  <a:lnTo>
                    <a:pt x="4" y="243"/>
                  </a:lnTo>
                  <a:lnTo>
                    <a:pt x="5" y="245"/>
                  </a:lnTo>
                  <a:lnTo>
                    <a:pt x="8" y="245"/>
                  </a:lnTo>
                  <a:lnTo>
                    <a:pt x="9" y="243"/>
                  </a:lnTo>
                  <a:lnTo>
                    <a:pt x="11" y="241"/>
                  </a:lnTo>
                  <a:lnTo>
                    <a:pt x="11" y="241"/>
                  </a:lnTo>
                  <a:lnTo>
                    <a:pt x="18" y="225"/>
                  </a:lnTo>
                  <a:lnTo>
                    <a:pt x="28" y="211"/>
                  </a:lnTo>
                  <a:lnTo>
                    <a:pt x="38" y="196"/>
                  </a:lnTo>
                  <a:lnTo>
                    <a:pt x="50" y="182"/>
                  </a:lnTo>
                  <a:lnTo>
                    <a:pt x="72" y="156"/>
                  </a:lnTo>
                  <a:lnTo>
                    <a:pt x="94" y="128"/>
                  </a:lnTo>
                  <a:lnTo>
                    <a:pt x="94" y="128"/>
                  </a:lnTo>
                  <a:lnTo>
                    <a:pt x="119" y="95"/>
                  </a:lnTo>
                  <a:lnTo>
                    <a:pt x="147" y="65"/>
                  </a:lnTo>
                  <a:lnTo>
                    <a:pt x="175" y="37"/>
                  </a:lnTo>
                  <a:lnTo>
                    <a:pt x="191" y="24"/>
                  </a:lnTo>
                  <a:lnTo>
                    <a:pt x="207" y="10"/>
                  </a:lnTo>
                  <a:lnTo>
                    <a:pt x="207" y="10"/>
                  </a:lnTo>
                  <a:lnTo>
                    <a:pt x="208" y="9"/>
                  </a:lnTo>
                  <a:lnTo>
                    <a:pt x="209" y="7"/>
                  </a:lnTo>
                  <a:lnTo>
                    <a:pt x="208" y="3"/>
                  </a:lnTo>
                  <a:lnTo>
                    <a:pt x="207" y="1"/>
                  </a:lnTo>
                  <a:lnTo>
                    <a:pt x="205" y="0"/>
                  </a:lnTo>
                  <a:lnTo>
                    <a:pt x="203" y="0"/>
                  </a:lnTo>
                  <a:lnTo>
                    <a:pt x="202" y="1"/>
                  </a:lnTo>
                  <a:lnTo>
                    <a:pt x="202" y="1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93" name="Freeform 505"/>
            <p:cNvSpPr/>
            <p:nvPr>
              <p:custDataLst>
                <p:tags r:id="rId47"/>
              </p:custDataLst>
            </p:nvPr>
          </p:nvSpPr>
          <p:spPr bwMode="auto">
            <a:xfrm>
              <a:off x="3448051" y="1246188"/>
              <a:ext cx="66675" cy="82550"/>
            </a:xfrm>
            <a:custGeom>
              <a:avLst/>
              <a:gdLst/>
              <a:ahLst/>
              <a:cxnLst>
                <a:cxn ang="0">
                  <a:pos x="157" y="3"/>
                </a:cxn>
                <a:cxn ang="0">
                  <a:pos x="157" y="3"/>
                </a:cxn>
                <a:cxn ang="0">
                  <a:pos x="136" y="32"/>
                </a:cxn>
                <a:cxn ang="0">
                  <a:pos x="115" y="60"/>
                </a:cxn>
                <a:cxn ang="0">
                  <a:pos x="94" y="89"/>
                </a:cxn>
                <a:cxn ang="0">
                  <a:pos x="84" y="102"/>
                </a:cxn>
                <a:cxn ang="0">
                  <a:pos x="71" y="115"/>
                </a:cxn>
                <a:cxn ang="0">
                  <a:pos x="71" y="115"/>
                </a:cxn>
                <a:cxn ang="0">
                  <a:pos x="52" y="134"/>
                </a:cxn>
                <a:cxn ang="0">
                  <a:pos x="34" y="155"/>
                </a:cxn>
                <a:cxn ang="0">
                  <a:pos x="16" y="176"/>
                </a:cxn>
                <a:cxn ang="0">
                  <a:pos x="8" y="186"/>
                </a:cxn>
                <a:cxn ang="0">
                  <a:pos x="1" y="196"/>
                </a:cxn>
                <a:cxn ang="0">
                  <a:pos x="1" y="196"/>
                </a:cxn>
                <a:cxn ang="0">
                  <a:pos x="0" y="199"/>
                </a:cxn>
                <a:cxn ang="0">
                  <a:pos x="0" y="202"/>
                </a:cxn>
                <a:cxn ang="0">
                  <a:pos x="3" y="204"/>
                </a:cxn>
                <a:cxn ang="0">
                  <a:pos x="7" y="206"/>
                </a:cxn>
                <a:cxn ang="0">
                  <a:pos x="9" y="204"/>
                </a:cxn>
                <a:cxn ang="0">
                  <a:pos x="10" y="203"/>
                </a:cxn>
                <a:cxn ang="0">
                  <a:pos x="10" y="203"/>
                </a:cxn>
                <a:cxn ang="0">
                  <a:pos x="20" y="190"/>
                </a:cxn>
                <a:cxn ang="0">
                  <a:pos x="29" y="178"/>
                </a:cxn>
                <a:cxn ang="0">
                  <a:pos x="50" y="155"/>
                </a:cxn>
                <a:cxn ang="0">
                  <a:pos x="72" y="131"/>
                </a:cxn>
                <a:cxn ang="0">
                  <a:pos x="93" y="109"/>
                </a:cxn>
                <a:cxn ang="0">
                  <a:pos x="93" y="109"/>
                </a:cxn>
                <a:cxn ang="0">
                  <a:pos x="112" y="84"/>
                </a:cxn>
                <a:cxn ang="0">
                  <a:pos x="131" y="59"/>
                </a:cxn>
                <a:cxn ang="0">
                  <a:pos x="148" y="34"/>
                </a:cxn>
                <a:cxn ang="0">
                  <a:pos x="166" y="8"/>
                </a:cxn>
                <a:cxn ang="0">
                  <a:pos x="166" y="8"/>
                </a:cxn>
                <a:cxn ang="0">
                  <a:pos x="167" y="7"/>
                </a:cxn>
                <a:cxn ang="0">
                  <a:pos x="167" y="4"/>
                </a:cxn>
                <a:cxn ang="0">
                  <a:pos x="166" y="3"/>
                </a:cxn>
                <a:cxn ang="0">
                  <a:pos x="165" y="2"/>
                </a:cxn>
                <a:cxn ang="0">
                  <a:pos x="161" y="0"/>
                </a:cxn>
                <a:cxn ang="0">
                  <a:pos x="158" y="2"/>
                </a:cxn>
                <a:cxn ang="0">
                  <a:pos x="157" y="3"/>
                </a:cxn>
                <a:cxn ang="0">
                  <a:pos x="157" y="3"/>
                </a:cxn>
              </a:cxnLst>
              <a:rect l="0" t="0" r="r" b="b"/>
              <a:pathLst>
                <a:path w="167" h="206">
                  <a:moveTo>
                    <a:pt x="157" y="3"/>
                  </a:moveTo>
                  <a:lnTo>
                    <a:pt x="157" y="3"/>
                  </a:lnTo>
                  <a:lnTo>
                    <a:pt x="136" y="32"/>
                  </a:lnTo>
                  <a:lnTo>
                    <a:pt x="115" y="60"/>
                  </a:lnTo>
                  <a:lnTo>
                    <a:pt x="94" y="89"/>
                  </a:lnTo>
                  <a:lnTo>
                    <a:pt x="84" y="102"/>
                  </a:lnTo>
                  <a:lnTo>
                    <a:pt x="71" y="115"/>
                  </a:lnTo>
                  <a:lnTo>
                    <a:pt x="71" y="115"/>
                  </a:lnTo>
                  <a:lnTo>
                    <a:pt x="52" y="134"/>
                  </a:lnTo>
                  <a:lnTo>
                    <a:pt x="34" y="155"/>
                  </a:lnTo>
                  <a:lnTo>
                    <a:pt x="16" y="176"/>
                  </a:lnTo>
                  <a:lnTo>
                    <a:pt x="8" y="186"/>
                  </a:lnTo>
                  <a:lnTo>
                    <a:pt x="1" y="196"/>
                  </a:lnTo>
                  <a:lnTo>
                    <a:pt x="1" y="196"/>
                  </a:lnTo>
                  <a:lnTo>
                    <a:pt x="0" y="199"/>
                  </a:lnTo>
                  <a:lnTo>
                    <a:pt x="0" y="202"/>
                  </a:lnTo>
                  <a:lnTo>
                    <a:pt x="3" y="204"/>
                  </a:lnTo>
                  <a:lnTo>
                    <a:pt x="7" y="206"/>
                  </a:lnTo>
                  <a:lnTo>
                    <a:pt x="9" y="204"/>
                  </a:lnTo>
                  <a:lnTo>
                    <a:pt x="10" y="203"/>
                  </a:lnTo>
                  <a:lnTo>
                    <a:pt x="10" y="203"/>
                  </a:lnTo>
                  <a:lnTo>
                    <a:pt x="20" y="190"/>
                  </a:lnTo>
                  <a:lnTo>
                    <a:pt x="29" y="178"/>
                  </a:lnTo>
                  <a:lnTo>
                    <a:pt x="50" y="155"/>
                  </a:lnTo>
                  <a:lnTo>
                    <a:pt x="72" y="131"/>
                  </a:lnTo>
                  <a:lnTo>
                    <a:pt x="93" y="109"/>
                  </a:lnTo>
                  <a:lnTo>
                    <a:pt x="93" y="109"/>
                  </a:lnTo>
                  <a:lnTo>
                    <a:pt x="112" y="84"/>
                  </a:lnTo>
                  <a:lnTo>
                    <a:pt x="131" y="59"/>
                  </a:lnTo>
                  <a:lnTo>
                    <a:pt x="148" y="34"/>
                  </a:lnTo>
                  <a:lnTo>
                    <a:pt x="166" y="8"/>
                  </a:lnTo>
                  <a:lnTo>
                    <a:pt x="166" y="8"/>
                  </a:lnTo>
                  <a:lnTo>
                    <a:pt x="167" y="7"/>
                  </a:lnTo>
                  <a:lnTo>
                    <a:pt x="167" y="4"/>
                  </a:lnTo>
                  <a:lnTo>
                    <a:pt x="166" y="3"/>
                  </a:lnTo>
                  <a:lnTo>
                    <a:pt x="165" y="2"/>
                  </a:lnTo>
                  <a:lnTo>
                    <a:pt x="161" y="0"/>
                  </a:lnTo>
                  <a:lnTo>
                    <a:pt x="158" y="2"/>
                  </a:lnTo>
                  <a:lnTo>
                    <a:pt x="157" y="3"/>
                  </a:lnTo>
                  <a:lnTo>
                    <a:pt x="157" y="3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94" name="Freeform 506"/>
            <p:cNvSpPr/>
            <p:nvPr>
              <p:custDataLst>
                <p:tags r:id="rId48"/>
              </p:custDataLst>
            </p:nvPr>
          </p:nvSpPr>
          <p:spPr bwMode="auto">
            <a:xfrm>
              <a:off x="3448051" y="1282700"/>
              <a:ext cx="73025" cy="90488"/>
            </a:xfrm>
            <a:custGeom>
              <a:avLst/>
              <a:gdLst/>
              <a:ahLst/>
              <a:cxnLst>
                <a:cxn ang="0">
                  <a:pos x="177" y="1"/>
                </a:cxn>
                <a:cxn ang="0">
                  <a:pos x="177" y="1"/>
                </a:cxn>
                <a:cxn ang="0">
                  <a:pos x="152" y="29"/>
                </a:cxn>
                <a:cxn ang="0">
                  <a:pos x="128" y="57"/>
                </a:cxn>
                <a:cxn ang="0">
                  <a:pos x="81" y="115"/>
                </a:cxn>
                <a:cxn ang="0">
                  <a:pos x="81" y="115"/>
                </a:cxn>
                <a:cxn ang="0">
                  <a:pos x="43" y="165"/>
                </a:cxn>
                <a:cxn ang="0">
                  <a:pos x="43" y="165"/>
                </a:cxn>
                <a:cxn ang="0">
                  <a:pos x="21" y="192"/>
                </a:cxn>
                <a:cxn ang="0">
                  <a:pos x="10" y="205"/>
                </a:cxn>
                <a:cxn ang="0">
                  <a:pos x="1" y="220"/>
                </a:cxn>
                <a:cxn ang="0">
                  <a:pos x="1" y="220"/>
                </a:cxn>
                <a:cxn ang="0">
                  <a:pos x="0" y="222"/>
                </a:cxn>
                <a:cxn ang="0">
                  <a:pos x="0" y="223"/>
                </a:cxn>
                <a:cxn ang="0">
                  <a:pos x="3" y="227"/>
                </a:cxn>
                <a:cxn ang="0">
                  <a:pos x="7" y="227"/>
                </a:cxn>
                <a:cxn ang="0">
                  <a:pos x="9" y="227"/>
                </a:cxn>
                <a:cxn ang="0">
                  <a:pos x="10" y="225"/>
                </a:cxn>
                <a:cxn ang="0">
                  <a:pos x="10" y="225"/>
                </a:cxn>
                <a:cxn ang="0">
                  <a:pos x="18" y="213"/>
                </a:cxn>
                <a:cxn ang="0">
                  <a:pos x="29" y="201"/>
                </a:cxn>
                <a:cxn ang="0">
                  <a:pos x="38" y="191"/>
                </a:cxn>
                <a:cxn ang="0">
                  <a:pos x="47" y="179"/>
                </a:cxn>
                <a:cxn ang="0">
                  <a:pos x="47" y="179"/>
                </a:cxn>
                <a:cxn ang="0">
                  <a:pos x="71" y="146"/>
                </a:cxn>
                <a:cxn ang="0">
                  <a:pos x="95" y="116"/>
                </a:cxn>
                <a:cxn ang="0">
                  <a:pos x="95" y="116"/>
                </a:cxn>
                <a:cxn ang="0">
                  <a:pos x="139" y="61"/>
                </a:cxn>
                <a:cxn ang="0">
                  <a:pos x="161" y="35"/>
                </a:cxn>
                <a:cxn ang="0">
                  <a:pos x="184" y="9"/>
                </a:cxn>
                <a:cxn ang="0">
                  <a:pos x="184" y="9"/>
                </a:cxn>
                <a:cxn ang="0">
                  <a:pos x="186" y="8"/>
                </a:cxn>
                <a:cxn ang="0">
                  <a:pos x="186" y="5"/>
                </a:cxn>
                <a:cxn ang="0">
                  <a:pos x="184" y="1"/>
                </a:cxn>
                <a:cxn ang="0">
                  <a:pos x="181" y="0"/>
                </a:cxn>
                <a:cxn ang="0">
                  <a:pos x="179" y="0"/>
                </a:cxn>
                <a:cxn ang="0">
                  <a:pos x="177" y="1"/>
                </a:cxn>
                <a:cxn ang="0">
                  <a:pos x="177" y="1"/>
                </a:cxn>
              </a:cxnLst>
              <a:rect l="0" t="0" r="r" b="b"/>
              <a:pathLst>
                <a:path w="186" h="227">
                  <a:moveTo>
                    <a:pt x="177" y="1"/>
                  </a:moveTo>
                  <a:lnTo>
                    <a:pt x="177" y="1"/>
                  </a:lnTo>
                  <a:lnTo>
                    <a:pt x="152" y="29"/>
                  </a:lnTo>
                  <a:lnTo>
                    <a:pt x="128" y="57"/>
                  </a:lnTo>
                  <a:lnTo>
                    <a:pt x="81" y="115"/>
                  </a:lnTo>
                  <a:lnTo>
                    <a:pt x="81" y="115"/>
                  </a:lnTo>
                  <a:lnTo>
                    <a:pt x="43" y="165"/>
                  </a:lnTo>
                  <a:lnTo>
                    <a:pt x="43" y="165"/>
                  </a:lnTo>
                  <a:lnTo>
                    <a:pt x="21" y="192"/>
                  </a:lnTo>
                  <a:lnTo>
                    <a:pt x="10" y="205"/>
                  </a:lnTo>
                  <a:lnTo>
                    <a:pt x="1" y="220"/>
                  </a:lnTo>
                  <a:lnTo>
                    <a:pt x="1" y="220"/>
                  </a:lnTo>
                  <a:lnTo>
                    <a:pt x="0" y="222"/>
                  </a:lnTo>
                  <a:lnTo>
                    <a:pt x="0" y="223"/>
                  </a:lnTo>
                  <a:lnTo>
                    <a:pt x="3" y="227"/>
                  </a:lnTo>
                  <a:lnTo>
                    <a:pt x="7" y="227"/>
                  </a:lnTo>
                  <a:lnTo>
                    <a:pt x="9" y="227"/>
                  </a:lnTo>
                  <a:lnTo>
                    <a:pt x="10" y="225"/>
                  </a:lnTo>
                  <a:lnTo>
                    <a:pt x="10" y="225"/>
                  </a:lnTo>
                  <a:lnTo>
                    <a:pt x="18" y="213"/>
                  </a:lnTo>
                  <a:lnTo>
                    <a:pt x="29" y="201"/>
                  </a:lnTo>
                  <a:lnTo>
                    <a:pt x="38" y="191"/>
                  </a:lnTo>
                  <a:lnTo>
                    <a:pt x="47" y="179"/>
                  </a:lnTo>
                  <a:lnTo>
                    <a:pt x="47" y="179"/>
                  </a:lnTo>
                  <a:lnTo>
                    <a:pt x="71" y="146"/>
                  </a:lnTo>
                  <a:lnTo>
                    <a:pt x="95" y="116"/>
                  </a:lnTo>
                  <a:lnTo>
                    <a:pt x="95" y="116"/>
                  </a:lnTo>
                  <a:lnTo>
                    <a:pt x="139" y="61"/>
                  </a:lnTo>
                  <a:lnTo>
                    <a:pt x="161" y="35"/>
                  </a:lnTo>
                  <a:lnTo>
                    <a:pt x="184" y="9"/>
                  </a:lnTo>
                  <a:lnTo>
                    <a:pt x="184" y="9"/>
                  </a:lnTo>
                  <a:lnTo>
                    <a:pt x="186" y="8"/>
                  </a:lnTo>
                  <a:lnTo>
                    <a:pt x="186" y="5"/>
                  </a:lnTo>
                  <a:lnTo>
                    <a:pt x="184" y="1"/>
                  </a:lnTo>
                  <a:lnTo>
                    <a:pt x="181" y="0"/>
                  </a:lnTo>
                  <a:lnTo>
                    <a:pt x="179" y="0"/>
                  </a:lnTo>
                  <a:lnTo>
                    <a:pt x="177" y="1"/>
                  </a:lnTo>
                  <a:lnTo>
                    <a:pt x="177" y="1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95" name="Freeform 507"/>
            <p:cNvSpPr/>
            <p:nvPr>
              <p:custDataLst>
                <p:tags r:id="rId49"/>
              </p:custDataLst>
            </p:nvPr>
          </p:nvSpPr>
          <p:spPr bwMode="auto">
            <a:xfrm>
              <a:off x="3452813" y="1331913"/>
              <a:ext cx="65088" cy="82550"/>
            </a:xfrm>
            <a:custGeom>
              <a:avLst/>
              <a:gdLst/>
              <a:ahLst/>
              <a:cxnLst>
                <a:cxn ang="0">
                  <a:pos x="153" y="2"/>
                </a:cxn>
                <a:cxn ang="0">
                  <a:pos x="153" y="2"/>
                </a:cxn>
                <a:cxn ang="0">
                  <a:pos x="63" y="116"/>
                </a:cxn>
                <a:cxn ang="0">
                  <a:pos x="63" y="116"/>
                </a:cxn>
                <a:cxn ang="0">
                  <a:pos x="44" y="136"/>
                </a:cxn>
                <a:cxn ang="0">
                  <a:pos x="27" y="157"/>
                </a:cxn>
                <a:cxn ang="0">
                  <a:pos x="19" y="168"/>
                </a:cxn>
                <a:cxn ang="0">
                  <a:pos x="12" y="178"/>
                </a:cxn>
                <a:cxn ang="0">
                  <a:pos x="5" y="190"/>
                </a:cxn>
                <a:cxn ang="0">
                  <a:pos x="0" y="202"/>
                </a:cxn>
                <a:cxn ang="0">
                  <a:pos x="0" y="202"/>
                </a:cxn>
                <a:cxn ang="0">
                  <a:pos x="0" y="204"/>
                </a:cxn>
                <a:cxn ang="0">
                  <a:pos x="0" y="207"/>
                </a:cxn>
                <a:cxn ang="0">
                  <a:pos x="1" y="208"/>
                </a:cxn>
                <a:cxn ang="0">
                  <a:pos x="4" y="208"/>
                </a:cxn>
                <a:cxn ang="0">
                  <a:pos x="8" y="208"/>
                </a:cxn>
                <a:cxn ang="0">
                  <a:pos x="9" y="207"/>
                </a:cxn>
                <a:cxn ang="0">
                  <a:pos x="10" y="206"/>
                </a:cxn>
                <a:cxn ang="0">
                  <a:pos x="10" y="206"/>
                </a:cxn>
                <a:cxn ang="0">
                  <a:pos x="17" y="191"/>
                </a:cxn>
                <a:cxn ang="0">
                  <a:pos x="25" y="178"/>
                </a:cxn>
                <a:cxn ang="0">
                  <a:pos x="34" y="167"/>
                </a:cxn>
                <a:cxn ang="0">
                  <a:pos x="43" y="153"/>
                </a:cxn>
                <a:cxn ang="0">
                  <a:pos x="64" y="130"/>
                </a:cxn>
                <a:cxn ang="0">
                  <a:pos x="83" y="106"/>
                </a:cxn>
                <a:cxn ang="0">
                  <a:pos x="83" y="106"/>
                </a:cxn>
                <a:cxn ang="0">
                  <a:pos x="162" y="10"/>
                </a:cxn>
                <a:cxn ang="0">
                  <a:pos x="162" y="10"/>
                </a:cxn>
                <a:cxn ang="0">
                  <a:pos x="162" y="8"/>
                </a:cxn>
                <a:cxn ang="0">
                  <a:pos x="163" y="6"/>
                </a:cxn>
                <a:cxn ang="0">
                  <a:pos x="161" y="2"/>
                </a:cxn>
                <a:cxn ang="0">
                  <a:pos x="159" y="0"/>
                </a:cxn>
                <a:cxn ang="0">
                  <a:pos x="157" y="0"/>
                </a:cxn>
                <a:cxn ang="0">
                  <a:pos x="155" y="0"/>
                </a:cxn>
                <a:cxn ang="0">
                  <a:pos x="153" y="2"/>
                </a:cxn>
                <a:cxn ang="0">
                  <a:pos x="153" y="2"/>
                </a:cxn>
              </a:cxnLst>
              <a:rect l="0" t="0" r="r" b="b"/>
              <a:pathLst>
                <a:path w="163" h="208">
                  <a:moveTo>
                    <a:pt x="153" y="2"/>
                  </a:moveTo>
                  <a:lnTo>
                    <a:pt x="153" y="2"/>
                  </a:lnTo>
                  <a:lnTo>
                    <a:pt x="63" y="116"/>
                  </a:lnTo>
                  <a:lnTo>
                    <a:pt x="63" y="116"/>
                  </a:lnTo>
                  <a:lnTo>
                    <a:pt x="44" y="136"/>
                  </a:lnTo>
                  <a:lnTo>
                    <a:pt x="27" y="157"/>
                  </a:lnTo>
                  <a:lnTo>
                    <a:pt x="19" y="168"/>
                  </a:lnTo>
                  <a:lnTo>
                    <a:pt x="12" y="178"/>
                  </a:lnTo>
                  <a:lnTo>
                    <a:pt x="5" y="190"/>
                  </a:lnTo>
                  <a:lnTo>
                    <a:pt x="0" y="202"/>
                  </a:lnTo>
                  <a:lnTo>
                    <a:pt x="0" y="202"/>
                  </a:lnTo>
                  <a:lnTo>
                    <a:pt x="0" y="204"/>
                  </a:lnTo>
                  <a:lnTo>
                    <a:pt x="0" y="207"/>
                  </a:lnTo>
                  <a:lnTo>
                    <a:pt x="1" y="208"/>
                  </a:lnTo>
                  <a:lnTo>
                    <a:pt x="4" y="208"/>
                  </a:lnTo>
                  <a:lnTo>
                    <a:pt x="8" y="208"/>
                  </a:lnTo>
                  <a:lnTo>
                    <a:pt x="9" y="207"/>
                  </a:lnTo>
                  <a:lnTo>
                    <a:pt x="10" y="206"/>
                  </a:lnTo>
                  <a:lnTo>
                    <a:pt x="10" y="206"/>
                  </a:lnTo>
                  <a:lnTo>
                    <a:pt x="17" y="191"/>
                  </a:lnTo>
                  <a:lnTo>
                    <a:pt x="25" y="178"/>
                  </a:lnTo>
                  <a:lnTo>
                    <a:pt x="34" y="167"/>
                  </a:lnTo>
                  <a:lnTo>
                    <a:pt x="43" y="153"/>
                  </a:lnTo>
                  <a:lnTo>
                    <a:pt x="64" y="130"/>
                  </a:lnTo>
                  <a:lnTo>
                    <a:pt x="83" y="106"/>
                  </a:lnTo>
                  <a:lnTo>
                    <a:pt x="83" y="106"/>
                  </a:lnTo>
                  <a:lnTo>
                    <a:pt x="162" y="10"/>
                  </a:lnTo>
                  <a:lnTo>
                    <a:pt x="162" y="10"/>
                  </a:lnTo>
                  <a:lnTo>
                    <a:pt x="162" y="8"/>
                  </a:lnTo>
                  <a:lnTo>
                    <a:pt x="163" y="6"/>
                  </a:lnTo>
                  <a:lnTo>
                    <a:pt x="161" y="2"/>
                  </a:lnTo>
                  <a:lnTo>
                    <a:pt x="159" y="0"/>
                  </a:lnTo>
                  <a:lnTo>
                    <a:pt x="157" y="0"/>
                  </a:lnTo>
                  <a:lnTo>
                    <a:pt x="155" y="0"/>
                  </a:lnTo>
                  <a:lnTo>
                    <a:pt x="153" y="2"/>
                  </a:lnTo>
                  <a:lnTo>
                    <a:pt x="153" y="2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96" name="Freeform 508"/>
            <p:cNvSpPr/>
            <p:nvPr>
              <p:custDataLst>
                <p:tags r:id="rId50"/>
              </p:custDataLst>
            </p:nvPr>
          </p:nvSpPr>
          <p:spPr bwMode="auto">
            <a:xfrm>
              <a:off x="3446463" y="1387475"/>
              <a:ext cx="68263" cy="82550"/>
            </a:xfrm>
            <a:custGeom>
              <a:avLst/>
              <a:gdLst/>
              <a:ahLst/>
              <a:cxnLst>
                <a:cxn ang="0">
                  <a:pos x="162" y="3"/>
                </a:cxn>
                <a:cxn ang="0">
                  <a:pos x="162" y="3"/>
                </a:cxn>
                <a:cxn ang="0">
                  <a:pos x="120" y="51"/>
                </a:cxn>
                <a:cxn ang="0">
                  <a:pos x="80" y="101"/>
                </a:cxn>
                <a:cxn ang="0">
                  <a:pos x="39" y="151"/>
                </a:cxn>
                <a:cxn ang="0">
                  <a:pos x="1" y="202"/>
                </a:cxn>
                <a:cxn ang="0">
                  <a:pos x="1" y="202"/>
                </a:cxn>
                <a:cxn ang="0">
                  <a:pos x="0" y="204"/>
                </a:cxn>
                <a:cxn ang="0">
                  <a:pos x="0" y="206"/>
                </a:cxn>
                <a:cxn ang="0">
                  <a:pos x="1" y="208"/>
                </a:cxn>
                <a:cxn ang="0">
                  <a:pos x="3" y="210"/>
                </a:cxn>
                <a:cxn ang="0">
                  <a:pos x="7" y="210"/>
                </a:cxn>
                <a:cxn ang="0">
                  <a:pos x="9" y="210"/>
                </a:cxn>
                <a:cxn ang="0">
                  <a:pos x="11" y="207"/>
                </a:cxn>
                <a:cxn ang="0">
                  <a:pos x="11" y="207"/>
                </a:cxn>
                <a:cxn ang="0">
                  <a:pos x="50" y="157"/>
                </a:cxn>
                <a:cxn ang="0">
                  <a:pos x="89" y="108"/>
                </a:cxn>
                <a:cxn ang="0">
                  <a:pos x="128" y="59"/>
                </a:cxn>
                <a:cxn ang="0">
                  <a:pos x="170" y="11"/>
                </a:cxn>
                <a:cxn ang="0">
                  <a:pos x="170" y="11"/>
                </a:cxn>
                <a:cxn ang="0">
                  <a:pos x="171" y="8"/>
                </a:cxn>
                <a:cxn ang="0">
                  <a:pos x="171" y="7"/>
                </a:cxn>
                <a:cxn ang="0">
                  <a:pos x="169" y="3"/>
                </a:cxn>
                <a:cxn ang="0">
                  <a:pos x="166" y="0"/>
                </a:cxn>
                <a:cxn ang="0">
                  <a:pos x="164" y="2"/>
                </a:cxn>
                <a:cxn ang="0">
                  <a:pos x="162" y="3"/>
                </a:cxn>
                <a:cxn ang="0">
                  <a:pos x="162" y="3"/>
                </a:cxn>
              </a:cxnLst>
              <a:rect l="0" t="0" r="r" b="b"/>
              <a:pathLst>
                <a:path w="171" h="210">
                  <a:moveTo>
                    <a:pt x="162" y="3"/>
                  </a:moveTo>
                  <a:lnTo>
                    <a:pt x="162" y="3"/>
                  </a:lnTo>
                  <a:lnTo>
                    <a:pt x="120" y="51"/>
                  </a:lnTo>
                  <a:lnTo>
                    <a:pt x="80" y="101"/>
                  </a:lnTo>
                  <a:lnTo>
                    <a:pt x="39" y="151"/>
                  </a:lnTo>
                  <a:lnTo>
                    <a:pt x="1" y="202"/>
                  </a:lnTo>
                  <a:lnTo>
                    <a:pt x="1" y="202"/>
                  </a:lnTo>
                  <a:lnTo>
                    <a:pt x="0" y="204"/>
                  </a:lnTo>
                  <a:lnTo>
                    <a:pt x="0" y="206"/>
                  </a:lnTo>
                  <a:lnTo>
                    <a:pt x="1" y="208"/>
                  </a:lnTo>
                  <a:lnTo>
                    <a:pt x="3" y="210"/>
                  </a:lnTo>
                  <a:lnTo>
                    <a:pt x="7" y="210"/>
                  </a:lnTo>
                  <a:lnTo>
                    <a:pt x="9" y="210"/>
                  </a:lnTo>
                  <a:lnTo>
                    <a:pt x="11" y="207"/>
                  </a:lnTo>
                  <a:lnTo>
                    <a:pt x="11" y="207"/>
                  </a:lnTo>
                  <a:lnTo>
                    <a:pt x="50" y="157"/>
                  </a:lnTo>
                  <a:lnTo>
                    <a:pt x="89" y="108"/>
                  </a:lnTo>
                  <a:lnTo>
                    <a:pt x="128" y="59"/>
                  </a:lnTo>
                  <a:lnTo>
                    <a:pt x="170" y="11"/>
                  </a:lnTo>
                  <a:lnTo>
                    <a:pt x="170" y="11"/>
                  </a:lnTo>
                  <a:lnTo>
                    <a:pt x="171" y="8"/>
                  </a:lnTo>
                  <a:lnTo>
                    <a:pt x="171" y="7"/>
                  </a:lnTo>
                  <a:lnTo>
                    <a:pt x="169" y="3"/>
                  </a:lnTo>
                  <a:lnTo>
                    <a:pt x="166" y="0"/>
                  </a:lnTo>
                  <a:lnTo>
                    <a:pt x="164" y="2"/>
                  </a:lnTo>
                  <a:lnTo>
                    <a:pt x="162" y="3"/>
                  </a:lnTo>
                  <a:lnTo>
                    <a:pt x="162" y="3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97" name="Freeform 509"/>
            <p:cNvSpPr/>
            <p:nvPr>
              <p:custDataLst>
                <p:tags r:id="rId51"/>
              </p:custDataLst>
            </p:nvPr>
          </p:nvSpPr>
          <p:spPr bwMode="auto">
            <a:xfrm>
              <a:off x="3433763" y="1431925"/>
              <a:ext cx="76200" cy="93663"/>
            </a:xfrm>
            <a:custGeom>
              <a:avLst/>
              <a:gdLst/>
              <a:ahLst/>
              <a:cxnLst>
                <a:cxn ang="0">
                  <a:pos x="183" y="3"/>
                </a:cxn>
                <a:cxn ang="0">
                  <a:pos x="183" y="3"/>
                </a:cxn>
                <a:cxn ang="0">
                  <a:pos x="174" y="16"/>
                </a:cxn>
                <a:cxn ang="0">
                  <a:pos x="162" y="28"/>
                </a:cxn>
                <a:cxn ang="0">
                  <a:pos x="139" y="51"/>
                </a:cxn>
                <a:cxn ang="0">
                  <a:pos x="139" y="51"/>
                </a:cxn>
                <a:cxn ang="0">
                  <a:pos x="115" y="78"/>
                </a:cxn>
                <a:cxn ang="0">
                  <a:pos x="92" y="106"/>
                </a:cxn>
                <a:cxn ang="0">
                  <a:pos x="92" y="106"/>
                </a:cxn>
                <a:cxn ang="0">
                  <a:pos x="68" y="135"/>
                </a:cxn>
                <a:cxn ang="0">
                  <a:pos x="43" y="165"/>
                </a:cxn>
                <a:cxn ang="0">
                  <a:pos x="31" y="180"/>
                </a:cxn>
                <a:cxn ang="0">
                  <a:pos x="21" y="194"/>
                </a:cxn>
                <a:cxn ang="0">
                  <a:pos x="11" y="211"/>
                </a:cxn>
                <a:cxn ang="0">
                  <a:pos x="0" y="228"/>
                </a:cxn>
                <a:cxn ang="0">
                  <a:pos x="0" y="228"/>
                </a:cxn>
                <a:cxn ang="0">
                  <a:pos x="0" y="231"/>
                </a:cxn>
                <a:cxn ang="0">
                  <a:pos x="0" y="232"/>
                </a:cxn>
                <a:cxn ang="0">
                  <a:pos x="3" y="236"/>
                </a:cxn>
                <a:cxn ang="0">
                  <a:pos x="7" y="236"/>
                </a:cxn>
                <a:cxn ang="0">
                  <a:pos x="9" y="236"/>
                </a:cxn>
                <a:cxn ang="0">
                  <a:pos x="11" y="233"/>
                </a:cxn>
                <a:cxn ang="0">
                  <a:pos x="11" y="233"/>
                </a:cxn>
                <a:cxn ang="0">
                  <a:pos x="20" y="218"/>
                </a:cxn>
                <a:cxn ang="0">
                  <a:pos x="29" y="202"/>
                </a:cxn>
                <a:cxn ang="0">
                  <a:pos x="39" y="187"/>
                </a:cxn>
                <a:cxn ang="0">
                  <a:pos x="51" y="174"/>
                </a:cxn>
                <a:cxn ang="0">
                  <a:pos x="73" y="147"/>
                </a:cxn>
                <a:cxn ang="0">
                  <a:pos x="96" y="119"/>
                </a:cxn>
                <a:cxn ang="0">
                  <a:pos x="96" y="119"/>
                </a:cxn>
                <a:cxn ang="0">
                  <a:pos x="110" y="102"/>
                </a:cxn>
                <a:cxn ang="0">
                  <a:pos x="124" y="84"/>
                </a:cxn>
                <a:cxn ang="0">
                  <a:pos x="154" y="51"/>
                </a:cxn>
                <a:cxn ang="0">
                  <a:pos x="154" y="51"/>
                </a:cxn>
                <a:cxn ang="0">
                  <a:pos x="175" y="32"/>
                </a:cxn>
                <a:cxn ang="0">
                  <a:pos x="184" y="21"/>
                </a:cxn>
                <a:cxn ang="0">
                  <a:pos x="194" y="8"/>
                </a:cxn>
                <a:cxn ang="0">
                  <a:pos x="194" y="8"/>
                </a:cxn>
                <a:cxn ang="0">
                  <a:pos x="194" y="7"/>
                </a:cxn>
                <a:cxn ang="0">
                  <a:pos x="194" y="4"/>
                </a:cxn>
                <a:cxn ang="0">
                  <a:pos x="191" y="2"/>
                </a:cxn>
                <a:cxn ang="0">
                  <a:pos x="187" y="0"/>
                </a:cxn>
                <a:cxn ang="0">
                  <a:pos x="184" y="2"/>
                </a:cxn>
                <a:cxn ang="0">
                  <a:pos x="183" y="3"/>
                </a:cxn>
                <a:cxn ang="0">
                  <a:pos x="183" y="3"/>
                </a:cxn>
              </a:cxnLst>
              <a:rect l="0" t="0" r="r" b="b"/>
              <a:pathLst>
                <a:path w="194" h="236">
                  <a:moveTo>
                    <a:pt x="183" y="3"/>
                  </a:moveTo>
                  <a:lnTo>
                    <a:pt x="183" y="3"/>
                  </a:lnTo>
                  <a:lnTo>
                    <a:pt x="174" y="16"/>
                  </a:lnTo>
                  <a:lnTo>
                    <a:pt x="162" y="28"/>
                  </a:lnTo>
                  <a:lnTo>
                    <a:pt x="139" y="51"/>
                  </a:lnTo>
                  <a:lnTo>
                    <a:pt x="139" y="51"/>
                  </a:lnTo>
                  <a:lnTo>
                    <a:pt x="115" y="78"/>
                  </a:lnTo>
                  <a:lnTo>
                    <a:pt x="92" y="106"/>
                  </a:lnTo>
                  <a:lnTo>
                    <a:pt x="92" y="106"/>
                  </a:lnTo>
                  <a:lnTo>
                    <a:pt x="68" y="135"/>
                  </a:lnTo>
                  <a:lnTo>
                    <a:pt x="43" y="165"/>
                  </a:lnTo>
                  <a:lnTo>
                    <a:pt x="31" y="180"/>
                  </a:lnTo>
                  <a:lnTo>
                    <a:pt x="21" y="194"/>
                  </a:lnTo>
                  <a:lnTo>
                    <a:pt x="11" y="211"/>
                  </a:lnTo>
                  <a:lnTo>
                    <a:pt x="0" y="228"/>
                  </a:lnTo>
                  <a:lnTo>
                    <a:pt x="0" y="228"/>
                  </a:lnTo>
                  <a:lnTo>
                    <a:pt x="0" y="231"/>
                  </a:lnTo>
                  <a:lnTo>
                    <a:pt x="0" y="232"/>
                  </a:lnTo>
                  <a:lnTo>
                    <a:pt x="3" y="236"/>
                  </a:lnTo>
                  <a:lnTo>
                    <a:pt x="7" y="236"/>
                  </a:lnTo>
                  <a:lnTo>
                    <a:pt x="9" y="236"/>
                  </a:lnTo>
                  <a:lnTo>
                    <a:pt x="11" y="233"/>
                  </a:lnTo>
                  <a:lnTo>
                    <a:pt x="11" y="233"/>
                  </a:lnTo>
                  <a:lnTo>
                    <a:pt x="20" y="218"/>
                  </a:lnTo>
                  <a:lnTo>
                    <a:pt x="29" y="202"/>
                  </a:lnTo>
                  <a:lnTo>
                    <a:pt x="39" y="187"/>
                  </a:lnTo>
                  <a:lnTo>
                    <a:pt x="51" y="174"/>
                  </a:lnTo>
                  <a:lnTo>
                    <a:pt x="73" y="147"/>
                  </a:lnTo>
                  <a:lnTo>
                    <a:pt x="96" y="119"/>
                  </a:lnTo>
                  <a:lnTo>
                    <a:pt x="96" y="119"/>
                  </a:lnTo>
                  <a:lnTo>
                    <a:pt x="110" y="102"/>
                  </a:lnTo>
                  <a:lnTo>
                    <a:pt x="124" y="84"/>
                  </a:lnTo>
                  <a:lnTo>
                    <a:pt x="154" y="51"/>
                  </a:lnTo>
                  <a:lnTo>
                    <a:pt x="154" y="51"/>
                  </a:lnTo>
                  <a:lnTo>
                    <a:pt x="175" y="32"/>
                  </a:lnTo>
                  <a:lnTo>
                    <a:pt x="184" y="21"/>
                  </a:lnTo>
                  <a:lnTo>
                    <a:pt x="194" y="8"/>
                  </a:lnTo>
                  <a:lnTo>
                    <a:pt x="194" y="8"/>
                  </a:lnTo>
                  <a:lnTo>
                    <a:pt x="194" y="7"/>
                  </a:lnTo>
                  <a:lnTo>
                    <a:pt x="194" y="4"/>
                  </a:lnTo>
                  <a:lnTo>
                    <a:pt x="191" y="2"/>
                  </a:lnTo>
                  <a:lnTo>
                    <a:pt x="187" y="0"/>
                  </a:lnTo>
                  <a:lnTo>
                    <a:pt x="184" y="2"/>
                  </a:lnTo>
                  <a:lnTo>
                    <a:pt x="183" y="3"/>
                  </a:lnTo>
                  <a:lnTo>
                    <a:pt x="183" y="3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98" name="Freeform 510"/>
            <p:cNvSpPr/>
            <p:nvPr>
              <p:custDataLst>
                <p:tags r:id="rId52"/>
              </p:custDataLst>
            </p:nvPr>
          </p:nvSpPr>
          <p:spPr bwMode="auto">
            <a:xfrm>
              <a:off x="3438526" y="1466850"/>
              <a:ext cx="76200" cy="87313"/>
            </a:xfrm>
            <a:custGeom>
              <a:avLst/>
              <a:gdLst/>
              <a:ahLst/>
              <a:cxnLst>
                <a:cxn ang="0">
                  <a:pos x="179" y="3"/>
                </a:cxn>
                <a:cxn ang="0">
                  <a:pos x="179" y="3"/>
                </a:cxn>
                <a:cxn ang="0">
                  <a:pos x="158" y="37"/>
                </a:cxn>
                <a:cxn ang="0">
                  <a:pos x="136" y="69"/>
                </a:cxn>
                <a:cxn ang="0">
                  <a:pos x="112" y="101"/>
                </a:cxn>
                <a:cxn ang="0">
                  <a:pos x="99" y="116"/>
                </a:cxn>
                <a:cxn ang="0">
                  <a:pos x="86" y="132"/>
                </a:cxn>
                <a:cxn ang="0">
                  <a:pos x="86" y="132"/>
                </a:cxn>
                <a:cxn ang="0">
                  <a:pos x="74" y="144"/>
                </a:cxn>
                <a:cxn ang="0">
                  <a:pos x="61" y="156"/>
                </a:cxn>
                <a:cxn ang="0">
                  <a:pos x="34" y="177"/>
                </a:cxn>
                <a:cxn ang="0">
                  <a:pos x="34" y="177"/>
                </a:cxn>
                <a:cxn ang="0">
                  <a:pos x="23" y="183"/>
                </a:cxn>
                <a:cxn ang="0">
                  <a:pos x="14" y="190"/>
                </a:cxn>
                <a:cxn ang="0">
                  <a:pos x="6" y="198"/>
                </a:cxn>
                <a:cxn ang="0">
                  <a:pos x="0" y="208"/>
                </a:cxn>
                <a:cxn ang="0">
                  <a:pos x="0" y="208"/>
                </a:cxn>
                <a:cxn ang="0">
                  <a:pos x="0" y="211"/>
                </a:cxn>
                <a:cxn ang="0">
                  <a:pos x="0" y="213"/>
                </a:cxn>
                <a:cxn ang="0">
                  <a:pos x="2" y="216"/>
                </a:cxn>
                <a:cxn ang="0">
                  <a:pos x="6" y="217"/>
                </a:cxn>
                <a:cxn ang="0">
                  <a:pos x="8" y="216"/>
                </a:cxn>
                <a:cxn ang="0">
                  <a:pos x="10" y="213"/>
                </a:cxn>
                <a:cxn ang="0">
                  <a:pos x="10" y="213"/>
                </a:cxn>
                <a:cxn ang="0">
                  <a:pos x="14" y="208"/>
                </a:cxn>
                <a:cxn ang="0">
                  <a:pos x="19" y="201"/>
                </a:cxn>
                <a:cxn ang="0">
                  <a:pos x="31" y="191"/>
                </a:cxn>
                <a:cxn ang="0">
                  <a:pos x="44" y="182"/>
                </a:cxn>
                <a:cxn ang="0">
                  <a:pos x="57" y="173"/>
                </a:cxn>
                <a:cxn ang="0">
                  <a:pos x="57" y="173"/>
                </a:cxn>
                <a:cxn ang="0">
                  <a:pos x="70" y="162"/>
                </a:cxn>
                <a:cxn ang="0">
                  <a:pos x="83" y="150"/>
                </a:cxn>
                <a:cxn ang="0">
                  <a:pos x="95" y="139"/>
                </a:cxn>
                <a:cxn ang="0">
                  <a:pos x="106" y="127"/>
                </a:cxn>
                <a:cxn ang="0">
                  <a:pos x="106" y="127"/>
                </a:cxn>
                <a:cxn ang="0">
                  <a:pos x="129" y="98"/>
                </a:cxn>
                <a:cxn ang="0">
                  <a:pos x="150" y="69"/>
                </a:cxn>
                <a:cxn ang="0">
                  <a:pos x="170" y="39"/>
                </a:cxn>
                <a:cxn ang="0">
                  <a:pos x="188" y="8"/>
                </a:cxn>
                <a:cxn ang="0">
                  <a:pos x="188" y="8"/>
                </a:cxn>
                <a:cxn ang="0">
                  <a:pos x="189" y="7"/>
                </a:cxn>
                <a:cxn ang="0">
                  <a:pos x="189" y="4"/>
                </a:cxn>
                <a:cxn ang="0">
                  <a:pos x="187" y="0"/>
                </a:cxn>
                <a:cxn ang="0">
                  <a:pos x="183" y="0"/>
                </a:cxn>
                <a:cxn ang="0">
                  <a:pos x="180" y="1"/>
                </a:cxn>
                <a:cxn ang="0">
                  <a:pos x="179" y="3"/>
                </a:cxn>
                <a:cxn ang="0">
                  <a:pos x="179" y="3"/>
                </a:cxn>
              </a:cxnLst>
              <a:rect l="0" t="0" r="r" b="b"/>
              <a:pathLst>
                <a:path w="189" h="217">
                  <a:moveTo>
                    <a:pt x="179" y="3"/>
                  </a:moveTo>
                  <a:lnTo>
                    <a:pt x="179" y="3"/>
                  </a:lnTo>
                  <a:lnTo>
                    <a:pt x="158" y="37"/>
                  </a:lnTo>
                  <a:lnTo>
                    <a:pt x="136" y="69"/>
                  </a:lnTo>
                  <a:lnTo>
                    <a:pt x="112" y="101"/>
                  </a:lnTo>
                  <a:lnTo>
                    <a:pt x="99" y="116"/>
                  </a:lnTo>
                  <a:lnTo>
                    <a:pt x="86" y="132"/>
                  </a:lnTo>
                  <a:lnTo>
                    <a:pt x="86" y="132"/>
                  </a:lnTo>
                  <a:lnTo>
                    <a:pt x="74" y="144"/>
                  </a:lnTo>
                  <a:lnTo>
                    <a:pt x="61" y="156"/>
                  </a:lnTo>
                  <a:lnTo>
                    <a:pt x="34" y="177"/>
                  </a:lnTo>
                  <a:lnTo>
                    <a:pt x="34" y="177"/>
                  </a:lnTo>
                  <a:lnTo>
                    <a:pt x="23" y="183"/>
                  </a:lnTo>
                  <a:lnTo>
                    <a:pt x="14" y="190"/>
                  </a:lnTo>
                  <a:lnTo>
                    <a:pt x="6" y="198"/>
                  </a:lnTo>
                  <a:lnTo>
                    <a:pt x="0" y="208"/>
                  </a:lnTo>
                  <a:lnTo>
                    <a:pt x="0" y="208"/>
                  </a:lnTo>
                  <a:lnTo>
                    <a:pt x="0" y="211"/>
                  </a:lnTo>
                  <a:lnTo>
                    <a:pt x="0" y="213"/>
                  </a:lnTo>
                  <a:lnTo>
                    <a:pt x="2" y="216"/>
                  </a:lnTo>
                  <a:lnTo>
                    <a:pt x="6" y="217"/>
                  </a:lnTo>
                  <a:lnTo>
                    <a:pt x="8" y="216"/>
                  </a:lnTo>
                  <a:lnTo>
                    <a:pt x="10" y="213"/>
                  </a:lnTo>
                  <a:lnTo>
                    <a:pt x="10" y="213"/>
                  </a:lnTo>
                  <a:lnTo>
                    <a:pt x="14" y="208"/>
                  </a:lnTo>
                  <a:lnTo>
                    <a:pt x="19" y="201"/>
                  </a:lnTo>
                  <a:lnTo>
                    <a:pt x="31" y="191"/>
                  </a:lnTo>
                  <a:lnTo>
                    <a:pt x="44" y="182"/>
                  </a:lnTo>
                  <a:lnTo>
                    <a:pt x="57" y="173"/>
                  </a:lnTo>
                  <a:lnTo>
                    <a:pt x="57" y="173"/>
                  </a:lnTo>
                  <a:lnTo>
                    <a:pt x="70" y="162"/>
                  </a:lnTo>
                  <a:lnTo>
                    <a:pt x="83" y="150"/>
                  </a:lnTo>
                  <a:lnTo>
                    <a:pt x="95" y="139"/>
                  </a:lnTo>
                  <a:lnTo>
                    <a:pt x="106" y="127"/>
                  </a:lnTo>
                  <a:lnTo>
                    <a:pt x="106" y="127"/>
                  </a:lnTo>
                  <a:lnTo>
                    <a:pt x="129" y="98"/>
                  </a:lnTo>
                  <a:lnTo>
                    <a:pt x="150" y="69"/>
                  </a:lnTo>
                  <a:lnTo>
                    <a:pt x="170" y="39"/>
                  </a:lnTo>
                  <a:lnTo>
                    <a:pt x="188" y="8"/>
                  </a:lnTo>
                  <a:lnTo>
                    <a:pt x="188" y="8"/>
                  </a:lnTo>
                  <a:lnTo>
                    <a:pt x="189" y="7"/>
                  </a:lnTo>
                  <a:lnTo>
                    <a:pt x="189" y="4"/>
                  </a:lnTo>
                  <a:lnTo>
                    <a:pt x="187" y="0"/>
                  </a:lnTo>
                  <a:lnTo>
                    <a:pt x="183" y="0"/>
                  </a:lnTo>
                  <a:lnTo>
                    <a:pt x="180" y="1"/>
                  </a:lnTo>
                  <a:lnTo>
                    <a:pt x="179" y="3"/>
                  </a:lnTo>
                  <a:lnTo>
                    <a:pt x="179" y="3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99" name="Freeform 511"/>
            <p:cNvSpPr/>
            <p:nvPr>
              <p:custDataLst>
                <p:tags r:id="rId53"/>
              </p:custDataLst>
            </p:nvPr>
          </p:nvSpPr>
          <p:spPr bwMode="auto">
            <a:xfrm>
              <a:off x="3465513" y="1516063"/>
              <a:ext cx="52388" cy="65088"/>
            </a:xfrm>
            <a:custGeom>
              <a:avLst/>
              <a:gdLst/>
              <a:ahLst/>
              <a:cxnLst>
                <a:cxn ang="0">
                  <a:pos x="119" y="1"/>
                </a:cxn>
                <a:cxn ang="0">
                  <a:pos x="119" y="1"/>
                </a:cxn>
                <a:cxn ang="0">
                  <a:pos x="85" y="34"/>
                </a:cxn>
                <a:cxn ang="0">
                  <a:pos x="68" y="51"/>
                </a:cxn>
                <a:cxn ang="0">
                  <a:pos x="52" y="69"/>
                </a:cxn>
                <a:cxn ang="0">
                  <a:pos x="52" y="69"/>
                </a:cxn>
                <a:cxn ang="0">
                  <a:pos x="38" y="90"/>
                </a:cxn>
                <a:cxn ang="0">
                  <a:pos x="25" y="111"/>
                </a:cxn>
                <a:cxn ang="0">
                  <a:pos x="12" y="132"/>
                </a:cxn>
                <a:cxn ang="0">
                  <a:pos x="0" y="154"/>
                </a:cxn>
                <a:cxn ang="0">
                  <a:pos x="0" y="154"/>
                </a:cxn>
                <a:cxn ang="0">
                  <a:pos x="0" y="157"/>
                </a:cxn>
                <a:cxn ang="0">
                  <a:pos x="0" y="159"/>
                </a:cxn>
                <a:cxn ang="0">
                  <a:pos x="2" y="162"/>
                </a:cxn>
                <a:cxn ang="0">
                  <a:pos x="5" y="163"/>
                </a:cxn>
                <a:cxn ang="0">
                  <a:pos x="8" y="163"/>
                </a:cxn>
                <a:cxn ang="0">
                  <a:pos x="9" y="162"/>
                </a:cxn>
                <a:cxn ang="0">
                  <a:pos x="10" y="161"/>
                </a:cxn>
                <a:cxn ang="0">
                  <a:pos x="10" y="161"/>
                </a:cxn>
                <a:cxn ang="0">
                  <a:pos x="21" y="140"/>
                </a:cxn>
                <a:cxn ang="0">
                  <a:pos x="31" y="120"/>
                </a:cxn>
                <a:cxn ang="0">
                  <a:pos x="43" y="102"/>
                </a:cxn>
                <a:cxn ang="0">
                  <a:pos x="57" y="83"/>
                </a:cxn>
                <a:cxn ang="0">
                  <a:pos x="57" y="83"/>
                </a:cxn>
                <a:cxn ang="0">
                  <a:pos x="73" y="62"/>
                </a:cxn>
                <a:cxn ang="0">
                  <a:pos x="90" y="44"/>
                </a:cxn>
                <a:cxn ang="0">
                  <a:pos x="128" y="9"/>
                </a:cxn>
                <a:cxn ang="0">
                  <a:pos x="128" y="9"/>
                </a:cxn>
                <a:cxn ang="0">
                  <a:pos x="129" y="8"/>
                </a:cxn>
                <a:cxn ang="0">
                  <a:pos x="129" y="5"/>
                </a:cxn>
                <a:cxn ang="0">
                  <a:pos x="127" y="1"/>
                </a:cxn>
                <a:cxn ang="0">
                  <a:pos x="124" y="0"/>
                </a:cxn>
                <a:cxn ang="0">
                  <a:pos x="121" y="0"/>
                </a:cxn>
                <a:cxn ang="0">
                  <a:pos x="119" y="1"/>
                </a:cxn>
                <a:cxn ang="0">
                  <a:pos x="119" y="1"/>
                </a:cxn>
              </a:cxnLst>
              <a:rect l="0" t="0" r="r" b="b"/>
              <a:pathLst>
                <a:path w="129" h="163">
                  <a:moveTo>
                    <a:pt x="119" y="1"/>
                  </a:moveTo>
                  <a:lnTo>
                    <a:pt x="119" y="1"/>
                  </a:lnTo>
                  <a:lnTo>
                    <a:pt x="85" y="34"/>
                  </a:lnTo>
                  <a:lnTo>
                    <a:pt x="68" y="51"/>
                  </a:lnTo>
                  <a:lnTo>
                    <a:pt x="52" y="69"/>
                  </a:lnTo>
                  <a:lnTo>
                    <a:pt x="52" y="69"/>
                  </a:lnTo>
                  <a:lnTo>
                    <a:pt x="38" y="90"/>
                  </a:lnTo>
                  <a:lnTo>
                    <a:pt x="25" y="111"/>
                  </a:lnTo>
                  <a:lnTo>
                    <a:pt x="12" y="132"/>
                  </a:lnTo>
                  <a:lnTo>
                    <a:pt x="0" y="154"/>
                  </a:lnTo>
                  <a:lnTo>
                    <a:pt x="0" y="154"/>
                  </a:lnTo>
                  <a:lnTo>
                    <a:pt x="0" y="157"/>
                  </a:lnTo>
                  <a:lnTo>
                    <a:pt x="0" y="159"/>
                  </a:lnTo>
                  <a:lnTo>
                    <a:pt x="2" y="162"/>
                  </a:lnTo>
                  <a:lnTo>
                    <a:pt x="5" y="163"/>
                  </a:lnTo>
                  <a:lnTo>
                    <a:pt x="8" y="163"/>
                  </a:lnTo>
                  <a:lnTo>
                    <a:pt x="9" y="162"/>
                  </a:lnTo>
                  <a:lnTo>
                    <a:pt x="10" y="161"/>
                  </a:lnTo>
                  <a:lnTo>
                    <a:pt x="10" y="161"/>
                  </a:lnTo>
                  <a:lnTo>
                    <a:pt x="21" y="140"/>
                  </a:lnTo>
                  <a:lnTo>
                    <a:pt x="31" y="120"/>
                  </a:lnTo>
                  <a:lnTo>
                    <a:pt x="43" y="102"/>
                  </a:lnTo>
                  <a:lnTo>
                    <a:pt x="57" y="83"/>
                  </a:lnTo>
                  <a:lnTo>
                    <a:pt x="57" y="83"/>
                  </a:lnTo>
                  <a:lnTo>
                    <a:pt x="73" y="62"/>
                  </a:lnTo>
                  <a:lnTo>
                    <a:pt x="90" y="44"/>
                  </a:lnTo>
                  <a:lnTo>
                    <a:pt x="128" y="9"/>
                  </a:lnTo>
                  <a:lnTo>
                    <a:pt x="128" y="9"/>
                  </a:lnTo>
                  <a:lnTo>
                    <a:pt x="129" y="8"/>
                  </a:lnTo>
                  <a:lnTo>
                    <a:pt x="129" y="5"/>
                  </a:lnTo>
                  <a:lnTo>
                    <a:pt x="127" y="1"/>
                  </a:lnTo>
                  <a:lnTo>
                    <a:pt x="124" y="0"/>
                  </a:lnTo>
                  <a:lnTo>
                    <a:pt x="121" y="0"/>
                  </a:lnTo>
                  <a:lnTo>
                    <a:pt x="119" y="1"/>
                  </a:lnTo>
                  <a:lnTo>
                    <a:pt x="119" y="1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00" name="Freeform 512"/>
            <p:cNvSpPr>
              <a:spLocks noEditPoints="1"/>
            </p:cNvSpPr>
            <p:nvPr>
              <p:custDataLst>
                <p:tags r:id="rId54"/>
              </p:custDataLst>
            </p:nvPr>
          </p:nvSpPr>
          <p:spPr bwMode="auto">
            <a:xfrm>
              <a:off x="3119438" y="1393825"/>
              <a:ext cx="277813" cy="128588"/>
            </a:xfrm>
            <a:custGeom>
              <a:avLst/>
              <a:gdLst/>
              <a:ahLst/>
              <a:cxnLst>
                <a:cxn ang="0">
                  <a:pos x="661" y="10"/>
                </a:cxn>
                <a:cxn ang="0">
                  <a:pos x="647" y="6"/>
                </a:cxn>
                <a:cxn ang="0">
                  <a:pos x="256" y="6"/>
                </a:cxn>
                <a:cxn ang="0">
                  <a:pos x="24" y="0"/>
                </a:cxn>
                <a:cxn ang="0">
                  <a:pos x="13" y="1"/>
                </a:cxn>
                <a:cxn ang="0">
                  <a:pos x="4" y="10"/>
                </a:cxn>
                <a:cxn ang="0">
                  <a:pos x="1" y="23"/>
                </a:cxn>
                <a:cxn ang="0">
                  <a:pos x="3" y="65"/>
                </a:cxn>
                <a:cxn ang="0">
                  <a:pos x="14" y="129"/>
                </a:cxn>
                <a:cxn ang="0">
                  <a:pos x="31" y="171"/>
                </a:cxn>
                <a:cxn ang="0">
                  <a:pos x="56" y="210"/>
                </a:cxn>
                <a:cxn ang="0">
                  <a:pos x="92" y="247"/>
                </a:cxn>
                <a:cxn ang="0">
                  <a:pos x="119" y="268"/>
                </a:cxn>
                <a:cxn ang="0">
                  <a:pos x="162" y="291"/>
                </a:cxn>
                <a:cxn ang="0">
                  <a:pos x="226" y="311"/>
                </a:cxn>
                <a:cxn ang="0">
                  <a:pos x="326" y="321"/>
                </a:cxn>
                <a:cxn ang="0">
                  <a:pos x="391" y="319"/>
                </a:cxn>
                <a:cxn ang="0">
                  <a:pos x="492" y="307"/>
                </a:cxn>
                <a:cxn ang="0">
                  <a:pos x="570" y="281"/>
                </a:cxn>
                <a:cxn ang="0">
                  <a:pos x="615" y="256"/>
                </a:cxn>
                <a:cxn ang="0">
                  <a:pos x="642" y="235"/>
                </a:cxn>
                <a:cxn ang="0">
                  <a:pos x="670" y="197"/>
                </a:cxn>
                <a:cxn ang="0">
                  <a:pos x="685" y="155"/>
                </a:cxn>
                <a:cxn ang="0">
                  <a:pos x="696" y="94"/>
                </a:cxn>
                <a:cxn ang="0">
                  <a:pos x="700" y="22"/>
                </a:cxn>
                <a:cxn ang="0">
                  <a:pos x="688" y="9"/>
                </a:cxn>
                <a:cxn ang="0">
                  <a:pos x="668" y="10"/>
                </a:cxn>
                <a:cxn ang="0">
                  <a:pos x="579" y="226"/>
                </a:cxn>
                <a:cxn ang="0">
                  <a:pos x="556" y="239"/>
                </a:cxn>
                <a:cxn ang="0">
                  <a:pos x="481" y="264"/>
                </a:cxn>
                <a:cxn ang="0">
                  <a:pos x="375" y="274"/>
                </a:cxn>
                <a:cxn ang="0">
                  <a:pos x="322" y="274"/>
                </a:cxn>
                <a:cxn ang="0">
                  <a:pos x="242" y="266"/>
                </a:cxn>
                <a:cxn ang="0">
                  <a:pos x="165" y="243"/>
                </a:cxn>
                <a:cxn ang="0">
                  <a:pos x="136" y="229"/>
                </a:cxn>
                <a:cxn ang="0">
                  <a:pos x="102" y="198"/>
                </a:cxn>
                <a:cxn ang="0">
                  <a:pos x="77" y="162"/>
                </a:cxn>
                <a:cxn ang="0">
                  <a:pos x="60" y="120"/>
                </a:cxn>
                <a:cxn ang="0">
                  <a:pos x="47" y="45"/>
                </a:cxn>
                <a:cxn ang="0">
                  <a:pos x="182" y="49"/>
                </a:cxn>
                <a:cxn ang="0">
                  <a:pos x="647" y="52"/>
                </a:cxn>
                <a:cxn ang="0">
                  <a:pos x="653" y="52"/>
                </a:cxn>
                <a:cxn ang="0">
                  <a:pos x="645" y="125"/>
                </a:cxn>
                <a:cxn ang="0">
                  <a:pos x="629" y="170"/>
                </a:cxn>
                <a:cxn ang="0">
                  <a:pos x="610" y="200"/>
                </a:cxn>
                <a:cxn ang="0">
                  <a:pos x="579" y="226"/>
                </a:cxn>
              </a:cxnLst>
              <a:rect l="0" t="0" r="r" b="b"/>
              <a:pathLst>
                <a:path w="700" h="321">
                  <a:moveTo>
                    <a:pt x="663" y="13"/>
                  </a:moveTo>
                  <a:lnTo>
                    <a:pt x="663" y="13"/>
                  </a:lnTo>
                  <a:lnTo>
                    <a:pt x="661" y="10"/>
                  </a:lnTo>
                  <a:lnTo>
                    <a:pt x="657" y="9"/>
                  </a:lnTo>
                  <a:lnTo>
                    <a:pt x="651" y="8"/>
                  </a:lnTo>
                  <a:lnTo>
                    <a:pt x="647" y="6"/>
                  </a:lnTo>
                  <a:lnTo>
                    <a:pt x="335" y="6"/>
                  </a:lnTo>
                  <a:lnTo>
                    <a:pt x="335" y="6"/>
                  </a:lnTo>
                  <a:lnTo>
                    <a:pt x="256" y="6"/>
                  </a:lnTo>
                  <a:lnTo>
                    <a:pt x="179" y="4"/>
                  </a:lnTo>
                  <a:lnTo>
                    <a:pt x="101" y="1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17" y="0"/>
                  </a:lnTo>
                  <a:lnTo>
                    <a:pt x="13" y="1"/>
                  </a:lnTo>
                  <a:lnTo>
                    <a:pt x="9" y="4"/>
                  </a:lnTo>
                  <a:lnTo>
                    <a:pt x="7" y="6"/>
                  </a:lnTo>
                  <a:lnTo>
                    <a:pt x="4" y="10"/>
                  </a:lnTo>
                  <a:lnTo>
                    <a:pt x="3" y="14"/>
                  </a:lnTo>
                  <a:lnTo>
                    <a:pt x="1" y="23"/>
                  </a:lnTo>
                  <a:lnTo>
                    <a:pt x="1" y="23"/>
                  </a:lnTo>
                  <a:lnTo>
                    <a:pt x="0" y="30"/>
                  </a:lnTo>
                  <a:lnTo>
                    <a:pt x="0" y="30"/>
                  </a:lnTo>
                  <a:lnTo>
                    <a:pt x="3" y="65"/>
                  </a:lnTo>
                  <a:lnTo>
                    <a:pt x="7" y="98"/>
                  </a:lnTo>
                  <a:lnTo>
                    <a:pt x="10" y="113"/>
                  </a:lnTo>
                  <a:lnTo>
                    <a:pt x="14" y="129"/>
                  </a:lnTo>
                  <a:lnTo>
                    <a:pt x="20" y="144"/>
                  </a:lnTo>
                  <a:lnTo>
                    <a:pt x="25" y="158"/>
                  </a:lnTo>
                  <a:lnTo>
                    <a:pt x="31" y="171"/>
                  </a:lnTo>
                  <a:lnTo>
                    <a:pt x="39" y="185"/>
                  </a:lnTo>
                  <a:lnTo>
                    <a:pt x="47" y="198"/>
                  </a:lnTo>
                  <a:lnTo>
                    <a:pt x="56" y="210"/>
                  </a:lnTo>
                  <a:lnTo>
                    <a:pt x="67" y="223"/>
                  </a:lnTo>
                  <a:lnTo>
                    <a:pt x="78" y="235"/>
                  </a:lnTo>
                  <a:lnTo>
                    <a:pt x="92" y="247"/>
                  </a:lnTo>
                  <a:lnTo>
                    <a:pt x="106" y="259"/>
                  </a:lnTo>
                  <a:lnTo>
                    <a:pt x="106" y="259"/>
                  </a:lnTo>
                  <a:lnTo>
                    <a:pt x="119" y="268"/>
                  </a:lnTo>
                  <a:lnTo>
                    <a:pt x="132" y="277"/>
                  </a:lnTo>
                  <a:lnTo>
                    <a:pt x="146" y="285"/>
                  </a:lnTo>
                  <a:lnTo>
                    <a:pt x="162" y="291"/>
                  </a:lnTo>
                  <a:lnTo>
                    <a:pt x="178" y="298"/>
                  </a:lnTo>
                  <a:lnTo>
                    <a:pt x="194" y="303"/>
                  </a:lnTo>
                  <a:lnTo>
                    <a:pt x="226" y="311"/>
                  </a:lnTo>
                  <a:lnTo>
                    <a:pt x="259" y="317"/>
                  </a:lnTo>
                  <a:lnTo>
                    <a:pt x="293" y="320"/>
                  </a:lnTo>
                  <a:lnTo>
                    <a:pt x="326" y="321"/>
                  </a:lnTo>
                  <a:lnTo>
                    <a:pt x="358" y="321"/>
                  </a:lnTo>
                  <a:lnTo>
                    <a:pt x="358" y="321"/>
                  </a:lnTo>
                  <a:lnTo>
                    <a:pt x="391" y="319"/>
                  </a:lnTo>
                  <a:lnTo>
                    <a:pt x="425" y="316"/>
                  </a:lnTo>
                  <a:lnTo>
                    <a:pt x="459" y="312"/>
                  </a:lnTo>
                  <a:lnTo>
                    <a:pt x="492" y="307"/>
                  </a:lnTo>
                  <a:lnTo>
                    <a:pt x="523" y="298"/>
                  </a:lnTo>
                  <a:lnTo>
                    <a:pt x="555" y="287"/>
                  </a:lnTo>
                  <a:lnTo>
                    <a:pt x="570" y="281"/>
                  </a:lnTo>
                  <a:lnTo>
                    <a:pt x="586" y="274"/>
                  </a:lnTo>
                  <a:lnTo>
                    <a:pt x="600" y="265"/>
                  </a:lnTo>
                  <a:lnTo>
                    <a:pt x="615" y="256"/>
                  </a:lnTo>
                  <a:lnTo>
                    <a:pt x="615" y="256"/>
                  </a:lnTo>
                  <a:lnTo>
                    <a:pt x="629" y="246"/>
                  </a:lnTo>
                  <a:lnTo>
                    <a:pt x="642" y="235"/>
                  </a:lnTo>
                  <a:lnTo>
                    <a:pt x="653" y="223"/>
                  </a:lnTo>
                  <a:lnTo>
                    <a:pt x="662" y="210"/>
                  </a:lnTo>
                  <a:lnTo>
                    <a:pt x="670" y="197"/>
                  </a:lnTo>
                  <a:lnTo>
                    <a:pt x="676" y="184"/>
                  </a:lnTo>
                  <a:lnTo>
                    <a:pt x="681" y="170"/>
                  </a:lnTo>
                  <a:lnTo>
                    <a:pt x="685" y="155"/>
                  </a:lnTo>
                  <a:lnTo>
                    <a:pt x="689" y="141"/>
                  </a:lnTo>
                  <a:lnTo>
                    <a:pt x="692" y="125"/>
                  </a:lnTo>
                  <a:lnTo>
                    <a:pt x="696" y="94"/>
                  </a:lnTo>
                  <a:lnTo>
                    <a:pt x="700" y="30"/>
                  </a:lnTo>
                  <a:lnTo>
                    <a:pt x="700" y="30"/>
                  </a:lnTo>
                  <a:lnTo>
                    <a:pt x="700" y="22"/>
                  </a:lnTo>
                  <a:lnTo>
                    <a:pt x="697" y="17"/>
                  </a:lnTo>
                  <a:lnTo>
                    <a:pt x="693" y="11"/>
                  </a:lnTo>
                  <a:lnTo>
                    <a:pt x="688" y="9"/>
                  </a:lnTo>
                  <a:lnTo>
                    <a:pt x="681" y="8"/>
                  </a:lnTo>
                  <a:lnTo>
                    <a:pt x="675" y="8"/>
                  </a:lnTo>
                  <a:lnTo>
                    <a:pt x="668" y="10"/>
                  </a:lnTo>
                  <a:lnTo>
                    <a:pt x="663" y="13"/>
                  </a:lnTo>
                  <a:lnTo>
                    <a:pt x="663" y="13"/>
                  </a:lnTo>
                  <a:close/>
                  <a:moveTo>
                    <a:pt x="579" y="226"/>
                  </a:moveTo>
                  <a:lnTo>
                    <a:pt x="579" y="226"/>
                  </a:lnTo>
                  <a:lnTo>
                    <a:pt x="568" y="232"/>
                  </a:lnTo>
                  <a:lnTo>
                    <a:pt x="556" y="239"/>
                  </a:lnTo>
                  <a:lnTo>
                    <a:pt x="532" y="249"/>
                  </a:lnTo>
                  <a:lnTo>
                    <a:pt x="506" y="257"/>
                  </a:lnTo>
                  <a:lnTo>
                    <a:pt x="481" y="264"/>
                  </a:lnTo>
                  <a:lnTo>
                    <a:pt x="455" y="268"/>
                  </a:lnTo>
                  <a:lnTo>
                    <a:pt x="428" y="270"/>
                  </a:lnTo>
                  <a:lnTo>
                    <a:pt x="375" y="274"/>
                  </a:lnTo>
                  <a:lnTo>
                    <a:pt x="375" y="274"/>
                  </a:lnTo>
                  <a:lnTo>
                    <a:pt x="349" y="274"/>
                  </a:lnTo>
                  <a:lnTo>
                    <a:pt x="322" y="274"/>
                  </a:lnTo>
                  <a:lnTo>
                    <a:pt x="296" y="273"/>
                  </a:lnTo>
                  <a:lnTo>
                    <a:pt x="268" y="270"/>
                  </a:lnTo>
                  <a:lnTo>
                    <a:pt x="242" y="266"/>
                  </a:lnTo>
                  <a:lnTo>
                    <a:pt x="216" y="261"/>
                  </a:lnTo>
                  <a:lnTo>
                    <a:pt x="190" y="253"/>
                  </a:lnTo>
                  <a:lnTo>
                    <a:pt x="165" y="243"/>
                  </a:lnTo>
                  <a:lnTo>
                    <a:pt x="165" y="243"/>
                  </a:lnTo>
                  <a:lnTo>
                    <a:pt x="150" y="236"/>
                  </a:lnTo>
                  <a:lnTo>
                    <a:pt x="136" y="229"/>
                  </a:lnTo>
                  <a:lnTo>
                    <a:pt x="124" y="219"/>
                  </a:lnTo>
                  <a:lnTo>
                    <a:pt x="112" y="209"/>
                  </a:lnTo>
                  <a:lnTo>
                    <a:pt x="102" y="198"/>
                  </a:lnTo>
                  <a:lnTo>
                    <a:pt x="93" y="187"/>
                  </a:lnTo>
                  <a:lnTo>
                    <a:pt x="84" y="175"/>
                  </a:lnTo>
                  <a:lnTo>
                    <a:pt x="77" y="162"/>
                  </a:lnTo>
                  <a:lnTo>
                    <a:pt x="71" y="149"/>
                  </a:lnTo>
                  <a:lnTo>
                    <a:pt x="64" y="134"/>
                  </a:lnTo>
                  <a:lnTo>
                    <a:pt x="60" y="120"/>
                  </a:lnTo>
                  <a:lnTo>
                    <a:pt x="56" y="106"/>
                  </a:lnTo>
                  <a:lnTo>
                    <a:pt x="50" y="76"/>
                  </a:lnTo>
                  <a:lnTo>
                    <a:pt x="47" y="45"/>
                  </a:lnTo>
                  <a:lnTo>
                    <a:pt x="47" y="45"/>
                  </a:lnTo>
                  <a:lnTo>
                    <a:pt x="114" y="47"/>
                  </a:lnTo>
                  <a:lnTo>
                    <a:pt x="182" y="49"/>
                  </a:lnTo>
                  <a:lnTo>
                    <a:pt x="249" y="52"/>
                  </a:lnTo>
                  <a:lnTo>
                    <a:pt x="317" y="52"/>
                  </a:lnTo>
                  <a:lnTo>
                    <a:pt x="647" y="52"/>
                  </a:lnTo>
                  <a:lnTo>
                    <a:pt x="647" y="52"/>
                  </a:lnTo>
                  <a:lnTo>
                    <a:pt x="653" y="52"/>
                  </a:lnTo>
                  <a:lnTo>
                    <a:pt x="653" y="52"/>
                  </a:lnTo>
                  <a:lnTo>
                    <a:pt x="651" y="77"/>
                  </a:lnTo>
                  <a:lnTo>
                    <a:pt x="649" y="102"/>
                  </a:lnTo>
                  <a:lnTo>
                    <a:pt x="645" y="125"/>
                  </a:lnTo>
                  <a:lnTo>
                    <a:pt x="638" y="149"/>
                  </a:lnTo>
                  <a:lnTo>
                    <a:pt x="634" y="159"/>
                  </a:lnTo>
                  <a:lnTo>
                    <a:pt x="629" y="170"/>
                  </a:lnTo>
                  <a:lnTo>
                    <a:pt x="624" y="180"/>
                  </a:lnTo>
                  <a:lnTo>
                    <a:pt x="616" y="191"/>
                  </a:lnTo>
                  <a:lnTo>
                    <a:pt x="610" y="200"/>
                  </a:lnTo>
                  <a:lnTo>
                    <a:pt x="600" y="209"/>
                  </a:lnTo>
                  <a:lnTo>
                    <a:pt x="590" y="218"/>
                  </a:lnTo>
                  <a:lnTo>
                    <a:pt x="579" y="226"/>
                  </a:lnTo>
                  <a:lnTo>
                    <a:pt x="579" y="226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01" name="Freeform 513"/>
            <p:cNvSpPr>
              <a:spLocks noEditPoints="1"/>
            </p:cNvSpPr>
            <p:nvPr>
              <p:custDataLst>
                <p:tags r:id="rId55"/>
              </p:custDataLst>
            </p:nvPr>
          </p:nvSpPr>
          <p:spPr bwMode="auto">
            <a:xfrm>
              <a:off x="3570288" y="1393825"/>
              <a:ext cx="277813" cy="128588"/>
            </a:xfrm>
            <a:custGeom>
              <a:avLst/>
              <a:gdLst/>
              <a:ahLst/>
              <a:cxnLst>
                <a:cxn ang="0">
                  <a:pos x="661" y="10"/>
                </a:cxn>
                <a:cxn ang="0">
                  <a:pos x="648" y="6"/>
                </a:cxn>
                <a:cxn ang="0">
                  <a:pos x="258" y="6"/>
                </a:cxn>
                <a:cxn ang="0">
                  <a:pos x="24" y="0"/>
                </a:cxn>
                <a:cxn ang="0">
                  <a:pos x="13" y="1"/>
                </a:cxn>
                <a:cxn ang="0">
                  <a:pos x="4" y="10"/>
                </a:cxn>
                <a:cxn ang="0">
                  <a:pos x="1" y="23"/>
                </a:cxn>
                <a:cxn ang="0">
                  <a:pos x="3" y="65"/>
                </a:cxn>
                <a:cxn ang="0">
                  <a:pos x="14" y="129"/>
                </a:cxn>
                <a:cxn ang="0">
                  <a:pos x="31" y="171"/>
                </a:cxn>
                <a:cxn ang="0">
                  <a:pos x="56" y="210"/>
                </a:cxn>
                <a:cxn ang="0">
                  <a:pos x="92" y="247"/>
                </a:cxn>
                <a:cxn ang="0">
                  <a:pos x="119" y="268"/>
                </a:cxn>
                <a:cxn ang="0">
                  <a:pos x="162" y="291"/>
                </a:cxn>
                <a:cxn ang="0">
                  <a:pos x="226" y="311"/>
                </a:cxn>
                <a:cxn ang="0">
                  <a:pos x="326" y="321"/>
                </a:cxn>
                <a:cxn ang="0">
                  <a:pos x="393" y="319"/>
                </a:cxn>
                <a:cxn ang="0">
                  <a:pos x="492" y="307"/>
                </a:cxn>
                <a:cxn ang="0">
                  <a:pos x="570" y="281"/>
                </a:cxn>
                <a:cxn ang="0">
                  <a:pos x="615" y="256"/>
                </a:cxn>
                <a:cxn ang="0">
                  <a:pos x="642" y="235"/>
                </a:cxn>
                <a:cxn ang="0">
                  <a:pos x="670" y="197"/>
                </a:cxn>
                <a:cxn ang="0">
                  <a:pos x="686" y="155"/>
                </a:cxn>
                <a:cxn ang="0">
                  <a:pos x="696" y="94"/>
                </a:cxn>
                <a:cxn ang="0">
                  <a:pos x="700" y="22"/>
                </a:cxn>
                <a:cxn ang="0">
                  <a:pos x="688" y="9"/>
                </a:cxn>
                <a:cxn ang="0">
                  <a:pos x="669" y="10"/>
                </a:cxn>
                <a:cxn ang="0">
                  <a:pos x="580" y="226"/>
                </a:cxn>
                <a:cxn ang="0">
                  <a:pos x="556" y="239"/>
                </a:cxn>
                <a:cxn ang="0">
                  <a:pos x="481" y="264"/>
                </a:cxn>
                <a:cxn ang="0">
                  <a:pos x="376" y="274"/>
                </a:cxn>
                <a:cxn ang="0">
                  <a:pos x="322" y="274"/>
                </a:cxn>
                <a:cxn ang="0">
                  <a:pos x="242" y="266"/>
                </a:cxn>
                <a:cxn ang="0">
                  <a:pos x="165" y="243"/>
                </a:cxn>
                <a:cxn ang="0">
                  <a:pos x="136" y="229"/>
                </a:cxn>
                <a:cxn ang="0">
                  <a:pos x="102" y="198"/>
                </a:cxn>
                <a:cxn ang="0">
                  <a:pos x="77" y="162"/>
                </a:cxn>
                <a:cxn ang="0">
                  <a:pos x="60" y="120"/>
                </a:cxn>
                <a:cxn ang="0">
                  <a:pos x="47" y="45"/>
                </a:cxn>
                <a:cxn ang="0">
                  <a:pos x="182" y="49"/>
                </a:cxn>
                <a:cxn ang="0">
                  <a:pos x="648" y="52"/>
                </a:cxn>
                <a:cxn ang="0">
                  <a:pos x="653" y="52"/>
                </a:cxn>
                <a:cxn ang="0">
                  <a:pos x="645" y="125"/>
                </a:cxn>
                <a:cxn ang="0">
                  <a:pos x="629" y="170"/>
                </a:cxn>
                <a:cxn ang="0">
                  <a:pos x="610" y="200"/>
                </a:cxn>
                <a:cxn ang="0">
                  <a:pos x="580" y="226"/>
                </a:cxn>
              </a:cxnLst>
              <a:rect l="0" t="0" r="r" b="b"/>
              <a:pathLst>
                <a:path w="701" h="321">
                  <a:moveTo>
                    <a:pt x="663" y="13"/>
                  </a:moveTo>
                  <a:lnTo>
                    <a:pt x="663" y="13"/>
                  </a:lnTo>
                  <a:lnTo>
                    <a:pt x="661" y="10"/>
                  </a:lnTo>
                  <a:lnTo>
                    <a:pt x="657" y="9"/>
                  </a:lnTo>
                  <a:lnTo>
                    <a:pt x="653" y="8"/>
                  </a:lnTo>
                  <a:lnTo>
                    <a:pt x="648" y="6"/>
                  </a:lnTo>
                  <a:lnTo>
                    <a:pt x="335" y="6"/>
                  </a:lnTo>
                  <a:lnTo>
                    <a:pt x="335" y="6"/>
                  </a:lnTo>
                  <a:lnTo>
                    <a:pt x="258" y="6"/>
                  </a:lnTo>
                  <a:lnTo>
                    <a:pt x="179" y="4"/>
                  </a:lnTo>
                  <a:lnTo>
                    <a:pt x="101" y="1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18" y="0"/>
                  </a:lnTo>
                  <a:lnTo>
                    <a:pt x="13" y="1"/>
                  </a:lnTo>
                  <a:lnTo>
                    <a:pt x="9" y="4"/>
                  </a:lnTo>
                  <a:lnTo>
                    <a:pt x="7" y="6"/>
                  </a:lnTo>
                  <a:lnTo>
                    <a:pt x="4" y="10"/>
                  </a:lnTo>
                  <a:lnTo>
                    <a:pt x="3" y="14"/>
                  </a:lnTo>
                  <a:lnTo>
                    <a:pt x="1" y="23"/>
                  </a:lnTo>
                  <a:lnTo>
                    <a:pt x="1" y="23"/>
                  </a:lnTo>
                  <a:lnTo>
                    <a:pt x="0" y="30"/>
                  </a:lnTo>
                  <a:lnTo>
                    <a:pt x="0" y="30"/>
                  </a:lnTo>
                  <a:lnTo>
                    <a:pt x="3" y="65"/>
                  </a:lnTo>
                  <a:lnTo>
                    <a:pt x="7" y="98"/>
                  </a:lnTo>
                  <a:lnTo>
                    <a:pt x="11" y="113"/>
                  </a:lnTo>
                  <a:lnTo>
                    <a:pt x="14" y="129"/>
                  </a:lnTo>
                  <a:lnTo>
                    <a:pt x="20" y="144"/>
                  </a:lnTo>
                  <a:lnTo>
                    <a:pt x="25" y="158"/>
                  </a:lnTo>
                  <a:lnTo>
                    <a:pt x="31" y="171"/>
                  </a:lnTo>
                  <a:lnTo>
                    <a:pt x="39" y="185"/>
                  </a:lnTo>
                  <a:lnTo>
                    <a:pt x="47" y="198"/>
                  </a:lnTo>
                  <a:lnTo>
                    <a:pt x="56" y="210"/>
                  </a:lnTo>
                  <a:lnTo>
                    <a:pt x="67" y="223"/>
                  </a:lnTo>
                  <a:lnTo>
                    <a:pt x="79" y="235"/>
                  </a:lnTo>
                  <a:lnTo>
                    <a:pt x="92" y="247"/>
                  </a:lnTo>
                  <a:lnTo>
                    <a:pt x="106" y="259"/>
                  </a:lnTo>
                  <a:lnTo>
                    <a:pt x="106" y="259"/>
                  </a:lnTo>
                  <a:lnTo>
                    <a:pt x="119" y="268"/>
                  </a:lnTo>
                  <a:lnTo>
                    <a:pt x="132" y="277"/>
                  </a:lnTo>
                  <a:lnTo>
                    <a:pt x="147" y="285"/>
                  </a:lnTo>
                  <a:lnTo>
                    <a:pt x="162" y="291"/>
                  </a:lnTo>
                  <a:lnTo>
                    <a:pt x="178" y="298"/>
                  </a:lnTo>
                  <a:lnTo>
                    <a:pt x="194" y="303"/>
                  </a:lnTo>
                  <a:lnTo>
                    <a:pt x="226" y="311"/>
                  </a:lnTo>
                  <a:lnTo>
                    <a:pt x="259" y="317"/>
                  </a:lnTo>
                  <a:lnTo>
                    <a:pt x="293" y="320"/>
                  </a:lnTo>
                  <a:lnTo>
                    <a:pt x="326" y="321"/>
                  </a:lnTo>
                  <a:lnTo>
                    <a:pt x="358" y="321"/>
                  </a:lnTo>
                  <a:lnTo>
                    <a:pt x="358" y="321"/>
                  </a:lnTo>
                  <a:lnTo>
                    <a:pt x="393" y="319"/>
                  </a:lnTo>
                  <a:lnTo>
                    <a:pt x="425" y="316"/>
                  </a:lnTo>
                  <a:lnTo>
                    <a:pt x="459" y="312"/>
                  </a:lnTo>
                  <a:lnTo>
                    <a:pt x="492" y="307"/>
                  </a:lnTo>
                  <a:lnTo>
                    <a:pt x="523" y="298"/>
                  </a:lnTo>
                  <a:lnTo>
                    <a:pt x="555" y="287"/>
                  </a:lnTo>
                  <a:lnTo>
                    <a:pt x="570" y="281"/>
                  </a:lnTo>
                  <a:lnTo>
                    <a:pt x="586" y="274"/>
                  </a:lnTo>
                  <a:lnTo>
                    <a:pt x="600" y="265"/>
                  </a:lnTo>
                  <a:lnTo>
                    <a:pt x="615" y="256"/>
                  </a:lnTo>
                  <a:lnTo>
                    <a:pt x="615" y="256"/>
                  </a:lnTo>
                  <a:lnTo>
                    <a:pt x="629" y="246"/>
                  </a:lnTo>
                  <a:lnTo>
                    <a:pt x="642" y="235"/>
                  </a:lnTo>
                  <a:lnTo>
                    <a:pt x="653" y="223"/>
                  </a:lnTo>
                  <a:lnTo>
                    <a:pt x="662" y="210"/>
                  </a:lnTo>
                  <a:lnTo>
                    <a:pt x="670" y="197"/>
                  </a:lnTo>
                  <a:lnTo>
                    <a:pt x="676" y="184"/>
                  </a:lnTo>
                  <a:lnTo>
                    <a:pt x="682" y="170"/>
                  </a:lnTo>
                  <a:lnTo>
                    <a:pt x="686" y="155"/>
                  </a:lnTo>
                  <a:lnTo>
                    <a:pt x="689" y="141"/>
                  </a:lnTo>
                  <a:lnTo>
                    <a:pt x="692" y="125"/>
                  </a:lnTo>
                  <a:lnTo>
                    <a:pt x="696" y="94"/>
                  </a:lnTo>
                  <a:lnTo>
                    <a:pt x="701" y="30"/>
                  </a:lnTo>
                  <a:lnTo>
                    <a:pt x="701" y="30"/>
                  </a:lnTo>
                  <a:lnTo>
                    <a:pt x="700" y="22"/>
                  </a:lnTo>
                  <a:lnTo>
                    <a:pt x="697" y="17"/>
                  </a:lnTo>
                  <a:lnTo>
                    <a:pt x="693" y="11"/>
                  </a:lnTo>
                  <a:lnTo>
                    <a:pt x="688" y="9"/>
                  </a:lnTo>
                  <a:lnTo>
                    <a:pt x="682" y="8"/>
                  </a:lnTo>
                  <a:lnTo>
                    <a:pt x="675" y="8"/>
                  </a:lnTo>
                  <a:lnTo>
                    <a:pt x="669" y="10"/>
                  </a:lnTo>
                  <a:lnTo>
                    <a:pt x="663" y="13"/>
                  </a:lnTo>
                  <a:lnTo>
                    <a:pt x="663" y="13"/>
                  </a:lnTo>
                  <a:close/>
                  <a:moveTo>
                    <a:pt x="580" y="226"/>
                  </a:moveTo>
                  <a:lnTo>
                    <a:pt x="580" y="226"/>
                  </a:lnTo>
                  <a:lnTo>
                    <a:pt x="568" y="232"/>
                  </a:lnTo>
                  <a:lnTo>
                    <a:pt x="556" y="239"/>
                  </a:lnTo>
                  <a:lnTo>
                    <a:pt x="532" y="249"/>
                  </a:lnTo>
                  <a:lnTo>
                    <a:pt x="506" y="257"/>
                  </a:lnTo>
                  <a:lnTo>
                    <a:pt x="481" y="264"/>
                  </a:lnTo>
                  <a:lnTo>
                    <a:pt x="455" y="268"/>
                  </a:lnTo>
                  <a:lnTo>
                    <a:pt x="428" y="270"/>
                  </a:lnTo>
                  <a:lnTo>
                    <a:pt x="376" y="274"/>
                  </a:lnTo>
                  <a:lnTo>
                    <a:pt x="376" y="274"/>
                  </a:lnTo>
                  <a:lnTo>
                    <a:pt x="349" y="274"/>
                  </a:lnTo>
                  <a:lnTo>
                    <a:pt x="322" y="274"/>
                  </a:lnTo>
                  <a:lnTo>
                    <a:pt x="296" y="273"/>
                  </a:lnTo>
                  <a:lnTo>
                    <a:pt x="268" y="270"/>
                  </a:lnTo>
                  <a:lnTo>
                    <a:pt x="242" y="266"/>
                  </a:lnTo>
                  <a:lnTo>
                    <a:pt x="216" y="261"/>
                  </a:lnTo>
                  <a:lnTo>
                    <a:pt x="191" y="253"/>
                  </a:lnTo>
                  <a:lnTo>
                    <a:pt x="165" y="243"/>
                  </a:lnTo>
                  <a:lnTo>
                    <a:pt x="165" y="243"/>
                  </a:lnTo>
                  <a:lnTo>
                    <a:pt x="151" y="236"/>
                  </a:lnTo>
                  <a:lnTo>
                    <a:pt x="136" y="229"/>
                  </a:lnTo>
                  <a:lnTo>
                    <a:pt x="124" y="219"/>
                  </a:lnTo>
                  <a:lnTo>
                    <a:pt x="113" y="209"/>
                  </a:lnTo>
                  <a:lnTo>
                    <a:pt x="102" y="198"/>
                  </a:lnTo>
                  <a:lnTo>
                    <a:pt x="93" y="187"/>
                  </a:lnTo>
                  <a:lnTo>
                    <a:pt x="85" y="175"/>
                  </a:lnTo>
                  <a:lnTo>
                    <a:pt x="77" y="162"/>
                  </a:lnTo>
                  <a:lnTo>
                    <a:pt x="71" y="149"/>
                  </a:lnTo>
                  <a:lnTo>
                    <a:pt x="65" y="134"/>
                  </a:lnTo>
                  <a:lnTo>
                    <a:pt x="60" y="120"/>
                  </a:lnTo>
                  <a:lnTo>
                    <a:pt x="56" y="106"/>
                  </a:lnTo>
                  <a:lnTo>
                    <a:pt x="50" y="76"/>
                  </a:lnTo>
                  <a:lnTo>
                    <a:pt x="47" y="45"/>
                  </a:lnTo>
                  <a:lnTo>
                    <a:pt x="47" y="45"/>
                  </a:lnTo>
                  <a:lnTo>
                    <a:pt x="114" y="47"/>
                  </a:lnTo>
                  <a:lnTo>
                    <a:pt x="182" y="49"/>
                  </a:lnTo>
                  <a:lnTo>
                    <a:pt x="250" y="52"/>
                  </a:lnTo>
                  <a:lnTo>
                    <a:pt x="317" y="52"/>
                  </a:lnTo>
                  <a:lnTo>
                    <a:pt x="648" y="52"/>
                  </a:lnTo>
                  <a:lnTo>
                    <a:pt x="648" y="52"/>
                  </a:lnTo>
                  <a:lnTo>
                    <a:pt x="653" y="52"/>
                  </a:lnTo>
                  <a:lnTo>
                    <a:pt x="653" y="52"/>
                  </a:lnTo>
                  <a:lnTo>
                    <a:pt x="652" y="77"/>
                  </a:lnTo>
                  <a:lnTo>
                    <a:pt x="649" y="102"/>
                  </a:lnTo>
                  <a:lnTo>
                    <a:pt x="645" y="125"/>
                  </a:lnTo>
                  <a:lnTo>
                    <a:pt x="638" y="149"/>
                  </a:lnTo>
                  <a:lnTo>
                    <a:pt x="635" y="159"/>
                  </a:lnTo>
                  <a:lnTo>
                    <a:pt x="629" y="170"/>
                  </a:lnTo>
                  <a:lnTo>
                    <a:pt x="624" y="180"/>
                  </a:lnTo>
                  <a:lnTo>
                    <a:pt x="617" y="191"/>
                  </a:lnTo>
                  <a:lnTo>
                    <a:pt x="610" y="200"/>
                  </a:lnTo>
                  <a:lnTo>
                    <a:pt x="600" y="209"/>
                  </a:lnTo>
                  <a:lnTo>
                    <a:pt x="590" y="218"/>
                  </a:lnTo>
                  <a:lnTo>
                    <a:pt x="580" y="226"/>
                  </a:lnTo>
                  <a:lnTo>
                    <a:pt x="580" y="226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02" name="Freeform 514"/>
            <p:cNvSpPr>
              <a:spLocks noEditPoints="1"/>
            </p:cNvSpPr>
            <p:nvPr>
              <p:custDataLst>
                <p:tags r:id="rId56"/>
              </p:custDataLst>
            </p:nvPr>
          </p:nvSpPr>
          <p:spPr bwMode="auto">
            <a:xfrm>
              <a:off x="3187701" y="1065213"/>
              <a:ext cx="587375" cy="128588"/>
            </a:xfrm>
            <a:custGeom>
              <a:avLst/>
              <a:gdLst/>
              <a:ahLst/>
              <a:cxnLst>
                <a:cxn ang="0">
                  <a:pos x="1383" y="117"/>
                </a:cxn>
                <a:cxn ang="0">
                  <a:pos x="1313" y="106"/>
                </a:cxn>
                <a:cxn ang="0">
                  <a:pos x="1176" y="26"/>
                </a:cxn>
                <a:cxn ang="0">
                  <a:pos x="1078" y="2"/>
                </a:cxn>
                <a:cxn ang="0">
                  <a:pos x="969" y="17"/>
                </a:cxn>
                <a:cxn ang="0">
                  <a:pos x="862" y="60"/>
                </a:cxn>
                <a:cxn ang="0">
                  <a:pos x="700" y="75"/>
                </a:cxn>
                <a:cxn ang="0">
                  <a:pos x="581" y="47"/>
                </a:cxn>
                <a:cxn ang="0">
                  <a:pos x="453" y="4"/>
                </a:cxn>
                <a:cxn ang="0">
                  <a:pos x="348" y="9"/>
                </a:cxn>
                <a:cxn ang="0">
                  <a:pos x="230" y="72"/>
                </a:cxn>
                <a:cxn ang="0">
                  <a:pos x="148" y="110"/>
                </a:cxn>
                <a:cxn ang="0">
                  <a:pos x="48" y="127"/>
                </a:cxn>
                <a:cxn ang="0">
                  <a:pos x="1" y="194"/>
                </a:cxn>
                <a:cxn ang="0">
                  <a:pos x="33" y="280"/>
                </a:cxn>
                <a:cxn ang="0">
                  <a:pos x="146" y="327"/>
                </a:cxn>
                <a:cxn ang="0">
                  <a:pos x="271" y="293"/>
                </a:cxn>
                <a:cxn ang="0">
                  <a:pos x="415" y="213"/>
                </a:cxn>
                <a:cxn ang="0">
                  <a:pos x="502" y="207"/>
                </a:cxn>
                <a:cxn ang="0">
                  <a:pos x="636" y="268"/>
                </a:cxn>
                <a:cxn ang="0">
                  <a:pos x="739" y="296"/>
                </a:cxn>
                <a:cxn ang="0">
                  <a:pos x="820" y="277"/>
                </a:cxn>
                <a:cxn ang="0">
                  <a:pos x="960" y="211"/>
                </a:cxn>
                <a:cxn ang="0">
                  <a:pos x="1049" y="209"/>
                </a:cxn>
                <a:cxn ang="0">
                  <a:pos x="1207" y="293"/>
                </a:cxn>
                <a:cxn ang="0">
                  <a:pos x="1313" y="327"/>
                </a:cxn>
                <a:cxn ang="0">
                  <a:pos x="1431" y="293"/>
                </a:cxn>
                <a:cxn ang="0">
                  <a:pos x="1477" y="208"/>
                </a:cxn>
                <a:cxn ang="0">
                  <a:pos x="1415" y="245"/>
                </a:cxn>
                <a:cxn ang="0">
                  <a:pos x="1321" y="284"/>
                </a:cxn>
                <a:cxn ang="0">
                  <a:pos x="1260" y="270"/>
                </a:cxn>
                <a:cxn ang="0">
                  <a:pos x="1074" y="166"/>
                </a:cxn>
                <a:cxn ang="0">
                  <a:pos x="963" y="165"/>
                </a:cxn>
                <a:cxn ang="0">
                  <a:pos x="777" y="246"/>
                </a:cxn>
                <a:cxn ang="0">
                  <a:pos x="761" y="250"/>
                </a:cxn>
                <a:cxn ang="0">
                  <a:pos x="717" y="253"/>
                </a:cxn>
                <a:cxn ang="0">
                  <a:pos x="591" y="195"/>
                </a:cxn>
                <a:cxn ang="0">
                  <a:pos x="433" y="161"/>
                </a:cxn>
                <a:cxn ang="0">
                  <a:pos x="322" y="206"/>
                </a:cxn>
                <a:cxn ang="0">
                  <a:pos x="188" y="281"/>
                </a:cxn>
                <a:cxn ang="0">
                  <a:pos x="97" y="270"/>
                </a:cxn>
                <a:cxn ang="0">
                  <a:pos x="47" y="221"/>
                </a:cxn>
                <a:cxn ang="0">
                  <a:pos x="61" y="178"/>
                </a:cxn>
                <a:cxn ang="0">
                  <a:pos x="161" y="161"/>
                </a:cxn>
                <a:cxn ang="0">
                  <a:pos x="192" y="144"/>
                </a:cxn>
                <a:cxn ang="0">
                  <a:pos x="309" y="75"/>
                </a:cxn>
                <a:cxn ang="0">
                  <a:pos x="433" y="47"/>
                </a:cxn>
                <a:cxn ang="0">
                  <a:pos x="572" y="94"/>
                </a:cxn>
                <a:cxn ang="0">
                  <a:pos x="725" y="122"/>
                </a:cxn>
                <a:cxn ang="0">
                  <a:pos x="747" y="122"/>
                </a:cxn>
                <a:cxn ang="0">
                  <a:pos x="872" y="106"/>
                </a:cxn>
                <a:cxn ang="0">
                  <a:pos x="1020" y="50"/>
                </a:cxn>
                <a:cxn ang="0">
                  <a:pos x="1129" y="59"/>
                </a:cxn>
                <a:cxn ang="0">
                  <a:pos x="1249" y="126"/>
                </a:cxn>
                <a:cxn ang="0">
                  <a:pos x="1309" y="160"/>
                </a:cxn>
                <a:cxn ang="0">
                  <a:pos x="1400" y="169"/>
                </a:cxn>
                <a:cxn ang="0">
                  <a:pos x="1432" y="209"/>
                </a:cxn>
                <a:cxn ang="0">
                  <a:pos x="1415" y="245"/>
                </a:cxn>
              </a:cxnLst>
              <a:rect l="0" t="0" r="r" b="b"/>
              <a:pathLst>
                <a:path w="1477" h="327">
                  <a:moveTo>
                    <a:pt x="1455" y="144"/>
                  </a:moveTo>
                  <a:lnTo>
                    <a:pt x="1455" y="144"/>
                  </a:lnTo>
                  <a:lnTo>
                    <a:pt x="1443" y="135"/>
                  </a:lnTo>
                  <a:lnTo>
                    <a:pt x="1430" y="127"/>
                  </a:lnTo>
                  <a:lnTo>
                    <a:pt x="1415" y="122"/>
                  </a:lnTo>
                  <a:lnTo>
                    <a:pt x="1400" y="119"/>
                  </a:lnTo>
                  <a:lnTo>
                    <a:pt x="1383" y="117"/>
                  </a:lnTo>
                  <a:lnTo>
                    <a:pt x="1367" y="115"/>
                  </a:lnTo>
                  <a:lnTo>
                    <a:pt x="1336" y="115"/>
                  </a:lnTo>
                  <a:lnTo>
                    <a:pt x="1336" y="115"/>
                  </a:lnTo>
                  <a:lnTo>
                    <a:pt x="1330" y="110"/>
                  </a:lnTo>
                  <a:lnTo>
                    <a:pt x="1322" y="107"/>
                  </a:lnTo>
                  <a:lnTo>
                    <a:pt x="1322" y="107"/>
                  </a:lnTo>
                  <a:lnTo>
                    <a:pt x="1313" y="106"/>
                  </a:lnTo>
                  <a:lnTo>
                    <a:pt x="1303" y="102"/>
                  </a:lnTo>
                  <a:lnTo>
                    <a:pt x="1284" y="94"/>
                  </a:lnTo>
                  <a:lnTo>
                    <a:pt x="1266" y="84"/>
                  </a:lnTo>
                  <a:lnTo>
                    <a:pt x="1248" y="72"/>
                  </a:lnTo>
                  <a:lnTo>
                    <a:pt x="1211" y="49"/>
                  </a:lnTo>
                  <a:lnTo>
                    <a:pt x="1194" y="37"/>
                  </a:lnTo>
                  <a:lnTo>
                    <a:pt x="1176" y="26"/>
                  </a:lnTo>
                  <a:lnTo>
                    <a:pt x="1176" y="26"/>
                  </a:lnTo>
                  <a:lnTo>
                    <a:pt x="1162" y="21"/>
                  </a:lnTo>
                  <a:lnTo>
                    <a:pt x="1146" y="15"/>
                  </a:lnTo>
                  <a:lnTo>
                    <a:pt x="1129" y="9"/>
                  </a:lnTo>
                  <a:lnTo>
                    <a:pt x="1112" y="5"/>
                  </a:lnTo>
                  <a:lnTo>
                    <a:pt x="1095" y="3"/>
                  </a:lnTo>
                  <a:lnTo>
                    <a:pt x="1078" y="2"/>
                  </a:lnTo>
                  <a:lnTo>
                    <a:pt x="1061" y="0"/>
                  </a:lnTo>
                  <a:lnTo>
                    <a:pt x="1045" y="2"/>
                  </a:lnTo>
                  <a:lnTo>
                    <a:pt x="1045" y="2"/>
                  </a:lnTo>
                  <a:lnTo>
                    <a:pt x="1025" y="4"/>
                  </a:lnTo>
                  <a:lnTo>
                    <a:pt x="1006" y="8"/>
                  </a:lnTo>
                  <a:lnTo>
                    <a:pt x="988" y="12"/>
                  </a:lnTo>
                  <a:lnTo>
                    <a:pt x="969" y="17"/>
                  </a:lnTo>
                  <a:lnTo>
                    <a:pt x="951" y="24"/>
                  </a:lnTo>
                  <a:lnTo>
                    <a:pt x="933" y="30"/>
                  </a:lnTo>
                  <a:lnTo>
                    <a:pt x="914" y="38"/>
                  </a:lnTo>
                  <a:lnTo>
                    <a:pt x="897" y="47"/>
                  </a:lnTo>
                  <a:lnTo>
                    <a:pt x="897" y="47"/>
                  </a:lnTo>
                  <a:lnTo>
                    <a:pt x="880" y="55"/>
                  </a:lnTo>
                  <a:lnTo>
                    <a:pt x="862" y="60"/>
                  </a:lnTo>
                  <a:lnTo>
                    <a:pt x="842" y="66"/>
                  </a:lnTo>
                  <a:lnTo>
                    <a:pt x="821" y="70"/>
                  </a:lnTo>
                  <a:lnTo>
                    <a:pt x="799" y="72"/>
                  </a:lnTo>
                  <a:lnTo>
                    <a:pt x="778" y="75"/>
                  </a:lnTo>
                  <a:lnTo>
                    <a:pt x="739" y="76"/>
                  </a:lnTo>
                  <a:lnTo>
                    <a:pt x="739" y="76"/>
                  </a:lnTo>
                  <a:lnTo>
                    <a:pt x="700" y="75"/>
                  </a:lnTo>
                  <a:lnTo>
                    <a:pt x="678" y="72"/>
                  </a:lnTo>
                  <a:lnTo>
                    <a:pt x="657" y="70"/>
                  </a:lnTo>
                  <a:lnTo>
                    <a:pt x="636" y="66"/>
                  </a:lnTo>
                  <a:lnTo>
                    <a:pt x="615" y="60"/>
                  </a:lnTo>
                  <a:lnTo>
                    <a:pt x="596" y="55"/>
                  </a:lnTo>
                  <a:lnTo>
                    <a:pt x="581" y="47"/>
                  </a:lnTo>
                  <a:lnTo>
                    <a:pt x="581" y="47"/>
                  </a:lnTo>
                  <a:lnTo>
                    <a:pt x="564" y="38"/>
                  </a:lnTo>
                  <a:lnTo>
                    <a:pt x="545" y="30"/>
                  </a:lnTo>
                  <a:lnTo>
                    <a:pt x="527" y="24"/>
                  </a:lnTo>
                  <a:lnTo>
                    <a:pt x="509" y="17"/>
                  </a:lnTo>
                  <a:lnTo>
                    <a:pt x="490" y="12"/>
                  </a:lnTo>
                  <a:lnTo>
                    <a:pt x="471" y="8"/>
                  </a:lnTo>
                  <a:lnTo>
                    <a:pt x="453" y="4"/>
                  </a:lnTo>
                  <a:lnTo>
                    <a:pt x="433" y="2"/>
                  </a:lnTo>
                  <a:lnTo>
                    <a:pt x="433" y="2"/>
                  </a:lnTo>
                  <a:lnTo>
                    <a:pt x="417" y="0"/>
                  </a:lnTo>
                  <a:lnTo>
                    <a:pt x="400" y="2"/>
                  </a:lnTo>
                  <a:lnTo>
                    <a:pt x="383" y="3"/>
                  </a:lnTo>
                  <a:lnTo>
                    <a:pt x="365" y="5"/>
                  </a:lnTo>
                  <a:lnTo>
                    <a:pt x="348" y="9"/>
                  </a:lnTo>
                  <a:lnTo>
                    <a:pt x="332" y="15"/>
                  </a:lnTo>
                  <a:lnTo>
                    <a:pt x="317" y="21"/>
                  </a:lnTo>
                  <a:lnTo>
                    <a:pt x="302" y="26"/>
                  </a:lnTo>
                  <a:lnTo>
                    <a:pt x="302" y="26"/>
                  </a:lnTo>
                  <a:lnTo>
                    <a:pt x="284" y="37"/>
                  </a:lnTo>
                  <a:lnTo>
                    <a:pt x="265" y="49"/>
                  </a:lnTo>
                  <a:lnTo>
                    <a:pt x="230" y="72"/>
                  </a:lnTo>
                  <a:lnTo>
                    <a:pt x="212" y="84"/>
                  </a:lnTo>
                  <a:lnTo>
                    <a:pt x="194" y="94"/>
                  </a:lnTo>
                  <a:lnTo>
                    <a:pt x="174" y="102"/>
                  </a:lnTo>
                  <a:lnTo>
                    <a:pt x="165" y="106"/>
                  </a:lnTo>
                  <a:lnTo>
                    <a:pt x="154" y="107"/>
                  </a:lnTo>
                  <a:lnTo>
                    <a:pt x="154" y="107"/>
                  </a:lnTo>
                  <a:lnTo>
                    <a:pt x="148" y="110"/>
                  </a:lnTo>
                  <a:lnTo>
                    <a:pt x="143" y="115"/>
                  </a:lnTo>
                  <a:lnTo>
                    <a:pt x="143" y="115"/>
                  </a:lnTo>
                  <a:lnTo>
                    <a:pt x="111" y="115"/>
                  </a:lnTo>
                  <a:lnTo>
                    <a:pt x="94" y="117"/>
                  </a:lnTo>
                  <a:lnTo>
                    <a:pt x="78" y="119"/>
                  </a:lnTo>
                  <a:lnTo>
                    <a:pt x="63" y="122"/>
                  </a:lnTo>
                  <a:lnTo>
                    <a:pt x="48" y="127"/>
                  </a:lnTo>
                  <a:lnTo>
                    <a:pt x="35" y="135"/>
                  </a:lnTo>
                  <a:lnTo>
                    <a:pt x="23" y="144"/>
                  </a:lnTo>
                  <a:lnTo>
                    <a:pt x="23" y="144"/>
                  </a:lnTo>
                  <a:lnTo>
                    <a:pt x="16" y="155"/>
                  </a:lnTo>
                  <a:lnTo>
                    <a:pt x="9" y="166"/>
                  </a:lnTo>
                  <a:lnTo>
                    <a:pt x="4" y="179"/>
                  </a:lnTo>
                  <a:lnTo>
                    <a:pt x="1" y="194"/>
                  </a:lnTo>
                  <a:lnTo>
                    <a:pt x="0" y="208"/>
                  </a:lnTo>
                  <a:lnTo>
                    <a:pt x="1" y="223"/>
                  </a:lnTo>
                  <a:lnTo>
                    <a:pt x="4" y="236"/>
                  </a:lnTo>
                  <a:lnTo>
                    <a:pt x="9" y="247"/>
                  </a:lnTo>
                  <a:lnTo>
                    <a:pt x="9" y="247"/>
                  </a:lnTo>
                  <a:lnTo>
                    <a:pt x="21" y="264"/>
                  </a:lnTo>
                  <a:lnTo>
                    <a:pt x="33" y="280"/>
                  </a:lnTo>
                  <a:lnTo>
                    <a:pt x="46" y="293"/>
                  </a:lnTo>
                  <a:lnTo>
                    <a:pt x="61" y="304"/>
                  </a:lnTo>
                  <a:lnTo>
                    <a:pt x="77" y="311"/>
                  </a:lnTo>
                  <a:lnTo>
                    <a:pt x="93" y="319"/>
                  </a:lnTo>
                  <a:lnTo>
                    <a:pt x="110" y="323"/>
                  </a:lnTo>
                  <a:lnTo>
                    <a:pt x="128" y="326"/>
                  </a:lnTo>
                  <a:lnTo>
                    <a:pt x="146" y="327"/>
                  </a:lnTo>
                  <a:lnTo>
                    <a:pt x="165" y="327"/>
                  </a:lnTo>
                  <a:lnTo>
                    <a:pt x="183" y="325"/>
                  </a:lnTo>
                  <a:lnTo>
                    <a:pt x="201" y="321"/>
                  </a:lnTo>
                  <a:lnTo>
                    <a:pt x="218" y="317"/>
                  </a:lnTo>
                  <a:lnTo>
                    <a:pt x="237" y="310"/>
                  </a:lnTo>
                  <a:lnTo>
                    <a:pt x="254" y="302"/>
                  </a:lnTo>
                  <a:lnTo>
                    <a:pt x="271" y="293"/>
                  </a:lnTo>
                  <a:lnTo>
                    <a:pt x="271" y="293"/>
                  </a:lnTo>
                  <a:lnTo>
                    <a:pt x="296" y="279"/>
                  </a:lnTo>
                  <a:lnTo>
                    <a:pt x="319" y="263"/>
                  </a:lnTo>
                  <a:lnTo>
                    <a:pt x="343" y="249"/>
                  </a:lnTo>
                  <a:lnTo>
                    <a:pt x="366" y="234"/>
                  </a:lnTo>
                  <a:lnTo>
                    <a:pt x="390" y="223"/>
                  </a:lnTo>
                  <a:lnTo>
                    <a:pt x="415" y="213"/>
                  </a:lnTo>
                  <a:lnTo>
                    <a:pt x="429" y="209"/>
                  </a:lnTo>
                  <a:lnTo>
                    <a:pt x="442" y="207"/>
                  </a:lnTo>
                  <a:lnTo>
                    <a:pt x="456" y="204"/>
                  </a:lnTo>
                  <a:lnTo>
                    <a:pt x="471" y="203"/>
                  </a:lnTo>
                  <a:lnTo>
                    <a:pt x="471" y="203"/>
                  </a:lnTo>
                  <a:lnTo>
                    <a:pt x="487" y="204"/>
                  </a:lnTo>
                  <a:lnTo>
                    <a:pt x="502" y="207"/>
                  </a:lnTo>
                  <a:lnTo>
                    <a:pt x="517" y="211"/>
                  </a:lnTo>
                  <a:lnTo>
                    <a:pt x="532" y="217"/>
                  </a:lnTo>
                  <a:lnTo>
                    <a:pt x="560" y="230"/>
                  </a:lnTo>
                  <a:lnTo>
                    <a:pt x="589" y="245"/>
                  </a:lnTo>
                  <a:lnTo>
                    <a:pt x="589" y="245"/>
                  </a:lnTo>
                  <a:lnTo>
                    <a:pt x="617" y="259"/>
                  </a:lnTo>
                  <a:lnTo>
                    <a:pt x="636" y="268"/>
                  </a:lnTo>
                  <a:lnTo>
                    <a:pt x="657" y="277"/>
                  </a:lnTo>
                  <a:lnTo>
                    <a:pt x="679" y="287"/>
                  </a:lnTo>
                  <a:lnTo>
                    <a:pt x="700" y="293"/>
                  </a:lnTo>
                  <a:lnTo>
                    <a:pt x="710" y="296"/>
                  </a:lnTo>
                  <a:lnTo>
                    <a:pt x="721" y="297"/>
                  </a:lnTo>
                  <a:lnTo>
                    <a:pt x="730" y="297"/>
                  </a:lnTo>
                  <a:lnTo>
                    <a:pt x="739" y="296"/>
                  </a:lnTo>
                  <a:lnTo>
                    <a:pt x="739" y="296"/>
                  </a:lnTo>
                  <a:lnTo>
                    <a:pt x="748" y="297"/>
                  </a:lnTo>
                  <a:lnTo>
                    <a:pt x="757" y="297"/>
                  </a:lnTo>
                  <a:lnTo>
                    <a:pt x="768" y="296"/>
                  </a:lnTo>
                  <a:lnTo>
                    <a:pt x="778" y="293"/>
                  </a:lnTo>
                  <a:lnTo>
                    <a:pt x="799" y="287"/>
                  </a:lnTo>
                  <a:lnTo>
                    <a:pt x="820" y="277"/>
                  </a:lnTo>
                  <a:lnTo>
                    <a:pt x="841" y="268"/>
                  </a:lnTo>
                  <a:lnTo>
                    <a:pt x="861" y="259"/>
                  </a:lnTo>
                  <a:lnTo>
                    <a:pt x="889" y="245"/>
                  </a:lnTo>
                  <a:lnTo>
                    <a:pt x="889" y="245"/>
                  </a:lnTo>
                  <a:lnTo>
                    <a:pt x="917" y="230"/>
                  </a:lnTo>
                  <a:lnTo>
                    <a:pt x="946" y="217"/>
                  </a:lnTo>
                  <a:lnTo>
                    <a:pt x="960" y="211"/>
                  </a:lnTo>
                  <a:lnTo>
                    <a:pt x="976" y="207"/>
                  </a:lnTo>
                  <a:lnTo>
                    <a:pt x="990" y="204"/>
                  </a:lnTo>
                  <a:lnTo>
                    <a:pt x="1006" y="203"/>
                  </a:lnTo>
                  <a:lnTo>
                    <a:pt x="1006" y="203"/>
                  </a:lnTo>
                  <a:lnTo>
                    <a:pt x="1022" y="204"/>
                  </a:lnTo>
                  <a:lnTo>
                    <a:pt x="1036" y="207"/>
                  </a:lnTo>
                  <a:lnTo>
                    <a:pt x="1049" y="209"/>
                  </a:lnTo>
                  <a:lnTo>
                    <a:pt x="1062" y="213"/>
                  </a:lnTo>
                  <a:lnTo>
                    <a:pt x="1088" y="223"/>
                  </a:lnTo>
                  <a:lnTo>
                    <a:pt x="1112" y="234"/>
                  </a:lnTo>
                  <a:lnTo>
                    <a:pt x="1135" y="249"/>
                  </a:lnTo>
                  <a:lnTo>
                    <a:pt x="1159" y="263"/>
                  </a:lnTo>
                  <a:lnTo>
                    <a:pt x="1182" y="279"/>
                  </a:lnTo>
                  <a:lnTo>
                    <a:pt x="1207" y="293"/>
                  </a:lnTo>
                  <a:lnTo>
                    <a:pt x="1207" y="293"/>
                  </a:lnTo>
                  <a:lnTo>
                    <a:pt x="1223" y="302"/>
                  </a:lnTo>
                  <a:lnTo>
                    <a:pt x="1241" y="310"/>
                  </a:lnTo>
                  <a:lnTo>
                    <a:pt x="1258" y="317"/>
                  </a:lnTo>
                  <a:lnTo>
                    <a:pt x="1277" y="321"/>
                  </a:lnTo>
                  <a:lnTo>
                    <a:pt x="1295" y="325"/>
                  </a:lnTo>
                  <a:lnTo>
                    <a:pt x="1313" y="327"/>
                  </a:lnTo>
                  <a:lnTo>
                    <a:pt x="1332" y="327"/>
                  </a:lnTo>
                  <a:lnTo>
                    <a:pt x="1350" y="326"/>
                  </a:lnTo>
                  <a:lnTo>
                    <a:pt x="1367" y="323"/>
                  </a:lnTo>
                  <a:lnTo>
                    <a:pt x="1384" y="319"/>
                  </a:lnTo>
                  <a:lnTo>
                    <a:pt x="1401" y="311"/>
                  </a:lnTo>
                  <a:lnTo>
                    <a:pt x="1417" y="304"/>
                  </a:lnTo>
                  <a:lnTo>
                    <a:pt x="1431" y="293"/>
                  </a:lnTo>
                  <a:lnTo>
                    <a:pt x="1445" y="280"/>
                  </a:lnTo>
                  <a:lnTo>
                    <a:pt x="1457" y="264"/>
                  </a:lnTo>
                  <a:lnTo>
                    <a:pt x="1469" y="247"/>
                  </a:lnTo>
                  <a:lnTo>
                    <a:pt x="1469" y="247"/>
                  </a:lnTo>
                  <a:lnTo>
                    <a:pt x="1473" y="236"/>
                  </a:lnTo>
                  <a:lnTo>
                    <a:pt x="1477" y="223"/>
                  </a:lnTo>
                  <a:lnTo>
                    <a:pt x="1477" y="208"/>
                  </a:lnTo>
                  <a:lnTo>
                    <a:pt x="1477" y="194"/>
                  </a:lnTo>
                  <a:lnTo>
                    <a:pt x="1474" y="179"/>
                  </a:lnTo>
                  <a:lnTo>
                    <a:pt x="1469" y="166"/>
                  </a:lnTo>
                  <a:lnTo>
                    <a:pt x="1462" y="155"/>
                  </a:lnTo>
                  <a:lnTo>
                    <a:pt x="1455" y="144"/>
                  </a:lnTo>
                  <a:lnTo>
                    <a:pt x="1455" y="144"/>
                  </a:lnTo>
                  <a:close/>
                  <a:moveTo>
                    <a:pt x="1415" y="245"/>
                  </a:moveTo>
                  <a:lnTo>
                    <a:pt x="1415" y="245"/>
                  </a:lnTo>
                  <a:lnTo>
                    <a:pt x="1400" y="259"/>
                  </a:lnTo>
                  <a:lnTo>
                    <a:pt x="1381" y="270"/>
                  </a:lnTo>
                  <a:lnTo>
                    <a:pt x="1362" y="277"/>
                  </a:lnTo>
                  <a:lnTo>
                    <a:pt x="1342" y="283"/>
                  </a:lnTo>
                  <a:lnTo>
                    <a:pt x="1332" y="284"/>
                  </a:lnTo>
                  <a:lnTo>
                    <a:pt x="1321" y="284"/>
                  </a:lnTo>
                  <a:lnTo>
                    <a:pt x="1311" y="284"/>
                  </a:lnTo>
                  <a:lnTo>
                    <a:pt x="1300" y="283"/>
                  </a:lnTo>
                  <a:lnTo>
                    <a:pt x="1290" y="281"/>
                  </a:lnTo>
                  <a:lnTo>
                    <a:pt x="1279" y="279"/>
                  </a:lnTo>
                  <a:lnTo>
                    <a:pt x="1270" y="275"/>
                  </a:lnTo>
                  <a:lnTo>
                    <a:pt x="1260" y="270"/>
                  </a:lnTo>
                  <a:lnTo>
                    <a:pt x="1260" y="270"/>
                  </a:lnTo>
                  <a:lnTo>
                    <a:pt x="1233" y="255"/>
                  </a:lnTo>
                  <a:lnTo>
                    <a:pt x="1207" y="238"/>
                  </a:lnTo>
                  <a:lnTo>
                    <a:pt x="1156" y="206"/>
                  </a:lnTo>
                  <a:lnTo>
                    <a:pt x="1130" y="190"/>
                  </a:lnTo>
                  <a:lnTo>
                    <a:pt x="1103" y="177"/>
                  </a:lnTo>
                  <a:lnTo>
                    <a:pt x="1088" y="170"/>
                  </a:lnTo>
                  <a:lnTo>
                    <a:pt x="1074" y="166"/>
                  </a:lnTo>
                  <a:lnTo>
                    <a:pt x="1059" y="162"/>
                  </a:lnTo>
                  <a:lnTo>
                    <a:pt x="1045" y="161"/>
                  </a:lnTo>
                  <a:lnTo>
                    <a:pt x="1045" y="161"/>
                  </a:lnTo>
                  <a:lnTo>
                    <a:pt x="1022" y="158"/>
                  </a:lnTo>
                  <a:lnTo>
                    <a:pt x="999" y="158"/>
                  </a:lnTo>
                  <a:lnTo>
                    <a:pt x="981" y="161"/>
                  </a:lnTo>
                  <a:lnTo>
                    <a:pt x="963" y="165"/>
                  </a:lnTo>
                  <a:lnTo>
                    <a:pt x="944" y="170"/>
                  </a:lnTo>
                  <a:lnTo>
                    <a:pt x="926" y="178"/>
                  </a:lnTo>
                  <a:lnTo>
                    <a:pt x="887" y="195"/>
                  </a:lnTo>
                  <a:lnTo>
                    <a:pt x="887" y="195"/>
                  </a:lnTo>
                  <a:lnTo>
                    <a:pt x="842" y="217"/>
                  </a:lnTo>
                  <a:lnTo>
                    <a:pt x="808" y="233"/>
                  </a:lnTo>
                  <a:lnTo>
                    <a:pt x="777" y="246"/>
                  </a:lnTo>
                  <a:lnTo>
                    <a:pt x="777" y="246"/>
                  </a:lnTo>
                  <a:lnTo>
                    <a:pt x="777" y="246"/>
                  </a:lnTo>
                  <a:lnTo>
                    <a:pt x="777" y="246"/>
                  </a:lnTo>
                  <a:lnTo>
                    <a:pt x="761" y="250"/>
                  </a:lnTo>
                  <a:lnTo>
                    <a:pt x="761" y="250"/>
                  </a:lnTo>
                  <a:lnTo>
                    <a:pt x="761" y="250"/>
                  </a:lnTo>
                  <a:lnTo>
                    <a:pt x="761" y="250"/>
                  </a:lnTo>
                  <a:lnTo>
                    <a:pt x="748" y="254"/>
                  </a:lnTo>
                  <a:lnTo>
                    <a:pt x="748" y="254"/>
                  </a:lnTo>
                  <a:lnTo>
                    <a:pt x="739" y="254"/>
                  </a:lnTo>
                  <a:lnTo>
                    <a:pt x="739" y="254"/>
                  </a:lnTo>
                  <a:lnTo>
                    <a:pt x="731" y="255"/>
                  </a:lnTo>
                  <a:lnTo>
                    <a:pt x="723" y="254"/>
                  </a:lnTo>
                  <a:lnTo>
                    <a:pt x="717" y="253"/>
                  </a:lnTo>
                  <a:lnTo>
                    <a:pt x="710" y="249"/>
                  </a:lnTo>
                  <a:lnTo>
                    <a:pt x="710" y="249"/>
                  </a:lnTo>
                  <a:lnTo>
                    <a:pt x="695" y="243"/>
                  </a:lnTo>
                  <a:lnTo>
                    <a:pt x="678" y="236"/>
                  </a:lnTo>
                  <a:lnTo>
                    <a:pt x="641" y="220"/>
                  </a:lnTo>
                  <a:lnTo>
                    <a:pt x="591" y="195"/>
                  </a:lnTo>
                  <a:lnTo>
                    <a:pt x="591" y="195"/>
                  </a:lnTo>
                  <a:lnTo>
                    <a:pt x="552" y="178"/>
                  </a:lnTo>
                  <a:lnTo>
                    <a:pt x="534" y="170"/>
                  </a:lnTo>
                  <a:lnTo>
                    <a:pt x="515" y="165"/>
                  </a:lnTo>
                  <a:lnTo>
                    <a:pt x="497" y="161"/>
                  </a:lnTo>
                  <a:lnTo>
                    <a:pt x="477" y="158"/>
                  </a:lnTo>
                  <a:lnTo>
                    <a:pt x="456" y="158"/>
                  </a:lnTo>
                  <a:lnTo>
                    <a:pt x="433" y="161"/>
                  </a:lnTo>
                  <a:lnTo>
                    <a:pt x="433" y="161"/>
                  </a:lnTo>
                  <a:lnTo>
                    <a:pt x="419" y="162"/>
                  </a:lnTo>
                  <a:lnTo>
                    <a:pt x="403" y="166"/>
                  </a:lnTo>
                  <a:lnTo>
                    <a:pt x="388" y="170"/>
                  </a:lnTo>
                  <a:lnTo>
                    <a:pt x="375" y="177"/>
                  </a:lnTo>
                  <a:lnTo>
                    <a:pt x="348" y="190"/>
                  </a:lnTo>
                  <a:lnTo>
                    <a:pt x="322" y="206"/>
                  </a:lnTo>
                  <a:lnTo>
                    <a:pt x="269" y="238"/>
                  </a:lnTo>
                  <a:lnTo>
                    <a:pt x="245" y="255"/>
                  </a:lnTo>
                  <a:lnTo>
                    <a:pt x="218" y="270"/>
                  </a:lnTo>
                  <a:lnTo>
                    <a:pt x="218" y="270"/>
                  </a:lnTo>
                  <a:lnTo>
                    <a:pt x="208" y="275"/>
                  </a:lnTo>
                  <a:lnTo>
                    <a:pt x="199" y="279"/>
                  </a:lnTo>
                  <a:lnTo>
                    <a:pt x="188" y="281"/>
                  </a:lnTo>
                  <a:lnTo>
                    <a:pt x="178" y="283"/>
                  </a:lnTo>
                  <a:lnTo>
                    <a:pt x="167" y="284"/>
                  </a:lnTo>
                  <a:lnTo>
                    <a:pt x="157" y="284"/>
                  </a:lnTo>
                  <a:lnTo>
                    <a:pt x="146" y="284"/>
                  </a:lnTo>
                  <a:lnTo>
                    <a:pt x="136" y="283"/>
                  </a:lnTo>
                  <a:lnTo>
                    <a:pt x="116" y="277"/>
                  </a:lnTo>
                  <a:lnTo>
                    <a:pt x="97" y="270"/>
                  </a:lnTo>
                  <a:lnTo>
                    <a:pt x="78" y="259"/>
                  </a:lnTo>
                  <a:lnTo>
                    <a:pt x="61" y="245"/>
                  </a:lnTo>
                  <a:lnTo>
                    <a:pt x="61" y="245"/>
                  </a:lnTo>
                  <a:lnTo>
                    <a:pt x="56" y="240"/>
                  </a:lnTo>
                  <a:lnTo>
                    <a:pt x="52" y="233"/>
                  </a:lnTo>
                  <a:lnTo>
                    <a:pt x="50" y="228"/>
                  </a:lnTo>
                  <a:lnTo>
                    <a:pt x="47" y="221"/>
                  </a:lnTo>
                  <a:lnTo>
                    <a:pt x="46" y="215"/>
                  </a:lnTo>
                  <a:lnTo>
                    <a:pt x="46" y="209"/>
                  </a:lnTo>
                  <a:lnTo>
                    <a:pt x="46" y="203"/>
                  </a:lnTo>
                  <a:lnTo>
                    <a:pt x="48" y="198"/>
                  </a:lnTo>
                  <a:lnTo>
                    <a:pt x="50" y="192"/>
                  </a:lnTo>
                  <a:lnTo>
                    <a:pt x="54" y="187"/>
                  </a:lnTo>
                  <a:lnTo>
                    <a:pt x="61" y="178"/>
                  </a:lnTo>
                  <a:lnTo>
                    <a:pt x="72" y="172"/>
                  </a:lnTo>
                  <a:lnTo>
                    <a:pt x="77" y="169"/>
                  </a:lnTo>
                  <a:lnTo>
                    <a:pt x="84" y="166"/>
                  </a:lnTo>
                  <a:lnTo>
                    <a:pt x="84" y="166"/>
                  </a:lnTo>
                  <a:lnTo>
                    <a:pt x="103" y="164"/>
                  </a:lnTo>
                  <a:lnTo>
                    <a:pt x="123" y="161"/>
                  </a:lnTo>
                  <a:lnTo>
                    <a:pt x="161" y="161"/>
                  </a:lnTo>
                  <a:lnTo>
                    <a:pt x="161" y="161"/>
                  </a:lnTo>
                  <a:lnTo>
                    <a:pt x="167" y="160"/>
                  </a:lnTo>
                  <a:lnTo>
                    <a:pt x="173" y="157"/>
                  </a:lnTo>
                  <a:lnTo>
                    <a:pt x="178" y="153"/>
                  </a:lnTo>
                  <a:lnTo>
                    <a:pt x="180" y="149"/>
                  </a:lnTo>
                  <a:lnTo>
                    <a:pt x="180" y="149"/>
                  </a:lnTo>
                  <a:lnTo>
                    <a:pt x="192" y="144"/>
                  </a:lnTo>
                  <a:lnTo>
                    <a:pt x="205" y="139"/>
                  </a:lnTo>
                  <a:lnTo>
                    <a:pt x="228" y="126"/>
                  </a:lnTo>
                  <a:lnTo>
                    <a:pt x="250" y="111"/>
                  </a:lnTo>
                  <a:lnTo>
                    <a:pt x="272" y="97"/>
                  </a:lnTo>
                  <a:lnTo>
                    <a:pt x="272" y="97"/>
                  </a:lnTo>
                  <a:lnTo>
                    <a:pt x="289" y="85"/>
                  </a:lnTo>
                  <a:lnTo>
                    <a:pt x="309" y="75"/>
                  </a:lnTo>
                  <a:lnTo>
                    <a:pt x="328" y="67"/>
                  </a:lnTo>
                  <a:lnTo>
                    <a:pt x="348" y="59"/>
                  </a:lnTo>
                  <a:lnTo>
                    <a:pt x="369" y="54"/>
                  </a:lnTo>
                  <a:lnTo>
                    <a:pt x="390" y="50"/>
                  </a:lnTo>
                  <a:lnTo>
                    <a:pt x="411" y="47"/>
                  </a:lnTo>
                  <a:lnTo>
                    <a:pt x="433" y="47"/>
                  </a:lnTo>
                  <a:lnTo>
                    <a:pt x="433" y="47"/>
                  </a:lnTo>
                  <a:lnTo>
                    <a:pt x="445" y="49"/>
                  </a:lnTo>
                  <a:lnTo>
                    <a:pt x="458" y="50"/>
                  </a:lnTo>
                  <a:lnTo>
                    <a:pt x="481" y="56"/>
                  </a:lnTo>
                  <a:lnTo>
                    <a:pt x="504" y="64"/>
                  </a:lnTo>
                  <a:lnTo>
                    <a:pt x="527" y="75"/>
                  </a:lnTo>
                  <a:lnTo>
                    <a:pt x="549" y="85"/>
                  </a:lnTo>
                  <a:lnTo>
                    <a:pt x="572" y="94"/>
                  </a:lnTo>
                  <a:lnTo>
                    <a:pt x="594" y="102"/>
                  </a:lnTo>
                  <a:lnTo>
                    <a:pt x="606" y="106"/>
                  </a:lnTo>
                  <a:lnTo>
                    <a:pt x="617" y="109"/>
                  </a:lnTo>
                  <a:lnTo>
                    <a:pt x="617" y="109"/>
                  </a:lnTo>
                  <a:lnTo>
                    <a:pt x="671" y="117"/>
                  </a:lnTo>
                  <a:lnTo>
                    <a:pt x="697" y="119"/>
                  </a:lnTo>
                  <a:lnTo>
                    <a:pt x="725" y="122"/>
                  </a:lnTo>
                  <a:lnTo>
                    <a:pt x="725" y="122"/>
                  </a:lnTo>
                  <a:lnTo>
                    <a:pt x="730" y="122"/>
                  </a:lnTo>
                  <a:lnTo>
                    <a:pt x="730" y="122"/>
                  </a:lnTo>
                  <a:lnTo>
                    <a:pt x="739" y="122"/>
                  </a:lnTo>
                  <a:lnTo>
                    <a:pt x="739" y="122"/>
                  </a:lnTo>
                  <a:lnTo>
                    <a:pt x="747" y="122"/>
                  </a:lnTo>
                  <a:lnTo>
                    <a:pt x="747" y="122"/>
                  </a:lnTo>
                  <a:lnTo>
                    <a:pt x="753" y="122"/>
                  </a:lnTo>
                  <a:lnTo>
                    <a:pt x="753" y="122"/>
                  </a:lnTo>
                  <a:lnTo>
                    <a:pt x="780" y="119"/>
                  </a:lnTo>
                  <a:lnTo>
                    <a:pt x="807" y="117"/>
                  </a:lnTo>
                  <a:lnTo>
                    <a:pt x="859" y="109"/>
                  </a:lnTo>
                  <a:lnTo>
                    <a:pt x="859" y="109"/>
                  </a:lnTo>
                  <a:lnTo>
                    <a:pt x="872" y="106"/>
                  </a:lnTo>
                  <a:lnTo>
                    <a:pt x="884" y="102"/>
                  </a:lnTo>
                  <a:lnTo>
                    <a:pt x="906" y="94"/>
                  </a:lnTo>
                  <a:lnTo>
                    <a:pt x="929" y="85"/>
                  </a:lnTo>
                  <a:lnTo>
                    <a:pt x="951" y="75"/>
                  </a:lnTo>
                  <a:lnTo>
                    <a:pt x="973" y="64"/>
                  </a:lnTo>
                  <a:lnTo>
                    <a:pt x="997" y="56"/>
                  </a:lnTo>
                  <a:lnTo>
                    <a:pt x="1020" y="50"/>
                  </a:lnTo>
                  <a:lnTo>
                    <a:pt x="1032" y="49"/>
                  </a:lnTo>
                  <a:lnTo>
                    <a:pt x="1045" y="47"/>
                  </a:lnTo>
                  <a:lnTo>
                    <a:pt x="1045" y="47"/>
                  </a:lnTo>
                  <a:lnTo>
                    <a:pt x="1066" y="47"/>
                  </a:lnTo>
                  <a:lnTo>
                    <a:pt x="1088" y="50"/>
                  </a:lnTo>
                  <a:lnTo>
                    <a:pt x="1109" y="54"/>
                  </a:lnTo>
                  <a:lnTo>
                    <a:pt x="1129" y="59"/>
                  </a:lnTo>
                  <a:lnTo>
                    <a:pt x="1150" y="67"/>
                  </a:lnTo>
                  <a:lnTo>
                    <a:pt x="1169" y="75"/>
                  </a:lnTo>
                  <a:lnTo>
                    <a:pt x="1188" y="85"/>
                  </a:lnTo>
                  <a:lnTo>
                    <a:pt x="1206" y="97"/>
                  </a:lnTo>
                  <a:lnTo>
                    <a:pt x="1206" y="97"/>
                  </a:lnTo>
                  <a:lnTo>
                    <a:pt x="1227" y="111"/>
                  </a:lnTo>
                  <a:lnTo>
                    <a:pt x="1249" y="126"/>
                  </a:lnTo>
                  <a:lnTo>
                    <a:pt x="1273" y="139"/>
                  </a:lnTo>
                  <a:lnTo>
                    <a:pt x="1284" y="144"/>
                  </a:lnTo>
                  <a:lnTo>
                    <a:pt x="1298" y="149"/>
                  </a:lnTo>
                  <a:lnTo>
                    <a:pt x="1298" y="149"/>
                  </a:lnTo>
                  <a:lnTo>
                    <a:pt x="1300" y="153"/>
                  </a:lnTo>
                  <a:lnTo>
                    <a:pt x="1304" y="157"/>
                  </a:lnTo>
                  <a:lnTo>
                    <a:pt x="1309" y="160"/>
                  </a:lnTo>
                  <a:lnTo>
                    <a:pt x="1317" y="161"/>
                  </a:lnTo>
                  <a:lnTo>
                    <a:pt x="1317" y="161"/>
                  </a:lnTo>
                  <a:lnTo>
                    <a:pt x="1355" y="161"/>
                  </a:lnTo>
                  <a:lnTo>
                    <a:pt x="1375" y="164"/>
                  </a:lnTo>
                  <a:lnTo>
                    <a:pt x="1393" y="166"/>
                  </a:lnTo>
                  <a:lnTo>
                    <a:pt x="1393" y="166"/>
                  </a:lnTo>
                  <a:lnTo>
                    <a:pt x="1400" y="169"/>
                  </a:lnTo>
                  <a:lnTo>
                    <a:pt x="1406" y="172"/>
                  </a:lnTo>
                  <a:lnTo>
                    <a:pt x="1417" y="178"/>
                  </a:lnTo>
                  <a:lnTo>
                    <a:pt x="1424" y="187"/>
                  </a:lnTo>
                  <a:lnTo>
                    <a:pt x="1427" y="192"/>
                  </a:lnTo>
                  <a:lnTo>
                    <a:pt x="1430" y="198"/>
                  </a:lnTo>
                  <a:lnTo>
                    <a:pt x="1431" y="203"/>
                  </a:lnTo>
                  <a:lnTo>
                    <a:pt x="1432" y="209"/>
                  </a:lnTo>
                  <a:lnTo>
                    <a:pt x="1432" y="215"/>
                  </a:lnTo>
                  <a:lnTo>
                    <a:pt x="1431" y="221"/>
                  </a:lnTo>
                  <a:lnTo>
                    <a:pt x="1428" y="228"/>
                  </a:lnTo>
                  <a:lnTo>
                    <a:pt x="1426" y="233"/>
                  </a:lnTo>
                  <a:lnTo>
                    <a:pt x="1421" y="240"/>
                  </a:lnTo>
                  <a:lnTo>
                    <a:pt x="1415" y="245"/>
                  </a:lnTo>
                  <a:lnTo>
                    <a:pt x="1415" y="245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03" name="Freeform 515"/>
            <p:cNvSpPr/>
            <p:nvPr>
              <p:custDataLst>
                <p:tags r:id="rId57"/>
              </p:custDataLst>
            </p:nvPr>
          </p:nvSpPr>
          <p:spPr bwMode="auto">
            <a:xfrm>
              <a:off x="3133726" y="1176338"/>
              <a:ext cx="117475" cy="230188"/>
            </a:xfrm>
            <a:custGeom>
              <a:avLst/>
              <a:gdLst/>
              <a:ahLst/>
              <a:cxnLst>
                <a:cxn ang="0">
                  <a:pos x="251" y="10"/>
                </a:cxn>
                <a:cxn ang="0">
                  <a:pos x="216" y="78"/>
                </a:cxn>
                <a:cxn ang="0">
                  <a:pos x="186" y="149"/>
                </a:cxn>
                <a:cxn ang="0">
                  <a:pos x="140" y="255"/>
                </a:cxn>
                <a:cxn ang="0">
                  <a:pos x="124" y="290"/>
                </a:cxn>
                <a:cxn ang="0">
                  <a:pos x="91" y="349"/>
                </a:cxn>
                <a:cxn ang="0">
                  <a:pos x="59" y="406"/>
                </a:cxn>
                <a:cxn ang="0">
                  <a:pos x="42" y="440"/>
                </a:cxn>
                <a:cxn ang="0">
                  <a:pos x="12" y="515"/>
                </a:cxn>
                <a:cxn ang="0">
                  <a:pos x="1" y="553"/>
                </a:cxn>
                <a:cxn ang="0">
                  <a:pos x="1" y="553"/>
                </a:cxn>
                <a:cxn ang="0">
                  <a:pos x="0" y="558"/>
                </a:cxn>
                <a:cxn ang="0">
                  <a:pos x="1" y="567"/>
                </a:cxn>
                <a:cxn ang="0">
                  <a:pos x="5" y="574"/>
                </a:cxn>
                <a:cxn ang="0">
                  <a:pos x="20" y="580"/>
                </a:cxn>
                <a:cxn ang="0">
                  <a:pos x="35" y="578"/>
                </a:cxn>
                <a:cxn ang="0">
                  <a:pos x="42" y="573"/>
                </a:cxn>
                <a:cxn ang="0">
                  <a:pos x="44" y="565"/>
                </a:cxn>
                <a:cxn ang="0">
                  <a:pos x="46" y="563"/>
                </a:cxn>
                <a:cxn ang="0">
                  <a:pos x="48" y="558"/>
                </a:cxn>
                <a:cxn ang="0">
                  <a:pos x="48" y="552"/>
                </a:cxn>
                <a:cxn ang="0">
                  <a:pos x="73" y="485"/>
                </a:cxn>
                <a:cxn ang="0">
                  <a:pos x="106" y="421"/>
                </a:cxn>
                <a:cxn ang="0">
                  <a:pos x="156" y="328"/>
                </a:cxn>
                <a:cxn ang="0">
                  <a:pos x="173" y="297"/>
                </a:cxn>
                <a:cxn ang="0">
                  <a:pos x="201" y="230"/>
                </a:cxn>
                <a:cxn ang="0">
                  <a:pos x="243" y="130"/>
                </a:cxn>
                <a:cxn ang="0">
                  <a:pos x="273" y="65"/>
                </a:cxn>
                <a:cxn ang="0">
                  <a:pos x="290" y="34"/>
                </a:cxn>
                <a:cxn ang="0">
                  <a:pos x="293" y="25"/>
                </a:cxn>
                <a:cxn ang="0">
                  <a:pos x="292" y="15"/>
                </a:cxn>
                <a:cxn ang="0">
                  <a:pos x="288" y="9"/>
                </a:cxn>
                <a:cxn ang="0">
                  <a:pos x="273" y="0"/>
                </a:cxn>
                <a:cxn ang="0">
                  <a:pos x="265" y="0"/>
                </a:cxn>
                <a:cxn ang="0">
                  <a:pos x="258" y="4"/>
                </a:cxn>
                <a:cxn ang="0">
                  <a:pos x="251" y="10"/>
                </a:cxn>
              </a:cxnLst>
              <a:rect l="0" t="0" r="r" b="b"/>
              <a:pathLst>
                <a:path w="293" h="580">
                  <a:moveTo>
                    <a:pt x="251" y="10"/>
                  </a:moveTo>
                  <a:lnTo>
                    <a:pt x="251" y="10"/>
                  </a:lnTo>
                  <a:lnTo>
                    <a:pt x="233" y="44"/>
                  </a:lnTo>
                  <a:lnTo>
                    <a:pt x="216" y="78"/>
                  </a:lnTo>
                  <a:lnTo>
                    <a:pt x="200" y="113"/>
                  </a:lnTo>
                  <a:lnTo>
                    <a:pt x="186" y="149"/>
                  </a:lnTo>
                  <a:lnTo>
                    <a:pt x="156" y="219"/>
                  </a:lnTo>
                  <a:lnTo>
                    <a:pt x="140" y="255"/>
                  </a:lnTo>
                  <a:lnTo>
                    <a:pt x="124" y="290"/>
                  </a:lnTo>
                  <a:lnTo>
                    <a:pt x="124" y="290"/>
                  </a:lnTo>
                  <a:lnTo>
                    <a:pt x="110" y="320"/>
                  </a:lnTo>
                  <a:lnTo>
                    <a:pt x="91" y="349"/>
                  </a:lnTo>
                  <a:lnTo>
                    <a:pt x="74" y="376"/>
                  </a:lnTo>
                  <a:lnTo>
                    <a:pt x="59" y="406"/>
                  </a:lnTo>
                  <a:lnTo>
                    <a:pt x="59" y="406"/>
                  </a:lnTo>
                  <a:lnTo>
                    <a:pt x="42" y="440"/>
                  </a:lnTo>
                  <a:lnTo>
                    <a:pt x="26" y="477"/>
                  </a:lnTo>
                  <a:lnTo>
                    <a:pt x="12" y="515"/>
                  </a:lnTo>
                  <a:lnTo>
                    <a:pt x="1" y="553"/>
                  </a:lnTo>
                  <a:lnTo>
                    <a:pt x="1" y="553"/>
                  </a:lnTo>
                  <a:lnTo>
                    <a:pt x="1" y="553"/>
                  </a:lnTo>
                  <a:lnTo>
                    <a:pt x="1" y="553"/>
                  </a:lnTo>
                  <a:lnTo>
                    <a:pt x="0" y="558"/>
                  </a:lnTo>
                  <a:lnTo>
                    <a:pt x="0" y="558"/>
                  </a:lnTo>
                  <a:lnTo>
                    <a:pt x="0" y="563"/>
                  </a:lnTo>
                  <a:lnTo>
                    <a:pt x="1" y="567"/>
                  </a:lnTo>
                  <a:lnTo>
                    <a:pt x="3" y="571"/>
                  </a:lnTo>
                  <a:lnTo>
                    <a:pt x="5" y="574"/>
                  </a:lnTo>
                  <a:lnTo>
                    <a:pt x="12" y="578"/>
                  </a:lnTo>
                  <a:lnTo>
                    <a:pt x="20" y="580"/>
                  </a:lnTo>
                  <a:lnTo>
                    <a:pt x="27" y="580"/>
                  </a:lnTo>
                  <a:lnTo>
                    <a:pt x="35" y="578"/>
                  </a:lnTo>
                  <a:lnTo>
                    <a:pt x="38" y="575"/>
                  </a:lnTo>
                  <a:lnTo>
                    <a:pt x="42" y="573"/>
                  </a:lnTo>
                  <a:lnTo>
                    <a:pt x="43" y="569"/>
                  </a:lnTo>
                  <a:lnTo>
                    <a:pt x="44" y="565"/>
                  </a:lnTo>
                  <a:lnTo>
                    <a:pt x="44" y="565"/>
                  </a:lnTo>
                  <a:lnTo>
                    <a:pt x="46" y="563"/>
                  </a:lnTo>
                  <a:lnTo>
                    <a:pt x="46" y="563"/>
                  </a:lnTo>
                  <a:lnTo>
                    <a:pt x="48" y="558"/>
                  </a:lnTo>
                  <a:lnTo>
                    <a:pt x="48" y="552"/>
                  </a:lnTo>
                  <a:lnTo>
                    <a:pt x="48" y="552"/>
                  </a:lnTo>
                  <a:lnTo>
                    <a:pt x="60" y="518"/>
                  </a:lnTo>
                  <a:lnTo>
                    <a:pt x="73" y="485"/>
                  </a:lnTo>
                  <a:lnTo>
                    <a:pt x="89" y="452"/>
                  </a:lnTo>
                  <a:lnTo>
                    <a:pt x="106" y="421"/>
                  </a:lnTo>
                  <a:lnTo>
                    <a:pt x="140" y="359"/>
                  </a:lnTo>
                  <a:lnTo>
                    <a:pt x="156" y="328"/>
                  </a:lnTo>
                  <a:lnTo>
                    <a:pt x="173" y="297"/>
                  </a:lnTo>
                  <a:lnTo>
                    <a:pt x="173" y="297"/>
                  </a:lnTo>
                  <a:lnTo>
                    <a:pt x="187" y="264"/>
                  </a:lnTo>
                  <a:lnTo>
                    <a:pt x="201" y="230"/>
                  </a:lnTo>
                  <a:lnTo>
                    <a:pt x="229" y="163"/>
                  </a:lnTo>
                  <a:lnTo>
                    <a:pt x="243" y="130"/>
                  </a:lnTo>
                  <a:lnTo>
                    <a:pt x="258" y="98"/>
                  </a:lnTo>
                  <a:lnTo>
                    <a:pt x="273" y="65"/>
                  </a:lnTo>
                  <a:lnTo>
                    <a:pt x="290" y="34"/>
                  </a:lnTo>
                  <a:lnTo>
                    <a:pt x="290" y="34"/>
                  </a:lnTo>
                  <a:lnTo>
                    <a:pt x="292" y="28"/>
                  </a:lnTo>
                  <a:lnTo>
                    <a:pt x="293" y="25"/>
                  </a:lnTo>
                  <a:lnTo>
                    <a:pt x="293" y="19"/>
                  </a:lnTo>
                  <a:lnTo>
                    <a:pt x="292" y="15"/>
                  </a:lnTo>
                  <a:lnTo>
                    <a:pt x="290" y="11"/>
                  </a:lnTo>
                  <a:lnTo>
                    <a:pt x="288" y="9"/>
                  </a:lnTo>
                  <a:lnTo>
                    <a:pt x="281" y="2"/>
                  </a:lnTo>
                  <a:lnTo>
                    <a:pt x="273" y="0"/>
                  </a:lnTo>
                  <a:lnTo>
                    <a:pt x="269" y="0"/>
                  </a:lnTo>
                  <a:lnTo>
                    <a:pt x="265" y="0"/>
                  </a:lnTo>
                  <a:lnTo>
                    <a:pt x="262" y="1"/>
                  </a:lnTo>
                  <a:lnTo>
                    <a:pt x="258" y="4"/>
                  </a:lnTo>
                  <a:lnTo>
                    <a:pt x="254" y="6"/>
                  </a:lnTo>
                  <a:lnTo>
                    <a:pt x="251" y="10"/>
                  </a:lnTo>
                  <a:lnTo>
                    <a:pt x="251" y="10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04" name="Freeform 516"/>
            <p:cNvSpPr/>
            <p:nvPr>
              <p:custDataLst>
                <p:tags r:id="rId58"/>
              </p:custDataLst>
            </p:nvPr>
          </p:nvSpPr>
          <p:spPr bwMode="auto">
            <a:xfrm>
              <a:off x="3255963" y="1174750"/>
              <a:ext cx="109538" cy="230188"/>
            </a:xfrm>
            <a:custGeom>
              <a:avLst/>
              <a:gdLst/>
              <a:ahLst/>
              <a:cxnLst>
                <a:cxn ang="0">
                  <a:pos x="270" y="543"/>
                </a:cxn>
                <a:cxn ang="0">
                  <a:pos x="263" y="533"/>
                </a:cxn>
                <a:cxn ang="0">
                  <a:pos x="248" y="505"/>
                </a:cxn>
                <a:cxn ang="0">
                  <a:pos x="233" y="456"/>
                </a:cxn>
                <a:cxn ang="0">
                  <a:pos x="221" y="429"/>
                </a:cxn>
                <a:cxn ang="0">
                  <a:pos x="213" y="412"/>
                </a:cxn>
                <a:cxn ang="0">
                  <a:pos x="192" y="359"/>
                </a:cxn>
                <a:cxn ang="0">
                  <a:pos x="170" y="288"/>
                </a:cxn>
                <a:cxn ang="0">
                  <a:pos x="165" y="270"/>
                </a:cxn>
                <a:cxn ang="0">
                  <a:pos x="146" y="222"/>
                </a:cxn>
                <a:cxn ang="0">
                  <a:pos x="125" y="174"/>
                </a:cxn>
                <a:cxn ang="0">
                  <a:pos x="120" y="157"/>
                </a:cxn>
                <a:cxn ang="0">
                  <a:pos x="103" y="120"/>
                </a:cxn>
                <a:cxn ang="0">
                  <a:pos x="81" y="86"/>
                </a:cxn>
                <a:cxn ang="0">
                  <a:pos x="60" y="52"/>
                </a:cxn>
                <a:cxn ang="0">
                  <a:pos x="44" y="17"/>
                </a:cxn>
                <a:cxn ang="0">
                  <a:pos x="43" y="12"/>
                </a:cxn>
                <a:cxn ang="0">
                  <a:pos x="36" y="5"/>
                </a:cxn>
                <a:cxn ang="0">
                  <a:pos x="28" y="1"/>
                </a:cxn>
                <a:cxn ang="0">
                  <a:pos x="17" y="1"/>
                </a:cxn>
                <a:cxn ang="0">
                  <a:pos x="5" y="8"/>
                </a:cxn>
                <a:cxn ang="0">
                  <a:pos x="1" y="14"/>
                </a:cxn>
                <a:cxn ang="0">
                  <a:pos x="0" y="23"/>
                </a:cxn>
                <a:cxn ang="0">
                  <a:pos x="1" y="29"/>
                </a:cxn>
                <a:cxn ang="0">
                  <a:pos x="15" y="64"/>
                </a:cxn>
                <a:cxn ang="0">
                  <a:pos x="36" y="99"/>
                </a:cxn>
                <a:cxn ang="0">
                  <a:pos x="68" y="150"/>
                </a:cxn>
                <a:cxn ang="0">
                  <a:pos x="76" y="168"/>
                </a:cxn>
                <a:cxn ang="0">
                  <a:pos x="119" y="277"/>
                </a:cxn>
                <a:cxn ang="0">
                  <a:pos x="130" y="314"/>
                </a:cxn>
                <a:cxn ang="0">
                  <a:pos x="151" y="384"/>
                </a:cxn>
                <a:cxn ang="0">
                  <a:pos x="182" y="451"/>
                </a:cxn>
                <a:cxn ang="0">
                  <a:pos x="188" y="465"/>
                </a:cxn>
                <a:cxn ang="0">
                  <a:pos x="205" y="516"/>
                </a:cxn>
                <a:cxn ang="0">
                  <a:pos x="219" y="549"/>
                </a:cxn>
                <a:cxn ang="0">
                  <a:pos x="233" y="569"/>
                </a:cxn>
                <a:cxn ang="0">
                  <a:pos x="239" y="575"/>
                </a:cxn>
                <a:cxn ang="0">
                  <a:pos x="247" y="580"/>
                </a:cxn>
                <a:cxn ang="0">
                  <a:pos x="256" y="580"/>
                </a:cxn>
                <a:cxn ang="0">
                  <a:pos x="264" y="579"/>
                </a:cxn>
                <a:cxn ang="0">
                  <a:pos x="276" y="567"/>
                </a:cxn>
                <a:cxn ang="0">
                  <a:pos x="278" y="558"/>
                </a:cxn>
                <a:cxn ang="0">
                  <a:pos x="277" y="550"/>
                </a:cxn>
                <a:cxn ang="0">
                  <a:pos x="270" y="543"/>
                </a:cxn>
              </a:cxnLst>
              <a:rect l="0" t="0" r="r" b="b"/>
              <a:pathLst>
                <a:path w="278" h="580">
                  <a:moveTo>
                    <a:pt x="270" y="543"/>
                  </a:moveTo>
                  <a:lnTo>
                    <a:pt x="270" y="543"/>
                  </a:lnTo>
                  <a:lnTo>
                    <a:pt x="267" y="539"/>
                  </a:lnTo>
                  <a:lnTo>
                    <a:pt x="263" y="533"/>
                  </a:lnTo>
                  <a:lnTo>
                    <a:pt x="255" y="520"/>
                  </a:lnTo>
                  <a:lnTo>
                    <a:pt x="248" y="505"/>
                  </a:lnTo>
                  <a:lnTo>
                    <a:pt x="243" y="489"/>
                  </a:lnTo>
                  <a:lnTo>
                    <a:pt x="233" y="456"/>
                  </a:lnTo>
                  <a:lnTo>
                    <a:pt x="227" y="441"/>
                  </a:lnTo>
                  <a:lnTo>
                    <a:pt x="221" y="429"/>
                  </a:lnTo>
                  <a:lnTo>
                    <a:pt x="221" y="429"/>
                  </a:lnTo>
                  <a:lnTo>
                    <a:pt x="213" y="412"/>
                  </a:lnTo>
                  <a:lnTo>
                    <a:pt x="205" y="395"/>
                  </a:lnTo>
                  <a:lnTo>
                    <a:pt x="192" y="359"/>
                  </a:lnTo>
                  <a:lnTo>
                    <a:pt x="180" y="324"/>
                  </a:lnTo>
                  <a:lnTo>
                    <a:pt x="170" y="288"/>
                  </a:lnTo>
                  <a:lnTo>
                    <a:pt x="170" y="288"/>
                  </a:lnTo>
                  <a:lnTo>
                    <a:pt x="165" y="270"/>
                  </a:lnTo>
                  <a:lnTo>
                    <a:pt x="159" y="253"/>
                  </a:lnTo>
                  <a:lnTo>
                    <a:pt x="146" y="222"/>
                  </a:lnTo>
                  <a:lnTo>
                    <a:pt x="132" y="189"/>
                  </a:lnTo>
                  <a:lnTo>
                    <a:pt x="125" y="174"/>
                  </a:lnTo>
                  <a:lnTo>
                    <a:pt x="120" y="157"/>
                  </a:lnTo>
                  <a:lnTo>
                    <a:pt x="120" y="157"/>
                  </a:lnTo>
                  <a:lnTo>
                    <a:pt x="112" y="138"/>
                  </a:lnTo>
                  <a:lnTo>
                    <a:pt x="103" y="120"/>
                  </a:lnTo>
                  <a:lnTo>
                    <a:pt x="93" y="103"/>
                  </a:lnTo>
                  <a:lnTo>
                    <a:pt x="81" y="86"/>
                  </a:lnTo>
                  <a:lnTo>
                    <a:pt x="70" y="69"/>
                  </a:lnTo>
                  <a:lnTo>
                    <a:pt x="60" y="52"/>
                  </a:lnTo>
                  <a:lnTo>
                    <a:pt x="51" y="34"/>
                  </a:lnTo>
                  <a:lnTo>
                    <a:pt x="44" y="17"/>
                  </a:lnTo>
                  <a:lnTo>
                    <a:pt x="44" y="17"/>
                  </a:lnTo>
                  <a:lnTo>
                    <a:pt x="43" y="12"/>
                  </a:lnTo>
                  <a:lnTo>
                    <a:pt x="40" y="8"/>
                  </a:lnTo>
                  <a:lnTo>
                    <a:pt x="36" y="5"/>
                  </a:lnTo>
                  <a:lnTo>
                    <a:pt x="32" y="2"/>
                  </a:lnTo>
                  <a:lnTo>
                    <a:pt x="28" y="1"/>
                  </a:lnTo>
                  <a:lnTo>
                    <a:pt x="25" y="0"/>
                  </a:lnTo>
                  <a:lnTo>
                    <a:pt x="17" y="1"/>
                  </a:lnTo>
                  <a:lnTo>
                    <a:pt x="9" y="5"/>
                  </a:lnTo>
                  <a:lnTo>
                    <a:pt x="5" y="8"/>
                  </a:lnTo>
                  <a:lnTo>
                    <a:pt x="2" y="10"/>
                  </a:lnTo>
                  <a:lnTo>
                    <a:pt x="1" y="14"/>
                  </a:lnTo>
                  <a:lnTo>
                    <a:pt x="0" y="18"/>
                  </a:lnTo>
                  <a:lnTo>
                    <a:pt x="0" y="23"/>
                  </a:lnTo>
                  <a:lnTo>
                    <a:pt x="1" y="29"/>
                  </a:lnTo>
                  <a:lnTo>
                    <a:pt x="1" y="29"/>
                  </a:lnTo>
                  <a:lnTo>
                    <a:pt x="8" y="47"/>
                  </a:lnTo>
                  <a:lnTo>
                    <a:pt x="15" y="64"/>
                  </a:lnTo>
                  <a:lnTo>
                    <a:pt x="26" y="82"/>
                  </a:lnTo>
                  <a:lnTo>
                    <a:pt x="36" y="99"/>
                  </a:lnTo>
                  <a:lnTo>
                    <a:pt x="57" y="133"/>
                  </a:lnTo>
                  <a:lnTo>
                    <a:pt x="68" y="150"/>
                  </a:lnTo>
                  <a:lnTo>
                    <a:pt x="76" y="168"/>
                  </a:lnTo>
                  <a:lnTo>
                    <a:pt x="76" y="168"/>
                  </a:lnTo>
                  <a:lnTo>
                    <a:pt x="104" y="240"/>
                  </a:lnTo>
                  <a:lnTo>
                    <a:pt x="119" y="277"/>
                  </a:lnTo>
                  <a:lnTo>
                    <a:pt x="130" y="314"/>
                  </a:lnTo>
                  <a:lnTo>
                    <a:pt x="130" y="314"/>
                  </a:lnTo>
                  <a:lnTo>
                    <a:pt x="140" y="349"/>
                  </a:lnTo>
                  <a:lnTo>
                    <a:pt x="151" y="384"/>
                  </a:lnTo>
                  <a:lnTo>
                    <a:pt x="166" y="418"/>
                  </a:lnTo>
                  <a:lnTo>
                    <a:pt x="182" y="451"/>
                  </a:lnTo>
                  <a:lnTo>
                    <a:pt x="182" y="451"/>
                  </a:lnTo>
                  <a:lnTo>
                    <a:pt x="188" y="465"/>
                  </a:lnTo>
                  <a:lnTo>
                    <a:pt x="195" y="482"/>
                  </a:lnTo>
                  <a:lnTo>
                    <a:pt x="205" y="516"/>
                  </a:lnTo>
                  <a:lnTo>
                    <a:pt x="212" y="533"/>
                  </a:lnTo>
                  <a:lnTo>
                    <a:pt x="219" y="549"/>
                  </a:lnTo>
                  <a:lnTo>
                    <a:pt x="229" y="563"/>
                  </a:lnTo>
                  <a:lnTo>
                    <a:pt x="233" y="569"/>
                  </a:lnTo>
                  <a:lnTo>
                    <a:pt x="239" y="575"/>
                  </a:lnTo>
                  <a:lnTo>
                    <a:pt x="239" y="575"/>
                  </a:lnTo>
                  <a:lnTo>
                    <a:pt x="243" y="578"/>
                  </a:lnTo>
                  <a:lnTo>
                    <a:pt x="247" y="580"/>
                  </a:lnTo>
                  <a:lnTo>
                    <a:pt x="251" y="580"/>
                  </a:lnTo>
                  <a:lnTo>
                    <a:pt x="256" y="580"/>
                  </a:lnTo>
                  <a:lnTo>
                    <a:pt x="260" y="580"/>
                  </a:lnTo>
                  <a:lnTo>
                    <a:pt x="264" y="579"/>
                  </a:lnTo>
                  <a:lnTo>
                    <a:pt x="270" y="574"/>
                  </a:lnTo>
                  <a:lnTo>
                    <a:pt x="276" y="567"/>
                  </a:lnTo>
                  <a:lnTo>
                    <a:pt x="277" y="563"/>
                  </a:lnTo>
                  <a:lnTo>
                    <a:pt x="278" y="558"/>
                  </a:lnTo>
                  <a:lnTo>
                    <a:pt x="278" y="554"/>
                  </a:lnTo>
                  <a:lnTo>
                    <a:pt x="277" y="550"/>
                  </a:lnTo>
                  <a:lnTo>
                    <a:pt x="274" y="546"/>
                  </a:lnTo>
                  <a:lnTo>
                    <a:pt x="270" y="543"/>
                  </a:lnTo>
                  <a:lnTo>
                    <a:pt x="270" y="543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05" name="Freeform 517"/>
            <p:cNvSpPr/>
            <p:nvPr>
              <p:custDataLst>
                <p:tags r:id="rId59"/>
              </p:custDataLst>
            </p:nvPr>
          </p:nvSpPr>
          <p:spPr bwMode="auto">
            <a:xfrm>
              <a:off x="3589338" y="1176338"/>
              <a:ext cx="115888" cy="230188"/>
            </a:xfrm>
            <a:custGeom>
              <a:avLst/>
              <a:gdLst/>
              <a:ahLst/>
              <a:cxnLst>
                <a:cxn ang="0">
                  <a:pos x="251" y="10"/>
                </a:cxn>
                <a:cxn ang="0">
                  <a:pos x="216" y="78"/>
                </a:cxn>
                <a:cxn ang="0">
                  <a:pos x="186" y="149"/>
                </a:cxn>
                <a:cxn ang="0">
                  <a:pos x="140" y="255"/>
                </a:cxn>
                <a:cxn ang="0">
                  <a:pos x="124" y="290"/>
                </a:cxn>
                <a:cxn ang="0">
                  <a:pos x="91" y="349"/>
                </a:cxn>
                <a:cxn ang="0">
                  <a:pos x="59" y="406"/>
                </a:cxn>
                <a:cxn ang="0">
                  <a:pos x="40" y="440"/>
                </a:cxn>
                <a:cxn ang="0">
                  <a:pos x="12" y="515"/>
                </a:cxn>
                <a:cxn ang="0">
                  <a:pos x="1" y="553"/>
                </a:cxn>
                <a:cxn ang="0">
                  <a:pos x="1" y="553"/>
                </a:cxn>
                <a:cxn ang="0">
                  <a:pos x="0" y="558"/>
                </a:cxn>
                <a:cxn ang="0">
                  <a:pos x="1" y="567"/>
                </a:cxn>
                <a:cxn ang="0">
                  <a:pos x="5" y="574"/>
                </a:cxn>
                <a:cxn ang="0">
                  <a:pos x="18" y="580"/>
                </a:cxn>
                <a:cxn ang="0">
                  <a:pos x="35" y="578"/>
                </a:cxn>
                <a:cxn ang="0">
                  <a:pos x="40" y="573"/>
                </a:cxn>
                <a:cxn ang="0">
                  <a:pos x="44" y="565"/>
                </a:cxn>
                <a:cxn ang="0">
                  <a:pos x="44" y="563"/>
                </a:cxn>
                <a:cxn ang="0">
                  <a:pos x="48" y="558"/>
                </a:cxn>
                <a:cxn ang="0">
                  <a:pos x="48" y="552"/>
                </a:cxn>
                <a:cxn ang="0">
                  <a:pos x="73" y="485"/>
                </a:cxn>
                <a:cxn ang="0">
                  <a:pos x="104" y="421"/>
                </a:cxn>
                <a:cxn ang="0">
                  <a:pos x="155" y="328"/>
                </a:cxn>
                <a:cxn ang="0">
                  <a:pos x="171" y="297"/>
                </a:cxn>
                <a:cxn ang="0">
                  <a:pos x="201" y="230"/>
                </a:cxn>
                <a:cxn ang="0">
                  <a:pos x="243" y="130"/>
                </a:cxn>
                <a:cxn ang="0">
                  <a:pos x="273" y="65"/>
                </a:cxn>
                <a:cxn ang="0">
                  <a:pos x="290" y="34"/>
                </a:cxn>
                <a:cxn ang="0">
                  <a:pos x="293" y="25"/>
                </a:cxn>
                <a:cxn ang="0">
                  <a:pos x="291" y="15"/>
                </a:cxn>
                <a:cxn ang="0">
                  <a:pos x="288" y="9"/>
                </a:cxn>
                <a:cxn ang="0">
                  <a:pos x="273" y="0"/>
                </a:cxn>
                <a:cxn ang="0">
                  <a:pos x="264" y="0"/>
                </a:cxn>
                <a:cxn ang="0">
                  <a:pos x="256" y="4"/>
                </a:cxn>
                <a:cxn ang="0">
                  <a:pos x="251" y="10"/>
                </a:cxn>
              </a:cxnLst>
              <a:rect l="0" t="0" r="r" b="b"/>
              <a:pathLst>
                <a:path w="293" h="580">
                  <a:moveTo>
                    <a:pt x="251" y="10"/>
                  </a:moveTo>
                  <a:lnTo>
                    <a:pt x="251" y="10"/>
                  </a:lnTo>
                  <a:lnTo>
                    <a:pt x="233" y="44"/>
                  </a:lnTo>
                  <a:lnTo>
                    <a:pt x="216" y="78"/>
                  </a:lnTo>
                  <a:lnTo>
                    <a:pt x="200" y="113"/>
                  </a:lnTo>
                  <a:lnTo>
                    <a:pt x="186" y="149"/>
                  </a:lnTo>
                  <a:lnTo>
                    <a:pt x="155" y="219"/>
                  </a:lnTo>
                  <a:lnTo>
                    <a:pt x="140" y="255"/>
                  </a:lnTo>
                  <a:lnTo>
                    <a:pt x="124" y="290"/>
                  </a:lnTo>
                  <a:lnTo>
                    <a:pt x="124" y="290"/>
                  </a:lnTo>
                  <a:lnTo>
                    <a:pt x="108" y="320"/>
                  </a:lnTo>
                  <a:lnTo>
                    <a:pt x="91" y="349"/>
                  </a:lnTo>
                  <a:lnTo>
                    <a:pt x="74" y="376"/>
                  </a:lnTo>
                  <a:lnTo>
                    <a:pt x="59" y="406"/>
                  </a:lnTo>
                  <a:lnTo>
                    <a:pt x="59" y="406"/>
                  </a:lnTo>
                  <a:lnTo>
                    <a:pt x="40" y="440"/>
                  </a:lnTo>
                  <a:lnTo>
                    <a:pt x="25" y="477"/>
                  </a:lnTo>
                  <a:lnTo>
                    <a:pt x="12" y="515"/>
                  </a:lnTo>
                  <a:lnTo>
                    <a:pt x="1" y="553"/>
                  </a:lnTo>
                  <a:lnTo>
                    <a:pt x="1" y="553"/>
                  </a:lnTo>
                  <a:lnTo>
                    <a:pt x="1" y="553"/>
                  </a:lnTo>
                  <a:lnTo>
                    <a:pt x="1" y="553"/>
                  </a:lnTo>
                  <a:lnTo>
                    <a:pt x="0" y="558"/>
                  </a:lnTo>
                  <a:lnTo>
                    <a:pt x="0" y="558"/>
                  </a:lnTo>
                  <a:lnTo>
                    <a:pt x="0" y="563"/>
                  </a:lnTo>
                  <a:lnTo>
                    <a:pt x="1" y="567"/>
                  </a:lnTo>
                  <a:lnTo>
                    <a:pt x="2" y="571"/>
                  </a:lnTo>
                  <a:lnTo>
                    <a:pt x="5" y="574"/>
                  </a:lnTo>
                  <a:lnTo>
                    <a:pt x="12" y="578"/>
                  </a:lnTo>
                  <a:lnTo>
                    <a:pt x="18" y="580"/>
                  </a:lnTo>
                  <a:lnTo>
                    <a:pt x="27" y="580"/>
                  </a:lnTo>
                  <a:lnTo>
                    <a:pt x="35" y="578"/>
                  </a:lnTo>
                  <a:lnTo>
                    <a:pt x="38" y="575"/>
                  </a:lnTo>
                  <a:lnTo>
                    <a:pt x="40" y="573"/>
                  </a:lnTo>
                  <a:lnTo>
                    <a:pt x="43" y="569"/>
                  </a:lnTo>
                  <a:lnTo>
                    <a:pt x="44" y="565"/>
                  </a:lnTo>
                  <a:lnTo>
                    <a:pt x="44" y="565"/>
                  </a:lnTo>
                  <a:lnTo>
                    <a:pt x="44" y="563"/>
                  </a:lnTo>
                  <a:lnTo>
                    <a:pt x="44" y="563"/>
                  </a:lnTo>
                  <a:lnTo>
                    <a:pt x="48" y="558"/>
                  </a:lnTo>
                  <a:lnTo>
                    <a:pt x="48" y="552"/>
                  </a:lnTo>
                  <a:lnTo>
                    <a:pt x="48" y="552"/>
                  </a:lnTo>
                  <a:lnTo>
                    <a:pt x="60" y="518"/>
                  </a:lnTo>
                  <a:lnTo>
                    <a:pt x="73" y="485"/>
                  </a:lnTo>
                  <a:lnTo>
                    <a:pt x="89" y="452"/>
                  </a:lnTo>
                  <a:lnTo>
                    <a:pt x="104" y="421"/>
                  </a:lnTo>
                  <a:lnTo>
                    <a:pt x="138" y="359"/>
                  </a:lnTo>
                  <a:lnTo>
                    <a:pt x="155" y="328"/>
                  </a:lnTo>
                  <a:lnTo>
                    <a:pt x="171" y="297"/>
                  </a:lnTo>
                  <a:lnTo>
                    <a:pt x="171" y="297"/>
                  </a:lnTo>
                  <a:lnTo>
                    <a:pt x="187" y="264"/>
                  </a:lnTo>
                  <a:lnTo>
                    <a:pt x="201" y="230"/>
                  </a:lnTo>
                  <a:lnTo>
                    <a:pt x="229" y="163"/>
                  </a:lnTo>
                  <a:lnTo>
                    <a:pt x="243" y="130"/>
                  </a:lnTo>
                  <a:lnTo>
                    <a:pt x="257" y="98"/>
                  </a:lnTo>
                  <a:lnTo>
                    <a:pt x="273" y="65"/>
                  </a:lnTo>
                  <a:lnTo>
                    <a:pt x="290" y="34"/>
                  </a:lnTo>
                  <a:lnTo>
                    <a:pt x="290" y="34"/>
                  </a:lnTo>
                  <a:lnTo>
                    <a:pt x="291" y="28"/>
                  </a:lnTo>
                  <a:lnTo>
                    <a:pt x="293" y="25"/>
                  </a:lnTo>
                  <a:lnTo>
                    <a:pt x="293" y="19"/>
                  </a:lnTo>
                  <a:lnTo>
                    <a:pt x="291" y="15"/>
                  </a:lnTo>
                  <a:lnTo>
                    <a:pt x="290" y="11"/>
                  </a:lnTo>
                  <a:lnTo>
                    <a:pt x="288" y="9"/>
                  </a:lnTo>
                  <a:lnTo>
                    <a:pt x="281" y="2"/>
                  </a:lnTo>
                  <a:lnTo>
                    <a:pt x="273" y="0"/>
                  </a:lnTo>
                  <a:lnTo>
                    <a:pt x="269" y="0"/>
                  </a:lnTo>
                  <a:lnTo>
                    <a:pt x="264" y="0"/>
                  </a:lnTo>
                  <a:lnTo>
                    <a:pt x="260" y="1"/>
                  </a:lnTo>
                  <a:lnTo>
                    <a:pt x="256" y="4"/>
                  </a:lnTo>
                  <a:lnTo>
                    <a:pt x="254" y="6"/>
                  </a:lnTo>
                  <a:lnTo>
                    <a:pt x="251" y="10"/>
                  </a:lnTo>
                  <a:lnTo>
                    <a:pt x="251" y="10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06" name="Freeform 518"/>
            <p:cNvSpPr/>
            <p:nvPr>
              <p:custDataLst>
                <p:tags r:id="rId60"/>
              </p:custDataLst>
            </p:nvPr>
          </p:nvSpPr>
          <p:spPr bwMode="auto">
            <a:xfrm>
              <a:off x="3709988" y="1174750"/>
              <a:ext cx="111125" cy="230188"/>
            </a:xfrm>
            <a:custGeom>
              <a:avLst/>
              <a:gdLst/>
              <a:ahLst/>
              <a:cxnLst>
                <a:cxn ang="0">
                  <a:pos x="270" y="543"/>
                </a:cxn>
                <a:cxn ang="0">
                  <a:pos x="262" y="533"/>
                </a:cxn>
                <a:cxn ang="0">
                  <a:pos x="248" y="505"/>
                </a:cxn>
                <a:cxn ang="0">
                  <a:pos x="232" y="456"/>
                </a:cxn>
                <a:cxn ang="0">
                  <a:pos x="221" y="429"/>
                </a:cxn>
                <a:cxn ang="0">
                  <a:pos x="211" y="412"/>
                </a:cxn>
                <a:cxn ang="0">
                  <a:pos x="191" y="359"/>
                </a:cxn>
                <a:cxn ang="0">
                  <a:pos x="170" y="288"/>
                </a:cxn>
                <a:cxn ang="0">
                  <a:pos x="164" y="270"/>
                </a:cxn>
                <a:cxn ang="0">
                  <a:pos x="145" y="222"/>
                </a:cxn>
                <a:cxn ang="0">
                  <a:pos x="125" y="174"/>
                </a:cxn>
                <a:cxn ang="0">
                  <a:pos x="119" y="157"/>
                </a:cxn>
                <a:cxn ang="0">
                  <a:pos x="103" y="120"/>
                </a:cxn>
                <a:cxn ang="0">
                  <a:pos x="81" y="86"/>
                </a:cxn>
                <a:cxn ang="0">
                  <a:pos x="60" y="52"/>
                </a:cxn>
                <a:cxn ang="0">
                  <a:pos x="44" y="17"/>
                </a:cxn>
                <a:cxn ang="0">
                  <a:pos x="43" y="12"/>
                </a:cxn>
                <a:cxn ang="0">
                  <a:pos x="36" y="5"/>
                </a:cxn>
                <a:cxn ang="0">
                  <a:pos x="28" y="1"/>
                </a:cxn>
                <a:cxn ang="0">
                  <a:pos x="17" y="1"/>
                </a:cxn>
                <a:cxn ang="0">
                  <a:pos x="5" y="8"/>
                </a:cxn>
                <a:cxn ang="0">
                  <a:pos x="1" y="14"/>
                </a:cxn>
                <a:cxn ang="0">
                  <a:pos x="0" y="23"/>
                </a:cxn>
                <a:cxn ang="0">
                  <a:pos x="0" y="29"/>
                </a:cxn>
                <a:cxn ang="0">
                  <a:pos x="15" y="64"/>
                </a:cxn>
                <a:cxn ang="0">
                  <a:pos x="36" y="99"/>
                </a:cxn>
                <a:cxn ang="0">
                  <a:pos x="66" y="150"/>
                </a:cxn>
                <a:cxn ang="0">
                  <a:pos x="75" y="168"/>
                </a:cxn>
                <a:cxn ang="0">
                  <a:pos x="119" y="277"/>
                </a:cxn>
                <a:cxn ang="0">
                  <a:pos x="129" y="314"/>
                </a:cxn>
                <a:cxn ang="0">
                  <a:pos x="151" y="384"/>
                </a:cxn>
                <a:cxn ang="0">
                  <a:pos x="181" y="451"/>
                </a:cxn>
                <a:cxn ang="0">
                  <a:pos x="188" y="465"/>
                </a:cxn>
                <a:cxn ang="0">
                  <a:pos x="205" y="516"/>
                </a:cxn>
                <a:cxn ang="0">
                  <a:pos x="219" y="549"/>
                </a:cxn>
                <a:cxn ang="0">
                  <a:pos x="232" y="569"/>
                </a:cxn>
                <a:cxn ang="0">
                  <a:pos x="238" y="575"/>
                </a:cxn>
                <a:cxn ang="0">
                  <a:pos x="247" y="580"/>
                </a:cxn>
                <a:cxn ang="0">
                  <a:pos x="256" y="580"/>
                </a:cxn>
                <a:cxn ang="0">
                  <a:pos x="264" y="579"/>
                </a:cxn>
                <a:cxn ang="0">
                  <a:pos x="276" y="567"/>
                </a:cxn>
                <a:cxn ang="0">
                  <a:pos x="278" y="558"/>
                </a:cxn>
                <a:cxn ang="0">
                  <a:pos x="277" y="550"/>
                </a:cxn>
                <a:cxn ang="0">
                  <a:pos x="270" y="543"/>
                </a:cxn>
              </a:cxnLst>
              <a:rect l="0" t="0" r="r" b="b"/>
              <a:pathLst>
                <a:path w="278" h="580">
                  <a:moveTo>
                    <a:pt x="270" y="543"/>
                  </a:moveTo>
                  <a:lnTo>
                    <a:pt x="270" y="543"/>
                  </a:lnTo>
                  <a:lnTo>
                    <a:pt x="266" y="539"/>
                  </a:lnTo>
                  <a:lnTo>
                    <a:pt x="262" y="533"/>
                  </a:lnTo>
                  <a:lnTo>
                    <a:pt x="255" y="520"/>
                  </a:lnTo>
                  <a:lnTo>
                    <a:pt x="248" y="505"/>
                  </a:lnTo>
                  <a:lnTo>
                    <a:pt x="243" y="489"/>
                  </a:lnTo>
                  <a:lnTo>
                    <a:pt x="232" y="456"/>
                  </a:lnTo>
                  <a:lnTo>
                    <a:pt x="226" y="441"/>
                  </a:lnTo>
                  <a:lnTo>
                    <a:pt x="221" y="429"/>
                  </a:lnTo>
                  <a:lnTo>
                    <a:pt x="221" y="429"/>
                  </a:lnTo>
                  <a:lnTo>
                    <a:pt x="211" y="412"/>
                  </a:lnTo>
                  <a:lnTo>
                    <a:pt x="205" y="395"/>
                  </a:lnTo>
                  <a:lnTo>
                    <a:pt x="191" y="359"/>
                  </a:lnTo>
                  <a:lnTo>
                    <a:pt x="180" y="324"/>
                  </a:lnTo>
                  <a:lnTo>
                    <a:pt x="170" y="288"/>
                  </a:lnTo>
                  <a:lnTo>
                    <a:pt x="170" y="288"/>
                  </a:lnTo>
                  <a:lnTo>
                    <a:pt x="164" y="270"/>
                  </a:lnTo>
                  <a:lnTo>
                    <a:pt x="159" y="253"/>
                  </a:lnTo>
                  <a:lnTo>
                    <a:pt x="145" y="222"/>
                  </a:lnTo>
                  <a:lnTo>
                    <a:pt x="132" y="189"/>
                  </a:lnTo>
                  <a:lnTo>
                    <a:pt x="125" y="174"/>
                  </a:lnTo>
                  <a:lnTo>
                    <a:pt x="119" y="157"/>
                  </a:lnTo>
                  <a:lnTo>
                    <a:pt x="119" y="157"/>
                  </a:lnTo>
                  <a:lnTo>
                    <a:pt x="112" y="138"/>
                  </a:lnTo>
                  <a:lnTo>
                    <a:pt x="103" y="120"/>
                  </a:lnTo>
                  <a:lnTo>
                    <a:pt x="92" y="103"/>
                  </a:lnTo>
                  <a:lnTo>
                    <a:pt x="81" y="86"/>
                  </a:lnTo>
                  <a:lnTo>
                    <a:pt x="70" y="69"/>
                  </a:lnTo>
                  <a:lnTo>
                    <a:pt x="60" y="52"/>
                  </a:lnTo>
                  <a:lnTo>
                    <a:pt x="51" y="34"/>
                  </a:lnTo>
                  <a:lnTo>
                    <a:pt x="44" y="17"/>
                  </a:lnTo>
                  <a:lnTo>
                    <a:pt x="44" y="17"/>
                  </a:lnTo>
                  <a:lnTo>
                    <a:pt x="43" y="12"/>
                  </a:lnTo>
                  <a:lnTo>
                    <a:pt x="40" y="8"/>
                  </a:lnTo>
                  <a:lnTo>
                    <a:pt x="36" y="5"/>
                  </a:lnTo>
                  <a:lnTo>
                    <a:pt x="32" y="2"/>
                  </a:lnTo>
                  <a:lnTo>
                    <a:pt x="28" y="1"/>
                  </a:lnTo>
                  <a:lnTo>
                    <a:pt x="24" y="0"/>
                  </a:lnTo>
                  <a:lnTo>
                    <a:pt x="17" y="1"/>
                  </a:lnTo>
                  <a:lnTo>
                    <a:pt x="9" y="5"/>
                  </a:lnTo>
                  <a:lnTo>
                    <a:pt x="5" y="8"/>
                  </a:lnTo>
                  <a:lnTo>
                    <a:pt x="2" y="10"/>
                  </a:lnTo>
                  <a:lnTo>
                    <a:pt x="1" y="14"/>
                  </a:lnTo>
                  <a:lnTo>
                    <a:pt x="0" y="18"/>
                  </a:lnTo>
                  <a:lnTo>
                    <a:pt x="0" y="23"/>
                  </a:lnTo>
                  <a:lnTo>
                    <a:pt x="0" y="29"/>
                  </a:lnTo>
                  <a:lnTo>
                    <a:pt x="0" y="29"/>
                  </a:lnTo>
                  <a:lnTo>
                    <a:pt x="6" y="47"/>
                  </a:lnTo>
                  <a:lnTo>
                    <a:pt x="15" y="64"/>
                  </a:lnTo>
                  <a:lnTo>
                    <a:pt x="24" y="82"/>
                  </a:lnTo>
                  <a:lnTo>
                    <a:pt x="36" y="99"/>
                  </a:lnTo>
                  <a:lnTo>
                    <a:pt x="57" y="133"/>
                  </a:lnTo>
                  <a:lnTo>
                    <a:pt x="66" y="150"/>
                  </a:lnTo>
                  <a:lnTo>
                    <a:pt x="75" y="168"/>
                  </a:lnTo>
                  <a:lnTo>
                    <a:pt x="75" y="168"/>
                  </a:lnTo>
                  <a:lnTo>
                    <a:pt x="104" y="240"/>
                  </a:lnTo>
                  <a:lnTo>
                    <a:pt x="119" y="277"/>
                  </a:lnTo>
                  <a:lnTo>
                    <a:pt x="129" y="314"/>
                  </a:lnTo>
                  <a:lnTo>
                    <a:pt x="129" y="314"/>
                  </a:lnTo>
                  <a:lnTo>
                    <a:pt x="140" y="349"/>
                  </a:lnTo>
                  <a:lnTo>
                    <a:pt x="151" y="384"/>
                  </a:lnTo>
                  <a:lnTo>
                    <a:pt x="164" y="418"/>
                  </a:lnTo>
                  <a:lnTo>
                    <a:pt x="181" y="451"/>
                  </a:lnTo>
                  <a:lnTo>
                    <a:pt x="181" y="451"/>
                  </a:lnTo>
                  <a:lnTo>
                    <a:pt x="188" y="465"/>
                  </a:lnTo>
                  <a:lnTo>
                    <a:pt x="194" y="482"/>
                  </a:lnTo>
                  <a:lnTo>
                    <a:pt x="205" y="516"/>
                  </a:lnTo>
                  <a:lnTo>
                    <a:pt x="211" y="533"/>
                  </a:lnTo>
                  <a:lnTo>
                    <a:pt x="219" y="549"/>
                  </a:lnTo>
                  <a:lnTo>
                    <a:pt x="227" y="563"/>
                  </a:lnTo>
                  <a:lnTo>
                    <a:pt x="232" y="569"/>
                  </a:lnTo>
                  <a:lnTo>
                    <a:pt x="238" y="575"/>
                  </a:lnTo>
                  <a:lnTo>
                    <a:pt x="238" y="575"/>
                  </a:lnTo>
                  <a:lnTo>
                    <a:pt x="243" y="578"/>
                  </a:lnTo>
                  <a:lnTo>
                    <a:pt x="247" y="580"/>
                  </a:lnTo>
                  <a:lnTo>
                    <a:pt x="251" y="580"/>
                  </a:lnTo>
                  <a:lnTo>
                    <a:pt x="256" y="580"/>
                  </a:lnTo>
                  <a:lnTo>
                    <a:pt x="260" y="580"/>
                  </a:lnTo>
                  <a:lnTo>
                    <a:pt x="264" y="579"/>
                  </a:lnTo>
                  <a:lnTo>
                    <a:pt x="270" y="574"/>
                  </a:lnTo>
                  <a:lnTo>
                    <a:pt x="276" y="567"/>
                  </a:lnTo>
                  <a:lnTo>
                    <a:pt x="277" y="563"/>
                  </a:lnTo>
                  <a:lnTo>
                    <a:pt x="278" y="558"/>
                  </a:lnTo>
                  <a:lnTo>
                    <a:pt x="277" y="554"/>
                  </a:lnTo>
                  <a:lnTo>
                    <a:pt x="277" y="550"/>
                  </a:lnTo>
                  <a:lnTo>
                    <a:pt x="274" y="546"/>
                  </a:lnTo>
                  <a:lnTo>
                    <a:pt x="270" y="543"/>
                  </a:lnTo>
                  <a:lnTo>
                    <a:pt x="270" y="543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07" name="Freeform 519"/>
            <p:cNvSpPr/>
            <p:nvPr>
              <p:custDataLst>
                <p:tags r:id="rId61"/>
              </p:custDataLst>
            </p:nvPr>
          </p:nvSpPr>
          <p:spPr bwMode="auto">
            <a:xfrm>
              <a:off x="3429001" y="984250"/>
              <a:ext cx="101600" cy="120650"/>
            </a:xfrm>
            <a:custGeom>
              <a:avLst/>
              <a:gdLst/>
              <a:ahLst/>
              <a:cxnLst>
                <a:cxn ang="0">
                  <a:pos x="248" y="90"/>
                </a:cxn>
                <a:cxn ang="0">
                  <a:pos x="241" y="68"/>
                </a:cxn>
                <a:cxn ang="0">
                  <a:pos x="232" y="48"/>
                </a:cxn>
                <a:cxn ang="0">
                  <a:pos x="219" y="33"/>
                </a:cxn>
                <a:cxn ang="0">
                  <a:pos x="204" y="19"/>
                </a:cxn>
                <a:cxn ang="0">
                  <a:pos x="186" y="10"/>
                </a:cxn>
                <a:cxn ang="0">
                  <a:pos x="166" y="4"/>
                </a:cxn>
                <a:cxn ang="0">
                  <a:pos x="122" y="0"/>
                </a:cxn>
                <a:cxn ang="0">
                  <a:pos x="102" y="0"/>
                </a:cxn>
                <a:cxn ang="0">
                  <a:pos x="75" y="4"/>
                </a:cxn>
                <a:cxn ang="0">
                  <a:pos x="57" y="10"/>
                </a:cxn>
                <a:cxn ang="0">
                  <a:pos x="47" y="14"/>
                </a:cxn>
                <a:cxn ang="0">
                  <a:pos x="33" y="26"/>
                </a:cxn>
                <a:cxn ang="0">
                  <a:pos x="24" y="39"/>
                </a:cxn>
                <a:cxn ang="0">
                  <a:pos x="8" y="70"/>
                </a:cxn>
                <a:cxn ang="0">
                  <a:pos x="4" y="78"/>
                </a:cxn>
                <a:cxn ang="0">
                  <a:pos x="2" y="97"/>
                </a:cxn>
                <a:cxn ang="0">
                  <a:pos x="3" y="144"/>
                </a:cxn>
                <a:cxn ang="0">
                  <a:pos x="3" y="281"/>
                </a:cxn>
                <a:cxn ang="0">
                  <a:pos x="4" y="291"/>
                </a:cxn>
                <a:cxn ang="0">
                  <a:pos x="9" y="298"/>
                </a:cxn>
                <a:cxn ang="0">
                  <a:pos x="17" y="302"/>
                </a:cxn>
                <a:cxn ang="0">
                  <a:pos x="33" y="302"/>
                </a:cxn>
                <a:cxn ang="0">
                  <a:pos x="41" y="298"/>
                </a:cxn>
                <a:cxn ang="0">
                  <a:pos x="46" y="291"/>
                </a:cxn>
                <a:cxn ang="0">
                  <a:pos x="47" y="281"/>
                </a:cxn>
                <a:cxn ang="0">
                  <a:pos x="47" y="144"/>
                </a:cxn>
                <a:cxn ang="0">
                  <a:pos x="49" y="98"/>
                </a:cxn>
                <a:cxn ang="0">
                  <a:pos x="53" y="84"/>
                </a:cxn>
                <a:cxn ang="0">
                  <a:pos x="59" y="72"/>
                </a:cxn>
                <a:cxn ang="0">
                  <a:pos x="74" y="56"/>
                </a:cxn>
                <a:cxn ang="0">
                  <a:pos x="89" y="48"/>
                </a:cxn>
                <a:cxn ang="0">
                  <a:pos x="109" y="46"/>
                </a:cxn>
                <a:cxn ang="0">
                  <a:pos x="122" y="46"/>
                </a:cxn>
                <a:cxn ang="0">
                  <a:pos x="145" y="47"/>
                </a:cxn>
                <a:cxn ang="0">
                  <a:pos x="165" y="52"/>
                </a:cxn>
                <a:cxn ang="0">
                  <a:pos x="179" y="61"/>
                </a:cxn>
                <a:cxn ang="0">
                  <a:pos x="190" y="73"/>
                </a:cxn>
                <a:cxn ang="0">
                  <a:pos x="196" y="89"/>
                </a:cxn>
                <a:cxn ang="0">
                  <a:pos x="203" y="127"/>
                </a:cxn>
                <a:cxn ang="0">
                  <a:pos x="204" y="149"/>
                </a:cxn>
                <a:cxn ang="0">
                  <a:pos x="208" y="210"/>
                </a:cxn>
                <a:cxn ang="0">
                  <a:pos x="212" y="274"/>
                </a:cxn>
                <a:cxn ang="0">
                  <a:pos x="212" y="280"/>
                </a:cxn>
                <a:cxn ang="0">
                  <a:pos x="216" y="288"/>
                </a:cxn>
                <a:cxn ang="0">
                  <a:pos x="223" y="293"/>
                </a:cxn>
                <a:cxn ang="0">
                  <a:pos x="234" y="295"/>
                </a:cxn>
                <a:cxn ang="0">
                  <a:pos x="246" y="293"/>
                </a:cxn>
                <a:cxn ang="0">
                  <a:pos x="253" y="288"/>
                </a:cxn>
                <a:cxn ang="0">
                  <a:pos x="257" y="280"/>
                </a:cxn>
                <a:cxn ang="0">
                  <a:pos x="258" y="274"/>
                </a:cxn>
                <a:cxn ang="0">
                  <a:pos x="257" y="182"/>
                </a:cxn>
                <a:cxn ang="0">
                  <a:pos x="251" y="112"/>
                </a:cxn>
                <a:cxn ang="0">
                  <a:pos x="248" y="90"/>
                </a:cxn>
              </a:cxnLst>
              <a:rect l="0" t="0" r="r" b="b"/>
              <a:pathLst>
                <a:path w="258" h="303">
                  <a:moveTo>
                    <a:pt x="248" y="90"/>
                  </a:moveTo>
                  <a:lnTo>
                    <a:pt x="248" y="90"/>
                  </a:lnTo>
                  <a:lnTo>
                    <a:pt x="245" y="78"/>
                  </a:lnTo>
                  <a:lnTo>
                    <a:pt x="241" y="68"/>
                  </a:lnTo>
                  <a:lnTo>
                    <a:pt x="237" y="57"/>
                  </a:lnTo>
                  <a:lnTo>
                    <a:pt x="232" y="48"/>
                  </a:lnTo>
                  <a:lnTo>
                    <a:pt x="225" y="40"/>
                  </a:lnTo>
                  <a:lnTo>
                    <a:pt x="219" y="33"/>
                  </a:lnTo>
                  <a:lnTo>
                    <a:pt x="212" y="26"/>
                  </a:lnTo>
                  <a:lnTo>
                    <a:pt x="204" y="19"/>
                  </a:lnTo>
                  <a:lnTo>
                    <a:pt x="195" y="16"/>
                  </a:lnTo>
                  <a:lnTo>
                    <a:pt x="186" y="10"/>
                  </a:lnTo>
                  <a:lnTo>
                    <a:pt x="177" y="8"/>
                  </a:lnTo>
                  <a:lnTo>
                    <a:pt x="166" y="4"/>
                  </a:lnTo>
                  <a:lnTo>
                    <a:pt x="144" y="1"/>
                  </a:lnTo>
                  <a:lnTo>
                    <a:pt x="122" y="0"/>
                  </a:lnTo>
                  <a:lnTo>
                    <a:pt x="122" y="0"/>
                  </a:lnTo>
                  <a:lnTo>
                    <a:pt x="102" y="0"/>
                  </a:lnTo>
                  <a:lnTo>
                    <a:pt x="84" y="1"/>
                  </a:lnTo>
                  <a:lnTo>
                    <a:pt x="75" y="4"/>
                  </a:lnTo>
                  <a:lnTo>
                    <a:pt x="66" y="6"/>
                  </a:lnTo>
                  <a:lnTo>
                    <a:pt x="57" y="10"/>
                  </a:lnTo>
                  <a:lnTo>
                    <a:pt x="47" y="14"/>
                  </a:lnTo>
                  <a:lnTo>
                    <a:pt x="47" y="14"/>
                  </a:lnTo>
                  <a:lnTo>
                    <a:pt x="40" y="21"/>
                  </a:lnTo>
                  <a:lnTo>
                    <a:pt x="33" y="26"/>
                  </a:lnTo>
                  <a:lnTo>
                    <a:pt x="28" y="33"/>
                  </a:lnTo>
                  <a:lnTo>
                    <a:pt x="24" y="39"/>
                  </a:lnTo>
                  <a:lnTo>
                    <a:pt x="16" y="53"/>
                  </a:lnTo>
                  <a:lnTo>
                    <a:pt x="8" y="70"/>
                  </a:lnTo>
                  <a:lnTo>
                    <a:pt x="8" y="70"/>
                  </a:lnTo>
                  <a:lnTo>
                    <a:pt x="4" y="78"/>
                  </a:lnTo>
                  <a:lnTo>
                    <a:pt x="3" y="87"/>
                  </a:lnTo>
                  <a:lnTo>
                    <a:pt x="2" y="97"/>
                  </a:lnTo>
                  <a:lnTo>
                    <a:pt x="0" y="106"/>
                  </a:lnTo>
                  <a:lnTo>
                    <a:pt x="3" y="144"/>
                  </a:lnTo>
                  <a:lnTo>
                    <a:pt x="3" y="281"/>
                  </a:lnTo>
                  <a:lnTo>
                    <a:pt x="3" y="281"/>
                  </a:lnTo>
                  <a:lnTo>
                    <a:pt x="3" y="286"/>
                  </a:lnTo>
                  <a:lnTo>
                    <a:pt x="4" y="291"/>
                  </a:lnTo>
                  <a:lnTo>
                    <a:pt x="7" y="295"/>
                  </a:lnTo>
                  <a:lnTo>
                    <a:pt x="9" y="298"/>
                  </a:lnTo>
                  <a:lnTo>
                    <a:pt x="13" y="301"/>
                  </a:lnTo>
                  <a:lnTo>
                    <a:pt x="17" y="302"/>
                  </a:lnTo>
                  <a:lnTo>
                    <a:pt x="25" y="303"/>
                  </a:lnTo>
                  <a:lnTo>
                    <a:pt x="33" y="302"/>
                  </a:lnTo>
                  <a:lnTo>
                    <a:pt x="37" y="301"/>
                  </a:lnTo>
                  <a:lnTo>
                    <a:pt x="41" y="298"/>
                  </a:lnTo>
                  <a:lnTo>
                    <a:pt x="43" y="295"/>
                  </a:lnTo>
                  <a:lnTo>
                    <a:pt x="46" y="291"/>
                  </a:lnTo>
                  <a:lnTo>
                    <a:pt x="47" y="286"/>
                  </a:lnTo>
                  <a:lnTo>
                    <a:pt x="47" y="281"/>
                  </a:lnTo>
                  <a:lnTo>
                    <a:pt x="47" y="144"/>
                  </a:lnTo>
                  <a:lnTo>
                    <a:pt x="47" y="144"/>
                  </a:lnTo>
                  <a:lnTo>
                    <a:pt x="47" y="114"/>
                  </a:lnTo>
                  <a:lnTo>
                    <a:pt x="49" y="98"/>
                  </a:lnTo>
                  <a:lnTo>
                    <a:pt x="50" y="90"/>
                  </a:lnTo>
                  <a:lnTo>
                    <a:pt x="53" y="84"/>
                  </a:lnTo>
                  <a:lnTo>
                    <a:pt x="53" y="84"/>
                  </a:lnTo>
                  <a:lnTo>
                    <a:pt x="59" y="72"/>
                  </a:lnTo>
                  <a:lnTo>
                    <a:pt x="66" y="63"/>
                  </a:lnTo>
                  <a:lnTo>
                    <a:pt x="74" y="56"/>
                  </a:lnTo>
                  <a:lnTo>
                    <a:pt x="80" y="52"/>
                  </a:lnTo>
                  <a:lnTo>
                    <a:pt x="89" y="48"/>
                  </a:lnTo>
                  <a:lnTo>
                    <a:pt x="98" y="47"/>
                  </a:lnTo>
                  <a:lnTo>
                    <a:pt x="109" y="46"/>
                  </a:lnTo>
                  <a:lnTo>
                    <a:pt x="122" y="46"/>
                  </a:lnTo>
                  <a:lnTo>
                    <a:pt x="122" y="46"/>
                  </a:lnTo>
                  <a:lnTo>
                    <a:pt x="135" y="46"/>
                  </a:lnTo>
                  <a:lnTo>
                    <a:pt x="145" y="47"/>
                  </a:lnTo>
                  <a:lnTo>
                    <a:pt x="156" y="50"/>
                  </a:lnTo>
                  <a:lnTo>
                    <a:pt x="165" y="52"/>
                  </a:lnTo>
                  <a:lnTo>
                    <a:pt x="173" y="56"/>
                  </a:lnTo>
                  <a:lnTo>
                    <a:pt x="179" y="61"/>
                  </a:lnTo>
                  <a:lnTo>
                    <a:pt x="185" y="67"/>
                  </a:lnTo>
                  <a:lnTo>
                    <a:pt x="190" y="73"/>
                  </a:lnTo>
                  <a:lnTo>
                    <a:pt x="194" y="81"/>
                  </a:lnTo>
                  <a:lnTo>
                    <a:pt x="196" y="89"/>
                  </a:lnTo>
                  <a:lnTo>
                    <a:pt x="202" y="106"/>
                  </a:lnTo>
                  <a:lnTo>
                    <a:pt x="203" y="127"/>
                  </a:lnTo>
                  <a:lnTo>
                    <a:pt x="204" y="149"/>
                  </a:lnTo>
                  <a:lnTo>
                    <a:pt x="204" y="149"/>
                  </a:lnTo>
                  <a:lnTo>
                    <a:pt x="206" y="179"/>
                  </a:lnTo>
                  <a:lnTo>
                    <a:pt x="208" y="210"/>
                  </a:lnTo>
                  <a:lnTo>
                    <a:pt x="211" y="242"/>
                  </a:lnTo>
                  <a:lnTo>
                    <a:pt x="212" y="274"/>
                  </a:lnTo>
                  <a:lnTo>
                    <a:pt x="212" y="274"/>
                  </a:lnTo>
                  <a:lnTo>
                    <a:pt x="212" y="280"/>
                  </a:lnTo>
                  <a:lnTo>
                    <a:pt x="214" y="284"/>
                  </a:lnTo>
                  <a:lnTo>
                    <a:pt x="216" y="288"/>
                  </a:lnTo>
                  <a:lnTo>
                    <a:pt x="219" y="290"/>
                  </a:lnTo>
                  <a:lnTo>
                    <a:pt x="223" y="293"/>
                  </a:lnTo>
                  <a:lnTo>
                    <a:pt x="227" y="294"/>
                  </a:lnTo>
                  <a:lnTo>
                    <a:pt x="234" y="295"/>
                  </a:lnTo>
                  <a:lnTo>
                    <a:pt x="242" y="294"/>
                  </a:lnTo>
                  <a:lnTo>
                    <a:pt x="246" y="293"/>
                  </a:lnTo>
                  <a:lnTo>
                    <a:pt x="250" y="290"/>
                  </a:lnTo>
                  <a:lnTo>
                    <a:pt x="253" y="288"/>
                  </a:lnTo>
                  <a:lnTo>
                    <a:pt x="255" y="284"/>
                  </a:lnTo>
                  <a:lnTo>
                    <a:pt x="257" y="280"/>
                  </a:lnTo>
                  <a:lnTo>
                    <a:pt x="258" y="274"/>
                  </a:lnTo>
                  <a:lnTo>
                    <a:pt x="258" y="274"/>
                  </a:lnTo>
                  <a:lnTo>
                    <a:pt x="257" y="229"/>
                  </a:lnTo>
                  <a:lnTo>
                    <a:pt x="257" y="182"/>
                  </a:lnTo>
                  <a:lnTo>
                    <a:pt x="253" y="136"/>
                  </a:lnTo>
                  <a:lnTo>
                    <a:pt x="251" y="112"/>
                  </a:lnTo>
                  <a:lnTo>
                    <a:pt x="248" y="90"/>
                  </a:lnTo>
                  <a:lnTo>
                    <a:pt x="248" y="90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08" name="Freeform 520"/>
            <p:cNvSpPr/>
            <p:nvPr>
              <p:custDataLst>
                <p:tags r:id="rId62"/>
              </p:custDataLst>
            </p:nvPr>
          </p:nvSpPr>
          <p:spPr bwMode="auto">
            <a:xfrm>
              <a:off x="3425826" y="1157288"/>
              <a:ext cx="25400" cy="434975"/>
            </a:xfrm>
            <a:custGeom>
              <a:avLst/>
              <a:gdLst/>
              <a:ahLst/>
              <a:cxnLst>
                <a:cxn ang="0">
                  <a:pos x="56" y="777"/>
                </a:cxn>
                <a:cxn ang="0">
                  <a:pos x="59" y="715"/>
                </a:cxn>
                <a:cxn ang="0">
                  <a:pos x="63" y="624"/>
                </a:cxn>
                <a:cxn ang="0">
                  <a:pos x="63" y="562"/>
                </a:cxn>
                <a:cxn ang="0">
                  <a:pos x="60" y="532"/>
                </a:cxn>
                <a:cxn ang="0">
                  <a:pos x="58" y="466"/>
                </a:cxn>
                <a:cxn ang="0">
                  <a:pos x="59" y="267"/>
                </a:cxn>
                <a:cxn ang="0">
                  <a:pos x="58" y="237"/>
                </a:cxn>
                <a:cxn ang="0">
                  <a:pos x="52" y="145"/>
                </a:cxn>
                <a:cxn ang="0">
                  <a:pos x="46" y="54"/>
                </a:cxn>
                <a:cxn ang="0">
                  <a:pos x="46" y="22"/>
                </a:cxn>
                <a:cxn ang="0">
                  <a:pos x="43" y="13"/>
                </a:cxn>
                <a:cxn ang="0">
                  <a:pos x="38" y="7"/>
                </a:cxn>
                <a:cxn ang="0">
                  <a:pos x="31" y="1"/>
                </a:cxn>
                <a:cxn ang="0">
                  <a:pos x="14" y="1"/>
                </a:cxn>
                <a:cxn ang="0">
                  <a:pos x="7" y="7"/>
                </a:cxn>
                <a:cxn ang="0">
                  <a:pos x="1" y="13"/>
                </a:cxn>
                <a:cxn ang="0">
                  <a:pos x="0" y="22"/>
                </a:cxn>
                <a:cxn ang="0">
                  <a:pos x="0" y="54"/>
                </a:cxn>
                <a:cxn ang="0">
                  <a:pos x="5" y="145"/>
                </a:cxn>
                <a:cxn ang="0">
                  <a:pos x="13" y="267"/>
                </a:cxn>
                <a:cxn ang="0">
                  <a:pos x="13" y="334"/>
                </a:cxn>
                <a:cxn ang="0">
                  <a:pos x="12" y="466"/>
                </a:cxn>
                <a:cxn ang="0">
                  <a:pos x="14" y="532"/>
                </a:cxn>
                <a:cxn ang="0">
                  <a:pos x="17" y="562"/>
                </a:cxn>
                <a:cxn ang="0">
                  <a:pos x="16" y="655"/>
                </a:cxn>
                <a:cxn ang="0">
                  <a:pos x="12" y="747"/>
                </a:cxn>
                <a:cxn ang="0">
                  <a:pos x="11" y="777"/>
                </a:cxn>
                <a:cxn ang="0">
                  <a:pos x="16" y="872"/>
                </a:cxn>
                <a:cxn ang="0">
                  <a:pos x="18" y="949"/>
                </a:cxn>
                <a:cxn ang="0">
                  <a:pos x="17" y="966"/>
                </a:cxn>
                <a:cxn ang="0">
                  <a:pos x="14" y="1021"/>
                </a:cxn>
                <a:cxn ang="0">
                  <a:pos x="14" y="1076"/>
                </a:cxn>
                <a:cxn ang="0">
                  <a:pos x="17" y="1087"/>
                </a:cxn>
                <a:cxn ang="0">
                  <a:pos x="22" y="1093"/>
                </a:cxn>
                <a:cxn ang="0">
                  <a:pos x="29" y="1097"/>
                </a:cxn>
                <a:cxn ang="0">
                  <a:pos x="46" y="1097"/>
                </a:cxn>
                <a:cxn ang="0">
                  <a:pos x="54" y="1093"/>
                </a:cxn>
                <a:cxn ang="0">
                  <a:pos x="59" y="1087"/>
                </a:cxn>
                <a:cxn ang="0">
                  <a:pos x="60" y="1076"/>
                </a:cxn>
                <a:cxn ang="0">
                  <a:pos x="62" y="1048"/>
                </a:cxn>
                <a:cxn ang="0">
                  <a:pos x="64" y="987"/>
                </a:cxn>
                <a:cxn ang="0">
                  <a:pos x="64" y="959"/>
                </a:cxn>
                <a:cxn ang="0">
                  <a:pos x="60" y="867"/>
                </a:cxn>
                <a:cxn ang="0">
                  <a:pos x="56" y="777"/>
                </a:cxn>
              </a:cxnLst>
              <a:rect l="0" t="0" r="r" b="b"/>
              <a:pathLst>
                <a:path w="64" h="1099">
                  <a:moveTo>
                    <a:pt x="56" y="777"/>
                  </a:moveTo>
                  <a:lnTo>
                    <a:pt x="56" y="777"/>
                  </a:lnTo>
                  <a:lnTo>
                    <a:pt x="58" y="747"/>
                  </a:lnTo>
                  <a:lnTo>
                    <a:pt x="59" y="715"/>
                  </a:lnTo>
                  <a:lnTo>
                    <a:pt x="62" y="655"/>
                  </a:lnTo>
                  <a:lnTo>
                    <a:pt x="63" y="624"/>
                  </a:lnTo>
                  <a:lnTo>
                    <a:pt x="63" y="594"/>
                  </a:lnTo>
                  <a:lnTo>
                    <a:pt x="63" y="562"/>
                  </a:lnTo>
                  <a:lnTo>
                    <a:pt x="60" y="532"/>
                  </a:lnTo>
                  <a:lnTo>
                    <a:pt x="60" y="532"/>
                  </a:lnTo>
                  <a:lnTo>
                    <a:pt x="59" y="498"/>
                  </a:lnTo>
                  <a:lnTo>
                    <a:pt x="58" y="466"/>
                  </a:lnTo>
                  <a:lnTo>
                    <a:pt x="56" y="399"/>
                  </a:lnTo>
                  <a:lnTo>
                    <a:pt x="59" y="267"/>
                  </a:lnTo>
                  <a:lnTo>
                    <a:pt x="59" y="267"/>
                  </a:lnTo>
                  <a:lnTo>
                    <a:pt x="58" y="237"/>
                  </a:lnTo>
                  <a:lnTo>
                    <a:pt x="56" y="205"/>
                  </a:lnTo>
                  <a:lnTo>
                    <a:pt x="52" y="145"/>
                  </a:lnTo>
                  <a:lnTo>
                    <a:pt x="47" y="84"/>
                  </a:lnTo>
                  <a:lnTo>
                    <a:pt x="46" y="54"/>
                  </a:lnTo>
                  <a:lnTo>
                    <a:pt x="46" y="22"/>
                  </a:lnTo>
                  <a:lnTo>
                    <a:pt x="46" y="22"/>
                  </a:lnTo>
                  <a:lnTo>
                    <a:pt x="45" y="17"/>
                  </a:lnTo>
                  <a:lnTo>
                    <a:pt x="43" y="13"/>
                  </a:lnTo>
                  <a:lnTo>
                    <a:pt x="41" y="9"/>
                  </a:lnTo>
                  <a:lnTo>
                    <a:pt x="38" y="7"/>
                  </a:lnTo>
                  <a:lnTo>
                    <a:pt x="35" y="4"/>
                  </a:lnTo>
                  <a:lnTo>
                    <a:pt x="31" y="1"/>
                  </a:lnTo>
                  <a:lnTo>
                    <a:pt x="22" y="0"/>
                  </a:lnTo>
                  <a:lnTo>
                    <a:pt x="14" y="1"/>
                  </a:lnTo>
                  <a:lnTo>
                    <a:pt x="11" y="4"/>
                  </a:lnTo>
                  <a:lnTo>
                    <a:pt x="7" y="7"/>
                  </a:lnTo>
                  <a:lnTo>
                    <a:pt x="4" y="9"/>
                  </a:lnTo>
                  <a:lnTo>
                    <a:pt x="1" y="13"/>
                  </a:lnTo>
                  <a:lnTo>
                    <a:pt x="0" y="17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0" y="54"/>
                  </a:lnTo>
                  <a:lnTo>
                    <a:pt x="1" y="84"/>
                  </a:lnTo>
                  <a:lnTo>
                    <a:pt x="5" y="145"/>
                  </a:lnTo>
                  <a:lnTo>
                    <a:pt x="11" y="205"/>
                  </a:lnTo>
                  <a:lnTo>
                    <a:pt x="13" y="267"/>
                  </a:lnTo>
                  <a:lnTo>
                    <a:pt x="13" y="267"/>
                  </a:lnTo>
                  <a:lnTo>
                    <a:pt x="13" y="334"/>
                  </a:lnTo>
                  <a:lnTo>
                    <a:pt x="12" y="399"/>
                  </a:lnTo>
                  <a:lnTo>
                    <a:pt x="12" y="466"/>
                  </a:lnTo>
                  <a:lnTo>
                    <a:pt x="13" y="498"/>
                  </a:lnTo>
                  <a:lnTo>
                    <a:pt x="14" y="532"/>
                  </a:lnTo>
                  <a:lnTo>
                    <a:pt x="14" y="532"/>
                  </a:lnTo>
                  <a:lnTo>
                    <a:pt x="17" y="562"/>
                  </a:lnTo>
                  <a:lnTo>
                    <a:pt x="17" y="594"/>
                  </a:lnTo>
                  <a:lnTo>
                    <a:pt x="16" y="655"/>
                  </a:lnTo>
                  <a:lnTo>
                    <a:pt x="13" y="715"/>
                  </a:lnTo>
                  <a:lnTo>
                    <a:pt x="12" y="747"/>
                  </a:lnTo>
                  <a:lnTo>
                    <a:pt x="11" y="777"/>
                  </a:lnTo>
                  <a:lnTo>
                    <a:pt x="11" y="777"/>
                  </a:lnTo>
                  <a:lnTo>
                    <a:pt x="13" y="816"/>
                  </a:lnTo>
                  <a:lnTo>
                    <a:pt x="16" y="872"/>
                  </a:lnTo>
                  <a:lnTo>
                    <a:pt x="18" y="927"/>
                  </a:lnTo>
                  <a:lnTo>
                    <a:pt x="18" y="949"/>
                  </a:lnTo>
                  <a:lnTo>
                    <a:pt x="17" y="966"/>
                  </a:lnTo>
                  <a:lnTo>
                    <a:pt x="17" y="966"/>
                  </a:lnTo>
                  <a:lnTo>
                    <a:pt x="16" y="994"/>
                  </a:lnTo>
                  <a:lnTo>
                    <a:pt x="14" y="1021"/>
                  </a:lnTo>
                  <a:lnTo>
                    <a:pt x="14" y="1076"/>
                  </a:lnTo>
                  <a:lnTo>
                    <a:pt x="14" y="1076"/>
                  </a:lnTo>
                  <a:lnTo>
                    <a:pt x="16" y="1082"/>
                  </a:lnTo>
                  <a:lnTo>
                    <a:pt x="17" y="1087"/>
                  </a:lnTo>
                  <a:lnTo>
                    <a:pt x="20" y="1091"/>
                  </a:lnTo>
                  <a:lnTo>
                    <a:pt x="22" y="1093"/>
                  </a:lnTo>
                  <a:lnTo>
                    <a:pt x="25" y="1096"/>
                  </a:lnTo>
                  <a:lnTo>
                    <a:pt x="29" y="1097"/>
                  </a:lnTo>
                  <a:lnTo>
                    <a:pt x="38" y="1099"/>
                  </a:lnTo>
                  <a:lnTo>
                    <a:pt x="46" y="1097"/>
                  </a:lnTo>
                  <a:lnTo>
                    <a:pt x="50" y="1096"/>
                  </a:lnTo>
                  <a:lnTo>
                    <a:pt x="54" y="1093"/>
                  </a:lnTo>
                  <a:lnTo>
                    <a:pt x="56" y="1091"/>
                  </a:lnTo>
                  <a:lnTo>
                    <a:pt x="59" y="1087"/>
                  </a:lnTo>
                  <a:lnTo>
                    <a:pt x="60" y="1082"/>
                  </a:lnTo>
                  <a:lnTo>
                    <a:pt x="60" y="1076"/>
                  </a:lnTo>
                  <a:lnTo>
                    <a:pt x="60" y="1076"/>
                  </a:lnTo>
                  <a:lnTo>
                    <a:pt x="62" y="1048"/>
                  </a:lnTo>
                  <a:lnTo>
                    <a:pt x="63" y="1017"/>
                  </a:lnTo>
                  <a:lnTo>
                    <a:pt x="64" y="987"/>
                  </a:lnTo>
                  <a:lnTo>
                    <a:pt x="64" y="959"/>
                  </a:lnTo>
                  <a:lnTo>
                    <a:pt x="64" y="959"/>
                  </a:lnTo>
                  <a:lnTo>
                    <a:pt x="63" y="921"/>
                  </a:lnTo>
                  <a:lnTo>
                    <a:pt x="60" y="867"/>
                  </a:lnTo>
                  <a:lnTo>
                    <a:pt x="58" y="815"/>
                  </a:lnTo>
                  <a:lnTo>
                    <a:pt x="56" y="777"/>
                  </a:lnTo>
                  <a:lnTo>
                    <a:pt x="56" y="777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09" name="Freeform 521"/>
            <p:cNvSpPr/>
            <p:nvPr>
              <p:custDataLst>
                <p:tags r:id="rId63"/>
              </p:custDataLst>
            </p:nvPr>
          </p:nvSpPr>
          <p:spPr bwMode="auto">
            <a:xfrm>
              <a:off x="3509963" y="1157288"/>
              <a:ext cx="25400" cy="434975"/>
            </a:xfrm>
            <a:custGeom>
              <a:avLst/>
              <a:gdLst/>
              <a:ahLst/>
              <a:cxnLst>
                <a:cxn ang="0">
                  <a:pos x="8" y="777"/>
                </a:cxn>
                <a:cxn ang="0">
                  <a:pos x="6" y="715"/>
                </a:cxn>
                <a:cxn ang="0">
                  <a:pos x="2" y="624"/>
                </a:cxn>
                <a:cxn ang="0">
                  <a:pos x="2" y="562"/>
                </a:cxn>
                <a:cxn ang="0">
                  <a:pos x="4" y="532"/>
                </a:cxn>
                <a:cxn ang="0">
                  <a:pos x="8" y="466"/>
                </a:cxn>
                <a:cxn ang="0">
                  <a:pos x="6" y="267"/>
                </a:cxn>
                <a:cxn ang="0">
                  <a:pos x="7" y="237"/>
                </a:cxn>
                <a:cxn ang="0">
                  <a:pos x="12" y="145"/>
                </a:cxn>
                <a:cxn ang="0">
                  <a:pos x="19" y="54"/>
                </a:cxn>
                <a:cxn ang="0">
                  <a:pos x="19" y="22"/>
                </a:cxn>
                <a:cxn ang="0">
                  <a:pos x="21" y="13"/>
                </a:cxn>
                <a:cxn ang="0">
                  <a:pos x="27" y="7"/>
                </a:cxn>
                <a:cxn ang="0">
                  <a:pos x="33" y="1"/>
                </a:cxn>
                <a:cxn ang="0">
                  <a:pos x="50" y="1"/>
                </a:cxn>
                <a:cxn ang="0">
                  <a:pos x="58" y="7"/>
                </a:cxn>
                <a:cxn ang="0">
                  <a:pos x="63" y="13"/>
                </a:cxn>
                <a:cxn ang="0">
                  <a:pos x="64" y="22"/>
                </a:cxn>
                <a:cxn ang="0">
                  <a:pos x="64" y="54"/>
                </a:cxn>
                <a:cxn ang="0">
                  <a:pos x="59" y="145"/>
                </a:cxn>
                <a:cxn ang="0">
                  <a:pos x="51" y="267"/>
                </a:cxn>
                <a:cxn ang="0">
                  <a:pos x="51" y="334"/>
                </a:cxn>
                <a:cxn ang="0">
                  <a:pos x="53" y="466"/>
                </a:cxn>
                <a:cxn ang="0">
                  <a:pos x="50" y="532"/>
                </a:cxn>
                <a:cxn ang="0">
                  <a:pos x="47" y="562"/>
                </a:cxn>
                <a:cxn ang="0">
                  <a:pos x="49" y="655"/>
                </a:cxn>
                <a:cxn ang="0">
                  <a:pos x="53" y="747"/>
                </a:cxn>
                <a:cxn ang="0">
                  <a:pos x="54" y="777"/>
                </a:cxn>
                <a:cxn ang="0">
                  <a:pos x="49" y="872"/>
                </a:cxn>
                <a:cxn ang="0">
                  <a:pos x="46" y="949"/>
                </a:cxn>
                <a:cxn ang="0">
                  <a:pos x="47" y="966"/>
                </a:cxn>
                <a:cxn ang="0">
                  <a:pos x="50" y="1021"/>
                </a:cxn>
                <a:cxn ang="0">
                  <a:pos x="50" y="1076"/>
                </a:cxn>
                <a:cxn ang="0">
                  <a:pos x="47" y="1087"/>
                </a:cxn>
                <a:cxn ang="0">
                  <a:pos x="42" y="1093"/>
                </a:cxn>
                <a:cxn ang="0">
                  <a:pos x="36" y="1097"/>
                </a:cxn>
                <a:cxn ang="0">
                  <a:pos x="19" y="1097"/>
                </a:cxn>
                <a:cxn ang="0">
                  <a:pos x="11" y="1093"/>
                </a:cxn>
                <a:cxn ang="0">
                  <a:pos x="6" y="1087"/>
                </a:cxn>
                <a:cxn ang="0">
                  <a:pos x="4" y="1076"/>
                </a:cxn>
                <a:cxn ang="0">
                  <a:pos x="3" y="1048"/>
                </a:cxn>
                <a:cxn ang="0">
                  <a:pos x="0" y="987"/>
                </a:cxn>
                <a:cxn ang="0">
                  <a:pos x="0" y="959"/>
                </a:cxn>
                <a:cxn ang="0">
                  <a:pos x="4" y="867"/>
                </a:cxn>
                <a:cxn ang="0">
                  <a:pos x="8" y="777"/>
                </a:cxn>
              </a:cxnLst>
              <a:rect l="0" t="0" r="r" b="b"/>
              <a:pathLst>
                <a:path w="64" h="1099">
                  <a:moveTo>
                    <a:pt x="8" y="777"/>
                  </a:moveTo>
                  <a:lnTo>
                    <a:pt x="8" y="777"/>
                  </a:lnTo>
                  <a:lnTo>
                    <a:pt x="7" y="747"/>
                  </a:lnTo>
                  <a:lnTo>
                    <a:pt x="6" y="715"/>
                  </a:lnTo>
                  <a:lnTo>
                    <a:pt x="3" y="655"/>
                  </a:lnTo>
                  <a:lnTo>
                    <a:pt x="2" y="624"/>
                  </a:lnTo>
                  <a:lnTo>
                    <a:pt x="2" y="594"/>
                  </a:lnTo>
                  <a:lnTo>
                    <a:pt x="2" y="562"/>
                  </a:lnTo>
                  <a:lnTo>
                    <a:pt x="4" y="532"/>
                  </a:lnTo>
                  <a:lnTo>
                    <a:pt x="4" y="532"/>
                  </a:lnTo>
                  <a:lnTo>
                    <a:pt x="6" y="498"/>
                  </a:lnTo>
                  <a:lnTo>
                    <a:pt x="8" y="466"/>
                  </a:lnTo>
                  <a:lnTo>
                    <a:pt x="8" y="399"/>
                  </a:lnTo>
                  <a:lnTo>
                    <a:pt x="6" y="267"/>
                  </a:lnTo>
                  <a:lnTo>
                    <a:pt x="6" y="267"/>
                  </a:lnTo>
                  <a:lnTo>
                    <a:pt x="7" y="237"/>
                  </a:lnTo>
                  <a:lnTo>
                    <a:pt x="8" y="205"/>
                  </a:lnTo>
                  <a:lnTo>
                    <a:pt x="12" y="145"/>
                  </a:lnTo>
                  <a:lnTo>
                    <a:pt x="17" y="84"/>
                  </a:lnTo>
                  <a:lnTo>
                    <a:pt x="19" y="54"/>
                  </a:lnTo>
                  <a:lnTo>
                    <a:pt x="19" y="22"/>
                  </a:lnTo>
                  <a:lnTo>
                    <a:pt x="19" y="22"/>
                  </a:lnTo>
                  <a:lnTo>
                    <a:pt x="20" y="17"/>
                  </a:lnTo>
                  <a:lnTo>
                    <a:pt x="21" y="13"/>
                  </a:lnTo>
                  <a:lnTo>
                    <a:pt x="24" y="9"/>
                  </a:lnTo>
                  <a:lnTo>
                    <a:pt x="27" y="7"/>
                  </a:lnTo>
                  <a:lnTo>
                    <a:pt x="29" y="4"/>
                  </a:lnTo>
                  <a:lnTo>
                    <a:pt x="33" y="1"/>
                  </a:lnTo>
                  <a:lnTo>
                    <a:pt x="42" y="0"/>
                  </a:lnTo>
                  <a:lnTo>
                    <a:pt x="50" y="1"/>
                  </a:lnTo>
                  <a:lnTo>
                    <a:pt x="54" y="4"/>
                  </a:lnTo>
                  <a:lnTo>
                    <a:pt x="58" y="7"/>
                  </a:lnTo>
                  <a:lnTo>
                    <a:pt x="61" y="9"/>
                  </a:lnTo>
                  <a:lnTo>
                    <a:pt x="63" y="13"/>
                  </a:lnTo>
                  <a:lnTo>
                    <a:pt x="64" y="17"/>
                  </a:lnTo>
                  <a:lnTo>
                    <a:pt x="64" y="22"/>
                  </a:lnTo>
                  <a:lnTo>
                    <a:pt x="64" y="22"/>
                  </a:lnTo>
                  <a:lnTo>
                    <a:pt x="64" y="54"/>
                  </a:lnTo>
                  <a:lnTo>
                    <a:pt x="63" y="84"/>
                  </a:lnTo>
                  <a:lnTo>
                    <a:pt x="59" y="145"/>
                  </a:lnTo>
                  <a:lnTo>
                    <a:pt x="54" y="205"/>
                  </a:lnTo>
                  <a:lnTo>
                    <a:pt x="51" y="267"/>
                  </a:lnTo>
                  <a:lnTo>
                    <a:pt x="51" y="267"/>
                  </a:lnTo>
                  <a:lnTo>
                    <a:pt x="51" y="334"/>
                  </a:lnTo>
                  <a:lnTo>
                    <a:pt x="53" y="399"/>
                  </a:lnTo>
                  <a:lnTo>
                    <a:pt x="53" y="466"/>
                  </a:lnTo>
                  <a:lnTo>
                    <a:pt x="51" y="498"/>
                  </a:lnTo>
                  <a:lnTo>
                    <a:pt x="50" y="532"/>
                  </a:lnTo>
                  <a:lnTo>
                    <a:pt x="50" y="532"/>
                  </a:lnTo>
                  <a:lnTo>
                    <a:pt x="47" y="562"/>
                  </a:lnTo>
                  <a:lnTo>
                    <a:pt x="47" y="594"/>
                  </a:lnTo>
                  <a:lnTo>
                    <a:pt x="49" y="655"/>
                  </a:lnTo>
                  <a:lnTo>
                    <a:pt x="51" y="715"/>
                  </a:lnTo>
                  <a:lnTo>
                    <a:pt x="53" y="747"/>
                  </a:lnTo>
                  <a:lnTo>
                    <a:pt x="54" y="777"/>
                  </a:lnTo>
                  <a:lnTo>
                    <a:pt x="54" y="777"/>
                  </a:lnTo>
                  <a:lnTo>
                    <a:pt x="51" y="816"/>
                  </a:lnTo>
                  <a:lnTo>
                    <a:pt x="49" y="872"/>
                  </a:lnTo>
                  <a:lnTo>
                    <a:pt x="46" y="927"/>
                  </a:lnTo>
                  <a:lnTo>
                    <a:pt x="46" y="949"/>
                  </a:lnTo>
                  <a:lnTo>
                    <a:pt x="47" y="966"/>
                  </a:lnTo>
                  <a:lnTo>
                    <a:pt x="47" y="966"/>
                  </a:lnTo>
                  <a:lnTo>
                    <a:pt x="49" y="994"/>
                  </a:lnTo>
                  <a:lnTo>
                    <a:pt x="50" y="1021"/>
                  </a:lnTo>
                  <a:lnTo>
                    <a:pt x="50" y="1076"/>
                  </a:lnTo>
                  <a:lnTo>
                    <a:pt x="50" y="1076"/>
                  </a:lnTo>
                  <a:lnTo>
                    <a:pt x="49" y="1082"/>
                  </a:lnTo>
                  <a:lnTo>
                    <a:pt x="47" y="1087"/>
                  </a:lnTo>
                  <a:lnTo>
                    <a:pt x="45" y="1091"/>
                  </a:lnTo>
                  <a:lnTo>
                    <a:pt x="42" y="1093"/>
                  </a:lnTo>
                  <a:lnTo>
                    <a:pt x="40" y="1096"/>
                  </a:lnTo>
                  <a:lnTo>
                    <a:pt x="36" y="1097"/>
                  </a:lnTo>
                  <a:lnTo>
                    <a:pt x="27" y="1099"/>
                  </a:lnTo>
                  <a:lnTo>
                    <a:pt x="19" y="1097"/>
                  </a:lnTo>
                  <a:lnTo>
                    <a:pt x="15" y="1096"/>
                  </a:lnTo>
                  <a:lnTo>
                    <a:pt x="11" y="1093"/>
                  </a:lnTo>
                  <a:lnTo>
                    <a:pt x="8" y="1091"/>
                  </a:lnTo>
                  <a:lnTo>
                    <a:pt x="6" y="1087"/>
                  </a:lnTo>
                  <a:lnTo>
                    <a:pt x="4" y="1082"/>
                  </a:lnTo>
                  <a:lnTo>
                    <a:pt x="4" y="1076"/>
                  </a:lnTo>
                  <a:lnTo>
                    <a:pt x="4" y="1076"/>
                  </a:lnTo>
                  <a:lnTo>
                    <a:pt x="3" y="1048"/>
                  </a:lnTo>
                  <a:lnTo>
                    <a:pt x="2" y="1017"/>
                  </a:lnTo>
                  <a:lnTo>
                    <a:pt x="0" y="987"/>
                  </a:lnTo>
                  <a:lnTo>
                    <a:pt x="0" y="959"/>
                  </a:lnTo>
                  <a:lnTo>
                    <a:pt x="0" y="959"/>
                  </a:lnTo>
                  <a:lnTo>
                    <a:pt x="2" y="921"/>
                  </a:lnTo>
                  <a:lnTo>
                    <a:pt x="4" y="867"/>
                  </a:lnTo>
                  <a:lnTo>
                    <a:pt x="7" y="815"/>
                  </a:lnTo>
                  <a:lnTo>
                    <a:pt x="8" y="777"/>
                  </a:lnTo>
                  <a:lnTo>
                    <a:pt x="8" y="777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10" name="Freeform 522"/>
            <p:cNvSpPr>
              <a:spLocks noEditPoints="1"/>
            </p:cNvSpPr>
            <p:nvPr>
              <p:custDataLst>
                <p:tags r:id="rId64"/>
              </p:custDataLst>
            </p:nvPr>
          </p:nvSpPr>
          <p:spPr bwMode="auto">
            <a:xfrm>
              <a:off x="3327401" y="1573213"/>
              <a:ext cx="307975" cy="87313"/>
            </a:xfrm>
            <a:custGeom>
              <a:avLst/>
              <a:gdLst/>
              <a:ahLst/>
              <a:cxnLst>
                <a:cxn ang="0">
                  <a:pos x="776" y="155"/>
                </a:cxn>
                <a:cxn ang="0">
                  <a:pos x="769" y="136"/>
                </a:cxn>
                <a:cxn ang="0">
                  <a:pos x="752" y="98"/>
                </a:cxn>
                <a:cxn ang="0">
                  <a:pos x="727" y="68"/>
                </a:cxn>
                <a:cxn ang="0">
                  <a:pos x="694" y="44"/>
                </a:cxn>
                <a:cxn ang="0">
                  <a:pos x="645" y="22"/>
                </a:cxn>
                <a:cxn ang="0">
                  <a:pos x="560" y="5"/>
                </a:cxn>
                <a:cxn ang="0">
                  <a:pos x="445" y="0"/>
                </a:cxn>
                <a:cxn ang="0">
                  <a:pos x="327" y="1"/>
                </a:cxn>
                <a:cxn ang="0">
                  <a:pos x="226" y="9"/>
                </a:cxn>
                <a:cxn ang="0">
                  <a:pos x="127" y="27"/>
                </a:cxn>
                <a:cxn ang="0">
                  <a:pos x="80" y="43"/>
                </a:cxn>
                <a:cxn ang="0">
                  <a:pos x="50" y="61"/>
                </a:cxn>
                <a:cxn ang="0">
                  <a:pos x="26" y="85"/>
                </a:cxn>
                <a:cxn ang="0">
                  <a:pos x="9" y="116"/>
                </a:cxn>
                <a:cxn ang="0">
                  <a:pos x="4" y="153"/>
                </a:cxn>
                <a:cxn ang="0">
                  <a:pos x="4" y="157"/>
                </a:cxn>
                <a:cxn ang="0">
                  <a:pos x="0" y="171"/>
                </a:cxn>
                <a:cxn ang="0">
                  <a:pos x="6" y="184"/>
                </a:cxn>
                <a:cxn ang="0">
                  <a:pos x="16" y="191"/>
                </a:cxn>
                <a:cxn ang="0">
                  <a:pos x="77" y="201"/>
                </a:cxn>
                <a:cxn ang="0">
                  <a:pos x="140" y="203"/>
                </a:cxn>
                <a:cxn ang="0">
                  <a:pos x="380" y="206"/>
                </a:cxn>
                <a:cxn ang="0">
                  <a:pos x="522" y="214"/>
                </a:cxn>
                <a:cxn ang="0">
                  <a:pos x="663" y="217"/>
                </a:cxn>
                <a:cxn ang="0">
                  <a:pos x="732" y="210"/>
                </a:cxn>
                <a:cxn ang="0">
                  <a:pos x="762" y="203"/>
                </a:cxn>
                <a:cxn ang="0">
                  <a:pos x="772" y="184"/>
                </a:cxn>
                <a:cxn ang="0">
                  <a:pos x="772" y="178"/>
                </a:cxn>
                <a:cxn ang="0">
                  <a:pos x="776" y="165"/>
                </a:cxn>
                <a:cxn ang="0">
                  <a:pos x="380" y="161"/>
                </a:cxn>
                <a:cxn ang="0">
                  <a:pos x="230" y="161"/>
                </a:cxn>
                <a:cxn ang="0">
                  <a:pos x="115" y="158"/>
                </a:cxn>
                <a:cxn ang="0">
                  <a:pos x="50" y="152"/>
                </a:cxn>
                <a:cxn ang="0">
                  <a:pos x="55" y="127"/>
                </a:cxn>
                <a:cxn ang="0">
                  <a:pos x="76" y="99"/>
                </a:cxn>
                <a:cxn ang="0">
                  <a:pos x="108" y="82"/>
                </a:cxn>
                <a:cxn ang="0">
                  <a:pos x="206" y="56"/>
                </a:cxn>
                <a:cxn ang="0">
                  <a:pos x="231" y="52"/>
                </a:cxn>
                <a:cxn ang="0">
                  <a:pos x="307" y="52"/>
                </a:cxn>
                <a:cxn ang="0">
                  <a:pos x="373" y="47"/>
                </a:cxn>
                <a:cxn ang="0">
                  <a:pos x="437" y="44"/>
                </a:cxn>
                <a:cxn ang="0">
                  <a:pos x="539" y="47"/>
                </a:cxn>
                <a:cxn ang="0">
                  <a:pos x="615" y="60"/>
                </a:cxn>
                <a:cxn ang="0">
                  <a:pos x="670" y="82"/>
                </a:cxn>
                <a:cxn ang="0">
                  <a:pos x="697" y="103"/>
                </a:cxn>
                <a:cxn ang="0">
                  <a:pos x="717" y="131"/>
                </a:cxn>
                <a:cxn ang="0">
                  <a:pos x="730" y="165"/>
                </a:cxn>
                <a:cxn ang="0">
                  <a:pos x="687" y="170"/>
                </a:cxn>
                <a:cxn ang="0">
                  <a:pos x="556" y="172"/>
                </a:cxn>
                <a:cxn ang="0">
                  <a:pos x="380" y="161"/>
                </a:cxn>
              </a:cxnLst>
              <a:rect l="0" t="0" r="r" b="b"/>
              <a:pathLst>
                <a:path w="776" h="218">
                  <a:moveTo>
                    <a:pt x="776" y="161"/>
                  </a:moveTo>
                  <a:lnTo>
                    <a:pt x="776" y="161"/>
                  </a:lnTo>
                  <a:lnTo>
                    <a:pt x="776" y="155"/>
                  </a:lnTo>
                  <a:lnTo>
                    <a:pt x="773" y="150"/>
                  </a:lnTo>
                  <a:lnTo>
                    <a:pt x="773" y="150"/>
                  </a:lnTo>
                  <a:lnTo>
                    <a:pt x="769" y="136"/>
                  </a:lnTo>
                  <a:lnTo>
                    <a:pt x="764" y="121"/>
                  </a:lnTo>
                  <a:lnTo>
                    <a:pt x="759" y="110"/>
                  </a:lnTo>
                  <a:lnTo>
                    <a:pt x="752" y="98"/>
                  </a:lnTo>
                  <a:lnTo>
                    <a:pt x="744" y="86"/>
                  </a:lnTo>
                  <a:lnTo>
                    <a:pt x="736" y="77"/>
                  </a:lnTo>
                  <a:lnTo>
                    <a:pt x="727" y="68"/>
                  </a:lnTo>
                  <a:lnTo>
                    <a:pt x="717" y="59"/>
                  </a:lnTo>
                  <a:lnTo>
                    <a:pt x="706" y="51"/>
                  </a:lnTo>
                  <a:lnTo>
                    <a:pt x="694" y="44"/>
                  </a:lnTo>
                  <a:lnTo>
                    <a:pt x="683" y="38"/>
                  </a:lnTo>
                  <a:lnTo>
                    <a:pt x="671" y="33"/>
                  </a:lnTo>
                  <a:lnTo>
                    <a:pt x="645" y="22"/>
                  </a:lnTo>
                  <a:lnTo>
                    <a:pt x="617" y="16"/>
                  </a:lnTo>
                  <a:lnTo>
                    <a:pt x="590" y="9"/>
                  </a:lnTo>
                  <a:lnTo>
                    <a:pt x="560" y="5"/>
                  </a:lnTo>
                  <a:lnTo>
                    <a:pt x="531" y="2"/>
                  </a:lnTo>
                  <a:lnTo>
                    <a:pt x="502" y="1"/>
                  </a:lnTo>
                  <a:lnTo>
                    <a:pt x="445" y="0"/>
                  </a:lnTo>
                  <a:lnTo>
                    <a:pt x="394" y="0"/>
                  </a:lnTo>
                  <a:lnTo>
                    <a:pt x="394" y="0"/>
                  </a:lnTo>
                  <a:lnTo>
                    <a:pt x="327" y="1"/>
                  </a:lnTo>
                  <a:lnTo>
                    <a:pt x="293" y="4"/>
                  </a:lnTo>
                  <a:lnTo>
                    <a:pt x="259" y="6"/>
                  </a:lnTo>
                  <a:lnTo>
                    <a:pt x="226" y="9"/>
                  </a:lnTo>
                  <a:lnTo>
                    <a:pt x="193" y="14"/>
                  </a:lnTo>
                  <a:lnTo>
                    <a:pt x="159" y="19"/>
                  </a:lnTo>
                  <a:lnTo>
                    <a:pt x="127" y="27"/>
                  </a:lnTo>
                  <a:lnTo>
                    <a:pt x="127" y="27"/>
                  </a:lnTo>
                  <a:lnTo>
                    <a:pt x="102" y="34"/>
                  </a:lnTo>
                  <a:lnTo>
                    <a:pt x="80" y="43"/>
                  </a:lnTo>
                  <a:lnTo>
                    <a:pt x="69" y="48"/>
                  </a:lnTo>
                  <a:lnTo>
                    <a:pt x="59" y="55"/>
                  </a:lnTo>
                  <a:lnTo>
                    <a:pt x="50" y="61"/>
                  </a:lnTo>
                  <a:lnTo>
                    <a:pt x="40" y="69"/>
                  </a:lnTo>
                  <a:lnTo>
                    <a:pt x="33" y="77"/>
                  </a:lnTo>
                  <a:lnTo>
                    <a:pt x="26" y="85"/>
                  </a:lnTo>
                  <a:lnTo>
                    <a:pt x="19" y="94"/>
                  </a:lnTo>
                  <a:lnTo>
                    <a:pt x="14" y="104"/>
                  </a:lnTo>
                  <a:lnTo>
                    <a:pt x="9" y="116"/>
                  </a:lnTo>
                  <a:lnTo>
                    <a:pt x="6" y="127"/>
                  </a:lnTo>
                  <a:lnTo>
                    <a:pt x="4" y="140"/>
                  </a:lnTo>
                  <a:lnTo>
                    <a:pt x="4" y="153"/>
                  </a:lnTo>
                  <a:lnTo>
                    <a:pt x="4" y="153"/>
                  </a:lnTo>
                  <a:lnTo>
                    <a:pt x="4" y="157"/>
                  </a:lnTo>
                  <a:lnTo>
                    <a:pt x="4" y="157"/>
                  </a:lnTo>
                  <a:lnTo>
                    <a:pt x="1" y="161"/>
                  </a:lnTo>
                  <a:lnTo>
                    <a:pt x="0" y="166"/>
                  </a:lnTo>
                  <a:lnTo>
                    <a:pt x="0" y="171"/>
                  </a:lnTo>
                  <a:lnTo>
                    <a:pt x="1" y="176"/>
                  </a:lnTo>
                  <a:lnTo>
                    <a:pt x="4" y="180"/>
                  </a:lnTo>
                  <a:lnTo>
                    <a:pt x="6" y="184"/>
                  </a:lnTo>
                  <a:lnTo>
                    <a:pt x="10" y="188"/>
                  </a:lnTo>
                  <a:lnTo>
                    <a:pt x="16" y="191"/>
                  </a:lnTo>
                  <a:lnTo>
                    <a:pt x="16" y="191"/>
                  </a:lnTo>
                  <a:lnTo>
                    <a:pt x="31" y="195"/>
                  </a:lnTo>
                  <a:lnTo>
                    <a:pt x="46" y="197"/>
                  </a:lnTo>
                  <a:lnTo>
                    <a:pt x="77" y="201"/>
                  </a:lnTo>
                  <a:lnTo>
                    <a:pt x="110" y="203"/>
                  </a:lnTo>
                  <a:lnTo>
                    <a:pt x="140" y="203"/>
                  </a:lnTo>
                  <a:lnTo>
                    <a:pt x="140" y="203"/>
                  </a:lnTo>
                  <a:lnTo>
                    <a:pt x="260" y="204"/>
                  </a:lnTo>
                  <a:lnTo>
                    <a:pt x="380" y="206"/>
                  </a:lnTo>
                  <a:lnTo>
                    <a:pt x="380" y="206"/>
                  </a:lnTo>
                  <a:lnTo>
                    <a:pt x="428" y="209"/>
                  </a:lnTo>
                  <a:lnTo>
                    <a:pt x="475" y="212"/>
                  </a:lnTo>
                  <a:lnTo>
                    <a:pt x="522" y="214"/>
                  </a:lnTo>
                  <a:lnTo>
                    <a:pt x="569" y="217"/>
                  </a:lnTo>
                  <a:lnTo>
                    <a:pt x="616" y="218"/>
                  </a:lnTo>
                  <a:lnTo>
                    <a:pt x="663" y="217"/>
                  </a:lnTo>
                  <a:lnTo>
                    <a:pt x="687" y="216"/>
                  </a:lnTo>
                  <a:lnTo>
                    <a:pt x="709" y="213"/>
                  </a:lnTo>
                  <a:lnTo>
                    <a:pt x="732" y="210"/>
                  </a:lnTo>
                  <a:lnTo>
                    <a:pt x="755" y="205"/>
                  </a:lnTo>
                  <a:lnTo>
                    <a:pt x="755" y="205"/>
                  </a:lnTo>
                  <a:lnTo>
                    <a:pt x="762" y="203"/>
                  </a:lnTo>
                  <a:lnTo>
                    <a:pt x="768" y="197"/>
                  </a:lnTo>
                  <a:lnTo>
                    <a:pt x="770" y="191"/>
                  </a:lnTo>
                  <a:lnTo>
                    <a:pt x="772" y="184"/>
                  </a:lnTo>
                  <a:lnTo>
                    <a:pt x="772" y="180"/>
                  </a:lnTo>
                  <a:lnTo>
                    <a:pt x="772" y="180"/>
                  </a:lnTo>
                  <a:lnTo>
                    <a:pt x="772" y="178"/>
                  </a:lnTo>
                  <a:lnTo>
                    <a:pt x="772" y="178"/>
                  </a:lnTo>
                  <a:lnTo>
                    <a:pt x="774" y="171"/>
                  </a:lnTo>
                  <a:lnTo>
                    <a:pt x="776" y="165"/>
                  </a:lnTo>
                  <a:lnTo>
                    <a:pt x="776" y="161"/>
                  </a:lnTo>
                  <a:close/>
                  <a:moveTo>
                    <a:pt x="380" y="161"/>
                  </a:moveTo>
                  <a:lnTo>
                    <a:pt x="380" y="161"/>
                  </a:lnTo>
                  <a:lnTo>
                    <a:pt x="331" y="161"/>
                  </a:lnTo>
                  <a:lnTo>
                    <a:pt x="281" y="161"/>
                  </a:lnTo>
                  <a:lnTo>
                    <a:pt x="230" y="161"/>
                  </a:lnTo>
                  <a:lnTo>
                    <a:pt x="180" y="161"/>
                  </a:lnTo>
                  <a:lnTo>
                    <a:pt x="180" y="161"/>
                  </a:lnTo>
                  <a:lnTo>
                    <a:pt x="115" y="158"/>
                  </a:lnTo>
                  <a:lnTo>
                    <a:pt x="81" y="157"/>
                  </a:lnTo>
                  <a:lnTo>
                    <a:pt x="65" y="154"/>
                  </a:lnTo>
                  <a:lnTo>
                    <a:pt x="50" y="152"/>
                  </a:lnTo>
                  <a:lnTo>
                    <a:pt x="50" y="152"/>
                  </a:lnTo>
                  <a:lnTo>
                    <a:pt x="51" y="138"/>
                  </a:lnTo>
                  <a:lnTo>
                    <a:pt x="55" y="127"/>
                  </a:lnTo>
                  <a:lnTo>
                    <a:pt x="60" y="116"/>
                  </a:lnTo>
                  <a:lnTo>
                    <a:pt x="68" y="108"/>
                  </a:lnTo>
                  <a:lnTo>
                    <a:pt x="76" y="99"/>
                  </a:lnTo>
                  <a:lnTo>
                    <a:pt x="86" y="93"/>
                  </a:lnTo>
                  <a:lnTo>
                    <a:pt x="97" y="87"/>
                  </a:lnTo>
                  <a:lnTo>
                    <a:pt x="108" y="82"/>
                  </a:lnTo>
                  <a:lnTo>
                    <a:pt x="133" y="73"/>
                  </a:lnTo>
                  <a:lnTo>
                    <a:pt x="159" y="67"/>
                  </a:lnTo>
                  <a:lnTo>
                    <a:pt x="206" y="56"/>
                  </a:lnTo>
                  <a:lnTo>
                    <a:pt x="206" y="56"/>
                  </a:lnTo>
                  <a:lnTo>
                    <a:pt x="218" y="53"/>
                  </a:lnTo>
                  <a:lnTo>
                    <a:pt x="231" y="52"/>
                  </a:lnTo>
                  <a:lnTo>
                    <a:pt x="256" y="51"/>
                  </a:lnTo>
                  <a:lnTo>
                    <a:pt x="307" y="52"/>
                  </a:lnTo>
                  <a:lnTo>
                    <a:pt x="307" y="52"/>
                  </a:lnTo>
                  <a:lnTo>
                    <a:pt x="328" y="51"/>
                  </a:lnTo>
                  <a:lnTo>
                    <a:pt x="350" y="50"/>
                  </a:lnTo>
                  <a:lnTo>
                    <a:pt x="373" y="47"/>
                  </a:lnTo>
                  <a:lnTo>
                    <a:pt x="394" y="46"/>
                  </a:lnTo>
                  <a:lnTo>
                    <a:pt x="394" y="46"/>
                  </a:lnTo>
                  <a:lnTo>
                    <a:pt x="437" y="44"/>
                  </a:lnTo>
                  <a:lnTo>
                    <a:pt x="486" y="44"/>
                  </a:lnTo>
                  <a:lnTo>
                    <a:pt x="513" y="44"/>
                  </a:lnTo>
                  <a:lnTo>
                    <a:pt x="539" y="47"/>
                  </a:lnTo>
                  <a:lnTo>
                    <a:pt x="565" y="50"/>
                  </a:lnTo>
                  <a:lnTo>
                    <a:pt x="590" y="53"/>
                  </a:lnTo>
                  <a:lnTo>
                    <a:pt x="615" y="60"/>
                  </a:lnTo>
                  <a:lnTo>
                    <a:pt x="638" y="68"/>
                  </a:lnTo>
                  <a:lnTo>
                    <a:pt x="659" y="77"/>
                  </a:lnTo>
                  <a:lnTo>
                    <a:pt x="670" y="82"/>
                  </a:lnTo>
                  <a:lnTo>
                    <a:pt x="679" y="89"/>
                  </a:lnTo>
                  <a:lnTo>
                    <a:pt x="688" y="95"/>
                  </a:lnTo>
                  <a:lnTo>
                    <a:pt x="697" y="103"/>
                  </a:lnTo>
                  <a:lnTo>
                    <a:pt x="704" y="112"/>
                  </a:lnTo>
                  <a:lnTo>
                    <a:pt x="711" y="120"/>
                  </a:lnTo>
                  <a:lnTo>
                    <a:pt x="717" y="131"/>
                  </a:lnTo>
                  <a:lnTo>
                    <a:pt x="722" y="141"/>
                  </a:lnTo>
                  <a:lnTo>
                    <a:pt x="726" y="152"/>
                  </a:lnTo>
                  <a:lnTo>
                    <a:pt x="730" y="165"/>
                  </a:lnTo>
                  <a:lnTo>
                    <a:pt x="730" y="165"/>
                  </a:lnTo>
                  <a:lnTo>
                    <a:pt x="709" y="167"/>
                  </a:lnTo>
                  <a:lnTo>
                    <a:pt x="687" y="170"/>
                  </a:lnTo>
                  <a:lnTo>
                    <a:pt x="643" y="172"/>
                  </a:lnTo>
                  <a:lnTo>
                    <a:pt x="600" y="174"/>
                  </a:lnTo>
                  <a:lnTo>
                    <a:pt x="556" y="172"/>
                  </a:lnTo>
                  <a:lnTo>
                    <a:pt x="511" y="170"/>
                  </a:lnTo>
                  <a:lnTo>
                    <a:pt x="467" y="167"/>
                  </a:lnTo>
                  <a:lnTo>
                    <a:pt x="380" y="161"/>
                  </a:lnTo>
                  <a:lnTo>
                    <a:pt x="380" y="161"/>
                  </a:lnTo>
                  <a:close/>
                </a:path>
              </a:pathLst>
            </a:custGeom>
            <a:grpFill/>
          </p:spPr>
          <p:style>
            <a:lnRef idx="0">
              <a:srgbClr val="FFFFFF"/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</p:grpSp>
      <p:sp>
        <p:nvSpPr>
          <p:cNvPr id="75779" name="Content Placeholder 2"/>
          <p:cNvSpPr>
            <a:spLocks noGrp="1"/>
          </p:cNvSpPr>
          <p:nvPr>
            <p:ph idx="1"/>
          </p:nvPr>
        </p:nvSpPr>
        <p:spPr>
          <a:xfrm>
            <a:off x="418582" y="2115822"/>
            <a:ext cx="7886700" cy="4351337"/>
          </a:xfrm>
        </p:spPr>
        <p:txBody>
          <a:bodyPr>
            <a:normAutofit lnSpcReduction="10000"/>
          </a:bodyPr>
          <a:lstStyle/>
          <a:p>
            <a:pPr fontAlgn="auto">
              <a:lnSpc>
                <a:spcPct val="100000"/>
              </a:lnSpc>
              <a:spcBef>
                <a:spcPts val="1800"/>
              </a:spcBef>
            </a:pPr>
            <a:r>
              <a:rPr lang="en-US" altLang="zh-CN" dirty="0"/>
              <a:t>Time cost</a:t>
            </a:r>
          </a:p>
          <a:p>
            <a:pPr lvl="1" fontAlgn="auto">
              <a:lnSpc>
                <a:spcPct val="100000"/>
              </a:lnSpc>
              <a:spcBef>
                <a:spcPts val="1800"/>
              </a:spcBef>
            </a:pPr>
            <a:r>
              <a:rPr lang="en-US" altLang="zh-CN" dirty="0"/>
              <a:t>All member functions for both implementations require constant time </a:t>
            </a:r>
            <a:r>
              <a:rPr lang="el-GR" altLang="zh-CN" b="1" dirty="0">
                <a:solidFill>
                  <a:srgbClr val="FF0000"/>
                </a:solidFill>
              </a:rPr>
              <a:t>Θ</a:t>
            </a:r>
            <a:r>
              <a:rPr lang="en-US" altLang="zh-CN" b="1" dirty="0">
                <a:solidFill>
                  <a:srgbClr val="FF0000"/>
                </a:solidFill>
              </a:rPr>
              <a:t>(1) </a:t>
            </a:r>
            <a:endParaRPr lang="en-US" altLang="zh-CN" dirty="0"/>
          </a:p>
          <a:p>
            <a:pPr fontAlgn="auto">
              <a:lnSpc>
                <a:spcPct val="100000"/>
              </a:lnSpc>
              <a:spcBef>
                <a:spcPts val="1800"/>
              </a:spcBef>
            </a:pPr>
            <a:r>
              <a:rPr lang="en-US" altLang="zh-CN" dirty="0"/>
              <a:t>Space cost</a:t>
            </a:r>
          </a:p>
          <a:p>
            <a:pPr lvl="1" fontAlgn="auto">
              <a:lnSpc>
                <a:spcPct val="100000"/>
              </a:lnSpc>
              <a:spcBef>
                <a:spcPts val="1800"/>
              </a:spcBef>
            </a:pPr>
            <a:r>
              <a:rPr lang="en-US" altLang="zh-CN" dirty="0"/>
              <a:t>For array-based queues, there are some space waste if the queue is not full.</a:t>
            </a:r>
          </a:p>
          <a:p>
            <a:pPr lvl="1" fontAlgn="auto">
              <a:lnSpc>
                <a:spcPct val="100000"/>
              </a:lnSpc>
              <a:spcBef>
                <a:spcPts val="1800"/>
              </a:spcBef>
            </a:pPr>
            <a:r>
              <a:rPr lang="en-US" altLang="zh-CN" dirty="0"/>
              <a:t>For linked queues, there are overhead of link field in each element</a:t>
            </a:r>
            <a:r>
              <a:rPr lang="en-US" altLang="zh-CN" sz="1350" dirty="0"/>
              <a:t>.</a:t>
            </a:r>
          </a:p>
        </p:txBody>
      </p:sp>
      <p:sp>
        <p:nvSpPr>
          <p:cNvPr id="75780" name="Slide Number Placeholder 3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557530" indent="-21463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857250" indent="-1714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200150" indent="-1714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1543050" indent="-1714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1885950" indent="-1714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228850" indent="-1714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2571750" indent="-1714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2914650" indent="-1714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fld id="{D2F6D7BE-2E64-4350-AE69-C5EAAFA075A6}" type="slidenum">
              <a:rPr lang="en-US" altLang="zh-CN" sz="465" smtClean="0"/>
              <a:pPr/>
              <a:t>58</a:t>
            </a:fld>
            <a:endParaRPr lang="en-US" altLang="zh-CN" sz="465"/>
          </a:p>
        </p:txBody>
      </p:sp>
      <p:sp>
        <p:nvSpPr>
          <p:cNvPr id="2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fld id="{3288D763-B9B3-4289-827A-962DE7D83CEA}" type="datetime1">
              <a:rPr lang="zh-CN" altLang="en-US" sz="465" smtClean="0"/>
              <a:pPr>
                <a:defRPr/>
              </a:pPr>
              <a:t>2025/12/16</a:t>
            </a:fld>
            <a:endParaRPr lang="zh-CN" altLang="en-US" sz="465"/>
          </a:p>
        </p:txBody>
      </p:sp>
      <p:sp>
        <p:nvSpPr>
          <p:cNvPr id="3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altLang="zh-CN" sz="465"/>
              <a:t>Stacks and Queues - Lecture 6</a:t>
            </a:r>
            <a:endParaRPr lang="zh-CN" altLang="en-US" sz="465"/>
          </a:p>
        </p:txBody>
      </p:sp>
    </p:spTree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矩形 6"/>
          <p:cNvSpPr/>
          <p:nvPr>
            <p:custDataLst>
              <p:tags r:id="rId1"/>
            </p:custDataLst>
          </p:nvPr>
        </p:nvSpPr>
        <p:spPr>
          <a:xfrm>
            <a:off x="207169" y="708025"/>
            <a:ext cx="2491740" cy="1530191"/>
          </a:xfrm>
          <a:prstGeom prst="rect">
            <a:avLst/>
          </a:prstGeom>
          <a:solidFill>
            <a:srgbClr val="1E7AB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350">
              <a:latin typeface="Noto Serif CJK SC" panose="02020400000000000000" pitchFamily="18" charset="-122"/>
              <a:ea typeface="FZHei-B01S" panose="02010601030101010101" pitchFamily="2" charset="-122"/>
              <a:sym typeface="Noto Serif CJK SC" panose="02020400000000000000" pitchFamily="18" charset="-122"/>
            </a:endParaRPr>
          </a:p>
        </p:txBody>
      </p:sp>
      <p:sp>
        <p:nvSpPr>
          <p:cNvPr id="8" name="矩形 7"/>
          <p:cNvSpPr/>
          <p:nvPr>
            <p:custDataLst>
              <p:tags r:id="rId2"/>
            </p:custDataLst>
          </p:nvPr>
        </p:nvSpPr>
        <p:spPr>
          <a:xfrm>
            <a:off x="207010" y="1406525"/>
            <a:ext cx="8766175" cy="489902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350">
              <a:latin typeface="Noto Serif CJK SC" panose="02020400000000000000" pitchFamily="18" charset="-122"/>
              <a:ea typeface="FZHei-B01S" panose="02010601030101010101" pitchFamily="2" charset="-122"/>
              <a:sym typeface="Noto Serif CJK SC" panose="02020400000000000000" pitchFamily="18" charset="-122"/>
            </a:endParaRPr>
          </a:p>
        </p:txBody>
      </p:sp>
      <p:sp>
        <p:nvSpPr>
          <p:cNvPr id="18" name="Title 1"/>
          <p:cNvSpPr>
            <a:spLocks noGrp="1"/>
          </p:cNvSpPr>
          <p:nvPr>
            <p:custDataLst>
              <p:tags r:id="rId3"/>
            </p:custDataLst>
          </p:nvPr>
        </p:nvSpPr>
        <p:spPr>
          <a:xfrm>
            <a:off x="368618" y="751840"/>
            <a:ext cx="2370296" cy="721043"/>
          </a:xfrm>
          <a:prstGeom prst="rect">
            <a:avLst/>
          </a:prstGeom>
        </p:spPr>
        <p:txBody>
          <a:bodyPr vert="horz" lIns="68580" tIns="34290" rIns="68580" bIns="34290" rtlCol="0"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5335" kern="120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+mj-ea"/>
                <a:cs typeface="Times New Roman" panose="02020603050405020304" pitchFamily="18" charset="0"/>
              </a:defRPr>
            </a:lvl1pPr>
          </a:lstStyle>
          <a:p>
            <a:r>
              <a:rPr lang="en-US" altLang="zh-CN" sz="3600" dirty="0">
                <a:solidFill>
                  <a:schemeClr val="bg1"/>
                </a:solidFill>
              </a:rPr>
              <a:t>Homework </a:t>
            </a:r>
          </a:p>
        </p:txBody>
      </p:sp>
      <p:grpSp>
        <p:nvGrpSpPr>
          <p:cNvPr id="33" name="PA_chenying0907 32"/>
          <p:cNvGrpSpPr/>
          <p:nvPr>
            <p:custDataLst>
              <p:tags r:id="rId4"/>
            </p:custDataLst>
          </p:nvPr>
        </p:nvGrpSpPr>
        <p:grpSpPr>
          <a:xfrm rot="2100000">
            <a:off x="7767614" y="4942413"/>
            <a:ext cx="950595" cy="1188248"/>
            <a:chOff x="6384925" y="4411663"/>
            <a:chExt cx="349250" cy="436563"/>
          </a:xfrm>
          <a:solidFill>
            <a:schemeClr val="accent5">
              <a:lumMod val="75000"/>
              <a:alpha val="54000"/>
            </a:schemeClr>
          </a:solidFill>
        </p:grpSpPr>
        <p:sp>
          <p:nvSpPr>
            <p:cNvPr id="30" name="Freeform 17"/>
            <p:cNvSpPr>
              <a:spLocks noEditPoints="1"/>
            </p:cNvSpPr>
            <p:nvPr>
              <p:custDataLst>
                <p:tags r:id="rId6"/>
              </p:custDataLst>
            </p:nvPr>
          </p:nvSpPr>
          <p:spPr bwMode="auto">
            <a:xfrm>
              <a:off x="6450013" y="4543426"/>
              <a:ext cx="234950" cy="222250"/>
            </a:xfrm>
            <a:custGeom>
              <a:avLst/>
              <a:gdLst>
                <a:gd name="T0" fmla="*/ 44 w 62"/>
                <a:gd name="T1" fmla="*/ 50 h 59"/>
                <a:gd name="T2" fmla="*/ 42 w 62"/>
                <a:gd name="T3" fmla="*/ 50 h 59"/>
                <a:gd name="T4" fmla="*/ 3 w 62"/>
                <a:gd name="T5" fmla="*/ 38 h 59"/>
                <a:gd name="T6" fmla="*/ 4 w 62"/>
                <a:gd name="T7" fmla="*/ 36 h 59"/>
                <a:gd name="T8" fmla="*/ 6 w 62"/>
                <a:gd name="T9" fmla="*/ 15 h 59"/>
                <a:gd name="T10" fmla="*/ 9 w 62"/>
                <a:gd name="T11" fmla="*/ 15 h 59"/>
                <a:gd name="T12" fmla="*/ 55 w 62"/>
                <a:gd name="T13" fmla="*/ 13 h 59"/>
                <a:gd name="T14" fmla="*/ 52 w 62"/>
                <a:gd name="T15" fmla="*/ 42 h 59"/>
                <a:gd name="T16" fmla="*/ 44 w 62"/>
                <a:gd name="T17" fmla="*/ 50 h 59"/>
                <a:gd name="T18" fmla="*/ 19 w 62"/>
                <a:gd name="T19" fmla="*/ 10 h 59"/>
                <a:gd name="T20" fmla="*/ 6 w 62"/>
                <a:gd name="T21" fmla="*/ 35 h 59"/>
                <a:gd name="T22" fmla="*/ 12 w 62"/>
                <a:gd name="T23" fmla="*/ 32 h 59"/>
                <a:gd name="T24" fmla="*/ 7 w 62"/>
                <a:gd name="T25" fmla="*/ 37 h 59"/>
                <a:gd name="T26" fmla="*/ 41 w 62"/>
                <a:gd name="T27" fmla="*/ 48 h 59"/>
                <a:gd name="T28" fmla="*/ 39 w 62"/>
                <a:gd name="T29" fmla="*/ 45 h 59"/>
                <a:gd name="T30" fmla="*/ 40 w 62"/>
                <a:gd name="T31" fmla="*/ 43 h 59"/>
                <a:gd name="T32" fmla="*/ 43 w 62"/>
                <a:gd name="T33" fmla="*/ 47 h 59"/>
                <a:gd name="T34" fmla="*/ 54 w 62"/>
                <a:gd name="T35" fmla="*/ 16 h 59"/>
                <a:gd name="T36" fmla="*/ 47 w 62"/>
                <a:gd name="T37" fmla="*/ 20 h 59"/>
                <a:gd name="T38" fmla="*/ 53 w 62"/>
                <a:gd name="T39" fmla="*/ 14 h 59"/>
                <a:gd name="T40" fmla="*/ 19 w 62"/>
                <a:gd name="T41" fmla="*/ 1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2" h="59">
                  <a:moveTo>
                    <a:pt x="44" y="50"/>
                  </a:moveTo>
                  <a:cubicBezTo>
                    <a:pt x="43" y="51"/>
                    <a:pt x="43" y="50"/>
                    <a:pt x="42" y="50"/>
                  </a:cubicBezTo>
                  <a:cubicBezTo>
                    <a:pt x="27" y="59"/>
                    <a:pt x="13" y="50"/>
                    <a:pt x="3" y="38"/>
                  </a:cubicBezTo>
                  <a:cubicBezTo>
                    <a:pt x="3" y="37"/>
                    <a:pt x="4" y="37"/>
                    <a:pt x="4" y="36"/>
                  </a:cubicBezTo>
                  <a:cubicBezTo>
                    <a:pt x="0" y="28"/>
                    <a:pt x="2" y="21"/>
                    <a:pt x="6" y="15"/>
                  </a:cubicBezTo>
                  <a:cubicBezTo>
                    <a:pt x="7" y="15"/>
                    <a:pt x="8" y="14"/>
                    <a:pt x="9" y="15"/>
                  </a:cubicBezTo>
                  <a:cubicBezTo>
                    <a:pt x="23" y="1"/>
                    <a:pt x="46" y="0"/>
                    <a:pt x="55" y="13"/>
                  </a:cubicBezTo>
                  <a:cubicBezTo>
                    <a:pt x="62" y="23"/>
                    <a:pt x="57" y="36"/>
                    <a:pt x="52" y="42"/>
                  </a:cubicBezTo>
                  <a:cubicBezTo>
                    <a:pt x="50" y="45"/>
                    <a:pt x="45" y="47"/>
                    <a:pt x="44" y="50"/>
                  </a:cubicBezTo>
                  <a:close/>
                  <a:moveTo>
                    <a:pt x="19" y="10"/>
                  </a:moveTo>
                  <a:cubicBezTo>
                    <a:pt x="9" y="15"/>
                    <a:pt x="3" y="23"/>
                    <a:pt x="6" y="35"/>
                  </a:cubicBezTo>
                  <a:cubicBezTo>
                    <a:pt x="8" y="35"/>
                    <a:pt x="10" y="31"/>
                    <a:pt x="12" y="32"/>
                  </a:cubicBezTo>
                  <a:cubicBezTo>
                    <a:pt x="11" y="34"/>
                    <a:pt x="9" y="35"/>
                    <a:pt x="7" y="37"/>
                  </a:cubicBezTo>
                  <a:cubicBezTo>
                    <a:pt x="15" y="50"/>
                    <a:pt x="28" y="55"/>
                    <a:pt x="41" y="48"/>
                  </a:cubicBezTo>
                  <a:cubicBezTo>
                    <a:pt x="41" y="46"/>
                    <a:pt x="39" y="46"/>
                    <a:pt x="39" y="45"/>
                  </a:cubicBezTo>
                  <a:cubicBezTo>
                    <a:pt x="39" y="44"/>
                    <a:pt x="39" y="44"/>
                    <a:pt x="40" y="43"/>
                  </a:cubicBezTo>
                  <a:cubicBezTo>
                    <a:pt x="42" y="43"/>
                    <a:pt x="42" y="46"/>
                    <a:pt x="43" y="47"/>
                  </a:cubicBezTo>
                  <a:cubicBezTo>
                    <a:pt x="54" y="39"/>
                    <a:pt x="60" y="30"/>
                    <a:pt x="54" y="16"/>
                  </a:cubicBezTo>
                  <a:cubicBezTo>
                    <a:pt x="52" y="17"/>
                    <a:pt x="50" y="22"/>
                    <a:pt x="47" y="20"/>
                  </a:cubicBezTo>
                  <a:cubicBezTo>
                    <a:pt x="47" y="16"/>
                    <a:pt x="51" y="17"/>
                    <a:pt x="53" y="14"/>
                  </a:cubicBezTo>
                  <a:cubicBezTo>
                    <a:pt x="46" y="5"/>
                    <a:pt x="31" y="3"/>
                    <a:pt x="19" y="1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68580" tIns="34290" rIns="68580" bIns="34290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31" name="Freeform 18"/>
            <p:cNvSpPr/>
            <p:nvPr>
              <p:custDataLst>
                <p:tags r:id="rId7"/>
              </p:custDataLst>
            </p:nvPr>
          </p:nvSpPr>
          <p:spPr bwMode="auto">
            <a:xfrm>
              <a:off x="6532563" y="4579938"/>
              <a:ext cx="57150" cy="150813"/>
            </a:xfrm>
            <a:custGeom>
              <a:avLst/>
              <a:gdLst>
                <a:gd name="T0" fmla="*/ 1 w 15"/>
                <a:gd name="T1" fmla="*/ 0 h 40"/>
                <a:gd name="T2" fmla="*/ 13 w 15"/>
                <a:gd name="T3" fmla="*/ 19 h 40"/>
                <a:gd name="T4" fmla="*/ 7 w 15"/>
                <a:gd name="T5" fmla="*/ 39 h 40"/>
                <a:gd name="T6" fmla="*/ 4 w 15"/>
                <a:gd name="T7" fmla="*/ 39 h 40"/>
                <a:gd name="T8" fmla="*/ 10 w 15"/>
                <a:gd name="T9" fmla="*/ 23 h 40"/>
                <a:gd name="T10" fmla="*/ 10 w 15"/>
                <a:gd name="T11" fmla="*/ 24 h 40"/>
                <a:gd name="T12" fmla="*/ 11 w 15"/>
                <a:gd name="T13" fmla="*/ 22 h 40"/>
                <a:gd name="T14" fmla="*/ 0 w 15"/>
                <a:gd name="T15" fmla="*/ 1 h 40"/>
                <a:gd name="T16" fmla="*/ 1 w 15"/>
                <a:gd name="T17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40">
                  <a:moveTo>
                    <a:pt x="1" y="0"/>
                  </a:moveTo>
                  <a:cubicBezTo>
                    <a:pt x="8" y="2"/>
                    <a:pt x="7" y="14"/>
                    <a:pt x="13" y="19"/>
                  </a:cubicBezTo>
                  <a:cubicBezTo>
                    <a:pt x="15" y="26"/>
                    <a:pt x="8" y="32"/>
                    <a:pt x="7" y="39"/>
                  </a:cubicBezTo>
                  <a:cubicBezTo>
                    <a:pt x="6" y="40"/>
                    <a:pt x="5" y="39"/>
                    <a:pt x="4" y="39"/>
                  </a:cubicBezTo>
                  <a:cubicBezTo>
                    <a:pt x="4" y="33"/>
                    <a:pt x="6" y="27"/>
                    <a:pt x="10" y="23"/>
                  </a:cubicBezTo>
                  <a:cubicBezTo>
                    <a:pt x="10" y="23"/>
                    <a:pt x="10" y="23"/>
                    <a:pt x="10" y="24"/>
                  </a:cubicBezTo>
                  <a:cubicBezTo>
                    <a:pt x="10" y="23"/>
                    <a:pt x="10" y="23"/>
                    <a:pt x="11" y="22"/>
                  </a:cubicBezTo>
                  <a:cubicBezTo>
                    <a:pt x="7" y="15"/>
                    <a:pt x="4" y="8"/>
                    <a:pt x="0" y="1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68580" tIns="34290" rIns="68580" bIns="34290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32" name="Freeform 19"/>
            <p:cNvSpPr>
              <a:spLocks noEditPoints="1"/>
            </p:cNvSpPr>
            <p:nvPr>
              <p:custDataLst>
                <p:tags r:id="rId8"/>
              </p:custDataLst>
            </p:nvPr>
          </p:nvSpPr>
          <p:spPr bwMode="auto">
            <a:xfrm>
              <a:off x="6384925" y="4411663"/>
              <a:ext cx="349250" cy="436563"/>
            </a:xfrm>
            <a:custGeom>
              <a:avLst/>
              <a:gdLst>
                <a:gd name="T0" fmla="*/ 68 w 92"/>
                <a:gd name="T1" fmla="*/ 14 h 116"/>
                <a:gd name="T2" fmla="*/ 72 w 92"/>
                <a:gd name="T3" fmla="*/ 34 h 116"/>
                <a:gd name="T4" fmla="*/ 85 w 92"/>
                <a:gd name="T5" fmla="*/ 61 h 116"/>
                <a:gd name="T6" fmla="*/ 92 w 92"/>
                <a:gd name="T7" fmla="*/ 90 h 116"/>
                <a:gd name="T8" fmla="*/ 72 w 92"/>
                <a:gd name="T9" fmla="*/ 90 h 116"/>
                <a:gd name="T10" fmla="*/ 42 w 92"/>
                <a:gd name="T11" fmla="*/ 115 h 116"/>
                <a:gd name="T12" fmla="*/ 38 w 92"/>
                <a:gd name="T13" fmla="*/ 98 h 116"/>
                <a:gd name="T14" fmla="*/ 14 w 92"/>
                <a:gd name="T15" fmla="*/ 51 h 116"/>
                <a:gd name="T16" fmla="*/ 2 w 92"/>
                <a:gd name="T17" fmla="*/ 53 h 116"/>
                <a:gd name="T18" fmla="*/ 6 w 92"/>
                <a:gd name="T19" fmla="*/ 34 h 116"/>
                <a:gd name="T20" fmla="*/ 58 w 92"/>
                <a:gd name="T21" fmla="*/ 11 h 116"/>
                <a:gd name="T22" fmla="*/ 38 w 92"/>
                <a:gd name="T23" fmla="*/ 9 h 116"/>
                <a:gd name="T24" fmla="*/ 35 w 92"/>
                <a:gd name="T25" fmla="*/ 9 h 116"/>
                <a:gd name="T26" fmla="*/ 11 w 92"/>
                <a:gd name="T27" fmla="*/ 31 h 116"/>
                <a:gd name="T28" fmla="*/ 24 w 92"/>
                <a:gd name="T29" fmla="*/ 34 h 116"/>
                <a:gd name="T30" fmla="*/ 53 w 92"/>
                <a:gd name="T31" fmla="*/ 31 h 116"/>
                <a:gd name="T32" fmla="*/ 54 w 92"/>
                <a:gd name="T33" fmla="*/ 14 h 116"/>
                <a:gd name="T34" fmla="*/ 7 w 92"/>
                <a:gd name="T35" fmla="*/ 44 h 116"/>
                <a:gd name="T36" fmla="*/ 10 w 92"/>
                <a:gd name="T37" fmla="*/ 42 h 116"/>
                <a:gd name="T38" fmla="*/ 10 w 92"/>
                <a:gd name="T39" fmla="*/ 45 h 116"/>
                <a:gd name="T40" fmla="*/ 10 w 92"/>
                <a:gd name="T41" fmla="*/ 51 h 116"/>
                <a:gd name="T42" fmla="*/ 7 w 92"/>
                <a:gd name="T43" fmla="*/ 44 h 116"/>
                <a:gd name="T44" fmla="*/ 51 w 92"/>
                <a:gd name="T45" fmla="*/ 26 h 116"/>
                <a:gd name="T46" fmla="*/ 64 w 92"/>
                <a:gd name="T47" fmla="*/ 24 h 116"/>
                <a:gd name="T48" fmla="*/ 63 w 92"/>
                <a:gd name="T49" fmla="*/ 22 h 116"/>
                <a:gd name="T50" fmla="*/ 4 w 92"/>
                <a:gd name="T51" fmla="*/ 43 h 116"/>
                <a:gd name="T52" fmla="*/ 4 w 92"/>
                <a:gd name="T53" fmla="*/ 43 h 116"/>
                <a:gd name="T54" fmla="*/ 4 w 92"/>
                <a:gd name="T55" fmla="*/ 45 h 116"/>
                <a:gd name="T56" fmla="*/ 4 w 92"/>
                <a:gd name="T57" fmla="*/ 50 h 116"/>
                <a:gd name="T58" fmla="*/ 70 w 92"/>
                <a:gd name="T59" fmla="*/ 18 h 116"/>
                <a:gd name="T60" fmla="*/ 8 w 92"/>
                <a:gd name="T61" fmla="*/ 51 h 116"/>
                <a:gd name="T62" fmla="*/ 8 w 92"/>
                <a:gd name="T63" fmla="*/ 51 h 116"/>
                <a:gd name="T64" fmla="*/ 72 w 92"/>
                <a:gd name="T65" fmla="*/ 25 h 116"/>
                <a:gd name="T66" fmla="*/ 70 w 92"/>
                <a:gd name="T67" fmla="*/ 22 h 116"/>
                <a:gd name="T68" fmla="*/ 68 w 92"/>
                <a:gd name="T69" fmla="*/ 22 h 116"/>
                <a:gd name="T70" fmla="*/ 75 w 92"/>
                <a:gd name="T71" fmla="*/ 46 h 116"/>
                <a:gd name="T72" fmla="*/ 47 w 92"/>
                <a:gd name="T73" fmla="*/ 36 h 116"/>
                <a:gd name="T74" fmla="*/ 16 w 92"/>
                <a:gd name="T75" fmla="*/ 57 h 116"/>
                <a:gd name="T76" fmla="*/ 15 w 92"/>
                <a:gd name="T77" fmla="*/ 65 h 116"/>
                <a:gd name="T78" fmla="*/ 21 w 92"/>
                <a:gd name="T79" fmla="*/ 84 h 116"/>
                <a:gd name="T80" fmla="*/ 67 w 92"/>
                <a:gd name="T81" fmla="*/ 88 h 116"/>
                <a:gd name="T82" fmla="*/ 77 w 92"/>
                <a:gd name="T83" fmla="*/ 46 h 116"/>
                <a:gd name="T84" fmla="*/ 70 w 92"/>
                <a:gd name="T85" fmla="*/ 28 h 116"/>
                <a:gd name="T86" fmla="*/ 70 w 92"/>
                <a:gd name="T87" fmla="*/ 28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92" h="116">
                  <a:moveTo>
                    <a:pt x="59" y="13"/>
                  </a:moveTo>
                  <a:cubicBezTo>
                    <a:pt x="62" y="13"/>
                    <a:pt x="64" y="14"/>
                    <a:pt x="68" y="14"/>
                  </a:cubicBezTo>
                  <a:cubicBezTo>
                    <a:pt x="74" y="16"/>
                    <a:pt x="81" y="28"/>
                    <a:pt x="74" y="33"/>
                  </a:cubicBezTo>
                  <a:cubicBezTo>
                    <a:pt x="73" y="34"/>
                    <a:pt x="72" y="33"/>
                    <a:pt x="72" y="34"/>
                  </a:cubicBezTo>
                  <a:cubicBezTo>
                    <a:pt x="73" y="39"/>
                    <a:pt x="78" y="41"/>
                    <a:pt x="81" y="46"/>
                  </a:cubicBezTo>
                  <a:cubicBezTo>
                    <a:pt x="83" y="51"/>
                    <a:pt x="83" y="57"/>
                    <a:pt x="85" y="61"/>
                  </a:cubicBezTo>
                  <a:cubicBezTo>
                    <a:pt x="85" y="68"/>
                    <a:pt x="82" y="74"/>
                    <a:pt x="80" y="80"/>
                  </a:cubicBezTo>
                  <a:cubicBezTo>
                    <a:pt x="84" y="82"/>
                    <a:pt x="91" y="83"/>
                    <a:pt x="92" y="90"/>
                  </a:cubicBezTo>
                  <a:cubicBezTo>
                    <a:pt x="84" y="94"/>
                    <a:pt x="81" y="87"/>
                    <a:pt x="76" y="85"/>
                  </a:cubicBezTo>
                  <a:cubicBezTo>
                    <a:pt x="74" y="87"/>
                    <a:pt x="70" y="88"/>
                    <a:pt x="72" y="90"/>
                  </a:cubicBezTo>
                  <a:cubicBezTo>
                    <a:pt x="62" y="95"/>
                    <a:pt x="53" y="100"/>
                    <a:pt x="44" y="99"/>
                  </a:cubicBezTo>
                  <a:cubicBezTo>
                    <a:pt x="42" y="104"/>
                    <a:pt x="46" y="111"/>
                    <a:pt x="42" y="115"/>
                  </a:cubicBezTo>
                  <a:cubicBezTo>
                    <a:pt x="40" y="114"/>
                    <a:pt x="38" y="116"/>
                    <a:pt x="37" y="115"/>
                  </a:cubicBezTo>
                  <a:cubicBezTo>
                    <a:pt x="36" y="109"/>
                    <a:pt x="39" y="104"/>
                    <a:pt x="38" y="98"/>
                  </a:cubicBezTo>
                  <a:cubicBezTo>
                    <a:pt x="30" y="94"/>
                    <a:pt x="18" y="91"/>
                    <a:pt x="13" y="81"/>
                  </a:cubicBezTo>
                  <a:cubicBezTo>
                    <a:pt x="8" y="71"/>
                    <a:pt x="11" y="60"/>
                    <a:pt x="14" y="51"/>
                  </a:cubicBezTo>
                  <a:cubicBezTo>
                    <a:pt x="12" y="52"/>
                    <a:pt x="10" y="59"/>
                    <a:pt x="8" y="60"/>
                  </a:cubicBezTo>
                  <a:cubicBezTo>
                    <a:pt x="7" y="60"/>
                    <a:pt x="3" y="55"/>
                    <a:pt x="2" y="53"/>
                  </a:cubicBezTo>
                  <a:cubicBezTo>
                    <a:pt x="0" y="47"/>
                    <a:pt x="0" y="43"/>
                    <a:pt x="2" y="38"/>
                  </a:cubicBezTo>
                  <a:cubicBezTo>
                    <a:pt x="3" y="37"/>
                    <a:pt x="5" y="36"/>
                    <a:pt x="6" y="34"/>
                  </a:cubicBezTo>
                  <a:cubicBezTo>
                    <a:pt x="3" y="21"/>
                    <a:pt x="13" y="13"/>
                    <a:pt x="26" y="7"/>
                  </a:cubicBezTo>
                  <a:cubicBezTo>
                    <a:pt x="40" y="0"/>
                    <a:pt x="49" y="4"/>
                    <a:pt x="58" y="11"/>
                  </a:cubicBezTo>
                  <a:cubicBezTo>
                    <a:pt x="58" y="12"/>
                    <a:pt x="58" y="12"/>
                    <a:pt x="59" y="13"/>
                  </a:cubicBezTo>
                  <a:close/>
                  <a:moveTo>
                    <a:pt x="38" y="9"/>
                  </a:moveTo>
                  <a:cubicBezTo>
                    <a:pt x="38" y="9"/>
                    <a:pt x="37" y="9"/>
                    <a:pt x="36" y="10"/>
                  </a:cubicBezTo>
                  <a:cubicBezTo>
                    <a:pt x="36" y="10"/>
                    <a:pt x="35" y="9"/>
                    <a:pt x="35" y="9"/>
                  </a:cubicBezTo>
                  <a:cubicBezTo>
                    <a:pt x="32" y="10"/>
                    <a:pt x="30" y="11"/>
                    <a:pt x="28" y="12"/>
                  </a:cubicBezTo>
                  <a:cubicBezTo>
                    <a:pt x="19" y="17"/>
                    <a:pt x="9" y="22"/>
                    <a:pt x="11" y="31"/>
                  </a:cubicBezTo>
                  <a:cubicBezTo>
                    <a:pt x="17" y="30"/>
                    <a:pt x="22" y="30"/>
                    <a:pt x="25" y="34"/>
                  </a:cubicBezTo>
                  <a:cubicBezTo>
                    <a:pt x="24" y="34"/>
                    <a:pt x="24" y="34"/>
                    <a:pt x="24" y="34"/>
                  </a:cubicBezTo>
                  <a:cubicBezTo>
                    <a:pt x="25" y="37"/>
                    <a:pt x="22" y="40"/>
                    <a:pt x="21" y="42"/>
                  </a:cubicBezTo>
                  <a:cubicBezTo>
                    <a:pt x="28" y="33"/>
                    <a:pt x="42" y="32"/>
                    <a:pt x="53" y="31"/>
                  </a:cubicBezTo>
                  <a:cubicBezTo>
                    <a:pt x="51" y="28"/>
                    <a:pt x="49" y="30"/>
                    <a:pt x="47" y="28"/>
                  </a:cubicBezTo>
                  <a:cubicBezTo>
                    <a:pt x="50" y="25"/>
                    <a:pt x="48" y="18"/>
                    <a:pt x="54" y="14"/>
                  </a:cubicBezTo>
                  <a:cubicBezTo>
                    <a:pt x="48" y="12"/>
                    <a:pt x="44" y="9"/>
                    <a:pt x="38" y="9"/>
                  </a:cubicBezTo>
                  <a:close/>
                  <a:moveTo>
                    <a:pt x="7" y="44"/>
                  </a:moveTo>
                  <a:cubicBezTo>
                    <a:pt x="7" y="43"/>
                    <a:pt x="7" y="42"/>
                    <a:pt x="8" y="41"/>
                  </a:cubicBezTo>
                  <a:cubicBezTo>
                    <a:pt x="9" y="41"/>
                    <a:pt x="9" y="41"/>
                    <a:pt x="10" y="42"/>
                  </a:cubicBezTo>
                  <a:cubicBezTo>
                    <a:pt x="9" y="43"/>
                    <a:pt x="9" y="43"/>
                    <a:pt x="9" y="44"/>
                  </a:cubicBezTo>
                  <a:cubicBezTo>
                    <a:pt x="9" y="44"/>
                    <a:pt x="9" y="45"/>
                    <a:pt x="10" y="45"/>
                  </a:cubicBezTo>
                  <a:cubicBezTo>
                    <a:pt x="10" y="44"/>
                    <a:pt x="10" y="42"/>
                    <a:pt x="12" y="42"/>
                  </a:cubicBezTo>
                  <a:cubicBezTo>
                    <a:pt x="11" y="45"/>
                    <a:pt x="11" y="48"/>
                    <a:pt x="10" y="51"/>
                  </a:cubicBezTo>
                  <a:cubicBezTo>
                    <a:pt x="14" y="46"/>
                    <a:pt x="18" y="42"/>
                    <a:pt x="21" y="36"/>
                  </a:cubicBezTo>
                  <a:cubicBezTo>
                    <a:pt x="15" y="32"/>
                    <a:pt x="4" y="36"/>
                    <a:pt x="7" y="44"/>
                  </a:cubicBezTo>
                  <a:close/>
                  <a:moveTo>
                    <a:pt x="63" y="16"/>
                  </a:moveTo>
                  <a:cubicBezTo>
                    <a:pt x="57" y="13"/>
                    <a:pt x="50" y="21"/>
                    <a:pt x="51" y="26"/>
                  </a:cubicBezTo>
                  <a:cubicBezTo>
                    <a:pt x="58" y="27"/>
                    <a:pt x="64" y="30"/>
                    <a:pt x="71" y="32"/>
                  </a:cubicBezTo>
                  <a:cubicBezTo>
                    <a:pt x="69" y="28"/>
                    <a:pt x="66" y="28"/>
                    <a:pt x="64" y="24"/>
                  </a:cubicBezTo>
                  <a:cubicBezTo>
                    <a:pt x="64" y="23"/>
                    <a:pt x="67" y="21"/>
                    <a:pt x="65" y="20"/>
                  </a:cubicBezTo>
                  <a:cubicBezTo>
                    <a:pt x="64" y="20"/>
                    <a:pt x="65" y="23"/>
                    <a:pt x="63" y="22"/>
                  </a:cubicBezTo>
                  <a:cubicBezTo>
                    <a:pt x="63" y="20"/>
                    <a:pt x="65" y="17"/>
                    <a:pt x="63" y="16"/>
                  </a:cubicBezTo>
                  <a:close/>
                  <a:moveTo>
                    <a:pt x="4" y="43"/>
                  </a:moveTo>
                  <a:cubicBezTo>
                    <a:pt x="5" y="42"/>
                    <a:pt x="5" y="41"/>
                    <a:pt x="5" y="40"/>
                  </a:cubicBezTo>
                  <a:cubicBezTo>
                    <a:pt x="5" y="41"/>
                    <a:pt x="4" y="42"/>
                    <a:pt x="4" y="43"/>
                  </a:cubicBezTo>
                  <a:close/>
                  <a:moveTo>
                    <a:pt x="4" y="50"/>
                  </a:moveTo>
                  <a:cubicBezTo>
                    <a:pt x="4" y="48"/>
                    <a:pt x="5" y="47"/>
                    <a:pt x="4" y="45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7"/>
                    <a:pt x="3" y="48"/>
                    <a:pt x="4" y="50"/>
                  </a:cubicBezTo>
                  <a:close/>
                  <a:moveTo>
                    <a:pt x="69" y="20"/>
                  </a:moveTo>
                  <a:cubicBezTo>
                    <a:pt x="69" y="20"/>
                    <a:pt x="70" y="19"/>
                    <a:pt x="70" y="18"/>
                  </a:cubicBezTo>
                  <a:cubicBezTo>
                    <a:pt x="69" y="18"/>
                    <a:pt x="68" y="19"/>
                    <a:pt x="69" y="20"/>
                  </a:cubicBezTo>
                  <a:close/>
                  <a:moveTo>
                    <a:pt x="8" y="51"/>
                  </a:moveTo>
                  <a:cubicBezTo>
                    <a:pt x="9" y="50"/>
                    <a:pt x="9" y="48"/>
                    <a:pt x="9" y="46"/>
                  </a:cubicBezTo>
                  <a:cubicBezTo>
                    <a:pt x="7" y="46"/>
                    <a:pt x="6" y="50"/>
                    <a:pt x="8" y="51"/>
                  </a:cubicBezTo>
                  <a:close/>
                  <a:moveTo>
                    <a:pt x="70" y="22"/>
                  </a:moveTo>
                  <a:cubicBezTo>
                    <a:pt x="71" y="23"/>
                    <a:pt x="71" y="24"/>
                    <a:pt x="72" y="25"/>
                  </a:cubicBezTo>
                  <a:cubicBezTo>
                    <a:pt x="72" y="24"/>
                    <a:pt x="72" y="21"/>
                    <a:pt x="71" y="20"/>
                  </a:cubicBezTo>
                  <a:cubicBezTo>
                    <a:pt x="71" y="21"/>
                    <a:pt x="70" y="21"/>
                    <a:pt x="70" y="22"/>
                  </a:cubicBezTo>
                  <a:close/>
                  <a:moveTo>
                    <a:pt x="67" y="25"/>
                  </a:moveTo>
                  <a:cubicBezTo>
                    <a:pt x="68" y="24"/>
                    <a:pt x="68" y="23"/>
                    <a:pt x="68" y="22"/>
                  </a:cubicBezTo>
                  <a:cubicBezTo>
                    <a:pt x="66" y="23"/>
                    <a:pt x="66" y="24"/>
                    <a:pt x="67" y="25"/>
                  </a:cubicBezTo>
                  <a:close/>
                  <a:moveTo>
                    <a:pt x="75" y="46"/>
                  </a:moveTo>
                  <a:cubicBezTo>
                    <a:pt x="70" y="34"/>
                    <a:pt x="58" y="35"/>
                    <a:pt x="48" y="34"/>
                  </a:cubicBezTo>
                  <a:cubicBezTo>
                    <a:pt x="47" y="35"/>
                    <a:pt x="48" y="35"/>
                    <a:pt x="47" y="36"/>
                  </a:cubicBezTo>
                  <a:cubicBezTo>
                    <a:pt x="42" y="38"/>
                    <a:pt x="37" y="38"/>
                    <a:pt x="32" y="39"/>
                  </a:cubicBezTo>
                  <a:cubicBezTo>
                    <a:pt x="24" y="40"/>
                    <a:pt x="17" y="51"/>
                    <a:pt x="16" y="57"/>
                  </a:cubicBezTo>
                  <a:cubicBezTo>
                    <a:pt x="16" y="58"/>
                    <a:pt x="15" y="58"/>
                    <a:pt x="15" y="59"/>
                  </a:cubicBezTo>
                  <a:cubicBezTo>
                    <a:pt x="15" y="60"/>
                    <a:pt x="16" y="63"/>
                    <a:pt x="15" y="65"/>
                  </a:cubicBezTo>
                  <a:cubicBezTo>
                    <a:pt x="15" y="65"/>
                    <a:pt x="14" y="64"/>
                    <a:pt x="14" y="65"/>
                  </a:cubicBezTo>
                  <a:cubicBezTo>
                    <a:pt x="14" y="72"/>
                    <a:pt x="18" y="80"/>
                    <a:pt x="21" y="84"/>
                  </a:cubicBezTo>
                  <a:cubicBezTo>
                    <a:pt x="22" y="84"/>
                    <a:pt x="22" y="83"/>
                    <a:pt x="23" y="82"/>
                  </a:cubicBezTo>
                  <a:cubicBezTo>
                    <a:pt x="33" y="95"/>
                    <a:pt x="48" y="96"/>
                    <a:pt x="67" y="88"/>
                  </a:cubicBezTo>
                  <a:cubicBezTo>
                    <a:pt x="70" y="84"/>
                    <a:pt x="75" y="81"/>
                    <a:pt x="78" y="76"/>
                  </a:cubicBezTo>
                  <a:cubicBezTo>
                    <a:pt x="82" y="68"/>
                    <a:pt x="82" y="54"/>
                    <a:pt x="77" y="46"/>
                  </a:cubicBezTo>
                  <a:cubicBezTo>
                    <a:pt x="76" y="46"/>
                    <a:pt x="75" y="47"/>
                    <a:pt x="75" y="46"/>
                  </a:cubicBezTo>
                  <a:close/>
                  <a:moveTo>
                    <a:pt x="70" y="28"/>
                  </a:moveTo>
                  <a:cubicBezTo>
                    <a:pt x="72" y="27"/>
                    <a:pt x="71" y="25"/>
                    <a:pt x="69" y="25"/>
                  </a:cubicBezTo>
                  <a:cubicBezTo>
                    <a:pt x="69" y="26"/>
                    <a:pt x="69" y="27"/>
                    <a:pt x="70" y="2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68580" tIns="34290" rIns="68580" bIns="34290" numCol="1" anchor="t" anchorCtr="0" compatLnSpc="1"/>
            <a:lstStyle/>
            <a:p>
              <a:endParaRPr lang="zh-CN" altLang="en-US" sz="1350"/>
            </a:p>
          </p:txBody>
        </p:sp>
      </p:grpSp>
      <p:pic>
        <p:nvPicPr>
          <p:cNvPr id="9" name="图片 8" descr="华工标志（透明版"/>
          <p:cNvPicPr>
            <a:picLocks noChangeAspect="1"/>
          </p:cNvPicPr>
          <p:nvPr>
            <p:custDataLst>
              <p:tags r:id="rId5"/>
            </p:custDataLst>
          </p:nvPr>
        </p:nvPicPr>
        <p:blipFill>
          <a:blip r:embed="rId10" cstate="print"/>
          <a:stretch>
            <a:fillRect/>
          </a:stretch>
        </p:blipFill>
        <p:spPr>
          <a:xfrm>
            <a:off x="7740015" y="116205"/>
            <a:ext cx="1230630" cy="1230630"/>
          </a:xfrm>
          <a:prstGeom prst="rect">
            <a:avLst/>
          </a:prstGeom>
        </p:spPr>
      </p:pic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561975" y="2331085"/>
            <a:ext cx="8923655" cy="3289300"/>
          </a:xfrm>
        </p:spPr>
        <p:txBody>
          <a:bodyPr/>
          <a:lstStyle/>
          <a:p>
            <a:r>
              <a:rPr lang="en-US" altLang="zh-CN" dirty="0"/>
              <a:t>Exercise 3.28,  3.30, and</a:t>
            </a:r>
          </a:p>
          <a:p>
            <a:r>
              <a:rPr lang="en-US" altLang="zh-CN" dirty="0"/>
              <a:t> Show how to implement </a:t>
            </a:r>
            <a:r>
              <a:rPr lang="en-US" altLang="zh-CN" b="1" dirty="0">
                <a:solidFill>
                  <a:srgbClr val="FF0000"/>
                </a:solidFill>
              </a:rPr>
              <a:t>two</a:t>
            </a:r>
            <a:r>
              <a:rPr lang="en-US" altLang="zh-CN" dirty="0"/>
              <a:t> stacks in one array</a:t>
            </a:r>
          </a:p>
          <a:p>
            <a:r>
              <a:rPr lang="en-US" altLang="zh-CN" dirty="0"/>
              <a:t>Deadline: to be confirmed. </a:t>
            </a:r>
          </a:p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6E94D89D-F5C8-4ADB-91AC-94D7A8C47A12}" type="slidenum">
              <a:rPr lang="zh-CN" altLang="en-US" sz="465" smtClean="0"/>
              <a:pPr>
                <a:defRPr/>
              </a:pPr>
              <a:t>59</a:t>
            </a:fld>
            <a:endParaRPr lang="zh-CN" altLang="en-US" sz="465"/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fld id="{9A384C61-462B-45F1-84C4-5F4F4E22A6C1}" type="datetime1">
              <a:rPr lang="zh-CN" altLang="en-US" sz="465" smtClean="0"/>
              <a:pPr>
                <a:defRPr/>
              </a:pPr>
              <a:t>2025/12/16</a:t>
            </a:fld>
            <a:endParaRPr lang="zh-CN" altLang="en-US" sz="465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altLang="zh-CN" sz="465"/>
              <a:t>Stacks and Queues - Lecture 6</a:t>
            </a:r>
            <a:endParaRPr lang="zh-CN" altLang="en-US" sz="465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COMMONDATA" val="eyJoZGlkIjoiMjE3N2U4NjNlNWU0ZjI3MTNhYzNkMTFiY2Y3MzViMDQifQ=="/>
</p:tagLst>
</file>

<file path=ppt/tags/tag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3.0.0"/>
</p:tagLst>
</file>

<file path=ppt/tags/tag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3.0.0"/>
</p:tagLst>
</file>

<file path=ppt/tags/tag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3.0.0"/>
</p:tagLst>
</file>

<file path=ppt/tags/tag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4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4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4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4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4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4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4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4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4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4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4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4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4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4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4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4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4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4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4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4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4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4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4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4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4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4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4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4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4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4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4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4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4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4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4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4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4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4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4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4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4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4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4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4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4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4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4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4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4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4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4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4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4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4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4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4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4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4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4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4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4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4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4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4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4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4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4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4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4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4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4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4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4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4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4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4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4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4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4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4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4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4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4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4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4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4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4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4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4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4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4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4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4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4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4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4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4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4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4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4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5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5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5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5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5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5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5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5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5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5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5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5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5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5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5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5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5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5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5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5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5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5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5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5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5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5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5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5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5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5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5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5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5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5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5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5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5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5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5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5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5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5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5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5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5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5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5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5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5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5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5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5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5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5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5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5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5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5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5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5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5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5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5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5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5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5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5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5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5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5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5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5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5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5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5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5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5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5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5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5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5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5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5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5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5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5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5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5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5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5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5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5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5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5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5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5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5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5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5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5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3.0.0"/>
</p:tagLst>
</file>

<file path=ppt/tags/tag6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6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6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6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6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6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6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6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6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6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6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6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6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6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6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6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6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6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6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6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6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6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6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6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6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6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6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6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6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6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6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6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6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6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6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6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6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6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6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6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6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6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6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6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6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6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6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6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6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6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6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6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6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6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6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6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6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ABLE_ENDDRAG_ORIGIN_RECT" val="478*320"/>
  <p:tag name="TABLE_ENDDRAG_RECT" val="130*158*478*320"/>
</p:tagLst>
</file>

<file path=ppt/tags/tag6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6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6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6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6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6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6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6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6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6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6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6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6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6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6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6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6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6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6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6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6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6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6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6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6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6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6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6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6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6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6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6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6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6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6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6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6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6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6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6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6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6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6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7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7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7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7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7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7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7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7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7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7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7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7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7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7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7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7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7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7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7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7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7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7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7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7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7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7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7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7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7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7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7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7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7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7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7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7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7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7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7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7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7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7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7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7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7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7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7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7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7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7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7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7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7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7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7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7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7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7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7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7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7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7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7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7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7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7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7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7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7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7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7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7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7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7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7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7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7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7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7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7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7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7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7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7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7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7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7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7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7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7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7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7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7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7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7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7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7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7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7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7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8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8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8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8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8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8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8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8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8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8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8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8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8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8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8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8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8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8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8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8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8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8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8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8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8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8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8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8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8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8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8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8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8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8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8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8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8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8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8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8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8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8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8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8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8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8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8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8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8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8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8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8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8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8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8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8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8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8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8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8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8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8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8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8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8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8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8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8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8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8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8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8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8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8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8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8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8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8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8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8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8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8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8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8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8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8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8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8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8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8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8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8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8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8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8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8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8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8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8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8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9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9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9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9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9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9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9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9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9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9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9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9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9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9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9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9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9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9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9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9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9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9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9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9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9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9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9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9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9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9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9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9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9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9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9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9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9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9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9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9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9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9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9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9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9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9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9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9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9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9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9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9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9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9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9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9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9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9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9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9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9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9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9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9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9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9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9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9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9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9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9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9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9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9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9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9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9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9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9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9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9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9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9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9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9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9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9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9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9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9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9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9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9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9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9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9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9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9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9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9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0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0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0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0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0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0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0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0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0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0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0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0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0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0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0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0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0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0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0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0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0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0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0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0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0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0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0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0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0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0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0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0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0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0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0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0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0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0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0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0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0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0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0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0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0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0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0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0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0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0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0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0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0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0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0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0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0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0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0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0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0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0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0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0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0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0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0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0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0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0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0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0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0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0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0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0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0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0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0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0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0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0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0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0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0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0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0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0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0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0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0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0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0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0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0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0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0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0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0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0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1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1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1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1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1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1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1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1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1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1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1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1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1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1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1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1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1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1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1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1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1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1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1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1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1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1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1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1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1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1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1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1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1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1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1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1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1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1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1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1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1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1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1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1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1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1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1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1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1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1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1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1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1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1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1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1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1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1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1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1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1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1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1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1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1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1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1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1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1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1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1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1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1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1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1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1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1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1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1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1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1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1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1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1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1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1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1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1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1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1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1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1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1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1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1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1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1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1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1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1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2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2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2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2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2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2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2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2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2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2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2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2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2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2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2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2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2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2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2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2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2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2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2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2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2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2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2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2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2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2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2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2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2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2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2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2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2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2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2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2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2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2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2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2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2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2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2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2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2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2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2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2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2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2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2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2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2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2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2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2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2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2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2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2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2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2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2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2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2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2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2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2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2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2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2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2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2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2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2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2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2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2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2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2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2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2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2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2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2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2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2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2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2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2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2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2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2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2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2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2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3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3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3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3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3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3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3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3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3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3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3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3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3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3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3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3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3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3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3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3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3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3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3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3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3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3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3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3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3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3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3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3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3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3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3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3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3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3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3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3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3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3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3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3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3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3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3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3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3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3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3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3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3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3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3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3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3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3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3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3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3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3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3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3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3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3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3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3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3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3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3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3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3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3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3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3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3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3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3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3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3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3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3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3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3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3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3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3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3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3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3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3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3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3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3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3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3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3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3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3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4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4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4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4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4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4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4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4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4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4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4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4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4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4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4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4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4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4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4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4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4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4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4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4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4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4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4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4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4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4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4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4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4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4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4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4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4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4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4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4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4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4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4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4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4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4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4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4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4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4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4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4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4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4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4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4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4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4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4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4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4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4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4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4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4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4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4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4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4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4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4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4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4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4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4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4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4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4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4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4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4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4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4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4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4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4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4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4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4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4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4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4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4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4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4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4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4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4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4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4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5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5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5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5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5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5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5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5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5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5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5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5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5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5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5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5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5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5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5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5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5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5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5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5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5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5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5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5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5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5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5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5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5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5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5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5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5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5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5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5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5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5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5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5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5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5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5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5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5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5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5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5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5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5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5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5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5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5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5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5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5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5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5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5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5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5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5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5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5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5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5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5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5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5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5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5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5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5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5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5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5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5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5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5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5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5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5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5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5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5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5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5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5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5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5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5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5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5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5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5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6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6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6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6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6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6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6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6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6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6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6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6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6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6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6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6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6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6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6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6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6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6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6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6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6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6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6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6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6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6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6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6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6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6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6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6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6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6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6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6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6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6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6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6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6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6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6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6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6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6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6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6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6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6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6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6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6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6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6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6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6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6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6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6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6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6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6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6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6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6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6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6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6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6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6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6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6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6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6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6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6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6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6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6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6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6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6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6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6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6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6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6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6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6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6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6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6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6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6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6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7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7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7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7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7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7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7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7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7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7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7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7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7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7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7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7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7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7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7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7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7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7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7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7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7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7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7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7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7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7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7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7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7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7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7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7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7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7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7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7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7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7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7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7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7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7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7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7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7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7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7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7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7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7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7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7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7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7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7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7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7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7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7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7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7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7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7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7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7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7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7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7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7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7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7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7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7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7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7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7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7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7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7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7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7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7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7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7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7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7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7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7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7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7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7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7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7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7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7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7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8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8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8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8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8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8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8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8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8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8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8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8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8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8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8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8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8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8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8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8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8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8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8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8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8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8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8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8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8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8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8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8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8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8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8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8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8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8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8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8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8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8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8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8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8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8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8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8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8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8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8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8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8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8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8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8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8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8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8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8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8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8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8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8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8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8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8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8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8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8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8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8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8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8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8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8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8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8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8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8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8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8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8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8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8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8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8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8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8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8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8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8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8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8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8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8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8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8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8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8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9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9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9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9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9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9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9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9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9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9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9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9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9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9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9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9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9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9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9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9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9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9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9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9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9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9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9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9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9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9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9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9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9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9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9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9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9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9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9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9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9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9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9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9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9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9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9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9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9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9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9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9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9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9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9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9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9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9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9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9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9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9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9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9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9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9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9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9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9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9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9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9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9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9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9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9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9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9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9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9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9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9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9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9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9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9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9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9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9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9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9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9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9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9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9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9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9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9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9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19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0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0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0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0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0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0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0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0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0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0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0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0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0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0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0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0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0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0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0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0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0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0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0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0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0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0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0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0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0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0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0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0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0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0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0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0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0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0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0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0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0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0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0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0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0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0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0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0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0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0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0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0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0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0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0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0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0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0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0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0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0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0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0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0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0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0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0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0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0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0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0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0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0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0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0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0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0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0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0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0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0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0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0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0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0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0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0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0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0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0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0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0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0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0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0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0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0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0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0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0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1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1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1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1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1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1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1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1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1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1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1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1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1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1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1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1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1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1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1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1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1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1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1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1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1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1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1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1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1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1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1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1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1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1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1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1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1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1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1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1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1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1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1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1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1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1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1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1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1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1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1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1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1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1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1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1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1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1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1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1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1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1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1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1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1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1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1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1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1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1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1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1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1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1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1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1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1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1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1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1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1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1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1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1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1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1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1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1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1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1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1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1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1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1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1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1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1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1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1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1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2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2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2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2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2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2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2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2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2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2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2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2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2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2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2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2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2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2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2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2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2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2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2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2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2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2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2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2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2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2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2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2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2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2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2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2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2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2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2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2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2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2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2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2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2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2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2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2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2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2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2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2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2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2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2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2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2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2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2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2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2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2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2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2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2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2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2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2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2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2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2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2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2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2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2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2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2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2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2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2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2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2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2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2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2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2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2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2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2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2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2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2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2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2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2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2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2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2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2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2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3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3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3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3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3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3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3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3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3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3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3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3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3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3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3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3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3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3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3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3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3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3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3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3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3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3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3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3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3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3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3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3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3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3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3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3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3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3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3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3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3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3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3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3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3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3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3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3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3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3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3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3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3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3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3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3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3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3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3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3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3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3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3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3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3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3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3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3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3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3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3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3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3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3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3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3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3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3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3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3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3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3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3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3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3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3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3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3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3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3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3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3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3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3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3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3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3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3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3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3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4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4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4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4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4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4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4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4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4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4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4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4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4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4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4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4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4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4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4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4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4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4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4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4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4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4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4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4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4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4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4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4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4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4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4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4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4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4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4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4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4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4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4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4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4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4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4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4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4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4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4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4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4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4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4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4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4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4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4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4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4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4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4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4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4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4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4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4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4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4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4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4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4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4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4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4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4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4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4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4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4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4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4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4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4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4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4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4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4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4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4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4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4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4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4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4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4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4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4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4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5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5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5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5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5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5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5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5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5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5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5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5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5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5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5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5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5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5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5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5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5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5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5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5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5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5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5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5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5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5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5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5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5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5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5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5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5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5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5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5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5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5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5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5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5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5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5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5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5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5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5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5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5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5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5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5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5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5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5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5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5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5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5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5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5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5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5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5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5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5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5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5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5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5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5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5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5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5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5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5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5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5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5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5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5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5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5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5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5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5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5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5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5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5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5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5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5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5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5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5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6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6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6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6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6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6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6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6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6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6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6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6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6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6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6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6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6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6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6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6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6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6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6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6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6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6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6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6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6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6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6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6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6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6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6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6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6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6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6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6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6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6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6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6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6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6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6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6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6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6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6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6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6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6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6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6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6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6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6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6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6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6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6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6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6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6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6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6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6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6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6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6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6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6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6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6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6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6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6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6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6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6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6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6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6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6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6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6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6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6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6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6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6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6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6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6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6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6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6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6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7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7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7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7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7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7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7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7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7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7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7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7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7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7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7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7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7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7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7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7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7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7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7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7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7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7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7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7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7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7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7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7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7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7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7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7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7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7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7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7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7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7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7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7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7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7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7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7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7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7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7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7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7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7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7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7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7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7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7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7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7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7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3.0.0"/>
</p:tagLst>
</file>

<file path=ppt/tags/tag27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7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7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7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7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7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7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7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7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7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7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7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7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7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3.0.0"/>
</p:tagLst>
</file>

<file path=ppt/tags/tag27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7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7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7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7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7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7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7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7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7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7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7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7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7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3.0.0"/>
</p:tagLst>
</file>

<file path=ppt/tags/tag27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7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7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7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7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7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7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7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7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7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8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8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8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8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ABLE_ENDDRAG_ORIGIN_RECT" val="441*316"/>
  <p:tag name="TABLE_ENDDRAG_RECT" val="147*155*441*316"/>
</p:tagLst>
</file>

<file path=ppt/tags/tag28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8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8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8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8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8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8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8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8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8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8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8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8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8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8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8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8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8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8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8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8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8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8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8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8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8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8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8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8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8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8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8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8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8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8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8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8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8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8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8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8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8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8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8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8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8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8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8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8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8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8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8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8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8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8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8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8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8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8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8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8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8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8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8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8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8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8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8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8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8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8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8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8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8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8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8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8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8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8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8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8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8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8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8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8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8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8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8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8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8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8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8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8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8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8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8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9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9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9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9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9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9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9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9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9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9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9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9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9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9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9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9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9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9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9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9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9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9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9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9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9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9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9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9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9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9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9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9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9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9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9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9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9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9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9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9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9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9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9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9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9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9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9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9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9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9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9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9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9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9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9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9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9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9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9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9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9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9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9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9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9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9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9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9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9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9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9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9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9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9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9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9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9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9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9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9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9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9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9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9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9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9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9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9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9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9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9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9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9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9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9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9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9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9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9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29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0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0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0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0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0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0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0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0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0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0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0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0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0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0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0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0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0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0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0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0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0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0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0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0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0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0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0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0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0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0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0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0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0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0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0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0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0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0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0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0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0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0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0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0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0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0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0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0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0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0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0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0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0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0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0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0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0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0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0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0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0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0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0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0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0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0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0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0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0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0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0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0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0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0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0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0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0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0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0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0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0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0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0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0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0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0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0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0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0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0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0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0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0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0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0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0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0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0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0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0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1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1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1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1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1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1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1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1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1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1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1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1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1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1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1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1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1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1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1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1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1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1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1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1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1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1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1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1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1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1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1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1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1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1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1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1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1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1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1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1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1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1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1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1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1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1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1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1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1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1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1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1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1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1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1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1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1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1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1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1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1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1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1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1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1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1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1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1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1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1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1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1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1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1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1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1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1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1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1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1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1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1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1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1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1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1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1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1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1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1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1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1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1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1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1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1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1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1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1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1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2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2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2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2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2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2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2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2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2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2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2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2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2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2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2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2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2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2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2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2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2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2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2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2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2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2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2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2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2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2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2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2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2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2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2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2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2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2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2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2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2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2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2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3.0.0"/>
</p:tagLst>
</file>

<file path=ppt/tags/tag32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2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2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2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heme/theme1.xml><?xml version="1.0" encoding="utf-8"?>
<a:theme xmlns:a="http://schemas.openxmlformats.org/drawingml/2006/main" name="HDOfficeLightV0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67000"/>
                <a:satMod val="105000"/>
                <a:lumMod val="110000"/>
              </a:schemeClr>
            </a:gs>
            <a:gs pos="50000">
              <a:schemeClr val="phClr">
                <a:tint val="73000"/>
                <a:satMod val="103000"/>
                <a:lumMod val="105000"/>
              </a:schemeClr>
            </a:gs>
            <a:gs pos="100000">
              <a:schemeClr val="phClr">
                <a:tint val="81000"/>
                <a:satMod val="109000"/>
                <a:lumMod val="105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tint val="94000"/>
                <a:satMod val="103000"/>
                <a:lumMod val="102000"/>
              </a:schemeClr>
            </a:gs>
            <a:gs pos="50000">
              <a:schemeClr val="phClr">
                <a:shade val="100000"/>
                <a:satMod val="110000"/>
                <a:lumMod val="100000"/>
              </a:schemeClr>
            </a:gs>
            <a:gs pos="100000">
              <a:schemeClr val="phClr">
                <a:shade val="78000"/>
                <a:satMod val="120000"/>
                <a:lumMod val="99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</a:ln>
        <a:ln w="12700" cap="flat" cmpd="sng" algn="ctr">
          <a:solidFill>
            <a:schemeClr val="phClr"/>
          </a:solidFill>
          <a:prstDash val="solid"/>
        </a:ln>
        <a:ln w="19050" cap="flat" cmpd="sng" algn="ctr">
          <a:solidFill>
            <a:schemeClr val="phClr"/>
          </a:solidFill>
          <a:prstDash val="solid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hade val="98000"/>
                <a:satMod val="150000"/>
                <a:lumMod val="102000"/>
              </a:schemeClr>
            </a:gs>
            <a:gs pos="50000">
              <a:schemeClr val="phClr">
                <a:tint val="98000"/>
                <a:shade val="90000"/>
                <a:satMod val="13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Theme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Office">
      <a:majorFont>
        <a:latin typeface="等线 Light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等线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Office Theme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Office">
      <a:majorFont>
        <a:latin typeface="等线 Light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等线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>TM02900720[[fn=积分]]</Template>
  <TotalTime>1000</TotalTime>
  <Words>4587</Words>
  <Application>Microsoft Office PowerPoint</Application>
  <PresentationFormat>全屏显示(4:3)</PresentationFormat>
  <Paragraphs>796</Paragraphs>
  <Slides>59</Slides>
  <Notes>0</Notes>
  <HiddenSlides>0</HiddenSlides>
  <MMClips>0</MMClips>
  <ScaleCrop>false</ScaleCrop>
  <HeadingPairs>
    <vt:vector size="6" baseType="variant">
      <vt:variant>
        <vt:lpstr>已用的字体</vt:lpstr>
      </vt:variant>
      <vt:variant>
        <vt:i4>8</vt:i4>
      </vt:variant>
      <vt:variant>
        <vt:lpstr>主题</vt:lpstr>
      </vt:variant>
      <vt:variant>
        <vt:i4>1</vt:i4>
      </vt:variant>
      <vt:variant>
        <vt:lpstr>幻灯片标题</vt:lpstr>
      </vt:variant>
      <vt:variant>
        <vt:i4>59</vt:i4>
      </vt:variant>
    </vt:vector>
  </HeadingPairs>
  <TitlesOfParts>
    <vt:vector size="68" baseType="lpstr">
      <vt:lpstr>Noto Serif CJK SC</vt:lpstr>
      <vt:lpstr>宋体</vt:lpstr>
      <vt:lpstr>Arial</vt:lpstr>
      <vt:lpstr>Calibri</vt:lpstr>
      <vt:lpstr>Courier New</vt:lpstr>
      <vt:lpstr>Tahoma</vt:lpstr>
      <vt:lpstr>Times New Roman</vt:lpstr>
      <vt:lpstr>Wingdings 2</vt:lpstr>
      <vt:lpstr>HDOfficeLightV0</vt:lpstr>
      <vt:lpstr>Lists, Stacks and Queues</vt:lpstr>
      <vt:lpstr>Content</vt:lpstr>
      <vt:lpstr>List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Stack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Queue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</vt:vector>
  </TitlesOfParts>
  <Company>scut</Company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zhang qin</dc:creator>
  <cp:lastModifiedBy>天 周</cp:lastModifiedBy>
  <cp:revision>857</cp:revision>
  <dcterms:created xsi:type="dcterms:W3CDTF">2000-11-03T19:18:00Z</dcterms:created>
  <dcterms:modified xsi:type="dcterms:W3CDTF">2025-12-15T16:29:19Z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ICV">
    <vt:lpwstr>F6EFF054F3934BD9A826528CABA859D1_12</vt:lpwstr>
  </property>
  <property fmtid="{D5CDD505-2E9C-101B-9397-08002B2CF9AE}" pid="3" name="KSOProductBuildVer">
    <vt:lpwstr>2052-12.1.0.15120</vt:lpwstr>
  </property>
</Properties>
</file>